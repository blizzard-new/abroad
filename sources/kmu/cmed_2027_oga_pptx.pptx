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74" r:id="rId1"/>
  </p:sldMasterIdLst>
  <p:notesMasterIdLst>
    <p:notesMasterId r:id="rId32"/>
  </p:notesMasterIdLst>
  <p:sldIdLst>
    <p:sldId id="256" r:id="rId2"/>
    <p:sldId id="259" r:id="rId3"/>
    <p:sldId id="257" r:id="rId4"/>
    <p:sldId id="258" r:id="rId5"/>
    <p:sldId id="358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359" r:id="rId19"/>
    <p:sldId id="340" r:id="rId20"/>
    <p:sldId id="341" r:id="rId21"/>
    <p:sldId id="356" r:id="rId22"/>
    <p:sldId id="345" r:id="rId23"/>
    <p:sldId id="346" r:id="rId24"/>
    <p:sldId id="348" r:id="rId25"/>
    <p:sldId id="349" r:id="rId26"/>
    <p:sldId id="350" r:id="rId27"/>
    <p:sldId id="351" r:id="rId28"/>
    <p:sldId id="355" r:id="rId29"/>
    <p:sldId id="323" r:id="rId30"/>
    <p:sldId id="354" r:id="rId31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4F2EA"/>
    <a:srgbClr val="000938"/>
    <a:srgbClr val="D78DB3"/>
    <a:srgbClr val="F4D562"/>
    <a:srgbClr val="69B0B1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9DF9FB6-392D-4DA8-8708-C11F9EA6765F}">
  <a:tblStyle styleId="{69DF9FB6-392D-4DA8-8708-C11F9EA6765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10"/>
    <p:restoredTop sz="93883" autoAdjust="0"/>
  </p:normalViewPr>
  <p:slideViewPr>
    <p:cSldViewPr snapToGrid="0">
      <p:cViewPr varScale="1">
        <p:scale>
          <a:sx n="137" d="100"/>
          <a:sy n="137" d="100"/>
        </p:scale>
        <p:origin x="86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9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33975000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7" name="Google Shape;7077;g99874ae66e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78" name="Google Shape;7078;g99874ae66e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078030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7" name="Google Shape;8807;g8f342daea5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8" name="Google Shape;8808;g8f342daea5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772470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340757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7896097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54853841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24944670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62037765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27460230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9529158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58864885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74508774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7" name="Google Shape;8807;g8f342daea5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8" name="Google Shape;8808;g8f342daea5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393372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427550" y="2981063"/>
            <a:ext cx="6288900" cy="11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292100" y="4123763"/>
            <a:ext cx="4505100" cy="4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10800000" flipH="1">
            <a:off x="1" y="20"/>
            <a:ext cx="984590" cy="1109519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-10" y="2"/>
            <a:ext cx="837460" cy="946669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 rot="-5400000">
            <a:off x="-40941" y="4215563"/>
            <a:ext cx="1002550" cy="906555"/>
            <a:chOff x="38279" y="100616"/>
            <a:chExt cx="650204" cy="563183"/>
          </a:xfrm>
        </p:grpSpPr>
        <p:sp>
          <p:nvSpPr>
            <p:cNvPr id="14" name="Google Shape;14;p2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5" name="Google Shape;275;p2"/>
          <p:cNvSpPr/>
          <p:nvPr/>
        </p:nvSpPr>
        <p:spPr>
          <a:xfrm rot="-5400000">
            <a:off x="-147100" y="4444624"/>
            <a:ext cx="872583" cy="578402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" name="Google Shape;276;p2"/>
          <p:cNvSpPr/>
          <p:nvPr/>
        </p:nvSpPr>
        <p:spPr>
          <a:xfrm rot="10800000">
            <a:off x="8250539" y="121165"/>
            <a:ext cx="893471" cy="1006853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" name="Google Shape;277;p2"/>
          <p:cNvSpPr/>
          <p:nvPr/>
        </p:nvSpPr>
        <p:spPr>
          <a:xfrm flipH="1">
            <a:off x="8073338" y="-18458"/>
            <a:ext cx="1070660" cy="721006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" name="Google Shape;278;p2"/>
          <p:cNvSpPr/>
          <p:nvPr/>
        </p:nvSpPr>
        <p:spPr>
          <a:xfrm rot="10800000">
            <a:off x="7992893" y="4336946"/>
            <a:ext cx="1019126" cy="833170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" name="Google Shape;279;p2"/>
          <p:cNvSpPr/>
          <p:nvPr/>
        </p:nvSpPr>
        <p:spPr>
          <a:xfrm rot="10800000" flipH="1">
            <a:off x="8259936" y="4297541"/>
            <a:ext cx="884054" cy="872575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477" name="Google Shape;477;p4"/>
          <p:cNvSpPr txBox="1">
            <a:spLocks noGrp="1"/>
          </p:cNvSpPr>
          <p:nvPr>
            <p:ph type="body" idx="1"/>
          </p:nvPr>
        </p:nvSpPr>
        <p:spPr>
          <a:xfrm>
            <a:off x="713225" y="1243375"/>
            <a:ext cx="7717500" cy="336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Livvic"/>
              <a:buAutoNum type="arabicPeriod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grpSp>
        <p:nvGrpSpPr>
          <p:cNvPr id="478" name="Google Shape;478;p4"/>
          <p:cNvGrpSpPr/>
          <p:nvPr/>
        </p:nvGrpSpPr>
        <p:grpSpPr>
          <a:xfrm flipH="1">
            <a:off x="114086" y="0"/>
            <a:ext cx="1198286" cy="501563"/>
            <a:chOff x="6713654" y="1083027"/>
            <a:chExt cx="1198286" cy="501563"/>
          </a:xfrm>
        </p:grpSpPr>
        <p:sp>
          <p:nvSpPr>
            <p:cNvPr id="479" name="Google Shape;479;p4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4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4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4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4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4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4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4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4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4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4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4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4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4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4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4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4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4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4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4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4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4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4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4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4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4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4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4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4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4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4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4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4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4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4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4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4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4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4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4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4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4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4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4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4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4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4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4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4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4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4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4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4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4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4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4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4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4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4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4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4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4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4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4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4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4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4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4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4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4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4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4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4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4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4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4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4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4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4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4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4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4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4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4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4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4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4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4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4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4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4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4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4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4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4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4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4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4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4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4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4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4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4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4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9" name="Google Shape;659;p4"/>
          <p:cNvSpPr/>
          <p:nvPr/>
        </p:nvSpPr>
        <p:spPr>
          <a:xfrm rot="-5400000" flipH="1">
            <a:off x="-213826" y="213815"/>
            <a:ext cx="1268297" cy="840668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0" name="Google Shape;660;p4"/>
          <p:cNvSpPr/>
          <p:nvPr/>
        </p:nvSpPr>
        <p:spPr>
          <a:xfrm rot="10800000">
            <a:off x="8028145" y="0"/>
            <a:ext cx="1115866" cy="1189742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rgbClr val="69B0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1" name="Google Shape;661;p4"/>
          <p:cNvSpPr/>
          <p:nvPr/>
        </p:nvSpPr>
        <p:spPr>
          <a:xfrm>
            <a:off x="-2" y="0"/>
            <a:ext cx="1084183" cy="799753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2" name="Google Shape;662;p4"/>
          <p:cNvSpPr/>
          <p:nvPr/>
        </p:nvSpPr>
        <p:spPr>
          <a:xfrm flipH="1">
            <a:off x="8043991" y="0"/>
            <a:ext cx="1084180" cy="733951"/>
          </a:xfrm>
          <a:custGeom>
            <a:avLst/>
            <a:gdLst/>
            <a:ahLst/>
            <a:cxnLst/>
            <a:rect l="l" t="t" r="r" b="b"/>
            <a:pathLst>
              <a:path w="10262" h="6947" extrusionOk="0">
                <a:moveTo>
                  <a:pt x="1" y="1"/>
                </a:moveTo>
                <a:lnTo>
                  <a:pt x="1" y="6417"/>
                </a:lnTo>
                <a:cubicBezTo>
                  <a:pt x="628" y="6763"/>
                  <a:pt x="1349" y="6947"/>
                  <a:pt x="1998" y="6947"/>
                </a:cubicBezTo>
                <a:cubicBezTo>
                  <a:pt x="3145" y="6947"/>
                  <a:pt x="4065" y="6373"/>
                  <a:pt x="3837" y="5101"/>
                </a:cubicBezTo>
                <a:cubicBezTo>
                  <a:pt x="3505" y="3239"/>
                  <a:pt x="3374" y="2151"/>
                  <a:pt x="4767" y="2151"/>
                </a:cubicBezTo>
                <a:cubicBezTo>
                  <a:pt x="4864" y="2151"/>
                  <a:pt x="4968" y="2156"/>
                  <a:pt x="5080" y="2167"/>
                </a:cubicBezTo>
                <a:cubicBezTo>
                  <a:pt x="6145" y="2267"/>
                  <a:pt x="7113" y="3315"/>
                  <a:pt x="8049" y="3315"/>
                </a:cubicBezTo>
                <a:cubicBezTo>
                  <a:pt x="8375" y="3315"/>
                  <a:pt x="8697" y="3188"/>
                  <a:pt x="9018" y="2850"/>
                </a:cubicBezTo>
                <a:cubicBezTo>
                  <a:pt x="10262" y="1540"/>
                  <a:pt x="9373" y="1"/>
                  <a:pt x="9373" y="1"/>
                </a:cubicBezTo>
                <a:close/>
              </a:path>
            </a:pathLst>
          </a:custGeom>
          <a:solidFill>
            <a:srgbClr val="D5815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3" name="Google Shape;913;p7"/>
          <p:cNvGrpSpPr/>
          <p:nvPr/>
        </p:nvGrpSpPr>
        <p:grpSpPr>
          <a:xfrm>
            <a:off x="-12" y="7071"/>
            <a:ext cx="1002550" cy="906555"/>
            <a:chOff x="38279" y="100616"/>
            <a:chExt cx="650204" cy="563183"/>
          </a:xfrm>
        </p:grpSpPr>
        <p:sp>
          <p:nvSpPr>
            <p:cNvPr id="914" name="Google Shape;914;p7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7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7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7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7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7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7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7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7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7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7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7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7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7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7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7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7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7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7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7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7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7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7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7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7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7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7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7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7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7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7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7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7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7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7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7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7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7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7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7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7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7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7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7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7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7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5" name="Google Shape;1175;p7"/>
          <p:cNvSpPr txBox="1">
            <a:spLocks noGrp="1"/>
          </p:cNvSpPr>
          <p:nvPr>
            <p:ph type="subTitle" idx="1"/>
          </p:nvPr>
        </p:nvSpPr>
        <p:spPr>
          <a:xfrm>
            <a:off x="713225" y="2483800"/>
            <a:ext cx="2940000" cy="174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lvl="1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lvl="2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lvl="3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lvl="4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lvl="5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lvl="6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lvl="7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lvl="8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76" name="Google Shape;1176;p7"/>
          <p:cNvSpPr txBox="1">
            <a:spLocks noGrp="1"/>
          </p:cNvSpPr>
          <p:nvPr>
            <p:ph type="title"/>
          </p:nvPr>
        </p:nvSpPr>
        <p:spPr>
          <a:xfrm>
            <a:off x="713225" y="1071200"/>
            <a:ext cx="2940000" cy="12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177" name="Google Shape;1177;p7"/>
          <p:cNvSpPr/>
          <p:nvPr/>
        </p:nvSpPr>
        <p:spPr>
          <a:xfrm>
            <a:off x="5" y="4332824"/>
            <a:ext cx="1199176" cy="811772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rgbClr val="F4D5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8" name="Google Shape;1178;p7"/>
          <p:cNvSpPr/>
          <p:nvPr/>
        </p:nvSpPr>
        <p:spPr>
          <a:xfrm>
            <a:off x="-4" y="6"/>
            <a:ext cx="872583" cy="578402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rgbClr val="D5815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9" name="Google Shape;1179;p7"/>
          <p:cNvSpPr/>
          <p:nvPr/>
        </p:nvSpPr>
        <p:spPr>
          <a:xfrm rot="10800000" flipH="1">
            <a:off x="2" y="4224816"/>
            <a:ext cx="1275280" cy="918684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673428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4F2EA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Rajdhani"/>
              <a:buNone/>
              <a:defRPr sz="4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lvl="1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lvl="2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lvl="3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lvl="4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lvl="5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lvl="6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lvl="7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lvl="8" indent="-3302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3" r:id="rId3"/>
    <p:sldLayoutId id="2147483675" r:id="rId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ciertmu.com/international-exchange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ed.hku.hk/en/teaching-andlearning/elective-attachment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s://rwjms.rutgers.edu/global_health/aboutthe-office/overview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0" name="Google Shape;7080;p29"/>
          <p:cNvSpPr txBox="1">
            <a:spLocks noGrp="1"/>
          </p:cNvSpPr>
          <p:nvPr>
            <p:ph type="ctrTitle"/>
          </p:nvPr>
        </p:nvSpPr>
        <p:spPr>
          <a:xfrm>
            <a:off x="1088571" y="2828648"/>
            <a:ext cx="6934200" cy="11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-US" altLang="zh-TW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  <a:sym typeface="Nunito Sans"/>
              </a:rPr>
              <a:t>2027</a:t>
            </a:r>
            <a:r>
              <a:rPr lang="zh-TW" altLang="en-US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  <a:sym typeface="Nunito Sans"/>
              </a:rPr>
              <a:t>醫學生國外姊妹校醫學院</a:t>
            </a:r>
            <a:br>
              <a:rPr lang="en-US" altLang="zh-TW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  <a:sym typeface="Nunito Sans"/>
              </a:rPr>
            </a:br>
            <a:r>
              <a:rPr lang="zh-TW" altLang="en-US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  <a:sym typeface="Nunito Sans"/>
              </a:rPr>
              <a:t>訓練甄選說明會</a:t>
            </a:r>
            <a:br>
              <a:rPr lang="zh-TW" altLang="en-US" sz="1000" dirty="0"/>
            </a:br>
            <a:endParaRPr sz="1000" b="0" dirty="0">
              <a:solidFill>
                <a:srgbClr val="000938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Rajdhani SemiBold"/>
              <a:sym typeface="Rajdhani SemiBold"/>
            </a:endParaRPr>
          </a:p>
        </p:txBody>
      </p:sp>
      <p:sp>
        <p:nvSpPr>
          <p:cNvPr id="7081" name="Google Shape;7081;p29"/>
          <p:cNvSpPr txBox="1">
            <a:spLocks noGrp="1"/>
          </p:cNvSpPr>
          <p:nvPr>
            <p:ph type="subTitle" idx="1"/>
          </p:nvPr>
        </p:nvSpPr>
        <p:spPr>
          <a:xfrm>
            <a:off x="2303121" y="4275674"/>
            <a:ext cx="5274472" cy="4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en-US" altLang="zh-TW" sz="2400" b="1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2026.09.09</a:t>
            </a:r>
          </a:p>
          <a:p>
            <a:pPr algn="ctr"/>
            <a:r>
              <a:rPr lang="zh-TW" altLang="en-US" sz="2400" b="1" dirty="0">
                <a:solidFill>
                  <a:srgbClr val="00206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報告人：國際事務處 高佳麟 國際長</a:t>
            </a:r>
            <a:endParaRPr lang="en-US" altLang="zh-TW" sz="2400" b="1" dirty="0">
              <a:solidFill>
                <a:srgbClr val="00206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</p:txBody>
      </p:sp>
      <p:grpSp>
        <p:nvGrpSpPr>
          <p:cNvPr id="7082" name="Google Shape;7082;p29"/>
          <p:cNvGrpSpPr/>
          <p:nvPr/>
        </p:nvGrpSpPr>
        <p:grpSpPr>
          <a:xfrm>
            <a:off x="3544871" y="1505397"/>
            <a:ext cx="1001021" cy="1258046"/>
            <a:chOff x="6315900" y="3686425"/>
            <a:chExt cx="601286" cy="691652"/>
          </a:xfrm>
        </p:grpSpPr>
        <p:grpSp>
          <p:nvGrpSpPr>
            <p:cNvPr id="7083" name="Google Shape;7083;p29"/>
            <p:cNvGrpSpPr/>
            <p:nvPr/>
          </p:nvGrpSpPr>
          <p:grpSpPr>
            <a:xfrm>
              <a:off x="6616538" y="3894164"/>
              <a:ext cx="299938" cy="483371"/>
              <a:chOff x="6616538" y="3894164"/>
              <a:chExt cx="299938" cy="483371"/>
            </a:xfrm>
          </p:grpSpPr>
          <p:sp>
            <p:nvSpPr>
              <p:cNvPr id="7084" name="Google Shape;7084;p29"/>
              <p:cNvSpPr/>
              <p:nvPr/>
            </p:nvSpPr>
            <p:spPr>
              <a:xfrm>
                <a:off x="6625494" y="4274514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07" y="1"/>
                    </a:moveTo>
                    <a:cubicBezTo>
                      <a:pt x="44" y="1"/>
                      <a:pt x="4" y="53"/>
                      <a:pt x="1" y="123"/>
                    </a:cubicBezTo>
                    <a:cubicBezTo>
                      <a:pt x="1" y="197"/>
                      <a:pt x="43" y="253"/>
                      <a:pt x="109" y="253"/>
                    </a:cubicBezTo>
                    <a:cubicBezTo>
                      <a:pt x="116" y="253"/>
                      <a:pt x="122" y="252"/>
                      <a:pt x="129" y="251"/>
                    </a:cubicBezTo>
                    <a:cubicBezTo>
                      <a:pt x="180" y="245"/>
                      <a:pt x="227" y="192"/>
                      <a:pt x="277" y="157"/>
                    </a:cubicBezTo>
                    <a:cubicBezTo>
                      <a:pt x="277" y="138"/>
                      <a:pt x="277" y="120"/>
                      <a:pt x="277" y="98"/>
                    </a:cubicBezTo>
                    <a:cubicBezTo>
                      <a:pt x="230" y="66"/>
                      <a:pt x="186" y="13"/>
                      <a:pt x="133" y="4"/>
                    </a:cubicBezTo>
                    <a:cubicBezTo>
                      <a:pt x="124" y="2"/>
                      <a:pt x="115" y="1"/>
                      <a:pt x="10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85" name="Google Shape;7085;p29"/>
              <p:cNvSpPr/>
              <p:nvPr/>
            </p:nvSpPr>
            <p:spPr>
              <a:xfrm>
                <a:off x="6621266" y="4223803"/>
                <a:ext cx="88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56" extrusionOk="0">
                    <a:moveTo>
                      <a:pt x="144" y="0"/>
                    </a:moveTo>
                    <a:cubicBezTo>
                      <a:pt x="62" y="0"/>
                      <a:pt x="12" y="35"/>
                      <a:pt x="6" y="119"/>
                    </a:cubicBezTo>
                    <a:cubicBezTo>
                      <a:pt x="1" y="209"/>
                      <a:pt x="68" y="255"/>
                      <a:pt x="135" y="255"/>
                    </a:cubicBezTo>
                    <a:cubicBezTo>
                      <a:pt x="198" y="255"/>
                      <a:pt x="260" y="215"/>
                      <a:pt x="263" y="132"/>
                    </a:cubicBezTo>
                    <a:cubicBezTo>
                      <a:pt x="266" y="57"/>
                      <a:pt x="231" y="0"/>
                      <a:pt x="14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86" name="Google Shape;7086;p29"/>
              <p:cNvSpPr/>
              <p:nvPr/>
            </p:nvSpPr>
            <p:spPr>
              <a:xfrm>
                <a:off x="6637315" y="4219009"/>
                <a:ext cx="8791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3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87" name="Google Shape;7087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88" name="Google Shape;7088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89" name="Google Shape;7089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0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0" name="Google Shape;7090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1" name="Google Shape;7091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2" name="Google Shape;7092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5"/>
                      <a:pt x="4" y="125"/>
                    </a:cubicBezTo>
                    <a:cubicBezTo>
                      <a:pt x="1" y="202"/>
                      <a:pt x="57" y="263"/>
                      <a:pt x="130" y="263"/>
                    </a:cubicBezTo>
                    <a:cubicBezTo>
                      <a:pt x="132" y="263"/>
                      <a:pt x="134" y="263"/>
                      <a:pt x="135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3" name="Google Shape;7093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3"/>
                      <a:pt x="260" y="186"/>
                      <a:pt x="267" y="130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4" name="Google Shape;7094;p29"/>
              <p:cNvSpPr/>
              <p:nvPr/>
            </p:nvSpPr>
            <p:spPr>
              <a:xfrm>
                <a:off x="6633619" y="4298521"/>
                <a:ext cx="9357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3" extrusionOk="0">
                    <a:moveTo>
                      <a:pt x="123" y="0"/>
                    </a:moveTo>
                    <a:cubicBezTo>
                      <a:pt x="55" y="0"/>
                      <a:pt x="0" y="62"/>
                      <a:pt x="14" y="132"/>
                    </a:cubicBezTo>
                    <a:cubicBezTo>
                      <a:pt x="23" y="182"/>
                      <a:pt x="83" y="226"/>
                      <a:pt x="121" y="273"/>
                    </a:cubicBezTo>
                    <a:lnTo>
                      <a:pt x="177" y="273"/>
                    </a:lnTo>
                    <a:cubicBezTo>
                      <a:pt x="211" y="226"/>
                      <a:pt x="280" y="173"/>
                      <a:pt x="274" y="129"/>
                    </a:cubicBezTo>
                    <a:cubicBezTo>
                      <a:pt x="255" y="69"/>
                      <a:pt x="208" y="22"/>
                      <a:pt x="149" y="3"/>
                    </a:cubicBezTo>
                    <a:cubicBezTo>
                      <a:pt x="140" y="1"/>
                      <a:pt x="131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5" name="Google Shape;7095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6" name="Google Shape;7096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7" name="Google Shape;7097;p29"/>
              <p:cNvSpPr/>
              <p:nvPr/>
            </p:nvSpPr>
            <p:spPr>
              <a:xfrm>
                <a:off x="6624262" y="4180984"/>
                <a:ext cx="108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6" extrusionOk="0">
                    <a:moveTo>
                      <a:pt x="149" y="1"/>
                    </a:moveTo>
                    <a:cubicBezTo>
                      <a:pt x="146" y="1"/>
                      <a:pt x="144" y="1"/>
                      <a:pt x="141" y="2"/>
                    </a:cubicBezTo>
                    <a:cubicBezTo>
                      <a:pt x="88" y="8"/>
                      <a:pt x="47" y="83"/>
                      <a:pt x="0" y="130"/>
                    </a:cubicBezTo>
                    <a:cubicBezTo>
                      <a:pt x="44" y="174"/>
                      <a:pt x="88" y="255"/>
                      <a:pt x="132" y="255"/>
                    </a:cubicBezTo>
                    <a:cubicBezTo>
                      <a:pt x="185" y="255"/>
                      <a:pt x="239" y="190"/>
                      <a:pt x="326" y="127"/>
                    </a:cubicBezTo>
                    <a:cubicBezTo>
                      <a:pt x="247" y="71"/>
                      <a:pt x="192" y="1"/>
                      <a:pt x="14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8" name="Google Shape;7098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3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099" name="Google Shape;7099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0" name="Google Shape;7100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1" name="Google Shape;7101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2" name="Google Shape;7102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10" y="256"/>
                    </a:cubicBezTo>
                    <a:cubicBezTo>
                      <a:pt x="117" y="256"/>
                      <a:pt x="124" y="256"/>
                      <a:pt x="132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3" name="Google Shape;7103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4" name="Google Shape;7104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4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47"/>
                    </a:cubicBezTo>
                    <a:cubicBezTo>
                      <a:pt x="298" y="153"/>
                      <a:pt x="314" y="65"/>
                      <a:pt x="217" y="18"/>
                    </a:cubicBezTo>
                    <a:cubicBezTo>
                      <a:pt x="197" y="6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5" name="Google Shape;7105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6" name="Google Shape;7106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1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7" name="Google Shape;7107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8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8" name="Google Shape;7108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09" name="Google Shape;7109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0" name="Google Shape;7110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1" name="Google Shape;7111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2" name="Google Shape;7112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3" name="Google Shape;7113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4" name="Google Shape;7114;p29"/>
              <p:cNvSpPr/>
              <p:nvPr/>
            </p:nvSpPr>
            <p:spPr>
              <a:xfrm>
                <a:off x="6700213" y="4191072"/>
                <a:ext cx="13386" cy="17914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38" extrusionOk="0">
                    <a:moveTo>
                      <a:pt x="189" y="250"/>
                    </a:moveTo>
                    <a:lnTo>
                      <a:pt x="192" y="253"/>
                    </a:lnTo>
                    <a:cubicBezTo>
                      <a:pt x="192" y="253"/>
                      <a:pt x="192" y="253"/>
                      <a:pt x="192" y="250"/>
                    </a:cubicBezTo>
                    <a:close/>
                    <a:moveTo>
                      <a:pt x="257" y="1"/>
                    </a:moveTo>
                    <a:cubicBezTo>
                      <a:pt x="200" y="1"/>
                      <a:pt x="151" y="45"/>
                      <a:pt x="148" y="103"/>
                    </a:cubicBezTo>
                    <a:cubicBezTo>
                      <a:pt x="142" y="150"/>
                      <a:pt x="173" y="200"/>
                      <a:pt x="192" y="250"/>
                    </a:cubicBezTo>
                    <a:cubicBezTo>
                      <a:pt x="215" y="252"/>
                      <a:pt x="240" y="261"/>
                      <a:pt x="261" y="261"/>
                    </a:cubicBezTo>
                    <a:cubicBezTo>
                      <a:pt x="269" y="261"/>
                      <a:pt x="277" y="260"/>
                      <a:pt x="283" y="256"/>
                    </a:cubicBezTo>
                    <a:cubicBezTo>
                      <a:pt x="330" y="225"/>
                      <a:pt x="399" y="181"/>
                      <a:pt x="402" y="140"/>
                    </a:cubicBezTo>
                    <a:cubicBezTo>
                      <a:pt x="402" y="97"/>
                      <a:pt x="346" y="28"/>
                      <a:pt x="298" y="9"/>
                    </a:cubicBezTo>
                    <a:cubicBezTo>
                      <a:pt x="285" y="3"/>
                      <a:pt x="270" y="1"/>
                      <a:pt x="257" y="1"/>
                    </a:cubicBezTo>
                    <a:close/>
                    <a:moveTo>
                      <a:pt x="192" y="253"/>
                    </a:moveTo>
                    <a:cubicBezTo>
                      <a:pt x="161" y="259"/>
                      <a:pt x="129" y="266"/>
                      <a:pt x="101" y="278"/>
                    </a:cubicBezTo>
                    <a:cubicBezTo>
                      <a:pt x="23" y="325"/>
                      <a:pt x="1" y="397"/>
                      <a:pt x="51" y="473"/>
                    </a:cubicBezTo>
                    <a:cubicBezTo>
                      <a:pt x="70" y="515"/>
                      <a:pt x="111" y="537"/>
                      <a:pt x="152" y="537"/>
                    </a:cubicBezTo>
                    <a:cubicBezTo>
                      <a:pt x="178" y="537"/>
                      <a:pt x="205" y="528"/>
                      <a:pt x="226" y="510"/>
                    </a:cubicBezTo>
                    <a:cubicBezTo>
                      <a:pt x="302" y="457"/>
                      <a:pt x="295" y="385"/>
                      <a:pt x="258" y="316"/>
                    </a:cubicBezTo>
                    <a:cubicBezTo>
                      <a:pt x="239" y="294"/>
                      <a:pt x="217" y="272"/>
                      <a:pt x="192" y="253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5" name="Google Shape;7115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6" name="Google Shape;7116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7" name="Google Shape;7117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8" name="Google Shape;7118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19" name="Google Shape;7119;p29"/>
              <p:cNvSpPr/>
              <p:nvPr/>
            </p:nvSpPr>
            <p:spPr>
              <a:xfrm>
                <a:off x="6705906" y="4133868"/>
                <a:ext cx="91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0" extrusionOk="0">
                    <a:moveTo>
                      <a:pt x="106" y="0"/>
                    </a:moveTo>
                    <a:cubicBezTo>
                      <a:pt x="71" y="53"/>
                      <a:pt x="18" y="100"/>
                      <a:pt x="12" y="157"/>
                    </a:cubicBezTo>
                    <a:cubicBezTo>
                      <a:pt x="0" y="229"/>
                      <a:pt x="54" y="290"/>
                      <a:pt x="124" y="290"/>
                    </a:cubicBezTo>
                    <a:cubicBezTo>
                      <a:pt x="130" y="290"/>
                      <a:pt x="137" y="289"/>
                      <a:pt x="143" y="288"/>
                    </a:cubicBezTo>
                    <a:cubicBezTo>
                      <a:pt x="145" y="288"/>
                      <a:pt x="146" y="288"/>
                      <a:pt x="148" y="288"/>
                    </a:cubicBezTo>
                    <a:cubicBezTo>
                      <a:pt x="221" y="288"/>
                      <a:pt x="274" y="221"/>
                      <a:pt x="259" y="150"/>
                    </a:cubicBezTo>
                    <a:cubicBezTo>
                      <a:pt x="247" y="94"/>
                      <a:pt x="193" y="50"/>
                      <a:pt x="15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0" name="Google Shape;7120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1" name="Google Shape;7121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2" name="Google Shape;7122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3" name="Google Shape;7123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4" name="Google Shape;7124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3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5" name="Google Shape;7125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6" name="Google Shape;7126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7" name="Google Shape;7127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8" name="Google Shape;7128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38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29" name="Google Shape;7129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3" y="0"/>
                      <a:pt x="9" y="59"/>
                      <a:pt x="3" y="126"/>
                    </a:cubicBezTo>
                    <a:cubicBezTo>
                      <a:pt x="0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0" name="Google Shape;7130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1" name="Google Shape;7131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2" name="Google Shape;7132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3" name="Google Shape;7133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8"/>
                      <a:pt x="4" y="102"/>
                    </a:cubicBezTo>
                    <a:cubicBezTo>
                      <a:pt x="0" y="118"/>
                      <a:pt x="0" y="137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4" name="Google Shape;7134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5" name="Google Shape;7135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6" name="Google Shape;7136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7" name="Google Shape;7137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8" name="Google Shape;7138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39" name="Google Shape;7139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38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0" name="Google Shape;7140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1"/>
                      <a:pt x="53" y="262"/>
                      <a:pt x="127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1" name="Google Shape;7141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82" y="229"/>
                      <a:pt x="116" y="276"/>
                    </a:cubicBezTo>
                    <a:lnTo>
                      <a:pt x="172" y="276"/>
                    </a:lnTo>
                    <a:cubicBezTo>
                      <a:pt x="207" y="226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2" name="Google Shape;7142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3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3" name="Google Shape;7143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38" y="255"/>
                      <a:pt x="103" y="255"/>
                    </a:cubicBezTo>
                    <a:cubicBezTo>
                      <a:pt x="112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76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4" name="Google Shape;7144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5" name="Google Shape;7145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6" name="Google Shape;7146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7" name="Google Shape;7147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8" name="Google Shape;7148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49" name="Google Shape;7149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0" name="Google Shape;7150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1" name="Google Shape;7151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9" y="0"/>
                      <a:pt x="49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2" name="Google Shape;7152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3" name="Google Shape;7153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4" name="Google Shape;7154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5" name="Google Shape;7155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6" name="Google Shape;7156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7" name="Google Shape;7157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8" name="Google Shape;7158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59" name="Google Shape;7159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0" name="Google Shape;7160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1" name="Google Shape;7161;p29"/>
              <p:cNvSpPr/>
              <p:nvPr/>
            </p:nvSpPr>
            <p:spPr>
              <a:xfrm>
                <a:off x="6822712" y="4176988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1" y="257"/>
                      <a:pt x="165" y="257"/>
                      <a:pt x="168" y="257"/>
                    </a:cubicBezTo>
                    <a:cubicBezTo>
                      <a:pt x="238" y="257"/>
                      <a:pt x="292" y="196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2" name="Google Shape;7162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3" name="Google Shape;7163;p29"/>
              <p:cNvSpPr/>
              <p:nvPr/>
            </p:nvSpPr>
            <p:spPr>
              <a:xfrm>
                <a:off x="6806563" y="4120983"/>
                <a:ext cx="98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2" extrusionOk="0">
                    <a:moveTo>
                      <a:pt x="174" y="1"/>
                    </a:moveTo>
                    <a:cubicBezTo>
                      <a:pt x="170" y="1"/>
                      <a:pt x="165" y="1"/>
                      <a:pt x="160" y="2"/>
                    </a:cubicBezTo>
                    <a:cubicBezTo>
                      <a:pt x="104" y="5"/>
                      <a:pt x="57" y="61"/>
                      <a:pt x="3" y="92"/>
                    </a:cubicBezTo>
                    <a:cubicBezTo>
                      <a:pt x="3" y="114"/>
                      <a:pt x="3" y="133"/>
                      <a:pt x="0" y="152"/>
                    </a:cubicBezTo>
                    <a:cubicBezTo>
                      <a:pt x="50" y="183"/>
                      <a:pt x="97" y="237"/>
                      <a:pt x="151" y="249"/>
                    </a:cubicBezTo>
                    <a:cubicBezTo>
                      <a:pt x="160" y="251"/>
                      <a:pt x="169" y="252"/>
                      <a:pt x="177" y="252"/>
                    </a:cubicBezTo>
                    <a:cubicBezTo>
                      <a:pt x="241" y="252"/>
                      <a:pt x="283" y="202"/>
                      <a:pt x="285" y="130"/>
                    </a:cubicBezTo>
                    <a:cubicBezTo>
                      <a:pt x="294" y="60"/>
                      <a:pt x="240" y="1"/>
                      <a:pt x="17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4" name="Google Shape;7164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5" name="Google Shape;7165;p29"/>
              <p:cNvSpPr/>
              <p:nvPr/>
            </p:nvSpPr>
            <p:spPr>
              <a:xfrm>
                <a:off x="6810225" y="4134568"/>
                <a:ext cx="10555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3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1"/>
                      <a:pt x="45" y="263"/>
                      <a:pt x="115" y="263"/>
                    </a:cubicBezTo>
                    <a:cubicBezTo>
                      <a:pt x="121" y="263"/>
                      <a:pt x="128" y="262"/>
                      <a:pt x="135" y="261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6" name="Google Shape;7166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7" name="Google Shape;7167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2" y="258"/>
                      <a:pt x="121" y="258"/>
                    </a:cubicBezTo>
                    <a:cubicBezTo>
                      <a:pt x="125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8" name="Google Shape;7168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69" name="Google Shape;7169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2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0" name="Google Shape;7170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1" name="Google Shape;7171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2" name="Google Shape;7172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3" name="Google Shape;7173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4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4" name="Google Shape;7174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6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5" name="Google Shape;7175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6" name="Google Shape;7176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7" name="Google Shape;7177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8" name="Google Shape;7178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79" name="Google Shape;7179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0" name="Google Shape;7180;p29"/>
              <p:cNvSpPr/>
              <p:nvPr/>
            </p:nvSpPr>
            <p:spPr>
              <a:xfrm>
                <a:off x="6769237" y="4200828"/>
                <a:ext cx="86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9" extrusionOk="0">
                    <a:moveTo>
                      <a:pt x="131" y="1"/>
                    </a:moveTo>
                    <a:cubicBezTo>
                      <a:pt x="66" y="1"/>
                      <a:pt x="1" y="45"/>
                      <a:pt x="2" y="133"/>
                    </a:cubicBezTo>
                    <a:cubicBezTo>
                      <a:pt x="5" y="206"/>
                      <a:pt x="41" y="258"/>
                      <a:pt x="124" y="258"/>
                    </a:cubicBezTo>
                    <a:cubicBezTo>
                      <a:pt x="126" y="258"/>
                      <a:pt x="128" y="258"/>
                      <a:pt x="131" y="258"/>
                    </a:cubicBezTo>
                    <a:cubicBezTo>
                      <a:pt x="135" y="258"/>
                      <a:pt x="140" y="258"/>
                      <a:pt x="144" y="258"/>
                    </a:cubicBezTo>
                    <a:cubicBezTo>
                      <a:pt x="225" y="258"/>
                      <a:pt x="259" y="204"/>
                      <a:pt x="259" y="133"/>
                    </a:cubicBezTo>
                    <a:cubicBezTo>
                      <a:pt x="261" y="45"/>
                      <a:pt x="196" y="1"/>
                      <a:pt x="13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1" name="Google Shape;7181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2" name="Google Shape;7182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3" name="Google Shape;7183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3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4" name="Google Shape;7184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5" name="Google Shape;7185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4" y="1"/>
                    </a:moveTo>
                    <a:cubicBezTo>
                      <a:pt x="55" y="1"/>
                      <a:pt x="0" y="36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5" y="1"/>
                      <a:pt x="11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6" name="Google Shape;7186;p29"/>
              <p:cNvSpPr/>
              <p:nvPr/>
            </p:nvSpPr>
            <p:spPr>
              <a:xfrm>
                <a:off x="6753488" y="4117986"/>
                <a:ext cx="9690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326" extrusionOk="0">
                    <a:moveTo>
                      <a:pt x="131" y="1"/>
                    </a:moveTo>
                    <a:cubicBezTo>
                      <a:pt x="74" y="85"/>
                      <a:pt x="18" y="135"/>
                      <a:pt x="12" y="192"/>
                    </a:cubicBezTo>
                    <a:cubicBezTo>
                      <a:pt x="0" y="264"/>
                      <a:pt x="57" y="325"/>
                      <a:pt x="127" y="325"/>
                    </a:cubicBezTo>
                    <a:cubicBezTo>
                      <a:pt x="133" y="325"/>
                      <a:pt x="140" y="325"/>
                      <a:pt x="146" y="324"/>
                    </a:cubicBezTo>
                    <a:cubicBezTo>
                      <a:pt x="222" y="314"/>
                      <a:pt x="290" y="261"/>
                      <a:pt x="269" y="176"/>
                    </a:cubicBezTo>
                    <a:cubicBezTo>
                      <a:pt x="253" y="123"/>
                      <a:pt x="193" y="79"/>
                      <a:pt x="13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7" name="Google Shape;7187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3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8" name="Google Shape;7188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89" name="Google Shape;7189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0" name="Google Shape;7190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22"/>
                    </a:cubicBezTo>
                    <a:cubicBezTo>
                      <a:pt x="4" y="215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1" name="Google Shape;7191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2" name="Google Shape;7192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3" name="Google Shape;7193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4" name="Google Shape;7194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5" name="Google Shape;7195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6" name="Google Shape;7196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7" name="Google Shape;7197;p29"/>
              <p:cNvSpPr/>
              <p:nvPr/>
            </p:nvSpPr>
            <p:spPr>
              <a:xfrm>
                <a:off x="6797906" y="4060349"/>
                <a:ext cx="91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2" extrusionOk="0">
                    <a:moveTo>
                      <a:pt x="168" y="0"/>
                    </a:moveTo>
                    <a:cubicBezTo>
                      <a:pt x="161" y="0"/>
                      <a:pt x="154" y="1"/>
                      <a:pt x="147" y="2"/>
                    </a:cubicBezTo>
                    <a:cubicBezTo>
                      <a:pt x="94" y="11"/>
                      <a:pt x="47" y="65"/>
                      <a:pt x="0" y="102"/>
                    </a:cubicBezTo>
                    <a:cubicBezTo>
                      <a:pt x="0" y="121"/>
                      <a:pt x="0" y="140"/>
                      <a:pt x="0" y="159"/>
                    </a:cubicBezTo>
                    <a:cubicBezTo>
                      <a:pt x="50" y="190"/>
                      <a:pt x="97" y="240"/>
                      <a:pt x="150" y="249"/>
                    </a:cubicBezTo>
                    <a:cubicBezTo>
                      <a:pt x="159" y="251"/>
                      <a:pt x="167" y="252"/>
                      <a:pt x="175" y="252"/>
                    </a:cubicBezTo>
                    <a:cubicBezTo>
                      <a:pt x="238" y="252"/>
                      <a:pt x="276" y="197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8" name="Google Shape;7198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199" name="Google Shape;7199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0" name="Google Shape;7200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1" name="Google Shape;7201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61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2" name="Google Shape;7202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3" name="Google Shape;7203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4" name="Google Shape;7204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5" name="Google Shape;7205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6" name="Google Shape;7206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7" name="Google Shape;7207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3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8" name="Google Shape;7208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09" name="Google Shape;7209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0" name="Google Shape;7210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4" y="51"/>
                      <a:pt x="4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6"/>
                      <a:pt x="232" y="199"/>
                      <a:pt x="283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1" name="Google Shape;7211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2" name="Google Shape;7212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3" name="Google Shape;7213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70" y="0"/>
                    </a:moveTo>
                    <a:cubicBezTo>
                      <a:pt x="164" y="0"/>
                      <a:pt x="158" y="1"/>
                      <a:pt x="151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7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4" name="Google Shape;7214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5" name="Google Shape;7215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6" name="Google Shape;7216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7" name="Google Shape;7217;p29"/>
              <p:cNvSpPr/>
              <p:nvPr/>
            </p:nvSpPr>
            <p:spPr>
              <a:xfrm>
                <a:off x="6887840" y="4134967"/>
                <a:ext cx="9423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9" extrusionOk="0">
                    <a:moveTo>
                      <a:pt x="169" y="1"/>
                    </a:moveTo>
                    <a:cubicBezTo>
                      <a:pt x="164" y="1"/>
                      <a:pt x="159" y="1"/>
                      <a:pt x="154" y="2"/>
                    </a:cubicBezTo>
                    <a:cubicBezTo>
                      <a:pt x="101" y="11"/>
                      <a:pt x="54" y="67"/>
                      <a:pt x="4" y="99"/>
                    </a:cubicBezTo>
                    <a:lnTo>
                      <a:pt x="0" y="155"/>
                    </a:lnTo>
                    <a:cubicBezTo>
                      <a:pt x="51" y="190"/>
                      <a:pt x="94" y="246"/>
                      <a:pt x="151" y="255"/>
                    </a:cubicBezTo>
                    <a:cubicBezTo>
                      <a:pt x="160" y="258"/>
                      <a:pt x="169" y="259"/>
                      <a:pt x="178" y="259"/>
                    </a:cubicBezTo>
                    <a:cubicBezTo>
                      <a:pt x="242" y="259"/>
                      <a:pt x="277" y="200"/>
                      <a:pt x="279" y="133"/>
                    </a:cubicBezTo>
                    <a:cubicBezTo>
                      <a:pt x="282" y="60"/>
                      <a:pt x="239" y="1"/>
                      <a:pt x="16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8" name="Google Shape;7218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1" y="253"/>
                      <a:pt x="283" y="201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19" name="Google Shape;7219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0" name="Google Shape;7220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1" name="Google Shape;7221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2" name="Google Shape;7222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3" name="Google Shape;7223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4" name="Google Shape;7224;p29"/>
              <p:cNvSpPr/>
              <p:nvPr/>
            </p:nvSpPr>
            <p:spPr>
              <a:xfrm>
                <a:off x="6874688" y="4008239"/>
                <a:ext cx="10356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2" extrusionOk="0">
                    <a:moveTo>
                      <a:pt x="201" y="1"/>
                    </a:moveTo>
                    <a:cubicBezTo>
                      <a:pt x="193" y="1"/>
                      <a:pt x="185" y="1"/>
                      <a:pt x="176" y="3"/>
                    </a:cubicBezTo>
                    <a:cubicBezTo>
                      <a:pt x="123" y="12"/>
                      <a:pt x="79" y="72"/>
                      <a:pt x="1" y="135"/>
                    </a:cubicBezTo>
                    <a:cubicBezTo>
                      <a:pt x="82" y="194"/>
                      <a:pt x="126" y="254"/>
                      <a:pt x="179" y="260"/>
                    </a:cubicBezTo>
                    <a:cubicBezTo>
                      <a:pt x="186" y="261"/>
                      <a:pt x="192" y="262"/>
                      <a:pt x="199" y="262"/>
                    </a:cubicBezTo>
                    <a:cubicBezTo>
                      <a:pt x="271" y="262"/>
                      <a:pt x="311" y="197"/>
                      <a:pt x="308" y="122"/>
                    </a:cubicBezTo>
                    <a:cubicBezTo>
                      <a:pt x="308" y="55"/>
                      <a:pt x="265" y="1"/>
                      <a:pt x="20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5" name="Google Shape;7225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6" name="Google Shape;7226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7" name="Google Shape;7227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3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8" name="Google Shape;7228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29" name="Google Shape;7229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0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0" name="Google Shape;7230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1" name="Google Shape;7231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4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2" name="Google Shape;7232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9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3" name="Google Shape;7233;p29"/>
              <p:cNvSpPr/>
              <p:nvPr/>
            </p:nvSpPr>
            <p:spPr>
              <a:xfrm>
                <a:off x="6904555" y="4156677"/>
                <a:ext cx="96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2" extrusionOk="0">
                    <a:moveTo>
                      <a:pt x="123" y="0"/>
                    </a:moveTo>
                    <a:cubicBezTo>
                      <a:pt x="54" y="0"/>
                      <a:pt x="0" y="59"/>
                      <a:pt x="9" y="127"/>
                    </a:cubicBezTo>
                    <a:cubicBezTo>
                      <a:pt x="12" y="199"/>
                      <a:pt x="47" y="261"/>
                      <a:pt x="116" y="261"/>
                    </a:cubicBezTo>
                    <a:cubicBezTo>
                      <a:pt x="125" y="261"/>
                      <a:pt x="134" y="260"/>
                      <a:pt x="144" y="258"/>
                    </a:cubicBezTo>
                    <a:cubicBezTo>
                      <a:pt x="197" y="249"/>
                      <a:pt x="241" y="193"/>
                      <a:pt x="288" y="155"/>
                    </a:cubicBezTo>
                    <a:cubicBezTo>
                      <a:pt x="266" y="42"/>
                      <a:pt x="210" y="1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4" name="Google Shape;7234;p29"/>
              <p:cNvSpPr/>
              <p:nvPr/>
            </p:nvSpPr>
            <p:spPr>
              <a:xfrm>
                <a:off x="6902325" y="4175789"/>
                <a:ext cx="11021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30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5" name="Google Shape;7235;p29"/>
              <p:cNvSpPr/>
              <p:nvPr/>
            </p:nvSpPr>
            <p:spPr>
              <a:xfrm>
                <a:off x="6895565" y="4197399"/>
                <a:ext cx="93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2" extrusionOk="0">
                    <a:moveTo>
                      <a:pt x="109" y="0"/>
                    </a:moveTo>
                    <a:cubicBezTo>
                      <a:pt x="46" y="0"/>
                      <a:pt x="9" y="60"/>
                      <a:pt x="3" y="126"/>
                    </a:cubicBezTo>
                    <a:cubicBezTo>
                      <a:pt x="0" y="199"/>
                      <a:pt x="41" y="262"/>
                      <a:pt x="111" y="262"/>
                    </a:cubicBezTo>
                    <a:cubicBezTo>
                      <a:pt x="116" y="262"/>
                      <a:pt x="121" y="261"/>
                      <a:pt x="126" y="261"/>
                    </a:cubicBezTo>
                    <a:cubicBezTo>
                      <a:pt x="179" y="254"/>
                      <a:pt x="229" y="198"/>
                      <a:pt x="279" y="167"/>
                    </a:cubicBezTo>
                    <a:cubicBezTo>
                      <a:pt x="279" y="148"/>
                      <a:pt x="279" y="129"/>
                      <a:pt x="279" y="110"/>
                    </a:cubicBezTo>
                    <a:cubicBezTo>
                      <a:pt x="232" y="73"/>
                      <a:pt x="188" y="13"/>
                      <a:pt x="135" y="4"/>
                    </a:cubicBezTo>
                    <a:cubicBezTo>
                      <a:pt x="126" y="1"/>
                      <a:pt x="117" y="0"/>
                      <a:pt x="10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6" name="Google Shape;7236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7" name="Google Shape;7237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8" name="Google Shape;7238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39" name="Google Shape;7239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0" name="Google Shape;7240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9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5" y="277"/>
                    </a:cubicBezTo>
                    <a:cubicBezTo>
                      <a:pt x="232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1" name="Google Shape;7241;p29"/>
              <p:cNvSpPr/>
              <p:nvPr/>
            </p:nvSpPr>
            <p:spPr>
              <a:xfrm>
                <a:off x="6863833" y="4184346"/>
                <a:ext cx="89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8" y="285"/>
                      <a:pt x="270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2" name="Google Shape;7242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3" name="Google Shape;7243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4" name="Google Shape;7244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7"/>
                      <a:pt x="1" y="148"/>
                    </a:cubicBezTo>
                    <a:cubicBezTo>
                      <a:pt x="48" y="182"/>
                      <a:pt x="92" y="242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7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5" name="Google Shape;7245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6" name="Google Shape;7246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2" y="201"/>
                      <a:pt x="282" y="127"/>
                    </a:cubicBezTo>
                    <a:cubicBezTo>
                      <a:pt x="285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7" name="Google Shape;7247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78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8" name="Google Shape;7248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49" name="Google Shape;7249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5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0" name="Google Shape;7250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1" name="Google Shape;7251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2" name="Google Shape;7252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3" name="Google Shape;7253;p29"/>
              <p:cNvSpPr/>
              <p:nvPr/>
            </p:nvSpPr>
            <p:spPr>
              <a:xfrm>
                <a:off x="6790713" y="4216245"/>
                <a:ext cx="9390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5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198"/>
                      <a:pt x="48" y="254"/>
                      <a:pt x="114" y="254"/>
                    </a:cubicBezTo>
                    <a:cubicBezTo>
                      <a:pt x="121" y="254"/>
                      <a:pt x="128" y="254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4" name="Google Shape;7254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5" name="Google Shape;7255;p29"/>
              <p:cNvSpPr/>
              <p:nvPr/>
            </p:nvSpPr>
            <p:spPr>
              <a:xfrm>
                <a:off x="6778194" y="4265258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37" y="0"/>
                    </a:moveTo>
                    <a:cubicBezTo>
                      <a:pt x="71" y="0"/>
                      <a:pt x="6" y="44"/>
                      <a:pt x="6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13" y="253"/>
                      <a:pt x="266" y="216"/>
                      <a:pt x="266" y="128"/>
                    </a:cubicBezTo>
                    <a:cubicBezTo>
                      <a:pt x="265" y="43"/>
                      <a:pt x="201" y="0"/>
                      <a:pt x="13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6" name="Google Shape;7256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7" name="Google Shape;7257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51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6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8" name="Google Shape;7258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59" name="Google Shape;7259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0" name="Google Shape;7260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1" name="Google Shape;7261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2" name="Google Shape;7262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3" name="Google Shape;7263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4" name="Google Shape;7264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5" name="Google Shape;7265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6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6" name="Google Shape;7266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57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7" name="Google Shape;7267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63" y="1"/>
                    </a:moveTo>
                    <a:lnTo>
                      <a:pt x="107" y="4"/>
                    </a:ln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51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8" name="Google Shape;7268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69" name="Google Shape;7269;p29"/>
              <p:cNvSpPr/>
              <p:nvPr/>
            </p:nvSpPr>
            <p:spPr>
              <a:xfrm>
                <a:off x="6698548" y="4271251"/>
                <a:ext cx="9124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2" extrusionOk="0">
                    <a:moveTo>
                      <a:pt x="128" y="1"/>
                    </a:moveTo>
                    <a:cubicBezTo>
                      <a:pt x="58" y="1"/>
                      <a:pt x="1" y="61"/>
                      <a:pt x="7" y="130"/>
                    </a:cubicBezTo>
                    <a:cubicBezTo>
                      <a:pt x="7" y="203"/>
                      <a:pt x="43" y="262"/>
                      <a:pt x="126" y="262"/>
                    </a:cubicBezTo>
                    <a:cubicBezTo>
                      <a:pt x="128" y="262"/>
                      <a:pt x="130" y="261"/>
                      <a:pt x="132" y="261"/>
                    </a:cubicBezTo>
                    <a:cubicBezTo>
                      <a:pt x="135" y="261"/>
                      <a:pt x="137" y="262"/>
                      <a:pt x="140" y="262"/>
                    </a:cubicBezTo>
                    <a:cubicBezTo>
                      <a:pt x="225" y="262"/>
                      <a:pt x="261" y="209"/>
                      <a:pt x="264" y="136"/>
                    </a:cubicBezTo>
                    <a:cubicBezTo>
                      <a:pt x="273" y="63"/>
                      <a:pt x="217" y="1"/>
                      <a:pt x="144" y="1"/>
                    </a:cubicBezTo>
                    <a:cubicBezTo>
                      <a:pt x="142" y="1"/>
                      <a:pt x="140" y="1"/>
                      <a:pt x="139" y="1"/>
                    </a:cubicBezTo>
                    <a:cubicBezTo>
                      <a:pt x="135" y="1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0" name="Google Shape;7270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1" name="Google Shape;7271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2" name="Google Shape;7272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3" name="Google Shape;7273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4" name="Google Shape;7274;p29"/>
              <p:cNvSpPr/>
              <p:nvPr/>
            </p:nvSpPr>
            <p:spPr>
              <a:xfrm>
                <a:off x="6683631" y="4319865"/>
                <a:ext cx="87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2" extrusionOk="0">
                    <a:moveTo>
                      <a:pt x="121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4" y="46"/>
                      <a:pt x="217" y="2"/>
                      <a:pt x="135" y="2"/>
                    </a:cubicBezTo>
                    <a:cubicBezTo>
                      <a:pt x="130" y="1"/>
                      <a:pt x="126" y="1"/>
                      <a:pt x="12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5" name="Google Shape;7275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6" name="Google Shape;7276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7" name="Google Shape;7277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8" name="Google Shape;7278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7" y="167"/>
                      <a:pt x="310" y="167"/>
                    </a:cubicBezTo>
                    <a:cubicBezTo>
                      <a:pt x="300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79" name="Google Shape;7279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3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0" name="Google Shape;7280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1" name="Google Shape;7281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2" name="Google Shape;7282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3" name="Google Shape;7283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29" y="0"/>
                    </a:moveTo>
                    <a:cubicBezTo>
                      <a:pt x="46" y="0"/>
                      <a:pt x="9" y="52"/>
                      <a:pt x="9" y="129"/>
                    </a:cubicBezTo>
                    <a:cubicBezTo>
                      <a:pt x="0" y="199"/>
                      <a:pt x="54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4" name="Google Shape;7284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5" name="Google Shape;7285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3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6" name="Google Shape;7286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7" name="Google Shape;7287;p29"/>
              <p:cNvSpPr/>
              <p:nvPr/>
            </p:nvSpPr>
            <p:spPr>
              <a:xfrm>
                <a:off x="6617803" y="4240285"/>
                <a:ext cx="90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7" extrusionOk="0">
                    <a:moveTo>
                      <a:pt x="125" y="0"/>
                    </a:moveTo>
                    <a:cubicBezTo>
                      <a:pt x="54" y="0"/>
                      <a:pt x="1" y="63"/>
                      <a:pt x="13" y="132"/>
                    </a:cubicBezTo>
                    <a:cubicBezTo>
                      <a:pt x="7" y="201"/>
                      <a:pt x="61" y="256"/>
                      <a:pt x="125" y="256"/>
                    </a:cubicBezTo>
                    <a:cubicBezTo>
                      <a:pt x="131" y="256"/>
                      <a:pt x="138" y="256"/>
                      <a:pt x="144" y="254"/>
                    </a:cubicBezTo>
                    <a:cubicBezTo>
                      <a:pt x="226" y="251"/>
                      <a:pt x="273" y="207"/>
                      <a:pt x="266" y="123"/>
                    </a:cubicBezTo>
                    <a:cubicBezTo>
                      <a:pt x="269" y="36"/>
                      <a:pt x="215" y="0"/>
                      <a:pt x="144" y="0"/>
                    </a:cubicBezTo>
                    <a:cubicBezTo>
                      <a:pt x="141" y="0"/>
                      <a:pt x="138" y="0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8" name="Google Shape;7288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89" name="Google Shape;7289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3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0" name="Google Shape;7290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6"/>
                    </a:cubicBezTo>
                    <a:cubicBezTo>
                      <a:pt x="2" y="220"/>
                      <a:pt x="65" y="260"/>
                      <a:pt x="128" y="260"/>
                    </a:cubicBezTo>
                    <a:cubicBezTo>
                      <a:pt x="195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1" name="Google Shape;7291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cubicBezTo>
                      <a:pt x="1" y="118"/>
                      <a:pt x="1" y="137"/>
                      <a:pt x="1" y="156"/>
                    </a:cubicBez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2" name="Google Shape;7292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3" name="Google Shape;7293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3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6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4" name="Google Shape;7294;p29"/>
              <p:cNvSpPr/>
              <p:nvPr/>
            </p:nvSpPr>
            <p:spPr>
              <a:xfrm>
                <a:off x="6637415" y="4030448"/>
                <a:ext cx="8058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7" extrusionOk="0">
                    <a:moveTo>
                      <a:pt x="201" y="0"/>
                    </a:moveTo>
                    <a:lnTo>
                      <a:pt x="0" y="120"/>
                    </a:lnTo>
                    <a:cubicBezTo>
                      <a:pt x="36" y="149"/>
                      <a:pt x="72" y="176"/>
                      <a:pt x="105" y="176"/>
                    </a:cubicBezTo>
                    <a:cubicBezTo>
                      <a:pt x="106" y="176"/>
                      <a:pt x="108" y="176"/>
                      <a:pt x="110" y="176"/>
                    </a:cubicBezTo>
                    <a:cubicBezTo>
                      <a:pt x="157" y="173"/>
                      <a:pt x="198" y="94"/>
                      <a:pt x="242" y="51"/>
                    </a:cubicBezTo>
                    <a:cubicBezTo>
                      <a:pt x="229" y="35"/>
                      <a:pt x="213" y="19"/>
                      <a:pt x="20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5" name="Google Shape;7295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4"/>
                    </a:cubicBezTo>
                    <a:lnTo>
                      <a:pt x="127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6" name="Google Shape;7296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6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7" name="Google Shape;7297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8" name="Google Shape;7298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48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299" name="Google Shape;7299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0" name="Google Shape;7300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1" name="Google Shape;7301;p29"/>
              <p:cNvSpPr/>
              <p:nvPr/>
            </p:nvSpPr>
            <p:spPr>
              <a:xfrm>
                <a:off x="6668714" y="4048062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50" y="0"/>
                    </a:moveTo>
                    <a:cubicBezTo>
                      <a:pt x="145" y="0"/>
                      <a:pt x="140" y="0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ubicBezTo>
                      <a:pt x="55" y="1"/>
                      <a:pt x="1" y="64"/>
                      <a:pt x="7" y="133"/>
                    </a:cubicBezTo>
                    <a:cubicBezTo>
                      <a:pt x="4" y="201"/>
                      <a:pt x="58" y="257"/>
                      <a:pt x="122" y="257"/>
                    </a:cubicBezTo>
                    <a:cubicBezTo>
                      <a:pt x="128" y="257"/>
                      <a:pt x="135" y="256"/>
                      <a:pt x="141" y="255"/>
                    </a:cubicBezTo>
                    <a:cubicBezTo>
                      <a:pt x="223" y="252"/>
                      <a:pt x="270" y="211"/>
                      <a:pt x="267" y="133"/>
                    </a:cubicBezTo>
                    <a:cubicBezTo>
                      <a:pt x="276" y="60"/>
                      <a:pt x="219" y="0"/>
                      <a:pt x="15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2" name="Google Shape;7302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3" name="Google Shape;7303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4" name="Google Shape;7304;p29"/>
              <p:cNvSpPr/>
              <p:nvPr/>
            </p:nvSpPr>
            <p:spPr>
              <a:xfrm>
                <a:off x="6686927" y="4072502"/>
                <a:ext cx="10189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8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7"/>
                    </a:cubicBezTo>
                    <a:cubicBezTo>
                      <a:pt x="243" y="257"/>
                      <a:pt x="303" y="220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5" name="Google Shape;7305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6" name="Google Shape;7306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7" name="Google Shape;7307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8" name="Google Shape;7308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1" y="56"/>
                      <a:pt x="6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09" name="Google Shape;7309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0" name="Google Shape;7310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1" name="Google Shape;7311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2" name="Google Shape;7312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4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3" name="Google Shape;7313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4" name="Google Shape;7314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32" y="256"/>
                    </a:cubicBezTo>
                    <a:cubicBezTo>
                      <a:pt x="135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5" name="Google Shape;7315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6" name="Google Shape;7316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7" name="Google Shape;7317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8" name="Google Shape;7318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19" name="Google Shape;7319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0" name="Google Shape;7320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1" name="Google Shape;7321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2" name="Google Shape;7322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3" name="Google Shape;7323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1" y="1"/>
                    </a:moveTo>
                    <a:cubicBezTo>
                      <a:pt x="54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7" y="1"/>
                      <a:pt x="12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4" name="Google Shape;7324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51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5" name="Google Shape;7325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6" name="Google Shape;7326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4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7" name="Google Shape;7327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8" name="Google Shape;7328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29" name="Google Shape;7329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0" name="Google Shape;7330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1" name="Google Shape;7331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2" name="Google Shape;7332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9"/>
                    </a:cubicBezTo>
                    <a:cubicBezTo>
                      <a:pt x="1" y="198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3" name="Google Shape;7333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0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4" name="Google Shape;7334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5" name="Google Shape;7335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6" name="Google Shape;7336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9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7" name="Google Shape;7337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5" y="261"/>
                      <a:pt x="143" y="261"/>
                    </a:cubicBezTo>
                    <a:cubicBezTo>
                      <a:pt x="205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8" name="Google Shape;7338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39" name="Google Shape;7339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6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0" name="Google Shape;7340;p29"/>
              <p:cNvSpPr/>
              <p:nvPr/>
            </p:nvSpPr>
            <p:spPr>
              <a:xfrm>
                <a:off x="6860903" y="3896362"/>
                <a:ext cx="8324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2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0" y="191"/>
                      <a:pt x="119" y="192"/>
                      <a:pt x="128" y="192"/>
                    </a:cubicBezTo>
                    <a:cubicBezTo>
                      <a:pt x="195" y="192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1" name="Google Shape;7341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2" name="Google Shape;7342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3" name="Google Shape;7343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4" name="Google Shape;7344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101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5" name="Google Shape;7345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6" name="Google Shape;7346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7" name="Google Shape;7347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8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6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8" name="Google Shape;7348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49" name="Google Shape;7349;p29"/>
              <p:cNvSpPr/>
              <p:nvPr/>
            </p:nvSpPr>
            <p:spPr>
              <a:xfrm>
                <a:off x="6911848" y="3923898"/>
                <a:ext cx="4628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80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80"/>
                    </a:cubicBezTo>
                    <a:lnTo>
                      <a:pt x="138" y="280"/>
                    </a:ln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0" name="Google Shape;7350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1" name="Google Shape;7351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2" name="Google Shape;7352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3" name="Google Shape;7353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4" name="Google Shape;7354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5" name="Google Shape;7355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6" name="Google Shape;7356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3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50"/>
                    </a:cubicBezTo>
                    <a:cubicBezTo>
                      <a:pt x="298" y="153"/>
                      <a:pt x="314" y="65"/>
                      <a:pt x="213" y="18"/>
                    </a:cubicBezTo>
                    <a:cubicBezTo>
                      <a:pt x="194" y="6"/>
                      <a:pt x="173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7" name="Google Shape;7357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8" name="Google Shape;7358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59" name="Google Shape;7359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0" name="Google Shape;7360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1" name="Google Shape;7361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5" y="167"/>
                      <a:pt x="309" y="167"/>
                    </a:cubicBezTo>
                    <a:cubicBezTo>
                      <a:pt x="299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2" name="Google Shape;7362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3" name="Google Shape;7363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4" name="Google Shape;7364;p29"/>
              <p:cNvSpPr/>
              <p:nvPr/>
            </p:nvSpPr>
            <p:spPr>
              <a:xfrm>
                <a:off x="6911614" y="4193337"/>
                <a:ext cx="4861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8" extrusionOk="0">
                    <a:moveTo>
                      <a:pt x="129" y="0"/>
                    </a:moveTo>
                    <a:cubicBezTo>
                      <a:pt x="70" y="85"/>
                      <a:pt x="1" y="141"/>
                      <a:pt x="7" y="185"/>
                    </a:cubicBezTo>
                    <a:cubicBezTo>
                      <a:pt x="10" y="195"/>
                      <a:pt x="13" y="201"/>
                      <a:pt x="17" y="207"/>
                    </a:cubicBezTo>
                    <a:lnTo>
                      <a:pt x="145" y="129"/>
                    </a:lnTo>
                    <a:lnTo>
                      <a:pt x="145" y="19"/>
                    </a:lnTo>
                    <a:cubicBezTo>
                      <a:pt x="142" y="13"/>
                      <a:pt x="136" y="7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5" name="Google Shape;7365;p29"/>
              <p:cNvSpPr/>
              <p:nvPr/>
            </p:nvSpPr>
            <p:spPr>
              <a:xfrm>
                <a:off x="6624162" y="4180984"/>
                <a:ext cx="109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56" extrusionOk="0">
                    <a:moveTo>
                      <a:pt x="152" y="1"/>
                    </a:moveTo>
                    <a:cubicBezTo>
                      <a:pt x="149" y="1"/>
                      <a:pt x="147" y="1"/>
                      <a:pt x="144" y="2"/>
                    </a:cubicBezTo>
                    <a:cubicBezTo>
                      <a:pt x="91" y="8"/>
                      <a:pt x="50" y="83"/>
                      <a:pt x="0" y="130"/>
                    </a:cubicBezTo>
                    <a:cubicBezTo>
                      <a:pt x="47" y="174"/>
                      <a:pt x="91" y="255"/>
                      <a:pt x="135" y="255"/>
                    </a:cubicBezTo>
                    <a:cubicBezTo>
                      <a:pt x="188" y="255"/>
                      <a:pt x="242" y="190"/>
                      <a:pt x="329" y="127"/>
                    </a:cubicBezTo>
                    <a:cubicBezTo>
                      <a:pt x="250" y="71"/>
                      <a:pt x="195" y="1"/>
                      <a:pt x="15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6" name="Google Shape;7366;p29"/>
              <p:cNvSpPr/>
              <p:nvPr/>
            </p:nvSpPr>
            <p:spPr>
              <a:xfrm>
                <a:off x="6637415" y="4030548"/>
                <a:ext cx="8058" cy="57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4" extrusionOk="0">
                    <a:moveTo>
                      <a:pt x="201" y="1"/>
                    </a:moveTo>
                    <a:lnTo>
                      <a:pt x="0" y="120"/>
                    </a:lnTo>
                    <a:cubicBezTo>
                      <a:pt x="36" y="146"/>
                      <a:pt x="72" y="173"/>
                      <a:pt x="105" y="173"/>
                    </a:cubicBezTo>
                    <a:cubicBezTo>
                      <a:pt x="106" y="173"/>
                      <a:pt x="108" y="173"/>
                      <a:pt x="110" y="173"/>
                    </a:cubicBezTo>
                    <a:cubicBezTo>
                      <a:pt x="157" y="170"/>
                      <a:pt x="201" y="91"/>
                      <a:pt x="242" y="48"/>
                    </a:cubicBezTo>
                    <a:cubicBezTo>
                      <a:pt x="229" y="32"/>
                      <a:pt x="213" y="16"/>
                      <a:pt x="20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7" name="Google Shape;7367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8" name="Google Shape;7368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69" name="Google Shape;7369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0" name="Google Shape;7370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1" name="Google Shape;7371;p29"/>
              <p:cNvSpPr/>
              <p:nvPr/>
            </p:nvSpPr>
            <p:spPr>
              <a:xfrm>
                <a:off x="6736206" y="4293394"/>
                <a:ext cx="9024" cy="10056"/>
              </a:xfrm>
              <a:custGeom>
                <a:avLst/>
                <a:gdLst/>
                <a:ahLst/>
                <a:cxnLst/>
                <a:rect l="l" t="t" r="r" b="b"/>
                <a:pathLst>
                  <a:path w="271" h="302" extrusionOk="0">
                    <a:moveTo>
                      <a:pt x="129" y="1"/>
                    </a:moveTo>
                    <a:cubicBezTo>
                      <a:pt x="73" y="79"/>
                      <a:pt x="1" y="139"/>
                      <a:pt x="7" y="182"/>
                    </a:cubicBezTo>
                    <a:cubicBezTo>
                      <a:pt x="17" y="226"/>
                      <a:pt x="73" y="264"/>
                      <a:pt x="120" y="301"/>
                    </a:cubicBezTo>
                    <a:lnTo>
                      <a:pt x="236" y="229"/>
                    </a:lnTo>
                    <a:cubicBezTo>
                      <a:pt x="252" y="214"/>
                      <a:pt x="261" y="195"/>
                      <a:pt x="267" y="170"/>
                    </a:cubicBezTo>
                    <a:cubicBezTo>
                      <a:pt x="270" y="126"/>
                      <a:pt x="195" y="76"/>
                      <a:pt x="12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2" name="Google Shape;7372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4"/>
                      <a:pt x="52" y="262"/>
                      <a:pt x="126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3" name="Google Shape;7373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0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4" name="Google Shape;7374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5" name="Google Shape;7375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6" name="Google Shape;7376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5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7" name="Google Shape;7377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8" name="Google Shape;7378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79" name="Google Shape;7379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0" name="Google Shape;7380;p29"/>
              <p:cNvSpPr/>
              <p:nvPr/>
            </p:nvSpPr>
            <p:spPr>
              <a:xfrm>
                <a:off x="6902325" y="4175789"/>
                <a:ext cx="108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27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1" name="Google Shape;7381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98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2" name="Google Shape;7382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3" name="Google Shape;7383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4" name="Google Shape;7384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5" name="Google Shape;7385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6" name="Google Shape;7386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7" name="Google Shape;7387;p29"/>
              <p:cNvSpPr/>
              <p:nvPr/>
            </p:nvSpPr>
            <p:spPr>
              <a:xfrm>
                <a:off x="6845687" y="4229863"/>
                <a:ext cx="8691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7" extrusionOk="0">
                    <a:moveTo>
                      <a:pt x="141" y="0"/>
                    </a:moveTo>
                    <a:cubicBezTo>
                      <a:pt x="76" y="79"/>
                      <a:pt x="0" y="135"/>
                      <a:pt x="7" y="179"/>
                    </a:cubicBezTo>
                    <a:cubicBezTo>
                      <a:pt x="19" y="213"/>
                      <a:pt x="41" y="245"/>
                      <a:pt x="69" y="267"/>
                    </a:cubicBezTo>
                    <a:lnTo>
                      <a:pt x="260" y="151"/>
                    </a:lnTo>
                    <a:cubicBezTo>
                      <a:pt x="242" y="113"/>
                      <a:pt x="188" y="63"/>
                      <a:pt x="14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8" name="Google Shape;7388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89" name="Google Shape;7389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19"/>
                    </a:cubicBezTo>
                    <a:cubicBezTo>
                      <a:pt x="4" y="214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0" name="Google Shape;7390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0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3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1" name="Google Shape;7391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2" name="Google Shape;7392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3" name="Google Shape;7393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4" name="Google Shape;7394;p29"/>
              <p:cNvSpPr/>
              <p:nvPr/>
            </p:nvSpPr>
            <p:spPr>
              <a:xfrm>
                <a:off x="6622498" y="4363384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5" y="0"/>
                    </a:moveTo>
                    <a:cubicBezTo>
                      <a:pt x="48" y="0"/>
                      <a:pt x="0" y="52"/>
                      <a:pt x="0" y="127"/>
                    </a:cubicBezTo>
                    <a:cubicBezTo>
                      <a:pt x="3" y="196"/>
                      <a:pt x="35" y="252"/>
                      <a:pt x="94" y="262"/>
                    </a:cubicBezTo>
                    <a:lnTo>
                      <a:pt x="282" y="149"/>
                    </a:lnTo>
                    <a:lnTo>
                      <a:pt x="282" y="102"/>
                    </a:lnTo>
                    <a:cubicBezTo>
                      <a:pt x="235" y="67"/>
                      <a:pt x="188" y="11"/>
                      <a:pt x="132" y="1"/>
                    </a:cubicBezTo>
                    <a:cubicBezTo>
                      <a:pt x="126" y="1"/>
                      <a:pt x="120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5" name="Google Shape;7395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6" name="Google Shape;7396;p29"/>
              <p:cNvSpPr/>
              <p:nvPr/>
            </p:nvSpPr>
            <p:spPr>
              <a:xfrm>
                <a:off x="6860903" y="3896362"/>
                <a:ext cx="8324" cy="6426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3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1" y="191"/>
                      <a:pt x="121" y="193"/>
                      <a:pt x="131" y="193"/>
                    </a:cubicBezTo>
                    <a:cubicBezTo>
                      <a:pt x="196" y="193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7" name="Google Shape;7397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8" name="Google Shape;7398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399" name="Google Shape;7399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8" y="0"/>
                      <a:pt x="46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0" name="Google Shape;7400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1" name="Google Shape;7401;p29"/>
              <p:cNvSpPr/>
              <p:nvPr/>
            </p:nvSpPr>
            <p:spPr>
              <a:xfrm>
                <a:off x="6753554" y="4117986"/>
                <a:ext cx="9623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26" extrusionOk="0">
                    <a:moveTo>
                      <a:pt x="129" y="1"/>
                    </a:moveTo>
                    <a:cubicBezTo>
                      <a:pt x="72" y="85"/>
                      <a:pt x="16" y="135"/>
                      <a:pt x="10" y="192"/>
                    </a:cubicBezTo>
                    <a:cubicBezTo>
                      <a:pt x="1" y="264"/>
                      <a:pt x="56" y="325"/>
                      <a:pt x="125" y="325"/>
                    </a:cubicBezTo>
                    <a:cubicBezTo>
                      <a:pt x="131" y="325"/>
                      <a:pt x="138" y="325"/>
                      <a:pt x="144" y="324"/>
                    </a:cubicBezTo>
                    <a:cubicBezTo>
                      <a:pt x="220" y="314"/>
                      <a:pt x="288" y="261"/>
                      <a:pt x="267" y="176"/>
                    </a:cubicBezTo>
                    <a:cubicBezTo>
                      <a:pt x="251" y="123"/>
                      <a:pt x="191" y="79"/>
                      <a:pt x="12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2" name="Google Shape;7402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3" name="Google Shape;7403;p29"/>
              <p:cNvSpPr/>
              <p:nvPr/>
            </p:nvSpPr>
            <p:spPr>
              <a:xfrm>
                <a:off x="6616538" y="4371542"/>
                <a:ext cx="1698" cy="5994"/>
              </a:xfrm>
              <a:custGeom>
                <a:avLst/>
                <a:gdLst/>
                <a:ahLst/>
                <a:cxnLst/>
                <a:rect l="l" t="t" r="r" b="b"/>
                <a:pathLst>
                  <a:path w="51" h="180" extrusionOk="0">
                    <a:moveTo>
                      <a:pt x="0" y="1"/>
                    </a:moveTo>
                    <a:lnTo>
                      <a:pt x="0" y="179"/>
                    </a:lnTo>
                    <a:lnTo>
                      <a:pt x="38" y="161"/>
                    </a:lnTo>
                    <a:cubicBezTo>
                      <a:pt x="47" y="136"/>
                      <a:pt x="51" y="111"/>
                      <a:pt x="47" y="85"/>
                    </a:cubicBezTo>
                    <a:cubicBezTo>
                      <a:pt x="38" y="54"/>
                      <a:pt x="22" y="26"/>
                      <a:pt x="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4" name="Google Shape;7404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5" name="Google Shape;7405;p29"/>
              <p:cNvSpPr/>
              <p:nvPr/>
            </p:nvSpPr>
            <p:spPr>
              <a:xfrm>
                <a:off x="6904555" y="4156577"/>
                <a:ext cx="9623" cy="88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5" extrusionOk="0">
                    <a:moveTo>
                      <a:pt x="127" y="1"/>
                    </a:moveTo>
                    <a:cubicBezTo>
                      <a:pt x="57" y="1"/>
                      <a:pt x="0" y="61"/>
                      <a:pt x="9" y="130"/>
                    </a:cubicBezTo>
                    <a:cubicBezTo>
                      <a:pt x="12" y="202"/>
                      <a:pt x="47" y="264"/>
                      <a:pt x="116" y="264"/>
                    </a:cubicBezTo>
                    <a:cubicBezTo>
                      <a:pt x="125" y="264"/>
                      <a:pt x="134" y="263"/>
                      <a:pt x="144" y="261"/>
                    </a:cubicBezTo>
                    <a:cubicBezTo>
                      <a:pt x="197" y="252"/>
                      <a:pt x="241" y="196"/>
                      <a:pt x="288" y="158"/>
                    </a:cubicBezTo>
                    <a:cubicBezTo>
                      <a:pt x="266" y="45"/>
                      <a:pt x="210" y="4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6" name="Google Shape;7406;p29"/>
              <p:cNvSpPr/>
              <p:nvPr/>
            </p:nvSpPr>
            <p:spPr>
              <a:xfrm>
                <a:off x="6616538" y="4285469"/>
                <a:ext cx="586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61" extrusionOk="0">
                    <a:moveTo>
                      <a:pt x="35" y="0"/>
                    </a:moveTo>
                    <a:cubicBezTo>
                      <a:pt x="34" y="0"/>
                      <a:pt x="33" y="0"/>
                      <a:pt x="32" y="0"/>
                    </a:cubicBezTo>
                    <a:cubicBezTo>
                      <a:pt x="22" y="4"/>
                      <a:pt x="10" y="7"/>
                      <a:pt x="0" y="10"/>
                    </a:cubicBezTo>
                    <a:lnTo>
                      <a:pt x="0" y="261"/>
                    </a:lnTo>
                    <a:lnTo>
                      <a:pt x="22" y="261"/>
                    </a:lnTo>
                    <a:cubicBezTo>
                      <a:pt x="76" y="254"/>
                      <a:pt x="123" y="198"/>
                      <a:pt x="173" y="163"/>
                    </a:cubicBezTo>
                    <a:cubicBezTo>
                      <a:pt x="173" y="145"/>
                      <a:pt x="173" y="126"/>
                      <a:pt x="176" y="104"/>
                    </a:cubicBezTo>
                    <a:cubicBezTo>
                      <a:pt x="127" y="67"/>
                      <a:pt x="78" y="0"/>
                      <a:pt x="3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7" name="Google Shape;7407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6"/>
                      <a:pt x="4" y="128"/>
                    </a:cubicBezTo>
                    <a:cubicBezTo>
                      <a:pt x="1" y="202"/>
                      <a:pt x="57" y="263"/>
                      <a:pt x="133" y="263"/>
                    </a:cubicBezTo>
                    <a:cubicBezTo>
                      <a:pt x="135" y="263"/>
                      <a:pt x="137" y="263"/>
                      <a:pt x="138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8" name="Google Shape;7408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09" name="Google Shape;7409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102"/>
                    </a:cubicBezTo>
                    <a:cubicBezTo>
                      <a:pt x="0" y="118"/>
                      <a:pt x="0" y="134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0" name="Google Shape;7410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1" name="Google Shape;7411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2" name="Google Shape;7412;p29"/>
              <p:cNvSpPr/>
              <p:nvPr/>
            </p:nvSpPr>
            <p:spPr>
              <a:xfrm>
                <a:off x="6698747" y="4271318"/>
                <a:ext cx="87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29" y="0"/>
                    </a:moveTo>
                    <a:cubicBezTo>
                      <a:pt x="65" y="0"/>
                      <a:pt x="1" y="43"/>
                      <a:pt x="1" y="128"/>
                    </a:cubicBezTo>
                    <a:cubicBezTo>
                      <a:pt x="4" y="201"/>
                      <a:pt x="37" y="260"/>
                      <a:pt x="123" y="260"/>
                    </a:cubicBezTo>
                    <a:cubicBezTo>
                      <a:pt x="125" y="260"/>
                      <a:pt x="127" y="259"/>
                      <a:pt x="129" y="259"/>
                    </a:cubicBezTo>
                    <a:cubicBezTo>
                      <a:pt x="132" y="259"/>
                      <a:pt x="134" y="260"/>
                      <a:pt x="137" y="260"/>
                    </a:cubicBezTo>
                    <a:cubicBezTo>
                      <a:pt x="219" y="260"/>
                      <a:pt x="255" y="207"/>
                      <a:pt x="258" y="134"/>
                    </a:cubicBezTo>
                    <a:cubicBezTo>
                      <a:pt x="261" y="45"/>
                      <a:pt x="195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3" name="Google Shape;7413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4" name="Google Shape;7414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5" name="Google Shape;7415;p29"/>
              <p:cNvSpPr/>
              <p:nvPr/>
            </p:nvSpPr>
            <p:spPr>
              <a:xfrm>
                <a:off x="6700213" y="4199497"/>
                <a:ext cx="10056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5" extrusionOk="0">
                    <a:moveTo>
                      <a:pt x="192" y="0"/>
                    </a:moveTo>
                    <a:cubicBezTo>
                      <a:pt x="161" y="6"/>
                      <a:pt x="129" y="13"/>
                      <a:pt x="101" y="25"/>
                    </a:cubicBezTo>
                    <a:cubicBezTo>
                      <a:pt x="23" y="72"/>
                      <a:pt x="1" y="144"/>
                      <a:pt x="51" y="220"/>
                    </a:cubicBezTo>
                    <a:cubicBezTo>
                      <a:pt x="70" y="262"/>
                      <a:pt x="111" y="284"/>
                      <a:pt x="152" y="284"/>
                    </a:cubicBezTo>
                    <a:cubicBezTo>
                      <a:pt x="178" y="284"/>
                      <a:pt x="205" y="275"/>
                      <a:pt x="226" y="257"/>
                    </a:cubicBezTo>
                    <a:cubicBezTo>
                      <a:pt x="302" y="204"/>
                      <a:pt x="295" y="132"/>
                      <a:pt x="258" y="63"/>
                    </a:cubicBezTo>
                    <a:cubicBezTo>
                      <a:pt x="239" y="38"/>
                      <a:pt x="217" y="19"/>
                      <a:pt x="19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6" name="Google Shape;7416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7" name="Google Shape;7417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8" name="Google Shape;7418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19" name="Google Shape;7419;p29"/>
              <p:cNvSpPr/>
              <p:nvPr/>
            </p:nvSpPr>
            <p:spPr>
              <a:xfrm>
                <a:off x="6769104" y="4200828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29"/>
                    </a:cubicBezTo>
                    <a:cubicBezTo>
                      <a:pt x="9" y="206"/>
                      <a:pt x="45" y="258"/>
                      <a:pt x="128" y="258"/>
                    </a:cubicBezTo>
                    <a:cubicBezTo>
                      <a:pt x="130" y="258"/>
                      <a:pt x="132" y="258"/>
                      <a:pt x="135" y="258"/>
                    </a:cubicBezTo>
                    <a:cubicBezTo>
                      <a:pt x="139" y="258"/>
                      <a:pt x="144" y="258"/>
                      <a:pt x="148" y="258"/>
                    </a:cubicBezTo>
                    <a:cubicBezTo>
                      <a:pt x="229" y="258"/>
                      <a:pt x="263" y="204"/>
                      <a:pt x="263" y="133"/>
                    </a:cubicBezTo>
                    <a:cubicBezTo>
                      <a:pt x="272" y="61"/>
                      <a:pt x="216" y="1"/>
                      <a:pt x="145" y="1"/>
                    </a:cubicBezTo>
                    <a:cubicBezTo>
                      <a:pt x="142" y="1"/>
                      <a:pt x="138" y="1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0" name="Google Shape;7420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1" name="Google Shape;7421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2" name="Google Shape;7422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3" name="Google Shape;7423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4" name="Google Shape;7424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5" name="Google Shape;7425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6" name="Google Shape;7426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3"/>
                    </a:cubicBezTo>
                    <a:cubicBezTo>
                      <a:pt x="2" y="218"/>
                      <a:pt x="65" y="260"/>
                      <a:pt x="129" y="260"/>
                    </a:cubicBezTo>
                    <a:cubicBezTo>
                      <a:pt x="196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7" name="Google Shape;7427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8" name="Google Shape;7428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29" name="Google Shape;7429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0" name="Google Shape;7430;p29"/>
              <p:cNvSpPr/>
              <p:nvPr/>
            </p:nvSpPr>
            <p:spPr>
              <a:xfrm>
                <a:off x="6616538" y="4151815"/>
                <a:ext cx="6826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63" y="0"/>
                    </a:moveTo>
                    <a:cubicBezTo>
                      <a:pt x="41" y="0"/>
                      <a:pt x="19" y="6"/>
                      <a:pt x="0" y="16"/>
                    </a:cubicBezTo>
                    <a:lnTo>
                      <a:pt x="0" y="254"/>
                    </a:lnTo>
                    <a:cubicBezTo>
                      <a:pt x="14" y="260"/>
                      <a:pt x="28" y="262"/>
                      <a:pt x="42" y="262"/>
                    </a:cubicBezTo>
                    <a:cubicBezTo>
                      <a:pt x="50" y="262"/>
                      <a:pt x="58" y="261"/>
                      <a:pt x="66" y="260"/>
                    </a:cubicBezTo>
                    <a:cubicBezTo>
                      <a:pt x="126" y="235"/>
                      <a:pt x="170" y="188"/>
                      <a:pt x="189" y="129"/>
                    </a:cubicBezTo>
                    <a:cubicBezTo>
                      <a:pt x="204" y="53"/>
                      <a:pt x="141" y="0"/>
                      <a:pt x="6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1" name="Google Shape;7431;p29"/>
              <p:cNvSpPr/>
              <p:nvPr/>
            </p:nvSpPr>
            <p:spPr>
              <a:xfrm>
                <a:off x="6633685" y="4298521"/>
                <a:ext cx="9290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73" extrusionOk="0">
                    <a:moveTo>
                      <a:pt x="121" y="0"/>
                    </a:moveTo>
                    <a:cubicBezTo>
                      <a:pt x="54" y="0"/>
                      <a:pt x="1" y="62"/>
                      <a:pt x="12" y="132"/>
                    </a:cubicBezTo>
                    <a:cubicBezTo>
                      <a:pt x="21" y="182"/>
                      <a:pt x="81" y="226"/>
                      <a:pt x="119" y="273"/>
                    </a:cubicBezTo>
                    <a:lnTo>
                      <a:pt x="175" y="273"/>
                    </a:lnTo>
                    <a:cubicBezTo>
                      <a:pt x="209" y="226"/>
                      <a:pt x="278" y="173"/>
                      <a:pt x="272" y="129"/>
                    </a:cubicBezTo>
                    <a:cubicBezTo>
                      <a:pt x="253" y="69"/>
                      <a:pt x="206" y="22"/>
                      <a:pt x="147" y="3"/>
                    </a:cubicBezTo>
                    <a:cubicBezTo>
                      <a:pt x="138" y="1"/>
                      <a:pt x="129" y="0"/>
                      <a:pt x="12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2" name="Google Shape;7432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3" name="Google Shape;7433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4" name="Google Shape;7434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5" name="Google Shape;7435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6" name="Google Shape;7436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7" name="Google Shape;7437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8" name="Google Shape;7438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48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39" name="Google Shape;7439;p29"/>
              <p:cNvSpPr/>
              <p:nvPr/>
            </p:nvSpPr>
            <p:spPr>
              <a:xfrm>
                <a:off x="6704907" y="4191072"/>
                <a:ext cx="86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2" extrusionOk="0">
                    <a:moveTo>
                      <a:pt x="116" y="1"/>
                    </a:moveTo>
                    <a:cubicBezTo>
                      <a:pt x="59" y="1"/>
                      <a:pt x="10" y="45"/>
                      <a:pt x="7" y="103"/>
                    </a:cubicBezTo>
                    <a:cubicBezTo>
                      <a:pt x="1" y="150"/>
                      <a:pt x="32" y="200"/>
                      <a:pt x="51" y="250"/>
                    </a:cubicBezTo>
                    <a:cubicBezTo>
                      <a:pt x="74" y="252"/>
                      <a:pt x="99" y="261"/>
                      <a:pt x="120" y="261"/>
                    </a:cubicBezTo>
                    <a:cubicBezTo>
                      <a:pt x="128" y="261"/>
                      <a:pt x="136" y="260"/>
                      <a:pt x="142" y="256"/>
                    </a:cubicBezTo>
                    <a:cubicBezTo>
                      <a:pt x="189" y="225"/>
                      <a:pt x="258" y="181"/>
                      <a:pt x="261" y="140"/>
                    </a:cubicBezTo>
                    <a:cubicBezTo>
                      <a:pt x="261" y="97"/>
                      <a:pt x="205" y="28"/>
                      <a:pt x="157" y="9"/>
                    </a:cubicBezTo>
                    <a:cubicBezTo>
                      <a:pt x="144" y="3"/>
                      <a:pt x="129" y="1"/>
                      <a:pt x="11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0" name="Google Shape;7440;p29"/>
              <p:cNvSpPr/>
              <p:nvPr/>
            </p:nvSpPr>
            <p:spPr>
              <a:xfrm>
                <a:off x="6706472" y="4199397"/>
                <a:ext cx="133" cy="133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1" y="0"/>
                    </a:moveTo>
                    <a:lnTo>
                      <a:pt x="4" y="3"/>
                    </a:lnTo>
                    <a:cubicBezTo>
                      <a:pt x="4" y="3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1" name="Google Shape;7441;p29"/>
              <p:cNvSpPr/>
              <p:nvPr/>
            </p:nvSpPr>
            <p:spPr>
              <a:xfrm>
                <a:off x="6706006" y="4133868"/>
                <a:ext cx="88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90" extrusionOk="0">
                    <a:moveTo>
                      <a:pt x="103" y="0"/>
                    </a:moveTo>
                    <a:cubicBezTo>
                      <a:pt x="68" y="53"/>
                      <a:pt x="15" y="100"/>
                      <a:pt x="5" y="157"/>
                    </a:cubicBezTo>
                    <a:cubicBezTo>
                      <a:pt x="1" y="246"/>
                      <a:pt x="66" y="290"/>
                      <a:pt x="131" y="290"/>
                    </a:cubicBezTo>
                    <a:cubicBezTo>
                      <a:pt x="198" y="290"/>
                      <a:pt x="266" y="243"/>
                      <a:pt x="256" y="150"/>
                    </a:cubicBezTo>
                    <a:cubicBezTo>
                      <a:pt x="244" y="94"/>
                      <a:pt x="190" y="5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2" name="Google Shape;7442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81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3" name="Google Shape;7443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4" name="Google Shape;7444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5" name="Google Shape;7445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5" y="258"/>
                      <a:pt x="121" y="258"/>
                    </a:cubicBezTo>
                    <a:cubicBezTo>
                      <a:pt x="126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6" name="Google Shape;7446;p29"/>
              <p:cNvSpPr/>
              <p:nvPr/>
            </p:nvSpPr>
            <p:spPr>
              <a:xfrm>
                <a:off x="6810225" y="4134568"/>
                <a:ext cx="105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6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2"/>
                      <a:pt x="47" y="265"/>
                      <a:pt x="119" y="265"/>
                    </a:cubicBezTo>
                    <a:cubicBezTo>
                      <a:pt x="124" y="265"/>
                      <a:pt x="129" y="265"/>
                      <a:pt x="135" y="264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7" name="Google Shape;7447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8" name="Google Shape;7448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49" name="Google Shape;7449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41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0" name="Google Shape;7450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0" y="1"/>
                    </a:moveTo>
                    <a:cubicBezTo>
                      <a:pt x="52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1" name="Google Shape;7451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5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5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2" name="Google Shape;7452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3" name="Google Shape;7453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4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4" name="Google Shape;7454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5" name="Google Shape;7455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6" name="Google Shape;7456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7" name="Google Shape;7457;p29"/>
              <p:cNvSpPr/>
              <p:nvPr/>
            </p:nvSpPr>
            <p:spPr>
              <a:xfrm>
                <a:off x="6778094" y="4265191"/>
                <a:ext cx="9157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0" extrusionOk="0">
                    <a:moveTo>
                      <a:pt x="155" y="1"/>
                    </a:moveTo>
                    <a:cubicBezTo>
                      <a:pt x="150" y="1"/>
                      <a:pt x="145" y="1"/>
                      <a:pt x="141" y="2"/>
                    </a:cubicBezTo>
                    <a:cubicBezTo>
                      <a:pt x="136" y="1"/>
                      <a:pt x="131" y="1"/>
                      <a:pt x="126" y="1"/>
                    </a:cubicBezTo>
                    <a:cubicBezTo>
                      <a:pt x="55" y="1"/>
                      <a:pt x="0" y="63"/>
                      <a:pt x="9" y="133"/>
                    </a:cubicBezTo>
                    <a:cubicBezTo>
                      <a:pt x="3" y="200"/>
                      <a:pt x="57" y="259"/>
                      <a:pt x="126" y="259"/>
                    </a:cubicBezTo>
                    <a:cubicBezTo>
                      <a:pt x="131" y="259"/>
                      <a:pt x="136" y="259"/>
                      <a:pt x="141" y="258"/>
                    </a:cubicBezTo>
                    <a:cubicBezTo>
                      <a:pt x="216" y="255"/>
                      <a:pt x="269" y="218"/>
                      <a:pt x="269" y="130"/>
                    </a:cubicBezTo>
                    <a:cubicBezTo>
                      <a:pt x="275" y="60"/>
                      <a:pt x="221" y="1"/>
                      <a:pt x="15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8" name="Google Shape;7458;p29"/>
              <p:cNvSpPr/>
              <p:nvPr/>
            </p:nvSpPr>
            <p:spPr>
              <a:xfrm>
                <a:off x="6660889" y="4348900"/>
                <a:ext cx="3463" cy="2131"/>
              </a:xfrm>
              <a:custGeom>
                <a:avLst/>
                <a:gdLst/>
                <a:ahLst/>
                <a:cxnLst/>
                <a:rect l="l" t="t" r="r" b="b"/>
                <a:pathLst>
                  <a:path w="104" h="64" extrusionOk="0">
                    <a:moveTo>
                      <a:pt x="104" y="1"/>
                    </a:moveTo>
                    <a:cubicBezTo>
                      <a:pt x="60" y="1"/>
                      <a:pt x="22" y="26"/>
                      <a:pt x="0" y="64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59" name="Google Shape;7459;p29"/>
              <p:cNvSpPr/>
              <p:nvPr/>
            </p:nvSpPr>
            <p:spPr>
              <a:xfrm>
                <a:off x="6616538" y="4107131"/>
                <a:ext cx="2864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6" h="233" extrusionOk="0">
                    <a:moveTo>
                      <a:pt x="0" y="1"/>
                    </a:moveTo>
                    <a:lnTo>
                      <a:pt x="0" y="233"/>
                    </a:lnTo>
                    <a:cubicBezTo>
                      <a:pt x="54" y="220"/>
                      <a:pt x="85" y="167"/>
                      <a:pt x="73" y="117"/>
                    </a:cubicBezTo>
                    <a:cubicBezTo>
                      <a:pt x="60" y="73"/>
                      <a:pt x="35" y="32"/>
                      <a:pt x="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0" name="Google Shape;7460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1" name="Google Shape;7461;p29"/>
              <p:cNvSpPr/>
              <p:nvPr/>
            </p:nvSpPr>
            <p:spPr>
              <a:xfrm>
                <a:off x="6671511" y="4339244"/>
                <a:ext cx="7758" cy="5228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57" extrusionOk="0">
                    <a:moveTo>
                      <a:pt x="171" y="1"/>
                    </a:moveTo>
                    <a:cubicBezTo>
                      <a:pt x="166" y="1"/>
                      <a:pt x="160" y="1"/>
                      <a:pt x="155" y="3"/>
                    </a:cubicBezTo>
                    <a:cubicBezTo>
                      <a:pt x="98" y="9"/>
                      <a:pt x="51" y="62"/>
                      <a:pt x="1" y="97"/>
                    </a:cubicBezTo>
                    <a:cubicBezTo>
                      <a:pt x="1" y="115"/>
                      <a:pt x="1" y="134"/>
                      <a:pt x="1" y="153"/>
                    </a:cubicBezTo>
                    <a:cubicBezTo>
                      <a:pt x="4" y="153"/>
                      <a:pt x="4" y="156"/>
                      <a:pt x="7" y="156"/>
                    </a:cubicBezTo>
                    <a:lnTo>
                      <a:pt x="233" y="21"/>
                    </a:lnTo>
                    <a:cubicBezTo>
                      <a:pt x="216" y="9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2" name="Google Shape;7462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3" name="Google Shape;7463;p29"/>
              <p:cNvSpPr/>
              <p:nvPr/>
            </p:nvSpPr>
            <p:spPr>
              <a:xfrm>
                <a:off x="6895465" y="4197399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2" y="0"/>
                    </a:moveTo>
                    <a:cubicBezTo>
                      <a:pt x="49" y="0"/>
                      <a:pt x="12" y="60"/>
                      <a:pt x="6" y="126"/>
                    </a:cubicBezTo>
                    <a:cubicBezTo>
                      <a:pt x="1" y="199"/>
                      <a:pt x="44" y="262"/>
                      <a:pt x="114" y="262"/>
                    </a:cubicBezTo>
                    <a:cubicBezTo>
                      <a:pt x="119" y="262"/>
                      <a:pt x="124" y="261"/>
                      <a:pt x="129" y="261"/>
                    </a:cubicBezTo>
                    <a:cubicBezTo>
                      <a:pt x="182" y="254"/>
                      <a:pt x="232" y="198"/>
                      <a:pt x="282" y="167"/>
                    </a:cubicBezTo>
                    <a:cubicBezTo>
                      <a:pt x="282" y="148"/>
                      <a:pt x="282" y="129"/>
                      <a:pt x="282" y="110"/>
                    </a:cubicBezTo>
                    <a:cubicBezTo>
                      <a:pt x="235" y="73"/>
                      <a:pt x="191" y="16"/>
                      <a:pt x="138" y="4"/>
                    </a:cubicBezTo>
                    <a:cubicBezTo>
                      <a:pt x="129" y="1"/>
                      <a:pt x="120" y="0"/>
                      <a:pt x="11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4" name="Google Shape;7464;p29"/>
              <p:cNvSpPr/>
              <p:nvPr/>
            </p:nvSpPr>
            <p:spPr>
              <a:xfrm>
                <a:off x="6887840" y="4135067"/>
                <a:ext cx="94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6" extrusionOk="0">
                    <a:moveTo>
                      <a:pt x="174" y="0"/>
                    </a:moveTo>
                    <a:cubicBezTo>
                      <a:pt x="167" y="0"/>
                      <a:pt x="161" y="1"/>
                      <a:pt x="154" y="2"/>
                    </a:cubicBezTo>
                    <a:cubicBezTo>
                      <a:pt x="101" y="8"/>
                      <a:pt x="54" y="64"/>
                      <a:pt x="4" y="96"/>
                    </a:cubicBezTo>
                    <a:cubicBezTo>
                      <a:pt x="4" y="114"/>
                      <a:pt x="4" y="133"/>
                      <a:pt x="0" y="152"/>
                    </a:cubicBezTo>
                    <a:cubicBezTo>
                      <a:pt x="51" y="187"/>
                      <a:pt x="94" y="243"/>
                      <a:pt x="151" y="252"/>
                    </a:cubicBezTo>
                    <a:cubicBezTo>
                      <a:pt x="160" y="255"/>
                      <a:pt x="169" y="256"/>
                      <a:pt x="178" y="256"/>
                    </a:cubicBezTo>
                    <a:cubicBezTo>
                      <a:pt x="242" y="256"/>
                      <a:pt x="277" y="197"/>
                      <a:pt x="279" y="130"/>
                    </a:cubicBezTo>
                    <a:cubicBezTo>
                      <a:pt x="282" y="59"/>
                      <a:pt x="241" y="0"/>
                      <a:pt x="17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5" name="Google Shape;7465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0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6" name="Google Shape;7466;p29"/>
              <p:cNvSpPr/>
              <p:nvPr/>
            </p:nvSpPr>
            <p:spPr>
              <a:xfrm>
                <a:off x="6616538" y="4346802"/>
                <a:ext cx="90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0" extrusionOk="0">
                    <a:moveTo>
                      <a:pt x="131" y="1"/>
                    </a:moveTo>
                    <a:cubicBezTo>
                      <a:pt x="74" y="1"/>
                      <a:pt x="22" y="38"/>
                      <a:pt x="0" y="92"/>
                    </a:cubicBezTo>
                    <a:lnTo>
                      <a:pt x="0" y="167"/>
                    </a:lnTo>
                    <a:cubicBezTo>
                      <a:pt x="41" y="202"/>
                      <a:pt x="79" y="242"/>
                      <a:pt x="123" y="255"/>
                    </a:cubicBezTo>
                    <a:cubicBezTo>
                      <a:pt x="135" y="258"/>
                      <a:pt x="147" y="260"/>
                      <a:pt x="157" y="260"/>
                    </a:cubicBezTo>
                    <a:cubicBezTo>
                      <a:pt x="223" y="260"/>
                      <a:pt x="258" y="205"/>
                      <a:pt x="261" y="133"/>
                    </a:cubicBezTo>
                    <a:cubicBezTo>
                      <a:pt x="273" y="62"/>
                      <a:pt x="216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ubicBezTo>
                      <a:pt x="136" y="1"/>
                      <a:pt x="134" y="1"/>
                      <a:pt x="13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7" name="Google Shape;7467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6" y="261"/>
                      <a:pt x="143" y="261"/>
                    </a:cubicBezTo>
                    <a:cubicBezTo>
                      <a:pt x="208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8" name="Google Shape;7468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69" name="Google Shape;7469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0" name="Google Shape;7470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1" name="Google Shape;7471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2" name="Google Shape;7472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3" name="Google Shape;7473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3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4" name="Google Shape;7474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5" name="Google Shape;7475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0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6" name="Google Shape;7476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7" name="Google Shape;7477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8" name="Google Shape;7478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0" y="56"/>
                      <a:pt x="3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79" name="Google Shape;7479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0" name="Google Shape;7480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9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1" name="Google Shape;7481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3" y="51"/>
                      <a:pt x="1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9"/>
                      <a:pt x="232" y="199"/>
                      <a:pt x="279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2" name="Google Shape;7482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3" name="Google Shape;7483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4" name="Google Shape;7484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5" name="Google Shape;7485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6" name="Google Shape;7486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lnTo>
                      <a:pt x="1" y="156"/>
                    </a:ln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7" name="Google Shape;7487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8" name="Google Shape;7488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6"/>
                      <a:pt x="260" y="186"/>
                      <a:pt x="267" y="133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89" name="Google Shape;7489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0" name="Google Shape;7490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1" name="Google Shape;7491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2" name="Google Shape;7492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3" name="Google Shape;7493;p29"/>
              <p:cNvSpPr/>
              <p:nvPr/>
            </p:nvSpPr>
            <p:spPr>
              <a:xfrm>
                <a:off x="6686927" y="4072502"/>
                <a:ext cx="10189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5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4"/>
                    </a:cubicBezTo>
                    <a:cubicBezTo>
                      <a:pt x="171" y="254"/>
                      <a:pt x="174" y="254"/>
                      <a:pt x="176" y="254"/>
                    </a:cubicBezTo>
                    <a:cubicBezTo>
                      <a:pt x="248" y="254"/>
                      <a:pt x="303" y="216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4" name="Google Shape;7494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78" y="229"/>
                      <a:pt x="116" y="276"/>
                    </a:cubicBezTo>
                    <a:lnTo>
                      <a:pt x="172" y="276"/>
                    </a:lnTo>
                    <a:cubicBezTo>
                      <a:pt x="207" y="223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5" name="Google Shape;7495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6" name="Google Shape;7496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7" name="Google Shape;7497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07" y="1"/>
                    </a:move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48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8" name="Google Shape;7498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499" name="Google Shape;7499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0" name="Google Shape;7500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1" name="Google Shape;7501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2" name="Google Shape;7502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0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3" name="Google Shape;7503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4" name="Google Shape;7504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5" name="Google Shape;7505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6" name="Google Shape;7506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7" name="Google Shape;7507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5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8" name="Google Shape;7508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09" name="Google Shape;7509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2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0" name="Google Shape;7510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1" name="Google Shape;7511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3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2" name="Google Shape;7512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3" y="201"/>
                      <a:pt x="286" y="127"/>
                    </a:cubicBezTo>
                    <a:cubicBezTo>
                      <a:pt x="286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3" name="Google Shape;7513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4" name="Google Shape;7514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5" name="Google Shape;7515;p29"/>
              <p:cNvSpPr/>
              <p:nvPr/>
            </p:nvSpPr>
            <p:spPr>
              <a:xfrm>
                <a:off x="6863833" y="4184346"/>
                <a:ext cx="90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9" y="285"/>
                      <a:pt x="273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6" name="Google Shape;7516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0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7" name="Google Shape;7517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6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4" y="277"/>
                    </a:cubicBezTo>
                    <a:cubicBezTo>
                      <a:pt x="230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8" name="Google Shape;7518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19" name="Google Shape;7519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0" name="Google Shape;7520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6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1" name="Google Shape;7521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2" name="Google Shape;7522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3" name="Google Shape;7523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4" name="Google Shape;7524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4" y="0"/>
                      <a:pt x="9" y="59"/>
                      <a:pt x="6" y="126"/>
                    </a:cubicBezTo>
                    <a:cubicBezTo>
                      <a:pt x="1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5" name="Google Shape;7525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6" name="Google Shape;7526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7" name="Google Shape;7527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8" name="Google Shape;7528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0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29" name="Google Shape;7529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0" name="Google Shape;7530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1" name="Google Shape;7531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2" name="Google Shape;7532;p29"/>
              <p:cNvSpPr/>
              <p:nvPr/>
            </p:nvSpPr>
            <p:spPr>
              <a:xfrm>
                <a:off x="6616538" y="4066642"/>
                <a:ext cx="1398" cy="6626"/>
              </a:xfrm>
              <a:custGeom>
                <a:avLst/>
                <a:gdLst/>
                <a:ahLst/>
                <a:cxnLst/>
                <a:rect l="l" t="t" r="r" b="b"/>
                <a:pathLst>
                  <a:path w="42" h="199" extrusionOk="0">
                    <a:moveTo>
                      <a:pt x="0" y="1"/>
                    </a:moveTo>
                    <a:lnTo>
                      <a:pt x="0" y="198"/>
                    </a:lnTo>
                    <a:cubicBezTo>
                      <a:pt x="26" y="173"/>
                      <a:pt x="41" y="139"/>
                      <a:pt x="38" y="101"/>
                    </a:cubicBezTo>
                    <a:cubicBezTo>
                      <a:pt x="41" y="64"/>
                      <a:pt x="29" y="29"/>
                      <a:pt x="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3" name="Google Shape;7533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4" name="Google Shape;7534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5" name="Google Shape;7535;p29"/>
              <p:cNvSpPr/>
              <p:nvPr/>
            </p:nvSpPr>
            <p:spPr>
              <a:xfrm>
                <a:off x="6683631" y="4319865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23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7" y="46"/>
                      <a:pt x="217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6" name="Google Shape;7536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51"/>
                      <a:pt x="17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7" name="Google Shape;7537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8" name="Google Shape;7538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39" name="Google Shape;7539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0" name="Google Shape;7540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6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1" name="Google Shape;7541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30" y="0"/>
                    </a:moveTo>
                    <a:cubicBezTo>
                      <a:pt x="46" y="0"/>
                      <a:pt x="9" y="55"/>
                      <a:pt x="9" y="129"/>
                    </a:cubicBezTo>
                    <a:cubicBezTo>
                      <a:pt x="0" y="199"/>
                      <a:pt x="57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3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2" name="Google Shape;7542;p29"/>
              <p:cNvSpPr/>
              <p:nvPr/>
            </p:nvSpPr>
            <p:spPr>
              <a:xfrm>
                <a:off x="6874588" y="4008173"/>
                <a:ext cx="10455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4" extrusionOk="0">
                    <a:moveTo>
                      <a:pt x="200" y="0"/>
                    </a:moveTo>
                    <a:cubicBezTo>
                      <a:pt x="193" y="0"/>
                      <a:pt x="186" y="1"/>
                      <a:pt x="179" y="2"/>
                    </a:cubicBezTo>
                    <a:cubicBezTo>
                      <a:pt x="126" y="14"/>
                      <a:pt x="82" y="71"/>
                      <a:pt x="0" y="134"/>
                    </a:cubicBezTo>
                    <a:cubicBezTo>
                      <a:pt x="85" y="196"/>
                      <a:pt x="129" y="256"/>
                      <a:pt x="182" y="262"/>
                    </a:cubicBezTo>
                    <a:cubicBezTo>
                      <a:pt x="189" y="263"/>
                      <a:pt x="195" y="264"/>
                      <a:pt x="202" y="264"/>
                    </a:cubicBezTo>
                    <a:cubicBezTo>
                      <a:pt x="274" y="264"/>
                      <a:pt x="314" y="199"/>
                      <a:pt x="311" y="124"/>
                    </a:cubicBezTo>
                    <a:cubicBezTo>
                      <a:pt x="311" y="56"/>
                      <a:pt x="267" y="0"/>
                      <a:pt x="20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3" name="Google Shape;7543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4" name="Google Shape;7544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5" name="Google Shape;7545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6"/>
                    </a:cubicBezTo>
                    <a:cubicBezTo>
                      <a:pt x="1" y="197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6" name="Google Shape;7546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9" y="253"/>
                      <a:pt x="178" y="253"/>
                    </a:cubicBezTo>
                    <a:cubicBezTo>
                      <a:pt x="241" y="253"/>
                      <a:pt x="283" y="203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7" name="Google Shape;7547;p29"/>
              <p:cNvSpPr/>
              <p:nvPr/>
            </p:nvSpPr>
            <p:spPr>
              <a:xfrm>
                <a:off x="6797772" y="4060349"/>
                <a:ext cx="93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2" extrusionOk="0"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98" y="11"/>
                      <a:pt x="51" y="65"/>
                      <a:pt x="1" y="99"/>
                    </a:cubicBezTo>
                    <a:cubicBezTo>
                      <a:pt x="4" y="121"/>
                      <a:pt x="4" y="140"/>
                      <a:pt x="4" y="159"/>
                    </a:cubicBezTo>
                    <a:cubicBezTo>
                      <a:pt x="54" y="190"/>
                      <a:pt x="101" y="240"/>
                      <a:pt x="154" y="249"/>
                    </a:cubicBezTo>
                    <a:cubicBezTo>
                      <a:pt x="163" y="251"/>
                      <a:pt x="171" y="252"/>
                      <a:pt x="179" y="252"/>
                    </a:cubicBezTo>
                    <a:cubicBezTo>
                      <a:pt x="242" y="252"/>
                      <a:pt x="280" y="197"/>
                      <a:pt x="280" y="124"/>
                    </a:cubicBezTo>
                    <a:cubicBezTo>
                      <a:pt x="280" y="53"/>
                      <a:pt x="236" y="0"/>
                      <a:pt x="17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8" name="Google Shape;7548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9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49" name="Google Shape;7549;p29"/>
              <p:cNvSpPr/>
              <p:nvPr/>
            </p:nvSpPr>
            <p:spPr>
              <a:xfrm>
                <a:off x="6693853" y="4321263"/>
                <a:ext cx="8691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2" extrusionOk="0">
                    <a:moveTo>
                      <a:pt x="123" y="0"/>
                    </a:moveTo>
                    <a:cubicBezTo>
                      <a:pt x="41" y="0"/>
                      <a:pt x="10" y="57"/>
                      <a:pt x="7" y="132"/>
                    </a:cubicBezTo>
                    <a:cubicBezTo>
                      <a:pt x="1" y="185"/>
                      <a:pt x="29" y="232"/>
                      <a:pt x="76" y="251"/>
                    </a:cubicBezTo>
                    <a:lnTo>
                      <a:pt x="261" y="141"/>
                    </a:lnTo>
                    <a:cubicBezTo>
                      <a:pt x="261" y="138"/>
                      <a:pt x="261" y="135"/>
                      <a:pt x="261" y="129"/>
                    </a:cubicBezTo>
                    <a:cubicBezTo>
                      <a:pt x="258" y="54"/>
                      <a:pt x="217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0" name="Google Shape;7550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1" name="Google Shape;7551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2" name="Google Shape;7552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3" name="Google Shape;7553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6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4" name="Google Shape;7554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5" name="Google Shape;7555;p29"/>
              <p:cNvSpPr/>
              <p:nvPr/>
            </p:nvSpPr>
            <p:spPr>
              <a:xfrm>
                <a:off x="6911848" y="3923898"/>
                <a:ext cx="4628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9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77"/>
                    </a:cubicBezTo>
                    <a:cubicBezTo>
                      <a:pt x="135" y="278"/>
                      <a:pt x="135" y="278"/>
                      <a:pt x="136" y="278"/>
                    </a:cubicBezTo>
                    <a:cubicBezTo>
                      <a:pt x="137" y="278"/>
                      <a:pt x="138" y="277"/>
                      <a:pt x="138" y="277"/>
                    </a:cubicBez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6" name="Google Shape;7556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7" name="Google Shape;7557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60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8" name="Google Shape;7558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59" name="Google Shape;7559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41" y="255"/>
                      <a:pt x="104" y="255"/>
                    </a:cubicBezTo>
                    <a:cubicBezTo>
                      <a:pt x="113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80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0" name="Google Shape;7560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1" name="Google Shape;7561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2" name="Google Shape;7562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3" name="Google Shape;7563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4" name="Google Shape;7564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5" name="Google Shape;7565;p29"/>
              <p:cNvSpPr/>
              <p:nvPr/>
            </p:nvSpPr>
            <p:spPr>
              <a:xfrm>
                <a:off x="6822712" y="4176988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2" y="257"/>
                      <a:pt x="167" y="257"/>
                      <a:pt x="172" y="257"/>
                    </a:cubicBezTo>
                    <a:cubicBezTo>
                      <a:pt x="240" y="257"/>
                      <a:pt x="292" y="195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6" name="Google Shape;7566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7" name="Google Shape;7567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8" name="Google Shape;7568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69" name="Google Shape;7569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0" name="Google Shape;7570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1" name="Google Shape;7571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2" name="Google Shape;7572;p29"/>
              <p:cNvSpPr/>
              <p:nvPr/>
            </p:nvSpPr>
            <p:spPr>
              <a:xfrm>
                <a:off x="6806663" y="4120983"/>
                <a:ext cx="97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2" extrusionOk="0">
                    <a:moveTo>
                      <a:pt x="171" y="1"/>
                    </a:moveTo>
                    <a:cubicBezTo>
                      <a:pt x="167" y="1"/>
                      <a:pt x="162" y="1"/>
                      <a:pt x="157" y="2"/>
                    </a:cubicBezTo>
                    <a:cubicBezTo>
                      <a:pt x="101" y="5"/>
                      <a:pt x="54" y="61"/>
                      <a:pt x="0" y="92"/>
                    </a:cubicBezTo>
                    <a:cubicBezTo>
                      <a:pt x="0" y="111"/>
                      <a:pt x="0" y="130"/>
                      <a:pt x="0" y="152"/>
                    </a:cubicBezTo>
                    <a:cubicBezTo>
                      <a:pt x="47" y="183"/>
                      <a:pt x="94" y="237"/>
                      <a:pt x="148" y="249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8" y="252"/>
                      <a:pt x="280" y="202"/>
                      <a:pt x="282" y="130"/>
                    </a:cubicBezTo>
                    <a:cubicBezTo>
                      <a:pt x="291" y="60"/>
                      <a:pt x="237" y="1"/>
                      <a:pt x="17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3" name="Google Shape;7573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3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4" name="Google Shape;7574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7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5" name="Google Shape;7575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6" name="Google Shape;7576;p29"/>
              <p:cNvSpPr/>
              <p:nvPr/>
            </p:nvSpPr>
            <p:spPr>
              <a:xfrm>
                <a:off x="6790713" y="4216245"/>
                <a:ext cx="93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4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200"/>
                      <a:pt x="49" y="253"/>
                      <a:pt x="118" y="253"/>
                    </a:cubicBezTo>
                    <a:cubicBezTo>
                      <a:pt x="123" y="253"/>
                      <a:pt x="129" y="253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7" name="Google Shape;7577;p29"/>
              <p:cNvSpPr/>
              <p:nvPr/>
            </p:nvSpPr>
            <p:spPr>
              <a:xfrm>
                <a:off x="6668814" y="4048162"/>
                <a:ext cx="88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4" extrusionOk="0">
                    <a:moveTo>
                      <a:pt x="134" y="0"/>
                    </a:moveTo>
                    <a:cubicBezTo>
                      <a:pt x="69" y="0"/>
                      <a:pt x="4" y="44"/>
                      <a:pt x="4" y="130"/>
                    </a:cubicBezTo>
                    <a:cubicBezTo>
                      <a:pt x="1" y="198"/>
                      <a:pt x="55" y="254"/>
                      <a:pt x="119" y="254"/>
                    </a:cubicBezTo>
                    <a:cubicBezTo>
                      <a:pt x="125" y="254"/>
                      <a:pt x="132" y="253"/>
                      <a:pt x="138" y="252"/>
                    </a:cubicBezTo>
                    <a:cubicBezTo>
                      <a:pt x="220" y="249"/>
                      <a:pt x="267" y="208"/>
                      <a:pt x="264" y="130"/>
                    </a:cubicBezTo>
                    <a:cubicBezTo>
                      <a:pt x="264" y="44"/>
                      <a:pt x="199" y="0"/>
                      <a:pt x="13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8" name="Google Shape;7578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79" name="Google Shape;7579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0" name="Google Shape;7580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1" name="Google Shape;7581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2" name="Google Shape;7582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1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3" name="Google Shape;7583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29" y="256"/>
                    </a:cubicBezTo>
                    <a:cubicBezTo>
                      <a:pt x="132" y="257"/>
                      <a:pt x="136" y="257"/>
                      <a:pt x="139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4" name="Google Shape;7584;p29"/>
              <p:cNvSpPr/>
              <p:nvPr/>
            </p:nvSpPr>
            <p:spPr>
              <a:xfrm>
                <a:off x="6616737" y="4240285"/>
                <a:ext cx="101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55" extrusionOk="0">
                    <a:moveTo>
                      <a:pt x="176" y="0"/>
                    </a:moveTo>
                    <a:cubicBezTo>
                      <a:pt x="173" y="0"/>
                      <a:pt x="170" y="0"/>
                      <a:pt x="167" y="1"/>
                    </a:cubicBezTo>
                    <a:cubicBezTo>
                      <a:pt x="1" y="7"/>
                      <a:pt x="7" y="255"/>
                      <a:pt x="167" y="255"/>
                    </a:cubicBezTo>
                    <a:cubicBezTo>
                      <a:pt x="170" y="255"/>
                      <a:pt x="173" y="255"/>
                      <a:pt x="176" y="254"/>
                    </a:cubicBezTo>
                    <a:cubicBezTo>
                      <a:pt x="258" y="251"/>
                      <a:pt x="305" y="207"/>
                      <a:pt x="298" y="123"/>
                    </a:cubicBezTo>
                    <a:cubicBezTo>
                      <a:pt x="301" y="36"/>
                      <a:pt x="247" y="0"/>
                      <a:pt x="17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5" name="Google Shape;7585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6" name="Google Shape;7586;p29"/>
              <p:cNvSpPr/>
              <p:nvPr/>
            </p:nvSpPr>
            <p:spPr>
              <a:xfrm>
                <a:off x="6616538" y="4168064"/>
                <a:ext cx="2864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86" h="243" extrusionOk="0">
                    <a:moveTo>
                      <a:pt x="0" y="1"/>
                    </a:moveTo>
                    <a:lnTo>
                      <a:pt x="0" y="242"/>
                    </a:lnTo>
                    <a:cubicBezTo>
                      <a:pt x="54" y="230"/>
                      <a:pt x="85" y="198"/>
                      <a:pt x="85" y="161"/>
                    </a:cubicBezTo>
                    <a:cubicBezTo>
                      <a:pt x="82" y="64"/>
                      <a:pt x="54" y="17"/>
                      <a:pt x="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7" name="Google Shape;7587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8" name="Google Shape;7588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89" name="Google Shape;7589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2" y="1"/>
                    </a:moveTo>
                    <a:cubicBezTo>
                      <a:pt x="54" y="1"/>
                      <a:pt x="0" y="34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4" y="1"/>
                      <a:pt x="11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0" name="Google Shape;7590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1" name="Google Shape;7591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0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2" name="Google Shape;7592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3" name="Google Shape;7593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6"/>
                      <a:pt x="1" y="145"/>
                    </a:cubicBezTo>
                    <a:cubicBezTo>
                      <a:pt x="48" y="182"/>
                      <a:pt x="92" y="239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4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4" name="Google Shape;7594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3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5" name="Google Shape;7595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42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6" name="Google Shape;7596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3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7" name="Google Shape;7597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8" name="Google Shape;7598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599" name="Google Shape;7599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0" name="Google Shape;7600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1" name="Google Shape;7601;p29"/>
              <p:cNvSpPr/>
              <p:nvPr/>
            </p:nvSpPr>
            <p:spPr>
              <a:xfrm>
                <a:off x="6637315" y="4219009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6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2" name="Google Shape;7602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8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8" y="1"/>
                    </a:cubicBezTo>
                    <a:cubicBezTo>
                      <a:pt x="134" y="1"/>
                      <a:pt x="131" y="1"/>
                      <a:pt x="128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3" name="Google Shape;7603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4" name="Google Shape;7604;p29"/>
              <p:cNvSpPr/>
              <p:nvPr/>
            </p:nvSpPr>
            <p:spPr>
              <a:xfrm>
                <a:off x="6616538" y="4276079"/>
                <a:ext cx="1299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39" h="192" extrusionOk="0">
                    <a:moveTo>
                      <a:pt x="0" y="0"/>
                    </a:moveTo>
                    <a:lnTo>
                      <a:pt x="0" y="192"/>
                    </a:lnTo>
                    <a:cubicBezTo>
                      <a:pt x="26" y="167"/>
                      <a:pt x="38" y="132"/>
                      <a:pt x="35" y="94"/>
                    </a:cubicBezTo>
                    <a:cubicBezTo>
                      <a:pt x="38" y="60"/>
                      <a:pt x="26" y="26"/>
                      <a:pt x="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5" name="Google Shape;7605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08" y="256"/>
                    </a:cubicBezTo>
                    <a:cubicBezTo>
                      <a:pt x="115" y="256"/>
                      <a:pt x="122" y="256"/>
                      <a:pt x="129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6" name="Google Shape;7606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7" name="Google Shape;7607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8" name="Google Shape;7608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09" name="Google Shape;7609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0" name="Google Shape;7610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1" name="Google Shape;7611;p29"/>
              <p:cNvSpPr/>
              <p:nvPr/>
            </p:nvSpPr>
            <p:spPr>
              <a:xfrm>
                <a:off x="6625494" y="4274448"/>
                <a:ext cx="92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5" extrusionOk="0">
                    <a:moveTo>
                      <a:pt x="111" y="1"/>
                    </a:moveTo>
                    <a:cubicBezTo>
                      <a:pt x="45" y="1"/>
                      <a:pt x="4" y="54"/>
                      <a:pt x="1" y="125"/>
                    </a:cubicBezTo>
                    <a:cubicBezTo>
                      <a:pt x="1" y="199"/>
                      <a:pt x="43" y="255"/>
                      <a:pt x="109" y="255"/>
                    </a:cubicBezTo>
                    <a:cubicBezTo>
                      <a:pt x="116" y="255"/>
                      <a:pt x="122" y="254"/>
                      <a:pt x="129" y="253"/>
                    </a:cubicBezTo>
                    <a:cubicBezTo>
                      <a:pt x="180" y="247"/>
                      <a:pt x="227" y="194"/>
                      <a:pt x="277" y="159"/>
                    </a:cubicBezTo>
                    <a:cubicBezTo>
                      <a:pt x="277" y="140"/>
                      <a:pt x="277" y="122"/>
                      <a:pt x="277" y="100"/>
                    </a:cubicBezTo>
                    <a:cubicBezTo>
                      <a:pt x="230" y="65"/>
                      <a:pt x="186" y="15"/>
                      <a:pt x="133" y="2"/>
                    </a:cubicBezTo>
                    <a:cubicBezTo>
                      <a:pt x="125" y="1"/>
                      <a:pt x="118" y="1"/>
                      <a:pt x="111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2" name="Google Shape;7612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3" name="Google Shape;7613;p29"/>
              <p:cNvSpPr/>
              <p:nvPr/>
            </p:nvSpPr>
            <p:spPr>
              <a:xfrm>
                <a:off x="6621033" y="4223803"/>
                <a:ext cx="91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6" extrusionOk="0">
                    <a:moveTo>
                      <a:pt x="151" y="0"/>
                    </a:moveTo>
                    <a:cubicBezTo>
                      <a:pt x="69" y="0"/>
                      <a:pt x="19" y="35"/>
                      <a:pt x="13" y="119"/>
                    </a:cubicBezTo>
                    <a:cubicBezTo>
                      <a:pt x="1" y="191"/>
                      <a:pt x="55" y="255"/>
                      <a:pt x="125" y="255"/>
                    </a:cubicBezTo>
                    <a:cubicBezTo>
                      <a:pt x="128" y="255"/>
                      <a:pt x="132" y="255"/>
                      <a:pt x="135" y="254"/>
                    </a:cubicBezTo>
                    <a:cubicBezTo>
                      <a:pt x="141" y="255"/>
                      <a:pt x="148" y="256"/>
                      <a:pt x="154" y="256"/>
                    </a:cubicBezTo>
                    <a:cubicBezTo>
                      <a:pt x="219" y="256"/>
                      <a:pt x="275" y="200"/>
                      <a:pt x="270" y="132"/>
                    </a:cubicBezTo>
                    <a:cubicBezTo>
                      <a:pt x="273" y="57"/>
                      <a:pt x="238" y="0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4" name="Google Shape;7614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58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5" name="Google Shape;7615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6" name="Google Shape;7616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8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7" name="Google Shape;7617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8" name="Google Shape;7618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19" name="Google Shape;7619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0" name="Google Shape;7620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1" name="Google Shape;7621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2" name="Google Shape;7622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48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4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3" name="Google Shape;7623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6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4" name="Google Shape;7624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5" name="Google Shape;7625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6" name="Google Shape;7626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7" name="Google Shape;7627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6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8" name="Google Shape;7628;p29"/>
              <p:cNvSpPr/>
              <p:nvPr/>
            </p:nvSpPr>
            <p:spPr>
              <a:xfrm>
                <a:off x="6616538" y="4331485"/>
                <a:ext cx="6826" cy="795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39" extrusionOk="0">
                    <a:moveTo>
                      <a:pt x="109" y="1"/>
                    </a:moveTo>
                    <a:cubicBezTo>
                      <a:pt x="93" y="1"/>
                      <a:pt x="76" y="4"/>
                      <a:pt x="66" y="10"/>
                    </a:cubicBezTo>
                    <a:cubicBezTo>
                      <a:pt x="41" y="22"/>
                      <a:pt x="19" y="41"/>
                      <a:pt x="0" y="63"/>
                    </a:cubicBezTo>
                    <a:lnTo>
                      <a:pt x="0" y="207"/>
                    </a:lnTo>
                    <a:cubicBezTo>
                      <a:pt x="22" y="223"/>
                      <a:pt x="44" y="232"/>
                      <a:pt x="69" y="239"/>
                    </a:cubicBezTo>
                    <a:cubicBezTo>
                      <a:pt x="120" y="236"/>
                      <a:pt x="163" y="210"/>
                      <a:pt x="189" y="167"/>
                    </a:cubicBezTo>
                    <a:cubicBezTo>
                      <a:pt x="204" y="123"/>
                      <a:pt x="182" y="60"/>
                      <a:pt x="160" y="16"/>
                    </a:cubicBezTo>
                    <a:cubicBezTo>
                      <a:pt x="157" y="7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29" name="Google Shape;7629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0" name="Google Shape;7630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1" name="Google Shape;7631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2" name="Google Shape;7632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3" name="Google Shape;7633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6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4" name="Google Shape;7634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5" name="Google Shape;7635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6" name="Google Shape;7636;p29"/>
              <p:cNvSpPr/>
              <p:nvPr/>
            </p:nvSpPr>
            <p:spPr>
              <a:xfrm>
                <a:off x="6616538" y="4049328"/>
                <a:ext cx="7325" cy="679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04" extrusionOk="0">
                    <a:moveTo>
                      <a:pt x="0" y="1"/>
                    </a:moveTo>
                    <a:lnTo>
                      <a:pt x="0" y="135"/>
                    </a:lnTo>
                    <a:cubicBezTo>
                      <a:pt x="4" y="148"/>
                      <a:pt x="10" y="161"/>
                      <a:pt x="16" y="170"/>
                    </a:cubicBezTo>
                    <a:cubicBezTo>
                      <a:pt x="31" y="193"/>
                      <a:pt x="83" y="203"/>
                      <a:pt x="125" y="203"/>
                    </a:cubicBezTo>
                    <a:cubicBezTo>
                      <a:pt x="136" y="203"/>
                      <a:pt x="145" y="202"/>
                      <a:pt x="154" y="201"/>
                    </a:cubicBezTo>
                    <a:cubicBezTo>
                      <a:pt x="182" y="198"/>
                      <a:pt x="217" y="148"/>
                      <a:pt x="220" y="120"/>
                    </a:cubicBezTo>
                    <a:cubicBezTo>
                      <a:pt x="220" y="98"/>
                      <a:pt x="173" y="70"/>
                      <a:pt x="145" y="54"/>
                    </a:cubicBezTo>
                    <a:cubicBezTo>
                      <a:pt x="98" y="32"/>
                      <a:pt x="51" y="13"/>
                      <a:pt x="0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7" name="Google Shape;7637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8" name="Google Shape;7638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39" name="Google Shape;7639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40" name="Google Shape;7640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41" name="Google Shape;7641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42" name="Google Shape;7642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7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43" name="Google Shape;7643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44" name="Google Shape;7644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rgbClr val="F4D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</p:grpSp>
        <p:sp>
          <p:nvSpPr>
            <p:cNvPr id="7645" name="Google Shape;7645;p29"/>
            <p:cNvSpPr/>
            <p:nvPr/>
          </p:nvSpPr>
          <p:spPr>
            <a:xfrm>
              <a:off x="6315900" y="3866927"/>
              <a:ext cx="300676" cy="511150"/>
            </a:xfrm>
            <a:custGeom>
              <a:avLst/>
              <a:gdLst/>
              <a:ahLst/>
              <a:cxnLst/>
              <a:rect l="l" t="t" r="r" b="b"/>
              <a:pathLst>
                <a:path w="9030" h="15351" extrusionOk="0">
                  <a:moveTo>
                    <a:pt x="361" y="637"/>
                  </a:moveTo>
                  <a:lnTo>
                    <a:pt x="8669" y="5623"/>
                  </a:lnTo>
                  <a:lnTo>
                    <a:pt x="8669" y="14711"/>
                  </a:lnTo>
                  <a:lnTo>
                    <a:pt x="361" y="9728"/>
                  </a:lnTo>
                  <a:lnTo>
                    <a:pt x="361" y="637"/>
                  </a:lnTo>
                  <a:close/>
                  <a:moveTo>
                    <a:pt x="1" y="1"/>
                  </a:moveTo>
                  <a:lnTo>
                    <a:pt x="1" y="9932"/>
                  </a:lnTo>
                  <a:lnTo>
                    <a:pt x="9029" y="15350"/>
                  </a:lnTo>
                  <a:lnTo>
                    <a:pt x="9029" y="15281"/>
                  </a:lnTo>
                  <a:lnTo>
                    <a:pt x="9029" y="541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  <p:sp>
          <p:nvSpPr>
            <p:cNvPr id="7646" name="Google Shape;7646;p29"/>
            <p:cNvSpPr/>
            <p:nvPr/>
          </p:nvSpPr>
          <p:spPr>
            <a:xfrm>
              <a:off x="6315900" y="3686425"/>
              <a:ext cx="601286" cy="360845"/>
            </a:xfrm>
            <a:custGeom>
              <a:avLst/>
              <a:gdLst/>
              <a:ahLst/>
              <a:cxnLst/>
              <a:rect l="l" t="t" r="r" b="b"/>
              <a:pathLst>
                <a:path w="18058" h="10837" extrusionOk="0">
                  <a:moveTo>
                    <a:pt x="9029" y="0"/>
                  </a:moveTo>
                  <a:lnTo>
                    <a:pt x="7751" y="762"/>
                  </a:lnTo>
                  <a:lnTo>
                    <a:pt x="6839" y="1304"/>
                  </a:lnTo>
                  <a:lnTo>
                    <a:pt x="3448" y="3322"/>
                  </a:lnTo>
                  <a:lnTo>
                    <a:pt x="2646" y="3798"/>
                  </a:lnTo>
                  <a:lnTo>
                    <a:pt x="1" y="5375"/>
                  </a:lnTo>
                  <a:lnTo>
                    <a:pt x="1157" y="6074"/>
                  </a:lnTo>
                  <a:lnTo>
                    <a:pt x="1631" y="6359"/>
                  </a:lnTo>
                  <a:lnTo>
                    <a:pt x="5657" y="8797"/>
                  </a:lnTo>
                  <a:lnTo>
                    <a:pt x="6316" y="9195"/>
                  </a:lnTo>
                  <a:lnTo>
                    <a:pt x="9029" y="10837"/>
                  </a:lnTo>
                  <a:lnTo>
                    <a:pt x="10170" y="10148"/>
                  </a:lnTo>
                  <a:lnTo>
                    <a:pt x="10706" y="9822"/>
                  </a:lnTo>
                  <a:lnTo>
                    <a:pt x="14570" y="7484"/>
                  </a:lnTo>
                  <a:lnTo>
                    <a:pt x="15043" y="7199"/>
                  </a:lnTo>
                  <a:lnTo>
                    <a:pt x="18058" y="5375"/>
                  </a:lnTo>
                  <a:lnTo>
                    <a:pt x="14639" y="3338"/>
                  </a:lnTo>
                  <a:lnTo>
                    <a:pt x="13743" y="2808"/>
                  </a:lnTo>
                  <a:lnTo>
                    <a:pt x="13595" y="2720"/>
                  </a:lnTo>
                  <a:lnTo>
                    <a:pt x="13595" y="2720"/>
                  </a:lnTo>
                  <a:cubicBezTo>
                    <a:pt x="13602" y="2727"/>
                    <a:pt x="13602" y="2736"/>
                    <a:pt x="13605" y="2749"/>
                  </a:cubicBezTo>
                  <a:lnTo>
                    <a:pt x="13432" y="2645"/>
                  </a:lnTo>
                  <a:cubicBezTo>
                    <a:pt x="13442" y="2642"/>
                    <a:pt x="13451" y="2639"/>
                    <a:pt x="13461" y="2639"/>
                  </a:cubicBezTo>
                  <a:lnTo>
                    <a:pt x="9913" y="527"/>
                  </a:lnTo>
                  <a:lnTo>
                    <a:pt x="9437" y="245"/>
                  </a:lnTo>
                  <a:lnTo>
                    <a:pt x="902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</p:grpSp>
      <p:grpSp>
        <p:nvGrpSpPr>
          <p:cNvPr id="7647" name="Google Shape;7647;p29"/>
          <p:cNvGrpSpPr/>
          <p:nvPr/>
        </p:nvGrpSpPr>
        <p:grpSpPr>
          <a:xfrm>
            <a:off x="4598108" y="1505397"/>
            <a:ext cx="1001021" cy="1258046"/>
            <a:chOff x="6315900" y="3686425"/>
            <a:chExt cx="601286" cy="691652"/>
          </a:xfrm>
        </p:grpSpPr>
        <p:grpSp>
          <p:nvGrpSpPr>
            <p:cNvPr id="7648" name="Google Shape;7648;p29"/>
            <p:cNvGrpSpPr/>
            <p:nvPr/>
          </p:nvGrpSpPr>
          <p:grpSpPr>
            <a:xfrm>
              <a:off x="6616538" y="3894164"/>
              <a:ext cx="299938" cy="483371"/>
              <a:chOff x="6616538" y="3894164"/>
              <a:chExt cx="299938" cy="483371"/>
            </a:xfrm>
          </p:grpSpPr>
          <p:sp>
            <p:nvSpPr>
              <p:cNvPr id="7649" name="Google Shape;7649;p29"/>
              <p:cNvSpPr/>
              <p:nvPr/>
            </p:nvSpPr>
            <p:spPr>
              <a:xfrm>
                <a:off x="6625494" y="4274514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07" y="1"/>
                    </a:moveTo>
                    <a:cubicBezTo>
                      <a:pt x="44" y="1"/>
                      <a:pt x="4" y="53"/>
                      <a:pt x="1" y="123"/>
                    </a:cubicBezTo>
                    <a:cubicBezTo>
                      <a:pt x="1" y="197"/>
                      <a:pt x="43" y="253"/>
                      <a:pt x="109" y="253"/>
                    </a:cubicBezTo>
                    <a:cubicBezTo>
                      <a:pt x="116" y="253"/>
                      <a:pt x="122" y="252"/>
                      <a:pt x="129" y="251"/>
                    </a:cubicBezTo>
                    <a:cubicBezTo>
                      <a:pt x="180" y="245"/>
                      <a:pt x="227" y="192"/>
                      <a:pt x="277" y="157"/>
                    </a:cubicBezTo>
                    <a:cubicBezTo>
                      <a:pt x="277" y="138"/>
                      <a:pt x="277" y="120"/>
                      <a:pt x="277" y="98"/>
                    </a:cubicBezTo>
                    <a:cubicBezTo>
                      <a:pt x="230" y="66"/>
                      <a:pt x="186" y="13"/>
                      <a:pt x="133" y="4"/>
                    </a:cubicBezTo>
                    <a:cubicBezTo>
                      <a:pt x="124" y="2"/>
                      <a:pt x="115" y="1"/>
                      <a:pt x="1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0" name="Google Shape;7650;p29"/>
              <p:cNvSpPr/>
              <p:nvPr/>
            </p:nvSpPr>
            <p:spPr>
              <a:xfrm>
                <a:off x="6621266" y="4223803"/>
                <a:ext cx="88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56" extrusionOk="0">
                    <a:moveTo>
                      <a:pt x="144" y="0"/>
                    </a:moveTo>
                    <a:cubicBezTo>
                      <a:pt x="62" y="0"/>
                      <a:pt x="12" y="35"/>
                      <a:pt x="6" y="119"/>
                    </a:cubicBezTo>
                    <a:cubicBezTo>
                      <a:pt x="1" y="209"/>
                      <a:pt x="68" y="255"/>
                      <a:pt x="135" y="255"/>
                    </a:cubicBezTo>
                    <a:cubicBezTo>
                      <a:pt x="198" y="255"/>
                      <a:pt x="260" y="215"/>
                      <a:pt x="263" y="132"/>
                    </a:cubicBezTo>
                    <a:cubicBezTo>
                      <a:pt x="266" y="57"/>
                      <a:pt x="231" y="0"/>
                      <a:pt x="14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1" name="Google Shape;7651;p29"/>
              <p:cNvSpPr/>
              <p:nvPr/>
            </p:nvSpPr>
            <p:spPr>
              <a:xfrm>
                <a:off x="6637315" y="4219009"/>
                <a:ext cx="8791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3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2" name="Google Shape;7652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3" name="Google Shape;7653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4" name="Google Shape;7654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0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5" name="Google Shape;7655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6" name="Google Shape;7656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7" name="Google Shape;7657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5"/>
                      <a:pt x="4" y="125"/>
                    </a:cubicBezTo>
                    <a:cubicBezTo>
                      <a:pt x="1" y="202"/>
                      <a:pt x="57" y="263"/>
                      <a:pt x="130" y="263"/>
                    </a:cubicBezTo>
                    <a:cubicBezTo>
                      <a:pt x="132" y="263"/>
                      <a:pt x="134" y="263"/>
                      <a:pt x="135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8" name="Google Shape;7658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3"/>
                      <a:pt x="260" y="186"/>
                      <a:pt x="267" y="130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59" name="Google Shape;7659;p29"/>
              <p:cNvSpPr/>
              <p:nvPr/>
            </p:nvSpPr>
            <p:spPr>
              <a:xfrm>
                <a:off x="6633619" y="4298521"/>
                <a:ext cx="9357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3" extrusionOk="0">
                    <a:moveTo>
                      <a:pt x="123" y="0"/>
                    </a:moveTo>
                    <a:cubicBezTo>
                      <a:pt x="55" y="0"/>
                      <a:pt x="0" y="62"/>
                      <a:pt x="14" y="132"/>
                    </a:cubicBezTo>
                    <a:cubicBezTo>
                      <a:pt x="23" y="182"/>
                      <a:pt x="83" y="226"/>
                      <a:pt x="121" y="273"/>
                    </a:cubicBezTo>
                    <a:lnTo>
                      <a:pt x="177" y="273"/>
                    </a:lnTo>
                    <a:cubicBezTo>
                      <a:pt x="211" y="226"/>
                      <a:pt x="280" y="173"/>
                      <a:pt x="274" y="129"/>
                    </a:cubicBezTo>
                    <a:cubicBezTo>
                      <a:pt x="255" y="69"/>
                      <a:pt x="208" y="22"/>
                      <a:pt x="149" y="3"/>
                    </a:cubicBezTo>
                    <a:cubicBezTo>
                      <a:pt x="140" y="1"/>
                      <a:pt x="131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0" name="Google Shape;7660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1" name="Google Shape;7661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2" name="Google Shape;7662;p29"/>
              <p:cNvSpPr/>
              <p:nvPr/>
            </p:nvSpPr>
            <p:spPr>
              <a:xfrm>
                <a:off x="6624262" y="4180984"/>
                <a:ext cx="108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6" extrusionOk="0">
                    <a:moveTo>
                      <a:pt x="149" y="1"/>
                    </a:moveTo>
                    <a:cubicBezTo>
                      <a:pt x="146" y="1"/>
                      <a:pt x="144" y="1"/>
                      <a:pt x="141" y="2"/>
                    </a:cubicBezTo>
                    <a:cubicBezTo>
                      <a:pt x="88" y="8"/>
                      <a:pt x="47" y="83"/>
                      <a:pt x="0" y="130"/>
                    </a:cubicBezTo>
                    <a:cubicBezTo>
                      <a:pt x="44" y="174"/>
                      <a:pt x="88" y="255"/>
                      <a:pt x="132" y="255"/>
                    </a:cubicBezTo>
                    <a:cubicBezTo>
                      <a:pt x="185" y="255"/>
                      <a:pt x="239" y="190"/>
                      <a:pt x="326" y="127"/>
                    </a:cubicBezTo>
                    <a:cubicBezTo>
                      <a:pt x="247" y="71"/>
                      <a:pt x="192" y="1"/>
                      <a:pt x="1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3" name="Google Shape;7663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3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4" name="Google Shape;7664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5" name="Google Shape;7665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6" name="Google Shape;7666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7" name="Google Shape;7667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10" y="256"/>
                    </a:cubicBezTo>
                    <a:cubicBezTo>
                      <a:pt x="117" y="256"/>
                      <a:pt x="124" y="256"/>
                      <a:pt x="132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8" name="Google Shape;7668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69" name="Google Shape;7669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4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47"/>
                    </a:cubicBezTo>
                    <a:cubicBezTo>
                      <a:pt x="298" y="153"/>
                      <a:pt x="314" y="65"/>
                      <a:pt x="217" y="18"/>
                    </a:cubicBezTo>
                    <a:cubicBezTo>
                      <a:pt x="197" y="6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0" name="Google Shape;7670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1" name="Google Shape;7671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1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2" name="Google Shape;7672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8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3" name="Google Shape;7673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4" name="Google Shape;7674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5" name="Google Shape;7675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6" name="Google Shape;7676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7" name="Google Shape;7677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8" name="Google Shape;7678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79" name="Google Shape;7679;p29"/>
              <p:cNvSpPr/>
              <p:nvPr/>
            </p:nvSpPr>
            <p:spPr>
              <a:xfrm>
                <a:off x="6700213" y="4191072"/>
                <a:ext cx="13386" cy="17914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38" extrusionOk="0">
                    <a:moveTo>
                      <a:pt x="189" y="250"/>
                    </a:moveTo>
                    <a:lnTo>
                      <a:pt x="192" y="253"/>
                    </a:lnTo>
                    <a:cubicBezTo>
                      <a:pt x="192" y="253"/>
                      <a:pt x="192" y="253"/>
                      <a:pt x="192" y="250"/>
                    </a:cubicBezTo>
                    <a:close/>
                    <a:moveTo>
                      <a:pt x="257" y="1"/>
                    </a:moveTo>
                    <a:cubicBezTo>
                      <a:pt x="200" y="1"/>
                      <a:pt x="151" y="45"/>
                      <a:pt x="148" y="103"/>
                    </a:cubicBezTo>
                    <a:cubicBezTo>
                      <a:pt x="142" y="150"/>
                      <a:pt x="173" y="200"/>
                      <a:pt x="192" y="250"/>
                    </a:cubicBezTo>
                    <a:cubicBezTo>
                      <a:pt x="215" y="252"/>
                      <a:pt x="240" y="261"/>
                      <a:pt x="261" y="261"/>
                    </a:cubicBezTo>
                    <a:cubicBezTo>
                      <a:pt x="269" y="261"/>
                      <a:pt x="277" y="260"/>
                      <a:pt x="283" y="256"/>
                    </a:cubicBezTo>
                    <a:cubicBezTo>
                      <a:pt x="330" y="225"/>
                      <a:pt x="399" y="181"/>
                      <a:pt x="402" y="140"/>
                    </a:cubicBezTo>
                    <a:cubicBezTo>
                      <a:pt x="402" y="97"/>
                      <a:pt x="346" y="28"/>
                      <a:pt x="298" y="9"/>
                    </a:cubicBezTo>
                    <a:cubicBezTo>
                      <a:pt x="285" y="3"/>
                      <a:pt x="270" y="1"/>
                      <a:pt x="257" y="1"/>
                    </a:cubicBezTo>
                    <a:close/>
                    <a:moveTo>
                      <a:pt x="192" y="253"/>
                    </a:moveTo>
                    <a:cubicBezTo>
                      <a:pt x="161" y="259"/>
                      <a:pt x="129" y="266"/>
                      <a:pt x="101" y="278"/>
                    </a:cubicBezTo>
                    <a:cubicBezTo>
                      <a:pt x="23" y="325"/>
                      <a:pt x="1" y="397"/>
                      <a:pt x="51" y="473"/>
                    </a:cubicBezTo>
                    <a:cubicBezTo>
                      <a:pt x="70" y="515"/>
                      <a:pt x="111" y="537"/>
                      <a:pt x="152" y="537"/>
                    </a:cubicBezTo>
                    <a:cubicBezTo>
                      <a:pt x="178" y="537"/>
                      <a:pt x="205" y="528"/>
                      <a:pt x="226" y="510"/>
                    </a:cubicBezTo>
                    <a:cubicBezTo>
                      <a:pt x="302" y="457"/>
                      <a:pt x="295" y="385"/>
                      <a:pt x="258" y="316"/>
                    </a:cubicBezTo>
                    <a:cubicBezTo>
                      <a:pt x="239" y="294"/>
                      <a:pt x="217" y="272"/>
                      <a:pt x="192" y="25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0" name="Google Shape;7680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1" name="Google Shape;7681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2" name="Google Shape;7682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3" name="Google Shape;7683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4" name="Google Shape;7684;p29"/>
              <p:cNvSpPr/>
              <p:nvPr/>
            </p:nvSpPr>
            <p:spPr>
              <a:xfrm>
                <a:off x="6705906" y="4133868"/>
                <a:ext cx="91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0" extrusionOk="0">
                    <a:moveTo>
                      <a:pt x="106" y="0"/>
                    </a:moveTo>
                    <a:cubicBezTo>
                      <a:pt x="71" y="53"/>
                      <a:pt x="18" y="100"/>
                      <a:pt x="12" y="157"/>
                    </a:cubicBezTo>
                    <a:cubicBezTo>
                      <a:pt x="0" y="229"/>
                      <a:pt x="54" y="290"/>
                      <a:pt x="124" y="290"/>
                    </a:cubicBezTo>
                    <a:cubicBezTo>
                      <a:pt x="130" y="290"/>
                      <a:pt x="137" y="289"/>
                      <a:pt x="143" y="288"/>
                    </a:cubicBezTo>
                    <a:cubicBezTo>
                      <a:pt x="145" y="288"/>
                      <a:pt x="146" y="288"/>
                      <a:pt x="148" y="288"/>
                    </a:cubicBezTo>
                    <a:cubicBezTo>
                      <a:pt x="221" y="288"/>
                      <a:pt x="274" y="221"/>
                      <a:pt x="259" y="150"/>
                    </a:cubicBezTo>
                    <a:cubicBezTo>
                      <a:pt x="247" y="94"/>
                      <a:pt x="193" y="50"/>
                      <a:pt x="15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5" name="Google Shape;7685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6" name="Google Shape;7686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7" name="Google Shape;7687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8" name="Google Shape;7688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89" name="Google Shape;7689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3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0" name="Google Shape;7690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1" name="Google Shape;7691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2" name="Google Shape;7692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3" name="Google Shape;7693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38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4" name="Google Shape;7694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3" y="0"/>
                      <a:pt x="9" y="59"/>
                      <a:pt x="3" y="126"/>
                    </a:cubicBezTo>
                    <a:cubicBezTo>
                      <a:pt x="0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5" name="Google Shape;7695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6" name="Google Shape;7696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7" name="Google Shape;7697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8" name="Google Shape;7698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8"/>
                      <a:pt x="4" y="102"/>
                    </a:cubicBezTo>
                    <a:cubicBezTo>
                      <a:pt x="0" y="118"/>
                      <a:pt x="0" y="137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699" name="Google Shape;7699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0" name="Google Shape;7700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1" name="Google Shape;7701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2" name="Google Shape;7702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3" name="Google Shape;7703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4" name="Google Shape;7704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38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5" name="Google Shape;7705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1"/>
                      <a:pt x="53" y="262"/>
                      <a:pt x="127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6" name="Google Shape;7706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82" y="229"/>
                      <a:pt x="116" y="276"/>
                    </a:cubicBezTo>
                    <a:lnTo>
                      <a:pt x="172" y="276"/>
                    </a:lnTo>
                    <a:cubicBezTo>
                      <a:pt x="207" y="226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7" name="Google Shape;7707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3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8" name="Google Shape;7708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38" y="255"/>
                      <a:pt x="103" y="255"/>
                    </a:cubicBezTo>
                    <a:cubicBezTo>
                      <a:pt x="112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76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09" name="Google Shape;7709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0" name="Google Shape;7710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1" name="Google Shape;7711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2" name="Google Shape;7712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3" name="Google Shape;7713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4" name="Google Shape;7714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5" name="Google Shape;7715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6" name="Google Shape;7716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9" y="0"/>
                      <a:pt x="49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7" name="Google Shape;7717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8" name="Google Shape;7718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19" name="Google Shape;7719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0" name="Google Shape;7720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1" name="Google Shape;7721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2" name="Google Shape;7722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3" name="Google Shape;7723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4" name="Google Shape;7724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5" name="Google Shape;7725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6" name="Google Shape;7726;p29"/>
              <p:cNvSpPr/>
              <p:nvPr/>
            </p:nvSpPr>
            <p:spPr>
              <a:xfrm>
                <a:off x="6822712" y="4176988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1" y="257"/>
                      <a:pt x="165" y="257"/>
                      <a:pt x="168" y="257"/>
                    </a:cubicBezTo>
                    <a:cubicBezTo>
                      <a:pt x="238" y="257"/>
                      <a:pt x="292" y="196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7" name="Google Shape;7727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8" name="Google Shape;7728;p29"/>
              <p:cNvSpPr/>
              <p:nvPr/>
            </p:nvSpPr>
            <p:spPr>
              <a:xfrm>
                <a:off x="6806563" y="4120983"/>
                <a:ext cx="98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2" extrusionOk="0">
                    <a:moveTo>
                      <a:pt x="174" y="1"/>
                    </a:moveTo>
                    <a:cubicBezTo>
                      <a:pt x="170" y="1"/>
                      <a:pt x="165" y="1"/>
                      <a:pt x="160" y="2"/>
                    </a:cubicBezTo>
                    <a:cubicBezTo>
                      <a:pt x="104" y="5"/>
                      <a:pt x="57" y="61"/>
                      <a:pt x="3" y="92"/>
                    </a:cubicBezTo>
                    <a:cubicBezTo>
                      <a:pt x="3" y="114"/>
                      <a:pt x="3" y="133"/>
                      <a:pt x="0" y="152"/>
                    </a:cubicBezTo>
                    <a:cubicBezTo>
                      <a:pt x="50" y="183"/>
                      <a:pt x="97" y="237"/>
                      <a:pt x="151" y="249"/>
                    </a:cubicBezTo>
                    <a:cubicBezTo>
                      <a:pt x="160" y="251"/>
                      <a:pt x="169" y="252"/>
                      <a:pt x="177" y="252"/>
                    </a:cubicBezTo>
                    <a:cubicBezTo>
                      <a:pt x="241" y="252"/>
                      <a:pt x="283" y="202"/>
                      <a:pt x="285" y="130"/>
                    </a:cubicBezTo>
                    <a:cubicBezTo>
                      <a:pt x="294" y="60"/>
                      <a:pt x="240" y="1"/>
                      <a:pt x="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29" name="Google Shape;7729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0" name="Google Shape;7730;p29"/>
              <p:cNvSpPr/>
              <p:nvPr/>
            </p:nvSpPr>
            <p:spPr>
              <a:xfrm>
                <a:off x="6810225" y="4134568"/>
                <a:ext cx="10555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3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1"/>
                      <a:pt x="45" y="263"/>
                      <a:pt x="115" y="263"/>
                    </a:cubicBezTo>
                    <a:cubicBezTo>
                      <a:pt x="121" y="263"/>
                      <a:pt x="128" y="262"/>
                      <a:pt x="135" y="261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1" name="Google Shape;7731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2" name="Google Shape;7732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2" y="258"/>
                      <a:pt x="121" y="258"/>
                    </a:cubicBezTo>
                    <a:cubicBezTo>
                      <a:pt x="125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3" name="Google Shape;7733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4" name="Google Shape;7734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2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5" name="Google Shape;7735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6" name="Google Shape;7736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7" name="Google Shape;7737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8" name="Google Shape;7738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4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39" name="Google Shape;7739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6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0" name="Google Shape;7740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1" name="Google Shape;7741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2" name="Google Shape;7742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3" name="Google Shape;7743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4" name="Google Shape;7744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5" name="Google Shape;7745;p29"/>
              <p:cNvSpPr/>
              <p:nvPr/>
            </p:nvSpPr>
            <p:spPr>
              <a:xfrm>
                <a:off x="6769237" y="4200828"/>
                <a:ext cx="86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9" extrusionOk="0">
                    <a:moveTo>
                      <a:pt x="131" y="1"/>
                    </a:moveTo>
                    <a:cubicBezTo>
                      <a:pt x="66" y="1"/>
                      <a:pt x="1" y="45"/>
                      <a:pt x="2" y="133"/>
                    </a:cubicBezTo>
                    <a:cubicBezTo>
                      <a:pt x="5" y="206"/>
                      <a:pt x="41" y="258"/>
                      <a:pt x="124" y="258"/>
                    </a:cubicBezTo>
                    <a:cubicBezTo>
                      <a:pt x="126" y="258"/>
                      <a:pt x="128" y="258"/>
                      <a:pt x="131" y="258"/>
                    </a:cubicBezTo>
                    <a:cubicBezTo>
                      <a:pt x="135" y="258"/>
                      <a:pt x="140" y="258"/>
                      <a:pt x="144" y="258"/>
                    </a:cubicBezTo>
                    <a:cubicBezTo>
                      <a:pt x="225" y="258"/>
                      <a:pt x="259" y="204"/>
                      <a:pt x="259" y="133"/>
                    </a:cubicBezTo>
                    <a:cubicBezTo>
                      <a:pt x="261" y="45"/>
                      <a:pt x="196" y="1"/>
                      <a:pt x="1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6" name="Google Shape;7746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7" name="Google Shape;7747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8" name="Google Shape;7748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3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49" name="Google Shape;7749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0" name="Google Shape;7750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4" y="1"/>
                    </a:moveTo>
                    <a:cubicBezTo>
                      <a:pt x="55" y="1"/>
                      <a:pt x="0" y="36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5" y="1"/>
                      <a:pt x="1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1" name="Google Shape;7751;p29"/>
              <p:cNvSpPr/>
              <p:nvPr/>
            </p:nvSpPr>
            <p:spPr>
              <a:xfrm>
                <a:off x="6753488" y="4117986"/>
                <a:ext cx="9690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326" extrusionOk="0">
                    <a:moveTo>
                      <a:pt x="131" y="1"/>
                    </a:moveTo>
                    <a:cubicBezTo>
                      <a:pt x="74" y="85"/>
                      <a:pt x="18" y="135"/>
                      <a:pt x="12" y="192"/>
                    </a:cubicBezTo>
                    <a:cubicBezTo>
                      <a:pt x="0" y="264"/>
                      <a:pt x="57" y="325"/>
                      <a:pt x="127" y="325"/>
                    </a:cubicBezTo>
                    <a:cubicBezTo>
                      <a:pt x="133" y="325"/>
                      <a:pt x="140" y="325"/>
                      <a:pt x="146" y="324"/>
                    </a:cubicBezTo>
                    <a:cubicBezTo>
                      <a:pt x="222" y="314"/>
                      <a:pt x="290" y="261"/>
                      <a:pt x="269" y="176"/>
                    </a:cubicBezTo>
                    <a:cubicBezTo>
                      <a:pt x="253" y="123"/>
                      <a:pt x="193" y="79"/>
                      <a:pt x="1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2" name="Google Shape;7752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3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3" name="Google Shape;7753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4" name="Google Shape;7754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5" name="Google Shape;7755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22"/>
                    </a:cubicBezTo>
                    <a:cubicBezTo>
                      <a:pt x="4" y="215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6" name="Google Shape;7756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7" name="Google Shape;7757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8" name="Google Shape;7758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59" name="Google Shape;7759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0" name="Google Shape;7760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1" name="Google Shape;7761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2" name="Google Shape;7762;p29"/>
              <p:cNvSpPr/>
              <p:nvPr/>
            </p:nvSpPr>
            <p:spPr>
              <a:xfrm>
                <a:off x="6797906" y="4060349"/>
                <a:ext cx="91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2" extrusionOk="0">
                    <a:moveTo>
                      <a:pt x="168" y="0"/>
                    </a:moveTo>
                    <a:cubicBezTo>
                      <a:pt x="161" y="0"/>
                      <a:pt x="154" y="1"/>
                      <a:pt x="147" y="2"/>
                    </a:cubicBezTo>
                    <a:cubicBezTo>
                      <a:pt x="94" y="11"/>
                      <a:pt x="47" y="65"/>
                      <a:pt x="0" y="102"/>
                    </a:cubicBezTo>
                    <a:cubicBezTo>
                      <a:pt x="0" y="121"/>
                      <a:pt x="0" y="140"/>
                      <a:pt x="0" y="159"/>
                    </a:cubicBezTo>
                    <a:cubicBezTo>
                      <a:pt x="50" y="190"/>
                      <a:pt x="97" y="240"/>
                      <a:pt x="150" y="249"/>
                    </a:cubicBezTo>
                    <a:cubicBezTo>
                      <a:pt x="159" y="251"/>
                      <a:pt x="167" y="252"/>
                      <a:pt x="175" y="252"/>
                    </a:cubicBezTo>
                    <a:cubicBezTo>
                      <a:pt x="238" y="252"/>
                      <a:pt x="276" y="197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3" name="Google Shape;7763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4" name="Google Shape;7764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5" name="Google Shape;7765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6" name="Google Shape;7766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61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7" name="Google Shape;7767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8" name="Google Shape;7768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69" name="Google Shape;7769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0" name="Google Shape;7770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1" name="Google Shape;7771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2" name="Google Shape;7772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3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3" name="Google Shape;7773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4" name="Google Shape;7774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5" name="Google Shape;7775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4" y="51"/>
                      <a:pt x="4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6"/>
                      <a:pt x="232" y="199"/>
                      <a:pt x="283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6" name="Google Shape;7776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7" name="Google Shape;7777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8" name="Google Shape;7778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70" y="0"/>
                    </a:moveTo>
                    <a:cubicBezTo>
                      <a:pt x="164" y="0"/>
                      <a:pt x="158" y="1"/>
                      <a:pt x="151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79" name="Google Shape;7779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0" name="Google Shape;7780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1" name="Google Shape;7781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2" name="Google Shape;7782;p29"/>
              <p:cNvSpPr/>
              <p:nvPr/>
            </p:nvSpPr>
            <p:spPr>
              <a:xfrm>
                <a:off x="6887840" y="4134967"/>
                <a:ext cx="9423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9" extrusionOk="0">
                    <a:moveTo>
                      <a:pt x="169" y="1"/>
                    </a:moveTo>
                    <a:cubicBezTo>
                      <a:pt x="164" y="1"/>
                      <a:pt x="159" y="1"/>
                      <a:pt x="154" y="2"/>
                    </a:cubicBezTo>
                    <a:cubicBezTo>
                      <a:pt x="101" y="11"/>
                      <a:pt x="54" y="67"/>
                      <a:pt x="4" y="99"/>
                    </a:cubicBezTo>
                    <a:lnTo>
                      <a:pt x="0" y="155"/>
                    </a:lnTo>
                    <a:cubicBezTo>
                      <a:pt x="51" y="190"/>
                      <a:pt x="94" y="246"/>
                      <a:pt x="151" y="255"/>
                    </a:cubicBezTo>
                    <a:cubicBezTo>
                      <a:pt x="160" y="258"/>
                      <a:pt x="169" y="259"/>
                      <a:pt x="178" y="259"/>
                    </a:cubicBezTo>
                    <a:cubicBezTo>
                      <a:pt x="242" y="259"/>
                      <a:pt x="277" y="200"/>
                      <a:pt x="279" y="133"/>
                    </a:cubicBezTo>
                    <a:cubicBezTo>
                      <a:pt x="282" y="60"/>
                      <a:pt x="239" y="1"/>
                      <a:pt x="1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3" name="Google Shape;7783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1" y="253"/>
                      <a:pt x="283" y="201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4" name="Google Shape;7784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5" name="Google Shape;7785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6" name="Google Shape;7786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7" name="Google Shape;7787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8" name="Google Shape;7788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89" name="Google Shape;7789;p29"/>
              <p:cNvSpPr/>
              <p:nvPr/>
            </p:nvSpPr>
            <p:spPr>
              <a:xfrm>
                <a:off x="6874688" y="4008239"/>
                <a:ext cx="10356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2" extrusionOk="0">
                    <a:moveTo>
                      <a:pt x="201" y="1"/>
                    </a:moveTo>
                    <a:cubicBezTo>
                      <a:pt x="193" y="1"/>
                      <a:pt x="185" y="1"/>
                      <a:pt x="176" y="3"/>
                    </a:cubicBezTo>
                    <a:cubicBezTo>
                      <a:pt x="123" y="12"/>
                      <a:pt x="79" y="72"/>
                      <a:pt x="1" y="135"/>
                    </a:cubicBezTo>
                    <a:cubicBezTo>
                      <a:pt x="82" y="194"/>
                      <a:pt x="126" y="254"/>
                      <a:pt x="179" y="260"/>
                    </a:cubicBezTo>
                    <a:cubicBezTo>
                      <a:pt x="186" y="261"/>
                      <a:pt x="192" y="262"/>
                      <a:pt x="199" y="262"/>
                    </a:cubicBezTo>
                    <a:cubicBezTo>
                      <a:pt x="271" y="262"/>
                      <a:pt x="311" y="197"/>
                      <a:pt x="308" y="122"/>
                    </a:cubicBezTo>
                    <a:cubicBezTo>
                      <a:pt x="308" y="55"/>
                      <a:pt x="265" y="1"/>
                      <a:pt x="20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0" name="Google Shape;7790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1" name="Google Shape;7791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2" name="Google Shape;7792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3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3" name="Google Shape;7793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4" name="Google Shape;7794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0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5" name="Google Shape;7795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6" name="Google Shape;7796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4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7" name="Google Shape;7797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9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8" name="Google Shape;7798;p29"/>
              <p:cNvSpPr/>
              <p:nvPr/>
            </p:nvSpPr>
            <p:spPr>
              <a:xfrm>
                <a:off x="6904555" y="4156677"/>
                <a:ext cx="96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2" extrusionOk="0">
                    <a:moveTo>
                      <a:pt x="123" y="0"/>
                    </a:moveTo>
                    <a:cubicBezTo>
                      <a:pt x="54" y="0"/>
                      <a:pt x="0" y="59"/>
                      <a:pt x="9" y="127"/>
                    </a:cubicBezTo>
                    <a:cubicBezTo>
                      <a:pt x="12" y="199"/>
                      <a:pt x="47" y="261"/>
                      <a:pt x="116" y="261"/>
                    </a:cubicBezTo>
                    <a:cubicBezTo>
                      <a:pt x="125" y="261"/>
                      <a:pt x="134" y="260"/>
                      <a:pt x="144" y="258"/>
                    </a:cubicBezTo>
                    <a:cubicBezTo>
                      <a:pt x="197" y="249"/>
                      <a:pt x="241" y="193"/>
                      <a:pt x="288" y="155"/>
                    </a:cubicBezTo>
                    <a:cubicBezTo>
                      <a:pt x="266" y="42"/>
                      <a:pt x="210" y="1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799" name="Google Shape;7799;p29"/>
              <p:cNvSpPr/>
              <p:nvPr/>
            </p:nvSpPr>
            <p:spPr>
              <a:xfrm>
                <a:off x="6902325" y="4175789"/>
                <a:ext cx="11021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30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0" name="Google Shape;7800;p29"/>
              <p:cNvSpPr/>
              <p:nvPr/>
            </p:nvSpPr>
            <p:spPr>
              <a:xfrm>
                <a:off x="6895565" y="4197399"/>
                <a:ext cx="93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2" extrusionOk="0">
                    <a:moveTo>
                      <a:pt x="109" y="0"/>
                    </a:moveTo>
                    <a:cubicBezTo>
                      <a:pt x="46" y="0"/>
                      <a:pt x="9" y="60"/>
                      <a:pt x="3" y="126"/>
                    </a:cubicBezTo>
                    <a:cubicBezTo>
                      <a:pt x="0" y="199"/>
                      <a:pt x="41" y="262"/>
                      <a:pt x="111" y="262"/>
                    </a:cubicBezTo>
                    <a:cubicBezTo>
                      <a:pt x="116" y="262"/>
                      <a:pt x="121" y="261"/>
                      <a:pt x="126" y="261"/>
                    </a:cubicBezTo>
                    <a:cubicBezTo>
                      <a:pt x="179" y="254"/>
                      <a:pt x="229" y="198"/>
                      <a:pt x="279" y="167"/>
                    </a:cubicBezTo>
                    <a:cubicBezTo>
                      <a:pt x="279" y="148"/>
                      <a:pt x="279" y="129"/>
                      <a:pt x="279" y="110"/>
                    </a:cubicBezTo>
                    <a:cubicBezTo>
                      <a:pt x="232" y="73"/>
                      <a:pt x="188" y="13"/>
                      <a:pt x="135" y="4"/>
                    </a:cubicBezTo>
                    <a:cubicBezTo>
                      <a:pt x="126" y="1"/>
                      <a:pt x="117" y="0"/>
                      <a:pt x="1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1" name="Google Shape;7801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2" name="Google Shape;7802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3" name="Google Shape;7803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4" name="Google Shape;7804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5" name="Google Shape;7805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9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5" y="277"/>
                    </a:cubicBezTo>
                    <a:cubicBezTo>
                      <a:pt x="232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6" name="Google Shape;7806;p29"/>
              <p:cNvSpPr/>
              <p:nvPr/>
            </p:nvSpPr>
            <p:spPr>
              <a:xfrm>
                <a:off x="6863833" y="4184346"/>
                <a:ext cx="89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8" y="285"/>
                      <a:pt x="270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7" name="Google Shape;7807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8" name="Google Shape;7808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09" name="Google Shape;7809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7"/>
                      <a:pt x="1" y="148"/>
                    </a:cubicBezTo>
                    <a:cubicBezTo>
                      <a:pt x="48" y="182"/>
                      <a:pt x="92" y="242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7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0" name="Google Shape;7810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1" name="Google Shape;7811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2" y="201"/>
                      <a:pt x="282" y="127"/>
                    </a:cubicBezTo>
                    <a:cubicBezTo>
                      <a:pt x="285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2" name="Google Shape;7812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78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3" name="Google Shape;7813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4" name="Google Shape;7814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5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5" name="Google Shape;7815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6" name="Google Shape;7816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7" name="Google Shape;7817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8" name="Google Shape;7818;p29"/>
              <p:cNvSpPr/>
              <p:nvPr/>
            </p:nvSpPr>
            <p:spPr>
              <a:xfrm>
                <a:off x="6790713" y="4216245"/>
                <a:ext cx="9390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5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198"/>
                      <a:pt x="48" y="254"/>
                      <a:pt x="114" y="254"/>
                    </a:cubicBezTo>
                    <a:cubicBezTo>
                      <a:pt x="121" y="254"/>
                      <a:pt x="128" y="254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19" name="Google Shape;7819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0" name="Google Shape;7820;p29"/>
              <p:cNvSpPr/>
              <p:nvPr/>
            </p:nvSpPr>
            <p:spPr>
              <a:xfrm>
                <a:off x="6778194" y="4265258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37" y="0"/>
                    </a:moveTo>
                    <a:cubicBezTo>
                      <a:pt x="71" y="0"/>
                      <a:pt x="6" y="44"/>
                      <a:pt x="6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13" y="253"/>
                      <a:pt x="266" y="216"/>
                      <a:pt x="266" y="128"/>
                    </a:cubicBezTo>
                    <a:cubicBezTo>
                      <a:pt x="265" y="43"/>
                      <a:pt x="201" y="0"/>
                      <a:pt x="1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1" name="Google Shape;7821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2" name="Google Shape;7822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51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6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3" name="Google Shape;7823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4" name="Google Shape;7824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5" name="Google Shape;7825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6" name="Google Shape;7826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7" name="Google Shape;7827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8" name="Google Shape;7828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29" name="Google Shape;7829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0" name="Google Shape;7830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6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1" name="Google Shape;7831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57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2" name="Google Shape;7832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63" y="1"/>
                    </a:moveTo>
                    <a:lnTo>
                      <a:pt x="107" y="4"/>
                    </a:ln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51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3" name="Google Shape;7833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4" name="Google Shape;7834;p29"/>
              <p:cNvSpPr/>
              <p:nvPr/>
            </p:nvSpPr>
            <p:spPr>
              <a:xfrm>
                <a:off x="6698548" y="4271251"/>
                <a:ext cx="9124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2" extrusionOk="0">
                    <a:moveTo>
                      <a:pt x="128" y="1"/>
                    </a:moveTo>
                    <a:cubicBezTo>
                      <a:pt x="58" y="1"/>
                      <a:pt x="1" y="61"/>
                      <a:pt x="7" y="130"/>
                    </a:cubicBezTo>
                    <a:cubicBezTo>
                      <a:pt x="7" y="203"/>
                      <a:pt x="43" y="262"/>
                      <a:pt x="126" y="262"/>
                    </a:cubicBezTo>
                    <a:cubicBezTo>
                      <a:pt x="128" y="262"/>
                      <a:pt x="130" y="261"/>
                      <a:pt x="132" y="261"/>
                    </a:cubicBezTo>
                    <a:cubicBezTo>
                      <a:pt x="135" y="261"/>
                      <a:pt x="137" y="262"/>
                      <a:pt x="140" y="262"/>
                    </a:cubicBezTo>
                    <a:cubicBezTo>
                      <a:pt x="225" y="262"/>
                      <a:pt x="261" y="209"/>
                      <a:pt x="264" y="136"/>
                    </a:cubicBezTo>
                    <a:cubicBezTo>
                      <a:pt x="273" y="63"/>
                      <a:pt x="217" y="1"/>
                      <a:pt x="144" y="1"/>
                    </a:cubicBezTo>
                    <a:cubicBezTo>
                      <a:pt x="142" y="1"/>
                      <a:pt x="140" y="1"/>
                      <a:pt x="139" y="1"/>
                    </a:cubicBezTo>
                    <a:cubicBezTo>
                      <a:pt x="135" y="1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5" name="Google Shape;7835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6" name="Google Shape;7836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7" name="Google Shape;7837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8" name="Google Shape;7838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39" name="Google Shape;7839;p29"/>
              <p:cNvSpPr/>
              <p:nvPr/>
            </p:nvSpPr>
            <p:spPr>
              <a:xfrm>
                <a:off x="6683631" y="4319865"/>
                <a:ext cx="87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2" extrusionOk="0">
                    <a:moveTo>
                      <a:pt x="121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4" y="46"/>
                      <a:pt x="217" y="2"/>
                      <a:pt x="135" y="2"/>
                    </a:cubicBezTo>
                    <a:cubicBezTo>
                      <a:pt x="130" y="1"/>
                      <a:pt x="126" y="1"/>
                      <a:pt x="1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0" name="Google Shape;7840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1" name="Google Shape;7841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2" name="Google Shape;7842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3" name="Google Shape;7843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7" y="167"/>
                      <a:pt x="310" y="167"/>
                    </a:cubicBezTo>
                    <a:cubicBezTo>
                      <a:pt x="300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4" name="Google Shape;7844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3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5" name="Google Shape;7845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6" name="Google Shape;7846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7" name="Google Shape;7847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8" name="Google Shape;7848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29" y="0"/>
                    </a:moveTo>
                    <a:cubicBezTo>
                      <a:pt x="46" y="0"/>
                      <a:pt x="9" y="52"/>
                      <a:pt x="9" y="129"/>
                    </a:cubicBezTo>
                    <a:cubicBezTo>
                      <a:pt x="0" y="199"/>
                      <a:pt x="54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49" name="Google Shape;7849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0" name="Google Shape;7850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3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1" name="Google Shape;7851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2" name="Google Shape;7852;p29"/>
              <p:cNvSpPr/>
              <p:nvPr/>
            </p:nvSpPr>
            <p:spPr>
              <a:xfrm>
                <a:off x="6617803" y="4240285"/>
                <a:ext cx="90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7" extrusionOk="0">
                    <a:moveTo>
                      <a:pt x="125" y="0"/>
                    </a:moveTo>
                    <a:cubicBezTo>
                      <a:pt x="54" y="0"/>
                      <a:pt x="1" y="63"/>
                      <a:pt x="13" y="132"/>
                    </a:cubicBezTo>
                    <a:cubicBezTo>
                      <a:pt x="7" y="201"/>
                      <a:pt x="61" y="256"/>
                      <a:pt x="125" y="256"/>
                    </a:cubicBezTo>
                    <a:cubicBezTo>
                      <a:pt x="131" y="256"/>
                      <a:pt x="138" y="256"/>
                      <a:pt x="144" y="254"/>
                    </a:cubicBezTo>
                    <a:cubicBezTo>
                      <a:pt x="226" y="251"/>
                      <a:pt x="273" y="207"/>
                      <a:pt x="266" y="123"/>
                    </a:cubicBezTo>
                    <a:cubicBezTo>
                      <a:pt x="269" y="36"/>
                      <a:pt x="215" y="0"/>
                      <a:pt x="144" y="0"/>
                    </a:cubicBezTo>
                    <a:cubicBezTo>
                      <a:pt x="141" y="0"/>
                      <a:pt x="138" y="0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3" name="Google Shape;7853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4" name="Google Shape;7854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3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5" name="Google Shape;7855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6"/>
                    </a:cubicBezTo>
                    <a:cubicBezTo>
                      <a:pt x="2" y="220"/>
                      <a:pt x="65" y="260"/>
                      <a:pt x="128" y="260"/>
                    </a:cubicBezTo>
                    <a:cubicBezTo>
                      <a:pt x="195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6" name="Google Shape;7856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cubicBezTo>
                      <a:pt x="1" y="118"/>
                      <a:pt x="1" y="137"/>
                      <a:pt x="1" y="156"/>
                    </a:cubicBez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7" name="Google Shape;7857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8" name="Google Shape;7858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3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6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59" name="Google Shape;7859;p29"/>
              <p:cNvSpPr/>
              <p:nvPr/>
            </p:nvSpPr>
            <p:spPr>
              <a:xfrm>
                <a:off x="6637415" y="4030448"/>
                <a:ext cx="8058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7" extrusionOk="0">
                    <a:moveTo>
                      <a:pt x="201" y="0"/>
                    </a:moveTo>
                    <a:lnTo>
                      <a:pt x="0" y="120"/>
                    </a:lnTo>
                    <a:cubicBezTo>
                      <a:pt x="36" y="149"/>
                      <a:pt x="72" y="176"/>
                      <a:pt x="105" y="176"/>
                    </a:cubicBezTo>
                    <a:cubicBezTo>
                      <a:pt x="106" y="176"/>
                      <a:pt x="108" y="176"/>
                      <a:pt x="110" y="176"/>
                    </a:cubicBezTo>
                    <a:cubicBezTo>
                      <a:pt x="157" y="173"/>
                      <a:pt x="198" y="94"/>
                      <a:pt x="242" y="51"/>
                    </a:cubicBezTo>
                    <a:cubicBezTo>
                      <a:pt x="229" y="35"/>
                      <a:pt x="213" y="19"/>
                      <a:pt x="20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0" name="Google Shape;7860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4"/>
                    </a:cubicBezTo>
                    <a:lnTo>
                      <a:pt x="12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1" name="Google Shape;7861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6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2" name="Google Shape;7862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3" name="Google Shape;7863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48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4" name="Google Shape;7864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5" name="Google Shape;7865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6" name="Google Shape;7866;p29"/>
              <p:cNvSpPr/>
              <p:nvPr/>
            </p:nvSpPr>
            <p:spPr>
              <a:xfrm>
                <a:off x="6668714" y="4048062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50" y="0"/>
                    </a:moveTo>
                    <a:cubicBezTo>
                      <a:pt x="145" y="0"/>
                      <a:pt x="140" y="0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ubicBezTo>
                      <a:pt x="55" y="1"/>
                      <a:pt x="1" y="64"/>
                      <a:pt x="7" y="133"/>
                    </a:cubicBezTo>
                    <a:cubicBezTo>
                      <a:pt x="4" y="201"/>
                      <a:pt x="58" y="257"/>
                      <a:pt x="122" y="257"/>
                    </a:cubicBezTo>
                    <a:cubicBezTo>
                      <a:pt x="128" y="257"/>
                      <a:pt x="135" y="256"/>
                      <a:pt x="141" y="255"/>
                    </a:cubicBezTo>
                    <a:cubicBezTo>
                      <a:pt x="223" y="252"/>
                      <a:pt x="270" y="211"/>
                      <a:pt x="267" y="133"/>
                    </a:cubicBezTo>
                    <a:cubicBezTo>
                      <a:pt x="276" y="60"/>
                      <a:pt x="219" y="0"/>
                      <a:pt x="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7" name="Google Shape;7867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8" name="Google Shape;7868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69" name="Google Shape;7869;p29"/>
              <p:cNvSpPr/>
              <p:nvPr/>
            </p:nvSpPr>
            <p:spPr>
              <a:xfrm>
                <a:off x="6686927" y="4072502"/>
                <a:ext cx="10189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8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7"/>
                    </a:cubicBezTo>
                    <a:cubicBezTo>
                      <a:pt x="243" y="257"/>
                      <a:pt x="303" y="220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0" name="Google Shape;7870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1" name="Google Shape;7871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2" name="Google Shape;7872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3" name="Google Shape;7873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1" y="56"/>
                      <a:pt x="6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4" name="Google Shape;7874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5" name="Google Shape;7875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6" name="Google Shape;7876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7" name="Google Shape;7877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4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8" name="Google Shape;7878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79" name="Google Shape;7879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32" y="256"/>
                    </a:cubicBezTo>
                    <a:cubicBezTo>
                      <a:pt x="135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0" name="Google Shape;7880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1" name="Google Shape;7881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2" name="Google Shape;7882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3" name="Google Shape;7883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4" name="Google Shape;7884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5" name="Google Shape;7885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6" name="Google Shape;7886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7" name="Google Shape;7887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8" name="Google Shape;7888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1" y="1"/>
                    </a:moveTo>
                    <a:cubicBezTo>
                      <a:pt x="54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7" y="1"/>
                      <a:pt x="1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89" name="Google Shape;7889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51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0" name="Google Shape;7890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1" name="Google Shape;7891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4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2" name="Google Shape;7892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3" name="Google Shape;7893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4" name="Google Shape;7894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5" name="Google Shape;7895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6" name="Google Shape;7896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7" name="Google Shape;7897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9"/>
                    </a:cubicBezTo>
                    <a:cubicBezTo>
                      <a:pt x="1" y="198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8" name="Google Shape;7898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0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899" name="Google Shape;7899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0" name="Google Shape;7900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1" name="Google Shape;7901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9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2" name="Google Shape;7902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5" y="261"/>
                      <a:pt x="143" y="261"/>
                    </a:cubicBezTo>
                    <a:cubicBezTo>
                      <a:pt x="205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3" name="Google Shape;7903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4" name="Google Shape;7904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6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5" name="Google Shape;7905;p29"/>
              <p:cNvSpPr/>
              <p:nvPr/>
            </p:nvSpPr>
            <p:spPr>
              <a:xfrm>
                <a:off x="6860903" y="3896362"/>
                <a:ext cx="8324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2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0" y="191"/>
                      <a:pt x="119" y="192"/>
                      <a:pt x="128" y="192"/>
                    </a:cubicBezTo>
                    <a:cubicBezTo>
                      <a:pt x="195" y="192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6" name="Google Shape;7906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7" name="Google Shape;7907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8" name="Google Shape;7908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09" name="Google Shape;7909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101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0" name="Google Shape;7910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1" name="Google Shape;7911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2" name="Google Shape;7912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8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6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3" name="Google Shape;7913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4" name="Google Shape;7914;p29"/>
              <p:cNvSpPr/>
              <p:nvPr/>
            </p:nvSpPr>
            <p:spPr>
              <a:xfrm>
                <a:off x="6911848" y="3923898"/>
                <a:ext cx="4628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80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80"/>
                    </a:cubicBezTo>
                    <a:lnTo>
                      <a:pt x="138" y="280"/>
                    </a:ln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5" name="Google Shape;7915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6" name="Google Shape;7916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7" name="Google Shape;7917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8" name="Google Shape;7918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19" name="Google Shape;7919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0" name="Google Shape;7920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1" name="Google Shape;7921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3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50"/>
                    </a:cubicBezTo>
                    <a:cubicBezTo>
                      <a:pt x="298" y="153"/>
                      <a:pt x="314" y="65"/>
                      <a:pt x="213" y="18"/>
                    </a:cubicBezTo>
                    <a:cubicBezTo>
                      <a:pt x="194" y="6"/>
                      <a:pt x="173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2" name="Google Shape;7922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3" name="Google Shape;7923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4" name="Google Shape;7924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5" name="Google Shape;7925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6" name="Google Shape;7926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5" y="167"/>
                      <a:pt x="309" y="167"/>
                    </a:cubicBezTo>
                    <a:cubicBezTo>
                      <a:pt x="299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7" name="Google Shape;7927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8" name="Google Shape;7928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29" name="Google Shape;7929;p29"/>
              <p:cNvSpPr/>
              <p:nvPr/>
            </p:nvSpPr>
            <p:spPr>
              <a:xfrm>
                <a:off x="6911614" y="4193337"/>
                <a:ext cx="4861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8" extrusionOk="0">
                    <a:moveTo>
                      <a:pt x="129" y="0"/>
                    </a:moveTo>
                    <a:cubicBezTo>
                      <a:pt x="70" y="85"/>
                      <a:pt x="1" y="141"/>
                      <a:pt x="7" y="185"/>
                    </a:cubicBezTo>
                    <a:cubicBezTo>
                      <a:pt x="10" y="195"/>
                      <a:pt x="13" y="201"/>
                      <a:pt x="17" y="207"/>
                    </a:cubicBezTo>
                    <a:lnTo>
                      <a:pt x="145" y="129"/>
                    </a:lnTo>
                    <a:lnTo>
                      <a:pt x="145" y="19"/>
                    </a:lnTo>
                    <a:cubicBezTo>
                      <a:pt x="142" y="13"/>
                      <a:pt x="136" y="7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0" name="Google Shape;7930;p29"/>
              <p:cNvSpPr/>
              <p:nvPr/>
            </p:nvSpPr>
            <p:spPr>
              <a:xfrm>
                <a:off x="6624162" y="4180984"/>
                <a:ext cx="109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56" extrusionOk="0">
                    <a:moveTo>
                      <a:pt x="152" y="1"/>
                    </a:moveTo>
                    <a:cubicBezTo>
                      <a:pt x="149" y="1"/>
                      <a:pt x="147" y="1"/>
                      <a:pt x="144" y="2"/>
                    </a:cubicBezTo>
                    <a:cubicBezTo>
                      <a:pt x="91" y="8"/>
                      <a:pt x="50" y="83"/>
                      <a:pt x="0" y="130"/>
                    </a:cubicBezTo>
                    <a:cubicBezTo>
                      <a:pt x="47" y="174"/>
                      <a:pt x="91" y="255"/>
                      <a:pt x="135" y="255"/>
                    </a:cubicBezTo>
                    <a:cubicBezTo>
                      <a:pt x="188" y="255"/>
                      <a:pt x="242" y="190"/>
                      <a:pt x="329" y="127"/>
                    </a:cubicBezTo>
                    <a:cubicBezTo>
                      <a:pt x="250" y="71"/>
                      <a:pt x="195" y="1"/>
                      <a:pt x="1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1" name="Google Shape;7931;p29"/>
              <p:cNvSpPr/>
              <p:nvPr/>
            </p:nvSpPr>
            <p:spPr>
              <a:xfrm>
                <a:off x="6637415" y="4030548"/>
                <a:ext cx="8058" cy="57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4" extrusionOk="0">
                    <a:moveTo>
                      <a:pt x="201" y="1"/>
                    </a:moveTo>
                    <a:lnTo>
                      <a:pt x="0" y="120"/>
                    </a:lnTo>
                    <a:cubicBezTo>
                      <a:pt x="36" y="146"/>
                      <a:pt x="72" y="173"/>
                      <a:pt x="105" y="173"/>
                    </a:cubicBezTo>
                    <a:cubicBezTo>
                      <a:pt x="106" y="173"/>
                      <a:pt x="108" y="173"/>
                      <a:pt x="110" y="173"/>
                    </a:cubicBezTo>
                    <a:cubicBezTo>
                      <a:pt x="157" y="170"/>
                      <a:pt x="201" y="91"/>
                      <a:pt x="242" y="48"/>
                    </a:cubicBezTo>
                    <a:cubicBezTo>
                      <a:pt x="229" y="32"/>
                      <a:pt x="213" y="16"/>
                      <a:pt x="20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2" name="Google Shape;7932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3" name="Google Shape;7933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4" name="Google Shape;7934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5" name="Google Shape;7935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6" name="Google Shape;7936;p29"/>
              <p:cNvSpPr/>
              <p:nvPr/>
            </p:nvSpPr>
            <p:spPr>
              <a:xfrm>
                <a:off x="6736206" y="4293394"/>
                <a:ext cx="9024" cy="10056"/>
              </a:xfrm>
              <a:custGeom>
                <a:avLst/>
                <a:gdLst/>
                <a:ahLst/>
                <a:cxnLst/>
                <a:rect l="l" t="t" r="r" b="b"/>
                <a:pathLst>
                  <a:path w="271" h="302" extrusionOk="0">
                    <a:moveTo>
                      <a:pt x="129" y="1"/>
                    </a:moveTo>
                    <a:cubicBezTo>
                      <a:pt x="73" y="79"/>
                      <a:pt x="1" y="139"/>
                      <a:pt x="7" y="182"/>
                    </a:cubicBezTo>
                    <a:cubicBezTo>
                      <a:pt x="17" y="226"/>
                      <a:pt x="73" y="264"/>
                      <a:pt x="120" y="301"/>
                    </a:cubicBezTo>
                    <a:lnTo>
                      <a:pt x="236" y="229"/>
                    </a:lnTo>
                    <a:cubicBezTo>
                      <a:pt x="252" y="214"/>
                      <a:pt x="261" y="195"/>
                      <a:pt x="267" y="170"/>
                    </a:cubicBezTo>
                    <a:cubicBezTo>
                      <a:pt x="270" y="126"/>
                      <a:pt x="195" y="76"/>
                      <a:pt x="1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7" name="Google Shape;7937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4"/>
                      <a:pt x="52" y="262"/>
                      <a:pt x="126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8" name="Google Shape;7938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0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39" name="Google Shape;7939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0" name="Google Shape;7940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1" name="Google Shape;7941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5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2" name="Google Shape;7942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3" name="Google Shape;7943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4" name="Google Shape;7944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5" name="Google Shape;7945;p29"/>
              <p:cNvSpPr/>
              <p:nvPr/>
            </p:nvSpPr>
            <p:spPr>
              <a:xfrm>
                <a:off x="6902325" y="4175789"/>
                <a:ext cx="108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27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6" name="Google Shape;7946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98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7" name="Google Shape;7947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8" name="Google Shape;7948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49" name="Google Shape;7949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0" name="Google Shape;7950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1" name="Google Shape;7951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2" name="Google Shape;7952;p29"/>
              <p:cNvSpPr/>
              <p:nvPr/>
            </p:nvSpPr>
            <p:spPr>
              <a:xfrm>
                <a:off x="6845687" y="4229863"/>
                <a:ext cx="8691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7" extrusionOk="0">
                    <a:moveTo>
                      <a:pt x="141" y="0"/>
                    </a:moveTo>
                    <a:cubicBezTo>
                      <a:pt x="76" y="79"/>
                      <a:pt x="0" y="135"/>
                      <a:pt x="7" y="179"/>
                    </a:cubicBezTo>
                    <a:cubicBezTo>
                      <a:pt x="19" y="213"/>
                      <a:pt x="41" y="245"/>
                      <a:pt x="69" y="267"/>
                    </a:cubicBezTo>
                    <a:lnTo>
                      <a:pt x="260" y="151"/>
                    </a:lnTo>
                    <a:cubicBezTo>
                      <a:pt x="242" y="113"/>
                      <a:pt x="188" y="63"/>
                      <a:pt x="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3" name="Google Shape;7953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4" name="Google Shape;7954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19"/>
                    </a:cubicBezTo>
                    <a:cubicBezTo>
                      <a:pt x="4" y="214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5" name="Google Shape;7955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0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3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6" name="Google Shape;7956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7" name="Google Shape;7957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8" name="Google Shape;7958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59" name="Google Shape;7959;p29"/>
              <p:cNvSpPr/>
              <p:nvPr/>
            </p:nvSpPr>
            <p:spPr>
              <a:xfrm>
                <a:off x="6622498" y="4363384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5" y="0"/>
                    </a:moveTo>
                    <a:cubicBezTo>
                      <a:pt x="48" y="0"/>
                      <a:pt x="0" y="52"/>
                      <a:pt x="0" y="127"/>
                    </a:cubicBezTo>
                    <a:cubicBezTo>
                      <a:pt x="3" y="196"/>
                      <a:pt x="35" y="252"/>
                      <a:pt x="94" y="262"/>
                    </a:cubicBezTo>
                    <a:lnTo>
                      <a:pt x="282" y="149"/>
                    </a:lnTo>
                    <a:lnTo>
                      <a:pt x="282" y="102"/>
                    </a:lnTo>
                    <a:cubicBezTo>
                      <a:pt x="235" y="67"/>
                      <a:pt x="188" y="11"/>
                      <a:pt x="132" y="1"/>
                    </a:cubicBezTo>
                    <a:cubicBezTo>
                      <a:pt x="126" y="1"/>
                      <a:pt x="120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0" name="Google Shape;7960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1" name="Google Shape;7961;p29"/>
              <p:cNvSpPr/>
              <p:nvPr/>
            </p:nvSpPr>
            <p:spPr>
              <a:xfrm>
                <a:off x="6860903" y="3896362"/>
                <a:ext cx="8324" cy="6426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3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1" y="191"/>
                      <a:pt x="121" y="193"/>
                      <a:pt x="131" y="193"/>
                    </a:cubicBezTo>
                    <a:cubicBezTo>
                      <a:pt x="196" y="193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2" name="Google Shape;7962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3" name="Google Shape;7963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4" name="Google Shape;7964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8" y="0"/>
                      <a:pt x="46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5" name="Google Shape;7965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6" name="Google Shape;7966;p29"/>
              <p:cNvSpPr/>
              <p:nvPr/>
            </p:nvSpPr>
            <p:spPr>
              <a:xfrm>
                <a:off x="6753554" y="4117986"/>
                <a:ext cx="9623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26" extrusionOk="0">
                    <a:moveTo>
                      <a:pt x="129" y="1"/>
                    </a:moveTo>
                    <a:cubicBezTo>
                      <a:pt x="72" y="85"/>
                      <a:pt x="16" y="135"/>
                      <a:pt x="10" y="192"/>
                    </a:cubicBezTo>
                    <a:cubicBezTo>
                      <a:pt x="1" y="264"/>
                      <a:pt x="56" y="325"/>
                      <a:pt x="125" y="325"/>
                    </a:cubicBezTo>
                    <a:cubicBezTo>
                      <a:pt x="131" y="325"/>
                      <a:pt x="138" y="325"/>
                      <a:pt x="144" y="324"/>
                    </a:cubicBezTo>
                    <a:cubicBezTo>
                      <a:pt x="220" y="314"/>
                      <a:pt x="288" y="261"/>
                      <a:pt x="267" y="176"/>
                    </a:cubicBezTo>
                    <a:cubicBezTo>
                      <a:pt x="251" y="123"/>
                      <a:pt x="191" y="79"/>
                      <a:pt x="1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7" name="Google Shape;7967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8" name="Google Shape;7968;p29"/>
              <p:cNvSpPr/>
              <p:nvPr/>
            </p:nvSpPr>
            <p:spPr>
              <a:xfrm>
                <a:off x="6616538" y="4371542"/>
                <a:ext cx="1698" cy="5994"/>
              </a:xfrm>
              <a:custGeom>
                <a:avLst/>
                <a:gdLst/>
                <a:ahLst/>
                <a:cxnLst/>
                <a:rect l="l" t="t" r="r" b="b"/>
                <a:pathLst>
                  <a:path w="51" h="180" extrusionOk="0">
                    <a:moveTo>
                      <a:pt x="0" y="1"/>
                    </a:moveTo>
                    <a:lnTo>
                      <a:pt x="0" y="179"/>
                    </a:lnTo>
                    <a:lnTo>
                      <a:pt x="38" y="161"/>
                    </a:lnTo>
                    <a:cubicBezTo>
                      <a:pt x="47" y="136"/>
                      <a:pt x="51" y="111"/>
                      <a:pt x="47" y="85"/>
                    </a:cubicBezTo>
                    <a:cubicBezTo>
                      <a:pt x="38" y="54"/>
                      <a:pt x="22" y="26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69" name="Google Shape;7969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0" name="Google Shape;7970;p29"/>
              <p:cNvSpPr/>
              <p:nvPr/>
            </p:nvSpPr>
            <p:spPr>
              <a:xfrm>
                <a:off x="6904555" y="4156577"/>
                <a:ext cx="9623" cy="88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5" extrusionOk="0">
                    <a:moveTo>
                      <a:pt x="127" y="1"/>
                    </a:moveTo>
                    <a:cubicBezTo>
                      <a:pt x="57" y="1"/>
                      <a:pt x="0" y="61"/>
                      <a:pt x="9" y="130"/>
                    </a:cubicBezTo>
                    <a:cubicBezTo>
                      <a:pt x="12" y="202"/>
                      <a:pt x="47" y="264"/>
                      <a:pt x="116" y="264"/>
                    </a:cubicBezTo>
                    <a:cubicBezTo>
                      <a:pt x="125" y="264"/>
                      <a:pt x="134" y="263"/>
                      <a:pt x="144" y="261"/>
                    </a:cubicBezTo>
                    <a:cubicBezTo>
                      <a:pt x="197" y="252"/>
                      <a:pt x="241" y="196"/>
                      <a:pt x="288" y="158"/>
                    </a:cubicBezTo>
                    <a:cubicBezTo>
                      <a:pt x="266" y="45"/>
                      <a:pt x="210" y="4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1" name="Google Shape;7971;p29"/>
              <p:cNvSpPr/>
              <p:nvPr/>
            </p:nvSpPr>
            <p:spPr>
              <a:xfrm>
                <a:off x="6616538" y="4285469"/>
                <a:ext cx="586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61" extrusionOk="0">
                    <a:moveTo>
                      <a:pt x="35" y="0"/>
                    </a:moveTo>
                    <a:cubicBezTo>
                      <a:pt x="34" y="0"/>
                      <a:pt x="33" y="0"/>
                      <a:pt x="32" y="0"/>
                    </a:cubicBezTo>
                    <a:cubicBezTo>
                      <a:pt x="22" y="4"/>
                      <a:pt x="10" y="7"/>
                      <a:pt x="0" y="10"/>
                    </a:cubicBezTo>
                    <a:lnTo>
                      <a:pt x="0" y="261"/>
                    </a:lnTo>
                    <a:lnTo>
                      <a:pt x="22" y="261"/>
                    </a:lnTo>
                    <a:cubicBezTo>
                      <a:pt x="76" y="254"/>
                      <a:pt x="123" y="198"/>
                      <a:pt x="173" y="163"/>
                    </a:cubicBezTo>
                    <a:cubicBezTo>
                      <a:pt x="173" y="145"/>
                      <a:pt x="173" y="126"/>
                      <a:pt x="176" y="104"/>
                    </a:cubicBezTo>
                    <a:cubicBezTo>
                      <a:pt x="127" y="67"/>
                      <a:pt x="78" y="0"/>
                      <a:pt x="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2" name="Google Shape;7972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6"/>
                      <a:pt x="4" y="128"/>
                    </a:cubicBezTo>
                    <a:cubicBezTo>
                      <a:pt x="1" y="202"/>
                      <a:pt x="57" y="263"/>
                      <a:pt x="133" y="263"/>
                    </a:cubicBezTo>
                    <a:cubicBezTo>
                      <a:pt x="135" y="263"/>
                      <a:pt x="137" y="263"/>
                      <a:pt x="138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3" name="Google Shape;7973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4" name="Google Shape;7974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102"/>
                    </a:cubicBezTo>
                    <a:cubicBezTo>
                      <a:pt x="0" y="118"/>
                      <a:pt x="0" y="134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5" name="Google Shape;7975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6" name="Google Shape;7976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7" name="Google Shape;7977;p29"/>
              <p:cNvSpPr/>
              <p:nvPr/>
            </p:nvSpPr>
            <p:spPr>
              <a:xfrm>
                <a:off x="6698747" y="4271318"/>
                <a:ext cx="87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29" y="0"/>
                    </a:moveTo>
                    <a:cubicBezTo>
                      <a:pt x="65" y="0"/>
                      <a:pt x="1" y="43"/>
                      <a:pt x="1" y="128"/>
                    </a:cubicBezTo>
                    <a:cubicBezTo>
                      <a:pt x="4" y="201"/>
                      <a:pt x="37" y="260"/>
                      <a:pt x="123" y="260"/>
                    </a:cubicBezTo>
                    <a:cubicBezTo>
                      <a:pt x="125" y="260"/>
                      <a:pt x="127" y="259"/>
                      <a:pt x="129" y="259"/>
                    </a:cubicBezTo>
                    <a:cubicBezTo>
                      <a:pt x="132" y="259"/>
                      <a:pt x="134" y="260"/>
                      <a:pt x="137" y="260"/>
                    </a:cubicBezTo>
                    <a:cubicBezTo>
                      <a:pt x="219" y="260"/>
                      <a:pt x="255" y="207"/>
                      <a:pt x="258" y="134"/>
                    </a:cubicBezTo>
                    <a:cubicBezTo>
                      <a:pt x="261" y="45"/>
                      <a:pt x="195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8" name="Google Shape;7978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79" name="Google Shape;7979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0" name="Google Shape;7980;p29"/>
              <p:cNvSpPr/>
              <p:nvPr/>
            </p:nvSpPr>
            <p:spPr>
              <a:xfrm>
                <a:off x="6700213" y="4199497"/>
                <a:ext cx="10056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5" extrusionOk="0">
                    <a:moveTo>
                      <a:pt x="192" y="0"/>
                    </a:moveTo>
                    <a:cubicBezTo>
                      <a:pt x="161" y="6"/>
                      <a:pt x="129" y="13"/>
                      <a:pt x="101" y="25"/>
                    </a:cubicBezTo>
                    <a:cubicBezTo>
                      <a:pt x="23" y="72"/>
                      <a:pt x="1" y="144"/>
                      <a:pt x="51" y="220"/>
                    </a:cubicBezTo>
                    <a:cubicBezTo>
                      <a:pt x="70" y="262"/>
                      <a:pt x="111" y="284"/>
                      <a:pt x="152" y="284"/>
                    </a:cubicBezTo>
                    <a:cubicBezTo>
                      <a:pt x="178" y="284"/>
                      <a:pt x="205" y="275"/>
                      <a:pt x="226" y="257"/>
                    </a:cubicBezTo>
                    <a:cubicBezTo>
                      <a:pt x="302" y="204"/>
                      <a:pt x="295" y="132"/>
                      <a:pt x="258" y="63"/>
                    </a:cubicBezTo>
                    <a:cubicBezTo>
                      <a:pt x="239" y="38"/>
                      <a:pt x="217" y="19"/>
                      <a:pt x="19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1" name="Google Shape;7981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2" name="Google Shape;7982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3" name="Google Shape;7983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4" name="Google Shape;7984;p29"/>
              <p:cNvSpPr/>
              <p:nvPr/>
            </p:nvSpPr>
            <p:spPr>
              <a:xfrm>
                <a:off x="6769104" y="4200828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29"/>
                    </a:cubicBezTo>
                    <a:cubicBezTo>
                      <a:pt x="9" y="206"/>
                      <a:pt x="45" y="258"/>
                      <a:pt x="128" y="258"/>
                    </a:cubicBezTo>
                    <a:cubicBezTo>
                      <a:pt x="130" y="258"/>
                      <a:pt x="132" y="258"/>
                      <a:pt x="135" y="258"/>
                    </a:cubicBezTo>
                    <a:cubicBezTo>
                      <a:pt x="139" y="258"/>
                      <a:pt x="144" y="258"/>
                      <a:pt x="148" y="258"/>
                    </a:cubicBezTo>
                    <a:cubicBezTo>
                      <a:pt x="229" y="258"/>
                      <a:pt x="263" y="204"/>
                      <a:pt x="263" y="133"/>
                    </a:cubicBezTo>
                    <a:cubicBezTo>
                      <a:pt x="272" y="61"/>
                      <a:pt x="216" y="1"/>
                      <a:pt x="145" y="1"/>
                    </a:cubicBezTo>
                    <a:cubicBezTo>
                      <a:pt x="142" y="1"/>
                      <a:pt x="138" y="1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5" name="Google Shape;7985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6" name="Google Shape;7986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7" name="Google Shape;7987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8" name="Google Shape;7988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89" name="Google Shape;7989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0" name="Google Shape;7990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1" name="Google Shape;7991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3"/>
                    </a:cubicBezTo>
                    <a:cubicBezTo>
                      <a:pt x="2" y="218"/>
                      <a:pt x="65" y="260"/>
                      <a:pt x="129" y="260"/>
                    </a:cubicBezTo>
                    <a:cubicBezTo>
                      <a:pt x="196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2" name="Google Shape;7992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3" name="Google Shape;7993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4" name="Google Shape;7994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5" name="Google Shape;7995;p29"/>
              <p:cNvSpPr/>
              <p:nvPr/>
            </p:nvSpPr>
            <p:spPr>
              <a:xfrm>
                <a:off x="6616538" y="4151815"/>
                <a:ext cx="6826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63" y="0"/>
                    </a:moveTo>
                    <a:cubicBezTo>
                      <a:pt x="41" y="0"/>
                      <a:pt x="19" y="6"/>
                      <a:pt x="0" y="16"/>
                    </a:cubicBezTo>
                    <a:lnTo>
                      <a:pt x="0" y="254"/>
                    </a:lnTo>
                    <a:cubicBezTo>
                      <a:pt x="14" y="260"/>
                      <a:pt x="28" y="262"/>
                      <a:pt x="42" y="262"/>
                    </a:cubicBezTo>
                    <a:cubicBezTo>
                      <a:pt x="50" y="262"/>
                      <a:pt x="58" y="261"/>
                      <a:pt x="66" y="260"/>
                    </a:cubicBezTo>
                    <a:cubicBezTo>
                      <a:pt x="126" y="235"/>
                      <a:pt x="170" y="188"/>
                      <a:pt x="189" y="129"/>
                    </a:cubicBezTo>
                    <a:cubicBezTo>
                      <a:pt x="204" y="53"/>
                      <a:pt x="141" y="0"/>
                      <a:pt x="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6" name="Google Shape;7996;p29"/>
              <p:cNvSpPr/>
              <p:nvPr/>
            </p:nvSpPr>
            <p:spPr>
              <a:xfrm>
                <a:off x="6633685" y="4298521"/>
                <a:ext cx="9290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73" extrusionOk="0">
                    <a:moveTo>
                      <a:pt x="121" y="0"/>
                    </a:moveTo>
                    <a:cubicBezTo>
                      <a:pt x="54" y="0"/>
                      <a:pt x="1" y="62"/>
                      <a:pt x="12" y="132"/>
                    </a:cubicBezTo>
                    <a:cubicBezTo>
                      <a:pt x="21" y="182"/>
                      <a:pt x="81" y="226"/>
                      <a:pt x="119" y="273"/>
                    </a:cubicBezTo>
                    <a:lnTo>
                      <a:pt x="175" y="273"/>
                    </a:lnTo>
                    <a:cubicBezTo>
                      <a:pt x="209" y="226"/>
                      <a:pt x="278" y="173"/>
                      <a:pt x="272" y="129"/>
                    </a:cubicBezTo>
                    <a:cubicBezTo>
                      <a:pt x="253" y="69"/>
                      <a:pt x="206" y="22"/>
                      <a:pt x="147" y="3"/>
                    </a:cubicBezTo>
                    <a:cubicBezTo>
                      <a:pt x="138" y="1"/>
                      <a:pt x="129" y="0"/>
                      <a:pt x="12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7" name="Google Shape;7997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8" name="Google Shape;7998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7999" name="Google Shape;7999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0" name="Google Shape;8000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1" name="Google Shape;8001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2" name="Google Shape;8002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3" name="Google Shape;8003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48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4" name="Google Shape;8004;p29"/>
              <p:cNvSpPr/>
              <p:nvPr/>
            </p:nvSpPr>
            <p:spPr>
              <a:xfrm>
                <a:off x="6704907" y="4191072"/>
                <a:ext cx="86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2" extrusionOk="0">
                    <a:moveTo>
                      <a:pt x="116" y="1"/>
                    </a:moveTo>
                    <a:cubicBezTo>
                      <a:pt x="59" y="1"/>
                      <a:pt x="10" y="45"/>
                      <a:pt x="7" y="103"/>
                    </a:cubicBezTo>
                    <a:cubicBezTo>
                      <a:pt x="1" y="150"/>
                      <a:pt x="32" y="200"/>
                      <a:pt x="51" y="250"/>
                    </a:cubicBezTo>
                    <a:cubicBezTo>
                      <a:pt x="74" y="252"/>
                      <a:pt x="99" y="261"/>
                      <a:pt x="120" y="261"/>
                    </a:cubicBezTo>
                    <a:cubicBezTo>
                      <a:pt x="128" y="261"/>
                      <a:pt x="136" y="260"/>
                      <a:pt x="142" y="256"/>
                    </a:cubicBezTo>
                    <a:cubicBezTo>
                      <a:pt x="189" y="225"/>
                      <a:pt x="258" y="181"/>
                      <a:pt x="261" y="140"/>
                    </a:cubicBezTo>
                    <a:cubicBezTo>
                      <a:pt x="261" y="97"/>
                      <a:pt x="205" y="28"/>
                      <a:pt x="157" y="9"/>
                    </a:cubicBezTo>
                    <a:cubicBezTo>
                      <a:pt x="144" y="3"/>
                      <a:pt x="129" y="1"/>
                      <a:pt x="11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5" name="Google Shape;8005;p29"/>
              <p:cNvSpPr/>
              <p:nvPr/>
            </p:nvSpPr>
            <p:spPr>
              <a:xfrm>
                <a:off x="6706472" y="4199397"/>
                <a:ext cx="133" cy="133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1" y="0"/>
                    </a:moveTo>
                    <a:lnTo>
                      <a:pt x="4" y="3"/>
                    </a:lnTo>
                    <a:cubicBezTo>
                      <a:pt x="4" y="3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6" name="Google Shape;8006;p29"/>
              <p:cNvSpPr/>
              <p:nvPr/>
            </p:nvSpPr>
            <p:spPr>
              <a:xfrm>
                <a:off x="6706006" y="4133868"/>
                <a:ext cx="88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90" extrusionOk="0">
                    <a:moveTo>
                      <a:pt x="103" y="0"/>
                    </a:moveTo>
                    <a:cubicBezTo>
                      <a:pt x="68" y="53"/>
                      <a:pt x="15" y="100"/>
                      <a:pt x="5" y="157"/>
                    </a:cubicBezTo>
                    <a:cubicBezTo>
                      <a:pt x="1" y="246"/>
                      <a:pt x="66" y="290"/>
                      <a:pt x="131" y="290"/>
                    </a:cubicBezTo>
                    <a:cubicBezTo>
                      <a:pt x="198" y="290"/>
                      <a:pt x="266" y="243"/>
                      <a:pt x="256" y="150"/>
                    </a:cubicBezTo>
                    <a:cubicBezTo>
                      <a:pt x="244" y="94"/>
                      <a:pt x="190" y="5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7" name="Google Shape;8007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81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8" name="Google Shape;8008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09" name="Google Shape;8009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0" name="Google Shape;8010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5" y="258"/>
                      <a:pt x="121" y="258"/>
                    </a:cubicBezTo>
                    <a:cubicBezTo>
                      <a:pt x="126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1" name="Google Shape;8011;p29"/>
              <p:cNvSpPr/>
              <p:nvPr/>
            </p:nvSpPr>
            <p:spPr>
              <a:xfrm>
                <a:off x="6810225" y="4134568"/>
                <a:ext cx="105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6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2"/>
                      <a:pt x="47" y="265"/>
                      <a:pt x="119" y="265"/>
                    </a:cubicBezTo>
                    <a:cubicBezTo>
                      <a:pt x="124" y="265"/>
                      <a:pt x="129" y="265"/>
                      <a:pt x="135" y="264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2" name="Google Shape;8012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3" name="Google Shape;8013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4" name="Google Shape;8014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41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5" name="Google Shape;8015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0" y="1"/>
                    </a:moveTo>
                    <a:cubicBezTo>
                      <a:pt x="52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6" name="Google Shape;8016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5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5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7" name="Google Shape;8017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8" name="Google Shape;8018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4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19" name="Google Shape;8019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0" name="Google Shape;8020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1" name="Google Shape;8021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2" name="Google Shape;8022;p29"/>
              <p:cNvSpPr/>
              <p:nvPr/>
            </p:nvSpPr>
            <p:spPr>
              <a:xfrm>
                <a:off x="6778094" y="4265191"/>
                <a:ext cx="9157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0" extrusionOk="0">
                    <a:moveTo>
                      <a:pt x="155" y="1"/>
                    </a:moveTo>
                    <a:cubicBezTo>
                      <a:pt x="150" y="1"/>
                      <a:pt x="145" y="1"/>
                      <a:pt x="141" y="2"/>
                    </a:cubicBezTo>
                    <a:cubicBezTo>
                      <a:pt x="136" y="1"/>
                      <a:pt x="131" y="1"/>
                      <a:pt x="126" y="1"/>
                    </a:cubicBezTo>
                    <a:cubicBezTo>
                      <a:pt x="55" y="1"/>
                      <a:pt x="0" y="63"/>
                      <a:pt x="9" y="133"/>
                    </a:cubicBezTo>
                    <a:cubicBezTo>
                      <a:pt x="3" y="200"/>
                      <a:pt x="57" y="259"/>
                      <a:pt x="126" y="259"/>
                    </a:cubicBezTo>
                    <a:cubicBezTo>
                      <a:pt x="131" y="259"/>
                      <a:pt x="136" y="259"/>
                      <a:pt x="141" y="258"/>
                    </a:cubicBezTo>
                    <a:cubicBezTo>
                      <a:pt x="216" y="255"/>
                      <a:pt x="269" y="218"/>
                      <a:pt x="269" y="130"/>
                    </a:cubicBezTo>
                    <a:cubicBezTo>
                      <a:pt x="275" y="60"/>
                      <a:pt x="221" y="1"/>
                      <a:pt x="1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3" name="Google Shape;8023;p29"/>
              <p:cNvSpPr/>
              <p:nvPr/>
            </p:nvSpPr>
            <p:spPr>
              <a:xfrm>
                <a:off x="6660889" y="4348900"/>
                <a:ext cx="3463" cy="2131"/>
              </a:xfrm>
              <a:custGeom>
                <a:avLst/>
                <a:gdLst/>
                <a:ahLst/>
                <a:cxnLst/>
                <a:rect l="l" t="t" r="r" b="b"/>
                <a:pathLst>
                  <a:path w="104" h="64" extrusionOk="0">
                    <a:moveTo>
                      <a:pt x="104" y="1"/>
                    </a:moveTo>
                    <a:cubicBezTo>
                      <a:pt x="60" y="1"/>
                      <a:pt x="22" y="26"/>
                      <a:pt x="0" y="64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4" name="Google Shape;8024;p29"/>
              <p:cNvSpPr/>
              <p:nvPr/>
            </p:nvSpPr>
            <p:spPr>
              <a:xfrm>
                <a:off x="6616538" y="4107131"/>
                <a:ext cx="2864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6" h="233" extrusionOk="0">
                    <a:moveTo>
                      <a:pt x="0" y="1"/>
                    </a:moveTo>
                    <a:lnTo>
                      <a:pt x="0" y="233"/>
                    </a:lnTo>
                    <a:cubicBezTo>
                      <a:pt x="54" y="220"/>
                      <a:pt x="85" y="167"/>
                      <a:pt x="73" y="117"/>
                    </a:cubicBezTo>
                    <a:cubicBezTo>
                      <a:pt x="60" y="73"/>
                      <a:pt x="35" y="32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5" name="Google Shape;8025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6" name="Google Shape;8026;p29"/>
              <p:cNvSpPr/>
              <p:nvPr/>
            </p:nvSpPr>
            <p:spPr>
              <a:xfrm>
                <a:off x="6671511" y="4339244"/>
                <a:ext cx="7758" cy="5228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57" extrusionOk="0">
                    <a:moveTo>
                      <a:pt x="171" y="1"/>
                    </a:moveTo>
                    <a:cubicBezTo>
                      <a:pt x="166" y="1"/>
                      <a:pt x="160" y="1"/>
                      <a:pt x="155" y="3"/>
                    </a:cubicBezTo>
                    <a:cubicBezTo>
                      <a:pt x="98" y="9"/>
                      <a:pt x="51" y="62"/>
                      <a:pt x="1" y="97"/>
                    </a:cubicBezTo>
                    <a:cubicBezTo>
                      <a:pt x="1" y="115"/>
                      <a:pt x="1" y="134"/>
                      <a:pt x="1" y="153"/>
                    </a:cubicBezTo>
                    <a:cubicBezTo>
                      <a:pt x="4" y="153"/>
                      <a:pt x="4" y="156"/>
                      <a:pt x="7" y="156"/>
                    </a:cubicBezTo>
                    <a:lnTo>
                      <a:pt x="233" y="21"/>
                    </a:lnTo>
                    <a:cubicBezTo>
                      <a:pt x="216" y="9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7" name="Google Shape;8027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8" name="Google Shape;8028;p29"/>
              <p:cNvSpPr/>
              <p:nvPr/>
            </p:nvSpPr>
            <p:spPr>
              <a:xfrm>
                <a:off x="6895465" y="4197399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2" y="0"/>
                    </a:moveTo>
                    <a:cubicBezTo>
                      <a:pt x="49" y="0"/>
                      <a:pt x="12" y="60"/>
                      <a:pt x="6" y="126"/>
                    </a:cubicBezTo>
                    <a:cubicBezTo>
                      <a:pt x="1" y="199"/>
                      <a:pt x="44" y="262"/>
                      <a:pt x="114" y="262"/>
                    </a:cubicBezTo>
                    <a:cubicBezTo>
                      <a:pt x="119" y="262"/>
                      <a:pt x="124" y="261"/>
                      <a:pt x="129" y="261"/>
                    </a:cubicBezTo>
                    <a:cubicBezTo>
                      <a:pt x="182" y="254"/>
                      <a:pt x="232" y="198"/>
                      <a:pt x="282" y="167"/>
                    </a:cubicBezTo>
                    <a:cubicBezTo>
                      <a:pt x="282" y="148"/>
                      <a:pt x="282" y="129"/>
                      <a:pt x="282" y="110"/>
                    </a:cubicBezTo>
                    <a:cubicBezTo>
                      <a:pt x="235" y="73"/>
                      <a:pt x="191" y="16"/>
                      <a:pt x="138" y="4"/>
                    </a:cubicBezTo>
                    <a:cubicBezTo>
                      <a:pt x="129" y="1"/>
                      <a:pt x="120" y="0"/>
                      <a:pt x="1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29" name="Google Shape;8029;p29"/>
              <p:cNvSpPr/>
              <p:nvPr/>
            </p:nvSpPr>
            <p:spPr>
              <a:xfrm>
                <a:off x="6887840" y="4135067"/>
                <a:ext cx="94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6" extrusionOk="0">
                    <a:moveTo>
                      <a:pt x="174" y="0"/>
                    </a:moveTo>
                    <a:cubicBezTo>
                      <a:pt x="167" y="0"/>
                      <a:pt x="161" y="1"/>
                      <a:pt x="154" y="2"/>
                    </a:cubicBezTo>
                    <a:cubicBezTo>
                      <a:pt x="101" y="8"/>
                      <a:pt x="54" y="64"/>
                      <a:pt x="4" y="96"/>
                    </a:cubicBezTo>
                    <a:cubicBezTo>
                      <a:pt x="4" y="114"/>
                      <a:pt x="4" y="133"/>
                      <a:pt x="0" y="152"/>
                    </a:cubicBezTo>
                    <a:cubicBezTo>
                      <a:pt x="51" y="187"/>
                      <a:pt x="94" y="243"/>
                      <a:pt x="151" y="252"/>
                    </a:cubicBezTo>
                    <a:cubicBezTo>
                      <a:pt x="160" y="255"/>
                      <a:pt x="169" y="256"/>
                      <a:pt x="178" y="256"/>
                    </a:cubicBezTo>
                    <a:cubicBezTo>
                      <a:pt x="242" y="256"/>
                      <a:pt x="277" y="197"/>
                      <a:pt x="279" y="130"/>
                    </a:cubicBezTo>
                    <a:cubicBezTo>
                      <a:pt x="282" y="59"/>
                      <a:pt x="241" y="0"/>
                      <a:pt x="1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0" name="Google Shape;8030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0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1" name="Google Shape;8031;p29"/>
              <p:cNvSpPr/>
              <p:nvPr/>
            </p:nvSpPr>
            <p:spPr>
              <a:xfrm>
                <a:off x="6616538" y="4346802"/>
                <a:ext cx="90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0" extrusionOk="0">
                    <a:moveTo>
                      <a:pt x="131" y="1"/>
                    </a:moveTo>
                    <a:cubicBezTo>
                      <a:pt x="74" y="1"/>
                      <a:pt x="22" y="38"/>
                      <a:pt x="0" y="92"/>
                    </a:cubicBezTo>
                    <a:lnTo>
                      <a:pt x="0" y="167"/>
                    </a:lnTo>
                    <a:cubicBezTo>
                      <a:pt x="41" y="202"/>
                      <a:pt x="79" y="242"/>
                      <a:pt x="123" y="255"/>
                    </a:cubicBezTo>
                    <a:cubicBezTo>
                      <a:pt x="135" y="258"/>
                      <a:pt x="147" y="260"/>
                      <a:pt x="157" y="260"/>
                    </a:cubicBezTo>
                    <a:cubicBezTo>
                      <a:pt x="223" y="260"/>
                      <a:pt x="258" y="205"/>
                      <a:pt x="261" y="133"/>
                    </a:cubicBezTo>
                    <a:cubicBezTo>
                      <a:pt x="273" y="62"/>
                      <a:pt x="216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ubicBezTo>
                      <a:pt x="136" y="1"/>
                      <a:pt x="134" y="1"/>
                      <a:pt x="1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2" name="Google Shape;8032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6" y="261"/>
                      <a:pt x="143" y="261"/>
                    </a:cubicBezTo>
                    <a:cubicBezTo>
                      <a:pt x="208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3" name="Google Shape;8033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4" name="Google Shape;8034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5" name="Google Shape;8035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6" name="Google Shape;8036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7" name="Google Shape;8037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8" name="Google Shape;8038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3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39" name="Google Shape;8039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0" name="Google Shape;8040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0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1" name="Google Shape;8041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2" name="Google Shape;8042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3" name="Google Shape;8043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0" y="56"/>
                      <a:pt x="3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4" name="Google Shape;8044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5" name="Google Shape;8045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9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6" name="Google Shape;8046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3" y="51"/>
                      <a:pt x="1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9"/>
                      <a:pt x="232" y="199"/>
                      <a:pt x="279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7" name="Google Shape;8047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8" name="Google Shape;8048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49" name="Google Shape;8049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0" name="Google Shape;8050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1" name="Google Shape;8051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lnTo>
                      <a:pt x="1" y="156"/>
                    </a:ln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2" name="Google Shape;8052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3" name="Google Shape;8053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6"/>
                      <a:pt x="260" y="186"/>
                      <a:pt x="267" y="133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4" name="Google Shape;8054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5" name="Google Shape;8055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6" name="Google Shape;8056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7" name="Google Shape;8057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8" name="Google Shape;8058;p29"/>
              <p:cNvSpPr/>
              <p:nvPr/>
            </p:nvSpPr>
            <p:spPr>
              <a:xfrm>
                <a:off x="6686927" y="4072502"/>
                <a:ext cx="10189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5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4"/>
                    </a:cubicBezTo>
                    <a:cubicBezTo>
                      <a:pt x="171" y="254"/>
                      <a:pt x="174" y="254"/>
                      <a:pt x="176" y="254"/>
                    </a:cubicBezTo>
                    <a:cubicBezTo>
                      <a:pt x="248" y="254"/>
                      <a:pt x="303" y="216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59" name="Google Shape;8059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78" y="229"/>
                      <a:pt x="116" y="276"/>
                    </a:cubicBezTo>
                    <a:lnTo>
                      <a:pt x="172" y="276"/>
                    </a:lnTo>
                    <a:cubicBezTo>
                      <a:pt x="207" y="223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0" name="Google Shape;8060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1" name="Google Shape;8061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2" name="Google Shape;8062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07" y="1"/>
                    </a:move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48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3" name="Google Shape;8063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4" name="Google Shape;8064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5" name="Google Shape;8065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6" name="Google Shape;8066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7" name="Google Shape;8067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0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8" name="Google Shape;8068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69" name="Google Shape;8069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0" name="Google Shape;8070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1" name="Google Shape;8071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2" name="Google Shape;8072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5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3" name="Google Shape;8073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4" name="Google Shape;8074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2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5" name="Google Shape;8075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6" name="Google Shape;8076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3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7" name="Google Shape;8077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3" y="201"/>
                      <a:pt x="286" y="127"/>
                    </a:cubicBezTo>
                    <a:cubicBezTo>
                      <a:pt x="286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8" name="Google Shape;8078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79" name="Google Shape;8079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0" name="Google Shape;8080;p29"/>
              <p:cNvSpPr/>
              <p:nvPr/>
            </p:nvSpPr>
            <p:spPr>
              <a:xfrm>
                <a:off x="6863833" y="4184346"/>
                <a:ext cx="90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9" y="285"/>
                      <a:pt x="273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1" name="Google Shape;8081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0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2" name="Google Shape;8082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6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4" y="277"/>
                    </a:cubicBezTo>
                    <a:cubicBezTo>
                      <a:pt x="230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3" name="Google Shape;8083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4" name="Google Shape;8084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5" name="Google Shape;8085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6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6" name="Google Shape;8086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7" name="Google Shape;8087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8" name="Google Shape;8088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89" name="Google Shape;8089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4" y="0"/>
                      <a:pt x="9" y="59"/>
                      <a:pt x="6" y="126"/>
                    </a:cubicBezTo>
                    <a:cubicBezTo>
                      <a:pt x="1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0" name="Google Shape;8090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1" name="Google Shape;8091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2" name="Google Shape;8092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3" name="Google Shape;8093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0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4" name="Google Shape;8094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5" name="Google Shape;8095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6" name="Google Shape;8096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7" name="Google Shape;8097;p29"/>
              <p:cNvSpPr/>
              <p:nvPr/>
            </p:nvSpPr>
            <p:spPr>
              <a:xfrm>
                <a:off x="6616538" y="4066642"/>
                <a:ext cx="1398" cy="6626"/>
              </a:xfrm>
              <a:custGeom>
                <a:avLst/>
                <a:gdLst/>
                <a:ahLst/>
                <a:cxnLst/>
                <a:rect l="l" t="t" r="r" b="b"/>
                <a:pathLst>
                  <a:path w="42" h="199" extrusionOk="0">
                    <a:moveTo>
                      <a:pt x="0" y="1"/>
                    </a:moveTo>
                    <a:lnTo>
                      <a:pt x="0" y="198"/>
                    </a:lnTo>
                    <a:cubicBezTo>
                      <a:pt x="26" y="173"/>
                      <a:pt x="41" y="139"/>
                      <a:pt x="38" y="101"/>
                    </a:cubicBezTo>
                    <a:cubicBezTo>
                      <a:pt x="41" y="64"/>
                      <a:pt x="29" y="29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8" name="Google Shape;8098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099" name="Google Shape;8099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0" name="Google Shape;8100;p29"/>
              <p:cNvSpPr/>
              <p:nvPr/>
            </p:nvSpPr>
            <p:spPr>
              <a:xfrm>
                <a:off x="6683631" y="4319865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23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7" y="46"/>
                      <a:pt x="217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1" name="Google Shape;8101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51"/>
                      <a:pt x="1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2" name="Google Shape;8102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3" name="Google Shape;8103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4" name="Google Shape;8104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5" name="Google Shape;8105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6" name="Google Shape;8106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30" y="0"/>
                    </a:moveTo>
                    <a:cubicBezTo>
                      <a:pt x="46" y="0"/>
                      <a:pt x="9" y="55"/>
                      <a:pt x="9" y="129"/>
                    </a:cubicBezTo>
                    <a:cubicBezTo>
                      <a:pt x="0" y="199"/>
                      <a:pt x="57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7" name="Google Shape;8107;p29"/>
              <p:cNvSpPr/>
              <p:nvPr/>
            </p:nvSpPr>
            <p:spPr>
              <a:xfrm>
                <a:off x="6874588" y="4008173"/>
                <a:ext cx="10455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4" extrusionOk="0">
                    <a:moveTo>
                      <a:pt x="200" y="0"/>
                    </a:moveTo>
                    <a:cubicBezTo>
                      <a:pt x="193" y="0"/>
                      <a:pt x="186" y="1"/>
                      <a:pt x="179" y="2"/>
                    </a:cubicBezTo>
                    <a:cubicBezTo>
                      <a:pt x="126" y="14"/>
                      <a:pt x="82" y="71"/>
                      <a:pt x="0" y="134"/>
                    </a:cubicBezTo>
                    <a:cubicBezTo>
                      <a:pt x="85" y="196"/>
                      <a:pt x="129" y="256"/>
                      <a:pt x="182" y="262"/>
                    </a:cubicBezTo>
                    <a:cubicBezTo>
                      <a:pt x="189" y="263"/>
                      <a:pt x="195" y="264"/>
                      <a:pt x="202" y="264"/>
                    </a:cubicBezTo>
                    <a:cubicBezTo>
                      <a:pt x="274" y="264"/>
                      <a:pt x="314" y="199"/>
                      <a:pt x="311" y="124"/>
                    </a:cubicBezTo>
                    <a:cubicBezTo>
                      <a:pt x="311" y="56"/>
                      <a:pt x="267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8" name="Google Shape;8108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09" name="Google Shape;8109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0" name="Google Shape;8110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6"/>
                    </a:cubicBezTo>
                    <a:cubicBezTo>
                      <a:pt x="1" y="197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1" name="Google Shape;8111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9" y="253"/>
                      <a:pt x="178" y="253"/>
                    </a:cubicBezTo>
                    <a:cubicBezTo>
                      <a:pt x="241" y="253"/>
                      <a:pt x="283" y="203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2" name="Google Shape;8112;p29"/>
              <p:cNvSpPr/>
              <p:nvPr/>
            </p:nvSpPr>
            <p:spPr>
              <a:xfrm>
                <a:off x="6797772" y="4060349"/>
                <a:ext cx="93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2" extrusionOk="0"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98" y="11"/>
                      <a:pt x="51" y="65"/>
                      <a:pt x="1" y="99"/>
                    </a:cubicBezTo>
                    <a:cubicBezTo>
                      <a:pt x="4" y="121"/>
                      <a:pt x="4" y="140"/>
                      <a:pt x="4" y="159"/>
                    </a:cubicBezTo>
                    <a:cubicBezTo>
                      <a:pt x="54" y="190"/>
                      <a:pt x="101" y="240"/>
                      <a:pt x="154" y="249"/>
                    </a:cubicBezTo>
                    <a:cubicBezTo>
                      <a:pt x="163" y="251"/>
                      <a:pt x="171" y="252"/>
                      <a:pt x="179" y="252"/>
                    </a:cubicBezTo>
                    <a:cubicBezTo>
                      <a:pt x="242" y="252"/>
                      <a:pt x="280" y="197"/>
                      <a:pt x="280" y="124"/>
                    </a:cubicBezTo>
                    <a:cubicBezTo>
                      <a:pt x="280" y="53"/>
                      <a:pt x="236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3" name="Google Shape;8113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9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4" name="Google Shape;8114;p29"/>
              <p:cNvSpPr/>
              <p:nvPr/>
            </p:nvSpPr>
            <p:spPr>
              <a:xfrm>
                <a:off x="6693853" y="4321263"/>
                <a:ext cx="8691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2" extrusionOk="0">
                    <a:moveTo>
                      <a:pt x="123" y="0"/>
                    </a:moveTo>
                    <a:cubicBezTo>
                      <a:pt x="41" y="0"/>
                      <a:pt x="10" y="57"/>
                      <a:pt x="7" y="132"/>
                    </a:cubicBezTo>
                    <a:cubicBezTo>
                      <a:pt x="1" y="185"/>
                      <a:pt x="29" y="232"/>
                      <a:pt x="76" y="251"/>
                    </a:cubicBezTo>
                    <a:lnTo>
                      <a:pt x="261" y="141"/>
                    </a:lnTo>
                    <a:cubicBezTo>
                      <a:pt x="261" y="138"/>
                      <a:pt x="261" y="135"/>
                      <a:pt x="261" y="129"/>
                    </a:cubicBezTo>
                    <a:cubicBezTo>
                      <a:pt x="258" y="54"/>
                      <a:pt x="217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5" name="Google Shape;8115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6" name="Google Shape;8116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7" name="Google Shape;8117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8" name="Google Shape;8118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6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19" name="Google Shape;8119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0" name="Google Shape;8120;p29"/>
              <p:cNvSpPr/>
              <p:nvPr/>
            </p:nvSpPr>
            <p:spPr>
              <a:xfrm>
                <a:off x="6911848" y="3923898"/>
                <a:ext cx="4628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9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77"/>
                    </a:cubicBezTo>
                    <a:cubicBezTo>
                      <a:pt x="135" y="278"/>
                      <a:pt x="135" y="278"/>
                      <a:pt x="136" y="278"/>
                    </a:cubicBezTo>
                    <a:cubicBezTo>
                      <a:pt x="137" y="278"/>
                      <a:pt x="138" y="277"/>
                      <a:pt x="138" y="277"/>
                    </a:cubicBez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1" name="Google Shape;8121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2" name="Google Shape;8122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60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3" name="Google Shape;8123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4" name="Google Shape;8124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41" y="255"/>
                      <a:pt x="104" y="255"/>
                    </a:cubicBezTo>
                    <a:cubicBezTo>
                      <a:pt x="113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80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5" name="Google Shape;8125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6" name="Google Shape;8126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7" name="Google Shape;8127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8" name="Google Shape;8128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29" name="Google Shape;8129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0" name="Google Shape;8130;p29"/>
              <p:cNvSpPr/>
              <p:nvPr/>
            </p:nvSpPr>
            <p:spPr>
              <a:xfrm>
                <a:off x="6822712" y="4176988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2" y="257"/>
                      <a:pt x="167" y="257"/>
                      <a:pt x="172" y="257"/>
                    </a:cubicBezTo>
                    <a:cubicBezTo>
                      <a:pt x="240" y="257"/>
                      <a:pt x="292" y="195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1" name="Google Shape;8131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2" name="Google Shape;8132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3" name="Google Shape;8133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4" name="Google Shape;8134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5" name="Google Shape;8135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6" name="Google Shape;8136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7" name="Google Shape;8137;p29"/>
              <p:cNvSpPr/>
              <p:nvPr/>
            </p:nvSpPr>
            <p:spPr>
              <a:xfrm>
                <a:off x="6806663" y="4120983"/>
                <a:ext cx="97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2" extrusionOk="0">
                    <a:moveTo>
                      <a:pt x="171" y="1"/>
                    </a:moveTo>
                    <a:cubicBezTo>
                      <a:pt x="167" y="1"/>
                      <a:pt x="162" y="1"/>
                      <a:pt x="157" y="2"/>
                    </a:cubicBezTo>
                    <a:cubicBezTo>
                      <a:pt x="101" y="5"/>
                      <a:pt x="54" y="61"/>
                      <a:pt x="0" y="92"/>
                    </a:cubicBezTo>
                    <a:cubicBezTo>
                      <a:pt x="0" y="111"/>
                      <a:pt x="0" y="130"/>
                      <a:pt x="0" y="152"/>
                    </a:cubicBezTo>
                    <a:cubicBezTo>
                      <a:pt x="47" y="183"/>
                      <a:pt x="94" y="237"/>
                      <a:pt x="148" y="249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8" y="252"/>
                      <a:pt x="280" y="202"/>
                      <a:pt x="282" y="130"/>
                    </a:cubicBezTo>
                    <a:cubicBezTo>
                      <a:pt x="291" y="60"/>
                      <a:pt x="237" y="1"/>
                      <a:pt x="1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8" name="Google Shape;8138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3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39" name="Google Shape;8139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7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0" name="Google Shape;8140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1" name="Google Shape;8141;p29"/>
              <p:cNvSpPr/>
              <p:nvPr/>
            </p:nvSpPr>
            <p:spPr>
              <a:xfrm>
                <a:off x="6790713" y="4216245"/>
                <a:ext cx="93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4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200"/>
                      <a:pt x="49" y="253"/>
                      <a:pt x="118" y="253"/>
                    </a:cubicBezTo>
                    <a:cubicBezTo>
                      <a:pt x="123" y="253"/>
                      <a:pt x="129" y="253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2" name="Google Shape;8142;p29"/>
              <p:cNvSpPr/>
              <p:nvPr/>
            </p:nvSpPr>
            <p:spPr>
              <a:xfrm>
                <a:off x="6668814" y="4048162"/>
                <a:ext cx="88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4" extrusionOk="0">
                    <a:moveTo>
                      <a:pt x="134" y="0"/>
                    </a:moveTo>
                    <a:cubicBezTo>
                      <a:pt x="69" y="0"/>
                      <a:pt x="4" y="44"/>
                      <a:pt x="4" y="130"/>
                    </a:cubicBezTo>
                    <a:cubicBezTo>
                      <a:pt x="1" y="198"/>
                      <a:pt x="55" y="254"/>
                      <a:pt x="119" y="254"/>
                    </a:cubicBezTo>
                    <a:cubicBezTo>
                      <a:pt x="125" y="254"/>
                      <a:pt x="132" y="253"/>
                      <a:pt x="138" y="252"/>
                    </a:cubicBezTo>
                    <a:cubicBezTo>
                      <a:pt x="220" y="249"/>
                      <a:pt x="267" y="208"/>
                      <a:pt x="264" y="130"/>
                    </a:cubicBezTo>
                    <a:cubicBezTo>
                      <a:pt x="264" y="44"/>
                      <a:pt x="199" y="0"/>
                      <a:pt x="1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3" name="Google Shape;8143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4" name="Google Shape;8144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5" name="Google Shape;8145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6" name="Google Shape;8146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7" name="Google Shape;8147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1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8" name="Google Shape;8148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29" y="256"/>
                    </a:cubicBezTo>
                    <a:cubicBezTo>
                      <a:pt x="132" y="257"/>
                      <a:pt x="136" y="257"/>
                      <a:pt x="139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49" name="Google Shape;8149;p29"/>
              <p:cNvSpPr/>
              <p:nvPr/>
            </p:nvSpPr>
            <p:spPr>
              <a:xfrm>
                <a:off x="6616737" y="4240285"/>
                <a:ext cx="101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55" extrusionOk="0">
                    <a:moveTo>
                      <a:pt x="176" y="0"/>
                    </a:moveTo>
                    <a:cubicBezTo>
                      <a:pt x="173" y="0"/>
                      <a:pt x="170" y="0"/>
                      <a:pt x="167" y="1"/>
                    </a:cubicBezTo>
                    <a:cubicBezTo>
                      <a:pt x="1" y="7"/>
                      <a:pt x="7" y="255"/>
                      <a:pt x="167" y="255"/>
                    </a:cubicBezTo>
                    <a:cubicBezTo>
                      <a:pt x="170" y="255"/>
                      <a:pt x="173" y="255"/>
                      <a:pt x="176" y="254"/>
                    </a:cubicBezTo>
                    <a:cubicBezTo>
                      <a:pt x="258" y="251"/>
                      <a:pt x="305" y="207"/>
                      <a:pt x="298" y="123"/>
                    </a:cubicBezTo>
                    <a:cubicBezTo>
                      <a:pt x="301" y="36"/>
                      <a:pt x="247" y="0"/>
                      <a:pt x="1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0" name="Google Shape;8150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1" name="Google Shape;8151;p29"/>
              <p:cNvSpPr/>
              <p:nvPr/>
            </p:nvSpPr>
            <p:spPr>
              <a:xfrm>
                <a:off x="6616538" y="4168064"/>
                <a:ext cx="2864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86" h="243" extrusionOk="0">
                    <a:moveTo>
                      <a:pt x="0" y="1"/>
                    </a:moveTo>
                    <a:lnTo>
                      <a:pt x="0" y="242"/>
                    </a:lnTo>
                    <a:cubicBezTo>
                      <a:pt x="54" y="230"/>
                      <a:pt x="85" y="198"/>
                      <a:pt x="85" y="161"/>
                    </a:cubicBezTo>
                    <a:cubicBezTo>
                      <a:pt x="82" y="64"/>
                      <a:pt x="54" y="17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2" name="Google Shape;8152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3" name="Google Shape;8153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4" name="Google Shape;8154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2" y="1"/>
                    </a:moveTo>
                    <a:cubicBezTo>
                      <a:pt x="54" y="1"/>
                      <a:pt x="0" y="34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4" y="1"/>
                      <a:pt x="11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5" name="Google Shape;8155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6" name="Google Shape;8156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0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7" name="Google Shape;8157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8" name="Google Shape;8158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6"/>
                      <a:pt x="1" y="145"/>
                    </a:cubicBezTo>
                    <a:cubicBezTo>
                      <a:pt x="48" y="182"/>
                      <a:pt x="92" y="239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4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59" name="Google Shape;8159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3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0" name="Google Shape;8160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42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1" name="Google Shape;8161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3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2" name="Google Shape;8162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3" name="Google Shape;8163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4" name="Google Shape;8164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5" name="Google Shape;8165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6" name="Google Shape;8166;p29"/>
              <p:cNvSpPr/>
              <p:nvPr/>
            </p:nvSpPr>
            <p:spPr>
              <a:xfrm>
                <a:off x="6637315" y="4219009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6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7" name="Google Shape;8167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8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8" y="1"/>
                    </a:cubicBezTo>
                    <a:cubicBezTo>
                      <a:pt x="134" y="1"/>
                      <a:pt x="13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8" name="Google Shape;8168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69" name="Google Shape;8169;p29"/>
              <p:cNvSpPr/>
              <p:nvPr/>
            </p:nvSpPr>
            <p:spPr>
              <a:xfrm>
                <a:off x="6616538" y="4276079"/>
                <a:ext cx="1299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39" h="192" extrusionOk="0">
                    <a:moveTo>
                      <a:pt x="0" y="0"/>
                    </a:moveTo>
                    <a:lnTo>
                      <a:pt x="0" y="192"/>
                    </a:lnTo>
                    <a:cubicBezTo>
                      <a:pt x="26" y="167"/>
                      <a:pt x="38" y="132"/>
                      <a:pt x="35" y="94"/>
                    </a:cubicBezTo>
                    <a:cubicBezTo>
                      <a:pt x="38" y="60"/>
                      <a:pt x="26" y="26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0" name="Google Shape;8170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08" y="256"/>
                    </a:cubicBezTo>
                    <a:cubicBezTo>
                      <a:pt x="115" y="256"/>
                      <a:pt x="122" y="256"/>
                      <a:pt x="129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1" name="Google Shape;8171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2" name="Google Shape;8172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3" name="Google Shape;8173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4" name="Google Shape;8174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5" name="Google Shape;8175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6" name="Google Shape;8176;p29"/>
              <p:cNvSpPr/>
              <p:nvPr/>
            </p:nvSpPr>
            <p:spPr>
              <a:xfrm>
                <a:off x="6625494" y="4274448"/>
                <a:ext cx="92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5" extrusionOk="0">
                    <a:moveTo>
                      <a:pt x="111" y="1"/>
                    </a:moveTo>
                    <a:cubicBezTo>
                      <a:pt x="45" y="1"/>
                      <a:pt x="4" y="54"/>
                      <a:pt x="1" y="125"/>
                    </a:cubicBezTo>
                    <a:cubicBezTo>
                      <a:pt x="1" y="199"/>
                      <a:pt x="43" y="255"/>
                      <a:pt x="109" y="255"/>
                    </a:cubicBezTo>
                    <a:cubicBezTo>
                      <a:pt x="116" y="255"/>
                      <a:pt x="122" y="254"/>
                      <a:pt x="129" y="253"/>
                    </a:cubicBezTo>
                    <a:cubicBezTo>
                      <a:pt x="180" y="247"/>
                      <a:pt x="227" y="194"/>
                      <a:pt x="277" y="159"/>
                    </a:cubicBezTo>
                    <a:cubicBezTo>
                      <a:pt x="277" y="140"/>
                      <a:pt x="277" y="122"/>
                      <a:pt x="277" y="100"/>
                    </a:cubicBezTo>
                    <a:cubicBezTo>
                      <a:pt x="230" y="65"/>
                      <a:pt x="186" y="15"/>
                      <a:pt x="133" y="2"/>
                    </a:cubicBezTo>
                    <a:cubicBezTo>
                      <a:pt x="125" y="1"/>
                      <a:pt x="118" y="1"/>
                      <a:pt x="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7" name="Google Shape;8177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8" name="Google Shape;8178;p29"/>
              <p:cNvSpPr/>
              <p:nvPr/>
            </p:nvSpPr>
            <p:spPr>
              <a:xfrm>
                <a:off x="6621033" y="4223803"/>
                <a:ext cx="91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6" extrusionOk="0">
                    <a:moveTo>
                      <a:pt x="151" y="0"/>
                    </a:moveTo>
                    <a:cubicBezTo>
                      <a:pt x="69" y="0"/>
                      <a:pt x="19" y="35"/>
                      <a:pt x="13" y="119"/>
                    </a:cubicBezTo>
                    <a:cubicBezTo>
                      <a:pt x="1" y="191"/>
                      <a:pt x="55" y="255"/>
                      <a:pt x="125" y="255"/>
                    </a:cubicBezTo>
                    <a:cubicBezTo>
                      <a:pt x="128" y="255"/>
                      <a:pt x="132" y="255"/>
                      <a:pt x="135" y="254"/>
                    </a:cubicBezTo>
                    <a:cubicBezTo>
                      <a:pt x="141" y="255"/>
                      <a:pt x="148" y="256"/>
                      <a:pt x="154" y="256"/>
                    </a:cubicBezTo>
                    <a:cubicBezTo>
                      <a:pt x="219" y="256"/>
                      <a:pt x="275" y="200"/>
                      <a:pt x="270" y="132"/>
                    </a:cubicBezTo>
                    <a:cubicBezTo>
                      <a:pt x="273" y="57"/>
                      <a:pt x="238" y="0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79" name="Google Shape;8179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58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0" name="Google Shape;8180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1" name="Google Shape;8181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8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2" name="Google Shape;8182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3" name="Google Shape;8183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4" name="Google Shape;8184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5" name="Google Shape;8185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6" name="Google Shape;8186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7" name="Google Shape;8187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48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4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8" name="Google Shape;8188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6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89" name="Google Shape;8189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0" name="Google Shape;8190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1" name="Google Shape;8191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2" name="Google Shape;8192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6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3" name="Google Shape;8193;p29"/>
              <p:cNvSpPr/>
              <p:nvPr/>
            </p:nvSpPr>
            <p:spPr>
              <a:xfrm>
                <a:off x="6616538" y="4331485"/>
                <a:ext cx="6826" cy="795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39" extrusionOk="0">
                    <a:moveTo>
                      <a:pt x="109" y="1"/>
                    </a:moveTo>
                    <a:cubicBezTo>
                      <a:pt x="93" y="1"/>
                      <a:pt x="76" y="4"/>
                      <a:pt x="66" y="10"/>
                    </a:cubicBezTo>
                    <a:cubicBezTo>
                      <a:pt x="41" y="22"/>
                      <a:pt x="19" y="41"/>
                      <a:pt x="0" y="63"/>
                    </a:cubicBezTo>
                    <a:lnTo>
                      <a:pt x="0" y="207"/>
                    </a:lnTo>
                    <a:cubicBezTo>
                      <a:pt x="22" y="223"/>
                      <a:pt x="44" y="232"/>
                      <a:pt x="69" y="239"/>
                    </a:cubicBezTo>
                    <a:cubicBezTo>
                      <a:pt x="120" y="236"/>
                      <a:pt x="163" y="210"/>
                      <a:pt x="189" y="167"/>
                    </a:cubicBezTo>
                    <a:cubicBezTo>
                      <a:pt x="204" y="123"/>
                      <a:pt x="182" y="60"/>
                      <a:pt x="160" y="16"/>
                    </a:cubicBezTo>
                    <a:cubicBezTo>
                      <a:pt x="157" y="7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4" name="Google Shape;8194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5" name="Google Shape;8195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6" name="Google Shape;8196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7" name="Google Shape;8197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8" name="Google Shape;8198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6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199" name="Google Shape;8199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0" name="Google Shape;8200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1" name="Google Shape;8201;p29"/>
              <p:cNvSpPr/>
              <p:nvPr/>
            </p:nvSpPr>
            <p:spPr>
              <a:xfrm>
                <a:off x="6616538" y="4049328"/>
                <a:ext cx="7325" cy="679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04" extrusionOk="0">
                    <a:moveTo>
                      <a:pt x="0" y="1"/>
                    </a:moveTo>
                    <a:lnTo>
                      <a:pt x="0" y="135"/>
                    </a:lnTo>
                    <a:cubicBezTo>
                      <a:pt x="4" y="148"/>
                      <a:pt x="10" y="161"/>
                      <a:pt x="16" y="170"/>
                    </a:cubicBezTo>
                    <a:cubicBezTo>
                      <a:pt x="31" y="193"/>
                      <a:pt x="83" y="203"/>
                      <a:pt x="125" y="203"/>
                    </a:cubicBezTo>
                    <a:cubicBezTo>
                      <a:pt x="136" y="203"/>
                      <a:pt x="145" y="202"/>
                      <a:pt x="154" y="201"/>
                    </a:cubicBezTo>
                    <a:cubicBezTo>
                      <a:pt x="182" y="198"/>
                      <a:pt x="217" y="148"/>
                      <a:pt x="220" y="120"/>
                    </a:cubicBezTo>
                    <a:cubicBezTo>
                      <a:pt x="220" y="98"/>
                      <a:pt x="173" y="70"/>
                      <a:pt x="145" y="54"/>
                    </a:cubicBezTo>
                    <a:cubicBezTo>
                      <a:pt x="98" y="32"/>
                      <a:pt x="51" y="1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2" name="Google Shape;8202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3" name="Google Shape;8203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4" name="Google Shape;8204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5" name="Google Shape;8205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6" name="Google Shape;8206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7" name="Google Shape;8207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7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8" name="Google Shape;8208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09" name="Google Shape;8209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</p:grpSp>
        <p:sp>
          <p:nvSpPr>
            <p:cNvPr id="8210" name="Google Shape;8210;p29"/>
            <p:cNvSpPr/>
            <p:nvPr/>
          </p:nvSpPr>
          <p:spPr>
            <a:xfrm>
              <a:off x="6315900" y="3866927"/>
              <a:ext cx="300676" cy="511150"/>
            </a:xfrm>
            <a:custGeom>
              <a:avLst/>
              <a:gdLst/>
              <a:ahLst/>
              <a:cxnLst/>
              <a:rect l="l" t="t" r="r" b="b"/>
              <a:pathLst>
                <a:path w="9030" h="15351" extrusionOk="0">
                  <a:moveTo>
                    <a:pt x="361" y="637"/>
                  </a:moveTo>
                  <a:lnTo>
                    <a:pt x="8669" y="5623"/>
                  </a:lnTo>
                  <a:lnTo>
                    <a:pt x="8669" y="14711"/>
                  </a:lnTo>
                  <a:lnTo>
                    <a:pt x="361" y="9728"/>
                  </a:lnTo>
                  <a:lnTo>
                    <a:pt x="361" y="637"/>
                  </a:lnTo>
                  <a:close/>
                  <a:moveTo>
                    <a:pt x="1" y="1"/>
                  </a:moveTo>
                  <a:lnTo>
                    <a:pt x="1" y="9932"/>
                  </a:lnTo>
                  <a:lnTo>
                    <a:pt x="9029" y="15350"/>
                  </a:lnTo>
                  <a:lnTo>
                    <a:pt x="9029" y="15281"/>
                  </a:lnTo>
                  <a:lnTo>
                    <a:pt x="9029" y="541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  <p:sp>
          <p:nvSpPr>
            <p:cNvPr id="8211" name="Google Shape;8211;p29"/>
            <p:cNvSpPr/>
            <p:nvPr/>
          </p:nvSpPr>
          <p:spPr>
            <a:xfrm>
              <a:off x="6315900" y="3686425"/>
              <a:ext cx="601286" cy="360845"/>
            </a:xfrm>
            <a:custGeom>
              <a:avLst/>
              <a:gdLst/>
              <a:ahLst/>
              <a:cxnLst/>
              <a:rect l="l" t="t" r="r" b="b"/>
              <a:pathLst>
                <a:path w="18058" h="10837" extrusionOk="0">
                  <a:moveTo>
                    <a:pt x="9029" y="0"/>
                  </a:moveTo>
                  <a:lnTo>
                    <a:pt x="7751" y="762"/>
                  </a:lnTo>
                  <a:lnTo>
                    <a:pt x="6839" y="1304"/>
                  </a:lnTo>
                  <a:lnTo>
                    <a:pt x="3448" y="3322"/>
                  </a:lnTo>
                  <a:lnTo>
                    <a:pt x="2646" y="3798"/>
                  </a:lnTo>
                  <a:lnTo>
                    <a:pt x="1" y="5375"/>
                  </a:lnTo>
                  <a:lnTo>
                    <a:pt x="1157" y="6074"/>
                  </a:lnTo>
                  <a:lnTo>
                    <a:pt x="1631" y="6359"/>
                  </a:lnTo>
                  <a:lnTo>
                    <a:pt x="5657" y="8797"/>
                  </a:lnTo>
                  <a:lnTo>
                    <a:pt x="6316" y="9195"/>
                  </a:lnTo>
                  <a:lnTo>
                    <a:pt x="9029" y="10837"/>
                  </a:lnTo>
                  <a:lnTo>
                    <a:pt x="10170" y="10148"/>
                  </a:lnTo>
                  <a:lnTo>
                    <a:pt x="10706" y="9822"/>
                  </a:lnTo>
                  <a:lnTo>
                    <a:pt x="14570" y="7484"/>
                  </a:lnTo>
                  <a:lnTo>
                    <a:pt x="15043" y="7199"/>
                  </a:lnTo>
                  <a:lnTo>
                    <a:pt x="18058" y="5375"/>
                  </a:lnTo>
                  <a:lnTo>
                    <a:pt x="14639" y="3338"/>
                  </a:lnTo>
                  <a:lnTo>
                    <a:pt x="13743" y="2808"/>
                  </a:lnTo>
                  <a:lnTo>
                    <a:pt x="13595" y="2720"/>
                  </a:lnTo>
                  <a:lnTo>
                    <a:pt x="13595" y="2720"/>
                  </a:lnTo>
                  <a:cubicBezTo>
                    <a:pt x="13602" y="2727"/>
                    <a:pt x="13602" y="2736"/>
                    <a:pt x="13605" y="2749"/>
                  </a:cubicBezTo>
                  <a:lnTo>
                    <a:pt x="13432" y="2645"/>
                  </a:lnTo>
                  <a:cubicBezTo>
                    <a:pt x="13442" y="2642"/>
                    <a:pt x="13451" y="2639"/>
                    <a:pt x="13461" y="2639"/>
                  </a:cubicBezTo>
                  <a:lnTo>
                    <a:pt x="9913" y="527"/>
                  </a:lnTo>
                  <a:lnTo>
                    <a:pt x="9437" y="245"/>
                  </a:lnTo>
                  <a:lnTo>
                    <a:pt x="90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</p:grpSp>
      <p:grpSp>
        <p:nvGrpSpPr>
          <p:cNvPr id="8212" name="Google Shape;8212;p29"/>
          <p:cNvGrpSpPr/>
          <p:nvPr/>
        </p:nvGrpSpPr>
        <p:grpSpPr>
          <a:xfrm>
            <a:off x="4072220" y="539511"/>
            <a:ext cx="1001021" cy="1258046"/>
            <a:chOff x="6315900" y="3686425"/>
            <a:chExt cx="601286" cy="691652"/>
          </a:xfrm>
        </p:grpSpPr>
        <p:grpSp>
          <p:nvGrpSpPr>
            <p:cNvPr id="8213" name="Google Shape;8213;p29"/>
            <p:cNvGrpSpPr/>
            <p:nvPr/>
          </p:nvGrpSpPr>
          <p:grpSpPr>
            <a:xfrm>
              <a:off x="6616538" y="3894164"/>
              <a:ext cx="299938" cy="483371"/>
              <a:chOff x="6616538" y="3894164"/>
              <a:chExt cx="299938" cy="483371"/>
            </a:xfrm>
          </p:grpSpPr>
          <p:sp>
            <p:nvSpPr>
              <p:cNvPr id="8214" name="Google Shape;8214;p29"/>
              <p:cNvSpPr/>
              <p:nvPr/>
            </p:nvSpPr>
            <p:spPr>
              <a:xfrm>
                <a:off x="6625494" y="4274514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07" y="1"/>
                    </a:moveTo>
                    <a:cubicBezTo>
                      <a:pt x="44" y="1"/>
                      <a:pt x="4" y="53"/>
                      <a:pt x="1" y="123"/>
                    </a:cubicBezTo>
                    <a:cubicBezTo>
                      <a:pt x="1" y="197"/>
                      <a:pt x="43" y="253"/>
                      <a:pt x="109" y="253"/>
                    </a:cubicBezTo>
                    <a:cubicBezTo>
                      <a:pt x="116" y="253"/>
                      <a:pt x="122" y="252"/>
                      <a:pt x="129" y="251"/>
                    </a:cubicBezTo>
                    <a:cubicBezTo>
                      <a:pt x="180" y="245"/>
                      <a:pt x="227" y="192"/>
                      <a:pt x="277" y="157"/>
                    </a:cubicBezTo>
                    <a:cubicBezTo>
                      <a:pt x="277" y="138"/>
                      <a:pt x="277" y="120"/>
                      <a:pt x="277" y="98"/>
                    </a:cubicBezTo>
                    <a:cubicBezTo>
                      <a:pt x="230" y="66"/>
                      <a:pt x="186" y="13"/>
                      <a:pt x="133" y="4"/>
                    </a:cubicBezTo>
                    <a:cubicBezTo>
                      <a:pt x="124" y="2"/>
                      <a:pt x="115" y="1"/>
                      <a:pt x="1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15" name="Google Shape;8215;p29"/>
              <p:cNvSpPr/>
              <p:nvPr/>
            </p:nvSpPr>
            <p:spPr>
              <a:xfrm>
                <a:off x="6621266" y="4223803"/>
                <a:ext cx="88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56" extrusionOk="0">
                    <a:moveTo>
                      <a:pt x="144" y="0"/>
                    </a:moveTo>
                    <a:cubicBezTo>
                      <a:pt x="62" y="0"/>
                      <a:pt x="12" y="35"/>
                      <a:pt x="6" y="119"/>
                    </a:cubicBezTo>
                    <a:cubicBezTo>
                      <a:pt x="1" y="209"/>
                      <a:pt x="68" y="255"/>
                      <a:pt x="135" y="255"/>
                    </a:cubicBezTo>
                    <a:cubicBezTo>
                      <a:pt x="198" y="255"/>
                      <a:pt x="260" y="215"/>
                      <a:pt x="263" y="132"/>
                    </a:cubicBezTo>
                    <a:cubicBezTo>
                      <a:pt x="266" y="57"/>
                      <a:pt x="231" y="0"/>
                      <a:pt x="1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16" name="Google Shape;8216;p29"/>
              <p:cNvSpPr/>
              <p:nvPr/>
            </p:nvSpPr>
            <p:spPr>
              <a:xfrm>
                <a:off x="6637315" y="4219009"/>
                <a:ext cx="8791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3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17" name="Google Shape;8217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18" name="Google Shape;8218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19" name="Google Shape;8219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0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0" name="Google Shape;8220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1" name="Google Shape;8221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2" name="Google Shape;8222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5"/>
                      <a:pt x="4" y="125"/>
                    </a:cubicBezTo>
                    <a:cubicBezTo>
                      <a:pt x="1" y="202"/>
                      <a:pt x="57" y="263"/>
                      <a:pt x="130" y="263"/>
                    </a:cubicBezTo>
                    <a:cubicBezTo>
                      <a:pt x="132" y="263"/>
                      <a:pt x="134" y="263"/>
                      <a:pt x="135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3" name="Google Shape;8223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3"/>
                      <a:pt x="260" y="186"/>
                      <a:pt x="267" y="130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4" name="Google Shape;8224;p29"/>
              <p:cNvSpPr/>
              <p:nvPr/>
            </p:nvSpPr>
            <p:spPr>
              <a:xfrm>
                <a:off x="6633619" y="4298521"/>
                <a:ext cx="9357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3" extrusionOk="0">
                    <a:moveTo>
                      <a:pt x="123" y="0"/>
                    </a:moveTo>
                    <a:cubicBezTo>
                      <a:pt x="55" y="0"/>
                      <a:pt x="0" y="62"/>
                      <a:pt x="14" y="132"/>
                    </a:cubicBezTo>
                    <a:cubicBezTo>
                      <a:pt x="23" y="182"/>
                      <a:pt x="83" y="226"/>
                      <a:pt x="121" y="273"/>
                    </a:cubicBezTo>
                    <a:lnTo>
                      <a:pt x="177" y="273"/>
                    </a:lnTo>
                    <a:cubicBezTo>
                      <a:pt x="211" y="226"/>
                      <a:pt x="280" y="173"/>
                      <a:pt x="274" y="129"/>
                    </a:cubicBezTo>
                    <a:cubicBezTo>
                      <a:pt x="255" y="69"/>
                      <a:pt x="208" y="22"/>
                      <a:pt x="149" y="3"/>
                    </a:cubicBezTo>
                    <a:cubicBezTo>
                      <a:pt x="140" y="1"/>
                      <a:pt x="131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5" name="Google Shape;8225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6" name="Google Shape;8226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7" name="Google Shape;8227;p29"/>
              <p:cNvSpPr/>
              <p:nvPr/>
            </p:nvSpPr>
            <p:spPr>
              <a:xfrm>
                <a:off x="6624262" y="4180984"/>
                <a:ext cx="108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6" extrusionOk="0">
                    <a:moveTo>
                      <a:pt x="149" y="1"/>
                    </a:moveTo>
                    <a:cubicBezTo>
                      <a:pt x="146" y="1"/>
                      <a:pt x="144" y="1"/>
                      <a:pt x="141" y="2"/>
                    </a:cubicBezTo>
                    <a:cubicBezTo>
                      <a:pt x="88" y="8"/>
                      <a:pt x="47" y="83"/>
                      <a:pt x="0" y="130"/>
                    </a:cubicBezTo>
                    <a:cubicBezTo>
                      <a:pt x="44" y="174"/>
                      <a:pt x="88" y="255"/>
                      <a:pt x="132" y="255"/>
                    </a:cubicBezTo>
                    <a:cubicBezTo>
                      <a:pt x="185" y="255"/>
                      <a:pt x="239" y="190"/>
                      <a:pt x="326" y="127"/>
                    </a:cubicBezTo>
                    <a:cubicBezTo>
                      <a:pt x="247" y="71"/>
                      <a:pt x="192" y="1"/>
                      <a:pt x="1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8" name="Google Shape;8228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3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29" name="Google Shape;8229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0" name="Google Shape;8230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1" name="Google Shape;8231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2" name="Google Shape;8232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10" y="256"/>
                    </a:cubicBezTo>
                    <a:cubicBezTo>
                      <a:pt x="117" y="256"/>
                      <a:pt x="124" y="256"/>
                      <a:pt x="132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3" name="Google Shape;8233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4" name="Google Shape;8234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4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47"/>
                    </a:cubicBezTo>
                    <a:cubicBezTo>
                      <a:pt x="298" y="153"/>
                      <a:pt x="314" y="65"/>
                      <a:pt x="217" y="18"/>
                    </a:cubicBezTo>
                    <a:cubicBezTo>
                      <a:pt x="197" y="6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5" name="Google Shape;8235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6" name="Google Shape;8236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1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7" name="Google Shape;8237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8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8" name="Google Shape;8238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39" name="Google Shape;8239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0" name="Google Shape;8240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1" name="Google Shape;8241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2" name="Google Shape;8242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3" name="Google Shape;8243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4" name="Google Shape;8244;p29"/>
              <p:cNvSpPr/>
              <p:nvPr/>
            </p:nvSpPr>
            <p:spPr>
              <a:xfrm>
                <a:off x="6700213" y="4191072"/>
                <a:ext cx="13386" cy="17914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38" extrusionOk="0">
                    <a:moveTo>
                      <a:pt x="189" y="250"/>
                    </a:moveTo>
                    <a:lnTo>
                      <a:pt x="192" y="253"/>
                    </a:lnTo>
                    <a:cubicBezTo>
                      <a:pt x="192" y="253"/>
                      <a:pt x="192" y="253"/>
                      <a:pt x="192" y="250"/>
                    </a:cubicBezTo>
                    <a:close/>
                    <a:moveTo>
                      <a:pt x="257" y="1"/>
                    </a:moveTo>
                    <a:cubicBezTo>
                      <a:pt x="200" y="1"/>
                      <a:pt x="151" y="45"/>
                      <a:pt x="148" y="103"/>
                    </a:cubicBezTo>
                    <a:cubicBezTo>
                      <a:pt x="142" y="150"/>
                      <a:pt x="173" y="200"/>
                      <a:pt x="192" y="250"/>
                    </a:cubicBezTo>
                    <a:cubicBezTo>
                      <a:pt x="215" y="252"/>
                      <a:pt x="240" y="261"/>
                      <a:pt x="261" y="261"/>
                    </a:cubicBezTo>
                    <a:cubicBezTo>
                      <a:pt x="269" y="261"/>
                      <a:pt x="277" y="260"/>
                      <a:pt x="283" y="256"/>
                    </a:cubicBezTo>
                    <a:cubicBezTo>
                      <a:pt x="330" y="225"/>
                      <a:pt x="399" y="181"/>
                      <a:pt x="402" y="140"/>
                    </a:cubicBezTo>
                    <a:cubicBezTo>
                      <a:pt x="402" y="97"/>
                      <a:pt x="346" y="28"/>
                      <a:pt x="298" y="9"/>
                    </a:cubicBezTo>
                    <a:cubicBezTo>
                      <a:pt x="285" y="3"/>
                      <a:pt x="270" y="1"/>
                      <a:pt x="257" y="1"/>
                    </a:cubicBezTo>
                    <a:close/>
                    <a:moveTo>
                      <a:pt x="192" y="253"/>
                    </a:moveTo>
                    <a:cubicBezTo>
                      <a:pt x="161" y="259"/>
                      <a:pt x="129" y="266"/>
                      <a:pt x="101" y="278"/>
                    </a:cubicBezTo>
                    <a:cubicBezTo>
                      <a:pt x="23" y="325"/>
                      <a:pt x="1" y="397"/>
                      <a:pt x="51" y="473"/>
                    </a:cubicBezTo>
                    <a:cubicBezTo>
                      <a:pt x="70" y="515"/>
                      <a:pt x="111" y="537"/>
                      <a:pt x="152" y="537"/>
                    </a:cubicBezTo>
                    <a:cubicBezTo>
                      <a:pt x="178" y="537"/>
                      <a:pt x="205" y="528"/>
                      <a:pt x="226" y="510"/>
                    </a:cubicBezTo>
                    <a:cubicBezTo>
                      <a:pt x="302" y="457"/>
                      <a:pt x="295" y="385"/>
                      <a:pt x="258" y="316"/>
                    </a:cubicBezTo>
                    <a:cubicBezTo>
                      <a:pt x="239" y="294"/>
                      <a:pt x="217" y="272"/>
                      <a:pt x="192" y="25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5" name="Google Shape;8245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6" name="Google Shape;8246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7" name="Google Shape;8247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8" name="Google Shape;8248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49" name="Google Shape;8249;p29"/>
              <p:cNvSpPr/>
              <p:nvPr/>
            </p:nvSpPr>
            <p:spPr>
              <a:xfrm>
                <a:off x="6705906" y="4133868"/>
                <a:ext cx="91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0" extrusionOk="0">
                    <a:moveTo>
                      <a:pt x="106" y="0"/>
                    </a:moveTo>
                    <a:cubicBezTo>
                      <a:pt x="71" y="53"/>
                      <a:pt x="18" y="100"/>
                      <a:pt x="12" y="157"/>
                    </a:cubicBezTo>
                    <a:cubicBezTo>
                      <a:pt x="0" y="229"/>
                      <a:pt x="54" y="290"/>
                      <a:pt x="124" y="290"/>
                    </a:cubicBezTo>
                    <a:cubicBezTo>
                      <a:pt x="130" y="290"/>
                      <a:pt x="137" y="289"/>
                      <a:pt x="143" y="288"/>
                    </a:cubicBezTo>
                    <a:cubicBezTo>
                      <a:pt x="145" y="288"/>
                      <a:pt x="146" y="288"/>
                      <a:pt x="148" y="288"/>
                    </a:cubicBezTo>
                    <a:cubicBezTo>
                      <a:pt x="221" y="288"/>
                      <a:pt x="274" y="221"/>
                      <a:pt x="259" y="150"/>
                    </a:cubicBezTo>
                    <a:cubicBezTo>
                      <a:pt x="247" y="94"/>
                      <a:pt x="193" y="50"/>
                      <a:pt x="1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0" name="Google Shape;8250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1" name="Google Shape;8251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2" name="Google Shape;8252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3" name="Google Shape;8253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4" name="Google Shape;8254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3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5" name="Google Shape;8255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6" name="Google Shape;8256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7" name="Google Shape;8257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8" name="Google Shape;8258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38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59" name="Google Shape;8259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3" y="0"/>
                      <a:pt x="9" y="59"/>
                      <a:pt x="3" y="126"/>
                    </a:cubicBezTo>
                    <a:cubicBezTo>
                      <a:pt x="0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0" name="Google Shape;8260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1" name="Google Shape;8261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2" name="Google Shape;8262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3" name="Google Shape;8263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8"/>
                      <a:pt x="4" y="102"/>
                    </a:cubicBezTo>
                    <a:cubicBezTo>
                      <a:pt x="0" y="118"/>
                      <a:pt x="0" y="137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4" name="Google Shape;8264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5" name="Google Shape;8265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6" name="Google Shape;8266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7" name="Google Shape;8267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8" name="Google Shape;8268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69" name="Google Shape;8269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38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0" name="Google Shape;8270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1"/>
                      <a:pt x="53" y="262"/>
                      <a:pt x="127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1" name="Google Shape;8271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82" y="229"/>
                      <a:pt x="116" y="276"/>
                    </a:cubicBezTo>
                    <a:lnTo>
                      <a:pt x="172" y="276"/>
                    </a:lnTo>
                    <a:cubicBezTo>
                      <a:pt x="207" y="226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2" name="Google Shape;8272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3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3" name="Google Shape;8273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38" y="255"/>
                      <a:pt x="103" y="255"/>
                    </a:cubicBezTo>
                    <a:cubicBezTo>
                      <a:pt x="112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76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4" name="Google Shape;8274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5" name="Google Shape;8275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6" name="Google Shape;8276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7" name="Google Shape;8277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8" name="Google Shape;8278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79" name="Google Shape;8279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0" name="Google Shape;8280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1" name="Google Shape;8281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9" y="0"/>
                      <a:pt x="49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2" name="Google Shape;8282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3" name="Google Shape;8283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4" name="Google Shape;8284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5" name="Google Shape;8285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6" name="Google Shape;8286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7" name="Google Shape;8287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8" name="Google Shape;8288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89" name="Google Shape;8289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0" name="Google Shape;8290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1" name="Google Shape;8291;p29"/>
              <p:cNvSpPr/>
              <p:nvPr/>
            </p:nvSpPr>
            <p:spPr>
              <a:xfrm>
                <a:off x="6822712" y="4176988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1" y="257"/>
                      <a:pt x="165" y="257"/>
                      <a:pt x="168" y="257"/>
                    </a:cubicBezTo>
                    <a:cubicBezTo>
                      <a:pt x="238" y="257"/>
                      <a:pt x="292" y="196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2" name="Google Shape;8292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3" name="Google Shape;8293;p29"/>
              <p:cNvSpPr/>
              <p:nvPr/>
            </p:nvSpPr>
            <p:spPr>
              <a:xfrm>
                <a:off x="6806563" y="4120983"/>
                <a:ext cx="98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2" extrusionOk="0">
                    <a:moveTo>
                      <a:pt x="174" y="1"/>
                    </a:moveTo>
                    <a:cubicBezTo>
                      <a:pt x="170" y="1"/>
                      <a:pt x="165" y="1"/>
                      <a:pt x="160" y="2"/>
                    </a:cubicBezTo>
                    <a:cubicBezTo>
                      <a:pt x="104" y="5"/>
                      <a:pt x="57" y="61"/>
                      <a:pt x="3" y="92"/>
                    </a:cubicBezTo>
                    <a:cubicBezTo>
                      <a:pt x="3" y="114"/>
                      <a:pt x="3" y="133"/>
                      <a:pt x="0" y="152"/>
                    </a:cubicBezTo>
                    <a:cubicBezTo>
                      <a:pt x="50" y="183"/>
                      <a:pt x="97" y="237"/>
                      <a:pt x="151" y="249"/>
                    </a:cubicBezTo>
                    <a:cubicBezTo>
                      <a:pt x="160" y="251"/>
                      <a:pt x="169" y="252"/>
                      <a:pt x="177" y="252"/>
                    </a:cubicBezTo>
                    <a:cubicBezTo>
                      <a:pt x="241" y="252"/>
                      <a:pt x="283" y="202"/>
                      <a:pt x="285" y="130"/>
                    </a:cubicBezTo>
                    <a:cubicBezTo>
                      <a:pt x="294" y="60"/>
                      <a:pt x="240" y="1"/>
                      <a:pt x="1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4" name="Google Shape;8294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5" name="Google Shape;8295;p29"/>
              <p:cNvSpPr/>
              <p:nvPr/>
            </p:nvSpPr>
            <p:spPr>
              <a:xfrm>
                <a:off x="6810225" y="4134568"/>
                <a:ext cx="10555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3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1"/>
                      <a:pt x="45" y="263"/>
                      <a:pt x="115" y="263"/>
                    </a:cubicBezTo>
                    <a:cubicBezTo>
                      <a:pt x="121" y="263"/>
                      <a:pt x="128" y="262"/>
                      <a:pt x="135" y="261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6" name="Google Shape;8296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7" name="Google Shape;8297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2" y="258"/>
                      <a:pt x="121" y="258"/>
                    </a:cubicBezTo>
                    <a:cubicBezTo>
                      <a:pt x="125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8" name="Google Shape;8298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299" name="Google Shape;8299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2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0" name="Google Shape;8300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1" name="Google Shape;8301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2" name="Google Shape;8302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3" name="Google Shape;8303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4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4" name="Google Shape;8304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6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5" name="Google Shape;8305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6" name="Google Shape;8306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7" name="Google Shape;8307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8" name="Google Shape;8308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09" name="Google Shape;8309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0" name="Google Shape;8310;p29"/>
              <p:cNvSpPr/>
              <p:nvPr/>
            </p:nvSpPr>
            <p:spPr>
              <a:xfrm>
                <a:off x="6769237" y="4200828"/>
                <a:ext cx="86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9" extrusionOk="0">
                    <a:moveTo>
                      <a:pt x="131" y="1"/>
                    </a:moveTo>
                    <a:cubicBezTo>
                      <a:pt x="66" y="1"/>
                      <a:pt x="1" y="45"/>
                      <a:pt x="2" y="133"/>
                    </a:cubicBezTo>
                    <a:cubicBezTo>
                      <a:pt x="5" y="206"/>
                      <a:pt x="41" y="258"/>
                      <a:pt x="124" y="258"/>
                    </a:cubicBezTo>
                    <a:cubicBezTo>
                      <a:pt x="126" y="258"/>
                      <a:pt x="128" y="258"/>
                      <a:pt x="131" y="258"/>
                    </a:cubicBezTo>
                    <a:cubicBezTo>
                      <a:pt x="135" y="258"/>
                      <a:pt x="140" y="258"/>
                      <a:pt x="144" y="258"/>
                    </a:cubicBezTo>
                    <a:cubicBezTo>
                      <a:pt x="225" y="258"/>
                      <a:pt x="259" y="204"/>
                      <a:pt x="259" y="133"/>
                    </a:cubicBezTo>
                    <a:cubicBezTo>
                      <a:pt x="261" y="45"/>
                      <a:pt x="196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1" name="Google Shape;8311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2" name="Google Shape;8312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3" name="Google Shape;8313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3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4" name="Google Shape;8314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5" name="Google Shape;8315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4" y="1"/>
                    </a:moveTo>
                    <a:cubicBezTo>
                      <a:pt x="55" y="1"/>
                      <a:pt x="0" y="36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5" y="1"/>
                      <a:pt x="1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6" name="Google Shape;8316;p29"/>
              <p:cNvSpPr/>
              <p:nvPr/>
            </p:nvSpPr>
            <p:spPr>
              <a:xfrm>
                <a:off x="6753488" y="4117986"/>
                <a:ext cx="9690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326" extrusionOk="0">
                    <a:moveTo>
                      <a:pt x="131" y="1"/>
                    </a:moveTo>
                    <a:cubicBezTo>
                      <a:pt x="74" y="85"/>
                      <a:pt x="18" y="135"/>
                      <a:pt x="12" y="192"/>
                    </a:cubicBezTo>
                    <a:cubicBezTo>
                      <a:pt x="0" y="264"/>
                      <a:pt x="57" y="325"/>
                      <a:pt x="127" y="325"/>
                    </a:cubicBezTo>
                    <a:cubicBezTo>
                      <a:pt x="133" y="325"/>
                      <a:pt x="140" y="325"/>
                      <a:pt x="146" y="324"/>
                    </a:cubicBezTo>
                    <a:cubicBezTo>
                      <a:pt x="222" y="314"/>
                      <a:pt x="290" y="261"/>
                      <a:pt x="269" y="176"/>
                    </a:cubicBezTo>
                    <a:cubicBezTo>
                      <a:pt x="253" y="123"/>
                      <a:pt x="193" y="79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7" name="Google Shape;8317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3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8" name="Google Shape;8318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19" name="Google Shape;8319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0" name="Google Shape;8320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22"/>
                    </a:cubicBezTo>
                    <a:cubicBezTo>
                      <a:pt x="4" y="215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1" name="Google Shape;8321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2" name="Google Shape;8322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3" name="Google Shape;8323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4" name="Google Shape;8324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5" name="Google Shape;8325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6" name="Google Shape;8326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7" name="Google Shape;8327;p29"/>
              <p:cNvSpPr/>
              <p:nvPr/>
            </p:nvSpPr>
            <p:spPr>
              <a:xfrm>
                <a:off x="6797906" y="4060349"/>
                <a:ext cx="91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2" extrusionOk="0">
                    <a:moveTo>
                      <a:pt x="168" y="0"/>
                    </a:moveTo>
                    <a:cubicBezTo>
                      <a:pt x="161" y="0"/>
                      <a:pt x="154" y="1"/>
                      <a:pt x="147" y="2"/>
                    </a:cubicBezTo>
                    <a:cubicBezTo>
                      <a:pt x="94" y="11"/>
                      <a:pt x="47" y="65"/>
                      <a:pt x="0" y="102"/>
                    </a:cubicBezTo>
                    <a:cubicBezTo>
                      <a:pt x="0" y="121"/>
                      <a:pt x="0" y="140"/>
                      <a:pt x="0" y="159"/>
                    </a:cubicBezTo>
                    <a:cubicBezTo>
                      <a:pt x="50" y="190"/>
                      <a:pt x="97" y="240"/>
                      <a:pt x="150" y="249"/>
                    </a:cubicBezTo>
                    <a:cubicBezTo>
                      <a:pt x="159" y="251"/>
                      <a:pt x="167" y="252"/>
                      <a:pt x="175" y="252"/>
                    </a:cubicBezTo>
                    <a:cubicBezTo>
                      <a:pt x="238" y="252"/>
                      <a:pt x="276" y="197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8" name="Google Shape;8328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29" name="Google Shape;8329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0" name="Google Shape;8330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1" name="Google Shape;8331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61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2" name="Google Shape;8332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3" name="Google Shape;8333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4" name="Google Shape;8334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5" name="Google Shape;8335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6" name="Google Shape;8336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7" name="Google Shape;8337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3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8" name="Google Shape;8338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39" name="Google Shape;8339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0" name="Google Shape;8340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4" y="51"/>
                      <a:pt x="4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6"/>
                      <a:pt x="232" y="199"/>
                      <a:pt x="283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1" name="Google Shape;8341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2" name="Google Shape;8342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3" name="Google Shape;8343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70" y="0"/>
                    </a:moveTo>
                    <a:cubicBezTo>
                      <a:pt x="164" y="0"/>
                      <a:pt x="158" y="1"/>
                      <a:pt x="151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4" name="Google Shape;8344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5" name="Google Shape;8345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6" name="Google Shape;8346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7" name="Google Shape;8347;p29"/>
              <p:cNvSpPr/>
              <p:nvPr/>
            </p:nvSpPr>
            <p:spPr>
              <a:xfrm>
                <a:off x="6887840" y="4134967"/>
                <a:ext cx="9423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9" extrusionOk="0">
                    <a:moveTo>
                      <a:pt x="169" y="1"/>
                    </a:moveTo>
                    <a:cubicBezTo>
                      <a:pt x="164" y="1"/>
                      <a:pt x="159" y="1"/>
                      <a:pt x="154" y="2"/>
                    </a:cubicBezTo>
                    <a:cubicBezTo>
                      <a:pt x="101" y="11"/>
                      <a:pt x="54" y="67"/>
                      <a:pt x="4" y="99"/>
                    </a:cubicBezTo>
                    <a:lnTo>
                      <a:pt x="0" y="155"/>
                    </a:lnTo>
                    <a:cubicBezTo>
                      <a:pt x="51" y="190"/>
                      <a:pt x="94" y="246"/>
                      <a:pt x="151" y="255"/>
                    </a:cubicBezTo>
                    <a:cubicBezTo>
                      <a:pt x="160" y="258"/>
                      <a:pt x="169" y="259"/>
                      <a:pt x="178" y="259"/>
                    </a:cubicBezTo>
                    <a:cubicBezTo>
                      <a:pt x="242" y="259"/>
                      <a:pt x="277" y="200"/>
                      <a:pt x="279" y="133"/>
                    </a:cubicBezTo>
                    <a:cubicBezTo>
                      <a:pt x="282" y="60"/>
                      <a:pt x="239" y="1"/>
                      <a:pt x="1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8" name="Google Shape;8348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1" y="253"/>
                      <a:pt x="283" y="201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49" name="Google Shape;8349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0" name="Google Shape;8350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1" name="Google Shape;8351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2" name="Google Shape;8352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3" name="Google Shape;8353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4" name="Google Shape;8354;p29"/>
              <p:cNvSpPr/>
              <p:nvPr/>
            </p:nvSpPr>
            <p:spPr>
              <a:xfrm>
                <a:off x="6874688" y="4008239"/>
                <a:ext cx="10356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2" extrusionOk="0">
                    <a:moveTo>
                      <a:pt x="201" y="1"/>
                    </a:moveTo>
                    <a:cubicBezTo>
                      <a:pt x="193" y="1"/>
                      <a:pt x="185" y="1"/>
                      <a:pt x="176" y="3"/>
                    </a:cubicBezTo>
                    <a:cubicBezTo>
                      <a:pt x="123" y="12"/>
                      <a:pt x="79" y="72"/>
                      <a:pt x="1" y="135"/>
                    </a:cubicBezTo>
                    <a:cubicBezTo>
                      <a:pt x="82" y="194"/>
                      <a:pt x="126" y="254"/>
                      <a:pt x="179" y="260"/>
                    </a:cubicBezTo>
                    <a:cubicBezTo>
                      <a:pt x="186" y="261"/>
                      <a:pt x="192" y="262"/>
                      <a:pt x="199" y="262"/>
                    </a:cubicBezTo>
                    <a:cubicBezTo>
                      <a:pt x="271" y="262"/>
                      <a:pt x="311" y="197"/>
                      <a:pt x="308" y="122"/>
                    </a:cubicBezTo>
                    <a:cubicBezTo>
                      <a:pt x="308" y="55"/>
                      <a:pt x="265" y="1"/>
                      <a:pt x="2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5" name="Google Shape;8355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6" name="Google Shape;8356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7" name="Google Shape;8357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3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8" name="Google Shape;8358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59" name="Google Shape;8359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0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0" name="Google Shape;8360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1" name="Google Shape;8361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4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2" name="Google Shape;8362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9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3" name="Google Shape;8363;p29"/>
              <p:cNvSpPr/>
              <p:nvPr/>
            </p:nvSpPr>
            <p:spPr>
              <a:xfrm>
                <a:off x="6904555" y="4156677"/>
                <a:ext cx="96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2" extrusionOk="0">
                    <a:moveTo>
                      <a:pt x="123" y="0"/>
                    </a:moveTo>
                    <a:cubicBezTo>
                      <a:pt x="54" y="0"/>
                      <a:pt x="0" y="59"/>
                      <a:pt x="9" y="127"/>
                    </a:cubicBezTo>
                    <a:cubicBezTo>
                      <a:pt x="12" y="199"/>
                      <a:pt x="47" y="261"/>
                      <a:pt x="116" y="261"/>
                    </a:cubicBezTo>
                    <a:cubicBezTo>
                      <a:pt x="125" y="261"/>
                      <a:pt x="134" y="260"/>
                      <a:pt x="144" y="258"/>
                    </a:cubicBezTo>
                    <a:cubicBezTo>
                      <a:pt x="197" y="249"/>
                      <a:pt x="241" y="193"/>
                      <a:pt x="288" y="155"/>
                    </a:cubicBezTo>
                    <a:cubicBezTo>
                      <a:pt x="266" y="42"/>
                      <a:pt x="210" y="1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4" name="Google Shape;8364;p29"/>
              <p:cNvSpPr/>
              <p:nvPr/>
            </p:nvSpPr>
            <p:spPr>
              <a:xfrm>
                <a:off x="6902325" y="4175789"/>
                <a:ext cx="11021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30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5" name="Google Shape;8365;p29"/>
              <p:cNvSpPr/>
              <p:nvPr/>
            </p:nvSpPr>
            <p:spPr>
              <a:xfrm>
                <a:off x="6895565" y="4197399"/>
                <a:ext cx="93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2" extrusionOk="0">
                    <a:moveTo>
                      <a:pt x="109" y="0"/>
                    </a:moveTo>
                    <a:cubicBezTo>
                      <a:pt x="46" y="0"/>
                      <a:pt x="9" y="60"/>
                      <a:pt x="3" y="126"/>
                    </a:cubicBezTo>
                    <a:cubicBezTo>
                      <a:pt x="0" y="199"/>
                      <a:pt x="41" y="262"/>
                      <a:pt x="111" y="262"/>
                    </a:cubicBezTo>
                    <a:cubicBezTo>
                      <a:pt x="116" y="262"/>
                      <a:pt x="121" y="261"/>
                      <a:pt x="126" y="261"/>
                    </a:cubicBezTo>
                    <a:cubicBezTo>
                      <a:pt x="179" y="254"/>
                      <a:pt x="229" y="198"/>
                      <a:pt x="279" y="167"/>
                    </a:cubicBezTo>
                    <a:cubicBezTo>
                      <a:pt x="279" y="148"/>
                      <a:pt x="279" y="129"/>
                      <a:pt x="279" y="110"/>
                    </a:cubicBezTo>
                    <a:cubicBezTo>
                      <a:pt x="232" y="73"/>
                      <a:pt x="188" y="13"/>
                      <a:pt x="135" y="4"/>
                    </a:cubicBezTo>
                    <a:cubicBezTo>
                      <a:pt x="126" y="1"/>
                      <a:pt x="117" y="0"/>
                      <a:pt x="1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6" name="Google Shape;8366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7" name="Google Shape;8367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8" name="Google Shape;8368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69" name="Google Shape;8369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0" name="Google Shape;8370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9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5" y="277"/>
                    </a:cubicBezTo>
                    <a:cubicBezTo>
                      <a:pt x="232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1" name="Google Shape;8371;p29"/>
              <p:cNvSpPr/>
              <p:nvPr/>
            </p:nvSpPr>
            <p:spPr>
              <a:xfrm>
                <a:off x="6863833" y="4184346"/>
                <a:ext cx="89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8" y="285"/>
                      <a:pt x="270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2" name="Google Shape;8372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3" name="Google Shape;8373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4" name="Google Shape;8374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7"/>
                      <a:pt x="1" y="148"/>
                    </a:cubicBezTo>
                    <a:cubicBezTo>
                      <a:pt x="48" y="182"/>
                      <a:pt x="92" y="242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7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5" name="Google Shape;8375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6" name="Google Shape;8376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2" y="201"/>
                      <a:pt x="282" y="127"/>
                    </a:cubicBezTo>
                    <a:cubicBezTo>
                      <a:pt x="285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7" name="Google Shape;8377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78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8" name="Google Shape;8378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79" name="Google Shape;8379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5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0" name="Google Shape;8380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1" name="Google Shape;8381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2" name="Google Shape;8382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3" name="Google Shape;8383;p29"/>
              <p:cNvSpPr/>
              <p:nvPr/>
            </p:nvSpPr>
            <p:spPr>
              <a:xfrm>
                <a:off x="6790713" y="4216245"/>
                <a:ext cx="9390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5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198"/>
                      <a:pt x="48" y="254"/>
                      <a:pt x="114" y="254"/>
                    </a:cubicBezTo>
                    <a:cubicBezTo>
                      <a:pt x="121" y="254"/>
                      <a:pt x="128" y="254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4" name="Google Shape;8384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5" name="Google Shape;8385;p29"/>
              <p:cNvSpPr/>
              <p:nvPr/>
            </p:nvSpPr>
            <p:spPr>
              <a:xfrm>
                <a:off x="6778194" y="4265258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37" y="0"/>
                    </a:moveTo>
                    <a:cubicBezTo>
                      <a:pt x="71" y="0"/>
                      <a:pt x="6" y="44"/>
                      <a:pt x="6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13" y="253"/>
                      <a:pt x="266" y="216"/>
                      <a:pt x="266" y="128"/>
                    </a:cubicBezTo>
                    <a:cubicBezTo>
                      <a:pt x="265" y="43"/>
                      <a:pt x="201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6" name="Google Shape;8386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7" name="Google Shape;8387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51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6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8" name="Google Shape;8388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89" name="Google Shape;8389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0" name="Google Shape;8390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1" name="Google Shape;8391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2" name="Google Shape;8392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3" name="Google Shape;8393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4" name="Google Shape;8394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5" name="Google Shape;8395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6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6" name="Google Shape;8396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57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7" name="Google Shape;8397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63" y="1"/>
                    </a:moveTo>
                    <a:lnTo>
                      <a:pt x="107" y="4"/>
                    </a:ln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51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8" name="Google Shape;8398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399" name="Google Shape;8399;p29"/>
              <p:cNvSpPr/>
              <p:nvPr/>
            </p:nvSpPr>
            <p:spPr>
              <a:xfrm>
                <a:off x="6698548" y="4271251"/>
                <a:ext cx="9124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2" extrusionOk="0">
                    <a:moveTo>
                      <a:pt x="128" y="1"/>
                    </a:moveTo>
                    <a:cubicBezTo>
                      <a:pt x="58" y="1"/>
                      <a:pt x="1" y="61"/>
                      <a:pt x="7" y="130"/>
                    </a:cubicBezTo>
                    <a:cubicBezTo>
                      <a:pt x="7" y="203"/>
                      <a:pt x="43" y="262"/>
                      <a:pt x="126" y="262"/>
                    </a:cubicBezTo>
                    <a:cubicBezTo>
                      <a:pt x="128" y="262"/>
                      <a:pt x="130" y="261"/>
                      <a:pt x="132" y="261"/>
                    </a:cubicBezTo>
                    <a:cubicBezTo>
                      <a:pt x="135" y="261"/>
                      <a:pt x="137" y="262"/>
                      <a:pt x="140" y="262"/>
                    </a:cubicBezTo>
                    <a:cubicBezTo>
                      <a:pt x="225" y="262"/>
                      <a:pt x="261" y="209"/>
                      <a:pt x="264" y="136"/>
                    </a:cubicBezTo>
                    <a:cubicBezTo>
                      <a:pt x="273" y="63"/>
                      <a:pt x="217" y="1"/>
                      <a:pt x="144" y="1"/>
                    </a:cubicBezTo>
                    <a:cubicBezTo>
                      <a:pt x="142" y="1"/>
                      <a:pt x="140" y="1"/>
                      <a:pt x="139" y="1"/>
                    </a:cubicBezTo>
                    <a:cubicBezTo>
                      <a:pt x="135" y="1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0" name="Google Shape;8400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1" name="Google Shape;8401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2" name="Google Shape;8402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3" name="Google Shape;8403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4" name="Google Shape;8404;p29"/>
              <p:cNvSpPr/>
              <p:nvPr/>
            </p:nvSpPr>
            <p:spPr>
              <a:xfrm>
                <a:off x="6683631" y="4319865"/>
                <a:ext cx="87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2" extrusionOk="0">
                    <a:moveTo>
                      <a:pt x="121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4" y="46"/>
                      <a:pt x="217" y="2"/>
                      <a:pt x="135" y="2"/>
                    </a:cubicBezTo>
                    <a:cubicBezTo>
                      <a:pt x="130" y="1"/>
                      <a:pt x="126" y="1"/>
                      <a:pt x="1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5" name="Google Shape;8405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6" name="Google Shape;8406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7" name="Google Shape;8407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8" name="Google Shape;8408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7" y="167"/>
                      <a:pt x="310" y="167"/>
                    </a:cubicBezTo>
                    <a:cubicBezTo>
                      <a:pt x="300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09" name="Google Shape;8409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3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0" name="Google Shape;8410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1" name="Google Shape;8411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2" name="Google Shape;8412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3" name="Google Shape;8413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29" y="0"/>
                    </a:moveTo>
                    <a:cubicBezTo>
                      <a:pt x="46" y="0"/>
                      <a:pt x="9" y="52"/>
                      <a:pt x="9" y="129"/>
                    </a:cubicBezTo>
                    <a:cubicBezTo>
                      <a:pt x="0" y="199"/>
                      <a:pt x="54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4" name="Google Shape;8414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5" name="Google Shape;8415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3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6" name="Google Shape;8416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7" name="Google Shape;8417;p29"/>
              <p:cNvSpPr/>
              <p:nvPr/>
            </p:nvSpPr>
            <p:spPr>
              <a:xfrm>
                <a:off x="6617803" y="4240285"/>
                <a:ext cx="90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7" extrusionOk="0">
                    <a:moveTo>
                      <a:pt x="125" y="0"/>
                    </a:moveTo>
                    <a:cubicBezTo>
                      <a:pt x="54" y="0"/>
                      <a:pt x="1" y="63"/>
                      <a:pt x="13" y="132"/>
                    </a:cubicBezTo>
                    <a:cubicBezTo>
                      <a:pt x="7" y="201"/>
                      <a:pt x="61" y="256"/>
                      <a:pt x="125" y="256"/>
                    </a:cubicBezTo>
                    <a:cubicBezTo>
                      <a:pt x="131" y="256"/>
                      <a:pt x="138" y="256"/>
                      <a:pt x="144" y="254"/>
                    </a:cubicBezTo>
                    <a:cubicBezTo>
                      <a:pt x="226" y="251"/>
                      <a:pt x="273" y="207"/>
                      <a:pt x="266" y="123"/>
                    </a:cubicBezTo>
                    <a:cubicBezTo>
                      <a:pt x="269" y="36"/>
                      <a:pt x="215" y="0"/>
                      <a:pt x="144" y="0"/>
                    </a:cubicBezTo>
                    <a:cubicBezTo>
                      <a:pt x="141" y="0"/>
                      <a:pt x="138" y="0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8" name="Google Shape;8418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19" name="Google Shape;8419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3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0" name="Google Shape;8420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6"/>
                    </a:cubicBezTo>
                    <a:cubicBezTo>
                      <a:pt x="2" y="220"/>
                      <a:pt x="65" y="260"/>
                      <a:pt x="128" y="260"/>
                    </a:cubicBezTo>
                    <a:cubicBezTo>
                      <a:pt x="195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1" name="Google Shape;8421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cubicBezTo>
                      <a:pt x="1" y="118"/>
                      <a:pt x="1" y="137"/>
                      <a:pt x="1" y="156"/>
                    </a:cubicBez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2" name="Google Shape;8422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3" name="Google Shape;8423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3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6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4" name="Google Shape;8424;p29"/>
              <p:cNvSpPr/>
              <p:nvPr/>
            </p:nvSpPr>
            <p:spPr>
              <a:xfrm>
                <a:off x="6637415" y="4030448"/>
                <a:ext cx="8058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7" extrusionOk="0">
                    <a:moveTo>
                      <a:pt x="201" y="0"/>
                    </a:moveTo>
                    <a:lnTo>
                      <a:pt x="0" y="120"/>
                    </a:lnTo>
                    <a:cubicBezTo>
                      <a:pt x="36" y="149"/>
                      <a:pt x="72" y="176"/>
                      <a:pt x="105" y="176"/>
                    </a:cubicBezTo>
                    <a:cubicBezTo>
                      <a:pt x="106" y="176"/>
                      <a:pt x="108" y="176"/>
                      <a:pt x="110" y="176"/>
                    </a:cubicBezTo>
                    <a:cubicBezTo>
                      <a:pt x="157" y="173"/>
                      <a:pt x="198" y="94"/>
                      <a:pt x="242" y="51"/>
                    </a:cubicBezTo>
                    <a:cubicBezTo>
                      <a:pt x="229" y="35"/>
                      <a:pt x="213" y="19"/>
                      <a:pt x="2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5" name="Google Shape;8425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4"/>
                    </a:cubicBezTo>
                    <a:lnTo>
                      <a:pt x="12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6" name="Google Shape;8426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6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7" name="Google Shape;8427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8" name="Google Shape;8428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48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29" name="Google Shape;8429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0" name="Google Shape;8430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1" name="Google Shape;8431;p29"/>
              <p:cNvSpPr/>
              <p:nvPr/>
            </p:nvSpPr>
            <p:spPr>
              <a:xfrm>
                <a:off x="6668714" y="4048062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50" y="0"/>
                    </a:moveTo>
                    <a:cubicBezTo>
                      <a:pt x="145" y="0"/>
                      <a:pt x="140" y="0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ubicBezTo>
                      <a:pt x="55" y="1"/>
                      <a:pt x="1" y="64"/>
                      <a:pt x="7" y="133"/>
                    </a:cubicBezTo>
                    <a:cubicBezTo>
                      <a:pt x="4" y="201"/>
                      <a:pt x="58" y="257"/>
                      <a:pt x="122" y="257"/>
                    </a:cubicBezTo>
                    <a:cubicBezTo>
                      <a:pt x="128" y="257"/>
                      <a:pt x="135" y="256"/>
                      <a:pt x="141" y="255"/>
                    </a:cubicBezTo>
                    <a:cubicBezTo>
                      <a:pt x="223" y="252"/>
                      <a:pt x="270" y="211"/>
                      <a:pt x="267" y="133"/>
                    </a:cubicBezTo>
                    <a:cubicBezTo>
                      <a:pt x="276" y="60"/>
                      <a:pt x="219" y="0"/>
                      <a:pt x="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2" name="Google Shape;8432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3" name="Google Shape;8433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4" name="Google Shape;8434;p29"/>
              <p:cNvSpPr/>
              <p:nvPr/>
            </p:nvSpPr>
            <p:spPr>
              <a:xfrm>
                <a:off x="6686927" y="4072502"/>
                <a:ext cx="10189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8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7"/>
                    </a:cubicBezTo>
                    <a:cubicBezTo>
                      <a:pt x="243" y="257"/>
                      <a:pt x="303" y="220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5" name="Google Shape;8435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6" name="Google Shape;8436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7" name="Google Shape;8437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8" name="Google Shape;8438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1" y="56"/>
                      <a:pt x="6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39" name="Google Shape;8439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0" name="Google Shape;8440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1" name="Google Shape;8441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2" name="Google Shape;8442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4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3" name="Google Shape;8443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4" name="Google Shape;8444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32" y="256"/>
                    </a:cubicBezTo>
                    <a:cubicBezTo>
                      <a:pt x="135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5" name="Google Shape;8445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6" name="Google Shape;8446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7" name="Google Shape;8447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8" name="Google Shape;8448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49" name="Google Shape;8449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0" name="Google Shape;8450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1" name="Google Shape;8451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2" name="Google Shape;8452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3" name="Google Shape;8453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1" y="1"/>
                    </a:moveTo>
                    <a:cubicBezTo>
                      <a:pt x="54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7" y="1"/>
                      <a:pt x="1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4" name="Google Shape;8454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51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5" name="Google Shape;8455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6" name="Google Shape;8456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4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7" name="Google Shape;8457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8" name="Google Shape;8458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59" name="Google Shape;8459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0" name="Google Shape;8460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1" name="Google Shape;8461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2" name="Google Shape;8462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9"/>
                    </a:cubicBezTo>
                    <a:cubicBezTo>
                      <a:pt x="1" y="198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3" name="Google Shape;8463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0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4" name="Google Shape;8464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5" name="Google Shape;8465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6" name="Google Shape;8466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9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7" name="Google Shape;8467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5" y="261"/>
                      <a:pt x="143" y="261"/>
                    </a:cubicBezTo>
                    <a:cubicBezTo>
                      <a:pt x="205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8" name="Google Shape;8468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69" name="Google Shape;8469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6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0" name="Google Shape;8470;p29"/>
              <p:cNvSpPr/>
              <p:nvPr/>
            </p:nvSpPr>
            <p:spPr>
              <a:xfrm>
                <a:off x="6860903" y="3896362"/>
                <a:ext cx="8324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2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0" y="191"/>
                      <a:pt x="119" y="192"/>
                      <a:pt x="128" y="192"/>
                    </a:cubicBezTo>
                    <a:cubicBezTo>
                      <a:pt x="195" y="192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1" name="Google Shape;8471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2" name="Google Shape;8472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3" name="Google Shape;8473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4" name="Google Shape;8474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101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5" name="Google Shape;8475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6" name="Google Shape;8476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7" name="Google Shape;8477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8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6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8" name="Google Shape;8478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79" name="Google Shape;8479;p29"/>
              <p:cNvSpPr/>
              <p:nvPr/>
            </p:nvSpPr>
            <p:spPr>
              <a:xfrm>
                <a:off x="6911848" y="3923898"/>
                <a:ext cx="4628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80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80"/>
                    </a:cubicBezTo>
                    <a:lnTo>
                      <a:pt x="138" y="280"/>
                    </a:ln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0" name="Google Shape;8480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1" name="Google Shape;8481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2" name="Google Shape;8482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3" name="Google Shape;8483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4" name="Google Shape;8484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5" name="Google Shape;8485;p29"/>
              <p:cNvSpPr/>
              <p:nvPr/>
            </p:nvSpPr>
            <p:spPr>
              <a:xfrm>
                <a:off x="6619235" y="4199563"/>
                <a:ext cx="15284" cy="1668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501" extrusionOk="0">
                    <a:moveTo>
                      <a:pt x="141" y="1"/>
                    </a:moveTo>
                    <a:cubicBezTo>
                      <a:pt x="84" y="1"/>
                      <a:pt x="41" y="43"/>
                      <a:pt x="26" y="105"/>
                    </a:cubicBezTo>
                    <a:cubicBezTo>
                      <a:pt x="1" y="221"/>
                      <a:pt x="82" y="258"/>
                      <a:pt x="180" y="280"/>
                    </a:cubicBezTo>
                    <a:cubicBezTo>
                      <a:pt x="139" y="387"/>
                      <a:pt x="164" y="481"/>
                      <a:pt x="274" y="500"/>
                    </a:cubicBezTo>
                    <a:cubicBezTo>
                      <a:pt x="276" y="500"/>
                      <a:pt x="278" y="500"/>
                      <a:pt x="280" y="500"/>
                    </a:cubicBezTo>
                    <a:cubicBezTo>
                      <a:pt x="326" y="500"/>
                      <a:pt x="409" y="444"/>
                      <a:pt x="424" y="399"/>
                    </a:cubicBezTo>
                    <a:cubicBezTo>
                      <a:pt x="458" y="287"/>
                      <a:pt x="358" y="252"/>
                      <a:pt x="270" y="218"/>
                    </a:cubicBezTo>
                    <a:cubicBezTo>
                      <a:pt x="311" y="117"/>
                      <a:pt x="283" y="42"/>
                      <a:pt x="183" y="8"/>
                    </a:cubicBezTo>
                    <a:cubicBezTo>
                      <a:pt x="168" y="3"/>
                      <a:pt x="154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6" name="Google Shape;8486;p29"/>
              <p:cNvSpPr/>
              <p:nvPr/>
            </p:nvSpPr>
            <p:spPr>
              <a:xfrm>
                <a:off x="6651499" y="4211517"/>
                <a:ext cx="14218" cy="17681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31" extrusionOk="0">
                    <a:moveTo>
                      <a:pt x="153" y="0"/>
                    </a:moveTo>
                    <a:cubicBezTo>
                      <a:pt x="105" y="0"/>
                      <a:pt x="59" y="31"/>
                      <a:pt x="44" y="81"/>
                    </a:cubicBezTo>
                    <a:cubicBezTo>
                      <a:pt x="0" y="194"/>
                      <a:pt x="66" y="244"/>
                      <a:pt x="166" y="282"/>
                    </a:cubicBezTo>
                    <a:cubicBezTo>
                      <a:pt x="116" y="369"/>
                      <a:pt x="94" y="457"/>
                      <a:pt x="198" y="510"/>
                    </a:cubicBezTo>
                    <a:cubicBezTo>
                      <a:pt x="221" y="523"/>
                      <a:pt x="245" y="530"/>
                      <a:pt x="269" y="530"/>
                    </a:cubicBezTo>
                    <a:cubicBezTo>
                      <a:pt x="310" y="530"/>
                      <a:pt x="348" y="509"/>
                      <a:pt x="370" y="457"/>
                    </a:cubicBezTo>
                    <a:cubicBezTo>
                      <a:pt x="426" y="341"/>
                      <a:pt x="351" y="288"/>
                      <a:pt x="251" y="250"/>
                    </a:cubicBezTo>
                    <a:cubicBezTo>
                      <a:pt x="298" y="153"/>
                      <a:pt x="314" y="65"/>
                      <a:pt x="213" y="18"/>
                    </a:cubicBezTo>
                    <a:cubicBezTo>
                      <a:pt x="194" y="6"/>
                      <a:pt x="173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7" name="Google Shape;8487;p29"/>
              <p:cNvSpPr/>
              <p:nvPr/>
            </p:nvSpPr>
            <p:spPr>
              <a:xfrm>
                <a:off x="6830869" y="4083890"/>
                <a:ext cx="17048" cy="12154"/>
              </a:xfrm>
              <a:custGeom>
                <a:avLst/>
                <a:gdLst/>
                <a:ahLst/>
                <a:cxnLst/>
                <a:rect l="l" t="t" r="r" b="b"/>
                <a:pathLst>
                  <a:path w="512" h="365" extrusionOk="0">
                    <a:moveTo>
                      <a:pt x="380" y="0"/>
                    </a:moveTo>
                    <a:cubicBezTo>
                      <a:pt x="319" y="0"/>
                      <a:pt x="276" y="59"/>
                      <a:pt x="242" y="128"/>
                    </a:cubicBezTo>
                    <a:cubicBezTo>
                      <a:pt x="204" y="115"/>
                      <a:pt x="166" y="105"/>
                      <a:pt x="132" y="105"/>
                    </a:cubicBezTo>
                    <a:cubicBezTo>
                      <a:pt x="79" y="105"/>
                      <a:pt x="34" y="129"/>
                      <a:pt x="13" y="201"/>
                    </a:cubicBezTo>
                    <a:cubicBezTo>
                      <a:pt x="0" y="238"/>
                      <a:pt x="38" y="313"/>
                      <a:pt x="76" y="338"/>
                    </a:cubicBezTo>
                    <a:cubicBezTo>
                      <a:pt x="103" y="357"/>
                      <a:pt x="127" y="365"/>
                      <a:pt x="149" y="365"/>
                    </a:cubicBezTo>
                    <a:cubicBezTo>
                      <a:pt x="212" y="365"/>
                      <a:pt x="255" y="300"/>
                      <a:pt x="292" y="244"/>
                    </a:cubicBezTo>
                    <a:cubicBezTo>
                      <a:pt x="329" y="255"/>
                      <a:pt x="366" y="264"/>
                      <a:pt x="399" y="264"/>
                    </a:cubicBezTo>
                    <a:cubicBezTo>
                      <a:pt x="445" y="264"/>
                      <a:pt x="484" y="246"/>
                      <a:pt x="502" y="188"/>
                    </a:cubicBezTo>
                    <a:cubicBezTo>
                      <a:pt x="511" y="128"/>
                      <a:pt x="492" y="66"/>
                      <a:pt x="452" y="25"/>
                    </a:cubicBezTo>
                    <a:cubicBezTo>
                      <a:pt x="425" y="8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8" name="Google Shape;8488;p29"/>
              <p:cNvSpPr/>
              <p:nvPr/>
            </p:nvSpPr>
            <p:spPr>
              <a:xfrm>
                <a:off x="6758149" y="4223770"/>
                <a:ext cx="17248" cy="1112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4" extrusionOk="0">
                    <a:moveTo>
                      <a:pt x="386" y="1"/>
                    </a:moveTo>
                    <a:cubicBezTo>
                      <a:pt x="333" y="1"/>
                      <a:pt x="288" y="46"/>
                      <a:pt x="254" y="105"/>
                    </a:cubicBezTo>
                    <a:cubicBezTo>
                      <a:pt x="206" y="89"/>
                      <a:pt x="158" y="70"/>
                      <a:pt x="115" y="70"/>
                    </a:cubicBezTo>
                    <a:cubicBezTo>
                      <a:pt x="74" y="70"/>
                      <a:pt x="37" y="88"/>
                      <a:pt x="13" y="146"/>
                    </a:cubicBezTo>
                    <a:cubicBezTo>
                      <a:pt x="0" y="202"/>
                      <a:pt x="16" y="258"/>
                      <a:pt x="53" y="299"/>
                    </a:cubicBezTo>
                    <a:cubicBezTo>
                      <a:pt x="82" y="324"/>
                      <a:pt x="109" y="334"/>
                      <a:pt x="133" y="334"/>
                    </a:cubicBezTo>
                    <a:cubicBezTo>
                      <a:pt x="191" y="334"/>
                      <a:pt x="237" y="274"/>
                      <a:pt x="279" y="221"/>
                    </a:cubicBezTo>
                    <a:cubicBezTo>
                      <a:pt x="320" y="251"/>
                      <a:pt x="362" y="270"/>
                      <a:pt x="400" y="270"/>
                    </a:cubicBezTo>
                    <a:cubicBezTo>
                      <a:pt x="439" y="270"/>
                      <a:pt x="473" y="251"/>
                      <a:pt x="498" y="202"/>
                    </a:cubicBezTo>
                    <a:cubicBezTo>
                      <a:pt x="517" y="146"/>
                      <a:pt x="505" y="83"/>
                      <a:pt x="467" y="36"/>
                    </a:cubicBezTo>
                    <a:cubicBezTo>
                      <a:pt x="438" y="11"/>
                      <a:pt x="411" y="1"/>
                      <a:pt x="3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89" name="Google Shape;8489;p29"/>
              <p:cNvSpPr/>
              <p:nvPr/>
            </p:nvSpPr>
            <p:spPr>
              <a:xfrm>
                <a:off x="6708470" y="4101337"/>
                <a:ext cx="18613" cy="13319"/>
              </a:xfrm>
              <a:custGeom>
                <a:avLst/>
                <a:gdLst/>
                <a:ahLst/>
                <a:cxnLst/>
                <a:rect l="l" t="t" r="r" b="b"/>
                <a:pathLst>
                  <a:path w="559" h="400" extrusionOk="0">
                    <a:moveTo>
                      <a:pt x="151" y="0"/>
                    </a:moveTo>
                    <a:cubicBezTo>
                      <a:pt x="137" y="0"/>
                      <a:pt x="123" y="3"/>
                      <a:pt x="107" y="9"/>
                    </a:cubicBezTo>
                    <a:cubicBezTo>
                      <a:pt x="22" y="40"/>
                      <a:pt x="0" y="106"/>
                      <a:pt x="25" y="184"/>
                    </a:cubicBezTo>
                    <a:cubicBezTo>
                      <a:pt x="40" y="233"/>
                      <a:pt x="79" y="257"/>
                      <a:pt x="133" y="257"/>
                    </a:cubicBezTo>
                    <a:cubicBezTo>
                      <a:pt x="170" y="257"/>
                      <a:pt x="213" y="246"/>
                      <a:pt x="260" y="225"/>
                    </a:cubicBezTo>
                    <a:cubicBezTo>
                      <a:pt x="293" y="340"/>
                      <a:pt x="340" y="399"/>
                      <a:pt x="400" y="399"/>
                    </a:cubicBezTo>
                    <a:cubicBezTo>
                      <a:pt x="415" y="399"/>
                      <a:pt x="431" y="395"/>
                      <a:pt x="448" y="388"/>
                    </a:cubicBezTo>
                    <a:cubicBezTo>
                      <a:pt x="521" y="363"/>
                      <a:pt x="558" y="281"/>
                      <a:pt x="530" y="209"/>
                    </a:cubicBezTo>
                    <a:cubicBezTo>
                      <a:pt x="515" y="161"/>
                      <a:pt x="476" y="136"/>
                      <a:pt x="422" y="136"/>
                    </a:cubicBezTo>
                    <a:cubicBezTo>
                      <a:pt x="386" y="136"/>
                      <a:pt x="342" y="147"/>
                      <a:pt x="295" y="172"/>
                    </a:cubicBezTo>
                    <a:cubicBezTo>
                      <a:pt x="259" y="57"/>
                      <a:pt x="213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0" name="Google Shape;8490;p29"/>
              <p:cNvSpPr/>
              <p:nvPr/>
            </p:nvSpPr>
            <p:spPr>
              <a:xfrm>
                <a:off x="6670678" y="4304881"/>
                <a:ext cx="12986" cy="16749"/>
              </a:xfrm>
              <a:custGeom>
                <a:avLst/>
                <a:gdLst/>
                <a:ahLst/>
                <a:cxnLst/>
                <a:rect l="l" t="t" r="r" b="b"/>
                <a:pathLst>
                  <a:path w="390" h="503" extrusionOk="0">
                    <a:moveTo>
                      <a:pt x="181" y="0"/>
                    </a:moveTo>
                    <a:cubicBezTo>
                      <a:pt x="141" y="0"/>
                      <a:pt x="102" y="14"/>
                      <a:pt x="73" y="41"/>
                    </a:cubicBezTo>
                    <a:cubicBezTo>
                      <a:pt x="1" y="135"/>
                      <a:pt x="57" y="210"/>
                      <a:pt x="148" y="270"/>
                    </a:cubicBezTo>
                    <a:cubicBezTo>
                      <a:pt x="92" y="358"/>
                      <a:pt x="64" y="448"/>
                      <a:pt x="173" y="496"/>
                    </a:cubicBezTo>
                    <a:cubicBezTo>
                      <a:pt x="184" y="500"/>
                      <a:pt x="199" y="502"/>
                      <a:pt x="215" y="502"/>
                    </a:cubicBezTo>
                    <a:cubicBezTo>
                      <a:pt x="262" y="502"/>
                      <a:pt x="321" y="484"/>
                      <a:pt x="339" y="458"/>
                    </a:cubicBezTo>
                    <a:cubicBezTo>
                      <a:pt x="390" y="376"/>
                      <a:pt x="358" y="295"/>
                      <a:pt x="255" y="248"/>
                    </a:cubicBezTo>
                    <a:cubicBezTo>
                      <a:pt x="305" y="151"/>
                      <a:pt x="333" y="57"/>
                      <a:pt x="227" y="7"/>
                    </a:cubicBezTo>
                    <a:cubicBezTo>
                      <a:pt x="212" y="2"/>
                      <a:pt x="196" y="0"/>
                      <a:pt x="1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1" name="Google Shape;8491;p29"/>
              <p:cNvSpPr/>
              <p:nvPr/>
            </p:nvSpPr>
            <p:spPr>
              <a:xfrm>
                <a:off x="6655029" y="4288766"/>
                <a:ext cx="15983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27" extrusionOk="0">
                    <a:moveTo>
                      <a:pt x="146" y="0"/>
                    </a:moveTo>
                    <a:cubicBezTo>
                      <a:pt x="139" y="0"/>
                      <a:pt x="131" y="1"/>
                      <a:pt x="123" y="2"/>
                    </a:cubicBezTo>
                    <a:cubicBezTo>
                      <a:pt x="54" y="5"/>
                      <a:pt x="1" y="68"/>
                      <a:pt x="13" y="137"/>
                    </a:cubicBezTo>
                    <a:cubicBezTo>
                      <a:pt x="19" y="242"/>
                      <a:pt x="85" y="256"/>
                      <a:pt x="165" y="256"/>
                    </a:cubicBezTo>
                    <a:cubicBezTo>
                      <a:pt x="178" y="256"/>
                      <a:pt x="191" y="256"/>
                      <a:pt x="205" y="256"/>
                    </a:cubicBezTo>
                    <a:cubicBezTo>
                      <a:pt x="221" y="344"/>
                      <a:pt x="247" y="427"/>
                      <a:pt x="332" y="427"/>
                    </a:cubicBezTo>
                    <a:cubicBezTo>
                      <a:pt x="343" y="427"/>
                      <a:pt x="356" y="425"/>
                      <a:pt x="371" y="422"/>
                    </a:cubicBezTo>
                    <a:cubicBezTo>
                      <a:pt x="424" y="400"/>
                      <a:pt x="462" y="353"/>
                      <a:pt x="474" y="296"/>
                    </a:cubicBezTo>
                    <a:cubicBezTo>
                      <a:pt x="480" y="184"/>
                      <a:pt x="395" y="167"/>
                      <a:pt x="309" y="167"/>
                    </a:cubicBezTo>
                    <a:cubicBezTo>
                      <a:pt x="299" y="167"/>
                      <a:pt x="290" y="168"/>
                      <a:pt x="280" y="168"/>
                    </a:cubicBezTo>
                    <a:cubicBezTo>
                      <a:pt x="268" y="72"/>
                      <a:pt x="238" y="0"/>
                      <a:pt x="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2" name="Google Shape;8492;p29"/>
              <p:cNvSpPr/>
              <p:nvPr/>
            </p:nvSpPr>
            <p:spPr>
              <a:xfrm>
                <a:off x="6767639" y="4152148"/>
                <a:ext cx="95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0" extrusionOk="0">
                    <a:moveTo>
                      <a:pt x="164" y="0"/>
                    </a:moveTo>
                    <a:cubicBezTo>
                      <a:pt x="157" y="0"/>
                      <a:pt x="149" y="1"/>
                      <a:pt x="141" y="3"/>
                    </a:cubicBezTo>
                    <a:cubicBezTo>
                      <a:pt x="82" y="21"/>
                      <a:pt x="35" y="65"/>
                      <a:pt x="13" y="125"/>
                    </a:cubicBezTo>
                    <a:cubicBezTo>
                      <a:pt x="0" y="200"/>
                      <a:pt x="60" y="256"/>
                      <a:pt x="188" y="260"/>
                    </a:cubicBezTo>
                    <a:cubicBezTo>
                      <a:pt x="210" y="228"/>
                      <a:pt x="270" y="184"/>
                      <a:pt x="276" y="131"/>
                    </a:cubicBezTo>
                    <a:cubicBezTo>
                      <a:pt x="287" y="61"/>
                      <a:pt x="233" y="0"/>
                      <a:pt x="1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3" name="Google Shape;8493;p29"/>
              <p:cNvSpPr/>
              <p:nvPr/>
            </p:nvSpPr>
            <p:spPr>
              <a:xfrm>
                <a:off x="6655561" y="4328955"/>
                <a:ext cx="9157" cy="899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0" extrusionOk="0">
                    <a:moveTo>
                      <a:pt x="120" y="0"/>
                    </a:moveTo>
                    <a:cubicBezTo>
                      <a:pt x="53" y="0"/>
                      <a:pt x="3" y="60"/>
                      <a:pt x="1" y="180"/>
                    </a:cubicBezTo>
                    <a:cubicBezTo>
                      <a:pt x="32" y="202"/>
                      <a:pt x="76" y="261"/>
                      <a:pt x="129" y="268"/>
                    </a:cubicBezTo>
                    <a:cubicBezTo>
                      <a:pt x="135" y="269"/>
                      <a:pt x="141" y="269"/>
                      <a:pt x="148" y="269"/>
                    </a:cubicBezTo>
                    <a:cubicBezTo>
                      <a:pt x="218" y="269"/>
                      <a:pt x="275" y="205"/>
                      <a:pt x="257" y="133"/>
                    </a:cubicBezTo>
                    <a:cubicBezTo>
                      <a:pt x="239" y="73"/>
                      <a:pt x="195" y="23"/>
                      <a:pt x="135" y="1"/>
                    </a:cubicBezTo>
                    <a:cubicBezTo>
                      <a:pt x="130" y="1"/>
                      <a:pt x="125" y="0"/>
                      <a:pt x="1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4" name="Google Shape;8494;p29"/>
              <p:cNvSpPr/>
              <p:nvPr/>
            </p:nvSpPr>
            <p:spPr>
              <a:xfrm>
                <a:off x="6911614" y="4193337"/>
                <a:ext cx="4861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8" extrusionOk="0">
                    <a:moveTo>
                      <a:pt x="129" y="0"/>
                    </a:moveTo>
                    <a:cubicBezTo>
                      <a:pt x="70" y="85"/>
                      <a:pt x="1" y="141"/>
                      <a:pt x="7" y="185"/>
                    </a:cubicBezTo>
                    <a:cubicBezTo>
                      <a:pt x="10" y="195"/>
                      <a:pt x="13" y="201"/>
                      <a:pt x="17" y="207"/>
                    </a:cubicBezTo>
                    <a:lnTo>
                      <a:pt x="145" y="129"/>
                    </a:lnTo>
                    <a:lnTo>
                      <a:pt x="145" y="19"/>
                    </a:lnTo>
                    <a:cubicBezTo>
                      <a:pt x="142" y="13"/>
                      <a:pt x="136" y="7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5" name="Google Shape;8495;p29"/>
              <p:cNvSpPr/>
              <p:nvPr/>
            </p:nvSpPr>
            <p:spPr>
              <a:xfrm>
                <a:off x="6624162" y="4180984"/>
                <a:ext cx="10988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56" extrusionOk="0">
                    <a:moveTo>
                      <a:pt x="152" y="1"/>
                    </a:moveTo>
                    <a:cubicBezTo>
                      <a:pt x="149" y="1"/>
                      <a:pt x="147" y="1"/>
                      <a:pt x="144" y="2"/>
                    </a:cubicBezTo>
                    <a:cubicBezTo>
                      <a:pt x="91" y="8"/>
                      <a:pt x="50" y="83"/>
                      <a:pt x="0" y="130"/>
                    </a:cubicBezTo>
                    <a:cubicBezTo>
                      <a:pt x="47" y="174"/>
                      <a:pt x="91" y="255"/>
                      <a:pt x="135" y="255"/>
                    </a:cubicBezTo>
                    <a:cubicBezTo>
                      <a:pt x="188" y="255"/>
                      <a:pt x="242" y="190"/>
                      <a:pt x="329" y="127"/>
                    </a:cubicBezTo>
                    <a:cubicBezTo>
                      <a:pt x="250" y="71"/>
                      <a:pt x="195" y="1"/>
                      <a:pt x="1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6" name="Google Shape;8496;p29"/>
              <p:cNvSpPr/>
              <p:nvPr/>
            </p:nvSpPr>
            <p:spPr>
              <a:xfrm>
                <a:off x="6637415" y="4030548"/>
                <a:ext cx="8058" cy="57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74" extrusionOk="0">
                    <a:moveTo>
                      <a:pt x="201" y="1"/>
                    </a:moveTo>
                    <a:lnTo>
                      <a:pt x="0" y="120"/>
                    </a:lnTo>
                    <a:cubicBezTo>
                      <a:pt x="36" y="146"/>
                      <a:pt x="72" y="173"/>
                      <a:pt x="105" y="173"/>
                    </a:cubicBezTo>
                    <a:cubicBezTo>
                      <a:pt x="106" y="173"/>
                      <a:pt x="108" y="173"/>
                      <a:pt x="110" y="173"/>
                    </a:cubicBezTo>
                    <a:cubicBezTo>
                      <a:pt x="157" y="170"/>
                      <a:pt x="201" y="91"/>
                      <a:pt x="242" y="48"/>
                    </a:cubicBezTo>
                    <a:cubicBezTo>
                      <a:pt x="229" y="32"/>
                      <a:pt x="213" y="16"/>
                      <a:pt x="2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7" name="Google Shape;8497;p29"/>
              <p:cNvSpPr/>
              <p:nvPr/>
            </p:nvSpPr>
            <p:spPr>
              <a:xfrm>
                <a:off x="6773566" y="4163802"/>
                <a:ext cx="92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3" extrusionOk="0">
                    <a:moveTo>
                      <a:pt x="123" y="0"/>
                    </a:moveTo>
                    <a:cubicBezTo>
                      <a:pt x="122" y="0"/>
                      <a:pt x="121" y="0"/>
                      <a:pt x="120" y="0"/>
                    </a:cubicBezTo>
                    <a:cubicBezTo>
                      <a:pt x="76" y="0"/>
                      <a:pt x="4" y="82"/>
                      <a:pt x="1" y="129"/>
                    </a:cubicBezTo>
                    <a:cubicBezTo>
                      <a:pt x="1" y="173"/>
                      <a:pt x="70" y="251"/>
                      <a:pt x="120" y="261"/>
                    </a:cubicBezTo>
                    <a:cubicBezTo>
                      <a:pt x="126" y="262"/>
                      <a:pt x="132" y="262"/>
                      <a:pt x="139" y="262"/>
                    </a:cubicBezTo>
                    <a:cubicBezTo>
                      <a:pt x="202" y="262"/>
                      <a:pt x="251" y="204"/>
                      <a:pt x="277" y="101"/>
                    </a:cubicBezTo>
                    <a:cubicBezTo>
                      <a:pt x="225" y="64"/>
                      <a:pt x="173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8" name="Google Shape;8498;p29"/>
              <p:cNvSpPr/>
              <p:nvPr/>
            </p:nvSpPr>
            <p:spPr>
              <a:xfrm>
                <a:off x="6884810" y="3894164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55" y="1"/>
                    </a:moveTo>
                    <a:cubicBezTo>
                      <a:pt x="147" y="1"/>
                      <a:pt x="138" y="2"/>
                      <a:pt x="129" y="4"/>
                    </a:cubicBezTo>
                    <a:cubicBezTo>
                      <a:pt x="69" y="23"/>
                      <a:pt x="22" y="73"/>
                      <a:pt x="7" y="132"/>
                    </a:cubicBezTo>
                    <a:cubicBezTo>
                      <a:pt x="0" y="179"/>
                      <a:pt x="69" y="233"/>
                      <a:pt x="104" y="283"/>
                    </a:cubicBezTo>
                    <a:lnTo>
                      <a:pt x="160" y="283"/>
                    </a:lnTo>
                    <a:cubicBezTo>
                      <a:pt x="198" y="233"/>
                      <a:pt x="257" y="186"/>
                      <a:pt x="267" y="132"/>
                    </a:cubicBezTo>
                    <a:cubicBezTo>
                      <a:pt x="278" y="63"/>
                      <a:pt x="223" y="1"/>
                      <a:pt x="1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499" name="Google Shape;8499;p29"/>
              <p:cNvSpPr/>
              <p:nvPr/>
            </p:nvSpPr>
            <p:spPr>
              <a:xfrm>
                <a:off x="6721289" y="4262195"/>
                <a:ext cx="95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77" extrusionOk="0">
                    <a:moveTo>
                      <a:pt x="176" y="1"/>
                    </a:moveTo>
                    <a:cubicBezTo>
                      <a:pt x="63" y="26"/>
                      <a:pt x="1" y="76"/>
                      <a:pt x="13" y="151"/>
                    </a:cubicBezTo>
                    <a:cubicBezTo>
                      <a:pt x="35" y="211"/>
                      <a:pt x="82" y="258"/>
                      <a:pt x="142" y="273"/>
                    </a:cubicBezTo>
                    <a:cubicBezTo>
                      <a:pt x="151" y="275"/>
                      <a:pt x="160" y="277"/>
                      <a:pt x="169" y="277"/>
                    </a:cubicBezTo>
                    <a:cubicBezTo>
                      <a:pt x="235" y="277"/>
                      <a:pt x="288" y="217"/>
                      <a:pt x="277" y="148"/>
                    </a:cubicBezTo>
                    <a:cubicBezTo>
                      <a:pt x="270" y="95"/>
                      <a:pt x="211" y="48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0" name="Google Shape;8500;p29"/>
              <p:cNvSpPr/>
              <p:nvPr/>
            </p:nvSpPr>
            <p:spPr>
              <a:xfrm>
                <a:off x="6736539" y="4262294"/>
                <a:ext cx="8791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86" extrusionOk="0">
                    <a:moveTo>
                      <a:pt x="157" y="1"/>
                    </a:moveTo>
                    <a:lnTo>
                      <a:pt x="101" y="4"/>
                    </a:lnTo>
                    <a:cubicBezTo>
                      <a:pt x="66" y="57"/>
                      <a:pt x="0" y="117"/>
                      <a:pt x="3" y="167"/>
                    </a:cubicBezTo>
                    <a:cubicBezTo>
                      <a:pt x="22" y="226"/>
                      <a:pt x="72" y="273"/>
                      <a:pt x="135" y="286"/>
                    </a:cubicBezTo>
                    <a:cubicBezTo>
                      <a:pt x="182" y="286"/>
                      <a:pt x="257" y="208"/>
                      <a:pt x="260" y="161"/>
                    </a:cubicBezTo>
                    <a:cubicBezTo>
                      <a:pt x="264" y="107"/>
                      <a:pt x="195" y="54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1" name="Google Shape;8501;p29"/>
              <p:cNvSpPr/>
              <p:nvPr/>
            </p:nvSpPr>
            <p:spPr>
              <a:xfrm>
                <a:off x="6736206" y="4293394"/>
                <a:ext cx="9024" cy="10056"/>
              </a:xfrm>
              <a:custGeom>
                <a:avLst/>
                <a:gdLst/>
                <a:ahLst/>
                <a:cxnLst/>
                <a:rect l="l" t="t" r="r" b="b"/>
                <a:pathLst>
                  <a:path w="271" h="302" extrusionOk="0">
                    <a:moveTo>
                      <a:pt x="129" y="1"/>
                    </a:moveTo>
                    <a:cubicBezTo>
                      <a:pt x="73" y="79"/>
                      <a:pt x="1" y="139"/>
                      <a:pt x="7" y="182"/>
                    </a:cubicBezTo>
                    <a:cubicBezTo>
                      <a:pt x="17" y="226"/>
                      <a:pt x="73" y="264"/>
                      <a:pt x="120" y="301"/>
                    </a:cubicBezTo>
                    <a:lnTo>
                      <a:pt x="236" y="229"/>
                    </a:lnTo>
                    <a:cubicBezTo>
                      <a:pt x="252" y="214"/>
                      <a:pt x="261" y="195"/>
                      <a:pt x="267" y="170"/>
                    </a:cubicBezTo>
                    <a:cubicBezTo>
                      <a:pt x="270" y="126"/>
                      <a:pt x="195" y="76"/>
                      <a:pt x="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2" name="Google Shape;8502;p29"/>
              <p:cNvSpPr/>
              <p:nvPr/>
            </p:nvSpPr>
            <p:spPr>
              <a:xfrm>
                <a:off x="6682931" y="4173392"/>
                <a:ext cx="99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62" extrusionOk="0">
                    <a:moveTo>
                      <a:pt x="150" y="1"/>
                    </a:moveTo>
                    <a:cubicBezTo>
                      <a:pt x="106" y="1"/>
                      <a:pt x="34" y="70"/>
                      <a:pt x="18" y="120"/>
                    </a:cubicBezTo>
                    <a:cubicBezTo>
                      <a:pt x="1" y="194"/>
                      <a:pt x="52" y="262"/>
                      <a:pt x="126" y="262"/>
                    </a:cubicBezTo>
                    <a:cubicBezTo>
                      <a:pt x="131" y="262"/>
                      <a:pt x="136" y="261"/>
                      <a:pt x="141" y="261"/>
                    </a:cubicBezTo>
                    <a:cubicBezTo>
                      <a:pt x="191" y="261"/>
                      <a:pt x="241" y="201"/>
                      <a:pt x="294" y="167"/>
                    </a:cubicBezTo>
                    <a:cubicBezTo>
                      <a:pt x="294" y="148"/>
                      <a:pt x="297" y="132"/>
                      <a:pt x="297" y="114"/>
                    </a:cubicBezTo>
                    <a:cubicBezTo>
                      <a:pt x="247" y="73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3" name="Google Shape;8503;p29"/>
              <p:cNvSpPr/>
              <p:nvPr/>
            </p:nvSpPr>
            <p:spPr>
              <a:xfrm>
                <a:off x="6634052" y="4169330"/>
                <a:ext cx="8824" cy="10489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15" extrusionOk="0">
                    <a:moveTo>
                      <a:pt x="123" y="1"/>
                    </a:moveTo>
                    <a:cubicBezTo>
                      <a:pt x="64" y="91"/>
                      <a:pt x="1" y="148"/>
                      <a:pt x="4" y="198"/>
                    </a:cubicBezTo>
                    <a:cubicBezTo>
                      <a:pt x="7" y="240"/>
                      <a:pt x="91" y="314"/>
                      <a:pt x="128" y="314"/>
                    </a:cubicBezTo>
                    <a:cubicBezTo>
                      <a:pt x="130" y="314"/>
                      <a:pt x="131" y="314"/>
                      <a:pt x="133" y="314"/>
                    </a:cubicBezTo>
                    <a:cubicBezTo>
                      <a:pt x="195" y="292"/>
                      <a:pt x="242" y="242"/>
                      <a:pt x="258" y="179"/>
                    </a:cubicBezTo>
                    <a:cubicBezTo>
                      <a:pt x="264" y="138"/>
                      <a:pt x="192" y="85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4" name="Google Shape;8504;p29"/>
              <p:cNvSpPr/>
              <p:nvPr/>
            </p:nvSpPr>
            <p:spPr>
              <a:xfrm>
                <a:off x="6629590" y="4071237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26" y="1"/>
                    </a:moveTo>
                    <a:cubicBezTo>
                      <a:pt x="125" y="1"/>
                      <a:pt x="124" y="1"/>
                      <a:pt x="122" y="1"/>
                    </a:cubicBezTo>
                    <a:cubicBezTo>
                      <a:pt x="75" y="1"/>
                      <a:pt x="0" y="82"/>
                      <a:pt x="0" y="129"/>
                    </a:cubicBezTo>
                    <a:cubicBezTo>
                      <a:pt x="0" y="176"/>
                      <a:pt x="75" y="258"/>
                      <a:pt x="122" y="258"/>
                    </a:cubicBezTo>
                    <a:cubicBezTo>
                      <a:pt x="124" y="258"/>
                      <a:pt x="125" y="258"/>
                      <a:pt x="126" y="258"/>
                    </a:cubicBezTo>
                    <a:cubicBezTo>
                      <a:pt x="178" y="258"/>
                      <a:pt x="230" y="194"/>
                      <a:pt x="285" y="157"/>
                    </a:cubicBezTo>
                    <a:cubicBezTo>
                      <a:pt x="285" y="139"/>
                      <a:pt x="285" y="120"/>
                      <a:pt x="285" y="104"/>
                    </a:cubicBezTo>
                    <a:cubicBezTo>
                      <a:pt x="230" y="67"/>
                      <a:pt x="178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5" name="Google Shape;8505;p29"/>
              <p:cNvSpPr/>
              <p:nvPr/>
            </p:nvSpPr>
            <p:spPr>
              <a:xfrm>
                <a:off x="6627292" y="4309043"/>
                <a:ext cx="9290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8" extrusionOk="0">
                    <a:moveTo>
                      <a:pt x="91" y="1"/>
                    </a:moveTo>
                    <a:cubicBezTo>
                      <a:pt x="72" y="32"/>
                      <a:pt x="16" y="82"/>
                      <a:pt x="10" y="135"/>
                    </a:cubicBezTo>
                    <a:cubicBezTo>
                      <a:pt x="1" y="215"/>
                      <a:pt x="59" y="267"/>
                      <a:pt x="140" y="267"/>
                    </a:cubicBezTo>
                    <a:cubicBezTo>
                      <a:pt x="143" y="267"/>
                      <a:pt x="145" y="267"/>
                      <a:pt x="148" y="267"/>
                    </a:cubicBezTo>
                    <a:cubicBezTo>
                      <a:pt x="149" y="267"/>
                      <a:pt x="151" y="267"/>
                      <a:pt x="153" y="267"/>
                    </a:cubicBezTo>
                    <a:cubicBezTo>
                      <a:pt x="225" y="267"/>
                      <a:pt x="279" y="206"/>
                      <a:pt x="270" y="132"/>
                    </a:cubicBezTo>
                    <a:cubicBezTo>
                      <a:pt x="270" y="41"/>
                      <a:pt x="220" y="4"/>
                      <a:pt x="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6" name="Google Shape;8506;p29"/>
              <p:cNvSpPr/>
              <p:nvPr/>
            </p:nvSpPr>
            <p:spPr>
              <a:xfrm>
                <a:off x="6721722" y="4219941"/>
                <a:ext cx="8890" cy="1098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30" extrusionOk="0">
                    <a:moveTo>
                      <a:pt x="138" y="0"/>
                    </a:moveTo>
                    <a:cubicBezTo>
                      <a:pt x="72" y="85"/>
                      <a:pt x="0" y="141"/>
                      <a:pt x="7" y="185"/>
                    </a:cubicBezTo>
                    <a:cubicBezTo>
                      <a:pt x="16" y="239"/>
                      <a:pt x="91" y="282"/>
                      <a:pt x="138" y="329"/>
                    </a:cubicBezTo>
                    <a:cubicBezTo>
                      <a:pt x="182" y="286"/>
                      <a:pt x="264" y="242"/>
                      <a:pt x="264" y="195"/>
                    </a:cubicBezTo>
                    <a:cubicBezTo>
                      <a:pt x="267" y="145"/>
                      <a:pt x="198" y="88"/>
                      <a:pt x="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7" name="Google Shape;8507;p29"/>
              <p:cNvSpPr/>
              <p:nvPr/>
            </p:nvSpPr>
            <p:spPr>
              <a:xfrm>
                <a:off x="6666716" y="4073834"/>
                <a:ext cx="8491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3" extrusionOk="0">
                    <a:moveTo>
                      <a:pt x="129" y="0"/>
                    </a:moveTo>
                    <a:cubicBezTo>
                      <a:pt x="126" y="0"/>
                      <a:pt x="123" y="1"/>
                      <a:pt x="120" y="1"/>
                    </a:cubicBezTo>
                    <a:cubicBezTo>
                      <a:pt x="73" y="7"/>
                      <a:pt x="1" y="83"/>
                      <a:pt x="1" y="130"/>
                    </a:cubicBezTo>
                    <a:cubicBezTo>
                      <a:pt x="1" y="177"/>
                      <a:pt x="73" y="252"/>
                      <a:pt x="123" y="261"/>
                    </a:cubicBezTo>
                    <a:cubicBezTo>
                      <a:pt x="128" y="262"/>
                      <a:pt x="133" y="262"/>
                      <a:pt x="138" y="262"/>
                    </a:cubicBezTo>
                    <a:cubicBezTo>
                      <a:pt x="205" y="262"/>
                      <a:pt x="252" y="202"/>
                      <a:pt x="255" y="79"/>
                    </a:cubicBezTo>
                    <a:cubicBezTo>
                      <a:pt x="222" y="59"/>
                      <a:pt x="171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8" name="Google Shape;8508;p29"/>
              <p:cNvSpPr/>
              <p:nvPr/>
            </p:nvSpPr>
            <p:spPr>
              <a:xfrm>
                <a:off x="6835764" y="4110061"/>
                <a:ext cx="107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5" extrusionOk="0">
                    <a:moveTo>
                      <a:pt x="151" y="0"/>
                    </a:moveTo>
                    <a:cubicBezTo>
                      <a:pt x="150" y="0"/>
                      <a:pt x="149" y="0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8" y="245"/>
                      <a:pt x="142" y="254"/>
                    </a:cubicBezTo>
                    <a:cubicBezTo>
                      <a:pt x="143" y="255"/>
                      <a:pt x="145" y="255"/>
                      <a:pt x="147" y="255"/>
                    </a:cubicBezTo>
                    <a:cubicBezTo>
                      <a:pt x="190" y="255"/>
                      <a:pt x="245" y="186"/>
                      <a:pt x="323" y="132"/>
                    </a:cubicBezTo>
                    <a:cubicBezTo>
                      <a:pt x="247" y="71"/>
                      <a:pt x="194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09" name="Google Shape;8509;p29"/>
              <p:cNvSpPr/>
              <p:nvPr/>
            </p:nvSpPr>
            <p:spPr>
              <a:xfrm>
                <a:off x="6758449" y="4078562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35" y="0"/>
                    </a:moveTo>
                    <a:cubicBezTo>
                      <a:pt x="134" y="0"/>
                      <a:pt x="133" y="0"/>
                      <a:pt x="132" y="0"/>
                    </a:cubicBezTo>
                    <a:cubicBezTo>
                      <a:pt x="85" y="0"/>
                      <a:pt x="0" y="85"/>
                      <a:pt x="7" y="122"/>
                    </a:cubicBezTo>
                    <a:cubicBezTo>
                      <a:pt x="26" y="185"/>
                      <a:pt x="76" y="235"/>
                      <a:pt x="138" y="257"/>
                    </a:cubicBezTo>
                    <a:cubicBezTo>
                      <a:pt x="141" y="258"/>
                      <a:pt x="143" y="258"/>
                      <a:pt x="146" y="258"/>
                    </a:cubicBezTo>
                    <a:cubicBezTo>
                      <a:pt x="186" y="258"/>
                      <a:pt x="242" y="192"/>
                      <a:pt x="289" y="157"/>
                    </a:cubicBezTo>
                    <a:cubicBezTo>
                      <a:pt x="289" y="138"/>
                      <a:pt x="289" y="122"/>
                      <a:pt x="289" y="104"/>
                    </a:cubicBezTo>
                    <a:cubicBezTo>
                      <a:pt x="237" y="67"/>
                      <a:pt x="185" y="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0" name="Google Shape;8510;p29"/>
              <p:cNvSpPr/>
              <p:nvPr/>
            </p:nvSpPr>
            <p:spPr>
              <a:xfrm>
                <a:off x="6902325" y="4175789"/>
                <a:ext cx="10888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5" extrusionOk="0">
                    <a:moveTo>
                      <a:pt x="194" y="0"/>
                    </a:moveTo>
                    <a:cubicBezTo>
                      <a:pt x="143" y="0"/>
                      <a:pt x="88" y="63"/>
                      <a:pt x="1" y="117"/>
                    </a:cubicBezTo>
                    <a:cubicBezTo>
                      <a:pt x="81" y="181"/>
                      <a:pt x="134" y="255"/>
                      <a:pt x="177" y="255"/>
                    </a:cubicBezTo>
                    <a:cubicBezTo>
                      <a:pt x="178" y="255"/>
                      <a:pt x="179" y="255"/>
                      <a:pt x="180" y="255"/>
                    </a:cubicBezTo>
                    <a:cubicBezTo>
                      <a:pt x="233" y="248"/>
                      <a:pt x="280" y="176"/>
                      <a:pt x="327" y="132"/>
                    </a:cubicBezTo>
                    <a:cubicBezTo>
                      <a:pt x="286" y="85"/>
                      <a:pt x="245" y="4"/>
                      <a:pt x="202" y="1"/>
                    </a:cubicBezTo>
                    <a:cubicBezTo>
                      <a:pt x="199" y="1"/>
                      <a:pt x="197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1" name="Google Shape;8511;p29"/>
              <p:cNvSpPr/>
              <p:nvPr/>
            </p:nvSpPr>
            <p:spPr>
              <a:xfrm>
                <a:off x="6877019" y="3936318"/>
                <a:ext cx="91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3" extrusionOk="0">
                    <a:moveTo>
                      <a:pt x="112" y="1"/>
                    </a:moveTo>
                    <a:cubicBezTo>
                      <a:pt x="78" y="51"/>
                      <a:pt x="18" y="98"/>
                      <a:pt x="12" y="154"/>
                    </a:cubicBezTo>
                    <a:cubicBezTo>
                      <a:pt x="1" y="224"/>
                      <a:pt x="56" y="283"/>
                      <a:pt x="123" y="283"/>
                    </a:cubicBezTo>
                    <a:cubicBezTo>
                      <a:pt x="132" y="283"/>
                      <a:pt x="141" y="282"/>
                      <a:pt x="150" y="280"/>
                    </a:cubicBezTo>
                    <a:cubicBezTo>
                      <a:pt x="200" y="267"/>
                      <a:pt x="272" y="198"/>
                      <a:pt x="275" y="154"/>
                    </a:cubicBezTo>
                    <a:cubicBezTo>
                      <a:pt x="275" y="104"/>
                      <a:pt x="206" y="51"/>
                      <a:pt x="1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2" name="Google Shape;8512;p29"/>
              <p:cNvSpPr/>
              <p:nvPr/>
            </p:nvSpPr>
            <p:spPr>
              <a:xfrm>
                <a:off x="6658258" y="4141860"/>
                <a:ext cx="10589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59" extrusionOk="0">
                    <a:moveTo>
                      <a:pt x="141" y="1"/>
                    </a:moveTo>
                    <a:cubicBezTo>
                      <a:pt x="139" y="1"/>
                      <a:pt x="138" y="1"/>
                      <a:pt x="136" y="1"/>
                    </a:cubicBezTo>
                    <a:cubicBezTo>
                      <a:pt x="73" y="20"/>
                      <a:pt x="26" y="70"/>
                      <a:pt x="7" y="133"/>
                    </a:cubicBezTo>
                    <a:cubicBezTo>
                      <a:pt x="1" y="171"/>
                      <a:pt x="82" y="258"/>
                      <a:pt x="126" y="258"/>
                    </a:cubicBezTo>
                    <a:cubicBezTo>
                      <a:pt x="127" y="258"/>
                      <a:pt x="129" y="258"/>
                      <a:pt x="130" y="258"/>
                    </a:cubicBezTo>
                    <a:cubicBezTo>
                      <a:pt x="179" y="258"/>
                      <a:pt x="232" y="191"/>
                      <a:pt x="318" y="130"/>
                    </a:cubicBezTo>
                    <a:cubicBezTo>
                      <a:pt x="236" y="70"/>
                      <a:pt x="184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3" name="Google Shape;8513;p29"/>
              <p:cNvSpPr/>
              <p:nvPr/>
            </p:nvSpPr>
            <p:spPr>
              <a:xfrm>
                <a:off x="6868229" y="3998317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26" y="0"/>
                    </a:moveTo>
                    <a:cubicBezTo>
                      <a:pt x="125" y="0"/>
                      <a:pt x="124" y="0"/>
                      <a:pt x="122" y="0"/>
                    </a:cubicBezTo>
                    <a:cubicBezTo>
                      <a:pt x="79" y="0"/>
                      <a:pt x="3" y="79"/>
                      <a:pt x="3" y="126"/>
                    </a:cubicBezTo>
                    <a:cubicBezTo>
                      <a:pt x="0" y="173"/>
                      <a:pt x="72" y="254"/>
                      <a:pt x="119" y="257"/>
                    </a:cubicBezTo>
                    <a:cubicBezTo>
                      <a:pt x="120" y="257"/>
                      <a:pt x="122" y="257"/>
                      <a:pt x="123" y="257"/>
                    </a:cubicBezTo>
                    <a:cubicBezTo>
                      <a:pt x="172" y="257"/>
                      <a:pt x="227" y="194"/>
                      <a:pt x="279" y="160"/>
                    </a:cubicBezTo>
                    <a:cubicBezTo>
                      <a:pt x="279" y="141"/>
                      <a:pt x="282" y="119"/>
                      <a:pt x="282" y="101"/>
                    </a:cubicBezTo>
                    <a:cubicBezTo>
                      <a:pt x="230" y="64"/>
                      <a:pt x="178" y="0"/>
                      <a:pt x="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4" name="Google Shape;8514;p29"/>
              <p:cNvSpPr/>
              <p:nvPr/>
            </p:nvSpPr>
            <p:spPr>
              <a:xfrm>
                <a:off x="6697183" y="4221506"/>
                <a:ext cx="96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5" extrusionOk="0">
                    <a:moveTo>
                      <a:pt x="154" y="0"/>
                    </a:moveTo>
                    <a:cubicBezTo>
                      <a:pt x="57" y="4"/>
                      <a:pt x="1" y="63"/>
                      <a:pt x="13" y="135"/>
                    </a:cubicBezTo>
                    <a:cubicBezTo>
                      <a:pt x="20" y="182"/>
                      <a:pt x="95" y="254"/>
                      <a:pt x="142" y="254"/>
                    </a:cubicBezTo>
                    <a:cubicBezTo>
                      <a:pt x="186" y="254"/>
                      <a:pt x="264" y="188"/>
                      <a:pt x="274" y="138"/>
                    </a:cubicBezTo>
                    <a:cubicBezTo>
                      <a:pt x="289" y="63"/>
                      <a:pt x="230" y="1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5" name="Google Shape;8515;p29"/>
              <p:cNvSpPr/>
              <p:nvPr/>
            </p:nvSpPr>
            <p:spPr>
              <a:xfrm>
                <a:off x="6697549" y="4282805"/>
                <a:ext cx="9290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7" extrusionOk="0">
                    <a:moveTo>
                      <a:pt x="126" y="1"/>
                    </a:moveTo>
                    <a:cubicBezTo>
                      <a:pt x="55" y="1"/>
                      <a:pt x="1" y="67"/>
                      <a:pt x="15" y="137"/>
                    </a:cubicBezTo>
                    <a:cubicBezTo>
                      <a:pt x="34" y="200"/>
                      <a:pt x="84" y="247"/>
                      <a:pt x="143" y="265"/>
                    </a:cubicBezTo>
                    <a:cubicBezTo>
                      <a:pt x="148" y="266"/>
                      <a:pt x="153" y="266"/>
                      <a:pt x="158" y="266"/>
                    </a:cubicBezTo>
                    <a:cubicBezTo>
                      <a:pt x="223" y="266"/>
                      <a:pt x="272" y="207"/>
                      <a:pt x="278" y="90"/>
                    </a:cubicBezTo>
                    <a:cubicBezTo>
                      <a:pt x="244" y="68"/>
                      <a:pt x="197" y="8"/>
                      <a:pt x="143" y="2"/>
                    </a:cubicBezTo>
                    <a:cubicBezTo>
                      <a:pt x="137" y="1"/>
                      <a:pt x="131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6" name="Google Shape;8516;p29"/>
              <p:cNvSpPr/>
              <p:nvPr/>
            </p:nvSpPr>
            <p:spPr>
              <a:xfrm>
                <a:off x="6809160" y="3952700"/>
                <a:ext cx="8990" cy="1078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24" extrusionOk="0">
                    <a:moveTo>
                      <a:pt x="132" y="1"/>
                    </a:moveTo>
                    <a:cubicBezTo>
                      <a:pt x="73" y="82"/>
                      <a:pt x="0" y="142"/>
                      <a:pt x="7" y="186"/>
                    </a:cubicBezTo>
                    <a:cubicBezTo>
                      <a:pt x="16" y="239"/>
                      <a:pt x="94" y="280"/>
                      <a:pt x="142" y="324"/>
                    </a:cubicBezTo>
                    <a:cubicBezTo>
                      <a:pt x="185" y="277"/>
                      <a:pt x="261" y="230"/>
                      <a:pt x="267" y="176"/>
                    </a:cubicBezTo>
                    <a:cubicBezTo>
                      <a:pt x="270" y="132"/>
                      <a:pt x="195" y="79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7" name="Google Shape;8517;p29"/>
              <p:cNvSpPr/>
              <p:nvPr/>
            </p:nvSpPr>
            <p:spPr>
              <a:xfrm>
                <a:off x="6845687" y="4229863"/>
                <a:ext cx="8691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7" extrusionOk="0">
                    <a:moveTo>
                      <a:pt x="141" y="0"/>
                    </a:moveTo>
                    <a:cubicBezTo>
                      <a:pt x="76" y="79"/>
                      <a:pt x="0" y="135"/>
                      <a:pt x="7" y="179"/>
                    </a:cubicBezTo>
                    <a:cubicBezTo>
                      <a:pt x="19" y="213"/>
                      <a:pt x="41" y="245"/>
                      <a:pt x="69" y="267"/>
                    </a:cubicBezTo>
                    <a:lnTo>
                      <a:pt x="260" y="151"/>
                    </a:lnTo>
                    <a:cubicBezTo>
                      <a:pt x="242" y="113"/>
                      <a:pt x="188" y="63"/>
                      <a:pt x="1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8" name="Google Shape;8518;p29"/>
              <p:cNvSpPr/>
              <p:nvPr/>
            </p:nvSpPr>
            <p:spPr>
              <a:xfrm>
                <a:off x="6741035" y="4146155"/>
                <a:ext cx="9456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8" extrusionOk="0">
                    <a:moveTo>
                      <a:pt x="179" y="1"/>
                    </a:moveTo>
                    <a:cubicBezTo>
                      <a:pt x="51" y="1"/>
                      <a:pt x="0" y="62"/>
                      <a:pt x="10" y="132"/>
                    </a:cubicBezTo>
                    <a:cubicBezTo>
                      <a:pt x="16" y="179"/>
                      <a:pt x="85" y="245"/>
                      <a:pt x="138" y="255"/>
                    </a:cubicBezTo>
                    <a:cubicBezTo>
                      <a:pt x="147" y="257"/>
                      <a:pt x="156" y="258"/>
                      <a:pt x="165" y="258"/>
                    </a:cubicBezTo>
                    <a:cubicBezTo>
                      <a:pt x="231" y="258"/>
                      <a:pt x="284" y="199"/>
                      <a:pt x="273" y="129"/>
                    </a:cubicBezTo>
                    <a:cubicBezTo>
                      <a:pt x="266" y="76"/>
                      <a:pt x="207" y="29"/>
                      <a:pt x="188" y="1"/>
                    </a:cubicBezTo>
                    <a:cubicBezTo>
                      <a:pt x="185" y="1"/>
                      <a:pt x="182" y="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19" name="Google Shape;8519;p29"/>
              <p:cNvSpPr/>
              <p:nvPr/>
            </p:nvSpPr>
            <p:spPr>
              <a:xfrm>
                <a:off x="6762611" y="4034544"/>
                <a:ext cx="8591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68" extrusionOk="0">
                    <a:moveTo>
                      <a:pt x="118" y="0"/>
                    </a:moveTo>
                    <a:cubicBezTo>
                      <a:pt x="55" y="0"/>
                      <a:pt x="9" y="55"/>
                      <a:pt x="1" y="119"/>
                    </a:cubicBezTo>
                    <a:cubicBezTo>
                      <a:pt x="4" y="214"/>
                      <a:pt x="55" y="267"/>
                      <a:pt x="119" y="267"/>
                    </a:cubicBezTo>
                    <a:cubicBezTo>
                      <a:pt x="125" y="267"/>
                      <a:pt x="130" y="267"/>
                      <a:pt x="136" y="266"/>
                    </a:cubicBezTo>
                    <a:cubicBezTo>
                      <a:pt x="186" y="257"/>
                      <a:pt x="255" y="181"/>
                      <a:pt x="258" y="138"/>
                    </a:cubicBezTo>
                    <a:cubicBezTo>
                      <a:pt x="258" y="91"/>
                      <a:pt x="189" y="15"/>
                      <a:pt x="142" y="3"/>
                    </a:cubicBezTo>
                    <a:cubicBezTo>
                      <a:pt x="134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0" name="Google Shape;8520;p29"/>
              <p:cNvSpPr/>
              <p:nvPr/>
            </p:nvSpPr>
            <p:spPr>
              <a:xfrm>
                <a:off x="6630589" y="4053190"/>
                <a:ext cx="9157" cy="978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21" y="1"/>
                    </a:moveTo>
                    <a:cubicBezTo>
                      <a:pt x="86" y="51"/>
                      <a:pt x="33" y="98"/>
                      <a:pt x="20" y="154"/>
                    </a:cubicBezTo>
                    <a:cubicBezTo>
                      <a:pt x="0" y="224"/>
                      <a:pt x="55" y="293"/>
                      <a:pt x="125" y="293"/>
                    </a:cubicBezTo>
                    <a:cubicBezTo>
                      <a:pt x="131" y="293"/>
                      <a:pt x="137" y="293"/>
                      <a:pt x="143" y="292"/>
                    </a:cubicBezTo>
                    <a:cubicBezTo>
                      <a:pt x="193" y="283"/>
                      <a:pt x="268" y="214"/>
                      <a:pt x="271" y="167"/>
                    </a:cubicBezTo>
                    <a:cubicBezTo>
                      <a:pt x="274" y="113"/>
                      <a:pt x="212" y="57"/>
                      <a:pt x="177" y="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1" name="Google Shape;8521;p29"/>
              <p:cNvSpPr/>
              <p:nvPr/>
            </p:nvSpPr>
            <p:spPr>
              <a:xfrm>
                <a:off x="6720690" y="4237222"/>
                <a:ext cx="93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1" extrusionOk="0">
                    <a:moveTo>
                      <a:pt x="160" y="1"/>
                    </a:moveTo>
                    <a:cubicBezTo>
                      <a:pt x="155" y="1"/>
                      <a:pt x="149" y="1"/>
                      <a:pt x="144" y="2"/>
                    </a:cubicBezTo>
                    <a:cubicBezTo>
                      <a:pt x="63" y="5"/>
                      <a:pt x="0" y="52"/>
                      <a:pt x="22" y="140"/>
                    </a:cubicBezTo>
                    <a:cubicBezTo>
                      <a:pt x="34" y="193"/>
                      <a:pt x="91" y="234"/>
                      <a:pt x="125" y="281"/>
                    </a:cubicBezTo>
                    <a:cubicBezTo>
                      <a:pt x="235" y="252"/>
                      <a:pt x="276" y="202"/>
                      <a:pt x="276" y="127"/>
                    </a:cubicBezTo>
                    <a:cubicBezTo>
                      <a:pt x="282" y="57"/>
                      <a:pt x="228" y="1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2" name="Google Shape;8522;p29"/>
              <p:cNvSpPr/>
              <p:nvPr/>
            </p:nvSpPr>
            <p:spPr>
              <a:xfrm>
                <a:off x="6702410" y="4166732"/>
                <a:ext cx="91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80" extrusionOk="0">
                    <a:moveTo>
                      <a:pt x="153" y="0"/>
                    </a:moveTo>
                    <a:cubicBezTo>
                      <a:pt x="144" y="0"/>
                      <a:pt x="135" y="1"/>
                      <a:pt x="126" y="3"/>
                    </a:cubicBezTo>
                    <a:cubicBezTo>
                      <a:pt x="66" y="25"/>
                      <a:pt x="23" y="72"/>
                      <a:pt x="4" y="135"/>
                    </a:cubicBezTo>
                    <a:cubicBezTo>
                      <a:pt x="1" y="179"/>
                      <a:pt x="70" y="232"/>
                      <a:pt x="104" y="279"/>
                    </a:cubicBezTo>
                    <a:lnTo>
                      <a:pt x="164" y="279"/>
                    </a:lnTo>
                    <a:cubicBezTo>
                      <a:pt x="198" y="229"/>
                      <a:pt x="258" y="182"/>
                      <a:pt x="264" y="129"/>
                    </a:cubicBezTo>
                    <a:cubicBezTo>
                      <a:pt x="275" y="60"/>
                      <a:pt x="220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3" name="Google Shape;8523;p29"/>
              <p:cNvSpPr/>
              <p:nvPr/>
            </p:nvSpPr>
            <p:spPr>
              <a:xfrm>
                <a:off x="6832901" y="4191672"/>
                <a:ext cx="92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83" extrusionOk="0">
                    <a:moveTo>
                      <a:pt x="121" y="0"/>
                    </a:moveTo>
                    <a:cubicBezTo>
                      <a:pt x="87" y="50"/>
                      <a:pt x="27" y="94"/>
                      <a:pt x="18" y="147"/>
                    </a:cubicBezTo>
                    <a:cubicBezTo>
                      <a:pt x="1" y="217"/>
                      <a:pt x="56" y="282"/>
                      <a:pt x="124" y="282"/>
                    </a:cubicBezTo>
                    <a:cubicBezTo>
                      <a:pt x="132" y="282"/>
                      <a:pt x="141" y="281"/>
                      <a:pt x="149" y="279"/>
                    </a:cubicBezTo>
                    <a:cubicBezTo>
                      <a:pt x="209" y="260"/>
                      <a:pt x="256" y="213"/>
                      <a:pt x="271" y="154"/>
                    </a:cubicBezTo>
                    <a:cubicBezTo>
                      <a:pt x="278" y="107"/>
                      <a:pt x="212" y="53"/>
                      <a:pt x="1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4" name="Google Shape;8524;p29"/>
              <p:cNvSpPr/>
              <p:nvPr/>
            </p:nvSpPr>
            <p:spPr>
              <a:xfrm>
                <a:off x="6622498" y="4363384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5" y="0"/>
                    </a:moveTo>
                    <a:cubicBezTo>
                      <a:pt x="48" y="0"/>
                      <a:pt x="0" y="52"/>
                      <a:pt x="0" y="127"/>
                    </a:cubicBezTo>
                    <a:cubicBezTo>
                      <a:pt x="3" y="196"/>
                      <a:pt x="35" y="252"/>
                      <a:pt x="94" y="262"/>
                    </a:cubicBezTo>
                    <a:lnTo>
                      <a:pt x="282" y="149"/>
                    </a:lnTo>
                    <a:lnTo>
                      <a:pt x="282" y="102"/>
                    </a:lnTo>
                    <a:cubicBezTo>
                      <a:pt x="235" y="67"/>
                      <a:pt x="188" y="11"/>
                      <a:pt x="132" y="1"/>
                    </a:cubicBezTo>
                    <a:cubicBezTo>
                      <a:pt x="126" y="1"/>
                      <a:pt x="120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5" name="Google Shape;8525;p29"/>
              <p:cNvSpPr/>
              <p:nvPr/>
            </p:nvSpPr>
            <p:spPr>
              <a:xfrm>
                <a:off x="6869061" y="416603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9"/>
                      <a:pt x="47" y="68"/>
                      <a:pt x="0" y="106"/>
                    </a:cubicBezTo>
                    <a:cubicBezTo>
                      <a:pt x="0" y="125"/>
                      <a:pt x="0" y="143"/>
                      <a:pt x="0" y="162"/>
                    </a:cubicBezTo>
                    <a:cubicBezTo>
                      <a:pt x="52" y="199"/>
                      <a:pt x="104" y="263"/>
                      <a:pt x="153" y="263"/>
                    </a:cubicBezTo>
                    <a:cubicBezTo>
                      <a:pt x="155" y="263"/>
                      <a:pt x="156" y="263"/>
                      <a:pt x="157" y="263"/>
                    </a:cubicBezTo>
                    <a:cubicBezTo>
                      <a:pt x="201" y="259"/>
                      <a:pt x="267" y="184"/>
                      <a:pt x="276" y="131"/>
                    </a:cubicBezTo>
                    <a:cubicBezTo>
                      <a:pt x="290" y="63"/>
                      <a:pt x="235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6" name="Google Shape;8526;p29"/>
              <p:cNvSpPr/>
              <p:nvPr/>
            </p:nvSpPr>
            <p:spPr>
              <a:xfrm>
                <a:off x="6860903" y="3896362"/>
                <a:ext cx="8324" cy="6426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93" extrusionOk="0">
                    <a:moveTo>
                      <a:pt x="205" y="1"/>
                    </a:moveTo>
                    <a:lnTo>
                      <a:pt x="1" y="123"/>
                    </a:lnTo>
                    <a:cubicBezTo>
                      <a:pt x="26" y="151"/>
                      <a:pt x="60" y="176"/>
                      <a:pt x="101" y="189"/>
                    </a:cubicBezTo>
                    <a:cubicBezTo>
                      <a:pt x="111" y="191"/>
                      <a:pt x="121" y="193"/>
                      <a:pt x="131" y="193"/>
                    </a:cubicBezTo>
                    <a:cubicBezTo>
                      <a:pt x="196" y="193"/>
                      <a:pt x="250" y="132"/>
                      <a:pt x="236" y="63"/>
                    </a:cubicBezTo>
                    <a:cubicBezTo>
                      <a:pt x="233" y="38"/>
                      <a:pt x="220" y="16"/>
                      <a:pt x="2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7" name="Google Shape;8527;p29"/>
              <p:cNvSpPr/>
              <p:nvPr/>
            </p:nvSpPr>
            <p:spPr>
              <a:xfrm>
                <a:off x="6804831" y="3990992"/>
                <a:ext cx="9057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67" extrusionOk="0">
                    <a:moveTo>
                      <a:pt x="135" y="1"/>
                    </a:moveTo>
                    <a:cubicBezTo>
                      <a:pt x="133" y="1"/>
                      <a:pt x="130" y="1"/>
                      <a:pt x="127" y="1"/>
                    </a:cubicBezTo>
                    <a:cubicBezTo>
                      <a:pt x="87" y="4"/>
                      <a:pt x="27" y="79"/>
                      <a:pt x="18" y="129"/>
                    </a:cubicBezTo>
                    <a:cubicBezTo>
                      <a:pt x="1" y="200"/>
                      <a:pt x="56" y="266"/>
                      <a:pt x="125" y="266"/>
                    </a:cubicBezTo>
                    <a:cubicBezTo>
                      <a:pt x="132" y="266"/>
                      <a:pt x="139" y="266"/>
                      <a:pt x="146" y="264"/>
                    </a:cubicBezTo>
                    <a:cubicBezTo>
                      <a:pt x="199" y="255"/>
                      <a:pt x="243" y="195"/>
                      <a:pt x="268" y="176"/>
                    </a:cubicBezTo>
                    <a:cubicBezTo>
                      <a:pt x="271" y="38"/>
                      <a:pt x="199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8" name="Google Shape;8528;p29"/>
              <p:cNvSpPr/>
              <p:nvPr/>
            </p:nvSpPr>
            <p:spPr>
              <a:xfrm>
                <a:off x="6762012" y="4005209"/>
                <a:ext cx="9789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2" extrusionOk="0">
                    <a:moveTo>
                      <a:pt x="173" y="0"/>
                    </a:moveTo>
                    <a:cubicBezTo>
                      <a:pt x="164" y="0"/>
                      <a:pt x="154" y="1"/>
                      <a:pt x="144" y="3"/>
                    </a:cubicBezTo>
                    <a:cubicBezTo>
                      <a:pt x="91" y="16"/>
                      <a:pt x="47" y="72"/>
                      <a:pt x="0" y="110"/>
                    </a:cubicBezTo>
                    <a:cubicBezTo>
                      <a:pt x="0" y="129"/>
                      <a:pt x="0" y="147"/>
                      <a:pt x="0" y="166"/>
                    </a:cubicBezTo>
                    <a:cubicBezTo>
                      <a:pt x="53" y="201"/>
                      <a:pt x="100" y="254"/>
                      <a:pt x="157" y="260"/>
                    </a:cubicBezTo>
                    <a:cubicBezTo>
                      <a:pt x="163" y="261"/>
                      <a:pt x="169" y="262"/>
                      <a:pt x="175" y="262"/>
                    </a:cubicBezTo>
                    <a:cubicBezTo>
                      <a:pt x="239" y="262"/>
                      <a:pt x="294" y="201"/>
                      <a:pt x="282" y="135"/>
                    </a:cubicBezTo>
                    <a:cubicBezTo>
                      <a:pt x="279" y="63"/>
                      <a:pt x="244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29" name="Google Shape;8529;p29"/>
              <p:cNvSpPr/>
              <p:nvPr/>
            </p:nvSpPr>
            <p:spPr>
              <a:xfrm>
                <a:off x="6745197" y="4227566"/>
                <a:ext cx="10089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54" extrusionOk="0">
                    <a:moveTo>
                      <a:pt x="145" y="0"/>
                    </a:moveTo>
                    <a:cubicBezTo>
                      <a:pt x="98" y="0"/>
                      <a:pt x="46" y="67"/>
                      <a:pt x="0" y="100"/>
                    </a:cubicBezTo>
                    <a:cubicBezTo>
                      <a:pt x="0" y="119"/>
                      <a:pt x="0" y="138"/>
                      <a:pt x="0" y="157"/>
                    </a:cubicBezTo>
                    <a:cubicBezTo>
                      <a:pt x="54" y="188"/>
                      <a:pt x="101" y="242"/>
                      <a:pt x="157" y="251"/>
                    </a:cubicBezTo>
                    <a:cubicBezTo>
                      <a:pt x="164" y="252"/>
                      <a:pt x="172" y="253"/>
                      <a:pt x="179" y="253"/>
                    </a:cubicBezTo>
                    <a:cubicBezTo>
                      <a:pt x="248" y="253"/>
                      <a:pt x="303" y="187"/>
                      <a:pt x="286" y="116"/>
                    </a:cubicBezTo>
                    <a:cubicBezTo>
                      <a:pt x="261" y="57"/>
                      <a:pt x="210" y="13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0" name="Google Shape;8530;p29"/>
              <p:cNvSpPr/>
              <p:nvPr/>
            </p:nvSpPr>
            <p:spPr>
              <a:xfrm>
                <a:off x="6710868" y="4087985"/>
                <a:ext cx="9523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3" extrusionOk="0">
                    <a:moveTo>
                      <a:pt x="175" y="1"/>
                    </a:moveTo>
                    <a:cubicBezTo>
                      <a:pt x="168" y="1"/>
                      <a:pt x="161" y="1"/>
                      <a:pt x="154" y="2"/>
                    </a:cubicBezTo>
                    <a:cubicBezTo>
                      <a:pt x="101" y="9"/>
                      <a:pt x="54" y="65"/>
                      <a:pt x="4" y="99"/>
                    </a:cubicBezTo>
                    <a:lnTo>
                      <a:pt x="0" y="156"/>
                    </a:lnTo>
                    <a:cubicBezTo>
                      <a:pt x="51" y="193"/>
                      <a:pt x="94" y="250"/>
                      <a:pt x="148" y="259"/>
                    </a:cubicBezTo>
                    <a:cubicBezTo>
                      <a:pt x="157" y="261"/>
                      <a:pt x="165" y="262"/>
                      <a:pt x="174" y="262"/>
                    </a:cubicBezTo>
                    <a:cubicBezTo>
                      <a:pt x="236" y="262"/>
                      <a:pt x="282" y="212"/>
                      <a:pt x="282" y="140"/>
                    </a:cubicBezTo>
                    <a:cubicBezTo>
                      <a:pt x="285" y="63"/>
                      <a:pt x="249" y="1"/>
                      <a:pt x="1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1" name="Google Shape;8531;p29"/>
              <p:cNvSpPr/>
              <p:nvPr/>
            </p:nvSpPr>
            <p:spPr>
              <a:xfrm>
                <a:off x="6753554" y="4117986"/>
                <a:ext cx="9623" cy="1085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26" extrusionOk="0">
                    <a:moveTo>
                      <a:pt x="129" y="1"/>
                    </a:moveTo>
                    <a:cubicBezTo>
                      <a:pt x="72" y="85"/>
                      <a:pt x="16" y="135"/>
                      <a:pt x="10" y="192"/>
                    </a:cubicBezTo>
                    <a:cubicBezTo>
                      <a:pt x="1" y="264"/>
                      <a:pt x="56" y="325"/>
                      <a:pt x="125" y="325"/>
                    </a:cubicBezTo>
                    <a:cubicBezTo>
                      <a:pt x="131" y="325"/>
                      <a:pt x="138" y="325"/>
                      <a:pt x="144" y="324"/>
                    </a:cubicBezTo>
                    <a:cubicBezTo>
                      <a:pt x="220" y="314"/>
                      <a:pt x="288" y="261"/>
                      <a:pt x="267" y="176"/>
                    </a:cubicBezTo>
                    <a:cubicBezTo>
                      <a:pt x="251" y="123"/>
                      <a:pt x="191" y="79"/>
                      <a:pt x="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2" name="Google Shape;8532;p29"/>
              <p:cNvSpPr/>
              <p:nvPr/>
            </p:nvSpPr>
            <p:spPr>
              <a:xfrm>
                <a:off x="6849216" y="4012901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71" y="1"/>
                    </a:moveTo>
                    <a:cubicBezTo>
                      <a:pt x="131" y="1"/>
                      <a:pt x="79" y="72"/>
                      <a:pt x="1" y="133"/>
                    </a:cubicBezTo>
                    <a:cubicBezTo>
                      <a:pt x="78" y="189"/>
                      <a:pt x="132" y="259"/>
                      <a:pt x="172" y="259"/>
                    </a:cubicBezTo>
                    <a:cubicBezTo>
                      <a:pt x="175" y="259"/>
                      <a:pt x="177" y="258"/>
                      <a:pt x="179" y="258"/>
                    </a:cubicBezTo>
                    <a:cubicBezTo>
                      <a:pt x="233" y="252"/>
                      <a:pt x="274" y="176"/>
                      <a:pt x="321" y="129"/>
                    </a:cubicBezTo>
                    <a:cubicBezTo>
                      <a:pt x="274" y="82"/>
                      <a:pt x="230" y="10"/>
                      <a:pt x="176" y="1"/>
                    </a:cubicBezTo>
                    <a:cubicBezTo>
                      <a:pt x="175" y="1"/>
                      <a:pt x="173" y="1"/>
                      <a:pt x="1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3" name="Google Shape;8533;p29"/>
              <p:cNvSpPr/>
              <p:nvPr/>
            </p:nvSpPr>
            <p:spPr>
              <a:xfrm>
                <a:off x="6616538" y="4371542"/>
                <a:ext cx="1698" cy="5994"/>
              </a:xfrm>
              <a:custGeom>
                <a:avLst/>
                <a:gdLst/>
                <a:ahLst/>
                <a:cxnLst/>
                <a:rect l="l" t="t" r="r" b="b"/>
                <a:pathLst>
                  <a:path w="51" h="180" extrusionOk="0">
                    <a:moveTo>
                      <a:pt x="0" y="1"/>
                    </a:moveTo>
                    <a:lnTo>
                      <a:pt x="0" y="179"/>
                    </a:lnTo>
                    <a:lnTo>
                      <a:pt x="38" y="161"/>
                    </a:lnTo>
                    <a:cubicBezTo>
                      <a:pt x="47" y="136"/>
                      <a:pt x="51" y="111"/>
                      <a:pt x="47" y="85"/>
                    </a:cubicBezTo>
                    <a:cubicBezTo>
                      <a:pt x="38" y="54"/>
                      <a:pt x="22" y="26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4" name="Google Shape;8534;p29"/>
              <p:cNvSpPr/>
              <p:nvPr/>
            </p:nvSpPr>
            <p:spPr>
              <a:xfrm>
                <a:off x="6799237" y="4253637"/>
                <a:ext cx="10688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9" extrusionOk="0">
                    <a:moveTo>
                      <a:pt x="151" y="1"/>
                    </a:moveTo>
                    <a:cubicBezTo>
                      <a:pt x="150" y="1"/>
                      <a:pt x="149" y="1"/>
                      <a:pt x="148" y="1"/>
                    </a:cubicBezTo>
                    <a:cubicBezTo>
                      <a:pt x="95" y="7"/>
                      <a:pt x="51" y="79"/>
                      <a:pt x="1" y="123"/>
                    </a:cubicBezTo>
                    <a:cubicBezTo>
                      <a:pt x="48" y="170"/>
                      <a:pt x="85" y="245"/>
                      <a:pt x="139" y="258"/>
                    </a:cubicBezTo>
                    <a:cubicBezTo>
                      <a:pt x="141" y="258"/>
                      <a:pt x="142" y="258"/>
                      <a:pt x="144" y="258"/>
                    </a:cubicBezTo>
                    <a:cubicBezTo>
                      <a:pt x="187" y="258"/>
                      <a:pt x="242" y="192"/>
                      <a:pt x="320" y="135"/>
                    </a:cubicBezTo>
                    <a:cubicBezTo>
                      <a:pt x="247" y="74"/>
                      <a:pt x="194" y="1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5" name="Google Shape;8535;p29"/>
              <p:cNvSpPr/>
              <p:nvPr/>
            </p:nvSpPr>
            <p:spPr>
              <a:xfrm>
                <a:off x="6904555" y="4156577"/>
                <a:ext cx="9623" cy="88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5" extrusionOk="0">
                    <a:moveTo>
                      <a:pt x="127" y="1"/>
                    </a:moveTo>
                    <a:cubicBezTo>
                      <a:pt x="57" y="1"/>
                      <a:pt x="0" y="61"/>
                      <a:pt x="9" y="130"/>
                    </a:cubicBezTo>
                    <a:cubicBezTo>
                      <a:pt x="12" y="202"/>
                      <a:pt x="47" y="264"/>
                      <a:pt x="116" y="264"/>
                    </a:cubicBezTo>
                    <a:cubicBezTo>
                      <a:pt x="125" y="264"/>
                      <a:pt x="134" y="263"/>
                      <a:pt x="144" y="261"/>
                    </a:cubicBezTo>
                    <a:cubicBezTo>
                      <a:pt x="197" y="252"/>
                      <a:pt x="241" y="196"/>
                      <a:pt x="288" y="158"/>
                    </a:cubicBezTo>
                    <a:cubicBezTo>
                      <a:pt x="266" y="45"/>
                      <a:pt x="210" y="4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6" name="Google Shape;8536;p29"/>
              <p:cNvSpPr/>
              <p:nvPr/>
            </p:nvSpPr>
            <p:spPr>
              <a:xfrm>
                <a:off x="6616538" y="4285469"/>
                <a:ext cx="586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61" extrusionOk="0">
                    <a:moveTo>
                      <a:pt x="35" y="0"/>
                    </a:moveTo>
                    <a:cubicBezTo>
                      <a:pt x="34" y="0"/>
                      <a:pt x="33" y="0"/>
                      <a:pt x="32" y="0"/>
                    </a:cubicBezTo>
                    <a:cubicBezTo>
                      <a:pt x="22" y="4"/>
                      <a:pt x="10" y="7"/>
                      <a:pt x="0" y="10"/>
                    </a:cubicBezTo>
                    <a:lnTo>
                      <a:pt x="0" y="261"/>
                    </a:lnTo>
                    <a:lnTo>
                      <a:pt x="22" y="261"/>
                    </a:lnTo>
                    <a:cubicBezTo>
                      <a:pt x="76" y="254"/>
                      <a:pt x="123" y="198"/>
                      <a:pt x="173" y="163"/>
                    </a:cubicBezTo>
                    <a:cubicBezTo>
                      <a:pt x="173" y="145"/>
                      <a:pt x="173" y="126"/>
                      <a:pt x="176" y="104"/>
                    </a:cubicBezTo>
                    <a:cubicBezTo>
                      <a:pt x="127" y="67"/>
                      <a:pt x="78" y="0"/>
                      <a:pt x="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7" name="Google Shape;8537;p29"/>
              <p:cNvSpPr/>
              <p:nvPr/>
            </p:nvSpPr>
            <p:spPr>
              <a:xfrm>
                <a:off x="6636882" y="4285802"/>
                <a:ext cx="93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4" extrusionOk="0">
                    <a:moveTo>
                      <a:pt x="112" y="0"/>
                    </a:moveTo>
                    <a:cubicBezTo>
                      <a:pt x="49" y="0"/>
                      <a:pt x="4" y="56"/>
                      <a:pt x="4" y="128"/>
                    </a:cubicBezTo>
                    <a:cubicBezTo>
                      <a:pt x="1" y="202"/>
                      <a:pt x="57" y="263"/>
                      <a:pt x="133" y="263"/>
                    </a:cubicBezTo>
                    <a:cubicBezTo>
                      <a:pt x="135" y="263"/>
                      <a:pt x="137" y="263"/>
                      <a:pt x="138" y="263"/>
                    </a:cubicBezTo>
                    <a:cubicBezTo>
                      <a:pt x="214" y="257"/>
                      <a:pt x="279" y="207"/>
                      <a:pt x="264" y="128"/>
                    </a:cubicBezTo>
                    <a:cubicBezTo>
                      <a:pt x="242" y="69"/>
                      <a:pt x="195" y="22"/>
                      <a:pt x="135" y="3"/>
                    </a:cubicBezTo>
                    <a:cubicBezTo>
                      <a:pt x="127" y="1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8" name="Google Shape;8538;p29"/>
              <p:cNvSpPr/>
              <p:nvPr/>
            </p:nvSpPr>
            <p:spPr>
              <a:xfrm>
                <a:off x="6654929" y="4044000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57" y="1"/>
                    </a:moveTo>
                    <a:cubicBezTo>
                      <a:pt x="70" y="1"/>
                      <a:pt x="29" y="51"/>
                      <a:pt x="1" y="164"/>
                    </a:cubicBezTo>
                    <a:cubicBezTo>
                      <a:pt x="51" y="195"/>
                      <a:pt x="98" y="248"/>
                      <a:pt x="154" y="258"/>
                    </a:cubicBezTo>
                    <a:cubicBezTo>
                      <a:pt x="161" y="259"/>
                      <a:pt x="168" y="260"/>
                      <a:pt x="175" y="260"/>
                    </a:cubicBezTo>
                    <a:cubicBezTo>
                      <a:pt x="239" y="260"/>
                      <a:pt x="283" y="206"/>
                      <a:pt x="283" y="132"/>
                    </a:cubicBezTo>
                    <a:cubicBezTo>
                      <a:pt x="280" y="60"/>
                      <a:pt x="245" y="1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39" name="Google Shape;8539;p29"/>
              <p:cNvSpPr/>
              <p:nvPr/>
            </p:nvSpPr>
            <p:spPr>
              <a:xfrm>
                <a:off x="6660156" y="4274248"/>
                <a:ext cx="10122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4" extrusionOk="0">
                    <a:moveTo>
                      <a:pt x="176" y="1"/>
                    </a:moveTo>
                    <a:cubicBezTo>
                      <a:pt x="170" y="1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102"/>
                    </a:cubicBezTo>
                    <a:cubicBezTo>
                      <a:pt x="0" y="118"/>
                      <a:pt x="0" y="134"/>
                      <a:pt x="0" y="153"/>
                    </a:cubicBezTo>
                    <a:cubicBezTo>
                      <a:pt x="51" y="187"/>
                      <a:pt x="98" y="237"/>
                      <a:pt x="154" y="250"/>
                    </a:cubicBezTo>
                    <a:cubicBezTo>
                      <a:pt x="164" y="252"/>
                      <a:pt x="173" y="253"/>
                      <a:pt x="183" y="253"/>
                    </a:cubicBezTo>
                    <a:cubicBezTo>
                      <a:pt x="246" y="253"/>
                      <a:pt x="289" y="199"/>
                      <a:pt x="292" y="134"/>
                    </a:cubicBezTo>
                    <a:cubicBezTo>
                      <a:pt x="303" y="62"/>
                      <a:pt x="246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0" name="Google Shape;8540;p29"/>
              <p:cNvSpPr/>
              <p:nvPr/>
            </p:nvSpPr>
            <p:spPr>
              <a:xfrm>
                <a:off x="6670279" y="4325425"/>
                <a:ext cx="96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1" extrusionOk="0">
                    <a:moveTo>
                      <a:pt x="148" y="1"/>
                    </a:moveTo>
                    <a:cubicBezTo>
                      <a:pt x="63" y="1"/>
                      <a:pt x="0" y="57"/>
                      <a:pt x="16" y="139"/>
                    </a:cubicBezTo>
                    <a:cubicBezTo>
                      <a:pt x="25" y="189"/>
                      <a:pt x="88" y="233"/>
                      <a:pt x="157" y="311"/>
                    </a:cubicBezTo>
                    <a:cubicBezTo>
                      <a:pt x="213" y="226"/>
                      <a:pt x="273" y="179"/>
                      <a:pt x="279" y="126"/>
                    </a:cubicBezTo>
                    <a:cubicBezTo>
                      <a:pt x="289" y="51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1" name="Google Shape;8541;p29"/>
              <p:cNvSpPr/>
              <p:nvPr/>
            </p:nvSpPr>
            <p:spPr>
              <a:xfrm>
                <a:off x="6685928" y="4271484"/>
                <a:ext cx="96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8" extrusionOk="0">
                    <a:moveTo>
                      <a:pt x="172" y="0"/>
                    </a:moveTo>
                    <a:cubicBezTo>
                      <a:pt x="170" y="0"/>
                      <a:pt x="168" y="0"/>
                      <a:pt x="167" y="1"/>
                    </a:cubicBezTo>
                    <a:cubicBezTo>
                      <a:pt x="113" y="4"/>
                      <a:pt x="60" y="54"/>
                      <a:pt x="7" y="79"/>
                    </a:cubicBezTo>
                    <a:cubicBezTo>
                      <a:pt x="4" y="98"/>
                      <a:pt x="4" y="116"/>
                      <a:pt x="0" y="135"/>
                    </a:cubicBezTo>
                    <a:cubicBezTo>
                      <a:pt x="44" y="176"/>
                      <a:pt x="85" y="232"/>
                      <a:pt x="135" y="251"/>
                    </a:cubicBezTo>
                    <a:cubicBezTo>
                      <a:pt x="149" y="255"/>
                      <a:pt x="161" y="257"/>
                      <a:pt x="173" y="257"/>
                    </a:cubicBezTo>
                    <a:cubicBezTo>
                      <a:pt x="233" y="257"/>
                      <a:pt x="272" y="207"/>
                      <a:pt x="279" y="142"/>
                    </a:cubicBezTo>
                    <a:cubicBezTo>
                      <a:pt x="289" y="65"/>
                      <a:pt x="250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2" name="Google Shape;8542;p29"/>
              <p:cNvSpPr/>
              <p:nvPr/>
            </p:nvSpPr>
            <p:spPr>
              <a:xfrm>
                <a:off x="6698747" y="4271318"/>
                <a:ext cx="87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29" y="0"/>
                    </a:moveTo>
                    <a:cubicBezTo>
                      <a:pt x="65" y="0"/>
                      <a:pt x="1" y="43"/>
                      <a:pt x="1" y="128"/>
                    </a:cubicBezTo>
                    <a:cubicBezTo>
                      <a:pt x="4" y="201"/>
                      <a:pt x="37" y="260"/>
                      <a:pt x="123" y="260"/>
                    </a:cubicBezTo>
                    <a:cubicBezTo>
                      <a:pt x="125" y="260"/>
                      <a:pt x="127" y="259"/>
                      <a:pt x="129" y="259"/>
                    </a:cubicBezTo>
                    <a:cubicBezTo>
                      <a:pt x="132" y="259"/>
                      <a:pt x="134" y="260"/>
                      <a:pt x="137" y="260"/>
                    </a:cubicBezTo>
                    <a:cubicBezTo>
                      <a:pt x="219" y="260"/>
                      <a:pt x="255" y="207"/>
                      <a:pt x="258" y="134"/>
                    </a:cubicBezTo>
                    <a:cubicBezTo>
                      <a:pt x="261" y="45"/>
                      <a:pt x="195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3" name="Google Shape;8543;p29"/>
              <p:cNvSpPr/>
              <p:nvPr/>
            </p:nvSpPr>
            <p:spPr>
              <a:xfrm>
                <a:off x="6700446" y="4251639"/>
                <a:ext cx="94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0" extrusionOk="0">
                    <a:moveTo>
                      <a:pt x="106" y="1"/>
                    </a:moveTo>
                    <a:cubicBezTo>
                      <a:pt x="46" y="1"/>
                      <a:pt x="3" y="52"/>
                      <a:pt x="3" y="120"/>
                    </a:cubicBezTo>
                    <a:cubicBezTo>
                      <a:pt x="0" y="195"/>
                      <a:pt x="35" y="260"/>
                      <a:pt x="108" y="260"/>
                    </a:cubicBezTo>
                    <a:cubicBezTo>
                      <a:pt x="115" y="260"/>
                      <a:pt x="122" y="259"/>
                      <a:pt x="129" y="258"/>
                    </a:cubicBezTo>
                    <a:cubicBezTo>
                      <a:pt x="185" y="249"/>
                      <a:pt x="232" y="195"/>
                      <a:pt x="282" y="164"/>
                    </a:cubicBezTo>
                    <a:cubicBezTo>
                      <a:pt x="282" y="142"/>
                      <a:pt x="282" y="123"/>
                      <a:pt x="282" y="105"/>
                    </a:cubicBezTo>
                    <a:cubicBezTo>
                      <a:pt x="235" y="70"/>
                      <a:pt x="191" y="14"/>
                      <a:pt x="135" y="4"/>
                    </a:cubicBezTo>
                    <a:cubicBezTo>
                      <a:pt x="125" y="2"/>
                      <a:pt x="115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4" name="Google Shape;8544;p29"/>
              <p:cNvSpPr/>
              <p:nvPr/>
            </p:nvSpPr>
            <p:spPr>
              <a:xfrm>
                <a:off x="6700246" y="4075932"/>
                <a:ext cx="93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5" extrusionOk="0">
                    <a:moveTo>
                      <a:pt x="156" y="1"/>
                    </a:moveTo>
                    <a:lnTo>
                      <a:pt x="100" y="4"/>
                    </a:lnTo>
                    <a:cubicBezTo>
                      <a:pt x="69" y="57"/>
                      <a:pt x="19" y="104"/>
                      <a:pt x="12" y="157"/>
                    </a:cubicBezTo>
                    <a:cubicBezTo>
                      <a:pt x="1" y="226"/>
                      <a:pt x="55" y="284"/>
                      <a:pt x="119" y="284"/>
                    </a:cubicBezTo>
                    <a:cubicBezTo>
                      <a:pt x="125" y="284"/>
                      <a:pt x="131" y="284"/>
                      <a:pt x="138" y="283"/>
                    </a:cubicBezTo>
                    <a:cubicBezTo>
                      <a:pt x="225" y="277"/>
                      <a:pt x="282" y="226"/>
                      <a:pt x="263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5" name="Google Shape;8545;p29"/>
              <p:cNvSpPr/>
              <p:nvPr/>
            </p:nvSpPr>
            <p:spPr>
              <a:xfrm>
                <a:off x="6700213" y="4199497"/>
                <a:ext cx="10056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5" extrusionOk="0">
                    <a:moveTo>
                      <a:pt x="192" y="0"/>
                    </a:moveTo>
                    <a:cubicBezTo>
                      <a:pt x="161" y="6"/>
                      <a:pt x="129" y="13"/>
                      <a:pt x="101" y="25"/>
                    </a:cubicBezTo>
                    <a:cubicBezTo>
                      <a:pt x="23" y="72"/>
                      <a:pt x="1" y="144"/>
                      <a:pt x="51" y="220"/>
                    </a:cubicBezTo>
                    <a:cubicBezTo>
                      <a:pt x="70" y="262"/>
                      <a:pt x="111" y="284"/>
                      <a:pt x="152" y="284"/>
                    </a:cubicBezTo>
                    <a:cubicBezTo>
                      <a:pt x="178" y="284"/>
                      <a:pt x="205" y="275"/>
                      <a:pt x="226" y="257"/>
                    </a:cubicBezTo>
                    <a:cubicBezTo>
                      <a:pt x="302" y="204"/>
                      <a:pt x="295" y="132"/>
                      <a:pt x="258" y="63"/>
                    </a:cubicBezTo>
                    <a:cubicBezTo>
                      <a:pt x="239" y="38"/>
                      <a:pt x="217" y="19"/>
                      <a:pt x="1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6" name="Google Shape;8546;p29"/>
              <p:cNvSpPr/>
              <p:nvPr/>
            </p:nvSpPr>
            <p:spPr>
              <a:xfrm>
                <a:off x="6735507" y="4121049"/>
                <a:ext cx="99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3" extrusionOk="0">
                    <a:moveTo>
                      <a:pt x="174" y="0"/>
                    </a:moveTo>
                    <a:cubicBezTo>
                      <a:pt x="166" y="0"/>
                      <a:pt x="158" y="1"/>
                      <a:pt x="150" y="3"/>
                    </a:cubicBezTo>
                    <a:cubicBezTo>
                      <a:pt x="97" y="12"/>
                      <a:pt x="50" y="69"/>
                      <a:pt x="0" y="103"/>
                    </a:cubicBezTo>
                    <a:cubicBezTo>
                      <a:pt x="0" y="122"/>
                      <a:pt x="0" y="141"/>
                      <a:pt x="0" y="156"/>
                    </a:cubicBezTo>
                    <a:cubicBezTo>
                      <a:pt x="50" y="191"/>
                      <a:pt x="100" y="241"/>
                      <a:pt x="154" y="250"/>
                    </a:cubicBezTo>
                    <a:cubicBezTo>
                      <a:pt x="162" y="252"/>
                      <a:pt x="170" y="253"/>
                      <a:pt x="178" y="253"/>
                    </a:cubicBezTo>
                    <a:cubicBezTo>
                      <a:pt x="242" y="253"/>
                      <a:pt x="294" y="198"/>
                      <a:pt x="291" y="131"/>
                    </a:cubicBezTo>
                    <a:cubicBezTo>
                      <a:pt x="297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7" name="Google Shape;8547;p29"/>
              <p:cNvSpPr/>
              <p:nvPr/>
            </p:nvSpPr>
            <p:spPr>
              <a:xfrm>
                <a:off x="6735074" y="4083457"/>
                <a:ext cx="9789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66" extrusionOk="0">
                    <a:moveTo>
                      <a:pt x="132" y="1"/>
                    </a:moveTo>
                    <a:cubicBezTo>
                      <a:pt x="74" y="1"/>
                      <a:pt x="23" y="54"/>
                      <a:pt x="0" y="154"/>
                    </a:cubicBezTo>
                    <a:cubicBezTo>
                      <a:pt x="51" y="192"/>
                      <a:pt x="91" y="254"/>
                      <a:pt x="145" y="264"/>
                    </a:cubicBezTo>
                    <a:cubicBezTo>
                      <a:pt x="152" y="265"/>
                      <a:pt x="160" y="266"/>
                      <a:pt x="168" y="266"/>
                    </a:cubicBezTo>
                    <a:cubicBezTo>
                      <a:pt x="237" y="266"/>
                      <a:pt x="293" y="205"/>
                      <a:pt x="279" y="132"/>
                    </a:cubicBezTo>
                    <a:cubicBezTo>
                      <a:pt x="261" y="73"/>
                      <a:pt x="214" y="22"/>
                      <a:pt x="154" y="4"/>
                    </a:cubicBezTo>
                    <a:cubicBezTo>
                      <a:pt x="146" y="2"/>
                      <a:pt x="139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8" name="Google Shape;8548;p29"/>
              <p:cNvSpPr/>
              <p:nvPr/>
            </p:nvSpPr>
            <p:spPr>
              <a:xfrm>
                <a:off x="6744164" y="4285835"/>
                <a:ext cx="88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1" extrusionOk="0">
                    <a:moveTo>
                      <a:pt x="118" y="0"/>
                    </a:moveTo>
                    <a:cubicBezTo>
                      <a:pt x="52" y="0"/>
                      <a:pt x="1" y="56"/>
                      <a:pt x="6" y="124"/>
                    </a:cubicBezTo>
                    <a:cubicBezTo>
                      <a:pt x="6" y="196"/>
                      <a:pt x="38" y="259"/>
                      <a:pt x="125" y="259"/>
                    </a:cubicBezTo>
                    <a:cubicBezTo>
                      <a:pt x="131" y="260"/>
                      <a:pt x="137" y="260"/>
                      <a:pt x="142" y="260"/>
                    </a:cubicBezTo>
                    <a:cubicBezTo>
                      <a:pt x="205" y="260"/>
                      <a:pt x="260" y="212"/>
                      <a:pt x="263" y="146"/>
                    </a:cubicBezTo>
                    <a:cubicBezTo>
                      <a:pt x="266" y="43"/>
                      <a:pt x="213" y="5"/>
                      <a:pt x="138" y="2"/>
                    </a:cubicBezTo>
                    <a:cubicBezTo>
                      <a:pt x="131" y="1"/>
                      <a:pt x="125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49" name="Google Shape;8549;p29"/>
              <p:cNvSpPr/>
              <p:nvPr/>
            </p:nvSpPr>
            <p:spPr>
              <a:xfrm>
                <a:off x="6769104" y="4200828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25" y="1"/>
                    </a:moveTo>
                    <a:cubicBezTo>
                      <a:pt x="57" y="1"/>
                      <a:pt x="0" y="61"/>
                      <a:pt x="6" y="129"/>
                    </a:cubicBezTo>
                    <a:cubicBezTo>
                      <a:pt x="9" y="206"/>
                      <a:pt x="45" y="258"/>
                      <a:pt x="128" y="258"/>
                    </a:cubicBezTo>
                    <a:cubicBezTo>
                      <a:pt x="130" y="258"/>
                      <a:pt x="132" y="258"/>
                      <a:pt x="135" y="258"/>
                    </a:cubicBezTo>
                    <a:cubicBezTo>
                      <a:pt x="139" y="258"/>
                      <a:pt x="144" y="258"/>
                      <a:pt x="148" y="258"/>
                    </a:cubicBezTo>
                    <a:cubicBezTo>
                      <a:pt x="229" y="258"/>
                      <a:pt x="263" y="204"/>
                      <a:pt x="263" y="133"/>
                    </a:cubicBezTo>
                    <a:cubicBezTo>
                      <a:pt x="272" y="61"/>
                      <a:pt x="216" y="1"/>
                      <a:pt x="145" y="1"/>
                    </a:cubicBezTo>
                    <a:cubicBezTo>
                      <a:pt x="142" y="1"/>
                      <a:pt x="138" y="1"/>
                      <a:pt x="135" y="1"/>
                    </a:cubicBezTo>
                    <a:cubicBezTo>
                      <a:pt x="132" y="1"/>
                      <a:pt x="128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0" name="Google Shape;8550;p29"/>
              <p:cNvSpPr/>
              <p:nvPr/>
            </p:nvSpPr>
            <p:spPr>
              <a:xfrm>
                <a:off x="6779626" y="4040138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42" y="0"/>
                    </a:moveTo>
                    <a:cubicBezTo>
                      <a:pt x="139" y="0"/>
                      <a:pt x="136" y="1"/>
                      <a:pt x="132" y="1"/>
                    </a:cubicBezTo>
                    <a:cubicBezTo>
                      <a:pt x="60" y="4"/>
                      <a:pt x="1" y="35"/>
                      <a:pt x="1" y="123"/>
                    </a:cubicBezTo>
                    <a:cubicBezTo>
                      <a:pt x="1" y="211"/>
                      <a:pt x="44" y="255"/>
                      <a:pt x="107" y="261"/>
                    </a:cubicBezTo>
                    <a:cubicBezTo>
                      <a:pt x="110" y="261"/>
                      <a:pt x="113" y="261"/>
                      <a:pt x="116" y="261"/>
                    </a:cubicBezTo>
                    <a:cubicBezTo>
                      <a:pt x="219" y="261"/>
                      <a:pt x="255" y="206"/>
                      <a:pt x="258" y="133"/>
                    </a:cubicBezTo>
                    <a:cubicBezTo>
                      <a:pt x="267" y="64"/>
                      <a:pt x="213" y="0"/>
                      <a:pt x="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1" name="Google Shape;8551;p29"/>
              <p:cNvSpPr/>
              <p:nvPr/>
            </p:nvSpPr>
            <p:spPr>
              <a:xfrm>
                <a:off x="6785286" y="4018228"/>
                <a:ext cx="91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145" y="0"/>
                    </a:moveTo>
                    <a:cubicBezTo>
                      <a:pt x="142" y="0"/>
                      <a:pt x="138" y="0"/>
                      <a:pt x="135" y="1"/>
                    </a:cubicBezTo>
                    <a:cubicBezTo>
                      <a:pt x="131" y="1"/>
                      <a:pt x="128" y="0"/>
                      <a:pt x="125" y="0"/>
                    </a:cubicBezTo>
                    <a:cubicBezTo>
                      <a:pt x="57" y="0"/>
                      <a:pt x="0" y="61"/>
                      <a:pt x="9" y="129"/>
                    </a:cubicBezTo>
                    <a:cubicBezTo>
                      <a:pt x="12" y="203"/>
                      <a:pt x="48" y="261"/>
                      <a:pt x="131" y="261"/>
                    </a:cubicBezTo>
                    <a:cubicBezTo>
                      <a:pt x="133" y="261"/>
                      <a:pt x="136" y="261"/>
                      <a:pt x="138" y="261"/>
                    </a:cubicBezTo>
                    <a:cubicBezTo>
                      <a:pt x="140" y="261"/>
                      <a:pt x="141" y="261"/>
                      <a:pt x="143" y="261"/>
                    </a:cubicBezTo>
                    <a:cubicBezTo>
                      <a:pt x="213" y="261"/>
                      <a:pt x="272" y="203"/>
                      <a:pt x="272" y="129"/>
                    </a:cubicBezTo>
                    <a:cubicBezTo>
                      <a:pt x="275" y="58"/>
                      <a:pt x="216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2" name="Google Shape;8552;p29"/>
              <p:cNvSpPr/>
              <p:nvPr/>
            </p:nvSpPr>
            <p:spPr>
              <a:xfrm>
                <a:off x="6853178" y="4215879"/>
                <a:ext cx="91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1" extrusionOk="0">
                    <a:moveTo>
                      <a:pt x="107" y="0"/>
                    </a:moveTo>
                    <a:cubicBezTo>
                      <a:pt x="70" y="50"/>
                      <a:pt x="1" y="101"/>
                      <a:pt x="4" y="144"/>
                    </a:cubicBezTo>
                    <a:cubicBezTo>
                      <a:pt x="23" y="207"/>
                      <a:pt x="67" y="257"/>
                      <a:pt x="126" y="276"/>
                    </a:cubicBezTo>
                    <a:cubicBezTo>
                      <a:pt x="137" y="279"/>
                      <a:pt x="147" y="280"/>
                      <a:pt x="157" y="280"/>
                    </a:cubicBezTo>
                    <a:cubicBezTo>
                      <a:pt x="222" y="280"/>
                      <a:pt x="275" y="222"/>
                      <a:pt x="267" y="154"/>
                    </a:cubicBezTo>
                    <a:cubicBezTo>
                      <a:pt x="261" y="101"/>
                      <a:pt x="202" y="54"/>
                      <a:pt x="167" y="3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3" name="Google Shape;8553;p29"/>
              <p:cNvSpPr/>
              <p:nvPr/>
            </p:nvSpPr>
            <p:spPr>
              <a:xfrm>
                <a:off x="6852879" y="4097941"/>
                <a:ext cx="104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6" extrusionOk="0">
                    <a:moveTo>
                      <a:pt x="198" y="0"/>
                    </a:moveTo>
                    <a:cubicBezTo>
                      <a:pt x="193" y="0"/>
                      <a:pt x="188" y="0"/>
                      <a:pt x="182" y="1"/>
                    </a:cubicBezTo>
                    <a:cubicBezTo>
                      <a:pt x="129" y="7"/>
                      <a:pt x="85" y="67"/>
                      <a:pt x="1" y="130"/>
                    </a:cubicBezTo>
                    <a:cubicBezTo>
                      <a:pt x="82" y="195"/>
                      <a:pt x="126" y="255"/>
                      <a:pt x="179" y="264"/>
                    </a:cubicBezTo>
                    <a:cubicBezTo>
                      <a:pt x="186" y="265"/>
                      <a:pt x="193" y="266"/>
                      <a:pt x="199" y="266"/>
                    </a:cubicBezTo>
                    <a:cubicBezTo>
                      <a:pt x="264" y="266"/>
                      <a:pt x="308" y="210"/>
                      <a:pt x="311" y="139"/>
                    </a:cubicBezTo>
                    <a:cubicBezTo>
                      <a:pt x="314" y="6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4" name="Google Shape;8554;p29"/>
              <p:cNvSpPr/>
              <p:nvPr/>
            </p:nvSpPr>
            <p:spPr>
              <a:xfrm>
                <a:off x="6855076" y="415025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57" y="0"/>
                    </a:moveTo>
                    <a:cubicBezTo>
                      <a:pt x="47" y="25"/>
                      <a:pt x="3" y="66"/>
                      <a:pt x="0" y="147"/>
                    </a:cubicBezTo>
                    <a:cubicBezTo>
                      <a:pt x="0" y="238"/>
                      <a:pt x="55" y="276"/>
                      <a:pt x="132" y="276"/>
                    </a:cubicBezTo>
                    <a:cubicBezTo>
                      <a:pt x="135" y="276"/>
                      <a:pt x="138" y="276"/>
                      <a:pt x="141" y="276"/>
                    </a:cubicBezTo>
                    <a:cubicBezTo>
                      <a:pt x="220" y="276"/>
                      <a:pt x="273" y="219"/>
                      <a:pt x="257" y="144"/>
                    </a:cubicBezTo>
                    <a:cubicBezTo>
                      <a:pt x="245" y="91"/>
                      <a:pt x="192" y="47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5" name="Google Shape;8555;p29"/>
              <p:cNvSpPr/>
              <p:nvPr/>
            </p:nvSpPr>
            <p:spPr>
              <a:xfrm>
                <a:off x="6881780" y="4163170"/>
                <a:ext cx="89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2" extrusionOk="0">
                    <a:moveTo>
                      <a:pt x="128" y="0"/>
                    </a:moveTo>
                    <a:cubicBezTo>
                      <a:pt x="60" y="0"/>
                      <a:pt x="4" y="54"/>
                      <a:pt x="1" y="123"/>
                    </a:cubicBezTo>
                    <a:cubicBezTo>
                      <a:pt x="4" y="220"/>
                      <a:pt x="57" y="261"/>
                      <a:pt x="132" y="261"/>
                    </a:cubicBezTo>
                    <a:cubicBezTo>
                      <a:pt x="137" y="261"/>
                      <a:pt x="142" y="262"/>
                      <a:pt x="147" y="262"/>
                    </a:cubicBezTo>
                    <a:cubicBezTo>
                      <a:pt x="216" y="262"/>
                      <a:pt x="269" y="203"/>
                      <a:pt x="261" y="135"/>
                    </a:cubicBezTo>
                    <a:cubicBezTo>
                      <a:pt x="261" y="60"/>
                      <a:pt x="226" y="1"/>
                      <a:pt x="138" y="1"/>
                    </a:cubicBezTo>
                    <a:cubicBezTo>
                      <a:pt x="135" y="0"/>
                      <a:pt x="131" y="0"/>
                      <a:pt x="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6" name="Google Shape;8556;p29"/>
              <p:cNvSpPr/>
              <p:nvPr/>
            </p:nvSpPr>
            <p:spPr>
              <a:xfrm>
                <a:off x="6623430" y="4133835"/>
                <a:ext cx="87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1" extrusionOk="0">
                    <a:moveTo>
                      <a:pt x="136" y="1"/>
                    </a:moveTo>
                    <a:cubicBezTo>
                      <a:pt x="134" y="1"/>
                      <a:pt x="131" y="1"/>
                      <a:pt x="129" y="1"/>
                    </a:cubicBezTo>
                    <a:cubicBezTo>
                      <a:pt x="35" y="1"/>
                      <a:pt x="0" y="61"/>
                      <a:pt x="0" y="133"/>
                    </a:cubicBezTo>
                    <a:cubicBezTo>
                      <a:pt x="2" y="218"/>
                      <a:pt x="65" y="260"/>
                      <a:pt x="129" y="260"/>
                    </a:cubicBezTo>
                    <a:cubicBezTo>
                      <a:pt x="196" y="260"/>
                      <a:pt x="262" y="215"/>
                      <a:pt x="257" y="126"/>
                    </a:cubicBezTo>
                    <a:cubicBezTo>
                      <a:pt x="254" y="50"/>
                      <a:pt x="216" y="1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7" name="Google Shape;8557;p29"/>
              <p:cNvSpPr/>
              <p:nvPr/>
            </p:nvSpPr>
            <p:spPr>
              <a:xfrm>
                <a:off x="6731012" y="4104001"/>
                <a:ext cx="90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0" extrusionOk="0">
                    <a:moveTo>
                      <a:pt x="157" y="1"/>
                    </a:moveTo>
                    <a:cubicBezTo>
                      <a:pt x="47" y="32"/>
                      <a:pt x="3" y="73"/>
                      <a:pt x="0" y="154"/>
                    </a:cubicBezTo>
                    <a:cubicBezTo>
                      <a:pt x="0" y="242"/>
                      <a:pt x="55" y="280"/>
                      <a:pt x="132" y="280"/>
                    </a:cubicBezTo>
                    <a:cubicBezTo>
                      <a:pt x="135" y="280"/>
                      <a:pt x="138" y="280"/>
                      <a:pt x="141" y="280"/>
                    </a:cubicBezTo>
                    <a:cubicBezTo>
                      <a:pt x="223" y="280"/>
                      <a:pt x="273" y="223"/>
                      <a:pt x="257" y="145"/>
                    </a:cubicBezTo>
                    <a:cubicBezTo>
                      <a:pt x="245" y="92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8" name="Google Shape;8558;p29"/>
              <p:cNvSpPr/>
              <p:nvPr/>
            </p:nvSpPr>
            <p:spPr>
              <a:xfrm>
                <a:off x="6625727" y="4190573"/>
                <a:ext cx="95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4" extrusionOk="0">
                    <a:moveTo>
                      <a:pt x="165" y="1"/>
                    </a:moveTo>
                    <a:cubicBezTo>
                      <a:pt x="160" y="1"/>
                      <a:pt x="156" y="1"/>
                      <a:pt x="151" y="2"/>
                    </a:cubicBezTo>
                    <a:cubicBezTo>
                      <a:pt x="75" y="5"/>
                      <a:pt x="19" y="43"/>
                      <a:pt x="0" y="159"/>
                    </a:cubicBezTo>
                    <a:cubicBezTo>
                      <a:pt x="47" y="196"/>
                      <a:pt x="94" y="256"/>
                      <a:pt x="148" y="262"/>
                    </a:cubicBezTo>
                    <a:cubicBezTo>
                      <a:pt x="155" y="263"/>
                      <a:pt x="161" y="264"/>
                      <a:pt x="168" y="264"/>
                    </a:cubicBezTo>
                    <a:cubicBezTo>
                      <a:pt x="237" y="264"/>
                      <a:pt x="279" y="205"/>
                      <a:pt x="279" y="127"/>
                    </a:cubicBezTo>
                    <a:cubicBezTo>
                      <a:pt x="288" y="60"/>
                      <a:pt x="231" y="1"/>
                      <a:pt x="1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59" name="Google Shape;8559;p29"/>
              <p:cNvSpPr/>
              <p:nvPr/>
            </p:nvSpPr>
            <p:spPr>
              <a:xfrm>
                <a:off x="6645040" y="4306246"/>
                <a:ext cx="93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90" extrusionOk="0">
                    <a:moveTo>
                      <a:pt x="116" y="0"/>
                    </a:moveTo>
                    <a:cubicBezTo>
                      <a:pt x="81" y="50"/>
                      <a:pt x="31" y="97"/>
                      <a:pt x="19" y="154"/>
                    </a:cubicBezTo>
                    <a:cubicBezTo>
                      <a:pt x="0" y="232"/>
                      <a:pt x="63" y="288"/>
                      <a:pt x="135" y="288"/>
                    </a:cubicBezTo>
                    <a:cubicBezTo>
                      <a:pt x="141" y="289"/>
                      <a:pt x="148" y="290"/>
                      <a:pt x="154" y="290"/>
                    </a:cubicBezTo>
                    <a:cubicBezTo>
                      <a:pt x="226" y="290"/>
                      <a:pt x="281" y="226"/>
                      <a:pt x="266" y="154"/>
                    </a:cubicBezTo>
                    <a:cubicBezTo>
                      <a:pt x="260" y="97"/>
                      <a:pt x="204" y="5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0" name="Google Shape;8560;p29"/>
              <p:cNvSpPr/>
              <p:nvPr/>
            </p:nvSpPr>
            <p:spPr>
              <a:xfrm>
                <a:off x="6616538" y="4151815"/>
                <a:ext cx="6826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63" y="0"/>
                    </a:moveTo>
                    <a:cubicBezTo>
                      <a:pt x="41" y="0"/>
                      <a:pt x="19" y="6"/>
                      <a:pt x="0" y="16"/>
                    </a:cubicBezTo>
                    <a:lnTo>
                      <a:pt x="0" y="254"/>
                    </a:lnTo>
                    <a:cubicBezTo>
                      <a:pt x="14" y="260"/>
                      <a:pt x="28" y="262"/>
                      <a:pt x="42" y="262"/>
                    </a:cubicBezTo>
                    <a:cubicBezTo>
                      <a:pt x="50" y="262"/>
                      <a:pt x="58" y="261"/>
                      <a:pt x="66" y="260"/>
                    </a:cubicBezTo>
                    <a:cubicBezTo>
                      <a:pt x="126" y="235"/>
                      <a:pt x="170" y="188"/>
                      <a:pt x="189" y="129"/>
                    </a:cubicBezTo>
                    <a:cubicBezTo>
                      <a:pt x="204" y="53"/>
                      <a:pt x="141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1" name="Google Shape;8561;p29"/>
              <p:cNvSpPr/>
              <p:nvPr/>
            </p:nvSpPr>
            <p:spPr>
              <a:xfrm>
                <a:off x="6633685" y="4298521"/>
                <a:ext cx="9290" cy="90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73" extrusionOk="0">
                    <a:moveTo>
                      <a:pt x="121" y="0"/>
                    </a:moveTo>
                    <a:cubicBezTo>
                      <a:pt x="54" y="0"/>
                      <a:pt x="1" y="62"/>
                      <a:pt x="12" y="132"/>
                    </a:cubicBezTo>
                    <a:cubicBezTo>
                      <a:pt x="21" y="182"/>
                      <a:pt x="81" y="226"/>
                      <a:pt x="119" y="273"/>
                    </a:cubicBezTo>
                    <a:lnTo>
                      <a:pt x="175" y="273"/>
                    </a:lnTo>
                    <a:cubicBezTo>
                      <a:pt x="209" y="226"/>
                      <a:pt x="278" y="173"/>
                      <a:pt x="272" y="129"/>
                    </a:cubicBezTo>
                    <a:cubicBezTo>
                      <a:pt x="253" y="69"/>
                      <a:pt x="206" y="22"/>
                      <a:pt x="147" y="3"/>
                    </a:cubicBezTo>
                    <a:cubicBezTo>
                      <a:pt x="138" y="1"/>
                      <a:pt x="129" y="0"/>
                      <a:pt x="1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2" name="Google Shape;8562;p29"/>
              <p:cNvSpPr/>
              <p:nvPr/>
            </p:nvSpPr>
            <p:spPr>
              <a:xfrm>
                <a:off x="6647537" y="4192970"/>
                <a:ext cx="94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6" extrusionOk="0">
                    <a:moveTo>
                      <a:pt x="165" y="0"/>
                    </a:moveTo>
                    <a:cubicBezTo>
                      <a:pt x="158" y="0"/>
                      <a:pt x="151" y="1"/>
                      <a:pt x="144" y="2"/>
                    </a:cubicBezTo>
                    <a:cubicBezTo>
                      <a:pt x="91" y="11"/>
                      <a:pt x="47" y="71"/>
                      <a:pt x="0" y="108"/>
                    </a:cubicBezTo>
                    <a:cubicBezTo>
                      <a:pt x="0" y="127"/>
                      <a:pt x="0" y="146"/>
                      <a:pt x="0" y="165"/>
                    </a:cubicBezTo>
                    <a:cubicBezTo>
                      <a:pt x="50" y="199"/>
                      <a:pt x="97" y="259"/>
                      <a:pt x="151" y="265"/>
                    </a:cubicBezTo>
                    <a:cubicBezTo>
                      <a:pt x="154" y="265"/>
                      <a:pt x="158" y="266"/>
                      <a:pt x="162" y="266"/>
                    </a:cubicBezTo>
                    <a:cubicBezTo>
                      <a:pt x="237" y="266"/>
                      <a:pt x="282" y="205"/>
                      <a:pt x="279" y="124"/>
                    </a:cubicBezTo>
                    <a:cubicBezTo>
                      <a:pt x="276" y="51"/>
                      <a:pt x="228" y="0"/>
                      <a:pt x="1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3" name="Google Shape;8563;p29"/>
              <p:cNvSpPr/>
              <p:nvPr/>
            </p:nvSpPr>
            <p:spPr>
              <a:xfrm>
                <a:off x="6634651" y="4244014"/>
                <a:ext cx="9690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4" extrusionOk="0">
                    <a:moveTo>
                      <a:pt x="152" y="1"/>
                    </a:moveTo>
                    <a:cubicBezTo>
                      <a:pt x="150" y="1"/>
                      <a:pt x="148" y="1"/>
                      <a:pt x="146" y="1"/>
                    </a:cubicBezTo>
                    <a:cubicBezTo>
                      <a:pt x="86" y="20"/>
                      <a:pt x="36" y="67"/>
                      <a:pt x="17" y="127"/>
                    </a:cubicBezTo>
                    <a:cubicBezTo>
                      <a:pt x="0" y="198"/>
                      <a:pt x="55" y="264"/>
                      <a:pt x="124" y="264"/>
                    </a:cubicBezTo>
                    <a:cubicBezTo>
                      <a:pt x="131" y="264"/>
                      <a:pt x="139" y="263"/>
                      <a:pt x="146" y="261"/>
                    </a:cubicBezTo>
                    <a:cubicBezTo>
                      <a:pt x="199" y="255"/>
                      <a:pt x="243" y="196"/>
                      <a:pt x="290" y="158"/>
                    </a:cubicBezTo>
                    <a:cubicBezTo>
                      <a:pt x="290" y="139"/>
                      <a:pt x="290" y="120"/>
                      <a:pt x="290" y="102"/>
                    </a:cubicBezTo>
                    <a:cubicBezTo>
                      <a:pt x="245" y="66"/>
                      <a:pt x="194" y="1"/>
                      <a:pt x="1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4" name="Google Shape;8564;p29"/>
              <p:cNvSpPr/>
              <p:nvPr/>
            </p:nvSpPr>
            <p:spPr>
              <a:xfrm>
                <a:off x="6881747" y="4118519"/>
                <a:ext cx="93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7" extrusionOk="0">
                    <a:moveTo>
                      <a:pt x="121" y="0"/>
                    </a:moveTo>
                    <a:cubicBezTo>
                      <a:pt x="83" y="47"/>
                      <a:pt x="24" y="91"/>
                      <a:pt x="14" y="141"/>
                    </a:cubicBezTo>
                    <a:cubicBezTo>
                      <a:pt x="0" y="214"/>
                      <a:pt x="53" y="276"/>
                      <a:pt x="120" y="276"/>
                    </a:cubicBezTo>
                    <a:cubicBezTo>
                      <a:pt x="128" y="276"/>
                      <a:pt x="137" y="275"/>
                      <a:pt x="146" y="273"/>
                    </a:cubicBezTo>
                    <a:cubicBezTo>
                      <a:pt x="205" y="254"/>
                      <a:pt x="255" y="210"/>
                      <a:pt x="274" y="148"/>
                    </a:cubicBezTo>
                    <a:cubicBezTo>
                      <a:pt x="281" y="107"/>
                      <a:pt x="215" y="51"/>
                      <a:pt x="1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5" name="Google Shape;8565;p29"/>
              <p:cNvSpPr/>
              <p:nvPr/>
            </p:nvSpPr>
            <p:spPr>
              <a:xfrm>
                <a:off x="6688958" y="4255202"/>
                <a:ext cx="9390" cy="988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97" extrusionOk="0">
                    <a:moveTo>
                      <a:pt x="123" y="1"/>
                    </a:moveTo>
                    <a:cubicBezTo>
                      <a:pt x="88" y="51"/>
                      <a:pt x="35" y="98"/>
                      <a:pt x="22" y="154"/>
                    </a:cubicBezTo>
                    <a:cubicBezTo>
                      <a:pt x="0" y="233"/>
                      <a:pt x="60" y="286"/>
                      <a:pt x="135" y="295"/>
                    </a:cubicBezTo>
                    <a:cubicBezTo>
                      <a:pt x="142" y="296"/>
                      <a:pt x="148" y="297"/>
                      <a:pt x="154" y="297"/>
                    </a:cubicBezTo>
                    <a:cubicBezTo>
                      <a:pt x="224" y="297"/>
                      <a:pt x="281" y="235"/>
                      <a:pt x="270" y="164"/>
                    </a:cubicBezTo>
                    <a:cubicBezTo>
                      <a:pt x="264" y="107"/>
                      <a:pt x="207" y="57"/>
                      <a:pt x="173" y="7"/>
                    </a:cubicBezTo>
                    <a:cubicBezTo>
                      <a:pt x="157" y="4"/>
                      <a:pt x="141" y="4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6" name="Google Shape;8566;p29"/>
              <p:cNvSpPr/>
              <p:nvPr/>
            </p:nvSpPr>
            <p:spPr>
              <a:xfrm>
                <a:off x="6764709" y="4186810"/>
                <a:ext cx="10122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3" extrusionOk="0">
                    <a:moveTo>
                      <a:pt x="176" y="0"/>
                    </a:moveTo>
                    <a:cubicBezTo>
                      <a:pt x="170" y="0"/>
                      <a:pt x="164" y="1"/>
                      <a:pt x="157" y="2"/>
                    </a:cubicBezTo>
                    <a:cubicBezTo>
                      <a:pt x="101" y="8"/>
                      <a:pt x="54" y="65"/>
                      <a:pt x="4" y="99"/>
                    </a:cubicBezTo>
                    <a:lnTo>
                      <a:pt x="0" y="152"/>
                    </a:lnTo>
                    <a:cubicBezTo>
                      <a:pt x="54" y="187"/>
                      <a:pt x="98" y="237"/>
                      <a:pt x="154" y="250"/>
                    </a:cubicBezTo>
                    <a:cubicBezTo>
                      <a:pt x="163" y="251"/>
                      <a:pt x="172" y="252"/>
                      <a:pt x="180" y="252"/>
                    </a:cubicBezTo>
                    <a:cubicBezTo>
                      <a:pt x="244" y="252"/>
                      <a:pt x="289" y="200"/>
                      <a:pt x="292" y="134"/>
                    </a:cubicBezTo>
                    <a:cubicBezTo>
                      <a:pt x="303" y="62"/>
                      <a:pt x="246" y="0"/>
                      <a:pt x="1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7" name="Google Shape;8567;p29"/>
              <p:cNvSpPr/>
              <p:nvPr/>
            </p:nvSpPr>
            <p:spPr>
              <a:xfrm>
                <a:off x="6860171" y="3954531"/>
                <a:ext cx="103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7" extrusionOk="0">
                    <a:moveTo>
                      <a:pt x="196" y="1"/>
                    </a:moveTo>
                    <a:cubicBezTo>
                      <a:pt x="190" y="1"/>
                      <a:pt x="183" y="1"/>
                      <a:pt x="176" y="2"/>
                    </a:cubicBezTo>
                    <a:cubicBezTo>
                      <a:pt x="123" y="8"/>
                      <a:pt x="82" y="71"/>
                      <a:pt x="1" y="140"/>
                    </a:cubicBezTo>
                    <a:cubicBezTo>
                      <a:pt x="82" y="200"/>
                      <a:pt x="129" y="256"/>
                      <a:pt x="183" y="265"/>
                    </a:cubicBezTo>
                    <a:cubicBezTo>
                      <a:pt x="188" y="266"/>
                      <a:pt x="193" y="266"/>
                      <a:pt x="197" y="266"/>
                    </a:cubicBezTo>
                    <a:cubicBezTo>
                      <a:pt x="264" y="266"/>
                      <a:pt x="308" y="207"/>
                      <a:pt x="308" y="137"/>
                    </a:cubicBezTo>
                    <a:cubicBezTo>
                      <a:pt x="311" y="60"/>
                      <a:pt x="264" y="1"/>
                      <a:pt x="1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8" name="Google Shape;8568;p29"/>
              <p:cNvSpPr/>
              <p:nvPr/>
            </p:nvSpPr>
            <p:spPr>
              <a:xfrm>
                <a:off x="6777794" y="3966485"/>
                <a:ext cx="8957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80" extrusionOk="0">
                    <a:moveTo>
                      <a:pt x="112" y="0"/>
                    </a:moveTo>
                    <a:cubicBezTo>
                      <a:pt x="78" y="51"/>
                      <a:pt x="21" y="98"/>
                      <a:pt x="12" y="148"/>
                    </a:cubicBezTo>
                    <a:cubicBezTo>
                      <a:pt x="1" y="220"/>
                      <a:pt x="56" y="279"/>
                      <a:pt x="123" y="279"/>
                    </a:cubicBezTo>
                    <a:cubicBezTo>
                      <a:pt x="131" y="279"/>
                      <a:pt x="140" y="278"/>
                      <a:pt x="150" y="276"/>
                    </a:cubicBezTo>
                    <a:cubicBezTo>
                      <a:pt x="206" y="254"/>
                      <a:pt x="250" y="207"/>
                      <a:pt x="266" y="148"/>
                    </a:cubicBezTo>
                    <a:cubicBezTo>
                      <a:pt x="269" y="101"/>
                      <a:pt x="203" y="51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69" name="Google Shape;8569;p29"/>
              <p:cNvSpPr/>
              <p:nvPr/>
            </p:nvSpPr>
            <p:spPr>
              <a:xfrm>
                <a:off x="6704907" y="4191072"/>
                <a:ext cx="86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62" extrusionOk="0">
                    <a:moveTo>
                      <a:pt x="116" y="1"/>
                    </a:moveTo>
                    <a:cubicBezTo>
                      <a:pt x="59" y="1"/>
                      <a:pt x="10" y="45"/>
                      <a:pt x="7" y="103"/>
                    </a:cubicBezTo>
                    <a:cubicBezTo>
                      <a:pt x="1" y="150"/>
                      <a:pt x="32" y="200"/>
                      <a:pt x="51" y="250"/>
                    </a:cubicBezTo>
                    <a:cubicBezTo>
                      <a:pt x="74" y="252"/>
                      <a:pt x="99" y="261"/>
                      <a:pt x="120" y="261"/>
                    </a:cubicBezTo>
                    <a:cubicBezTo>
                      <a:pt x="128" y="261"/>
                      <a:pt x="136" y="260"/>
                      <a:pt x="142" y="256"/>
                    </a:cubicBezTo>
                    <a:cubicBezTo>
                      <a:pt x="189" y="225"/>
                      <a:pt x="258" y="181"/>
                      <a:pt x="261" y="140"/>
                    </a:cubicBezTo>
                    <a:cubicBezTo>
                      <a:pt x="261" y="97"/>
                      <a:pt x="205" y="28"/>
                      <a:pt x="157" y="9"/>
                    </a:cubicBezTo>
                    <a:cubicBezTo>
                      <a:pt x="144" y="3"/>
                      <a:pt x="129" y="1"/>
                      <a:pt x="1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0" name="Google Shape;8570;p29"/>
              <p:cNvSpPr/>
              <p:nvPr/>
            </p:nvSpPr>
            <p:spPr>
              <a:xfrm>
                <a:off x="6706472" y="4199397"/>
                <a:ext cx="133" cy="133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1" y="0"/>
                    </a:moveTo>
                    <a:lnTo>
                      <a:pt x="4" y="3"/>
                    </a:lnTo>
                    <a:cubicBezTo>
                      <a:pt x="4" y="3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1" name="Google Shape;8571;p29"/>
              <p:cNvSpPr/>
              <p:nvPr/>
            </p:nvSpPr>
            <p:spPr>
              <a:xfrm>
                <a:off x="6706006" y="4133868"/>
                <a:ext cx="8857" cy="9656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90" extrusionOk="0">
                    <a:moveTo>
                      <a:pt x="103" y="0"/>
                    </a:moveTo>
                    <a:cubicBezTo>
                      <a:pt x="68" y="53"/>
                      <a:pt x="15" y="100"/>
                      <a:pt x="5" y="157"/>
                    </a:cubicBezTo>
                    <a:cubicBezTo>
                      <a:pt x="1" y="246"/>
                      <a:pt x="66" y="290"/>
                      <a:pt x="131" y="290"/>
                    </a:cubicBezTo>
                    <a:cubicBezTo>
                      <a:pt x="198" y="290"/>
                      <a:pt x="266" y="243"/>
                      <a:pt x="256" y="150"/>
                    </a:cubicBezTo>
                    <a:cubicBezTo>
                      <a:pt x="244" y="94"/>
                      <a:pt x="190" y="5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2" name="Google Shape;8572;p29"/>
              <p:cNvSpPr/>
              <p:nvPr/>
            </p:nvSpPr>
            <p:spPr>
              <a:xfrm>
                <a:off x="6821280" y="4204891"/>
                <a:ext cx="10622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64" extrusionOk="0">
                    <a:moveTo>
                      <a:pt x="176" y="1"/>
                    </a:moveTo>
                    <a:cubicBezTo>
                      <a:pt x="133" y="1"/>
                      <a:pt x="81" y="66"/>
                      <a:pt x="0" y="120"/>
                    </a:cubicBezTo>
                    <a:cubicBezTo>
                      <a:pt x="78" y="189"/>
                      <a:pt x="122" y="252"/>
                      <a:pt x="172" y="261"/>
                    </a:cubicBezTo>
                    <a:cubicBezTo>
                      <a:pt x="180" y="263"/>
                      <a:pt x="187" y="264"/>
                      <a:pt x="195" y="264"/>
                    </a:cubicBezTo>
                    <a:cubicBezTo>
                      <a:pt x="263" y="264"/>
                      <a:pt x="318" y="200"/>
                      <a:pt x="304" y="130"/>
                    </a:cubicBezTo>
                    <a:cubicBezTo>
                      <a:pt x="288" y="70"/>
                      <a:pt x="241" y="23"/>
                      <a:pt x="182" y="1"/>
                    </a:cubicBezTo>
                    <a:cubicBezTo>
                      <a:pt x="180" y="1"/>
                      <a:pt x="178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3" name="Google Shape;8573;p29"/>
              <p:cNvSpPr/>
              <p:nvPr/>
            </p:nvSpPr>
            <p:spPr>
              <a:xfrm>
                <a:off x="6816352" y="4012302"/>
                <a:ext cx="94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8" extrusionOk="0">
                    <a:moveTo>
                      <a:pt x="182" y="0"/>
                    </a:moveTo>
                    <a:cubicBezTo>
                      <a:pt x="57" y="6"/>
                      <a:pt x="1" y="63"/>
                      <a:pt x="10" y="138"/>
                    </a:cubicBezTo>
                    <a:cubicBezTo>
                      <a:pt x="13" y="180"/>
                      <a:pt x="92" y="257"/>
                      <a:pt x="123" y="257"/>
                    </a:cubicBezTo>
                    <a:cubicBezTo>
                      <a:pt x="124" y="257"/>
                      <a:pt x="125" y="257"/>
                      <a:pt x="126" y="257"/>
                    </a:cubicBezTo>
                    <a:cubicBezTo>
                      <a:pt x="192" y="235"/>
                      <a:pt x="245" y="188"/>
                      <a:pt x="270" y="129"/>
                    </a:cubicBezTo>
                    <a:cubicBezTo>
                      <a:pt x="283" y="94"/>
                      <a:pt x="208" y="32"/>
                      <a:pt x="1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4" name="Google Shape;8574;p29"/>
              <p:cNvSpPr/>
              <p:nvPr/>
            </p:nvSpPr>
            <p:spPr>
              <a:xfrm>
                <a:off x="6812922" y="4083157"/>
                <a:ext cx="10455" cy="8924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8" extrusionOk="0">
                    <a:moveTo>
                      <a:pt x="117" y="1"/>
                    </a:moveTo>
                    <a:cubicBezTo>
                      <a:pt x="53" y="1"/>
                      <a:pt x="12" y="56"/>
                      <a:pt x="7" y="125"/>
                    </a:cubicBezTo>
                    <a:cubicBezTo>
                      <a:pt x="1" y="205"/>
                      <a:pt x="47" y="267"/>
                      <a:pt x="117" y="267"/>
                    </a:cubicBezTo>
                    <a:cubicBezTo>
                      <a:pt x="122" y="267"/>
                      <a:pt x="127" y="267"/>
                      <a:pt x="132" y="266"/>
                    </a:cubicBezTo>
                    <a:cubicBezTo>
                      <a:pt x="185" y="263"/>
                      <a:pt x="232" y="201"/>
                      <a:pt x="314" y="141"/>
                    </a:cubicBezTo>
                    <a:cubicBezTo>
                      <a:pt x="235" y="75"/>
                      <a:pt x="195" y="16"/>
                      <a:pt x="141" y="3"/>
                    </a:cubicBezTo>
                    <a:cubicBezTo>
                      <a:pt x="133" y="1"/>
                      <a:pt x="125" y="1"/>
                      <a:pt x="1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5" name="Google Shape;8575;p29"/>
              <p:cNvSpPr/>
              <p:nvPr/>
            </p:nvSpPr>
            <p:spPr>
              <a:xfrm>
                <a:off x="6811990" y="4216611"/>
                <a:ext cx="92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9" extrusionOk="0">
                    <a:moveTo>
                      <a:pt x="151" y="0"/>
                    </a:moveTo>
                    <a:cubicBezTo>
                      <a:pt x="50" y="0"/>
                      <a:pt x="13" y="53"/>
                      <a:pt x="9" y="129"/>
                    </a:cubicBezTo>
                    <a:cubicBezTo>
                      <a:pt x="1" y="196"/>
                      <a:pt x="55" y="258"/>
                      <a:pt x="121" y="258"/>
                    </a:cubicBezTo>
                    <a:cubicBezTo>
                      <a:pt x="126" y="258"/>
                      <a:pt x="130" y="258"/>
                      <a:pt x="135" y="257"/>
                    </a:cubicBezTo>
                    <a:cubicBezTo>
                      <a:pt x="210" y="257"/>
                      <a:pt x="270" y="223"/>
                      <a:pt x="270" y="138"/>
                    </a:cubicBezTo>
                    <a:cubicBezTo>
                      <a:pt x="279" y="66"/>
                      <a:pt x="223" y="3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6" name="Google Shape;8576;p29"/>
              <p:cNvSpPr/>
              <p:nvPr/>
            </p:nvSpPr>
            <p:spPr>
              <a:xfrm>
                <a:off x="6810225" y="4134568"/>
                <a:ext cx="10555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66" extrusionOk="0">
                    <a:moveTo>
                      <a:pt x="123" y="0"/>
                    </a:moveTo>
                    <a:cubicBezTo>
                      <a:pt x="57" y="0"/>
                      <a:pt x="0" y="56"/>
                      <a:pt x="6" y="123"/>
                    </a:cubicBezTo>
                    <a:cubicBezTo>
                      <a:pt x="3" y="202"/>
                      <a:pt x="47" y="265"/>
                      <a:pt x="119" y="265"/>
                    </a:cubicBezTo>
                    <a:cubicBezTo>
                      <a:pt x="124" y="265"/>
                      <a:pt x="129" y="265"/>
                      <a:pt x="135" y="264"/>
                    </a:cubicBezTo>
                    <a:cubicBezTo>
                      <a:pt x="188" y="258"/>
                      <a:pt x="232" y="198"/>
                      <a:pt x="316" y="136"/>
                    </a:cubicBezTo>
                    <a:cubicBezTo>
                      <a:pt x="235" y="70"/>
                      <a:pt x="191" y="7"/>
                      <a:pt x="138" y="1"/>
                    </a:cubicBezTo>
                    <a:cubicBezTo>
                      <a:pt x="133" y="0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7" name="Google Shape;8577;p29"/>
              <p:cNvSpPr/>
              <p:nvPr/>
            </p:nvSpPr>
            <p:spPr>
              <a:xfrm>
                <a:off x="6775297" y="4215346"/>
                <a:ext cx="8857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83" extrusionOk="0">
                    <a:moveTo>
                      <a:pt x="115" y="0"/>
                    </a:moveTo>
                    <a:cubicBezTo>
                      <a:pt x="54" y="0"/>
                      <a:pt x="0" y="52"/>
                      <a:pt x="8" y="120"/>
                    </a:cubicBezTo>
                    <a:cubicBezTo>
                      <a:pt x="8" y="173"/>
                      <a:pt x="62" y="223"/>
                      <a:pt x="93" y="276"/>
                    </a:cubicBezTo>
                    <a:lnTo>
                      <a:pt x="153" y="283"/>
                    </a:lnTo>
                    <a:cubicBezTo>
                      <a:pt x="193" y="232"/>
                      <a:pt x="262" y="185"/>
                      <a:pt x="265" y="132"/>
                    </a:cubicBezTo>
                    <a:cubicBezTo>
                      <a:pt x="265" y="88"/>
                      <a:pt x="196" y="19"/>
                      <a:pt x="143" y="4"/>
                    </a:cubicBezTo>
                    <a:cubicBezTo>
                      <a:pt x="134" y="1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8" name="Google Shape;8578;p29"/>
              <p:cNvSpPr/>
              <p:nvPr/>
            </p:nvSpPr>
            <p:spPr>
              <a:xfrm>
                <a:off x="6801735" y="4220241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6" y="1"/>
                    </a:cubicBezTo>
                    <a:cubicBezTo>
                      <a:pt x="57" y="4"/>
                      <a:pt x="1" y="60"/>
                      <a:pt x="17" y="136"/>
                    </a:cubicBezTo>
                    <a:cubicBezTo>
                      <a:pt x="26" y="189"/>
                      <a:pt x="86" y="233"/>
                      <a:pt x="120" y="280"/>
                    </a:cubicBezTo>
                    <a:lnTo>
                      <a:pt x="180" y="280"/>
                    </a:lnTo>
                    <a:cubicBezTo>
                      <a:pt x="214" y="230"/>
                      <a:pt x="270" y="183"/>
                      <a:pt x="277" y="129"/>
                    </a:cubicBezTo>
                    <a:cubicBezTo>
                      <a:pt x="286" y="52"/>
                      <a:pt x="230" y="0"/>
                      <a:pt x="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79" name="Google Shape;8579;p29"/>
              <p:cNvSpPr/>
              <p:nvPr/>
            </p:nvSpPr>
            <p:spPr>
              <a:xfrm>
                <a:off x="6675240" y="4229131"/>
                <a:ext cx="9357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1" extrusionOk="0">
                    <a:moveTo>
                      <a:pt x="152" y="0"/>
                    </a:moveTo>
                    <a:cubicBezTo>
                      <a:pt x="83" y="82"/>
                      <a:pt x="21" y="126"/>
                      <a:pt x="14" y="179"/>
                    </a:cubicBezTo>
                    <a:cubicBezTo>
                      <a:pt x="0" y="248"/>
                      <a:pt x="53" y="310"/>
                      <a:pt x="120" y="310"/>
                    </a:cubicBezTo>
                    <a:cubicBezTo>
                      <a:pt x="128" y="310"/>
                      <a:pt x="137" y="309"/>
                      <a:pt x="146" y="307"/>
                    </a:cubicBezTo>
                    <a:cubicBezTo>
                      <a:pt x="206" y="289"/>
                      <a:pt x="256" y="242"/>
                      <a:pt x="274" y="182"/>
                    </a:cubicBezTo>
                    <a:cubicBezTo>
                      <a:pt x="281" y="141"/>
                      <a:pt x="212" y="85"/>
                      <a:pt x="1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0" name="Google Shape;8580;p29"/>
              <p:cNvSpPr/>
              <p:nvPr/>
            </p:nvSpPr>
            <p:spPr>
              <a:xfrm>
                <a:off x="6772134" y="4012668"/>
                <a:ext cx="96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6" extrusionOk="0">
                    <a:moveTo>
                      <a:pt x="120" y="1"/>
                    </a:moveTo>
                    <a:cubicBezTo>
                      <a:pt x="52" y="1"/>
                      <a:pt x="6" y="53"/>
                      <a:pt x="6" y="136"/>
                    </a:cubicBezTo>
                    <a:cubicBezTo>
                      <a:pt x="0" y="208"/>
                      <a:pt x="57" y="265"/>
                      <a:pt x="127" y="265"/>
                    </a:cubicBezTo>
                    <a:cubicBezTo>
                      <a:pt x="131" y="265"/>
                      <a:pt x="134" y="265"/>
                      <a:pt x="138" y="265"/>
                    </a:cubicBezTo>
                    <a:cubicBezTo>
                      <a:pt x="191" y="259"/>
                      <a:pt x="238" y="196"/>
                      <a:pt x="285" y="162"/>
                    </a:cubicBezTo>
                    <a:cubicBezTo>
                      <a:pt x="285" y="143"/>
                      <a:pt x="288" y="124"/>
                      <a:pt x="288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1" name="Google Shape;8581;p29"/>
              <p:cNvSpPr/>
              <p:nvPr/>
            </p:nvSpPr>
            <p:spPr>
              <a:xfrm>
                <a:off x="6898795" y="3903188"/>
                <a:ext cx="8391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4" extrusionOk="0">
                    <a:moveTo>
                      <a:pt x="113" y="1"/>
                    </a:moveTo>
                    <a:cubicBezTo>
                      <a:pt x="45" y="1"/>
                      <a:pt x="3" y="61"/>
                      <a:pt x="0" y="147"/>
                    </a:cubicBezTo>
                    <a:cubicBezTo>
                      <a:pt x="0" y="213"/>
                      <a:pt x="51" y="264"/>
                      <a:pt x="116" y="264"/>
                    </a:cubicBezTo>
                    <a:cubicBezTo>
                      <a:pt x="121" y="264"/>
                      <a:pt x="126" y="263"/>
                      <a:pt x="132" y="262"/>
                    </a:cubicBezTo>
                    <a:cubicBezTo>
                      <a:pt x="182" y="253"/>
                      <a:pt x="251" y="178"/>
                      <a:pt x="251" y="134"/>
                    </a:cubicBezTo>
                    <a:cubicBezTo>
                      <a:pt x="251" y="87"/>
                      <a:pt x="182" y="12"/>
                      <a:pt x="132" y="2"/>
                    </a:cubicBezTo>
                    <a:cubicBezTo>
                      <a:pt x="125" y="1"/>
                      <a:pt x="119" y="1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2" name="Google Shape;8582;p29"/>
              <p:cNvSpPr/>
              <p:nvPr/>
            </p:nvSpPr>
            <p:spPr>
              <a:xfrm>
                <a:off x="6799138" y="4194069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13" y="0"/>
                    </a:moveTo>
                    <a:cubicBezTo>
                      <a:pt x="79" y="47"/>
                      <a:pt x="16" y="94"/>
                      <a:pt x="10" y="148"/>
                    </a:cubicBezTo>
                    <a:cubicBezTo>
                      <a:pt x="1" y="229"/>
                      <a:pt x="63" y="279"/>
                      <a:pt x="148" y="279"/>
                    </a:cubicBezTo>
                    <a:cubicBezTo>
                      <a:pt x="150" y="279"/>
                      <a:pt x="152" y="279"/>
                      <a:pt x="153" y="279"/>
                    </a:cubicBezTo>
                    <a:cubicBezTo>
                      <a:pt x="226" y="279"/>
                      <a:pt x="283" y="218"/>
                      <a:pt x="276" y="148"/>
                    </a:cubicBezTo>
                    <a:cubicBezTo>
                      <a:pt x="273" y="75"/>
                      <a:pt x="229" y="19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3" name="Google Shape;8583;p29"/>
              <p:cNvSpPr/>
              <p:nvPr/>
            </p:nvSpPr>
            <p:spPr>
              <a:xfrm>
                <a:off x="6727549" y="4129407"/>
                <a:ext cx="84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62" extrusionOk="0">
                    <a:moveTo>
                      <a:pt x="144" y="0"/>
                    </a:moveTo>
                    <a:cubicBezTo>
                      <a:pt x="136" y="0"/>
                      <a:pt x="128" y="1"/>
                      <a:pt x="120" y="2"/>
                    </a:cubicBezTo>
                    <a:cubicBezTo>
                      <a:pt x="73" y="12"/>
                      <a:pt x="1" y="87"/>
                      <a:pt x="4" y="131"/>
                    </a:cubicBezTo>
                    <a:cubicBezTo>
                      <a:pt x="4" y="178"/>
                      <a:pt x="73" y="250"/>
                      <a:pt x="123" y="259"/>
                    </a:cubicBezTo>
                    <a:cubicBezTo>
                      <a:pt x="130" y="261"/>
                      <a:pt x="136" y="261"/>
                      <a:pt x="143" y="261"/>
                    </a:cubicBezTo>
                    <a:cubicBezTo>
                      <a:pt x="201" y="261"/>
                      <a:pt x="252" y="212"/>
                      <a:pt x="255" y="125"/>
                    </a:cubicBezTo>
                    <a:cubicBezTo>
                      <a:pt x="249" y="57"/>
                      <a:pt x="208" y="0"/>
                      <a:pt x="1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4" name="Google Shape;8584;p29"/>
              <p:cNvSpPr/>
              <p:nvPr/>
            </p:nvSpPr>
            <p:spPr>
              <a:xfrm>
                <a:off x="6639079" y="4337545"/>
                <a:ext cx="95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0" extrusionOk="0">
                    <a:moveTo>
                      <a:pt x="141" y="0"/>
                    </a:moveTo>
                    <a:cubicBezTo>
                      <a:pt x="63" y="0"/>
                      <a:pt x="0" y="50"/>
                      <a:pt x="13" y="129"/>
                    </a:cubicBezTo>
                    <a:cubicBezTo>
                      <a:pt x="22" y="182"/>
                      <a:pt x="79" y="229"/>
                      <a:pt x="113" y="279"/>
                    </a:cubicBezTo>
                    <a:lnTo>
                      <a:pt x="170" y="276"/>
                    </a:lnTo>
                    <a:cubicBezTo>
                      <a:pt x="204" y="229"/>
                      <a:pt x="260" y="182"/>
                      <a:pt x="270" y="129"/>
                    </a:cubicBezTo>
                    <a:cubicBezTo>
                      <a:pt x="286" y="47"/>
                      <a:pt x="217" y="3"/>
                      <a:pt x="1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5" name="Google Shape;8585;p29"/>
              <p:cNvSpPr/>
              <p:nvPr/>
            </p:nvSpPr>
            <p:spPr>
              <a:xfrm>
                <a:off x="6640811" y="4128208"/>
                <a:ext cx="9456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7" extrusionOk="0">
                    <a:moveTo>
                      <a:pt x="127" y="1"/>
                    </a:moveTo>
                    <a:cubicBezTo>
                      <a:pt x="89" y="48"/>
                      <a:pt x="27" y="92"/>
                      <a:pt x="17" y="142"/>
                    </a:cubicBezTo>
                    <a:cubicBezTo>
                      <a:pt x="1" y="212"/>
                      <a:pt x="53" y="276"/>
                      <a:pt x="121" y="276"/>
                    </a:cubicBezTo>
                    <a:cubicBezTo>
                      <a:pt x="129" y="276"/>
                      <a:pt x="137" y="276"/>
                      <a:pt x="146" y="273"/>
                    </a:cubicBezTo>
                    <a:cubicBezTo>
                      <a:pt x="208" y="258"/>
                      <a:pt x="255" y="211"/>
                      <a:pt x="277" y="151"/>
                    </a:cubicBezTo>
                    <a:cubicBezTo>
                      <a:pt x="284" y="107"/>
                      <a:pt x="218" y="54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6" name="Google Shape;8586;p29"/>
              <p:cNvSpPr/>
              <p:nvPr/>
            </p:nvSpPr>
            <p:spPr>
              <a:xfrm>
                <a:off x="6734575" y="4245080"/>
                <a:ext cx="93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3" extrusionOk="0">
                    <a:moveTo>
                      <a:pt x="160" y="1"/>
                    </a:moveTo>
                    <a:cubicBezTo>
                      <a:pt x="141" y="4"/>
                      <a:pt x="119" y="4"/>
                      <a:pt x="100" y="4"/>
                    </a:cubicBezTo>
                    <a:cubicBezTo>
                      <a:pt x="69" y="54"/>
                      <a:pt x="15" y="104"/>
                      <a:pt x="9" y="157"/>
                    </a:cubicBezTo>
                    <a:cubicBezTo>
                      <a:pt x="0" y="230"/>
                      <a:pt x="53" y="283"/>
                      <a:pt x="131" y="283"/>
                    </a:cubicBezTo>
                    <a:cubicBezTo>
                      <a:pt x="133" y="283"/>
                      <a:pt x="135" y="283"/>
                      <a:pt x="138" y="283"/>
                    </a:cubicBezTo>
                    <a:cubicBezTo>
                      <a:pt x="222" y="280"/>
                      <a:pt x="282" y="233"/>
                      <a:pt x="260" y="145"/>
                    </a:cubicBezTo>
                    <a:cubicBezTo>
                      <a:pt x="247" y="92"/>
                      <a:pt x="194" y="51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7" name="Google Shape;8587;p29"/>
              <p:cNvSpPr/>
              <p:nvPr/>
            </p:nvSpPr>
            <p:spPr>
              <a:xfrm>
                <a:off x="6778094" y="4265191"/>
                <a:ext cx="9157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0" extrusionOk="0">
                    <a:moveTo>
                      <a:pt x="155" y="1"/>
                    </a:moveTo>
                    <a:cubicBezTo>
                      <a:pt x="150" y="1"/>
                      <a:pt x="145" y="1"/>
                      <a:pt x="141" y="2"/>
                    </a:cubicBezTo>
                    <a:cubicBezTo>
                      <a:pt x="136" y="1"/>
                      <a:pt x="131" y="1"/>
                      <a:pt x="126" y="1"/>
                    </a:cubicBezTo>
                    <a:cubicBezTo>
                      <a:pt x="55" y="1"/>
                      <a:pt x="0" y="63"/>
                      <a:pt x="9" y="133"/>
                    </a:cubicBezTo>
                    <a:cubicBezTo>
                      <a:pt x="3" y="200"/>
                      <a:pt x="57" y="259"/>
                      <a:pt x="126" y="259"/>
                    </a:cubicBezTo>
                    <a:cubicBezTo>
                      <a:pt x="131" y="259"/>
                      <a:pt x="136" y="259"/>
                      <a:pt x="141" y="258"/>
                    </a:cubicBezTo>
                    <a:cubicBezTo>
                      <a:pt x="216" y="255"/>
                      <a:pt x="269" y="218"/>
                      <a:pt x="269" y="130"/>
                    </a:cubicBezTo>
                    <a:cubicBezTo>
                      <a:pt x="275" y="60"/>
                      <a:pt x="221" y="1"/>
                      <a:pt x="1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8" name="Google Shape;8588;p29"/>
              <p:cNvSpPr/>
              <p:nvPr/>
            </p:nvSpPr>
            <p:spPr>
              <a:xfrm>
                <a:off x="6660889" y="4348900"/>
                <a:ext cx="3463" cy="2131"/>
              </a:xfrm>
              <a:custGeom>
                <a:avLst/>
                <a:gdLst/>
                <a:ahLst/>
                <a:cxnLst/>
                <a:rect l="l" t="t" r="r" b="b"/>
                <a:pathLst>
                  <a:path w="104" h="64" extrusionOk="0">
                    <a:moveTo>
                      <a:pt x="104" y="1"/>
                    </a:moveTo>
                    <a:cubicBezTo>
                      <a:pt x="60" y="1"/>
                      <a:pt x="22" y="26"/>
                      <a:pt x="0" y="64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89" name="Google Shape;8589;p29"/>
              <p:cNvSpPr/>
              <p:nvPr/>
            </p:nvSpPr>
            <p:spPr>
              <a:xfrm>
                <a:off x="6616538" y="4107131"/>
                <a:ext cx="2864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6" h="233" extrusionOk="0">
                    <a:moveTo>
                      <a:pt x="0" y="1"/>
                    </a:moveTo>
                    <a:lnTo>
                      <a:pt x="0" y="233"/>
                    </a:lnTo>
                    <a:cubicBezTo>
                      <a:pt x="54" y="220"/>
                      <a:pt x="85" y="167"/>
                      <a:pt x="73" y="117"/>
                    </a:cubicBezTo>
                    <a:cubicBezTo>
                      <a:pt x="60" y="73"/>
                      <a:pt x="35" y="3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0" name="Google Shape;8590;p29"/>
              <p:cNvSpPr/>
              <p:nvPr/>
            </p:nvSpPr>
            <p:spPr>
              <a:xfrm>
                <a:off x="6911415" y="4070837"/>
                <a:ext cx="506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11" extrusionOk="0">
                    <a:moveTo>
                      <a:pt x="135" y="0"/>
                    </a:moveTo>
                    <a:cubicBezTo>
                      <a:pt x="76" y="85"/>
                      <a:pt x="16" y="132"/>
                      <a:pt x="10" y="185"/>
                    </a:cubicBezTo>
                    <a:cubicBezTo>
                      <a:pt x="1" y="258"/>
                      <a:pt x="60" y="311"/>
                      <a:pt x="135" y="311"/>
                    </a:cubicBezTo>
                    <a:cubicBezTo>
                      <a:pt x="137" y="311"/>
                      <a:pt x="139" y="311"/>
                      <a:pt x="142" y="310"/>
                    </a:cubicBezTo>
                    <a:lnTo>
                      <a:pt x="151" y="310"/>
                    </a:lnTo>
                    <a:lnTo>
                      <a:pt x="151" y="19"/>
                    </a:lnTo>
                    <a:cubicBezTo>
                      <a:pt x="145" y="13"/>
                      <a:pt x="142" y="1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1" name="Google Shape;8591;p29"/>
              <p:cNvSpPr/>
              <p:nvPr/>
            </p:nvSpPr>
            <p:spPr>
              <a:xfrm>
                <a:off x="6671511" y="4339244"/>
                <a:ext cx="7758" cy="5228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57" extrusionOk="0">
                    <a:moveTo>
                      <a:pt x="171" y="1"/>
                    </a:moveTo>
                    <a:cubicBezTo>
                      <a:pt x="166" y="1"/>
                      <a:pt x="160" y="1"/>
                      <a:pt x="155" y="3"/>
                    </a:cubicBezTo>
                    <a:cubicBezTo>
                      <a:pt x="98" y="9"/>
                      <a:pt x="51" y="62"/>
                      <a:pt x="1" y="97"/>
                    </a:cubicBezTo>
                    <a:cubicBezTo>
                      <a:pt x="1" y="115"/>
                      <a:pt x="1" y="134"/>
                      <a:pt x="1" y="153"/>
                    </a:cubicBezTo>
                    <a:cubicBezTo>
                      <a:pt x="4" y="153"/>
                      <a:pt x="4" y="156"/>
                      <a:pt x="7" y="156"/>
                    </a:cubicBezTo>
                    <a:lnTo>
                      <a:pt x="233" y="21"/>
                    </a:lnTo>
                    <a:cubicBezTo>
                      <a:pt x="216" y="9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2" name="Google Shape;8592;p29"/>
              <p:cNvSpPr/>
              <p:nvPr/>
            </p:nvSpPr>
            <p:spPr>
              <a:xfrm>
                <a:off x="6676638" y="4187843"/>
                <a:ext cx="96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63" extrusionOk="0">
                    <a:moveTo>
                      <a:pt x="166" y="1"/>
                    </a:moveTo>
                    <a:cubicBezTo>
                      <a:pt x="160" y="1"/>
                      <a:pt x="154" y="1"/>
                      <a:pt x="148" y="2"/>
                    </a:cubicBezTo>
                    <a:cubicBezTo>
                      <a:pt x="95" y="9"/>
                      <a:pt x="48" y="68"/>
                      <a:pt x="1" y="106"/>
                    </a:cubicBezTo>
                    <a:lnTo>
                      <a:pt x="1" y="162"/>
                    </a:lnTo>
                    <a:cubicBezTo>
                      <a:pt x="46" y="198"/>
                      <a:pt x="96" y="263"/>
                      <a:pt x="139" y="263"/>
                    </a:cubicBezTo>
                    <a:cubicBezTo>
                      <a:pt x="141" y="263"/>
                      <a:pt x="143" y="263"/>
                      <a:pt x="145" y="262"/>
                    </a:cubicBezTo>
                    <a:cubicBezTo>
                      <a:pt x="204" y="247"/>
                      <a:pt x="251" y="200"/>
                      <a:pt x="273" y="140"/>
                    </a:cubicBezTo>
                    <a:cubicBezTo>
                      <a:pt x="291" y="68"/>
                      <a:pt x="236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3" name="Google Shape;8593;p29"/>
              <p:cNvSpPr/>
              <p:nvPr/>
            </p:nvSpPr>
            <p:spPr>
              <a:xfrm>
                <a:off x="6895465" y="4197399"/>
                <a:ext cx="94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2" extrusionOk="0">
                    <a:moveTo>
                      <a:pt x="112" y="0"/>
                    </a:moveTo>
                    <a:cubicBezTo>
                      <a:pt x="49" y="0"/>
                      <a:pt x="12" y="60"/>
                      <a:pt x="6" y="126"/>
                    </a:cubicBezTo>
                    <a:cubicBezTo>
                      <a:pt x="1" y="199"/>
                      <a:pt x="44" y="262"/>
                      <a:pt x="114" y="262"/>
                    </a:cubicBezTo>
                    <a:cubicBezTo>
                      <a:pt x="119" y="262"/>
                      <a:pt x="124" y="261"/>
                      <a:pt x="129" y="261"/>
                    </a:cubicBezTo>
                    <a:cubicBezTo>
                      <a:pt x="182" y="254"/>
                      <a:pt x="232" y="198"/>
                      <a:pt x="282" y="167"/>
                    </a:cubicBezTo>
                    <a:cubicBezTo>
                      <a:pt x="282" y="148"/>
                      <a:pt x="282" y="129"/>
                      <a:pt x="282" y="110"/>
                    </a:cubicBezTo>
                    <a:cubicBezTo>
                      <a:pt x="235" y="73"/>
                      <a:pt x="191" y="16"/>
                      <a:pt x="138" y="4"/>
                    </a:cubicBezTo>
                    <a:cubicBezTo>
                      <a:pt x="129" y="1"/>
                      <a:pt x="120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4" name="Google Shape;8594;p29"/>
              <p:cNvSpPr/>
              <p:nvPr/>
            </p:nvSpPr>
            <p:spPr>
              <a:xfrm>
                <a:off x="6887840" y="4135067"/>
                <a:ext cx="94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6" extrusionOk="0">
                    <a:moveTo>
                      <a:pt x="174" y="0"/>
                    </a:moveTo>
                    <a:cubicBezTo>
                      <a:pt x="167" y="0"/>
                      <a:pt x="161" y="1"/>
                      <a:pt x="154" y="2"/>
                    </a:cubicBezTo>
                    <a:cubicBezTo>
                      <a:pt x="101" y="8"/>
                      <a:pt x="54" y="64"/>
                      <a:pt x="4" y="96"/>
                    </a:cubicBezTo>
                    <a:cubicBezTo>
                      <a:pt x="4" y="114"/>
                      <a:pt x="4" y="133"/>
                      <a:pt x="0" y="152"/>
                    </a:cubicBezTo>
                    <a:cubicBezTo>
                      <a:pt x="51" y="187"/>
                      <a:pt x="94" y="243"/>
                      <a:pt x="151" y="252"/>
                    </a:cubicBezTo>
                    <a:cubicBezTo>
                      <a:pt x="160" y="255"/>
                      <a:pt x="169" y="256"/>
                      <a:pt x="178" y="256"/>
                    </a:cubicBezTo>
                    <a:cubicBezTo>
                      <a:pt x="242" y="256"/>
                      <a:pt x="277" y="197"/>
                      <a:pt x="279" y="130"/>
                    </a:cubicBezTo>
                    <a:cubicBezTo>
                      <a:pt x="282" y="59"/>
                      <a:pt x="241" y="0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5" name="Google Shape;8595;p29"/>
              <p:cNvSpPr/>
              <p:nvPr/>
            </p:nvSpPr>
            <p:spPr>
              <a:xfrm>
                <a:off x="6847551" y="4116121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4" y="0"/>
                    </a:moveTo>
                    <a:cubicBezTo>
                      <a:pt x="79" y="47"/>
                      <a:pt x="23" y="91"/>
                      <a:pt x="13" y="144"/>
                    </a:cubicBezTo>
                    <a:cubicBezTo>
                      <a:pt x="1" y="232"/>
                      <a:pt x="67" y="276"/>
                      <a:pt x="148" y="276"/>
                    </a:cubicBezTo>
                    <a:cubicBezTo>
                      <a:pt x="226" y="276"/>
                      <a:pt x="283" y="220"/>
                      <a:pt x="270" y="144"/>
                    </a:cubicBezTo>
                    <a:cubicBezTo>
                      <a:pt x="261" y="91"/>
                      <a:pt x="208" y="47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6" name="Google Shape;8596;p29"/>
              <p:cNvSpPr/>
              <p:nvPr/>
            </p:nvSpPr>
            <p:spPr>
              <a:xfrm>
                <a:off x="6616538" y="4346802"/>
                <a:ext cx="90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0" extrusionOk="0">
                    <a:moveTo>
                      <a:pt x="131" y="1"/>
                    </a:moveTo>
                    <a:cubicBezTo>
                      <a:pt x="74" y="1"/>
                      <a:pt x="22" y="38"/>
                      <a:pt x="0" y="92"/>
                    </a:cubicBezTo>
                    <a:lnTo>
                      <a:pt x="0" y="167"/>
                    </a:lnTo>
                    <a:cubicBezTo>
                      <a:pt x="41" y="202"/>
                      <a:pt x="79" y="242"/>
                      <a:pt x="123" y="255"/>
                    </a:cubicBezTo>
                    <a:cubicBezTo>
                      <a:pt x="135" y="258"/>
                      <a:pt x="147" y="260"/>
                      <a:pt x="157" y="260"/>
                    </a:cubicBezTo>
                    <a:cubicBezTo>
                      <a:pt x="223" y="260"/>
                      <a:pt x="258" y="205"/>
                      <a:pt x="261" y="133"/>
                    </a:cubicBezTo>
                    <a:cubicBezTo>
                      <a:pt x="273" y="62"/>
                      <a:pt x="216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ubicBezTo>
                      <a:pt x="136" y="1"/>
                      <a:pt x="13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7" name="Google Shape;8597;p29"/>
              <p:cNvSpPr/>
              <p:nvPr/>
            </p:nvSpPr>
            <p:spPr>
              <a:xfrm>
                <a:off x="6844321" y="3964454"/>
                <a:ext cx="8391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62" extrusionOk="0">
                    <a:moveTo>
                      <a:pt x="143" y="0"/>
                    </a:moveTo>
                    <a:cubicBezTo>
                      <a:pt x="136" y="0"/>
                      <a:pt x="129" y="1"/>
                      <a:pt x="123" y="2"/>
                    </a:cubicBezTo>
                    <a:cubicBezTo>
                      <a:pt x="73" y="11"/>
                      <a:pt x="1" y="83"/>
                      <a:pt x="1" y="127"/>
                    </a:cubicBezTo>
                    <a:cubicBezTo>
                      <a:pt x="1" y="174"/>
                      <a:pt x="70" y="249"/>
                      <a:pt x="120" y="259"/>
                    </a:cubicBezTo>
                    <a:cubicBezTo>
                      <a:pt x="128" y="261"/>
                      <a:pt x="136" y="261"/>
                      <a:pt x="143" y="261"/>
                    </a:cubicBezTo>
                    <a:cubicBezTo>
                      <a:pt x="208" y="261"/>
                      <a:pt x="248" y="204"/>
                      <a:pt x="251" y="140"/>
                    </a:cubicBezTo>
                    <a:cubicBezTo>
                      <a:pt x="251" y="50"/>
                      <a:pt x="201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8" name="Google Shape;8598;p29"/>
              <p:cNvSpPr/>
              <p:nvPr/>
            </p:nvSpPr>
            <p:spPr>
              <a:xfrm>
                <a:off x="6689291" y="4053090"/>
                <a:ext cx="10222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55" extrusionOk="0">
                    <a:moveTo>
                      <a:pt x="172" y="0"/>
                    </a:moveTo>
                    <a:cubicBezTo>
                      <a:pt x="1" y="0"/>
                      <a:pt x="1" y="254"/>
                      <a:pt x="172" y="254"/>
                    </a:cubicBezTo>
                    <a:cubicBezTo>
                      <a:pt x="173" y="254"/>
                      <a:pt x="174" y="254"/>
                      <a:pt x="175" y="254"/>
                    </a:cubicBezTo>
                    <a:cubicBezTo>
                      <a:pt x="250" y="254"/>
                      <a:pt x="307" y="217"/>
                      <a:pt x="304" y="123"/>
                    </a:cubicBezTo>
                    <a:cubicBezTo>
                      <a:pt x="307" y="38"/>
                      <a:pt x="250" y="0"/>
                      <a:pt x="175" y="0"/>
                    </a:cubicBezTo>
                    <a:cubicBezTo>
                      <a:pt x="174" y="0"/>
                      <a:pt x="173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599" name="Google Shape;8599;p29"/>
              <p:cNvSpPr/>
              <p:nvPr/>
            </p:nvSpPr>
            <p:spPr>
              <a:xfrm>
                <a:off x="6718692" y="4057785"/>
                <a:ext cx="9523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1" extrusionOk="0">
                    <a:moveTo>
                      <a:pt x="148" y="1"/>
                    </a:moveTo>
                    <a:cubicBezTo>
                      <a:pt x="66" y="1"/>
                      <a:pt x="0" y="51"/>
                      <a:pt x="16" y="135"/>
                    </a:cubicBezTo>
                    <a:cubicBezTo>
                      <a:pt x="26" y="185"/>
                      <a:pt x="85" y="229"/>
                      <a:pt x="151" y="311"/>
                    </a:cubicBezTo>
                    <a:cubicBezTo>
                      <a:pt x="210" y="226"/>
                      <a:pt x="270" y="182"/>
                      <a:pt x="276" y="129"/>
                    </a:cubicBezTo>
                    <a:cubicBezTo>
                      <a:pt x="286" y="54"/>
                      <a:pt x="226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0" name="Google Shape;8600;p29"/>
              <p:cNvSpPr/>
              <p:nvPr/>
            </p:nvSpPr>
            <p:spPr>
              <a:xfrm>
                <a:off x="6816885" y="410599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7" y="0"/>
                    </a:moveTo>
                    <a:cubicBezTo>
                      <a:pt x="72" y="50"/>
                      <a:pt x="19" y="97"/>
                      <a:pt x="10" y="151"/>
                    </a:cubicBezTo>
                    <a:cubicBezTo>
                      <a:pt x="1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7" y="273"/>
                      <a:pt x="282" y="229"/>
                      <a:pt x="264" y="144"/>
                    </a:cubicBezTo>
                    <a:cubicBezTo>
                      <a:pt x="251" y="91"/>
                      <a:pt x="198" y="47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1" name="Google Shape;8601;p29"/>
              <p:cNvSpPr/>
              <p:nvPr/>
            </p:nvSpPr>
            <p:spPr>
              <a:xfrm>
                <a:off x="6859871" y="416942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1"/>
                    </a:moveTo>
                    <a:cubicBezTo>
                      <a:pt x="79" y="48"/>
                      <a:pt x="19" y="92"/>
                      <a:pt x="13" y="145"/>
                    </a:cubicBezTo>
                    <a:cubicBezTo>
                      <a:pt x="1" y="229"/>
                      <a:pt x="66" y="276"/>
                      <a:pt x="148" y="276"/>
                    </a:cubicBezTo>
                    <a:cubicBezTo>
                      <a:pt x="226" y="273"/>
                      <a:pt x="283" y="220"/>
                      <a:pt x="270" y="145"/>
                    </a:cubicBezTo>
                    <a:cubicBezTo>
                      <a:pt x="264" y="92"/>
                      <a:pt x="204" y="48"/>
                      <a:pt x="1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2" name="Google Shape;8602;p29"/>
              <p:cNvSpPr/>
              <p:nvPr/>
            </p:nvSpPr>
            <p:spPr>
              <a:xfrm>
                <a:off x="6744664" y="410729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76" y="1"/>
                    </a:moveTo>
                    <a:cubicBezTo>
                      <a:pt x="166" y="1"/>
                      <a:pt x="156" y="2"/>
                      <a:pt x="145" y="5"/>
                    </a:cubicBezTo>
                    <a:cubicBezTo>
                      <a:pt x="92" y="18"/>
                      <a:pt x="51" y="74"/>
                      <a:pt x="1" y="109"/>
                    </a:cubicBezTo>
                    <a:cubicBezTo>
                      <a:pt x="25" y="220"/>
                      <a:pt x="75" y="259"/>
                      <a:pt x="149" y="259"/>
                    </a:cubicBezTo>
                    <a:cubicBezTo>
                      <a:pt x="152" y="259"/>
                      <a:pt x="155" y="259"/>
                      <a:pt x="157" y="259"/>
                    </a:cubicBezTo>
                    <a:cubicBezTo>
                      <a:pt x="161" y="259"/>
                      <a:pt x="164" y="259"/>
                      <a:pt x="167" y="259"/>
                    </a:cubicBezTo>
                    <a:cubicBezTo>
                      <a:pt x="238" y="259"/>
                      <a:pt x="292" y="196"/>
                      <a:pt x="280" y="124"/>
                    </a:cubicBezTo>
                    <a:cubicBezTo>
                      <a:pt x="274" y="59"/>
                      <a:pt x="238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3" name="Google Shape;8603;p29"/>
              <p:cNvSpPr/>
              <p:nvPr/>
            </p:nvSpPr>
            <p:spPr>
              <a:xfrm>
                <a:off x="6855276" y="3988561"/>
                <a:ext cx="10256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96" y="0"/>
                    </a:moveTo>
                    <a:cubicBezTo>
                      <a:pt x="189" y="0"/>
                      <a:pt x="183" y="1"/>
                      <a:pt x="176" y="2"/>
                    </a:cubicBezTo>
                    <a:cubicBezTo>
                      <a:pt x="123" y="11"/>
                      <a:pt x="79" y="74"/>
                      <a:pt x="1" y="137"/>
                    </a:cubicBezTo>
                    <a:cubicBezTo>
                      <a:pt x="79" y="196"/>
                      <a:pt x="123" y="259"/>
                      <a:pt x="176" y="265"/>
                    </a:cubicBezTo>
                    <a:cubicBezTo>
                      <a:pt x="183" y="266"/>
                      <a:pt x="189" y="267"/>
                      <a:pt x="196" y="267"/>
                    </a:cubicBezTo>
                    <a:cubicBezTo>
                      <a:pt x="268" y="267"/>
                      <a:pt x="308" y="202"/>
                      <a:pt x="308" y="127"/>
                    </a:cubicBezTo>
                    <a:cubicBezTo>
                      <a:pt x="305" y="56"/>
                      <a:pt x="261" y="0"/>
                      <a:pt x="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4" name="Google Shape;8604;p29"/>
              <p:cNvSpPr/>
              <p:nvPr/>
            </p:nvSpPr>
            <p:spPr>
              <a:xfrm>
                <a:off x="6803100" y="3930891"/>
                <a:ext cx="7325" cy="5194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56" extrusionOk="0">
                    <a:moveTo>
                      <a:pt x="211" y="1"/>
                    </a:moveTo>
                    <a:lnTo>
                      <a:pt x="1" y="126"/>
                    </a:lnTo>
                    <a:cubicBezTo>
                      <a:pt x="26" y="145"/>
                      <a:pt x="54" y="154"/>
                      <a:pt x="82" y="154"/>
                    </a:cubicBezTo>
                    <a:cubicBezTo>
                      <a:pt x="87" y="155"/>
                      <a:pt x="92" y="155"/>
                      <a:pt x="97" y="155"/>
                    </a:cubicBezTo>
                    <a:cubicBezTo>
                      <a:pt x="166" y="155"/>
                      <a:pt x="220" y="96"/>
                      <a:pt x="214" y="29"/>
                    </a:cubicBezTo>
                    <a:cubicBezTo>
                      <a:pt x="214" y="20"/>
                      <a:pt x="211" y="10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5" name="Google Shape;8605;p29"/>
              <p:cNvSpPr/>
              <p:nvPr/>
            </p:nvSpPr>
            <p:spPr>
              <a:xfrm>
                <a:off x="6769703" y="4243282"/>
                <a:ext cx="9124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6" y="0"/>
                    </a:moveTo>
                    <a:cubicBezTo>
                      <a:pt x="64" y="0"/>
                      <a:pt x="21" y="42"/>
                      <a:pt x="1" y="155"/>
                    </a:cubicBezTo>
                    <a:cubicBezTo>
                      <a:pt x="32" y="180"/>
                      <a:pt x="70" y="240"/>
                      <a:pt x="123" y="255"/>
                    </a:cubicBezTo>
                    <a:cubicBezTo>
                      <a:pt x="135" y="259"/>
                      <a:pt x="147" y="260"/>
                      <a:pt x="158" y="260"/>
                    </a:cubicBezTo>
                    <a:cubicBezTo>
                      <a:pt x="216" y="260"/>
                      <a:pt x="259" y="214"/>
                      <a:pt x="264" y="146"/>
                    </a:cubicBezTo>
                    <a:cubicBezTo>
                      <a:pt x="274" y="73"/>
                      <a:pt x="248" y="11"/>
                      <a:pt x="161" y="1"/>
                    </a:cubicBezTo>
                    <a:cubicBezTo>
                      <a:pt x="152" y="1"/>
                      <a:pt x="144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6" name="Google Shape;8606;p29"/>
              <p:cNvSpPr/>
              <p:nvPr/>
            </p:nvSpPr>
            <p:spPr>
              <a:xfrm>
                <a:off x="6791513" y="4135300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7" y="1"/>
                    </a:moveTo>
                    <a:cubicBezTo>
                      <a:pt x="82" y="51"/>
                      <a:pt x="26" y="95"/>
                      <a:pt x="17" y="148"/>
                    </a:cubicBezTo>
                    <a:cubicBezTo>
                      <a:pt x="1" y="230"/>
                      <a:pt x="70" y="274"/>
                      <a:pt x="145" y="277"/>
                    </a:cubicBezTo>
                    <a:cubicBezTo>
                      <a:pt x="223" y="277"/>
                      <a:pt x="283" y="227"/>
                      <a:pt x="270" y="148"/>
                    </a:cubicBezTo>
                    <a:cubicBezTo>
                      <a:pt x="264" y="95"/>
                      <a:pt x="208" y="5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7" name="Google Shape;8607;p29"/>
              <p:cNvSpPr/>
              <p:nvPr/>
            </p:nvSpPr>
            <p:spPr>
              <a:xfrm>
                <a:off x="6746462" y="4175290"/>
                <a:ext cx="90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38" y="0"/>
                    </a:moveTo>
                    <a:cubicBezTo>
                      <a:pt x="38" y="0"/>
                      <a:pt x="0" y="60"/>
                      <a:pt x="0" y="132"/>
                    </a:cubicBezTo>
                    <a:cubicBezTo>
                      <a:pt x="0" y="201"/>
                      <a:pt x="41" y="257"/>
                      <a:pt x="102" y="257"/>
                    </a:cubicBezTo>
                    <a:cubicBezTo>
                      <a:pt x="111" y="257"/>
                      <a:pt x="119" y="256"/>
                      <a:pt x="129" y="254"/>
                    </a:cubicBezTo>
                    <a:cubicBezTo>
                      <a:pt x="188" y="235"/>
                      <a:pt x="238" y="191"/>
                      <a:pt x="257" y="132"/>
                    </a:cubicBezTo>
                    <a:cubicBezTo>
                      <a:pt x="273" y="50"/>
                      <a:pt x="210" y="3"/>
                      <a:pt x="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8" name="Google Shape;8608;p29"/>
              <p:cNvSpPr/>
              <p:nvPr/>
            </p:nvSpPr>
            <p:spPr>
              <a:xfrm>
                <a:off x="6703576" y="4001413"/>
                <a:ext cx="89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1" extrusionOk="0">
                    <a:moveTo>
                      <a:pt x="122" y="0"/>
                    </a:moveTo>
                    <a:cubicBezTo>
                      <a:pt x="54" y="0"/>
                      <a:pt x="0" y="56"/>
                      <a:pt x="3" y="123"/>
                    </a:cubicBezTo>
                    <a:cubicBezTo>
                      <a:pt x="3" y="202"/>
                      <a:pt x="38" y="258"/>
                      <a:pt x="157" y="280"/>
                    </a:cubicBezTo>
                    <a:cubicBezTo>
                      <a:pt x="191" y="233"/>
                      <a:pt x="248" y="189"/>
                      <a:pt x="257" y="136"/>
                    </a:cubicBezTo>
                    <a:cubicBezTo>
                      <a:pt x="270" y="61"/>
                      <a:pt x="219" y="4"/>
                      <a:pt x="138" y="1"/>
                    </a:cubicBezTo>
                    <a:cubicBezTo>
                      <a:pt x="133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09" name="Google Shape;8609;p29"/>
              <p:cNvSpPr/>
              <p:nvPr/>
            </p:nvSpPr>
            <p:spPr>
              <a:xfrm>
                <a:off x="6875021" y="4033478"/>
                <a:ext cx="9523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81" extrusionOk="0">
                    <a:moveTo>
                      <a:pt x="172" y="0"/>
                    </a:moveTo>
                    <a:cubicBezTo>
                      <a:pt x="56" y="19"/>
                      <a:pt x="19" y="76"/>
                      <a:pt x="12" y="148"/>
                    </a:cubicBezTo>
                    <a:cubicBezTo>
                      <a:pt x="1" y="218"/>
                      <a:pt x="55" y="280"/>
                      <a:pt x="121" y="280"/>
                    </a:cubicBezTo>
                    <a:cubicBezTo>
                      <a:pt x="125" y="280"/>
                      <a:pt x="130" y="280"/>
                      <a:pt x="135" y="279"/>
                    </a:cubicBezTo>
                    <a:cubicBezTo>
                      <a:pt x="219" y="279"/>
                      <a:pt x="285" y="239"/>
                      <a:pt x="269" y="151"/>
                    </a:cubicBezTo>
                    <a:cubicBezTo>
                      <a:pt x="263" y="97"/>
                      <a:pt x="207" y="5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0" name="Google Shape;8610;p29"/>
              <p:cNvSpPr/>
              <p:nvPr/>
            </p:nvSpPr>
            <p:spPr>
              <a:xfrm>
                <a:off x="6788616" y="4200595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5" y="1"/>
                    </a:moveTo>
                    <a:cubicBezTo>
                      <a:pt x="57" y="1"/>
                      <a:pt x="1" y="57"/>
                      <a:pt x="6" y="127"/>
                    </a:cubicBezTo>
                    <a:cubicBezTo>
                      <a:pt x="3" y="202"/>
                      <a:pt x="41" y="259"/>
                      <a:pt x="157" y="284"/>
                    </a:cubicBezTo>
                    <a:cubicBezTo>
                      <a:pt x="191" y="234"/>
                      <a:pt x="248" y="190"/>
                      <a:pt x="257" y="136"/>
                    </a:cubicBezTo>
                    <a:cubicBezTo>
                      <a:pt x="273" y="61"/>
                      <a:pt x="223" y="5"/>
                      <a:pt x="141" y="2"/>
                    </a:cubicBezTo>
                    <a:cubicBezTo>
                      <a:pt x="136" y="1"/>
                      <a:pt x="131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1" name="Google Shape;8611;p29"/>
              <p:cNvSpPr/>
              <p:nvPr/>
            </p:nvSpPr>
            <p:spPr>
              <a:xfrm>
                <a:off x="6851314" y="4192970"/>
                <a:ext cx="942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7" extrusionOk="0">
                    <a:moveTo>
                      <a:pt x="114" y="0"/>
                    </a:moveTo>
                    <a:cubicBezTo>
                      <a:pt x="50" y="0"/>
                      <a:pt x="3" y="51"/>
                      <a:pt x="1" y="124"/>
                    </a:cubicBezTo>
                    <a:cubicBezTo>
                      <a:pt x="1" y="203"/>
                      <a:pt x="42" y="266"/>
                      <a:pt x="116" y="266"/>
                    </a:cubicBezTo>
                    <a:cubicBezTo>
                      <a:pt x="121" y="266"/>
                      <a:pt x="127" y="266"/>
                      <a:pt x="132" y="265"/>
                    </a:cubicBezTo>
                    <a:cubicBezTo>
                      <a:pt x="185" y="259"/>
                      <a:pt x="232" y="199"/>
                      <a:pt x="279" y="165"/>
                    </a:cubicBezTo>
                    <a:cubicBezTo>
                      <a:pt x="283" y="146"/>
                      <a:pt x="283" y="124"/>
                      <a:pt x="283" y="105"/>
                    </a:cubicBezTo>
                    <a:cubicBezTo>
                      <a:pt x="232" y="71"/>
                      <a:pt x="189" y="11"/>
                      <a:pt x="135" y="2"/>
                    </a:cubicBezTo>
                    <a:cubicBezTo>
                      <a:pt x="128" y="1"/>
                      <a:pt x="121" y="0"/>
                      <a:pt x="1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2" name="Google Shape;8612;p29"/>
              <p:cNvSpPr/>
              <p:nvPr/>
            </p:nvSpPr>
            <p:spPr>
              <a:xfrm>
                <a:off x="6707205" y="430831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9" y="1"/>
                    </a:moveTo>
                    <a:cubicBezTo>
                      <a:pt x="60" y="4"/>
                      <a:pt x="1" y="54"/>
                      <a:pt x="16" y="136"/>
                    </a:cubicBezTo>
                    <a:cubicBezTo>
                      <a:pt x="26" y="189"/>
                      <a:pt x="85" y="233"/>
                      <a:pt x="120" y="280"/>
                    </a:cubicBezTo>
                    <a:lnTo>
                      <a:pt x="176" y="280"/>
                    </a:lnTo>
                    <a:cubicBezTo>
                      <a:pt x="208" y="226"/>
                      <a:pt x="264" y="179"/>
                      <a:pt x="270" y="126"/>
                    </a:cubicBezTo>
                    <a:cubicBezTo>
                      <a:pt x="283" y="45"/>
                      <a:pt x="217" y="1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3" name="Google Shape;8613;p29"/>
              <p:cNvSpPr/>
              <p:nvPr/>
            </p:nvSpPr>
            <p:spPr>
              <a:xfrm>
                <a:off x="6784354" y="4178053"/>
                <a:ext cx="9490" cy="87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3" extrusionOk="0">
                    <a:moveTo>
                      <a:pt x="120" y="1"/>
                    </a:moveTo>
                    <a:cubicBezTo>
                      <a:pt x="51" y="1"/>
                      <a:pt x="6" y="53"/>
                      <a:pt x="6" y="137"/>
                    </a:cubicBezTo>
                    <a:cubicBezTo>
                      <a:pt x="0" y="204"/>
                      <a:pt x="54" y="263"/>
                      <a:pt x="120" y="263"/>
                    </a:cubicBezTo>
                    <a:cubicBezTo>
                      <a:pt x="125" y="263"/>
                      <a:pt x="130" y="263"/>
                      <a:pt x="134" y="262"/>
                    </a:cubicBezTo>
                    <a:cubicBezTo>
                      <a:pt x="188" y="256"/>
                      <a:pt x="235" y="196"/>
                      <a:pt x="285" y="158"/>
                    </a:cubicBezTo>
                    <a:cubicBezTo>
                      <a:pt x="285" y="140"/>
                      <a:pt x="285" y="121"/>
                      <a:pt x="285" y="105"/>
                    </a:cubicBezTo>
                    <a:cubicBezTo>
                      <a:pt x="238" y="68"/>
                      <a:pt x="191" y="8"/>
                      <a:pt x="138" y="2"/>
                    </a:cubicBezTo>
                    <a:cubicBezTo>
                      <a:pt x="132" y="1"/>
                      <a:pt x="126" y="1"/>
                      <a:pt x="1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4" name="Google Shape;8614;p29"/>
              <p:cNvSpPr/>
              <p:nvPr/>
            </p:nvSpPr>
            <p:spPr>
              <a:xfrm>
                <a:off x="6743632" y="4271684"/>
                <a:ext cx="9456" cy="9124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74" extrusionOk="0">
                    <a:moveTo>
                      <a:pt x="161" y="1"/>
                    </a:moveTo>
                    <a:cubicBezTo>
                      <a:pt x="153" y="1"/>
                      <a:pt x="144" y="2"/>
                      <a:pt x="135" y="4"/>
                    </a:cubicBezTo>
                    <a:cubicBezTo>
                      <a:pt x="76" y="20"/>
                      <a:pt x="29" y="67"/>
                      <a:pt x="7" y="126"/>
                    </a:cubicBezTo>
                    <a:cubicBezTo>
                      <a:pt x="0" y="170"/>
                      <a:pt x="66" y="223"/>
                      <a:pt x="104" y="273"/>
                    </a:cubicBezTo>
                    <a:lnTo>
                      <a:pt x="160" y="273"/>
                    </a:lnTo>
                    <a:cubicBezTo>
                      <a:pt x="198" y="226"/>
                      <a:pt x="257" y="186"/>
                      <a:pt x="267" y="132"/>
                    </a:cubicBezTo>
                    <a:cubicBezTo>
                      <a:pt x="284" y="63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5" name="Google Shape;8615;p29"/>
              <p:cNvSpPr/>
              <p:nvPr/>
            </p:nvSpPr>
            <p:spPr>
              <a:xfrm>
                <a:off x="6713265" y="4028783"/>
                <a:ext cx="9323" cy="9623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9" extrusionOk="0">
                    <a:moveTo>
                      <a:pt x="123" y="0"/>
                    </a:moveTo>
                    <a:cubicBezTo>
                      <a:pt x="85" y="50"/>
                      <a:pt x="35" y="94"/>
                      <a:pt x="22" y="148"/>
                    </a:cubicBezTo>
                    <a:cubicBezTo>
                      <a:pt x="1" y="235"/>
                      <a:pt x="60" y="289"/>
                      <a:pt x="145" y="289"/>
                    </a:cubicBezTo>
                    <a:cubicBezTo>
                      <a:pt x="147" y="289"/>
                      <a:pt x="149" y="289"/>
                      <a:pt x="151" y="289"/>
                    </a:cubicBezTo>
                    <a:cubicBezTo>
                      <a:pt x="223" y="289"/>
                      <a:pt x="279" y="236"/>
                      <a:pt x="270" y="160"/>
                    </a:cubicBezTo>
                    <a:cubicBezTo>
                      <a:pt x="261" y="104"/>
                      <a:pt x="210" y="57"/>
                      <a:pt x="179" y="3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6" name="Google Shape;8616;p29"/>
              <p:cNvSpPr/>
              <p:nvPr/>
            </p:nvSpPr>
            <p:spPr>
              <a:xfrm>
                <a:off x="6627792" y="4106565"/>
                <a:ext cx="92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3" extrusionOk="0">
                    <a:moveTo>
                      <a:pt x="169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5" y="12"/>
                      <a:pt x="48" y="65"/>
                      <a:pt x="1" y="99"/>
                    </a:cubicBezTo>
                    <a:lnTo>
                      <a:pt x="1" y="156"/>
                    </a:lnTo>
                    <a:cubicBezTo>
                      <a:pt x="48" y="190"/>
                      <a:pt x="95" y="240"/>
                      <a:pt x="148" y="250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9" y="252"/>
                      <a:pt x="277" y="197"/>
                      <a:pt x="277" y="127"/>
                    </a:cubicBezTo>
                    <a:cubicBezTo>
                      <a:pt x="277" y="54"/>
                      <a:pt x="233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7" name="Google Shape;8617;p29"/>
              <p:cNvSpPr/>
              <p:nvPr/>
            </p:nvSpPr>
            <p:spPr>
              <a:xfrm>
                <a:off x="6629923" y="4258132"/>
                <a:ext cx="95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2" extrusionOk="0">
                    <a:moveTo>
                      <a:pt x="117" y="0"/>
                    </a:moveTo>
                    <a:cubicBezTo>
                      <a:pt x="49" y="0"/>
                      <a:pt x="12" y="63"/>
                      <a:pt x="9" y="132"/>
                    </a:cubicBezTo>
                    <a:cubicBezTo>
                      <a:pt x="0" y="202"/>
                      <a:pt x="54" y="261"/>
                      <a:pt x="123" y="261"/>
                    </a:cubicBezTo>
                    <a:cubicBezTo>
                      <a:pt x="127" y="261"/>
                      <a:pt x="132" y="261"/>
                      <a:pt x="137" y="261"/>
                    </a:cubicBezTo>
                    <a:cubicBezTo>
                      <a:pt x="213" y="261"/>
                      <a:pt x="266" y="223"/>
                      <a:pt x="288" y="107"/>
                    </a:cubicBezTo>
                    <a:cubicBezTo>
                      <a:pt x="241" y="72"/>
                      <a:pt x="197" y="16"/>
                      <a:pt x="144" y="4"/>
                    </a:cubicBezTo>
                    <a:cubicBezTo>
                      <a:pt x="134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8" name="Google Shape;8618;p29"/>
              <p:cNvSpPr/>
              <p:nvPr/>
            </p:nvSpPr>
            <p:spPr>
              <a:xfrm>
                <a:off x="6635117" y="4318932"/>
                <a:ext cx="9290" cy="1082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2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4" y="1"/>
                    </a:cubicBezTo>
                    <a:cubicBezTo>
                      <a:pt x="57" y="5"/>
                      <a:pt x="0" y="64"/>
                      <a:pt x="16" y="142"/>
                    </a:cubicBezTo>
                    <a:cubicBezTo>
                      <a:pt x="25" y="196"/>
                      <a:pt x="85" y="240"/>
                      <a:pt x="151" y="324"/>
                    </a:cubicBezTo>
                    <a:cubicBezTo>
                      <a:pt x="207" y="236"/>
                      <a:pt x="260" y="186"/>
                      <a:pt x="267" y="133"/>
                    </a:cubicBezTo>
                    <a:cubicBezTo>
                      <a:pt x="279" y="61"/>
                      <a:pt x="222" y="1"/>
                      <a:pt x="1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19" name="Google Shape;8619;p29"/>
              <p:cNvSpPr/>
              <p:nvPr/>
            </p:nvSpPr>
            <p:spPr>
              <a:xfrm>
                <a:off x="6645339" y="4276645"/>
                <a:ext cx="96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6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1" y="2"/>
                    </a:cubicBezTo>
                    <a:cubicBezTo>
                      <a:pt x="98" y="12"/>
                      <a:pt x="51" y="68"/>
                      <a:pt x="0" y="103"/>
                    </a:cubicBezTo>
                    <a:cubicBezTo>
                      <a:pt x="0" y="121"/>
                      <a:pt x="0" y="140"/>
                      <a:pt x="4" y="159"/>
                    </a:cubicBezTo>
                    <a:cubicBezTo>
                      <a:pt x="54" y="190"/>
                      <a:pt x="101" y="240"/>
                      <a:pt x="154" y="253"/>
                    </a:cubicBezTo>
                    <a:cubicBezTo>
                      <a:pt x="163" y="255"/>
                      <a:pt x="171" y="255"/>
                      <a:pt x="179" y="255"/>
                    </a:cubicBezTo>
                    <a:cubicBezTo>
                      <a:pt x="246" y="255"/>
                      <a:pt x="286" y="201"/>
                      <a:pt x="286" y="134"/>
                    </a:cubicBezTo>
                    <a:cubicBezTo>
                      <a:pt x="288" y="57"/>
                      <a:pt x="242" y="1"/>
                      <a:pt x="1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0" name="Google Shape;8620;p29"/>
              <p:cNvSpPr/>
              <p:nvPr/>
            </p:nvSpPr>
            <p:spPr>
              <a:xfrm>
                <a:off x="6655462" y="4237588"/>
                <a:ext cx="9523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6" extrusionOk="0">
                    <a:moveTo>
                      <a:pt x="119" y="0"/>
                    </a:moveTo>
                    <a:cubicBezTo>
                      <a:pt x="82" y="47"/>
                      <a:pt x="22" y="91"/>
                      <a:pt x="16" y="144"/>
                    </a:cubicBezTo>
                    <a:cubicBezTo>
                      <a:pt x="0" y="229"/>
                      <a:pt x="66" y="276"/>
                      <a:pt x="148" y="276"/>
                    </a:cubicBezTo>
                    <a:cubicBezTo>
                      <a:pt x="226" y="276"/>
                      <a:pt x="286" y="223"/>
                      <a:pt x="273" y="147"/>
                    </a:cubicBezTo>
                    <a:cubicBezTo>
                      <a:pt x="264" y="94"/>
                      <a:pt x="210" y="50"/>
                      <a:pt x="1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1" name="Google Shape;8621;p29"/>
              <p:cNvSpPr/>
              <p:nvPr/>
            </p:nvSpPr>
            <p:spPr>
              <a:xfrm>
                <a:off x="6677471" y="4007806"/>
                <a:ext cx="9124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55" extrusionOk="0">
                    <a:moveTo>
                      <a:pt x="132" y="0"/>
                    </a:moveTo>
                    <a:lnTo>
                      <a:pt x="10" y="76"/>
                    </a:lnTo>
                    <a:cubicBezTo>
                      <a:pt x="4" y="91"/>
                      <a:pt x="1" y="107"/>
                      <a:pt x="1" y="123"/>
                    </a:cubicBezTo>
                    <a:cubicBezTo>
                      <a:pt x="4" y="220"/>
                      <a:pt x="60" y="254"/>
                      <a:pt x="135" y="254"/>
                    </a:cubicBezTo>
                    <a:cubicBezTo>
                      <a:pt x="214" y="254"/>
                      <a:pt x="273" y="201"/>
                      <a:pt x="254" y="126"/>
                    </a:cubicBezTo>
                    <a:cubicBezTo>
                      <a:pt x="236" y="66"/>
                      <a:pt x="192" y="22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2" name="Google Shape;8622;p29"/>
              <p:cNvSpPr/>
              <p:nvPr/>
            </p:nvSpPr>
            <p:spPr>
              <a:xfrm>
                <a:off x="6683964" y="4296524"/>
                <a:ext cx="9157" cy="975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3" extrusionOk="0">
                    <a:moveTo>
                      <a:pt x="110" y="1"/>
                    </a:moveTo>
                    <a:cubicBezTo>
                      <a:pt x="75" y="54"/>
                      <a:pt x="22" y="101"/>
                      <a:pt x="12" y="157"/>
                    </a:cubicBezTo>
                    <a:cubicBezTo>
                      <a:pt x="0" y="228"/>
                      <a:pt x="54" y="292"/>
                      <a:pt x="126" y="292"/>
                    </a:cubicBezTo>
                    <a:cubicBezTo>
                      <a:pt x="128" y="292"/>
                      <a:pt x="130" y="292"/>
                      <a:pt x="132" y="292"/>
                    </a:cubicBezTo>
                    <a:cubicBezTo>
                      <a:pt x="136" y="293"/>
                      <a:pt x="141" y="293"/>
                      <a:pt x="146" y="293"/>
                    </a:cubicBezTo>
                    <a:cubicBezTo>
                      <a:pt x="218" y="293"/>
                      <a:pt x="275" y="228"/>
                      <a:pt x="260" y="154"/>
                    </a:cubicBezTo>
                    <a:cubicBezTo>
                      <a:pt x="254" y="101"/>
                      <a:pt x="194" y="54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3" name="Google Shape;8623;p29"/>
              <p:cNvSpPr/>
              <p:nvPr/>
            </p:nvSpPr>
            <p:spPr>
              <a:xfrm>
                <a:off x="6686927" y="4072502"/>
                <a:ext cx="10189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55" extrusionOk="0">
                    <a:moveTo>
                      <a:pt x="171" y="0"/>
                    </a:moveTo>
                    <a:cubicBezTo>
                      <a:pt x="8" y="0"/>
                      <a:pt x="1" y="251"/>
                      <a:pt x="168" y="254"/>
                    </a:cubicBezTo>
                    <a:cubicBezTo>
                      <a:pt x="171" y="254"/>
                      <a:pt x="174" y="254"/>
                      <a:pt x="176" y="254"/>
                    </a:cubicBezTo>
                    <a:cubicBezTo>
                      <a:pt x="248" y="254"/>
                      <a:pt x="303" y="216"/>
                      <a:pt x="303" y="119"/>
                    </a:cubicBezTo>
                    <a:cubicBezTo>
                      <a:pt x="306" y="44"/>
                      <a:pt x="252" y="4"/>
                      <a:pt x="177" y="0"/>
                    </a:cubicBezTo>
                    <a:cubicBezTo>
                      <a:pt x="175" y="0"/>
                      <a:pt x="173" y="0"/>
                      <a:pt x="1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4" name="Google Shape;8624;p29"/>
              <p:cNvSpPr/>
              <p:nvPr/>
            </p:nvSpPr>
            <p:spPr>
              <a:xfrm>
                <a:off x="6688758" y="4135633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42" y="0"/>
                    </a:moveTo>
                    <a:cubicBezTo>
                      <a:pt x="140" y="0"/>
                      <a:pt x="137" y="0"/>
                      <a:pt x="135" y="0"/>
                    </a:cubicBezTo>
                    <a:cubicBezTo>
                      <a:pt x="53" y="3"/>
                      <a:pt x="0" y="54"/>
                      <a:pt x="16" y="132"/>
                    </a:cubicBezTo>
                    <a:cubicBezTo>
                      <a:pt x="25" y="185"/>
                      <a:pt x="78" y="229"/>
                      <a:pt x="116" y="276"/>
                    </a:cubicBezTo>
                    <a:lnTo>
                      <a:pt x="172" y="276"/>
                    </a:lnTo>
                    <a:cubicBezTo>
                      <a:pt x="207" y="223"/>
                      <a:pt x="260" y="176"/>
                      <a:pt x="266" y="123"/>
                    </a:cubicBezTo>
                    <a:cubicBezTo>
                      <a:pt x="273" y="50"/>
                      <a:pt x="220" y="0"/>
                      <a:pt x="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5" name="Google Shape;8625;p29"/>
              <p:cNvSpPr/>
              <p:nvPr/>
            </p:nvSpPr>
            <p:spPr>
              <a:xfrm>
                <a:off x="6694386" y="4300553"/>
                <a:ext cx="90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9" extrusionOk="0">
                    <a:moveTo>
                      <a:pt x="151" y="1"/>
                    </a:moveTo>
                    <a:cubicBezTo>
                      <a:pt x="146" y="1"/>
                      <a:pt x="140" y="1"/>
                      <a:pt x="135" y="2"/>
                    </a:cubicBezTo>
                    <a:cubicBezTo>
                      <a:pt x="60" y="5"/>
                      <a:pt x="3" y="43"/>
                      <a:pt x="7" y="130"/>
                    </a:cubicBezTo>
                    <a:cubicBezTo>
                      <a:pt x="0" y="201"/>
                      <a:pt x="54" y="259"/>
                      <a:pt x="123" y="259"/>
                    </a:cubicBezTo>
                    <a:cubicBezTo>
                      <a:pt x="125" y="259"/>
                      <a:pt x="127" y="259"/>
                      <a:pt x="129" y="259"/>
                    </a:cubicBezTo>
                    <a:cubicBezTo>
                      <a:pt x="232" y="259"/>
                      <a:pt x="267" y="202"/>
                      <a:pt x="267" y="127"/>
                    </a:cubicBezTo>
                    <a:cubicBezTo>
                      <a:pt x="272" y="57"/>
                      <a:pt x="219" y="1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6" name="Google Shape;8626;p29"/>
              <p:cNvSpPr/>
              <p:nvPr/>
            </p:nvSpPr>
            <p:spPr>
              <a:xfrm>
                <a:off x="6705540" y="4241018"/>
                <a:ext cx="90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62" extrusionOk="0">
                    <a:moveTo>
                      <a:pt x="130" y="0"/>
                    </a:moveTo>
                    <a:cubicBezTo>
                      <a:pt x="57" y="0"/>
                      <a:pt x="1" y="62"/>
                      <a:pt x="7" y="135"/>
                    </a:cubicBezTo>
                    <a:cubicBezTo>
                      <a:pt x="1" y="205"/>
                      <a:pt x="55" y="262"/>
                      <a:pt x="123" y="262"/>
                    </a:cubicBezTo>
                    <a:cubicBezTo>
                      <a:pt x="128" y="262"/>
                      <a:pt x="133" y="261"/>
                      <a:pt x="138" y="261"/>
                    </a:cubicBezTo>
                    <a:cubicBezTo>
                      <a:pt x="142" y="261"/>
                      <a:pt x="145" y="261"/>
                      <a:pt x="149" y="261"/>
                    </a:cubicBezTo>
                    <a:cubicBezTo>
                      <a:pt x="219" y="261"/>
                      <a:pt x="273" y="201"/>
                      <a:pt x="261" y="129"/>
                    </a:cubicBezTo>
                    <a:cubicBezTo>
                      <a:pt x="258" y="44"/>
                      <a:pt x="214" y="7"/>
                      <a:pt x="135" y="0"/>
                    </a:cubicBezTo>
                    <a:cubicBezTo>
                      <a:pt x="134" y="0"/>
                      <a:pt x="132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7" name="Google Shape;8627;p29"/>
              <p:cNvSpPr/>
              <p:nvPr/>
            </p:nvSpPr>
            <p:spPr>
              <a:xfrm>
                <a:off x="6712433" y="4295691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07" y="1"/>
                    </a:moveTo>
                    <a:cubicBezTo>
                      <a:pt x="76" y="51"/>
                      <a:pt x="19" y="98"/>
                      <a:pt x="13" y="151"/>
                    </a:cubicBezTo>
                    <a:cubicBezTo>
                      <a:pt x="0" y="229"/>
                      <a:pt x="60" y="279"/>
                      <a:pt x="138" y="279"/>
                    </a:cubicBezTo>
                    <a:cubicBezTo>
                      <a:pt x="214" y="276"/>
                      <a:pt x="282" y="232"/>
                      <a:pt x="264" y="148"/>
                    </a:cubicBezTo>
                    <a:cubicBezTo>
                      <a:pt x="251" y="95"/>
                      <a:pt x="198" y="5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8" name="Google Shape;8628;p29"/>
              <p:cNvSpPr/>
              <p:nvPr/>
            </p:nvSpPr>
            <p:spPr>
              <a:xfrm>
                <a:off x="6720557" y="4200828"/>
                <a:ext cx="97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60" extrusionOk="0">
                    <a:moveTo>
                      <a:pt x="168" y="1"/>
                    </a:moveTo>
                    <a:cubicBezTo>
                      <a:pt x="164" y="1"/>
                      <a:pt x="161" y="1"/>
                      <a:pt x="158" y="1"/>
                    </a:cubicBezTo>
                    <a:cubicBezTo>
                      <a:pt x="82" y="1"/>
                      <a:pt x="29" y="42"/>
                      <a:pt x="1" y="155"/>
                    </a:cubicBezTo>
                    <a:cubicBezTo>
                      <a:pt x="51" y="189"/>
                      <a:pt x="95" y="242"/>
                      <a:pt x="148" y="255"/>
                    </a:cubicBezTo>
                    <a:cubicBezTo>
                      <a:pt x="160" y="258"/>
                      <a:pt x="171" y="259"/>
                      <a:pt x="182" y="259"/>
                    </a:cubicBezTo>
                    <a:cubicBezTo>
                      <a:pt x="247" y="259"/>
                      <a:pt x="280" y="203"/>
                      <a:pt x="283" y="133"/>
                    </a:cubicBezTo>
                    <a:cubicBezTo>
                      <a:pt x="292" y="61"/>
                      <a:pt x="235" y="1"/>
                      <a:pt x="1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29" name="Google Shape;8629;p29"/>
              <p:cNvSpPr/>
              <p:nvPr/>
            </p:nvSpPr>
            <p:spPr>
              <a:xfrm>
                <a:off x="6812090" y="4247844"/>
                <a:ext cx="96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55" extrusionOk="0">
                    <a:moveTo>
                      <a:pt x="119" y="1"/>
                    </a:moveTo>
                    <a:cubicBezTo>
                      <a:pt x="53" y="1"/>
                      <a:pt x="1" y="59"/>
                      <a:pt x="6" y="128"/>
                    </a:cubicBezTo>
                    <a:cubicBezTo>
                      <a:pt x="6" y="202"/>
                      <a:pt x="50" y="255"/>
                      <a:pt x="114" y="255"/>
                    </a:cubicBezTo>
                    <a:cubicBezTo>
                      <a:pt x="121" y="255"/>
                      <a:pt x="128" y="254"/>
                      <a:pt x="135" y="253"/>
                    </a:cubicBezTo>
                    <a:cubicBezTo>
                      <a:pt x="188" y="247"/>
                      <a:pt x="238" y="190"/>
                      <a:pt x="289" y="159"/>
                    </a:cubicBezTo>
                    <a:cubicBezTo>
                      <a:pt x="267" y="43"/>
                      <a:pt x="216" y="2"/>
                      <a:pt x="138" y="2"/>
                    </a:cubicBezTo>
                    <a:cubicBezTo>
                      <a:pt x="132" y="1"/>
                      <a:pt x="125" y="1"/>
                      <a:pt x="1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0" name="Google Shape;8630;p29"/>
              <p:cNvSpPr/>
              <p:nvPr/>
            </p:nvSpPr>
            <p:spPr>
              <a:xfrm>
                <a:off x="6749991" y="4242283"/>
                <a:ext cx="97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7" extrusionOk="0">
                    <a:moveTo>
                      <a:pt x="174" y="1"/>
                    </a:moveTo>
                    <a:cubicBezTo>
                      <a:pt x="167" y="1"/>
                      <a:pt x="159" y="2"/>
                      <a:pt x="151" y="3"/>
                    </a:cubicBezTo>
                    <a:cubicBezTo>
                      <a:pt x="95" y="16"/>
                      <a:pt x="51" y="69"/>
                      <a:pt x="1" y="103"/>
                    </a:cubicBezTo>
                    <a:cubicBezTo>
                      <a:pt x="1" y="122"/>
                      <a:pt x="1" y="141"/>
                      <a:pt x="1" y="160"/>
                    </a:cubicBezTo>
                    <a:cubicBezTo>
                      <a:pt x="51" y="194"/>
                      <a:pt x="101" y="241"/>
                      <a:pt x="154" y="254"/>
                    </a:cubicBezTo>
                    <a:cubicBezTo>
                      <a:pt x="163" y="255"/>
                      <a:pt x="171" y="256"/>
                      <a:pt x="179" y="256"/>
                    </a:cubicBezTo>
                    <a:cubicBezTo>
                      <a:pt x="254" y="256"/>
                      <a:pt x="292" y="193"/>
                      <a:pt x="289" y="122"/>
                    </a:cubicBezTo>
                    <a:cubicBezTo>
                      <a:pt x="292" y="55"/>
                      <a:pt x="237" y="1"/>
                      <a:pt x="1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1" name="Google Shape;8631;p29"/>
              <p:cNvSpPr/>
              <p:nvPr/>
            </p:nvSpPr>
            <p:spPr>
              <a:xfrm>
                <a:off x="6755019" y="4254869"/>
                <a:ext cx="93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8" extrusionOk="0">
                    <a:moveTo>
                      <a:pt x="152" y="1"/>
                    </a:moveTo>
                    <a:cubicBezTo>
                      <a:pt x="147" y="1"/>
                      <a:pt x="143" y="1"/>
                      <a:pt x="138" y="1"/>
                    </a:cubicBezTo>
                    <a:cubicBezTo>
                      <a:pt x="63" y="8"/>
                      <a:pt x="0" y="58"/>
                      <a:pt x="19" y="136"/>
                    </a:cubicBezTo>
                    <a:cubicBezTo>
                      <a:pt x="31" y="189"/>
                      <a:pt x="91" y="230"/>
                      <a:pt x="129" y="277"/>
                    </a:cubicBezTo>
                    <a:lnTo>
                      <a:pt x="185" y="277"/>
                    </a:lnTo>
                    <a:cubicBezTo>
                      <a:pt x="216" y="224"/>
                      <a:pt x="270" y="177"/>
                      <a:pt x="276" y="120"/>
                    </a:cubicBezTo>
                    <a:cubicBezTo>
                      <a:pt x="282" y="47"/>
                      <a:pt x="224" y="1"/>
                      <a:pt x="1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2" name="Google Shape;8632;p29"/>
              <p:cNvSpPr/>
              <p:nvPr/>
            </p:nvSpPr>
            <p:spPr>
              <a:xfrm>
                <a:off x="6755652" y="4096709"/>
                <a:ext cx="94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0" extrusionOk="0">
                    <a:moveTo>
                      <a:pt x="119" y="0"/>
                    </a:moveTo>
                    <a:cubicBezTo>
                      <a:pt x="81" y="47"/>
                      <a:pt x="22" y="91"/>
                      <a:pt x="12" y="145"/>
                    </a:cubicBezTo>
                    <a:cubicBezTo>
                      <a:pt x="0" y="216"/>
                      <a:pt x="54" y="280"/>
                      <a:pt x="125" y="280"/>
                    </a:cubicBezTo>
                    <a:cubicBezTo>
                      <a:pt x="128" y="280"/>
                      <a:pt x="131" y="280"/>
                      <a:pt x="135" y="279"/>
                    </a:cubicBezTo>
                    <a:cubicBezTo>
                      <a:pt x="137" y="279"/>
                      <a:pt x="140" y="279"/>
                      <a:pt x="142" y="279"/>
                    </a:cubicBezTo>
                    <a:cubicBezTo>
                      <a:pt x="223" y="279"/>
                      <a:pt x="285" y="230"/>
                      <a:pt x="276" y="151"/>
                    </a:cubicBezTo>
                    <a:cubicBezTo>
                      <a:pt x="269" y="98"/>
                      <a:pt x="210" y="51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3" name="Google Shape;8633;p29"/>
              <p:cNvSpPr/>
              <p:nvPr/>
            </p:nvSpPr>
            <p:spPr>
              <a:xfrm>
                <a:off x="6761878" y="3982035"/>
                <a:ext cx="93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107" y="0"/>
                    </a:moveTo>
                    <a:cubicBezTo>
                      <a:pt x="43" y="0"/>
                      <a:pt x="4" y="57"/>
                      <a:pt x="1" y="123"/>
                    </a:cubicBezTo>
                    <a:cubicBezTo>
                      <a:pt x="1" y="191"/>
                      <a:pt x="32" y="253"/>
                      <a:pt x="100" y="253"/>
                    </a:cubicBezTo>
                    <a:cubicBezTo>
                      <a:pt x="107" y="253"/>
                      <a:pt x="115" y="253"/>
                      <a:pt x="123" y="251"/>
                    </a:cubicBezTo>
                    <a:cubicBezTo>
                      <a:pt x="179" y="242"/>
                      <a:pt x="227" y="195"/>
                      <a:pt x="277" y="163"/>
                    </a:cubicBezTo>
                    <a:cubicBezTo>
                      <a:pt x="277" y="145"/>
                      <a:pt x="277" y="126"/>
                      <a:pt x="280" y="107"/>
                    </a:cubicBezTo>
                    <a:cubicBezTo>
                      <a:pt x="230" y="69"/>
                      <a:pt x="189" y="13"/>
                      <a:pt x="136" y="4"/>
                    </a:cubicBezTo>
                    <a:cubicBezTo>
                      <a:pt x="126" y="1"/>
                      <a:pt x="116" y="0"/>
                      <a:pt x="1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4" name="Google Shape;8634;p29"/>
              <p:cNvSpPr/>
              <p:nvPr/>
            </p:nvSpPr>
            <p:spPr>
              <a:xfrm>
                <a:off x="6771268" y="4117553"/>
                <a:ext cx="9323" cy="88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6" extrusionOk="0">
                    <a:moveTo>
                      <a:pt x="116" y="0"/>
                    </a:moveTo>
                    <a:cubicBezTo>
                      <a:pt x="52" y="0"/>
                      <a:pt x="4" y="51"/>
                      <a:pt x="1" y="127"/>
                    </a:cubicBezTo>
                    <a:cubicBezTo>
                      <a:pt x="1" y="204"/>
                      <a:pt x="40" y="266"/>
                      <a:pt x="112" y="266"/>
                    </a:cubicBezTo>
                    <a:cubicBezTo>
                      <a:pt x="119" y="266"/>
                      <a:pt x="126" y="265"/>
                      <a:pt x="133" y="264"/>
                    </a:cubicBezTo>
                    <a:cubicBezTo>
                      <a:pt x="183" y="258"/>
                      <a:pt x="230" y="199"/>
                      <a:pt x="280" y="164"/>
                    </a:cubicBezTo>
                    <a:cubicBezTo>
                      <a:pt x="280" y="145"/>
                      <a:pt x="280" y="127"/>
                      <a:pt x="280" y="105"/>
                    </a:cubicBezTo>
                    <a:cubicBezTo>
                      <a:pt x="230" y="70"/>
                      <a:pt x="186" y="11"/>
                      <a:pt x="133" y="1"/>
                    </a:cubicBezTo>
                    <a:cubicBezTo>
                      <a:pt x="127" y="0"/>
                      <a:pt x="122" y="0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5" name="Google Shape;8635;p29"/>
              <p:cNvSpPr/>
              <p:nvPr/>
            </p:nvSpPr>
            <p:spPr>
              <a:xfrm>
                <a:off x="6792378" y="4240585"/>
                <a:ext cx="10122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71" extrusionOk="0">
                    <a:moveTo>
                      <a:pt x="128" y="1"/>
                    </a:moveTo>
                    <a:cubicBezTo>
                      <a:pt x="97" y="39"/>
                      <a:pt x="41" y="79"/>
                      <a:pt x="25" y="129"/>
                    </a:cubicBezTo>
                    <a:cubicBezTo>
                      <a:pt x="1" y="199"/>
                      <a:pt x="52" y="271"/>
                      <a:pt x="123" y="271"/>
                    </a:cubicBezTo>
                    <a:cubicBezTo>
                      <a:pt x="126" y="271"/>
                      <a:pt x="129" y="271"/>
                      <a:pt x="132" y="270"/>
                    </a:cubicBezTo>
                    <a:cubicBezTo>
                      <a:pt x="191" y="258"/>
                      <a:pt x="244" y="220"/>
                      <a:pt x="273" y="167"/>
                    </a:cubicBezTo>
                    <a:cubicBezTo>
                      <a:pt x="304" y="89"/>
                      <a:pt x="244" y="32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6" name="Google Shape;8636;p29"/>
              <p:cNvSpPr/>
              <p:nvPr/>
            </p:nvSpPr>
            <p:spPr>
              <a:xfrm>
                <a:off x="6803233" y="4095144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00" y="0"/>
                    </a:moveTo>
                    <a:cubicBezTo>
                      <a:pt x="69" y="54"/>
                      <a:pt x="16" y="104"/>
                      <a:pt x="9" y="157"/>
                    </a:cubicBezTo>
                    <a:cubicBezTo>
                      <a:pt x="0" y="227"/>
                      <a:pt x="54" y="287"/>
                      <a:pt x="123" y="287"/>
                    </a:cubicBezTo>
                    <a:cubicBezTo>
                      <a:pt x="128" y="287"/>
                      <a:pt x="133" y="286"/>
                      <a:pt x="138" y="286"/>
                    </a:cubicBezTo>
                    <a:cubicBezTo>
                      <a:pt x="139" y="286"/>
                      <a:pt x="141" y="286"/>
                      <a:pt x="143" y="286"/>
                    </a:cubicBezTo>
                    <a:cubicBezTo>
                      <a:pt x="216" y="286"/>
                      <a:pt x="272" y="221"/>
                      <a:pt x="257" y="148"/>
                    </a:cubicBezTo>
                    <a:cubicBezTo>
                      <a:pt x="247" y="94"/>
                      <a:pt x="191" y="47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7" name="Google Shape;8637;p29"/>
              <p:cNvSpPr/>
              <p:nvPr/>
            </p:nvSpPr>
            <p:spPr>
              <a:xfrm>
                <a:off x="6804099" y="4150017"/>
                <a:ext cx="9257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18" y="1"/>
                    </a:moveTo>
                    <a:cubicBezTo>
                      <a:pt x="80" y="48"/>
                      <a:pt x="18" y="95"/>
                      <a:pt x="11" y="145"/>
                    </a:cubicBezTo>
                    <a:cubicBezTo>
                      <a:pt x="0" y="214"/>
                      <a:pt x="53" y="277"/>
                      <a:pt x="120" y="277"/>
                    </a:cubicBezTo>
                    <a:cubicBezTo>
                      <a:pt x="129" y="277"/>
                      <a:pt x="137" y="276"/>
                      <a:pt x="146" y="273"/>
                    </a:cubicBezTo>
                    <a:cubicBezTo>
                      <a:pt x="206" y="255"/>
                      <a:pt x="253" y="208"/>
                      <a:pt x="272" y="148"/>
                    </a:cubicBezTo>
                    <a:cubicBezTo>
                      <a:pt x="278" y="104"/>
                      <a:pt x="212" y="51"/>
                      <a:pt x="1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8" name="Google Shape;8638;p29"/>
              <p:cNvSpPr/>
              <p:nvPr/>
            </p:nvSpPr>
            <p:spPr>
              <a:xfrm>
                <a:off x="6805830" y="4040970"/>
                <a:ext cx="9323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87" extrusionOk="0">
                    <a:moveTo>
                      <a:pt x="160" y="1"/>
                    </a:moveTo>
                    <a:cubicBezTo>
                      <a:pt x="141" y="1"/>
                      <a:pt x="122" y="1"/>
                      <a:pt x="104" y="4"/>
                    </a:cubicBezTo>
                    <a:cubicBezTo>
                      <a:pt x="72" y="54"/>
                      <a:pt x="25" y="104"/>
                      <a:pt x="16" y="161"/>
                    </a:cubicBezTo>
                    <a:cubicBezTo>
                      <a:pt x="0" y="245"/>
                      <a:pt x="66" y="286"/>
                      <a:pt x="144" y="286"/>
                    </a:cubicBezTo>
                    <a:cubicBezTo>
                      <a:pt x="223" y="283"/>
                      <a:pt x="279" y="227"/>
                      <a:pt x="263" y="148"/>
                    </a:cubicBezTo>
                    <a:cubicBezTo>
                      <a:pt x="251" y="95"/>
                      <a:pt x="198" y="48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39" name="Google Shape;8639;p29"/>
              <p:cNvSpPr/>
              <p:nvPr/>
            </p:nvSpPr>
            <p:spPr>
              <a:xfrm>
                <a:off x="6810625" y="4235391"/>
                <a:ext cx="92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80" extrusionOk="0">
                    <a:moveTo>
                      <a:pt x="134" y="0"/>
                    </a:moveTo>
                    <a:cubicBezTo>
                      <a:pt x="59" y="0"/>
                      <a:pt x="1" y="44"/>
                      <a:pt x="13" y="122"/>
                    </a:cubicBezTo>
                    <a:cubicBezTo>
                      <a:pt x="22" y="179"/>
                      <a:pt x="69" y="226"/>
                      <a:pt x="101" y="276"/>
                    </a:cubicBezTo>
                    <a:lnTo>
                      <a:pt x="157" y="279"/>
                    </a:lnTo>
                    <a:cubicBezTo>
                      <a:pt x="195" y="229"/>
                      <a:pt x="251" y="185"/>
                      <a:pt x="260" y="132"/>
                    </a:cubicBezTo>
                    <a:cubicBezTo>
                      <a:pt x="276" y="57"/>
                      <a:pt x="220" y="3"/>
                      <a:pt x="141" y="0"/>
                    </a:cubicBezTo>
                    <a:cubicBezTo>
                      <a:pt x="139" y="0"/>
                      <a:pt x="13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0" name="Google Shape;8640;p29"/>
              <p:cNvSpPr/>
              <p:nvPr/>
            </p:nvSpPr>
            <p:spPr>
              <a:xfrm>
                <a:off x="6811857" y="4164635"/>
                <a:ext cx="9423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80" extrusionOk="0">
                    <a:moveTo>
                      <a:pt x="136" y="1"/>
                    </a:moveTo>
                    <a:cubicBezTo>
                      <a:pt x="57" y="1"/>
                      <a:pt x="1" y="54"/>
                      <a:pt x="10" y="129"/>
                    </a:cubicBezTo>
                    <a:cubicBezTo>
                      <a:pt x="17" y="182"/>
                      <a:pt x="73" y="229"/>
                      <a:pt x="104" y="276"/>
                    </a:cubicBezTo>
                    <a:lnTo>
                      <a:pt x="161" y="279"/>
                    </a:lnTo>
                    <a:cubicBezTo>
                      <a:pt x="198" y="232"/>
                      <a:pt x="258" y="189"/>
                      <a:pt x="267" y="138"/>
                    </a:cubicBezTo>
                    <a:cubicBezTo>
                      <a:pt x="283" y="54"/>
                      <a:pt x="217" y="4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1" name="Google Shape;8641;p29"/>
              <p:cNvSpPr/>
              <p:nvPr/>
            </p:nvSpPr>
            <p:spPr>
              <a:xfrm>
                <a:off x="6828139" y="394580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51" y="1"/>
                    </a:moveTo>
                    <a:cubicBezTo>
                      <a:pt x="70" y="1"/>
                      <a:pt x="1" y="45"/>
                      <a:pt x="13" y="129"/>
                    </a:cubicBezTo>
                    <a:cubicBezTo>
                      <a:pt x="23" y="183"/>
                      <a:pt x="79" y="227"/>
                      <a:pt x="114" y="277"/>
                    </a:cubicBezTo>
                    <a:lnTo>
                      <a:pt x="167" y="277"/>
                    </a:lnTo>
                    <a:cubicBezTo>
                      <a:pt x="205" y="230"/>
                      <a:pt x="261" y="186"/>
                      <a:pt x="273" y="136"/>
                    </a:cubicBezTo>
                    <a:cubicBezTo>
                      <a:pt x="286" y="60"/>
                      <a:pt x="230" y="4"/>
                      <a:pt x="1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2" name="Google Shape;8642;p29"/>
              <p:cNvSpPr/>
              <p:nvPr/>
            </p:nvSpPr>
            <p:spPr>
              <a:xfrm>
                <a:off x="6830137" y="4225834"/>
                <a:ext cx="95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5" extrusionOk="0">
                    <a:moveTo>
                      <a:pt x="175" y="0"/>
                    </a:moveTo>
                    <a:cubicBezTo>
                      <a:pt x="168" y="0"/>
                      <a:pt x="161" y="1"/>
                      <a:pt x="154" y="2"/>
                    </a:cubicBezTo>
                    <a:cubicBezTo>
                      <a:pt x="101" y="8"/>
                      <a:pt x="54" y="62"/>
                      <a:pt x="0" y="96"/>
                    </a:cubicBezTo>
                    <a:lnTo>
                      <a:pt x="0" y="156"/>
                    </a:lnTo>
                    <a:cubicBezTo>
                      <a:pt x="51" y="190"/>
                      <a:pt x="98" y="243"/>
                      <a:pt x="151" y="253"/>
                    </a:cubicBezTo>
                    <a:cubicBezTo>
                      <a:pt x="158" y="254"/>
                      <a:pt x="165" y="255"/>
                      <a:pt x="172" y="255"/>
                    </a:cubicBezTo>
                    <a:cubicBezTo>
                      <a:pt x="239" y="255"/>
                      <a:pt x="283" y="201"/>
                      <a:pt x="286" y="127"/>
                    </a:cubicBezTo>
                    <a:cubicBezTo>
                      <a:pt x="286" y="54"/>
                      <a:pt x="242" y="0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3" name="Google Shape;8643;p29"/>
              <p:cNvSpPr/>
              <p:nvPr/>
            </p:nvSpPr>
            <p:spPr>
              <a:xfrm>
                <a:off x="6832101" y="4124379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6" y="1"/>
                    </a:moveTo>
                    <a:cubicBezTo>
                      <a:pt x="34" y="1"/>
                      <a:pt x="1" y="67"/>
                      <a:pt x="1" y="138"/>
                    </a:cubicBezTo>
                    <a:cubicBezTo>
                      <a:pt x="1" y="207"/>
                      <a:pt x="43" y="259"/>
                      <a:pt x="107" y="259"/>
                    </a:cubicBezTo>
                    <a:cubicBezTo>
                      <a:pt x="115" y="259"/>
                      <a:pt x="124" y="259"/>
                      <a:pt x="133" y="257"/>
                    </a:cubicBezTo>
                    <a:cubicBezTo>
                      <a:pt x="186" y="244"/>
                      <a:pt x="230" y="191"/>
                      <a:pt x="277" y="157"/>
                    </a:cubicBezTo>
                    <a:cubicBezTo>
                      <a:pt x="277" y="138"/>
                      <a:pt x="277" y="119"/>
                      <a:pt x="277" y="100"/>
                    </a:cubicBezTo>
                    <a:cubicBezTo>
                      <a:pt x="230" y="66"/>
                      <a:pt x="183" y="12"/>
                      <a:pt x="129" y="3"/>
                    </a:cubicBezTo>
                    <a:cubicBezTo>
                      <a:pt x="121" y="2"/>
                      <a:pt x="113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4" name="Google Shape;8644;p29"/>
              <p:cNvSpPr/>
              <p:nvPr/>
            </p:nvSpPr>
            <p:spPr>
              <a:xfrm>
                <a:off x="6843189" y="4069772"/>
                <a:ext cx="985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53" extrusionOk="0">
                    <a:moveTo>
                      <a:pt x="144" y="1"/>
                    </a:moveTo>
                    <a:cubicBezTo>
                      <a:pt x="98" y="1"/>
                      <a:pt x="49" y="64"/>
                      <a:pt x="0" y="98"/>
                    </a:cubicBezTo>
                    <a:cubicBezTo>
                      <a:pt x="0" y="114"/>
                      <a:pt x="0" y="133"/>
                      <a:pt x="0" y="151"/>
                    </a:cubicBezTo>
                    <a:cubicBezTo>
                      <a:pt x="47" y="186"/>
                      <a:pt x="94" y="236"/>
                      <a:pt x="147" y="248"/>
                    </a:cubicBezTo>
                    <a:cubicBezTo>
                      <a:pt x="157" y="251"/>
                      <a:pt x="167" y="252"/>
                      <a:pt x="176" y="252"/>
                    </a:cubicBezTo>
                    <a:cubicBezTo>
                      <a:pt x="242" y="252"/>
                      <a:pt x="295" y="189"/>
                      <a:pt x="276" y="120"/>
                    </a:cubicBezTo>
                    <a:cubicBezTo>
                      <a:pt x="257" y="60"/>
                      <a:pt x="207" y="17"/>
                      <a:pt x="147" y="1"/>
                    </a:cubicBezTo>
                    <a:cubicBezTo>
                      <a:pt x="146" y="1"/>
                      <a:pt x="145" y="1"/>
                      <a:pt x="1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5" name="Google Shape;8645;p29"/>
              <p:cNvSpPr/>
              <p:nvPr/>
            </p:nvSpPr>
            <p:spPr>
              <a:xfrm>
                <a:off x="6863833" y="4184346"/>
                <a:ext cx="9090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5" extrusionOk="0">
                    <a:moveTo>
                      <a:pt x="117" y="1"/>
                    </a:moveTo>
                    <a:cubicBezTo>
                      <a:pt x="79" y="51"/>
                      <a:pt x="26" y="95"/>
                      <a:pt x="13" y="148"/>
                    </a:cubicBezTo>
                    <a:cubicBezTo>
                      <a:pt x="1" y="223"/>
                      <a:pt x="51" y="280"/>
                      <a:pt x="132" y="283"/>
                    </a:cubicBezTo>
                    <a:cubicBezTo>
                      <a:pt x="139" y="284"/>
                      <a:pt x="146" y="285"/>
                      <a:pt x="152" y="285"/>
                    </a:cubicBezTo>
                    <a:cubicBezTo>
                      <a:pt x="219" y="285"/>
                      <a:pt x="273" y="229"/>
                      <a:pt x="267" y="161"/>
                    </a:cubicBezTo>
                    <a:cubicBezTo>
                      <a:pt x="267" y="85"/>
                      <a:pt x="232" y="29"/>
                      <a:pt x="1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6" name="Google Shape;8646;p29"/>
              <p:cNvSpPr/>
              <p:nvPr/>
            </p:nvSpPr>
            <p:spPr>
              <a:xfrm>
                <a:off x="6617803" y="4090915"/>
                <a:ext cx="94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64" extrusionOk="0">
                    <a:moveTo>
                      <a:pt x="119" y="0"/>
                    </a:moveTo>
                    <a:cubicBezTo>
                      <a:pt x="55" y="0"/>
                      <a:pt x="0" y="56"/>
                      <a:pt x="3" y="124"/>
                    </a:cubicBezTo>
                    <a:cubicBezTo>
                      <a:pt x="0" y="203"/>
                      <a:pt x="41" y="263"/>
                      <a:pt x="115" y="263"/>
                    </a:cubicBezTo>
                    <a:cubicBezTo>
                      <a:pt x="121" y="263"/>
                      <a:pt x="126" y="263"/>
                      <a:pt x="132" y="262"/>
                    </a:cubicBezTo>
                    <a:cubicBezTo>
                      <a:pt x="185" y="256"/>
                      <a:pt x="232" y="199"/>
                      <a:pt x="282" y="165"/>
                    </a:cubicBezTo>
                    <a:cubicBezTo>
                      <a:pt x="266" y="49"/>
                      <a:pt x="213" y="8"/>
                      <a:pt x="138" y="2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7" name="Google Shape;8647;p29"/>
              <p:cNvSpPr/>
              <p:nvPr/>
            </p:nvSpPr>
            <p:spPr>
              <a:xfrm>
                <a:off x="6866963" y="4213248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6" y="1"/>
                    </a:moveTo>
                    <a:cubicBezTo>
                      <a:pt x="88" y="48"/>
                      <a:pt x="29" y="89"/>
                      <a:pt x="16" y="142"/>
                    </a:cubicBezTo>
                    <a:cubicBezTo>
                      <a:pt x="1" y="227"/>
                      <a:pt x="66" y="274"/>
                      <a:pt x="148" y="277"/>
                    </a:cubicBezTo>
                    <a:cubicBezTo>
                      <a:pt x="150" y="277"/>
                      <a:pt x="152" y="277"/>
                      <a:pt x="154" y="277"/>
                    </a:cubicBezTo>
                    <a:cubicBezTo>
                      <a:pt x="230" y="277"/>
                      <a:pt x="286" y="224"/>
                      <a:pt x="276" y="151"/>
                    </a:cubicBezTo>
                    <a:cubicBezTo>
                      <a:pt x="267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8" name="Google Shape;8648;p29"/>
              <p:cNvSpPr/>
              <p:nvPr/>
            </p:nvSpPr>
            <p:spPr>
              <a:xfrm>
                <a:off x="6869560" y="3971213"/>
                <a:ext cx="9124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0" extrusionOk="0">
                    <a:moveTo>
                      <a:pt x="111" y="0"/>
                    </a:moveTo>
                    <a:cubicBezTo>
                      <a:pt x="45" y="0"/>
                      <a:pt x="7" y="57"/>
                      <a:pt x="1" y="115"/>
                    </a:cubicBezTo>
                    <a:cubicBezTo>
                      <a:pt x="4" y="222"/>
                      <a:pt x="60" y="256"/>
                      <a:pt x="133" y="260"/>
                    </a:cubicBezTo>
                    <a:cubicBezTo>
                      <a:pt x="214" y="260"/>
                      <a:pt x="274" y="206"/>
                      <a:pt x="258" y="131"/>
                    </a:cubicBezTo>
                    <a:cubicBezTo>
                      <a:pt x="239" y="72"/>
                      <a:pt x="192" y="25"/>
                      <a:pt x="136" y="3"/>
                    </a:cubicBezTo>
                    <a:cubicBezTo>
                      <a:pt x="127" y="1"/>
                      <a:pt x="119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49" name="Google Shape;8649;p29"/>
              <p:cNvSpPr/>
              <p:nvPr/>
            </p:nvSpPr>
            <p:spPr>
              <a:xfrm>
                <a:off x="6883245" y="4189041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13" y="1"/>
                    </a:moveTo>
                    <a:cubicBezTo>
                      <a:pt x="79" y="51"/>
                      <a:pt x="22" y="95"/>
                      <a:pt x="13" y="148"/>
                    </a:cubicBezTo>
                    <a:cubicBezTo>
                      <a:pt x="0" y="223"/>
                      <a:pt x="54" y="277"/>
                      <a:pt x="135" y="280"/>
                    </a:cubicBezTo>
                    <a:cubicBezTo>
                      <a:pt x="141" y="280"/>
                      <a:pt x="146" y="281"/>
                      <a:pt x="151" y="281"/>
                    </a:cubicBezTo>
                    <a:cubicBezTo>
                      <a:pt x="219" y="281"/>
                      <a:pt x="273" y="224"/>
                      <a:pt x="267" y="154"/>
                    </a:cubicBezTo>
                    <a:cubicBezTo>
                      <a:pt x="267" y="79"/>
                      <a:pt x="232" y="20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0" name="Google Shape;8650;p29"/>
              <p:cNvSpPr/>
              <p:nvPr/>
            </p:nvSpPr>
            <p:spPr>
              <a:xfrm>
                <a:off x="6888973" y="4064877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23" y="1"/>
                    </a:moveTo>
                    <a:cubicBezTo>
                      <a:pt x="85" y="48"/>
                      <a:pt x="26" y="91"/>
                      <a:pt x="17" y="142"/>
                    </a:cubicBezTo>
                    <a:cubicBezTo>
                      <a:pt x="1" y="223"/>
                      <a:pt x="67" y="276"/>
                      <a:pt x="148" y="276"/>
                    </a:cubicBezTo>
                    <a:cubicBezTo>
                      <a:pt x="150" y="276"/>
                      <a:pt x="153" y="277"/>
                      <a:pt x="155" y="277"/>
                    </a:cubicBezTo>
                    <a:cubicBezTo>
                      <a:pt x="230" y="277"/>
                      <a:pt x="286" y="224"/>
                      <a:pt x="277" y="151"/>
                    </a:cubicBezTo>
                    <a:cubicBezTo>
                      <a:pt x="270" y="98"/>
                      <a:pt x="214" y="5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1" name="Google Shape;8651;p29"/>
              <p:cNvSpPr/>
              <p:nvPr/>
            </p:nvSpPr>
            <p:spPr>
              <a:xfrm>
                <a:off x="6890371" y="4151050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4" y="0"/>
                      <a:pt x="0" y="62"/>
                      <a:pt x="9" y="130"/>
                    </a:cubicBezTo>
                    <a:cubicBezTo>
                      <a:pt x="15" y="183"/>
                      <a:pt x="72" y="233"/>
                      <a:pt x="106" y="283"/>
                    </a:cubicBezTo>
                    <a:lnTo>
                      <a:pt x="163" y="283"/>
                    </a:lnTo>
                    <a:cubicBezTo>
                      <a:pt x="197" y="233"/>
                      <a:pt x="247" y="186"/>
                      <a:pt x="257" y="133"/>
                    </a:cubicBezTo>
                    <a:cubicBezTo>
                      <a:pt x="272" y="54"/>
                      <a:pt x="219" y="4"/>
                      <a:pt x="137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2" name="Google Shape;8652;p29"/>
              <p:cNvSpPr/>
              <p:nvPr/>
            </p:nvSpPr>
            <p:spPr>
              <a:xfrm>
                <a:off x="6912980" y="3953533"/>
                <a:ext cx="3496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43" extrusionOk="0">
                    <a:moveTo>
                      <a:pt x="104" y="1"/>
                    </a:moveTo>
                    <a:cubicBezTo>
                      <a:pt x="66" y="23"/>
                      <a:pt x="32" y="48"/>
                      <a:pt x="1" y="76"/>
                    </a:cubicBezTo>
                    <a:cubicBezTo>
                      <a:pt x="4" y="189"/>
                      <a:pt x="38" y="233"/>
                      <a:pt x="104" y="242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3" name="Google Shape;8653;p29"/>
              <p:cNvSpPr/>
              <p:nvPr/>
            </p:nvSpPr>
            <p:spPr>
              <a:xfrm>
                <a:off x="6888140" y="4174657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7" y="0"/>
                    </a:moveTo>
                    <a:cubicBezTo>
                      <a:pt x="82" y="51"/>
                      <a:pt x="26" y="94"/>
                      <a:pt x="13" y="151"/>
                    </a:cubicBezTo>
                    <a:cubicBezTo>
                      <a:pt x="1" y="226"/>
                      <a:pt x="54" y="282"/>
                      <a:pt x="136" y="286"/>
                    </a:cubicBezTo>
                    <a:cubicBezTo>
                      <a:pt x="141" y="286"/>
                      <a:pt x="146" y="287"/>
                      <a:pt x="151" y="287"/>
                    </a:cubicBezTo>
                    <a:cubicBezTo>
                      <a:pt x="216" y="287"/>
                      <a:pt x="273" y="230"/>
                      <a:pt x="267" y="160"/>
                    </a:cubicBezTo>
                    <a:cubicBezTo>
                      <a:pt x="267" y="85"/>
                      <a:pt x="233" y="29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4" name="Google Shape;8654;p29"/>
              <p:cNvSpPr/>
              <p:nvPr/>
            </p:nvSpPr>
            <p:spPr>
              <a:xfrm>
                <a:off x="6666849" y="4197299"/>
                <a:ext cx="93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6" extrusionOk="0">
                    <a:moveTo>
                      <a:pt x="108" y="0"/>
                    </a:moveTo>
                    <a:cubicBezTo>
                      <a:pt x="44" y="0"/>
                      <a:pt x="9" y="59"/>
                      <a:pt x="6" y="126"/>
                    </a:cubicBezTo>
                    <a:cubicBezTo>
                      <a:pt x="1" y="197"/>
                      <a:pt x="42" y="256"/>
                      <a:pt x="109" y="256"/>
                    </a:cubicBezTo>
                    <a:cubicBezTo>
                      <a:pt x="115" y="256"/>
                      <a:pt x="122" y="255"/>
                      <a:pt x="128" y="254"/>
                    </a:cubicBezTo>
                    <a:cubicBezTo>
                      <a:pt x="182" y="245"/>
                      <a:pt x="229" y="195"/>
                      <a:pt x="279" y="160"/>
                    </a:cubicBezTo>
                    <a:cubicBezTo>
                      <a:pt x="279" y="141"/>
                      <a:pt x="279" y="123"/>
                      <a:pt x="282" y="104"/>
                    </a:cubicBezTo>
                    <a:cubicBezTo>
                      <a:pt x="232" y="69"/>
                      <a:pt x="188" y="13"/>
                      <a:pt x="135" y="4"/>
                    </a:cubicBezTo>
                    <a:cubicBezTo>
                      <a:pt x="125" y="1"/>
                      <a:pt x="116" y="0"/>
                      <a:pt x="1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5" name="Google Shape;8655;p29"/>
              <p:cNvSpPr/>
              <p:nvPr/>
            </p:nvSpPr>
            <p:spPr>
              <a:xfrm>
                <a:off x="6678936" y="4098607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8" y="0"/>
                    </a:moveTo>
                    <a:cubicBezTo>
                      <a:pt x="43" y="0"/>
                      <a:pt x="0" y="55"/>
                      <a:pt x="0" y="125"/>
                    </a:cubicBezTo>
                    <a:cubicBezTo>
                      <a:pt x="0" y="200"/>
                      <a:pt x="35" y="260"/>
                      <a:pt x="126" y="260"/>
                    </a:cubicBezTo>
                    <a:cubicBezTo>
                      <a:pt x="207" y="260"/>
                      <a:pt x="251" y="216"/>
                      <a:pt x="276" y="103"/>
                    </a:cubicBezTo>
                    <a:cubicBezTo>
                      <a:pt x="229" y="69"/>
                      <a:pt x="185" y="12"/>
                      <a:pt x="132" y="3"/>
                    </a:cubicBezTo>
                    <a:cubicBezTo>
                      <a:pt x="124" y="1"/>
                      <a:pt x="115" y="0"/>
                      <a:pt x="1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6" name="Google Shape;8656;p29"/>
              <p:cNvSpPr/>
              <p:nvPr/>
            </p:nvSpPr>
            <p:spPr>
              <a:xfrm>
                <a:off x="6663386" y="4098574"/>
                <a:ext cx="92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82" extrusionOk="0">
                    <a:moveTo>
                      <a:pt x="138" y="1"/>
                    </a:moveTo>
                    <a:cubicBezTo>
                      <a:pt x="98" y="48"/>
                      <a:pt x="38" y="85"/>
                      <a:pt x="22" y="139"/>
                    </a:cubicBezTo>
                    <a:cubicBezTo>
                      <a:pt x="1" y="214"/>
                      <a:pt x="54" y="273"/>
                      <a:pt x="132" y="280"/>
                    </a:cubicBezTo>
                    <a:cubicBezTo>
                      <a:pt x="140" y="281"/>
                      <a:pt x="147" y="281"/>
                      <a:pt x="155" y="281"/>
                    </a:cubicBezTo>
                    <a:cubicBezTo>
                      <a:pt x="221" y="281"/>
                      <a:pt x="279" y="243"/>
                      <a:pt x="273" y="167"/>
                    </a:cubicBezTo>
                    <a:cubicBezTo>
                      <a:pt x="270" y="114"/>
                      <a:pt x="223" y="64"/>
                      <a:pt x="195" y="10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7" name="Google Shape;8657;p29"/>
              <p:cNvSpPr/>
              <p:nvPr/>
            </p:nvSpPr>
            <p:spPr>
              <a:xfrm>
                <a:off x="6892735" y="4031913"/>
                <a:ext cx="9623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4" extrusionOk="0">
                    <a:moveTo>
                      <a:pt x="118" y="0"/>
                    </a:moveTo>
                    <a:cubicBezTo>
                      <a:pt x="53" y="0"/>
                      <a:pt x="16" y="59"/>
                      <a:pt x="13" y="126"/>
                    </a:cubicBezTo>
                    <a:cubicBezTo>
                      <a:pt x="1" y="199"/>
                      <a:pt x="55" y="264"/>
                      <a:pt x="127" y="264"/>
                    </a:cubicBezTo>
                    <a:cubicBezTo>
                      <a:pt x="129" y="264"/>
                      <a:pt x="131" y="264"/>
                      <a:pt x="132" y="264"/>
                    </a:cubicBezTo>
                    <a:cubicBezTo>
                      <a:pt x="211" y="264"/>
                      <a:pt x="264" y="226"/>
                      <a:pt x="289" y="113"/>
                    </a:cubicBezTo>
                    <a:cubicBezTo>
                      <a:pt x="242" y="76"/>
                      <a:pt x="198" y="16"/>
                      <a:pt x="145" y="3"/>
                    </a:cubicBezTo>
                    <a:cubicBezTo>
                      <a:pt x="135" y="1"/>
                      <a:pt x="126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8" name="Google Shape;8658;p29"/>
              <p:cNvSpPr/>
              <p:nvPr/>
            </p:nvSpPr>
            <p:spPr>
              <a:xfrm>
                <a:off x="6687293" y="4237655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146" y="0"/>
                    </a:moveTo>
                    <a:cubicBezTo>
                      <a:pt x="141" y="0"/>
                      <a:pt x="137" y="1"/>
                      <a:pt x="132" y="1"/>
                    </a:cubicBezTo>
                    <a:cubicBezTo>
                      <a:pt x="57" y="4"/>
                      <a:pt x="0" y="45"/>
                      <a:pt x="0" y="145"/>
                    </a:cubicBezTo>
                    <a:cubicBezTo>
                      <a:pt x="6" y="214"/>
                      <a:pt x="50" y="255"/>
                      <a:pt x="132" y="258"/>
                    </a:cubicBezTo>
                    <a:cubicBezTo>
                      <a:pt x="135" y="258"/>
                      <a:pt x="139" y="259"/>
                      <a:pt x="143" y="259"/>
                    </a:cubicBezTo>
                    <a:cubicBezTo>
                      <a:pt x="213" y="259"/>
                      <a:pt x="269" y="201"/>
                      <a:pt x="260" y="130"/>
                    </a:cubicBezTo>
                    <a:cubicBezTo>
                      <a:pt x="266" y="60"/>
                      <a:pt x="212" y="0"/>
                      <a:pt x="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59" name="Google Shape;8659;p29"/>
              <p:cNvSpPr/>
              <p:nvPr/>
            </p:nvSpPr>
            <p:spPr>
              <a:xfrm>
                <a:off x="6746762" y="4056353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17" y="0"/>
                    </a:moveTo>
                    <a:cubicBezTo>
                      <a:pt x="51" y="0"/>
                      <a:pt x="13" y="58"/>
                      <a:pt x="10" y="128"/>
                    </a:cubicBezTo>
                    <a:cubicBezTo>
                      <a:pt x="1" y="197"/>
                      <a:pt x="55" y="260"/>
                      <a:pt x="125" y="260"/>
                    </a:cubicBezTo>
                    <a:cubicBezTo>
                      <a:pt x="129" y="260"/>
                      <a:pt x="132" y="260"/>
                      <a:pt x="135" y="260"/>
                    </a:cubicBezTo>
                    <a:cubicBezTo>
                      <a:pt x="214" y="260"/>
                      <a:pt x="267" y="219"/>
                      <a:pt x="286" y="103"/>
                    </a:cubicBezTo>
                    <a:cubicBezTo>
                      <a:pt x="239" y="69"/>
                      <a:pt x="195" y="12"/>
                      <a:pt x="141" y="3"/>
                    </a:cubicBezTo>
                    <a:cubicBezTo>
                      <a:pt x="133" y="1"/>
                      <a:pt x="125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0" name="Google Shape;8660;p29"/>
              <p:cNvSpPr/>
              <p:nvPr/>
            </p:nvSpPr>
            <p:spPr>
              <a:xfrm>
                <a:off x="6662554" y="4261828"/>
                <a:ext cx="9390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2" y="1"/>
                    </a:moveTo>
                    <a:cubicBezTo>
                      <a:pt x="155" y="1"/>
                      <a:pt x="148" y="1"/>
                      <a:pt x="142" y="2"/>
                    </a:cubicBezTo>
                    <a:cubicBezTo>
                      <a:pt x="66" y="9"/>
                      <a:pt x="0" y="56"/>
                      <a:pt x="19" y="137"/>
                    </a:cubicBezTo>
                    <a:cubicBezTo>
                      <a:pt x="32" y="190"/>
                      <a:pt x="88" y="231"/>
                      <a:pt x="126" y="281"/>
                    </a:cubicBezTo>
                    <a:cubicBezTo>
                      <a:pt x="239" y="256"/>
                      <a:pt x="279" y="206"/>
                      <a:pt x="276" y="124"/>
                    </a:cubicBezTo>
                    <a:cubicBezTo>
                      <a:pt x="282" y="56"/>
                      <a:pt x="228" y="1"/>
                      <a:pt x="1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1" name="Google Shape;8661;p29"/>
              <p:cNvSpPr/>
              <p:nvPr/>
            </p:nvSpPr>
            <p:spPr>
              <a:xfrm>
                <a:off x="6659624" y="4172326"/>
                <a:ext cx="93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5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202"/>
                      <a:pt x="49" y="255"/>
                      <a:pt x="111" y="255"/>
                    </a:cubicBezTo>
                    <a:cubicBezTo>
                      <a:pt x="119" y="255"/>
                      <a:pt x="127" y="254"/>
                      <a:pt x="135" y="252"/>
                    </a:cubicBezTo>
                    <a:cubicBezTo>
                      <a:pt x="189" y="243"/>
                      <a:pt x="233" y="186"/>
                      <a:pt x="280" y="152"/>
                    </a:cubicBezTo>
                    <a:cubicBezTo>
                      <a:pt x="280" y="133"/>
                      <a:pt x="280" y="114"/>
                      <a:pt x="280" y="92"/>
                    </a:cubicBezTo>
                    <a:cubicBezTo>
                      <a:pt x="230" y="61"/>
                      <a:pt x="182" y="8"/>
                      <a:pt x="129" y="1"/>
                    </a:cubicBezTo>
                    <a:cubicBezTo>
                      <a:pt x="124" y="1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2" name="Google Shape;8662;p29"/>
              <p:cNvSpPr/>
              <p:nvPr/>
            </p:nvSpPr>
            <p:spPr>
              <a:xfrm>
                <a:off x="6616538" y="4066642"/>
                <a:ext cx="1398" cy="6626"/>
              </a:xfrm>
              <a:custGeom>
                <a:avLst/>
                <a:gdLst/>
                <a:ahLst/>
                <a:cxnLst/>
                <a:rect l="l" t="t" r="r" b="b"/>
                <a:pathLst>
                  <a:path w="42" h="199" extrusionOk="0">
                    <a:moveTo>
                      <a:pt x="0" y="1"/>
                    </a:moveTo>
                    <a:lnTo>
                      <a:pt x="0" y="198"/>
                    </a:lnTo>
                    <a:cubicBezTo>
                      <a:pt x="26" y="173"/>
                      <a:pt x="41" y="139"/>
                      <a:pt x="38" y="101"/>
                    </a:cubicBezTo>
                    <a:cubicBezTo>
                      <a:pt x="41" y="64"/>
                      <a:pt x="29" y="29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3" name="Google Shape;8663;p29"/>
              <p:cNvSpPr/>
              <p:nvPr/>
            </p:nvSpPr>
            <p:spPr>
              <a:xfrm>
                <a:off x="6657659" y="4128208"/>
                <a:ext cx="94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81" extrusionOk="0">
                    <a:moveTo>
                      <a:pt x="126" y="1"/>
                    </a:moveTo>
                    <a:cubicBezTo>
                      <a:pt x="88" y="48"/>
                      <a:pt x="32" y="89"/>
                      <a:pt x="19" y="142"/>
                    </a:cubicBezTo>
                    <a:cubicBezTo>
                      <a:pt x="0" y="226"/>
                      <a:pt x="66" y="277"/>
                      <a:pt x="147" y="280"/>
                    </a:cubicBezTo>
                    <a:cubicBezTo>
                      <a:pt x="152" y="280"/>
                      <a:pt x="157" y="281"/>
                      <a:pt x="162" y="281"/>
                    </a:cubicBezTo>
                    <a:cubicBezTo>
                      <a:pt x="228" y="281"/>
                      <a:pt x="285" y="222"/>
                      <a:pt x="276" y="154"/>
                    </a:cubicBezTo>
                    <a:cubicBezTo>
                      <a:pt x="276" y="76"/>
                      <a:pt x="241" y="23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4" name="Google Shape;8664;p29"/>
              <p:cNvSpPr/>
              <p:nvPr/>
            </p:nvSpPr>
            <p:spPr>
              <a:xfrm>
                <a:off x="6888673" y="3962822"/>
                <a:ext cx="9323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23" y="1"/>
                    </a:moveTo>
                    <a:cubicBezTo>
                      <a:pt x="88" y="48"/>
                      <a:pt x="32" y="88"/>
                      <a:pt x="19" y="142"/>
                    </a:cubicBezTo>
                    <a:cubicBezTo>
                      <a:pt x="0" y="226"/>
                      <a:pt x="63" y="270"/>
                      <a:pt x="138" y="277"/>
                    </a:cubicBezTo>
                    <a:cubicBezTo>
                      <a:pt x="145" y="278"/>
                      <a:pt x="152" y="278"/>
                      <a:pt x="158" y="278"/>
                    </a:cubicBezTo>
                    <a:cubicBezTo>
                      <a:pt x="225" y="278"/>
                      <a:pt x="279" y="223"/>
                      <a:pt x="276" y="154"/>
                    </a:cubicBezTo>
                    <a:cubicBezTo>
                      <a:pt x="276" y="79"/>
                      <a:pt x="242" y="23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5" name="Google Shape;8665;p29"/>
              <p:cNvSpPr/>
              <p:nvPr/>
            </p:nvSpPr>
            <p:spPr>
              <a:xfrm>
                <a:off x="6683631" y="4319865"/>
                <a:ext cx="88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2" extrusionOk="0">
                    <a:moveTo>
                      <a:pt x="123" y="1"/>
                    </a:moveTo>
                    <a:cubicBezTo>
                      <a:pt x="55" y="1"/>
                      <a:pt x="1" y="60"/>
                      <a:pt x="7" y="130"/>
                    </a:cubicBezTo>
                    <a:cubicBezTo>
                      <a:pt x="10" y="205"/>
                      <a:pt x="48" y="262"/>
                      <a:pt x="135" y="262"/>
                    </a:cubicBezTo>
                    <a:cubicBezTo>
                      <a:pt x="220" y="262"/>
                      <a:pt x="261" y="215"/>
                      <a:pt x="261" y="124"/>
                    </a:cubicBezTo>
                    <a:cubicBezTo>
                      <a:pt x="267" y="46"/>
                      <a:pt x="217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6" name="Google Shape;8666;p29"/>
              <p:cNvSpPr/>
              <p:nvPr/>
            </p:nvSpPr>
            <p:spPr>
              <a:xfrm>
                <a:off x="6655362" y="4023656"/>
                <a:ext cx="95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77" extrusionOk="0">
                    <a:moveTo>
                      <a:pt x="119" y="1"/>
                    </a:moveTo>
                    <a:cubicBezTo>
                      <a:pt x="85" y="48"/>
                      <a:pt x="25" y="92"/>
                      <a:pt x="16" y="142"/>
                    </a:cubicBezTo>
                    <a:cubicBezTo>
                      <a:pt x="0" y="230"/>
                      <a:pt x="69" y="277"/>
                      <a:pt x="148" y="277"/>
                    </a:cubicBezTo>
                    <a:cubicBezTo>
                      <a:pt x="229" y="277"/>
                      <a:pt x="285" y="226"/>
                      <a:pt x="273" y="148"/>
                    </a:cubicBezTo>
                    <a:cubicBezTo>
                      <a:pt x="263" y="95"/>
                      <a:pt x="210" y="51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7" name="Google Shape;8667;p29"/>
              <p:cNvSpPr/>
              <p:nvPr/>
            </p:nvSpPr>
            <p:spPr>
              <a:xfrm>
                <a:off x="6729980" y="4159174"/>
                <a:ext cx="93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61" extrusionOk="0">
                    <a:moveTo>
                      <a:pt x="113" y="1"/>
                    </a:moveTo>
                    <a:cubicBezTo>
                      <a:pt x="44" y="1"/>
                      <a:pt x="0" y="60"/>
                      <a:pt x="6" y="133"/>
                    </a:cubicBezTo>
                    <a:cubicBezTo>
                      <a:pt x="9" y="201"/>
                      <a:pt x="47" y="261"/>
                      <a:pt x="114" y="261"/>
                    </a:cubicBezTo>
                    <a:cubicBezTo>
                      <a:pt x="122" y="261"/>
                      <a:pt x="130" y="260"/>
                      <a:pt x="138" y="259"/>
                    </a:cubicBezTo>
                    <a:cubicBezTo>
                      <a:pt x="191" y="246"/>
                      <a:pt x="235" y="190"/>
                      <a:pt x="282" y="152"/>
                    </a:cubicBezTo>
                    <a:cubicBezTo>
                      <a:pt x="282" y="133"/>
                      <a:pt x="282" y="114"/>
                      <a:pt x="282" y="96"/>
                    </a:cubicBezTo>
                    <a:cubicBezTo>
                      <a:pt x="232" y="61"/>
                      <a:pt x="182" y="8"/>
                      <a:pt x="128" y="2"/>
                    </a:cubicBezTo>
                    <a:cubicBezTo>
                      <a:pt x="123" y="1"/>
                      <a:pt x="118" y="1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8" name="Google Shape;8668;p29"/>
              <p:cNvSpPr/>
              <p:nvPr/>
            </p:nvSpPr>
            <p:spPr>
              <a:xfrm>
                <a:off x="6696050" y="4210185"/>
                <a:ext cx="9223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2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4" y="11"/>
                      <a:pt x="51" y="68"/>
                      <a:pt x="0" y="102"/>
                    </a:cubicBezTo>
                    <a:lnTo>
                      <a:pt x="0" y="159"/>
                    </a:lnTo>
                    <a:cubicBezTo>
                      <a:pt x="47" y="193"/>
                      <a:pt x="94" y="250"/>
                      <a:pt x="145" y="259"/>
                    </a:cubicBezTo>
                    <a:cubicBezTo>
                      <a:pt x="153" y="260"/>
                      <a:pt x="161" y="261"/>
                      <a:pt x="169" y="261"/>
                    </a:cubicBezTo>
                    <a:cubicBezTo>
                      <a:pt x="240" y="261"/>
                      <a:pt x="276" y="198"/>
                      <a:pt x="276" y="124"/>
                    </a:cubicBezTo>
                    <a:cubicBezTo>
                      <a:pt x="276" y="53"/>
                      <a:pt x="232" y="0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69" name="Google Shape;8669;p29"/>
              <p:cNvSpPr/>
              <p:nvPr/>
            </p:nvSpPr>
            <p:spPr>
              <a:xfrm>
                <a:off x="6646904" y="4346502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28" y="0"/>
                    </a:moveTo>
                    <a:cubicBezTo>
                      <a:pt x="58" y="0"/>
                      <a:pt x="1" y="64"/>
                      <a:pt x="13" y="136"/>
                    </a:cubicBezTo>
                    <a:cubicBezTo>
                      <a:pt x="18" y="202"/>
                      <a:pt x="56" y="261"/>
                      <a:pt x="120" y="261"/>
                    </a:cubicBezTo>
                    <a:cubicBezTo>
                      <a:pt x="129" y="261"/>
                      <a:pt x="138" y="260"/>
                      <a:pt x="148" y="258"/>
                    </a:cubicBezTo>
                    <a:cubicBezTo>
                      <a:pt x="198" y="245"/>
                      <a:pt x="242" y="189"/>
                      <a:pt x="289" y="154"/>
                    </a:cubicBezTo>
                    <a:cubicBezTo>
                      <a:pt x="268" y="42"/>
                      <a:pt x="217" y="1"/>
                      <a:pt x="146" y="1"/>
                    </a:cubicBezTo>
                    <a:cubicBezTo>
                      <a:pt x="144" y="1"/>
                      <a:pt x="141" y="1"/>
                      <a:pt x="138" y="1"/>
                    </a:cubicBezTo>
                    <a:cubicBezTo>
                      <a:pt x="135" y="0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0" name="Google Shape;8670;p29"/>
              <p:cNvSpPr/>
              <p:nvPr/>
            </p:nvSpPr>
            <p:spPr>
              <a:xfrm>
                <a:off x="6859039" y="4120350"/>
                <a:ext cx="93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8" extrusionOk="0">
                    <a:moveTo>
                      <a:pt x="168" y="0"/>
                    </a:moveTo>
                    <a:cubicBezTo>
                      <a:pt x="162" y="0"/>
                      <a:pt x="155" y="1"/>
                      <a:pt x="148" y="2"/>
                    </a:cubicBezTo>
                    <a:cubicBezTo>
                      <a:pt x="98" y="11"/>
                      <a:pt x="51" y="64"/>
                      <a:pt x="0" y="96"/>
                    </a:cubicBezTo>
                    <a:cubicBezTo>
                      <a:pt x="0" y="118"/>
                      <a:pt x="0" y="137"/>
                      <a:pt x="0" y="155"/>
                    </a:cubicBezTo>
                    <a:cubicBezTo>
                      <a:pt x="47" y="190"/>
                      <a:pt x="94" y="246"/>
                      <a:pt x="148" y="256"/>
                    </a:cubicBezTo>
                    <a:cubicBezTo>
                      <a:pt x="156" y="257"/>
                      <a:pt x="164" y="258"/>
                      <a:pt x="171" y="258"/>
                    </a:cubicBezTo>
                    <a:cubicBezTo>
                      <a:pt x="238" y="258"/>
                      <a:pt x="273" y="198"/>
                      <a:pt x="276" y="130"/>
                    </a:cubicBezTo>
                    <a:cubicBezTo>
                      <a:pt x="279" y="59"/>
                      <a:pt x="237" y="0"/>
                      <a:pt x="1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1" name="Google Shape;8671;p29"/>
              <p:cNvSpPr/>
              <p:nvPr/>
            </p:nvSpPr>
            <p:spPr>
              <a:xfrm>
                <a:off x="6634718" y="4352762"/>
                <a:ext cx="88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9" extrusionOk="0">
                    <a:moveTo>
                      <a:pt x="130" y="0"/>
                    </a:moveTo>
                    <a:cubicBezTo>
                      <a:pt x="46" y="0"/>
                      <a:pt x="9" y="55"/>
                      <a:pt x="9" y="129"/>
                    </a:cubicBezTo>
                    <a:cubicBezTo>
                      <a:pt x="0" y="199"/>
                      <a:pt x="57" y="259"/>
                      <a:pt x="123" y="259"/>
                    </a:cubicBezTo>
                    <a:cubicBezTo>
                      <a:pt x="128" y="259"/>
                      <a:pt x="133" y="258"/>
                      <a:pt x="138" y="258"/>
                    </a:cubicBezTo>
                    <a:cubicBezTo>
                      <a:pt x="213" y="255"/>
                      <a:pt x="266" y="217"/>
                      <a:pt x="266" y="92"/>
                    </a:cubicBezTo>
                    <a:cubicBezTo>
                      <a:pt x="263" y="51"/>
                      <a:pt x="229" y="4"/>
                      <a:pt x="144" y="1"/>
                    </a:cubicBezTo>
                    <a:cubicBezTo>
                      <a:pt x="139" y="0"/>
                      <a:pt x="134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2" name="Google Shape;8672;p29"/>
              <p:cNvSpPr/>
              <p:nvPr/>
            </p:nvSpPr>
            <p:spPr>
              <a:xfrm>
                <a:off x="6874588" y="4008173"/>
                <a:ext cx="10455" cy="8791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4" extrusionOk="0">
                    <a:moveTo>
                      <a:pt x="200" y="0"/>
                    </a:moveTo>
                    <a:cubicBezTo>
                      <a:pt x="193" y="0"/>
                      <a:pt x="186" y="1"/>
                      <a:pt x="179" y="2"/>
                    </a:cubicBezTo>
                    <a:cubicBezTo>
                      <a:pt x="126" y="14"/>
                      <a:pt x="82" y="71"/>
                      <a:pt x="0" y="134"/>
                    </a:cubicBezTo>
                    <a:cubicBezTo>
                      <a:pt x="85" y="196"/>
                      <a:pt x="129" y="256"/>
                      <a:pt x="182" y="262"/>
                    </a:cubicBezTo>
                    <a:cubicBezTo>
                      <a:pt x="189" y="263"/>
                      <a:pt x="195" y="264"/>
                      <a:pt x="202" y="264"/>
                    </a:cubicBezTo>
                    <a:cubicBezTo>
                      <a:pt x="274" y="264"/>
                      <a:pt x="314" y="199"/>
                      <a:pt x="311" y="124"/>
                    </a:cubicBezTo>
                    <a:cubicBezTo>
                      <a:pt x="311" y="56"/>
                      <a:pt x="267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3" name="Google Shape;8673;p29"/>
              <p:cNvSpPr/>
              <p:nvPr/>
            </p:nvSpPr>
            <p:spPr>
              <a:xfrm>
                <a:off x="6840259" y="414022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13" y="0"/>
                    </a:moveTo>
                    <a:cubicBezTo>
                      <a:pt x="79" y="50"/>
                      <a:pt x="25" y="97"/>
                      <a:pt x="16" y="151"/>
                    </a:cubicBezTo>
                    <a:cubicBezTo>
                      <a:pt x="0" y="232"/>
                      <a:pt x="66" y="276"/>
                      <a:pt x="145" y="276"/>
                    </a:cubicBezTo>
                    <a:cubicBezTo>
                      <a:pt x="147" y="276"/>
                      <a:pt x="149" y="276"/>
                      <a:pt x="151" y="276"/>
                    </a:cubicBezTo>
                    <a:cubicBezTo>
                      <a:pt x="226" y="276"/>
                      <a:pt x="282" y="224"/>
                      <a:pt x="270" y="151"/>
                    </a:cubicBezTo>
                    <a:cubicBezTo>
                      <a:pt x="264" y="97"/>
                      <a:pt x="207" y="5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4" name="Google Shape;8674;p29"/>
              <p:cNvSpPr/>
              <p:nvPr/>
            </p:nvSpPr>
            <p:spPr>
              <a:xfrm>
                <a:off x="6695951" y="4184446"/>
                <a:ext cx="9090" cy="95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7" extrusionOk="0">
                    <a:moveTo>
                      <a:pt x="116" y="1"/>
                    </a:moveTo>
                    <a:cubicBezTo>
                      <a:pt x="79" y="51"/>
                      <a:pt x="22" y="98"/>
                      <a:pt x="13" y="151"/>
                    </a:cubicBezTo>
                    <a:cubicBezTo>
                      <a:pt x="0" y="227"/>
                      <a:pt x="50" y="286"/>
                      <a:pt x="135" y="286"/>
                    </a:cubicBezTo>
                    <a:cubicBezTo>
                      <a:pt x="137" y="286"/>
                      <a:pt x="140" y="286"/>
                      <a:pt x="142" y="286"/>
                    </a:cubicBezTo>
                    <a:cubicBezTo>
                      <a:pt x="220" y="286"/>
                      <a:pt x="273" y="237"/>
                      <a:pt x="264" y="161"/>
                    </a:cubicBezTo>
                    <a:cubicBezTo>
                      <a:pt x="257" y="104"/>
                      <a:pt x="204" y="57"/>
                      <a:pt x="173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5" name="Google Shape;8675;p29"/>
              <p:cNvSpPr/>
              <p:nvPr/>
            </p:nvSpPr>
            <p:spPr>
              <a:xfrm>
                <a:off x="6824610" y="3966285"/>
                <a:ext cx="96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61" extrusionOk="0">
                    <a:moveTo>
                      <a:pt x="115" y="0"/>
                    </a:moveTo>
                    <a:cubicBezTo>
                      <a:pt x="50" y="0"/>
                      <a:pt x="16" y="62"/>
                      <a:pt x="13" y="126"/>
                    </a:cubicBezTo>
                    <a:cubicBezTo>
                      <a:pt x="1" y="197"/>
                      <a:pt x="58" y="261"/>
                      <a:pt x="128" y="261"/>
                    </a:cubicBezTo>
                    <a:cubicBezTo>
                      <a:pt x="132" y="261"/>
                      <a:pt x="135" y="261"/>
                      <a:pt x="138" y="260"/>
                    </a:cubicBezTo>
                    <a:cubicBezTo>
                      <a:pt x="217" y="260"/>
                      <a:pt x="267" y="220"/>
                      <a:pt x="289" y="107"/>
                    </a:cubicBezTo>
                    <a:cubicBezTo>
                      <a:pt x="238" y="69"/>
                      <a:pt x="195" y="13"/>
                      <a:pt x="141" y="3"/>
                    </a:cubicBezTo>
                    <a:cubicBezTo>
                      <a:pt x="132" y="1"/>
                      <a:pt x="123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6" name="Google Shape;8676;p29"/>
              <p:cNvSpPr/>
              <p:nvPr/>
            </p:nvSpPr>
            <p:spPr>
              <a:xfrm>
                <a:off x="6879483" y="4142859"/>
                <a:ext cx="9823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3" extrusionOk="0">
                    <a:moveTo>
                      <a:pt x="174" y="0"/>
                    </a:moveTo>
                    <a:cubicBezTo>
                      <a:pt x="167" y="0"/>
                      <a:pt x="159" y="1"/>
                      <a:pt x="151" y="3"/>
                    </a:cubicBezTo>
                    <a:cubicBezTo>
                      <a:pt x="98" y="9"/>
                      <a:pt x="51" y="65"/>
                      <a:pt x="1" y="103"/>
                    </a:cubicBezTo>
                    <a:cubicBezTo>
                      <a:pt x="1" y="119"/>
                      <a:pt x="1" y="137"/>
                      <a:pt x="1" y="156"/>
                    </a:cubicBezTo>
                    <a:cubicBezTo>
                      <a:pt x="51" y="188"/>
                      <a:pt x="98" y="238"/>
                      <a:pt x="151" y="250"/>
                    </a:cubicBezTo>
                    <a:cubicBezTo>
                      <a:pt x="160" y="252"/>
                      <a:pt x="169" y="253"/>
                      <a:pt x="178" y="253"/>
                    </a:cubicBezTo>
                    <a:cubicBezTo>
                      <a:pt x="241" y="253"/>
                      <a:pt x="283" y="203"/>
                      <a:pt x="286" y="131"/>
                    </a:cubicBezTo>
                    <a:cubicBezTo>
                      <a:pt x="294" y="61"/>
                      <a:pt x="242" y="0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7" name="Google Shape;8677;p29"/>
              <p:cNvSpPr/>
              <p:nvPr/>
            </p:nvSpPr>
            <p:spPr>
              <a:xfrm>
                <a:off x="6797772" y="4060349"/>
                <a:ext cx="93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2" extrusionOk="0"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98" y="11"/>
                      <a:pt x="51" y="65"/>
                      <a:pt x="1" y="99"/>
                    </a:cubicBezTo>
                    <a:cubicBezTo>
                      <a:pt x="4" y="121"/>
                      <a:pt x="4" y="140"/>
                      <a:pt x="4" y="159"/>
                    </a:cubicBezTo>
                    <a:cubicBezTo>
                      <a:pt x="54" y="190"/>
                      <a:pt x="101" y="240"/>
                      <a:pt x="154" y="249"/>
                    </a:cubicBezTo>
                    <a:cubicBezTo>
                      <a:pt x="163" y="251"/>
                      <a:pt x="171" y="252"/>
                      <a:pt x="179" y="252"/>
                    </a:cubicBezTo>
                    <a:cubicBezTo>
                      <a:pt x="242" y="252"/>
                      <a:pt x="280" y="197"/>
                      <a:pt x="280" y="124"/>
                    </a:cubicBezTo>
                    <a:cubicBezTo>
                      <a:pt x="280" y="53"/>
                      <a:pt x="236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8" name="Google Shape;8678;p29"/>
              <p:cNvSpPr/>
              <p:nvPr/>
            </p:nvSpPr>
            <p:spPr>
              <a:xfrm>
                <a:off x="6725185" y="4295691"/>
                <a:ext cx="91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80" extrusionOk="0">
                    <a:moveTo>
                      <a:pt x="160" y="1"/>
                    </a:moveTo>
                    <a:lnTo>
                      <a:pt x="103" y="4"/>
                    </a:lnTo>
                    <a:cubicBezTo>
                      <a:pt x="72" y="54"/>
                      <a:pt x="15" y="101"/>
                      <a:pt x="9" y="154"/>
                    </a:cubicBezTo>
                    <a:cubicBezTo>
                      <a:pt x="0" y="230"/>
                      <a:pt x="59" y="280"/>
                      <a:pt x="134" y="280"/>
                    </a:cubicBezTo>
                    <a:cubicBezTo>
                      <a:pt x="136" y="280"/>
                      <a:pt x="138" y="280"/>
                      <a:pt x="141" y="279"/>
                    </a:cubicBezTo>
                    <a:cubicBezTo>
                      <a:pt x="219" y="276"/>
                      <a:pt x="276" y="226"/>
                      <a:pt x="260" y="145"/>
                    </a:cubicBezTo>
                    <a:cubicBezTo>
                      <a:pt x="247" y="91"/>
                      <a:pt x="194" y="48"/>
                      <a:pt x="1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79" name="Google Shape;8679;p29"/>
              <p:cNvSpPr/>
              <p:nvPr/>
            </p:nvSpPr>
            <p:spPr>
              <a:xfrm>
                <a:off x="6693853" y="4321263"/>
                <a:ext cx="8691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52" extrusionOk="0">
                    <a:moveTo>
                      <a:pt x="123" y="0"/>
                    </a:moveTo>
                    <a:cubicBezTo>
                      <a:pt x="41" y="0"/>
                      <a:pt x="10" y="57"/>
                      <a:pt x="7" y="132"/>
                    </a:cubicBezTo>
                    <a:cubicBezTo>
                      <a:pt x="1" y="185"/>
                      <a:pt x="29" y="232"/>
                      <a:pt x="76" y="251"/>
                    </a:cubicBezTo>
                    <a:lnTo>
                      <a:pt x="261" y="141"/>
                    </a:lnTo>
                    <a:cubicBezTo>
                      <a:pt x="261" y="138"/>
                      <a:pt x="261" y="135"/>
                      <a:pt x="261" y="129"/>
                    </a:cubicBezTo>
                    <a:cubicBezTo>
                      <a:pt x="258" y="54"/>
                      <a:pt x="217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0" name="Google Shape;8680;p29"/>
              <p:cNvSpPr/>
              <p:nvPr/>
            </p:nvSpPr>
            <p:spPr>
              <a:xfrm>
                <a:off x="6846852" y="4205690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09" y="1"/>
                    </a:moveTo>
                    <a:cubicBezTo>
                      <a:pt x="42" y="1"/>
                      <a:pt x="0" y="59"/>
                      <a:pt x="3" y="131"/>
                    </a:cubicBezTo>
                    <a:cubicBezTo>
                      <a:pt x="8" y="197"/>
                      <a:pt x="41" y="256"/>
                      <a:pt x="107" y="256"/>
                    </a:cubicBezTo>
                    <a:cubicBezTo>
                      <a:pt x="115" y="256"/>
                      <a:pt x="125" y="255"/>
                      <a:pt x="135" y="253"/>
                    </a:cubicBezTo>
                    <a:cubicBezTo>
                      <a:pt x="188" y="240"/>
                      <a:pt x="232" y="187"/>
                      <a:pt x="282" y="153"/>
                    </a:cubicBezTo>
                    <a:cubicBezTo>
                      <a:pt x="279" y="134"/>
                      <a:pt x="279" y="115"/>
                      <a:pt x="279" y="96"/>
                    </a:cubicBezTo>
                    <a:cubicBezTo>
                      <a:pt x="229" y="62"/>
                      <a:pt x="182" y="9"/>
                      <a:pt x="128" y="2"/>
                    </a:cubicBezTo>
                    <a:cubicBezTo>
                      <a:pt x="122" y="1"/>
                      <a:pt x="115" y="1"/>
                      <a:pt x="1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1" name="Google Shape;8681;p29"/>
              <p:cNvSpPr/>
              <p:nvPr/>
            </p:nvSpPr>
            <p:spPr>
              <a:xfrm>
                <a:off x="6675173" y="4276512"/>
                <a:ext cx="98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54" extrusionOk="0">
                    <a:moveTo>
                      <a:pt x="173" y="1"/>
                    </a:moveTo>
                    <a:cubicBezTo>
                      <a:pt x="166" y="1"/>
                      <a:pt x="159" y="2"/>
                      <a:pt x="151" y="3"/>
                    </a:cubicBezTo>
                    <a:cubicBezTo>
                      <a:pt x="98" y="9"/>
                      <a:pt x="51" y="66"/>
                      <a:pt x="1" y="103"/>
                    </a:cubicBezTo>
                    <a:lnTo>
                      <a:pt x="1" y="157"/>
                    </a:lnTo>
                    <a:cubicBezTo>
                      <a:pt x="51" y="188"/>
                      <a:pt x="98" y="238"/>
                      <a:pt x="151" y="251"/>
                    </a:cubicBezTo>
                    <a:cubicBezTo>
                      <a:pt x="160" y="252"/>
                      <a:pt x="168" y="253"/>
                      <a:pt x="177" y="253"/>
                    </a:cubicBezTo>
                    <a:cubicBezTo>
                      <a:pt x="240" y="253"/>
                      <a:pt x="280" y="201"/>
                      <a:pt x="286" y="132"/>
                    </a:cubicBezTo>
                    <a:cubicBezTo>
                      <a:pt x="294" y="61"/>
                      <a:pt x="239" y="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2" name="Google Shape;8682;p29"/>
              <p:cNvSpPr/>
              <p:nvPr/>
            </p:nvSpPr>
            <p:spPr>
              <a:xfrm>
                <a:off x="6734974" y="4063545"/>
                <a:ext cx="92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60" extrusionOk="0">
                    <a:moveTo>
                      <a:pt x="105" y="1"/>
                    </a:moveTo>
                    <a:cubicBezTo>
                      <a:pt x="37" y="1"/>
                      <a:pt x="3" y="64"/>
                      <a:pt x="0" y="131"/>
                    </a:cubicBezTo>
                    <a:cubicBezTo>
                      <a:pt x="0" y="202"/>
                      <a:pt x="41" y="259"/>
                      <a:pt x="105" y="259"/>
                    </a:cubicBezTo>
                    <a:cubicBezTo>
                      <a:pt x="113" y="259"/>
                      <a:pt x="121" y="258"/>
                      <a:pt x="129" y="257"/>
                    </a:cubicBezTo>
                    <a:cubicBezTo>
                      <a:pt x="182" y="251"/>
                      <a:pt x="229" y="194"/>
                      <a:pt x="276" y="160"/>
                    </a:cubicBezTo>
                    <a:cubicBezTo>
                      <a:pt x="276" y="141"/>
                      <a:pt x="276" y="122"/>
                      <a:pt x="276" y="103"/>
                    </a:cubicBezTo>
                    <a:cubicBezTo>
                      <a:pt x="229" y="69"/>
                      <a:pt x="182" y="12"/>
                      <a:pt x="129" y="3"/>
                    </a:cubicBezTo>
                    <a:cubicBezTo>
                      <a:pt x="121" y="1"/>
                      <a:pt x="113" y="1"/>
                      <a:pt x="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3" name="Google Shape;8683;p29"/>
              <p:cNvSpPr/>
              <p:nvPr/>
            </p:nvSpPr>
            <p:spPr>
              <a:xfrm>
                <a:off x="6904322" y="4142992"/>
                <a:ext cx="9290" cy="10289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09" extrusionOk="0">
                    <a:moveTo>
                      <a:pt x="154" y="0"/>
                    </a:moveTo>
                    <a:cubicBezTo>
                      <a:pt x="148" y="0"/>
                      <a:pt x="142" y="1"/>
                      <a:pt x="135" y="2"/>
                    </a:cubicBezTo>
                    <a:cubicBezTo>
                      <a:pt x="76" y="21"/>
                      <a:pt x="26" y="65"/>
                      <a:pt x="7" y="127"/>
                    </a:cubicBezTo>
                    <a:cubicBezTo>
                      <a:pt x="1" y="168"/>
                      <a:pt x="66" y="224"/>
                      <a:pt x="126" y="309"/>
                    </a:cubicBezTo>
                    <a:cubicBezTo>
                      <a:pt x="192" y="227"/>
                      <a:pt x="257" y="187"/>
                      <a:pt x="264" y="137"/>
                    </a:cubicBezTo>
                    <a:cubicBezTo>
                      <a:pt x="278" y="64"/>
                      <a:pt x="224" y="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4" name="Google Shape;8684;p29"/>
              <p:cNvSpPr/>
              <p:nvPr/>
            </p:nvSpPr>
            <p:spPr>
              <a:xfrm>
                <a:off x="6672576" y="4118419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48" y="0"/>
                    </a:moveTo>
                    <a:cubicBezTo>
                      <a:pt x="66" y="0"/>
                      <a:pt x="0" y="47"/>
                      <a:pt x="13" y="132"/>
                    </a:cubicBezTo>
                    <a:cubicBezTo>
                      <a:pt x="19" y="182"/>
                      <a:pt x="79" y="229"/>
                      <a:pt x="113" y="276"/>
                    </a:cubicBezTo>
                    <a:lnTo>
                      <a:pt x="173" y="276"/>
                    </a:lnTo>
                    <a:cubicBezTo>
                      <a:pt x="207" y="226"/>
                      <a:pt x="260" y="182"/>
                      <a:pt x="270" y="129"/>
                    </a:cubicBezTo>
                    <a:cubicBezTo>
                      <a:pt x="282" y="54"/>
                      <a:pt x="226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5" name="Google Shape;8685;p29"/>
              <p:cNvSpPr/>
              <p:nvPr/>
            </p:nvSpPr>
            <p:spPr>
              <a:xfrm>
                <a:off x="6911848" y="3923898"/>
                <a:ext cx="4628" cy="929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9" extrusionOk="0">
                    <a:moveTo>
                      <a:pt x="116" y="1"/>
                    </a:moveTo>
                    <a:cubicBezTo>
                      <a:pt x="82" y="48"/>
                      <a:pt x="28" y="92"/>
                      <a:pt x="16" y="145"/>
                    </a:cubicBezTo>
                    <a:cubicBezTo>
                      <a:pt x="0" y="220"/>
                      <a:pt x="57" y="277"/>
                      <a:pt x="135" y="277"/>
                    </a:cubicBezTo>
                    <a:cubicBezTo>
                      <a:pt x="135" y="278"/>
                      <a:pt x="135" y="278"/>
                      <a:pt x="136" y="278"/>
                    </a:cubicBezTo>
                    <a:cubicBezTo>
                      <a:pt x="137" y="278"/>
                      <a:pt x="138" y="277"/>
                      <a:pt x="138" y="277"/>
                    </a:cubicBezTo>
                    <a:lnTo>
                      <a:pt x="138" y="7"/>
                    </a:lnTo>
                    <a:cubicBezTo>
                      <a:pt x="132" y="7"/>
                      <a:pt x="122" y="4"/>
                      <a:pt x="1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6" name="Google Shape;8686;p29"/>
              <p:cNvSpPr/>
              <p:nvPr/>
            </p:nvSpPr>
            <p:spPr>
              <a:xfrm>
                <a:off x="6810192" y="4185945"/>
                <a:ext cx="9323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60" extrusionOk="0">
                    <a:moveTo>
                      <a:pt x="110" y="0"/>
                    </a:moveTo>
                    <a:cubicBezTo>
                      <a:pt x="46" y="0"/>
                      <a:pt x="4" y="53"/>
                      <a:pt x="1" y="122"/>
                    </a:cubicBezTo>
                    <a:cubicBezTo>
                      <a:pt x="1" y="196"/>
                      <a:pt x="37" y="259"/>
                      <a:pt x="108" y="259"/>
                    </a:cubicBezTo>
                    <a:cubicBezTo>
                      <a:pt x="116" y="259"/>
                      <a:pt x="124" y="258"/>
                      <a:pt x="132" y="257"/>
                    </a:cubicBezTo>
                    <a:cubicBezTo>
                      <a:pt x="183" y="251"/>
                      <a:pt x="230" y="194"/>
                      <a:pt x="280" y="160"/>
                    </a:cubicBezTo>
                    <a:lnTo>
                      <a:pt x="280" y="103"/>
                    </a:lnTo>
                    <a:cubicBezTo>
                      <a:pt x="230" y="69"/>
                      <a:pt x="186" y="15"/>
                      <a:pt x="136" y="3"/>
                    </a:cubicBezTo>
                    <a:cubicBezTo>
                      <a:pt x="127" y="1"/>
                      <a:pt x="118" y="0"/>
                      <a:pt x="1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7" name="Google Shape;8687;p29"/>
              <p:cNvSpPr/>
              <p:nvPr/>
            </p:nvSpPr>
            <p:spPr>
              <a:xfrm>
                <a:off x="6720257" y="4277445"/>
                <a:ext cx="92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7" extrusionOk="0">
                    <a:moveTo>
                      <a:pt x="145" y="0"/>
                    </a:moveTo>
                    <a:cubicBezTo>
                      <a:pt x="64" y="0"/>
                      <a:pt x="28" y="45"/>
                      <a:pt x="0" y="154"/>
                    </a:cubicBezTo>
                    <a:cubicBezTo>
                      <a:pt x="47" y="188"/>
                      <a:pt x="91" y="245"/>
                      <a:pt x="145" y="254"/>
                    </a:cubicBezTo>
                    <a:cubicBezTo>
                      <a:pt x="153" y="256"/>
                      <a:pt x="161" y="257"/>
                      <a:pt x="169" y="257"/>
                    </a:cubicBezTo>
                    <a:cubicBezTo>
                      <a:pt x="234" y="257"/>
                      <a:pt x="276" y="202"/>
                      <a:pt x="276" y="132"/>
                    </a:cubicBezTo>
                    <a:cubicBezTo>
                      <a:pt x="276" y="60"/>
                      <a:pt x="242" y="0"/>
                      <a:pt x="154" y="0"/>
                    </a:cubicBezTo>
                    <a:cubicBezTo>
                      <a:pt x="151" y="0"/>
                      <a:pt x="148" y="0"/>
                      <a:pt x="1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8" name="Google Shape;8688;p29"/>
              <p:cNvSpPr/>
              <p:nvPr/>
            </p:nvSpPr>
            <p:spPr>
              <a:xfrm>
                <a:off x="6756351" y="3959060"/>
                <a:ext cx="9423" cy="7858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36" extrusionOk="0">
                    <a:moveTo>
                      <a:pt x="204" y="1"/>
                    </a:moveTo>
                    <a:lnTo>
                      <a:pt x="1" y="123"/>
                    </a:lnTo>
                    <a:cubicBezTo>
                      <a:pt x="6" y="189"/>
                      <a:pt x="50" y="236"/>
                      <a:pt x="110" y="236"/>
                    </a:cubicBezTo>
                    <a:cubicBezTo>
                      <a:pt x="118" y="236"/>
                      <a:pt x="127" y="235"/>
                      <a:pt x="136" y="233"/>
                    </a:cubicBezTo>
                    <a:cubicBezTo>
                      <a:pt x="189" y="223"/>
                      <a:pt x="233" y="167"/>
                      <a:pt x="283" y="129"/>
                    </a:cubicBezTo>
                    <a:cubicBezTo>
                      <a:pt x="277" y="79"/>
                      <a:pt x="248" y="32"/>
                      <a:pt x="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89" name="Google Shape;8689;p29"/>
              <p:cNvSpPr/>
              <p:nvPr/>
            </p:nvSpPr>
            <p:spPr>
              <a:xfrm>
                <a:off x="6700945" y="4115888"/>
                <a:ext cx="93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6" extrusionOk="0">
                    <a:moveTo>
                      <a:pt x="113" y="0"/>
                    </a:moveTo>
                    <a:cubicBezTo>
                      <a:pt x="44" y="0"/>
                      <a:pt x="1" y="57"/>
                      <a:pt x="4" y="130"/>
                    </a:cubicBezTo>
                    <a:cubicBezTo>
                      <a:pt x="7" y="198"/>
                      <a:pt x="41" y="255"/>
                      <a:pt x="104" y="255"/>
                    </a:cubicBezTo>
                    <a:cubicBezTo>
                      <a:pt x="113" y="255"/>
                      <a:pt x="122" y="254"/>
                      <a:pt x="132" y="252"/>
                    </a:cubicBezTo>
                    <a:cubicBezTo>
                      <a:pt x="186" y="239"/>
                      <a:pt x="233" y="189"/>
                      <a:pt x="280" y="155"/>
                    </a:cubicBezTo>
                    <a:cubicBezTo>
                      <a:pt x="280" y="136"/>
                      <a:pt x="280" y="114"/>
                      <a:pt x="280" y="95"/>
                    </a:cubicBezTo>
                    <a:cubicBezTo>
                      <a:pt x="229" y="64"/>
                      <a:pt x="182" y="7"/>
                      <a:pt x="129" y="1"/>
                    </a:cubicBezTo>
                    <a:cubicBezTo>
                      <a:pt x="124" y="0"/>
                      <a:pt x="118" y="0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0" name="Google Shape;8690;p29"/>
              <p:cNvSpPr/>
              <p:nvPr/>
            </p:nvSpPr>
            <p:spPr>
              <a:xfrm>
                <a:off x="6711001" y="4208553"/>
                <a:ext cx="9090" cy="93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1" extrusionOk="0">
                    <a:moveTo>
                      <a:pt x="156" y="1"/>
                    </a:moveTo>
                    <a:cubicBezTo>
                      <a:pt x="40" y="23"/>
                      <a:pt x="6" y="76"/>
                      <a:pt x="6" y="154"/>
                    </a:cubicBezTo>
                    <a:cubicBezTo>
                      <a:pt x="0" y="224"/>
                      <a:pt x="57" y="281"/>
                      <a:pt x="122" y="281"/>
                    </a:cubicBezTo>
                    <a:cubicBezTo>
                      <a:pt x="127" y="281"/>
                      <a:pt x="132" y="280"/>
                      <a:pt x="137" y="280"/>
                    </a:cubicBezTo>
                    <a:cubicBezTo>
                      <a:pt x="219" y="277"/>
                      <a:pt x="272" y="220"/>
                      <a:pt x="260" y="145"/>
                    </a:cubicBezTo>
                    <a:cubicBezTo>
                      <a:pt x="250" y="92"/>
                      <a:pt x="194" y="48"/>
                      <a:pt x="1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1" name="Google Shape;8691;p29"/>
              <p:cNvSpPr/>
              <p:nvPr/>
            </p:nvSpPr>
            <p:spPr>
              <a:xfrm>
                <a:off x="6695651" y="4153347"/>
                <a:ext cx="88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60" extrusionOk="0">
                    <a:moveTo>
                      <a:pt x="131" y="1"/>
                    </a:moveTo>
                    <a:cubicBezTo>
                      <a:pt x="45" y="1"/>
                      <a:pt x="12" y="59"/>
                      <a:pt x="9" y="133"/>
                    </a:cubicBezTo>
                    <a:cubicBezTo>
                      <a:pt x="1" y="201"/>
                      <a:pt x="55" y="260"/>
                      <a:pt x="122" y="260"/>
                    </a:cubicBezTo>
                    <a:cubicBezTo>
                      <a:pt x="128" y="260"/>
                      <a:pt x="134" y="259"/>
                      <a:pt x="141" y="258"/>
                    </a:cubicBezTo>
                    <a:cubicBezTo>
                      <a:pt x="219" y="258"/>
                      <a:pt x="266" y="217"/>
                      <a:pt x="266" y="130"/>
                    </a:cubicBezTo>
                    <a:cubicBezTo>
                      <a:pt x="263" y="45"/>
                      <a:pt x="219" y="4"/>
                      <a:pt x="138" y="1"/>
                    </a:cubicBezTo>
                    <a:cubicBezTo>
                      <a:pt x="135" y="1"/>
                      <a:pt x="133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2" name="Google Shape;8692;p29"/>
              <p:cNvSpPr/>
              <p:nvPr/>
            </p:nvSpPr>
            <p:spPr>
              <a:xfrm>
                <a:off x="6703243" y="4041470"/>
                <a:ext cx="9523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1" extrusionOk="0">
                    <a:moveTo>
                      <a:pt x="149" y="1"/>
                    </a:moveTo>
                    <a:cubicBezTo>
                      <a:pt x="78" y="1"/>
                      <a:pt x="33" y="38"/>
                      <a:pt x="1" y="143"/>
                    </a:cubicBezTo>
                    <a:cubicBezTo>
                      <a:pt x="45" y="180"/>
                      <a:pt x="85" y="240"/>
                      <a:pt x="135" y="255"/>
                    </a:cubicBezTo>
                    <a:cubicBezTo>
                      <a:pt x="147" y="259"/>
                      <a:pt x="159" y="261"/>
                      <a:pt x="170" y="261"/>
                    </a:cubicBezTo>
                    <a:cubicBezTo>
                      <a:pt x="228" y="261"/>
                      <a:pt x="272" y="214"/>
                      <a:pt x="280" y="146"/>
                    </a:cubicBezTo>
                    <a:cubicBezTo>
                      <a:pt x="286" y="71"/>
                      <a:pt x="255" y="11"/>
                      <a:pt x="167" y="2"/>
                    </a:cubicBezTo>
                    <a:cubicBezTo>
                      <a:pt x="161" y="1"/>
                      <a:pt x="155" y="1"/>
                      <a:pt x="1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3" name="Google Shape;8693;p29"/>
              <p:cNvSpPr/>
              <p:nvPr/>
            </p:nvSpPr>
            <p:spPr>
              <a:xfrm>
                <a:off x="6736972" y="4214180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27" y="1"/>
                    </a:moveTo>
                    <a:cubicBezTo>
                      <a:pt x="46" y="1"/>
                      <a:pt x="12" y="55"/>
                      <a:pt x="9" y="126"/>
                    </a:cubicBezTo>
                    <a:cubicBezTo>
                      <a:pt x="0" y="194"/>
                      <a:pt x="55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7"/>
                      <a:pt x="266" y="130"/>
                    </a:cubicBezTo>
                    <a:cubicBezTo>
                      <a:pt x="263" y="48"/>
                      <a:pt x="222" y="4"/>
                      <a:pt x="141" y="1"/>
                    </a:cubicBezTo>
                    <a:cubicBezTo>
                      <a:pt x="136" y="1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4" name="Google Shape;8694;p29"/>
              <p:cNvSpPr/>
              <p:nvPr/>
            </p:nvSpPr>
            <p:spPr>
              <a:xfrm>
                <a:off x="6688359" y="4029549"/>
                <a:ext cx="9490" cy="872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62" extrusionOk="0">
                    <a:moveTo>
                      <a:pt x="115" y="1"/>
                    </a:moveTo>
                    <a:cubicBezTo>
                      <a:pt x="43" y="1"/>
                      <a:pt x="6" y="65"/>
                      <a:pt x="6" y="137"/>
                    </a:cubicBezTo>
                    <a:cubicBezTo>
                      <a:pt x="0" y="206"/>
                      <a:pt x="54" y="261"/>
                      <a:pt x="120" y="261"/>
                    </a:cubicBezTo>
                    <a:cubicBezTo>
                      <a:pt x="127" y="261"/>
                      <a:pt x="134" y="260"/>
                      <a:pt x="141" y="259"/>
                    </a:cubicBezTo>
                    <a:cubicBezTo>
                      <a:pt x="216" y="256"/>
                      <a:pt x="266" y="215"/>
                      <a:pt x="285" y="100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1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5" name="Google Shape;8695;p29"/>
              <p:cNvSpPr/>
              <p:nvPr/>
            </p:nvSpPr>
            <p:spPr>
              <a:xfrm>
                <a:off x="6822712" y="4176988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73" y="1"/>
                    </a:moveTo>
                    <a:cubicBezTo>
                      <a:pt x="166" y="1"/>
                      <a:pt x="159" y="1"/>
                      <a:pt x="151" y="2"/>
                    </a:cubicBezTo>
                    <a:cubicBezTo>
                      <a:pt x="98" y="12"/>
                      <a:pt x="51" y="68"/>
                      <a:pt x="1" y="103"/>
                    </a:cubicBezTo>
                    <a:cubicBezTo>
                      <a:pt x="26" y="222"/>
                      <a:pt x="82" y="256"/>
                      <a:pt x="158" y="256"/>
                    </a:cubicBezTo>
                    <a:cubicBezTo>
                      <a:pt x="162" y="257"/>
                      <a:pt x="167" y="257"/>
                      <a:pt x="172" y="257"/>
                    </a:cubicBezTo>
                    <a:cubicBezTo>
                      <a:pt x="240" y="257"/>
                      <a:pt x="292" y="195"/>
                      <a:pt x="283" y="125"/>
                    </a:cubicBezTo>
                    <a:cubicBezTo>
                      <a:pt x="283" y="51"/>
                      <a:pt x="237" y="1"/>
                      <a:pt x="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6" name="Google Shape;8696;p29"/>
              <p:cNvSpPr/>
              <p:nvPr/>
            </p:nvSpPr>
            <p:spPr>
              <a:xfrm>
                <a:off x="6833999" y="3934220"/>
                <a:ext cx="8990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59" extrusionOk="0">
                    <a:moveTo>
                      <a:pt x="99" y="1"/>
                    </a:moveTo>
                    <a:cubicBezTo>
                      <a:pt x="51" y="1"/>
                      <a:pt x="13" y="50"/>
                      <a:pt x="10" y="126"/>
                    </a:cubicBezTo>
                    <a:cubicBezTo>
                      <a:pt x="1" y="198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8"/>
                    </a:cubicBezTo>
                    <a:cubicBezTo>
                      <a:pt x="213" y="258"/>
                      <a:pt x="270" y="217"/>
                      <a:pt x="270" y="130"/>
                    </a:cubicBezTo>
                    <a:cubicBezTo>
                      <a:pt x="270" y="48"/>
                      <a:pt x="226" y="4"/>
                      <a:pt x="104" y="1"/>
                    </a:cubicBezTo>
                    <a:cubicBezTo>
                      <a:pt x="102" y="1"/>
                      <a:pt x="101" y="1"/>
                      <a:pt x="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7" name="Google Shape;8697;p29"/>
              <p:cNvSpPr/>
              <p:nvPr/>
            </p:nvSpPr>
            <p:spPr>
              <a:xfrm>
                <a:off x="6825142" y="4157309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1"/>
                    </a:moveTo>
                    <a:cubicBezTo>
                      <a:pt x="57" y="1"/>
                      <a:pt x="0" y="58"/>
                      <a:pt x="9" y="130"/>
                    </a:cubicBezTo>
                    <a:cubicBezTo>
                      <a:pt x="9" y="204"/>
                      <a:pt x="43" y="256"/>
                      <a:pt x="124" y="256"/>
                    </a:cubicBezTo>
                    <a:cubicBezTo>
                      <a:pt x="128" y="256"/>
                      <a:pt x="133" y="255"/>
                      <a:pt x="138" y="255"/>
                    </a:cubicBezTo>
                    <a:cubicBezTo>
                      <a:pt x="143" y="255"/>
                      <a:pt x="147" y="256"/>
                      <a:pt x="151" y="256"/>
                    </a:cubicBezTo>
                    <a:cubicBezTo>
                      <a:pt x="230" y="256"/>
                      <a:pt x="263" y="204"/>
                      <a:pt x="263" y="130"/>
                    </a:cubicBezTo>
                    <a:cubicBezTo>
                      <a:pt x="272" y="61"/>
                      <a:pt x="216" y="1"/>
                      <a:pt x="148" y="1"/>
                    </a:cubicBezTo>
                    <a:cubicBezTo>
                      <a:pt x="145" y="1"/>
                      <a:pt x="141" y="1"/>
                      <a:pt x="138" y="1"/>
                    </a:cubicBezTo>
                    <a:cubicBezTo>
                      <a:pt x="134" y="1"/>
                      <a:pt x="131" y="1"/>
                      <a:pt x="1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8" name="Google Shape;8698;p29"/>
              <p:cNvSpPr/>
              <p:nvPr/>
            </p:nvSpPr>
            <p:spPr>
              <a:xfrm>
                <a:off x="6618202" y="4303316"/>
                <a:ext cx="95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15" y="0"/>
                    </a:moveTo>
                    <a:cubicBezTo>
                      <a:pt x="48" y="0"/>
                      <a:pt x="7" y="57"/>
                      <a:pt x="7" y="129"/>
                    </a:cubicBezTo>
                    <a:cubicBezTo>
                      <a:pt x="1" y="200"/>
                      <a:pt x="55" y="258"/>
                      <a:pt x="125" y="258"/>
                    </a:cubicBezTo>
                    <a:cubicBezTo>
                      <a:pt x="128" y="258"/>
                      <a:pt x="132" y="258"/>
                      <a:pt x="135" y="257"/>
                    </a:cubicBezTo>
                    <a:cubicBezTo>
                      <a:pt x="220" y="257"/>
                      <a:pt x="261" y="217"/>
                      <a:pt x="286" y="107"/>
                    </a:cubicBezTo>
                    <a:cubicBezTo>
                      <a:pt x="239" y="72"/>
                      <a:pt x="195" y="13"/>
                      <a:pt x="145" y="3"/>
                    </a:cubicBezTo>
                    <a:cubicBezTo>
                      <a:pt x="135" y="1"/>
                      <a:pt x="125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699" name="Google Shape;8699;p29"/>
              <p:cNvSpPr/>
              <p:nvPr/>
            </p:nvSpPr>
            <p:spPr>
              <a:xfrm>
                <a:off x="6830037" y="3988994"/>
                <a:ext cx="9090" cy="9456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4" extrusionOk="0">
                    <a:moveTo>
                      <a:pt x="123" y="0"/>
                    </a:moveTo>
                    <a:cubicBezTo>
                      <a:pt x="55" y="0"/>
                      <a:pt x="1" y="60"/>
                      <a:pt x="10" y="130"/>
                    </a:cubicBezTo>
                    <a:cubicBezTo>
                      <a:pt x="10" y="208"/>
                      <a:pt x="47" y="258"/>
                      <a:pt x="163" y="283"/>
                    </a:cubicBezTo>
                    <a:cubicBezTo>
                      <a:pt x="198" y="233"/>
                      <a:pt x="254" y="189"/>
                      <a:pt x="263" y="133"/>
                    </a:cubicBezTo>
                    <a:cubicBezTo>
                      <a:pt x="273" y="61"/>
                      <a:pt x="223" y="4"/>
                      <a:pt x="138" y="1"/>
                    </a:cubicBezTo>
                    <a:cubicBezTo>
                      <a:pt x="133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0" name="Google Shape;8700;p29"/>
              <p:cNvSpPr/>
              <p:nvPr/>
            </p:nvSpPr>
            <p:spPr>
              <a:xfrm>
                <a:off x="6782889" y="4094678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27" y="0"/>
                    </a:moveTo>
                    <a:cubicBezTo>
                      <a:pt x="63" y="0"/>
                      <a:pt x="9" y="53"/>
                      <a:pt x="12" y="121"/>
                    </a:cubicBezTo>
                    <a:cubicBezTo>
                      <a:pt x="0" y="191"/>
                      <a:pt x="57" y="256"/>
                      <a:pt x="129" y="256"/>
                    </a:cubicBezTo>
                    <a:cubicBezTo>
                      <a:pt x="131" y="256"/>
                      <a:pt x="133" y="256"/>
                      <a:pt x="135" y="256"/>
                    </a:cubicBezTo>
                    <a:cubicBezTo>
                      <a:pt x="137" y="256"/>
                      <a:pt x="140" y="256"/>
                      <a:pt x="143" y="256"/>
                    </a:cubicBezTo>
                    <a:cubicBezTo>
                      <a:pt x="214" y="256"/>
                      <a:pt x="263" y="218"/>
                      <a:pt x="269" y="149"/>
                    </a:cubicBezTo>
                    <a:cubicBezTo>
                      <a:pt x="272" y="52"/>
                      <a:pt x="232" y="8"/>
                      <a:pt x="147" y="2"/>
                    </a:cubicBezTo>
                    <a:cubicBezTo>
                      <a:pt x="140" y="1"/>
                      <a:pt x="134" y="0"/>
                      <a:pt x="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1" name="Google Shape;8701;p29"/>
              <p:cNvSpPr/>
              <p:nvPr/>
            </p:nvSpPr>
            <p:spPr>
              <a:xfrm>
                <a:off x="6664951" y="4157476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7" y="1"/>
                    </a:moveTo>
                    <a:cubicBezTo>
                      <a:pt x="140" y="1"/>
                      <a:pt x="133" y="1"/>
                      <a:pt x="126" y="2"/>
                    </a:cubicBezTo>
                    <a:cubicBezTo>
                      <a:pt x="73" y="12"/>
                      <a:pt x="29" y="68"/>
                      <a:pt x="4" y="87"/>
                    </a:cubicBezTo>
                    <a:cubicBezTo>
                      <a:pt x="1" y="219"/>
                      <a:pt x="48" y="256"/>
                      <a:pt x="132" y="256"/>
                    </a:cubicBezTo>
                    <a:cubicBezTo>
                      <a:pt x="136" y="257"/>
                      <a:pt x="139" y="257"/>
                      <a:pt x="142" y="257"/>
                    </a:cubicBezTo>
                    <a:cubicBezTo>
                      <a:pt x="210" y="257"/>
                      <a:pt x="266" y="197"/>
                      <a:pt x="258" y="128"/>
                    </a:cubicBezTo>
                    <a:cubicBezTo>
                      <a:pt x="258" y="54"/>
                      <a:pt x="214" y="1"/>
                      <a:pt x="1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2" name="Google Shape;8702;p29"/>
              <p:cNvSpPr/>
              <p:nvPr/>
            </p:nvSpPr>
            <p:spPr>
              <a:xfrm>
                <a:off x="6806663" y="4120983"/>
                <a:ext cx="9723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2" extrusionOk="0">
                    <a:moveTo>
                      <a:pt x="171" y="1"/>
                    </a:moveTo>
                    <a:cubicBezTo>
                      <a:pt x="167" y="1"/>
                      <a:pt x="162" y="1"/>
                      <a:pt x="157" y="2"/>
                    </a:cubicBezTo>
                    <a:cubicBezTo>
                      <a:pt x="101" y="5"/>
                      <a:pt x="54" y="61"/>
                      <a:pt x="0" y="92"/>
                    </a:cubicBezTo>
                    <a:cubicBezTo>
                      <a:pt x="0" y="111"/>
                      <a:pt x="0" y="130"/>
                      <a:pt x="0" y="152"/>
                    </a:cubicBezTo>
                    <a:cubicBezTo>
                      <a:pt x="47" y="183"/>
                      <a:pt x="94" y="237"/>
                      <a:pt x="148" y="249"/>
                    </a:cubicBezTo>
                    <a:cubicBezTo>
                      <a:pt x="157" y="251"/>
                      <a:pt x="166" y="252"/>
                      <a:pt x="174" y="252"/>
                    </a:cubicBezTo>
                    <a:cubicBezTo>
                      <a:pt x="238" y="252"/>
                      <a:pt x="280" y="202"/>
                      <a:pt x="282" y="130"/>
                    </a:cubicBezTo>
                    <a:cubicBezTo>
                      <a:pt x="291" y="60"/>
                      <a:pt x="237" y="1"/>
                      <a:pt x="1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3" name="Google Shape;8703;p29"/>
              <p:cNvSpPr/>
              <p:nvPr/>
            </p:nvSpPr>
            <p:spPr>
              <a:xfrm>
                <a:off x="6647104" y="4062879"/>
                <a:ext cx="9024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8" extrusionOk="0">
                    <a:moveTo>
                      <a:pt x="130" y="1"/>
                    </a:moveTo>
                    <a:cubicBezTo>
                      <a:pt x="57" y="1"/>
                      <a:pt x="1" y="62"/>
                      <a:pt x="13" y="133"/>
                    </a:cubicBezTo>
                    <a:cubicBezTo>
                      <a:pt x="13" y="205"/>
                      <a:pt x="58" y="258"/>
                      <a:pt x="120" y="258"/>
                    </a:cubicBezTo>
                    <a:cubicBezTo>
                      <a:pt x="128" y="258"/>
                      <a:pt x="136" y="257"/>
                      <a:pt x="145" y="255"/>
                    </a:cubicBezTo>
                    <a:cubicBezTo>
                      <a:pt x="198" y="246"/>
                      <a:pt x="242" y="189"/>
                      <a:pt x="261" y="173"/>
                    </a:cubicBezTo>
                    <a:cubicBezTo>
                      <a:pt x="270" y="32"/>
                      <a:pt x="214" y="1"/>
                      <a:pt x="135" y="1"/>
                    </a:cubicBezTo>
                    <a:cubicBezTo>
                      <a:pt x="134" y="1"/>
                      <a:pt x="132" y="1"/>
                      <a:pt x="1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4" name="Google Shape;8704;p29"/>
              <p:cNvSpPr/>
              <p:nvPr/>
            </p:nvSpPr>
            <p:spPr>
              <a:xfrm>
                <a:off x="6789248" y="4162038"/>
                <a:ext cx="9090" cy="919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6" extrusionOk="0">
                    <a:moveTo>
                      <a:pt x="129" y="0"/>
                    </a:moveTo>
                    <a:cubicBezTo>
                      <a:pt x="55" y="0"/>
                      <a:pt x="0" y="38"/>
                      <a:pt x="3" y="126"/>
                    </a:cubicBezTo>
                    <a:cubicBezTo>
                      <a:pt x="3" y="210"/>
                      <a:pt x="44" y="251"/>
                      <a:pt x="153" y="276"/>
                    </a:cubicBezTo>
                    <a:cubicBezTo>
                      <a:pt x="191" y="229"/>
                      <a:pt x="244" y="188"/>
                      <a:pt x="257" y="135"/>
                    </a:cubicBezTo>
                    <a:cubicBezTo>
                      <a:pt x="273" y="60"/>
                      <a:pt x="219" y="3"/>
                      <a:pt x="138" y="0"/>
                    </a:cubicBezTo>
                    <a:cubicBezTo>
                      <a:pt x="135" y="0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5" name="Google Shape;8705;p29"/>
              <p:cNvSpPr/>
              <p:nvPr/>
            </p:nvSpPr>
            <p:spPr>
              <a:xfrm>
                <a:off x="6661422" y="4247178"/>
                <a:ext cx="94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77" extrusionOk="0">
                    <a:moveTo>
                      <a:pt x="103" y="0"/>
                    </a:moveTo>
                    <a:cubicBezTo>
                      <a:pt x="72" y="51"/>
                      <a:pt x="19" y="98"/>
                      <a:pt x="13" y="151"/>
                    </a:cubicBezTo>
                    <a:cubicBezTo>
                      <a:pt x="0" y="230"/>
                      <a:pt x="59" y="276"/>
                      <a:pt x="134" y="276"/>
                    </a:cubicBezTo>
                    <a:cubicBezTo>
                      <a:pt x="136" y="276"/>
                      <a:pt x="139" y="276"/>
                      <a:pt x="141" y="276"/>
                    </a:cubicBezTo>
                    <a:cubicBezTo>
                      <a:pt x="216" y="273"/>
                      <a:pt x="282" y="229"/>
                      <a:pt x="263" y="145"/>
                    </a:cubicBezTo>
                    <a:cubicBezTo>
                      <a:pt x="251" y="91"/>
                      <a:pt x="197" y="47"/>
                      <a:pt x="1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6" name="Google Shape;8706;p29"/>
              <p:cNvSpPr/>
              <p:nvPr/>
            </p:nvSpPr>
            <p:spPr>
              <a:xfrm>
                <a:off x="6790713" y="4216245"/>
                <a:ext cx="93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4" extrusionOk="0">
                    <a:moveTo>
                      <a:pt x="123" y="1"/>
                    </a:moveTo>
                    <a:cubicBezTo>
                      <a:pt x="57" y="1"/>
                      <a:pt x="0" y="57"/>
                      <a:pt x="6" y="124"/>
                    </a:cubicBezTo>
                    <a:cubicBezTo>
                      <a:pt x="6" y="200"/>
                      <a:pt x="49" y="253"/>
                      <a:pt x="118" y="253"/>
                    </a:cubicBezTo>
                    <a:cubicBezTo>
                      <a:pt x="123" y="253"/>
                      <a:pt x="129" y="253"/>
                      <a:pt x="135" y="252"/>
                    </a:cubicBezTo>
                    <a:cubicBezTo>
                      <a:pt x="188" y="246"/>
                      <a:pt x="232" y="193"/>
                      <a:pt x="282" y="158"/>
                    </a:cubicBezTo>
                    <a:cubicBezTo>
                      <a:pt x="266" y="46"/>
                      <a:pt x="219" y="2"/>
                      <a:pt x="138" y="2"/>
                    </a:cubicBezTo>
                    <a:cubicBezTo>
                      <a:pt x="133" y="1"/>
                      <a:pt x="128" y="1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7" name="Google Shape;8707;p29"/>
              <p:cNvSpPr/>
              <p:nvPr/>
            </p:nvSpPr>
            <p:spPr>
              <a:xfrm>
                <a:off x="6668814" y="4048162"/>
                <a:ext cx="88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4" extrusionOk="0">
                    <a:moveTo>
                      <a:pt x="134" y="0"/>
                    </a:moveTo>
                    <a:cubicBezTo>
                      <a:pt x="69" y="0"/>
                      <a:pt x="4" y="44"/>
                      <a:pt x="4" y="130"/>
                    </a:cubicBezTo>
                    <a:cubicBezTo>
                      <a:pt x="1" y="198"/>
                      <a:pt x="55" y="254"/>
                      <a:pt x="119" y="254"/>
                    </a:cubicBezTo>
                    <a:cubicBezTo>
                      <a:pt x="125" y="254"/>
                      <a:pt x="132" y="253"/>
                      <a:pt x="138" y="252"/>
                    </a:cubicBezTo>
                    <a:cubicBezTo>
                      <a:pt x="220" y="249"/>
                      <a:pt x="267" y="208"/>
                      <a:pt x="264" y="130"/>
                    </a:cubicBezTo>
                    <a:cubicBezTo>
                      <a:pt x="264" y="44"/>
                      <a:pt x="199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8" name="Google Shape;8708;p29"/>
              <p:cNvSpPr/>
              <p:nvPr/>
            </p:nvSpPr>
            <p:spPr>
              <a:xfrm>
                <a:off x="6746462" y="4012135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2" y="0"/>
                    </a:moveTo>
                    <a:cubicBezTo>
                      <a:pt x="58" y="0"/>
                      <a:pt x="4" y="56"/>
                      <a:pt x="9" y="124"/>
                    </a:cubicBezTo>
                    <a:cubicBezTo>
                      <a:pt x="0" y="193"/>
                      <a:pt x="54" y="256"/>
                      <a:pt x="125" y="256"/>
                    </a:cubicBezTo>
                    <a:cubicBezTo>
                      <a:pt x="128" y="256"/>
                      <a:pt x="131" y="256"/>
                      <a:pt x="135" y="256"/>
                    </a:cubicBezTo>
                    <a:cubicBezTo>
                      <a:pt x="140" y="256"/>
                      <a:pt x="144" y="257"/>
                      <a:pt x="149" y="257"/>
                    </a:cubicBezTo>
                    <a:cubicBezTo>
                      <a:pt x="218" y="257"/>
                      <a:pt x="275" y="195"/>
                      <a:pt x="270" y="124"/>
                    </a:cubicBezTo>
                    <a:cubicBezTo>
                      <a:pt x="273" y="56"/>
                      <a:pt x="219" y="2"/>
                      <a:pt x="152" y="2"/>
                    </a:cubicBezTo>
                    <a:cubicBezTo>
                      <a:pt x="148" y="2"/>
                      <a:pt x="145" y="2"/>
                      <a:pt x="141" y="2"/>
                    </a:cubicBezTo>
                    <a:cubicBezTo>
                      <a:pt x="135" y="1"/>
                      <a:pt x="128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09" name="Google Shape;8709;p29"/>
              <p:cNvSpPr/>
              <p:nvPr/>
            </p:nvSpPr>
            <p:spPr>
              <a:xfrm>
                <a:off x="6792811" y="4076931"/>
                <a:ext cx="89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6" extrusionOk="0">
                    <a:moveTo>
                      <a:pt x="121" y="1"/>
                    </a:moveTo>
                    <a:cubicBezTo>
                      <a:pt x="54" y="1"/>
                      <a:pt x="0" y="59"/>
                      <a:pt x="9" y="127"/>
                    </a:cubicBezTo>
                    <a:cubicBezTo>
                      <a:pt x="9" y="203"/>
                      <a:pt x="43" y="256"/>
                      <a:pt x="131" y="256"/>
                    </a:cubicBezTo>
                    <a:cubicBezTo>
                      <a:pt x="216" y="256"/>
                      <a:pt x="260" y="218"/>
                      <a:pt x="266" y="134"/>
                    </a:cubicBezTo>
                    <a:cubicBezTo>
                      <a:pt x="269" y="46"/>
                      <a:pt x="216" y="5"/>
                      <a:pt x="140" y="2"/>
                    </a:cubicBezTo>
                    <a:cubicBezTo>
                      <a:pt x="134" y="1"/>
                      <a:pt x="128" y="1"/>
                      <a:pt x="1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0" name="Google Shape;8710;p29"/>
              <p:cNvSpPr/>
              <p:nvPr/>
            </p:nvSpPr>
            <p:spPr>
              <a:xfrm>
                <a:off x="6903590" y="3993822"/>
                <a:ext cx="8990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1" extrusionOk="0">
                    <a:moveTo>
                      <a:pt x="136" y="0"/>
                    </a:moveTo>
                    <a:cubicBezTo>
                      <a:pt x="134" y="0"/>
                      <a:pt x="131" y="0"/>
                      <a:pt x="129" y="0"/>
                    </a:cubicBezTo>
                    <a:cubicBezTo>
                      <a:pt x="54" y="4"/>
                      <a:pt x="1" y="38"/>
                      <a:pt x="4" y="151"/>
                    </a:cubicBezTo>
                    <a:cubicBezTo>
                      <a:pt x="4" y="214"/>
                      <a:pt x="52" y="260"/>
                      <a:pt x="110" y="260"/>
                    </a:cubicBezTo>
                    <a:cubicBezTo>
                      <a:pt x="118" y="260"/>
                      <a:pt x="127" y="259"/>
                      <a:pt x="135" y="257"/>
                    </a:cubicBezTo>
                    <a:cubicBezTo>
                      <a:pt x="195" y="236"/>
                      <a:pt x="239" y="185"/>
                      <a:pt x="258" y="126"/>
                    </a:cubicBezTo>
                    <a:cubicBezTo>
                      <a:pt x="270" y="53"/>
                      <a:pt x="214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1" name="Google Shape;8711;p29"/>
              <p:cNvSpPr/>
              <p:nvPr/>
            </p:nvSpPr>
            <p:spPr>
              <a:xfrm>
                <a:off x="6795808" y="4006874"/>
                <a:ext cx="9090" cy="94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83" extrusionOk="0">
                    <a:moveTo>
                      <a:pt x="157" y="0"/>
                    </a:moveTo>
                    <a:lnTo>
                      <a:pt x="104" y="3"/>
                    </a:lnTo>
                    <a:cubicBezTo>
                      <a:pt x="72" y="50"/>
                      <a:pt x="22" y="94"/>
                      <a:pt x="13" y="148"/>
                    </a:cubicBezTo>
                    <a:cubicBezTo>
                      <a:pt x="0" y="223"/>
                      <a:pt x="50" y="279"/>
                      <a:pt x="132" y="282"/>
                    </a:cubicBezTo>
                    <a:cubicBezTo>
                      <a:pt x="136" y="283"/>
                      <a:pt x="141" y="283"/>
                      <a:pt x="145" y="283"/>
                    </a:cubicBezTo>
                    <a:cubicBezTo>
                      <a:pt x="220" y="283"/>
                      <a:pt x="272" y="231"/>
                      <a:pt x="264" y="160"/>
                    </a:cubicBezTo>
                    <a:cubicBezTo>
                      <a:pt x="254" y="104"/>
                      <a:pt x="195" y="53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2" name="Google Shape;8712;p29"/>
              <p:cNvSpPr/>
              <p:nvPr/>
            </p:nvSpPr>
            <p:spPr>
              <a:xfrm>
                <a:off x="6725052" y="3982001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70" y="0"/>
                    </a:moveTo>
                    <a:cubicBezTo>
                      <a:pt x="165" y="0"/>
                      <a:pt x="159" y="1"/>
                      <a:pt x="154" y="1"/>
                    </a:cubicBezTo>
                    <a:cubicBezTo>
                      <a:pt x="101" y="11"/>
                      <a:pt x="54" y="61"/>
                      <a:pt x="4" y="95"/>
                    </a:cubicBezTo>
                    <a:cubicBezTo>
                      <a:pt x="4" y="114"/>
                      <a:pt x="1" y="133"/>
                      <a:pt x="1" y="152"/>
                    </a:cubicBezTo>
                    <a:cubicBezTo>
                      <a:pt x="51" y="186"/>
                      <a:pt x="92" y="240"/>
                      <a:pt x="145" y="252"/>
                    </a:cubicBezTo>
                    <a:cubicBezTo>
                      <a:pt x="156" y="255"/>
                      <a:pt x="167" y="256"/>
                      <a:pt x="176" y="256"/>
                    </a:cubicBezTo>
                    <a:cubicBezTo>
                      <a:pt x="240" y="256"/>
                      <a:pt x="274" y="198"/>
                      <a:pt x="276" y="133"/>
                    </a:cubicBezTo>
                    <a:cubicBezTo>
                      <a:pt x="282" y="60"/>
                      <a:pt x="239" y="0"/>
                      <a:pt x="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3" name="Google Shape;8713;p29"/>
              <p:cNvSpPr/>
              <p:nvPr/>
            </p:nvSpPr>
            <p:spPr>
              <a:xfrm>
                <a:off x="6733410" y="4024122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48" y="1"/>
                    </a:moveTo>
                    <a:cubicBezTo>
                      <a:pt x="142" y="1"/>
                      <a:pt x="135" y="1"/>
                      <a:pt x="129" y="2"/>
                    </a:cubicBezTo>
                    <a:cubicBezTo>
                      <a:pt x="50" y="2"/>
                      <a:pt x="0" y="40"/>
                      <a:pt x="0" y="125"/>
                    </a:cubicBezTo>
                    <a:cubicBezTo>
                      <a:pt x="0" y="216"/>
                      <a:pt x="57" y="253"/>
                      <a:pt x="129" y="256"/>
                    </a:cubicBezTo>
                    <a:cubicBezTo>
                      <a:pt x="132" y="257"/>
                      <a:pt x="136" y="257"/>
                      <a:pt x="139" y="257"/>
                    </a:cubicBezTo>
                    <a:cubicBezTo>
                      <a:pt x="210" y="257"/>
                      <a:pt x="266" y="197"/>
                      <a:pt x="260" y="128"/>
                    </a:cubicBezTo>
                    <a:cubicBezTo>
                      <a:pt x="266" y="59"/>
                      <a:pt x="214" y="1"/>
                      <a:pt x="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4" name="Google Shape;8714;p29"/>
              <p:cNvSpPr/>
              <p:nvPr/>
            </p:nvSpPr>
            <p:spPr>
              <a:xfrm>
                <a:off x="6616737" y="4240285"/>
                <a:ext cx="10156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55" extrusionOk="0">
                    <a:moveTo>
                      <a:pt x="176" y="0"/>
                    </a:moveTo>
                    <a:cubicBezTo>
                      <a:pt x="173" y="0"/>
                      <a:pt x="170" y="0"/>
                      <a:pt x="167" y="1"/>
                    </a:cubicBezTo>
                    <a:cubicBezTo>
                      <a:pt x="1" y="7"/>
                      <a:pt x="7" y="255"/>
                      <a:pt x="167" y="255"/>
                    </a:cubicBezTo>
                    <a:cubicBezTo>
                      <a:pt x="170" y="255"/>
                      <a:pt x="173" y="255"/>
                      <a:pt x="176" y="254"/>
                    </a:cubicBezTo>
                    <a:cubicBezTo>
                      <a:pt x="258" y="251"/>
                      <a:pt x="305" y="207"/>
                      <a:pt x="298" y="123"/>
                    </a:cubicBezTo>
                    <a:cubicBezTo>
                      <a:pt x="301" y="36"/>
                      <a:pt x="247" y="0"/>
                      <a:pt x="1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5" name="Google Shape;8715;p29"/>
              <p:cNvSpPr/>
              <p:nvPr/>
            </p:nvSpPr>
            <p:spPr>
              <a:xfrm>
                <a:off x="6759181" y="4128008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16" y="1"/>
                    </a:moveTo>
                    <a:cubicBezTo>
                      <a:pt x="82" y="48"/>
                      <a:pt x="25" y="91"/>
                      <a:pt x="16" y="145"/>
                    </a:cubicBezTo>
                    <a:cubicBezTo>
                      <a:pt x="0" y="220"/>
                      <a:pt x="54" y="273"/>
                      <a:pt x="135" y="276"/>
                    </a:cubicBezTo>
                    <a:cubicBezTo>
                      <a:pt x="140" y="277"/>
                      <a:pt x="144" y="277"/>
                      <a:pt x="148" y="277"/>
                    </a:cubicBezTo>
                    <a:cubicBezTo>
                      <a:pt x="220" y="277"/>
                      <a:pt x="272" y="228"/>
                      <a:pt x="264" y="154"/>
                    </a:cubicBezTo>
                    <a:cubicBezTo>
                      <a:pt x="257" y="101"/>
                      <a:pt x="207" y="54"/>
                      <a:pt x="176" y="4"/>
                    </a:cubicBez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6" name="Google Shape;8716;p29"/>
              <p:cNvSpPr/>
              <p:nvPr/>
            </p:nvSpPr>
            <p:spPr>
              <a:xfrm>
                <a:off x="6616538" y="4168064"/>
                <a:ext cx="2864" cy="8091"/>
              </a:xfrm>
              <a:custGeom>
                <a:avLst/>
                <a:gdLst/>
                <a:ahLst/>
                <a:cxnLst/>
                <a:rect l="l" t="t" r="r" b="b"/>
                <a:pathLst>
                  <a:path w="86" h="243" extrusionOk="0">
                    <a:moveTo>
                      <a:pt x="0" y="1"/>
                    </a:moveTo>
                    <a:lnTo>
                      <a:pt x="0" y="242"/>
                    </a:lnTo>
                    <a:cubicBezTo>
                      <a:pt x="54" y="230"/>
                      <a:pt x="85" y="198"/>
                      <a:pt x="85" y="161"/>
                    </a:cubicBezTo>
                    <a:cubicBezTo>
                      <a:pt x="82" y="64"/>
                      <a:pt x="54" y="17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7" name="Google Shape;8717;p29"/>
              <p:cNvSpPr/>
              <p:nvPr/>
            </p:nvSpPr>
            <p:spPr>
              <a:xfrm>
                <a:off x="6774132" y="4143558"/>
                <a:ext cx="9057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9" extrusionOk="0">
                    <a:moveTo>
                      <a:pt x="132" y="0"/>
                    </a:moveTo>
                    <a:cubicBezTo>
                      <a:pt x="50" y="0"/>
                      <a:pt x="12" y="47"/>
                      <a:pt x="12" y="126"/>
                    </a:cubicBezTo>
                    <a:cubicBezTo>
                      <a:pt x="0" y="198"/>
                      <a:pt x="57" y="258"/>
                      <a:pt x="124" y="258"/>
                    </a:cubicBezTo>
                    <a:cubicBezTo>
                      <a:pt x="128" y="258"/>
                      <a:pt x="131" y="258"/>
                      <a:pt x="134" y="257"/>
                    </a:cubicBezTo>
                    <a:cubicBezTo>
                      <a:pt x="139" y="258"/>
                      <a:pt x="144" y="258"/>
                      <a:pt x="149" y="258"/>
                    </a:cubicBezTo>
                    <a:cubicBezTo>
                      <a:pt x="218" y="258"/>
                      <a:pt x="272" y="199"/>
                      <a:pt x="266" y="129"/>
                    </a:cubicBezTo>
                    <a:cubicBezTo>
                      <a:pt x="266" y="59"/>
                      <a:pt x="230" y="0"/>
                      <a:pt x="147" y="0"/>
                    </a:cubicBezTo>
                    <a:cubicBezTo>
                      <a:pt x="145" y="0"/>
                      <a:pt x="143" y="0"/>
                      <a:pt x="141" y="1"/>
                    </a:cubicBezTo>
                    <a:cubicBezTo>
                      <a:pt x="138" y="0"/>
                      <a:pt x="135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8" name="Google Shape;8718;p29"/>
              <p:cNvSpPr/>
              <p:nvPr/>
            </p:nvSpPr>
            <p:spPr>
              <a:xfrm>
                <a:off x="6719858" y="4252072"/>
                <a:ext cx="93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7" extrusionOk="0">
                    <a:moveTo>
                      <a:pt x="97" y="1"/>
                    </a:moveTo>
                    <a:cubicBezTo>
                      <a:pt x="66" y="54"/>
                      <a:pt x="16" y="101"/>
                      <a:pt x="9" y="154"/>
                    </a:cubicBezTo>
                    <a:cubicBezTo>
                      <a:pt x="0" y="228"/>
                      <a:pt x="56" y="277"/>
                      <a:pt x="128" y="277"/>
                    </a:cubicBezTo>
                    <a:cubicBezTo>
                      <a:pt x="132" y="277"/>
                      <a:pt x="137" y="277"/>
                      <a:pt x="141" y="276"/>
                    </a:cubicBezTo>
                    <a:cubicBezTo>
                      <a:pt x="216" y="270"/>
                      <a:pt x="282" y="226"/>
                      <a:pt x="260" y="142"/>
                    </a:cubicBezTo>
                    <a:cubicBezTo>
                      <a:pt x="248" y="88"/>
                      <a:pt x="191" y="48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19" name="Google Shape;8719;p29"/>
              <p:cNvSpPr/>
              <p:nvPr/>
            </p:nvSpPr>
            <p:spPr>
              <a:xfrm>
                <a:off x="6755119" y="4210718"/>
                <a:ext cx="8358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75" extrusionOk="0">
                    <a:moveTo>
                      <a:pt x="112" y="1"/>
                    </a:moveTo>
                    <a:cubicBezTo>
                      <a:pt x="54" y="1"/>
                      <a:pt x="0" y="34"/>
                      <a:pt x="0" y="118"/>
                    </a:cubicBezTo>
                    <a:cubicBezTo>
                      <a:pt x="3" y="199"/>
                      <a:pt x="41" y="246"/>
                      <a:pt x="154" y="274"/>
                    </a:cubicBezTo>
                    <a:cubicBezTo>
                      <a:pt x="188" y="224"/>
                      <a:pt x="251" y="177"/>
                      <a:pt x="251" y="130"/>
                    </a:cubicBezTo>
                    <a:cubicBezTo>
                      <a:pt x="238" y="71"/>
                      <a:pt x="201" y="24"/>
                      <a:pt x="147" y="5"/>
                    </a:cubicBezTo>
                    <a:cubicBezTo>
                      <a:pt x="136" y="2"/>
                      <a:pt x="124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0" name="Google Shape;8720;p29"/>
              <p:cNvSpPr/>
              <p:nvPr/>
            </p:nvSpPr>
            <p:spPr>
              <a:xfrm>
                <a:off x="6733410" y="3972545"/>
                <a:ext cx="7525" cy="589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7" extrusionOk="0">
                    <a:moveTo>
                      <a:pt x="220" y="0"/>
                    </a:moveTo>
                    <a:lnTo>
                      <a:pt x="0" y="132"/>
                    </a:lnTo>
                    <a:cubicBezTo>
                      <a:pt x="22" y="159"/>
                      <a:pt x="54" y="177"/>
                      <a:pt x="88" y="177"/>
                    </a:cubicBezTo>
                    <a:cubicBezTo>
                      <a:pt x="93" y="177"/>
                      <a:pt x="98" y="176"/>
                      <a:pt x="104" y="176"/>
                    </a:cubicBezTo>
                    <a:cubicBezTo>
                      <a:pt x="191" y="173"/>
                      <a:pt x="226" y="126"/>
                      <a:pt x="226" y="44"/>
                    </a:cubicBezTo>
                    <a:cubicBezTo>
                      <a:pt x="226" y="28"/>
                      <a:pt x="226" y="13"/>
                      <a:pt x="2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1" name="Google Shape;8721;p29"/>
              <p:cNvSpPr/>
              <p:nvPr/>
            </p:nvSpPr>
            <p:spPr>
              <a:xfrm>
                <a:off x="6655162" y="4317767"/>
                <a:ext cx="90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6" extrusionOk="0">
                    <a:moveTo>
                      <a:pt x="153" y="0"/>
                    </a:moveTo>
                    <a:cubicBezTo>
                      <a:pt x="147" y="0"/>
                      <a:pt x="141" y="1"/>
                      <a:pt x="135" y="2"/>
                    </a:cubicBezTo>
                    <a:cubicBezTo>
                      <a:pt x="131" y="2"/>
                      <a:pt x="128" y="2"/>
                      <a:pt x="125" y="2"/>
                    </a:cubicBezTo>
                    <a:cubicBezTo>
                      <a:pt x="54" y="2"/>
                      <a:pt x="0" y="65"/>
                      <a:pt x="9" y="134"/>
                    </a:cubicBezTo>
                    <a:cubicBezTo>
                      <a:pt x="16" y="221"/>
                      <a:pt x="60" y="256"/>
                      <a:pt x="175" y="256"/>
                    </a:cubicBezTo>
                    <a:cubicBezTo>
                      <a:pt x="177" y="256"/>
                      <a:pt x="178" y="256"/>
                      <a:pt x="180" y="256"/>
                    </a:cubicBezTo>
                    <a:cubicBezTo>
                      <a:pt x="234" y="256"/>
                      <a:pt x="266" y="200"/>
                      <a:pt x="266" y="124"/>
                    </a:cubicBezTo>
                    <a:cubicBezTo>
                      <a:pt x="272" y="58"/>
                      <a:pt x="218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2" name="Google Shape;8722;p29"/>
              <p:cNvSpPr/>
              <p:nvPr/>
            </p:nvSpPr>
            <p:spPr>
              <a:xfrm>
                <a:off x="6769004" y="4257367"/>
                <a:ext cx="9290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4" extrusionOk="0">
                    <a:moveTo>
                      <a:pt x="112" y="0"/>
                    </a:moveTo>
                    <a:cubicBezTo>
                      <a:pt x="46" y="0"/>
                      <a:pt x="0" y="54"/>
                      <a:pt x="3" y="130"/>
                    </a:cubicBezTo>
                    <a:cubicBezTo>
                      <a:pt x="0" y="197"/>
                      <a:pt x="54" y="253"/>
                      <a:pt x="120" y="253"/>
                    </a:cubicBezTo>
                    <a:cubicBezTo>
                      <a:pt x="125" y="253"/>
                      <a:pt x="130" y="253"/>
                      <a:pt x="135" y="252"/>
                    </a:cubicBezTo>
                    <a:cubicBezTo>
                      <a:pt x="216" y="249"/>
                      <a:pt x="263" y="208"/>
                      <a:pt x="279" y="92"/>
                    </a:cubicBezTo>
                    <a:cubicBezTo>
                      <a:pt x="229" y="61"/>
                      <a:pt x="182" y="8"/>
                      <a:pt x="128" y="1"/>
                    </a:cubicBezTo>
                    <a:cubicBezTo>
                      <a:pt x="123" y="1"/>
                      <a:pt x="118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3" name="Google Shape;8723;p29"/>
              <p:cNvSpPr/>
              <p:nvPr/>
            </p:nvSpPr>
            <p:spPr>
              <a:xfrm>
                <a:off x="6842124" y="4165367"/>
                <a:ext cx="94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5" extrusionOk="0">
                    <a:moveTo>
                      <a:pt x="151" y="0"/>
                    </a:moveTo>
                    <a:cubicBezTo>
                      <a:pt x="75" y="0"/>
                      <a:pt x="28" y="36"/>
                      <a:pt x="1" y="145"/>
                    </a:cubicBezTo>
                    <a:cubicBezTo>
                      <a:pt x="48" y="182"/>
                      <a:pt x="92" y="239"/>
                      <a:pt x="142" y="251"/>
                    </a:cubicBezTo>
                    <a:cubicBezTo>
                      <a:pt x="152" y="254"/>
                      <a:pt x="162" y="255"/>
                      <a:pt x="171" y="255"/>
                    </a:cubicBezTo>
                    <a:cubicBezTo>
                      <a:pt x="233" y="255"/>
                      <a:pt x="274" y="203"/>
                      <a:pt x="280" y="135"/>
                    </a:cubicBezTo>
                    <a:cubicBezTo>
                      <a:pt x="283" y="54"/>
                      <a:pt x="245" y="4"/>
                      <a:pt x="161" y="0"/>
                    </a:cubicBezTo>
                    <a:cubicBezTo>
                      <a:pt x="157" y="0"/>
                      <a:pt x="154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4" name="Google Shape;8724;p29"/>
              <p:cNvSpPr/>
              <p:nvPr/>
            </p:nvSpPr>
            <p:spPr>
              <a:xfrm>
                <a:off x="6895565" y="3978072"/>
                <a:ext cx="9223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6" extrusionOk="0">
                    <a:moveTo>
                      <a:pt x="148" y="0"/>
                    </a:moveTo>
                    <a:cubicBezTo>
                      <a:pt x="63" y="3"/>
                      <a:pt x="22" y="44"/>
                      <a:pt x="0" y="157"/>
                    </a:cubicBezTo>
                    <a:cubicBezTo>
                      <a:pt x="47" y="191"/>
                      <a:pt x="94" y="245"/>
                      <a:pt x="148" y="254"/>
                    </a:cubicBezTo>
                    <a:cubicBezTo>
                      <a:pt x="155" y="255"/>
                      <a:pt x="161" y="256"/>
                      <a:pt x="168" y="256"/>
                    </a:cubicBezTo>
                    <a:cubicBezTo>
                      <a:pt x="235" y="256"/>
                      <a:pt x="276" y="200"/>
                      <a:pt x="276" y="129"/>
                    </a:cubicBezTo>
                    <a:cubicBezTo>
                      <a:pt x="273" y="50"/>
                      <a:pt x="235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5" name="Google Shape;8725;p29"/>
              <p:cNvSpPr/>
              <p:nvPr/>
            </p:nvSpPr>
            <p:spPr>
              <a:xfrm>
                <a:off x="6676106" y="4154945"/>
                <a:ext cx="9323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8" extrusionOk="0">
                    <a:moveTo>
                      <a:pt x="154" y="0"/>
                    </a:moveTo>
                    <a:cubicBezTo>
                      <a:pt x="42" y="22"/>
                      <a:pt x="1" y="78"/>
                      <a:pt x="4" y="154"/>
                    </a:cubicBezTo>
                    <a:cubicBezTo>
                      <a:pt x="1" y="222"/>
                      <a:pt x="55" y="278"/>
                      <a:pt x="122" y="278"/>
                    </a:cubicBezTo>
                    <a:cubicBezTo>
                      <a:pt x="128" y="278"/>
                      <a:pt x="135" y="277"/>
                      <a:pt x="142" y="276"/>
                    </a:cubicBezTo>
                    <a:cubicBezTo>
                      <a:pt x="217" y="270"/>
                      <a:pt x="280" y="226"/>
                      <a:pt x="258" y="141"/>
                    </a:cubicBezTo>
                    <a:cubicBezTo>
                      <a:pt x="245" y="88"/>
                      <a:pt x="192" y="47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6" name="Google Shape;8726;p29"/>
              <p:cNvSpPr/>
              <p:nvPr/>
            </p:nvSpPr>
            <p:spPr>
              <a:xfrm>
                <a:off x="6643142" y="4254803"/>
                <a:ext cx="8890" cy="93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0" extrusionOk="0">
                    <a:moveTo>
                      <a:pt x="151" y="0"/>
                    </a:moveTo>
                    <a:cubicBezTo>
                      <a:pt x="35" y="25"/>
                      <a:pt x="1" y="75"/>
                      <a:pt x="1" y="157"/>
                    </a:cubicBezTo>
                    <a:cubicBezTo>
                      <a:pt x="1" y="238"/>
                      <a:pt x="50" y="279"/>
                      <a:pt x="124" y="279"/>
                    </a:cubicBezTo>
                    <a:cubicBezTo>
                      <a:pt x="127" y="279"/>
                      <a:pt x="129" y="279"/>
                      <a:pt x="132" y="279"/>
                    </a:cubicBezTo>
                    <a:cubicBezTo>
                      <a:pt x="214" y="276"/>
                      <a:pt x="267" y="223"/>
                      <a:pt x="254" y="144"/>
                    </a:cubicBezTo>
                    <a:cubicBezTo>
                      <a:pt x="245" y="94"/>
                      <a:pt x="189" y="47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7" name="Google Shape;8727;p29"/>
              <p:cNvSpPr/>
              <p:nvPr/>
            </p:nvSpPr>
            <p:spPr>
              <a:xfrm>
                <a:off x="6684563" y="4198598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8" y="0"/>
                    </a:moveTo>
                    <a:cubicBezTo>
                      <a:pt x="142" y="0"/>
                      <a:pt x="136" y="1"/>
                      <a:pt x="129" y="2"/>
                    </a:cubicBezTo>
                    <a:cubicBezTo>
                      <a:pt x="51" y="5"/>
                      <a:pt x="1" y="49"/>
                      <a:pt x="7" y="137"/>
                    </a:cubicBezTo>
                    <a:cubicBezTo>
                      <a:pt x="13" y="222"/>
                      <a:pt x="60" y="256"/>
                      <a:pt x="154" y="256"/>
                    </a:cubicBezTo>
                    <a:cubicBezTo>
                      <a:pt x="229" y="256"/>
                      <a:pt x="264" y="200"/>
                      <a:pt x="264" y="124"/>
                    </a:cubicBezTo>
                    <a:cubicBezTo>
                      <a:pt x="267" y="56"/>
                      <a:pt x="213" y="0"/>
                      <a:pt x="1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8" name="Google Shape;8728;p29"/>
              <p:cNvSpPr/>
              <p:nvPr/>
            </p:nvSpPr>
            <p:spPr>
              <a:xfrm>
                <a:off x="6676039" y="4247977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2" y="0"/>
                    </a:moveTo>
                    <a:cubicBezTo>
                      <a:pt x="54" y="0"/>
                      <a:pt x="0" y="57"/>
                      <a:pt x="9" y="127"/>
                    </a:cubicBezTo>
                    <a:cubicBezTo>
                      <a:pt x="0" y="197"/>
                      <a:pt x="54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13" y="255"/>
                      <a:pt x="266" y="218"/>
                      <a:pt x="266" y="152"/>
                    </a:cubicBezTo>
                    <a:cubicBezTo>
                      <a:pt x="266" y="42"/>
                      <a:pt x="219" y="5"/>
                      <a:pt x="138" y="1"/>
                    </a:cubicBezTo>
                    <a:cubicBezTo>
                      <a:pt x="132" y="1"/>
                      <a:pt x="127" y="0"/>
                      <a:pt x="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29" name="Google Shape;8729;p29"/>
              <p:cNvSpPr/>
              <p:nvPr/>
            </p:nvSpPr>
            <p:spPr>
              <a:xfrm>
                <a:off x="6779426" y="4063312"/>
                <a:ext cx="8791" cy="862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59" extrusionOk="0">
                    <a:moveTo>
                      <a:pt x="153" y="0"/>
                    </a:moveTo>
                    <a:cubicBezTo>
                      <a:pt x="151" y="0"/>
                      <a:pt x="149" y="1"/>
                      <a:pt x="148" y="1"/>
                    </a:cubicBezTo>
                    <a:cubicBezTo>
                      <a:pt x="38" y="4"/>
                      <a:pt x="0" y="54"/>
                      <a:pt x="0" y="135"/>
                    </a:cubicBezTo>
                    <a:cubicBezTo>
                      <a:pt x="0" y="217"/>
                      <a:pt x="47" y="258"/>
                      <a:pt x="121" y="258"/>
                    </a:cubicBezTo>
                    <a:cubicBezTo>
                      <a:pt x="123" y="258"/>
                      <a:pt x="126" y="258"/>
                      <a:pt x="129" y="258"/>
                    </a:cubicBezTo>
                    <a:cubicBezTo>
                      <a:pt x="132" y="258"/>
                      <a:pt x="136" y="258"/>
                      <a:pt x="139" y="258"/>
                    </a:cubicBezTo>
                    <a:cubicBezTo>
                      <a:pt x="209" y="258"/>
                      <a:pt x="263" y="198"/>
                      <a:pt x="254" y="126"/>
                    </a:cubicBezTo>
                    <a:cubicBezTo>
                      <a:pt x="251" y="53"/>
                      <a:pt x="213" y="0"/>
                      <a:pt x="1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0" name="Google Shape;8730;p29"/>
              <p:cNvSpPr/>
              <p:nvPr/>
            </p:nvSpPr>
            <p:spPr>
              <a:xfrm>
                <a:off x="6640844" y="4155645"/>
                <a:ext cx="88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6" extrusionOk="0">
                    <a:moveTo>
                      <a:pt x="143" y="0"/>
                    </a:moveTo>
                    <a:cubicBezTo>
                      <a:pt x="139" y="0"/>
                      <a:pt x="134" y="1"/>
                      <a:pt x="129" y="1"/>
                    </a:cubicBezTo>
                    <a:cubicBezTo>
                      <a:pt x="45" y="4"/>
                      <a:pt x="1" y="45"/>
                      <a:pt x="4" y="130"/>
                    </a:cubicBezTo>
                    <a:cubicBezTo>
                      <a:pt x="1" y="217"/>
                      <a:pt x="57" y="255"/>
                      <a:pt x="132" y="255"/>
                    </a:cubicBezTo>
                    <a:cubicBezTo>
                      <a:pt x="136" y="255"/>
                      <a:pt x="139" y="255"/>
                      <a:pt x="143" y="255"/>
                    </a:cubicBezTo>
                    <a:cubicBezTo>
                      <a:pt x="213" y="255"/>
                      <a:pt x="267" y="195"/>
                      <a:pt x="261" y="123"/>
                    </a:cubicBezTo>
                    <a:cubicBezTo>
                      <a:pt x="258" y="49"/>
                      <a:pt x="219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1" name="Google Shape;8731;p29"/>
              <p:cNvSpPr/>
              <p:nvPr/>
            </p:nvSpPr>
            <p:spPr>
              <a:xfrm>
                <a:off x="6637315" y="4219009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99" y="0"/>
                    </a:moveTo>
                    <a:cubicBezTo>
                      <a:pt x="48" y="0"/>
                      <a:pt x="13" y="52"/>
                      <a:pt x="10" y="126"/>
                    </a:cubicBezTo>
                    <a:cubicBezTo>
                      <a:pt x="1" y="197"/>
                      <a:pt x="57" y="258"/>
                      <a:pt x="128" y="258"/>
                    </a:cubicBezTo>
                    <a:cubicBezTo>
                      <a:pt x="131" y="258"/>
                      <a:pt x="135" y="258"/>
                      <a:pt x="138" y="257"/>
                    </a:cubicBezTo>
                    <a:cubicBezTo>
                      <a:pt x="213" y="257"/>
                      <a:pt x="266" y="220"/>
                      <a:pt x="263" y="132"/>
                    </a:cubicBezTo>
                    <a:cubicBezTo>
                      <a:pt x="263" y="47"/>
                      <a:pt x="223" y="3"/>
                      <a:pt x="104" y="0"/>
                    </a:cubicBezTo>
                    <a:cubicBezTo>
                      <a:pt x="102" y="0"/>
                      <a:pt x="101" y="0"/>
                      <a:pt x="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2" name="Google Shape;8732;p29"/>
              <p:cNvSpPr/>
              <p:nvPr/>
            </p:nvSpPr>
            <p:spPr>
              <a:xfrm>
                <a:off x="6637315" y="4198531"/>
                <a:ext cx="8890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8" extrusionOk="0">
                    <a:moveTo>
                      <a:pt x="128" y="1"/>
                    </a:moveTo>
                    <a:cubicBezTo>
                      <a:pt x="57" y="1"/>
                      <a:pt x="0" y="61"/>
                      <a:pt x="6" y="130"/>
                    </a:cubicBezTo>
                    <a:cubicBezTo>
                      <a:pt x="6" y="208"/>
                      <a:pt x="47" y="258"/>
                      <a:pt x="135" y="258"/>
                    </a:cubicBezTo>
                    <a:cubicBezTo>
                      <a:pt x="219" y="258"/>
                      <a:pt x="260" y="214"/>
                      <a:pt x="263" y="104"/>
                    </a:cubicBezTo>
                    <a:cubicBezTo>
                      <a:pt x="266" y="45"/>
                      <a:pt x="213" y="4"/>
                      <a:pt x="138" y="1"/>
                    </a:cubicBezTo>
                    <a:cubicBezTo>
                      <a:pt x="134" y="1"/>
                      <a:pt x="131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3" name="Google Shape;8733;p29"/>
              <p:cNvSpPr/>
              <p:nvPr/>
            </p:nvSpPr>
            <p:spPr>
              <a:xfrm>
                <a:off x="6912480" y="4089084"/>
                <a:ext cx="3996" cy="842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53" extrusionOk="0">
                    <a:moveTo>
                      <a:pt x="109" y="0"/>
                    </a:moveTo>
                    <a:cubicBezTo>
                      <a:pt x="43" y="0"/>
                      <a:pt x="0" y="58"/>
                      <a:pt x="3" y="129"/>
                    </a:cubicBezTo>
                    <a:cubicBezTo>
                      <a:pt x="6" y="196"/>
                      <a:pt x="39" y="252"/>
                      <a:pt x="104" y="252"/>
                    </a:cubicBezTo>
                    <a:cubicBezTo>
                      <a:pt x="109" y="252"/>
                      <a:pt x="114" y="252"/>
                      <a:pt x="119" y="251"/>
                    </a:cubicBezTo>
                    <a:lnTo>
                      <a:pt x="119" y="1"/>
                    </a:lnTo>
                    <a:cubicBezTo>
                      <a:pt x="116" y="0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4" name="Google Shape;8734;p29"/>
              <p:cNvSpPr/>
              <p:nvPr/>
            </p:nvSpPr>
            <p:spPr>
              <a:xfrm>
                <a:off x="6616538" y="4276079"/>
                <a:ext cx="1299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39" h="192" extrusionOk="0">
                    <a:moveTo>
                      <a:pt x="0" y="0"/>
                    </a:moveTo>
                    <a:lnTo>
                      <a:pt x="0" y="192"/>
                    </a:lnTo>
                    <a:cubicBezTo>
                      <a:pt x="26" y="167"/>
                      <a:pt x="38" y="132"/>
                      <a:pt x="35" y="94"/>
                    </a:cubicBezTo>
                    <a:cubicBezTo>
                      <a:pt x="38" y="60"/>
                      <a:pt x="26" y="2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5" name="Google Shape;8735;p29"/>
              <p:cNvSpPr/>
              <p:nvPr/>
            </p:nvSpPr>
            <p:spPr>
              <a:xfrm>
                <a:off x="6647537" y="4106931"/>
                <a:ext cx="91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7" extrusionOk="0">
                    <a:moveTo>
                      <a:pt x="126" y="1"/>
                    </a:moveTo>
                    <a:cubicBezTo>
                      <a:pt x="38" y="1"/>
                      <a:pt x="0" y="57"/>
                      <a:pt x="0" y="132"/>
                    </a:cubicBezTo>
                    <a:cubicBezTo>
                      <a:pt x="0" y="203"/>
                      <a:pt x="44" y="256"/>
                      <a:pt x="108" y="256"/>
                    </a:cubicBezTo>
                    <a:cubicBezTo>
                      <a:pt x="115" y="256"/>
                      <a:pt x="122" y="256"/>
                      <a:pt x="129" y="254"/>
                    </a:cubicBezTo>
                    <a:cubicBezTo>
                      <a:pt x="182" y="245"/>
                      <a:pt x="226" y="189"/>
                      <a:pt x="276" y="154"/>
                    </a:cubicBezTo>
                    <a:cubicBezTo>
                      <a:pt x="254" y="41"/>
                      <a:pt x="210" y="1"/>
                      <a:pt x="1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6" name="Google Shape;8736;p29"/>
              <p:cNvSpPr/>
              <p:nvPr/>
            </p:nvSpPr>
            <p:spPr>
              <a:xfrm>
                <a:off x="6873556" y="3916573"/>
                <a:ext cx="9090" cy="92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8" extrusionOk="0">
                    <a:moveTo>
                      <a:pt x="150" y="0"/>
                    </a:moveTo>
                    <a:cubicBezTo>
                      <a:pt x="145" y="0"/>
                      <a:pt x="140" y="1"/>
                      <a:pt x="135" y="1"/>
                    </a:cubicBezTo>
                    <a:cubicBezTo>
                      <a:pt x="56" y="1"/>
                      <a:pt x="0" y="58"/>
                      <a:pt x="16" y="133"/>
                    </a:cubicBezTo>
                    <a:cubicBezTo>
                      <a:pt x="25" y="186"/>
                      <a:pt x="82" y="227"/>
                      <a:pt x="116" y="277"/>
                    </a:cubicBezTo>
                    <a:cubicBezTo>
                      <a:pt x="232" y="255"/>
                      <a:pt x="270" y="202"/>
                      <a:pt x="266" y="124"/>
                    </a:cubicBezTo>
                    <a:cubicBezTo>
                      <a:pt x="272" y="57"/>
                      <a:pt x="218" y="0"/>
                      <a:pt x="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7" name="Google Shape;8737;p29"/>
              <p:cNvSpPr/>
              <p:nvPr/>
            </p:nvSpPr>
            <p:spPr>
              <a:xfrm>
                <a:off x="6865831" y="4140295"/>
                <a:ext cx="8990" cy="865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0" extrusionOk="0">
                    <a:moveTo>
                      <a:pt x="130" y="1"/>
                    </a:moveTo>
                    <a:cubicBezTo>
                      <a:pt x="60" y="1"/>
                      <a:pt x="4" y="58"/>
                      <a:pt x="10" y="130"/>
                    </a:cubicBezTo>
                    <a:cubicBezTo>
                      <a:pt x="1" y="200"/>
                      <a:pt x="55" y="259"/>
                      <a:pt x="123" y="259"/>
                    </a:cubicBezTo>
                    <a:cubicBezTo>
                      <a:pt x="128" y="259"/>
                      <a:pt x="133" y="259"/>
                      <a:pt x="138" y="258"/>
                    </a:cubicBezTo>
                    <a:cubicBezTo>
                      <a:pt x="220" y="255"/>
                      <a:pt x="267" y="218"/>
                      <a:pt x="267" y="124"/>
                    </a:cubicBezTo>
                    <a:cubicBezTo>
                      <a:pt x="270" y="42"/>
                      <a:pt x="216" y="4"/>
                      <a:pt x="141" y="1"/>
                    </a:cubicBezTo>
                    <a:cubicBezTo>
                      <a:pt x="138" y="1"/>
                      <a:pt x="134" y="1"/>
                      <a:pt x="1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8" name="Google Shape;8738;p29"/>
              <p:cNvSpPr/>
              <p:nvPr/>
            </p:nvSpPr>
            <p:spPr>
              <a:xfrm>
                <a:off x="6780991" y="4242616"/>
                <a:ext cx="94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57" extrusionOk="0">
                    <a:moveTo>
                      <a:pt x="115" y="1"/>
                    </a:moveTo>
                    <a:cubicBezTo>
                      <a:pt x="51" y="1"/>
                      <a:pt x="7" y="57"/>
                      <a:pt x="7" y="128"/>
                    </a:cubicBezTo>
                    <a:cubicBezTo>
                      <a:pt x="1" y="200"/>
                      <a:pt x="54" y="257"/>
                      <a:pt x="124" y="257"/>
                    </a:cubicBezTo>
                    <a:cubicBezTo>
                      <a:pt x="128" y="257"/>
                      <a:pt x="131" y="257"/>
                      <a:pt x="135" y="256"/>
                    </a:cubicBezTo>
                    <a:cubicBezTo>
                      <a:pt x="217" y="253"/>
                      <a:pt x="264" y="216"/>
                      <a:pt x="282" y="100"/>
                    </a:cubicBezTo>
                    <a:cubicBezTo>
                      <a:pt x="235" y="65"/>
                      <a:pt x="188" y="12"/>
                      <a:pt x="135" y="3"/>
                    </a:cubicBezTo>
                    <a:cubicBezTo>
                      <a:pt x="128" y="1"/>
                      <a:pt x="122" y="1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39" name="Google Shape;8739;p29"/>
              <p:cNvSpPr/>
              <p:nvPr/>
            </p:nvSpPr>
            <p:spPr>
              <a:xfrm>
                <a:off x="6781623" y="3943510"/>
                <a:ext cx="8058" cy="6726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02" extrusionOk="0">
                    <a:moveTo>
                      <a:pt x="226" y="1"/>
                    </a:moveTo>
                    <a:lnTo>
                      <a:pt x="0" y="136"/>
                    </a:lnTo>
                    <a:cubicBezTo>
                      <a:pt x="18" y="174"/>
                      <a:pt x="61" y="202"/>
                      <a:pt x="106" y="202"/>
                    </a:cubicBezTo>
                    <a:cubicBezTo>
                      <a:pt x="108" y="202"/>
                      <a:pt x="111" y="202"/>
                      <a:pt x="113" y="202"/>
                    </a:cubicBezTo>
                    <a:cubicBezTo>
                      <a:pt x="191" y="202"/>
                      <a:pt x="241" y="164"/>
                      <a:pt x="241" y="76"/>
                    </a:cubicBezTo>
                    <a:cubicBezTo>
                      <a:pt x="241" y="51"/>
                      <a:pt x="235" y="23"/>
                      <a:pt x="2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0" name="Google Shape;8740;p29"/>
              <p:cNvSpPr/>
              <p:nvPr/>
            </p:nvSpPr>
            <p:spPr>
              <a:xfrm>
                <a:off x="6632920" y="4084323"/>
                <a:ext cx="9323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7" extrusionOk="0">
                    <a:moveTo>
                      <a:pt x="169" y="0"/>
                    </a:moveTo>
                    <a:cubicBezTo>
                      <a:pt x="161" y="0"/>
                      <a:pt x="153" y="1"/>
                      <a:pt x="145" y="3"/>
                    </a:cubicBezTo>
                    <a:cubicBezTo>
                      <a:pt x="91" y="12"/>
                      <a:pt x="47" y="68"/>
                      <a:pt x="0" y="106"/>
                    </a:cubicBezTo>
                    <a:cubicBezTo>
                      <a:pt x="26" y="219"/>
                      <a:pt x="73" y="256"/>
                      <a:pt x="154" y="256"/>
                    </a:cubicBezTo>
                    <a:cubicBezTo>
                      <a:pt x="242" y="256"/>
                      <a:pt x="279" y="200"/>
                      <a:pt x="276" y="125"/>
                    </a:cubicBezTo>
                    <a:cubicBezTo>
                      <a:pt x="276" y="53"/>
                      <a:pt x="232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1" name="Google Shape;8741;p29"/>
              <p:cNvSpPr/>
              <p:nvPr/>
            </p:nvSpPr>
            <p:spPr>
              <a:xfrm>
                <a:off x="6625494" y="4274448"/>
                <a:ext cx="9223" cy="8491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5" extrusionOk="0">
                    <a:moveTo>
                      <a:pt x="111" y="1"/>
                    </a:moveTo>
                    <a:cubicBezTo>
                      <a:pt x="45" y="1"/>
                      <a:pt x="4" y="54"/>
                      <a:pt x="1" y="125"/>
                    </a:cubicBezTo>
                    <a:cubicBezTo>
                      <a:pt x="1" y="199"/>
                      <a:pt x="43" y="255"/>
                      <a:pt x="109" y="255"/>
                    </a:cubicBezTo>
                    <a:cubicBezTo>
                      <a:pt x="116" y="255"/>
                      <a:pt x="122" y="254"/>
                      <a:pt x="129" y="253"/>
                    </a:cubicBezTo>
                    <a:cubicBezTo>
                      <a:pt x="180" y="247"/>
                      <a:pt x="227" y="194"/>
                      <a:pt x="277" y="159"/>
                    </a:cubicBezTo>
                    <a:cubicBezTo>
                      <a:pt x="277" y="140"/>
                      <a:pt x="277" y="122"/>
                      <a:pt x="277" y="100"/>
                    </a:cubicBezTo>
                    <a:cubicBezTo>
                      <a:pt x="230" y="65"/>
                      <a:pt x="186" y="15"/>
                      <a:pt x="133" y="2"/>
                    </a:cubicBezTo>
                    <a:cubicBezTo>
                      <a:pt x="125" y="1"/>
                      <a:pt x="118" y="1"/>
                      <a:pt x="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2" name="Google Shape;8742;p29"/>
              <p:cNvSpPr/>
              <p:nvPr/>
            </p:nvSpPr>
            <p:spPr>
              <a:xfrm>
                <a:off x="6788316" y="4113557"/>
                <a:ext cx="93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57" extrusionOk="0">
                    <a:moveTo>
                      <a:pt x="115" y="0"/>
                    </a:moveTo>
                    <a:cubicBezTo>
                      <a:pt x="48" y="0"/>
                      <a:pt x="6" y="59"/>
                      <a:pt x="9" y="131"/>
                    </a:cubicBezTo>
                    <a:cubicBezTo>
                      <a:pt x="0" y="198"/>
                      <a:pt x="54" y="257"/>
                      <a:pt x="123" y="257"/>
                    </a:cubicBezTo>
                    <a:cubicBezTo>
                      <a:pt x="128" y="257"/>
                      <a:pt x="133" y="257"/>
                      <a:pt x="138" y="256"/>
                    </a:cubicBezTo>
                    <a:cubicBezTo>
                      <a:pt x="222" y="253"/>
                      <a:pt x="263" y="212"/>
                      <a:pt x="282" y="99"/>
                    </a:cubicBezTo>
                    <a:cubicBezTo>
                      <a:pt x="235" y="65"/>
                      <a:pt x="188" y="12"/>
                      <a:pt x="134" y="2"/>
                    </a:cubicBezTo>
                    <a:cubicBezTo>
                      <a:pt x="128" y="1"/>
                      <a:pt x="121" y="0"/>
                      <a:pt x="1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3" name="Google Shape;8743;p29"/>
              <p:cNvSpPr/>
              <p:nvPr/>
            </p:nvSpPr>
            <p:spPr>
              <a:xfrm>
                <a:off x="6621033" y="4223803"/>
                <a:ext cx="9190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6" extrusionOk="0">
                    <a:moveTo>
                      <a:pt x="151" y="0"/>
                    </a:moveTo>
                    <a:cubicBezTo>
                      <a:pt x="69" y="0"/>
                      <a:pt x="19" y="35"/>
                      <a:pt x="13" y="119"/>
                    </a:cubicBezTo>
                    <a:cubicBezTo>
                      <a:pt x="1" y="191"/>
                      <a:pt x="55" y="255"/>
                      <a:pt x="125" y="255"/>
                    </a:cubicBezTo>
                    <a:cubicBezTo>
                      <a:pt x="128" y="255"/>
                      <a:pt x="132" y="255"/>
                      <a:pt x="135" y="254"/>
                    </a:cubicBezTo>
                    <a:cubicBezTo>
                      <a:pt x="141" y="255"/>
                      <a:pt x="148" y="256"/>
                      <a:pt x="154" y="256"/>
                    </a:cubicBezTo>
                    <a:cubicBezTo>
                      <a:pt x="219" y="256"/>
                      <a:pt x="275" y="200"/>
                      <a:pt x="270" y="132"/>
                    </a:cubicBezTo>
                    <a:cubicBezTo>
                      <a:pt x="273" y="57"/>
                      <a:pt x="238" y="0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4" name="Google Shape;8744;p29"/>
              <p:cNvSpPr/>
              <p:nvPr/>
            </p:nvSpPr>
            <p:spPr>
              <a:xfrm>
                <a:off x="6820348" y="4062480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25" y="0"/>
                    </a:moveTo>
                    <a:cubicBezTo>
                      <a:pt x="57" y="0"/>
                      <a:pt x="0" y="60"/>
                      <a:pt x="9" y="129"/>
                    </a:cubicBezTo>
                    <a:cubicBezTo>
                      <a:pt x="9" y="214"/>
                      <a:pt x="50" y="258"/>
                      <a:pt x="166" y="276"/>
                    </a:cubicBezTo>
                    <a:cubicBezTo>
                      <a:pt x="200" y="226"/>
                      <a:pt x="254" y="182"/>
                      <a:pt x="260" y="129"/>
                    </a:cubicBezTo>
                    <a:cubicBezTo>
                      <a:pt x="272" y="54"/>
                      <a:pt x="216" y="1"/>
                      <a:pt x="135" y="1"/>
                    </a:cubicBezTo>
                    <a:cubicBezTo>
                      <a:pt x="131" y="0"/>
                      <a:pt x="128" y="0"/>
                      <a:pt x="1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5" name="Google Shape;8745;p29"/>
              <p:cNvSpPr/>
              <p:nvPr/>
            </p:nvSpPr>
            <p:spPr>
              <a:xfrm>
                <a:off x="6896198" y="4050160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23" y="1"/>
                    </a:moveTo>
                    <a:cubicBezTo>
                      <a:pt x="49" y="1"/>
                      <a:pt x="0" y="39"/>
                      <a:pt x="0" y="123"/>
                    </a:cubicBezTo>
                    <a:cubicBezTo>
                      <a:pt x="0" y="201"/>
                      <a:pt x="31" y="255"/>
                      <a:pt x="151" y="277"/>
                    </a:cubicBezTo>
                    <a:cubicBezTo>
                      <a:pt x="185" y="230"/>
                      <a:pt x="241" y="186"/>
                      <a:pt x="251" y="132"/>
                    </a:cubicBezTo>
                    <a:cubicBezTo>
                      <a:pt x="266" y="57"/>
                      <a:pt x="213" y="1"/>
                      <a:pt x="132" y="1"/>
                    </a:cubicBezTo>
                    <a:cubicBezTo>
                      <a:pt x="129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6" name="Google Shape;8746;p29"/>
              <p:cNvSpPr/>
              <p:nvPr/>
            </p:nvSpPr>
            <p:spPr>
              <a:xfrm>
                <a:off x="6788483" y="3962722"/>
                <a:ext cx="9223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77" extrusionOk="0">
                    <a:moveTo>
                      <a:pt x="139" y="1"/>
                    </a:moveTo>
                    <a:cubicBezTo>
                      <a:pt x="61" y="1"/>
                      <a:pt x="1" y="51"/>
                      <a:pt x="14" y="129"/>
                    </a:cubicBezTo>
                    <a:cubicBezTo>
                      <a:pt x="20" y="182"/>
                      <a:pt x="73" y="226"/>
                      <a:pt x="108" y="276"/>
                    </a:cubicBezTo>
                    <a:lnTo>
                      <a:pt x="167" y="276"/>
                    </a:lnTo>
                    <a:cubicBezTo>
                      <a:pt x="202" y="229"/>
                      <a:pt x="255" y="186"/>
                      <a:pt x="264" y="132"/>
                    </a:cubicBezTo>
                    <a:cubicBezTo>
                      <a:pt x="277" y="57"/>
                      <a:pt x="220" y="4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7" name="Google Shape;8747;p29"/>
              <p:cNvSpPr/>
              <p:nvPr/>
            </p:nvSpPr>
            <p:spPr>
              <a:xfrm>
                <a:off x="6907985" y="4021125"/>
                <a:ext cx="8491" cy="9157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75" extrusionOk="0">
                    <a:moveTo>
                      <a:pt x="146" y="1"/>
                    </a:moveTo>
                    <a:cubicBezTo>
                      <a:pt x="142" y="1"/>
                      <a:pt x="137" y="1"/>
                      <a:pt x="132" y="2"/>
                    </a:cubicBezTo>
                    <a:cubicBezTo>
                      <a:pt x="129" y="1"/>
                      <a:pt x="125" y="1"/>
                      <a:pt x="122" y="1"/>
                    </a:cubicBezTo>
                    <a:cubicBezTo>
                      <a:pt x="55" y="1"/>
                      <a:pt x="1" y="64"/>
                      <a:pt x="10" y="133"/>
                    </a:cubicBezTo>
                    <a:cubicBezTo>
                      <a:pt x="13" y="218"/>
                      <a:pt x="53" y="259"/>
                      <a:pt x="169" y="274"/>
                    </a:cubicBezTo>
                    <a:cubicBezTo>
                      <a:pt x="204" y="237"/>
                      <a:pt x="232" y="193"/>
                      <a:pt x="254" y="146"/>
                    </a:cubicBezTo>
                    <a:lnTo>
                      <a:pt x="254" y="70"/>
                    </a:lnTo>
                    <a:cubicBezTo>
                      <a:pt x="234" y="28"/>
                      <a:pt x="194" y="1"/>
                      <a:pt x="1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8" name="Google Shape;8748;p29"/>
              <p:cNvSpPr/>
              <p:nvPr/>
            </p:nvSpPr>
            <p:spPr>
              <a:xfrm>
                <a:off x="6644906" y="4179285"/>
                <a:ext cx="9223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4" extrusionOk="0">
                    <a:moveTo>
                      <a:pt x="166" y="1"/>
                    </a:moveTo>
                    <a:cubicBezTo>
                      <a:pt x="160" y="1"/>
                      <a:pt x="152" y="1"/>
                      <a:pt x="145" y="2"/>
                    </a:cubicBezTo>
                    <a:cubicBezTo>
                      <a:pt x="95" y="12"/>
                      <a:pt x="48" y="65"/>
                      <a:pt x="1" y="100"/>
                    </a:cubicBezTo>
                    <a:cubicBezTo>
                      <a:pt x="23" y="215"/>
                      <a:pt x="67" y="253"/>
                      <a:pt x="151" y="253"/>
                    </a:cubicBezTo>
                    <a:cubicBezTo>
                      <a:pt x="239" y="253"/>
                      <a:pt x="277" y="203"/>
                      <a:pt x="277" y="125"/>
                    </a:cubicBezTo>
                    <a:cubicBezTo>
                      <a:pt x="277" y="54"/>
                      <a:pt x="233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49" name="Google Shape;8749;p29"/>
              <p:cNvSpPr/>
              <p:nvPr/>
            </p:nvSpPr>
            <p:spPr>
              <a:xfrm>
                <a:off x="6759914" y="4057585"/>
                <a:ext cx="88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77" extrusionOk="0">
                    <a:moveTo>
                      <a:pt x="151" y="0"/>
                    </a:moveTo>
                    <a:cubicBezTo>
                      <a:pt x="35" y="22"/>
                      <a:pt x="0" y="69"/>
                      <a:pt x="0" y="151"/>
                    </a:cubicBezTo>
                    <a:cubicBezTo>
                      <a:pt x="3" y="238"/>
                      <a:pt x="57" y="276"/>
                      <a:pt x="132" y="276"/>
                    </a:cubicBezTo>
                    <a:cubicBezTo>
                      <a:pt x="213" y="273"/>
                      <a:pt x="267" y="220"/>
                      <a:pt x="254" y="141"/>
                    </a:cubicBezTo>
                    <a:cubicBezTo>
                      <a:pt x="242" y="91"/>
                      <a:pt x="188" y="47"/>
                      <a:pt x="1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0" name="Google Shape;8750;p29"/>
              <p:cNvSpPr/>
              <p:nvPr/>
            </p:nvSpPr>
            <p:spPr>
              <a:xfrm>
                <a:off x="6722355" y="4003944"/>
                <a:ext cx="89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77" extrusionOk="0">
                    <a:moveTo>
                      <a:pt x="116" y="0"/>
                    </a:moveTo>
                    <a:cubicBezTo>
                      <a:pt x="82" y="47"/>
                      <a:pt x="25" y="91"/>
                      <a:pt x="16" y="145"/>
                    </a:cubicBezTo>
                    <a:cubicBezTo>
                      <a:pt x="0" y="220"/>
                      <a:pt x="57" y="276"/>
                      <a:pt x="135" y="276"/>
                    </a:cubicBezTo>
                    <a:cubicBezTo>
                      <a:pt x="138" y="276"/>
                      <a:pt x="141" y="276"/>
                      <a:pt x="143" y="276"/>
                    </a:cubicBezTo>
                    <a:cubicBezTo>
                      <a:pt x="214" y="276"/>
                      <a:pt x="267" y="238"/>
                      <a:pt x="267" y="154"/>
                    </a:cubicBezTo>
                    <a:cubicBezTo>
                      <a:pt x="270" y="69"/>
                      <a:pt x="229" y="26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1" name="Google Shape;8751;p29"/>
              <p:cNvSpPr/>
              <p:nvPr/>
            </p:nvSpPr>
            <p:spPr>
              <a:xfrm>
                <a:off x="6818749" y="3924231"/>
                <a:ext cx="2431" cy="1498"/>
              </a:xfrm>
              <a:custGeom>
                <a:avLst/>
                <a:gdLst/>
                <a:ahLst/>
                <a:cxnLst/>
                <a:rect l="l" t="t" r="r" b="b"/>
                <a:pathLst>
                  <a:path w="73" h="45" extrusionOk="0">
                    <a:moveTo>
                      <a:pt x="73" y="0"/>
                    </a:moveTo>
                    <a:lnTo>
                      <a:pt x="1" y="44"/>
                    </a:lnTo>
                    <a:cubicBezTo>
                      <a:pt x="29" y="41"/>
                      <a:pt x="54" y="25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2" name="Google Shape;8752;p29"/>
              <p:cNvSpPr/>
              <p:nvPr/>
            </p:nvSpPr>
            <p:spPr>
              <a:xfrm>
                <a:off x="6759081" y="4269187"/>
                <a:ext cx="9090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77" extrusionOk="0">
                    <a:moveTo>
                      <a:pt x="104" y="1"/>
                    </a:moveTo>
                    <a:cubicBezTo>
                      <a:pt x="69" y="51"/>
                      <a:pt x="16" y="98"/>
                      <a:pt x="10" y="148"/>
                    </a:cubicBezTo>
                    <a:cubicBezTo>
                      <a:pt x="0" y="226"/>
                      <a:pt x="60" y="276"/>
                      <a:pt x="138" y="276"/>
                    </a:cubicBezTo>
                    <a:cubicBezTo>
                      <a:pt x="141" y="277"/>
                      <a:pt x="145" y="277"/>
                      <a:pt x="148" y="277"/>
                    </a:cubicBezTo>
                    <a:cubicBezTo>
                      <a:pt x="216" y="277"/>
                      <a:pt x="272" y="214"/>
                      <a:pt x="260" y="145"/>
                    </a:cubicBezTo>
                    <a:cubicBezTo>
                      <a:pt x="260" y="60"/>
                      <a:pt x="216" y="19"/>
                      <a:pt x="1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3" name="Google Shape;8753;p29"/>
              <p:cNvSpPr/>
              <p:nvPr/>
            </p:nvSpPr>
            <p:spPr>
              <a:xfrm>
                <a:off x="6695518" y="4101304"/>
                <a:ext cx="8924" cy="922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7" extrusionOk="0">
                    <a:moveTo>
                      <a:pt x="117" y="0"/>
                    </a:moveTo>
                    <a:cubicBezTo>
                      <a:pt x="79" y="47"/>
                      <a:pt x="26" y="91"/>
                      <a:pt x="16" y="144"/>
                    </a:cubicBezTo>
                    <a:cubicBezTo>
                      <a:pt x="1" y="220"/>
                      <a:pt x="57" y="276"/>
                      <a:pt x="136" y="276"/>
                    </a:cubicBezTo>
                    <a:cubicBezTo>
                      <a:pt x="211" y="276"/>
                      <a:pt x="267" y="242"/>
                      <a:pt x="267" y="151"/>
                    </a:cubicBezTo>
                    <a:cubicBezTo>
                      <a:pt x="267" y="66"/>
                      <a:pt x="226" y="25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4" name="Google Shape;8754;p29"/>
              <p:cNvSpPr/>
              <p:nvPr/>
            </p:nvSpPr>
            <p:spPr>
              <a:xfrm>
                <a:off x="6873656" y="4197099"/>
                <a:ext cx="9290" cy="839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2" extrusionOk="0">
                    <a:moveTo>
                      <a:pt x="152" y="0"/>
                    </a:moveTo>
                    <a:cubicBezTo>
                      <a:pt x="149" y="0"/>
                      <a:pt x="147" y="0"/>
                      <a:pt x="144" y="0"/>
                    </a:cubicBezTo>
                    <a:cubicBezTo>
                      <a:pt x="60" y="0"/>
                      <a:pt x="22" y="47"/>
                      <a:pt x="0" y="160"/>
                    </a:cubicBezTo>
                    <a:cubicBezTo>
                      <a:pt x="50" y="191"/>
                      <a:pt x="97" y="245"/>
                      <a:pt x="151" y="251"/>
                    </a:cubicBezTo>
                    <a:cubicBezTo>
                      <a:pt x="156" y="252"/>
                      <a:pt x="161" y="252"/>
                      <a:pt x="167" y="252"/>
                    </a:cubicBezTo>
                    <a:cubicBezTo>
                      <a:pt x="233" y="252"/>
                      <a:pt x="279" y="198"/>
                      <a:pt x="276" y="122"/>
                    </a:cubicBezTo>
                    <a:cubicBezTo>
                      <a:pt x="273" y="49"/>
                      <a:pt x="234" y="0"/>
                      <a:pt x="1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5" name="Google Shape;8755;p29"/>
              <p:cNvSpPr/>
              <p:nvPr/>
            </p:nvSpPr>
            <p:spPr>
              <a:xfrm>
                <a:off x="6725085" y="4036508"/>
                <a:ext cx="9057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6" extrusionOk="0">
                    <a:moveTo>
                      <a:pt x="137" y="0"/>
                    </a:moveTo>
                    <a:cubicBezTo>
                      <a:pt x="134" y="0"/>
                      <a:pt x="131" y="0"/>
                      <a:pt x="128" y="0"/>
                    </a:cubicBezTo>
                    <a:cubicBezTo>
                      <a:pt x="126" y="0"/>
                      <a:pt x="123" y="0"/>
                      <a:pt x="121" y="0"/>
                    </a:cubicBezTo>
                    <a:cubicBezTo>
                      <a:pt x="39" y="0"/>
                      <a:pt x="6" y="55"/>
                      <a:pt x="6" y="129"/>
                    </a:cubicBezTo>
                    <a:cubicBezTo>
                      <a:pt x="0" y="199"/>
                      <a:pt x="57" y="255"/>
                      <a:pt x="122" y="255"/>
                    </a:cubicBezTo>
                    <a:cubicBezTo>
                      <a:pt x="127" y="255"/>
                      <a:pt x="132" y="255"/>
                      <a:pt x="138" y="254"/>
                    </a:cubicBezTo>
                    <a:cubicBezTo>
                      <a:pt x="139" y="254"/>
                      <a:pt x="141" y="254"/>
                      <a:pt x="143" y="254"/>
                    </a:cubicBezTo>
                    <a:cubicBezTo>
                      <a:pt x="216" y="254"/>
                      <a:pt x="272" y="193"/>
                      <a:pt x="260" y="122"/>
                    </a:cubicBezTo>
                    <a:cubicBezTo>
                      <a:pt x="257" y="41"/>
                      <a:pt x="216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6" name="Google Shape;8756;p29"/>
              <p:cNvSpPr/>
              <p:nvPr/>
            </p:nvSpPr>
            <p:spPr>
              <a:xfrm>
                <a:off x="6751690" y="4157409"/>
                <a:ext cx="8890" cy="85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57" extrusionOk="0">
                    <a:moveTo>
                      <a:pt x="124" y="1"/>
                    </a:moveTo>
                    <a:cubicBezTo>
                      <a:pt x="54" y="1"/>
                      <a:pt x="0" y="61"/>
                      <a:pt x="6" y="133"/>
                    </a:cubicBezTo>
                    <a:cubicBezTo>
                      <a:pt x="0" y="200"/>
                      <a:pt x="57" y="256"/>
                      <a:pt x="123" y="256"/>
                    </a:cubicBezTo>
                    <a:cubicBezTo>
                      <a:pt x="128" y="256"/>
                      <a:pt x="133" y="256"/>
                      <a:pt x="138" y="255"/>
                    </a:cubicBezTo>
                    <a:cubicBezTo>
                      <a:pt x="222" y="252"/>
                      <a:pt x="263" y="211"/>
                      <a:pt x="263" y="124"/>
                    </a:cubicBezTo>
                    <a:cubicBezTo>
                      <a:pt x="266" y="36"/>
                      <a:pt x="210" y="1"/>
                      <a:pt x="135" y="1"/>
                    </a:cubicBezTo>
                    <a:cubicBezTo>
                      <a:pt x="131" y="1"/>
                      <a:pt x="128" y="1"/>
                      <a:pt x="12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7" name="Google Shape;8757;p29"/>
              <p:cNvSpPr/>
              <p:nvPr/>
            </p:nvSpPr>
            <p:spPr>
              <a:xfrm>
                <a:off x="6844022" y="4050493"/>
                <a:ext cx="9323" cy="78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37" extrusionOk="0">
                    <a:moveTo>
                      <a:pt x="129" y="0"/>
                    </a:moveTo>
                    <a:cubicBezTo>
                      <a:pt x="88" y="0"/>
                      <a:pt x="44" y="66"/>
                      <a:pt x="0" y="104"/>
                    </a:cubicBezTo>
                    <a:cubicBezTo>
                      <a:pt x="50" y="151"/>
                      <a:pt x="94" y="210"/>
                      <a:pt x="151" y="235"/>
                    </a:cubicBezTo>
                    <a:cubicBezTo>
                      <a:pt x="152" y="236"/>
                      <a:pt x="154" y="236"/>
                      <a:pt x="157" y="236"/>
                    </a:cubicBezTo>
                    <a:cubicBezTo>
                      <a:pt x="186" y="236"/>
                      <a:pt x="238" y="177"/>
                      <a:pt x="276" y="147"/>
                    </a:cubicBezTo>
                    <a:cubicBezTo>
                      <a:pt x="279" y="129"/>
                      <a:pt x="279" y="110"/>
                      <a:pt x="279" y="94"/>
                    </a:cubicBezTo>
                    <a:cubicBezTo>
                      <a:pt x="229" y="60"/>
                      <a:pt x="179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8" name="Google Shape;8758;p29"/>
              <p:cNvSpPr/>
              <p:nvPr/>
            </p:nvSpPr>
            <p:spPr>
              <a:xfrm>
                <a:off x="6616538" y="4331485"/>
                <a:ext cx="6826" cy="795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39" extrusionOk="0">
                    <a:moveTo>
                      <a:pt x="109" y="1"/>
                    </a:moveTo>
                    <a:cubicBezTo>
                      <a:pt x="93" y="1"/>
                      <a:pt x="76" y="4"/>
                      <a:pt x="66" y="10"/>
                    </a:cubicBezTo>
                    <a:cubicBezTo>
                      <a:pt x="41" y="22"/>
                      <a:pt x="19" y="41"/>
                      <a:pt x="0" y="63"/>
                    </a:cubicBezTo>
                    <a:lnTo>
                      <a:pt x="0" y="207"/>
                    </a:lnTo>
                    <a:cubicBezTo>
                      <a:pt x="22" y="223"/>
                      <a:pt x="44" y="232"/>
                      <a:pt x="69" y="239"/>
                    </a:cubicBezTo>
                    <a:cubicBezTo>
                      <a:pt x="120" y="236"/>
                      <a:pt x="163" y="210"/>
                      <a:pt x="189" y="167"/>
                    </a:cubicBezTo>
                    <a:cubicBezTo>
                      <a:pt x="204" y="123"/>
                      <a:pt x="182" y="60"/>
                      <a:pt x="160" y="16"/>
                    </a:cubicBezTo>
                    <a:cubicBezTo>
                      <a:pt x="157" y="7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59" name="Google Shape;8759;p29"/>
              <p:cNvSpPr/>
              <p:nvPr/>
            </p:nvSpPr>
            <p:spPr>
              <a:xfrm>
                <a:off x="6859571" y="4080294"/>
                <a:ext cx="8458" cy="8224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47" extrusionOk="0">
                    <a:moveTo>
                      <a:pt x="112" y="1"/>
                    </a:moveTo>
                    <a:cubicBezTo>
                      <a:pt x="52" y="1"/>
                      <a:pt x="12" y="33"/>
                      <a:pt x="10" y="108"/>
                    </a:cubicBezTo>
                    <a:cubicBezTo>
                      <a:pt x="0" y="177"/>
                      <a:pt x="50" y="236"/>
                      <a:pt x="119" y="243"/>
                    </a:cubicBezTo>
                    <a:cubicBezTo>
                      <a:pt x="130" y="245"/>
                      <a:pt x="140" y="246"/>
                      <a:pt x="148" y="246"/>
                    </a:cubicBezTo>
                    <a:cubicBezTo>
                      <a:pt x="218" y="246"/>
                      <a:pt x="187" y="169"/>
                      <a:pt x="207" y="127"/>
                    </a:cubicBezTo>
                    <a:cubicBezTo>
                      <a:pt x="254" y="24"/>
                      <a:pt x="249" y="1"/>
                      <a:pt x="150" y="1"/>
                    </a:cubicBezTo>
                    <a:cubicBezTo>
                      <a:pt x="144" y="1"/>
                      <a:pt x="136" y="1"/>
                      <a:pt x="129" y="1"/>
                    </a:cubicBezTo>
                    <a:cubicBezTo>
                      <a:pt x="123" y="1"/>
                      <a:pt x="117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0" name="Google Shape;8760;p29"/>
              <p:cNvSpPr/>
              <p:nvPr/>
            </p:nvSpPr>
            <p:spPr>
              <a:xfrm>
                <a:off x="6829804" y="4046631"/>
                <a:ext cx="8291" cy="939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82" extrusionOk="0">
                    <a:moveTo>
                      <a:pt x="114" y="0"/>
                    </a:moveTo>
                    <a:lnTo>
                      <a:pt x="54" y="28"/>
                    </a:lnTo>
                    <a:cubicBezTo>
                      <a:pt x="35" y="72"/>
                      <a:pt x="1" y="116"/>
                      <a:pt x="4" y="160"/>
                    </a:cubicBezTo>
                    <a:cubicBezTo>
                      <a:pt x="7" y="227"/>
                      <a:pt x="47" y="282"/>
                      <a:pt x="113" y="282"/>
                    </a:cubicBezTo>
                    <a:cubicBezTo>
                      <a:pt x="121" y="282"/>
                      <a:pt x="130" y="281"/>
                      <a:pt x="139" y="279"/>
                    </a:cubicBezTo>
                    <a:cubicBezTo>
                      <a:pt x="180" y="273"/>
                      <a:pt x="249" y="204"/>
                      <a:pt x="242" y="194"/>
                    </a:cubicBezTo>
                    <a:cubicBezTo>
                      <a:pt x="205" y="126"/>
                      <a:pt x="161" y="63"/>
                      <a:pt x="1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1" name="Google Shape;8761;p29"/>
              <p:cNvSpPr/>
              <p:nvPr/>
            </p:nvSpPr>
            <p:spPr>
              <a:xfrm>
                <a:off x="6879383" y="4080727"/>
                <a:ext cx="9723" cy="8591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58" extrusionOk="0">
                    <a:moveTo>
                      <a:pt x="189" y="1"/>
                    </a:moveTo>
                    <a:cubicBezTo>
                      <a:pt x="126" y="57"/>
                      <a:pt x="66" y="111"/>
                      <a:pt x="1" y="173"/>
                    </a:cubicBezTo>
                    <a:cubicBezTo>
                      <a:pt x="48" y="226"/>
                      <a:pt x="92" y="257"/>
                      <a:pt x="135" y="257"/>
                    </a:cubicBezTo>
                    <a:cubicBezTo>
                      <a:pt x="164" y="257"/>
                      <a:pt x="193" y="244"/>
                      <a:pt x="223" y="214"/>
                    </a:cubicBezTo>
                    <a:cubicBezTo>
                      <a:pt x="292" y="145"/>
                      <a:pt x="270" y="73"/>
                      <a:pt x="1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2" name="Google Shape;8762;p29"/>
              <p:cNvSpPr/>
              <p:nvPr/>
            </p:nvSpPr>
            <p:spPr>
              <a:xfrm>
                <a:off x="6718692" y="4183847"/>
                <a:ext cx="9323" cy="7192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16" extrusionOk="0">
                    <a:moveTo>
                      <a:pt x="32" y="0"/>
                    </a:moveTo>
                    <a:cubicBezTo>
                      <a:pt x="26" y="53"/>
                      <a:pt x="0" y="122"/>
                      <a:pt x="26" y="154"/>
                    </a:cubicBezTo>
                    <a:cubicBezTo>
                      <a:pt x="49" y="184"/>
                      <a:pt x="113" y="215"/>
                      <a:pt x="152" y="215"/>
                    </a:cubicBezTo>
                    <a:cubicBezTo>
                      <a:pt x="160" y="215"/>
                      <a:pt x="168" y="214"/>
                      <a:pt x="173" y="210"/>
                    </a:cubicBezTo>
                    <a:cubicBezTo>
                      <a:pt x="223" y="182"/>
                      <a:pt x="245" y="107"/>
                      <a:pt x="279" y="50"/>
                    </a:cubicBezTo>
                    <a:cubicBezTo>
                      <a:pt x="267" y="44"/>
                      <a:pt x="257" y="35"/>
                      <a:pt x="245" y="28"/>
                    </a:cubicBezTo>
                    <a:cubicBezTo>
                      <a:pt x="207" y="47"/>
                      <a:pt x="170" y="63"/>
                      <a:pt x="129" y="85"/>
                    </a:cubicBezTo>
                    <a:cubicBezTo>
                      <a:pt x="110" y="53"/>
                      <a:pt x="94" y="25"/>
                      <a:pt x="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3" name="Google Shape;8763;p29"/>
              <p:cNvSpPr/>
              <p:nvPr/>
            </p:nvSpPr>
            <p:spPr>
              <a:xfrm>
                <a:off x="6619135" y="4321863"/>
                <a:ext cx="7359" cy="765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30" extrusionOk="0">
                    <a:moveTo>
                      <a:pt x="105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60" y="14"/>
                      <a:pt x="23" y="42"/>
                      <a:pt x="7" y="83"/>
                    </a:cubicBezTo>
                    <a:cubicBezTo>
                      <a:pt x="1" y="127"/>
                      <a:pt x="16" y="167"/>
                      <a:pt x="51" y="195"/>
                    </a:cubicBezTo>
                    <a:cubicBezTo>
                      <a:pt x="95" y="221"/>
                      <a:pt x="154" y="217"/>
                      <a:pt x="220" y="230"/>
                    </a:cubicBezTo>
                    <a:cubicBezTo>
                      <a:pt x="205" y="155"/>
                      <a:pt x="205" y="111"/>
                      <a:pt x="186" y="73"/>
                    </a:cubicBezTo>
                    <a:cubicBezTo>
                      <a:pt x="168" y="44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4" name="Google Shape;8764;p29"/>
              <p:cNvSpPr/>
              <p:nvPr/>
            </p:nvSpPr>
            <p:spPr>
              <a:xfrm>
                <a:off x="6716095" y="4163669"/>
                <a:ext cx="942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8" extrusionOk="0">
                    <a:moveTo>
                      <a:pt x="136" y="0"/>
                    </a:moveTo>
                    <a:cubicBezTo>
                      <a:pt x="98" y="0"/>
                      <a:pt x="62" y="12"/>
                      <a:pt x="31" y="36"/>
                    </a:cubicBezTo>
                    <a:cubicBezTo>
                      <a:pt x="0" y="64"/>
                      <a:pt x="13" y="139"/>
                      <a:pt x="16" y="192"/>
                    </a:cubicBezTo>
                    <a:cubicBezTo>
                      <a:pt x="16" y="202"/>
                      <a:pt x="53" y="208"/>
                      <a:pt x="75" y="218"/>
                    </a:cubicBezTo>
                    <a:cubicBezTo>
                      <a:pt x="91" y="180"/>
                      <a:pt x="104" y="139"/>
                      <a:pt x="119" y="98"/>
                    </a:cubicBezTo>
                    <a:cubicBezTo>
                      <a:pt x="125" y="89"/>
                      <a:pt x="135" y="83"/>
                      <a:pt x="154" y="58"/>
                    </a:cubicBezTo>
                    <a:cubicBezTo>
                      <a:pt x="182" y="102"/>
                      <a:pt x="204" y="136"/>
                      <a:pt x="232" y="177"/>
                    </a:cubicBezTo>
                    <a:cubicBezTo>
                      <a:pt x="282" y="102"/>
                      <a:pt x="251" y="36"/>
                      <a:pt x="188" y="8"/>
                    </a:cubicBezTo>
                    <a:cubicBezTo>
                      <a:pt x="171" y="3"/>
                      <a:pt x="153" y="0"/>
                      <a:pt x="1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5" name="Google Shape;8765;p29"/>
              <p:cNvSpPr/>
              <p:nvPr/>
            </p:nvSpPr>
            <p:spPr>
              <a:xfrm>
                <a:off x="6876153" y="4104001"/>
                <a:ext cx="8358" cy="626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8" extrusionOk="0">
                    <a:moveTo>
                      <a:pt x="182" y="1"/>
                    </a:moveTo>
                    <a:cubicBezTo>
                      <a:pt x="153" y="1"/>
                      <a:pt x="123" y="3"/>
                      <a:pt x="94" y="7"/>
                    </a:cubicBezTo>
                    <a:cubicBezTo>
                      <a:pt x="57" y="20"/>
                      <a:pt x="22" y="51"/>
                      <a:pt x="7" y="89"/>
                    </a:cubicBezTo>
                    <a:cubicBezTo>
                      <a:pt x="0" y="114"/>
                      <a:pt x="47" y="164"/>
                      <a:pt x="79" y="176"/>
                    </a:cubicBezTo>
                    <a:cubicBezTo>
                      <a:pt x="98" y="184"/>
                      <a:pt x="117" y="187"/>
                      <a:pt x="133" y="187"/>
                    </a:cubicBezTo>
                    <a:cubicBezTo>
                      <a:pt x="208" y="187"/>
                      <a:pt x="251" y="117"/>
                      <a:pt x="235" y="4"/>
                    </a:cubicBezTo>
                    <a:cubicBezTo>
                      <a:pt x="217" y="2"/>
                      <a:pt x="200" y="1"/>
                      <a:pt x="1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6" name="Google Shape;8766;p29"/>
              <p:cNvSpPr/>
              <p:nvPr/>
            </p:nvSpPr>
            <p:spPr>
              <a:xfrm>
                <a:off x="6616538" y="4049328"/>
                <a:ext cx="7325" cy="679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04" extrusionOk="0">
                    <a:moveTo>
                      <a:pt x="0" y="1"/>
                    </a:moveTo>
                    <a:lnTo>
                      <a:pt x="0" y="135"/>
                    </a:lnTo>
                    <a:cubicBezTo>
                      <a:pt x="4" y="148"/>
                      <a:pt x="10" y="161"/>
                      <a:pt x="16" y="170"/>
                    </a:cubicBezTo>
                    <a:cubicBezTo>
                      <a:pt x="31" y="193"/>
                      <a:pt x="83" y="203"/>
                      <a:pt x="125" y="203"/>
                    </a:cubicBezTo>
                    <a:cubicBezTo>
                      <a:pt x="136" y="203"/>
                      <a:pt x="145" y="202"/>
                      <a:pt x="154" y="201"/>
                    </a:cubicBezTo>
                    <a:cubicBezTo>
                      <a:pt x="182" y="198"/>
                      <a:pt x="217" y="148"/>
                      <a:pt x="220" y="120"/>
                    </a:cubicBezTo>
                    <a:cubicBezTo>
                      <a:pt x="220" y="98"/>
                      <a:pt x="173" y="70"/>
                      <a:pt x="145" y="54"/>
                    </a:cubicBezTo>
                    <a:cubicBezTo>
                      <a:pt x="98" y="32"/>
                      <a:pt x="51" y="1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7" name="Google Shape;8767;p29"/>
              <p:cNvSpPr/>
              <p:nvPr/>
            </p:nvSpPr>
            <p:spPr>
              <a:xfrm>
                <a:off x="6736107" y="4184580"/>
                <a:ext cx="9024" cy="8458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4" extrusionOk="0">
                    <a:moveTo>
                      <a:pt x="126" y="0"/>
                    </a:moveTo>
                    <a:cubicBezTo>
                      <a:pt x="79" y="94"/>
                      <a:pt x="48" y="157"/>
                      <a:pt x="1" y="254"/>
                    </a:cubicBezTo>
                    <a:lnTo>
                      <a:pt x="270" y="16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8" name="Google Shape;8768;p29"/>
              <p:cNvSpPr/>
              <p:nvPr/>
            </p:nvSpPr>
            <p:spPr>
              <a:xfrm>
                <a:off x="6913812" y="4130206"/>
                <a:ext cx="2664" cy="40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23" extrusionOk="0">
                    <a:moveTo>
                      <a:pt x="79" y="0"/>
                    </a:moveTo>
                    <a:lnTo>
                      <a:pt x="1" y="72"/>
                    </a:lnTo>
                    <a:cubicBezTo>
                      <a:pt x="7" y="88"/>
                      <a:pt x="16" y="107"/>
                      <a:pt x="23" y="123"/>
                    </a:cubicBezTo>
                    <a:cubicBezTo>
                      <a:pt x="41" y="119"/>
                      <a:pt x="60" y="119"/>
                      <a:pt x="79" y="116"/>
                    </a:cubicBezTo>
                    <a:lnTo>
                      <a:pt x="7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69" name="Google Shape;8769;p29"/>
              <p:cNvSpPr/>
              <p:nvPr/>
            </p:nvSpPr>
            <p:spPr>
              <a:xfrm>
                <a:off x="6891070" y="4093879"/>
                <a:ext cx="7758" cy="692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08" extrusionOk="0">
                    <a:moveTo>
                      <a:pt x="223" y="7"/>
                    </a:moveTo>
                    <a:cubicBezTo>
                      <a:pt x="173" y="13"/>
                      <a:pt x="107" y="1"/>
                      <a:pt x="73" y="29"/>
                    </a:cubicBezTo>
                    <a:cubicBezTo>
                      <a:pt x="35" y="57"/>
                      <a:pt x="22" y="123"/>
                      <a:pt x="1" y="176"/>
                    </a:cubicBezTo>
                    <a:lnTo>
                      <a:pt x="44" y="208"/>
                    </a:lnTo>
                    <a:cubicBezTo>
                      <a:pt x="107" y="158"/>
                      <a:pt x="170" y="107"/>
                      <a:pt x="232" y="57"/>
                    </a:cubicBezTo>
                    <a:lnTo>
                      <a:pt x="223" y="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70" name="Google Shape;8770;p29"/>
              <p:cNvSpPr/>
              <p:nvPr/>
            </p:nvSpPr>
            <p:spPr>
              <a:xfrm>
                <a:off x="6830037" y="4023456"/>
                <a:ext cx="7226" cy="659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98" extrusionOk="0">
                    <a:moveTo>
                      <a:pt x="198" y="0"/>
                    </a:moveTo>
                    <a:cubicBezTo>
                      <a:pt x="144" y="10"/>
                      <a:pt x="79" y="4"/>
                      <a:pt x="47" y="35"/>
                    </a:cubicBezTo>
                    <a:cubicBezTo>
                      <a:pt x="16" y="63"/>
                      <a:pt x="16" y="132"/>
                      <a:pt x="0" y="182"/>
                    </a:cubicBezTo>
                    <a:lnTo>
                      <a:pt x="47" y="198"/>
                    </a:lnTo>
                    <a:cubicBezTo>
                      <a:pt x="104" y="148"/>
                      <a:pt x="160" y="98"/>
                      <a:pt x="216" y="48"/>
                    </a:cubicBezTo>
                    <a:cubicBezTo>
                      <a:pt x="210" y="32"/>
                      <a:pt x="204" y="16"/>
                      <a:pt x="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71" name="Google Shape;8771;p29"/>
              <p:cNvSpPr/>
              <p:nvPr/>
            </p:nvSpPr>
            <p:spPr>
              <a:xfrm>
                <a:off x="6821779" y="4039605"/>
                <a:ext cx="9223" cy="446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34" extrusionOk="0">
                    <a:moveTo>
                      <a:pt x="160" y="0"/>
                    </a:moveTo>
                    <a:cubicBezTo>
                      <a:pt x="149" y="0"/>
                      <a:pt x="139" y="1"/>
                      <a:pt x="129" y="4"/>
                    </a:cubicBezTo>
                    <a:cubicBezTo>
                      <a:pt x="57" y="26"/>
                      <a:pt x="1" y="80"/>
                      <a:pt x="113" y="123"/>
                    </a:cubicBezTo>
                    <a:cubicBezTo>
                      <a:pt x="129" y="130"/>
                      <a:pt x="144" y="133"/>
                      <a:pt x="159" y="133"/>
                    </a:cubicBezTo>
                    <a:cubicBezTo>
                      <a:pt x="212" y="133"/>
                      <a:pt x="254" y="89"/>
                      <a:pt x="276" y="17"/>
                    </a:cubicBezTo>
                    <a:cubicBezTo>
                      <a:pt x="231" y="12"/>
                      <a:pt x="193" y="0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72" name="Google Shape;8772;p29"/>
              <p:cNvSpPr/>
              <p:nvPr/>
            </p:nvSpPr>
            <p:spPr>
              <a:xfrm>
                <a:off x="6901725" y="4112792"/>
                <a:ext cx="7126" cy="6393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2" extrusionOk="0">
                    <a:moveTo>
                      <a:pt x="188" y="0"/>
                    </a:moveTo>
                    <a:cubicBezTo>
                      <a:pt x="138" y="13"/>
                      <a:pt x="88" y="35"/>
                      <a:pt x="44" y="63"/>
                    </a:cubicBezTo>
                    <a:cubicBezTo>
                      <a:pt x="16" y="85"/>
                      <a:pt x="13" y="135"/>
                      <a:pt x="0" y="172"/>
                    </a:cubicBezTo>
                    <a:lnTo>
                      <a:pt x="47" y="191"/>
                    </a:lnTo>
                    <a:lnTo>
                      <a:pt x="213" y="41"/>
                    </a:lnTo>
                    <a:cubicBezTo>
                      <a:pt x="207" y="28"/>
                      <a:pt x="198" y="13"/>
                      <a:pt x="1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73" name="Google Shape;8773;p29"/>
              <p:cNvSpPr/>
              <p:nvPr/>
            </p:nvSpPr>
            <p:spPr>
              <a:xfrm>
                <a:off x="6734775" y="4198964"/>
                <a:ext cx="4395" cy="9723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92" extrusionOk="0">
                    <a:moveTo>
                      <a:pt x="44" y="1"/>
                    </a:moveTo>
                    <a:cubicBezTo>
                      <a:pt x="28" y="82"/>
                      <a:pt x="0" y="142"/>
                      <a:pt x="13" y="192"/>
                    </a:cubicBezTo>
                    <a:cubicBezTo>
                      <a:pt x="22" y="232"/>
                      <a:pt x="82" y="258"/>
                      <a:pt x="119" y="292"/>
                    </a:cubicBezTo>
                    <a:cubicBezTo>
                      <a:pt x="122" y="283"/>
                      <a:pt x="125" y="273"/>
                      <a:pt x="132" y="267"/>
                    </a:cubicBezTo>
                    <a:cubicBezTo>
                      <a:pt x="107" y="189"/>
                      <a:pt x="82" y="113"/>
                      <a:pt x="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  <p:sp>
            <p:nvSpPr>
              <p:cNvPr id="8774" name="Google Shape;8774;p29"/>
              <p:cNvSpPr/>
              <p:nvPr/>
            </p:nvSpPr>
            <p:spPr>
              <a:xfrm>
                <a:off x="6868961" y="4063645"/>
                <a:ext cx="4195" cy="6693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1" extrusionOk="0">
                    <a:moveTo>
                      <a:pt x="113" y="0"/>
                    </a:moveTo>
                    <a:cubicBezTo>
                      <a:pt x="0" y="97"/>
                      <a:pt x="0" y="125"/>
                      <a:pt x="126" y="201"/>
                    </a:cubicBezTo>
                    <a:cubicBezTo>
                      <a:pt x="122" y="128"/>
                      <a:pt x="119" y="72"/>
                      <a:pt x="1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</p:grpSp>
        <p:sp>
          <p:nvSpPr>
            <p:cNvPr id="8775" name="Google Shape;8775;p29"/>
            <p:cNvSpPr/>
            <p:nvPr/>
          </p:nvSpPr>
          <p:spPr>
            <a:xfrm>
              <a:off x="6315900" y="3866927"/>
              <a:ext cx="300676" cy="511150"/>
            </a:xfrm>
            <a:custGeom>
              <a:avLst/>
              <a:gdLst/>
              <a:ahLst/>
              <a:cxnLst/>
              <a:rect l="l" t="t" r="r" b="b"/>
              <a:pathLst>
                <a:path w="9030" h="15351" extrusionOk="0">
                  <a:moveTo>
                    <a:pt x="361" y="637"/>
                  </a:moveTo>
                  <a:lnTo>
                    <a:pt x="8669" y="5623"/>
                  </a:lnTo>
                  <a:lnTo>
                    <a:pt x="8669" y="14711"/>
                  </a:lnTo>
                  <a:lnTo>
                    <a:pt x="361" y="9728"/>
                  </a:lnTo>
                  <a:lnTo>
                    <a:pt x="361" y="637"/>
                  </a:lnTo>
                  <a:close/>
                  <a:moveTo>
                    <a:pt x="1" y="1"/>
                  </a:moveTo>
                  <a:lnTo>
                    <a:pt x="1" y="9932"/>
                  </a:lnTo>
                  <a:lnTo>
                    <a:pt x="9029" y="15350"/>
                  </a:lnTo>
                  <a:lnTo>
                    <a:pt x="9029" y="15281"/>
                  </a:lnTo>
                  <a:lnTo>
                    <a:pt x="9029" y="541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  <p:sp>
          <p:nvSpPr>
            <p:cNvPr id="8776" name="Google Shape;8776;p29"/>
            <p:cNvSpPr/>
            <p:nvPr/>
          </p:nvSpPr>
          <p:spPr>
            <a:xfrm>
              <a:off x="6315900" y="3686425"/>
              <a:ext cx="601286" cy="360845"/>
            </a:xfrm>
            <a:custGeom>
              <a:avLst/>
              <a:gdLst/>
              <a:ahLst/>
              <a:cxnLst/>
              <a:rect l="l" t="t" r="r" b="b"/>
              <a:pathLst>
                <a:path w="18058" h="10837" extrusionOk="0">
                  <a:moveTo>
                    <a:pt x="9029" y="0"/>
                  </a:moveTo>
                  <a:lnTo>
                    <a:pt x="7751" y="762"/>
                  </a:lnTo>
                  <a:lnTo>
                    <a:pt x="6839" y="1304"/>
                  </a:lnTo>
                  <a:lnTo>
                    <a:pt x="3448" y="3322"/>
                  </a:lnTo>
                  <a:lnTo>
                    <a:pt x="2646" y="3798"/>
                  </a:lnTo>
                  <a:lnTo>
                    <a:pt x="1" y="5375"/>
                  </a:lnTo>
                  <a:lnTo>
                    <a:pt x="1157" y="6074"/>
                  </a:lnTo>
                  <a:lnTo>
                    <a:pt x="1631" y="6359"/>
                  </a:lnTo>
                  <a:lnTo>
                    <a:pt x="5657" y="8797"/>
                  </a:lnTo>
                  <a:lnTo>
                    <a:pt x="6316" y="9195"/>
                  </a:lnTo>
                  <a:lnTo>
                    <a:pt x="9029" y="10837"/>
                  </a:lnTo>
                  <a:lnTo>
                    <a:pt x="10170" y="10148"/>
                  </a:lnTo>
                  <a:lnTo>
                    <a:pt x="10706" y="9822"/>
                  </a:lnTo>
                  <a:lnTo>
                    <a:pt x="14570" y="7484"/>
                  </a:lnTo>
                  <a:lnTo>
                    <a:pt x="15043" y="7199"/>
                  </a:lnTo>
                  <a:lnTo>
                    <a:pt x="18058" y="5375"/>
                  </a:lnTo>
                  <a:lnTo>
                    <a:pt x="14639" y="3338"/>
                  </a:lnTo>
                  <a:lnTo>
                    <a:pt x="13743" y="2808"/>
                  </a:lnTo>
                  <a:lnTo>
                    <a:pt x="13595" y="2720"/>
                  </a:lnTo>
                  <a:lnTo>
                    <a:pt x="13595" y="2720"/>
                  </a:lnTo>
                  <a:cubicBezTo>
                    <a:pt x="13602" y="2727"/>
                    <a:pt x="13602" y="2736"/>
                    <a:pt x="13605" y="2749"/>
                  </a:cubicBezTo>
                  <a:lnTo>
                    <a:pt x="13432" y="2645"/>
                  </a:lnTo>
                  <a:cubicBezTo>
                    <a:pt x="13442" y="2642"/>
                    <a:pt x="13451" y="2639"/>
                    <a:pt x="13461" y="2639"/>
                  </a:cubicBezTo>
                  <a:lnTo>
                    <a:pt x="9913" y="527"/>
                  </a:lnTo>
                  <a:lnTo>
                    <a:pt x="9437" y="245"/>
                  </a:lnTo>
                  <a:lnTo>
                    <a:pt x="90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微軟正黑體" panose="020B0604030504040204" pitchFamily="34" charset="-120"/>
                <a:ea typeface="微軟正黑體" panose="020B0604030504040204" pitchFamily="34" charset="-120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1" name="Google Shape;8811;p32"/>
          <p:cNvSpPr txBox="1">
            <a:spLocks noGrp="1"/>
          </p:cNvSpPr>
          <p:nvPr>
            <p:ph type="title"/>
          </p:nvPr>
        </p:nvSpPr>
        <p:spPr>
          <a:xfrm>
            <a:off x="233916" y="1665703"/>
            <a:ext cx="4047900" cy="25084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4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校內補助</a:t>
            </a:r>
            <a:r>
              <a:rPr lang="en-US" altLang="zh-TW" sz="4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-</a:t>
            </a:r>
            <a:br>
              <a:rPr lang="en-US" altLang="zh-TW" sz="4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</a:br>
            <a:r>
              <a:rPr lang="zh-TW" altLang="en-US" sz="4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學生國際研習服務獎勵</a:t>
            </a:r>
            <a:endParaRPr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grpSp>
        <p:nvGrpSpPr>
          <p:cNvPr id="8812" name="Google Shape;8812;p32"/>
          <p:cNvGrpSpPr/>
          <p:nvPr/>
        </p:nvGrpSpPr>
        <p:grpSpPr>
          <a:xfrm>
            <a:off x="4264061" y="1151732"/>
            <a:ext cx="4879936" cy="3179491"/>
            <a:chOff x="4264061" y="1151732"/>
            <a:chExt cx="4879936" cy="3179491"/>
          </a:xfrm>
        </p:grpSpPr>
        <p:sp>
          <p:nvSpPr>
            <p:cNvPr id="8813" name="Google Shape;8813;p32"/>
            <p:cNvSpPr/>
            <p:nvPr/>
          </p:nvSpPr>
          <p:spPr>
            <a:xfrm>
              <a:off x="7548788" y="1375475"/>
              <a:ext cx="173185" cy="207402"/>
            </a:xfrm>
            <a:custGeom>
              <a:avLst/>
              <a:gdLst/>
              <a:ahLst/>
              <a:cxnLst/>
              <a:rect l="l" t="t" r="r" b="b"/>
              <a:pathLst>
                <a:path w="10047" h="12032" extrusionOk="0">
                  <a:moveTo>
                    <a:pt x="4570" y="0"/>
                  </a:moveTo>
                  <a:cubicBezTo>
                    <a:pt x="2795" y="0"/>
                    <a:pt x="1149" y="491"/>
                    <a:pt x="876" y="1719"/>
                  </a:cubicBezTo>
                  <a:cubicBezTo>
                    <a:pt x="365" y="4022"/>
                    <a:pt x="1" y="6389"/>
                    <a:pt x="471" y="8700"/>
                  </a:cubicBezTo>
                  <a:cubicBezTo>
                    <a:pt x="617" y="9454"/>
                    <a:pt x="844" y="10200"/>
                    <a:pt x="1282" y="10832"/>
                  </a:cubicBezTo>
                  <a:cubicBezTo>
                    <a:pt x="1711" y="11457"/>
                    <a:pt x="2392" y="11951"/>
                    <a:pt x="3154" y="12024"/>
                  </a:cubicBezTo>
                  <a:cubicBezTo>
                    <a:pt x="3213" y="12029"/>
                    <a:pt x="3271" y="12031"/>
                    <a:pt x="3329" y="12031"/>
                  </a:cubicBezTo>
                  <a:cubicBezTo>
                    <a:pt x="4454" y="12031"/>
                    <a:pt x="5416" y="11154"/>
                    <a:pt x="6203" y="10322"/>
                  </a:cubicBezTo>
                  <a:cubicBezTo>
                    <a:pt x="6868" y="9624"/>
                    <a:pt x="7857" y="8984"/>
                    <a:pt x="8838" y="8773"/>
                  </a:cubicBezTo>
                  <a:cubicBezTo>
                    <a:pt x="9292" y="8676"/>
                    <a:pt x="9624" y="8303"/>
                    <a:pt x="9665" y="7841"/>
                  </a:cubicBezTo>
                  <a:cubicBezTo>
                    <a:pt x="9819" y="6235"/>
                    <a:pt x="10046" y="2830"/>
                    <a:pt x="9308" y="1549"/>
                  </a:cubicBezTo>
                  <a:cubicBezTo>
                    <a:pt x="8786" y="638"/>
                    <a:pt x="6594" y="0"/>
                    <a:pt x="4570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2"/>
            <p:cNvSpPr/>
            <p:nvPr/>
          </p:nvSpPr>
          <p:spPr>
            <a:xfrm>
              <a:off x="6210468" y="2722982"/>
              <a:ext cx="184079" cy="980004"/>
            </a:xfrm>
            <a:custGeom>
              <a:avLst/>
              <a:gdLst/>
              <a:ahLst/>
              <a:cxnLst/>
              <a:rect l="l" t="t" r="r" b="b"/>
              <a:pathLst>
                <a:path w="10679" h="56853" extrusionOk="0">
                  <a:moveTo>
                    <a:pt x="9276" y="878"/>
                  </a:moveTo>
                  <a:lnTo>
                    <a:pt x="9268" y="951"/>
                  </a:lnTo>
                  <a:cubicBezTo>
                    <a:pt x="9252" y="1016"/>
                    <a:pt x="9316" y="1024"/>
                    <a:pt x="9373" y="1040"/>
                  </a:cubicBezTo>
                  <a:lnTo>
                    <a:pt x="9389" y="967"/>
                  </a:lnTo>
                  <a:cubicBezTo>
                    <a:pt x="9389" y="967"/>
                    <a:pt x="9341" y="894"/>
                    <a:pt x="9284" y="878"/>
                  </a:cubicBezTo>
                  <a:close/>
                  <a:moveTo>
                    <a:pt x="10200" y="1186"/>
                  </a:moveTo>
                  <a:cubicBezTo>
                    <a:pt x="10257" y="1202"/>
                    <a:pt x="10241" y="1267"/>
                    <a:pt x="10233" y="1332"/>
                  </a:cubicBezTo>
                  <a:cubicBezTo>
                    <a:pt x="10222" y="1381"/>
                    <a:pt x="10218" y="1397"/>
                    <a:pt x="10199" y="1397"/>
                  </a:cubicBezTo>
                  <a:cubicBezTo>
                    <a:pt x="10190" y="1397"/>
                    <a:pt x="10178" y="1394"/>
                    <a:pt x="10160" y="1389"/>
                  </a:cubicBezTo>
                  <a:cubicBezTo>
                    <a:pt x="10135" y="1348"/>
                    <a:pt x="10119" y="1299"/>
                    <a:pt x="10127" y="1243"/>
                  </a:cubicBezTo>
                  <a:lnTo>
                    <a:pt x="10200" y="1186"/>
                  </a:lnTo>
                  <a:close/>
                  <a:moveTo>
                    <a:pt x="10086" y="1951"/>
                  </a:moveTo>
                  <a:cubicBezTo>
                    <a:pt x="10116" y="1951"/>
                    <a:pt x="10110" y="1983"/>
                    <a:pt x="10095" y="2070"/>
                  </a:cubicBezTo>
                  <a:cubicBezTo>
                    <a:pt x="10087" y="2131"/>
                    <a:pt x="10072" y="2192"/>
                    <a:pt x="10023" y="2192"/>
                  </a:cubicBezTo>
                  <a:cubicBezTo>
                    <a:pt x="10020" y="2192"/>
                    <a:pt x="10017" y="2192"/>
                    <a:pt x="10014" y="2191"/>
                  </a:cubicBezTo>
                  <a:lnTo>
                    <a:pt x="10030" y="2126"/>
                  </a:lnTo>
                  <a:cubicBezTo>
                    <a:pt x="10033" y="2127"/>
                    <a:pt x="10036" y="2127"/>
                    <a:pt x="10038" y="2127"/>
                  </a:cubicBezTo>
                  <a:cubicBezTo>
                    <a:pt x="10070" y="2127"/>
                    <a:pt x="10053" y="2093"/>
                    <a:pt x="10015" y="2093"/>
                  </a:cubicBezTo>
                  <a:cubicBezTo>
                    <a:pt x="10000" y="2093"/>
                    <a:pt x="9984" y="2098"/>
                    <a:pt x="9965" y="2110"/>
                  </a:cubicBezTo>
                  <a:lnTo>
                    <a:pt x="9852" y="2094"/>
                  </a:lnTo>
                  <a:cubicBezTo>
                    <a:pt x="9860" y="2021"/>
                    <a:pt x="9925" y="1980"/>
                    <a:pt x="9989" y="1980"/>
                  </a:cubicBezTo>
                  <a:cubicBezTo>
                    <a:pt x="10038" y="1962"/>
                    <a:pt x="10068" y="1951"/>
                    <a:pt x="10086" y="1951"/>
                  </a:cubicBezTo>
                  <a:close/>
                  <a:moveTo>
                    <a:pt x="10370" y="2256"/>
                  </a:moveTo>
                  <a:lnTo>
                    <a:pt x="10297" y="2313"/>
                  </a:lnTo>
                  <a:lnTo>
                    <a:pt x="10281" y="2378"/>
                  </a:lnTo>
                  <a:cubicBezTo>
                    <a:pt x="10296" y="2380"/>
                    <a:pt x="10307" y="2381"/>
                    <a:pt x="10315" y="2381"/>
                  </a:cubicBezTo>
                  <a:cubicBezTo>
                    <a:pt x="10339" y="2381"/>
                    <a:pt x="10342" y="2369"/>
                    <a:pt x="10354" y="2321"/>
                  </a:cubicBezTo>
                  <a:lnTo>
                    <a:pt x="10370" y="2256"/>
                  </a:lnTo>
                  <a:close/>
                  <a:moveTo>
                    <a:pt x="9130" y="5686"/>
                  </a:moveTo>
                  <a:cubicBezTo>
                    <a:pt x="9187" y="5702"/>
                    <a:pt x="9227" y="5840"/>
                    <a:pt x="9211" y="5913"/>
                  </a:cubicBezTo>
                  <a:cubicBezTo>
                    <a:pt x="9208" y="5937"/>
                    <a:pt x="9197" y="5951"/>
                    <a:pt x="9182" y="5951"/>
                  </a:cubicBezTo>
                  <a:cubicBezTo>
                    <a:pt x="9158" y="5951"/>
                    <a:pt x="9126" y="5914"/>
                    <a:pt x="9106" y="5823"/>
                  </a:cubicBezTo>
                  <a:lnTo>
                    <a:pt x="9130" y="5686"/>
                  </a:lnTo>
                  <a:close/>
                  <a:moveTo>
                    <a:pt x="8991" y="6074"/>
                  </a:moveTo>
                  <a:cubicBezTo>
                    <a:pt x="8942" y="6074"/>
                    <a:pt x="8926" y="6139"/>
                    <a:pt x="8903" y="6269"/>
                  </a:cubicBezTo>
                  <a:cubicBezTo>
                    <a:pt x="8903" y="6318"/>
                    <a:pt x="8911" y="6367"/>
                    <a:pt x="8935" y="6415"/>
                  </a:cubicBezTo>
                  <a:cubicBezTo>
                    <a:pt x="8939" y="6416"/>
                    <a:pt x="8943" y="6416"/>
                    <a:pt x="8946" y="6416"/>
                  </a:cubicBezTo>
                  <a:cubicBezTo>
                    <a:pt x="9001" y="6416"/>
                    <a:pt x="9009" y="6354"/>
                    <a:pt x="9025" y="6286"/>
                  </a:cubicBezTo>
                  <a:cubicBezTo>
                    <a:pt x="9106" y="6164"/>
                    <a:pt x="9057" y="6091"/>
                    <a:pt x="9000" y="6075"/>
                  </a:cubicBezTo>
                  <a:cubicBezTo>
                    <a:pt x="8997" y="6074"/>
                    <a:pt x="8994" y="6074"/>
                    <a:pt x="8991" y="6074"/>
                  </a:cubicBezTo>
                  <a:close/>
                  <a:moveTo>
                    <a:pt x="8887" y="9026"/>
                  </a:moveTo>
                  <a:cubicBezTo>
                    <a:pt x="8943" y="9034"/>
                    <a:pt x="8935" y="9107"/>
                    <a:pt x="8919" y="9172"/>
                  </a:cubicBezTo>
                  <a:lnTo>
                    <a:pt x="8862" y="9164"/>
                  </a:lnTo>
                  <a:lnTo>
                    <a:pt x="8814" y="9083"/>
                  </a:lnTo>
                  <a:lnTo>
                    <a:pt x="8887" y="9026"/>
                  </a:lnTo>
                  <a:close/>
                  <a:moveTo>
                    <a:pt x="8554" y="9172"/>
                  </a:moveTo>
                  <a:lnTo>
                    <a:pt x="8652" y="9326"/>
                  </a:lnTo>
                  <a:cubicBezTo>
                    <a:pt x="8757" y="9450"/>
                    <a:pt x="8787" y="9483"/>
                    <a:pt x="8751" y="9483"/>
                  </a:cubicBezTo>
                  <a:cubicBezTo>
                    <a:pt x="8738" y="9483"/>
                    <a:pt x="8715" y="9479"/>
                    <a:pt x="8684" y="9472"/>
                  </a:cubicBezTo>
                  <a:cubicBezTo>
                    <a:pt x="8627" y="9464"/>
                    <a:pt x="8562" y="9448"/>
                    <a:pt x="8530" y="9310"/>
                  </a:cubicBezTo>
                  <a:cubicBezTo>
                    <a:pt x="8546" y="9237"/>
                    <a:pt x="8554" y="9172"/>
                    <a:pt x="8554" y="9172"/>
                  </a:cubicBezTo>
                  <a:close/>
                  <a:moveTo>
                    <a:pt x="8516" y="10793"/>
                  </a:moveTo>
                  <a:cubicBezTo>
                    <a:pt x="8540" y="10793"/>
                    <a:pt x="8582" y="10850"/>
                    <a:pt x="8660" y="10915"/>
                  </a:cubicBezTo>
                  <a:cubicBezTo>
                    <a:pt x="8682" y="10997"/>
                    <a:pt x="8692" y="11033"/>
                    <a:pt x="8678" y="11033"/>
                  </a:cubicBezTo>
                  <a:cubicBezTo>
                    <a:pt x="8667" y="11033"/>
                    <a:pt x="8641" y="11011"/>
                    <a:pt x="8595" y="10972"/>
                  </a:cubicBezTo>
                  <a:cubicBezTo>
                    <a:pt x="8546" y="10899"/>
                    <a:pt x="8498" y="10818"/>
                    <a:pt x="8498" y="10818"/>
                  </a:cubicBezTo>
                  <a:cubicBezTo>
                    <a:pt x="8502" y="10801"/>
                    <a:pt x="8508" y="10793"/>
                    <a:pt x="8516" y="10793"/>
                  </a:cubicBezTo>
                  <a:close/>
                  <a:moveTo>
                    <a:pt x="8222" y="11321"/>
                  </a:moveTo>
                  <a:cubicBezTo>
                    <a:pt x="8287" y="11329"/>
                    <a:pt x="8327" y="11410"/>
                    <a:pt x="8327" y="11410"/>
                  </a:cubicBezTo>
                  <a:lnTo>
                    <a:pt x="8319" y="11475"/>
                  </a:lnTo>
                  <a:cubicBezTo>
                    <a:pt x="8262" y="11466"/>
                    <a:pt x="8198" y="11458"/>
                    <a:pt x="8214" y="11385"/>
                  </a:cubicBezTo>
                  <a:lnTo>
                    <a:pt x="8222" y="11321"/>
                  </a:lnTo>
                  <a:close/>
                  <a:moveTo>
                    <a:pt x="8522" y="12342"/>
                  </a:moveTo>
                  <a:lnTo>
                    <a:pt x="8643" y="12366"/>
                  </a:lnTo>
                  <a:lnTo>
                    <a:pt x="8579" y="12350"/>
                  </a:lnTo>
                  <a:cubicBezTo>
                    <a:pt x="8558" y="12347"/>
                    <a:pt x="8537" y="12344"/>
                    <a:pt x="8522" y="12342"/>
                  </a:cubicBezTo>
                  <a:close/>
                  <a:moveTo>
                    <a:pt x="7871" y="12618"/>
                  </a:moveTo>
                  <a:cubicBezTo>
                    <a:pt x="7883" y="12618"/>
                    <a:pt x="7904" y="12726"/>
                    <a:pt x="7898" y="12780"/>
                  </a:cubicBezTo>
                  <a:lnTo>
                    <a:pt x="7841" y="12772"/>
                  </a:lnTo>
                  <a:cubicBezTo>
                    <a:pt x="7848" y="12703"/>
                    <a:pt x="7805" y="12633"/>
                    <a:pt x="7856" y="12633"/>
                  </a:cubicBezTo>
                  <a:cubicBezTo>
                    <a:pt x="7859" y="12633"/>
                    <a:pt x="7862" y="12634"/>
                    <a:pt x="7865" y="12634"/>
                  </a:cubicBezTo>
                  <a:cubicBezTo>
                    <a:pt x="7867" y="12623"/>
                    <a:pt x="7869" y="12618"/>
                    <a:pt x="7871" y="12618"/>
                  </a:cubicBezTo>
                  <a:close/>
                  <a:moveTo>
                    <a:pt x="8060" y="13226"/>
                  </a:moveTo>
                  <a:cubicBezTo>
                    <a:pt x="8116" y="13234"/>
                    <a:pt x="8173" y="13242"/>
                    <a:pt x="8165" y="13315"/>
                  </a:cubicBezTo>
                  <a:cubicBezTo>
                    <a:pt x="8196" y="13361"/>
                    <a:pt x="8178" y="13401"/>
                    <a:pt x="8133" y="13401"/>
                  </a:cubicBezTo>
                  <a:cubicBezTo>
                    <a:pt x="8108" y="13401"/>
                    <a:pt x="8074" y="13388"/>
                    <a:pt x="8035" y="13356"/>
                  </a:cubicBezTo>
                  <a:cubicBezTo>
                    <a:pt x="8044" y="13291"/>
                    <a:pt x="8044" y="13291"/>
                    <a:pt x="8060" y="13226"/>
                  </a:cubicBezTo>
                  <a:close/>
                  <a:moveTo>
                    <a:pt x="8068" y="13850"/>
                  </a:moveTo>
                  <a:lnTo>
                    <a:pt x="8052" y="13915"/>
                  </a:lnTo>
                  <a:cubicBezTo>
                    <a:pt x="8046" y="13963"/>
                    <a:pt x="8044" y="13975"/>
                    <a:pt x="8021" y="13975"/>
                  </a:cubicBezTo>
                  <a:cubicBezTo>
                    <a:pt x="8013" y="13975"/>
                    <a:pt x="8002" y="13974"/>
                    <a:pt x="7987" y="13972"/>
                  </a:cubicBezTo>
                  <a:lnTo>
                    <a:pt x="7995" y="13899"/>
                  </a:lnTo>
                  <a:lnTo>
                    <a:pt x="8068" y="13850"/>
                  </a:lnTo>
                  <a:close/>
                  <a:moveTo>
                    <a:pt x="8108" y="14612"/>
                  </a:moveTo>
                  <a:cubicBezTo>
                    <a:pt x="8060" y="14612"/>
                    <a:pt x="8019" y="14628"/>
                    <a:pt x="7979" y="14661"/>
                  </a:cubicBezTo>
                  <a:cubicBezTo>
                    <a:pt x="7965" y="14698"/>
                    <a:pt x="8006" y="14722"/>
                    <a:pt x="8045" y="14722"/>
                  </a:cubicBezTo>
                  <a:cubicBezTo>
                    <a:pt x="8073" y="14722"/>
                    <a:pt x="8100" y="14708"/>
                    <a:pt x="8100" y="14677"/>
                  </a:cubicBezTo>
                  <a:lnTo>
                    <a:pt x="8108" y="14612"/>
                  </a:lnTo>
                  <a:close/>
                  <a:moveTo>
                    <a:pt x="7622" y="14937"/>
                  </a:moveTo>
                  <a:cubicBezTo>
                    <a:pt x="7679" y="14953"/>
                    <a:pt x="7671" y="15018"/>
                    <a:pt x="7671" y="15018"/>
                  </a:cubicBezTo>
                  <a:cubicBezTo>
                    <a:pt x="7655" y="15079"/>
                    <a:pt x="7647" y="15140"/>
                    <a:pt x="7599" y="15140"/>
                  </a:cubicBezTo>
                  <a:cubicBezTo>
                    <a:pt x="7596" y="15140"/>
                    <a:pt x="7593" y="15140"/>
                    <a:pt x="7589" y="15139"/>
                  </a:cubicBezTo>
                  <a:cubicBezTo>
                    <a:pt x="7549" y="15131"/>
                    <a:pt x="7533" y="15099"/>
                    <a:pt x="7541" y="15058"/>
                  </a:cubicBezTo>
                  <a:cubicBezTo>
                    <a:pt x="7557" y="15010"/>
                    <a:pt x="7581" y="14969"/>
                    <a:pt x="7622" y="14937"/>
                  </a:cubicBezTo>
                  <a:close/>
                  <a:moveTo>
                    <a:pt x="6218" y="15576"/>
                  </a:moveTo>
                  <a:cubicBezTo>
                    <a:pt x="6170" y="15576"/>
                    <a:pt x="6168" y="15639"/>
                    <a:pt x="6268" y="15723"/>
                  </a:cubicBezTo>
                  <a:cubicBezTo>
                    <a:pt x="6283" y="15725"/>
                    <a:pt x="6294" y="15727"/>
                    <a:pt x="6302" y="15727"/>
                  </a:cubicBezTo>
                  <a:cubicBezTo>
                    <a:pt x="6325" y="15727"/>
                    <a:pt x="6327" y="15714"/>
                    <a:pt x="6333" y="15666"/>
                  </a:cubicBezTo>
                  <a:cubicBezTo>
                    <a:pt x="6333" y="15666"/>
                    <a:pt x="6292" y="15593"/>
                    <a:pt x="6227" y="15577"/>
                  </a:cubicBezTo>
                  <a:cubicBezTo>
                    <a:pt x="6224" y="15577"/>
                    <a:pt x="6221" y="15576"/>
                    <a:pt x="6218" y="15576"/>
                  </a:cubicBezTo>
                  <a:close/>
                  <a:moveTo>
                    <a:pt x="8292" y="15847"/>
                  </a:moveTo>
                  <a:cubicBezTo>
                    <a:pt x="8283" y="15847"/>
                    <a:pt x="8266" y="15859"/>
                    <a:pt x="8238" y="15877"/>
                  </a:cubicBezTo>
                  <a:lnTo>
                    <a:pt x="8214" y="16015"/>
                  </a:lnTo>
                  <a:cubicBezTo>
                    <a:pt x="8231" y="16017"/>
                    <a:pt x="8243" y="16019"/>
                    <a:pt x="8253" y="16019"/>
                  </a:cubicBezTo>
                  <a:cubicBezTo>
                    <a:pt x="8279" y="16019"/>
                    <a:pt x="8281" y="16006"/>
                    <a:pt x="8287" y="15958"/>
                  </a:cubicBezTo>
                  <a:cubicBezTo>
                    <a:pt x="8302" y="15878"/>
                    <a:pt x="8308" y="15847"/>
                    <a:pt x="8292" y="15847"/>
                  </a:cubicBezTo>
                  <a:close/>
                  <a:moveTo>
                    <a:pt x="7444" y="16173"/>
                  </a:moveTo>
                  <a:cubicBezTo>
                    <a:pt x="7456" y="16173"/>
                    <a:pt x="7450" y="16204"/>
                    <a:pt x="7435" y="16282"/>
                  </a:cubicBezTo>
                  <a:cubicBezTo>
                    <a:pt x="7435" y="16318"/>
                    <a:pt x="7411" y="16341"/>
                    <a:pt x="7383" y="16341"/>
                  </a:cubicBezTo>
                  <a:cubicBezTo>
                    <a:pt x="7379" y="16341"/>
                    <a:pt x="7375" y="16340"/>
                    <a:pt x="7371" y="16339"/>
                  </a:cubicBezTo>
                  <a:cubicBezTo>
                    <a:pt x="7306" y="16331"/>
                    <a:pt x="7379" y="16274"/>
                    <a:pt x="7395" y="16209"/>
                  </a:cubicBezTo>
                  <a:cubicBezTo>
                    <a:pt x="7421" y="16187"/>
                    <a:pt x="7436" y="16173"/>
                    <a:pt x="7444" y="16173"/>
                  </a:cubicBezTo>
                  <a:close/>
                  <a:moveTo>
                    <a:pt x="7362" y="17377"/>
                  </a:moveTo>
                  <a:cubicBezTo>
                    <a:pt x="7419" y="17385"/>
                    <a:pt x="7411" y="17450"/>
                    <a:pt x="7281" y="17499"/>
                  </a:cubicBezTo>
                  <a:cubicBezTo>
                    <a:pt x="7217" y="17491"/>
                    <a:pt x="7217" y="17491"/>
                    <a:pt x="7233" y="17418"/>
                  </a:cubicBezTo>
                  <a:cubicBezTo>
                    <a:pt x="7265" y="17393"/>
                    <a:pt x="7314" y="17377"/>
                    <a:pt x="7362" y="17377"/>
                  </a:cubicBezTo>
                  <a:close/>
                  <a:moveTo>
                    <a:pt x="6973" y="17855"/>
                  </a:moveTo>
                  <a:cubicBezTo>
                    <a:pt x="7010" y="17861"/>
                    <a:pt x="6993" y="17886"/>
                    <a:pt x="6980" y="17886"/>
                  </a:cubicBezTo>
                  <a:cubicBezTo>
                    <a:pt x="6973" y="17886"/>
                    <a:pt x="6968" y="17878"/>
                    <a:pt x="6973" y="17855"/>
                  </a:cubicBezTo>
                  <a:close/>
                  <a:moveTo>
                    <a:pt x="7217" y="17831"/>
                  </a:moveTo>
                  <a:lnTo>
                    <a:pt x="7265" y="17912"/>
                  </a:lnTo>
                  <a:lnTo>
                    <a:pt x="7249" y="17977"/>
                  </a:lnTo>
                  <a:cubicBezTo>
                    <a:pt x="7192" y="17969"/>
                    <a:pt x="7135" y="17953"/>
                    <a:pt x="7144" y="17888"/>
                  </a:cubicBezTo>
                  <a:lnTo>
                    <a:pt x="7217" y="17831"/>
                  </a:lnTo>
                  <a:close/>
                  <a:moveTo>
                    <a:pt x="7087" y="18220"/>
                  </a:moveTo>
                  <a:cubicBezTo>
                    <a:pt x="7123" y="18225"/>
                    <a:pt x="7106" y="18251"/>
                    <a:pt x="7093" y="18251"/>
                  </a:cubicBezTo>
                  <a:cubicBezTo>
                    <a:pt x="7087" y="18251"/>
                    <a:pt x="7081" y="18243"/>
                    <a:pt x="7087" y="18220"/>
                  </a:cubicBezTo>
                  <a:close/>
                  <a:moveTo>
                    <a:pt x="6308" y="22152"/>
                  </a:moveTo>
                  <a:lnTo>
                    <a:pt x="6349" y="22234"/>
                  </a:lnTo>
                  <a:lnTo>
                    <a:pt x="6341" y="22298"/>
                  </a:lnTo>
                  <a:cubicBezTo>
                    <a:pt x="6284" y="22290"/>
                    <a:pt x="6219" y="22274"/>
                    <a:pt x="6235" y="22209"/>
                  </a:cubicBezTo>
                  <a:lnTo>
                    <a:pt x="6308" y="22152"/>
                  </a:lnTo>
                  <a:close/>
                  <a:moveTo>
                    <a:pt x="5971" y="23786"/>
                  </a:moveTo>
                  <a:cubicBezTo>
                    <a:pt x="6008" y="23786"/>
                    <a:pt x="6075" y="23835"/>
                    <a:pt x="6122" y="23847"/>
                  </a:cubicBezTo>
                  <a:cubicBezTo>
                    <a:pt x="6110" y="23895"/>
                    <a:pt x="6107" y="23907"/>
                    <a:pt x="6083" y="23907"/>
                  </a:cubicBezTo>
                  <a:cubicBezTo>
                    <a:pt x="6075" y="23907"/>
                    <a:pt x="6064" y="23906"/>
                    <a:pt x="6049" y="23904"/>
                  </a:cubicBezTo>
                  <a:cubicBezTo>
                    <a:pt x="5992" y="23888"/>
                    <a:pt x="5944" y="23815"/>
                    <a:pt x="5944" y="23815"/>
                  </a:cubicBezTo>
                  <a:cubicBezTo>
                    <a:pt x="5946" y="23794"/>
                    <a:pt x="5956" y="23786"/>
                    <a:pt x="5971" y="23786"/>
                  </a:cubicBezTo>
                  <a:close/>
                  <a:moveTo>
                    <a:pt x="6219" y="24966"/>
                  </a:moveTo>
                  <a:cubicBezTo>
                    <a:pt x="6276" y="24982"/>
                    <a:pt x="6325" y="25055"/>
                    <a:pt x="6325" y="25055"/>
                  </a:cubicBezTo>
                  <a:lnTo>
                    <a:pt x="6308" y="25120"/>
                  </a:lnTo>
                  <a:cubicBezTo>
                    <a:pt x="6252" y="25112"/>
                    <a:pt x="6195" y="25104"/>
                    <a:pt x="6203" y="25031"/>
                  </a:cubicBezTo>
                  <a:lnTo>
                    <a:pt x="6219" y="24966"/>
                  </a:lnTo>
                  <a:close/>
                  <a:moveTo>
                    <a:pt x="5765" y="25785"/>
                  </a:moveTo>
                  <a:lnTo>
                    <a:pt x="5814" y="25858"/>
                  </a:lnTo>
                  <a:lnTo>
                    <a:pt x="5798" y="25923"/>
                  </a:lnTo>
                  <a:cubicBezTo>
                    <a:pt x="5741" y="25914"/>
                    <a:pt x="5684" y="25906"/>
                    <a:pt x="5692" y="25841"/>
                  </a:cubicBezTo>
                  <a:lnTo>
                    <a:pt x="5765" y="25785"/>
                  </a:lnTo>
                  <a:close/>
                  <a:moveTo>
                    <a:pt x="4896" y="30427"/>
                  </a:moveTo>
                  <a:cubicBezTo>
                    <a:pt x="4941" y="30427"/>
                    <a:pt x="4967" y="30486"/>
                    <a:pt x="4954" y="30536"/>
                  </a:cubicBezTo>
                  <a:cubicBezTo>
                    <a:pt x="4935" y="30640"/>
                    <a:pt x="4931" y="30660"/>
                    <a:pt x="4901" y="30660"/>
                  </a:cubicBezTo>
                  <a:cubicBezTo>
                    <a:pt x="4894" y="30660"/>
                    <a:pt x="4885" y="30659"/>
                    <a:pt x="4873" y="30657"/>
                  </a:cubicBezTo>
                  <a:cubicBezTo>
                    <a:pt x="4817" y="30649"/>
                    <a:pt x="4841" y="30512"/>
                    <a:pt x="4849" y="30447"/>
                  </a:cubicBezTo>
                  <a:cubicBezTo>
                    <a:pt x="4866" y="30433"/>
                    <a:pt x="4882" y="30427"/>
                    <a:pt x="4896" y="30427"/>
                  </a:cubicBezTo>
                  <a:close/>
                  <a:moveTo>
                    <a:pt x="4411" y="33195"/>
                  </a:moveTo>
                  <a:cubicBezTo>
                    <a:pt x="4468" y="33203"/>
                    <a:pt x="4517" y="33284"/>
                    <a:pt x="4517" y="33284"/>
                  </a:cubicBezTo>
                  <a:lnTo>
                    <a:pt x="4500" y="33349"/>
                  </a:lnTo>
                  <a:cubicBezTo>
                    <a:pt x="4444" y="33341"/>
                    <a:pt x="4387" y="33333"/>
                    <a:pt x="4395" y="33260"/>
                  </a:cubicBezTo>
                  <a:lnTo>
                    <a:pt x="4411" y="33195"/>
                  </a:lnTo>
                  <a:close/>
                  <a:moveTo>
                    <a:pt x="3795" y="38887"/>
                  </a:moveTo>
                  <a:cubicBezTo>
                    <a:pt x="3852" y="38895"/>
                    <a:pt x="3844" y="38960"/>
                    <a:pt x="3844" y="38960"/>
                  </a:cubicBezTo>
                  <a:cubicBezTo>
                    <a:pt x="3832" y="39008"/>
                    <a:pt x="3829" y="39020"/>
                    <a:pt x="3805" y="39020"/>
                  </a:cubicBezTo>
                  <a:cubicBezTo>
                    <a:pt x="3796" y="39020"/>
                    <a:pt x="3786" y="39019"/>
                    <a:pt x="3771" y="39017"/>
                  </a:cubicBezTo>
                  <a:cubicBezTo>
                    <a:pt x="3738" y="39008"/>
                    <a:pt x="3714" y="38976"/>
                    <a:pt x="3722" y="38935"/>
                  </a:cubicBezTo>
                  <a:lnTo>
                    <a:pt x="3795" y="38887"/>
                  </a:lnTo>
                  <a:close/>
                  <a:moveTo>
                    <a:pt x="3706" y="39698"/>
                  </a:moveTo>
                  <a:lnTo>
                    <a:pt x="3754" y="39771"/>
                  </a:lnTo>
                  <a:lnTo>
                    <a:pt x="3738" y="39844"/>
                  </a:lnTo>
                  <a:cubicBezTo>
                    <a:pt x="3682" y="39827"/>
                    <a:pt x="3625" y="39819"/>
                    <a:pt x="3633" y="39754"/>
                  </a:cubicBezTo>
                  <a:lnTo>
                    <a:pt x="3706" y="39698"/>
                  </a:lnTo>
                  <a:close/>
                  <a:moveTo>
                    <a:pt x="3218" y="40112"/>
                  </a:moveTo>
                  <a:cubicBezTo>
                    <a:pt x="3226" y="40112"/>
                    <a:pt x="3238" y="40132"/>
                    <a:pt x="3260" y="40168"/>
                  </a:cubicBezTo>
                  <a:cubicBezTo>
                    <a:pt x="3298" y="40237"/>
                    <a:pt x="3293" y="40298"/>
                    <a:pt x="3245" y="40298"/>
                  </a:cubicBezTo>
                  <a:cubicBezTo>
                    <a:pt x="3242" y="40298"/>
                    <a:pt x="3239" y="40298"/>
                    <a:pt x="3236" y="40298"/>
                  </a:cubicBezTo>
                  <a:cubicBezTo>
                    <a:pt x="3171" y="40289"/>
                    <a:pt x="3171" y="40289"/>
                    <a:pt x="3187" y="40216"/>
                  </a:cubicBezTo>
                  <a:cubicBezTo>
                    <a:pt x="3201" y="40144"/>
                    <a:pt x="3207" y="40112"/>
                    <a:pt x="3218" y="40112"/>
                  </a:cubicBezTo>
                  <a:close/>
                  <a:moveTo>
                    <a:pt x="2892" y="40452"/>
                  </a:moveTo>
                  <a:cubicBezTo>
                    <a:pt x="2867" y="40458"/>
                    <a:pt x="2859" y="40467"/>
                    <a:pt x="2865" y="40467"/>
                  </a:cubicBezTo>
                  <a:cubicBezTo>
                    <a:pt x="2868" y="40467"/>
                    <a:pt x="2878" y="40463"/>
                    <a:pt x="2892" y="40452"/>
                  </a:cubicBezTo>
                  <a:close/>
                  <a:moveTo>
                    <a:pt x="3171" y="40630"/>
                  </a:moveTo>
                  <a:lnTo>
                    <a:pt x="3163" y="40703"/>
                  </a:lnTo>
                  <a:cubicBezTo>
                    <a:pt x="3152" y="40746"/>
                    <a:pt x="3148" y="40761"/>
                    <a:pt x="3130" y="40761"/>
                  </a:cubicBezTo>
                  <a:cubicBezTo>
                    <a:pt x="3121" y="40761"/>
                    <a:pt x="3109" y="40757"/>
                    <a:pt x="3090" y="40752"/>
                  </a:cubicBezTo>
                  <a:lnTo>
                    <a:pt x="3098" y="40687"/>
                  </a:lnTo>
                  <a:lnTo>
                    <a:pt x="3171" y="40630"/>
                  </a:lnTo>
                  <a:close/>
                  <a:moveTo>
                    <a:pt x="2960" y="41141"/>
                  </a:moveTo>
                  <a:cubicBezTo>
                    <a:pt x="2956" y="41178"/>
                    <a:pt x="2969" y="41199"/>
                    <a:pt x="2976" y="41199"/>
                  </a:cubicBezTo>
                  <a:cubicBezTo>
                    <a:pt x="2982" y="41199"/>
                    <a:pt x="2984" y="41180"/>
                    <a:pt x="2960" y="41141"/>
                  </a:cubicBezTo>
                  <a:close/>
                  <a:moveTo>
                    <a:pt x="3049" y="41303"/>
                  </a:moveTo>
                  <a:lnTo>
                    <a:pt x="3041" y="41368"/>
                  </a:lnTo>
                  <a:cubicBezTo>
                    <a:pt x="3029" y="41416"/>
                    <a:pt x="3026" y="41428"/>
                    <a:pt x="3002" y="41428"/>
                  </a:cubicBezTo>
                  <a:cubicBezTo>
                    <a:pt x="2994" y="41428"/>
                    <a:pt x="2983" y="41427"/>
                    <a:pt x="2968" y="41425"/>
                  </a:cubicBezTo>
                  <a:lnTo>
                    <a:pt x="2976" y="41360"/>
                  </a:lnTo>
                  <a:lnTo>
                    <a:pt x="3049" y="41303"/>
                  </a:lnTo>
                  <a:close/>
                  <a:moveTo>
                    <a:pt x="3049" y="41992"/>
                  </a:moveTo>
                  <a:lnTo>
                    <a:pt x="3033" y="42057"/>
                  </a:lnTo>
                  <a:cubicBezTo>
                    <a:pt x="3033" y="42086"/>
                    <a:pt x="3009" y="42099"/>
                    <a:pt x="2983" y="42099"/>
                  </a:cubicBezTo>
                  <a:cubicBezTo>
                    <a:pt x="2944" y="42099"/>
                    <a:pt x="2900" y="42071"/>
                    <a:pt x="2919" y="42033"/>
                  </a:cubicBezTo>
                  <a:cubicBezTo>
                    <a:pt x="2952" y="42008"/>
                    <a:pt x="3000" y="41992"/>
                    <a:pt x="3049" y="41992"/>
                  </a:cubicBezTo>
                  <a:close/>
                  <a:moveTo>
                    <a:pt x="2428" y="44641"/>
                  </a:moveTo>
                  <a:cubicBezTo>
                    <a:pt x="2432" y="44641"/>
                    <a:pt x="2436" y="44642"/>
                    <a:pt x="2441" y="44643"/>
                  </a:cubicBezTo>
                  <a:lnTo>
                    <a:pt x="2498" y="44651"/>
                  </a:lnTo>
                  <a:cubicBezTo>
                    <a:pt x="2544" y="44728"/>
                    <a:pt x="2590" y="44798"/>
                    <a:pt x="2539" y="44798"/>
                  </a:cubicBezTo>
                  <a:cubicBezTo>
                    <a:pt x="2537" y="44798"/>
                    <a:pt x="2534" y="44798"/>
                    <a:pt x="2530" y="44797"/>
                  </a:cubicBezTo>
                  <a:cubicBezTo>
                    <a:pt x="2490" y="44781"/>
                    <a:pt x="2449" y="44749"/>
                    <a:pt x="2425" y="44708"/>
                  </a:cubicBezTo>
                  <a:cubicBezTo>
                    <a:pt x="2425" y="44708"/>
                    <a:pt x="2391" y="44641"/>
                    <a:pt x="2428" y="44641"/>
                  </a:cubicBezTo>
                  <a:close/>
                  <a:moveTo>
                    <a:pt x="2245" y="46906"/>
                  </a:moveTo>
                  <a:cubicBezTo>
                    <a:pt x="2286" y="46906"/>
                    <a:pt x="2342" y="46950"/>
                    <a:pt x="2368" y="47043"/>
                  </a:cubicBezTo>
                  <a:cubicBezTo>
                    <a:pt x="2356" y="47091"/>
                    <a:pt x="2353" y="47104"/>
                    <a:pt x="2329" y="47104"/>
                  </a:cubicBezTo>
                  <a:cubicBezTo>
                    <a:pt x="2321" y="47104"/>
                    <a:pt x="2310" y="47102"/>
                    <a:pt x="2295" y="47100"/>
                  </a:cubicBezTo>
                  <a:cubicBezTo>
                    <a:pt x="2230" y="47076"/>
                    <a:pt x="2190" y="47011"/>
                    <a:pt x="2198" y="46946"/>
                  </a:cubicBezTo>
                  <a:cubicBezTo>
                    <a:pt x="2204" y="46920"/>
                    <a:pt x="2222" y="46906"/>
                    <a:pt x="2245" y="46906"/>
                  </a:cubicBezTo>
                  <a:close/>
                  <a:moveTo>
                    <a:pt x="532" y="56305"/>
                  </a:moveTo>
                  <a:cubicBezTo>
                    <a:pt x="544" y="56305"/>
                    <a:pt x="570" y="56310"/>
                    <a:pt x="609" y="56318"/>
                  </a:cubicBezTo>
                  <a:cubicBezTo>
                    <a:pt x="665" y="56327"/>
                    <a:pt x="730" y="56343"/>
                    <a:pt x="714" y="56408"/>
                  </a:cubicBezTo>
                  <a:cubicBezTo>
                    <a:pt x="759" y="56479"/>
                    <a:pt x="757" y="56512"/>
                    <a:pt x="734" y="56512"/>
                  </a:cubicBezTo>
                  <a:cubicBezTo>
                    <a:pt x="706" y="56512"/>
                    <a:pt x="649" y="56466"/>
                    <a:pt x="601" y="56383"/>
                  </a:cubicBezTo>
                  <a:cubicBezTo>
                    <a:pt x="531" y="56325"/>
                    <a:pt x="508" y="56305"/>
                    <a:pt x="532" y="56305"/>
                  </a:cubicBezTo>
                  <a:close/>
                  <a:moveTo>
                    <a:pt x="10300" y="1"/>
                  </a:moveTo>
                  <a:cubicBezTo>
                    <a:pt x="10274" y="1"/>
                    <a:pt x="10258" y="32"/>
                    <a:pt x="10273" y="99"/>
                  </a:cubicBezTo>
                  <a:lnTo>
                    <a:pt x="10200" y="156"/>
                  </a:lnTo>
                  <a:cubicBezTo>
                    <a:pt x="10182" y="153"/>
                    <a:pt x="10165" y="151"/>
                    <a:pt x="10150" y="151"/>
                  </a:cubicBezTo>
                  <a:cubicBezTo>
                    <a:pt x="10027" y="151"/>
                    <a:pt x="10024" y="257"/>
                    <a:pt x="10176" y="286"/>
                  </a:cubicBezTo>
                  <a:cubicBezTo>
                    <a:pt x="10354" y="318"/>
                    <a:pt x="10354" y="318"/>
                    <a:pt x="10224" y="367"/>
                  </a:cubicBezTo>
                  <a:cubicBezTo>
                    <a:pt x="10208" y="363"/>
                    <a:pt x="10193" y="362"/>
                    <a:pt x="10181" y="362"/>
                  </a:cubicBezTo>
                  <a:cubicBezTo>
                    <a:pt x="10106" y="362"/>
                    <a:pt x="10094" y="418"/>
                    <a:pt x="10087" y="481"/>
                  </a:cubicBezTo>
                  <a:cubicBezTo>
                    <a:pt x="10075" y="528"/>
                    <a:pt x="10072" y="541"/>
                    <a:pt x="10048" y="541"/>
                  </a:cubicBezTo>
                  <a:cubicBezTo>
                    <a:pt x="10039" y="541"/>
                    <a:pt x="10029" y="539"/>
                    <a:pt x="10014" y="537"/>
                  </a:cubicBezTo>
                  <a:cubicBezTo>
                    <a:pt x="10008" y="537"/>
                    <a:pt x="10003" y="536"/>
                    <a:pt x="9998" y="536"/>
                  </a:cubicBezTo>
                  <a:cubicBezTo>
                    <a:pt x="9933" y="536"/>
                    <a:pt x="9883" y="583"/>
                    <a:pt x="9868" y="643"/>
                  </a:cubicBezTo>
                  <a:cubicBezTo>
                    <a:pt x="9860" y="716"/>
                    <a:pt x="9860" y="716"/>
                    <a:pt x="9916" y="724"/>
                  </a:cubicBezTo>
                  <a:cubicBezTo>
                    <a:pt x="9929" y="714"/>
                    <a:pt x="9939" y="710"/>
                    <a:pt x="9946" y="710"/>
                  </a:cubicBezTo>
                  <a:cubicBezTo>
                    <a:pt x="9978" y="710"/>
                    <a:pt x="9942" y="805"/>
                    <a:pt x="9835" y="845"/>
                  </a:cubicBezTo>
                  <a:cubicBezTo>
                    <a:pt x="9762" y="902"/>
                    <a:pt x="9762" y="902"/>
                    <a:pt x="9884" y="926"/>
                  </a:cubicBezTo>
                  <a:cubicBezTo>
                    <a:pt x="9997" y="943"/>
                    <a:pt x="9973" y="1080"/>
                    <a:pt x="9843" y="1121"/>
                  </a:cubicBezTo>
                  <a:lnTo>
                    <a:pt x="9819" y="1259"/>
                  </a:lnTo>
                  <a:cubicBezTo>
                    <a:pt x="9811" y="1324"/>
                    <a:pt x="9868" y="1332"/>
                    <a:pt x="9925" y="1348"/>
                  </a:cubicBezTo>
                  <a:cubicBezTo>
                    <a:pt x="10046" y="1364"/>
                    <a:pt x="10046" y="1364"/>
                    <a:pt x="9973" y="1421"/>
                  </a:cubicBezTo>
                  <a:cubicBezTo>
                    <a:pt x="9941" y="1453"/>
                    <a:pt x="9892" y="1470"/>
                    <a:pt x="9843" y="1470"/>
                  </a:cubicBezTo>
                  <a:cubicBezTo>
                    <a:pt x="9840" y="1469"/>
                    <a:pt x="9837" y="1469"/>
                    <a:pt x="9834" y="1469"/>
                  </a:cubicBezTo>
                  <a:cubicBezTo>
                    <a:pt x="9785" y="1469"/>
                    <a:pt x="9770" y="1530"/>
                    <a:pt x="9762" y="1591"/>
                  </a:cubicBezTo>
                  <a:cubicBezTo>
                    <a:pt x="9746" y="1656"/>
                    <a:pt x="9722" y="1794"/>
                    <a:pt x="9779" y="1802"/>
                  </a:cubicBezTo>
                  <a:lnTo>
                    <a:pt x="9722" y="1794"/>
                  </a:lnTo>
                  <a:cubicBezTo>
                    <a:pt x="9714" y="1859"/>
                    <a:pt x="9649" y="1851"/>
                    <a:pt x="9714" y="1859"/>
                  </a:cubicBezTo>
                  <a:cubicBezTo>
                    <a:pt x="9689" y="1924"/>
                    <a:pt x="9657" y="1989"/>
                    <a:pt x="9616" y="2045"/>
                  </a:cubicBezTo>
                  <a:cubicBezTo>
                    <a:pt x="9557" y="2135"/>
                    <a:pt x="9585" y="2281"/>
                    <a:pt x="9665" y="2281"/>
                  </a:cubicBezTo>
                  <a:cubicBezTo>
                    <a:pt x="9693" y="2281"/>
                    <a:pt x="9727" y="2264"/>
                    <a:pt x="9765" y="2221"/>
                  </a:cubicBezTo>
                  <a:lnTo>
                    <a:pt x="9765" y="2221"/>
                  </a:lnTo>
                  <a:cubicBezTo>
                    <a:pt x="9762" y="2237"/>
                    <a:pt x="9759" y="2256"/>
                    <a:pt x="9754" y="2280"/>
                  </a:cubicBezTo>
                  <a:cubicBezTo>
                    <a:pt x="9746" y="2313"/>
                    <a:pt x="9762" y="2353"/>
                    <a:pt x="9803" y="2362"/>
                  </a:cubicBezTo>
                  <a:cubicBezTo>
                    <a:pt x="9860" y="2370"/>
                    <a:pt x="9852" y="2434"/>
                    <a:pt x="9835" y="2499"/>
                  </a:cubicBezTo>
                  <a:lnTo>
                    <a:pt x="9722" y="2483"/>
                  </a:lnTo>
                  <a:cubicBezTo>
                    <a:pt x="9678" y="2458"/>
                    <a:pt x="9639" y="2447"/>
                    <a:pt x="9610" y="2447"/>
                  </a:cubicBezTo>
                  <a:cubicBezTo>
                    <a:pt x="9526" y="2447"/>
                    <a:pt x="9513" y="2532"/>
                    <a:pt x="9632" y="2604"/>
                  </a:cubicBezTo>
                  <a:lnTo>
                    <a:pt x="9632" y="2604"/>
                  </a:lnTo>
                  <a:cubicBezTo>
                    <a:pt x="9616" y="2602"/>
                    <a:pt x="9596" y="2599"/>
                    <a:pt x="9576" y="2597"/>
                  </a:cubicBezTo>
                  <a:cubicBezTo>
                    <a:pt x="9570" y="2595"/>
                    <a:pt x="9565" y="2594"/>
                    <a:pt x="9560" y="2594"/>
                  </a:cubicBezTo>
                  <a:cubicBezTo>
                    <a:pt x="9516" y="2594"/>
                    <a:pt x="9506" y="2660"/>
                    <a:pt x="9535" y="2791"/>
                  </a:cubicBezTo>
                  <a:cubicBezTo>
                    <a:pt x="9527" y="2864"/>
                    <a:pt x="9633" y="2945"/>
                    <a:pt x="9689" y="2961"/>
                  </a:cubicBezTo>
                  <a:cubicBezTo>
                    <a:pt x="9746" y="2970"/>
                    <a:pt x="9738" y="3034"/>
                    <a:pt x="9738" y="3034"/>
                  </a:cubicBezTo>
                  <a:cubicBezTo>
                    <a:pt x="9727" y="3084"/>
                    <a:pt x="9723" y="3100"/>
                    <a:pt x="9705" y="3100"/>
                  </a:cubicBezTo>
                  <a:cubicBezTo>
                    <a:pt x="9696" y="3100"/>
                    <a:pt x="9683" y="3096"/>
                    <a:pt x="9665" y="3091"/>
                  </a:cubicBezTo>
                  <a:cubicBezTo>
                    <a:pt x="9659" y="3090"/>
                    <a:pt x="9652" y="3090"/>
                    <a:pt x="9646" y="3090"/>
                  </a:cubicBezTo>
                  <a:cubicBezTo>
                    <a:pt x="9549" y="3090"/>
                    <a:pt x="9533" y="3210"/>
                    <a:pt x="9633" y="3294"/>
                  </a:cubicBezTo>
                  <a:lnTo>
                    <a:pt x="9568" y="3286"/>
                  </a:lnTo>
                  <a:cubicBezTo>
                    <a:pt x="9562" y="3284"/>
                    <a:pt x="9557" y="3283"/>
                    <a:pt x="9551" y="3283"/>
                  </a:cubicBezTo>
                  <a:cubicBezTo>
                    <a:pt x="9498" y="3283"/>
                    <a:pt x="9438" y="3360"/>
                    <a:pt x="9438" y="3675"/>
                  </a:cubicBezTo>
                  <a:cubicBezTo>
                    <a:pt x="9390" y="3937"/>
                    <a:pt x="9358" y="4129"/>
                    <a:pt x="9296" y="4129"/>
                  </a:cubicBezTo>
                  <a:cubicBezTo>
                    <a:pt x="9295" y="4129"/>
                    <a:pt x="9293" y="4129"/>
                    <a:pt x="9292" y="4129"/>
                  </a:cubicBezTo>
                  <a:cubicBezTo>
                    <a:pt x="9291" y="4129"/>
                    <a:pt x="9291" y="4129"/>
                    <a:pt x="9290" y="4129"/>
                  </a:cubicBezTo>
                  <a:cubicBezTo>
                    <a:pt x="9237" y="4129"/>
                    <a:pt x="9310" y="4407"/>
                    <a:pt x="9397" y="4567"/>
                  </a:cubicBezTo>
                  <a:cubicBezTo>
                    <a:pt x="9392" y="4565"/>
                    <a:pt x="9386" y="4564"/>
                    <a:pt x="9382" y="4564"/>
                  </a:cubicBezTo>
                  <a:cubicBezTo>
                    <a:pt x="9337" y="4564"/>
                    <a:pt x="9322" y="4629"/>
                    <a:pt x="9300" y="4753"/>
                  </a:cubicBezTo>
                  <a:cubicBezTo>
                    <a:pt x="9275" y="4911"/>
                    <a:pt x="9269" y="4946"/>
                    <a:pt x="9241" y="4946"/>
                  </a:cubicBezTo>
                  <a:cubicBezTo>
                    <a:pt x="9233" y="4946"/>
                    <a:pt x="9224" y="4943"/>
                    <a:pt x="9211" y="4940"/>
                  </a:cubicBezTo>
                  <a:cubicBezTo>
                    <a:pt x="9166" y="4902"/>
                    <a:pt x="9140" y="4880"/>
                    <a:pt x="9132" y="4880"/>
                  </a:cubicBezTo>
                  <a:cubicBezTo>
                    <a:pt x="9122" y="4880"/>
                    <a:pt x="9144" y="4920"/>
                    <a:pt x="9195" y="5013"/>
                  </a:cubicBezTo>
                  <a:cubicBezTo>
                    <a:pt x="9292" y="5102"/>
                    <a:pt x="9219" y="5264"/>
                    <a:pt x="9089" y="5264"/>
                  </a:cubicBezTo>
                  <a:cubicBezTo>
                    <a:pt x="9086" y="5264"/>
                    <a:pt x="9083" y="5263"/>
                    <a:pt x="9080" y="5263"/>
                  </a:cubicBezTo>
                  <a:cubicBezTo>
                    <a:pt x="9031" y="5263"/>
                    <a:pt x="9015" y="5328"/>
                    <a:pt x="8992" y="5459"/>
                  </a:cubicBezTo>
                  <a:cubicBezTo>
                    <a:pt x="9041" y="5532"/>
                    <a:pt x="9016" y="5669"/>
                    <a:pt x="8992" y="5799"/>
                  </a:cubicBezTo>
                  <a:cubicBezTo>
                    <a:pt x="8952" y="6002"/>
                    <a:pt x="8952" y="6002"/>
                    <a:pt x="9073" y="6018"/>
                  </a:cubicBezTo>
                  <a:cubicBezTo>
                    <a:pt x="9187" y="6042"/>
                    <a:pt x="9179" y="6107"/>
                    <a:pt x="9154" y="6245"/>
                  </a:cubicBezTo>
                  <a:cubicBezTo>
                    <a:pt x="9139" y="6306"/>
                    <a:pt x="9131" y="6367"/>
                    <a:pt x="9082" y="6367"/>
                  </a:cubicBezTo>
                  <a:cubicBezTo>
                    <a:pt x="9080" y="6367"/>
                    <a:pt x="9076" y="6367"/>
                    <a:pt x="9073" y="6367"/>
                  </a:cubicBezTo>
                  <a:cubicBezTo>
                    <a:pt x="9033" y="6399"/>
                    <a:pt x="9000" y="6440"/>
                    <a:pt x="8984" y="6488"/>
                  </a:cubicBezTo>
                  <a:cubicBezTo>
                    <a:pt x="8977" y="6547"/>
                    <a:pt x="8963" y="6612"/>
                    <a:pt x="8918" y="6612"/>
                  </a:cubicBezTo>
                  <a:cubicBezTo>
                    <a:pt x="8913" y="6612"/>
                    <a:pt x="8908" y="6612"/>
                    <a:pt x="8903" y="6610"/>
                  </a:cubicBezTo>
                  <a:cubicBezTo>
                    <a:pt x="8854" y="6659"/>
                    <a:pt x="8814" y="6732"/>
                    <a:pt x="8806" y="6805"/>
                  </a:cubicBezTo>
                  <a:cubicBezTo>
                    <a:pt x="8783" y="6927"/>
                    <a:pt x="8760" y="7057"/>
                    <a:pt x="8709" y="7057"/>
                  </a:cubicBezTo>
                  <a:cubicBezTo>
                    <a:pt x="8706" y="7057"/>
                    <a:pt x="8703" y="7057"/>
                    <a:pt x="8700" y="7056"/>
                  </a:cubicBezTo>
                  <a:lnTo>
                    <a:pt x="8700" y="7056"/>
                  </a:lnTo>
                  <a:cubicBezTo>
                    <a:pt x="8684" y="7121"/>
                    <a:pt x="8684" y="7121"/>
                    <a:pt x="8749" y="7137"/>
                  </a:cubicBezTo>
                  <a:cubicBezTo>
                    <a:pt x="8806" y="7145"/>
                    <a:pt x="8854" y="7226"/>
                    <a:pt x="8741" y="7477"/>
                  </a:cubicBezTo>
                  <a:cubicBezTo>
                    <a:pt x="8716" y="7615"/>
                    <a:pt x="8684" y="7818"/>
                    <a:pt x="8741" y="7826"/>
                  </a:cubicBezTo>
                  <a:cubicBezTo>
                    <a:pt x="8735" y="7874"/>
                    <a:pt x="8733" y="7887"/>
                    <a:pt x="8707" y="7887"/>
                  </a:cubicBezTo>
                  <a:cubicBezTo>
                    <a:pt x="8697" y="7887"/>
                    <a:pt x="8685" y="7885"/>
                    <a:pt x="8668" y="7883"/>
                  </a:cubicBezTo>
                  <a:cubicBezTo>
                    <a:pt x="8659" y="7881"/>
                    <a:pt x="8650" y="7880"/>
                    <a:pt x="8642" y="7880"/>
                  </a:cubicBezTo>
                  <a:cubicBezTo>
                    <a:pt x="8551" y="7880"/>
                    <a:pt x="8537" y="8001"/>
                    <a:pt x="8619" y="8150"/>
                  </a:cubicBezTo>
                  <a:cubicBezTo>
                    <a:pt x="8684" y="8159"/>
                    <a:pt x="8668" y="8223"/>
                    <a:pt x="8595" y="8280"/>
                  </a:cubicBezTo>
                  <a:cubicBezTo>
                    <a:pt x="8595" y="8329"/>
                    <a:pt x="8603" y="8386"/>
                    <a:pt x="8635" y="8426"/>
                  </a:cubicBezTo>
                  <a:cubicBezTo>
                    <a:pt x="8676" y="8507"/>
                    <a:pt x="8676" y="8507"/>
                    <a:pt x="8595" y="8629"/>
                  </a:cubicBezTo>
                  <a:cubicBezTo>
                    <a:pt x="8589" y="8627"/>
                    <a:pt x="8584" y="8626"/>
                    <a:pt x="8580" y="8626"/>
                  </a:cubicBezTo>
                  <a:cubicBezTo>
                    <a:pt x="8535" y="8626"/>
                    <a:pt x="8521" y="8692"/>
                    <a:pt x="8514" y="8750"/>
                  </a:cubicBezTo>
                  <a:cubicBezTo>
                    <a:pt x="8546" y="8896"/>
                    <a:pt x="8416" y="9626"/>
                    <a:pt x="8343" y="9683"/>
                  </a:cubicBezTo>
                  <a:cubicBezTo>
                    <a:pt x="8384" y="9764"/>
                    <a:pt x="8384" y="9764"/>
                    <a:pt x="8376" y="9829"/>
                  </a:cubicBezTo>
                  <a:cubicBezTo>
                    <a:pt x="8246" y="9877"/>
                    <a:pt x="8295" y="9950"/>
                    <a:pt x="8408" y="9975"/>
                  </a:cubicBezTo>
                  <a:lnTo>
                    <a:pt x="8425" y="9910"/>
                  </a:lnTo>
                  <a:lnTo>
                    <a:pt x="8433" y="9837"/>
                  </a:lnTo>
                  <a:lnTo>
                    <a:pt x="8433" y="9837"/>
                  </a:lnTo>
                  <a:cubicBezTo>
                    <a:pt x="8545" y="9859"/>
                    <a:pt x="8519" y="10035"/>
                    <a:pt x="8373" y="10035"/>
                  </a:cubicBezTo>
                  <a:cubicBezTo>
                    <a:pt x="8361" y="10035"/>
                    <a:pt x="8349" y="10034"/>
                    <a:pt x="8335" y="10031"/>
                  </a:cubicBezTo>
                  <a:cubicBezTo>
                    <a:pt x="8206" y="10072"/>
                    <a:pt x="8206" y="10072"/>
                    <a:pt x="8311" y="10161"/>
                  </a:cubicBezTo>
                  <a:cubicBezTo>
                    <a:pt x="8416" y="10250"/>
                    <a:pt x="8408" y="10315"/>
                    <a:pt x="8279" y="10364"/>
                  </a:cubicBezTo>
                  <a:cubicBezTo>
                    <a:pt x="8237" y="10355"/>
                    <a:pt x="8209" y="10350"/>
                    <a:pt x="8196" y="10350"/>
                  </a:cubicBezTo>
                  <a:cubicBezTo>
                    <a:pt x="8169" y="10350"/>
                    <a:pt x="8193" y="10370"/>
                    <a:pt x="8262" y="10429"/>
                  </a:cubicBezTo>
                  <a:cubicBezTo>
                    <a:pt x="8455" y="10592"/>
                    <a:pt x="8492" y="10782"/>
                    <a:pt x="8317" y="10782"/>
                  </a:cubicBezTo>
                  <a:cubicBezTo>
                    <a:pt x="8300" y="10782"/>
                    <a:pt x="8282" y="10781"/>
                    <a:pt x="8262" y="10777"/>
                  </a:cubicBezTo>
                  <a:cubicBezTo>
                    <a:pt x="8244" y="10773"/>
                    <a:pt x="8227" y="10772"/>
                    <a:pt x="8211" y="10772"/>
                  </a:cubicBezTo>
                  <a:cubicBezTo>
                    <a:pt x="8127" y="10772"/>
                    <a:pt x="8073" y="10820"/>
                    <a:pt x="8060" y="10875"/>
                  </a:cubicBezTo>
                  <a:cubicBezTo>
                    <a:pt x="8052" y="10939"/>
                    <a:pt x="8108" y="10956"/>
                    <a:pt x="8165" y="10964"/>
                  </a:cubicBezTo>
                  <a:cubicBezTo>
                    <a:pt x="8193" y="10953"/>
                    <a:pt x="8215" y="10948"/>
                    <a:pt x="8230" y="10948"/>
                  </a:cubicBezTo>
                  <a:cubicBezTo>
                    <a:pt x="8285" y="10948"/>
                    <a:pt x="8255" y="11011"/>
                    <a:pt x="8141" y="11094"/>
                  </a:cubicBezTo>
                  <a:cubicBezTo>
                    <a:pt x="7930" y="11264"/>
                    <a:pt x="7906" y="11402"/>
                    <a:pt x="7987" y="11621"/>
                  </a:cubicBezTo>
                  <a:cubicBezTo>
                    <a:pt x="8038" y="11825"/>
                    <a:pt x="8033" y="11982"/>
                    <a:pt x="7998" y="11982"/>
                  </a:cubicBezTo>
                  <a:cubicBezTo>
                    <a:pt x="7983" y="11982"/>
                    <a:pt x="7962" y="11953"/>
                    <a:pt x="7938" y="11888"/>
                  </a:cubicBezTo>
                  <a:cubicBezTo>
                    <a:pt x="7893" y="11810"/>
                    <a:pt x="7871" y="11772"/>
                    <a:pt x="7864" y="11772"/>
                  </a:cubicBezTo>
                  <a:cubicBezTo>
                    <a:pt x="7857" y="11772"/>
                    <a:pt x="7865" y="11808"/>
                    <a:pt x="7881" y="11880"/>
                  </a:cubicBezTo>
                  <a:cubicBezTo>
                    <a:pt x="7857" y="12010"/>
                    <a:pt x="7833" y="12148"/>
                    <a:pt x="7816" y="12212"/>
                  </a:cubicBezTo>
                  <a:cubicBezTo>
                    <a:pt x="7808" y="12277"/>
                    <a:pt x="7849" y="12342"/>
                    <a:pt x="7914" y="12366"/>
                  </a:cubicBezTo>
                  <a:cubicBezTo>
                    <a:pt x="7768" y="12399"/>
                    <a:pt x="7703" y="12569"/>
                    <a:pt x="7792" y="12691"/>
                  </a:cubicBezTo>
                  <a:cubicBezTo>
                    <a:pt x="7784" y="12756"/>
                    <a:pt x="7768" y="12820"/>
                    <a:pt x="7768" y="12820"/>
                  </a:cubicBezTo>
                  <a:cubicBezTo>
                    <a:pt x="7760" y="12893"/>
                    <a:pt x="7760" y="12893"/>
                    <a:pt x="7800" y="12966"/>
                  </a:cubicBezTo>
                  <a:cubicBezTo>
                    <a:pt x="7849" y="13047"/>
                    <a:pt x="7776" y="13104"/>
                    <a:pt x="7703" y="13161"/>
                  </a:cubicBezTo>
                  <a:cubicBezTo>
                    <a:pt x="7638" y="13218"/>
                    <a:pt x="7565" y="13266"/>
                    <a:pt x="7622" y="13283"/>
                  </a:cubicBezTo>
                  <a:cubicBezTo>
                    <a:pt x="7679" y="13291"/>
                    <a:pt x="7719" y="13437"/>
                    <a:pt x="7760" y="13518"/>
                  </a:cubicBezTo>
                  <a:cubicBezTo>
                    <a:pt x="7791" y="13565"/>
                    <a:pt x="7771" y="13606"/>
                    <a:pt x="7742" y="13606"/>
                  </a:cubicBezTo>
                  <a:cubicBezTo>
                    <a:pt x="7727" y="13606"/>
                    <a:pt x="7709" y="13595"/>
                    <a:pt x="7695" y="13566"/>
                  </a:cubicBezTo>
                  <a:cubicBezTo>
                    <a:pt x="7682" y="13565"/>
                    <a:pt x="7671" y="13563"/>
                    <a:pt x="7662" y="13563"/>
                  </a:cubicBezTo>
                  <a:cubicBezTo>
                    <a:pt x="7627" y="13563"/>
                    <a:pt x="7613" y="13583"/>
                    <a:pt x="7549" y="13680"/>
                  </a:cubicBezTo>
                  <a:cubicBezTo>
                    <a:pt x="7541" y="13745"/>
                    <a:pt x="7516" y="13883"/>
                    <a:pt x="7573" y="13891"/>
                  </a:cubicBezTo>
                  <a:cubicBezTo>
                    <a:pt x="7630" y="13907"/>
                    <a:pt x="7557" y="14304"/>
                    <a:pt x="7484" y="14361"/>
                  </a:cubicBezTo>
                  <a:lnTo>
                    <a:pt x="7460" y="14491"/>
                  </a:lnTo>
                  <a:cubicBezTo>
                    <a:pt x="7452" y="14564"/>
                    <a:pt x="7500" y="14637"/>
                    <a:pt x="7484" y="14701"/>
                  </a:cubicBezTo>
                  <a:cubicBezTo>
                    <a:pt x="7484" y="14758"/>
                    <a:pt x="7492" y="14807"/>
                    <a:pt x="7516" y="14847"/>
                  </a:cubicBezTo>
                  <a:cubicBezTo>
                    <a:pt x="7509" y="14906"/>
                    <a:pt x="7495" y="14971"/>
                    <a:pt x="7451" y="14971"/>
                  </a:cubicBezTo>
                  <a:cubicBezTo>
                    <a:pt x="7446" y="14971"/>
                    <a:pt x="7441" y="14971"/>
                    <a:pt x="7435" y="14969"/>
                  </a:cubicBezTo>
                  <a:lnTo>
                    <a:pt x="7435" y="14969"/>
                  </a:lnTo>
                  <a:cubicBezTo>
                    <a:pt x="7541" y="15058"/>
                    <a:pt x="7541" y="15058"/>
                    <a:pt x="7411" y="15107"/>
                  </a:cubicBezTo>
                  <a:cubicBezTo>
                    <a:pt x="7372" y="15098"/>
                    <a:pt x="7347" y="15093"/>
                    <a:pt x="7334" y="15093"/>
                  </a:cubicBezTo>
                  <a:cubicBezTo>
                    <a:pt x="7310" y="15093"/>
                    <a:pt x="7334" y="15113"/>
                    <a:pt x="7403" y="15172"/>
                  </a:cubicBezTo>
                  <a:cubicBezTo>
                    <a:pt x="7444" y="15253"/>
                    <a:pt x="7444" y="15253"/>
                    <a:pt x="7379" y="15310"/>
                  </a:cubicBezTo>
                  <a:cubicBezTo>
                    <a:pt x="7372" y="15308"/>
                    <a:pt x="7365" y="15307"/>
                    <a:pt x="7359" y="15307"/>
                  </a:cubicBezTo>
                  <a:cubicBezTo>
                    <a:pt x="7313" y="15307"/>
                    <a:pt x="7312" y="15360"/>
                    <a:pt x="7362" y="15374"/>
                  </a:cubicBezTo>
                  <a:cubicBezTo>
                    <a:pt x="7462" y="15459"/>
                    <a:pt x="7489" y="15652"/>
                    <a:pt x="7389" y="15652"/>
                  </a:cubicBezTo>
                  <a:cubicBezTo>
                    <a:pt x="7383" y="15652"/>
                    <a:pt x="7377" y="15651"/>
                    <a:pt x="7371" y="15650"/>
                  </a:cubicBezTo>
                  <a:lnTo>
                    <a:pt x="7371" y="15650"/>
                  </a:lnTo>
                  <a:cubicBezTo>
                    <a:pt x="7371" y="15699"/>
                    <a:pt x="7379" y="15755"/>
                    <a:pt x="7411" y="15796"/>
                  </a:cubicBezTo>
                  <a:cubicBezTo>
                    <a:pt x="7480" y="15855"/>
                    <a:pt x="7504" y="15875"/>
                    <a:pt x="7478" y="15875"/>
                  </a:cubicBezTo>
                  <a:cubicBezTo>
                    <a:pt x="7464" y="15875"/>
                    <a:pt x="7437" y="15869"/>
                    <a:pt x="7395" y="15861"/>
                  </a:cubicBezTo>
                  <a:cubicBezTo>
                    <a:pt x="7265" y="15910"/>
                    <a:pt x="7257" y="15974"/>
                    <a:pt x="7362" y="16064"/>
                  </a:cubicBezTo>
                  <a:cubicBezTo>
                    <a:pt x="7387" y="16104"/>
                    <a:pt x="7379" y="16161"/>
                    <a:pt x="7338" y="16193"/>
                  </a:cubicBezTo>
                  <a:cubicBezTo>
                    <a:pt x="7254" y="16315"/>
                    <a:pt x="7134" y="16668"/>
                    <a:pt x="7229" y="16668"/>
                  </a:cubicBezTo>
                  <a:cubicBezTo>
                    <a:pt x="7235" y="16668"/>
                    <a:pt x="7241" y="16666"/>
                    <a:pt x="7249" y="16664"/>
                  </a:cubicBezTo>
                  <a:lnTo>
                    <a:pt x="7249" y="16664"/>
                  </a:lnTo>
                  <a:lnTo>
                    <a:pt x="7225" y="16801"/>
                  </a:lnTo>
                  <a:cubicBezTo>
                    <a:pt x="7144" y="16923"/>
                    <a:pt x="7127" y="16988"/>
                    <a:pt x="7176" y="17061"/>
                  </a:cubicBezTo>
                  <a:lnTo>
                    <a:pt x="7225" y="17142"/>
                  </a:lnTo>
                  <a:cubicBezTo>
                    <a:pt x="7152" y="17142"/>
                    <a:pt x="7095" y="17182"/>
                    <a:pt x="7079" y="17255"/>
                  </a:cubicBezTo>
                  <a:cubicBezTo>
                    <a:pt x="7071" y="17320"/>
                    <a:pt x="7071" y="17320"/>
                    <a:pt x="7127" y="17328"/>
                  </a:cubicBezTo>
                  <a:cubicBezTo>
                    <a:pt x="7146" y="17314"/>
                    <a:pt x="7159" y="17308"/>
                    <a:pt x="7167" y="17308"/>
                  </a:cubicBezTo>
                  <a:cubicBezTo>
                    <a:pt x="7193" y="17308"/>
                    <a:pt x="7182" y="17361"/>
                    <a:pt x="7176" y="17409"/>
                  </a:cubicBezTo>
                  <a:cubicBezTo>
                    <a:pt x="7160" y="17474"/>
                    <a:pt x="7103" y="17523"/>
                    <a:pt x="7030" y="17523"/>
                  </a:cubicBezTo>
                  <a:lnTo>
                    <a:pt x="7022" y="17588"/>
                  </a:lnTo>
                  <a:cubicBezTo>
                    <a:pt x="7129" y="17611"/>
                    <a:pt x="7128" y="17670"/>
                    <a:pt x="7073" y="17670"/>
                  </a:cubicBezTo>
                  <a:cubicBezTo>
                    <a:pt x="7070" y="17670"/>
                    <a:pt x="7066" y="17669"/>
                    <a:pt x="7062" y="17669"/>
                  </a:cubicBezTo>
                  <a:cubicBezTo>
                    <a:pt x="7014" y="17709"/>
                    <a:pt x="6973" y="17782"/>
                    <a:pt x="6973" y="17855"/>
                  </a:cubicBezTo>
                  <a:lnTo>
                    <a:pt x="6908" y="17847"/>
                  </a:lnTo>
                  <a:lnTo>
                    <a:pt x="6908" y="17847"/>
                  </a:lnTo>
                  <a:cubicBezTo>
                    <a:pt x="6844" y="17896"/>
                    <a:pt x="6900" y="17912"/>
                    <a:pt x="6957" y="17920"/>
                  </a:cubicBezTo>
                  <a:cubicBezTo>
                    <a:pt x="6957" y="17920"/>
                    <a:pt x="6949" y="17985"/>
                    <a:pt x="6933" y="18058"/>
                  </a:cubicBezTo>
                  <a:cubicBezTo>
                    <a:pt x="6927" y="18105"/>
                    <a:pt x="6917" y="18153"/>
                    <a:pt x="6940" y="18153"/>
                  </a:cubicBezTo>
                  <a:cubicBezTo>
                    <a:pt x="6949" y="18153"/>
                    <a:pt x="6962" y="18146"/>
                    <a:pt x="6981" y="18131"/>
                  </a:cubicBezTo>
                  <a:cubicBezTo>
                    <a:pt x="7038" y="18147"/>
                    <a:pt x="7095" y="18155"/>
                    <a:pt x="7087" y="18220"/>
                  </a:cubicBezTo>
                  <a:cubicBezTo>
                    <a:pt x="7065" y="18217"/>
                    <a:pt x="7042" y="18213"/>
                    <a:pt x="7022" y="18213"/>
                  </a:cubicBezTo>
                  <a:cubicBezTo>
                    <a:pt x="6989" y="18213"/>
                    <a:pt x="6962" y="18224"/>
                    <a:pt x="6957" y="18269"/>
                  </a:cubicBezTo>
                  <a:cubicBezTo>
                    <a:pt x="6957" y="18301"/>
                    <a:pt x="6925" y="18326"/>
                    <a:pt x="6884" y="18326"/>
                  </a:cubicBezTo>
                  <a:cubicBezTo>
                    <a:pt x="6870" y="18313"/>
                    <a:pt x="6857" y="18308"/>
                    <a:pt x="6847" y="18308"/>
                  </a:cubicBezTo>
                  <a:cubicBezTo>
                    <a:pt x="6782" y="18308"/>
                    <a:pt x="6793" y="18523"/>
                    <a:pt x="6835" y="18593"/>
                  </a:cubicBezTo>
                  <a:cubicBezTo>
                    <a:pt x="6919" y="18726"/>
                    <a:pt x="6919" y="18793"/>
                    <a:pt x="6844" y="18793"/>
                  </a:cubicBezTo>
                  <a:cubicBezTo>
                    <a:pt x="6832" y="18793"/>
                    <a:pt x="6818" y="18791"/>
                    <a:pt x="6803" y="18788"/>
                  </a:cubicBezTo>
                  <a:cubicBezTo>
                    <a:pt x="6797" y="18787"/>
                    <a:pt x="6792" y="18787"/>
                    <a:pt x="6787" y="18787"/>
                  </a:cubicBezTo>
                  <a:cubicBezTo>
                    <a:pt x="6691" y="18787"/>
                    <a:pt x="6787" y="18930"/>
                    <a:pt x="6941" y="19023"/>
                  </a:cubicBezTo>
                  <a:lnTo>
                    <a:pt x="7103" y="19120"/>
                  </a:lnTo>
                  <a:lnTo>
                    <a:pt x="6925" y="19088"/>
                  </a:lnTo>
                  <a:cubicBezTo>
                    <a:pt x="6681" y="19112"/>
                    <a:pt x="6681" y="19112"/>
                    <a:pt x="6762" y="19339"/>
                  </a:cubicBezTo>
                  <a:cubicBezTo>
                    <a:pt x="6789" y="19450"/>
                    <a:pt x="6794" y="19472"/>
                    <a:pt x="6765" y="19472"/>
                  </a:cubicBezTo>
                  <a:cubicBezTo>
                    <a:pt x="6758" y="19472"/>
                    <a:pt x="6749" y="19470"/>
                    <a:pt x="6738" y="19469"/>
                  </a:cubicBezTo>
                  <a:cubicBezTo>
                    <a:pt x="6735" y="19468"/>
                    <a:pt x="6732" y="19468"/>
                    <a:pt x="6729" y="19468"/>
                  </a:cubicBezTo>
                  <a:cubicBezTo>
                    <a:pt x="6680" y="19468"/>
                    <a:pt x="6663" y="19537"/>
                    <a:pt x="6633" y="19728"/>
                  </a:cubicBezTo>
                  <a:cubicBezTo>
                    <a:pt x="6592" y="19923"/>
                    <a:pt x="6584" y="19996"/>
                    <a:pt x="6641" y="20004"/>
                  </a:cubicBezTo>
                  <a:cubicBezTo>
                    <a:pt x="6641" y="20004"/>
                    <a:pt x="6625" y="20069"/>
                    <a:pt x="6617" y="20134"/>
                  </a:cubicBezTo>
                  <a:cubicBezTo>
                    <a:pt x="6505" y="20175"/>
                    <a:pt x="6513" y="20289"/>
                    <a:pt x="6600" y="20289"/>
                  </a:cubicBezTo>
                  <a:cubicBezTo>
                    <a:pt x="6615" y="20289"/>
                    <a:pt x="6631" y="20286"/>
                    <a:pt x="6649" y="20280"/>
                  </a:cubicBezTo>
                  <a:lnTo>
                    <a:pt x="6649" y="20280"/>
                  </a:lnTo>
                  <a:cubicBezTo>
                    <a:pt x="6649" y="20280"/>
                    <a:pt x="6641" y="20344"/>
                    <a:pt x="6625" y="20417"/>
                  </a:cubicBezTo>
                  <a:lnTo>
                    <a:pt x="6568" y="20401"/>
                  </a:lnTo>
                  <a:cubicBezTo>
                    <a:pt x="6566" y="20401"/>
                    <a:pt x="6565" y="20401"/>
                    <a:pt x="6563" y="20401"/>
                  </a:cubicBezTo>
                  <a:cubicBezTo>
                    <a:pt x="6510" y="20401"/>
                    <a:pt x="6484" y="20538"/>
                    <a:pt x="6381" y="21058"/>
                  </a:cubicBezTo>
                  <a:cubicBezTo>
                    <a:pt x="6276" y="21666"/>
                    <a:pt x="6260" y="21731"/>
                    <a:pt x="6381" y="21747"/>
                  </a:cubicBezTo>
                  <a:cubicBezTo>
                    <a:pt x="6473" y="21824"/>
                    <a:pt x="6473" y="21890"/>
                    <a:pt x="6397" y="21890"/>
                  </a:cubicBezTo>
                  <a:cubicBezTo>
                    <a:pt x="6385" y="21890"/>
                    <a:pt x="6372" y="21888"/>
                    <a:pt x="6357" y="21885"/>
                  </a:cubicBezTo>
                  <a:cubicBezTo>
                    <a:pt x="6353" y="21884"/>
                    <a:pt x="6348" y="21884"/>
                    <a:pt x="6344" y="21884"/>
                  </a:cubicBezTo>
                  <a:cubicBezTo>
                    <a:pt x="6290" y="21884"/>
                    <a:pt x="6232" y="21927"/>
                    <a:pt x="6284" y="21942"/>
                  </a:cubicBezTo>
                  <a:cubicBezTo>
                    <a:pt x="6276" y="22015"/>
                    <a:pt x="6244" y="22079"/>
                    <a:pt x="6187" y="22128"/>
                  </a:cubicBezTo>
                  <a:cubicBezTo>
                    <a:pt x="6033" y="22307"/>
                    <a:pt x="6081" y="22388"/>
                    <a:pt x="6138" y="22396"/>
                  </a:cubicBezTo>
                  <a:cubicBezTo>
                    <a:pt x="6172" y="22385"/>
                    <a:pt x="6192" y="22381"/>
                    <a:pt x="6203" y="22381"/>
                  </a:cubicBezTo>
                  <a:cubicBezTo>
                    <a:pt x="6234" y="22381"/>
                    <a:pt x="6184" y="22418"/>
                    <a:pt x="6130" y="22461"/>
                  </a:cubicBezTo>
                  <a:cubicBezTo>
                    <a:pt x="6057" y="22517"/>
                    <a:pt x="5984" y="22574"/>
                    <a:pt x="6049" y="22590"/>
                  </a:cubicBezTo>
                  <a:cubicBezTo>
                    <a:pt x="6088" y="22661"/>
                    <a:pt x="6082" y="23053"/>
                    <a:pt x="5970" y="23053"/>
                  </a:cubicBezTo>
                  <a:cubicBezTo>
                    <a:pt x="5967" y="23053"/>
                    <a:pt x="5963" y="23053"/>
                    <a:pt x="5960" y="23052"/>
                  </a:cubicBezTo>
                  <a:cubicBezTo>
                    <a:pt x="5960" y="23052"/>
                    <a:pt x="5952" y="23117"/>
                    <a:pt x="5935" y="23190"/>
                  </a:cubicBezTo>
                  <a:cubicBezTo>
                    <a:pt x="5992" y="23198"/>
                    <a:pt x="5968" y="23328"/>
                    <a:pt x="5944" y="23466"/>
                  </a:cubicBezTo>
                  <a:cubicBezTo>
                    <a:pt x="5922" y="23584"/>
                    <a:pt x="5913" y="23655"/>
                    <a:pt x="5869" y="23655"/>
                  </a:cubicBezTo>
                  <a:cubicBezTo>
                    <a:pt x="5864" y="23655"/>
                    <a:pt x="5860" y="23654"/>
                    <a:pt x="5854" y="23652"/>
                  </a:cubicBezTo>
                  <a:cubicBezTo>
                    <a:pt x="5841" y="23632"/>
                    <a:pt x="5830" y="23622"/>
                    <a:pt x="5822" y="23622"/>
                  </a:cubicBezTo>
                  <a:cubicBezTo>
                    <a:pt x="5801" y="23622"/>
                    <a:pt x="5801" y="23685"/>
                    <a:pt x="5830" y="23790"/>
                  </a:cubicBezTo>
                  <a:cubicBezTo>
                    <a:pt x="5814" y="23855"/>
                    <a:pt x="5919" y="23944"/>
                    <a:pt x="5911" y="24009"/>
                  </a:cubicBezTo>
                  <a:cubicBezTo>
                    <a:pt x="5976" y="24033"/>
                    <a:pt x="6008" y="24098"/>
                    <a:pt x="6000" y="24163"/>
                  </a:cubicBezTo>
                  <a:lnTo>
                    <a:pt x="5944" y="24155"/>
                  </a:lnTo>
                  <a:lnTo>
                    <a:pt x="5822" y="24131"/>
                  </a:lnTo>
                  <a:lnTo>
                    <a:pt x="5822" y="24131"/>
                  </a:lnTo>
                  <a:cubicBezTo>
                    <a:pt x="5814" y="24204"/>
                    <a:pt x="5798" y="24269"/>
                    <a:pt x="5863" y="24277"/>
                  </a:cubicBezTo>
                  <a:cubicBezTo>
                    <a:pt x="5790" y="24333"/>
                    <a:pt x="5773" y="24398"/>
                    <a:pt x="5749" y="24536"/>
                  </a:cubicBezTo>
                  <a:cubicBezTo>
                    <a:pt x="5725" y="24666"/>
                    <a:pt x="5700" y="24804"/>
                    <a:pt x="5749" y="24877"/>
                  </a:cubicBezTo>
                  <a:cubicBezTo>
                    <a:pt x="5619" y="24925"/>
                    <a:pt x="5546" y="25323"/>
                    <a:pt x="5652" y="25412"/>
                  </a:cubicBezTo>
                  <a:cubicBezTo>
                    <a:pt x="5708" y="25428"/>
                    <a:pt x="5700" y="25493"/>
                    <a:pt x="5627" y="25550"/>
                  </a:cubicBezTo>
                  <a:cubicBezTo>
                    <a:pt x="5554" y="25606"/>
                    <a:pt x="5554" y="25606"/>
                    <a:pt x="5603" y="25679"/>
                  </a:cubicBezTo>
                  <a:cubicBezTo>
                    <a:pt x="5652" y="25760"/>
                    <a:pt x="5579" y="25817"/>
                    <a:pt x="5506" y="25874"/>
                  </a:cubicBezTo>
                  <a:cubicBezTo>
                    <a:pt x="5376" y="25914"/>
                    <a:pt x="5368" y="25979"/>
                    <a:pt x="5408" y="26060"/>
                  </a:cubicBezTo>
                  <a:cubicBezTo>
                    <a:pt x="5433" y="26174"/>
                    <a:pt x="5433" y="26287"/>
                    <a:pt x="5408" y="26401"/>
                  </a:cubicBezTo>
                  <a:cubicBezTo>
                    <a:pt x="5434" y="26515"/>
                    <a:pt x="5434" y="26579"/>
                    <a:pt x="5468" y="26579"/>
                  </a:cubicBezTo>
                  <a:cubicBezTo>
                    <a:pt x="5477" y="26579"/>
                    <a:pt x="5490" y="26574"/>
                    <a:pt x="5506" y="26563"/>
                  </a:cubicBezTo>
                  <a:cubicBezTo>
                    <a:pt x="5563" y="26571"/>
                    <a:pt x="5611" y="26644"/>
                    <a:pt x="5611" y="26644"/>
                  </a:cubicBezTo>
                  <a:cubicBezTo>
                    <a:pt x="5630" y="26729"/>
                    <a:pt x="5619" y="26762"/>
                    <a:pt x="5608" y="26762"/>
                  </a:cubicBezTo>
                  <a:cubicBezTo>
                    <a:pt x="5600" y="26762"/>
                    <a:pt x="5592" y="26744"/>
                    <a:pt x="5595" y="26717"/>
                  </a:cubicBezTo>
                  <a:cubicBezTo>
                    <a:pt x="5580" y="26651"/>
                    <a:pt x="5569" y="26628"/>
                    <a:pt x="5555" y="26628"/>
                  </a:cubicBezTo>
                  <a:cubicBezTo>
                    <a:pt x="5538" y="26628"/>
                    <a:pt x="5517" y="26662"/>
                    <a:pt x="5481" y="26693"/>
                  </a:cubicBezTo>
                  <a:cubicBezTo>
                    <a:pt x="5417" y="26766"/>
                    <a:pt x="5376" y="26855"/>
                    <a:pt x="5368" y="26952"/>
                  </a:cubicBezTo>
                  <a:cubicBezTo>
                    <a:pt x="5360" y="27017"/>
                    <a:pt x="5336" y="27147"/>
                    <a:pt x="5319" y="27220"/>
                  </a:cubicBezTo>
                  <a:cubicBezTo>
                    <a:pt x="5230" y="27406"/>
                    <a:pt x="5214" y="27471"/>
                    <a:pt x="5271" y="27487"/>
                  </a:cubicBezTo>
                  <a:lnTo>
                    <a:pt x="5336" y="27495"/>
                  </a:lnTo>
                  <a:cubicBezTo>
                    <a:pt x="5198" y="27536"/>
                    <a:pt x="5068" y="28274"/>
                    <a:pt x="5173" y="28363"/>
                  </a:cubicBezTo>
                  <a:lnTo>
                    <a:pt x="5117" y="28355"/>
                  </a:lnTo>
                  <a:cubicBezTo>
                    <a:pt x="5111" y="28353"/>
                    <a:pt x="5105" y="28353"/>
                    <a:pt x="5100" y="28353"/>
                  </a:cubicBezTo>
                  <a:cubicBezTo>
                    <a:pt x="5050" y="28353"/>
                    <a:pt x="5041" y="28424"/>
                    <a:pt x="5019" y="28541"/>
                  </a:cubicBezTo>
                  <a:cubicBezTo>
                    <a:pt x="5003" y="28606"/>
                    <a:pt x="5019" y="28890"/>
                    <a:pt x="4979" y="29085"/>
                  </a:cubicBezTo>
                  <a:cubicBezTo>
                    <a:pt x="4930" y="29352"/>
                    <a:pt x="4898" y="29555"/>
                    <a:pt x="4954" y="29563"/>
                  </a:cubicBezTo>
                  <a:cubicBezTo>
                    <a:pt x="4943" y="29613"/>
                    <a:pt x="4940" y="29628"/>
                    <a:pt x="4921" y="29628"/>
                  </a:cubicBezTo>
                  <a:cubicBezTo>
                    <a:pt x="4912" y="29628"/>
                    <a:pt x="4900" y="29625"/>
                    <a:pt x="4881" y="29620"/>
                  </a:cubicBezTo>
                  <a:cubicBezTo>
                    <a:pt x="4866" y="29597"/>
                    <a:pt x="4855" y="29587"/>
                    <a:pt x="4846" y="29587"/>
                  </a:cubicBezTo>
                  <a:cubicBezTo>
                    <a:pt x="4827" y="29587"/>
                    <a:pt x="4820" y="29632"/>
                    <a:pt x="4809" y="29676"/>
                  </a:cubicBezTo>
                  <a:cubicBezTo>
                    <a:pt x="4800" y="29741"/>
                    <a:pt x="4857" y="29758"/>
                    <a:pt x="4914" y="29766"/>
                  </a:cubicBezTo>
                  <a:cubicBezTo>
                    <a:pt x="4979" y="29774"/>
                    <a:pt x="4963" y="29847"/>
                    <a:pt x="4881" y="29968"/>
                  </a:cubicBezTo>
                  <a:cubicBezTo>
                    <a:pt x="4792" y="30130"/>
                    <a:pt x="4752" y="30317"/>
                    <a:pt x="4784" y="30503"/>
                  </a:cubicBezTo>
                  <a:cubicBezTo>
                    <a:pt x="4769" y="30565"/>
                    <a:pt x="4761" y="30626"/>
                    <a:pt x="4712" y="30626"/>
                  </a:cubicBezTo>
                  <a:cubicBezTo>
                    <a:pt x="4709" y="30626"/>
                    <a:pt x="4706" y="30625"/>
                    <a:pt x="4703" y="30625"/>
                  </a:cubicBezTo>
                  <a:cubicBezTo>
                    <a:pt x="4590" y="30698"/>
                    <a:pt x="4565" y="30852"/>
                    <a:pt x="4638" y="30957"/>
                  </a:cubicBezTo>
                  <a:cubicBezTo>
                    <a:pt x="4632" y="31005"/>
                    <a:pt x="4631" y="31018"/>
                    <a:pt x="4604" y="31018"/>
                  </a:cubicBezTo>
                  <a:cubicBezTo>
                    <a:pt x="4595" y="31018"/>
                    <a:pt x="4582" y="31016"/>
                    <a:pt x="4565" y="31014"/>
                  </a:cubicBezTo>
                  <a:cubicBezTo>
                    <a:pt x="4500" y="31071"/>
                    <a:pt x="4436" y="31055"/>
                    <a:pt x="4541" y="31144"/>
                  </a:cubicBezTo>
                  <a:cubicBezTo>
                    <a:pt x="4573" y="31306"/>
                    <a:pt x="4541" y="31476"/>
                    <a:pt x="4460" y="31614"/>
                  </a:cubicBezTo>
                  <a:cubicBezTo>
                    <a:pt x="4444" y="31679"/>
                    <a:pt x="4436" y="31752"/>
                    <a:pt x="4492" y="31760"/>
                  </a:cubicBezTo>
                  <a:lnTo>
                    <a:pt x="4549" y="31768"/>
                  </a:lnTo>
                  <a:cubicBezTo>
                    <a:pt x="4419" y="31817"/>
                    <a:pt x="4419" y="31817"/>
                    <a:pt x="4525" y="31906"/>
                  </a:cubicBezTo>
                  <a:cubicBezTo>
                    <a:pt x="4578" y="31914"/>
                    <a:pt x="4574" y="31972"/>
                    <a:pt x="4526" y="31972"/>
                  </a:cubicBezTo>
                  <a:cubicBezTo>
                    <a:pt x="4523" y="31972"/>
                    <a:pt x="4520" y="31971"/>
                    <a:pt x="4517" y="31971"/>
                  </a:cubicBezTo>
                  <a:cubicBezTo>
                    <a:pt x="4476" y="32003"/>
                    <a:pt x="4444" y="32044"/>
                    <a:pt x="4427" y="32093"/>
                  </a:cubicBezTo>
                  <a:cubicBezTo>
                    <a:pt x="4419" y="32157"/>
                    <a:pt x="4419" y="32506"/>
                    <a:pt x="4354" y="32838"/>
                  </a:cubicBezTo>
                  <a:cubicBezTo>
                    <a:pt x="4257" y="33374"/>
                    <a:pt x="4225" y="33576"/>
                    <a:pt x="4281" y="33584"/>
                  </a:cubicBezTo>
                  <a:cubicBezTo>
                    <a:pt x="4330" y="33665"/>
                    <a:pt x="4330" y="33665"/>
                    <a:pt x="4257" y="33722"/>
                  </a:cubicBezTo>
                  <a:cubicBezTo>
                    <a:pt x="4200" y="33763"/>
                    <a:pt x="4168" y="33836"/>
                    <a:pt x="4160" y="33909"/>
                  </a:cubicBezTo>
                  <a:cubicBezTo>
                    <a:pt x="4152" y="33970"/>
                    <a:pt x="4137" y="34031"/>
                    <a:pt x="4088" y="34031"/>
                  </a:cubicBezTo>
                  <a:cubicBezTo>
                    <a:pt x="4085" y="34031"/>
                    <a:pt x="4082" y="34031"/>
                    <a:pt x="4079" y="34030"/>
                  </a:cubicBezTo>
                  <a:lnTo>
                    <a:pt x="4079" y="34030"/>
                  </a:lnTo>
                  <a:cubicBezTo>
                    <a:pt x="4127" y="34111"/>
                    <a:pt x="4127" y="34111"/>
                    <a:pt x="4111" y="34176"/>
                  </a:cubicBezTo>
                  <a:cubicBezTo>
                    <a:pt x="4106" y="34175"/>
                    <a:pt x="4101" y="34174"/>
                    <a:pt x="4096" y="34174"/>
                  </a:cubicBezTo>
                  <a:cubicBezTo>
                    <a:pt x="4052" y="34174"/>
                    <a:pt x="4043" y="34240"/>
                    <a:pt x="4087" y="34306"/>
                  </a:cubicBezTo>
                  <a:cubicBezTo>
                    <a:pt x="4161" y="34368"/>
                    <a:pt x="4183" y="34387"/>
                    <a:pt x="4150" y="34387"/>
                  </a:cubicBezTo>
                  <a:cubicBezTo>
                    <a:pt x="4137" y="34387"/>
                    <a:pt x="4113" y="34384"/>
                    <a:pt x="4079" y="34379"/>
                  </a:cubicBezTo>
                  <a:cubicBezTo>
                    <a:pt x="4076" y="34378"/>
                    <a:pt x="4074" y="34378"/>
                    <a:pt x="4071" y="34378"/>
                  </a:cubicBezTo>
                  <a:cubicBezTo>
                    <a:pt x="4015" y="34378"/>
                    <a:pt x="3942" y="34511"/>
                    <a:pt x="3970" y="34511"/>
                  </a:cubicBezTo>
                  <a:cubicBezTo>
                    <a:pt x="3974" y="34511"/>
                    <a:pt x="3980" y="34508"/>
                    <a:pt x="3990" y="34501"/>
                  </a:cubicBezTo>
                  <a:cubicBezTo>
                    <a:pt x="4046" y="34509"/>
                    <a:pt x="4022" y="34646"/>
                    <a:pt x="4071" y="34719"/>
                  </a:cubicBezTo>
                  <a:cubicBezTo>
                    <a:pt x="4063" y="34778"/>
                    <a:pt x="4049" y="34843"/>
                    <a:pt x="4005" y="34843"/>
                  </a:cubicBezTo>
                  <a:cubicBezTo>
                    <a:pt x="4000" y="34843"/>
                    <a:pt x="3995" y="34843"/>
                    <a:pt x="3990" y="34841"/>
                  </a:cubicBezTo>
                  <a:cubicBezTo>
                    <a:pt x="3917" y="34898"/>
                    <a:pt x="3917" y="35246"/>
                    <a:pt x="3965" y="35319"/>
                  </a:cubicBezTo>
                  <a:cubicBezTo>
                    <a:pt x="4016" y="35334"/>
                    <a:pt x="4009" y="35387"/>
                    <a:pt x="3966" y="35387"/>
                  </a:cubicBezTo>
                  <a:cubicBezTo>
                    <a:pt x="3961" y="35387"/>
                    <a:pt x="3955" y="35386"/>
                    <a:pt x="3949" y="35384"/>
                  </a:cubicBezTo>
                  <a:cubicBezTo>
                    <a:pt x="3946" y="35384"/>
                    <a:pt x="3943" y="35384"/>
                    <a:pt x="3940" y="35384"/>
                  </a:cubicBezTo>
                  <a:cubicBezTo>
                    <a:pt x="3891" y="35384"/>
                    <a:pt x="3876" y="35445"/>
                    <a:pt x="3868" y="35514"/>
                  </a:cubicBezTo>
                  <a:cubicBezTo>
                    <a:pt x="3901" y="35564"/>
                    <a:pt x="3881" y="35576"/>
                    <a:pt x="3847" y="35576"/>
                  </a:cubicBezTo>
                  <a:cubicBezTo>
                    <a:pt x="3832" y="35576"/>
                    <a:pt x="3813" y="35573"/>
                    <a:pt x="3795" y="35571"/>
                  </a:cubicBezTo>
                  <a:cubicBezTo>
                    <a:pt x="3780" y="35546"/>
                    <a:pt x="3769" y="35535"/>
                    <a:pt x="3761" y="35535"/>
                  </a:cubicBezTo>
                  <a:cubicBezTo>
                    <a:pt x="3740" y="35535"/>
                    <a:pt x="3731" y="35596"/>
                    <a:pt x="3714" y="35692"/>
                  </a:cubicBezTo>
                  <a:cubicBezTo>
                    <a:pt x="3763" y="35765"/>
                    <a:pt x="3714" y="36033"/>
                    <a:pt x="3673" y="36236"/>
                  </a:cubicBezTo>
                  <a:cubicBezTo>
                    <a:pt x="3617" y="36568"/>
                    <a:pt x="3657" y="36649"/>
                    <a:pt x="3754" y="36803"/>
                  </a:cubicBezTo>
                  <a:lnTo>
                    <a:pt x="3860" y="36892"/>
                  </a:lnTo>
                  <a:lnTo>
                    <a:pt x="3738" y="36868"/>
                  </a:lnTo>
                  <a:cubicBezTo>
                    <a:pt x="3673" y="36868"/>
                    <a:pt x="3617" y="36884"/>
                    <a:pt x="3552" y="36900"/>
                  </a:cubicBezTo>
                  <a:cubicBezTo>
                    <a:pt x="3544" y="36973"/>
                    <a:pt x="3600" y="36981"/>
                    <a:pt x="3657" y="36990"/>
                  </a:cubicBezTo>
                  <a:cubicBezTo>
                    <a:pt x="3714" y="37006"/>
                    <a:pt x="3706" y="37071"/>
                    <a:pt x="3625" y="37192"/>
                  </a:cubicBezTo>
                  <a:cubicBezTo>
                    <a:pt x="3536" y="37314"/>
                    <a:pt x="3527" y="37379"/>
                    <a:pt x="3576" y="37460"/>
                  </a:cubicBezTo>
                  <a:cubicBezTo>
                    <a:pt x="3568" y="37533"/>
                    <a:pt x="3536" y="37598"/>
                    <a:pt x="3479" y="37646"/>
                  </a:cubicBezTo>
                  <a:cubicBezTo>
                    <a:pt x="3463" y="37719"/>
                    <a:pt x="3463" y="37719"/>
                    <a:pt x="3527" y="37727"/>
                  </a:cubicBezTo>
                  <a:cubicBezTo>
                    <a:pt x="3584" y="37736"/>
                    <a:pt x="3568" y="37800"/>
                    <a:pt x="3503" y="37857"/>
                  </a:cubicBezTo>
                  <a:cubicBezTo>
                    <a:pt x="3365" y="37906"/>
                    <a:pt x="3333" y="38108"/>
                    <a:pt x="3390" y="38117"/>
                  </a:cubicBezTo>
                  <a:cubicBezTo>
                    <a:pt x="3446" y="38125"/>
                    <a:pt x="3438" y="38198"/>
                    <a:pt x="3422" y="38263"/>
                  </a:cubicBezTo>
                  <a:cubicBezTo>
                    <a:pt x="3406" y="38335"/>
                    <a:pt x="3414" y="38408"/>
                    <a:pt x="3446" y="38473"/>
                  </a:cubicBezTo>
                  <a:cubicBezTo>
                    <a:pt x="3438" y="38538"/>
                    <a:pt x="3422" y="38603"/>
                    <a:pt x="3422" y="38603"/>
                  </a:cubicBezTo>
                  <a:cubicBezTo>
                    <a:pt x="3420" y="38623"/>
                    <a:pt x="3414" y="38632"/>
                    <a:pt x="3408" y="38632"/>
                  </a:cubicBezTo>
                  <a:cubicBezTo>
                    <a:pt x="3391" y="38632"/>
                    <a:pt x="3368" y="38577"/>
                    <a:pt x="3373" y="38530"/>
                  </a:cubicBezTo>
                  <a:lnTo>
                    <a:pt x="3373" y="38530"/>
                  </a:lnTo>
                  <a:lnTo>
                    <a:pt x="3309" y="38587"/>
                  </a:lnTo>
                  <a:cubicBezTo>
                    <a:pt x="3284" y="38717"/>
                    <a:pt x="3268" y="38781"/>
                    <a:pt x="3317" y="38862"/>
                  </a:cubicBezTo>
                  <a:cubicBezTo>
                    <a:pt x="3386" y="38921"/>
                    <a:pt x="3410" y="38941"/>
                    <a:pt x="3383" y="38941"/>
                  </a:cubicBezTo>
                  <a:cubicBezTo>
                    <a:pt x="3370" y="38941"/>
                    <a:pt x="3342" y="38936"/>
                    <a:pt x="3300" y="38927"/>
                  </a:cubicBezTo>
                  <a:cubicBezTo>
                    <a:pt x="3295" y="38926"/>
                    <a:pt x="3289" y="38925"/>
                    <a:pt x="3284" y="38925"/>
                  </a:cubicBezTo>
                  <a:cubicBezTo>
                    <a:pt x="3226" y="38925"/>
                    <a:pt x="3182" y="38997"/>
                    <a:pt x="3219" y="39049"/>
                  </a:cubicBezTo>
                  <a:cubicBezTo>
                    <a:pt x="3318" y="39132"/>
                    <a:pt x="3260" y="39188"/>
                    <a:pt x="3206" y="39188"/>
                  </a:cubicBezTo>
                  <a:cubicBezTo>
                    <a:pt x="3202" y="39188"/>
                    <a:pt x="3199" y="39187"/>
                    <a:pt x="3195" y="39187"/>
                  </a:cubicBezTo>
                  <a:cubicBezTo>
                    <a:pt x="3158" y="39155"/>
                    <a:pt x="3133" y="39135"/>
                    <a:pt x="3121" y="39135"/>
                  </a:cubicBezTo>
                  <a:cubicBezTo>
                    <a:pt x="3099" y="39135"/>
                    <a:pt x="3116" y="39202"/>
                    <a:pt x="3163" y="39389"/>
                  </a:cubicBezTo>
                  <a:cubicBezTo>
                    <a:pt x="3138" y="39519"/>
                    <a:pt x="3146" y="39795"/>
                    <a:pt x="3106" y="39998"/>
                  </a:cubicBezTo>
                  <a:cubicBezTo>
                    <a:pt x="3057" y="40265"/>
                    <a:pt x="3033" y="40395"/>
                    <a:pt x="2968" y="40452"/>
                  </a:cubicBezTo>
                  <a:cubicBezTo>
                    <a:pt x="2954" y="40450"/>
                    <a:pt x="2941" y="40449"/>
                    <a:pt x="2930" y="40449"/>
                  </a:cubicBezTo>
                  <a:cubicBezTo>
                    <a:pt x="2929" y="40449"/>
                    <a:pt x="2927" y="40449"/>
                    <a:pt x="2926" y="40449"/>
                  </a:cubicBezTo>
                  <a:lnTo>
                    <a:pt x="2926" y="40449"/>
                  </a:lnTo>
                  <a:cubicBezTo>
                    <a:pt x="2919" y="40447"/>
                    <a:pt x="2911" y="40445"/>
                    <a:pt x="2903" y="40443"/>
                  </a:cubicBezTo>
                  <a:cubicBezTo>
                    <a:pt x="2899" y="40447"/>
                    <a:pt x="2896" y="40450"/>
                    <a:pt x="2892" y="40452"/>
                  </a:cubicBezTo>
                  <a:lnTo>
                    <a:pt x="2892" y="40452"/>
                  </a:lnTo>
                  <a:cubicBezTo>
                    <a:pt x="2901" y="40451"/>
                    <a:pt x="2912" y="40449"/>
                    <a:pt x="2926" y="40449"/>
                  </a:cubicBezTo>
                  <a:lnTo>
                    <a:pt x="2926" y="40449"/>
                  </a:lnTo>
                  <a:cubicBezTo>
                    <a:pt x="3023" y="40477"/>
                    <a:pt x="3006" y="40546"/>
                    <a:pt x="2976" y="40735"/>
                  </a:cubicBezTo>
                  <a:cubicBezTo>
                    <a:pt x="2895" y="40857"/>
                    <a:pt x="2895" y="41011"/>
                    <a:pt x="2960" y="41141"/>
                  </a:cubicBezTo>
                  <a:cubicBezTo>
                    <a:pt x="2976" y="41076"/>
                    <a:pt x="2984" y="41011"/>
                    <a:pt x="2984" y="41011"/>
                  </a:cubicBezTo>
                  <a:cubicBezTo>
                    <a:pt x="3106" y="41035"/>
                    <a:pt x="3090" y="41100"/>
                    <a:pt x="3009" y="41222"/>
                  </a:cubicBezTo>
                  <a:cubicBezTo>
                    <a:pt x="2998" y="41265"/>
                    <a:pt x="2969" y="41276"/>
                    <a:pt x="2934" y="41276"/>
                  </a:cubicBezTo>
                  <a:cubicBezTo>
                    <a:pt x="2917" y="41276"/>
                    <a:pt x="2898" y="41273"/>
                    <a:pt x="2879" y="41270"/>
                  </a:cubicBezTo>
                  <a:cubicBezTo>
                    <a:pt x="2874" y="41270"/>
                    <a:pt x="2868" y="41270"/>
                    <a:pt x="2863" y="41270"/>
                  </a:cubicBezTo>
                  <a:cubicBezTo>
                    <a:pt x="2798" y="41270"/>
                    <a:pt x="2748" y="41316"/>
                    <a:pt x="2733" y="41376"/>
                  </a:cubicBezTo>
                  <a:cubicBezTo>
                    <a:pt x="2727" y="41429"/>
                    <a:pt x="2717" y="41479"/>
                    <a:pt x="2740" y="41479"/>
                  </a:cubicBezTo>
                  <a:cubicBezTo>
                    <a:pt x="2749" y="41479"/>
                    <a:pt x="2762" y="41472"/>
                    <a:pt x="2782" y="41457"/>
                  </a:cubicBezTo>
                  <a:cubicBezTo>
                    <a:pt x="2838" y="41465"/>
                    <a:pt x="2838" y="41465"/>
                    <a:pt x="2830" y="41530"/>
                  </a:cubicBezTo>
                  <a:cubicBezTo>
                    <a:pt x="2806" y="41603"/>
                    <a:pt x="2814" y="41684"/>
                    <a:pt x="2855" y="41749"/>
                  </a:cubicBezTo>
                  <a:cubicBezTo>
                    <a:pt x="2911" y="41757"/>
                    <a:pt x="2895" y="41822"/>
                    <a:pt x="2887" y="41887"/>
                  </a:cubicBezTo>
                  <a:cubicBezTo>
                    <a:pt x="2838" y="41943"/>
                    <a:pt x="2806" y="42008"/>
                    <a:pt x="2790" y="42081"/>
                  </a:cubicBezTo>
                  <a:lnTo>
                    <a:pt x="2733" y="42065"/>
                  </a:lnTo>
                  <a:cubicBezTo>
                    <a:pt x="2684" y="42065"/>
                    <a:pt x="2636" y="42081"/>
                    <a:pt x="2603" y="42114"/>
                  </a:cubicBezTo>
                  <a:cubicBezTo>
                    <a:pt x="2587" y="42146"/>
                    <a:pt x="2611" y="42187"/>
                    <a:pt x="2652" y="42195"/>
                  </a:cubicBezTo>
                  <a:cubicBezTo>
                    <a:pt x="2709" y="42203"/>
                    <a:pt x="2417" y="43808"/>
                    <a:pt x="2376" y="44003"/>
                  </a:cubicBezTo>
                  <a:cubicBezTo>
                    <a:pt x="2305" y="44110"/>
                    <a:pt x="2265" y="44280"/>
                    <a:pt x="2306" y="44280"/>
                  </a:cubicBezTo>
                  <a:cubicBezTo>
                    <a:pt x="2312" y="44280"/>
                    <a:pt x="2319" y="44277"/>
                    <a:pt x="2328" y="44270"/>
                  </a:cubicBezTo>
                  <a:lnTo>
                    <a:pt x="2328" y="44270"/>
                  </a:lnTo>
                  <a:cubicBezTo>
                    <a:pt x="2384" y="44287"/>
                    <a:pt x="2328" y="44619"/>
                    <a:pt x="2255" y="45016"/>
                  </a:cubicBezTo>
                  <a:cubicBezTo>
                    <a:pt x="2165" y="45486"/>
                    <a:pt x="2109" y="45819"/>
                    <a:pt x="2165" y="45827"/>
                  </a:cubicBezTo>
                  <a:lnTo>
                    <a:pt x="2125" y="46030"/>
                  </a:lnTo>
                  <a:cubicBezTo>
                    <a:pt x="2125" y="46143"/>
                    <a:pt x="2125" y="46257"/>
                    <a:pt x="2125" y="46378"/>
                  </a:cubicBezTo>
                  <a:cubicBezTo>
                    <a:pt x="2158" y="46429"/>
                    <a:pt x="2161" y="46475"/>
                    <a:pt x="2146" y="46475"/>
                  </a:cubicBezTo>
                  <a:cubicBezTo>
                    <a:pt x="2140" y="46475"/>
                    <a:pt x="2129" y="46466"/>
                    <a:pt x="2117" y="46443"/>
                  </a:cubicBezTo>
                  <a:cubicBezTo>
                    <a:pt x="2090" y="46440"/>
                    <a:pt x="2065" y="46435"/>
                    <a:pt x="2044" y="46435"/>
                  </a:cubicBezTo>
                  <a:cubicBezTo>
                    <a:pt x="2014" y="46435"/>
                    <a:pt x="1992" y="46445"/>
                    <a:pt x="1987" y="46484"/>
                  </a:cubicBezTo>
                  <a:cubicBezTo>
                    <a:pt x="1963" y="46622"/>
                    <a:pt x="2019" y="46630"/>
                    <a:pt x="2076" y="46646"/>
                  </a:cubicBezTo>
                  <a:cubicBezTo>
                    <a:pt x="2133" y="46654"/>
                    <a:pt x="2125" y="46719"/>
                    <a:pt x="2125" y="46719"/>
                  </a:cubicBezTo>
                  <a:cubicBezTo>
                    <a:pt x="2113" y="46767"/>
                    <a:pt x="2110" y="46779"/>
                    <a:pt x="2086" y="46779"/>
                  </a:cubicBezTo>
                  <a:cubicBezTo>
                    <a:pt x="2078" y="46779"/>
                    <a:pt x="2067" y="46778"/>
                    <a:pt x="2052" y="46776"/>
                  </a:cubicBezTo>
                  <a:lnTo>
                    <a:pt x="1938" y="46751"/>
                  </a:lnTo>
                  <a:lnTo>
                    <a:pt x="1922" y="46824"/>
                  </a:lnTo>
                  <a:cubicBezTo>
                    <a:pt x="1979" y="46832"/>
                    <a:pt x="1971" y="46897"/>
                    <a:pt x="1971" y="46897"/>
                  </a:cubicBezTo>
                  <a:cubicBezTo>
                    <a:pt x="1960" y="46940"/>
                    <a:pt x="1956" y="46955"/>
                    <a:pt x="1922" y="46955"/>
                  </a:cubicBezTo>
                  <a:cubicBezTo>
                    <a:pt x="1904" y="46955"/>
                    <a:pt x="1879" y="46951"/>
                    <a:pt x="1841" y="46946"/>
                  </a:cubicBezTo>
                  <a:cubicBezTo>
                    <a:pt x="1824" y="46942"/>
                    <a:pt x="1808" y="46941"/>
                    <a:pt x="1796" y="46941"/>
                  </a:cubicBezTo>
                  <a:cubicBezTo>
                    <a:pt x="1719" y="46941"/>
                    <a:pt x="1727" y="46999"/>
                    <a:pt x="1817" y="47076"/>
                  </a:cubicBezTo>
                  <a:lnTo>
                    <a:pt x="1849" y="47222"/>
                  </a:lnTo>
                  <a:cubicBezTo>
                    <a:pt x="1719" y="47270"/>
                    <a:pt x="1817" y="47424"/>
                    <a:pt x="1857" y="47497"/>
                  </a:cubicBezTo>
                  <a:cubicBezTo>
                    <a:pt x="1728" y="47546"/>
                    <a:pt x="1719" y="47611"/>
                    <a:pt x="1825" y="47700"/>
                  </a:cubicBezTo>
                  <a:cubicBezTo>
                    <a:pt x="1882" y="47708"/>
                    <a:pt x="1873" y="47781"/>
                    <a:pt x="1801" y="47838"/>
                  </a:cubicBezTo>
                  <a:cubicBezTo>
                    <a:pt x="1728" y="47886"/>
                    <a:pt x="1719" y="47959"/>
                    <a:pt x="1695" y="48089"/>
                  </a:cubicBezTo>
                  <a:cubicBezTo>
                    <a:pt x="1736" y="48170"/>
                    <a:pt x="1655" y="48632"/>
                    <a:pt x="1557" y="49167"/>
                  </a:cubicBezTo>
                  <a:cubicBezTo>
                    <a:pt x="1444" y="49767"/>
                    <a:pt x="1371" y="50173"/>
                    <a:pt x="1428" y="50181"/>
                  </a:cubicBezTo>
                  <a:cubicBezTo>
                    <a:pt x="1419" y="50246"/>
                    <a:pt x="1419" y="50246"/>
                    <a:pt x="1346" y="50302"/>
                  </a:cubicBezTo>
                  <a:cubicBezTo>
                    <a:pt x="1343" y="50302"/>
                    <a:pt x="1340" y="50302"/>
                    <a:pt x="1337" y="50302"/>
                  </a:cubicBezTo>
                  <a:cubicBezTo>
                    <a:pt x="1288" y="50302"/>
                    <a:pt x="1279" y="50364"/>
                    <a:pt x="1379" y="50448"/>
                  </a:cubicBezTo>
                  <a:cubicBezTo>
                    <a:pt x="1412" y="50504"/>
                    <a:pt x="1450" y="50525"/>
                    <a:pt x="1433" y="50525"/>
                  </a:cubicBezTo>
                  <a:cubicBezTo>
                    <a:pt x="1425" y="50525"/>
                    <a:pt x="1406" y="50521"/>
                    <a:pt x="1371" y="50513"/>
                  </a:cubicBezTo>
                  <a:cubicBezTo>
                    <a:pt x="1369" y="50513"/>
                    <a:pt x="1368" y="50513"/>
                    <a:pt x="1366" y="50513"/>
                  </a:cubicBezTo>
                  <a:cubicBezTo>
                    <a:pt x="1313" y="50513"/>
                    <a:pt x="1288" y="50650"/>
                    <a:pt x="1241" y="50902"/>
                  </a:cubicBezTo>
                  <a:cubicBezTo>
                    <a:pt x="1201" y="51105"/>
                    <a:pt x="1152" y="51373"/>
                    <a:pt x="1209" y="51389"/>
                  </a:cubicBezTo>
                  <a:cubicBezTo>
                    <a:pt x="1232" y="51469"/>
                    <a:pt x="1242" y="51502"/>
                    <a:pt x="1237" y="51502"/>
                  </a:cubicBezTo>
                  <a:cubicBezTo>
                    <a:pt x="1233" y="51502"/>
                    <a:pt x="1221" y="51485"/>
                    <a:pt x="1201" y="51454"/>
                  </a:cubicBezTo>
                  <a:cubicBezTo>
                    <a:pt x="1188" y="51443"/>
                    <a:pt x="1176" y="51439"/>
                    <a:pt x="1163" y="51439"/>
                  </a:cubicBezTo>
                  <a:cubicBezTo>
                    <a:pt x="1070" y="51439"/>
                    <a:pt x="983" y="51714"/>
                    <a:pt x="1055" y="51908"/>
                  </a:cubicBezTo>
                  <a:cubicBezTo>
                    <a:pt x="1047" y="51966"/>
                    <a:pt x="1033" y="52032"/>
                    <a:pt x="989" y="52032"/>
                  </a:cubicBezTo>
                  <a:cubicBezTo>
                    <a:pt x="984" y="52032"/>
                    <a:pt x="979" y="52031"/>
                    <a:pt x="974" y="52029"/>
                  </a:cubicBezTo>
                  <a:cubicBezTo>
                    <a:pt x="949" y="52143"/>
                    <a:pt x="949" y="52265"/>
                    <a:pt x="974" y="52378"/>
                  </a:cubicBezTo>
                  <a:cubicBezTo>
                    <a:pt x="957" y="52443"/>
                    <a:pt x="909" y="52710"/>
                    <a:pt x="884" y="52840"/>
                  </a:cubicBezTo>
                  <a:cubicBezTo>
                    <a:pt x="868" y="52937"/>
                    <a:pt x="876" y="53027"/>
                    <a:pt x="892" y="53124"/>
                  </a:cubicBezTo>
                  <a:cubicBezTo>
                    <a:pt x="889" y="53148"/>
                    <a:pt x="885" y="53171"/>
                    <a:pt x="882" y="53189"/>
                  </a:cubicBezTo>
                  <a:lnTo>
                    <a:pt x="882" y="53189"/>
                  </a:lnTo>
                  <a:cubicBezTo>
                    <a:pt x="882" y="53189"/>
                    <a:pt x="882" y="53189"/>
                    <a:pt x="882" y="53189"/>
                  </a:cubicBezTo>
                  <a:cubicBezTo>
                    <a:pt x="818" y="53189"/>
                    <a:pt x="762" y="53519"/>
                    <a:pt x="674" y="53975"/>
                  </a:cubicBezTo>
                  <a:cubicBezTo>
                    <a:pt x="592" y="54446"/>
                    <a:pt x="519" y="54851"/>
                    <a:pt x="447" y="54900"/>
                  </a:cubicBezTo>
                  <a:cubicBezTo>
                    <a:pt x="438" y="54956"/>
                    <a:pt x="455" y="55005"/>
                    <a:pt x="479" y="55046"/>
                  </a:cubicBezTo>
                  <a:cubicBezTo>
                    <a:pt x="584" y="55135"/>
                    <a:pt x="576" y="55200"/>
                    <a:pt x="503" y="55256"/>
                  </a:cubicBezTo>
                  <a:cubicBezTo>
                    <a:pt x="374" y="55305"/>
                    <a:pt x="325" y="55573"/>
                    <a:pt x="430" y="55662"/>
                  </a:cubicBezTo>
                  <a:lnTo>
                    <a:pt x="374" y="55645"/>
                  </a:lnTo>
                  <a:cubicBezTo>
                    <a:pt x="244" y="55694"/>
                    <a:pt x="260" y="55905"/>
                    <a:pt x="365" y="55994"/>
                  </a:cubicBezTo>
                  <a:cubicBezTo>
                    <a:pt x="301" y="56051"/>
                    <a:pt x="228" y="56108"/>
                    <a:pt x="276" y="56181"/>
                  </a:cubicBezTo>
                  <a:cubicBezTo>
                    <a:pt x="266" y="56227"/>
                    <a:pt x="262" y="56244"/>
                    <a:pt x="232" y="56244"/>
                  </a:cubicBezTo>
                  <a:cubicBezTo>
                    <a:pt x="214" y="56244"/>
                    <a:pt x="188" y="56238"/>
                    <a:pt x="147" y="56229"/>
                  </a:cubicBezTo>
                  <a:cubicBezTo>
                    <a:pt x="121" y="56223"/>
                    <a:pt x="97" y="56218"/>
                    <a:pt x="77" y="56218"/>
                  </a:cubicBezTo>
                  <a:cubicBezTo>
                    <a:pt x="45" y="56218"/>
                    <a:pt x="22" y="56230"/>
                    <a:pt x="17" y="56270"/>
                  </a:cubicBezTo>
                  <a:cubicBezTo>
                    <a:pt x="1" y="56343"/>
                    <a:pt x="57" y="56351"/>
                    <a:pt x="122" y="56359"/>
                  </a:cubicBezTo>
                  <a:cubicBezTo>
                    <a:pt x="122" y="56359"/>
                    <a:pt x="106" y="56432"/>
                    <a:pt x="98" y="56497"/>
                  </a:cubicBezTo>
                  <a:cubicBezTo>
                    <a:pt x="98" y="56497"/>
                    <a:pt x="82" y="56562"/>
                    <a:pt x="138" y="56570"/>
                  </a:cubicBezTo>
                  <a:cubicBezTo>
                    <a:pt x="203" y="56586"/>
                    <a:pt x="187" y="56651"/>
                    <a:pt x="179" y="56716"/>
                  </a:cubicBezTo>
                  <a:cubicBezTo>
                    <a:pt x="175" y="56715"/>
                    <a:pt x="172" y="56715"/>
                    <a:pt x="170" y="56715"/>
                  </a:cubicBezTo>
                  <a:cubicBezTo>
                    <a:pt x="133" y="56715"/>
                    <a:pt x="148" y="56749"/>
                    <a:pt x="186" y="56749"/>
                  </a:cubicBezTo>
                  <a:cubicBezTo>
                    <a:pt x="200" y="56749"/>
                    <a:pt x="217" y="56744"/>
                    <a:pt x="236" y="56732"/>
                  </a:cubicBezTo>
                  <a:cubicBezTo>
                    <a:pt x="292" y="56740"/>
                    <a:pt x="349" y="56748"/>
                    <a:pt x="341" y="56813"/>
                  </a:cubicBezTo>
                  <a:lnTo>
                    <a:pt x="455" y="56837"/>
                  </a:lnTo>
                  <a:cubicBezTo>
                    <a:pt x="496" y="56846"/>
                    <a:pt x="530" y="56852"/>
                    <a:pt x="560" y="56852"/>
                  </a:cubicBezTo>
                  <a:cubicBezTo>
                    <a:pt x="618" y="56852"/>
                    <a:pt x="661" y="56828"/>
                    <a:pt x="714" y="56748"/>
                  </a:cubicBezTo>
                  <a:cubicBezTo>
                    <a:pt x="828" y="56489"/>
                    <a:pt x="917" y="56302"/>
                    <a:pt x="803" y="56278"/>
                  </a:cubicBezTo>
                  <a:cubicBezTo>
                    <a:pt x="738" y="56197"/>
                    <a:pt x="763" y="56067"/>
                    <a:pt x="852" y="56010"/>
                  </a:cubicBezTo>
                  <a:cubicBezTo>
                    <a:pt x="854" y="56011"/>
                    <a:pt x="855" y="56011"/>
                    <a:pt x="857" y="56011"/>
                  </a:cubicBezTo>
                  <a:cubicBezTo>
                    <a:pt x="911" y="56011"/>
                    <a:pt x="959" y="55749"/>
                    <a:pt x="1022" y="55427"/>
                  </a:cubicBezTo>
                  <a:cubicBezTo>
                    <a:pt x="1095" y="55021"/>
                    <a:pt x="1128" y="54818"/>
                    <a:pt x="1201" y="54770"/>
                  </a:cubicBezTo>
                  <a:cubicBezTo>
                    <a:pt x="1241" y="54737"/>
                    <a:pt x="1274" y="54689"/>
                    <a:pt x="1282" y="54640"/>
                  </a:cubicBezTo>
                  <a:cubicBezTo>
                    <a:pt x="1225" y="54632"/>
                    <a:pt x="1298" y="54235"/>
                    <a:pt x="1387" y="53764"/>
                  </a:cubicBezTo>
                  <a:cubicBezTo>
                    <a:pt x="1468" y="53294"/>
                    <a:pt x="1557" y="52832"/>
                    <a:pt x="1501" y="52816"/>
                  </a:cubicBezTo>
                  <a:cubicBezTo>
                    <a:pt x="1509" y="52751"/>
                    <a:pt x="1525" y="52686"/>
                    <a:pt x="1525" y="52686"/>
                  </a:cubicBezTo>
                  <a:cubicBezTo>
                    <a:pt x="1527" y="52686"/>
                    <a:pt x="1528" y="52687"/>
                    <a:pt x="1530" y="52687"/>
                  </a:cubicBezTo>
                  <a:cubicBezTo>
                    <a:pt x="1583" y="52687"/>
                    <a:pt x="1607" y="52560"/>
                    <a:pt x="1630" y="52427"/>
                  </a:cubicBezTo>
                  <a:cubicBezTo>
                    <a:pt x="1606" y="52338"/>
                    <a:pt x="1606" y="52240"/>
                    <a:pt x="1622" y="52151"/>
                  </a:cubicBezTo>
                  <a:lnTo>
                    <a:pt x="1622" y="52151"/>
                  </a:lnTo>
                  <a:cubicBezTo>
                    <a:pt x="1625" y="52151"/>
                    <a:pt x="1628" y="52152"/>
                    <a:pt x="1631" y="52152"/>
                  </a:cubicBezTo>
                  <a:cubicBezTo>
                    <a:pt x="1680" y="52152"/>
                    <a:pt x="1688" y="52087"/>
                    <a:pt x="1711" y="51965"/>
                  </a:cubicBezTo>
                  <a:cubicBezTo>
                    <a:pt x="1736" y="51827"/>
                    <a:pt x="1752" y="51762"/>
                    <a:pt x="1695" y="51746"/>
                  </a:cubicBezTo>
                  <a:cubicBezTo>
                    <a:pt x="1703" y="51681"/>
                    <a:pt x="1792" y="51219"/>
                    <a:pt x="1882" y="51024"/>
                  </a:cubicBezTo>
                  <a:cubicBezTo>
                    <a:pt x="1955" y="50967"/>
                    <a:pt x="1906" y="50894"/>
                    <a:pt x="1865" y="50813"/>
                  </a:cubicBezTo>
                  <a:cubicBezTo>
                    <a:pt x="1801" y="50789"/>
                    <a:pt x="1760" y="50724"/>
                    <a:pt x="1768" y="50659"/>
                  </a:cubicBezTo>
                  <a:lnTo>
                    <a:pt x="1768" y="50659"/>
                  </a:lnTo>
                  <a:lnTo>
                    <a:pt x="1890" y="50684"/>
                  </a:lnTo>
                  <a:cubicBezTo>
                    <a:pt x="1907" y="50715"/>
                    <a:pt x="1917" y="50733"/>
                    <a:pt x="1925" y="50733"/>
                  </a:cubicBezTo>
                  <a:cubicBezTo>
                    <a:pt x="1935" y="50733"/>
                    <a:pt x="1941" y="50701"/>
                    <a:pt x="1955" y="50627"/>
                  </a:cubicBezTo>
                  <a:cubicBezTo>
                    <a:pt x="1971" y="50554"/>
                    <a:pt x="1979" y="50489"/>
                    <a:pt x="1979" y="50489"/>
                  </a:cubicBezTo>
                  <a:cubicBezTo>
                    <a:pt x="1922" y="50481"/>
                    <a:pt x="1987" y="50148"/>
                    <a:pt x="2068" y="49678"/>
                  </a:cubicBezTo>
                  <a:cubicBezTo>
                    <a:pt x="2182" y="49078"/>
                    <a:pt x="2214" y="48876"/>
                    <a:pt x="2157" y="48867"/>
                  </a:cubicBezTo>
                  <a:cubicBezTo>
                    <a:pt x="2101" y="48851"/>
                    <a:pt x="2109" y="48786"/>
                    <a:pt x="2206" y="48600"/>
                  </a:cubicBezTo>
                  <a:cubicBezTo>
                    <a:pt x="2457" y="48227"/>
                    <a:pt x="2457" y="48227"/>
                    <a:pt x="2409" y="48154"/>
                  </a:cubicBezTo>
                  <a:lnTo>
                    <a:pt x="2409" y="48154"/>
                  </a:lnTo>
                  <a:cubicBezTo>
                    <a:pt x="2404" y="48193"/>
                    <a:pt x="2378" y="48206"/>
                    <a:pt x="2345" y="48206"/>
                  </a:cubicBezTo>
                  <a:cubicBezTo>
                    <a:pt x="2324" y="48206"/>
                    <a:pt x="2301" y="48201"/>
                    <a:pt x="2279" y="48194"/>
                  </a:cubicBezTo>
                  <a:cubicBezTo>
                    <a:pt x="2157" y="48178"/>
                    <a:pt x="2173" y="48113"/>
                    <a:pt x="2303" y="48065"/>
                  </a:cubicBezTo>
                  <a:cubicBezTo>
                    <a:pt x="2305" y="48065"/>
                    <a:pt x="2306" y="48065"/>
                    <a:pt x="2308" y="48065"/>
                  </a:cubicBezTo>
                  <a:cubicBezTo>
                    <a:pt x="2428" y="48065"/>
                    <a:pt x="2545" y="47075"/>
                    <a:pt x="2441" y="46986"/>
                  </a:cubicBezTo>
                  <a:lnTo>
                    <a:pt x="2441" y="46986"/>
                  </a:lnTo>
                  <a:lnTo>
                    <a:pt x="2498" y="46995"/>
                  </a:lnTo>
                  <a:cubicBezTo>
                    <a:pt x="2501" y="46995"/>
                    <a:pt x="2504" y="46995"/>
                    <a:pt x="2506" y="46995"/>
                  </a:cubicBezTo>
                  <a:cubicBezTo>
                    <a:pt x="2556" y="46995"/>
                    <a:pt x="2573" y="46924"/>
                    <a:pt x="2619" y="46670"/>
                  </a:cubicBezTo>
                  <a:lnTo>
                    <a:pt x="2652" y="46476"/>
                  </a:lnTo>
                  <a:cubicBezTo>
                    <a:pt x="2539" y="46452"/>
                    <a:pt x="2665" y="46070"/>
                    <a:pt x="2723" y="46070"/>
                  </a:cubicBezTo>
                  <a:cubicBezTo>
                    <a:pt x="2724" y="46070"/>
                    <a:pt x="2724" y="46070"/>
                    <a:pt x="2725" y="46070"/>
                  </a:cubicBezTo>
                  <a:cubicBezTo>
                    <a:pt x="2798" y="46013"/>
                    <a:pt x="2798" y="46013"/>
                    <a:pt x="2822" y="45884"/>
                  </a:cubicBezTo>
                  <a:cubicBezTo>
                    <a:pt x="2743" y="45662"/>
                    <a:pt x="2857" y="45348"/>
                    <a:pt x="2915" y="45348"/>
                  </a:cubicBezTo>
                  <a:cubicBezTo>
                    <a:pt x="2917" y="45348"/>
                    <a:pt x="2918" y="45348"/>
                    <a:pt x="2919" y="45349"/>
                  </a:cubicBezTo>
                  <a:lnTo>
                    <a:pt x="2944" y="45211"/>
                  </a:lnTo>
                  <a:cubicBezTo>
                    <a:pt x="2911" y="45122"/>
                    <a:pt x="2911" y="45024"/>
                    <a:pt x="2936" y="44935"/>
                  </a:cubicBezTo>
                  <a:cubicBezTo>
                    <a:pt x="2967" y="44779"/>
                    <a:pt x="2979" y="44705"/>
                    <a:pt x="2949" y="44705"/>
                  </a:cubicBezTo>
                  <a:cubicBezTo>
                    <a:pt x="2941" y="44705"/>
                    <a:pt x="2928" y="44711"/>
                    <a:pt x="2911" y="44724"/>
                  </a:cubicBezTo>
                  <a:cubicBezTo>
                    <a:pt x="2855" y="44716"/>
                    <a:pt x="2798" y="44700"/>
                    <a:pt x="2806" y="44635"/>
                  </a:cubicBezTo>
                  <a:lnTo>
                    <a:pt x="2806" y="44635"/>
                  </a:lnTo>
                  <a:lnTo>
                    <a:pt x="2871" y="44643"/>
                  </a:lnTo>
                  <a:cubicBezTo>
                    <a:pt x="2873" y="44644"/>
                    <a:pt x="2875" y="44644"/>
                    <a:pt x="2877" y="44644"/>
                  </a:cubicBezTo>
                  <a:cubicBezTo>
                    <a:pt x="2930" y="44644"/>
                    <a:pt x="2962" y="44447"/>
                    <a:pt x="3009" y="44189"/>
                  </a:cubicBezTo>
                  <a:cubicBezTo>
                    <a:pt x="3073" y="43857"/>
                    <a:pt x="3098" y="43719"/>
                    <a:pt x="3171" y="43670"/>
                  </a:cubicBezTo>
                  <a:lnTo>
                    <a:pt x="3122" y="43589"/>
                  </a:lnTo>
                  <a:cubicBezTo>
                    <a:pt x="3076" y="43513"/>
                    <a:pt x="3088" y="43451"/>
                    <a:pt x="3137" y="43451"/>
                  </a:cubicBezTo>
                  <a:cubicBezTo>
                    <a:pt x="3140" y="43451"/>
                    <a:pt x="3143" y="43451"/>
                    <a:pt x="3146" y="43451"/>
                  </a:cubicBezTo>
                  <a:cubicBezTo>
                    <a:pt x="3219" y="43403"/>
                    <a:pt x="3268" y="43135"/>
                    <a:pt x="3227" y="42989"/>
                  </a:cubicBezTo>
                  <a:cubicBezTo>
                    <a:pt x="3244" y="42924"/>
                    <a:pt x="3252" y="42851"/>
                    <a:pt x="3252" y="42851"/>
                  </a:cubicBezTo>
                  <a:cubicBezTo>
                    <a:pt x="3390" y="42795"/>
                    <a:pt x="3422" y="42624"/>
                    <a:pt x="3317" y="42519"/>
                  </a:cubicBezTo>
                  <a:lnTo>
                    <a:pt x="3317" y="42519"/>
                  </a:lnTo>
                  <a:cubicBezTo>
                    <a:pt x="3320" y="42520"/>
                    <a:pt x="3323" y="42520"/>
                    <a:pt x="3326" y="42520"/>
                  </a:cubicBezTo>
                  <a:cubicBezTo>
                    <a:pt x="3375" y="42520"/>
                    <a:pt x="3390" y="42459"/>
                    <a:pt x="3398" y="42397"/>
                  </a:cubicBezTo>
                  <a:cubicBezTo>
                    <a:pt x="3366" y="42256"/>
                    <a:pt x="3411" y="41999"/>
                    <a:pt x="3466" y="41999"/>
                  </a:cubicBezTo>
                  <a:cubicBezTo>
                    <a:pt x="3467" y="41999"/>
                    <a:pt x="3469" y="42000"/>
                    <a:pt x="3471" y="42000"/>
                  </a:cubicBezTo>
                  <a:lnTo>
                    <a:pt x="3487" y="41927"/>
                  </a:lnTo>
                  <a:cubicBezTo>
                    <a:pt x="3446" y="41862"/>
                    <a:pt x="3438" y="41789"/>
                    <a:pt x="3463" y="41716"/>
                  </a:cubicBezTo>
                  <a:cubicBezTo>
                    <a:pt x="3487" y="41652"/>
                    <a:pt x="3479" y="41570"/>
                    <a:pt x="3438" y="41506"/>
                  </a:cubicBezTo>
                  <a:cubicBezTo>
                    <a:pt x="3414" y="41465"/>
                    <a:pt x="3398" y="41416"/>
                    <a:pt x="3406" y="41360"/>
                  </a:cubicBezTo>
                  <a:cubicBezTo>
                    <a:pt x="3410" y="41343"/>
                    <a:pt x="3416" y="41336"/>
                    <a:pt x="3423" y="41336"/>
                  </a:cubicBezTo>
                  <a:cubicBezTo>
                    <a:pt x="3443" y="41336"/>
                    <a:pt x="3475" y="41395"/>
                    <a:pt x="3511" y="41449"/>
                  </a:cubicBezTo>
                  <a:cubicBezTo>
                    <a:pt x="3519" y="41483"/>
                    <a:pt x="3527" y="41498"/>
                    <a:pt x="3534" y="41498"/>
                  </a:cubicBezTo>
                  <a:cubicBezTo>
                    <a:pt x="3556" y="41498"/>
                    <a:pt x="3565" y="41340"/>
                    <a:pt x="3503" y="41173"/>
                  </a:cubicBezTo>
                  <a:cubicBezTo>
                    <a:pt x="3459" y="41054"/>
                    <a:pt x="3439" y="41000"/>
                    <a:pt x="3444" y="41000"/>
                  </a:cubicBezTo>
                  <a:cubicBezTo>
                    <a:pt x="3448" y="41000"/>
                    <a:pt x="3471" y="41038"/>
                    <a:pt x="3511" y="41108"/>
                  </a:cubicBezTo>
                  <a:cubicBezTo>
                    <a:pt x="3540" y="41152"/>
                    <a:pt x="3569" y="41198"/>
                    <a:pt x="3581" y="41198"/>
                  </a:cubicBezTo>
                  <a:cubicBezTo>
                    <a:pt x="3589" y="41198"/>
                    <a:pt x="3589" y="41176"/>
                    <a:pt x="3576" y="41116"/>
                  </a:cubicBezTo>
                  <a:cubicBezTo>
                    <a:pt x="3576" y="41116"/>
                    <a:pt x="3600" y="40987"/>
                    <a:pt x="3536" y="40970"/>
                  </a:cubicBezTo>
                  <a:cubicBezTo>
                    <a:pt x="3552" y="40906"/>
                    <a:pt x="3560" y="40841"/>
                    <a:pt x="3576" y="40776"/>
                  </a:cubicBezTo>
                  <a:cubicBezTo>
                    <a:pt x="3633" y="40695"/>
                    <a:pt x="3665" y="40606"/>
                    <a:pt x="3682" y="40516"/>
                  </a:cubicBezTo>
                  <a:cubicBezTo>
                    <a:pt x="3633" y="40435"/>
                    <a:pt x="3633" y="40435"/>
                    <a:pt x="3706" y="40379"/>
                  </a:cubicBezTo>
                  <a:cubicBezTo>
                    <a:pt x="3712" y="40380"/>
                    <a:pt x="3718" y="40381"/>
                    <a:pt x="3723" y="40381"/>
                  </a:cubicBezTo>
                  <a:cubicBezTo>
                    <a:pt x="3764" y="40381"/>
                    <a:pt x="3766" y="40327"/>
                    <a:pt x="3657" y="40306"/>
                  </a:cubicBezTo>
                  <a:cubicBezTo>
                    <a:pt x="3609" y="40241"/>
                    <a:pt x="3625" y="40144"/>
                    <a:pt x="3698" y="40103"/>
                  </a:cubicBezTo>
                  <a:cubicBezTo>
                    <a:pt x="3715" y="40107"/>
                    <a:pt x="3731" y="40108"/>
                    <a:pt x="3744" y="40108"/>
                  </a:cubicBezTo>
                  <a:cubicBezTo>
                    <a:pt x="3815" y="40108"/>
                    <a:pt x="3819" y="40060"/>
                    <a:pt x="3771" y="40046"/>
                  </a:cubicBezTo>
                  <a:cubicBezTo>
                    <a:pt x="3738" y="40006"/>
                    <a:pt x="3730" y="39957"/>
                    <a:pt x="3730" y="39900"/>
                  </a:cubicBezTo>
                  <a:lnTo>
                    <a:pt x="3730" y="39900"/>
                  </a:lnTo>
                  <a:cubicBezTo>
                    <a:pt x="3731" y="39900"/>
                    <a:pt x="3732" y="39901"/>
                    <a:pt x="3733" y="39901"/>
                  </a:cubicBezTo>
                  <a:cubicBezTo>
                    <a:pt x="3798" y="39901"/>
                    <a:pt x="3902" y="39308"/>
                    <a:pt x="4014" y="38708"/>
                  </a:cubicBezTo>
                  <a:cubicBezTo>
                    <a:pt x="4022" y="38644"/>
                    <a:pt x="3982" y="38579"/>
                    <a:pt x="3917" y="38554"/>
                  </a:cubicBezTo>
                  <a:cubicBezTo>
                    <a:pt x="3803" y="38538"/>
                    <a:pt x="3860" y="38546"/>
                    <a:pt x="3933" y="38490"/>
                  </a:cubicBezTo>
                  <a:cubicBezTo>
                    <a:pt x="4096" y="38461"/>
                    <a:pt x="4135" y="38352"/>
                    <a:pt x="4018" y="38352"/>
                  </a:cubicBezTo>
                  <a:cubicBezTo>
                    <a:pt x="4001" y="38352"/>
                    <a:pt x="3981" y="38355"/>
                    <a:pt x="3957" y="38360"/>
                  </a:cubicBezTo>
                  <a:cubicBezTo>
                    <a:pt x="3909" y="38375"/>
                    <a:pt x="3878" y="38384"/>
                    <a:pt x="3866" y="38384"/>
                  </a:cubicBezTo>
                  <a:cubicBezTo>
                    <a:pt x="3847" y="38384"/>
                    <a:pt x="3879" y="38358"/>
                    <a:pt x="3965" y="38287"/>
                  </a:cubicBezTo>
                  <a:cubicBezTo>
                    <a:pt x="4038" y="38230"/>
                    <a:pt x="4038" y="38230"/>
                    <a:pt x="3990" y="38157"/>
                  </a:cubicBezTo>
                  <a:cubicBezTo>
                    <a:pt x="3939" y="38150"/>
                    <a:pt x="3940" y="38090"/>
                    <a:pt x="3988" y="38090"/>
                  </a:cubicBezTo>
                  <a:cubicBezTo>
                    <a:pt x="3993" y="38090"/>
                    <a:pt x="3999" y="38091"/>
                    <a:pt x="4006" y="38092"/>
                  </a:cubicBezTo>
                  <a:cubicBezTo>
                    <a:pt x="4071" y="38035"/>
                    <a:pt x="4144" y="37979"/>
                    <a:pt x="4087" y="37971"/>
                  </a:cubicBezTo>
                  <a:cubicBezTo>
                    <a:pt x="4103" y="37914"/>
                    <a:pt x="4127" y="37873"/>
                    <a:pt x="4168" y="37841"/>
                  </a:cubicBezTo>
                  <a:cubicBezTo>
                    <a:pt x="4241" y="37784"/>
                    <a:pt x="4192" y="37711"/>
                    <a:pt x="4152" y="37630"/>
                  </a:cubicBezTo>
                  <a:cubicBezTo>
                    <a:pt x="4094" y="37475"/>
                    <a:pt x="4082" y="37397"/>
                    <a:pt x="4117" y="37397"/>
                  </a:cubicBezTo>
                  <a:cubicBezTo>
                    <a:pt x="4131" y="37397"/>
                    <a:pt x="4154" y="37410"/>
                    <a:pt x="4184" y="37436"/>
                  </a:cubicBezTo>
                  <a:cubicBezTo>
                    <a:pt x="4196" y="37445"/>
                    <a:pt x="4206" y="37450"/>
                    <a:pt x="4216" y="37450"/>
                  </a:cubicBezTo>
                  <a:cubicBezTo>
                    <a:pt x="4288" y="37450"/>
                    <a:pt x="4278" y="37166"/>
                    <a:pt x="4184" y="37087"/>
                  </a:cubicBezTo>
                  <a:cubicBezTo>
                    <a:pt x="4110" y="37024"/>
                    <a:pt x="4088" y="37006"/>
                    <a:pt x="4104" y="37006"/>
                  </a:cubicBezTo>
                  <a:cubicBezTo>
                    <a:pt x="4111" y="37006"/>
                    <a:pt x="4124" y="37009"/>
                    <a:pt x="4144" y="37014"/>
                  </a:cubicBezTo>
                  <a:cubicBezTo>
                    <a:pt x="4147" y="37014"/>
                    <a:pt x="4150" y="37015"/>
                    <a:pt x="4153" y="37015"/>
                  </a:cubicBezTo>
                  <a:cubicBezTo>
                    <a:pt x="4201" y="37015"/>
                    <a:pt x="4209" y="36957"/>
                    <a:pt x="4209" y="36957"/>
                  </a:cubicBezTo>
                  <a:cubicBezTo>
                    <a:pt x="4224" y="36888"/>
                    <a:pt x="4232" y="36827"/>
                    <a:pt x="4287" y="36827"/>
                  </a:cubicBezTo>
                  <a:cubicBezTo>
                    <a:pt x="4291" y="36827"/>
                    <a:pt x="4294" y="36827"/>
                    <a:pt x="4298" y="36827"/>
                  </a:cubicBezTo>
                  <a:cubicBezTo>
                    <a:pt x="4298" y="36763"/>
                    <a:pt x="4290" y="36690"/>
                    <a:pt x="4273" y="36617"/>
                  </a:cubicBezTo>
                  <a:cubicBezTo>
                    <a:pt x="4192" y="36479"/>
                    <a:pt x="4249" y="36292"/>
                    <a:pt x="4403" y="36227"/>
                  </a:cubicBezTo>
                  <a:lnTo>
                    <a:pt x="4371" y="36090"/>
                  </a:lnTo>
                  <a:cubicBezTo>
                    <a:pt x="4278" y="36011"/>
                    <a:pt x="4229" y="35939"/>
                    <a:pt x="4301" y="35939"/>
                  </a:cubicBezTo>
                  <a:cubicBezTo>
                    <a:pt x="4311" y="35939"/>
                    <a:pt x="4323" y="35941"/>
                    <a:pt x="4338" y="35944"/>
                  </a:cubicBezTo>
                  <a:lnTo>
                    <a:pt x="4395" y="35952"/>
                  </a:lnTo>
                  <a:cubicBezTo>
                    <a:pt x="4293" y="35865"/>
                    <a:pt x="4389" y="35627"/>
                    <a:pt x="4505" y="35627"/>
                  </a:cubicBezTo>
                  <a:cubicBezTo>
                    <a:pt x="4509" y="35627"/>
                    <a:pt x="4513" y="35627"/>
                    <a:pt x="4517" y="35627"/>
                  </a:cubicBezTo>
                  <a:cubicBezTo>
                    <a:pt x="4535" y="35633"/>
                    <a:pt x="4547" y="35636"/>
                    <a:pt x="4556" y="35636"/>
                  </a:cubicBezTo>
                  <a:cubicBezTo>
                    <a:pt x="4574" y="35636"/>
                    <a:pt x="4576" y="35620"/>
                    <a:pt x="4581" y="35571"/>
                  </a:cubicBezTo>
                  <a:lnTo>
                    <a:pt x="4525" y="35563"/>
                  </a:lnTo>
                  <a:cubicBezTo>
                    <a:pt x="4468" y="35555"/>
                    <a:pt x="4411" y="35538"/>
                    <a:pt x="4419" y="35473"/>
                  </a:cubicBezTo>
                  <a:cubicBezTo>
                    <a:pt x="4435" y="35412"/>
                    <a:pt x="4443" y="35351"/>
                    <a:pt x="4491" y="35351"/>
                  </a:cubicBezTo>
                  <a:cubicBezTo>
                    <a:pt x="4494" y="35351"/>
                    <a:pt x="4497" y="35351"/>
                    <a:pt x="4500" y="35352"/>
                  </a:cubicBezTo>
                  <a:cubicBezTo>
                    <a:pt x="4573" y="35295"/>
                    <a:pt x="4646" y="35238"/>
                    <a:pt x="4590" y="35230"/>
                  </a:cubicBezTo>
                  <a:cubicBezTo>
                    <a:pt x="4598" y="35182"/>
                    <a:pt x="4630" y="35133"/>
                    <a:pt x="4671" y="35109"/>
                  </a:cubicBezTo>
                  <a:cubicBezTo>
                    <a:pt x="4679" y="35036"/>
                    <a:pt x="4695" y="34971"/>
                    <a:pt x="4719" y="34841"/>
                  </a:cubicBezTo>
                  <a:cubicBezTo>
                    <a:pt x="4672" y="34762"/>
                    <a:pt x="4694" y="34638"/>
                    <a:pt x="4747" y="34638"/>
                  </a:cubicBezTo>
                  <a:cubicBezTo>
                    <a:pt x="4748" y="34638"/>
                    <a:pt x="4750" y="34638"/>
                    <a:pt x="4752" y="34638"/>
                  </a:cubicBezTo>
                  <a:cubicBezTo>
                    <a:pt x="4768" y="34565"/>
                    <a:pt x="4760" y="34492"/>
                    <a:pt x="4736" y="34428"/>
                  </a:cubicBezTo>
                  <a:cubicBezTo>
                    <a:pt x="4757" y="34304"/>
                    <a:pt x="4766" y="34239"/>
                    <a:pt x="4815" y="34239"/>
                  </a:cubicBezTo>
                  <a:cubicBezTo>
                    <a:pt x="4820" y="34239"/>
                    <a:pt x="4826" y="34239"/>
                    <a:pt x="4833" y="34241"/>
                  </a:cubicBezTo>
                  <a:cubicBezTo>
                    <a:pt x="4846" y="34243"/>
                    <a:pt x="4857" y="34245"/>
                    <a:pt x="4864" y="34245"/>
                  </a:cubicBezTo>
                  <a:cubicBezTo>
                    <a:pt x="4887" y="34245"/>
                    <a:pt x="4878" y="34230"/>
                    <a:pt x="4841" y="34168"/>
                  </a:cubicBezTo>
                  <a:cubicBezTo>
                    <a:pt x="4784" y="34160"/>
                    <a:pt x="4792" y="34095"/>
                    <a:pt x="4809" y="34022"/>
                  </a:cubicBezTo>
                  <a:lnTo>
                    <a:pt x="4833" y="33892"/>
                  </a:lnTo>
                  <a:cubicBezTo>
                    <a:pt x="4776" y="33884"/>
                    <a:pt x="4776" y="33884"/>
                    <a:pt x="4784" y="33811"/>
                  </a:cubicBezTo>
                  <a:cubicBezTo>
                    <a:pt x="4800" y="33747"/>
                    <a:pt x="4890" y="33560"/>
                    <a:pt x="4906" y="33495"/>
                  </a:cubicBezTo>
                  <a:cubicBezTo>
                    <a:pt x="4927" y="33363"/>
                    <a:pt x="4934" y="33317"/>
                    <a:pt x="4919" y="33317"/>
                  </a:cubicBezTo>
                  <a:cubicBezTo>
                    <a:pt x="4910" y="33317"/>
                    <a:pt x="4896" y="33330"/>
                    <a:pt x="4873" y="33349"/>
                  </a:cubicBezTo>
                  <a:cubicBezTo>
                    <a:pt x="4867" y="33375"/>
                    <a:pt x="4854" y="33389"/>
                    <a:pt x="4846" y="33389"/>
                  </a:cubicBezTo>
                  <a:cubicBezTo>
                    <a:pt x="4834" y="33389"/>
                    <a:pt x="4832" y="33355"/>
                    <a:pt x="4881" y="33276"/>
                  </a:cubicBezTo>
                  <a:cubicBezTo>
                    <a:pt x="4938" y="33130"/>
                    <a:pt x="4987" y="32976"/>
                    <a:pt x="5027" y="32822"/>
                  </a:cubicBezTo>
                  <a:cubicBezTo>
                    <a:pt x="5076" y="32555"/>
                    <a:pt x="5076" y="32555"/>
                    <a:pt x="5019" y="32547"/>
                  </a:cubicBezTo>
                  <a:cubicBezTo>
                    <a:pt x="4990" y="32556"/>
                    <a:pt x="4968" y="32559"/>
                    <a:pt x="4953" y="32559"/>
                  </a:cubicBezTo>
                  <a:cubicBezTo>
                    <a:pt x="4899" y="32559"/>
                    <a:pt x="4927" y="32513"/>
                    <a:pt x="5027" y="32482"/>
                  </a:cubicBezTo>
                  <a:cubicBezTo>
                    <a:pt x="5173" y="32368"/>
                    <a:pt x="5181" y="32303"/>
                    <a:pt x="5125" y="32287"/>
                  </a:cubicBezTo>
                  <a:cubicBezTo>
                    <a:pt x="5076" y="32214"/>
                    <a:pt x="5076" y="32214"/>
                    <a:pt x="5092" y="32141"/>
                  </a:cubicBezTo>
                  <a:lnTo>
                    <a:pt x="5092" y="32141"/>
                  </a:lnTo>
                  <a:cubicBezTo>
                    <a:pt x="5098" y="32143"/>
                    <a:pt x="5103" y="32144"/>
                    <a:pt x="5108" y="32144"/>
                  </a:cubicBezTo>
                  <a:cubicBezTo>
                    <a:pt x="5150" y="32144"/>
                    <a:pt x="5154" y="32078"/>
                    <a:pt x="5125" y="31947"/>
                  </a:cubicBezTo>
                  <a:cubicBezTo>
                    <a:pt x="5136" y="31897"/>
                    <a:pt x="5139" y="31881"/>
                    <a:pt x="5158" y="31881"/>
                  </a:cubicBezTo>
                  <a:cubicBezTo>
                    <a:pt x="5167" y="31881"/>
                    <a:pt x="5179" y="31885"/>
                    <a:pt x="5198" y="31890"/>
                  </a:cubicBezTo>
                  <a:lnTo>
                    <a:pt x="5222" y="31752"/>
                  </a:lnTo>
                  <a:cubicBezTo>
                    <a:pt x="5125" y="31598"/>
                    <a:pt x="5263" y="31209"/>
                    <a:pt x="5327" y="31152"/>
                  </a:cubicBezTo>
                  <a:cubicBezTo>
                    <a:pt x="5336" y="31103"/>
                    <a:pt x="5327" y="31055"/>
                    <a:pt x="5295" y="31006"/>
                  </a:cubicBezTo>
                  <a:cubicBezTo>
                    <a:pt x="5205" y="30930"/>
                    <a:pt x="5204" y="30871"/>
                    <a:pt x="5276" y="30871"/>
                  </a:cubicBezTo>
                  <a:cubicBezTo>
                    <a:pt x="5289" y="30871"/>
                    <a:pt x="5303" y="30873"/>
                    <a:pt x="5319" y="30876"/>
                  </a:cubicBezTo>
                  <a:cubicBezTo>
                    <a:pt x="5361" y="30885"/>
                    <a:pt x="5388" y="30890"/>
                    <a:pt x="5402" y="30890"/>
                  </a:cubicBezTo>
                  <a:cubicBezTo>
                    <a:pt x="5429" y="30890"/>
                    <a:pt x="5405" y="30870"/>
                    <a:pt x="5336" y="30812"/>
                  </a:cubicBezTo>
                  <a:cubicBezTo>
                    <a:pt x="5293" y="30740"/>
                    <a:pt x="5338" y="30472"/>
                    <a:pt x="5422" y="30472"/>
                  </a:cubicBezTo>
                  <a:cubicBezTo>
                    <a:pt x="5433" y="30472"/>
                    <a:pt x="5445" y="30477"/>
                    <a:pt x="5457" y="30487"/>
                  </a:cubicBezTo>
                  <a:lnTo>
                    <a:pt x="5571" y="30503"/>
                  </a:lnTo>
                  <a:cubicBezTo>
                    <a:pt x="5546" y="30463"/>
                    <a:pt x="5530" y="30414"/>
                    <a:pt x="5538" y="30366"/>
                  </a:cubicBezTo>
                  <a:cubicBezTo>
                    <a:pt x="5481" y="30349"/>
                    <a:pt x="5490" y="30285"/>
                    <a:pt x="5530" y="30082"/>
                  </a:cubicBezTo>
                  <a:cubicBezTo>
                    <a:pt x="5554" y="29952"/>
                    <a:pt x="5538" y="29676"/>
                    <a:pt x="5563" y="29539"/>
                  </a:cubicBezTo>
                  <a:cubicBezTo>
                    <a:pt x="5587" y="29409"/>
                    <a:pt x="5627" y="29206"/>
                    <a:pt x="5700" y="29149"/>
                  </a:cubicBezTo>
                  <a:cubicBezTo>
                    <a:pt x="5717" y="29060"/>
                    <a:pt x="5717" y="28963"/>
                    <a:pt x="5684" y="28874"/>
                  </a:cubicBezTo>
                  <a:cubicBezTo>
                    <a:pt x="5645" y="28795"/>
                    <a:pt x="5667" y="28671"/>
                    <a:pt x="5720" y="28671"/>
                  </a:cubicBezTo>
                  <a:cubicBezTo>
                    <a:pt x="5721" y="28671"/>
                    <a:pt x="5723" y="28671"/>
                    <a:pt x="5725" y="28671"/>
                  </a:cubicBezTo>
                  <a:lnTo>
                    <a:pt x="5733" y="28606"/>
                  </a:lnTo>
                  <a:cubicBezTo>
                    <a:pt x="5717" y="28533"/>
                    <a:pt x="5708" y="28460"/>
                    <a:pt x="5717" y="28395"/>
                  </a:cubicBezTo>
                  <a:lnTo>
                    <a:pt x="5717" y="28395"/>
                  </a:lnTo>
                  <a:cubicBezTo>
                    <a:pt x="5722" y="28397"/>
                    <a:pt x="5728" y="28398"/>
                    <a:pt x="5733" y="28398"/>
                  </a:cubicBezTo>
                  <a:cubicBezTo>
                    <a:pt x="5791" y="28398"/>
                    <a:pt x="5835" y="28326"/>
                    <a:pt x="5798" y="28274"/>
                  </a:cubicBezTo>
                  <a:cubicBezTo>
                    <a:pt x="5741" y="28258"/>
                    <a:pt x="5749" y="28193"/>
                    <a:pt x="5773" y="28063"/>
                  </a:cubicBezTo>
                  <a:cubicBezTo>
                    <a:pt x="5854" y="27933"/>
                    <a:pt x="6260" y="25728"/>
                    <a:pt x="6203" y="25720"/>
                  </a:cubicBezTo>
                  <a:lnTo>
                    <a:pt x="6235" y="25517"/>
                  </a:lnTo>
                  <a:cubicBezTo>
                    <a:pt x="6252" y="25452"/>
                    <a:pt x="6276" y="25323"/>
                    <a:pt x="6276" y="25323"/>
                  </a:cubicBezTo>
                  <a:cubicBezTo>
                    <a:pt x="6279" y="25323"/>
                    <a:pt x="6281" y="25323"/>
                    <a:pt x="6284" y="25323"/>
                  </a:cubicBezTo>
                  <a:cubicBezTo>
                    <a:pt x="6390" y="25323"/>
                    <a:pt x="6397" y="24993"/>
                    <a:pt x="6373" y="24787"/>
                  </a:cubicBezTo>
                  <a:cubicBezTo>
                    <a:pt x="6333" y="24723"/>
                    <a:pt x="6333" y="24642"/>
                    <a:pt x="6349" y="24577"/>
                  </a:cubicBezTo>
                  <a:lnTo>
                    <a:pt x="6349" y="24577"/>
                  </a:lnTo>
                  <a:cubicBezTo>
                    <a:pt x="6354" y="24577"/>
                    <a:pt x="6358" y="24578"/>
                    <a:pt x="6363" y="24578"/>
                  </a:cubicBezTo>
                  <a:cubicBezTo>
                    <a:pt x="6473" y="24578"/>
                    <a:pt x="6502" y="24393"/>
                    <a:pt x="6471" y="24252"/>
                  </a:cubicBezTo>
                  <a:cubicBezTo>
                    <a:pt x="6376" y="24172"/>
                    <a:pt x="6373" y="24112"/>
                    <a:pt x="6461" y="24112"/>
                  </a:cubicBezTo>
                  <a:cubicBezTo>
                    <a:pt x="6471" y="24112"/>
                    <a:pt x="6482" y="24113"/>
                    <a:pt x="6495" y="24115"/>
                  </a:cubicBezTo>
                  <a:cubicBezTo>
                    <a:pt x="6504" y="24117"/>
                    <a:pt x="6513" y="24117"/>
                    <a:pt x="6521" y="24117"/>
                  </a:cubicBezTo>
                  <a:cubicBezTo>
                    <a:pt x="6611" y="24117"/>
                    <a:pt x="6621" y="23995"/>
                    <a:pt x="6487" y="23839"/>
                  </a:cubicBezTo>
                  <a:cubicBezTo>
                    <a:pt x="6438" y="23766"/>
                    <a:pt x="6438" y="23766"/>
                    <a:pt x="6511" y="23709"/>
                  </a:cubicBezTo>
                  <a:cubicBezTo>
                    <a:pt x="6641" y="23660"/>
                    <a:pt x="6649" y="23596"/>
                    <a:pt x="6592" y="23588"/>
                  </a:cubicBezTo>
                  <a:cubicBezTo>
                    <a:pt x="6487" y="23498"/>
                    <a:pt x="6495" y="23425"/>
                    <a:pt x="6625" y="23385"/>
                  </a:cubicBezTo>
                  <a:cubicBezTo>
                    <a:pt x="6771" y="23271"/>
                    <a:pt x="6771" y="23271"/>
                    <a:pt x="6665" y="23182"/>
                  </a:cubicBezTo>
                  <a:cubicBezTo>
                    <a:pt x="6560" y="23093"/>
                    <a:pt x="6608" y="22825"/>
                    <a:pt x="6738" y="22785"/>
                  </a:cubicBezTo>
                  <a:cubicBezTo>
                    <a:pt x="6754" y="22712"/>
                    <a:pt x="6819" y="22663"/>
                    <a:pt x="6762" y="22647"/>
                  </a:cubicBezTo>
                  <a:lnTo>
                    <a:pt x="6835" y="22590"/>
                  </a:lnTo>
                  <a:lnTo>
                    <a:pt x="6860" y="22461"/>
                  </a:lnTo>
                  <a:lnTo>
                    <a:pt x="6803" y="22444"/>
                  </a:lnTo>
                  <a:cubicBezTo>
                    <a:pt x="6811" y="22379"/>
                    <a:pt x="6941" y="21990"/>
                    <a:pt x="7030" y="21520"/>
                  </a:cubicBezTo>
                  <a:cubicBezTo>
                    <a:pt x="7143" y="20884"/>
                    <a:pt x="7176" y="20698"/>
                    <a:pt x="7140" y="20698"/>
                  </a:cubicBezTo>
                  <a:cubicBezTo>
                    <a:pt x="7134" y="20698"/>
                    <a:pt x="7128" y="20702"/>
                    <a:pt x="7119" y="20709"/>
                  </a:cubicBezTo>
                  <a:cubicBezTo>
                    <a:pt x="7100" y="20716"/>
                    <a:pt x="7084" y="20720"/>
                    <a:pt x="7072" y="20720"/>
                  </a:cubicBezTo>
                  <a:cubicBezTo>
                    <a:pt x="6999" y="20720"/>
                    <a:pt x="7033" y="20614"/>
                    <a:pt x="7144" y="20580"/>
                  </a:cubicBezTo>
                  <a:cubicBezTo>
                    <a:pt x="7184" y="20474"/>
                    <a:pt x="7225" y="20361"/>
                    <a:pt x="7257" y="20255"/>
                  </a:cubicBezTo>
                  <a:cubicBezTo>
                    <a:pt x="7289" y="20122"/>
                    <a:pt x="7312" y="19995"/>
                    <a:pt x="7366" y="19995"/>
                  </a:cubicBezTo>
                  <a:cubicBezTo>
                    <a:pt x="7367" y="19995"/>
                    <a:pt x="7369" y="19996"/>
                    <a:pt x="7371" y="19996"/>
                  </a:cubicBezTo>
                  <a:lnTo>
                    <a:pt x="7379" y="19931"/>
                  </a:lnTo>
                  <a:cubicBezTo>
                    <a:pt x="7289" y="19777"/>
                    <a:pt x="7362" y="19372"/>
                    <a:pt x="7460" y="19185"/>
                  </a:cubicBezTo>
                  <a:cubicBezTo>
                    <a:pt x="7484" y="19072"/>
                    <a:pt x="7484" y="18958"/>
                    <a:pt x="7460" y="18845"/>
                  </a:cubicBezTo>
                  <a:cubicBezTo>
                    <a:pt x="7427" y="18699"/>
                    <a:pt x="7427" y="18699"/>
                    <a:pt x="7492" y="18642"/>
                  </a:cubicBezTo>
                  <a:cubicBezTo>
                    <a:pt x="7493" y="18642"/>
                    <a:pt x="7494" y="18642"/>
                    <a:pt x="7494" y="18642"/>
                  </a:cubicBezTo>
                  <a:cubicBezTo>
                    <a:pt x="7560" y="18642"/>
                    <a:pt x="7686" y="18261"/>
                    <a:pt x="7565" y="18236"/>
                  </a:cubicBezTo>
                  <a:lnTo>
                    <a:pt x="7638" y="18188"/>
                  </a:lnTo>
                  <a:cubicBezTo>
                    <a:pt x="7703" y="18147"/>
                    <a:pt x="7679" y="18050"/>
                    <a:pt x="7606" y="18042"/>
                  </a:cubicBezTo>
                  <a:cubicBezTo>
                    <a:pt x="7484" y="18018"/>
                    <a:pt x="7500" y="17953"/>
                    <a:pt x="7687" y="17920"/>
                  </a:cubicBezTo>
                  <a:cubicBezTo>
                    <a:pt x="7700" y="17922"/>
                    <a:pt x="7712" y="17923"/>
                    <a:pt x="7723" y="17923"/>
                  </a:cubicBezTo>
                  <a:cubicBezTo>
                    <a:pt x="7809" y="17923"/>
                    <a:pt x="7810" y="17871"/>
                    <a:pt x="7760" y="17863"/>
                  </a:cubicBezTo>
                  <a:cubicBezTo>
                    <a:pt x="7711" y="17782"/>
                    <a:pt x="7662" y="17709"/>
                    <a:pt x="7735" y="17653"/>
                  </a:cubicBezTo>
                  <a:cubicBezTo>
                    <a:pt x="7752" y="17580"/>
                    <a:pt x="7760" y="17515"/>
                    <a:pt x="7646" y="17491"/>
                  </a:cubicBezTo>
                  <a:cubicBezTo>
                    <a:pt x="7581" y="17482"/>
                    <a:pt x="7598" y="17418"/>
                    <a:pt x="7606" y="17353"/>
                  </a:cubicBezTo>
                  <a:lnTo>
                    <a:pt x="7606" y="17353"/>
                  </a:lnTo>
                  <a:cubicBezTo>
                    <a:pt x="7671" y="17361"/>
                    <a:pt x="7671" y="17361"/>
                    <a:pt x="7711" y="17442"/>
                  </a:cubicBezTo>
                  <a:cubicBezTo>
                    <a:pt x="7709" y="17459"/>
                    <a:pt x="7708" y="17467"/>
                    <a:pt x="7708" y="17467"/>
                  </a:cubicBezTo>
                  <a:cubicBezTo>
                    <a:pt x="7708" y="17467"/>
                    <a:pt x="7718" y="17405"/>
                    <a:pt x="7735" y="17304"/>
                  </a:cubicBezTo>
                  <a:cubicBezTo>
                    <a:pt x="7751" y="17241"/>
                    <a:pt x="7828" y="17125"/>
                    <a:pt x="7884" y="17125"/>
                  </a:cubicBezTo>
                  <a:cubicBezTo>
                    <a:pt x="7886" y="17125"/>
                    <a:pt x="7888" y="17125"/>
                    <a:pt x="7889" y="17126"/>
                  </a:cubicBezTo>
                  <a:cubicBezTo>
                    <a:pt x="7947" y="17081"/>
                    <a:pt x="7969" y="17032"/>
                    <a:pt x="7914" y="17032"/>
                  </a:cubicBezTo>
                  <a:cubicBezTo>
                    <a:pt x="7899" y="17032"/>
                    <a:pt x="7877" y="17036"/>
                    <a:pt x="7849" y="17045"/>
                  </a:cubicBezTo>
                  <a:cubicBezTo>
                    <a:pt x="7727" y="17028"/>
                    <a:pt x="7727" y="17028"/>
                    <a:pt x="7752" y="16891"/>
                  </a:cubicBezTo>
                  <a:cubicBezTo>
                    <a:pt x="7767" y="16829"/>
                    <a:pt x="7775" y="16768"/>
                    <a:pt x="7830" y="16768"/>
                  </a:cubicBezTo>
                  <a:cubicBezTo>
                    <a:pt x="7834" y="16768"/>
                    <a:pt x="7837" y="16768"/>
                    <a:pt x="7841" y="16769"/>
                  </a:cubicBezTo>
                  <a:cubicBezTo>
                    <a:pt x="7855" y="16773"/>
                    <a:pt x="7866" y="16776"/>
                    <a:pt x="7875" y="16776"/>
                  </a:cubicBezTo>
                  <a:cubicBezTo>
                    <a:pt x="7899" y="16776"/>
                    <a:pt x="7904" y="16750"/>
                    <a:pt x="7922" y="16647"/>
                  </a:cubicBezTo>
                  <a:cubicBezTo>
                    <a:pt x="7938" y="16453"/>
                    <a:pt x="7857" y="16258"/>
                    <a:pt x="7711" y="16128"/>
                  </a:cubicBezTo>
                  <a:cubicBezTo>
                    <a:pt x="7598" y="16104"/>
                    <a:pt x="7598" y="16104"/>
                    <a:pt x="7727" y="16055"/>
                  </a:cubicBezTo>
                  <a:cubicBezTo>
                    <a:pt x="7733" y="16057"/>
                    <a:pt x="7739" y="16058"/>
                    <a:pt x="7744" y="16058"/>
                  </a:cubicBezTo>
                  <a:cubicBezTo>
                    <a:pt x="7786" y="16058"/>
                    <a:pt x="7794" y="15999"/>
                    <a:pt x="7808" y="15934"/>
                  </a:cubicBezTo>
                  <a:cubicBezTo>
                    <a:pt x="7772" y="15929"/>
                    <a:pt x="7786" y="15903"/>
                    <a:pt x="7798" y="15903"/>
                  </a:cubicBezTo>
                  <a:cubicBezTo>
                    <a:pt x="7805" y="15903"/>
                    <a:pt x="7811" y="15911"/>
                    <a:pt x="7808" y="15934"/>
                  </a:cubicBezTo>
                  <a:cubicBezTo>
                    <a:pt x="7865" y="15950"/>
                    <a:pt x="7857" y="16015"/>
                    <a:pt x="7841" y="16080"/>
                  </a:cubicBezTo>
                  <a:lnTo>
                    <a:pt x="7898" y="16088"/>
                  </a:lnTo>
                  <a:cubicBezTo>
                    <a:pt x="8027" y="16047"/>
                    <a:pt x="8044" y="15982"/>
                    <a:pt x="7938" y="15893"/>
                  </a:cubicBezTo>
                  <a:cubicBezTo>
                    <a:pt x="7889" y="15812"/>
                    <a:pt x="7889" y="15812"/>
                    <a:pt x="7962" y="15755"/>
                  </a:cubicBezTo>
                  <a:cubicBezTo>
                    <a:pt x="8035" y="15699"/>
                    <a:pt x="8100" y="15650"/>
                    <a:pt x="8044" y="15634"/>
                  </a:cubicBezTo>
                  <a:cubicBezTo>
                    <a:pt x="8060" y="15561"/>
                    <a:pt x="8092" y="15496"/>
                    <a:pt x="8141" y="15447"/>
                  </a:cubicBezTo>
                  <a:cubicBezTo>
                    <a:pt x="8165" y="15310"/>
                    <a:pt x="8173" y="15245"/>
                    <a:pt x="8116" y="15237"/>
                  </a:cubicBezTo>
                  <a:cubicBezTo>
                    <a:pt x="8060" y="15220"/>
                    <a:pt x="8068" y="15155"/>
                    <a:pt x="8084" y="15091"/>
                  </a:cubicBezTo>
                  <a:cubicBezTo>
                    <a:pt x="8092" y="15026"/>
                    <a:pt x="8108" y="14953"/>
                    <a:pt x="8052" y="14945"/>
                  </a:cubicBezTo>
                  <a:cubicBezTo>
                    <a:pt x="7987" y="14937"/>
                    <a:pt x="7946" y="14856"/>
                    <a:pt x="7971" y="14726"/>
                  </a:cubicBezTo>
                  <a:cubicBezTo>
                    <a:pt x="7930" y="14580"/>
                    <a:pt x="7930" y="14580"/>
                    <a:pt x="8060" y="14531"/>
                  </a:cubicBezTo>
                  <a:cubicBezTo>
                    <a:pt x="8066" y="14533"/>
                    <a:pt x="8072" y="14533"/>
                    <a:pt x="8077" y="14533"/>
                  </a:cubicBezTo>
                  <a:cubicBezTo>
                    <a:pt x="8126" y="14533"/>
                    <a:pt x="8134" y="14468"/>
                    <a:pt x="8149" y="14410"/>
                  </a:cubicBezTo>
                  <a:cubicBezTo>
                    <a:pt x="8157" y="14361"/>
                    <a:pt x="8189" y="14320"/>
                    <a:pt x="8230" y="14288"/>
                  </a:cubicBezTo>
                  <a:cubicBezTo>
                    <a:pt x="8303" y="14231"/>
                    <a:pt x="8238" y="14223"/>
                    <a:pt x="8181" y="14207"/>
                  </a:cubicBezTo>
                  <a:lnTo>
                    <a:pt x="8068" y="14191"/>
                  </a:lnTo>
                  <a:cubicBezTo>
                    <a:pt x="8075" y="14131"/>
                    <a:pt x="8187" y="14084"/>
                    <a:pt x="8249" y="14084"/>
                  </a:cubicBezTo>
                  <a:cubicBezTo>
                    <a:pt x="8254" y="14084"/>
                    <a:pt x="8258" y="14085"/>
                    <a:pt x="8262" y="14085"/>
                  </a:cubicBezTo>
                  <a:cubicBezTo>
                    <a:pt x="8392" y="14045"/>
                    <a:pt x="8392" y="14045"/>
                    <a:pt x="8279" y="14020"/>
                  </a:cubicBezTo>
                  <a:cubicBezTo>
                    <a:pt x="8222" y="14012"/>
                    <a:pt x="8173" y="13931"/>
                    <a:pt x="8254" y="13810"/>
                  </a:cubicBezTo>
                  <a:cubicBezTo>
                    <a:pt x="8278" y="13676"/>
                    <a:pt x="8301" y="13550"/>
                    <a:pt x="8362" y="13550"/>
                  </a:cubicBezTo>
                  <a:cubicBezTo>
                    <a:pt x="8364" y="13550"/>
                    <a:pt x="8366" y="13550"/>
                    <a:pt x="8368" y="13550"/>
                  </a:cubicBezTo>
                  <a:cubicBezTo>
                    <a:pt x="8408" y="13518"/>
                    <a:pt x="8416" y="13461"/>
                    <a:pt x="8392" y="13420"/>
                  </a:cubicBezTo>
                  <a:cubicBezTo>
                    <a:pt x="8343" y="13339"/>
                    <a:pt x="8352" y="13274"/>
                    <a:pt x="8449" y="13088"/>
                  </a:cubicBezTo>
                  <a:cubicBezTo>
                    <a:pt x="8627" y="12772"/>
                    <a:pt x="8627" y="12772"/>
                    <a:pt x="8514" y="12747"/>
                  </a:cubicBezTo>
                  <a:cubicBezTo>
                    <a:pt x="8449" y="12739"/>
                    <a:pt x="8392" y="12731"/>
                    <a:pt x="8522" y="12683"/>
                  </a:cubicBezTo>
                  <a:cubicBezTo>
                    <a:pt x="8595" y="12626"/>
                    <a:pt x="8546" y="12553"/>
                    <a:pt x="8514" y="12407"/>
                  </a:cubicBezTo>
                  <a:cubicBezTo>
                    <a:pt x="8457" y="12342"/>
                    <a:pt x="8376" y="12302"/>
                    <a:pt x="8287" y="12293"/>
                  </a:cubicBezTo>
                  <a:cubicBezTo>
                    <a:pt x="8173" y="12277"/>
                    <a:pt x="8173" y="12277"/>
                    <a:pt x="8254" y="12148"/>
                  </a:cubicBezTo>
                  <a:cubicBezTo>
                    <a:pt x="8269" y="12087"/>
                    <a:pt x="8319" y="12041"/>
                    <a:pt x="8384" y="12041"/>
                  </a:cubicBezTo>
                  <a:cubicBezTo>
                    <a:pt x="8390" y="12041"/>
                    <a:pt x="8395" y="12042"/>
                    <a:pt x="8400" y="12042"/>
                  </a:cubicBezTo>
                  <a:cubicBezTo>
                    <a:pt x="8457" y="12050"/>
                    <a:pt x="8441" y="12115"/>
                    <a:pt x="8441" y="12115"/>
                  </a:cubicBezTo>
                  <a:lnTo>
                    <a:pt x="8433" y="12180"/>
                  </a:lnTo>
                  <a:cubicBezTo>
                    <a:pt x="8450" y="12185"/>
                    <a:pt x="8466" y="12189"/>
                    <a:pt x="8482" y="12189"/>
                  </a:cubicBezTo>
                  <a:cubicBezTo>
                    <a:pt x="8520" y="12189"/>
                    <a:pt x="8553" y="12166"/>
                    <a:pt x="8571" y="12075"/>
                  </a:cubicBezTo>
                  <a:cubicBezTo>
                    <a:pt x="8643" y="12018"/>
                    <a:pt x="8660" y="11953"/>
                    <a:pt x="8595" y="11937"/>
                  </a:cubicBezTo>
                  <a:cubicBezTo>
                    <a:pt x="8668" y="11880"/>
                    <a:pt x="8692" y="11750"/>
                    <a:pt x="8716" y="11612"/>
                  </a:cubicBezTo>
                  <a:cubicBezTo>
                    <a:pt x="8741" y="11483"/>
                    <a:pt x="8781" y="11280"/>
                    <a:pt x="8846" y="11223"/>
                  </a:cubicBezTo>
                  <a:cubicBezTo>
                    <a:pt x="8870" y="11094"/>
                    <a:pt x="8887" y="11029"/>
                    <a:pt x="8830" y="11012"/>
                  </a:cubicBezTo>
                  <a:cubicBezTo>
                    <a:pt x="8720" y="10998"/>
                    <a:pt x="8723" y="10937"/>
                    <a:pt x="8766" y="10937"/>
                  </a:cubicBezTo>
                  <a:cubicBezTo>
                    <a:pt x="8770" y="10937"/>
                    <a:pt x="8776" y="10938"/>
                    <a:pt x="8781" y="10939"/>
                  </a:cubicBezTo>
                  <a:cubicBezTo>
                    <a:pt x="8911" y="10891"/>
                    <a:pt x="9130" y="10031"/>
                    <a:pt x="9025" y="9942"/>
                  </a:cubicBezTo>
                  <a:lnTo>
                    <a:pt x="9049" y="9813"/>
                  </a:lnTo>
                  <a:cubicBezTo>
                    <a:pt x="9130" y="9691"/>
                    <a:pt x="9203" y="9285"/>
                    <a:pt x="9154" y="9213"/>
                  </a:cubicBezTo>
                  <a:lnTo>
                    <a:pt x="9195" y="9010"/>
                  </a:lnTo>
                  <a:cubicBezTo>
                    <a:pt x="9276" y="8888"/>
                    <a:pt x="9284" y="8823"/>
                    <a:pt x="9243" y="8742"/>
                  </a:cubicBezTo>
                  <a:cubicBezTo>
                    <a:pt x="9206" y="8686"/>
                    <a:pt x="9164" y="8664"/>
                    <a:pt x="9172" y="8664"/>
                  </a:cubicBezTo>
                  <a:cubicBezTo>
                    <a:pt x="9175" y="8664"/>
                    <a:pt x="9182" y="8666"/>
                    <a:pt x="9195" y="8669"/>
                  </a:cubicBezTo>
                  <a:cubicBezTo>
                    <a:pt x="9196" y="8670"/>
                    <a:pt x="9198" y="8670"/>
                    <a:pt x="9199" y="8670"/>
                  </a:cubicBezTo>
                  <a:cubicBezTo>
                    <a:pt x="9253" y="8670"/>
                    <a:pt x="9277" y="8532"/>
                    <a:pt x="9325" y="8272"/>
                  </a:cubicBezTo>
                  <a:cubicBezTo>
                    <a:pt x="9358" y="8088"/>
                    <a:pt x="9368" y="8035"/>
                    <a:pt x="9351" y="8035"/>
                  </a:cubicBezTo>
                  <a:cubicBezTo>
                    <a:pt x="9343" y="8035"/>
                    <a:pt x="9329" y="8046"/>
                    <a:pt x="9308" y="8061"/>
                  </a:cubicBezTo>
                  <a:cubicBezTo>
                    <a:pt x="9296" y="7845"/>
                    <a:pt x="9333" y="7803"/>
                    <a:pt x="9377" y="7803"/>
                  </a:cubicBezTo>
                  <a:cubicBezTo>
                    <a:pt x="9389" y="7803"/>
                    <a:pt x="9402" y="7806"/>
                    <a:pt x="9414" y="7810"/>
                  </a:cubicBezTo>
                  <a:cubicBezTo>
                    <a:pt x="9438" y="7830"/>
                    <a:pt x="9457" y="7839"/>
                    <a:pt x="9472" y="7839"/>
                  </a:cubicBezTo>
                  <a:cubicBezTo>
                    <a:pt x="9521" y="7839"/>
                    <a:pt x="9507" y="7739"/>
                    <a:pt x="9381" y="7664"/>
                  </a:cubicBezTo>
                  <a:cubicBezTo>
                    <a:pt x="9279" y="7577"/>
                    <a:pt x="9299" y="7453"/>
                    <a:pt x="9352" y="7453"/>
                  </a:cubicBezTo>
                  <a:cubicBezTo>
                    <a:pt x="9354" y="7453"/>
                    <a:pt x="9355" y="7453"/>
                    <a:pt x="9357" y="7453"/>
                  </a:cubicBezTo>
                  <a:cubicBezTo>
                    <a:pt x="9414" y="7461"/>
                    <a:pt x="9406" y="7526"/>
                    <a:pt x="9389" y="7599"/>
                  </a:cubicBezTo>
                  <a:lnTo>
                    <a:pt x="9511" y="7615"/>
                  </a:lnTo>
                  <a:cubicBezTo>
                    <a:pt x="9519" y="7550"/>
                    <a:pt x="9519" y="7550"/>
                    <a:pt x="9470" y="7477"/>
                  </a:cubicBezTo>
                  <a:cubicBezTo>
                    <a:pt x="9479" y="7421"/>
                    <a:pt x="9462" y="7372"/>
                    <a:pt x="9438" y="7332"/>
                  </a:cubicBezTo>
                  <a:cubicBezTo>
                    <a:pt x="9423" y="7288"/>
                    <a:pt x="9383" y="7261"/>
                    <a:pt x="9340" y="7261"/>
                  </a:cubicBezTo>
                  <a:cubicBezTo>
                    <a:pt x="9312" y="7261"/>
                    <a:pt x="9282" y="7273"/>
                    <a:pt x="9260" y="7299"/>
                  </a:cubicBezTo>
                  <a:cubicBezTo>
                    <a:pt x="9243" y="7313"/>
                    <a:pt x="9232" y="7320"/>
                    <a:pt x="9223" y="7320"/>
                  </a:cubicBezTo>
                  <a:cubicBezTo>
                    <a:pt x="9199" y="7320"/>
                    <a:pt x="9207" y="7267"/>
                    <a:pt x="9219" y="7218"/>
                  </a:cubicBezTo>
                  <a:cubicBezTo>
                    <a:pt x="9262" y="7154"/>
                    <a:pt x="9298" y="7126"/>
                    <a:pt x="9330" y="7126"/>
                  </a:cubicBezTo>
                  <a:cubicBezTo>
                    <a:pt x="9358" y="7126"/>
                    <a:pt x="9383" y="7148"/>
                    <a:pt x="9406" y="7186"/>
                  </a:cubicBezTo>
                  <a:cubicBezTo>
                    <a:pt x="9389" y="7250"/>
                    <a:pt x="9454" y="7267"/>
                    <a:pt x="9511" y="7275"/>
                  </a:cubicBezTo>
                  <a:cubicBezTo>
                    <a:pt x="9512" y="7275"/>
                    <a:pt x="9512" y="7275"/>
                    <a:pt x="9513" y="7275"/>
                  </a:cubicBezTo>
                  <a:cubicBezTo>
                    <a:pt x="9565" y="7275"/>
                    <a:pt x="9512" y="6938"/>
                    <a:pt x="9411" y="6842"/>
                  </a:cubicBezTo>
                  <a:lnTo>
                    <a:pt x="9411" y="6842"/>
                  </a:lnTo>
                  <a:cubicBezTo>
                    <a:pt x="9425" y="6845"/>
                    <a:pt x="9442" y="6849"/>
                    <a:pt x="9462" y="6853"/>
                  </a:cubicBezTo>
                  <a:cubicBezTo>
                    <a:pt x="9464" y="6853"/>
                    <a:pt x="9466" y="6854"/>
                    <a:pt x="9468" y="6854"/>
                  </a:cubicBezTo>
                  <a:cubicBezTo>
                    <a:pt x="9529" y="6854"/>
                    <a:pt x="9552" y="6727"/>
                    <a:pt x="9576" y="6594"/>
                  </a:cubicBezTo>
                  <a:cubicBezTo>
                    <a:pt x="9600" y="6464"/>
                    <a:pt x="9608" y="6391"/>
                    <a:pt x="9552" y="6383"/>
                  </a:cubicBezTo>
                  <a:cubicBezTo>
                    <a:pt x="9495" y="6375"/>
                    <a:pt x="9430" y="6359"/>
                    <a:pt x="9446" y="6294"/>
                  </a:cubicBezTo>
                  <a:lnTo>
                    <a:pt x="9446" y="6294"/>
                  </a:lnTo>
                  <a:cubicBezTo>
                    <a:pt x="9435" y="6337"/>
                    <a:pt x="9406" y="6348"/>
                    <a:pt x="9372" y="6348"/>
                  </a:cubicBezTo>
                  <a:cubicBezTo>
                    <a:pt x="9354" y="6348"/>
                    <a:pt x="9335" y="6345"/>
                    <a:pt x="9316" y="6342"/>
                  </a:cubicBezTo>
                  <a:cubicBezTo>
                    <a:pt x="9357" y="6278"/>
                    <a:pt x="9414" y="6213"/>
                    <a:pt x="9470" y="6164"/>
                  </a:cubicBezTo>
                  <a:cubicBezTo>
                    <a:pt x="9608" y="6051"/>
                    <a:pt x="9697" y="5929"/>
                    <a:pt x="9746" y="5661"/>
                  </a:cubicBezTo>
                  <a:cubicBezTo>
                    <a:pt x="9770" y="5524"/>
                    <a:pt x="9803" y="5329"/>
                    <a:pt x="9876" y="5272"/>
                  </a:cubicBezTo>
                  <a:cubicBezTo>
                    <a:pt x="9900" y="5134"/>
                    <a:pt x="9908" y="5069"/>
                    <a:pt x="9852" y="5061"/>
                  </a:cubicBezTo>
                  <a:lnTo>
                    <a:pt x="9876" y="4924"/>
                  </a:lnTo>
                  <a:cubicBezTo>
                    <a:pt x="9949" y="4867"/>
                    <a:pt x="9973" y="4737"/>
                    <a:pt x="9916" y="4721"/>
                  </a:cubicBezTo>
                  <a:cubicBezTo>
                    <a:pt x="9868" y="4648"/>
                    <a:pt x="9941" y="4591"/>
                    <a:pt x="9949" y="4526"/>
                  </a:cubicBezTo>
                  <a:cubicBezTo>
                    <a:pt x="10044" y="4452"/>
                    <a:pt x="10077" y="4427"/>
                    <a:pt x="10035" y="4427"/>
                  </a:cubicBezTo>
                  <a:cubicBezTo>
                    <a:pt x="10012" y="4427"/>
                    <a:pt x="9968" y="4434"/>
                    <a:pt x="9900" y="4445"/>
                  </a:cubicBezTo>
                  <a:cubicBezTo>
                    <a:pt x="9898" y="4445"/>
                    <a:pt x="9897" y="4445"/>
                    <a:pt x="9895" y="4445"/>
                  </a:cubicBezTo>
                  <a:cubicBezTo>
                    <a:pt x="9838" y="4445"/>
                    <a:pt x="9762" y="4561"/>
                    <a:pt x="9746" y="4624"/>
                  </a:cubicBezTo>
                  <a:lnTo>
                    <a:pt x="9714" y="4826"/>
                  </a:lnTo>
                  <a:lnTo>
                    <a:pt x="9689" y="4615"/>
                  </a:lnTo>
                  <a:cubicBezTo>
                    <a:pt x="9706" y="4551"/>
                    <a:pt x="9665" y="4405"/>
                    <a:pt x="9608" y="4388"/>
                  </a:cubicBezTo>
                  <a:cubicBezTo>
                    <a:pt x="9576" y="4388"/>
                    <a:pt x="9552" y="4348"/>
                    <a:pt x="9560" y="4315"/>
                  </a:cubicBezTo>
                  <a:lnTo>
                    <a:pt x="9560" y="4315"/>
                  </a:lnTo>
                  <a:lnTo>
                    <a:pt x="9681" y="4340"/>
                  </a:lnTo>
                  <a:cubicBezTo>
                    <a:pt x="9714" y="4397"/>
                    <a:pt x="9779" y="4429"/>
                    <a:pt x="9843" y="4437"/>
                  </a:cubicBezTo>
                  <a:cubicBezTo>
                    <a:pt x="9973" y="4388"/>
                    <a:pt x="10070" y="4202"/>
                    <a:pt x="9949" y="4178"/>
                  </a:cubicBezTo>
                  <a:cubicBezTo>
                    <a:pt x="9965" y="4113"/>
                    <a:pt x="9965" y="4113"/>
                    <a:pt x="10038" y="4056"/>
                  </a:cubicBezTo>
                  <a:cubicBezTo>
                    <a:pt x="10041" y="4056"/>
                    <a:pt x="10044" y="4057"/>
                    <a:pt x="10047" y="4057"/>
                  </a:cubicBezTo>
                  <a:cubicBezTo>
                    <a:pt x="10095" y="4057"/>
                    <a:pt x="10097" y="3994"/>
                    <a:pt x="9997" y="3910"/>
                  </a:cubicBezTo>
                  <a:cubicBezTo>
                    <a:pt x="9900" y="3821"/>
                    <a:pt x="9908" y="3756"/>
                    <a:pt x="10038" y="3715"/>
                  </a:cubicBezTo>
                  <a:cubicBezTo>
                    <a:pt x="10184" y="3602"/>
                    <a:pt x="10233" y="3334"/>
                    <a:pt x="10168" y="3318"/>
                  </a:cubicBezTo>
                  <a:cubicBezTo>
                    <a:pt x="10054" y="3302"/>
                    <a:pt x="10087" y="3099"/>
                    <a:pt x="10160" y="3043"/>
                  </a:cubicBezTo>
                  <a:cubicBezTo>
                    <a:pt x="10224" y="3002"/>
                    <a:pt x="10249" y="2905"/>
                    <a:pt x="10200" y="2840"/>
                  </a:cubicBezTo>
                  <a:lnTo>
                    <a:pt x="10200" y="2840"/>
                  </a:lnTo>
                  <a:cubicBezTo>
                    <a:pt x="10208" y="2843"/>
                    <a:pt x="10216" y="2844"/>
                    <a:pt x="10224" y="2844"/>
                  </a:cubicBezTo>
                  <a:cubicBezTo>
                    <a:pt x="10278" y="2844"/>
                    <a:pt x="10317" y="2775"/>
                    <a:pt x="10281" y="2718"/>
                  </a:cubicBezTo>
                  <a:cubicBezTo>
                    <a:pt x="10281" y="2718"/>
                    <a:pt x="10285" y="2687"/>
                    <a:pt x="10266" y="2687"/>
                  </a:cubicBezTo>
                  <a:cubicBezTo>
                    <a:pt x="10257" y="2687"/>
                    <a:pt x="10244" y="2693"/>
                    <a:pt x="10224" y="2710"/>
                  </a:cubicBezTo>
                  <a:lnTo>
                    <a:pt x="10127" y="2556"/>
                  </a:lnTo>
                  <a:cubicBezTo>
                    <a:pt x="10122" y="2596"/>
                    <a:pt x="10096" y="2608"/>
                    <a:pt x="10064" y="2608"/>
                  </a:cubicBezTo>
                  <a:cubicBezTo>
                    <a:pt x="10043" y="2608"/>
                    <a:pt x="10020" y="2603"/>
                    <a:pt x="9997" y="2597"/>
                  </a:cubicBezTo>
                  <a:cubicBezTo>
                    <a:pt x="9941" y="2589"/>
                    <a:pt x="10046" y="2329"/>
                    <a:pt x="10249" y="2232"/>
                  </a:cubicBezTo>
                  <a:lnTo>
                    <a:pt x="10387" y="2118"/>
                  </a:lnTo>
                  <a:cubicBezTo>
                    <a:pt x="10330" y="2110"/>
                    <a:pt x="10273" y="2102"/>
                    <a:pt x="10273" y="2102"/>
                  </a:cubicBezTo>
                  <a:cubicBezTo>
                    <a:pt x="10281" y="2033"/>
                    <a:pt x="10296" y="1972"/>
                    <a:pt x="10345" y="1972"/>
                  </a:cubicBezTo>
                  <a:cubicBezTo>
                    <a:pt x="10348" y="1972"/>
                    <a:pt x="10351" y="1972"/>
                    <a:pt x="10354" y="1972"/>
                  </a:cubicBezTo>
                  <a:cubicBezTo>
                    <a:pt x="10372" y="1978"/>
                    <a:pt x="10385" y="1981"/>
                    <a:pt x="10394" y="1981"/>
                  </a:cubicBezTo>
                  <a:cubicBezTo>
                    <a:pt x="10413" y="1981"/>
                    <a:pt x="10416" y="1965"/>
                    <a:pt x="10427" y="1916"/>
                  </a:cubicBezTo>
                  <a:cubicBezTo>
                    <a:pt x="10427" y="1916"/>
                    <a:pt x="10435" y="1851"/>
                    <a:pt x="10379" y="1843"/>
                  </a:cubicBezTo>
                  <a:cubicBezTo>
                    <a:pt x="10265" y="1818"/>
                    <a:pt x="10265" y="1818"/>
                    <a:pt x="10330" y="1762"/>
                  </a:cubicBezTo>
                  <a:cubicBezTo>
                    <a:pt x="10460" y="1721"/>
                    <a:pt x="10476" y="1656"/>
                    <a:pt x="10370" y="1567"/>
                  </a:cubicBezTo>
                  <a:cubicBezTo>
                    <a:pt x="10249" y="1543"/>
                    <a:pt x="10249" y="1543"/>
                    <a:pt x="10379" y="1494"/>
                  </a:cubicBezTo>
                  <a:cubicBezTo>
                    <a:pt x="10384" y="1495"/>
                    <a:pt x="10389" y="1495"/>
                    <a:pt x="10394" y="1495"/>
                  </a:cubicBezTo>
                  <a:cubicBezTo>
                    <a:pt x="10460" y="1495"/>
                    <a:pt x="10509" y="1449"/>
                    <a:pt x="10524" y="1389"/>
                  </a:cubicBezTo>
                  <a:lnTo>
                    <a:pt x="10468" y="1372"/>
                  </a:lnTo>
                  <a:cubicBezTo>
                    <a:pt x="10346" y="1356"/>
                    <a:pt x="10362" y="1283"/>
                    <a:pt x="10427" y="1226"/>
                  </a:cubicBezTo>
                  <a:lnTo>
                    <a:pt x="10427" y="1226"/>
                  </a:lnTo>
                  <a:cubicBezTo>
                    <a:pt x="10434" y="1228"/>
                    <a:pt x="10440" y="1229"/>
                    <a:pt x="10445" y="1229"/>
                  </a:cubicBezTo>
                  <a:cubicBezTo>
                    <a:pt x="10493" y="1229"/>
                    <a:pt x="10497" y="1163"/>
                    <a:pt x="10468" y="1032"/>
                  </a:cubicBezTo>
                  <a:cubicBezTo>
                    <a:pt x="10491" y="902"/>
                    <a:pt x="10499" y="837"/>
                    <a:pt x="10555" y="837"/>
                  </a:cubicBezTo>
                  <a:cubicBezTo>
                    <a:pt x="10558" y="837"/>
                    <a:pt x="10561" y="837"/>
                    <a:pt x="10565" y="837"/>
                  </a:cubicBezTo>
                  <a:cubicBezTo>
                    <a:pt x="10604" y="846"/>
                    <a:pt x="10630" y="851"/>
                    <a:pt x="10642" y="851"/>
                  </a:cubicBezTo>
                  <a:cubicBezTo>
                    <a:pt x="10666" y="851"/>
                    <a:pt x="10642" y="831"/>
                    <a:pt x="10573" y="772"/>
                  </a:cubicBezTo>
                  <a:cubicBezTo>
                    <a:pt x="10524" y="699"/>
                    <a:pt x="10524" y="699"/>
                    <a:pt x="10614" y="570"/>
                  </a:cubicBezTo>
                  <a:cubicBezTo>
                    <a:pt x="10679" y="521"/>
                    <a:pt x="10679" y="521"/>
                    <a:pt x="10638" y="440"/>
                  </a:cubicBezTo>
                  <a:cubicBezTo>
                    <a:pt x="10586" y="430"/>
                    <a:pt x="10546" y="422"/>
                    <a:pt x="10515" y="422"/>
                  </a:cubicBezTo>
                  <a:cubicBezTo>
                    <a:pt x="10475" y="422"/>
                    <a:pt x="10453" y="435"/>
                    <a:pt x="10443" y="472"/>
                  </a:cubicBezTo>
                  <a:cubicBezTo>
                    <a:pt x="10437" y="520"/>
                    <a:pt x="10436" y="533"/>
                    <a:pt x="10413" y="533"/>
                  </a:cubicBezTo>
                  <a:cubicBezTo>
                    <a:pt x="10404" y="533"/>
                    <a:pt x="10393" y="531"/>
                    <a:pt x="10379" y="529"/>
                  </a:cubicBezTo>
                  <a:cubicBezTo>
                    <a:pt x="10379" y="529"/>
                    <a:pt x="10387" y="464"/>
                    <a:pt x="10403" y="399"/>
                  </a:cubicBezTo>
                  <a:cubicBezTo>
                    <a:pt x="10419" y="302"/>
                    <a:pt x="10419" y="205"/>
                    <a:pt x="10387" y="116"/>
                  </a:cubicBezTo>
                  <a:cubicBezTo>
                    <a:pt x="10369" y="42"/>
                    <a:pt x="10329" y="1"/>
                    <a:pt x="10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2"/>
            <p:cNvSpPr/>
            <p:nvPr/>
          </p:nvSpPr>
          <p:spPr>
            <a:xfrm>
              <a:off x="6921842" y="1998283"/>
              <a:ext cx="382500" cy="36716"/>
            </a:xfrm>
            <a:custGeom>
              <a:avLst/>
              <a:gdLst/>
              <a:ahLst/>
              <a:cxnLst/>
              <a:rect l="l" t="t" r="r" b="b"/>
              <a:pathLst>
                <a:path w="22190" h="2130" extrusionOk="0">
                  <a:moveTo>
                    <a:pt x="16002" y="1"/>
                  </a:moveTo>
                  <a:cubicBezTo>
                    <a:pt x="15991" y="1"/>
                    <a:pt x="15975" y="28"/>
                    <a:pt x="15956" y="95"/>
                  </a:cubicBezTo>
                  <a:cubicBezTo>
                    <a:pt x="15956" y="160"/>
                    <a:pt x="15956" y="160"/>
                    <a:pt x="15981" y="160"/>
                  </a:cubicBezTo>
                  <a:cubicBezTo>
                    <a:pt x="15997" y="119"/>
                    <a:pt x="16013" y="79"/>
                    <a:pt x="16013" y="38"/>
                  </a:cubicBezTo>
                  <a:cubicBezTo>
                    <a:pt x="16013" y="15"/>
                    <a:pt x="16009" y="1"/>
                    <a:pt x="16002" y="1"/>
                  </a:cubicBezTo>
                  <a:close/>
                  <a:moveTo>
                    <a:pt x="21753" y="500"/>
                  </a:moveTo>
                  <a:cubicBezTo>
                    <a:pt x="21729" y="500"/>
                    <a:pt x="21729" y="557"/>
                    <a:pt x="21729" y="614"/>
                  </a:cubicBezTo>
                  <a:lnTo>
                    <a:pt x="21753" y="614"/>
                  </a:lnTo>
                  <a:cubicBezTo>
                    <a:pt x="21769" y="581"/>
                    <a:pt x="21778" y="541"/>
                    <a:pt x="21778" y="500"/>
                  </a:cubicBezTo>
                  <a:close/>
                  <a:moveTo>
                    <a:pt x="6362" y="1039"/>
                  </a:moveTo>
                  <a:cubicBezTo>
                    <a:pt x="6361" y="1039"/>
                    <a:pt x="6362" y="1049"/>
                    <a:pt x="6369" y="1067"/>
                  </a:cubicBezTo>
                  <a:lnTo>
                    <a:pt x="6369" y="1067"/>
                  </a:lnTo>
                  <a:cubicBezTo>
                    <a:pt x="6367" y="1047"/>
                    <a:pt x="6364" y="1039"/>
                    <a:pt x="6362" y="1039"/>
                  </a:cubicBezTo>
                  <a:close/>
                  <a:moveTo>
                    <a:pt x="6369" y="1067"/>
                  </a:moveTo>
                  <a:cubicBezTo>
                    <a:pt x="6371" y="1077"/>
                    <a:pt x="6372" y="1089"/>
                    <a:pt x="6372" y="1104"/>
                  </a:cubicBezTo>
                  <a:lnTo>
                    <a:pt x="6372" y="1104"/>
                  </a:lnTo>
                  <a:cubicBezTo>
                    <a:pt x="6373" y="1096"/>
                    <a:pt x="6373" y="1086"/>
                    <a:pt x="6373" y="1076"/>
                  </a:cubicBezTo>
                  <a:cubicBezTo>
                    <a:pt x="6372" y="1073"/>
                    <a:pt x="6370" y="1070"/>
                    <a:pt x="6369" y="1067"/>
                  </a:cubicBezTo>
                  <a:close/>
                  <a:moveTo>
                    <a:pt x="8878" y="1116"/>
                  </a:moveTo>
                  <a:cubicBezTo>
                    <a:pt x="8878" y="1116"/>
                    <a:pt x="8878" y="1116"/>
                    <a:pt x="8878" y="1116"/>
                  </a:cubicBezTo>
                  <a:cubicBezTo>
                    <a:pt x="8878" y="1116"/>
                    <a:pt x="8878" y="1116"/>
                    <a:pt x="8878" y="1116"/>
                  </a:cubicBezTo>
                  <a:close/>
                  <a:moveTo>
                    <a:pt x="17228" y="1112"/>
                  </a:moveTo>
                  <a:cubicBezTo>
                    <a:pt x="17233" y="1112"/>
                    <a:pt x="17237" y="1119"/>
                    <a:pt x="17237" y="1141"/>
                  </a:cubicBezTo>
                  <a:lnTo>
                    <a:pt x="17237" y="1133"/>
                  </a:lnTo>
                  <a:cubicBezTo>
                    <a:pt x="17262" y="1133"/>
                    <a:pt x="17205" y="1197"/>
                    <a:pt x="17180" y="1197"/>
                  </a:cubicBezTo>
                  <a:lnTo>
                    <a:pt x="17180" y="1133"/>
                  </a:lnTo>
                  <a:cubicBezTo>
                    <a:pt x="17182" y="1133"/>
                    <a:pt x="17183" y="1133"/>
                    <a:pt x="17185" y="1133"/>
                  </a:cubicBezTo>
                  <a:cubicBezTo>
                    <a:pt x="17200" y="1133"/>
                    <a:pt x="17217" y="1112"/>
                    <a:pt x="17228" y="1112"/>
                  </a:cubicBezTo>
                  <a:close/>
                  <a:moveTo>
                    <a:pt x="19718" y="1060"/>
                  </a:moveTo>
                  <a:cubicBezTo>
                    <a:pt x="19686" y="1060"/>
                    <a:pt x="19661" y="1116"/>
                    <a:pt x="19661" y="1116"/>
                  </a:cubicBezTo>
                  <a:cubicBezTo>
                    <a:pt x="19661" y="1181"/>
                    <a:pt x="19686" y="1181"/>
                    <a:pt x="19718" y="1181"/>
                  </a:cubicBezTo>
                  <a:cubicBezTo>
                    <a:pt x="19732" y="1198"/>
                    <a:pt x="19745" y="1205"/>
                    <a:pt x="19755" y="1205"/>
                  </a:cubicBezTo>
                  <a:cubicBezTo>
                    <a:pt x="19779" y="1205"/>
                    <a:pt x="19791" y="1165"/>
                    <a:pt x="19791" y="1124"/>
                  </a:cubicBezTo>
                  <a:cubicBezTo>
                    <a:pt x="19791" y="1060"/>
                    <a:pt x="19767" y="1060"/>
                    <a:pt x="19718" y="1060"/>
                  </a:cubicBezTo>
                  <a:close/>
                  <a:moveTo>
                    <a:pt x="6113" y="1254"/>
                  </a:moveTo>
                  <a:cubicBezTo>
                    <a:pt x="6092" y="1254"/>
                    <a:pt x="6085" y="1279"/>
                    <a:pt x="6092" y="1279"/>
                  </a:cubicBezTo>
                  <a:cubicBezTo>
                    <a:pt x="6095" y="1279"/>
                    <a:pt x="6103" y="1273"/>
                    <a:pt x="6113" y="1254"/>
                  </a:cubicBezTo>
                  <a:close/>
                  <a:moveTo>
                    <a:pt x="19945" y="1181"/>
                  </a:moveTo>
                  <a:cubicBezTo>
                    <a:pt x="19945" y="1246"/>
                    <a:pt x="19897" y="1303"/>
                    <a:pt x="19872" y="1303"/>
                  </a:cubicBezTo>
                  <a:cubicBezTo>
                    <a:pt x="19848" y="1303"/>
                    <a:pt x="19848" y="1238"/>
                    <a:pt x="19897" y="1181"/>
                  </a:cubicBezTo>
                  <a:close/>
                  <a:moveTo>
                    <a:pt x="13500" y="1189"/>
                  </a:moveTo>
                  <a:lnTo>
                    <a:pt x="13524" y="1254"/>
                  </a:lnTo>
                  <a:lnTo>
                    <a:pt x="13500" y="1311"/>
                  </a:lnTo>
                  <a:lnTo>
                    <a:pt x="13475" y="1311"/>
                  </a:lnTo>
                  <a:cubicBezTo>
                    <a:pt x="13475" y="1254"/>
                    <a:pt x="13475" y="1189"/>
                    <a:pt x="13500" y="1189"/>
                  </a:cubicBezTo>
                  <a:close/>
                  <a:moveTo>
                    <a:pt x="15807" y="1266"/>
                  </a:moveTo>
                  <a:cubicBezTo>
                    <a:pt x="15818" y="1266"/>
                    <a:pt x="15835" y="1295"/>
                    <a:pt x="15851" y="1295"/>
                  </a:cubicBezTo>
                  <a:cubicBezTo>
                    <a:pt x="15875" y="1351"/>
                    <a:pt x="15875" y="1351"/>
                    <a:pt x="15826" y="1351"/>
                  </a:cubicBezTo>
                  <a:cubicBezTo>
                    <a:pt x="15794" y="1351"/>
                    <a:pt x="15794" y="1295"/>
                    <a:pt x="15794" y="1295"/>
                  </a:cubicBezTo>
                  <a:cubicBezTo>
                    <a:pt x="15797" y="1273"/>
                    <a:pt x="15801" y="1266"/>
                    <a:pt x="15807" y="1266"/>
                  </a:cubicBezTo>
                  <a:close/>
                  <a:moveTo>
                    <a:pt x="12875" y="1181"/>
                  </a:moveTo>
                  <a:cubicBezTo>
                    <a:pt x="12900" y="1181"/>
                    <a:pt x="12875" y="1303"/>
                    <a:pt x="12875" y="1360"/>
                  </a:cubicBezTo>
                  <a:cubicBezTo>
                    <a:pt x="12843" y="1360"/>
                    <a:pt x="12843" y="1360"/>
                    <a:pt x="12843" y="1303"/>
                  </a:cubicBezTo>
                  <a:cubicBezTo>
                    <a:pt x="12851" y="1262"/>
                    <a:pt x="12859" y="1222"/>
                    <a:pt x="12875" y="1181"/>
                  </a:cubicBezTo>
                  <a:close/>
                  <a:moveTo>
                    <a:pt x="16297" y="1238"/>
                  </a:moveTo>
                  <a:cubicBezTo>
                    <a:pt x="16321" y="1238"/>
                    <a:pt x="16345" y="1303"/>
                    <a:pt x="16345" y="1303"/>
                  </a:cubicBezTo>
                  <a:cubicBezTo>
                    <a:pt x="16345" y="1360"/>
                    <a:pt x="16321" y="1360"/>
                    <a:pt x="16321" y="1360"/>
                  </a:cubicBezTo>
                  <a:cubicBezTo>
                    <a:pt x="16297" y="1360"/>
                    <a:pt x="16264" y="1360"/>
                    <a:pt x="16264" y="1303"/>
                  </a:cubicBezTo>
                  <a:cubicBezTo>
                    <a:pt x="16264" y="1303"/>
                    <a:pt x="16264" y="1238"/>
                    <a:pt x="16297" y="1238"/>
                  </a:cubicBezTo>
                  <a:close/>
                  <a:moveTo>
                    <a:pt x="6032" y="1303"/>
                  </a:moveTo>
                  <a:lnTo>
                    <a:pt x="6057" y="1368"/>
                  </a:lnTo>
                  <a:lnTo>
                    <a:pt x="6032" y="1360"/>
                  </a:lnTo>
                  <a:cubicBezTo>
                    <a:pt x="6008" y="1360"/>
                    <a:pt x="6008" y="1360"/>
                    <a:pt x="6008" y="1303"/>
                  </a:cubicBezTo>
                  <a:close/>
                  <a:moveTo>
                    <a:pt x="6292" y="1311"/>
                  </a:moveTo>
                  <a:lnTo>
                    <a:pt x="6316" y="1368"/>
                  </a:lnTo>
                  <a:lnTo>
                    <a:pt x="6292" y="1368"/>
                  </a:lnTo>
                  <a:cubicBezTo>
                    <a:pt x="6267" y="1368"/>
                    <a:pt x="6267" y="1368"/>
                    <a:pt x="6267" y="1311"/>
                  </a:cubicBezTo>
                  <a:close/>
                  <a:moveTo>
                    <a:pt x="10289" y="1254"/>
                  </a:moveTo>
                  <a:cubicBezTo>
                    <a:pt x="10313" y="1319"/>
                    <a:pt x="10289" y="1376"/>
                    <a:pt x="10265" y="1376"/>
                  </a:cubicBezTo>
                  <a:cubicBezTo>
                    <a:pt x="10208" y="1376"/>
                    <a:pt x="10208" y="1376"/>
                    <a:pt x="10208" y="1319"/>
                  </a:cubicBezTo>
                  <a:cubicBezTo>
                    <a:pt x="10208" y="1254"/>
                    <a:pt x="10265" y="1254"/>
                    <a:pt x="10289" y="1254"/>
                  </a:cubicBezTo>
                  <a:close/>
                  <a:moveTo>
                    <a:pt x="17756" y="1262"/>
                  </a:moveTo>
                  <a:cubicBezTo>
                    <a:pt x="17756" y="1303"/>
                    <a:pt x="17748" y="1343"/>
                    <a:pt x="17732" y="1384"/>
                  </a:cubicBezTo>
                  <a:lnTo>
                    <a:pt x="17699" y="1384"/>
                  </a:lnTo>
                  <a:cubicBezTo>
                    <a:pt x="17699" y="1327"/>
                    <a:pt x="17699" y="1262"/>
                    <a:pt x="17732" y="1262"/>
                  </a:cubicBezTo>
                  <a:close/>
                  <a:moveTo>
                    <a:pt x="12089" y="1287"/>
                  </a:moveTo>
                  <a:lnTo>
                    <a:pt x="12113" y="1351"/>
                  </a:lnTo>
                  <a:lnTo>
                    <a:pt x="12089" y="1408"/>
                  </a:lnTo>
                  <a:lnTo>
                    <a:pt x="12064" y="1408"/>
                  </a:lnTo>
                  <a:cubicBezTo>
                    <a:pt x="12064" y="1351"/>
                    <a:pt x="12064" y="1287"/>
                    <a:pt x="12089" y="1287"/>
                  </a:cubicBezTo>
                  <a:close/>
                  <a:moveTo>
                    <a:pt x="6478" y="1311"/>
                  </a:moveTo>
                  <a:cubicBezTo>
                    <a:pt x="6527" y="1311"/>
                    <a:pt x="6527" y="1311"/>
                    <a:pt x="6503" y="1376"/>
                  </a:cubicBezTo>
                  <a:lnTo>
                    <a:pt x="6503" y="1368"/>
                  </a:lnTo>
                  <a:cubicBezTo>
                    <a:pt x="6490" y="1400"/>
                    <a:pt x="6476" y="1416"/>
                    <a:pt x="6465" y="1416"/>
                  </a:cubicBezTo>
                  <a:cubicBezTo>
                    <a:pt x="6454" y="1416"/>
                    <a:pt x="6446" y="1400"/>
                    <a:pt x="6446" y="1368"/>
                  </a:cubicBezTo>
                  <a:cubicBezTo>
                    <a:pt x="6454" y="1311"/>
                    <a:pt x="6446" y="1311"/>
                    <a:pt x="6478" y="1311"/>
                  </a:cubicBezTo>
                  <a:close/>
                  <a:moveTo>
                    <a:pt x="9219" y="1295"/>
                  </a:moveTo>
                  <a:cubicBezTo>
                    <a:pt x="9219" y="1343"/>
                    <a:pt x="9211" y="1376"/>
                    <a:pt x="9194" y="1416"/>
                  </a:cubicBezTo>
                  <a:lnTo>
                    <a:pt x="9162" y="1416"/>
                  </a:lnTo>
                  <a:cubicBezTo>
                    <a:pt x="9162" y="1360"/>
                    <a:pt x="9162" y="1295"/>
                    <a:pt x="9194" y="1295"/>
                  </a:cubicBezTo>
                  <a:close/>
                  <a:moveTo>
                    <a:pt x="15194" y="1343"/>
                  </a:moveTo>
                  <a:lnTo>
                    <a:pt x="15218" y="1400"/>
                  </a:lnTo>
                  <a:lnTo>
                    <a:pt x="15194" y="1457"/>
                  </a:lnTo>
                  <a:lnTo>
                    <a:pt x="15170" y="1457"/>
                  </a:lnTo>
                  <a:cubicBezTo>
                    <a:pt x="15170" y="1400"/>
                    <a:pt x="15170" y="1343"/>
                    <a:pt x="15194" y="1343"/>
                  </a:cubicBezTo>
                  <a:close/>
                  <a:moveTo>
                    <a:pt x="18591" y="1222"/>
                  </a:moveTo>
                  <a:cubicBezTo>
                    <a:pt x="18591" y="1222"/>
                    <a:pt x="18567" y="1279"/>
                    <a:pt x="18534" y="1335"/>
                  </a:cubicBezTo>
                  <a:cubicBezTo>
                    <a:pt x="18507" y="1434"/>
                    <a:pt x="18495" y="1479"/>
                    <a:pt x="18490" y="1479"/>
                  </a:cubicBezTo>
                  <a:cubicBezTo>
                    <a:pt x="18486" y="1479"/>
                    <a:pt x="18486" y="1450"/>
                    <a:pt x="18486" y="1400"/>
                  </a:cubicBezTo>
                  <a:cubicBezTo>
                    <a:pt x="18478" y="1335"/>
                    <a:pt x="18494" y="1270"/>
                    <a:pt x="18543" y="1222"/>
                  </a:cubicBezTo>
                  <a:close/>
                  <a:moveTo>
                    <a:pt x="5773" y="1360"/>
                  </a:moveTo>
                  <a:cubicBezTo>
                    <a:pt x="5789" y="1400"/>
                    <a:pt x="5797" y="1441"/>
                    <a:pt x="5797" y="1481"/>
                  </a:cubicBezTo>
                  <a:lnTo>
                    <a:pt x="5773" y="1481"/>
                  </a:lnTo>
                  <a:cubicBezTo>
                    <a:pt x="5749" y="1481"/>
                    <a:pt x="5749" y="1416"/>
                    <a:pt x="5749" y="1416"/>
                  </a:cubicBezTo>
                  <a:cubicBezTo>
                    <a:pt x="5749" y="1416"/>
                    <a:pt x="5749" y="1360"/>
                    <a:pt x="5773" y="1360"/>
                  </a:cubicBezTo>
                  <a:close/>
                  <a:moveTo>
                    <a:pt x="4745" y="1315"/>
                  </a:moveTo>
                  <a:cubicBezTo>
                    <a:pt x="4749" y="1315"/>
                    <a:pt x="4751" y="1322"/>
                    <a:pt x="4751" y="1343"/>
                  </a:cubicBezTo>
                  <a:lnTo>
                    <a:pt x="4751" y="1400"/>
                  </a:lnTo>
                  <a:cubicBezTo>
                    <a:pt x="4734" y="1440"/>
                    <a:pt x="4717" y="1484"/>
                    <a:pt x="4708" y="1484"/>
                  </a:cubicBezTo>
                  <a:cubicBezTo>
                    <a:pt x="4705" y="1484"/>
                    <a:pt x="4703" y="1476"/>
                    <a:pt x="4703" y="1457"/>
                  </a:cubicBezTo>
                  <a:cubicBezTo>
                    <a:pt x="4703" y="1416"/>
                    <a:pt x="4711" y="1376"/>
                    <a:pt x="4727" y="1343"/>
                  </a:cubicBezTo>
                  <a:cubicBezTo>
                    <a:pt x="4727" y="1343"/>
                    <a:pt x="4738" y="1315"/>
                    <a:pt x="4745" y="1315"/>
                  </a:cubicBezTo>
                  <a:close/>
                  <a:moveTo>
                    <a:pt x="15381" y="1343"/>
                  </a:moveTo>
                  <a:cubicBezTo>
                    <a:pt x="15397" y="1384"/>
                    <a:pt x="15405" y="1424"/>
                    <a:pt x="15405" y="1465"/>
                  </a:cubicBezTo>
                  <a:cubicBezTo>
                    <a:pt x="15405" y="1488"/>
                    <a:pt x="15401" y="1502"/>
                    <a:pt x="15394" y="1502"/>
                  </a:cubicBezTo>
                  <a:cubicBezTo>
                    <a:pt x="15385" y="1502"/>
                    <a:pt x="15371" y="1472"/>
                    <a:pt x="15356" y="1400"/>
                  </a:cubicBezTo>
                  <a:cubicBezTo>
                    <a:pt x="15356" y="1343"/>
                    <a:pt x="15356" y="1343"/>
                    <a:pt x="15381" y="1343"/>
                  </a:cubicBezTo>
                  <a:close/>
                  <a:moveTo>
                    <a:pt x="21356" y="1262"/>
                  </a:moveTo>
                  <a:cubicBezTo>
                    <a:pt x="21388" y="1270"/>
                    <a:pt x="21413" y="1327"/>
                    <a:pt x="21413" y="1384"/>
                  </a:cubicBezTo>
                  <a:cubicBezTo>
                    <a:pt x="21437" y="1506"/>
                    <a:pt x="21437" y="1506"/>
                    <a:pt x="21380" y="1506"/>
                  </a:cubicBezTo>
                  <a:cubicBezTo>
                    <a:pt x="21356" y="1506"/>
                    <a:pt x="21332" y="1506"/>
                    <a:pt x="21332" y="1449"/>
                  </a:cubicBezTo>
                  <a:lnTo>
                    <a:pt x="21356" y="1449"/>
                  </a:lnTo>
                  <a:cubicBezTo>
                    <a:pt x="21356" y="1465"/>
                    <a:pt x="21358" y="1472"/>
                    <a:pt x="21360" y="1472"/>
                  </a:cubicBezTo>
                  <a:cubicBezTo>
                    <a:pt x="21366" y="1472"/>
                    <a:pt x="21373" y="1430"/>
                    <a:pt x="21356" y="1384"/>
                  </a:cubicBezTo>
                  <a:lnTo>
                    <a:pt x="21356" y="1262"/>
                  </a:lnTo>
                  <a:close/>
                  <a:moveTo>
                    <a:pt x="21696" y="1392"/>
                  </a:moveTo>
                  <a:lnTo>
                    <a:pt x="21721" y="1449"/>
                  </a:lnTo>
                  <a:cubicBezTo>
                    <a:pt x="21721" y="1514"/>
                    <a:pt x="21696" y="1514"/>
                    <a:pt x="21672" y="1514"/>
                  </a:cubicBezTo>
                  <a:cubicBezTo>
                    <a:pt x="21648" y="1514"/>
                    <a:pt x="21648" y="1514"/>
                    <a:pt x="21648" y="1449"/>
                  </a:cubicBezTo>
                  <a:cubicBezTo>
                    <a:pt x="21648" y="1449"/>
                    <a:pt x="21672" y="1392"/>
                    <a:pt x="21696" y="1392"/>
                  </a:cubicBezTo>
                  <a:close/>
                  <a:moveTo>
                    <a:pt x="16759" y="1489"/>
                  </a:moveTo>
                  <a:lnTo>
                    <a:pt x="16791" y="1546"/>
                  </a:lnTo>
                  <a:lnTo>
                    <a:pt x="16759" y="1546"/>
                  </a:lnTo>
                  <a:cubicBezTo>
                    <a:pt x="16735" y="1546"/>
                    <a:pt x="16735" y="1546"/>
                    <a:pt x="16735" y="1489"/>
                  </a:cubicBezTo>
                  <a:close/>
                  <a:moveTo>
                    <a:pt x="17026" y="1433"/>
                  </a:moveTo>
                  <a:cubicBezTo>
                    <a:pt x="17026" y="1489"/>
                    <a:pt x="17026" y="1554"/>
                    <a:pt x="16994" y="1554"/>
                  </a:cubicBezTo>
                  <a:cubicBezTo>
                    <a:pt x="16988" y="1569"/>
                    <a:pt x="16981" y="1576"/>
                    <a:pt x="16976" y="1576"/>
                  </a:cubicBezTo>
                  <a:cubicBezTo>
                    <a:pt x="16960" y="1576"/>
                    <a:pt x="16952" y="1522"/>
                    <a:pt x="16970" y="1433"/>
                  </a:cubicBezTo>
                  <a:close/>
                  <a:moveTo>
                    <a:pt x="18640" y="1457"/>
                  </a:moveTo>
                  <a:lnTo>
                    <a:pt x="18672" y="1522"/>
                  </a:lnTo>
                  <a:cubicBezTo>
                    <a:pt x="18672" y="1578"/>
                    <a:pt x="18640" y="1578"/>
                    <a:pt x="18616" y="1578"/>
                  </a:cubicBezTo>
                  <a:lnTo>
                    <a:pt x="18616" y="1522"/>
                  </a:lnTo>
                  <a:lnTo>
                    <a:pt x="18640" y="1457"/>
                  </a:lnTo>
                  <a:close/>
                  <a:moveTo>
                    <a:pt x="17967" y="1449"/>
                  </a:moveTo>
                  <a:cubicBezTo>
                    <a:pt x="17991" y="1449"/>
                    <a:pt x="17967" y="1506"/>
                    <a:pt x="17934" y="1627"/>
                  </a:cubicBezTo>
                  <a:cubicBezTo>
                    <a:pt x="17914" y="1651"/>
                    <a:pt x="17903" y="1664"/>
                    <a:pt x="17897" y="1664"/>
                  </a:cubicBezTo>
                  <a:cubicBezTo>
                    <a:pt x="17890" y="1664"/>
                    <a:pt x="17896" y="1637"/>
                    <a:pt x="17910" y="1570"/>
                  </a:cubicBezTo>
                  <a:lnTo>
                    <a:pt x="17967" y="1449"/>
                  </a:lnTo>
                  <a:close/>
                  <a:moveTo>
                    <a:pt x="3868" y="1506"/>
                  </a:moveTo>
                  <a:cubicBezTo>
                    <a:pt x="3892" y="1506"/>
                    <a:pt x="3892" y="1627"/>
                    <a:pt x="3835" y="1684"/>
                  </a:cubicBezTo>
                  <a:cubicBezTo>
                    <a:pt x="3811" y="1684"/>
                    <a:pt x="3811" y="1684"/>
                    <a:pt x="3811" y="1627"/>
                  </a:cubicBezTo>
                  <a:cubicBezTo>
                    <a:pt x="3811" y="1562"/>
                    <a:pt x="3835" y="1506"/>
                    <a:pt x="3868" y="1506"/>
                  </a:cubicBezTo>
                  <a:close/>
                  <a:moveTo>
                    <a:pt x="16475" y="1603"/>
                  </a:moveTo>
                  <a:cubicBezTo>
                    <a:pt x="16451" y="1603"/>
                    <a:pt x="16451" y="1660"/>
                    <a:pt x="16451" y="1660"/>
                  </a:cubicBezTo>
                  <a:cubicBezTo>
                    <a:pt x="16451" y="1660"/>
                    <a:pt x="16451" y="1724"/>
                    <a:pt x="16475" y="1724"/>
                  </a:cubicBezTo>
                  <a:lnTo>
                    <a:pt x="16499" y="1724"/>
                  </a:lnTo>
                  <a:cubicBezTo>
                    <a:pt x="16499" y="1684"/>
                    <a:pt x="16491" y="1643"/>
                    <a:pt x="16475" y="1603"/>
                  </a:cubicBezTo>
                  <a:close/>
                  <a:moveTo>
                    <a:pt x="208" y="1471"/>
                  </a:moveTo>
                  <a:cubicBezTo>
                    <a:pt x="211" y="1471"/>
                    <a:pt x="211" y="1501"/>
                    <a:pt x="211" y="1562"/>
                  </a:cubicBezTo>
                  <a:cubicBezTo>
                    <a:pt x="211" y="1627"/>
                    <a:pt x="211" y="1684"/>
                    <a:pt x="187" y="1684"/>
                  </a:cubicBezTo>
                  <a:cubicBezTo>
                    <a:pt x="170" y="1717"/>
                    <a:pt x="158" y="1731"/>
                    <a:pt x="151" y="1731"/>
                  </a:cubicBezTo>
                  <a:cubicBezTo>
                    <a:pt x="135" y="1731"/>
                    <a:pt x="146" y="1649"/>
                    <a:pt x="187" y="1562"/>
                  </a:cubicBezTo>
                  <a:cubicBezTo>
                    <a:pt x="199" y="1501"/>
                    <a:pt x="205" y="1471"/>
                    <a:pt x="208" y="1471"/>
                  </a:cubicBezTo>
                  <a:close/>
                  <a:moveTo>
                    <a:pt x="6997" y="1619"/>
                  </a:moveTo>
                  <a:lnTo>
                    <a:pt x="7021" y="1676"/>
                  </a:lnTo>
                  <a:cubicBezTo>
                    <a:pt x="7021" y="1741"/>
                    <a:pt x="6997" y="1741"/>
                    <a:pt x="6997" y="1741"/>
                  </a:cubicBezTo>
                  <a:cubicBezTo>
                    <a:pt x="6973" y="1741"/>
                    <a:pt x="6973" y="1741"/>
                    <a:pt x="6973" y="1676"/>
                  </a:cubicBezTo>
                  <a:cubicBezTo>
                    <a:pt x="6973" y="1676"/>
                    <a:pt x="6973" y="1619"/>
                    <a:pt x="6997" y="1619"/>
                  </a:cubicBezTo>
                  <a:close/>
                  <a:moveTo>
                    <a:pt x="12454" y="1651"/>
                  </a:moveTo>
                  <a:cubicBezTo>
                    <a:pt x="12454" y="1692"/>
                    <a:pt x="12446" y="1733"/>
                    <a:pt x="12429" y="1773"/>
                  </a:cubicBezTo>
                  <a:lnTo>
                    <a:pt x="12405" y="1773"/>
                  </a:lnTo>
                  <a:cubicBezTo>
                    <a:pt x="12405" y="1708"/>
                    <a:pt x="12405" y="1651"/>
                    <a:pt x="12429" y="1651"/>
                  </a:cubicBezTo>
                  <a:close/>
                  <a:moveTo>
                    <a:pt x="6681" y="1676"/>
                  </a:moveTo>
                  <a:lnTo>
                    <a:pt x="6713" y="1733"/>
                  </a:lnTo>
                  <a:lnTo>
                    <a:pt x="6681" y="1789"/>
                  </a:lnTo>
                  <a:lnTo>
                    <a:pt x="6657" y="1789"/>
                  </a:lnTo>
                  <a:cubicBezTo>
                    <a:pt x="6657" y="1733"/>
                    <a:pt x="6657" y="1676"/>
                    <a:pt x="6681" y="1676"/>
                  </a:cubicBezTo>
                  <a:close/>
                  <a:moveTo>
                    <a:pt x="21283" y="1749"/>
                  </a:moveTo>
                  <a:cubicBezTo>
                    <a:pt x="21283" y="1806"/>
                    <a:pt x="21283" y="1806"/>
                    <a:pt x="21307" y="1806"/>
                  </a:cubicBezTo>
                  <a:lnTo>
                    <a:pt x="21332" y="1806"/>
                  </a:lnTo>
                  <a:lnTo>
                    <a:pt x="21307" y="1749"/>
                  </a:lnTo>
                  <a:close/>
                  <a:moveTo>
                    <a:pt x="187" y="970"/>
                  </a:moveTo>
                  <a:cubicBezTo>
                    <a:pt x="154" y="970"/>
                    <a:pt x="154" y="1035"/>
                    <a:pt x="154" y="1092"/>
                  </a:cubicBezTo>
                  <a:lnTo>
                    <a:pt x="106" y="1092"/>
                  </a:lnTo>
                  <a:cubicBezTo>
                    <a:pt x="106" y="1092"/>
                    <a:pt x="81" y="1092"/>
                    <a:pt x="81" y="1149"/>
                  </a:cubicBezTo>
                  <a:cubicBezTo>
                    <a:pt x="81" y="1214"/>
                    <a:pt x="49" y="1214"/>
                    <a:pt x="24" y="1214"/>
                  </a:cubicBezTo>
                  <a:cubicBezTo>
                    <a:pt x="24" y="1194"/>
                    <a:pt x="22" y="1187"/>
                    <a:pt x="20" y="1187"/>
                  </a:cubicBezTo>
                  <a:lnTo>
                    <a:pt x="20" y="1187"/>
                  </a:lnTo>
                  <a:cubicBezTo>
                    <a:pt x="14" y="1187"/>
                    <a:pt x="7" y="1230"/>
                    <a:pt x="24" y="1270"/>
                  </a:cubicBezTo>
                  <a:cubicBezTo>
                    <a:pt x="24" y="1327"/>
                    <a:pt x="24" y="1392"/>
                    <a:pt x="0" y="1392"/>
                  </a:cubicBezTo>
                  <a:lnTo>
                    <a:pt x="0" y="1506"/>
                  </a:lnTo>
                  <a:cubicBezTo>
                    <a:pt x="0" y="1627"/>
                    <a:pt x="0" y="1684"/>
                    <a:pt x="49" y="1749"/>
                  </a:cubicBezTo>
                  <a:cubicBezTo>
                    <a:pt x="109" y="1786"/>
                    <a:pt x="161" y="1820"/>
                    <a:pt x="195" y="1820"/>
                  </a:cubicBezTo>
                  <a:cubicBezTo>
                    <a:pt x="220" y="1820"/>
                    <a:pt x="235" y="1801"/>
                    <a:pt x="235" y="1749"/>
                  </a:cubicBezTo>
                  <a:cubicBezTo>
                    <a:pt x="235" y="1749"/>
                    <a:pt x="260" y="1692"/>
                    <a:pt x="284" y="1692"/>
                  </a:cubicBezTo>
                  <a:cubicBezTo>
                    <a:pt x="308" y="1692"/>
                    <a:pt x="341" y="1757"/>
                    <a:pt x="341" y="1757"/>
                  </a:cubicBezTo>
                  <a:cubicBezTo>
                    <a:pt x="341" y="1814"/>
                    <a:pt x="446" y="1814"/>
                    <a:pt x="576" y="1814"/>
                  </a:cubicBezTo>
                  <a:cubicBezTo>
                    <a:pt x="730" y="1822"/>
                    <a:pt x="811" y="1822"/>
                    <a:pt x="835" y="1878"/>
                  </a:cubicBezTo>
                  <a:cubicBezTo>
                    <a:pt x="860" y="1943"/>
                    <a:pt x="884" y="1943"/>
                    <a:pt x="884" y="1943"/>
                  </a:cubicBezTo>
                  <a:cubicBezTo>
                    <a:pt x="884" y="1887"/>
                    <a:pt x="1046" y="1887"/>
                    <a:pt x="1224" y="1887"/>
                  </a:cubicBezTo>
                  <a:cubicBezTo>
                    <a:pt x="1276" y="1889"/>
                    <a:pt x="1326" y="1890"/>
                    <a:pt x="1372" y="1890"/>
                  </a:cubicBezTo>
                  <a:cubicBezTo>
                    <a:pt x="1495" y="1890"/>
                    <a:pt x="1589" y="1879"/>
                    <a:pt x="1589" y="1838"/>
                  </a:cubicBezTo>
                  <a:lnTo>
                    <a:pt x="1646" y="1838"/>
                  </a:lnTo>
                  <a:cubicBezTo>
                    <a:pt x="1646" y="1895"/>
                    <a:pt x="1695" y="1895"/>
                    <a:pt x="1743" y="1895"/>
                  </a:cubicBezTo>
                  <a:cubicBezTo>
                    <a:pt x="1776" y="1862"/>
                    <a:pt x="1808" y="1846"/>
                    <a:pt x="1849" y="1838"/>
                  </a:cubicBezTo>
                  <a:cubicBezTo>
                    <a:pt x="1849" y="1903"/>
                    <a:pt x="1881" y="1903"/>
                    <a:pt x="1930" y="1903"/>
                  </a:cubicBezTo>
                  <a:cubicBezTo>
                    <a:pt x="1978" y="1903"/>
                    <a:pt x="2011" y="1903"/>
                    <a:pt x="2011" y="1838"/>
                  </a:cubicBezTo>
                  <a:cubicBezTo>
                    <a:pt x="2108" y="1838"/>
                    <a:pt x="2205" y="1862"/>
                    <a:pt x="2295" y="1903"/>
                  </a:cubicBezTo>
                  <a:cubicBezTo>
                    <a:pt x="2302" y="1923"/>
                    <a:pt x="2311" y="1931"/>
                    <a:pt x="2319" y="1931"/>
                  </a:cubicBezTo>
                  <a:cubicBezTo>
                    <a:pt x="2338" y="1931"/>
                    <a:pt x="2359" y="1891"/>
                    <a:pt x="2376" y="1846"/>
                  </a:cubicBezTo>
                  <a:cubicBezTo>
                    <a:pt x="2376" y="1789"/>
                    <a:pt x="2400" y="1733"/>
                    <a:pt x="2424" y="1733"/>
                  </a:cubicBezTo>
                  <a:lnTo>
                    <a:pt x="2424" y="1846"/>
                  </a:lnTo>
                  <a:cubicBezTo>
                    <a:pt x="2400" y="1911"/>
                    <a:pt x="2400" y="1911"/>
                    <a:pt x="2449" y="1911"/>
                  </a:cubicBezTo>
                  <a:lnTo>
                    <a:pt x="2505" y="1911"/>
                  </a:lnTo>
                  <a:cubicBezTo>
                    <a:pt x="2505" y="1854"/>
                    <a:pt x="2635" y="1854"/>
                    <a:pt x="2822" y="1854"/>
                  </a:cubicBezTo>
                  <a:cubicBezTo>
                    <a:pt x="2883" y="1856"/>
                    <a:pt x="2933" y="1858"/>
                    <a:pt x="2974" y="1858"/>
                  </a:cubicBezTo>
                  <a:cubicBezTo>
                    <a:pt x="3090" y="1858"/>
                    <a:pt x="3130" y="1845"/>
                    <a:pt x="3130" y="1797"/>
                  </a:cubicBezTo>
                  <a:cubicBezTo>
                    <a:pt x="3130" y="1770"/>
                    <a:pt x="3137" y="1756"/>
                    <a:pt x="3153" y="1756"/>
                  </a:cubicBezTo>
                  <a:cubicBezTo>
                    <a:pt x="3171" y="1756"/>
                    <a:pt x="3197" y="1772"/>
                    <a:pt x="3235" y="1806"/>
                  </a:cubicBezTo>
                  <a:cubicBezTo>
                    <a:pt x="3334" y="1920"/>
                    <a:pt x="3369" y="1961"/>
                    <a:pt x="3390" y="1961"/>
                  </a:cubicBezTo>
                  <a:cubicBezTo>
                    <a:pt x="3402" y="1961"/>
                    <a:pt x="3410" y="1948"/>
                    <a:pt x="3422" y="1927"/>
                  </a:cubicBezTo>
                  <a:cubicBezTo>
                    <a:pt x="3389" y="1927"/>
                    <a:pt x="3389" y="1862"/>
                    <a:pt x="3389" y="1806"/>
                  </a:cubicBezTo>
                  <a:cubicBezTo>
                    <a:pt x="3389" y="1745"/>
                    <a:pt x="3397" y="1714"/>
                    <a:pt x="3408" y="1714"/>
                  </a:cubicBezTo>
                  <a:cubicBezTo>
                    <a:pt x="3420" y="1714"/>
                    <a:pt x="3434" y="1745"/>
                    <a:pt x="3446" y="1806"/>
                  </a:cubicBezTo>
                  <a:cubicBezTo>
                    <a:pt x="3446" y="1853"/>
                    <a:pt x="3506" y="1874"/>
                    <a:pt x="3581" y="1874"/>
                  </a:cubicBezTo>
                  <a:cubicBezTo>
                    <a:pt x="3696" y="1874"/>
                    <a:pt x="3845" y="1826"/>
                    <a:pt x="3859" y="1757"/>
                  </a:cubicBezTo>
                  <a:lnTo>
                    <a:pt x="3859" y="1814"/>
                  </a:lnTo>
                  <a:cubicBezTo>
                    <a:pt x="3859" y="1870"/>
                    <a:pt x="3892" y="1878"/>
                    <a:pt x="3997" y="1878"/>
                  </a:cubicBezTo>
                  <a:lnTo>
                    <a:pt x="4070" y="1878"/>
                  </a:lnTo>
                  <a:cubicBezTo>
                    <a:pt x="4070" y="1828"/>
                    <a:pt x="4098" y="1810"/>
                    <a:pt x="4131" y="1810"/>
                  </a:cubicBezTo>
                  <a:cubicBezTo>
                    <a:pt x="4177" y="1810"/>
                    <a:pt x="4232" y="1845"/>
                    <a:pt x="4232" y="1878"/>
                  </a:cubicBezTo>
                  <a:cubicBezTo>
                    <a:pt x="4257" y="1943"/>
                    <a:pt x="4257" y="1943"/>
                    <a:pt x="4305" y="1943"/>
                  </a:cubicBezTo>
                  <a:cubicBezTo>
                    <a:pt x="4339" y="1893"/>
                    <a:pt x="4381" y="1874"/>
                    <a:pt x="4419" y="1874"/>
                  </a:cubicBezTo>
                  <a:cubicBezTo>
                    <a:pt x="4472" y="1874"/>
                    <a:pt x="4516" y="1910"/>
                    <a:pt x="4516" y="1943"/>
                  </a:cubicBezTo>
                  <a:lnTo>
                    <a:pt x="4565" y="1943"/>
                  </a:lnTo>
                  <a:cubicBezTo>
                    <a:pt x="4586" y="1908"/>
                    <a:pt x="4619" y="1885"/>
                    <a:pt x="4655" y="1885"/>
                  </a:cubicBezTo>
                  <a:cubicBezTo>
                    <a:pt x="4660" y="1885"/>
                    <a:pt x="4665" y="1886"/>
                    <a:pt x="4670" y="1887"/>
                  </a:cubicBezTo>
                  <a:cubicBezTo>
                    <a:pt x="4751" y="1887"/>
                    <a:pt x="4776" y="1887"/>
                    <a:pt x="4751" y="1830"/>
                  </a:cubicBezTo>
                  <a:cubicBezTo>
                    <a:pt x="4751" y="1765"/>
                    <a:pt x="4751" y="1708"/>
                    <a:pt x="4776" y="1708"/>
                  </a:cubicBezTo>
                  <a:lnTo>
                    <a:pt x="4776" y="1773"/>
                  </a:lnTo>
                  <a:cubicBezTo>
                    <a:pt x="4776" y="1830"/>
                    <a:pt x="4857" y="1830"/>
                    <a:pt x="4962" y="1830"/>
                  </a:cubicBezTo>
                  <a:cubicBezTo>
                    <a:pt x="5092" y="1838"/>
                    <a:pt x="5140" y="1838"/>
                    <a:pt x="5165" y="1895"/>
                  </a:cubicBezTo>
                  <a:lnTo>
                    <a:pt x="5197" y="1838"/>
                  </a:lnTo>
                  <a:cubicBezTo>
                    <a:pt x="5209" y="1807"/>
                    <a:pt x="5221" y="1792"/>
                    <a:pt x="5230" y="1792"/>
                  </a:cubicBezTo>
                  <a:cubicBezTo>
                    <a:pt x="5239" y="1792"/>
                    <a:pt x="5246" y="1809"/>
                    <a:pt x="5246" y="1838"/>
                  </a:cubicBezTo>
                  <a:cubicBezTo>
                    <a:pt x="5258" y="1867"/>
                    <a:pt x="5293" y="1884"/>
                    <a:pt x="5331" y="1884"/>
                  </a:cubicBezTo>
                  <a:cubicBezTo>
                    <a:pt x="5366" y="1884"/>
                    <a:pt x="5405" y="1869"/>
                    <a:pt x="5432" y="1838"/>
                  </a:cubicBezTo>
                  <a:lnTo>
                    <a:pt x="5481" y="1838"/>
                  </a:lnTo>
                  <a:cubicBezTo>
                    <a:pt x="5493" y="1900"/>
                    <a:pt x="5520" y="1930"/>
                    <a:pt x="5547" y="1930"/>
                  </a:cubicBezTo>
                  <a:cubicBezTo>
                    <a:pt x="5573" y="1930"/>
                    <a:pt x="5599" y="1902"/>
                    <a:pt x="5611" y="1846"/>
                  </a:cubicBezTo>
                  <a:cubicBezTo>
                    <a:pt x="5611" y="1903"/>
                    <a:pt x="5635" y="1903"/>
                    <a:pt x="5667" y="1903"/>
                  </a:cubicBezTo>
                  <a:cubicBezTo>
                    <a:pt x="5692" y="1874"/>
                    <a:pt x="5730" y="1860"/>
                    <a:pt x="5763" y="1860"/>
                  </a:cubicBezTo>
                  <a:cubicBezTo>
                    <a:pt x="5795" y="1860"/>
                    <a:pt x="5821" y="1874"/>
                    <a:pt x="5821" y="1903"/>
                  </a:cubicBezTo>
                  <a:lnTo>
                    <a:pt x="5846" y="1903"/>
                  </a:lnTo>
                  <a:cubicBezTo>
                    <a:pt x="5870" y="1846"/>
                    <a:pt x="5903" y="1846"/>
                    <a:pt x="5927" y="1846"/>
                  </a:cubicBezTo>
                  <a:cubicBezTo>
                    <a:pt x="5951" y="1846"/>
                    <a:pt x="5976" y="1846"/>
                    <a:pt x="6008" y="1789"/>
                  </a:cubicBezTo>
                  <a:cubicBezTo>
                    <a:pt x="6032" y="1733"/>
                    <a:pt x="6057" y="1733"/>
                    <a:pt x="6057" y="1733"/>
                  </a:cubicBezTo>
                  <a:cubicBezTo>
                    <a:pt x="6081" y="1733"/>
                    <a:pt x="6057" y="1789"/>
                    <a:pt x="6032" y="1846"/>
                  </a:cubicBezTo>
                  <a:cubicBezTo>
                    <a:pt x="6008" y="1873"/>
                    <a:pt x="6009" y="1889"/>
                    <a:pt x="6024" y="1889"/>
                  </a:cubicBezTo>
                  <a:cubicBezTo>
                    <a:pt x="6044" y="1889"/>
                    <a:pt x="6091" y="1860"/>
                    <a:pt x="6138" y="1789"/>
                  </a:cubicBezTo>
                  <a:cubicBezTo>
                    <a:pt x="6174" y="1733"/>
                    <a:pt x="6192" y="1704"/>
                    <a:pt x="6195" y="1704"/>
                  </a:cubicBezTo>
                  <a:lnTo>
                    <a:pt x="6195" y="1704"/>
                  </a:lnTo>
                  <a:cubicBezTo>
                    <a:pt x="6198" y="1704"/>
                    <a:pt x="6186" y="1733"/>
                    <a:pt x="6162" y="1789"/>
                  </a:cubicBezTo>
                  <a:cubicBezTo>
                    <a:pt x="6145" y="1835"/>
                    <a:pt x="6123" y="1877"/>
                    <a:pt x="6133" y="1877"/>
                  </a:cubicBezTo>
                  <a:cubicBezTo>
                    <a:pt x="6137" y="1877"/>
                    <a:pt x="6146" y="1871"/>
                    <a:pt x="6162" y="1854"/>
                  </a:cubicBezTo>
                  <a:cubicBezTo>
                    <a:pt x="6194" y="1854"/>
                    <a:pt x="6219" y="1822"/>
                    <a:pt x="6211" y="1789"/>
                  </a:cubicBezTo>
                  <a:lnTo>
                    <a:pt x="6211" y="1789"/>
                  </a:lnTo>
                  <a:lnTo>
                    <a:pt x="6292" y="1797"/>
                  </a:lnTo>
                  <a:cubicBezTo>
                    <a:pt x="6340" y="1854"/>
                    <a:pt x="6373" y="1854"/>
                    <a:pt x="6397" y="1854"/>
                  </a:cubicBezTo>
                  <a:cubicBezTo>
                    <a:pt x="6409" y="1826"/>
                    <a:pt x="6415" y="1812"/>
                    <a:pt x="6421" y="1812"/>
                  </a:cubicBezTo>
                  <a:cubicBezTo>
                    <a:pt x="6428" y="1812"/>
                    <a:pt x="6434" y="1826"/>
                    <a:pt x="6446" y="1854"/>
                  </a:cubicBezTo>
                  <a:cubicBezTo>
                    <a:pt x="6446" y="1882"/>
                    <a:pt x="6450" y="1897"/>
                    <a:pt x="6456" y="1897"/>
                  </a:cubicBezTo>
                  <a:cubicBezTo>
                    <a:pt x="6463" y="1897"/>
                    <a:pt x="6474" y="1868"/>
                    <a:pt x="6478" y="1797"/>
                  </a:cubicBezTo>
                  <a:cubicBezTo>
                    <a:pt x="6490" y="1769"/>
                    <a:pt x="6503" y="1755"/>
                    <a:pt x="6515" y="1755"/>
                  </a:cubicBezTo>
                  <a:cubicBezTo>
                    <a:pt x="6527" y="1755"/>
                    <a:pt x="6539" y="1769"/>
                    <a:pt x="6551" y="1797"/>
                  </a:cubicBezTo>
                  <a:cubicBezTo>
                    <a:pt x="6551" y="1870"/>
                    <a:pt x="6560" y="1899"/>
                    <a:pt x="6567" y="1899"/>
                  </a:cubicBezTo>
                  <a:cubicBezTo>
                    <a:pt x="6572" y="1899"/>
                    <a:pt x="6576" y="1885"/>
                    <a:pt x="6576" y="1862"/>
                  </a:cubicBezTo>
                  <a:cubicBezTo>
                    <a:pt x="6608" y="1797"/>
                    <a:pt x="6632" y="1797"/>
                    <a:pt x="6632" y="1797"/>
                  </a:cubicBezTo>
                  <a:cubicBezTo>
                    <a:pt x="6632" y="1862"/>
                    <a:pt x="6867" y="1862"/>
                    <a:pt x="7103" y="1870"/>
                  </a:cubicBezTo>
                  <a:cubicBezTo>
                    <a:pt x="7127" y="1870"/>
                    <a:pt x="7151" y="1806"/>
                    <a:pt x="7151" y="1749"/>
                  </a:cubicBezTo>
                  <a:cubicBezTo>
                    <a:pt x="7151" y="1698"/>
                    <a:pt x="7151" y="1680"/>
                    <a:pt x="7153" y="1680"/>
                  </a:cubicBezTo>
                  <a:cubicBezTo>
                    <a:pt x="7155" y="1680"/>
                    <a:pt x="7161" y="1716"/>
                    <a:pt x="7175" y="1749"/>
                  </a:cubicBezTo>
                  <a:cubicBezTo>
                    <a:pt x="7192" y="1838"/>
                    <a:pt x="7212" y="1883"/>
                    <a:pt x="7225" y="1883"/>
                  </a:cubicBezTo>
                  <a:cubicBezTo>
                    <a:pt x="7238" y="1883"/>
                    <a:pt x="7244" y="1838"/>
                    <a:pt x="7232" y="1749"/>
                  </a:cubicBezTo>
                  <a:cubicBezTo>
                    <a:pt x="7220" y="1688"/>
                    <a:pt x="7214" y="1658"/>
                    <a:pt x="7217" y="1658"/>
                  </a:cubicBezTo>
                  <a:lnTo>
                    <a:pt x="7217" y="1658"/>
                  </a:lnTo>
                  <a:cubicBezTo>
                    <a:pt x="7220" y="1658"/>
                    <a:pt x="7232" y="1688"/>
                    <a:pt x="7257" y="1749"/>
                  </a:cubicBezTo>
                  <a:cubicBezTo>
                    <a:pt x="7269" y="1781"/>
                    <a:pt x="7275" y="1797"/>
                    <a:pt x="7282" y="1797"/>
                  </a:cubicBezTo>
                  <a:cubicBezTo>
                    <a:pt x="7289" y="1797"/>
                    <a:pt x="7297" y="1781"/>
                    <a:pt x="7313" y="1749"/>
                  </a:cubicBezTo>
                  <a:cubicBezTo>
                    <a:pt x="7313" y="1720"/>
                    <a:pt x="7319" y="1706"/>
                    <a:pt x="7325" y="1706"/>
                  </a:cubicBezTo>
                  <a:cubicBezTo>
                    <a:pt x="7332" y="1706"/>
                    <a:pt x="7338" y="1720"/>
                    <a:pt x="7338" y="1749"/>
                  </a:cubicBezTo>
                  <a:cubicBezTo>
                    <a:pt x="7355" y="1795"/>
                    <a:pt x="7372" y="1837"/>
                    <a:pt x="7381" y="1837"/>
                  </a:cubicBezTo>
                  <a:cubicBezTo>
                    <a:pt x="7384" y="1837"/>
                    <a:pt x="7386" y="1830"/>
                    <a:pt x="7386" y="1814"/>
                  </a:cubicBezTo>
                  <a:cubicBezTo>
                    <a:pt x="7386" y="1814"/>
                    <a:pt x="7411" y="1814"/>
                    <a:pt x="7443" y="1870"/>
                  </a:cubicBezTo>
                  <a:cubicBezTo>
                    <a:pt x="7450" y="1890"/>
                    <a:pt x="7457" y="1897"/>
                    <a:pt x="7465" y="1897"/>
                  </a:cubicBezTo>
                  <a:cubicBezTo>
                    <a:pt x="7482" y="1897"/>
                    <a:pt x="7499" y="1854"/>
                    <a:pt x="7516" y="1814"/>
                  </a:cubicBezTo>
                  <a:cubicBezTo>
                    <a:pt x="7557" y="1757"/>
                    <a:pt x="7583" y="1728"/>
                    <a:pt x="7596" y="1728"/>
                  </a:cubicBezTo>
                  <a:cubicBezTo>
                    <a:pt x="7609" y="1728"/>
                    <a:pt x="7609" y="1757"/>
                    <a:pt x="7597" y="1814"/>
                  </a:cubicBezTo>
                  <a:cubicBezTo>
                    <a:pt x="7588" y="1861"/>
                    <a:pt x="7601" y="1881"/>
                    <a:pt x="7623" y="1881"/>
                  </a:cubicBezTo>
                  <a:cubicBezTo>
                    <a:pt x="7658" y="1881"/>
                    <a:pt x="7712" y="1831"/>
                    <a:pt x="7727" y="1757"/>
                  </a:cubicBezTo>
                  <a:cubicBezTo>
                    <a:pt x="7741" y="1687"/>
                    <a:pt x="7747" y="1657"/>
                    <a:pt x="7749" y="1657"/>
                  </a:cubicBezTo>
                  <a:cubicBezTo>
                    <a:pt x="7751" y="1657"/>
                    <a:pt x="7751" y="1673"/>
                    <a:pt x="7751" y="1700"/>
                  </a:cubicBezTo>
                  <a:cubicBezTo>
                    <a:pt x="7751" y="1757"/>
                    <a:pt x="7784" y="1757"/>
                    <a:pt x="7784" y="1757"/>
                  </a:cubicBezTo>
                  <a:cubicBezTo>
                    <a:pt x="7808" y="1757"/>
                    <a:pt x="7832" y="1757"/>
                    <a:pt x="7832" y="1822"/>
                  </a:cubicBezTo>
                  <a:cubicBezTo>
                    <a:pt x="7832" y="1822"/>
                    <a:pt x="7857" y="1822"/>
                    <a:pt x="7913" y="1765"/>
                  </a:cubicBezTo>
                  <a:cubicBezTo>
                    <a:pt x="7932" y="1718"/>
                    <a:pt x="7956" y="1697"/>
                    <a:pt x="7980" y="1697"/>
                  </a:cubicBezTo>
                  <a:cubicBezTo>
                    <a:pt x="8016" y="1697"/>
                    <a:pt x="8052" y="1747"/>
                    <a:pt x="8067" y="1822"/>
                  </a:cubicBezTo>
                  <a:lnTo>
                    <a:pt x="8116" y="1765"/>
                  </a:lnTo>
                  <a:cubicBezTo>
                    <a:pt x="8136" y="1691"/>
                    <a:pt x="8153" y="1641"/>
                    <a:pt x="8163" y="1641"/>
                  </a:cubicBezTo>
                  <a:cubicBezTo>
                    <a:pt x="8169" y="1641"/>
                    <a:pt x="8173" y="1661"/>
                    <a:pt x="8173" y="1708"/>
                  </a:cubicBezTo>
                  <a:lnTo>
                    <a:pt x="8173" y="1765"/>
                  </a:lnTo>
                  <a:cubicBezTo>
                    <a:pt x="8182" y="1719"/>
                    <a:pt x="8202" y="1700"/>
                    <a:pt x="8224" y="1700"/>
                  </a:cubicBezTo>
                  <a:cubicBezTo>
                    <a:pt x="8261" y="1700"/>
                    <a:pt x="8302" y="1754"/>
                    <a:pt x="8302" y="1830"/>
                  </a:cubicBezTo>
                  <a:cubicBezTo>
                    <a:pt x="8302" y="1887"/>
                    <a:pt x="8302" y="1887"/>
                    <a:pt x="8327" y="1887"/>
                  </a:cubicBezTo>
                  <a:lnTo>
                    <a:pt x="8327" y="1830"/>
                  </a:lnTo>
                  <a:cubicBezTo>
                    <a:pt x="8327" y="1765"/>
                    <a:pt x="8327" y="1708"/>
                    <a:pt x="8351" y="1708"/>
                  </a:cubicBezTo>
                  <a:cubicBezTo>
                    <a:pt x="8384" y="1708"/>
                    <a:pt x="8408" y="1708"/>
                    <a:pt x="8408" y="1773"/>
                  </a:cubicBezTo>
                  <a:cubicBezTo>
                    <a:pt x="8425" y="1813"/>
                    <a:pt x="8442" y="1853"/>
                    <a:pt x="8451" y="1853"/>
                  </a:cubicBezTo>
                  <a:cubicBezTo>
                    <a:pt x="8454" y="1853"/>
                    <a:pt x="8457" y="1846"/>
                    <a:pt x="8457" y="1830"/>
                  </a:cubicBezTo>
                  <a:cubicBezTo>
                    <a:pt x="8457" y="1830"/>
                    <a:pt x="8481" y="1830"/>
                    <a:pt x="8513" y="1895"/>
                  </a:cubicBezTo>
                  <a:lnTo>
                    <a:pt x="8619" y="1895"/>
                  </a:lnTo>
                  <a:cubicBezTo>
                    <a:pt x="8631" y="1866"/>
                    <a:pt x="8649" y="1852"/>
                    <a:pt x="8664" y="1852"/>
                  </a:cubicBezTo>
                  <a:cubicBezTo>
                    <a:pt x="8679" y="1852"/>
                    <a:pt x="8692" y="1866"/>
                    <a:pt x="8692" y="1895"/>
                  </a:cubicBezTo>
                  <a:cubicBezTo>
                    <a:pt x="8732" y="1895"/>
                    <a:pt x="8756" y="1870"/>
                    <a:pt x="8773" y="1838"/>
                  </a:cubicBezTo>
                  <a:cubicBezTo>
                    <a:pt x="8821" y="1838"/>
                    <a:pt x="8854" y="1838"/>
                    <a:pt x="8854" y="1895"/>
                  </a:cubicBezTo>
                  <a:cubicBezTo>
                    <a:pt x="8850" y="1927"/>
                    <a:pt x="8850" y="1943"/>
                    <a:pt x="8854" y="1943"/>
                  </a:cubicBezTo>
                  <a:cubicBezTo>
                    <a:pt x="8858" y="1943"/>
                    <a:pt x="8866" y="1927"/>
                    <a:pt x="8878" y="1895"/>
                  </a:cubicBezTo>
                  <a:cubicBezTo>
                    <a:pt x="8878" y="1838"/>
                    <a:pt x="8902" y="1838"/>
                    <a:pt x="8927" y="1838"/>
                  </a:cubicBezTo>
                  <a:lnTo>
                    <a:pt x="8984" y="1838"/>
                  </a:lnTo>
                  <a:cubicBezTo>
                    <a:pt x="8984" y="1781"/>
                    <a:pt x="8984" y="1781"/>
                    <a:pt x="9008" y="1781"/>
                  </a:cubicBezTo>
                  <a:cubicBezTo>
                    <a:pt x="9032" y="1781"/>
                    <a:pt x="9113" y="1838"/>
                    <a:pt x="9138" y="1846"/>
                  </a:cubicBezTo>
                  <a:cubicBezTo>
                    <a:pt x="9219" y="1846"/>
                    <a:pt x="9219" y="1846"/>
                    <a:pt x="9186" y="1781"/>
                  </a:cubicBezTo>
                  <a:cubicBezTo>
                    <a:pt x="9170" y="1781"/>
                    <a:pt x="9165" y="1756"/>
                    <a:pt x="9180" y="1756"/>
                  </a:cubicBezTo>
                  <a:cubicBezTo>
                    <a:pt x="9187" y="1756"/>
                    <a:pt x="9200" y="1762"/>
                    <a:pt x="9219" y="1781"/>
                  </a:cubicBezTo>
                  <a:cubicBezTo>
                    <a:pt x="9243" y="1781"/>
                    <a:pt x="9324" y="1846"/>
                    <a:pt x="9397" y="1846"/>
                  </a:cubicBezTo>
                  <a:cubicBezTo>
                    <a:pt x="9502" y="1846"/>
                    <a:pt x="9502" y="1846"/>
                    <a:pt x="9502" y="1789"/>
                  </a:cubicBezTo>
                  <a:cubicBezTo>
                    <a:pt x="9490" y="1728"/>
                    <a:pt x="9490" y="1698"/>
                    <a:pt x="9496" y="1698"/>
                  </a:cubicBezTo>
                  <a:lnTo>
                    <a:pt x="9496" y="1698"/>
                  </a:lnTo>
                  <a:cubicBezTo>
                    <a:pt x="9502" y="1698"/>
                    <a:pt x="9515" y="1728"/>
                    <a:pt x="9527" y="1789"/>
                  </a:cubicBezTo>
                  <a:cubicBezTo>
                    <a:pt x="9560" y="1860"/>
                    <a:pt x="9582" y="1889"/>
                    <a:pt x="9594" y="1889"/>
                  </a:cubicBezTo>
                  <a:cubicBezTo>
                    <a:pt x="9603" y="1889"/>
                    <a:pt x="9608" y="1873"/>
                    <a:pt x="9608" y="1846"/>
                  </a:cubicBezTo>
                  <a:cubicBezTo>
                    <a:pt x="9632" y="1789"/>
                    <a:pt x="9632" y="1789"/>
                    <a:pt x="9656" y="1789"/>
                  </a:cubicBezTo>
                  <a:cubicBezTo>
                    <a:pt x="9656" y="1819"/>
                    <a:pt x="9665" y="1835"/>
                    <a:pt x="9680" y="1835"/>
                  </a:cubicBezTo>
                  <a:cubicBezTo>
                    <a:pt x="9694" y="1835"/>
                    <a:pt x="9714" y="1821"/>
                    <a:pt x="9738" y="1789"/>
                  </a:cubicBezTo>
                  <a:cubicBezTo>
                    <a:pt x="9762" y="1789"/>
                    <a:pt x="9762" y="1789"/>
                    <a:pt x="9762" y="1854"/>
                  </a:cubicBezTo>
                  <a:lnTo>
                    <a:pt x="9819" y="1854"/>
                  </a:lnTo>
                  <a:cubicBezTo>
                    <a:pt x="9839" y="1803"/>
                    <a:pt x="9877" y="1785"/>
                    <a:pt x="9918" y="1785"/>
                  </a:cubicBezTo>
                  <a:cubicBezTo>
                    <a:pt x="9975" y="1785"/>
                    <a:pt x="10035" y="1821"/>
                    <a:pt x="10054" y="1854"/>
                  </a:cubicBezTo>
                  <a:cubicBezTo>
                    <a:pt x="10054" y="1854"/>
                    <a:pt x="10078" y="1854"/>
                    <a:pt x="10102" y="1797"/>
                  </a:cubicBezTo>
                  <a:cubicBezTo>
                    <a:pt x="10115" y="1737"/>
                    <a:pt x="10129" y="1706"/>
                    <a:pt x="10140" y="1706"/>
                  </a:cubicBezTo>
                  <a:cubicBezTo>
                    <a:pt x="10151" y="1706"/>
                    <a:pt x="10159" y="1737"/>
                    <a:pt x="10159" y="1797"/>
                  </a:cubicBezTo>
                  <a:cubicBezTo>
                    <a:pt x="10155" y="1858"/>
                    <a:pt x="10155" y="1889"/>
                    <a:pt x="10159" y="1889"/>
                  </a:cubicBezTo>
                  <a:cubicBezTo>
                    <a:pt x="10163" y="1889"/>
                    <a:pt x="10171" y="1858"/>
                    <a:pt x="10183" y="1797"/>
                  </a:cubicBezTo>
                  <a:cubicBezTo>
                    <a:pt x="10197" y="1770"/>
                    <a:pt x="10220" y="1758"/>
                    <a:pt x="10243" y="1758"/>
                  </a:cubicBezTo>
                  <a:cubicBezTo>
                    <a:pt x="10289" y="1758"/>
                    <a:pt x="10335" y="1803"/>
                    <a:pt x="10313" y="1862"/>
                  </a:cubicBezTo>
                  <a:lnTo>
                    <a:pt x="10313" y="1984"/>
                  </a:lnTo>
                  <a:cubicBezTo>
                    <a:pt x="10338" y="1919"/>
                    <a:pt x="10362" y="1919"/>
                    <a:pt x="10362" y="1919"/>
                  </a:cubicBezTo>
                  <a:cubicBezTo>
                    <a:pt x="10362" y="1862"/>
                    <a:pt x="10394" y="1862"/>
                    <a:pt x="10467" y="1862"/>
                  </a:cubicBezTo>
                  <a:cubicBezTo>
                    <a:pt x="10524" y="1862"/>
                    <a:pt x="10629" y="1806"/>
                    <a:pt x="10678" y="1806"/>
                  </a:cubicBezTo>
                  <a:cubicBezTo>
                    <a:pt x="10727" y="1806"/>
                    <a:pt x="10808" y="1806"/>
                    <a:pt x="10832" y="1870"/>
                  </a:cubicBezTo>
                  <a:cubicBezTo>
                    <a:pt x="10865" y="1870"/>
                    <a:pt x="10889" y="1870"/>
                    <a:pt x="10937" y="1814"/>
                  </a:cubicBezTo>
                  <a:cubicBezTo>
                    <a:pt x="10949" y="1782"/>
                    <a:pt x="10969" y="1768"/>
                    <a:pt x="10985" y="1768"/>
                  </a:cubicBezTo>
                  <a:cubicBezTo>
                    <a:pt x="11003" y="1768"/>
                    <a:pt x="11019" y="1784"/>
                    <a:pt x="11019" y="1814"/>
                  </a:cubicBezTo>
                  <a:lnTo>
                    <a:pt x="11043" y="1814"/>
                  </a:lnTo>
                  <a:cubicBezTo>
                    <a:pt x="11100" y="1757"/>
                    <a:pt x="11124" y="1757"/>
                    <a:pt x="11124" y="1757"/>
                  </a:cubicBezTo>
                  <a:cubicBezTo>
                    <a:pt x="11124" y="1797"/>
                    <a:pt x="11136" y="1841"/>
                    <a:pt x="11152" y="1841"/>
                  </a:cubicBezTo>
                  <a:cubicBezTo>
                    <a:pt x="11158" y="1841"/>
                    <a:pt x="11165" y="1833"/>
                    <a:pt x="11173" y="1814"/>
                  </a:cubicBezTo>
                  <a:cubicBezTo>
                    <a:pt x="11173" y="1757"/>
                    <a:pt x="11197" y="1757"/>
                    <a:pt x="11254" y="1757"/>
                  </a:cubicBezTo>
                  <a:cubicBezTo>
                    <a:pt x="11281" y="1789"/>
                    <a:pt x="11575" y="1808"/>
                    <a:pt x="11823" y="1808"/>
                  </a:cubicBezTo>
                  <a:cubicBezTo>
                    <a:pt x="12009" y="1808"/>
                    <a:pt x="12170" y="1797"/>
                    <a:pt x="12170" y="1773"/>
                  </a:cubicBezTo>
                  <a:lnTo>
                    <a:pt x="12324" y="1773"/>
                  </a:lnTo>
                  <a:cubicBezTo>
                    <a:pt x="12324" y="1826"/>
                    <a:pt x="12349" y="1845"/>
                    <a:pt x="12383" y="1845"/>
                  </a:cubicBezTo>
                  <a:cubicBezTo>
                    <a:pt x="12428" y="1845"/>
                    <a:pt x="12489" y="1813"/>
                    <a:pt x="12535" y="1781"/>
                  </a:cubicBezTo>
                  <a:cubicBezTo>
                    <a:pt x="12559" y="1716"/>
                    <a:pt x="12583" y="1716"/>
                    <a:pt x="12608" y="1716"/>
                  </a:cubicBezTo>
                  <a:cubicBezTo>
                    <a:pt x="12608" y="1789"/>
                    <a:pt x="12636" y="1818"/>
                    <a:pt x="12670" y="1818"/>
                  </a:cubicBezTo>
                  <a:cubicBezTo>
                    <a:pt x="12693" y="1818"/>
                    <a:pt x="12718" y="1804"/>
                    <a:pt x="12737" y="1781"/>
                  </a:cubicBezTo>
                  <a:cubicBezTo>
                    <a:pt x="12754" y="1720"/>
                    <a:pt x="12768" y="1690"/>
                    <a:pt x="12778" y="1690"/>
                  </a:cubicBezTo>
                  <a:cubicBezTo>
                    <a:pt x="12788" y="1690"/>
                    <a:pt x="12794" y="1720"/>
                    <a:pt x="12794" y="1781"/>
                  </a:cubicBezTo>
                  <a:cubicBezTo>
                    <a:pt x="12794" y="1836"/>
                    <a:pt x="12804" y="1866"/>
                    <a:pt x="12820" y="1866"/>
                  </a:cubicBezTo>
                  <a:cubicBezTo>
                    <a:pt x="12840" y="1866"/>
                    <a:pt x="12868" y="1822"/>
                    <a:pt x="12900" y="1724"/>
                  </a:cubicBezTo>
                  <a:cubicBezTo>
                    <a:pt x="12912" y="1696"/>
                    <a:pt x="12918" y="1682"/>
                    <a:pt x="12924" y="1682"/>
                  </a:cubicBezTo>
                  <a:cubicBezTo>
                    <a:pt x="12930" y="1682"/>
                    <a:pt x="12936" y="1696"/>
                    <a:pt x="12948" y="1724"/>
                  </a:cubicBezTo>
                  <a:cubicBezTo>
                    <a:pt x="12963" y="1797"/>
                    <a:pt x="12980" y="1826"/>
                    <a:pt x="12992" y="1826"/>
                  </a:cubicBezTo>
                  <a:cubicBezTo>
                    <a:pt x="13000" y="1826"/>
                    <a:pt x="13005" y="1812"/>
                    <a:pt x="13005" y="1789"/>
                  </a:cubicBezTo>
                  <a:cubicBezTo>
                    <a:pt x="13017" y="1728"/>
                    <a:pt x="13029" y="1698"/>
                    <a:pt x="13041" y="1698"/>
                  </a:cubicBezTo>
                  <a:cubicBezTo>
                    <a:pt x="13054" y="1698"/>
                    <a:pt x="13066" y="1728"/>
                    <a:pt x="13078" y="1789"/>
                  </a:cubicBezTo>
                  <a:cubicBezTo>
                    <a:pt x="13106" y="1850"/>
                    <a:pt x="13121" y="1881"/>
                    <a:pt x="13131" y="1881"/>
                  </a:cubicBezTo>
                  <a:cubicBezTo>
                    <a:pt x="13141" y="1881"/>
                    <a:pt x="13147" y="1850"/>
                    <a:pt x="13159" y="1789"/>
                  </a:cubicBezTo>
                  <a:cubicBezTo>
                    <a:pt x="13171" y="1730"/>
                    <a:pt x="13202" y="1701"/>
                    <a:pt x="13234" y="1701"/>
                  </a:cubicBezTo>
                  <a:cubicBezTo>
                    <a:pt x="13267" y="1701"/>
                    <a:pt x="13301" y="1732"/>
                    <a:pt x="13313" y="1789"/>
                  </a:cubicBezTo>
                  <a:cubicBezTo>
                    <a:pt x="13329" y="1789"/>
                    <a:pt x="13349" y="1818"/>
                    <a:pt x="13361" y="1818"/>
                  </a:cubicBezTo>
                  <a:cubicBezTo>
                    <a:pt x="13366" y="1818"/>
                    <a:pt x="13370" y="1811"/>
                    <a:pt x="13370" y="1789"/>
                  </a:cubicBezTo>
                  <a:lnTo>
                    <a:pt x="13394" y="1854"/>
                  </a:lnTo>
                  <a:lnTo>
                    <a:pt x="13443" y="1854"/>
                  </a:lnTo>
                  <a:lnTo>
                    <a:pt x="13443" y="1797"/>
                  </a:lnTo>
                  <a:cubicBezTo>
                    <a:pt x="13564" y="1830"/>
                    <a:pt x="13686" y="1854"/>
                    <a:pt x="13808" y="1862"/>
                  </a:cubicBezTo>
                  <a:cubicBezTo>
                    <a:pt x="13866" y="1862"/>
                    <a:pt x="13915" y="1863"/>
                    <a:pt x="13955" y="1863"/>
                  </a:cubicBezTo>
                  <a:cubicBezTo>
                    <a:pt x="14116" y="1863"/>
                    <a:pt x="14143" y="1857"/>
                    <a:pt x="14124" y="1806"/>
                  </a:cubicBezTo>
                  <a:cubicBezTo>
                    <a:pt x="14112" y="1745"/>
                    <a:pt x="14118" y="1714"/>
                    <a:pt x="14131" y="1714"/>
                  </a:cubicBezTo>
                  <a:cubicBezTo>
                    <a:pt x="14144" y="1714"/>
                    <a:pt x="14164" y="1745"/>
                    <a:pt x="14181" y="1806"/>
                  </a:cubicBezTo>
                  <a:cubicBezTo>
                    <a:pt x="14205" y="1806"/>
                    <a:pt x="14254" y="1870"/>
                    <a:pt x="14310" y="1870"/>
                  </a:cubicBezTo>
                  <a:cubicBezTo>
                    <a:pt x="14359" y="1870"/>
                    <a:pt x="14408" y="1870"/>
                    <a:pt x="14408" y="1927"/>
                  </a:cubicBezTo>
                  <a:lnTo>
                    <a:pt x="14440" y="1927"/>
                  </a:lnTo>
                  <a:cubicBezTo>
                    <a:pt x="14475" y="1868"/>
                    <a:pt x="14540" y="1833"/>
                    <a:pt x="14605" y="1833"/>
                  </a:cubicBezTo>
                  <a:cubicBezTo>
                    <a:pt x="14647" y="1833"/>
                    <a:pt x="14689" y="1847"/>
                    <a:pt x="14724" y="1878"/>
                  </a:cubicBezTo>
                  <a:cubicBezTo>
                    <a:pt x="14730" y="1880"/>
                    <a:pt x="14737" y="1880"/>
                    <a:pt x="14743" y="1880"/>
                  </a:cubicBezTo>
                  <a:cubicBezTo>
                    <a:pt x="14787" y="1880"/>
                    <a:pt x="14832" y="1857"/>
                    <a:pt x="14854" y="1822"/>
                  </a:cubicBezTo>
                  <a:cubicBezTo>
                    <a:pt x="14882" y="1789"/>
                    <a:pt x="14896" y="1773"/>
                    <a:pt x="14906" y="1773"/>
                  </a:cubicBezTo>
                  <a:cubicBezTo>
                    <a:pt x="14916" y="1773"/>
                    <a:pt x="14922" y="1789"/>
                    <a:pt x="14935" y="1822"/>
                  </a:cubicBezTo>
                  <a:cubicBezTo>
                    <a:pt x="14935" y="1855"/>
                    <a:pt x="14987" y="1891"/>
                    <a:pt x="15031" y="1891"/>
                  </a:cubicBezTo>
                  <a:cubicBezTo>
                    <a:pt x="15062" y="1891"/>
                    <a:pt x="15089" y="1872"/>
                    <a:pt x="15089" y="1822"/>
                  </a:cubicBezTo>
                  <a:lnTo>
                    <a:pt x="15113" y="1887"/>
                  </a:lnTo>
                  <a:cubicBezTo>
                    <a:pt x="15122" y="1903"/>
                    <a:pt x="15131" y="1910"/>
                    <a:pt x="15139" y="1910"/>
                  </a:cubicBezTo>
                  <a:cubicBezTo>
                    <a:pt x="15157" y="1910"/>
                    <a:pt x="15170" y="1868"/>
                    <a:pt x="15170" y="1822"/>
                  </a:cubicBezTo>
                  <a:cubicBezTo>
                    <a:pt x="15170" y="1771"/>
                    <a:pt x="15175" y="1743"/>
                    <a:pt x="15182" y="1743"/>
                  </a:cubicBezTo>
                  <a:cubicBezTo>
                    <a:pt x="15191" y="1743"/>
                    <a:pt x="15205" y="1787"/>
                    <a:pt x="15218" y="1887"/>
                  </a:cubicBezTo>
                  <a:cubicBezTo>
                    <a:pt x="15218" y="1957"/>
                    <a:pt x="15227" y="1987"/>
                    <a:pt x="15233" y="1987"/>
                  </a:cubicBezTo>
                  <a:cubicBezTo>
                    <a:pt x="15238" y="1987"/>
                    <a:pt x="15243" y="1971"/>
                    <a:pt x="15243" y="1943"/>
                  </a:cubicBezTo>
                  <a:cubicBezTo>
                    <a:pt x="15266" y="1903"/>
                    <a:pt x="15285" y="1863"/>
                    <a:pt x="15302" y="1863"/>
                  </a:cubicBezTo>
                  <a:cubicBezTo>
                    <a:pt x="15310" y="1863"/>
                    <a:pt x="15317" y="1870"/>
                    <a:pt x="15324" y="1887"/>
                  </a:cubicBezTo>
                  <a:cubicBezTo>
                    <a:pt x="15348" y="1887"/>
                    <a:pt x="15381" y="1887"/>
                    <a:pt x="15381" y="1765"/>
                  </a:cubicBezTo>
                  <a:cubicBezTo>
                    <a:pt x="15381" y="1708"/>
                    <a:pt x="15405" y="1708"/>
                    <a:pt x="15429" y="1708"/>
                  </a:cubicBezTo>
                  <a:cubicBezTo>
                    <a:pt x="15437" y="1749"/>
                    <a:pt x="15421" y="1789"/>
                    <a:pt x="15405" y="1830"/>
                  </a:cubicBezTo>
                  <a:lnTo>
                    <a:pt x="15454" y="1830"/>
                  </a:lnTo>
                  <a:cubicBezTo>
                    <a:pt x="15486" y="1830"/>
                    <a:pt x="15535" y="1887"/>
                    <a:pt x="15535" y="1951"/>
                  </a:cubicBezTo>
                  <a:cubicBezTo>
                    <a:pt x="15545" y="1975"/>
                    <a:pt x="15555" y="1989"/>
                    <a:pt x="15561" y="1989"/>
                  </a:cubicBezTo>
                  <a:cubicBezTo>
                    <a:pt x="15571" y="1989"/>
                    <a:pt x="15573" y="1961"/>
                    <a:pt x="15559" y="1895"/>
                  </a:cubicBezTo>
                  <a:cubicBezTo>
                    <a:pt x="15559" y="1773"/>
                    <a:pt x="15559" y="1773"/>
                    <a:pt x="15616" y="1773"/>
                  </a:cubicBezTo>
                  <a:cubicBezTo>
                    <a:pt x="15640" y="1773"/>
                    <a:pt x="15664" y="1773"/>
                    <a:pt x="15664" y="1830"/>
                  </a:cubicBezTo>
                  <a:cubicBezTo>
                    <a:pt x="15664" y="1895"/>
                    <a:pt x="15664" y="1895"/>
                    <a:pt x="15713" y="1895"/>
                  </a:cubicBezTo>
                  <a:cubicBezTo>
                    <a:pt x="15794" y="1895"/>
                    <a:pt x="15875" y="1716"/>
                    <a:pt x="15899" y="1595"/>
                  </a:cubicBezTo>
                  <a:cubicBezTo>
                    <a:pt x="15899" y="1538"/>
                    <a:pt x="15899" y="1510"/>
                    <a:pt x="15902" y="1510"/>
                  </a:cubicBezTo>
                  <a:cubicBezTo>
                    <a:pt x="15906" y="1510"/>
                    <a:pt x="15912" y="1538"/>
                    <a:pt x="15924" y="1595"/>
                  </a:cubicBezTo>
                  <a:cubicBezTo>
                    <a:pt x="15924" y="1660"/>
                    <a:pt x="15956" y="1660"/>
                    <a:pt x="15981" y="1660"/>
                  </a:cubicBezTo>
                  <a:cubicBezTo>
                    <a:pt x="15981" y="1641"/>
                    <a:pt x="15983" y="1634"/>
                    <a:pt x="15986" y="1634"/>
                  </a:cubicBezTo>
                  <a:lnTo>
                    <a:pt x="15986" y="1634"/>
                  </a:lnTo>
                  <a:cubicBezTo>
                    <a:pt x="15991" y="1634"/>
                    <a:pt x="15997" y="1660"/>
                    <a:pt x="15981" y="1660"/>
                  </a:cubicBezTo>
                  <a:cubicBezTo>
                    <a:pt x="15981" y="1716"/>
                    <a:pt x="15956" y="1716"/>
                    <a:pt x="15924" y="1716"/>
                  </a:cubicBezTo>
                  <a:lnTo>
                    <a:pt x="15924" y="1781"/>
                  </a:lnTo>
                  <a:cubicBezTo>
                    <a:pt x="15936" y="1838"/>
                    <a:pt x="15950" y="1866"/>
                    <a:pt x="15964" y="1866"/>
                  </a:cubicBezTo>
                  <a:cubicBezTo>
                    <a:pt x="15978" y="1866"/>
                    <a:pt x="15993" y="1838"/>
                    <a:pt x="16005" y="1781"/>
                  </a:cubicBezTo>
                  <a:cubicBezTo>
                    <a:pt x="16017" y="1749"/>
                    <a:pt x="16023" y="1733"/>
                    <a:pt x="16029" y="1733"/>
                  </a:cubicBezTo>
                  <a:cubicBezTo>
                    <a:pt x="16035" y="1733"/>
                    <a:pt x="16041" y="1749"/>
                    <a:pt x="16053" y="1781"/>
                  </a:cubicBezTo>
                  <a:cubicBezTo>
                    <a:pt x="16076" y="1821"/>
                    <a:pt x="16095" y="1865"/>
                    <a:pt x="16104" y="1865"/>
                  </a:cubicBezTo>
                  <a:cubicBezTo>
                    <a:pt x="16108" y="1865"/>
                    <a:pt x="16110" y="1857"/>
                    <a:pt x="16110" y="1838"/>
                  </a:cubicBezTo>
                  <a:cubicBezTo>
                    <a:pt x="16143" y="1846"/>
                    <a:pt x="16175" y="1870"/>
                    <a:pt x="16183" y="1903"/>
                  </a:cubicBezTo>
                  <a:cubicBezTo>
                    <a:pt x="16240" y="1903"/>
                    <a:pt x="16264" y="1903"/>
                    <a:pt x="16264" y="1846"/>
                  </a:cubicBezTo>
                  <a:cubicBezTo>
                    <a:pt x="16264" y="1781"/>
                    <a:pt x="16289" y="1781"/>
                    <a:pt x="16321" y="1781"/>
                  </a:cubicBezTo>
                  <a:cubicBezTo>
                    <a:pt x="16345" y="1781"/>
                    <a:pt x="16370" y="1781"/>
                    <a:pt x="16370" y="1724"/>
                  </a:cubicBezTo>
                  <a:cubicBezTo>
                    <a:pt x="16370" y="1668"/>
                    <a:pt x="16394" y="1603"/>
                    <a:pt x="16451" y="1603"/>
                  </a:cubicBezTo>
                  <a:cubicBezTo>
                    <a:pt x="16471" y="1580"/>
                    <a:pt x="16482" y="1566"/>
                    <a:pt x="16491" y="1566"/>
                  </a:cubicBezTo>
                  <a:cubicBezTo>
                    <a:pt x="16503" y="1566"/>
                    <a:pt x="16509" y="1595"/>
                    <a:pt x="16524" y="1668"/>
                  </a:cubicBezTo>
                  <a:cubicBezTo>
                    <a:pt x="16524" y="1724"/>
                    <a:pt x="16556" y="1724"/>
                    <a:pt x="16580" y="1724"/>
                  </a:cubicBezTo>
                  <a:cubicBezTo>
                    <a:pt x="16580" y="1724"/>
                    <a:pt x="16605" y="1724"/>
                    <a:pt x="16629" y="1789"/>
                  </a:cubicBezTo>
                  <a:cubicBezTo>
                    <a:pt x="16636" y="1806"/>
                    <a:pt x="16641" y="1813"/>
                    <a:pt x="16645" y="1813"/>
                  </a:cubicBezTo>
                  <a:cubicBezTo>
                    <a:pt x="16654" y="1813"/>
                    <a:pt x="16656" y="1773"/>
                    <a:pt x="16662" y="1733"/>
                  </a:cubicBezTo>
                  <a:lnTo>
                    <a:pt x="16662" y="1611"/>
                  </a:lnTo>
                  <a:cubicBezTo>
                    <a:pt x="16686" y="1611"/>
                    <a:pt x="16710" y="1733"/>
                    <a:pt x="16710" y="1789"/>
                  </a:cubicBezTo>
                  <a:cubicBezTo>
                    <a:pt x="16722" y="1850"/>
                    <a:pt x="16728" y="1881"/>
                    <a:pt x="16731" y="1881"/>
                  </a:cubicBezTo>
                  <a:cubicBezTo>
                    <a:pt x="16735" y="1881"/>
                    <a:pt x="16735" y="1850"/>
                    <a:pt x="16735" y="1789"/>
                  </a:cubicBezTo>
                  <a:cubicBezTo>
                    <a:pt x="16735" y="1749"/>
                    <a:pt x="16747" y="1705"/>
                    <a:pt x="16773" y="1705"/>
                  </a:cubicBezTo>
                  <a:cubicBezTo>
                    <a:pt x="16785" y="1705"/>
                    <a:pt x="16799" y="1713"/>
                    <a:pt x="16816" y="1733"/>
                  </a:cubicBezTo>
                  <a:cubicBezTo>
                    <a:pt x="16864" y="1733"/>
                    <a:pt x="16921" y="1733"/>
                    <a:pt x="16921" y="1797"/>
                  </a:cubicBezTo>
                  <a:cubicBezTo>
                    <a:pt x="16929" y="1816"/>
                    <a:pt x="16937" y="1823"/>
                    <a:pt x="16944" y="1823"/>
                  </a:cubicBezTo>
                  <a:cubicBezTo>
                    <a:pt x="16959" y="1823"/>
                    <a:pt x="16970" y="1797"/>
                    <a:pt x="16970" y="1797"/>
                  </a:cubicBezTo>
                  <a:cubicBezTo>
                    <a:pt x="16982" y="1765"/>
                    <a:pt x="16996" y="1749"/>
                    <a:pt x="17016" y="1749"/>
                  </a:cubicBezTo>
                  <a:cubicBezTo>
                    <a:pt x="17037" y="1749"/>
                    <a:pt x="17063" y="1765"/>
                    <a:pt x="17099" y="1797"/>
                  </a:cubicBezTo>
                  <a:cubicBezTo>
                    <a:pt x="17164" y="1858"/>
                    <a:pt x="17197" y="1889"/>
                    <a:pt x="17213" y="1889"/>
                  </a:cubicBezTo>
                  <a:cubicBezTo>
                    <a:pt x="17229" y="1889"/>
                    <a:pt x="17229" y="1858"/>
                    <a:pt x="17229" y="1797"/>
                  </a:cubicBezTo>
                  <a:cubicBezTo>
                    <a:pt x="17229" y="1764"/>
                    <a:pt x="17229" y="1728"/>
                    <a:pt x="17234" y="1728"/>
                  </a:cubicBezTo>
                  <a:cubicBezTo>
                    <a:pt x="17237" y="1728"/>
                    <a:pt x="17243" y="1747"/>
                    <a:pt x="17253" y="1797"/>
                  </a:cubicBezTo>
                  <a:cubicBezTo>
                    <a:pt x="17263" y="1817"/>
                    <a:pt x="17272" y="1824"/>
                    <a:pt x="17281" y="1824"/>
                  </a:cubicBezTo>
                  <a:cubicBezTo>
                    <a:pt x="17302" y="1824"/>
                    <a:pt x="17325" y="1781"/>
                    <a:pt x="17359" y="1741"/>
                  </a:cubicBezTo>
                  <a:cubicBezTo>
                    <a:pt x="17383" y="1660"/>
                    <a:pt x="17391" y="1587"/>
                    <a:pt x="17391" y="1506"/>
                  </a:cubicBezTo>
                  <a:cubicBezTo>
                    <a:pt x="17391" y="1433"/>
                    <a:pt x="17391" y="1404"/>
                    <a:pt x="17401" y="1404"/>
                  </a:cubicBezTo>
                  <a:cubicBezTo>
                    <a:pt x="17408" y="1404"/>
                    <a:pt x="17420" y="1418"/>
                    <a:pt x="17440" y="1441"/>
                  </a:cubicBezTo>
                  <a:cubicBezTo>
                    <a:pt x="17464" y="1441"/>
                    <a:pt x="17497" y="1506"/>
                    <a:pt x="17497" y="1562"/>
                  </a:cubicBezTo>
                  <a:cubicBezTo>
                    <a:pt x="17497" y="1627"/>
                    <a:pt x="17464" y="1627"/>
                    <a:pt x="17464" y="1627"/>
                  </a:cubicBezTo>
                  <a:lnTo>
                    <a:pt x="17440" y="1627"/>
                  </a:lnTo>
                  <a:cubicBezTo>
                    <a:pt x="17440" y="1684"/>
                    <a:pt x="17440" y="1741"/>
                    <a:pt x="17497" y="1741"/>
                  </a:cubicBezTo>
                  <a:cubicBezTo>
                    <a:pt x="17509" y="1773"/>
                    <a:pt x="17521" y="1789"/>
                    <a:pt x="17530" y="1789"/>
                  </a:cubicBezTo>
                  <a:cubicBezTo>
                    <a:pt x="17539" y="1789"/>
                    <a:pt x="17545" y="1773"/>
                    <a:pt x="17545" y="1741"/>
                  </a:cubicBezTo>
                  <a:cubicBezTo>
                    <a:pt x="17570" y="1806"/>
                    <a:pt x="17626" y="1806"/>
                    <a:pt x="17675" y="1806"/>
                  </a:cubicBezTo>
                  <a:cubicBezTo>
                    <a:pt x="17724" y="1806"/>
                    <a:pt x="17805" y="1806"/>
                    <a:pt x="17829" y="1870"/>
                  </a:cubicBezTo>
                  <a:cubicBezTo>
                    <a:pt x="17886" y="1870"/>
                    <a:pt x="17910" y="1870"/>
                    <a:pt x="17910" y="1814"/>
                  </a:cubicBezTo>
                  <a:cubicBezTo>
                    <a:pt x="17910" y="1741"/>
                    <a:pt x="17919" y="1712"/>
                    <a:pt x="17926" y="1712"/>
                  </a:cubicBezTo>
                  <a:cubicBezTo>
                    <a:pt x="17930" y="1712"/>
                    <a:pt x="17934" y="1726"/>
                    <a:pt x="17934" y="1749"/>
                  </a:cubicBezTo>
                  <a:cubicBezTo>
                    <a:pt x="17950" y="1826"/>
                    <a:pt x="18094" y="1881"/>
                    <a:pt x="18204" y="1881"/>
                  </a:cubicBezTo>
                  <a:cubicBezTo>
                    <a:pt x="18268" y="1881"/>
                    <a:pt x="18320" y="1863"/>
                    <a:pt x="18332" y="1822"/>
                  </a:cubicBezTo>
                  <a:lnTo>
                    <a:pt x="18380" y="1822"/>
                  </a:lnTo>
                  <a:cubicBezTo>
                    <a:pt x="18405" y="1850"/>
                    <a:pt x="18457" y="1864"/>
                    <a:pt x="18507" y="1864"/>
                  </a:cubicBezTo>
                  <a:cubicBezTo>
                    <a:pt x="18557" y="1864"/>
                    <a:pt x="18603" y="1850"/>
                    <a:pt x="18616" y="1822"/>
                  </a:cubicBezTo>
                  <a:lnTo>
                    <a:pt x="18697" y="1822"/>
                  </a:lnTo>
                  <a:cubicBezTo>
                    <a:pt x="18722" y="1855"/>
                    <a:pt x="18740" y="1871"/>
                    <a:pt x="18756" y="1871"/>
                  </a:cubicBezTo>
                  <a:cubicBezTo>
                    <a:pt x="18770" y="1871"/>
                    <a:pt x="18782" y="1857"/>
                    <a:pt x="18794" y="1830"/>
                  </a:cubicBezTo>
                  <a:cubicBezTo>
                    <a:pt x="18817" y="1784"/>
                    <a:pt x="18824" y="1742"/>
                    <a:pt x="18826" y="1742"/>
                  </a:cubicBezTo>
                  <a:cubicBezTo>
                    <a:pt x="18826" y="1742"/>
                    <a:pt x="18826" y="1749"/>
                    <a:pt x="18826" y="1765"/>
                  </a:cubicBezTo>
                  <a:cubicBezTo>
                    <a:pt x="18826" y="1830"/>
                    <a:pt x="18875" y="1830"/>
                    <a:pt x="18980" y="1830"/>
                  </a:cubicBezTo>
                  <a:cubicBezTo>
                    <a:pt x="19086" y="1830"/>
                    <a:pt x="19086" y="1830"/>
                    <a:pt x="19061" y="1773"/>
                  </a:cubicBezTo>
                  <a:cubicBezTo>
                    <a:pt x="19092" y="1756"/>
                    <a:pt x="19114" y="1750"/>
                    <a:pt x="19130" y="1750"/>
                  </a:cubicBezTo>
                  <a:cubicBezTo>
                    <a:pt x="19167" y="1750"/>
                    <a:pt x="19167" y="1790"/>
                    <a:pt x="19167" y="1830"/>
                  </a:cubicBezTo>
                  <a:cubicBezTo>
                    <a:pt x="19152" y="1885"/>
                    <a:pt x="19156" y="1915"/>
                    <a:pt x="19166" y="1915"/>
                  </a:cubicBezTo>
                  <a:cubicBezTo>
                    <a:pt x="19179" y="1915"/>
                    <a:pt x="19202" y="1871"/>
                    <a:pt x="19216" y="1773"/>
                  </a:cubicBezTo>
                  <a:cubicBezTo>
                    <a:pt x="19230" y="1703"/>
                    <a:pt x="19254" y="1673"/>
                    <a:pt x="19273" y="1673"/>
                  </a:cubicBezTo>
                  <a:cubicBezTo>
                    <a:pt x="19286" y="1673"/>
                    <a:pt x="19297" y="1689"/>
                    <a:pt x="19297" y="1716"/>
                  </a:cubicBezTo>
                  <a:cubicBezTo>
                    <a:pt x="19297" y="1773"/>
                    <a:pt x="19264" y="1773"/>
                    <a:pt x="19240" y="1773"/>
                  </a:cubicBezTo>
                  <a:lnTo>
                    <a:pt x="19240" y="1895"/>
                  </a:lnTo>
                  <a:cubicBezTo>
                    <a:pt x="19264" y="1895"/>
                    <a:pt x="19264" y="1895"/>
                    <a:pt x="19297" y="1838"/>
                  </a:cubicBezTo>
                  <a:cubicBezTo>
                    <a:pt x="19297" y="1838"/>
                    <a:pt x="19321" y="1838"/>
                    <a:pt x="19345" y="1773"/>
                  </a:cubicBezTo>
                  <a:cubicBezTo>
                    <a:pt x="19370" y="1716"/>
                    <a:pt x="19370" y="1651"/>
                    <a:pt x="19345" y="1595"/>
                  </a:cubicBezTo>
                  <a:cubicBezTo>
                    <a:pt x="19321" y="1538"/>
                    <a:pt x="19345" y="1538"/>
                    <a:pt x="19378" y="1538"/>
                  </a:cubicBezTo>
                  <a:cubicBezTo>
                    <a:pt x="19418" y="1587"/>
                    <a:pt x="19426" y="1660"/>
                    <a:pt x="19402" y="1716"/>
                  </a:cubicBezTo>
                  <a:cubicBezTo>
                    <a:pt x="19370" y="1716"/>
                    <a:pt x="19370" y="1773"/>
                    <a:pt x="19370" y="1838"/>
                  </a:cubicBezTo>
                  <a:cubicBezTo>
                    <a:pt x="19370" y="1848"/>
                    <a:pt x="19374" y="1853"/>
                    <a:pt x="19382" y="1853"/>
                  </a:cubicBezTo>
                  <a:cubicBezTo>
                    <a:pt x="19416" y="1853"/>
                    <a:pt x="19512" y="1759"/>
                    <a:pt x="19532" y="1660"/>
                  </a:cubicBezTo>
                  <a:lnTo>
                    <a:pt x="19532" y="1716"/>
                  </a:lnTo>
                  <a:cubicBezTo>
                    <a:pt x="19532" y="1781"/>
                    <a:pt x="19580" y="1781"/>
                    <a:pt x="19637" y="1781"/>
                  </a:cubicBezTo>
                  <a:cubicBezTo>
                    <a:pt x="19686" y="1781"/>
                    <a:pt x="19710" y="1781"/>
                    <a:pt x="19710" y="1724"/>
                  </a:cubicBezTo>
                  <a:cubicBezTo>
                    <a:pt x="19710" y="1660"/>
                    <a:pt x="19710" y="1603"/>
                    <a:pt x="19743" y="1603"/>
                  </a:cubicBezTo>
                  <a:cubicBezTo>
                    <a:pt x="19710" y="1603"/>
                    <a:pt x="19710" y="1546"/>
                    <a:pt x="19710" y="1481"/>
                  </a:cubicBezTo>
                  <a:lnTo>
                    <a:pt x="19710" y="1481"/>
                  </a:lnTo>
                  <a:cubicBezTo>
                    <a:pt x="19743" y="1522"/>
                    <a:pt x="19767" y="1562"/>
                    <a:pt x="19791" y="1603"/>
                  </a:cubicBezTo>
                  <a:cubicBezTo>
                    <a:pt x="19840" y="1724"/>
                    <a:pt x="19897" y="1781"/>
                    <a:pt x="20002" y="1789"/>
                  </a:cubicBezTo>
                  <a:cubicBezTo>
                    <a:pt x="20051" y="1789"/>
                    <a:pt x="20132" y="1789"/>
                    <a:pt x="20156" y="1846"/>
                  </a:cubicBezTo>
                  <a:cubicBezTo>
                    <a:pt x="20166" y="1846"/>
                    <a:pt x="20175" y="1846"/>
                    <a:pt x="20183" y="1846"/>
                  </a:cubicBezTo>
                  <a:cubicBezTo>
                    <a:pt x="20216" y="1846"/>
                    <a:pt x="20237" y="1841"/>
                    <a:pt x="20237" y="1789"/>
                  </a:cubicBezTo>
                  <a:lnTo>
                    <a:pt x="20286" y="1789"/>
                  </a:lnTo>
                  <a:cubicBezTo>
                    <a:pt x="20298" y="1822"/>
                    <a:pt x="20318" y="1838"/>
                    <a:pt x="20335" y="1838"/>
                  </a:cubicBezTo>
                  <a:cubicBezTo>
                    <a:pt x="20353" y="1838"/>
                    <a:pt x="20367" y="1822"/>
                    <a:pt x="20367" y="1789"/>
                  </a:cubicBezTo>
                  <a:cubicBezTo>
                    <a:pt x="20374" y="1772"/>
                    <a:pt x="20382" y="1766"/>
                    <a:pt x="20389" y="1766"/>
                  </a:cubicBezTo>
                  <a:cubicBezTo>
                    <a:pt x="20406" y="1766"/>
                    <a:pt x="20423" y="1797"/>
                    <a:pt x="20440" y="1797"/>
                  </a:cubicBezTo>
                  <a:cubicBezTo>
                    <a:pt x="20465" y="1848"/>
                    <a:pt x="20479" y="1876"/>
                    <a:pt x="20485" y="1876"/>
                  </a:cubicBezTo>
                  <a:cubicBezTo>
                    <a:pt x="20492" y="1876"/>
                    <a:pt x="20486" y="1832"/>
                    <a:pt x="20472" y="1733"/>
                  </a:cubicBezTo>
                  <a:cubicBezTo>
                    <a:pt x="20472" y="1676"/>
                    <a:pt x="20415" y="1611"/>
                    <a:pt x="20391" y="1611"/>
                  </a:cubicBezTo>
                  <a:lnTo>
                    <a:pt x="20310" y="1611"/>
                  </a:lnTo>
                  <a:lnTo>
                    <a:pt x="20391" y="1554"/>
                  </a:lnTo>
                  <a:cubicBezTo>
                    <a:pt x="20415" y="1554"/>
                    <a:pt x="20472" y="1497"/>
                    <a:pt x="20472" y="1433"/>
                  </a:cubicBezTo>
                  <a:cubicBezTo>
                    <a:pt x="20472" y="1433"/>
                    <a:pt x="20472" y="1376"/>
                    <a:pt x="20497" y="1376"/>
                  </a:cubicBezTo>
                  <a:lnTo>
                    <a:pt x="20497" y="1497"/>
                  </a:lnTo>
                  <a:cubicBezTo>
                    <a:pt x="20472" y="1554"/>
                    <a:pt x="20464" y="1611"/>
                    <a:pt x="20472" y="1676"/>
                  </a:cubicBezTo>
                  <a:cubicBezTo>
                    <a:pt x="20487" y="1750"/>
                    <a:pt x="20523" y="1800"/>
                    <a:pt x="20549" y="1800"/>
                  </a:cubicBezTo>
                  <a:cubicBezTo>
                    <a:pt x="20565" y="1800"/>
                    <a:pt x="20578" y="1780"/>
                    <a:pt x="20578" y="1733"/>
                  </a:cubicBezTo>
                  <a:cubicBezTo>
                    <a:pt x="20602" y="1733"/>
                    <a:pt x="20602" y="1733"/>
                    <a:pt x="20626" y="1797"/>
                  </a:cubicBezTo>
                  <a:cubicBezTo>
                    <a:pt x="20626" y="1821"/>
                    <a:pt x="20630" y="1835"/>
                    <a:pt x="20638" y="1835"/>
                  </a:cubicBezTo>
                  <a:cubicBezTo>
                    <a:pt x="20648" y="1835"/>
                    <a:pt x="20664" y="1807"/>
                    <a:pt x="20683" y="1741"/>
                  </a:cubicBezTo>
                  <a:cubicBezTo>
                    <a:pt x="20695" y="1680"/>
                    <a:pt x="20707" y="1649"/>
                    <a:pt x="20720" y="1649"/>
                  </a:cubicBezTo>
                  <a:cubicBezTo>
                    <a:pt x="20732" y="1649"/>
                    <a:pt x="20744" y="1680"/>
                    <a:pt x="20756" y="1741"/>
                  </a:cubicBezTo>
                  <a:cubicBezTo>
                    <a:pt x="20790" y="1813"/>
                    <a:pt x="20838" y="1842"/>
                    <a:pt x="20871" y="1842"/>
                  </a:cubicBezTo>
                  <a:cubicBezTo>
                    <a:pt x="20894" y="1842"/>
                    <a:pt x="20910" y="1829"/>
                    <a:pt x="20910" y="1806"/>
                  </a:cubicBezTo>
                  <a:cubicBezTo>
                    <a:pt x="20910" y="1733"/>
                    <a:pt x="20939" y="1704"/>
                    <a:pt x="20967" y="1704"/>
                  </a:cubicBezTo>
                  <a:cubicBezTo>
                    <a:pt x="20986" y="1704"/>
                    <a:pt x="21006" y="1718"/>
                    <a:pt x="21015" y="1741"/>
                  </a:cubicBezTo>
                  <a:cubicBezTo>
                    <a:pt x="21032" y="1774"/>
                    <a:pt x="21047" y="1790"/>
                    <a:pt x="21060" y="1790"/>
                  </a:cubicBezTo>
                  <a:cubicBezTo>
                    <a:pt x="21073" y="1790"/>
                    <a:pt x="21085" y="1776"/>
                    <a:pt x="21097" y="1749"/>
                  </a:cubicBezTo>
                  <a:cubicBezTo>
                    <a:pt x="21097" y="1789"/>
                    <a:pt x="21109" y="1829"/>
                    <a:pt x="21124" y="1829"/>
                  </a:cubicBezTo>
                  <a:cubicBezTo>
                    <a:pt x="21131" y="1829"/>
                    <a:pt x="21138" y="1822"/>
                    <a:pt x="21145" y="1806"/>
                  </a:cubicBezTo>
                  <a:cubicBezTo>
                    <a:pt x="21145" y="1806"/>
                    <a:pt x="21178" y="1806"/>
                    <a:pt x="21145" y="1749"/>
                  </a:cubicBezTo>
                  <a:lnTo>
                    <a:pt x="21202" y="1627"/>
                  </a:lnTo>
                  <a:cubicBezTo>
                    <a:pt x="21178" y="1627"/>
                    <a:pt x="21178" y="1570"/>
                    <a:pt x="21178" y="1506"/>
                  </a:cubicBezTo>
                  <a:cubicBezTo>
                    <a:pt x="21178" y="1492"/>
                    <a:pt x="21184" y="1484"/>
                    <a:pt x="21194" y="1484"/>
                  </a:cubicBezTo>
                  <a:cubicBezTo>
                    <a:pt x="21226" y="1484"/>
                    <a:pt x="21295" y="1551"/>
                    <a:pt x="21332" y="1692"/>
                  </a:cubicBezTo>
                  <a:lnTo>
                    <a:pt x="21380" y="1814"/>
                  </a:lnTo>
                  <a:lnTo>
                    <a:pt x="21380" y="1692"/>
                  </a:lnTo>
                  <a:cubicBezTo>
                    <a:pt x="21413" y="1692"/>
                    <a:pt x="21437" y="1692"/>
                    <a:pt x="21437" y="1749"/>
                  </a:cubicBezTo>
                  <a:cubicBezTo>
                    <a:pt x="21437" y="1814"/>
                    <a:pt x="21437" y="1814"/>
                    <a:pt x="21461" y="1814"/>
                  </a:cubicBezTo>
                  <a:cubicBezTo>
                    <a:pt x="21461" y="1814"/>
                    <a:pt x="21486" y="1814"/>
                    <a:pt x="21486" y="1757"/>
                  </a:cubicBezTo>
                  <a:cubicBezTo>
                    <a:pt x="21486" y="1685"/>
                    <a:pt x="21486" y="1655"/>
                    <a:pt x="21492" y="1655"/>
                  </a:cubicBezTo>
                  <a:cubicBezTo>
                    <a:pt x="21497" y="1655"/>
                    <a:pt x="21505" y="1669"/>
                    <a:pt x="21518" y="1692"/>
                  </a:cubicBezTo>
                  <a:cubicBezTo>
                    <a:pt x="21530" y="1753"/>
                    <a:pt x="21542" y="1783"/>
                    <a:pt x="21555" y="1783"/>
                  </a:cubicBezTo>
                  <a:cubicBezTo>
                    <a:pt x="21567" y="1783"/>
                    <a:pt x="21579" y="1753"/>
                    <a:pt x="21591" y="1692"/>
                  </a:cubicBezTo>
                  <a:cubicBezTo>
                    <a:pt x="21591" y="1635"/>
                    <a:pt x="21591" y="1607"/>
                    <a:pt x="21594" y="1607"/>
                  </a:cubicBezTo>
                  <a:cubicBezTo>
                    <a:pt x="21597" y="1607"/>
                    <a:pt x="21603" y="1635"/>
                    <a:pt x="21615" y="1692"/>
                  </a:cubicBezTo>
                  <a:cubicBezTo>
                    <a:pt x="21615" y="1757"/>
                    <a:pt x="21648" y="1814"/>
                    <a:pt x="21672" y="1814"/>
                  </a:cubicBezTo>
                  <a:lnTo>
                    <a:pt x="21672" y="1757"/>
                  </a:lnTo>
                  <a:cubicBezTo>
                    <a:pt x="21672" y="1687"/>
                    <a:pt x="21680" y="1657"/>
                    <a:pt x="21692" y="1657"/>
                  </a:cubicBezTo>
                  <a:cubicBezTo>
                    <a:pt x="21700" y="1657"/>
                    <a:pt x="21711" y="1673"/>
                    <a:pt x="21721" y="1700"/>
                  </a:cubicBezTo>
                  <a:cubicBezTo>
                    <a:pt x="21721" y="1728"/>
                    <a:pt x="21727" y="1743"/>
                    <a:pt x="21740" y="1743"/>
                  </a:cubicBezTo>
                  <a:cubicBezTo>
                    <a:pt x="21753" y="1743"/>
                    <a:pt x="21774" y="1728"/>
                    <a:pt x="21802" y="1700"/>
                  </a:cubicBezTo>
                  <a:cubicBezTo>
                    <a:pt x="21851" y="1700"/>
                    <a:pt x="21883" y="1700"/>
                    <a:pt x="21883" y="1757"/>
                  </a:cubicBezTo>
                  <a:cubicBezTo>
                    <a:pt x="21883" y="1818"/>
                    <a:pt x="21883" y="1848"/>
                    <a:pt x="21886" y="1848"/>
                  </a:cubicBezTo>
                  <a:cubicBezTo>
                    <a:pt x="21889" y="1848"/>
                    <a:pt x="21895" y="1818"/>
                    <a:pt x="21907" y="1757"/>
                  </a:cubicBezTo>
                  <a:cubicBezTo>
                    <a:pt x="21919" y="1728"/>
                    <a:pt x="21926" y="1714"/>
                    <a:pt x="21935" y="1714"/>
                  </a:cubicBezTo>
                  <a:cubicBezTo>
                    <a:pt x="21944" y="1714"/>
                    <a:pt x="21956" y="1728"/>
                    <a:pt x="21980" y="1757"/>
                  </a:cubicBezTo>
                  <a:cubicBezTo>
                    <a:pt x="21997" y="1790"/>
                    <a:pt x="22005" y="1807"/>
                    <a:pt x="22012" y="1807"/>
                  </a:cubicBezTo>
                  <a:cubicBezTo>
                    <a:pt x="22019" y="1807"/>
                    <a:pt x="22025" y="1792"/>
                    <a:pt x="22037" y="1765"/>
                  </a:cubicBezTo>
                  <a:cubicBezTo>
                    <a:pt x="22037" y="1643"/>
                    <a:pt x="22037" y="1578"/>
                    <a:pt x="22013" y="1578"/>
                  </a:cubicBezTo>
                  <a:cubicBezTo>
                    <a:pt x="21988" y="1578"/>
                    <a:pt x="21988" y="1578"/>
                    <a:pt x="21988" y="1522"/>
                  </a:cubicBezTo>
                  <a:lnTo>
                    <a:pt x="22037" y="1522"/>
                  </a:lnTo>
                  <a:cubicBezTo>
                    <a:pt x="22061" y="1522"/>
                    <a:pt x="22086" y="1522"/>
                    <a:pt x="22142" y="1465"/>
                  </a:cubicBezTo>
                  <a:cubicBezTo>
                    <a:pt x="22182" y="1419"/>
                    <a:pt x="22189" y="1326"/>
                    <a:pt x="22165" y="1326"/>
                  </a:cubicBezTo>
                  <a:cubicBezTo>
                    <a:pt x="22159" y="1326"/>
                    <a:pt x="22152" y="1331"/>
                    <a:pt x="22142" y="1343"/>
                  </a:cubicBezTo>
                  <a:lnTo>
                    <a:pt x="22118" y="1279"/>
                  </a:lnTo>
                  <a:cubicBezTo>
                    <a:pt x="22118" y="1189"/>
                    <a:pt x="22104" y="1145"/>
                    <a:pt x="22090" y="1145"/>
                  </a:cubicBezTo>
                  <a:cubicBezTo>
                    <a:pt x="22076" y="1145"/>
                    <a:pt x="22061" y="1189"/>
                    <a:pt x="22061" y="1279"/>
                  </a:cubicBezTo>
                  <a:cubicBezTo>
                    <a:pt x="22061" y="1376"/>
                    <a:pt x="22061" y="1420"/>
                    <a:pt x="22057" y="1420"/>
                  </a:cubicBezTo>
                  <a:cubicBezTo>
                    <a:pt x="22054" y="1420"/>
                    <a:pt x="22048" y="1390"/>
                    <a:pt x="22037" y="1335"/>
                  </a:cubicBezTo>
                  <a:cubicBezTo>
                    <a:pt x="22037" y="1222"/>
                    <a:pt x="22013" y="1222"/>
                    <a:pt x="21988" y="1222"/>
                  </a:cubicBezTo>
                  <a:cubicBezTo>
                    <a:pt x="21956" y="1214"/>
                    <a:pt x="21956" y="1222"/>
                    <a:pt x="21956" y="1157"/>
                  </a:cubicBezTo>
                  <a:cubicBezTo>
                    <a:pt x="21956" y="1100"/>
                    <a:pt x="21932" y="1035"/>
                    <a:pt x="21907" y="1035"/>
                  </a:cubicBezTo>
                  <a:cubicBezTo>
                    <a:pt x="21883" y="1035"/>
                    <a:pt x="21883" y="1035"/>
                    <a:pt x="21883" y="1100"/>
                  </a:cubicBezTo>
                  <a:cubicBezTo>
                    <a:pt x="21893" y="1123"/>
                    <a:pt x="21891" y="1137"/>
                    <a:pt x="21882" y="1137"/>
                  </a:cubicBezTo>
                  <a:cubicBezTo>
                    <a:pt x="21870" y="1137"/>
                    <a:pt x="21845" y="1108"/>
                    <a:pt x="21826" y="1035"/>
                  </a:cubicBezTo>
                  <a:cubicBezTo>
                    <a:pt x="21816" y="1012"/>
                    <a:pt x="21810" y="998"/>
                    <a:pt x="21807" y="998"/>
                  </a:cubicBezTo>
                  <a:cubicBezTo>
                    <a:pt x="21802" y="998"/>
                    <a:pt x="21802" y="1026"/>
                    <a:pt x="21802" y="1092"/>
                  </a:cubicBezTo>
                  <a:cubicBezTo>
                    <a:pt x="21802" y="1153"/>
                    <a:pt x="21790" y="1183"/>
                    <a:pt x="21774" y="1183"/>
                  </a:cubicBezTo>
                  <a:cubicBezTo>
                    <a:pt x="21757" y="1183"/>
                    <a:pt x="21737" y="1153"/>
                    <a:pt x="21721" y="1092"/>
                  </a:cubicBezTo>
                  <a:lnTo>
                    <a:pt x="21672" y="1092"/>
                  </a:lnTo>
                  <a:cubicBezTo>
                    <a:pt x="21648" y="1092"/>
                    <a:pt x="21648" y="1149"/>
                    <a:pt x="21648" y="1214"/>
                  </a:cubicBezTo>
                  <a:cubicBezTo>
                    <a:pt x="21648" y="1284"/>
                    <a:pt x="21648" y="1314"/>
                    <a:pt x="21643" y="1314"/>
                  </a:cubicBezTo>
                  <a:cubicBezTo>
                    <a:pt x="21640" y="1314"/>
                    <a:pt x="21634" y="1298"/>
                    <a:pt x="21624" y="1270"/>
                  </a:cubicBezTo>
                  <a:cubicBezTo>
                    <a:pt x="21607" y="1230"/>
                    <a:pt x="21591" y="1189"/>
                    <a:pt x="21591" y="1149"/>
                  </a:cubicBezTo>
                  <a:cubicBezTo>
                    <a:pt x="21591" y="1092"/>
                    <a:pt x="21567" y="1092"/>
                    <a:pt x="21542" y="1092"/>
                  </a:cubicBezTo>
                  <a:cubicBezTo>
                    <a:pt x="21518" y="1092"/>
                    <a:pt x="21461" y="1092"/>
                    <a:pt x="21461" y="1149"/>
                  </a:cubicBezTo>
                  <a:lnTo>
                    <a:pt x="21461" y="1092"/>
                  </a:lnTo>
                  <a:cubicBezTo>
                    <a:pt x="21445" y="1092"/>
                    <a:pt x="21440" y="1063"/>
                    <a:pt x="21438" y="1063"/>
                  </a:cubicBezTo>
                  <a:cubicBezTo>
                    <a:pt x="21437" y="1063"/>
                    <a:pt x="21437" y="1070"/>
                    <a:pt x="21437" y="1092"/>
                  </a:cubicBezTo>
                  <a:cubicBezTo>
                    <a:pt x="21437" y="1092"/>
                    <a:pt x="21413" y="1092"/>
                    <a:pt x="21356" y="1027"/>
                  </a:cubicBezTo>
                  <a:cubicBezTo>
                    <a:pt x="21347" y="1017"/>
                    <a:pt x="21337" y="1012"/>
                    <a:pt x="21327" y="1012"/>
                  </a:cubicBezTo>
                  <a:cubicBezTo>
                    <a:pt x="21283" y="1012"/>
                    <a:pt x="21241" y="1106"/>
                    <a:pt x="21307" y="1206"/>
                  </a:cubicBezTo>
                  <a:lnTo>
                    <a:pt x="21283" y="1206"/>
                  </a:lnTo>
                  <a:cubicBezTo>
                    <a:pt x="21251" y="1206"/>
                    <a:pt x="21251" y="1262"/>
                    <a:pt x="21251" y="1262"/>
                  </a:cubicBezTo>
                  <a:cubicBezTo>
                    <a:pt x="21251" y="1327"/>
                    <a:pt x="21226" y="1327"/>
                    <a:pt x="21202" y="1327"/>
                  </a:cubicBezTo>
                  <a:lnTo>
                    <a:pt x="21202" y="1206"/>
                  </a:lnTo>
                  <a:cubicBezTo>
                    <a:pt x="21216" y="1101"/>
                    <a:pt x="21205" y="1035"/>
                    <a:pt x="21189" y="1035"/>
                  </a:cubicBezTo>
                  <a:cubicBezTo>
                    <a:pt x="21177" y="1035"/>
                    <a:pt x="21163" y="1067"/>
                    <a:pt x="21153" y="1141"/>
                  </a:cubicBezTo>
                  <a:lnTo>
                    <a:pt x="21153" y="1084"/>
                  </a:lnTo>
                  <a:cubicBezTo>
                    <a:pt x="21153" y="1056"/>
                    <a:pt x="21145" y="1041"/>
                    <a:pt x="21131" y="1041"/>
                  </a:cubicBezTo>
                  <a:cubicBezTo>
                    <a:pt x="21117" y="1041"/>
                    <a:pt x="21097" y="1056"/>
                    <a:pt x="21072" y="1084"/>
                  </a:cubicBezTo>
                  <a:cubicBezTo>
                    <a:pt x="21048" y="1084"/>
                    <a:pt x="21015" y="1206"/>
                    <a:pt x="21015" y="1262"/>
                  </a:cubicBezTo>
                  <a:cubicBezTo>
                    <a:pt x="21015" y="1319"/>
                    <a:pt x="20991" y="1319"/>
                    <a:pt x="20991" y="1319"/>
                  </a:cubicBezTo>
                  <a:cubicBezTo>
                    <a:pt x="20967" y="1319"/>
                    <a:pt x="20967" y="1319"/>
                    <a:pt x="20967" y="1262"/>
                  </a:cubicBezTo>
                  <a:cubicBezTo>
                    <a:pt x="20967" y="1201"/>
                    <a:pt x="20955" y="1171"/>
                    <a:pt x="20938" y="1171"/>
                  </a:cubicBezTo>
                  <a:cubicBezTo>
                    <a:pt x="20922" y="1171"/>
                    <a:pt x="20902" y="1201"/>
                    <a:pt x="20886" y="1262"/>
                  </a:cubicBezTo>
                  <a:lnTo>
                    <a:pt x="20886" y="1197"/>
                  </a:lnTo>
                  <a:cubicBezTo>
                    <a:pt x="20886" y="1158"/>
                    <a:pt x="20874" y="1114"/>
                    <a:pt x="20821" y="1114"/>
                  </a:cubicBezTo>
                  <a:cubicBezTo>
                    <a:pt x="20799" y="1114"/>
                    <a:pt x="20770" y="1121"/>
                    <a:pt x="20732" y="1141"/>
                  </a:cubicBezTo>
                  <a:cubicBezTo>
                    <a:pt x="20626" y="1133"/>
                    <a:pt x="20545" y="1133"/>
                    <a:pt x="20545" y="1076"/>
                  </a:cubicBezTo>
                  <a:cubicBezTo>
                    <a:pt x="20545" y="1063"/>
                    <a:pt x="20542" y="1058"/>
                    <a:pt x="20535" y="1058"/>
                  </a:cubicBezTo>
                  <a:cubicBezTo>
                    <a:pt x="20509" y="1058"/>
                    <a:pt x="20437" y="1156"/>
                    <a:pt x="20391" y="1254"/>
                  </a:cubicBezTo>
                  <a:cubicBezTo>
                    <a:pt x="20391" y="1189"/>
                    <a:pt x="20367" y="1189"/>
                    <a:pt x="20310" y="1189"/>
                  </a:cubicBezTo>
                  <a:cubicBezTo>
                    <a:pt x="20237" y="1189"/>
                    <a:pt x="20237" y="1189"/>
                    <a:pt x="20237" y="1133"/>
                  </a:cubicBezTo>
                  <a:cubicBezTo>
                    <a:pt x="20249" y="1072"/>
                    <a:pt x="20255" y="1041"/>
                    <a:pt x="20252" y="1041"/>
                  </a:cubicBezTo>
                  <a:lnTo>
                    <a:pt x="20252" y="1041"/>
                  </a:lnTo>
                  <a:cubicBezTo>
                    <a:pt x="20249" y="1041"/>
                    <a:pt x="20237" y="1072"/>
                    <a:pt x="20213" y="1133"/>
                  </a:cubicBezTo>
                  <a:cubicBezTo>
                    <a:pt x="20201" y="1175"/>
                    <a:pt x="20183" y="1194"/>
                    <a:pt x="20165" y="1194"/>
                  </a:cubicBezTo>
                  <a:cubicBezTo>
                    <a:pt x="20136" y="1194"/>
                    <a:pt x="20107" y="1143"/>
                    <a:pt x="20107" y="1068"/>
                  </a:cubicBezTo>
                  <a:cubicBezTo>
                    <a:pt x="20107" y="1011"/>
                    <a:pt x="20083" y="1011"/>
                    <a:pt x="20026" y="1003"/>
                  </a:cubicBezTo>
                  <a:cubicBezTo>
                    <a:pt x="20002" y="1068"/>
                    <a:pt x="19945" y="1068"/>
                    <a:pt x="19897" y="1068"/>
                  </a:cubicBezTo>
                  <a:cubicBezTo>
                    <a:pt x="19880" y="1066"/>
                    <a:pt x="19867" y="1065"/>
                    <a:pt x="19856" y="1065"/>
                  </a:cubicBezTo>
                  <a:cubicBezTo>
                    <a:pt x="19815" y="1065"/>
                    <a:pt x="19815" y="1085"/>
                    <a:pt x="19815" y="1181"/>
                  </a:cubicBezTo>
                  <a:cubicBezTo>
                    <a:pt x="19815" y="1303"/>
                    <a:pt x="19791" y="1303"/>
                    <a:pt x="19743" y="1303"/>
                  </a:cubicBezTo>
                  <a:cubicBezTo>
                    <a:pt x="19710" y="1303"/>
                    <a:pt x="19686" y="1303"/>
                    <a:pt x="19686" y="1238"/>
                  </a:cubicBezTo>
                  <a:cubicBezTo>
                    <a:pt x="19686" y="1238"/>
                    <a:pt x="19661" y="1181"/>
                    <a:pt x="19637" y="1181"/>
                  </a:cubicBezTo>
                  <a:cubicBezTo>
                    <a:pt x="19605" y="1181"/>
                    <a:pt x="19580" y="1181"/>
                    <a:pt x="19580" y="1116"/>
                  </a:cubicBezTo>
                  <a:cubicBezTo>
                    <a:pt x="19580" y="1116"/>
                    <a:pt x="19556" y="1060"/>
                    <a:pt x="19507" y="1060"/>
                  </a:cubicBezTo>
                  <a:cubicBezTo>
                    <a:pt x="19451" y="1060"/>
                    <a:pt x="19402" y="1051"/>
                    <a:pt x="19402" y="995"/>
                  </a:cubicBezTo>
                  <a:cubicBezTo>
                    <a:pt x="19378" y="995"/>
                    <a:pt x="19378" y="995"/>
                    <a:pt x="19378" y="1051"/>
                  </a:cubicBezTo>
                  <a:cubicBezTo>
                    <a:pt x="19378" y="1098"/>
                    <a:pt x="19361" y="1140"/>
                    <a:pt x="19314" y="1140"/>
                  </a:cubicBezTo>
                  <a:cubicBezTo>
                    <a:pt x="19295" y="1140"/>
                    <a:pt x="19270" y="1133"/>
                    <a:pt x="19240" y="1116"/>
                  </a:cubicBezTo>
                  <a:cubicBezTo>
                    <a:pt x="19227" y="1114"/>
                    <a:pt x="19212" y="1113"/>
                    <a:pt x="19197" y="1113"/>
                  </a:cubicBezTo>
                  <a:cubicBezTo>
                    <a:pt x="19154" y="1113"/>
                    <a:pt x="19110" y="1125"/>
                    <a:pt x="19110" y="1173"/>
                  </a:cubicBezTo>
                  <a:cubicBezTo>
                    <a:pt x="19086" y="1173"/>
                    <a:pt x="19086" y="1173"/>
                    <a:pt x="19086" y="1108"/>
                  </a:cubicBezTo>
                  <a:cubicBezTo>
                    <a:pt x="19086" y="1047"/>
                    <a:pt x="19074" y="1017"/>
                    <a:pt x="19054" y="1017"/>
                  </a:cubicBezTo>
                  <a:cubicBezTo>
                    <a:pt x="19035" y="1017"/>
                    <a:pt x="19009" y="1047"/>
                    <a:pt x="18980" y="1108"/>
                  </a:cubicBezTo>
                  <a:cubicBezTo>
                    <a:pt x="18980" y="1137"/>
                    <a:pt x="18974" y="1151"/>
                    <a:pt x="18965" y="1151"/>
                  </a:cubicBezTo>
                  <a:cubicBezTo>
                    <a:pt x="18956" y="1151"/>
                    <a:pt x="18944" y="1137"/>
                    <a:pt x="18932" y="1108"/>
                  </a:cubicBezTo>
                  <a:cubicBezTo>
                    <a:pt x="18932" y="1108"/>
                    <a:pt x="18907" y="1108"/>
                    <a:pt x="18875" y="1165"/>
                  </a:cubicBezTo>
                  <a:cubicBezTo>
                    <a:pt x="18863" y="1193"/>
                    <a:pt x="18857" y="1208"/>
                    <a:pt x="18848" y="1208"/>
                  </a:cubicBezTo>
                  <a:cubicBezTo>
                    <a:pt x="18839" y="1208"/>
                    <a:pt x="18826" y="1193"/>
                    <a:pt x="18802" y="1165"/>
                  </a:cubicBezTo>
                  <a:cubicBezTo>
                    <a:pt x="18802" y="1108"/>
                    <a:pt x="18770" y="1100"/>
                    <a:pt x="18745" y="1100"/>
                  </a:cubicBezTo>
                  <a:cubicBezTo>
                    <a:pt x="18722" y="1131"/>
                    <a:pt x="18641" y="1146"/>
                    <a:pt x="18562" y="1146"/>
                  </a:cubicBezTo>
                  <a:cubicBezTo>
                    <a:pt x="18477" y="1146"/>
                    <a:pt x="18393" y="1129"/>
                    <a:pt x="18380" y="1100"/>
                  </a:cubicBezTo>
                  <a:cubicBezTo>
                    <a:pt x="18356" y="1157"/>
                    <a:pt x="18356" y="1157"/>
                    <a:pt x="18332" y="1157"/>
                  </a:cubicBezTo>
                  <a:cubicBezTo>
                    <a:pt x="18322" y="1110"/>
                    <a:pt x="18312" y="1089"/>
                    <a:pt x="18302" y="1089"/>
                  </a:cubicBezTo>
                  <a:cubicBezTo>
                    <a:pt x="18287" y="1089"/>
                    <a:pt x="18275" y="1139"/>
                    <a:pt x="18275" y="1214"/>
                  </a:cubicBezTo>
                  <a:lnTo>
                    <a:pt x="18332" y="1214"/>
                  </a:lnTo>
                  <a:cubicBezTo>
                    <a:pt x="18332" y="1269"/>
                    <a:pt x="18315" y="1299"/>
                    <a:pt x="18297" y="1299"/>
                  </a:cubicBezTo>
                  <a:cubicBezTo>
                    <a:pt x="18275" y="1299"/>
                    <a:pt x="18251" y="1255"/>
                    <a:pt x="18251" y="1157"/>
                  </a:cubicBezTo>
                  <a:cubicBezTo>
                    <a:pt x="18239" y="1096"/>
                    <a:pt x="18232" y="1066"/>
                    <a:pt x="18226" y="1066"/>
                  </a:cubicBezTo>
                  <a:cubicBezTo>
                    <a:pt x="18220" y="1066"/>
                    <a:pt x="18214" y="1096"/>
                    <a:pt x="18202" y="1157"/>
                  </a:cubicBezTo>
                  <a:cubicBezTo>
                    <a:pt x="18186" y="1213"/>
                    <a:pt x="18172" y="1241"/>
                    <a:pt x="18159" y="1241"/>
                  </a:cubicBezTo>
                  <a:cubicBezTo>
                    <a:pt x="18146" y="1241"/>
                    <a:pt x="18133" y="1211"/>
                    <a:pt x="18121" y="1149"/>
                  </a:cubicBezTo>
                  <a:cubicBezTo>
                    <a:pt x="18121" y="1092"/>
                    <a:pt x="18121" y="1064"/>
                    <a:pt x="18118" y="1064"/>
                  </a:cubicBezTo>
                  <a:cubicBezTo>
                    <a:pt x="18115" y="1064"/>
                    <a:pt x="18109" y="1092"/>
                    <a:pt x="18097" y="1149"/>
                  </a:cubicBezTo>
                  <a:cubicBezTo>
                    <a:pt x="18065" y="1286"/>
                    <a:pt x="18025" y="1363"/>
                    <a:pt x="17998" y="1363"/>
                  </a:cubicBezTo>
                  <a:cubicBezTo>
                    <a:pt x="17977" y="1363"/>
                    <a:pt x="17963" y="1316"/>
                    <a:pt x="17967" y="1214"/>
                  </a:cubicBezTo>
                  <a:cubicBezTo>
                    <a:pt x="17967" y="1092"/>
                    <a:pt x="17934" y="1027"/>
                    <a:pt x="17910" y="1027"/>
                  </a:cubicBezTo>
                  <a:cubicBezTo>
                    <a:pt x="17886" y="1027"/>
                    <a:pt x="17886" y="1092"/>
                    <a:pt x="17886" y="1149"/>
                  </a:cubicBezTo>
                  <a:cubicBezTo>
                    <a:pt x="17898" y="1210"/>
                    <a:pt x="17898" y="1240"/>
                    <a:pt x="17889" y="1240"/>
                  </a:cubicBezTo>
                  <a:cubicBezTo>
                    <a:pt x="17880" y="1240"/>
                    <a:pt x="17862" y="1210"/>
                    <a:pt x="17837" y="1149"/>
                  </a:cubicBezTo>
                  <a:cubicBezTo>
                    <a:pt x="17792" y="1049"/>
                    <a:pt x="17754" y="1002"/>
                    <a:pt x="17716" y="1002"/>
                  </a:cubicBezTo>
                  <a:cubicBezTo>
                    <a:pt x="17687" y="1002"/>
                    <a:pt x="17658" y="1031"/>
                    <a:pt x="17626" y="1084"/>
                  </a:cubicBezTo>
                  <a:cubicBezTo>
                    <a:pt x="17575" y="1144"/>
                    <a:pt x="17529" y="1172"/>
                    <a:pt x="17505" y="1172"/>
                  </a:cubicBezTo>
                  <a:cubicBezTo>
                    <a:pt x="17480" y="1172"/>
                    <a:pt x="17480" y="1142"/>
                    <a:pt x="17521" y="1084"/>
                  </a:cubicBezTo>
                  <a:cubicBezTo>
                    <a:pt x="17550" y="1012"/>
                    <a:pt x="17562" y="982"/>
                    <a:pt x="17556" y="982"/>
                  </a:cubicBezTo>
                  <a:lnTo>
                    <a:pt x="17556" y="982"/>
                  </a:lnTo>
                  <a:cubicBezTo>
                    <a:pt x="17552" y="982"/>
                    <a:pt x="17541" y="996"/>
                    <a:pt x="17521" y="1019"/>
                  </a:cubicBezTo>
                  <a:lnTo>
                    <a:pt x="17391" y="1019"/>
                  </a:lnTo>
                  <a:cubicBezTo>
                    <a:pt x="17367" y="1019"/>
                    <a:pt x="17335" y="1076"/>
                    <a:pt x="17335" y="1141"/>
                  </a:cubicBezTo>
                  <a:cubicBezTo>
                    <a:pt x="17319" y="1065"/>
                    <a:pt x="17295" y="1014"/>
                    <a:pt x="17265" y="1014"/>
                  </a:cubicBezTo>
                  <a:cubicBezTo>
                    <a:pt x="17246" y="1014"/>
                    <a:pt x="17226" y="1033"/>
                    <a:pt x="17205" y="1076"/>
                  </a:cubicBezTo>
                  <a:lnTo>
                    <a:pt x="17156" y="1076"/>
                  </a:lnTo>
                  <a:cubicBezTo>
                    <a:pt x="17132" y="1076"/>
                    <a:pt x="17132" y="1076"/>
                    <a:pt x="17099" y="1133"/>
                  </a:cubicBezTo>
                  <a:cubicBezTo>
                    <a:pt x="17092" y="1152"/>
                    <a:pt x="17085" y="1160"/>
                    <a:pt x="17078" y="1160"/>
                  </a:cubicBezTo>
                  <a:cubicBezTo>
                    <a:pt x="17061" y="1160"/>
                    <a:pt x="17044" y="1116"/>
                    <a:pt x="17026" y="1076"/>
                  </a:cubicBezTo>
                  <a:cubicBezTo>
                    <a:pt x="17003" y="1030"/>
                    <a:pt x="16984" y="988"/>
                    <a:pt x="16975" y="988"/>
                  </a:cubicBezTo>
                  <a:cubicBezTo>
                    <a:pt x="16972" y="988"/>
                    <a:pt x="16970" y="995"/>
                    <a:pt x="16970" y="1011"/>
                  </a:cubicBezTo>
                  <a:cubicBezTo>
                    <a:pt x="16970" y="1076"/>
                    <a:pt x="16921" y="1133"/>
                    <a:pt x="16897" y="1189"/>
                  </a:cubicBezTo>
                  <a:cubicBezTo>
                    <a:pt x="16887" y="1209"/>
                    <a:pt x="16878" y="1216"/>
                    <a:pt x="16871" y="1216"/>
                  </a:cubicBezTo>
                  <a:cubicBezTo>
                    <a:pt x="16854" y="1216"/>
                    <a:pt x="16847" y="1172"/>
                    <a:pt x="16864" y="1133"/>
                  </a:cubicBezTo>
                  <a:cubicBezTo>
                    <a:pt x="16864" y="1068"/>
                    <a:pt x="16864" y="1068"/>
                    <a:pt x="16816" y="1011"/>
                  </a:cubicBezTo>
                  <a:cubicBezTo>
                    <a:pt x="16791" y="1011"/>
                    <a:pt x="16735" y="1011"/>
                    <a:pt x="16735" y="1068"/>
                  </a:cubicBezTo>
                  <a:cubicBezTo>
                    <a:pt x="16735" y="1099"/>
                    <a:pt x="16699" y="1113"/>
                    <a:pt x="16659" y="1113"/>
                  </a:cubicBezTo>
                  <a:cubicBezTo>
                    <a:pt x="16616" y="1113"/>
                    <a:pt x="16569" y="1097"/>
                    <a:pt x="16556" y="1068"/>
                  </a:cubicBezTo>
                  <a:lnTo>
                    <a:pt x="16499" y="1068"/>
                  </a:lnTo>
                  <a:cubicBezTo>
                    <a:pt x="16475" y="1068"/>
                    <a:pt x="16451" y="1124"/>
                    <a:pt x="16426" y="1124"/>
                  </a:cubicBezTo>
                  <a:cubicBezTo>
                    <a:pt x="16426" y="1124"/>
                    <a:pt x="16394" y="1124"/>
                    <a:pt x="16370" y="1181"/>
                  </a:cubicBezTo>
                  <a:cubicBezTo>
                    <a:pt x="16345" y="1181"/>
                    <a:pt x="16321" y="1181"/>
                    <a:pt x="16321" y="1124"/>
                  </a:cubicBezTo>
                  <a:cubicBezTo>
                    <a:pt x="16305" y="1181"/>
                    <a:pt x="16297" y="1210"/>
                    <a:pt x="16290" y="1210"/>
                  </a:cubicBezTo>
                  <a:cubicBezTo>
                    <a:pt x="16283" y="1210"/>
                    <a:pt x="16276" y="1181"/>
                    <a:pt x="16264" y="1124"/>
                  </a:cubicBezTo>
                  <a:cubicBezTo>
                    <a:pt x="16264" y="1064"/>
                    <a:pt x="16264" y="1033"/>
                    <a:pt x="16261" y="1033"/>
                  </a:cubicBezTo>
                  <a:cubicBezTo>
                    <a:pt x="16258" y="1033"/>
                    <a:pt x="16252" y="1064"/>
                    <a:pt x="16240" y="1124"/>
                  </a:cubicBezTo>
                  <a:cubicBezTo>
                    <a:pt x="16228" y="1152"/>
                    <a:pt x="16222" y="1166"/>
                    <a:pt x="16216" y="1166"/>
                  </a:cubicBezTo>
                  <a:cubicBezTo>
                    <a:pt x="16210" y="1166"/>
                    <a:pt x="16204" y="1150"/>
                    <a:pt x="16191" y="1116"/>
                  </a:cubicBezTo>
                  <a:cubicBezTo>
                    <a:pt x="16191" y="1088"/>
                    <a:pt x="16183" y="1074"/>
                    <a:pt x="16175" y="1074"/>
                  </a:cubicBezTo>
                  <a:cubicBezTo>
                    <a:pt x="16167" y="1074"/>
                    <a:pt x="16159" y="1088"/>
                    <a:pt x="16159" y="1116"/>
                  </a:cubicBezTo>
                  <a:cubicBezTo>
                    <a:pt x="16144" y="1192"/>
                    <a:pt x="16107" y="1243"/>
                    <a:pt x="16083" y="1243"/>
                  </a:cubicBezTo>
                  <a:cubicBezTo>
                    <a:pt x="16068" y="1243"/>
                    <a:pt x="16059" y="1224"/>
                    <a:pt x="16062" y="1181"/>
                  </a:cubicBezTo>
                  <a:lnTo>
                    <a:pt x="16062" y="1181"/>
                  </a:lnTo>
                  <a:cubicBezTo>
                    <a:pt x="16062" y="1181"/>
                    <a:pt x="16029" y="1181"/>
                    <a:pt x="16005" y="1238"/>
                  </a:cubicBezTo>
                  <a:cubicBezTo>
                    <a:pt x="15993" y="1299"/>
                    <a:pt x="15987" y="1329"/>
                    <a:pt x="15984" y="1329"/>
                  </a:cubicBezTo>
                  <a:cubicBezTo>
                    <a:pt x="15981" y="1329"/>
                    <a:pt x="15981" y="1299"/>
                    <a:pt x="15981" y="1238"/>
                  </a:cubicBezTo>
                  <a:cubicBezTo>
                    <a:pt x="15968" y="1177"/>
                    <a:pt x="15954" y="1147"/>
                    <a:pt x="15940" y="1147"/>
                  </a:cubicBezTo>
                  <a:cubicBezTo>
                    <a:pt x="15926" y="1147"/>
                    <a:pt x="15912" y="1177"/>
                    <a:pt x="15899" y="1238"/>
                  </a:cubicBezTo>
                  <a:cubicBezTo>
                    <a:pt x="15899" y="1238"/>
                    <a:pt x="15889" y="1263"/>
                    <a:pt x="15874" y="1263"/>
                  </a:cubicBezTo>
                  <a:cubicBezTo>
                    <a:pt x="15867" y="1263"/>
                    <a:pt x="15859" y="1257"/>
                    <a:pt x="15851" y="1238"/>
                  </a:cubicBezTo>
                  <a:cubicBezTo>
                    <a:pt x="15817" y="1200"/>
                    <a:pt x="15750" y="1161"/>
                    <a:pt x="15705" y="1161"/>
                  </a:cubicBezTo>
                  <a:cubicBezTo>
                    <a:pt x="15674" y="1161"/>
                    <a:pt x="15654" y="1180"/>
                    <a:pt x="15664" y="1230"/>
                  </a:cubicBezTo>
                  <a:lnTo>
                    <a:pt x="15616" y="1230"/>
                  </a:lnTo>
                  <a:cubicBezTo>
                    <a:pt x="15587" y="1201"/>
                    <a:pt x="15567" y="1187"/>
                    <a:pt x="15551" y="1187"/>
                  </a:cubicBezTo>
                  <a:cubicBezTo>
                    <a:pt x="15535" y="1187"/>
                    <a:pt x="15522" y="1201"/>
                    <a:pt x="15510" y="1230"/>
                  </a:cubicBezTo>
                  <a:lnTo>
                    <a:pt x="15486" y="1287"/>
                  </a:lnTo>
                  <a:cubicBezTo>
                    <a:pt x="15486" y="1230"/>
                    <a:pt x="15462" y="1165"/>
                    <a:pt x="15429" y="1165"/>
                  </a:cubicBezTo>
                  <a:cubicBezTo>
                    <a:pt x="15405" y="1165"/>
                    <a:pt x="15405" y="1165"/>
                    <a:pt x="15405" y="1230"/>
                  </a:cubicBezTo>
                  <a:cubicBezTo>
                    <a:pt x="15429" y="1287"/>
                    <a:pt x="15405" y="1287"/>
                    <a:pt x="15381" y="1287"/>
                  </a:cubicBezTo>
                  <a:cubicBezTo>
                    <a:pt x="15356" y="1287"/>
                    <a:pt x="15324" y="1230"/>
                    <a:pt x="15324" y="1165"/>
                  </a:cubicBezTo>
                  <a:lnTo>
                    <a:pt x="15299" y="1165"/>
                  </a:lnTo>
                  <a:cubicBezTo>
                    <a:pt x="15299" y="1235"/>
                    <a:pt x="15291" y="1265"/>
                    <a:pt x="15284" y="1265"/>
                  </a:cubicBezTo>
                  <a:cubicBezTo>
                    <a:pt x="15279" y="1265"/>
                    <a:pt x="15275" y="1249"/>
                    <a:pt x="15275" y="1222"/>
                  </a:cubicBezTo>
                  <a:cubicBezTo>
                    <a:pt x="15251" y="1165"/>
                    <a:pt x="15226" y="1165"/>
                    <a:pt x="15194" y="1165"/>
                  </a:cubicBezTo>
                  <a:cubicBezTo>
                    <a:pt x="15194" y="1184"/>
                    <a:pt x="15191" y="1190"/>
                    <a:pt x="15189" y="1190"/>
                  </a:cubicBezTo>
                  <a:cubicBezTo>
                    <a:pt x="15183" y="1190"/>
                    <a:pt x="15178" y="1165"/>
                    <a:pt x="15194" y="1165"/>
                  </a:cubicBezTo>
                  <a:lnTo>
                    <a:pt x="15194" y="1108"/>
                  </a:lnTo>
                  <a:cubicBezTo>
                    <a:pt x="15187" y="1089"/>
                    <a:pt x="15182" y="1081"/>
                    <a:pt x="15178" y="1081"/>
                  </a:cubicBezTo>
                  <a:cubicBezTo>
                    <a:pt x="15170" y="1081"/>
                    <a:pt x="15170" y="1125"/>
                    <a:pt x="15170" y="1165"/>
                  </a:cubicBezTo>
                  <a:lnTo>
                    <a:pt x="15121" y="1165"/>
                  </a:lnTo>
                  <a:cubicBezTo>
                    <a:pt x="15089" y="1165"/>
                    <a:pt x="15064" y="1165"/>
                    <a:pt x="15089" y="1222"/>
                  </a:cubicBezTo>
                  <a:cubicBezTo>
                    <a:pt x="15089" y="1287"/>
                    <a:pt x="15089" y="1343"/>
                    <a:pt x="15064" y="1343"/>
                  </a:cubicBezTo>
                  <a:cubicBezTo>
                    <a:pt x="15064" y="1362"/>
                    <a:pt x="15062" y="1369"/>
                    <a:pt x="15059" y="1369"/>
                  </a:cubicBezTo>
                  <a:cubicBezTo>
                    <a:pt x="15054" y="1369"/>
                    <a:pt x="15048" y="1343"/>
                    <a:pt x="15064" y="1343"/>
                  </a:cubicBezTo>
                  <a:cubicBezTo>
                    <a:pt x="15064" y="1279"/>
                    <a:pt x="15064" y="1222"/>
                    <a:pt x="15040" y="1222"/>
                  </a:cubicBezTo>
                  <a:cubicBezTo>
                    <a:pt x="15016" y="1222"/>
                    <a:pt x="15016" y="1165"/>
                    <a:pt x="15016" y="1165"/>
                  </a:cubicBezTo>
                  <a:cubicBezTo>
                    <a:pt x="15026" y="1112"/>
                    <a:pt x="15012" y="1093"/>
                    <a:pt x="14991" y="1093"/>
                  </a:cubicBezTo>
                  <a:cubicBezTo>
                    <a:pt x="14964" y="1093"/>
                    <a:pt x="14924" y="1125"/>
                    <a:pt x="14910" y="1157"/>
                  </a:cubicBezTo>
                  <a:cubicBezTo>
                    <a:pt x="14882" y="1218"/>
                    <a:pt x="14862" y="1248"/>
                    <a:pt x="14848" y="1248"/>
                  </a:cubicBezTo>
                  <a:cubicBezTo>
                    <a:pt x="14835" y="1248"/>
                    <a:pt x="14829" y="1218"/>
                    <a:pt x="14829" y="1157"/>
                  </a:cubicBezTo>
                  <a:cubicBezTo>
                    <a:pt x="14829" y="1123"/>
                    <a:pt x="14825" y="1108"/>
                    <a:pt x="14819" y="1108"/>
                  </a:cubicBezTo>
                  <a:cubicBezTo>
                    <a:pt x="14803" y="1108"/>
                    <a:pt x="14771" y="1207"/>
                    <a:pt x="14748" y="1335"/>
                  </a:cubicBezTo>
                  <a:lnTo>
                    <a:pt x="14724" y="1514"/>
                  </a:lnTo>
                  <a:lnTo>
                    <a:pt x="14724" y="1335"/>
                  </a:lnTo>
                  <a:cubicBezTo>
                    <a:pt x="14710" y="1193"/>
                    <a:pt x="14704" y="1134"/>
                    <a:pt x="14685" y="1134"/>
                  </a:cubicBezTo>
                  <a:cubicBezTo>
                    <a:pt x="14672" y="1134"/>
                    <a:pt x="14652" y="1163"/>
                    <a:pt x="14618" y="1214"/>
                  </a:cubicBezTo>
                  <a:cubicBezTo>
                    <a:pt x="14594" y="1242"/>
                    <a:pt x="14582" y="1256"/>
                    <a:pt x="14576" y="1256"/>
                  </a:cubicBezTo>
                  <a:cubicBezTo>
                    <a:pt x="14570" y="1256"/>
                    <a:pt x="14570" y="1242"/>
                    <a:pt x="14570" y="1214"/>
                  </a:cubicBezTo>
                  <a:cubicBezTo>
                    <a:pt x="14570" y="1157"/>
                    <a:pt x="14545" y="1149"/>
                    <a:pt x="14464" y="1149"/>
                  </a:cubicBezTo>
                  <a:cubicBezTo>
                    <a:pt x="14383" y="1149"/>
                    <a:pt x="14359" y="1149"/>
                    <a:pt x="14359" y="1214"/>
                  </a:cubicBezTo>
                  <a:lnTo>
                    <a:pt x="14310" y="1206"/>
                  </a:lnTo>
                  <a:cubicBezTo>
                    <a:pt x="14301" y="1163"/>
                    <a:pt x="14287" y="1144"/>
                    <a:pt x="14275" y="1144"/>
                  </a:cubicBezTo>
                  <a:cubicBezTo>
                    <a:pt x="14255" y="1144"/>
                    <a:pt x="14238" y="1195"/>
                    <a:pt x="14254" y="1270"/>
                  </a:cubicBezTo>
                  <a:lnTo>
                    <a:pt x="14205" y="1270"/>
                  </a:lnTo>
                  <a:lnTo>
                    <a:pt x="14205" y="1206"/>
                  </a:lnTo>
                  <a:cubicBezTo>
                    <a:pt x="14205" y="1149"/>
                    <a:pt x="14148" y="1149"/>
                    <a:pt x="13945" y="1141"/>
                  </a:cubicBezTo>
                  <a:cubicBezTo>
                    <a:pt x="13710" y="1141"/>
                    <a:pt x="13678" y="1141"/>
                    <a:pt x="13678" y="1254"/>
                  </a:cubicBezTo>
                  <a:cubicBezTo>
                    <a:pt x="13666" y="1315"/>
                    <a:pt x="13654" y="1345"/>
                    <a:pt x="13644" y="1345"/>
                  </a:cubicBezTo>
                  <a:cubicBezTo>
                    <a:pt x="13635" y="1345"/>
                    <a:pt x="13629" y="1315"/>
                    <a:pt x="13629" y="1254"/>
                  </a:cubicBezTo>
                  <a:cubicBezTo>
                    <a:pt x="13629" y="1214"/>
                    <a:pt x="13617" y="1174"/>
                    <a:pt x="13610" y="1174"/>
                  </a:cubicBezTo>
                  <a:cubicBezTo>
                    <a:pt x="13607" y="1174"/>
                    <a:pt x="13605" y="1181"/>
                    <a:pt x="13605" y="1197"/>
                  </a:cubicBezTo>
                  <a:cubicBezTo>
                    <a:pt x="13564" y="1189"/>
                    <a:pt x="13540" y="1173"/>
                    <a:pt x="13524" y="1133"/>
                  </a:cubicBezTo>
                  <a:cubicBezTo>
                    <a:pt x="13490" y="1082"/>
                    <a:pt x="13466" y="1064"/>
                    <a:pt x="13450" y="1064"/>
                  </a:cubicBezTo>
                  <a:cubicBezTo>
                    <a:pt x="13427" y="1064"/>
                    <a:pt x="13418" y="1099"/>
                    <a:pt x="13418" y="1133"/>
                  </a:cubicBezTo>
                  <a:cubicBezTo>
                    <a:pt x="13429" y="1185"/>
                    <a:pt x="13430" y="1204"/>
                    <a:pt x="13427" y="1204"/>
                  </a:cubicBezTo>
                  <a:cubicBezTo>
                    <a:pt x="13422" y="1204"/>
                    <a:pt x="13408" y="1170"/>
                    <a:pt x="13394" y="1133"/>
                  </a:cubicBezTo>
                  <a:cubicBezTo>
                    <a:pt x="13377" y="1093"/>
                    <a:pt x="13360" y="1049"/>
                    <a:pt x="13351" y="1049"/>
                  </a:cubicBezTo>
                  <a:cubicBezTo>
                    <a:pt x="13348" y="1049"/>
                    <a:pt x="13345" y="1057"/>
                    <a:pt x="13345" y="1076"/>
                  </a:cubicBezTo>
                  <a:cubicBezTo>
                    <a:pt x="13327" y="1108"/>
                    <a:pt x="13270" y="1140"/>
                    <a:pt x="13224" y="1140"/>
                  </a:cubicBezTo>
                  <a:cubicBezTo>
                    <a:pt x="13188" y="1140"/>
                    <a:pt x="13159" y="1121"/>
                    <a:pt x="13159" y="1068"/>
                  </a:cubicBezTo>
                  <a:lnTo>
                    <a:pt x="13110" y="1068"/>
                  </a:lnTo>
                  <a:cubicBezTo>
                    <a:pt x="13110" y="1120"/>
                    <a:pt x="13074" y="1125"/>
                    <a:pt x="13035" y="1125"/>
                  </a:cubicBezTo>
                  <a:cubicBezTo>
                    <a:pt x="13025" y="1125"/>
                    <a:pt x="13015" y="1124"/>
                    <a:pt x="13005" y="1124"/>
                  </a:cubicBezTo>
                  <a:cubicBezTo>
                    <a:pt x="12948" y="1124"/>
                    <a:pt x="12924" y="1124"/>
                    <a:pt x="12924" y="1068"/>
                  </a:cubicBezTo>
                  <a:cubicBezTo>
                    <a:pt x="12936" y="1038"/>
                    <a:pt x="12936" y="1022"/>
                    <a:pt x="12926" y="1022"/>
                  </a:cubicBezTo>
                  <a:cubicBezTo>
                    <a:pt x="12917" y="1022"/>
                    <a:pt x="12899" y="1036"/>
                    <a:pt x="12875" y="1068"/>
                  </a:cubicBezTo>
                  <a:cubicBezTo>
                    <a:pt x="12843" y="1068"/>
                    <a:pt x="12818" y="1181"/>
                    <a:pt x="12794" y="1181"/>
                  </a:cubicBezTo>
                  <a:cubicBezTo>
                    <a:pt x="12794" y="1246"/>
                    <a:pt x="12770" y="1303"/>
                    <a:pt x="12737" y="1303"/>
                  </a:cubicBezTo>
                  <a:lnTo>
                    <a:pt x="12737" y="1246"/>
                  </a:lnTo>
                  <a:cubicBezTo>
                    <a:pt x="12737" y="1181"/>
                    <a:pt x="12746" y="1124"/>
                    <a:pt x="12746" y="1124"/>
                  </a:cubicBezTo>
                  <a:cubicBezTo>
                    <a:pt x="12713" y="1124"/>
                    <a:pt x="12689" y="1124"/>
                    <a:pt x="12689" y="1181"/>
                  </a:cubicBezTo>
                  <a:cubicBezTo>
                    <a:pt x="12664" y="1124"/>
                    <a:pt x="12640" y="1124"/>
                    <a:pt x="12583" y="1124"/>
                  </a:cubicBezTo>
                  <a:cubicBezTo>
                    <a:pt x="12571" y="1122"/>
                    <a:pt x="12557" y="1121"/>
                    <a:pt x="12544" y="1121"/>
                  </a:cubicBezTo>
                  <a:cubicBezTo>
                    <a:pt x="12507" y="1121"/>
                    <a:pt x="12472" y="1133"/>
                    <a:pt x="12454" y="1181"/>
                  </a:cubicBezTo>
                  <a:cubicBezTo>
                    <a:pt x="12445" y="1118"/>
                    <a:pt x="12396" y="1086"/>
                    <a:pt x="12347" y="1086"/>
                  </a:cubicBezTo>
                  <a:cubicBezTo>
                    <a:pt x="12300" y="1086"/>
                    <a:pt x="12255" y="1114"/>
                    <a:pt x="12243" y="1173"/>
                  </a:cubicBezTo>
                  <a:cubicBezTo>
                    <a:pt x="12243" y="1204"/>
                    <a:pt x="12237" y="1219"/>
                    <a:pt x="12229" y="1219"/>
                  </a:cubicBezTo>
                  <a:cubicBezTo>
                    <a:pt x="12219" y="1219"/>
                    <a:pt x="12207" y="1202"/>
                    <a:pt x="12194" y="1173"/>
                  </a:cubicBezTo>
                  <a:cubicBezTo>
                    <a:pt x="12182" y="1145"/>
                    <a:pt x="12176" y="1131"/>
                    <a:pt x="12169" y="1131"/>
                  </a:cubicBezTo>
                  <a:cubicBezTo>
                    <a:pt x="12162" y="1131"/>
                    <a:pt x="12154" y="1145"/>
                    <a:pt x="12137" y="1173"/>
                  </a:cubicBezTo>
                  <a:cubicBezTo>
                    <a:pt x="12130" y="1189"/>
                    <a:pt x="12123" y="1196"/>
                    <a:pt x="12116" y="1196"/>
                  </a:cubicBezTo>
                  <a:cubicBezTo>
                    <a:pt x="12099" y="1196"/>
                    <a:pt x="12082" y="1154"/>
                    <a:pt x="12064" y="1108"/>
                  </a:cubicBezTo>
                  <a:cubicBezTo>
                    <a:pt x="12050" y="1042"/>
                    <a:pt x="12033" y="1014"/>
                    <a:pt x="12017" y="1014"/>
                  </a:cubicBezTo>
                  <a:cubicBezTo>
                    <a:pt x="12005" y="1014"/>
                    <a:pt x="11993" y="1028"/>
                    <a:pt x="11983" y="1051"/>
                  </a:cubicBezTo>
                  <a:cubicBezTo>
                    <a:pt x="11951" y="1092"/>
                    <a:pt x="11902" y="1108"/>
                    <a:pt x="11854" y="1108"/>
                  </a:cubicBezTo>
                  <a:cubicBezTo>
                    <a:pt x="11805" y="1165"/>
                    <a:pt x="11773" y="1165"/>
                    <a:pt x="11805" y="1230"/>
                  </a:cubicBezTo>
                  <a:cubicBezTo>
                    <a:pt x="11797" y="1270"/>
                    <a:pt x="11789" y="1311"/>
                    <a:pt x="11773" y="1343"/>
                  </a:cubicBezTo>
                  <a:cubicBezTo>
                    <a:pt x="11756" y="1365"/>
                    <a:pt x="11746" y="1372"/>
                    <a:pt x="11739" y="1372"/>
                  </a:cubicBezTo>
                  <a:cubicBezTo>
                    <a:pt x="11727" y="1372"/>
                    <a:pt x="11732" y="1343"/>
                    <a:pt x="11748" y="1343"/>
                  </a:cubicBezTo>
                  <a:cubicBezTo>
                    <a:pt x="11805" y="1287"/>
                    <a:pt x="11773" y="1287"/>
                    <a:pt x="11748" y="1230"/>
                  </a:cubicBezTo>
                  <a:cubicBezTo>
                    <a:pt x="11734" y="1194"/>
                    <a:pt x="11700" y="1164"/>
                    <a:pt x="11658" y="1164"/>
                  </a:cubicBezTo>
                  <a:cubicBezTo>
                    <a:pt x="11653" y="1164"/>
                    <a:pt x="11648" y="1164"/>
                    <a:pt x="11643" y="1165"/>
                  </a:cubicBezTo>
                  <a:lnTo>
                    <a:pt x="11537" y="1165"/>
                  </a:lnTo>
                  <a:cubicBezTo>
                    <a:pt x="11501" y="1133"/>
                    <a:pt x="11475" y="1116"/>
                    <a:pt x="11457" y="1116"/>
                  </a:cubicBezTo>
                  <a:cubicBezTo>
                    <a:pt x="11440" y="1116"/>
                    <a:pt x="11432" y="1133"/>
                    <a:pt x="11432" y="1165"/>
                  </a:cubicBezTo>
                  <a:lnTo>
                    <a:pt x="11432" y="1222"/>
                  </a:lnTo>
                  <a:cubicBezTo>
                    <a:pt x="11420" y="1160"/>
                    <a:pt x="11340" y="1130"/>
                    <a:pt x="11262" y="1130"/>
                  </a:cubicBezTo>
                  <a:cubicBezTo>
                    <a:pt x="11186" y="1130"/>
                    <a:pt x="11112" y="1158"/>
                    <a:pt x="11100" y="1214"/>
                  </a:cubicBezTo>
                  <a:lnTo>
                    <a:pt x="11100" y="1157"/>
                  </a:lnTo>
                  <a:cubicBezTo>
                    <a:pt x="11100" y="1100"/>
                    <a:pt x="11067" y="1092"/>
                    <a:pt x="11019" y="1092"/>
                  </a:cubicBezTo>
                  <a:cubicBezTo>
                    <a:pt x="10954" y="1124"/>
                    <a:pt x="10881" y="1141"/>
                    <a:pt x="10808" y="1149"/>
                  </a:cubicBezTo>
                  <a:cubicBezTo>
                    <a:pt x="10702" y="1149"/>
                    <a:pt x="10629" y="1149"/>
                    <a:pt x="10629" y="1206"/>
                  </a:cubicBezTo>
                  <a:cubicBezTo>
                    <a:pt x="10597" y="1206"/>
                    <a:pt x="10597" y="1206"/>
                    <a:pt x="10597" y="1149"/>
                  </a:cubicBezTo>
                  <a:cubicBezTo>
                    <a:pt x="10629" y="1092"/>
                    <a:pt x="10597" y="1092"/>
                    <a:pt x="10573" y="1084"/>
                  </a:cubicBezTo>
                  <a:cubicBezTo>
                    <a:pt x="10548" y="1084"/>
                    <a:pt x="10548" y="1149"/>
                    <a:pt x="10548" y="1206"/>
                  </a:cubicBezTo>
                  <a:cubicBezTo>
                    <a:pt x="10548" y="1234"/>
                    <a:pt x="10542" y="1248"/>
                    <a:pt x="10529" y="1248"/>
                  </a:cubicBezTo>
                  <a:cubicBezTo>
                    <a:pt x="10516" y="1248"/>
                    <a:pt x="10496" y="1234"/>
                    <a:pt x="10467" y="1206"/>
                  </a:cubicBezTo>
                  <a:cubicBezTo>
                    <a:pt x="10438" y="1172"/>
                    <a:pt x="10400" y="1156"/>
                    <a:pt x="10361" y="1156"/>
                  </a:cubicBezTo>
                  <a:cubicBezTo>
                    <a:pt x="10325" y="1156"/>
                    <a:pt x="10288" y="1170"/>
                    <a:pt x="10256" y="1197"/>
                  </a:cubicBezTo>
                  <a:cubicBezTo>
                    <a:pt x="10232" y="1197"/>
                    <a:pt x="10208" y="1197"/>
                    <a:pt x="10208" y="1141"/>
                  </a:cubicBezTo>
                  <a:cubicBezTo>
                    <a:pt x="10194" y="1104"/>
                    <a:pt x="10169" y="1069"/>
                    <a:pt x="10142" y="1069"/>
                  </a:cubicBezTo>
                  <a:cubicBezTo>
                    <a:pt x="10121" y="1069"/>
                    <a:pt x="10099" y="1089"/>
                    <a:pt x="10078" y="1141"/>
                  </a:cubicBezTo>
                  <a:cubicBezTo>
                    <a:pt x="10054" y="1141"/>
                    <a:pt x="10054" y="1141"/>
                    <a:pt x="10054" y="1076"/>
                  </a:cubicBezTo>
                  <a:cubicBezTo>
                    <a:pt x="10040" y="1043"/>
                    <a:pt x="10034" y="1007"/>
                    <a:pt x="10025" y="1007"/>
                  </a:cubicBezTo>
                  <a:cubicBezTo>
                    <a:pt x="10018" y="1007"/>
                    <a:pt x="10010" y="1025"/>
                    <a:pt x="9997" y="1076"/>
                  </a:cubicBezTo>
                  <a:cubicBezTo>
                    <a:pt x="9977" y="1104"/>
                    <a:pt x="9942" y="1118"/>
                    <a:pt x="9908" y="1118"/>
                  </a:cubicBezTo>
                  <a:cubicBezTo>
                    <a:pt x="9873" y="1118"/>
                    <a:pt x="9839" y="1104"/>
                    <a:pt x="9819" y="1076"/>
                  </a:cubicBezTo>
                  <a:cubicBezTo>
                    <a:pt x="9794" y="1076"/>
                    <a:pt x="9762" y="1076"/>
                    <a:pt x="9762" y="1133"/>
                  </a:cubicBezTo>
                  <a:cubicBezTo>
                    <a:pt x="9762" y="1152"/>
                    <a:pt x="9762" y="1173"/>
                    <a:pt x="9762" y="1189"/>
                  </a:cubicBezTo>
                  <a:cubicBezTo>
                    <a:pt x="9750" y="1133"/>
                    <a:pt x="9744" y="1104"/>
                    <a:pt x="9738" y="1104"/>
                  </a:cubicBezTo>
                  <a:cubicBezTo>
                    <a:pt x="9731" y="1104"/>
                    <a:pt x="9725" y="1133"/>
                    <a:pt x="9713" y="1189"/>
                  </a:cubicBezTo>
                  <a:cubicBezTo>
                    <a:pt x="9713" y="1222"/>
                    <a:pt x="9707" y="1238"/>
                    <a:pt x="9701" y="1238"/>
                  </a:cubicBezTo>
                  <a:cubicBezTo>
                    <a:pt x="9695" y="1238"/>
                    <a:pt x="9689" y="1222"/>
                    <a:pt x="9689" y="1189"/>
                  </a:cubicBezTo>
                  <a:cubicBezTo>
                    <a:pt x="9665" y="1133"/>
                    <a:pt x="9632" y="1133"/>
                    <a:pt x="9632" y="1133"/>
                  </a:cubicBezTo>
                  <a:cubicBezTo>
                    <a:pt x="9543" y="1157"/>
                    <a:pt x="9446" y="1181"/>
                    <a:pt x="9348" y="1189"/>
                  </a:cubicBezTo>
                  <a:cubicBezTo>
                    <a:pt x="9291" y="1187"/>
                    <a:pt x="9242" y="1185"/>
                    <a:pt x="9203" y="1185"/>
                  </a:cubicBezTo>
                  <a:cubicBezTo>
                    <a:pt x="9099" y="1185"/>
                    <a:pt x="9056" y="1197"/>
                    <a:pt x="9056" y="1238"/>
                  </a:cubicBezTo>
                  <a:cubicBezTo>
                    <a:pt x="9044" y="1270"/>
                    <a:pt x="9038" y="1287"/>
                    <a:pt x="9032" y="1287"/>
                  </a:cubicBezTo>
                  <a:cubicBezTo>
                    <a:pt x="9026" y="1287"/>
                    <a:pt x="9020" y="1270"/>
                    <a:pt x="9008" y="1238"/>
                  </a:cubicBezTo>
                  <a:cubicBezTo>
                    <a:pt x="8984" y="1181"/>
                    <a:pt x="8959" y="1181"/>
                    <a:pt x="8927" y="1181"/>
                  </a:cubicBezTo>
                  <a:cubicBezTo>
                    <a:pt x="8902" y="1181"/>
                    <a:pt x="8878" y="1181"/>
                    <a:pt x="8878" y="1116"/>
                  </a:cubicBezTo>
                  <a:cubicBezTo>
                    <a:pt x="8854" y="1181"/>
                    <a:pt x="8854" y="1181"/>
                    <a:pt x="8821" y="1181"/>
                  </a:cubicBezTo>
                  <a:cubicBezTo>
                    <a:pt x="8821" y="1148"/>
                    <a:pt x="8815" y="1132"/>
                    <a:pt x="8805" y="1132"/>
                  </a:cubicBezTo>
                  <a:cubicBezTo>
                    <a:pt x="8796" y="1132"/>
                    <a:pt x="8784" y="1146"/>
                    <a:pt x="8773" y="1173"/>
                  </a:cubicBezTo>
                  <a:cubicBezTo>
                    <a:pt x="8761" y="1234"/>
                    <a:pt x="8754" y="1264"/>
                    <a:pt x="8751" y="1264"/>
                  </a:cubicBezTo>
                  <a:cubicBezTo>
                    <a:pt x="8748" y="1264"/>
                    <a:pt x="8748" y="1234"/>
                    <a:pt x="8748" y="1173"/>
                  </a:cubicBezTo>
                  <a:cubicBezTo>
                    <a:pt x="8748" y="1133"/>
                    <a:pt x="8708" y="1089"/>
                    <a:pt x="8693" y="1089"/>
                  </a:cubicBezTo>
                  <a:cubicBezTo>
                    <a:pt x="8686" y="1089"/>
                    <a:pt x="8684" y="1097"/>
                    <a:pt x="8692" y="1116"/>
                  </a:cubicBezTo>
                  <a:cubicBezTo>
                    <a:pt x="8692" y="1173"/>
                    <a:pt x="8643" y="1173"/>
                    <a:pt x="8619" y="1230"/>
                  </a:cubicBezTo>
                  <a:cubicBezTo>
                    <a:pt x="8586" y="1230"/>
                    <a:pt x="8562" y="1230"/>
                    <a:pt x="8562" y="1173"/>
                  </a:cubicBezTo>
                  <a:cubicBezTo>
                    <a:pt x="8555" y="1156"/>
                    <a:pt x="8539" y="1150"/>
                    <a:pt x="8519" y="1150"/>
                  </a:cubicBezTo>
                  <a:cubicBezTo>
                    <a:pt x="8471" y="1150"/>
                    <a:pt x="8401" y="1190"/>
                    <a:pt x="8384" y="1230"/>
                  </a:cubicBezTo>
                  <a:cubicBezTo>
                    <a:pt x="8384" y="1258"/>
                    <a:pt x="8375" y="1272"/>
                    <a:pt x="8368" y="1272"/>
                  </a:cubicBezTo>
                  <a:cubicBezTo>
                    <a:pt x="8361" y="1272"/>
                    <a:pt x="8355" y="1258"/>
                    <a:pt x="8359" y="1230"/>
                  </a:cubicBezTo>
                  <a:cubicBezTo>
                    <a:pt x="8359" y="1173"/>
                    <a:pt x="8327" y="1173"/>
                    <a:pt x="8302" y="1165"/>
                  </a:cubicBezTo>
                  <a:cubicBezTo>
                    <a:pt x="8295" y="1184"/>
                    <a:pt x="8290" y="1192"/>
                    <a:pt x="8287" y="1192"/>
                  </a:cubicBezTo>
                  <a:cubicBezTo>
                    <a:pt x="8278" y="1192"/>
                    <a:pt x="8278" y="1148"/>
                    <a:pt x="8278" y="1108"/>
                  </a:cubicBezTo>
                  <a:cubicBezTo>
                    <a:pt x="8302" y="1051"/>
                    <a:pt x="8278" y="1051"/>
                    <a:pt x="8221" y="1051"/>
                  </a:cubicBezTo>
                  <a:cubicBezTo>
                    <a:pt x="8204" y="1093"/>
                    <a:pt x="8143" y="1104"/>
                    <a:pt x="8084" y="1104"/>
                  </a:cubicBezTo>
                  <a:cubicBezTo>
                    <a:pt x="8061" y="1104"/>
                    <a:pt x="8039" y="1102"/>
                    <a:pt x="8019" y="1100"/>
                  </a:cubicBezTo>
                  <a:cubicBezTo>
                    <a:pt x="7889" y="1100"/>
                    <a:pt x="7857" y="1165"/>
                    <a:pt x="7808" y="1279"/>
                  </a:cubicBezTo>
                  <a:lnTo>
                    <a:pt x="7784" y="1400"/>
                  </a:lnTo>
                  <a:lnTo>
                    <a:pt x="7784" y="1279"/>
                  </a:lnTo>
                  <a:cubicBezTo>
                    <a:pt x="7775" y="1222"/>
                    <a:pt x="7767" y="1157"/>
                    <a:pt x="7751" y="1100"/>
                  </a:cubicBezTo>
                  <a:cubicBezTo>
                    <a:pt x="7727" y="1100"/>
                    <a:pt x="7727" y="1157"/>
                    <a:pt x="7727" y="1222"/>
                  </a:cubicBezTo>
                  <a:cubicBezTo>
                    <a:pt x="7727" y="1249"/>
                    <a:pt x="7721" y="1263"/>
                    <a:pt x="7710" y="1263"/>
                  </a:cubicBezTo>
                  <a:cubicBezTo>
                    <a:pt x="7698" y="1263"/>
                    <a:pt x="7679" y="1247"/>
                    <a:pt x="7654" y="1214"/>
                  </a:cubicBezTo>
                  <a:cubicBezTo>
                    <a:pt x="7625" y="1185"/>
                    <a:pt x="7605" y="1171"/>
                    <a:pt x="7589" y="1171"/>
                  </a:cubicBezTo>
                  <a:cubicBezTo>
                    <a:pt x="7573" y="1171"/>
                    <a:pt x="7561" y="1185"/>
                    <a:pt x="7548" y="1214"/>
                  </a:cubicBezTo>
                  <a:cubicBezTo>
                    <a:pt x="7516" y="1214"/>
                    <a:pt x="7492" y="1214"/>
                    <a:pt x="7467" y="1157"/>
                  </a:cubicBezTo>
                  <a:cubicBezTo>
                    <a:pt x="7443" y="1157"/>
                    <a:pt x="7443" y="1157"/>
                    <a:pt x="7443" y="1214"/>
                  </a:cubicBezTo>
                  <a:cubicBezTo>
                    <a:pt x="7443" y="1242"/>
                    <a:pt x="7437" y="1256"/>
                    <a:pt x="7427" y="1256"/>
                  </a:cubicBezTo>
                  <a:cubicBezTo>
                    <a:pt x="7417" y="1256"/>
                    <a:pt x="7403" y="1242"/>
                    <a:pt x="7386" y="1214"/>
                  </a:cubicBezTo>
                  <a:cubicBezTo>
                    <a:pt x="7372" y="1141"/>
                    <a:pt x="7337" y="1112"/>
                    <a:pt x="7312" y="1112"/>
                  </a:cubicBezTo>
                  <a:cubicBezTo>
                    <a:pt x="7294" y="1112"/>
                    <a:pt x="7281" y="1126"/>
                    <a:pt x="7281" y="1149"/>
                  </a:cubicBezTo>
                  <a:cubicBezTo>
                    <a:pt x="7281" y="1214"/>
                    <a:pt x="7257" y="1214"/>
                    <a:pt x="7232" y="1214"/>
                  </a:cubicBezTo>
                  <a:cubicBezTo>
                    <a:pt x="7227" y="1214"/>
                    <a:pt x="7223" y="1213"/>
                    <a:pt x="7218" y="1213"/>
                  </a:cubicBezTo>
                  <a:cubicBezTo>
                    <a:pt x="7198" y="1213"/>
                    <a:pt x="7177" y="1219"/>
                    <a:pt x="7151" y="1270"/>
                  </a:cubicBezTo>
                  <a:lnTo>
                    <a:pt x="7103" y="1270"/>
                  </a:lnTo>
                  <a:cubicBezTo>
                    <a:pt x="7078" y="1270"/>
                    <a:pt x="7103" y="1206"/>
                    <a:pt x="7127" y="1206"/>
                  </a:cubicBezTo>
                  <a:lnTo>
                    <a:pt x="7103" y="1149"/>
                  </a:lnTo>
                  <a:cubicBezTo>
                    <a:pt x="7046" y="1149"/>
                    <a:pt x="7021" y="1149"/>
                    <a:pt x="6997" y="1206"/>
                  </a:cubicBezTo>
                  <a:cubicBezTo>
                    <a:pt x="6985" y="1266"/>
                    <a:pt x="6979" y="1297"/>
                    <a:pt x="6976" y="1297"/>
                  </a:cubicBezTo>
                  <a:cubicBezTo>
                    <a:pt x="6973" y="1297"/>
                    <a:pt x="6973" y="1266"/>
                    <a:pt x="6973" y="1206"/>
                  </a:cubicBezTo>
                  <a:cubicBezTo>
                    <a:pt x="6973" y="1166"/>
                    <a:pt x="6961" y="1122"/>
                    <a:pt x="6942" y="1122"/>
                  </a:cubicBezTo>
                  <a:cubicBezTo>
                    <a:pt x="6935" y="1122"/>
                    <a:pt x="6926" y="1130"/>
                    <a:pt x="6916" y="1149"/>
                  </a:cubicBezTo>
                  <a:cubicBezTo>
                    <a:pt x="6906" y="1197"/>
                    <a:pt x="6895" y="1214"/>
                    <a:pt x="6887" y="1214"/>
                  </a:cubicBezTo>
                  <a:cubicBezTo>
                    <a:pt x="6875" y="1214"/>
                    <a:pt x="6867" y="1182"/>
                    <a:pt x="6867" y="1149"/>
                  </a:cubicBezTo>
                  <a:cubicBezTo>
                    <a:pt x="6880" y="1087"/>
                    <a:pt x="6886" y="1057"/>
                    <a:pt x="6875" y="1057"/>
                  </a:cubicBezTo>
                  <a:cubicBezTo>
                    <a:pt x="6864" y="1057"/>
                    <a:pt x="6838" y="1085"/>
                    <a:pt x="6786" y="1141"/>
                  </a:cubicBezTo>
                  <a:cubicBezTo>
                    <a:pt x="6738" y="1141"/>
                    <a:pt x="6632" y="1197"/>
                    <a:pt x="6551" y="1197"/>
                  </a:cubicBezTo>
                  <a:cubicBezTo>
                    <a:pt x="6446" y="1197"/>
                    <a:pt x="6397" y="1197"/>
                    <a:pt x="6373" y="1133"/>
                  </a:cubicBezTo>
                  <a:cubicBezTo>
                    <a:pt x="6373" y="1122"/>
                    <a:pt x="6373" y="1113"/>
                    <a:pt x="6372" y="1104"/>
                  </a:cubicBezTo>
                  <a:lnTo>
                    <a:pt x="6372" y="1104"/>
                  </a:lnTo>
                  <a:cubicBezTo>
                    <a:pt x="6368" y="1197"/>
                    <a:pt x="6342" y="1197"/>
                    <a:pt x="6267" y="1197"/>
                  </a:cubicBezTo>
                  <a:cubicBezTo>
                    <a:pt x="6242" y="1177"/>
                    <a:pt x="6220" y="1169"/>
                    <a:pt x="6201" y="1169"/>
                  </a:cubicBezTo>
                  <a:cubicBezTo>
                    <a:pt x="6158" y="1169"/>
                    <a:pt x="6130" y="1210"/>
                    <a:pt x="6113" y="1254"/>
                  </a:cubicBezTo>
                  <a:lnTo>
                    <a:pt x="6162" y="1254"/>
                  </a:lnTo>
                  <a:cubicBezTo>
                    <a:pt x="6162" y="1324"/>
                    <a:pt x="6154" y="1351"/>
                    <a:pt x="6137" y="1351"/>
                  </a:cubicBezTo>
                  <a:cubicBezTo>
                    <a:pt x="6124" y="1351"/>
                    <a:pt x="6105" y="1335"/>
                    <a:pt x="6081" y="1311"/>
                  </a:cubicBezTo>
                  <a:cubicBezTo>
                    <a:pt x="6057" y="1311"/>
                    <a:pt x="6057" y="1246"/>
                    <a:pt x="6057" y="1189"/>
                  </a:cubicBezTo>
                  <a:cubicBezTo>
                    <a:pt x="6057" y="1133"/>
                    <a:pt x="6032" y="1068"/>
                    <a:pt x="6008" y="1068"/>
                  </a:cubicBezTo>
                  <a:cubicBezTo>
                    <a:pt x="5976" y="1068"/>
                    <a:pt x="5951" y="1068"/>
                    <a:pt x="5976" y="1133"/>
                  </a:cubicBezTo>
                  <a:cubicBezTo>
                    <a:pt x="5976" y="1189"/>
                    <a:pt x="5976" y="1189"/>
                    <a:pt x="5951" y="1189"/>
                  </a:cubicBezTo>
                  <a:cubicBezTo>
                    <a:pt x="5927" y="1189"/>
                    <a:pt x="5903" y="1189"/>
                    <a:pt x="5878" y="1246"/>
                  </a:cubicBezTo>
                  <a:cubicBezTo>
                    <a:pt x="5878" y="1298"/>
                    <a:pt x="5857" y="1303"/>
                    <a:pt x="5837" y="1303"/>
                  </a:cubicBezTo>
                  <a:cubicBezTo>
                    <a:pt x="5832" y="1303"/>
                    <a:pt x="5826" y="1303"/>
                    <a:pt x="5821" y="1303"/>
                  </a:cubicBezTo>
                  <a:cubicBezTo>
                    <a:pt x="5813" y="1270"/>
                    <a:pt x="5781" y="1246"/>
                    <a:pt x="5740" y="1246"/>
                  </a:cubicBezTo>
                  <a:lnTo>
                    <a:pt x="5740" y="1189"/>
                  </a:lnTo>
                  <a:cubicBezTo>
                    <a:pt x="5740" y="1141"/>
                    <a:pt x="5732" y="1100"/>
                    <a:pt x="5716" y="1068"/>
                  </a:cubicBezTo>
                  <a:cubicBezTo>
                    <a:pt x="5692" y="1068"/>
                    <a:pt x="5692" y="1124"/>
                    <a:pt x="5692" y="1124"/>
                  </a:cubicBezTo>
                  <a:cubicBezTo>
                    <a:pt x="5692" y="1169"/>
                    <a:pt x="5314" y="1174"/>
                    <a:pt x="5108" y="1174"/>
                  </a:cubicBezTo>
                  <a:cubicBezTo>
                    <a:pt x="5049" y="1174"/>
                    <a:pt x="5004" y="1173"/>
                    <a:pt x="4986" y="1173"/>
                  </a:cubicBezTo>
                  <a:cubicBezTo>
                    <a:pt x="4962" y="1141"/>
                    <a:pt x="4930" y="1124"/>
                    <a:pt x="4906" y="1124"/>
                  </a:cubicBezTo>
                  <a:cubicBezTo>
                    <a:pt x="4883" y="1124"/>
                    <a:pt x="4869" y="1141"/>
                    <a:pt x="4881" y="1173"/>
                  </a:cubicBezTo>
                  <a:cubicBezTo>
                    <a:pt x="4881" y="1230"/>
                    <a:pt x="4751" y="1230"/>
                    <a:pt x="4597" y="1230"/>
                  </a:cubicBezTo>
                  <a:cubicBezTo>
                    <a:pt x="4546" y="1228"/>
                    <a:pt x="4499" y="1226"/>
                    <a:pt x="4458" y="1226"/>
                  </a:cubicBezTo>
                  <a:cubicBezTo>
                    <a:pt x="4349" y="1226"/>
                    <a:pt x="4281" y="1237"/>
                    <a:pt x="4281" y="1279"/>
                  </a:cubicBezTo>
                  <a:lnTo>
                    <a:pt x="4200" y="1279"/>
                  </a:lnTo>
                  <a:cubicBezTo>
                    <a:pt x="4151" y="1279"/>
                    <a:pt x="4095" y="1335"/>
                    <a:pt x="4070" y="1335"/>
                  </a:cubicBezTo>
                  <a:cubicBezTo>
                    <a:pt x="4058" y="1364"/>
                    <a:pt x="4046" y="1378"/>
                    <a:pt x="4040" y="1378"/>
                  </a:cubicBezTo>
                  <a:cubicBezTo>
                    <a:pt x="4034" y="1378"/>
                    <a:pt x="4034" y="1364"/>
                    <a:pt x="4046" y="1335"/>
                  </a:cubicBezTo>
                  <a:cubicBezTo>
                    <a:pt x="4046" y="1279"/>
                    <a:pt x="4046" y="1214"/>
                    <a:pt x="4022" y="1214"/>
                  </a:cubicBezTo>
                  <a:cubicBezTo>
                    <a:pt x="3965" y="1214"/>
                    <a:pt x="3965" y="1279"/>
                    <a:pt x="3965" y="1335"/>
                  </a:cubicBezTo>
                  <a:cubicBezTo>
                    <a:pt x="3965" y="1392"/>
                    <a:pt x="3940" y="1392"/>
                    <a:pt x="3940" y="1392"/>
                  </a:cubicBezTo>
                  <a:cubicBezTo>
                    <a:pt x="3916" y="1392"/>
                    <a:pt x="3916" y="1392"/>
                    <a:pt x="3916" y="1335"/>
                  </a:cubicBezTo>
                  <a:lnTo>
                    <a:pt x="3916" y="1214"/>
                  </a:lnTo>
                  <a:lnTo>
                    <a:pt x="3892" y="1214"/>
                  </a:lnTo>
                  <a:cubicBezTo>
                    <a:pt x="3892" y="1266"/>
                    <a:pt x="3871" y="1271"/>
                    <a:pt x="3863" y="1271"/>
                  </a:cubicBezTo>
                  <a:cubicBezTo>
                    <a:pt x="3861" y="1271"/>
                    <a:pt x="3859" y="1270"/>
                    <a:pt x="3859" y="1270"/>
                  </a:cubicBezTo>
                  <a:cubicBezTo>
                    <a:pt x="3835" y="1270"/>
                    <a:pt x="3835" y="1270"/>
                    <a:pt x="3835" y="1157"/>
                  </a:cubicBezTo>
                  <a:cubicBezTo>
                    <a:pt x="3835" y="1096"/>
                    <a:pt x="3829" y="1066"/>
                    <a:pt x="3820" y="1066"/>
                  </a:cubicBezTo>
                  <a:cubicBezTo>
                    <a:pt x="3811" y="1066"/>
                    <a:pt x="3799" y="1096"/>
                    <a:pt x="3786" y="1157"/>
                  </a:cubicBezTo>
                  <a:lnTo>
                    <a:pt x="3730" y="1214"/>
                  </a:lnTo>
                  <a:cubicBezTo>
                    <a:pt x="3722" y="1176"/>
                    <a:pt x="3712" y="1161"/>
                    <a:pt x="3701" y="1161"/>
                  </a:cubicBezTo>
                  <a:cubicBezTo>
                    <a:pt x="3677" y="1161"/>
                    <a:pt x="3647" y="1231"/>
                    <a:pt x="3624" y="1270"/>
                  </a:cubicBezTo>
                  <a:cubicBezTo>
                    <a:pt x="3612" y="1210"/>
                    <a:pt x="3600" y="1179"/>
                    <a:pt x="3588" y="1179"/>
                  </a:cubicBezTo>
                  <a:cubicBezTo>
                    <a:pt x="3576" y="1179"/>
                    <a:pt x="3563" y="1210"/>
                    <a:pt x="3551" y="1270"/>
                  </a:cubicBezTo>
                  <a:cubicBezTo>
                    <a:pt x="3551" y="1299"/>
                    <a:pt x="3545" y="1313"/>
                    <a:pt x="3535" y="1313"/>
                  </a:cubicBezTo>
                  <a:cubicBezTo>
                    <a:pt x="3525" y="1313"/>
                    <a:pt x="3511" y="1299"/>
                    <a:pt x="3495" y="1270"/>
                  </a:cubicBezTo>
                  <a:cubicBezTo>
                    <a:pt x="3470" y="1206"/>
                    <a:pt x="3446" y="1206"/>
                    <a:pt x="3397" y="1206"/>
                  </a:cubicBezTo>
                  <a:cubicBezTo>
                    <a:pt x="3365" y="1262"/>
                    <a:pt x="3186" y="1262"/>
                    <a:pt x="2976" y="1262"/>
                  </a:cubicBezTo>
                  <a:cubicBezTo>
                    <a:pt x="2911" y="1260"/>
                    <a:pt x="2853" y="1258"/>
                    <a:pt x="2802" y="1258"/>
                  </a:cubicBezTo>
                  <a:cubicBezTo>
                    <a:pt x="2668" y="1258"/>
                    <a:pt x="2586" y="1270"/>
                    <a:pt x="2586" y="1311"/>
                  </a:cubicBezTo>
                  <a:cubicBezTo>
                    <a:pt x="2554" y="1311"/>
                    <a:pt x="2554" y="1311"/>
                    <a:pt x="2530" y="1254"/>
                  </a:cubicBezTo>
                  <a:cubicBezTo>
                    <a:pt x="2530" y="1227"/>
                    <a:pt x="2525" y="1211"/>
                    <a:pt x="2519" y="1211"/>
                  </a:cubicBezTo>
                  <a:cubicBezTo>
                    <a:pt x="2509" y="1211"/>
                    <a:pt x="2495" y="1241"/>
                    <a:pt x="2481" y="1311"/>
                  </a:cubicBezTo>
                  <a:cubicBezTo>
                    <a:pt x="2467" y="1344"/>
                    <a:pt x="2461" y="1380"/>
                    <a:pt x="2459" y="1380"/>
                  </a:cubicBezTo>
                  <a:cubicBezTo>
                    <a:pt x="2457" y="1380"/>
                    <a:pt x="2457" y="1362"/>
                    <a:pt x="2457" y="1311"/>
                  </a:cubicBezTo>
                  <a:cubicBezTo>
                    <a:pt x="2457" y="1254"/>
                    <a:pt x="2400" y="1246"/>
                    <a:pt x="2295" y="1246"/>
                  </a:cubicBezTo>
                  <a:cubicBezTo>
                    <a:pt x="2222" y="1246"/>
                    <a:pt x="2116" y="1246"/>
                    <a:pt x="2116" y="1303"/>
                  </a:cubicBezTo>
                  <a:cubicBezTo>
                    <a:pt x="2088" y="1331"/>
                    <a:pt x="2074" y="1345"/>
                    <a:pt x="2070" y="1345"/>
                  </a:cubicBezTo>
                  <a:cubicBezTo>
                    <a:pt x="2066" y="1345"/>
                    <a:pt x="2072" y="1331"/>
                    <a:pt x="2084" y="1303"/>
                  </a:cubicBezTo>
                  <a:cubicBezTo>
                    <a:pt x="2104" y="1227"/>
                    <a:pt x="2061" y="1177"/>
                    <a:pt x="2007" y="1177"/>
                  </a:cubicBezTo>
                  <a:cubicBezTo>
                    <a:pt x="1974" y="1177"/>
                    <a:pt x="1936" y="1195"/>
                    <a:pt x="1905" y="1238"/>
                  </a:cubicBezTo>
                  <a:cubicBezTo>
                    <a:pt x="1881" y="1238"/>
                    <a:pt x="1857" y="1238"/>
                    <a:pt x="1857" y="1181"/>
                  </a:cubicBezTo>
                  <a:cubicBezTo>
                    <a:pt x="1824" y="1181"/>
                    <a:pt x="1800" y="1181"/>
                    <a:pt x="1719" y="1238"/>
                  </a:cubicBezTo>
                  <a:lnTo>
                    <a:pt x="1541" y="1238"/>
                  </a:lnTo>
                  <a:cubicBezTo>
                    <a:pt x="1500" y="1238"/>
                    <a:pt x="1460" y="1262"/>
                    <a:pt x="1435" y="1295"/>
                  </a:cubicBezTo>
                  <a:lnTo>
                    <a:pt x="1411" y="1295"/>
                  </a:lnTo>
                  <a:cubicBezTo>
                    <a:pt x="1411" y="1230"/>
                    <a:pt x="1281" y="1230"/>
                    <a:pt x="1095" y="1230"/>
                  </a:cubicBezTo>
                  <a:cubicBezTo>
                    <a:pt x="916" y="1222"/>
                    <a:pt x="754" y="1222"/>
                    <a:pt x="730" y="1165"/>
                  </a:cubicBezTo>
                  <a:cubicBezTo>
                    <a:pt x="730" y="1165"/>
                    <a:pt x="705" y="1165"/>
                    <a:pt x="681" y="1222"/>
                  </a:cubicBezTo>
                  <a:cubicBezTo>
                    <a:pt x="662" y="1292"/>
                    <a:pt x="646" y="1322"/>
                    <a:pt x="631" y="1322"/>
                  </a:cubicBezTo>
                  <a:cubicBezTo>
                    <a:pt x="621" y="1322"/>
                    <a:pt x="610" y="1306"/>
                    <a:pt x="600" y="1279"/>
                  </a:cubicBezTo>
                  <a:cubicBezTo>
                    <a:pt x="588" y="1218"/>
                    <a:pt x="555" y="1187"/>
                    <a:pt x="523" y="1187"/>
                  </a:cubicBezTo>
                  <a:cubicBezTo>
                    <a:pt x="491" y="1187"/>
                    <a:pt x="458" y="1218"/>
                    <a:pt x="446" y="1279"/>
                  </a:cubicBezTo>
                  <a:lnTo>
                    <a:pt x="446" y="1214"/>
                  </a:lnTo>
                  <a:cubicBezTo>
                    <a:pt x="437" y="1170"/>
                    <a:pt x="419" y="1152"/>
                    <a:pt x="400" y="1152"/>
                  </a:cubicBezTo>
                  <a:cubicBezTo>
                    <a:pt x="368" y="1152"/>
                    <a:pt x="331" y="1200"/>
                    <a:pt x="316" y="1270"/>
                  </a:cubicBezTo>
                  <a:cubicBezTo>
                    <a:pt x="293" y="1230"/>
                    <a:pt x="275" y="1190"/>
                    <a:pt x="257" y="1190"/>
                  </a:cubicBezTo>
                  <a:cubicBezTo>
                    <a:pt x="249" y="1190"/>
                    <a:pt x="242" y="1197"/>
                    <a:pt x="235" y="1214"/>
                  </a:cubicBezTo>
                  <a:cubicBezTo>
                    <a:pt x="211" y="1214"/>
                    <a:pt x="211" y="1214"/>
                    <a:pt x="211" y="1092"/>
                  </a:cubicBezTo>
                  <a:cubicBezTo>
                    <a:pt x="211" y="1035"/>
                    <a:pt x="211" y="970"/>
                    <a:pt x="187" y="970"/>
                  </a:cubicBezTo>
                  <a:close/>
                  <a:moveTo>
                    <a:pt x="15981" y="2073"/>
                  </a:moveTo>
                  <a:cubicBezTo>
                    <a:pt x="15981" y="2130"/>
                    <a:pt x="15981" y="2130"/>
                    <a:pt x="16005" y="2130"/>
                  </a:cubicBezTo>
                  <a:cubicBezTo>
                    <a:pt x="16053" y="2130"/>
                    <a:pt x="16053" y="2130"/>
                    <a:pt x="16029" y="20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2"/>
            <p:cNvSpPr/>
            <p:nvPr/>
          </p:nvSpPr>
          <p:spPr>
            <a:xfrm>
              <a:off x="7712165" y="1998283"/>
              <a:ext cx="713546" cy="36716"/>
            </a:xfrm>
            <a:custGeom>
              <a:avLst/>
              <a:gdLst/>
              <a:ahLst/>
              <a:cxnLst/>
              <a:rect l="l" t="t" r="r" b="b"/>
              <a:pathLst>
                <a:path w="41395" h="2130" extrusionOk="0">
                  <a:moveTo>
                    <a:pt x="29848" y="1"/>
                  </a:moveTo>
                  <a:cubicBezTo>
                    <a:pt x="29829" y="1"/>
                    <a:pt x="29801" y="28"/>
                    <a:pt x="29772" y="95"/>
                  </a:cubicBezTo>
                  <a:cubicBezTo>
                    <a:pt x="29772" y="160"/>
                    <a:pt x="29772" y="160"/>
                    <a:pt x="29821" y="160"/>
                  </a:cubicBezTo>
                  <a:cubicBezTo>
                    <a:pt x="29845" y="127"/>
                    <a:pt x="29861" y="87"/>
                    <a:pt x="29870" y="38"/>
                  </a:cubicBezTo>
                  <a:cubicBezTo>
                    <a:pt x="29870" y="15"/>
                    <a:pt x="29861" y="1"/>
                    <a:pt x="29848" y="1"/>
                  </a:cubicBezTo>
                  <a:close/>
                  <a:moveTo>
                    <a:pt x="40580" y="500"/>
                  </a:moveTo>
                  <a:cubicBezTo>
                    <a:pt x="40531" y="500"/>
                    <a:pt x="40531" y="557"/>
                    <a:pt x="40531" y="614"/>
                  </a:cubicBezTo>
                  <a:lnTo>
                    <a:pt x="40580" y="614"/>
                  </a:lnTo>
                  <a:cubicBezTo>
                    <a:pt x="40604" y="581"/>
                    <a:pt x="40620" y="541"/>
                    <a:pt x="40629" y="500"/>
                  </a:cubicBezTo>
                  <a:close/>
                  <a:moveTo>
                    <a:pt x="11866" y="1039"/>
                  </a:moveTo>
                  <a:cubicBezTo>
                    <a:pt x="11863" y="1039"/>
                    <a:pt x="11866" y="1049"/>
                    <a:pt x="11879" y="1067"/>
                  </a:cubicBezTo>
                  <a:lnTo>
                    <a:pt x="11879" y="1067"/>
                  </a:lnTo>
                  <a:cubicBezTo>
                    <a:pt x="11874" y="1047"/>
                    <a:pt x="11868" y="1039"/>
                    <a:pt x="11866" y="1039"/>
                  </a:cubicBezTo>
                  <a:close/>
                  <a:moveTo>
                    <a:pt x="11879" y="1067"/>
                  </a:moveTo>
                  <a:lnTo>
                    <a:pt x="11879" y="1067"/>
                  </a:lnTo>
                  <a:cubicBezTo>
                    <a:pt x="11882" y="1077"/>
                    <a:pt x="11884" y="1089"/>
                    <a:pt x="11885" y="1104"/>
                  </a:cubicBezTo>
                  <a:lnTo>
                    <a:pt x="11885" y="1104"/>
                  </a:lnTo>
                  <a:cubicBezTo>
                    <a:pt x="11886" y="1096"/>
                    <a:pt x="11886" y="1086"/>
                    <a:pt x="11886" y="1076"/>
                  </a:cubicBezTo>
                  <a:cubicBezTo>
                    <a:pt x="11884" y="1073"/>
                    <a:pt x="11882" y="1070"/>
                    <a:pt x="11879" y="1067"/>
                  </a:cubicBezTo>
                  <a:close/>
                  <a:moveTo>
                    <a:pt x="16565" y="1116"/>
                  </a:moveTo>
                  <a:cubicBezTo>
                    <a:pt x="16565" y="1116"/>
                    <a:pt x="16565" y="1116"/>
                    <a:pt x="16565" y="1116"/>
                  </a:cubicBezTo>
                  <a:cubicBezTo>
                    <a:pt x="16565" y="1116"/>
                    <a:pt x="16565" y="1116"/>
                    <a:pt x="16565" y="1116"/>
                  </a:cubicBezTo>
                  <a:close/>
                  <a:moveTo>
                    <a:pt x="32133" y="1112"/>
                  </a:moveTo>
                  <a:cubicBezTo>
                    <a:pt x="32142" y="1112"/>
                    <a:pt x="32148" y="1119"/>
                    <a:pt x="32148" y="1141"/>
                  </a:cubicBezTo>
                  <a:lnTo>
                    <a:pt x="32148" y="1133"/>
                  </a:lnTo>
                  <a:cubicBezTo>
                    <a:pt x="32196" y="1133"/>
                    <a:pt x="32099" y="1197"/>
                    <a:pt x="32051" y="1197"/>
                  </a:cubicBezTo>
                  <a:lnTo>
                    <a:pt x="32051" y="1133"/>
                  </a:lnTo>
                  <a:cubicBezTo>
                    <a:pt x="32053" y="1133"/>
                    <a:pt x="32056" y="1133"/>
                    <a:pt x="32059" y="1133"/>
                  </a:cubicBezTo>
                  <a:cubicBezTo>
                    <a:pt x="32088" y="1133"/>
                    <a:pt x="32116" y="1112"/>
                    <a:pt x="32133" y="1112"/>
                  </a:cubicBezTo>
                  <a:close/>
                  <a:moveTo>
                    <a:pt x="36777" y="1060"/>
                  </a:moveTo>
                  <a:cubicBezTo>
                    <a:pt x="36729" y="1060"/>
                    <a:pt x="36680" y="1116"/>
                    <a:pt x="36680" y="1116"/>
                  </a:cubicBezTo>
                  <a:cubicBezTo>
                    <a:pt x="36680" y="1181"/>
                    <a:pt x="36729" y="1181"/>
                    <a:pt x="36777" y="1181"/>
                  </a:cubicBezTo>
                  <a:cubicBezTo>
                    <a:pt x="36806" y="1198"/>
                    <a:pt x="36830" y="1205"/>
                    <a:pt x="36850" y="1205"/>
                  </a:cubicBezTo>
                  <a:cubicBezTo>
                    <a:pt x="36899" y="1205"/>
                    <a:pt x="36923" y="1165"/>
                    <a:pt x="36923" y="1124"/>
                  </a:cubicBezTo>
                  <a:cubicBezTo>
                    <a:pt x="36923" y="1060"/>
                    <a:pt x="36875" y="1060"/>
                    <a:pt x="36777" y="1060"/>
                  </a:cubicBezTo>
                  <a:close/>
                  <a:moveTo>
                    <a:pt x="11400" y="1254"/>
                  </a:moveTo>
                  <a:cubicBezTo>
                    <a:pt x="11368" y="1254"/>
                    <a:pt x="11357" y="1279"/>
                    <a:pt x="11368" y="1279"/>
                  </a:cubicBezTo>
                  <a:cubicBezTo>
                    <a:pt x="11373" y="1279"/>
                    <a:pt x="11384" y="1273"/>
                    <a:pt x="11400" y="1254"/>
                  </a:cubicBezTo>
                  <a:close/>
                  <a:moveTo>
                    <a:pt x="37215" y="1181"/>
                  </a:moveTo>
                  <a:cubicBezTo>
                    <a:pt x="37215" y="1246"/>
                    <a:pt x="37118" y="1303"/>
                    <a:pt x="37069" y="1303"/>
                  </a:cubicBezTo>
                  <a:cubicBezTo>
                    <a:pt x="37021" y="1303"/>
                    <a:pt x="37021" y="1238"/>
                    <a:pt x="37118" y="1181"/>
                  </a:cubicBezTo>
                  <a:close/>
                  <a:moveTo>
                    <a:pt x="25183" y="1189"/>
                  </a:moveTo>
                  <a:lnTo>
                    <a:pt x="25232" y="1254"/>
                  </a:lnTo>
                  <a:lnTo>
                    <a:pt x="25183" y="1311"/>
                  </a:lnTo>
                  <a:lnTo>
                    <a:pt x="25135" y="1311"/>
                  </a:lnTo>
                  <a:cubicBezTo>
                    <a:pt x="25135" y="1254"/>
                    <a:pt x="25135" y="1189"/>
                    <a:pt x="25183" y="1189"/>
                  </a:cubicBezTo>
                  <a:close/>
                  <a:moveTo>
                    <a:pt x="29487" y="1266"/>
                  </a:moveTo>
                  <a:cubicBezTo>
                    <a:pt x="29505" y="1266"/>
                    <a:pt x="29537" y="1295"/>
                    <a:pt x="29570" y="1295"/>
                  </a:cubicBezTo>
                  <a:cubicBezTo>
                    <a:pt x="29618" y="1351"/>
                    <a:pt x="29618" y="1351"/>
                    <a:pt x="29521" y="1351"/>
                  </a:cubicBezTo>
                  <a:cubicBezTo>
                    <a:pt x="29472" y="1351"/>
                    <a:pt x="29472" y="1295"/>
                    <a:pt x="29472" y="1295"/>
                  </a:cubicBezTo>
                  <a:cubicBezTo>
                    <a:pt x="29472" y="1273"/>
                    <a:pt x="29478" y="1266"/>
                    <a:pt x="29487" y="1266"/>
                  </a:cubicBezTo>
                  <a:close/>
                  <a:moveTo>
                    <a:pt x="24016" y="1181"/>
                  </a:moveTo>
                  <a:cubicBezTo>
                    <a:pt x="24064" y="1181"/>
                    <a:pt x="24016" y="1303"/>
                    <a:pt x="24016" y="1360"/>
                  </a:cubicBezTo>
                  <a:cubicBezTo>
                    <a:pt x="23967" y="1360"/>
                    <a:pt x="23967" y="1360"/>
                    <a:pt x="23967" y="1303"/>
                  </a:cubicBezTo>
                  <a:cubicBezTo>
                    <a:pt x="23975" y="1254"/>
                    <a:pt x="23991" y="1214"/>
                    <a:pt x="24016" y="1181"/>
                  </a:cubicBezTo>
                  <a:close/>
                  <a:moveTo>
                    <a:pt x="30397" y="1238"/>
                  </a:moveTo>
                  <a:cubicBezTo>
                    <a:pt x="30445" y="1238"/>
                    <a:pt x="30494" y="1303"/>
                    <a:pt x="30494" y="1303"/>
                  </a:cubicBezTo>
                  <a:cubicBezTo>
                    <a:pt x="30494" y="1360"/>
                    <a:pt x="30445" y="1360"/>
                    <a:pt x="30445" y="1360"/>
                  </a:cubicBezTo>
                  <a:cubicBezTo>
                    <a:pt x="30397" y="1360"/>
                    <a:pt x="30348" y="1360"/>
                    <a:pt x="30348" y="1303"/>
                  </a:cubicBezTo>
                  <a:cubicBezTo>
                    <a:pt x="30348" y="1303"/>
                    <a:pt x="30348" y="1238"/>
                    <a:pt x="30397" y="1238"/>
                  </a:cubicBezTo>
                  <a:close/>
                  <a:moveTo>
                    <a:pt x="11254" y="1303"/>
                  </a:moveTo>
                  <a:lnTo>
                    <a:pt x="11303" y="1368"/>
                  </a:lnTo>
                  <a:lnTo>
                    <a:pt x="11254" y="1360"/>
                  </a:lnTo>
                  <a:cubicBezTo>
                    <a:pt x="11205" y="1360"/>
                    <a:pt x="11205" y="1360"/>
                    <a:pt x="11205" y="1303"/>
                  </a:cubicBezTo>
                  <a:close/>
                  <a:moveTo>
                    <a:pt x="11741" y="1311"/>
                  </a:moveTo>
                  <a:lnTo>
                    <a:pt x="11789" y="1368"/>
                  </a:lnTo>
                  <a:lnTo>
                    <a:pt x="11741" y="1368"/>
                  </a:lnTo>
                  <a:cubicBezTo>
                    <a:pt x="11692" y="1368"/>
                    <a:pt x="11692" y="1368"/>
                    <a:pt x="11692" y="1311"/>
                  </a:cubicBezTo>
                  <a:close/>
                  <a:moveTo>
                    <a:pt x="19192" y="1254"/>
                  </a:moveTo>
                  <a:cubicBezTo>
                    <a:pt x="19240" y="1303"/>
                    <a:pt x="19208" y="1376"/>
                    <a:pt x="19143" y="1376"/>
                  </a:cubicBezTo>
                  <a:cubicBezTo>
                    <a:pt x="19046" y="1376"/>
                    <a:pt x="19046" y="1376"/>
                    <a:pt x="19046" y="1319"/>
                  </a:cubicBezTo>
                  <a:cubicBezTo>
                    <a:pt x="19046" y="1254"/>
                    <a:pt x="19143" y="1254"/>
                    <a:pt x="19192" y="1254"/>
                  </a:cubicBezTo>
                  <a:close/>
                  <a:moveTo>
                    <a:pt x="33121" y="1262"/>
                  </a:moveTo>
                  <a:cubicBezTo>
                    <a:pt x="33121" y="1311"/>
                    <a:pt x="33105" y="1351"/>
                    <a:pt x="33072" y="1384"/>
                  </a:cubicBezTo>
                  <a:lnTo>
                    <a:pt x="33023" y="1384"/>
                  </a:lnTo>
                  <a:cubicBezTo>
                    <a:pt x="33023" y="1327"/>
                    <a:pt x="33023" y="1262"/>
                    <a:pt x="33072" y="1262"/>
                  </a:cubicBezTo>
                  <a:close/>
                  <a:moveTo>
                    <a:pt x="22556" y="1287"/>
                  </a:moveTo>
                  <a:lnTo>
                    <a:pt x="22605" y="1351"/>
                  </a:lnTo>
                  <a:lnTo>
                    <a:pt x="22556" y="1408"/>
                  </a:lnTo>
                  <a:lnTo>
                    <a:pt x="22508" y="1408"/>
                  </a:lnTo>
                  <a:cubicBezTo>
                    <a:pt x="22508" y="1351"/>
                    <a:pt x="22508" y="1287"/>
                    <a:pt x="22556" y="1287"/>
                  </a:cubicBezTo>
                  <a:close/>
                  <a:moveTo>
                    <a:pt x="12081" y="1311"/>
                  </a:moveTo>
                  <a:cubicBezTo>
                    <a:pt x="12178" y="1311"/>
                    <a:pt x="12178" y="1311"/>
                    <a:pt x="12130" y="1376"/>
                  </a:cubicBezTo>
                  <a:lnTo>
                    <a:pt x="12130" y="1368"/>
                  </a:lnTo>
                  <a:cubicBezTo>
                    <a:pt x="12105" y="1400"/>
                    <a:pt x="12081" y="1416"/>
                    <a:pt x="12063" y="1416"/>
                  </a:cubicBezTo>
                  <a:cubicBezTo>
                    <a:pt x="12045" y="1416"/>
                    <a:pt x="12032" y="1400"/>
                    <a:pt x="12032" y="1368"/>
                  </a:cubicBezTo>
                  <a:cubicBezTo>
                    <a:pt x="12032" y="1311"/>
                    <a:pt x="12032" y="1311"/>
                    <a:pt x="12081" y="1311"/>
                  </a:cubicBezTo>
                  <a:close/>
                  <a:moveTo>
                    <a:pt x="17197" y="1295"/>
                  </a:moveTo>
                  <a:cubicBezTo>
                    <a:pt x="17189" y="1343"/>
                    <a:pt x="17173" y="1384"/>
                    <a:pt x="17148" y="1416"/>
                  </a:cubicBezTo>
                  <a:lnTo>
                    <a:pt x="17100" y="1416"/>
                  </a:lnTo>
                  <a:cubicBezTo>
                    <a:pt x="17100" y="1360"/>
                    <a:pt x="17100" y="1295"/>
                    <a:pt x="17148" y="1295"/>
                  </a:cubicBezTo>
                  <a:close/>
                  <a:moveTo>
                    <a:pt x="28353" y="1343"/>
                  </a:moveTo>
                  <a:lnTo>
                    <a:pt x="28394" y="1400"/>
                  </a:lnTo>
                  <a:lnTo>
                    <a:pt x="28345" y="1457"/>
                  </a:lnTo>
                  <a:lnTo>
                    <a:pt x="28297" y="1457"/>
                  </a:lnTo>
                  <a:cubicBezTo>
                    <a:pt x="28297" y="1400"/>
                    <a:pt x="28305" y="1343"/>
                    <a:pt x="28353" y="1343"/>
                  </a:cubicBezTo>
                  <a:close/>
                  <a:moveTo>
                    <a:pt x="34677" y="1222"/>
                  </a:moveTo>
                  <a:lnTo>
                    <a:pt x="34580" y="1335"/>
                  </a:lnTo>
                  <a:cubicBezTo>
                    <a:pt x="34526" y="1434"/>
                    <a:pt x="34502" y="1479"/>
                    <a:pt x="34491" y="1479"/>
                  </a:cubicBezTo>
                  <a:cubicBezTo>
                    <a:pt x="34483" y="1479"/>
                    <a:pt x="34483" y="1450"/>
                    <a:pt x="34483" y="1400"/>
                  </a:cubicBezTo>
                  <a:cubicBezTo>
                    <a:pt x="34475" y="1319"/>
                    <a:pt x="34515" y="1254"/>
                    <a:pt x="34580" y="1222"/>
                  </a:cubicBezTo>
                  <a:close/>
                  <a:moveTo>
                    <a:pt x="10768" y="1360"/>
                  </a:moveTo>
                  <a:cubicBezTo>
                    <a:pt x="10792" y="1392"/>
                    <a:pt x="10816" y="1433"/>
                    <a:pt x="10816" y="1481"/>
                  </a:cubicBezTo>
                  <a:lnTo>
                    <a:pt x="10768" y="1481"/>
                  </a:lnTo>
                  <a:cubicBezTo>
                    <a:pt x="10719" y="1481"/>
                    <a:pt x="10719" y="1416"/>
                    <a:pt x="10719" y="1416"/>
                  </a:cubicBezTo>
                  <a:cubicBezTo>
                    <a:pt x="10719" y="1416"/>
                    <a:pt x="10719" y="1360"/>
                    <a:pt x="10768" y="1360"/>
                  </a:cubicBezTo>
                  <a:close/>
                  <a:moveTo>
                    <a:pt x="8858" y="1315"/>
                  </a:moveTo>
                  <a:cubicBezTo>
                    <a:pt x="8865" y="1315"/>
                    <a:pt x="8870" y="1322"/>
                    <a:pt x="8870" y="1343"/>
                  </a:cubicBezTo>
                  <a:lnTo>
                    <a:pt x="8870" y="1400"/>
                  </a:lnTo>
                  <a:cubicBezTo>
                    <a:pt x="8836" y="1440"/>
                    <a:pt x="8802" y="1484"/>
                    <a:pt x="8785" y="1484"/>
                  </a:cubicBezTo>
                  <a:cubicBezTo>
                    <a:pt x="8777" y="1484"/>
                    <a:pt x="8773" y="1476"/>
                    <a:pt x="8773" y="1457"/>
                  </a:cubicBezTo>
                  <a:cubicBezTo>
                    <a:pt x="8773" y="1416"/>
                    <a:pt x="8789" y="1376"/>
                    <a:pt x="8822" y="1343"/>
                  </a:cubicBezTo>
                  <a:cubicBezTo>
                    <a:pt x="8822" y="1343"/>
                    <a:pt x="8843" y="1315"/>
                    <a:pt x="8858" y="1315"/>
                  </a:cubicBezTo>
                  <a:close/>
                  <a:moveTo>
                    <a:pt x="28694" y="1343"/>
                  </a:moveTo>
                  <a:cubicBezTo>
                    <a:pt x="28718" y="1376"/>
                    <a:pt x="28734" y="1416"/>
                    <a:pt x="28743" y="1465"/>
                  </a:cubicBezTo>
                  <a:lnTo>
                    <a:pt x="28734" y="1465"/>
                  </a:lnTo>
                  <a:cubicBezTo>
                    <a:pt x="28734" y="1488"/>
                    <a:pt x="28726" y="1502"/>
                    <a:pt x="28714" y="1502"/>
                  </a:cubicBezTo>
                  <a:cubicBezTo>
                    <a:pt x="28696" y="1502"/>
                    <a:pt x="28669" y="1472"/>
                    <a:pt x="28645" y="1400"/>
                  </a:cubicBezTo>
                  <a:cubicBezTo>
                    <a:pt x="28645" y="1343"/>
                    <a:pt x="28645" y="1343"/>
                    <a:pt x="28694" y="1343"/>
                  </a:cubicBezTo>
                  <a:close/>
                  <a:moveTo>
                    <a:pt x="39842" y="1262"/>
                  </a:moveTo>
                  <a:cubicBezTo>
                    <a:pt x="39899" y="1279"/>
                    <a:pt x="39939" y="1327"/>
                    <a:pt x="39939" y="1384"/>
                  </a:cubicBezTo>
                  <a:cubicBezTo>
                    <a:pt x="39988" y="1506"/>
                    <a:pt x="39988" y="1506"/>
                    <a:pt x="39891" y="1506"/>
                  </a:cubicBezTo>
                  <a:cubicBezTo>
                    <a:pt x="39842" y="1506"/>
                    <a:pt x="39793" y="1506"/>
                    <a:pt x="39793" y="1449"/>
                  </a:cubicBezTo>
                  <a:lnTo>
                    <a:pt x="39842" y="1449"/>
                  </a:lnTo>
                  <a:cubicBezTo>
                    <a:pt x="39842" y="1465"/>
                    <a:pt x="39846" y="1472"/>
                    <a:pt x="39851" y="1472"/>
                  </a:cubicBezTo>
                  <a:cubicBezTo>
                    <a:pt x="39862" y="1472"/>
                    <a:pt x="39877" y="1430"/>
                    <a:pt x="39842" y="1384"/>
                  </a:cubicBezTo>
                  <a:lnTo>
                    <a:pt x="39842" y="1262"/>
                  </a:lnTo>
                  <a:close/>
                  <a:moveTo>
                    <a:pt x="40474" y="1392"/>
                  </a:moveTo>
                  <a:lnTo>
                    <a:pt x="40523" y="1449"/>
                  </a:lnTo>
                  <a:cubicBezTo>
                    <a:pt x="40523" y="1514"/>
                    <a:pt x="40474" y="1514"/>
                    <a:pt x="40426" y="1514"/>
                  </a:cubicBezTo>
                  <a:cubicBezTo>
                    <a:pt x="40377" y="1514"/>
                    <a:pt x="40377" y="1514"/>
                    <a:pt x="40377" y="1449"/>
                  </a:cubicBezTo>
                  <a:cubicBezTo>
                    <a:pt x="40377" y="1449"/>
                    <a:pt x="40426" y="1392"/>
                    <a:pt x="40474" y="1392"/>
                  </a:cubicBezTo>
                  <a:close/>
                  <a:moveTo>
                    <a:pt x="31272" y="1489"/>
                  </a:moveTo>
                  <a:lnTo>
                    <a:pt x="31321" y="1546"/>
                  </a:lnTo>
                  <a:lnTo>
                    <a:pt x="31272" y="1546"/>
                  </a:lnTo>
                  <a:cubicBezTo>
                    <a:pt x="31224" y="1546"/>
                    <a:pt x="31224" y="1546"/>
                    <a:pt x="31224" y="1489"/>
                  </a:cubicBezTo>
                  <a:close/>
                  <a:moveTo>
                    <a:pt x="31759" y="1433"/>
                  </a:moveTo>
                  <a:cubicBezTo>
                    <a:pt x="31759" y="1489"/>
                    <a:pt x="31759" y="1554"/>
                    <a:pt x="31710" y="1554"/>
                  </a:cubicBezTo>
                  <a:cubicBezTo>
                    <a:pt x="31697" y="1569"/>
                    <a:pt x="31684" y="1576"/>
                    <a:pt x="31673" y="1576"/>
                  </a:cubicBezTo>
                  <a:cubicBezTo>
                    <a:pt x="31642" y="1576"/>
                    <a:pt x="31626" y="1522"/>
                    <a:pt x="31661" y="1433"/>
                  </a:cubicBezTo>
                  <a:close/>
                  <a:moveTo>
                    <a:pt x="34775" y="1457"/>
                  </a:moveTo>
                  <a:lnTo>
                    <a:pt x="34823" y="1522"/>
                  </a:lnTo>
                  <a:cubicBezTo>
                    <a:pt x="34823" y="1578"/>
                    <a:pt x="34775" y="1578"/>
                    <a:pt x="34726" y="1578"/>
                  </a:cubicBezTo>
                  <a:lnTo>
                    <a:pt x="34726" y="1522"/>
                  </a:lnTo>
                  <a:lnTo>
                    <a:pt x="34775" y="1457"/>
                  </a:lnTo>
                  <a:close/>
                  <a:moveTo>
                    <a:pt x="33510" y="1449"/>
                  </a:moveTo>
                  <a:cubicBezTo>
                    <a:pt x="33559" y="1449"/>
                    <a:pt x="33510" y="1506"/>
                    <a:pt x="33461" y="1627"/>
                  </a:cubicBezTo>
                  <a:cubicBezTo>
                    <a:pt x="33421" y="1651"/>
                    <a:pt x="33397" y="1664"/>
                    <a:pt x="33387" y="1664"/>
                  </a:cubicBezTo>
                  <a:cubicBezTo>
                    <a:pt x="33372" y="1664"/>
                    <a:pt x="33384" y="1637"/>
                    <a:pt x="33413" y="1570"/>
                  </a:cubicBezTo>
                  <a:cubicBezTo>
                    <a:pt x="33461" y="1506"/>
                    <a:pt x="33510" y="1449"/>
                    <a:pt x="33510" y="1449"/>
                  </a:cubicBezTo>
                  <a:close/>
                  <a:moveTo>
                    <a:pt x="7208" y="1506"/>
                  </a:moveTo>
                  <a:cubicBezTo>
                    <a:pt x="7265" y="1506"/>
                    <a:pt x="7257" y="1627"/>
                    <a:pt x="7160" y="1684"/>
                  </a:cubicBezTo>
                  <a:cubicBezTo>
                    <a:pt x="7111" y="1684"/>
                    <a:pt x="7111" y="1684"/>
                    <a:pt x="7111" y="1627"/>
                  </a:cubicBezTo>
                  <a:cubicBezTo>
                    <a:pt x="7111" y="1562"/>
                    <a:pt x="7152" y="1514"/>
                    <a:pt x="7208" y="1506"/>
                  </a:cubicBezTo>
                  <a:close/>
                  <a:moveTo>
                    <a:pt x="30737" y="1603"/>
                  </a:moveTo>
                  <a:cubicBezTo>
                    <a:pt x="30688" y="1603"/>
                    <a:pt x="30688" y="1660"/>
                    <a:pt x="30688" y="1660"/>
                  </a:cubicBezTo>
                  <a:cubicBezTo>
                    <a:pt x="30688" y="1660"/>
                    <a:pt x="30688" y="1724"/>
                    <a:pt x="30737" y="1724"/>
                  </a:cubicBezTo>
                  <a:lnTo>
                    <a:pt x="30786" y="1724"/>
                  </a:lnTo>
                  <a:cubicBezTo>
                    <a:pt x="30778" y="1676"/>
                    <a:pt x="30761" y="1635"/>
                    <a:pt x="30737" y="1603"/>
                  </a:cubicBezTo>
                  <a:close/>
                  <a:moveTo>
                    <a:pt x="392" y="1471"/>
                  </a:moveTo>
                  <a:cubicBezTo>
                    <a:pt x="398" y="1471"/>
                    <a:pt x="398" y="1501"/>
                    <a:pt x="398" y="1562"/>
                  </a:cubicBezTo>
                  <a:cubicBezTo>
                    <a:pt x="398" y="1627"/>
                    <a:pt x="390" y="1684"/>
                    <a:pt x="341" y="1684"/>
                  </a:cubicBezTo>
                  <a:cubicBezTo>
                    <a:pt x="313" y="1717"/>
                    <a:pt x="293" y="1731"/>
                    <a:pt x="281" y="1731"/>
                  </a:cubicBezTo>
                  <a:cubicBezTo>
                    <a:pt x="253" y="1731"/>
                    <a:pt x="274" y="1649"/>
                    <a:pt x="349" y="1562"/>
                  </a:cubicBezTo>
                  <a:cubicBezTo>
                    <a:pt x="373" y="1501"/>
                    <a:pt x="386" y="1471"/>
                    <a:pt x="392" y="1471"/>
                  </a:cubicBezTo>
                  <a:close/>
                  <a:moveTo>
                    <a:pt x="13054" y="1619"/>
                  </a:moveTo>
                  <a:lnTo>
                    <a:pt x="13103" y="1676"/>
                  </a:lnTo>
                  <a:cubicBezTo>
                    <a:pt x="13103" y="1741"/>
                    <a:pt x="13054" y="1741"/>
                    <a:pt x="13054" y="1741"/>
                  </a:cubicBezTo>
                  <a:cubicBezTo>
                    <a:pt x="13005" y="1741"/>
                    <a:pt x="13005" y="1741"/>
                    <a:pt x="13005" y="1676"/>
                  </a:cubicBezTo>
                  <a:cubicBezTo>
                    <a:pt x="13005" y="1676"/>
                    <a:pt x="13005" y="1619"/>
                    <a:pt x="13054" y="1619"/>
                  </a:cubicBezTo>
                  <a:close/>
                  <a:moveTo>
                    <a:pt x="23237" y="1651"/>
                  </a:moveTo>
                  <a:cubicBezTo>
                    <a:pt x="23229" y="1700"/>
                    <a:pt x="23213" y="1741"/>
                    <a:pt x="23181" y="1773"/>
                  </a:cubicBezTo>
                  <a:lnTo>
                    <a:pt x="23132" y="1773"/>
                  </a:lnTo>
                  <a:cubicBezTo>
                    <a:pt x="23132" y="1708"/>
                    <a:pt x="23140" y="1651"/>
                    <a:pt x="23189" y="1651"/>
                  </a:cubicBezTo>
                  <a:close/>
                  <a:moveTo>
                    <a:pt x="12470" y="1676"/>
                  </a:moveTo>
                  <a:lnTo>
                    <a:pt x="12519" y="1733"/>
                  </a:lnTo>
                  <a:lnTo>
                    <a:pt x="12470" y="1789"/>
                  </a:lnTo>
                  <a:lnTo>
                    <a:pt x="12422" y="1789"/>
                  </a:lnTo>
                  <a:cubicBezTo>
                    <a:pt x="12422" y="1733"/>
                    <a:pt x="12422" y="1676"/>
                    <a:pt x="12470" y="1676"/>
                  </a:cubicBezTo>
                  <a:close/>
                  <a:moveTo>
                    <a:pt x="39696" y="1741"/>
                  </a:moveTo>
                  <a:cubicBezTo>
                    <a:pt x="39696" y="1806"/>
                    <a:pt x="39696" y="1806"/>
                    <a:pt x="39745" y="1806"/>
                  </a:cubicBezTo>
                  <a:lnTo>
                    <a:pt x="39793" y="1806"/>
                  </a:lnTo>
                  <a:lnTo>
                    <a:pt x="39745" y="1741"/>
                  </a:lnTo>
                  <a:close/>
                  <a:moveTo>
                    <a:pt x="349" y="970"/>
                  </a:moveTo>
                  <a:cubicBezTo>
                    <a:pt x="301" y="970"/>
                    <a:pt x="301" y="1035"/>
                    <a:pt x="292" y="1092"/>
                  </a:cubicBezTo>
                  <a:lnTo>
                    <a:pt x="195" y="1092"/>
                  </a:lnTo>
                  <a:cubicBezTo>
                    <a:pt x="195" y="1092"/>
                    <a:pt x="146" y="1092"/>
                    <a:pt x="146" y="1149"/>
                  </a:cubicBezTo>
                  <a:cubicBezTo>
                    <a:pt x="146" y="1214"/>
                    <a:pt x="98" y="1214"/>
                    <a:pt x="49" y="1214"/>
                  </a:cubicBezTo>
                  <a:cubicBezTo>
                    <a:pt x="49" y="1194"/>
                    <a:pt x="45" y="1187"/>
                    <a:pt x="40" y="1187"/>
                  </a:cubicBezTo>
                  <a:cubicBezTo>
                    <a:pt x="29" y="1187"/>
                    <a:pt x="15" y="1230"/>
                    <a:pt x="49" y="1270"/>
                  </a:cubicBezTo>
                  <a:cubicBezTo>
                    <a:pt x="49" y="1327"/>
                    <a:pt x="49" y="1392"/>
                    <a:pt x="1" y="1392"/>
                  </a:cubicBezTo>
                  <a:lnTo>
                    <a:pt x="1" y="1506"/>
                  </a:lnTo>
                  <a:cubicBezTo>
                    <a:pt x="1" y="1627"/>
                    <a:pt x="1" y="1684"/>
                    <a:pt x="98" y="1749"/>
                  </a:cubicBezTo>
                  <a:cubicBezTo>
                    <a:pt x="209" y="1786"/>
                    <a:pt x="304" y="1820"/>
                    <a:pt x="366" y="1820"/>
                  </a:cubicBezTo>
                  <a:cubicBezTo>
                    <a:pt x="412" y="1820"/>
                    <a:pt x="438" y="1801"/>
                    <a:pt x="438" y="1749"/>
                  </a:cubicBezTo>
                  <a:cubicBezTo>
                    <a:pt x="438" y="1749"/>
                    <a:pt x="487" y="1692"/>
                    <a:pt x="536" y="1692"/>
                  </a:cubicBezTo>
                  <a:cubicBezTo>
                    <a:pt x="584" y="1692"/>
                    <a:pt x="633" y="1757"/>
                    <a:pt x="633" y="1757"/>
                  </a:cubicBezTo>
                  <a:cubicBezTo>
                    <a:pt x="633" y="1814"/>
                    <a:pt x="828" y="1814"/>
                    <a:pt x="1071" y="1814"/>
                  </a:cubicBezTo>
                  <a:cubicBezTo>
                    <a:pt x="1363" y="1822"/>
                    <a:pt x="1509" y="1822"/>
                    <a:pt x="1557" y="1878"/>
                  </a:cubicBezTo>
                  <a:cubicBezTo>
                    <a:pt x="1582" y="1919"/>
                    <a:pt x="1614" y="1935"/>
                    <a:pt x="1654" y="1943"/>
                  </a:cubicBezTo>
                  <a:cubicBezTo>
                    <a:pt x="1654" y="1887"/>
                    <a:pt x="1946" y="1887"/>
                    <a:pt x="2287" y="1887"/>
                  </a:cubicBezTo>
                  <a:cubicBezTo>
                    <a:pt x="2380" y="1889"/>
                    <a:pt x="2474" y="1890"/>
                    <a:pt x="2560" y="1890"/>
                  </a:cubicBezTo>
                  <a:cubicBezTo>
                    <a:pt x="2789" y="1890"/>
                    <a:pt x="2968" y="1879"/>
                    <a:pt x="2968" y="1838"/>
                  </a:cubicBezTo>
                  <a:lnTo>
                    <a:pt x="3065" y="1838"/>
                  </a:lnTo>
                  <a:cubicBezTo>
                    <a:pt x="3065" y="1895"/>
                    <a:pt x="3163" y="1895"/>
                    <a:pt x="3260" y="1895"/>
                  </a:cubicBezTo>
                  <a:cubicBezTo>
                    <a:pt x="3325" y="1862"/>
                    <a:pt x="3390" y="1846"/>
                    <a:pt x="3454" y="1838"/>
                  </a:cubicBezTo>
                  <a:cubicBezTo>
                    <a:pt x="3454" y="1903"/>
                    <a:pt x="3503" y="1903"/>
                    <a:pt x="3600" y="1903"/>
                  </a:cubicBezTo>
                  <a:cubicBezTo>
                    <a:pt x="3698" y="1903"/>
                    <a:pt x="3746" y="1903"/>
                    <a:pt x="3746" y="1838"/>
                  </a:cubicBezTo>
                  <a:cubicBezTo>
                    <a:pt x="3933" y="1838"/>
                    <a:pt x="4111" y="1862"/>
                    <a:pt x="4281" y="1903"/>
                  </a:cubicBezTo>
                  <a:cubicBezTo>
                    <a:pt x="4297" y="1923"/>
                    <a:pt x="4312" y="1931"/>
                    <a:pt x="4327" y="1931"/>
                  </a:cubicBezTo>
                  <a:cubicBezTo>
                    <a:pt x="4361" y="1931"/>
                    <a:pt x="4396" y="1891"/>
                    <a:pt x="4435" y="1846"/>
                  </a:cubicBezTo>
                  <a:cubicBezTo>
                    <a:pt x="4427" y="1789"/>
                    <a:pt x="4476" y="1741"/>
                    <a:pt x="4533" y="1733"/>
                  </a:cubicBezTo>
                  <a:cubicBezTo>
                    <a:pt x="4533" y="1733"/>
                    <a:pt x="4533" y="1789"/>
                    <a:pt x="4533" y="1846"/>
                  </a:cubicBezTo>
                  <a:cubicBezTo>
                    <a:pt x="4476" y="1911"/>
                    <a:pt x="4476" y="1911"/>
                    <a:pt x="4573" y="1911"/>
                  </a:cubicBezTo>
                  <a:lnTo>
                    <a:pt x="4671" y="1911"/>
                  </a:lnTo>
                  <a:cubicBezTo>
                    <a:pt x="4671" y="1854"/>
                    <a:pt x="4922" y="1854"/>
                    <a:pt x="5262" y="1854"/>
                  </a:cubicBezTo>
                  <a:cubicBezTo>
                    <a:pt x="5377" y="1856"/>
                    <a:pt x="5471" y="1858"/>
                    <a:pt x="5548" y="1858"/>
                  </a:cubicBezTo>
                  <a:cubicBezTo>
                    <a:pt x="5767" y="1858"/>
                    <a:pt x="5846" y="1845"/>
                    <a:pt x="5846" y="1797"/>
                  </a:cubicBezTo>
                  <a:cubicBezTo>
                    <a:pt x="5846" y="1770"/>
                    <a:pt x="5858" y="1756"/>
                    <a:pt x="5886" y="1756"/>
                  </a:cubicBezTo>
                  <a:cubicBezTo>
                    <a:pt x="5916" y="1756"/>
                    <a:pt x="5965" y="1772"/>
                    <a:pt x="6041" y="1806"/>
                  </a:cubicBezTo>
                  <a:cubicBezTo>
                    <a:pt x="6227" y="1920"/>
                    <a:pt x="6295" y="1961"/>
                    <a:pt x="6332" y="1961"/>
                  </a:cubicBezTo>
                  <a:cubicBezTo>
                    <a:pt x="6353" y="1961"/>
                    <a:pt x="6364" y="1948"/>
                    <a:pt x="6381" y="1927"/>
                  </a:cubicBezTo>
                  <a:cubicBezTo>
                    <a:pt x="6333" y="1927"/>
                    <a:pt x="6333" y="1862"/>
                    <a:pt x="6333" y="1806"/>
                  </a:cubicBezTo>
                  <a:cubicBezTo>
                    <a:pt x="6333" y="1745"/>
                    <a:pt x="6345" y="1714"/>
                    <a:pt x="6363" y="1714"/>
                  </a:cubicBezTo>
                  <a:cubicBezTo>
                    <a:pt x="6381" y="1714"/>
                    <a:pt x="6406" y="1745"/>
                    <a:pt x="6430" y="1806"/>
                  </a:cubicBezTo>
                  <a:cubicBezTo>
                    <a:pt x="6430" y="1853"/>
                    <a:pt x="6543" y="1874"/>
                    <a:pt x="6683" y="1874"/>
                  </a:cubicBezTo>
                  <a:cubicBezTo>
                    <a:pt x="6899" y="1874"/>
                    <a:pt x="7179" y="1826"/>
                    <a:pt x="7208" y="1757"/>
                  </a:cubicBezTo>
                  <a:lnTo>
                    <a:pt x="7208" y="1814"/>
                  </a:lnTo>
                  <a:cubicBezTo>
                    <a:pt x="7208" y="1870"/>
                    <a:pt x="7257" y="1878"/>
                    <a:pt x="7452" y="1878"/>
                  </a:cubicBezTo>
                  <a:lnTo>
                    <a:pt x="7597" y="1878"/>
                  </a:lnTo>
                  <a:cubicBezTo>
                    <a:pt x="7597" y="1828"/>
                    <a:pt x="7648" y="1810"/>
                    <a:pt x="7707" y="1810"/>
                  </a:cubicBezTo>
                  <a:cubicBezTo>
                    <a:pt x="7790" y="1810"/>
                    <a:pt x="7889" y="1845"/>
                    <a:pt x="7889" y="1878"/>
                  </a:cubicBezTo>
                  <a:cubicBezTo>
                    <a:pt x="7938" y="1943"/>
                    <a:pt x="7938" y="1943"/>
                    <a:pt x="8035" y="1943"/>
                  </a:cubicBezTo>
                  <a:cubicBezTo>
                    <a:pt x="8096" y="1893"/>
                    <a:pt x="8174" y="1874"/>
                    <a:pt x="8244" y="1874"/>
                  </a:cubicBezTo>
                  <a:cubicBezTo>
                    <a:pt x="8342" y="1874"/>
                    <a:pt x="8424" y="1910"/>
                    <a:pt x="8424" y="1943"/>
                  </a:cubicBezTo>
                  <a:lnTo>
                    <a:pt x="8522" y="1943"/>
                  </a:lnTo>
                  <a:cubicBezTo>
                    <a:pt x="8571" y="1908"/>
                    <a:pt x="8627" y="1885"/>
                    <a:pt x="8688" y="1885"/>
                  </a:cubicBezTo>
                  <a:cubicBezTo>
                    <a:pt x="8698" y="1885"/>
                    <a:pt x="8707" y="1886"/>
                    <a:pt x="8716" y="1887"/>
                  </a:cubicBezTo>
                  <a:cubicBezTo>
                    <a:pt x="8862" y="1887"/>
                    <a:pt x="8911" y="1887"/>
                    <a:pt x="8862" y="1830"/>
                  </a:cubicBezTo>
                  <a:cubicBezTo>
                    <a:pt x="8862" y="1765"/>
                    <a:pt x="8862" y="1708"/>
                    <a:pt x="8911" y="1708"/>
                  </a:cubicBezTo>
                  <a:lnTo>
                    <a:pt x="8911" y="1773"/>
                  </a:lnTo>
                  <a:cubicBezTo>
                    <a:pt x="8911" y="1830"/>
                    <a:pt x="9057" y="1830"/>
                    <a:pt x="9251" y="1830"/>
                  </a:cubicBezTo>
                  <a:cubicBezTo>
                    <a:pt x="9495" y="1838"/>
                    <a:pt x="9592" y="1838"/>
                    <a:pt x="9641" y="1895"/>
                  </a:cubicBezTo>
                  <a:lnTo>
                    <a:pt x="9689" y="1838"/>
                  </a:lnTo>
                  <a:cubicBezTo>
                    <a:pt x="9713" y="1807"/>
                    <a:pt x="9736" y="1792"/>
                    <a:pt x="9754" y="1792"/>
                  </a:cubicBezTo>
                  <a:cubicBezTo>
                    <a:pt x="9774" y="1792"/>
                    <a:pt x="9787" y="1809"/>
                    <a:pt x="9787" y="1838"/>
                  </a:cubicBezTo>
                  <a:cubicBezTo>
                    <a:pt x="9812" y="1867"/>
                    <a:pt x="9876" y="1884"/>
                    <a:pt x="9945" y="1884"/>
                  </a:cubicBezTo>
                  <a:cubicBezTo>
                    <a:pt x="10010" y="1884"/>
                    <a:pt x="10080" y="1869"/>
                    <a:pt x="10127" y="1838"/>
                  </a:cubicBezTo>
                  <a:lnTo>
                    <a:pt x="10224" y="1838"/>
                  </a:lnTo>
                  <a:cubicBezTo>
                    <a:pt x="10245" y="1900"/>
                    <a:pt x="10299" y="1930"/>
                    <a:pt x="10352" y="1930"/>
                  </a:cubicBezTo>
                  <a:cubicBezTo>
                    <a:pt x="10402" y="1930"/>
                    <a:pt x="10452" y="1902"/>
                    <a:pt x="10468" y="1846"/>
                  </a:cubicBezTo>
                  <a:cubicBezTo>
                    <a:pt x="10468" y="1903"/>
                    <a:pt x="10516" y="1903"/>
                    <a:pt x="10565" y="1903"/>
                  </a:cubicBezTo>
                  <a:cubicBezTo>
                    <a:pt x="10614" y="1874"/>
                    <a:pt x="10687" y="1860"/>
                    <a:pt x="10747" y="1860"/>
                  </a:cubicBezTo>
                  <a:cubicBezTo>
                    <a:pt x="10808" y="1860"/>
                    <a:pt x="10857" y="1874"/>
                    <a:pt x="10857" y="1903"/>
                  </a:cubicBezTo>
                  <a:lnTo>
                    <a:pt x="10905" y="1903"/>
                  </a:lnTo>
                  <a:cubicBezTo>
                    <a:pt x="10941" y="1868"/>
                    <a:pt x="10988" y="1845"/>
                    <a:pt x="11032" y="1845"/>
                  </a:cubicBezTo>
                  <a:cubicBezTo>
                    <a:pt x="11039" y="1845"/>
                    <a:pt x="11045" y="1845"/>
                    <a:pt x="11051" y="1846"/>
                  </a:cubicBezTo>
                  <a:cubicBezTo>
                    <a:pt x="11061" y="1847"/>
                    <a:pt x="11070" y="1848"/>
                    <a:pt x="11079" y="1848"/>
                  </a:cubicBezTo>
                  <a:cubicBezTo>
                    <a:pt x="11126" y="1848"/>
                    <a:pt x="11171" y="1830"/>
                    <a:pt x="11205" y="1789"/>
                  </a:cubicBezTo>
                  <a:cubicBezTo>
                    <a:pt x="11222" y="1757"/>
                    <a:pt x="11262" y="1733"/>
                    <a:pt x="11303" y="1733"/>
                  </a:cubicBezTo>
                  <a:cubicBezTo>
                    <a:pt x="11351" y="1733"/>
                    <a:pt x="11303" y="1789"/>
                    <a:pt x="11254" y="1846"/>
                  </a:cubicBezTo>
                  <a:cubicBezTo>
                    <a:pt x="11210" y="1873"/>
                    <a:pt x="11210" y="1889"/>
                    <a:pt x="11237" y="1889"/>
                  </a:cubicBezTo>
                  <a:cubicBezTo>
                    <a:pt x="11273" y="1889"/>
                    <a:pt x="11360" y="1860"/>
                    <a:pt x="11449" y="1789"/>
                  </a:cubicBezTo>
                  <a:cubicBezTo>
                    <a:pt x="11522" y="1733"/>
                    <a:pt x="11558" y="1704"/>
                    <a:pt x="11564" y="1704"/>
                  </a:cubicBezTo>
                  <a:lnTo>
                    <a:pt x="11564" y="1704"/>
                  </a:lnTo>
                  <a:cubicBezTo>
                    <a:pt x="11570" y="1704"/>
                    <a:pt x="11546" y="1733"/>
                    <a:pt x="11497" y="1789"/>
                  </a:cubicBezTo>
                  <a:cubicBezTo>
                    <a:pt x="11463" y="1835"/>
                    <a:pt x="11424" y="1877"/>
                    <a:pt x="11442" y="1877"/>
                  </a:cubicBezTo>
                  <a:cubicBezTo>
                    <a:pt x="11450" y="1877"/>
                    <a:pt x="11467" y="1871"/>
                    <a:pt x="11497" y="1854"/>
                  </a:cubicBezTo>
                  <a:cubicBezTo>
                    <a:pt x="11497" y="1854"/>
                    <a:pt x="11595" y="1854"/>
                    <a:pt x="11595" y="1789"/>
                  </a:cubicBezTo>
                  <a:lnTo>
                    <a:pt x="11741" y="1797"/>
                  </a:lnTo>
                  <a:cubicBezTo>
                    <a:pt x="11797" y="1838"/>
                    <a:pt x="11862" y="1854"/>
                    <a:pt x="11935" y="1854"/>
                  </a:cubicBezTo>
                  <a:cubicBezTo>
                    <a:pt x="11959" y="1826"/>
                    <a:pt x="11972" y="1812"/>
                    <a:pt x="11984" y="1812"/>
                  </a:cubicBezTo>
                  <a:cubicBezTo>
                    <a:pt x="11996" y="1812"/>
                    <a:pt x="12008" y="1826"/>
                    <a:pt x="12032" y="1854"/>
                  </a:cubicBezTo>
                  <a:cubicBezTo>
                    <a:pt x="12032" y="1882"/>
                    <a:pt x="12041" y="1897"/>
                    <a:pt x="12051" y="1897"/>
                  </a:cubicBezTo>
                  <a:cubicBezTo>
                    <a:pt x="12065" y="1897"/>
                    <a:pt x="12081" y="1868"/>
                    <a:pt x="12081" y="1797"/>
                  </a:cubicBezTo>
                  <a:cubicBezTo>
                    <a:pt x="12105" y="1769"/>
                    <a:pt x="12130" y="1755"/>
                    <a:pt x="12154" y="1755"/>
                  </a:cubicBezTo>
                  <a:cubicBezTo>
                    <a:pt x="12178" y="1755"/>
                    <a:pt x="12203" y="1769"/>
                    <a:pt x="12227" y="1797"/>
                  </a:cubicBezTo>
                  <a:cubicBezTo>
                    <a:pt x="12227" y="1870"/>
                    <a:pt x="12244" y="1899"/>
                    <a:pt x="12258" y="1899"/>
                  </a:cubicBezTo>
                  <a:cubicBezTo>
                    <a:pt x="12268" y="1899"/>
                    <a:pt x="12276" y="1885"/>
                    <a:pt x="12276" y="1862"/>
                  </a:cubicBezTo>
                  <a:cubicBezTo>
                    <a:pt x="12292" y="1830"/>
                    <a:pt x="12332" y="1806"/>
                    <a:pt x="12373" y="1797"/>
                  </a:cubicBezTo>
                  <a:cubicBezTo>
                    <a:pt x="12373" y="1862"/>
                    <a:pt x="12811" y="1862"/>
                    <a:pt x="13249" y="1870"/>
                  </a:cubicBezTo>
                  <a:cubicBezTo>
                    <a:pt x="13305" y="1854"/>
                    <a:pt x="13346" y="1806"/>
                    <a:pt x="13346" y="1749"/>
                  </a:cubicBezTo>
                  <a:cubicBezTo>
                    <a:pt x="13346" y="1698"/>
                    <a:pt x="13346" y="1680"/>
                    <a:pt x="13349" y="1680"/>
                  </a:cubicBezTo>
                  <a:cubicBezTo>
                    <a:pt x="13354" y="1680"/>
                    <a:pt x="13366" y="1716"/>
                    <a:pt x="13395" y="1749"/>
                  </a:cubicBezTo>
                  <a:cubicBezTo>
                    <a:pt x="13419" y="1838"/>
                    <a:pt x="13455" y="1883"/>
                    <a:pt x="13480" y="1883"/>
                  </a:cubicBezTo>
                  <a:cubicBezTo>
                    <a:pt x="13504" y="1883"/>
                    <a:pt x="13516" y="1838"/>
                    <a:pt x="13492" y="1749"/>
                  </a:cubicBezTo>
                  <a:cubicBezTo>
                    <a:pt x="13468" y="1688"/>
                    <a:pt x="13455" y="1658"/>
                    <a:pt x="13461" y="1658"/>
                  </a:cubicBezTo>
                  <a:lnTo>
                    <a:pt x="13461" y="1658"/>
                  </a:lnTo>
                  <a:cubicBezTo>
                    <a:pt x="13468" y="1658"/>
                    <a:pt x="13492" y="1688"/>
                    <a:pt x="13540" y="1749"/>
                  </a:cubicBezTo>
                  <a:cubicBezTo>
                    <a:pt x="13565" y="1781"/>
                    <a:pt x="13577" y="1797"/>
                    <a:pt x="13589" y="1797"/>
                  </a:cubicBezTo>
                  <a:cubicBezTo>
                    <a:pt x="13601" y="1797"/>
                    <a:pt x="13613" y="1781"/>
                    <a:pt x="13638" y="1749"/>
                  </a:cubicBezTo>
                  <a:cubicBezTo>
                    <a:pt x="13638" y="1720"/>
                    <a:pt x="13650" y="1706"/>
                    <a:pt x="13662" y="1706"/>
                  </a:cubicBezTo>
                  <a:cubicBezTo>
                    <a:pt x="13674" y="1706"/>
                    <a:pt x="13686" y="1720"/>
                    <a:pt x="13686" y="1749"/>
                  </a:cubicBezTo>
                  <a:cubicBezTo>
                    <a:pt x="13721" y="1795"/>
                    <a:pt x="13756" y="1837"/>
                    <a:pt x="13773" y="1837"/>
                  </a:cubicBezTo>
                  <a:cubicBezTo>
                    <a:pt x="13780" y="1837"/>
                    <a:pt x="13784" y="1830"/>
                    <a:pt x="13784" y="1814"/>
                  </a:cubicBezTo>
                  <a:cubicBezTo>
                    <a:pt x="13824" y="1814"/>
                    <a:pt x="13857" y="1838"/>
                    <a:pt x="13881" y="1870"/>
                  </a:cubicBezTo>
                  <a:cubicBezTo>
                    <a:pt x="13895" y="1890"/>
                    <a:pt x="13910" y="1897"/>
                    <a:pt x="13924" y="1897"/>
                  </a:cubicBezTo>
                  <a:cubicBezTo>
                    <a:pt x="13959" y="1897"/>
                    <a:pt x="13993" y="1854"/>
                    <a:pt x="14027" y="1814"/>
                  </a:cubicBezTo>
                  <a:cubicBezTo>
                    <a:pt x="14100" y="1757"/>
                    <a:pt x="14149" y="1728"/>
                    <a:pt x="14173" y="1728"/>
                  </a:cubicBezTo>
                  <a:cubicBezTo>
                    <a:pt x="14197" y="1728"/>
                    <a:pt x="14197" y="1757"/>
                    <a:pt x="14173" y="1814"/>
                  </a:cubicBezTo>
                  <a:cubicBezTo>
                    <a:pt x="14154" y="1861"/>
                    <a:pt x="14179" y="1881"/>
                    <a:pt x="14220" y="1881"/>
                  </a:cubicBezTo>
                  <a:cubicBezTo>
                    <a:pt x="14284" y="1881"/>
                    <a:pt x="14386" y="1831"/>
                    <a:pt x="14416" y="1757"/>
                  </a:cubicBezTo>
                  <a:cubicBezTo>
                    <a:pt x="14444" y="1687"/>
                    <a:pt x="14456" y="1657"/>
                    <a:pt x="14461" y="1657"/>
                  </a:cubicBezTo>
                  <a:cubicBezTo>
                    <a:pt x="14465" y="1657"/>
                    <a:pt x="14465" y="1673"/>
                    <a:pt x="14465" y="1700"/>
                  </a:cubicBezTo>
                  <a:cubicBezTo>
                    <a:pt x="14465" y="1757"/>
                    <a:pt x="14513" y="1757"/>
                    <a:pt x="14513" y="1757"/>
                  </a:cubicBezTo>
                  <a:cubicBezTo>
                    <a:pt x="14562" y="1757"/>
                    <a:pt x="14611" y="1757"/>
                    <a:pt x="14611" y="1822"/>
                  </a:cubicBezTo>
                  <a:cubicBezTo>
                    <a:pt x="14667" y="1814"/>
                    <a:pt x="14716" y="1789"/>
                    <a:pt x="14757" y="1765"/>
                  </a:cubicBezTo>
                  <a:cubicBezTo>
                    <a:pt x="14793" y="1719"/>
                    <a:pt x="14842" y="1699"/>
                    <a:pt x="14889" y="1699"/>
                  </a:cubicBezTo>
                  <a:cubicBezTo>
                    <a:pt x="14961" y="1699"/>
                    <a:pt x="15029" y="1744"/>
                    <a:pt x="15049" y="1822"/>
                  </a:cubicBezTo>
                  <a:lnTo>
                    <a:pt x="15146" y="1765"/>
                  </a:lnTo>
                  <a:cubicBezTo>
                    <a:pt x="15176" y="1691"/>
                    <a:pt x="15205" y="1641"/>
                    <a:pt x="15224" y="1641"/>
                  </a:cubicBezTo>
                  <a:cubicBezTo>
                    <a:pt x="15236" y="1641"/>
                    <a:pt x="15243" y="1661"/>
                    <a:pt x="15243" y="1708"/>
                  </a:cubicBezTo>
                  <a:cubicBezTo>
                    <a:pt x="15243" y="1729"/>
                    <a:pt x="15243" y="1750"/>
                    <a:pt x="15243" y="1765"/>
                  </a:cubicBezTo>
                  <a:cubicBezTo>
                    <a:pt x="15261" y="1719"/>
                    <a:pt x="15300" y="1700"/>
                    <a:pt x="15341" y="1700"/>
                  </a:cubicBezTo>
                  <a:cubicBezTo>
                    <a:pt x="15410" y="1700"/>
                    <a:pt x="15486" y="1754"/>
                    <a:pt x="15486" y="1830"/>
                  </a:cubicBezTo>
                  <a:cubicBezTo>
                    <a:pt x="15486" y="1887"/>
                    <a:pt x="15486" y="1887"/>
                    <a:pt x="15535" y="1887"/>
                  </a:cubicBezTo>
                  <a:lnTo>
                    <a:pt x="15535" y="1830"/>
                  </a:lnTo>
                  <a:cubicBezTo>
                    <a:pt x="15535" y="1765"/>
                    <a:pt x="15535" y="1708"/>
                    <a:pt x="15584" y="1708"/>
                  </a:cubicBezTo>
                  <a:cubicBezTo>
                    <a:pt x="15632" y="1708"/>
                    <a:pt x="15681" y="1708"/>
                    <a:pt x="15681" y="1773"/>
                  </a:cubicBezTo>
                  <a:cubicBezTo>
                    <a:pt x="15715" y="1813"/>
                    <a:pt x="15750" y="1853"/>
                    <a:pt x="15767" y="1853"/>
                  </a:cubicBezTo>
                  <a:cubicBezTo>
                    <a:pt x="15774" y="1853"/>
                    <a:pt x="15778" y="1846"/>
                    <a:pt x="15778" y="1830"/>
                  </a:cubicBezTo>
                  <a:cubicBezTo>
                    <a:pt x="15819" y="1838"/>
                    <a:pt x="15851" y="1862"/>
                    <a:pt x="15876" y="1895"/>
                  </a:cubicBezTo>
                  <a:lnTo>
                    <a:pt x="16070" y="1895"/>
                  </a:lnTo>
                  <a:cubicBezTo>
                    <a:pt x="16094" y="1866"/>
                    <a:pt x="16131" y="1852"/>
                    <a:pt x="16161" y="1852"/>
                  </a:cubicBezTo>
                  <a:cubicBezTo>
                    <a:pt x="16192" y="1852"/>
                    <a:pt x="16216" y="1866"/>
                    <a:pt x="16216" y="1895"/>
                  </a:cubicBezTo>
                  <a:cubicBezTo>
                    <a:pt x="16273" y="1895"/>
                    <a:pt x="16321" y="1870"/>
                    <a:pt x="16362" y="1838"/>
                  </a:cubicBezTo>
                  <a:cubicBezTo>
                    <a:pt x="16459" y="1838"/>
                    <a:pt x="16508" y="1838"/>
                    <a:pt x="16508" y="1895"/>
                  </a:cubicBezTo>
                  <a:cubicBezTo>
                    <a:pt x="16508" y="1927"/>
                    <a:pt x="16508" y="1943"/>
                    <a:pt x="16514" y="1943"/>
                  </a:cubicBezTo>
                  <a:cubicBezTo>
                    <a:pt x="16520" y="1943"/>
                    <a:pt x="16532" y="1927"/>
                    <a:pt x="16557" y="1895"/>
                  </a:cubicBezTo>
                  <a:cubicBezTo>
                    <a:pt x="16557" y="1838"/>
                    <a:pt x="16605" y="1838"/>
                    <a:pt x="16654" y="1838"/>
                  </a:cubicBezTo>
                  <a:lnTo>
                    <a:pt x="16751" y="1838"/>
                  </a:lnTo>
                  <a:cubicBezTo>
                    <a:pt x="16751" y="1781"/>
                    <a:pt x="16751" y="1781"/>
                    <a:pt x="16800" y="1781"/>
                  </a:cubicBezTo>
                  <a:cubicBezTo>
                    <a:pt x="16848" y="1781"/>
                    <a:pt x="16994" y="1838"/>
                    <a:pt x="17043" y="1846"/>
                  </a:cubicBezTo>
                  <a:cubicBezTo>
                    <a:pt x="17189" y="1846"/>
                    <a:pt x="17189" y="1846"/>
                    <a:pt x="17140" y="1781"/>
                  </a:cubicBezTo>
                  <a:cubicBezTo>
                    <a:pt x="17108" y="1781"/>
                    <a:pt x="17097" y="1756"/>
                    <a:pt x="17122" y="1756"/>
                  </a:cubicBezTo>
                  <a:cubicBezTo>
                    <a:pt x="17135" y="1756"/>
                    <a:pt x="17157" y="1762"/>
                    <a:pt x="17189" y="1781"/>
                  </a:cubicBezTo>
                  <a:cubicBezTo>
                    <a:pt x="17302" y="1814"/>
                    <a:pt x="17416" y="1838"/>
                    <a:pt x="17529" y="1846"/>
                  </a:cubicBezTo>
                  <a:cubicBezTo>
                    <a:pt x="17724" y="1846"/>
                    <a:pt x="17724" y="1846"/>
                    <a:pt x="17732" y="1789"/>
                  </a:cubicBezTo>
                  <a:cubicBezTo>
                    <a:pt x="17708" y="1728"/>
                    <a:pt x="17708" y="1698"/>
                    <a:pt x="17720" y="1698"/>
                  </a:cubicBezTo>
                  <a:cubicBezTo>
                    <a:pt x="17732" y="1698"/>
                    <a:pt x="17757" y="1728"/>
                    <a:pt x="17781" y="1789"/>
                  </a:cubicBezTo>
                  <a:cubicBezTo>
                    <a:pt x="17832" y="1860"/>
                    <a:pt x="17870" y="1889"/>
                    <a:pt x="17895" y="1889"/>
                  </a:cubicBezTo>
                  <a:cubicBezTo>
                    <a:pt x="17913" y="1889"/>
                    <a:pt x="17923" y="1873"/>
                    <a:pt x="17927" y="1846"/>
                  </a:cubicBezTo>
                  <a:cubicBezTo>
                    <a:pt x="17975" y="1789"/>
                    <a:pt x="17975" y="1789"/>
                    <a:pt x="18024" y="1789"/>
                  </a:cubicBezTo>
                  <a:cubicBezTo>
                    <a:pt x="18024" y="1819"/>
                    <a:pt x="18037" y="1835"/>
                    <a:pt x="18063" y="1835"/>
                  </a:cubicBezTo>
                  <a:cubicBezTo>
                    <a:pt x="18087" y="1835"/>
                    <a:pt x="18123" y="1821"/>
                    <a:pt x="18170" y="1789"/>
                  </a:cubicBezTo>
                  <a:cubicBezTo>
                    <a:pt x="18219" y="1789"/>
                    <a:pt x="18219" y="1789"/>
                    <a:pt x="18219" y="1854"/>
                  </a:cubicBezTo>
                  <a:lnTo>
                    <a:pt x="18316" y="1854"/>
                  </a:lnTo>
                  <a:cubicBezTo>
                    <a:pt x="18356" y="1803"/>
                    <a:pt x="18431" y="1785"/>
                    <a:pt x="18507" y="1785"/>
                  </a:cubicBezTo>
                  <a:cubicBezTo>
                    <a:pt x="18614" y="1785"/>
                    <a:pt x="18725" y="1821"/>
                    <a:pt x="18754" y="1854"/>
                  </a:cubicBezTo>
                  <a:cubicBezTo>
                    <a:pt x="18786" y="1854"/>
                    <a:pt x="18827" y="1830"/>
                    <a:pt x="18851" y="1797"/>
                  </a:cubicBezTo>
                  <a:cubicBezTo>
                    <a:pt x="18875" y="1737"/>
                    <a:pt x="18900" y="1706"/>
                    <a:pt x="18918" y="1706"/>
                  </a:cubicBezTo>
                  <a:cubicBezTo>
                    <a:pt x="18936" y="1706"/>
                    <a:pt x="18948" y="1737"/>
                    <a:pt x="18948" y="1797"/>
                  </a:cubicBezTo>
                  <a:cubicBezTo>
                    <a:pt x="18948" y="1858"/>
                    <a:pt x="18948" y="1889"/>
                    <a:pt x="18954" y="1889"/>
                  </a:cubicBezTo>
                  <a:cubicBezTo>
                    <a:pt x="18961" y="1889"/>
                    <a:pt x="18973" y="1858"/>
                    <a:pt x="18997" y="1797"/>
                  </a:cubicBezTo>
                  <a:cubicBezTo>
                    <a:pt x="19017" y="1774"/>
                    <a:pt x="19069" y="1761"/>
                    <a:pt x="19120" y="1761"/>
                  </a:cubicBezTo>
                  <a:cubicBezTo>
                    <a:pt x="19195" y="1761"/>
                    <a:pt x="19269" y="1790"/>
                    <a:pt x="19240" y="1862"/>
                  </a:cubicBezTo>
                  <a:cubicBezTo>
                    <a:pt x="19240" y="1919"/>
                    <a:pt x="19240" y="1984"/>
                    <a:pt x="19240" y="1984"/>
                  </a:cubicBezTo>
                  <a:cubicBezTo>
                    <a:pt x="19256" y="1951"/>
                    <a:pt x="19297" y="1927"/>
                    <a:pt x="19338" y="1919"/>
                  </a:cubicBezTo>
                  <a:cubicBezTo>
                    <a:pt x="19338" y="1862"/>
                    <a:pt x="19386" y="1862"/>
                    <a:pt x="19532" y="1862"/>
                  </a:cubicBezTo>
                  <a:cubicBezTo>
                    <a:pt x="19629" y="1862"/>
                    <a:pt x="19824" y="1806"/>
                    <a:pt x="19921" y="1806"/>
                  </a:cubicBezTo>
                  <a:cubicBezTo>
                    <a:pt x="20019" y="1806"/>
                    <a:pt x="20165" y="1806"/>
                    <a:pt x="20213" y="1870"/>
                  </a:cubicBezTo>
                  <a:cubicBezTo>
                    <a:pt x="20278" y="1870"/>
                    <a:pt x="20351" y="1854"/>
                    <a:pt x="20408" y="1814"/>
                  </a:cubicBezTo>
                  <a:cubicBezTo>
                    <a:pt x="20431" y="1782"/>
                    <a:pt x="20466" y="1768"/>
                    <a:pt x="20496" y="1768"/>
                  </a:cubicBezTo>
                  <a:cubicBezTo>
                    <a:pt x="20528" y="1768"/>
                    <a:pt x="20554" y="1784"/>
                    <a:pt x="20554" y="1814"/>
                  </a:cubicBezTo>
                  <a:lnTo>
                    <a:pt x="20602" y="1814"/>
                  </a:lnTo>
                  <a:cubicBezTo>
                    <a:pt x="20643" y="1781"/>
                    <a:pt x="20692" y="1765"/>
                    <a:pt x="20748" y="1757"/>
                  </a:cubicBezTo>
                  <a:cubicBezTo>
                    <a:pt x="20748" y="1797"/>
                    <a:pt x="20772" y="1841"/>
                    <a:pt x="20804" y="1841"/>
                  </a:cubicBezTo>
                  <a:cubicBezTo>
                    <a:pt x="20817" y="1841"/>
                    <a:pt x="20831" y="1833"/>
                    <a:pt x="20846" y="1814"/>
                  </a:cubicBezTo>
                  <a:cubicBezTo>
                    <a:pt x="20846" y="1757"/>
                    <a:pt x="20894" y="1757"/>
                    <a:pt x="20992" y="1757"/>
                  </a:cubicBezTo>
                  <a:cubicBezTo>
                    <a:pt x="21047" y="1789"/>
                    <a:pt x="21592" y="1808"/>
                    <a:pt x="22051" y="1808"/>
                  </a:cubicBezTo>
                  <a:cubicBezTo>
                    <a:pt x="22397" y="1808"/>
                    <a:pt x="22694" y="1797"/>
                    <a:pt x="22694" y="1773"/>
                  </a:cubicBezTo>
                  <a:lnTo>
                    <a:pt x="22986" y="1773"/>
                  </a:lnTo>
                  <a:cubicBezTo>
                    <a:pt x="22986" y="1826"/>
                    <a:pt x="23032" y="1845"/>
                    <a:pt x="23096" y="1845"/>
                  </a:cubicBezTo>
                  <a:cubicBezTo>
                    <a:pt x="23180" y="1845"/>
                    <a:pt x="23293" y="1813"/>
                    <a:pt x="23375" y="1781"/>
                  </a:cubicBezTo>
                  <a:cubicBezTo>
                    <a:pt x="23416" y="1733"/>
                    <a:pt x="23472" y="1716"/>
                    <a:pt x="23521" y="1716"/>
                  </a:cubicBezTo>
                  <a:cubicBezTo>
                    <a:pt x="23521" y="1789"/>
                    <a:pt x="23573" y="1818"/>
                    <a:pt x="23635" y="1818"/>
                  </a:cubicBezTo>
                  <a:cubicBezTo>
                    <a:pt x="23677" y="1818"/>
                    <a:pt x="23725" y="1804"/>
                    <a:pt x="23764" y="1781"/>
                  </a:cubicBezTo>
                  <a:cubicBezTo>
                    <a:pt x="23789" y="1720"/>
                    <a:pt x="23813" y="1690"/>
                    <a:pt x="23831" y="1690"/>
                  </a:cubicBezTo>
                  <a:cubicBezTo>
                    <a:pt x="23849" y="1690"/>
                    <a:pt x="23862" y="1720"/>
                    <a:pt x="23862" y="1781"/>
                  </a:cubicBezTo>
                  <a:cubicBezTo>
                    <a:pt x="23862" y="1836"/>
                    <a:pt x="23882" y="1866"/>
                    <a:pt x="23912" y="1866"/>
                  </a:cubicBezTo>
                  <a:cubicBezTo>
                    <a:pt x="23950" y="1866"/>
                    <a:pt x="24003" y="1822"/>
                    <a:pt x="24056" y="1724"/>
                  </a:cubicBezTo>
                  <a:cubicBezTo>
                    <a:pt x="24085" y="1696"/>
                    <a:pt x="24099" y="1682"/>
                    <a:pt x="24111" y="1682"/>
                  </a:cubicBezTo>
                  <a:cubicBezTo>
                    <a:pt x="24123" y="1682"/>
                    <a:pt x="24133" y="1696"/>
                    <a:pt x="24154" y="1724"/>
                  </a:cubicBezTo>
                  <a:cubicBezTo>
                    <a:pt x="24182" y="1797"/>
                    <a:pt x="24211" y="1826"/>
                    <a:pt x="24230" y="1826"/>
                  </a:cubicBezTo>
                  <a:cubicBezTo>
                    <a:pt x="24243" y="1826"/>
                    <a:pt x="24251" y="1812"/>
                    <a:pt x="24251" y="1789"/>
                  </a:cubicBezTo>
                  <a:cubicBezTo>
                    <a:pt x="24279" y="1728"/>
                    <a:pt x="24306" y="1698"/>
                    <a:pt x="24330" y="1698"/>
                  </a:cubicBezTo>
                  <a:cubicBezTo>
                    <a:pt x="24354" y="1698"/>
                    <a:pt x="24377" y="1728"/>
                    <a:pt x="24397" y="1789"/>
                  </a:cubicBezTo>
                  <a:cubicBezTo>
                    <a:pt x="24445" y="1850"/>
                    <a:pt x="24470" y="1881"/>
                    <a:pt x="24488" y="1881"/>
                  </a:cubicBezTo>
                  <a:cubicBezTo>
                    <a:pt x="24506" y="1881"/>
                    <a:pt x="24518" y="1850"/>
                    <a:pt x="24543" y="1789"/>
                  </a:cubicBezTo>
                  <a:cubicBezTo>
                    <a:pt x="24575" y="1730"/>
                    <a:pt x="24632" y="1701"/>
                    <a:pt x="24690" y="1701"/>
                  </a:cubicBezTo>
                  <a:cubicBezTo>
                    <a:pt x="24749" y="1701"/>
                    <a:pt x="24810" y="1732"/>
                    <a:pt x="24843" y="1789"/>
                  </a:cubicBezTo>
                  <a:cubicBezTo>
                    <a:pt x="24875" y="1789"/>
                    <a:pt x="24904" y="1818"/>
                    <a:pt x="24922" y="1818"/>
                  </a:cubicBezTo>
                  <a:cubicBezTo>
                    <a:pt x="24931" y="1818"/>
                    <a:pt x="24937" y="1811"/>
                    <a:pt x="24940" y="1789"/>
                  </a:cubicBezTo>
                  <a:lnTo>
                    <a:pt x="24981" y="1854"/>
                  </a:lnTo>
                  <a:lnTo>
                    <a:pt x="25086" y="1854"/>
                  </a:lnTo>
                  <a:lnTo>
                    <a:pt x="25086" y="1797"/>
                  </a:lnTo>
                  <a:cubicBezTo>
                    <a:pt x="25305" y="1830"/>
                    <a:pt x="25532" y="1854"/>
                    <a:pt x="25767" y="1862"/>
                  </a:cubicBezTo>
                  <a:cubicBezTo>
                    <a:pt x="25874" y="1862"/>
                    <a:pt x="25964" y="1863"/>
                    <a:pt x="26038" y="1863"/>
                  </a:cubicBezTo>
                  <a:cubicBezTo>
                    <a:pt x="26335" y="1863"/>
                    <a:pt x="26390" y="1857"/>
                    <a:pt x="26351" y="1806"/>
                  </a:cubicBezTo>
                  <a:cubicBezTo>
                    <a:pt x="26326" y="1745"/>
                    <a:pt x="26339" y="1714"/>
                    <a:pt x="26363" y="1714"/>
                  </a:cubicBezTo>
                  <a:cubicBezTo>
                    <a:pt x="26387" y="1714"/>
                    <a:pt x="26424" y="1745"/>
                    <a:pt x="26448" y="1806"/>
                  </a:cubicBezTo>
                  <a:cubicBezTo>
                    <a:pt x="26521" y="1830"/>
                    <a:pt x="26610" y="1854"/>
                    <a:pt x="26691" y="1870"/>
                  </a:cubicBezTo>
                  <a:cubicBezTo>
                    <a:pt x="26789" y="1870"/>
                    <a:pt x="26886" y="1870"/>
                    <a:pt x="26886" y="1927"/>
                  </a:cubicBezTo>
                  <a:lnTo>
                    <a:pt x="26935" y="1927"/>
                  </a:lnTo>
                  <a:cubicBezTo>
                    <a:pt x="26990" y="1862"/>
                    <a:pt x="27108" y="1835"/>
                    <a:pt x="27227" y="1835"/>
                  </a:cubicBezTo>
                  <a:cubicBezTo>
                    <a:pt x="27317" y="1835"/>
                    <a:pt x="27407" y="1851"/>
                    <a:pt x="27470" y="1878"/>
                  </a:cubicBezTo>
                  <a:cubicBezTo>
                    <a:pt x="27480" y="1880"/>
                    <a:pt x="27491" y="1880"/>
                    <a:pt x="27501" y="1880"/>
                  </a:cubicBezTo>
                  <a:cubicBezTo>
                    <a:pt x="27573" y="1880"/>
                    <a:pt x="27649" y="1857"/>
                    <a:pt x="27713" y="1822"/>
                  </a:cubicBezTo>
                  <a:cubicBezTo>
                    <a:pt x="27761" y="1789"/>
                    <a:pt x="27786" y="1773"/>
                    <a:pt x="27804" y="1773"/>
                  </a:cubicBezTo>
                  <a:cubicBezTo>
                    <a:pt x="27822" y="1773"/>
                    <a:pt x="27834" y="1789"/>
                    <a:pt x="27859" y="1822"/>
                  </a:cubicBezTo>
                  <a:cubicBezTo>
                    <a:pt x="27859" y="1855"/>
                    <a:pt x="27958" y="1891"/>
                    <a:pt x="28041" y="1891"/>
                  </a:cubicBezTo>
                  <a:cubicBezTo>
                    <a:pt x="28100" y="1891"/>
                    <a:pt x="28151" y="1872"/>
                    <a:pt x="28151" y="1822"/>
                  </a:cubicBezTo>
                  <a:lnTo>
                    <a:pt x="28199" y="1887"/>
                  </a:lnTo>
                  <a:cubicBezTo>
                    <a:pt x="28213" y="1903"/>
                    <a:pt x="28227" y="1910"/>
                    <a:pt x="28240" y="1910"/>
                  </a:cubicBezTo>
                  <a:cubicBezTo>
                    <a:pt x="28272" y="1910"/>
                    <a:pt x="28297" y="1868"/>
                    <a:pt x="28297" y="1822"/>
                  </a:cubicBezTo>
                  <a:cubicBezTo>
                    <a:pt x="28297" y="1771"/>
                    <a:pt x="28306" y="1743"/>
                    <a:pt x="28321" y="1743"/>
                  </a:cubicBezTo>
                  <a:cubicBezTo>
                    <a:pt x="28340" y="1743"/>
                    <a:pt x="28367" y="1787"/>
                    <a:pt x="28394" y="1887"/>
                  </a:cubicBezTo>
                  <a:cubicBezTo>
                    <a:pt x="28394" y="1957"/>
                    <a:pt x="28410" y="1987"/>
                    <a:pt x="28424" y="1987"/>
                  </a:cubicBezTo>
                  <a:cubicBezTo>
                    <a:pt x="28434" y="1987"/>
                    <a:pt x="28443" y="1971"/>
                    <a:pt x="28443" y="1943"/>
                  </a:cubicBezTo>
                  <a:cubicBezTo>
                    <a:pt x="28477" y="1903"/>
                    <a:pt x="28511" y="1863"/>
                    <a:pt x="28546" y="1863"/>
                  </a:cubicBezTo>
                  <a:cubicBezTo>
                    <a:pt x="28560" y="1863"/>
                    <a:pt x="28574" y="1870"/>
                    <a:pt x="28588" y="1887"/>
                  </a:cubicBezTo>
                  <a:cubicBezTo>
                    <a:pt x="28637" y="1887"/>
                    <a:pt x="28686" y="1887"/>
                    <a:pt x="28686" y="1765"/>
                  </a:cubicBezTo>
                  <a:cubicBezTo>
                    <a:pt x="28686" y="1708"/>
                    <a:pt x="28734" y="1708"/>
                    <a:pt x="28783" y="1708"/>
                  </a:cubicBezTo>
                  <a:cubicBezTo>
                    <a:pt x="28783" y="1773"/>
                    <a:pt x="28783" y="1773"/>
                    <a:pt x="28734" y="1830"/>
                  </a:cubicBezTo>
                  <a:lnTo>
                    <a:pt x="28832" y="1830"/>
                  </a:lnTo>
                  <a:cubicBezTo>
                    <a:pt x="28880" y="1830"/>
                    <a:pt x="28978" y="1887"/>
                    <a:pt x="28978" y="1951"/>
                  </a:cubicBezTo>
                  <a:cubicBezTo>
                    <a:pt x="28998" y="1975"/>
                    <a:pt x="29018" y="1989"/>
                    <a:pt x="29031" y="1989"/>
                  </a:cubicBezTo>
                  <a:cubicBezTo>
                    <a:pt x="29050" y="1989"/>
                    <a:pt x="29055" y="1961"/>
                    <a:pt x="29026" y="1895"/>
                  </a:cubicBezTo>
                  <a:cubicBezTo>
                    <a:pt x="29026" y="1773"/>
                    <a:pt x="29026" y="1773"/>
                    <a:pt x="29124" y="1773"/>
                  </a:cubicBezTo>
                  <a:cubicBezTo>
                    <a:pt x="29172" y="1773"/>
                    <a:pt x="29221" y="1773"/>
                    <a:pt x="29221" y="1830"/>
                  </a:cubicBezTo>
                  <a:cubicBezTo>
                    <a:pt x="29221" y="1895"/>
                    <a:pt x="29221" y="1895"/>
                    <a:pt x="29318" y="1895"/>
                  </a:cubicBezTo>
                  <a:cubicBezTo>
                    <a:pt x="29464" y="1895"/>
                    <a:pt x="29610" y="1716"/>
                    <a:pt x="29659" y="1595"/>
                  </a:cubicBezTo>
                  <a:cubicBezTo>
                    <a:pt x="29659" y="1538"/>
                    <a:pt x="29659" y="1510"/>
                    <a:pt x="29665" y="1510"/>
                  </a:cubicBezTo>
                  <a:cubicBezTo>
                    <a:pt x="29671" y="1510"/>
                    <a:pt x="29683" y="1538"/>
                    <a:pt x="29707" y="1595"/>
                  </a:cubicBezTo>
                  <a:cubicBezTo>
                    <a:pt x="29707" y="1660"/>
                    <a:pt x="29756" y="1660"/>
                    <a:pt x="29805" y="1660"/>
                  </a:cubicBezTo>
                  <a:cubicBezTo>
                    <a:pt x="29805" y="1641"/>
                    <a:pt x="29810" y="1634"/>
                    <a:pt x="29815" y="1634"/>
                  </a:cubicBezTo>
                  <a:cubicBezTo>
                    <a:pt x="29826" y="1634"/>
                    <a:pt x="29837" y="1660"/>
                    <a:pt x="29805" y="1660"/>
                  </a:cubicBezTo>
                  <a:cubicBezTo>
                    <a:pt x="29805" y="1716"/>
                    <a:pt x="29756" y="1716"/>
                    <a:pt x="29707" y="1716"/>
                  </a:cubicBezTo>
                  <a:lnTo>
                    <a:pt x="29707" y="1781"/>
                  </a:lnTo>
                  <a:cubicBezTo>
                    <a:pt x="29732" y="1838"/>
                    <a:pt x="29756" y="1866"/>
                    <a:pt x="29780" y="1866"/>
                  </a:cubicBezTo>
                  <a:cubicBezTo>
                    <a:pt x="29805" y="1866"/>
                    <a:pt x="29829" y="1838"/>
                    <a:pt x="29853" y="1781"/>
                  </a:cubicBezTo>
                  <a:cubicBezTo>
                    <a:pt x="29878" y="1749"/>
                    <a:pt x="29890" y="1733"/>
                    <a:pt x="29902" y="1733"/>
                  </a:cubicBezTo>
                  <a:cubicBezTo>
                    <a:pt x="29914" y="1733"/>
                    <a:pt x="29926" y="1749"/>
                    <a:pt x="29951" y="1781"/>
                  </a:cubicBezTo>
                  <a:cubicBezTo>
                    <a:pt x="29985" y="1821"/>
                    <a:pt x="30019" y="1865"/>
                    <a:pt x="30036" y="1865"/>
                  </a:cubicBezTo>
                  <a:cubicBezTo>
                    <a:pt x="30044" y="1865"/>
                    <a:pt x="30048" y="1857"/>
                    <a:pt x="30048" y="1838"/>
                  </a:cubicBezTo>
                  <a:cubicBezTo>
                    <a:pt x="30105" y="1838"/>
                    <a:pt x="30153" y="1862"/>
                    <a:pt x="30194" y="1903"/>
                  </a:cubicBezTo>
                  <a:cubicBezTo>
                    <a:pt x="30291" y="1903"/>
                    <a:pt x="30340" y="1903"/>
                    <a:pt x="30340" y="1846"/>
                  </a:cubicBezTo>
                  <a:cubicBezTo>
                    <a:pt x="30340" y="1781"/>
                    <a:pt x="30388" y="1781"/>
                    <a:pt x="30437" y="1781"/>
                  </a:cubicBezTo>
                  <a:cubicBezTo>
                    <a:pt x="30486" y="1781"/>
                    <a:pt x="30534" y="1781"/>
                    <a:pt x="30534" y="1724"/>
                  </a:cubicBezTo>
                  <a:cubicBezTo>
                    <a:pt x="30534" y="1668"/>
                    <a:pt x="30583" y="1603"/>
                    <a:pt x="30680" y="1603"/>
                  </a:cubicBezTo>
                  <a:cubicBezTo>
                    <a:pt x="30723" y="1580"/>
                    <a:pt x="30748" y="1566"/>
                    <a:pt x="30766" y="1566"/>
                  </a:cubicBezTo>
                  <a:cubicBezTo>
                    <a:pt x="30792" y="1566"/>
                    <a:pt x="30802" y="1595"/>
                    <a:pt x="30826" y="1668"/>
                  </a:cubicBezTo>
                  <a:cubicBezTo>
                    <a:pt x="30826" y="1724"/>
                    <a:pt x="30875" y="1724"/>
                    <a:pt x="30924" y="1724"/>
                  </a:cubicBezTo>
                  <a:cubicBezTo>
                    <a:pt x="30964" y="1733"/>
                    <a:pt x="31005" y="1757"/>
                    <a:pt x="31021" y="1789"/>
                  </a:cubicBezTo>
                  <a:cubicBezTo>
                    <a:pt x="31035" y="1806"/>
                    <a:pt x="31045" y="1813"/>
                    <a:pt x="31052" y="1813"/>
                  </a:cubicBezTo>
                  <a:cubicBezTo>
                    <a:pt x="31069" y="1813"/>
                    <a:pt x="31069" y="1773"/>
                    <a:pt x="31069" y="1733"/>
                  </a:cubicBezTo>
                  <a:lnTo>
                    <a:pt x="31078" y="1611"/>
                  </a:lnTo>
                  <a:cubicBezTo>
                    <a:pt x="31126" y="1611"/>
                    <a:pt x="31167" y="1733"/>
                    <a:pt x="31167" y="1789"/>
                  </a:cubicBezTo>
                  <a:cubicBezTo>
                    <a:pt x="31191" y="1850"/>
                    <a:pt x="31203" y="1881"/>
                    <a:pt x="31209" y="1881"/>
                  </a:cubicBezTo>
                  <a:cubicBezTo>
                    <a:pt x="31215" y="1881"/>
                    <a:pt x="31215" y="1850"/>
                    <a:pt x="31215" y="1789"/>
                  </a:cubicBezTo>
                  <a:cubicBezTo>
                    <a:pt x="31215" y="1749"/>
                    <a:pt x="31239" y="1705"/>
                    <a:pt x="31288" y="1705"/>
                  </a:cubicBezTo>
                  <a:cubicBezTo>
                    <a:pt x="31308" y="1705"/>
                    <a:pt x="31332" y="1713"/>
                    <a:pt x="31361" y="1733"/>
                  </a:cubicBezTo>
                  <a:cubicBezTo>
                    <a:pt x="31459" y="1733"/>
                    <a:pt x="31556" y="1733"/>
                    <a:pt x="31556" y="1797"/>
                  </a:cubicBezTo>
                  <a:cubicBezTo>
                    <a:pt x="31568" y="1814"/>
                    <a:pt x="31586" y="1822"/>
                    <a:pt x="31605" y="1822"/>
                  </a:cubicBezTo>
                  <a:cubicBezTo>
                    <a:pt x="31623" y="1822"/>
                    <a:pt x="31641" y="1814"/>
                    <a:pt x="31653" y="1797"/>
                  </a:cubicBezTo>
                  <a:cubicBezTo>
                    <a:pt x="31682" y="1765"/>
                    <a:pt x="31708" y="1749"/>
                    <a:pt x="31744" y="1749"/>
                  </a:cubicBezTo>
                  <a:cubicBezTo>
                    <a:pt x="31781" y="1749"/>
                    <a:pt x="31828" y="1765"/>
                    <a:pt x="31896" y="1797"/>
                  </a:cubicBezTo>
                  <a:cubicBezTo>
                    <a:pt x="32018" y="1858"/>
                    <a:pt x="32079" y="1889"/>
                    <a:pt x="32109" y="1889"/>
                  </a:cubicBezTo>
                  <a:cubicBezTo>
                    <a:pt x="32140" y="1889"/>
                    <a:pt x="32140" y="1858"/>
                    <a:pt x="32140" y="1797"/>
                  </a:cubicBezTo>
                  <a:cubicBezTo>
                    <a:pt x="32140" y="1764"/>
                    <a:pt x="32142" y="1728"/>
                    <a:pt x="32153" y="1728"/>
                  </a:cubicBezTo>
                  <a:cubicBezTo>
                    <a:pt x="32160" y="1728"/>
                    <a:pt x="32171" y="1747"/>
                    <a:pt x="32188" y="1797"/>
                  </a:cubicBezTo>
                  <a:cubicBezTo>
                    <a:pt x="32203" y="1817"/>
                    <a:pt x="32217" y="1824"/>
                    <a:pt x="32233" y="1824"/>
                  </a:cubicBezTo>
                  <a:cubicBezTo>
                    <a:pt x="32271" y="1824"/>
                    <a:pt x="32317" y="1781"/>
                    <a:pt x="32391" y="1741"/>
                  </a:cubicBezTo>
                  <a:cubicBezTo>
                    <a:pt x="32423" y="1668"/>
                    <a:pt x="32448" y="1587"/>
                    <a:pt x="32440" y="1506"/>
                  </a:cubicBezTo>
                  <a:cubicBezTo>
                    <a:pt x="32440" y="1433"/>
                    <a:pt x="32440" y="1404"/>
                    <a:pt x="32460" y="1404"/>
                  </a:cubicBezTo>
                  <a:cubicBezTo>
                    <a:pt x="32474" y="1404"/>
                    <a:pt x="32497" y="1418"/>
                    <a:pt x="32537" y="1441"/>
                  </a:cubicBezTo>
                  <a:cubicBezTo>
                    <a:pt x="32594" y="1457"/>
                    <a:pt x="32634" y="1506"/>
                    <a:pt x="32634" y="1562"/>
                  </a:cubicBezTo>
                  <a:cubicBezTo>
                    <a:pt x="32634" y="1627"/>
                    <a:pt x="32586" y="1627"/>
                    <a:pt x="32586" y="1627"/>
                  </a:cubicBezTo>
                  <a:lnTo>
                    <a:pt x="32537" y="1627"/>
                  </a:lnTo>
                  <a:cubicBezTo>
                    <a:pt x="32537" y="1684"/>
                    <a:pt x="32537" y="1741"/>
                    <a:pt x="32634" y="1741"/>
                  </a:cubicBezTo>
                  <a:cubicBezTo>
                    <a:pt x="32659" y="1773"/>
                    <a:pt x="32683" y="1789"/>
                    <a:pt x="32701" y="1789"/>
                  </a:cubicBezTo>
                  <a:cubicBezTo>
                    <a:pt x="32719" y="1789"/>
                    <a:pt x="32732" y="1773"/>
                    <a:pt x="32732" y="1741"/>
                  </a:cubicBezTo>
                  <a:cubicBezTo>
                    <a:pt x="32780" y="1806"/>
                    <a:pt x="32877" y="1806"/>
                    <a:pt x="32975" y="1806"/>
                  </a:cubicBezTo>
                  <a:cubicBezTo>
                    <a:pt x="33072" y="1806"/>
                    <a:pt x="33218" y="1806"/>
                    <a:pt x="33267" y="1870"/>
                  </a:cubicBezTo>
                  <a:cubicBezTo>
                    <a:pt x="33364" y="1870"/>
                    <a:pt x="33413" y="1870"/>
                    <a:pt x="33413" y="1814"/>
                  </a:cubicBezTo>
                  <a:cubicBezTo>
                    <a:pt x="33413" y="1741"/>
                    <a:pt x="33430" y="1712"/>
                    <a:pt x="33444" y="1712"/>
                  </a:cubicBezTo>
                  <a:cubicBezTo>
                    <a:pt x="33453" y="1712"/>
                    <a:pt x="33461" y="1726"/>
                    <a:pt x="33461" y="1749"/>
                  </a:cubicBezTo>
                  <a:cubicBezTo>
                    <a:pt x="33492" y="1826"/>
                    <a:pt x="33760" y="1881"/>
                    <a:pt x="33963" y="1881"/>
                  </a:cubicBezTo>
                  <a:cubicBezTo>
                    <a:pt x="34079" y="1881"/>
                    <a:pt x="34173" y="1863"/>
                    <a:pt x="34191" y="1822"/>
                  </a:cubicBezTo>
                  <a:lnTo>
                    <a:pt x="34288" y="1822"/>
                  </a:lnTo>
                  <a:cubicBezTo>
                    <a:pt x="34337" y="1850"/>
                    <a:pt x="34434" y="1864"/>
                    <a:pt x="34525" y="1864"/>
                  </a:cubicBezTo>
                  <a:cubicBezTo>
                    <a:pt x="34617" y="1864"/>
                    <a:pt x="34702" y="1850"/>
                    <a:pt x="34726" y="1822"/>
                  </a:cubicBezTo>
                  <a:lnTo>
                    <a:pt x="34872" y="1822"/>
                  </a:lnTo>
                  <a:cubicBezTo>
                    <a:pt x="34922" y="1855"/>
                    <a:pt x="34960" y="1871"/>
                    <a:pt x="34991" y="1871"/>
                  </a:cubicBezTo>
                  <a:cubicBezTo>
                    <a:pt x="35020" y="1871"/>
                    <a:pt x="35043" y="1857"/>
                    <a:pt x="35067" y="1830"/>
                  </a:cubicBezTo>
                  <a:cubicBezTo>
                    <a:pt x="35101" y="1784"/>
                    <a:pt x="35111" y="1742"/>
                    <a:pt x="35114" y="1742"/>
                  </a:cubicBezTo>
                  <a:cubicBezTo>
                    <a:pt x="35115" y="1742"/>
                    <a:pt x="35115" y="1749"/>
                    <a:pt x="35115" y="1765"/>
                  </a:cubicBezTo>
                  <a:cubicBezTo>
                    <a:pt x="35115" y="1830"/>
                    <a:pt x="35213" y="1830"/>
                    <a:pt x="35407" y="1830"/>
                  </a:cubicBezTo>
                  <a:cubicBezTo>
                    <a:pt x="35602" y="1830"/>
                    <a:pt x="35602" y="1830"/>
                    <a:pt x="35553" y="1773"/>
                  </a:cubicBezTo>
                  <a:cubicBezTo>
                    <a:pt x="35610" y="1756"/>
                    <a:pt x="35650" y="1750"/>
                    <a:pt x="35679" y="1750"/>
                  </a:cubicBezTo>
                  <a:cubicBezTo>
                    <a:pt x="35748" y="1750"/>
                    <a:pt x="35748" y="1790"/>
                    <a:pt x="35748" y="1830"/>
                  </a:cubicBezTo>
                  <a:cubicBezTo>
                    <a:pt x="35726" y="1885"/>
                    <a:pt x="35733" y="1915"/>
                    <a:pt x="35753" y="1915"/>
                  </a:cubicBezTo>
                  <a:cubicBezTo>
                    <a:pt x="35777" y="1915"/>
                    <a:pt x="35818" y="1871"/>
                    <a:pt x="35845" y="1773"/>
                  </a:cubicBezTo>
                  <a:cubicBezTo>
                    <a:pt x="35873" y="1703"/>
                    <a:pt x="35917" y="1673"/>
                    <a:pt x="35950" y="1673"/>
                  </a:cubicBezTo>
                  <a:cubicBezTo>
                    <a:pt x="35974" y="1673"/>
                    <a:pt x="35991" y="1689"/>
                    <a:pt x="35991" y="1716"/>
                  </a:cubicBezTo>
                  <a:cubicBezTo>
                    <a:pt x="35991" y="1773"/>
                    <a:pt x="35942" y="1773"/>
                    <a:pt x="35894" y="1773"/>
                  </a:cubicBezTo>
                  <a:lnTo>
                    <a:pt x="35894" y="1895"/>
                  </a:lnTo>
                  <a:cubicBezTo>
                    <a:pt x="35942" y="1895"/>
                    <a:pt x="35942" y="1895"/>
                    <a:pt x="35991" y="1838"/>
                  </a:cubicBezTo>
                  <a:cubicBezTo>
                    <a:pt x="36031" y="1830"/>
                    <a:pt x="36064" y="1806"/>
                    <a:pt x="36088" y="1773"/>
                  </a:cubicBezTo>
                  <a:cubicBezTo>
                    <a:pt x="36137" y="1724"/>
                    <a:pt x="36137" y="1643"/>
                    <a:pt x="36088" y="1595"/>
                  </a:cubicBezTo>
                  <a:cubicBezTo>
                    <a:pt x="36040" y="1538"/>
                    <a:pt x="36088" y="1538"/>
                    <a:pt x="36137" y="1538"/>
                  </a:cubicBezTo>
                  <a:cubicBezTo>
                    <a:pt x="36234" y="1595"/>
                    <a:pt x="36234" y="1660"/>
                    <a:pt x="36185" y="1716"/>
                  </a:cubicBezTo>
                  <a:cubicBezTo>
                    <a:pt x="36137" y="1716"/>
                    <a:pt x="36137" y="1773"/>
                    <a:pt x="36137" y="1838"/>
                  </a:cubicBezTo>
                  <a:cubicBezTo>
                    <a:pt x="36137" y="1848"/>
                    <a:pt x="36145" y="1853"/>
                    <a:pt x="36158" y="1853"/>
                  </a:cubicBezTo>
                  <a:cubicBezTo>
                    <a:pt x="36219" y="1853"/>
                    <a:pt x="36389" y="1759"/>
                    <a:pt x="36429" y="1660"/>
                  </a:cubicBezTo>
                  <a:lnTo>
                    <a:pt x="36429" y="1716"/>
                  </a:lnTo>
                  <a:cubicBezTo>
                    <a:pt x="36429" y="1781"/>
                    <a:pt x="36526" y="1781"/>
                    <a:pt x="36623" y="1781"/>
                  </a:cubicBezTo>
                  <a:cubicBezTo>
                    <a:pt x="36721" y="1781"/>
                    <a:pt x="36769" y="1781"/>
                    <a:pt x="36769" y="1724"/>
                  </a:cubicBezTo>
                  <a:cubicBezTo>
                    <a:pt x="36769" y="1660"/>
                    <a:pt x="36769" y="1603"/>
                    <a:pt x="36818" y="1603"/>
                  </a:cubicBezTo>
                  <a:cubicBezTo>
                    <a:pt x="36769" y="1603"/>
                    <a:pt x="36769" y="1546"/>
                    <a:pt x="36769" y="1481"/>
                  </a:cubicBezTo>
                  <a:lnTo>
                    <a:pt x="36769" y="1481"/>
                  </a:lnTo>
                  <a:cubicBezTo>
                    <a:pt x="36826" y="1514"/>
                    <a:pt x="36875" y="1554"/>
                    <a:pt x="36915" y="1603"/>
                  </a:cubicBezTo>
                  <a:cubicBezTo>
                    <a:pt x="37000" y="1718"/>
                    <a:pt x="37136" y="1790"/>
                    <a:pt x="37281" y="1790"/>
                  </a:cubicBezTo>
                  <a:cubicBezTo>
                    <a:pt x="37289" y="1790"/>
                    <a:pt x="37297" y="1790"/>
                    <a:pt x="37304" y="1789"/>
                  </a:cubicBezTo>
                  <a:cubicBezTo>
                    <a:pt x="37402" y="1789"/>
                    <a:pt x="37548" y="1789"/>
                    <a:pt x="37596" y="1846"/>
                  </a:cubicBezTo>
                  <a:cubicBezTo>
                    <a:pt x="37616" y="1846"/>
                    <a:pt x="37633" y="1846"/>
                    <a:pt x="37649" y="1846"/>
                  </a:cubicBezTo>
                  <a:cubicBezTo>
                    <a:pt x="37711" y="1846"/>
                    <a:pt x="37742" y="1841"/>
                    <a:pt x="37742" y="1789"/>
                  </a:cubicBezTo>
                  <a:lnTo>
                    <a:pt x="37839" y="1789"/>
                  </a:lnTo>
                  <a:cubicBezTo>
                    <a:pt x="37864" y="1822"/>
                    <a:pt x="37900" y="1838"/>
                    <a:pt x="37931" y="1838"/>
                  </a:cubicBezTo>
                  <a:cubicBezTo>
                    <a:pt x="37961" y="1838"/>
                    <a:pt x="37985" y="1822"/>
                    <a:pt x="37985" y="1789"/>
                  </a:cubicBezTo>
                  <a:cubicBezTo>
                    <a:pt x="38000" y="1772"/>
                    <a:pt x="38015" y="1766"/>
                    <a:pt x="38030" y="1766"/>
                  </a:cubicBezTo>
                  <a:cubicBezTo>
                    <a:pt x="38064" y="1766"/>
                    <a:pt x="38097" y="1797"/>
                    <a:pt x="38131" y="1797"/>
                  </a:cubicBezTo>
                  <a:cubicBezTo>
                    <a:pt x="38174" y="1848"/>
                    <a:pt x="38199" y="1876"/>
                    <a:pt x="38208" y="1876"/>
                  </a:cubicBezTo>
                  <a:cubicBezTo>
                    <a:pt x="38219" y="1876"/>
                    <a:pt x="38207" y="1832"/>
                    <a:pt x="38180" y="1733"/>
                  </a:cubicBezTo>
                  <a:cubicBezTo>
                    <a:pt x="38180" y="1676"/>
                    <a:pt x="38083" y="1611"/>
                    <a:pt x="38034" y="1611"/>
                  </a:cubicBezTo>
                  <a:lnTo>
                    <a:pt x="37888" y="1611"/>
                  </a:lnTo>
                  <a:lnTo>
                    <a:pt x="38034" y="1554"/>
                  </a:lnTo>
                  <a:cubicBezTo>
                    <a:pt x="38083" y="1554"/>
                    <a:pt x="38188" y="1497"/>
                    <a:pt x="38188" y="1433"/>
                  </a:cubicBezTo>
                  <a:cubicBezTo>
                    <a:pt x="38188" y="1433"/>
                    <a:pt x="38188" y="1376"/>
                    <a:pt x="38237" y="1376"/>
                  </a:cubicBezTo>
                  <a:lnTo>
                    <a:pt x="38237" y="1497"/>
                  </a:lnTo>
                  <a:cubicBezTo>
                    <a:pt x="38196" y="1546"/>
                    <a:pt x="38180" y="1611"/>
                    <a:pt x="38180" y="1676"/>
                  </a:cubicBezTo>
                  <a:cubicBezTo>
                    <a:pt x="38210" y="1750"/>
                    <a:pt x="38276" y="1800"/>
                    <a:pt x="38323" y="1800"/>
                  </a:cubicBezTo>
                  <a:cubicBezTo>
                    <a:pt x="38352" y="1800"/>
                    <a:pt x="38375" y="1780"/>
                    <a:pt x="38375" y="1733"/>
                  </a:cubicBezTo>
                  <a:cubicBezTo>
                    <a:pt x="38423" y="1733"/>
                    <a:pt x="38423" y="1733"/>
                    <a:pt x="38472" y="1797"/>
                  </a:cubicBezTo>
                  <a:cubicBezTo>
                    <a:pt x="38472" y="1821"/>
                    <a:pt x="38480" y="1835"/>
                    <a:pt x="38493" y="1835"/>
                  </a:cubicBezTo>
                  <a:cubicBezTo>
                    <a:pt x="38512" y="1835"/>
                    <a:pt x="38541" y="1807"/>
                    <a:pt x="38569" y="1741"/>
                  </a:cubicBezTo>
                  <a:cubicBezTo>
                    <a:pt x="38598" y="1680"/>
                    <a:pt x="38624" y="1649"/>
                    <a:pt x="38648" y="1649"/>
                  </a:cubicBezTo>
                  <a:cubicBezTo>
                    <a:pt x="38673" y="1649"/>
                    <a:pt x="38695" y="1680"/>
                    <a:pt x="38715" y="1741"/>
                  </a:cubicBezTo>
                  <a:cubicBezTo>
                    <a:pt x="38773" y="1813"/>
                    <a:pt x="38865" y="1842"/>
                    <a:pt x="38930" y="1842"/>
                  </a:cubicBezTo>
                  <a:cubicBezTo>
                    <a:pt x="38975" y="1842"/>
                    <a:pt x="39007" y="1829"/>
                    <a:pt x="39007" y="1806"/>
                  </a:cubicBezTo>
                  <a:cubicBezTo>
                    <a:pt x="39012" y="1733"/>
                    <a:pt x="39065" y="1704"/>
                    <a:pt x="39116" y="1704"/>
                  </a:cubicBezTo>
                  <a:cubicBezTo>
                    <a:pt x="39151" y="1704"/>
                    <a:pt x="39185" y="1718"/>
                    <a:pt x="39202" y="1741"/>
                  </a:cubicBezTo>
                  <a:cubicBezTo>
                    <a:pt x="39227" y="1774"/>
                    <a:pt x="39252" y="1790"/>
                    <a:pt x="39278" y="1790"/>
                  </a:cubicBezTo>
                  <a:cubicBezTo>
                    <a:pt x="39303" y="1790"/>
                    <a:pt x="39328" y="1776"/>
                    <a:pt x="39356" y="1749"/>
                  </a:cubicBezTo>
                  <a:cubicBezTo>
                    <a:pt x="39356" y="1789"/>
                    <a:pt x="39376" y="1829"/>
                    <a:pt x="39405" y="1829"/>
                  </a:cubicBezTo>
                  <a:cubicBezTo>
                    <a:pt x="39417" y="1829"/>
                    <a:pt x="39431" y="1822"/>
                    <a:pt x="39445" y="1806"/>
                  </a:cubicBezTo>
                  <a:cubicBezTo>
                    <a:pt x="39445" y="1806"/>
                    <a:pt x="39493" y="1806"/>
                    <a:pt x="39445" y="1749"/>
                  </a:cubicBezTo>
                  <a:cubicBezTo>
                    <a:pt x="39445" y="1749"/>
                    <a:pt x="39502" y="1684"/>
                    <a:pt x="39550" y="1627"/>
                  </a:cubicBezTo>
                  <a:cubicBezTo>
                    <a:pt x="39502" y="1627"/>
                    <a:pt x="39502" y="1570"/>
                    <a:pt x="39502" y="1506"/>
                  </a:cubicBezTo>
                  <a:cubicBezTo>
                    <a:pt x="39502" y="1492"/>
                    <a:pt x="39513" y="1484"/>
                    <a:pt x="39532" y="1484"/>
                  </a:cubicBezTo>
                  <a:cubicBezTo>
                    <a:pt x="39591" y="1484"/>
                    <a:pt x="39720" y="1551"/>
                    <a:pt x="39793" y="1692"/>
                  </a:cubicBezTo>
                  <a:lnTo>
                    <a:pt x="39883" y="1814"/>
                  </a:lnTo>
                  <a:cubicBezTo>
                    <a:pt x="39883" y="1749"/>
                    <a:pt x="39891" y="1692"/>
                    <a:pt x="39891" y="1692"/>
                  </a:cubicBezTo>
                  <a:cubicBezTo>
                    <a:pt x="39939" y="1692"/>
                    <a:pt x="39988" y="1692"/>
                    <a:pt x="39988" y="1749"/>
                  </a:cubicBezTo>
                  <a:cubicBezTo>
                    <a:pt x="39988" y="1814"/>
                    <a:pt x="39988" y="1814"/>
                    <a:pt x="40037" y="1814"/>
                  </a:cubicBezTo>
                  <a:cubicBezTo>
                    <a:pt x="40037" y="1814"/>
                    <a:pt x="40085" y="1814"/>
                    <a:pt x="40085" y="1757"/>
                  </a:cubicBezTo>
                  <a:cubicBezTo>
                    <a:pt x="40085" y="1685"/>
                    <a:pt x="40085" y="1655"/>
                    <a:pt x="40095" y="1655"/>
                  </a:cubicBezTo>
                  <a:cubicBezTo>
                    <a:pt x="40102" y="1655"/>
                    <a:pt x="40114" y="1669"/>
                    <a:pt x="40134" y="1692"/>
                  </a:cubicBezTo>
                  <a:cubicBezTo>
                    <a:pt x="40158" y="1753"/>
                    <a:pt x="40183" y="1783"/>
                    <a:pt x="40207" y="1783"/>
                  </a:cubicBezTo>
                  <a:cubicBezTo>
                    <a:pt x="40231" y="1783"/>
                    <a:pt x="40256" y="1753"/>
                    <a:pt x="40280" y="1692"/>
                  </a:cubicBezTo>
                  <a:cubicBezTo>
                    <a:pt x="40280" y="1635"/>
                    <a:pt x="40280" y="1607"/>
                    <a:pt x="40286" y="1607"/>
                  </a:cubicBezTo>
                  <a:cubicBezTo>
                    <a:pt x="40292" y="1607"/>
                    <a:pt x="40304" y="1635"/>
                    <a:pt x="40329" y="1692"/>
                  </a:cubicBezTo>
                  <a:cubicBezTo>
                    <a:pt x="40320" y="1757"/>
                    <a:pt x="40361" y="1806"/>
                    <a:pt x="40426" y="1814"/>
                  </a:cubicBezTo>
                  <a:lnTo>
                    <a:pt x="40426" y="1757"/>
                  </a:lnTo>
                  <a:cubicBezTo>
                    <a:pt x="40426" y="1687"/>
                    <a:pt x="40442" y="1657"/>
                    <a:pt x="40465" y="1657"/>
                  </a:cubicBezTo>
                  <a:cubicBezTo>
                    <a:pt x="40482" y="1657"/>
                    <a:pt x="40503" y="1673"/>
                    <a:pt x="40523" y="1700"/>
                  </a:cubicBezTo>
                  <a:cubicBezTo>
                    <a:pt x="40523" y="1728"/>
                    <a:pt x="40535" y="1743"/>
                    <a:pt x="40560" y="1743"/>
                  </a:cubicBezTo>
                  <a:cubicBezTo>
                    <a:pt x="40584" y="1743"/>
                    <a:pt x="40620" y="1728"/>
                    <a:pt x="40669" y="1700"/>
                  </a:cubicBezTo>
                  <a:cubicBezTo>
                    <a:pt x="40766" y="1700"/>
                    <a:pt x="40815" y="1700"/>
                    <a:pt x="40815" y="1757"/>
                  </a:cubicBezTo>
                  <a:cubicBezTo>
                    <a:pt x="40815" y="1818"/>
                    <a:pt x="40815" y="1848"/>
                    <a:pt x="40821" y="1848"/>
                  </a:cubicBezTo>
                  <a:cubicBezTo>
                    <a:pt x="40827" y="1848"/>
                    <a:pt x="40839" y="1818"/>
                    <a:pt x="40864" y="1757"/>
                  </a:cubicBezTo>
                  <a:cubicBezTo>
                    <a:pt x="40888" y="1728"/>
                    <a:pt x="40900" y="1714"/>
                    <a:pt x="40918" y="1714"/>
                  </a:cubicBezTo>
                  <a:cubicBezTo>
                    <a:pt x="40937" y="1714"/>
                    <a:pt x="40961" y="1728"/>
                    <a:pt x="41010" y="1757"/>
                  </a:cubicBezTo>
                  <a:cubicBezTo>
                    <a:pt x="41035" y="1790"/>
                    <a:pt x="41047" y="1807"/>
                    <a:pt x="41059" y="1807"/>
                  </a:cubicBezTo>
                  <a:cubicBezTo>
                    <a:pt x="41071" y="1807"/>
                    <a:pt x="41083" y="1792"/>
                    <a:pt x="41107" y="1765"/>
                  </a:cubicBezTo>
                  <a:cubicBezTo>
                    <a:pt x="41107" y="1643"/>
                    <a:pt x="41107" y="1578"/>
                    <a:pt x="41058" y="1578"/>
                  </a:cubicBezTo>
                  <a:cubicBezTo>
                    <a:pt x="41010" y="1578"/>
                    <a:pt x="41010" y="1578"/>
                    <a:pt x="41010" y="1522"/>
                  </a:cubicBezTo>
                  <a:lnTo>
                    <a:pt x="41107" y="1522"/>
                  </a:lnTo>
                  <a:cubicBezTo>
                    <a:pt x="41172" y="1522"/>
                    <a:pt x="41245" y="1506"/>
                    <a:pt x="41301" y="1465"/>
                  </a:cubicBezTo>
                  <a:cubicBezTo>
                    <a:pt x="41379" y="1413"/>
                    <a:pt x="41395" y="1325"/>
                    <a:pt x="41348" y="1325"/>
                  </a:cubicBezTo>
                  <a:cubicBezTo>
                    <a:pt x="41336" y="1325"/>
                    <a:pt x="41321" y="1330"/>
                    <a:pt x="41301" y="1343"/>
                  </a:cubicBezTo>
                  <a:lnTo>
                    <a:pt x="41253" y="1279"/>
                  </a:lnTo>
                  <a:cubicBezTo>
                    <a:pt x="41253" y="1189"/>
                    <a:pt x="41228" y="1145"/>
                    <a:pt x="41204" y="1145"/>
                  </a:cubicBezTo>
                  <a:cubicBezTo>
                    <a:pt x="41180" y="1145"/>
                    <a:pt x="41156" y="1189"/>
                    <a:pt x="41156" y="1279"/>
                  </a:cubicBezTo>
                  <a:cubicBezTo>
                    <a:pt x="41156" y="1376"/>
                    <a:pt x="41156" y="1420"/>
                    <a:pt x="41148" y="1420"/>
                  </a:cubicBezTo>
                  <a:cubicBezTo>
                    <a:pt x="41141" y="1420"/>
                    <a:pt x="41129" y="1390"/>
                    <a:pt x="41107" y="1335"/>
                  </a:cubicBezTo>
                  <a:cubicBezTo>
                    <a:pt x="41107" y="1222"/>
                    <a:pt x="41058" y="1222"/>
                    <a:pt x="41010" y="1222"/>
                  </a:cubicBezTo>
                  <a:cubicBezTo>
                    <a:pt x="40961" y="1214"/>
                    <a:pt x="40961" y="1222"/>
                    <a:pt x="40961" y="1157"/>
                  </a:cubicBezTo>
                  <a:cubicBezTo>
                    <a:pt x="40969" y="1100"/>
                    <a:pt x="40929" y="1051"/>
                    <a:pt x="40864" y="1035"/>
                  </a:cubicBezTo>
                  <a:cubicBezTo>
                    <a:pt x="40815" y="1035"/>
                    <a:pt x="40815" y="1035"/>
                    <a:pt x="40815" y="1100"/>
                  </a:cubicBezTo>
                  <a:cubicBezTo>
                    <a:pt x="40835" y="1123"/>
                    <a:pt x="40830" y="1137"/>
                    <a:pt x="40815" y="1137"/>
                  </a:cubicBezTo>
                  <a:cubicBezTo>
                    <a:pt x="40793" y="1137"/>
                    <a:pt x="40747" y="1108"/>
                    <a:pt x="40718" y="1035"/>
                  </a:cubicBezTo>
                  <a:cubicBezTo>
                    <a:pt x="40701" y="1012"/>
                    <a:pt x="40691" y="998"/>
                    <a:pt x="40685" y="998"/>
                  </a:cubicBezTo>
                  <a:cubicBezTo>
                    <a:pt x="40676" y="998"/>
                    <a:pt x="40674" y="1026"/>
                    <a:pt x="40669" y="1092"/>
                  </a:cubicBezTo>
                  <a:cubicBezTo>
                    <a:pt x="40669" y="1153"/>
                    <a:pt x="40645" y="1183"/>
                    <a:pt x="40614" y="1183"/>
                  </a:cubicBezTo>
                  <a:cubicBezTo>
                    <a:pt x="40584" y="1183"/>
                    <a:pt x="40547" y="1153"/>
                    <a:pt x="40523" y="1092"/>
                  </a:cubicBezTo>
                  <a:lnTo>
                    <a:pt x="40426" y="1092"/>
                  </a:lnTo>
                  <a:cubicBezTo>
                    <a:pt x="40377" y="1092"/>
                    <a:pt x="40377" y="1149"/>
                    <a:pt x="40377" y="1214"/>
                  </a:cubicBezTo>
                  <a:cubicBezTo>
                    <a:pt x="40377" y="1284"/>
                    <a:pt x="40377" y="1314"/>
                    <a:pt x="40368" y="1314"/>
                  </a:cubicBezTo>
                  <a:cubicBezTo>
                    <a:pt x="40361" y="1314"/>
                    <a:pt x="40349" y="1298"/>
                    <a:pt x="40329" y="1270"/>
                  </a:cubicBezTo>
                  <a:cubicBezTo>
                    <a:pt x="40304" y="1238"/>
                    <a:pt x="40288" y="1197"/>
                    <a:pt x="40280" y="1149"/>
                  </a:cubicBezTo>
                  <a:cubicBezTo>
                    <a:pt x="40280" y="1092"/>
                    <a:pt x="40231" y="1092"/>
                    <a:pt x="40183" y="1092"/>
                  </a:cubicBezTo>
                  <a:cubicBezTo>
                    <a:pt x="40134" y="1092"/>
                    <a:pt x="40037" y="1092"/>
                    <a:pt x="40037" y="1149"/>
                  </a:cubicBezTo>
                  <a:cubicBezTo>
                    <a:pt x="40037" y="1134"/>
                    <a:pt x="40037" y="1113"/>
                    <a:pt x="40037" y="1092"/>
                  </a:cubicBezTo>
                  <a:cubicBezTo>
                    <a:pt x="40004" y="1092"/>
                    <a:pt x="39993" y="1063"/>
                    <a:pt x="39990" y="1063"/>
                  </a:cubicBezTo>
                  <a:cubicBezTo>
                    <a:pt x="39988" y="1063"/>
                    <a:pt x="39988" y="1070"/>
                    <a:pt x="39988" y="1092"/>
                  </a:cubicBezTo>
                  <a:cubicBezTo>
                    <a:pt x="39939" y="1084"/>
                    <a:pt x="39891" y="1060"/>
                    <a:pt x="39842" y="1027"/>
                  </a:cubicBezTo>
                  <a:cubicBezTo>
                    <a:pt x="39824" y="1017"/>
                    <a:pt x="39805" y="1012"/>
                    <a:pt x="39786" y="1012"/>
                  </a:cubicBezTo>
                  <a:cubicBezTo>
                    <a:pt x="39701" y="1012"/>
                    <a:pt x="39625" y="1106"/>
                    <a:pt x="39745" y="1206"/>
                  </a:cubicBezTo>
                  <a:lnTo>
                    <a:pt x="39696" y="1206"/>
                  </a:lnTo>
                  <a:cubicBezTo>
                    <a:pt x="39647" y="1206"/>
                    <a:pt x="39647" y="1262"/>
                    <a:pt x="39647" y="1262"/>
                  </a:cubicBezTo>
                  <a:cubicBezTo>
                    <a:pt x="39647" y="1327"/>
                    <a:pt x="39599" y="1327"/>
                    <a:pt x="39550" y="1327"/>
                  </a:cubicBezTo>
                  <a:cubicBezTo>
                    <a:pt x="39550" y="1327"/>
                    <a:pt x="39550" y="1262"/>
                    <a:pt x="39550" y="1206"/>
                  </a:cubicBezTo>
                  <a:cubicBezTo>
                    <a:pt x="39579" y="1101"/>
                    <a:pt x="39557" y="1035"/>
                    <a:pt x="39524" y="1035"/>
                  </a:cubicBezTo>
                  <a:cubicBezTo>
                    <a:pt x="39501" y="1035"/>
                    <a:pt x="39473" y="1067"/>
                    <a:pt x="39453" y="1141"/>
                  </a:cubicBezTo>
                  <a:lnTo>
                    <a:pt x="39453" y="1084"/>
                  </a:lnTo>
                  <a:cubicBezTo>
                    <a:pt x="39453" y="1056"/>
                    <a:pt x="39441" y="1041"/>
                    <a:pt x="39416" y="1041"/>
                  </a:cubicBezTo>
                  <a:cubicBezTo>
                    <a:pt x="39392" y="1041"/>
                    <a:pt x="39356" y="1056"/>
                    <a:pt x="39307" y="1084"/>
                  </a:cubicBezTo>
                  <a:cubicBezTo>
                    <a:pt x="39258" y="1084"/>
                    <a:pt x="39210" y="1206"/>
                    <a:pt x="39210" y="1262"/>
                  </a:cubicBezTo>
                  <a:cubicBezTo>
                    <a:pt x="39210" y="1319"/>
                    <a:pt x="39161" y="1319"/>
                    <a:pt x="39161" y="1319"/>
                  </a:cubicBezTo>
                  <a:cubicBezTo>
                    <a:pt x="39112" y="1319"/>
                    <a:pt x="39112" y="1319"/>
                    <a:pt x="39112" y="1262"/>
                  </a:cubicBezTo>
                  <a:cubicBezTo>
                    <a:pt x="39112" y="1201"/>
                    <a:pt x="39088" y="1171"/>
                    <a:pt x="39058" y="1171"/>
                  </a:cubicBezTo>
                  <a:cubicBezTo>
                    <a:pt x="39027" y="1171"/>
                    <a:pt x="38991" y="1201"/>
                    <a:pt x="38966" y="1262"/>
                  </a:cubicBezTo>
                  <a:lnTo>
                    <a:pt x="38966" y="1197"/>
                  </a:lnTo>
                  <a:cubicBezTo>
                    <a:pt x="38966" y="1158"/>
                    <a:pt x="38942" y="1114"/>
                    <a:pt x="38844" y="1114"/>
                  </a:cubicBezTo>
                  <a:cubicBezTo>
                    <a:pt x="38802" y="1114"/>
                    <a:pt x="38747" y="1121"/>
                    <a:pt x="38675" y="1141"/>
                  </a:cubicBezTo>
                  <a:cubicBezTo>
                    <a:pt x="38480" y="1133"/>
                    <a:pt x="38334" y="1133"/>
                    <a:pt x="38334" y="1076"/>
                  </a:cubicBezTo>
                  <a:cubicBezTo>
                    <a:pt x="38334" y="1063"/>
                    <a:pt x="38327" y="1058"/>
                    <a:pt x="38314" y="1058"/>
                  </a:cubicBezTo>
                  <a:cubicBezTo>
                    <a:pt x="38263" y="1058"/>
                    <a:pt x="38121" y="1156"/>
                    <a:pt x="38042" y="1254"/>
                  </a:cubicBezTo>
                  <a:cubicBezTo>
                    <a:pt x="38042" y="1189"/>
                    <a:pt x="37993" y="1189"/>
                    <a:pt x="37896" y="1189"/>
                  </a:cubicBezTo>
                  <a:cubicBezTo>
                    <a:pt x="37750" y="1189"/>
                    <a:pt x="37750" y="1189"/>
                    <a:pt x="37750" y="1133"/>
                  </a:cubicBezTo>
                  <a:cubicBezTo>
                    <a:pt x="37775" y="1072"/>
                    <a:pt x="37787" y="1041"/>
                    <a:pt x="37781" y="1041"/>
                  </a:cubicBezTo>
                  <a:lnTo>
                    <a:pt x="37781" y="1041"/>
                  </a:lnTo>
                  <a:cubicBezTo>
                    <a:pt x="37775" y="1041"/>
                    <a:pt x="37750" y="1072"/>
                    <a:pt x="37702" y="1133"/>
                  </a:cubicBezTo>
                  <a:cubicBezTo>
                    <a:pt x="37683" y="1175"/>
                    <a:pt x="37651" y="1194"/>
                    <a:pt x="37618" y="1194"/>
                  </a:cubicBezTo>
                  <a:cubicBezTo>
                    <a:pt x="37564" y="1194"/>
                    <a:pt x="37507" y="1143"/>
                    <a:pt x="37507" y="1068"/>
                  </a:cubicBezTo>
                  <a:cubicBezTo>
                    <a:pt x="37507" y="1011"/>
                    <a:pt x="37458" y="1011"/>
                    <a:pt x="37361" y="1003"/>
                  </a:cubicBezTo>
                  <a:cubicBezTo>
                    <a:pt x="37312" y="1068"/>
                    <a:pt x="37215" y="1068"/>
                    <a:pt x="37118" y="1068"/>
                  </a:cubicBezTo>
                  <a:cubicBezTo>
                    <a:pt x="37088" y="1066"/>
                    <a:pt x="37064" y="1065"/>
                    <a:pt x="37045" y="1065"/>
                  </a:cubicBezTo>
                  <a:cubicBezTo>
                    <a:pt x="36972" y="1065"/>
                    <a:pt x="36972" y="1085"/>
                    <a:pt x="36972" y="1181"/>
                  </a:cubicBezTo>
                  <a:cubicBezTo>
                    <a:pt x="36972" y="1303"/>
                    <a:pt x="36923" y="1303"/>
                    <a:pt x="36826" y="1303"/>
                  </a:cubicBezTo>
                  <a:cubicBezTo>
                    <a:pt x="36777" y="1303"/>
                    <a:pt x="36729" y="1303"/>
                    <a:pt x="36729" y="1238"/>
                  </a:cubicBezTo>
                  <a:cubicBezTo>
                    <a:pt x="36729" y="1238"/>
                    <a:pt x="36680" y="1181"/>
                    <a:pt x="36631" y="1181"/>
                  </a:cubicBezTo>
                  <a:cubicBezTo>
                    <a:pt x="36583" y="1181"/>
                    <a:pt x="36534" y="1181"/>
                    <a:pt x="36534" y="1116"/>
                  </a:cubicBezTo>
                  <a:cubicBezTo>
                    <a:pt x="36494" y="1076"/>
                    <a:pt x="36437" y="1060"/>
                    <a:pt x="36388" y="1060"/>
                  </a:cubicBezTo>
                  <a:cubicBezTo>
                    <a:pt x="36291" y="1060"/>
                    <a:pt x="36194" y="1051"/>
                    <a:pt x="36194" y="995"/>
                  </a:cubicBezTo>
                  <a:cubicBezTo>
                    <a:pt x="36145" y="995"/>
                    <a:pt x="36145" y="995"/>
                    <a:pt x="36145" y="1051"/>
                  </a:cubicBezTo>
                  <a:cubicBezTo>
                    <a:pt x="36145" y="1098"/>
                    <a:pt x="36120" y="1140"/>
                    <a:pt x="36036" y="1140"/>
                  </a:cubicBezTo>
                  <a:cubicBezTo>
                    <a:pt x="36002" y="1140"/>
                    <a:pt x="35958" y="1133"/>
                    <a:pt x="35902" y="1116"/>
                  </a:cubicBezTo>
                  <a:cubicBezTo>
                    <a:pt x="35876" y="1114"/>
                    <a:pt x="35848" y="1113"/>
                    <a:pt x="35819" y="1113"/>
                  </a:cubicBezTo>
                  <a:cubicBezTo>
                    <a:pt x="35738" y="1113"/>
                    <a:pt x="35658" y="1125"/>
                    <a:pt x="35658" y="1173"/>
                  </a:cubicBezTo>
                  <a:cubicBezTo>
                    <a:pt x="35610" y="1173"/>
                    <a:pt x="35610" y="1173"/>
                    <a:pt x="35610" y="1108"/>
                  </a:cubicBezTo>
                  <a:cubicBezTo>
                    <a:pt x="35610" y="1047"/>
                    <a:pt x="35585" y="1017"/>
                    <a:pt x="35549" y="1017"/>
                  </a:cubicBezTo>
                  <a:cubicBezTo>
                    <a:pt x="35513" y="1017"/>
                    <a:pt x="35464" y="1047"/>
                    <a:pt x="35415" y="1108"/>
                  </a:cubicBezTo>
                  <a:cubicBezTo>
                    <a:pt x="35415" y="1137"/>
                    <a:pt x="35401" y="1151"/>
                    <a:pt x="35382" y="1151"/>
                  </a:cubicBezTo>
                  <a:cubicBezTo>
                    <a:pt x="35363" y="1151"/>
                    <a:pt x="35338" y="1137"/>
                    <a:pt x="35318" y="1108"/>
                  </a:cubicBezTo>
                  <a:cubicBezTo>
                    <a:pt x="35277" y="1108"/>
                    <a:pt x="35237" y="1133"/>
                    <a:pt x="35213" y="1165"/>
                  </a:cubicBezTo>
                  <a:cubicBezTo>
                    <a:pt x="35188" y="1193"/>
                    <a:pt x="35176" y="1208"/>
                    <a:pt x="35158" y="1208"/>
                  </a:cubicBezTo>
                  <a:cubicBezTo>
                    <a:pt x="35140" y="1208"/>
                    <a:pt x="35115" y="1193"/>
                    <a:pt x="35067" y="1165"/>
                  </a:cubicBezTo>
                  <a:cubicBezTo>
                    <a:pt x="35067" y="1108"/>
                    <a:pt x="35018" y="1100"/>
                    <a:pt x="34969" y="1100"/>
                  </a:cubicBezTo>
                  <a:cubicBezTo>
                    <a:pt x="34922" y="1131"/>
                    <a:pt x="34773" y="1146"/>
                    <a:pt x="34626" y="1146"/>
                  </a:cubicBezTo>
                  <a:cubicBezTo>
                    <a:pt x="34468" y="1146"/>
                    <a:pt x="34313" y="1129"/>
                    <a:pt x="34288" y="1100"/>
                  </a:cubicBezTo>
                  <a:cubicBezTo>
                    <a:pt x="34240" y="1157"/>
                    <a:pt x="34240" y="1157"/>
                    <a:pt x="34191" y="1157"/>
                  </a:cubicBezTo>
                  <a:cubicBezTo>
                    <a:pt x="34172" y="1110"/>
                    <a:pt x="34153" y="1089"/>
                    <a:pt x="34137" y="1089"/>
                  </a:cubicBezTo>
                  <a:cubicBezTo>
                    <a:pt x="34112" y="1089"/>
                    <a:pt x="34094" y="1139"/>
                    <a:pt x="34094" y="1214"/>
                  </a:cubicBezTo>
                  <a:lnTo>
                    <a:pt x="34191" y="1214"/>
                  </a:lnTo>
                  <a:cubicBezTo>
                    <a:pt x="34191" y="1269"/>
                    <a:pt x="34161" y="1299"/>
                    <a:pt x="34128" y="1299"/>
                  </a:cubicBezTo>
                  <a:cubicBezTo>
                    <a:pt x="34089" y="1299"/>
                    <a:pt x="34045" y="1255"/>
                    <a:pt x="34045" y="1157"/>
                  </a:cubicBezTo>
                  <a:cubicBezTo>
                    <a:pt x="34021" y="1096"/>
                    <a:pt x="34009" y="1066"/>
                    <a:pt x="33996" y="1066"/>
                  </a:cubicBezTo>
                  <a:cubicBezTo>
                    <a:pt x="33984" y="1066"/>
                    <a:pt x="33972" y="1096"/>
                    <a:pt x="33948" y="1157"/>
                  </a:cubicBezTo>
                  <a:cubicBezTo>
                    <a:pt x="33924" y="1213"/>
                    <a:pt x="33900" y="1241"/>
                    <a:pt x="33876" y="1241"/>
                  </a:cubicBezTo>
                  <a:cubicBezTo>
                    <a:pt x="33851" y="1241"/>
                    <a:pt x="33827" y="1211"/>
                    <a:pt x="33802" y="1149"/>
                  </a:cubicBezTo>
                  <a:cubicBezTo>
                    <a:pt x="33802" y="1092"/>
                    <a:pt x="33802" y="1064"/>
                    <a:pt x="33796" y="1064"/>
                  </a:cubicBezTo>
                  <a:cubicBezTo>
                    <a:pt x="33790" y="1064"/>
                    <a:pt x="33777" y="1092"/>
                    <a:pt x="33753" y="1149"/>
                  </a:cubicBezTo>
                  <a:cubicBezTo>
                    <a:pt x="33698" y="1286"/>
                    <a:pt x="33628" y="1363"/>
                    <a:pt x="33577" y="1363"/>
                  </a:cubicBezTo>
                  <a:cubicBezTo>
                    <a:pt x="33538" y="1363"/>
                    <a:pt x="33510" y="1316"/>
                    <a:pt x="33510" y="1214"/>
                  </a:cubicBezTo>
                  <a:cubicBezTo>
                    <a:pt x="33510" y="1092"/>
                    <a:pt x="33461" y="1027"/>
                    <a:pt x="33413" y="1027"/>
                  </a:cubicBezTo>
                  <a:cubicBezTo>
                    <a:pt x="33364" y="1027"/>
                    <a:pt x="33364" y="1092"/>
                    <a:pt x="33364" y="1149"/>
                  </a:cubicBezTo>
                  <a:cubicBezTo>
                    <a:pt x="33388" y="1210"/>
                    <a:pt x="33388" y="1240"/>
                    <a:pt x="33370" y="1240"/>
                  </a:cubicBezTo>
                  <a:cubicBezTo>
                    <a:pt x="33352" y="1240"/>
                    <a:pt x="33315" y="1210"/>
                    <a:pt x="33267" y="1149"/>
                  </a:cubicBezTo>
                  <a:cubicBezTo>
                    <a:pt x="33185" y="1049"/>
                    <a:pt x="33118" y="1002"/>
                    <a:pt x="33050" y="1002"/>
                  </a:cubicBezTo>
                  <a:cubicBezTo>
                    <a:pt x="32996" y="1002"/>
                    <a:pt x="32942" y="1031"/>
                    <a:pt x="32877" y="1084"/>
                  </a:cubicBezTo>
                  <a:cubicBezTo>
                    <a:pt x="32782" y="1144"/>
                    <a:pt x="32698" y="1172"/>
                    <a:pt x="32655" y="1172"/>
                  </a:cubicBezTo>
                  <a:cubicBezTo>
                    <a:pt x="32610" y="1172"/>
                    <a:pt x="32609" y="1142"/>
                    <a:pt x="32683" y="1084"/>
                  </a:cubicBezTo>
                  <a:cubicBezTo>
                    <a:pt x="32741" y="1012"/>
                    <a:pt x="32764" y="982"/>
                    <a:pt x="32753" y="982"/>
                  </a:cubicBezTo>
                  <a:cubicBezTo>
                    <a:pt x="32746" y="982"/>
                    <a:pt x="32722" y="996"/>
                    <a:pt x="32683" y="1019"/>
                  </a:cubicBezTo>
                  <a:lnTo>
                    <a:pt x="32440" y="1019"/>
                  </a:lnTo>
                  <a:cubicBezTo>
                    <a:pt x="32383" y="1027"/>
                    <a:pt x="32342" y="1084"/>
                    <a:pt x="32342" y="1141"/>
                  </a:cubicBezTo>
                  <a:cubicBezTo>
                    <a:pt x="32312" y="1065"/>
                    <a:pt x="32263" y="1014"/>
                    <a:pt x="32207" y="1014"/>
                  </a:cubicBezTo>
                  <a:cubicBezTo>
                    <a:pt x="32173" y="1014"/>
                    <a:pt x="32136" y="1033"/>
                    <a:pt x="32099" y="1076"/>
                  </a:cubicBezTo>
                  <a:lnTo>
                    <a:pt x="32002" y="1076"/>
                  </a:lnTo>
                  <a:cubicBezTo>
                    <a:pt x="31953" y="1076"/>
                    <a:pt x="31953" y="1076"/>
                    <a:pt x="31905" y="1133"/>
                  </a:cubicBezTo>
                  <a:cubicBezTo>
                    <a:pt x="31890" y="1152"/>
                    <a:pt x="31876" y="1160"/>
                    <a:pt x="31861" y="1160"/>
                  </a:cubicBezTo>
                  <a:cubicBezTo>
                    <a:pt x="31827" y="1160"/>
                    <a:pt x="31793" y="1116"/>
                    <a:pt x="31759" y="1076"/>
                  </a:cubicBezTo>
                  <a:cubicBezTo>
                    <a:pt x="31724" y="1030"/>
                    <a:pt x="31689" y="988"/>
                    <a:pt x="31672" y="988"/>
                  </a:cubicBezTo>
                  <a:cubicBezTo>
                    <a:pt x="31665" y="988"/>
                    <a:pt x="31661" y="995"/>
                    <a:pt x="31661" y="1011"/>
                  </a:cubicBezTo>
                  <a:cubicBezTo>
                    <a:pt x="31661" y="1076"/>
                    <a:pt x="31564" y="1133"/>
                    <a:pt x="31515" y="1189"/>
                  </a:cubicBezTo>
                  <a:cubicBezTo>
                    <a:pt x="31501" y="1209"/>
                    <a:pt x="31487" y="1216"/>
                    <a:pt x="31475" y="1216"/>
                  </a:cubicBezTo>
                  <a:cubicBezTo>
                    <a:pt x="31446" y="1216"/>
                    <a:pt x="31433" y="1172"/>
                    <a:pt x="31467" y="1133"/>
                  </a:cubicBezTo>
                  <a:cubicBezTo>
                    <a:pt x="31467" y="1068"/>
                    <a:pt x="31467" y="1068"/>
                    <a:pt x="31369" y="1011"/>
                  </a:cubicBezTo>
                  <a:cubicBezTo>
                    <a:pt x="31321" y="1011"/>
                    <a:pt x="31224" y="1011"/>
                    <a:pt x="31224" y="1068"/>
                  </a:cubicBezTo>
                  <a:cubicBezTo>
                    <a:pt x="31224" y="1099"/>
                    <a:pt x="31155" y="1113"/>
                    <a:pt x="31079" y="1113"/>
                  </a:cubicBezTo>
                  <a:cubicBezTo>
                    <a:pt x="30998" y="1113"/>
                    <a:pt x="30908" y="1097"/>
                    <a:pt x="30883" y="1068"/>
                  </a:cubicBezTo>
                  <a:lnTo>
                    <a:pt x="30786" y="1068"/>
                  </a:lnTo>
                  <a:cubicBezTo>
                    <a:pt x="30737" y="1068"/>
                    <a:pt x="30688" y="1124"/>
                    <a:pt x="30640" y="1124"/>
                  </a:cubicBezTo>
                  <a:cubicBezTo>
                    <a:pt x="30599" y="1133"/>
                    <a:pt x="30567" y="1149"/>
                    <a:pt x="30542" y="1181"/>
                  </a:cubicBezTo>
                  <a:cubicBezTo>
                    <a:pt x="30494" y="1181"/>
                    <a:pt x="30445" y="1181"/>
                    <a:pt x="30445" y="1124"/>
                  </a:cubicBezTo>
                  <a:cubicBezTo>
                    <a:pt x="30421" y="1181"/>
                    <a:pt x="30409" y="1210"/>
                    <a:pt x="30397" y="1210"/>
                  </a:cubicBezTo>
                  <a:cubicBezTo>
                    <a:pt x="30384" y="1210"/>
                    <a:pt x="30372" y="1181"/>
                    <a:pt x="30348" y="1124"/>
                  </a:cubicBezTo>
                  <a:cubicBezTo>
                    <a:pt x="30348" y="1064"/>
                    <a:pt x="30348" y="1033"/>
                    <a:pt x="30342" y="1033"/>
                  </a:cubicBezTo>
                  <a:cubicBezTo>
                    <a:pt x="30336" y="1033"/>
                    <a:pt x="30324" y="1064"/>
                    <a:pt x="30299" y="1124"/>
                  </a:cubicBezTo>
                  <a:cubicBezTo>
                    <a:pt x="30276" y="1152"/>
                    <a:pt x="30264" y="1166"/>
                    <a:pt x="30252" y="1166"/>
                  </a:cubicBezTo>
                  <a:cubicBezTo>
                    <a:pt x="30239" y="1166"/>
                    <a:pt x="30227" y="1150"/>
                    <a:pt x="30202" y="1116"/>
                  </a:cubicBezTo>
                  <a:cubicBezTo>
                    <a:pt x="30202" y="1088"/>
                    <a:pt x="30190" y="1074"/>
                    <a:pt x="30178" y="1074"/>
                  </a:cubicBezTo>
                  <a:cubicBezTo>
                    <a:pt x="30165" y="1074"/>
                    <a:pt x="30153" y="1088"/>
                    <a:pt x="30153" y="1116"/>
                  </a:cubicBezTo>
                  <a:cubicBezTo>
                    <a:pt x="30123" y="1192"/>
                    <a:pt x="30055" y="1243"/>
                    <a:pt x="30008" y="1243"/>
                  </a:cubicBezTo>
                  <a:cubicBezTo>
                    <a:pt x="29979" y="1243"/>
                    <a:pt x="29959" y="1224"/>
                    <a:pt x="29959" y="1181"/>
                  </a:cubicBezTo>
                  <a:cubicBezTo>
                    <a:pt x="29918" y="1181"/>
                    <a:pt x="29878" y="1206"/>
                    <a:pt x="29861" y="1238"/>
                  </a:cubicBezTo>
                  <a:cubicBezTo>
                    <a:pt x="29837" y="1299"/>
                    <a:pt x="29825" y="1329"/>
                    <a:pt x="29819" y="1329"/>
                  </a:cubicBezTo>
                  <a:cubicBezTo>
                    <a:pt x="29813" y="1329"/>
                    <a:pt x="29813" y="1299"/>
                    <a:pt x="29813" y="1238"/>
                  </a:cubicBezTo>
                  <a:cubicBezTo>
                    <a:pt x="29788" y="1177"/>
                    <a:pt x="29764" y="1147"/>
                    <a:pt x="29740" y="1147"/>
                  </a:cubicBezTo>
                  <a:cubicBezTo>
                    <a:pt x="29715" y="1147"/>
                    <a:pt x="29691" y="1177"/>
                    <a:pt x="29667" y="1238"/>
                  </a:cubicBezTo>
                  <a:cubicBezTo>
                    <a:pt x="29655" y="1254"/>
                    <a:pt x="29634" y="1262"/>
                    <a:pt x="29615" y="1262"/>
                  </a:cubicBezTo>
                  <a:cubicBezTo>
                    <a:pt x="29596" y="1262"/>
                    <a:pt x="29578" y="1254"/>
                    <a:pt x="29570" y="1238"/>
                  </a:cubicBezTo>
                  <a:cubicBezTo>
                    <a:pt x="29512" y="1200"/>
                    <a:pt x="29387" y="1161"/>
                    <a:pt x="29304" y="1161"/>
                  </a:cubicBezTo>
                  <a:cubicBezTo>
                    <a:pt x="29246" y="1161"/>
                    <a:pt x="29209" y="1180"/>
                    <a:pt x="29229" y="1230"/>
                  </a:cubicBezTo>
                  <a:lnTo>
                    <a:pt x="29132" y="1230"/>
                  </a:lnTo>
                  <a:cubicBezTo>
                    <a:pt x="29083" y="1201"/>
                    <a:pt x="29047" y="1187"/>
                    <a:pt x="29016" y="1187"/>
                  </a:cubicBezTo>
                  <a:cubicBezTo>
                    <a:pt x="28986" y="1187"/>
                    <a:pt x="28961" y="1201"/>
                    <a:pt x="28937" y="1230"/>
                  </a:cubicBezTo>
                  <a:lnTo>
                    <a:pt x="28880" y="1287"/>
                  </a:lnTo>
                  <a:cubicBezTo>
                    <a:pt x="28888" y="1230"/>
                    <a:pt x="28848" y="1181"/>
                    <a:pt x="28791" y="1165"/>
                  </a:cubicBezTo>
                  <a:cubicBezTo>
                    <a:pt x="28743" y="1165"/>
                    <a:pt x="28743" y="1165"/>
                    <a:pt x="28734" y="1230"/>
                  </a:cubicBezTo>
                  <a:cubicBezTo>
                    <a:pt x="28783" y="1287"/>
                    <a:pt x="28734" y="1287"/>
                    <a:pt x="28686" y="1287"/>
                  </a:cubicBezTo>
                  <a:cubicBezTo>
                    <a:pt x="28629" y="1279"/>
                    <a:pt x="28588" y="1222"/>
                    <a:pt x="28597" y="1165"/>
                  </a:cubicBezTo>
                  <a:lnTo>
                    <a:pt x="28540" y="1165"/>
                  </a:lnTo>
                  <a:cubicBezTo>
                    <a:pt x="28540" y="1235"/>
                    <a:pt x="28524" y="1265"/>
                    <a:pt x="28510" y="1265"/>
                  </a:cubicBezTo>
                  <a:cubicBezTo>
                    <a:pt x="28500" y="1265"/>
                    <a:pt x="28491" y="1249"/>
                    <a:pt x="28491" y="1222"/>
                  </a:cubicBezTo>
                  <a:cubicBezTo>
                    <a:pt x="28463" y="1186"/>
                    <a:pt x="28416" y="1163"/>
                    <a:pt x="28367" y="1163"/>
                  </a:cubicBezTo>
                  <a:cubicBezTo>
                    <a:pt x="28360" y="1163"/>
                    <a:pt x="28353" y="1164"/>
                    <a:pt x="28345" y="1165"/>
                  </a:cubicBezTo>
                  <a:cubicBezTo>
                    <a:pt x="28345" y="1184"/>
                    <a:pt x="28340" y="1190"/>
                    <a:pt x="28334" y="1190"/>
                  </a:cubicBezTo>
                  <a:cubicBezTo>
                    <a:pt x="28324" y="1190"/>
                    <a:pt x="28313" y="1165"/>
                    <a:pt x="28345" y="1165"/>
                  </a:cubicBezTo>
                  <a:lnTo>
                    <a:pt x="28345" y="1108"/>
                  </a:lnTo>
                  <a:cubicBezTo>
                    <a:pt x="28331" y="1089"/>
                    <a:pt x="28321" y="1081"/>
                    <a:pt x="28314" y="1081"/>
                  </a:cubicBezTo>
                  <a:cubicBezTo>
                    <a:pt x="28297" y="1081"/>
                    <a:pt x="28297" y="1125"/>
                    <a:pt x="28297" y="1165"/>
                  </a:cubicBezTo>
                  <a:lnTo>
                    <a:pt x="28199" y="1165"/>
                  </a:lnTo>
                  <a:cubicBezTo>
                    <a:pt x="28151" y="1165"/>
                    <a:pt x="28102" y="1165"/>
                    <a:pt x="28151" y="1222"/>
                  </a:cubicBezTo>
                  <a:cubicBezTo>
                    <a:pt x="28151" y="1287"/>
                    <a:pt x="28151" y="1343"/>
                    <a:pt x="28102" y="1343"/>
                  </a:cubicBezTo>
                  <a:cubicBezTo>
                    <a:pt x="28102" y="1362"/>
                    <a:pt x="28097" y="1369"/>
                    <a:pt x="28091" y="1369"/>
                  </a:cubicBezTo>
                  <a:cubicBezTo>
                    <a:pt x="28080" y="1369"/>
                    <a:pt x="28070" y="1343"/>
                    <a:pt x="28102" y="1343"/>
                  </a:cubicBezTo>
                  <a:cubicBezTo>
                    <a:pt x="28102" y="1279"/>
                    <a:pt x="28102" y="1222"/>
                    <a:pt x="28053" y="1222"/>
                  </a:cubicBezTo>
                  <a:cubicBezTo>
                    <a:pt x="28005" y="1222"/>
                    <a:pt x="28005" y="1165"/>
                    <a:pt x="28005" y="1165"/>
                  </a:cubicBezTo>
                  <a:cubicBezTo>
                    <a:pt x="28026" y="1112"/>
                    <a:pt x="28001" y="1093"/>
                    <a:pt x="27962" y="1093"/>
                  </a:cubicBezTo>
                  <a:cubicBezTo>
                    <a:pt x="27911" y="1093"/>
                    <a:pt x="27838" y="1125"/>
                    <a:pt x="27810" y="1157"/>
                  </a:cubicBezTo>
                  <a:cubicBezTo>
                    <a:pt x="27761" y="1218"/>
                    <a:pt x="27725" y="1248"/>
                    <a:pt x="27701" y="1248"/>
                  </a:cubicBezTo>
                  <a:cubicBezTo>
                    <a:pt x="27676" y="1248"/>
                    <a:pt x="27664" y="1218"/>
                    <a:pt x="27664" y="1157"/>
                  </a:cubicBezTo>
                  <a:cubicBezTo>
                    <a:pt x="27664" y="1123"/>
                    <a:pt x="27657" y="1108"/>
                    <a:pt x="27645" y="1108"/>
                  </a:cubicBezTo>
                  <a:cubicBezTo>
                    <a:pt x="27614" y="1108"/>
                    <a:pt x="27553" y="1207"/>
                    <a:pt x="27518" y="1335"/>
                  </a:cubicBezTo>
                  <a:lnTo>
                    <a:pt x="27470" y="1514"/>
                  </a:lnTo>
                  <a:lnTo>
                    <a:pt x="27470" y="1335"/>
                  </a:lnTo>
                  <a:cubicBezTo>
                    <a:pt x="27441" y="1193"/>
                    <a:pt x="27429" y="1134"/>
                    <a:pt x="27395" y="1134"/>
                  </a:cubicBezTo>
                  <a:cubicBezTo>
                    <a:pt x="27371" y="1134"/>
                    <a:pt x="27335" y="1163"/>
                    <a:pt x="27275" y="1214"/>
                  </a:cubicBezTo>
                  <a:cubicBezTo>
                    <a:pt x="27226" y="1242"/>
                    <a:pt x="27202" y="1256"/>
                    <a:pt x="27190" y="1256"/>
                  </a:cubicBezTo>
                  <a:cubicBezTo>
                    <a:pt x="27178" y="1256"/>
                    <a:pt x="27178" y="1242"/>
                    <a:pt x="27178" y="1214"/>
                  </a:cubicBezTo>
                  <a:cubicBezTo>
                    <a:pt x="27178" y="1157"/>
                    <a:pt x="27129" y="1149"/>
                    <a:pt x="26983" y="1149"/>
                  </a:cubicBezTo>
                  <a:cubicBezTo>
                    <a:pt x="26837" y="1149"/>
                    <a:pt x="26789" y="1149"/>
                    <a:pt x="26789" y="1214"/>
                  </a:cubicBezTo>
                  <a:lnTo>
                    <a:pt x="26691" y="1206"/>
                  </a:lnTo>
                  <a:cubicBezTo>
                    <a:pt x="26673" y="1163"/>
                    <a:pt x="26648" y="1144"/>
                    <a:pt x="26626" y="1144"/>
                  </a:cubicBezTo>
                  <a:cubicBezTo>
                    <a:pt x="26590" y="1144"/>
                    <a:pt x="26564" y="1195"/>
                    <a:pt x="26594" y="1270"/>
                  </a:cubicBezTo>
                  <a:lnTo>
                    <a:pt x="26497" y="1270"/>
                  </a:lnTo>
                  <a:lnTo>
                    <a:pt x="26497" y="1206"/>
                  </a:lnTo>
                  <a:cubicBezTo>
                    <a:pt x="26497" y="1149"/>
                    <a:pt x="26399" y="1149"/>
                    <a:pt x="26010" y="1141"/>
                  </a:cubicBezTo>
                  <a:cubicBezTo>
                    <a:pt x="25572" y="1141"/>
                    <a:pt x="25524" y="1141"/>
                    <a:pt x="25524" y="1254"/>
                  </a:cubicBezTo>
                  <a:cubicBezTo>
                    <a:pt x="25499" y="1315"/>
                    <a:pt x="25475" y="1345"/>
                    <a:pt x="25457" y="1345"/>
                  </a:cubicBezTo>
                  <a:cubicBezTo>
                    <a:pt x="25439" y="1345"/>
                    <a:pt x="25426" y="1315"/>
                    <a:pt x="25426" y="1254"/>
                  </a:cubicBezTo>
                  <a:cubicBezTo>
                    <a:pt x="25426" y="1214"/>
                    <a:pt x="25402" y="1174"/>
                    <a:pt x="25388" y="1174"/>
                  </a:cubicBezTo>
                  <a:cubicBezTo>
                    <a:pt x="25382" y="1174"/>
                    <a:pt x="25378" y="1181"/>
                    <a:pt x="25378" y="1197"/>
                  </a:cubicBezTo>
                  <a:cubicBezTo>
                    <a:pt x="25321" y="1197"/>
                    <a:pt x="25272" y="1173"/>
                    <a:pt x="25232" y="1133"/>
                  </a:cubicBezTo>
                  <a:cubicBezTo>
                    <a:pt x="25171" y="1082"/>
                    <a:pt x="25127" y="1064"/>
                    <a:pt x="25097" y="1064"/>
                  </a:cubicBezTo>
                  <a:cubicBezTo>
                    <a:pt x="25054" y="1064"/>
                    <a:pt x="25037" y="1099"/>
                    <a:pt x="25037" y="1133"/>
                  </a:cubicBezTo>
                  <a:cubicBezTo>
                    <a:pt x="25058" y="1185"/>
                    <a:pt x="25061" y="1204"/>
                    <a:pt x="25054" y="1204"/>
                  </a:cubicBezTo>
                  <a:cubicBezTo>
                    <a:pt x="25044" y="1204"/>
                    <a:pt x="25016" y="1170"/>
                    <a:pt x="24989" y="1133"/>
                  </a:cubicBezTo>
                  <a:cubicBezTo>
                    <a:pt x="24954" y="1093"/>
                    <a:pt x="24920" y="1049"/>
                    <a:pt x="24903" y="1049"/>
                  </a:cubicBezTo>
                  <a:cubicBezTo>
                    <a:pt x="24896" y="1049"/>
                    <a:pt x="24891" y="1057"/>
                    <a:pt x="24891" y="1076"/>
                  </a:cubicBezTo>
                  <a:cubicBezTo>
                    <a:pt x="24864" y="1108"/>
                    <a:pt x="24759" y="1140"/>
                    <a:pt x="24673" y="1140"/>
                  </a:cubicBezTo>
                  <a:cubicBezTo>
                    <a:pt x="24606" y="1140"/>
                    <a:pt x="24551" y="1121"/>
                    <a:pt x="24551" y="1068"/>
                  </a:cubicBezTo>
                  <a:lnTo>
                    <a:pt x="24454" y="1068"/>
                  </a:lnTo>
                  <a:cubicBezTo>
                    <a:pt x="24454" y="1120"/>
                    <a:pt x="24391" y="1125"/>
                    <a:pt x="24317" y="1125"/>
                  </a:cubicBezTo>
                  <a:cubicBezTo>
                    <a:pt x="24298" y="1125"/>
                    <a:pt x="24278" y="1124"/>
                    <a:pt x="24259" y="1124"/>
                  </a:cubicBezTo>
                  <a:cubicBezTo>
                    <a:pt x="24162" y="1124"/>
                    <a:pt x="24113" y="1124"/>
                    <a:pt x="24113" y="1068"/>
                  </a:cubicBezTo>
                  <a:cubicBezTo>
                    <a:pt x="24138" y="1038"/>
                    <a:pt x="24137" y="1022"/>
                    <a:pt x="24117" y="1022"/>
                  </a:cubicBezTo>
                  <a:cubicBezTo>
                    <a:pt x="24098" y="1022"/>
                    <a:pt x="24063" y="1036"/>
                    <a:pt x="24016" y="1068"/>
                  </a:cubicBezTo>
                  <a:cubicBezTo>
                    <a:pt x="23967" y="1068"/>
                    <a:pt x="23918" y="1181"/>
                    <a:pt x="23870" y="1181"/>
                  </a:cubicBezTo>
                  <a:cubicBezTo>
                    <a:pt x="23870" y="1246"/>
                    <a:pt x="23829" y="1295"/>
                    <a:pt x="23772" y="1303"/>
                  </a:cubicBezTo>
                  <a:lnTo>
                    <a:pt x="23772" y="1246"/>
                  </a:lnTo>
                  <a:cubicBezTo>
                    <a:pt x="23772" y="1181"/>
                    <a:pt x="23772" y="1124"/>
                    <a:pt x="23772" y="1124"/>
                  </a:cubicBezTo>
                  <a:cubicBezTo>
                    <a:pt x="23724" y="1124"/>
                    <a:pt x="23675" y="1124"/>
                    <a:pt x="23675" y="1181"/>
                  </a:cubicBezTo>
                  <a:cubicBezTo>
                    <a:pt x="23627" y="1124"/>
                    <a:pt x="23578" y="1124"/>
                    <a:pt x="23481" y="1124"/>
                  </a:cubicBezTo>
                  <a:cubicBezTo>
                    <a:pt x="23455" y="1122"/>
                    <a:pt x="23430" y="1121"/>
                    <a:pt x="23405" y="1121"/>
                  </a:cubicBezTo>
                  <a:cubicBezTo>
                    <a:pt x="23336" y="1121"/>
                    <a:pt x="23273" y="1133"/>
                    <a:pt x="23237" y="1181"/>
                  </a:cubicBezTo>
                  <a:cubicBezTo>
                    <a:pt x="23212" y="1118"/>
                    <a:pt x="23122" y="1086"/>
                    <a:pt x="23034" y="1086"/>
                  </a:cubicBezTo>
                  <a:cubicBezTo>
                    <a:pt x="22952" y="1086"/>
                    <a:pt x="22872" y="1114"/>
                    <a:pt x="22848" y="1173"/>
                  </a:cubicBezTo>
                  <a:cubicBezTo>
                    <a:pt x="22848" y="1204"/>
                    <a:pt x="22837" y="1219"/>
                    <a:pt x="22820" y="1219"/>
                  </a:cubicBezTo>
                  <a:cubicBezTo>
                    <a:pt x="22801" y="1219"/>
                    <a:pt x="22776" y="1202"/>
                    <a:pt x="22751" y="1173"/>
                  </a:cubicBezTo>
                  <a:cubicBezTo>
                    <a:pt x="22727" y="1145"/>
                    <a:pt x="22714" y="1131"/>
                    <a:pt x="22702" y="1131"/>
                  </a:cubicBezTo>
                  <a:cubicBezTo>
                    <a:pt x="22690" y="1131"/>
                    <a:pt x="22678" y="1145"/>
                    <a:pt x="22654" y="1173"/>
                  </a:cubicBezTo>
                  <a:cubicBezTo>
                    <a:pt x="22637" y="1189"/>
                    <a:pt x="22622" y="1196"/>
                    <a:pt x="22608" y="1196"/>
                  </a:cubicBezTo>
                  <a:cubicBezTo>
                    <a:pt x="22573" y="1196"/>
                    <a:pt x="22542" y="1154"/>
                    <a:pt x="22508" y="1108"/>
                  </a:cubicBezTo>
                  <a:cubicBezTo>
                    <a:pt x="22479" y="1042"/>
                    <a:pt x="22451" y="1014"/>
                    <a:pt x="22422" y="1014"/>
                  </a:cubicBezTo>
                  <a:cubicBezTo>
                    <a:pt x="22402" y="1014"/>
                    <a:pt x="22382" y="1028"/>
                    <a:pt x="22362" y="1051"/>
                  </a:cubicBezTo>
                  <a:cubicBezTo>
                    <a:pt x="22291" y="1087"/>
                    <a:pt x="22221" y="1110"/>
                    <a:pt x="22150" y="1110"/>
                  </a:cubicBezTo>
                  <a:cubicBezTo>
                    <a:pt x="22139" y="1110"/>
                    <a:pt x="22129" y="1109"/>
                    <a:pt x="22118" y="1108"/>
                  </a:cubicBezTo>
                  <a:cubicBezTo>
                    <a:pt x="22013" y="1165"/>
                    <a:pt x="21964" y="1165"/>
                    <a:pt x="22013" y="1230"/>
                  </a:cubicBezTo>
                  <a:cubicBezTo>
                    <a:pt x="22013" y="1270"/>
                    <a:pt x="21997" y="1311"/>
                    <a:pt x="21964" y="1343"/>
                  </a:cubicBezTo>
                  <a:cubicBezTo>
                    <a:pt x="21932" y="1365"/>
                    <a:pt x="21910" y="1372"/>
                    <a:pt x="21898" y="1372"/>
                  </a:cubicBezTo>
                  <a:cubicBezTo>
                    <a:pt x="21873" y="1372"/>
                    <a:pt x="21883" y="1343"/>
                    <a:pt x="21916" y="1343"/>
                  </a:cubicBezTo>
                  <a:cubicBezTo>
                    <a:pt x="22013" y="1287"/>
                    <a:pt x="21964" y="1287"/>
                    <a:pt x="21916" y="1230"/>
                  </a:cubicBezTo>
                  <a:cubicBezTo>
                    <a:pt x="21873" y="1187"/>
                    <a:pt x="21812" y="1163"/>
                    <a:pt x="21749" y="1163"/>
                  </a:cubicBezTo>
                  <a:cubicBezTo>
                    <a:pt x="21740" y="1163"/>
                    <a:pt x="21730" y="1164"/>
                    <a:pt x="21721" y="1165"/>
                  </a:cubicBezTo>
                  <a:lnTo>
                    <a:pt x="21527" y="1165"/>
                  </a:lnTo>
                  <a:cubicBezTo>
                    <a:pt x="21454" y="1133"/>
                    <a:pt x="21405" y="1116"/>
                    <a:pt x="21375" y="1116"/>
                  </a:cubicBezTo>
                  <a:cubicBezTo>
                    <a:pt x="21344" y="1116"/>
                    <a:pt x="21332" y="1133"/>
                    <a:pt x="21332" y="1165"/>
                  </a:cubicBezTo>
                  <a:lnTo>
                    <a:pt x="21332" y="1222"/>
                  </a:lnTo>
                  <a:cubicBezTo>
                    <a:pt x="21307" y="1160"/>
                    <a:pt x="21157" y="1130"/>
                    <a:pt x="21008" y="1130"/>
                  </a:cubicBezTo>
                  <a:cubicBezTo>
                    <a:pt x="20865" y="1130"/>
                    <a:pt x="20724" y="1158"/>
                    <a:pt x="20700" y="1214"/>
                  </a:cubicBezTo>
                  <a:lnTo>
                    <a:pt x="20700" y="1157"/>
                  </a:lnTo>
                  <a:cubicBezTo>
                    <a:pt x="20700" y="1100"/>
                    <a:pt x="20651" y="1092"/>
                    <a:pt x="20554" y="1092"/>
                  </a:cubicBezTo>
                  <a:cubicBezTo>
                    <a:pt x="20424" y="1124"/>
                    <a:pt x="20294" y="1141"/>
                    <a:pt x="20165" y="1149"/>
                  </a:cubicBezTo>
                  <a:cubicBezTo>
                    <a:pt x="19970" y="1149"/>
                    <a:pt x="19824" y="1149"/>
                    <a:pt x="19824" y="1206"/>
                  </a:cubicBezTo>
                  <a:cubicBezTo>
                    <a:pt x="19775" y="1206"/>
                    <a:pt x="19775" y="1206"/>
                    <a:pt x="19775" y="1149"/>
                  </a:cubicBezTo>
                  <a:cubicBezTo>
                    <a:pt x="19824" y="1092"/>
                    <a:pt x="19775" y="1092"/>
                    <a:pt x="19727" y="1084"/>
                  </a:cubicBezTo>
                  <a:cubicBezTo>
                    <a:pt x="19678" y="1084"/>
                    <a:pt x="19678" y="1149"/>
                    <a:pt x="19678" y="1206"/>
                  </a:cubicBezTo>
                  <a:cubicBezTo>
                    <a:pt x="19678" y="1234"/>
                    <a:pt x="19666" y="1248"/>
                    <a:pt x="19642" y="1248"/>
                  </a:cubicBezTo>
                  <a:cubicBezTo>
                    <a:pt x="19617" y="1248"/>
                    <a:pt x="19581" y="1234"/>
                    <a:pt x="19532" y="1206"/>
                  </a:cubicBezTo>
                  <a:cubicBezTo>
                    <a:pt x="19469" y="1172"/>
                    <a:pt x="19400" y="1156"/>
                    <a:pt x="19331" y="1156"/>
                  </a:cubicBezTo>
                  <a:cubicBezTo>
                    <a:pt x="19266" y="1156"/>
                    <a:pt x="19202" y="1170"/>
                    <a:pt x="19143" y="1197"/>
                  </a:cubicBezTo>
                  <a:cubicBezTo>
                    <a:pt x="19094" y="1197"/>
                    <a:pt x="19046" y="1197"/>
                    <a:pt x="19046" y="1141"/>
                  </a:cubicBezTo>
                  <a:cubicBezTo>
                    <a:pt x="19017" y="1096"/>
                    <a:pt x="18971" y="1074"/>
                    <a:pt x="18924" y="1074"/>
                  </a:cubicBezTo>
                  <a:cubicBezTo>
                    <a:pt x="18877" y="1074"/>
                    <a:pt x="18831" y="1096"/>
                    <a:pt x="18802" y="1141"/>
                  </a:cubicBezTo>
                  <a:cubicBezTo>
                    <a:pt x="18754" y="1141"/>
                    <a:pt x="18754" y="1141"/>
                    <a:pt x="18754" y="1076"/>
                  </a:cubicBezTo>
                  <a:cubicBezTo>
                    <a:pt x="18725" y="1043"/>
                    <a:pt x="18714" y="1007"/>
                    <a:pt x="18699" y="1007"/>
                  </a:cubicBezTo>
                  <a:cubicBezTo>
                    <a:pt x="18689" y="1007"/>
                    <a:pt x="18677" y="1025"/>
                    <a:pt x="18656" y="1076"/>
                  </a:cubicBezTo>
                  <a:cubicBezTo>
                    <a:pt x="18604" y="1104"/>
                    <a:pt x="18545" y="1118"/>
                    <a:pt x="18486" y="1118"/>
                  </a:cubicBezTo>
                  <a:cubicBezTo>
                    <a:pt x="18427" y="1118"/>
                    <a:pt x="18369" y="1104"/>
                    <a:pt x="18316" y="1076"/>
                  </a:cubicBezTo>
                  <a:cubicBezTo>
                    <a:pt x="18267" y="1076"/>
                    <a:pt x="18219" y="1076"/>
                    <a:pt x="18219" y="1133"/>
                  </a:cubicBezTo>
                  <a:cubicBezTo>
                    <a:pt x="18219" y="1152"/>
                    <a:pt x="18219" y="1173"/>
                    <a:pt x="18219" y="1189"/>
                  </a:cubicBezTo>
                  <a:cubicBezTo>
                    <a:pt x="18194" y="1133"/>
                    <a:pt x="18182" y="1104"/>
                    <a:pt x="18170" y="1104"/>
                  </a:cubicBezTo>
                  <a:cubicBezTo>
                    <a:pt x="18158" y="1104"/>
                    <a:pt x="18146" y="1133"/>
                    <a:pt x="18121" y="1189"/>
                  </a:cubicBezTo>
                  <a:cubicBezTo>
                    <a:pt x="18121" y="1222"/>
                    <a:pt x="18109" y="1238"/>
                    <a:pt x="18097" y="1238"/>
                  </a:cubicBezTo>
                  <a:cubicBezTo>
                    <a:pt x="18085" y="1238"/>
                    <a:pt x="18073" y="1222"/>
                    <a:pt x="18073" y="1189"/>
                  </a:cubicBezTo>
                  <a:cubicBezTo>
                    <a:pt x="18048" y="1157"/>
                    <a:pt x="18016" y="1133"/>
                    <a:pt x="17975" y="1133"/>
                  </a:cubicBezTo>
                  <a:cubicBezTo>
                    <a:pt x="17797" y="1165"/>
                    <a:pt x="17619" y="1181"/>
                    <a:pt x="17440" y="1189"/>
                  </a:cubicBezTo>
                  <a:cubicBezTo>
                    <a:pt x="17334" y="1187"/>
                    <a:pt x="17245" y="1185"/>
                    <a:pt x="17173" y="1185"/>
                  </a:cubicBezTo>
                  <a:cubicBezTo>
                    <a:pt x="16982" y="1185"/>
                    <a:pt x="16905" y="1197"/>
                    <a:pt x="16905" y="1238"/>
                  </a:cubicBezTo>
                  <a:cubicBezTo>
                    <a:pt x="16881" y="1270"/>
                    <a:pt x="16869" y="1287"/>
                    <a:pt x="16857" y="1287"/>
                  </a:cubicBezTo>
                  <a:cubicBezTo>
                    <a:pt x="16844" y="1287"/>
                    <a:pt x="16832" y="1270"/>
                    <a:pt x="16808" y="1238"/>
                  </a:cubicBezTo>
                  <a:cubicBezTo>
                    <a:pt x="16780" y="1203"/>
                    <a:pt x="16733" y="1180"/>
                    <a:pt x="16684" y="1180"/>
                  </a:cubicBezTo>
                  <a:cubicBezTo>
                    <a:pt x="16677" y="1180"/>
                    <a:pt x="16669" y="1180"/>
                    <a:pt x="16662" y="1181"/>
                  </a:cubicBezTo>
                  <a:cubicBezTo>
                    <a:pt x="16613" y="1181"/>
                    <a:pt x="16565" y="1181"/>
                    <a:pt x="16565" y="1116"/>
                  </a:cubicBezTo>
                  <a:cubicBezTo>
                    <a:pt x="16516" y="1181"/>
                    <a:pt x="16516" y="1181"/>
                    <a:pt x="16467" y="1181"/>
                  </a:cubicBezTo>
                  <a:cubicBezTo>
                    <a:pt x="16467" y="1148"/>
                    <a:pt x="16454" y="1132"/>
                    <a:pt x="16435" y="1132"/>
                  </a:cubicBezTo>
                  <a:cubicBezTo>
                    <a:pt x="16417" y="1132"/>
                    <a:pt x="16394" y="1146"/>
                    <a:pt x="16370" y="1173"/>
                  </a:cubicBezTo>
                  <a:cubicBezTo>
                    <a:pt x="16346" y="1234"/>
                    <a:pt x="16334" y="1264"/>
                    <a:pt x="16328" y="1264"/>
                  </a:cubicBezTo>
                  <a:cubicBezTo>
                    <a:pt x="16321" y="1264"/>
                    <a:pt x="16321" y="1234"/>
                    <a:pt x="16321" y="1173"/>
                  </a:cubicBezTo>
                  <a:cubicBezTo>
                    <a:pt x="16321" y="1133"/>
                    <a:pt x="16249" y="1089"/>
                    <a:pt x="16223" y="1089"/>
                  </a:cubicBezTo>
                  <a:cubicBezTo>
                    <a:pt x="16212" y="1089"/>
                    <a:pt x="16210" y="1097"/>
                    <a:pt x="16224" y="1116"/>
                  </a:cubicBezTo>
                  <a:cubicBezTo>
                    <a:pt x="16224" y="1173"/>
                    <a:pt x="16127" y="1173"/>
                    <a:pt x="16078" y="1230"/>
                  </a:cubicBezTo>
                  <a:cubicBezTo>
                    <a:pt x="16030" y="1230"/>
                    <a:pt x="15981" y="1230"/>
                    <a:pt x="15981" y="1173"/>
                  </a:cubicBezTo>
                  <a:cubicBezTo>
                    <a:pt x="15967" y="1156"/>
                    <a:pt x="15936" y="1150"/>
                    <a:pt x="15898" y="1150"/>
                  </a:cubicBezTo>
                  <a:cubicBezTo>
                    <a:pt x="15806" y="1150"/>
                    <a:pt x="15675" y="1190"/>
                    <a:pt x="15640" y="1230"/>
                  </a:cubicBezTo>
                  <a:cubicBezTo>
                    <a:pt x="15640" y="1258"/>
                    <a:pt x="15628" y="1272"/>
                    <a:pt x="15616" y="1272"/>
                  </a:cubicBezTo>
                  <a:cubicBezTo>
                    <a:pt x="15604" y="1272"/>
                    <a:pt x="15592" y="1258"/>
                    <a:pt x="15592" y="1230"/>
                  </a:cubicBezTo>
                  <a:cubicBezTo>
                    <a:pt x="15592" y="1173"/>
                    <a:pt x="15543" y="1173"/>
                    <a:pt x="15494" y="1165"/>
                  </a:cubicBezTo>
                  <a:cubicBezTo>
                    <a:pt x="15480" y="1184"/>
                    <a:pt x="15470" y="1192"/>
                    <a:pt x="15463" y="1192"/>
                  </a:cubicBezTo>
                  <a:cubicBezTo>
                    <a:pt x="15446" y="1192"/>
                    <a:pt x="15446" y="1148"/>
                    <a:pt x="15446" y="1108"/>
                  </a:cubicBezTo>
                  <a:cubicBezTo>
                    <a:pt x="15494" y="1051"/>
                    <a:pt x="15446" y="1051"/>
                    <a:pt x="15349" y="1051"/>
                  </a:cubicBezTo>
                  <a:cubicBezTo>
                    <a:pt x="15313" y="1093"/>
                    <a:pt x="15201" y="1104"/>
                    <a:pt x="15086" y="1104"/>
                  </a:cubicBezTo>
                  <a:cubicBezTo>
                    <a:pt x="15043" y="1104"/>
                    <a:pt x="14999" y="1102"/>
                    <a:pt x="14959" y="1100"/>
                  </a:cubicBezTo>
                  <a:cubicBezTo>
                    <a:pt x="14716" y="1100"/>
                    <a:pt x="14667" y="1165"/>
                    <a:pt x="14562" y="1279"/>
                  </a:cubicBezTo>
                  <a:lnTo>
                    <a:pt x="14513" y="1400"/>
                  </a:lnTo>
                  <a:lnTo>
                    <a:pt x="14513" y="1279"/>
                  </a:lnTo>
                  <a:cubicBezTo>
                    <a:pt x="14505" y="1214"/>
                    <a:pt x="14489" y="1157"/>
                    <a:pt x="14473" y="1100"/>
                  </a:cubicBezTo>
                  <a:cubicBezTo>
                    <a:pt x="14424" y="1100"/>
                    <a:pt x="14424" y="1157"/>
                    <a:pt x="14416" y="1222"/>
                  </a:cubicBezTo>
                  <a:cubicBezTo>
                    <a:pt x="14416" y="1249"/>
                    <a:pt x="14405" y="1263"/>
                    <a:pt x="14382" y="1263"/>
                  </a:cubicBezTo>
                  <a:cubicBezTo>
                    <a:pt x="14358" y="1263"/>
                    <a:pt x="14320" y="1247"/>
                    <a:pt x="14270" y="1214"/>
                  </a:cubicBezTo>
                  <a:cubicBezTo>
                    <a:pt x="14222" y="1185"/>
                    <a:pt x="14185" y="1171"/>
                    <a:pt x="14155" y="1171"/>
                  </a:cubicBezTo>
                  <a:cubicBezTo>
                    <a:pt x="14124" y="1171"/>
                    <a:pt x="14100" y="1185"/>
                    <a:pt x="14076" y="1214"/>
                  </a:cubicBezTo>
                  <a:cubicBezTo>
                    <a:pt x="14069" y="1215"/>
                    <a:pt x="14063" y="1215"/>
                    <a:pt x="14056" y="1215"/>
                  </a:cubicBezTo>
                  <a:cubicBezTo>
                    <a:pt x="14013" y="1215"/>
                    <a:pt x="13965" y="1192"/>
                    <a:pt x="13930" y="1157"/>
                  </a:cubicBezTo>
                  <a:cubicBezTo>
                    <a:pt x="13881" y="1157"/>
                    <a:pt x="13881" y="1157"/>
                    <a:pt x="13881" y="1214"/>
                  </a:cubicBezTo>
                  <a:cubicBezTo>
                    <a:pt x="13881" y="1242"/>
                    <a:pt x="13869" y="1256"/>
                    <a:pt x="13851" y="1256"/>
                  </a:cubicBezTo>
                  <a:cubicBezTo>
                    <a:pt x="13832" y="1256"/>
                    <a:pt x="13808" y="1242"/>
                    <a:pt x="13784" y="1214"/>
                  </a:cubicBezTo>
                  <a:cubicBezTo>
                    <a:pt x="13755" y="1141"/>
                    <a:pt x="13692" y="1112"/>
                    <a:pt x="13645" y="1112"/>
                  </a:cubicBezTo>
                  <a:cubicBezTo>
                    <a:pt x="13613" y="1112"/>
                    <a:pt x="13589" y="1126"/>
                    <a:pt x="13589" y="1149"/>
                  </a:cubicBezTo>
                  <a:cubicBezTo>
                    <a:pt x="13589" y="1214"/>
                    <a:pt x="13540" y="1214"/>
                    <a:pt x="13492" y="1214"/>
                  </a:cubicBezTo>
                  <a:cubicBezTo>
                    <a:pt x="13483" y="1212"/>
                    <a:pt x="13474" y="1212"/>
                    <a:pt x="13465" y="1212"/>
                  </a:cubicBezTo>
                  <a:cubicBezTo>
                    <a:pt x="13420" y="1212"/>
                    <a:pt x="13380" y="1230"/>
                    <a:pt x="13346" y="1270"/>
                  </a:cubicBezTo>
                  <a:lnTo>
                    <a:pt x="13249" y="1270"/>
                  </a:lnTo>
                  <a:cubicBezTo>
                    <a:pt x="13200" y="1270"/>
                    <a:pt x="13249" y="1206"/>
                    <a:pt x="13297" y="1206"/>
                  </a:cubicBezTo>
                  <a:lnTo>
                    <a:pt x="13249" y="1149"/>
                  </a:lnTo>
                  <a:cubicBezTo>
                    <a:pt x="13151" y="1149"/>
                    <a:pt x="13103" y="1149"/>
                    <a:pt x="13054" y="1206"/>
                  </a:cubicBezTo>
                  <a:cubicBezTo>
                    <a:pt x="13030" y="1266"/>
                    <a:pt x="13018" y="1297"/>
                    <a:pt x="13011" y="1297"/>
                  </a:cubicBezTo>
                  <a:cubicBezTo>
                    <a:pt x="13005" y="1297"/>
                    <a:pt x="13005" y="1266"/>
                    <a:pt x="13005" y="1206"/>
                  </a:cubicBezTo>
                  <a:cubicBezTo>
                    <a:pt x="13005" y="1166"/>
                    <a:pt x="12981" y="1122"/>
                    <a:pt x="12950" y="1122"/>
                  </a:cubicBezTo>
                  <a:cubicBezTo>
                    <a:pt x="12937" y="1122"/>
                    <a:pt x="12923" y="1130"/>
                    <a:pt x="12908" y="1149"/>
                  </a:cubicBezTo>
                  <a:cubicBezTo>
                    <a:pt x="12888" y="1197"/>
                    <a:pt x="12867" y="1214"/>
                    <a:pt x="12850" y="1214"/>
                  </a:cubicBezTo>
                  <a:cubicBezTo>
                    <a:pt x="12827" y="1214"/>
                    <a:pt x="12811" y="1182"/>
                    <a:pt x="12811" y="1149"/>
                  </a:cubicBezTo>
                  <a:cubicBezTo>
                    <a:pt x="12836" y="1087"/>
                    <a:pt x="12848" y="1057"/>
                    <a:pt x="12828" y="1057"/>
                  </a:cubicBezTo>
                  <a:cubicBezTo>
                    <a:pt x="12809" y="1057"/>
                    <a:pt x="12760" y="1085"/>
                    <a:pt x="12665" y="1141"/>
                  </a:cubicBezTo>
                  <a:cubicBezTo>
                    <a:pt x="12568" y="1141"/>
                    <a:pt x="12373" y="1197"/>
                    <a:pt x="12227" y="1197"/>
                  </a:cubicBezTo>
                  <a:cubicBezTo>
                    <a:pt x="12032" y="1197"/>
                    <a:pt x="11935" y="1197"/>
                    <a:pt x="11886" y="1133"/>
                  </a:cubicBezTo>
                  <a:cubicBezTo>
                    <a:pt x="11886" y="1122"/>
                    <a:pt x="11886" y="1113"/>
                    <a:pt x="11885" y="1104"/>
                  </a:cubicBezTo>
                  <a:lnTo>
                    <a:pt x="11885" y="1104"/>
                  </a:lnTo>
                  <a:cubicBezTo>
                    <a:pt x="11877" y="1197"/>
                    <a:pt x="11825" y="1197"/>
                    <a:pt x="11692" y="1197"/>
                  </a:cubicBezTo>
                  <a:cubicBezTo>
                    <a:pt x="11657" y="1177"/>
                    <a:pt x="11618" y="1167"/>
                    <a:pt x="11580" y="1167"/>
                  </a:cubicBezTo>
                  <a:cubicBezTo>
                    <a:pt x="11513" y="1167"/>
                    <a:pt x="11446" y="1197"/>
                    <a:pt x="11400" y="1254"/>
                  </a:cubicBezTo>
                  <a:lnTo>
                    <a:pt x="11497" y="1254"/>
                  </a:lnTo>
                  <a:cubicBezTo>
                    <a:pt x="11497" y="1324"/>
                    <a:pt x="11481" y="1351"/>
                    <a:pt x="11450" y="1351"/>
                  </a:cubicBezTo>
                  <a:cubicBezTo>
                    <a:pt x="11426" y="1351"/>
                    <a:pt x="11393" y="1335"/>
                    <a:pt x="11351" y="1311"/>
                  </a:cubicBezTo>
                  <a:cubicBezTo>
                    <a:pt x="11303" y="1311"/>
                    <a:pt x="11303" y="1246"/>
                    <a:pt x="11303" y="1189"/>
                  </a:cubicBezTo>
                  <a:cubicBezTo>
                    <a:pt x="11303" y="1133"/>
                    <a:pt x="11262" y="1084"/>
                    <a:pt x="11205" y="1068"/>
                  </a:cubicBezTo>
                  <a:cubicBezTo>
                    <a:pt x="11157" y="1068"/>
                    <a:pt x="11108" y="1068"/>
                    <a:pt x="11157" y="1133"/>
                  </a:cubicBezTo>
                  <a:cubicBezTo>
                    <a:pt x="11157" y="1189"/>
                    <a:pt x="11157" y="1189"/>
                    <a:pt x="11108" y="1189"/>
                  </a:cubicBezTo>
                  <a:cubicBezTo>
                    <a:pt x="11101" y="1188"/>
                    <a:pt x="11093" y="1188"/>
                    <a:pt x="11086" y="1188"/>
                  </a:cubicBezTo>
                  <a:cubicBezTo>
                    <a:pt x="11037" y="1188"/>
                    <a:pt x="10990" y="1211"/>
                    <a:pt x="10962" y="1246"/>
                  </a:cubicBezTo>
                  <a:cubicBezTo>
                    <a:pt x="10962" y="1298"/>
                    <a:pt x="10931" y="1303"/>
                    <a:pt x="10894" y="1303"/>
                  </a:cubicBezTo>
                  <a:cubicBezTo>
                    <a:pt x="10884" y="1303"/>
                    <a:pt x="10875" y="1303"/>
                    <a:pt x="10865" y="1303"/>
                  </a:cubicBezTo>
                  <a:cubicBezTo>
                    <a:pt x="10824" y="1270"/>
                    <a:pt x="10776" y="1246"/>
                    <a:pt x="10719" y="1246"/>
                  </a:cubicBezTo>
                  <a:lnTo>
                    <a:pt x="10719" y="1189"/>
                  </a:lnTo>
                  <a:cubicBezTo>
                    <a:pt x="10711" y="1141"/>
                    <a:pt x="10695" y="1100"/>
                    <a:pt x="10670" y="1068"/>
                  </a:cubicBezTo>
                  <a:cubicBezTo>
                    <a:pt x="10622" y="1068"/>
                    <a:pt x="10622" y="1124"/>
                    <a:pt x="10622" y="1124"/>
                  </a:cubicBezTo>
                  <a:cubicBezTo>
                    <a:pt x="10622" y="1169"/>
                    <a:pt x="9915" y="1174"/>
                    <a:pt x="9533" y="1174"/>
                  </a:cubicBezTo>
                  <a:cubicBezTo>
                    <a:pt x="9424" y="1174"/>
                    <a:pt x="9341" y="1173"/>
                    <a:pt x="9308" y="1173"/>
                  </a:cubicBezTo>
                  <a:cubicBezTo>
                    <a:pt x="9260" y="1141"/>
                    <a:pt x="9199" y="1124"/>
                    <a:pt x="9156" y="1124"/>
                  </a:cubicBezTo>
                  <a:cubicBezTo>
                    <a:pt x="9114" y="1124"/>
                    <a:pt x="9089" y="1141"/>
                    <a:pt x="9114" y="1173"/>
                  </a:cubicBezTo>
                  <a:cubicBezTo>
                    <a:pt x="9114" y="1230"/>
                    <a:pt x="8870" y="1230"/>
                    <a:pt x="8579" y="1230"/>
                  </a:cubicBezTo>
                  <a:cubicBezTo>
                    <a:pt x="8485" y="1228"/>
                    <a:pt x="8398" y="1226"/>
                    <a:pt x="8322" y="1226"/>
                  </a:cubicBezTo>
                  <a:cubicBezTo>
                    <a:pt x="8119" y="1226"/>
                    <a:pt x="7987" y="1237"/>
                    <a:pt x="7987" y="1279"/>
                  </a:cubicBezTo>
                  <a:lnTo>
                    <a:pt x="7841" y="1279"/>
                  </a:lnTo>
                  <a:cubicBezTo>
                    <a:pt x="7760" y="1295"/>
                    <a:pt x="7679" y="1311"/>
                    <a:pt x="7597" y="1335"/>
                  </a:cubicBezTo>
                  <a:cubicBezTo>
                    <a:pt x="7573" y="1364"/>
                    <a:pt x="7549" y="1378"/>
                    <a:pt x="7537" y="1378"/>
                  </a:cubicBezTo>
                  <a:cubicBezTo>
                    <a:pt x="7525" y="1378"/>
                    <a:pt x="7525" y="1364"/>
                    <a:pt x="7549" y="1335"/>
                  </a:cubicBezTo>
                  <a:cubicBezTo>
                    <a:pt x="7549" y="1279"/>
                    <a:pt x="7549" y="1214"/>
                    <a:pt x="7500" y="1214"/>
                  </a:cubicBezTo>
                  <a:cubicBezTo>
                    <a:pt x="7403" y="1214"/>
                    <a:pt x="7403" y="1279"/>
                    <a:pt x="7403" y="1335"/>
                  </a:cubicBezTo>
                  <a:cubicBezTo>
                    <a:pt x="7403" y="1392"/>
                    <a:pt x="7354" y="1392"/>
                    <a:pt x="7354" y="1392"/>
                  </a:cubicBezTo>
                  <a:cubicBezTo>
                    <a:pt x="7306" y="1392"/>
                    <a:pt x="7306" y="1392"/>
                    <a:pt x="7306" y="1335"/>
                  </a:cubicBezTo>
                  <a:lnTo>
                    <a:pt x="7306" y="1214"/>
                  </a:lnTo>
                  <a:lnTo>
                    <a:pt x="7257" y="1214"/>
                  </a:lnTo>
                  <a:cubicBezTo>
                    <a:pt x="7257" y="1266"/>
                    <a:pt x="7226" y="1271"/>
                    <a:pt x="7213" y="1271"/>
                  </a:cubicBezTo>
                  <a:cubicBezTo>
                    <a:pt x="7210" y="1271"/>
                    <a:pt x="7208" y="1270"/>
                    <a:pt x="7208" y="1270"/>
                  </a:cubicBezTo>
                  <a:cubicBezTo>
                    <a:pt x="7160" y="1270"/>
                    <a:pt x="7160" y="1270"/>
                    <a:pt x="7160" y="1157"/>
                  </a:cubicBezTo>
                  <a:cubicBezTo>
                    <a:pt x="7164" y="1096"/>
                    <a:pt x="7154" y="1066"/>
                    <a:pt x="7135" y="1066"/>
                  </a:cubicBezTo>
                  <a:cubicBezTo>
                    <a:pt x="7117" y="1066"/>
                    <a:pt x="7091" y="1096"/>
                    <a:pt x="7062" y="1157"/>
                  </a:cubicBezTo>
                  <a:lnTo>
                    <a:pt x="6965" y="1214"/>
                  </a:lnTo>
                  <a:cubicBezTo>
                    <a:pt x="6950" y="1176"/>
                    <a:pt x="6930" y="1161"/>
                    <a:pt x="6908" y="1161"/>
                  </a:cubicBezTo>
                  <a:cubicBezTo>
                    <a:pt x="6861" y="1161"/>
                    <a:pt x="6804" y="1231"/>
                    <a:pt x="6770" y="1270"/>
                  </a:cubicBezTo>
                  <a:cubicBezTo>
                    <a:pt x="6746" y="1210"/>
                    <a:pt x="6722" y="1179"/>
                    <a:pt x="6698" y="1179"/>
                  </a:cubicBezTo>
                  <a:cubicBezTo>
                    <a:pt x="6673" y="1179"/>
                    <a:pt x="6649" y="1210"/>
                    <a:pt x="6625" y="1270"/>
                  </a:cubicBezTo>
                  <a:cubicBezTo>
                    <a:pt x="6625" y="1299"/>
                    <a:pt x="6612" y="1313"/>
                    <a:pt x="6594" y="1313"/>
                  </a:cubicBezTo>
                  <a:cubicBezTo>
                    <a:pt x="6576" y="1313"/>
                    <a:pt x="6552" y="1299"/>
                    <a:pt x="6527" y="1270"/>
                  </a:cubicBezTo>
                  <a:cubicBezTo>
                    <a:pt x="6479" y="1206"/>
                    <a:pt x="6430" y="1206"/>
                    <a:pt x="6333" y="1206"/>
                  </a:cubicBezTo>
                  <a:cubicBezTo>
                    <a:pt x="6284" y="1262"/>
                    <a:pt x="5944" y="1262"/>
                    <a:pt x="5554" y="1262"/>
                  </a:cubicBezTo>
                  <a:cubicBezTo>
                    <a:pt x="5434" y="1260"/>
                    <a:pt x="5325" y="1258"/>
                    <a:pt x="5230" y="1258"/>
                  </a:cubicBezTo>
                  <a:cubicBezTo>
                    <a:pt x="4978" y="1258"/>
                    <a:pt x="4825" y="1270"/>
                    <a:pt x="4825" y="1311"/>
                  </a:cubicBezTo>
                  <a:cubicBezTo>
                    <a:pt x="4776" y="1311"/>
                    <a:pt x="4776" y="1311"/>
                    <a:pt x="4727" y="1254"/>
                  </a:cubicBezTo>
                  <a:cubicBezTo>
                    <a:pt x="4727" y="1227"/>
                    <a:pt x="4719" y="1211"/>
                    <a:pt x="4705" y="1211"/>
                  </a:cubicBezTo>
                  <a:cubicBezTo>
                    <a:pt x="4686" y="1211"/>
                    <a:pt x="4658" y="1241"/>
                    <a:pt x="4630" y="1311"/>
                  </a:cubicBezTo>
                  <a:cubicBezTo>
                    <a:pt x="4602" y="1344"/>
                    <a:pt x="4590" y="1380"/>
                    <a:pt x="4585" y="1380"/>
                  </a:cubicBezTo>
                  <a:cubicBezTo>
                    <a:pt x="4581" y="1380"/>
                    <a:pt x="4581" y="1362"/>
                    <a:pt x="4581" y="1311"/>
                  </a:cubicBezTo>
                  <a:cubicBezTo>
                    <a:pt x="4581" y="1254"/>
                    <a:pt x="4484" y="1246"/>
                    <a:pt x="4290" y="1246"/>
                  </a:cubicBezTo>
                  <a:cubicBezTo>
                    <a:pt x="4144" y="1246"/>
                    <a:pt x="3949" y="1246"/>
                    <a:pt x="3949" y="1303"/>
                  </a:cubicBezTo>
                  <a:cubicBezTo>
                    <a:pt x="3900" y="1331"/>
                    <a:pt x="3876" y="1345"/>
                    <a:pt x="3870" y="1345"/>
                  </a:cubicBezTo>
                  <a:cubicBezTo>
                    <a:pt x="3864" y="1345"/>
                    <a:pt x="3876" y="1331"/>
                    <a:pt x="3900" y="1303"/>
                  </a:cubicBezTo>
                  <a:cubicBezTo>
                    <a:pt x="3931" y="1227"/>
                    <a:pt x="3848" y="1177"/>
                    <a:pt x="3746" y="1177"/>
                  </a:cubicBezTo>
                  <a:cubicBezTo>
                    <a:pt x="3684" y="1177"/>
                    <a:pt x="3615" y="1195"/>
                    <a:pt x="3560" y="1238"/>
                  </a:cubicBezTo>
                  <a:cubicBezTo>
                    <a:pt x="3511" y="1238"/>
                    <a:pt x="3463" y="1238"/>
                    <a:pt x="3463" y="1181"/>
                  </a:cubicBezTo>
                  <a:cubicBezTo>
                    <a:pt x="3373" y="1181"/>
                    <a:pt x="3292" y="1197"/>
                    <a:pt x="3219" y="1238"/>
                  </a:cubicBezTo>
                  <a:lnTo>
                    <a:pt x="2879" y="1238"/>
                  </a:lnTo>
                  <a:cubicBezTo>
                    <a:pt x="2806" y="1238"/>
                    <a:pt x="2741" y="1262"/>
                    <a:pt x="2684" y="1295"/>
                  </a:cubicBezTo>
                  <a:lnTo>
                    <a:pt x="2636" y="1295"/>
                  </a:lnTo>
                  <a:cubicBezTo>
                    <a:pt x="2636" y="1230"/>
                    <a:pt x="2392" y="1230"/>
                    <a:pt x="2052" y="1230"/>
                  </a:cubicBezTo>
                  <a:cubicBezTo>
                    <a:pt x="1711" y="1222"/>
                    <a:pt x="1419" y="1222"/>
                    <a:pt x="1371" y="1165"/>
                  </a:cubicBezTo>
                  <a:cubicBezTo>
                    <a:pt x="1330" y="1165"/>
                    <a:pt x="1290" y="1189"/>
                    <a:pt x="1273" y="1222"/>
                  </a:cubicBezTo>
                  <a:cubicBezTo>
                    <a:pt x="1241" y="1292"/>
                    <a:pt x="1211" y="1322"/>
                    <a:pt x="1182" y="1322"/>
                  </a:cubicBezTo>
                  <a:cubicBezTo>
                    <a:pt x="1160" y="1322"/>
                    <a:pt x="1140" y="1306"/>
                    <a:pt x="1119" y="1279"/>
                  </a:cubicBezTo>
                  <a:cubicBezTo>
                    <a:pt x="1091" y="1218"/>
                    <a:pt x="1034" y="1187"/>
                    <a:pt x="976" y="1187"/>
                  </a:cubicBezTo>
                  <a:cubicBezTo>
                    <a:pt x="919" y="1187"/>
                    <a:pt x="860" y="1218"/>
                    <a:pt x="828" y="1279"/>
                  </a:cubicBezTo>
                  <a:lnTo>
                    <a:pt x="828" y="1214"/>
                  </a:lnTo>
                  <a:cubicBezTo>
                    <a:pt x="812" y="1170"/>
                    <a:pt x="780" y="1152"/>
                    <a:pt x="744" y="1152"/>
                  </a:cubicBezTo>
                  <a:cubicBezTo>
                    <a:pt x="685" y="1152"/>
                    <a:pt x="614" y="1200"/>
                    <a:pt x="584" y="1270"/>
                  </a:cubicBezTo>
                  <a:cubicBezTo>
                    <a:pt x="550" y="1230"/>
                    <a:pt x="515" y="1190"/>
                    <a:pt x="481" y="1190"/>
                  </a:cubicBezTo>
                  <a:cubicBezTo>
                    <a:pt x="467" y="1190"/>
                    <a:pt x="453" y="1197"/>
                    <a:pt x="438" y="1214"/>
                  </a:cubicBezTo>
                  <a:cubicBezTo>
                    <a:pt x="390" y="1214"/>
                    <a:pt x="390" y="1214"/>
                    <a:pt x="390" y="1092"/>
                  </a:cubicBezTo>
                  <a:cubicBezTo>
                    <a:pt x="390" y="1035"/>
                    <a:pt x="398" y="970"/>
                    <a:pt x="349" y="970"/>
                  </a:cubicBezTo>
                  <a:close/>
                  <a:moveTo>
                    <a:pt x="29805" y="2073"/>
                  </a:moveTo>
                  <a:cubicBezTo>
                    <a:pt x="29805" y="2130"/>
                    <a:pt x="29805" y="2130"/>
                    <a:pt x="29853" y="2130"/>
                  </a:cubicBezTo>
                  <a:cubicBezTo>
                    <a:pt x="29951" y="2130"/>
                    <a:pt x="29951" y="2130"/>
                    <a:pt x="29902" y="20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2"/>
            <p:cNvSpPr/>
            <p:nvPr/>
          </p:nvSpPr>
          <p:spPr>
            <a:xfrm>
              <a:off x="7318184" y="1211960"/>
              <a:ext cx="414131" cy="311275"/>
            </a:xfrm>
            <a:custGeom>
              <a:avLst/>
              <a:gdLst/>
              <a:ahLst/>
              <a:cxnLst/>
              <a:rect l="l" t="t" r="r" b="b"/>
              <a:pathLst>
                <a:path w="24025" h="18058" extrusionOk="0">
                  <a:moveTo>
                    <a:pt x="8518" y="210"/>
                  </a:moveTo>
                  <a:cubicBezTo>
                    <a:pt x="8516" y="210"/>
                    <a:pt x="8520" y="217"/>
                    <a:pt x="8532" y="230"/>
                  </a:cubicBezTo>
                  <a:lnTo>
                    <a:pt x="8532" y="230"/>
                  </a:lnTo>
                  <a:cubicBezTo>
                    <a:pt x="8525" y="216"/>
                    <a:pt x="8519" y="210"/>
                    <a:pt x="8518" y="210"/>
                  </a:cubicBezTo>
                  <a:close/>
                  <a:moveTo>
                    <a:pt x="8532" y="230"/>
                  </a:moveTo>
                  <a:cubicBezTo>
                    <a:pt x="8537" y="241"/>
                    <a:pt x="8544" y="258"/>
                    <a:pt x="8550" y="280"/>
                  </a:cubicBezTo>
                  <a:lnTo>
                    <a:pt x="8550" y="280"/>
                  </a:lnTo>
                  <a:cubicBezTo>
                    <a:pt x="8549" y="269"/>
                    <a:pt x="8548" y="257"/>
                    <a:pt x="8546" y="244"/>
                  </a:cubicBezTo>
                  <a:cubicBezTo>
                    <a:pt x="8540" y="239"/>
                    <a:pt x="8536" y="234"/>
                    <a:pt x="8532" y="230"/>
                  </a:cubicBezTo>
                  <a:close/>
                  <a:moveTo>
                    <a:pt x="8141" y="511"/>
                  </a:moveTo>
                  <a:cubicBezTo>
                    <a:pt x="8110" y="521"/>
                    <a:pt x="8105" y="548"/>
                    <a:pt x="8114" y="548"/>
                  </a:cubicBezTo>
                  <a:cubicBezTo>
                    <a:pt x="8119" y="548"/>
                    <a:pt x="8129" y="538"/>
                    <a:pt x="8141" y="511"/>
                  </a:cubicBezTo>
                  <a:close/>
                  <a:moveTo>
                    <a:pt x="8818" y="443"/>
                  </a:moveTo>
                  <a:cubicBezTo>
                    <a:pt x="8852" y="443"/>
                    <a:pt x="8846" y="455"/>
                    <a:pt x="8822" y="503"/>
                  </a:cubicBezTo>
                  <a:cubicBezTo>
                    <a:pt x="8804" y="539"/>
                    <a:pt x="8781" y="557"/>
                    <a:pt x="8763" y="557"/>
                  </a:cubicBezTo>
                  <a:cubicBezTo>
                    <a:pt x="8748" y="557"/>
                    <a:pt x="8736" y="545"/>
                    <a:pt x="8733" y="519"/>
                  </a:cubicBezTo>
                  <a:cubicBezTo>
                    <a:pt x="8725" y="454"/>
                    <a:pt x="8725" y="454"/>
                    <a:pt x="8765" y="446"/>
                  </a:cubicBezTo>
                  <a:cubicBezTo>
                    <a:pt x="8789" y="444"/>
                    <a:pt x="8806" y="443"/>
                    <a:pt x="8818" y="443"/>
                  </a:cubicBezTo>
                  <a:close/>
                  <a:moveTo>
                    <a:pt x="8457" y="503"/>
                  </a:moveTo>
                  <a:lnTo>
                    <a:pt x="8514" y="552"/>
                  </a:lnTo>
                  <a:lnTo>
                    <a:pt x="8465" y="560"/>
                  </a:lnTo>
                  <a:cubicBezTo>
                    <a:pt x="8454" y="562"/>
                    <a:pt x="8446" y="564"/>
                    <a:pt x="8440" y="564"/>
                  </a:cubicBezTo>
                  <a:cubicBezTo>
                    <a:pt x="8424" y="564"/>
                    <a:pt x="8422" y="552"/>
                    <a:pt x="8417" y="511"/>
                  </a:cubicBezTo>
                  <a:lnTo>
                    <a:pt x="8457" y="503"/>
                  </a:lnTo>
                  <a:close/>
                  <a:moveTo>
                    <a:pt x="13387" y="454"/>
                  </a:moveTo>
                  <a:cubicBezTo>
                    <a:pt x="13390" y="454"/>
                    <a:pt x="13392" y="454"/>
                    <a:pt x="13395" y="454"/>
                  </a:cubicBezTo>
                  <a:lnTo>
                    <a:pt x="13443" y="463"/>
                  </a:lnTo>
                  <a:cubicBezTo>
                    <a:pt x="13427" y="503"/>
                    <a:pt x="13403" y="544"/>
                    <a:pt x="13379" y="576"/>
                  </a:cubicBezTo>
                  <a:lnTo>
                    <a:pt x="13330" y="568"/>
                  </a:lnTo>
                  <a:cubicBezTo>
                    <a:pt x="13345" y="507"/>
                    <a:pt x="13353" y="454"/>
                    <a:pt x="13387" y="454"/>
                  </a:cubicBezTo>
                  <a:close/>
                  <a:moveTo>
                    <a:pt x="8019" y="609"/>
                  </a:moveTo>
                  <a:lnTo>
                    <a:pt x="8076" y="657"/>
                  </a:lnTo>
                  <a:lnTo>
                    <a:pt x="8036" y="665"/>
                  </a:lnTo>
                  <a:cubicBezTo>
                    <a:pt x="8024" y="667"/>
                    <a:pt x="8016" y="669"/>
                    <a:pt x="8010" y="669"/>
                  </a:cubicBezTo>
                  <a:cubicBezTo>
                    <a:pt x="7994" y="669"/>
                    <a:pt x="7991" y="658"/>
                    <a:pt x="7979" y="617"/>
                  </a:cubicBezTo>
                  <a:lnTo>
                    <a:pt x="8019" y="609"/>
                  </a:lnTo>
                  <a:close/>
                  <a:moveTo>
                    <a:pt x="11638" y="708"/>
                  </a:moveTo>
                  <a:lnTo>
                    <a:pt x="11638" y="708"/>
                  </a:lnTo>
                  <a:cubicBezTo>
                    <a:pt x="11637" y="710"/>
                    <a:pt x="11636" y="712"/>
                    <a:pt x="11635" y="714"/>
                  </a:cubicBezTo>
                  <a:cubicBezTo>
                    <a:pt x="11635" y="730"/>
                    <a:pt x="11635" y="737"/>
                    <a:pt x="11636" y="737"/>
                  </a:cubicBezTo>
                  <a:cubicBezTo>
                    <a:pt x="11636" y="737"/>
                    <a:pt x="11636" y="726"/>
                    <a:pt x="11638" y="708"/>
                  </a:cubicBezTo>
                  <a:close/>
                  <a:moveTo>
                    <a:pt x="9681" y="625"/>
                  </a:moveTo>
                  <a:lnTo>
                    <a:pt x="9730" y="681"/>
                  </a:lnTo>
                  <a:cubicBezTo>
                    <a:pt x="9738" y="738"/>
                    <a:pt x="9698" y="746"/>
                    <a:pt x="9698" y="746"/>
                  </a:cubicBezTo>
                  <a:cubicBezTo>
                    <a:pt x="9657" y="746"/>
                    <a:pt x="9657" y="746"/>
                    <a:pt x="9649" y="690"/>
                  </a:cubicBezTo>
                  <a:cubicBezTo>
                    <a:pt x="9649" y="690"/>
                    <a:pt x="9641" y="625"/>
                    <a:pt x="9681" y="625"/>
                  </a:cubicBezTo>
                  <a:close/>
                  <a:moveTo>
                    <a:pt x="9171" y="746"/>
                  </a:moveTo>
                  <a:lnTo>
                    <a:pt x="9227" y="795"/>
                  </a:lnTo>
                  <a:lnTo>
                    <a:pt x="9187" y="860"/>
                  </a:lnTo>
                  <a:lnTo>
                    <a:pt x="9146" y="868"/>
                  </a:lnTo>
                  <a:cubicBezTo>
                    <a:pt x="9138" y="811"/>
                    <a:pt x="9130" y="754"/>
                    <a:pt x="9171" y="746"/>
                  </a:cubicBezTo>
                  <a:close/>
                  <a:moveTo>
                    <a:pt x="7606" y="771"/>
                  </a:moveTo>
                  <a:cubicBezTo>
                    <a:pt x="7638" y="795"/>
                    <a:pt x="7663" y="836"/>
                    <a:pt x="7679" y="876"/>
                  </a:cubicBezTo>
                  <a:lnTo>
                    <a:pt x="7638" y="884"/>
                  </a:lnTo>
                  <a:cubicBezTo>
                    <a:pt x="7632" y="886"/>
                    <a:pt x="7627" y="887"/>
                    <a:pt x="7621" y="887"/>
                  </a:cubicBezTo>
                  <a:cubicBezTo>
                    <a:pt x="7586" y="887"/>
                    <a:pt x="7573" y="844"/>
                    <a:pt x="7573" y="844"/>
                  </a:cubicBezTo>
                  <a:cubicBezTo>
                    <a:pt x="7573" y="844"/>
                    <a:pt x="7557" y="787"/>
                    <a:pt x="7606" y="771"/>
                  </a:cubicBezTo>
                  <a:close/>
                  <a:moveTo>
                    <a:pt x="15127" y="909"/>
                  </a:moveTo>
                  <a:cubicBezTo>
                    <a:pt x="15159" y="909"/>
                    <a:pt x="15196" y="923"/>
                    <a:pt x="15219" y="933"/>
                  </a:cubicBezTo>
                  <a:cubicBezTo>
                    <a:pt x="15240" y="983"/>
                    <a:pt x="15205" y="1033"/>
                    <a:pt x="15158" y="1033"/>
                  </a:cubicBezTo>
                  <a:cubicBezTo>
                    <a:pt x="15151" y="1033"/>
                    <a:pt x="15145" y="1032"/>
                    <a:pt x="15138" y="1030"/>
                  </a:cubicBezTo>
                  <a:cubicBezTo>
                    <a:pt x="15057" y="998"/>
                    <a:pt x="15057" y="998"/>
                    <a:pt x="15073" y="941"/>
                  </a:cubicBezTo>
                  <a:cubicBezTo>
                    <a:pt x="15083" y="917"/>
                    <a:pt x="15104" y="909"/>
                    <a:pt x="15127" y="909"/>
                  </a:cubicBezTo>
                  <a:close/>
                  <a:moveTo>
                    <a:pt x="5951" y="1346"/>
                  </a:moveTo>
                  <a:cubicBezTo>
                    <a:pt x="5956" y="1346"/>
                    <a:pt x="5962" y="1350"/>
                    <a:pt x="5968" y="1363"/>
                  </a:cubicBezTo>
                  <a:lnTo>
                    <a:pt x="5992" y="1419"/>
                  </a:lnTo>
                  <a:cubicBezTo>
                    <a:pt x="5980" y="1474"/>
                    <a:pt x="5968" y="1529"/>
                    <a:pt x="5952" y="1529"/>
                  </a:cubicBezTo>
                  <a:cubicBezTo>
                    <a:pt x="5947" y="1529"/>
                    <a:pt x="5942" y="1523"/>
                    <a:pt x="5936" y="1508"/>
                  </a:cubicBezTo>
                  <a:cubicBezTo>
                    <a:pt x="5919" y="1468"/>
                    <a:pt x="5919" y="1427"/>
                    <a:pt x="5928" y="1387"/>
                  </a:cubicBezTo>
                  <a:cubicBezTo>
                    <a:pt x="5928" y="1387"/>
                    <a:pt x="5937" y="1346"/>
                    <a:pt x="5951" y="1346"/>
                  </a:cubicBezTo>
                  <a:close/>
                  <a:moveTo>
                    <a:pt x="4730" y="2218"/>
                  </a:moveTo>
                  <a:cubicBezTo>
                    <a:pt x="4764" y="2218"/>
                    <a:pt x="4813" y="2312"/>
                    <a:pt x="4776" y="2392"/>
                  </a:cubicBezTo>
                  <a:cubicBezTo>
                    <a:pt x="4759" y="2402"/>
                    <a:pt x="4750" y="2408"/>
                    <a:pt x="4742" y="2408"/>
                  </a:cubicBezTo>
                  <a:cubicBezTo>
                    <a:pt x="4730" y="2408"/>
                    <a:pt x="4722" y="2396"/>
                    <a:pt x="4703" y="2368"/>
                  </a:cubicBezTo>
                  <a:cubicBezTo>
                    <a:pt x="4671" y="2319"/>
                    <a:pt x="4679" y="2238"/>
                    <a:pt x="4719" y="2222"/>
                  </a:cubicBezTo>
                  <a:cubicBezTo>
                    <a:pt x="4723" y="2220"/>
                    <a:pt x="4726" y="2218"/>
                    <a:pt x="4730" y="2218"/>
                  </a:cubicBezTo>
                  <a:close/>
                  <a:moveTo>
                    <a:pt x="17929" y="2365"/>
                  </a:moveTo>
                  <a:cubicBezTo>
                    <a:pt x="17937" y="2365"/>
                    <a:pt x="17944" y="2369"/>
                    <a:pt x="17951" y="2376"/>
                  </a:cubicBezTo>
                  <a:lnTo>
                    <a:pt x="17951" y="2449"/>
                  </a:lnTo>
                  <a:lnTo>
                    <a:pt x="17886" y="2473"/>
                  </a:lnTo>
                  <a:lnTo>
                    <a:pt x="17854" y="2441"/>
                  </a:lnTo>
                  <a:cubicBezTo>
                    <a:pt x="17879" y="2403"/>
                    <a:pt x="17904" y="2365"/>
                    <a:pt x="17929" y="2365"/>
                  </a:cubicBezTo>
                  <a:close/>
                  <a:moveTo>
                    <a:pt x="18177" y="3002"/>
                  </a:moveTo>
                  <a:cubicBezTo>
                    <a:pt x="18183" y="3002"/>
                    <a:pt x="18189" y="3004"/>
                    <a:pt x="18195" y="3008"/>
                  </a:cubicBezTo>
                  <a:lnTo>
                    <a:pt x="18235" y="3041"/>
                  </a:lnTo>
                  <a:cubicBezTo>
                    <a:pt x="18203" y="3065"/>
                    <a:pt x="18170" y="3089"/>
                    <a:pt x="18122" y="3106"/>
                  </a:cubicBezTo>
                  <a:lnTo>
                    <a:pt x="18089" y="3081"/>
                  </a:lnTo>
                  <a:cubicBezTo>
                    <a:pt x="18122" y="3042"/>
                    <a:pt x="18150" y="3002"/>
                    <a:pt x="18177" y="3002"/>
                  </a:cubicBezTo>
                  <a:close/>
                  <a:moveTo>
                    <a:pt x="19086" y="3122"/>
                  </a:moveTo>
                  <a:lnTo>
                    <a:pt x="19086" y="3122"/>
                  </a:lnTo>
                  <a:cubicBezTo>
                    <a:pt x="19119" y="3154"/>
                    <a:pt x="19005" y="3211"/>
                    <a:pt x="18965" y="3260"/>
                  </a:cubicBezTo>
                  <a:cubicBezTo>
                    <a:pt x="18932" y="3227"/>
                    <a:pt x="18932" y="3227"/>
                    <a:pt x="18973" y="3179"/>
                  </a:cubicBezTo>
                  <a:cubicBezTo>
                    <a:pt x="19005" y="3154"/>
                    <a:pt x="19038" y="3130"/>
                    <a:pt x="19086" y="3122"/>
                  </a:cubicBezTo>
                  <a:close/>
                  <a:moveTo>
                    <a:pt x="19839" y="3864"/>
                  </a:moveTo>
                  <a:cubicBezTo>
                    <a:pt x="19848" y="3864"/>
                    <a:pt x="19856" y="3868"/>
                    <a:pt x="19865" y="3876"/>
                  </a:cubicBezTo>
                  <a:lnTo>
                    <a:pt x="19849" y="3949"/>
                  </a:lnTo>
                  <a:lnTo>
                    <a:pt x="19776" y="3957"/>
                  </a:lnTo>
                  <a:lnTo>
                    <a:pt x="19751" y="3925"/>
                  </a:lnTo>
                  <a:cubicBezTo>
                    <a:pt x="19781" y="3894"/>
                    <a:pt x="19812" y="3864"/>
                    <a:pt x="19839" y="3864"/>
                  </a:cubicBezTo>
                  <a:close/>
                  <a:moveTo>
                    <a:pt x="21475" y="6265"/>
                  </a:moveTo>
                  <a:cubicBezTo>
                    <a:pt x="21487" y="6265"/>
                    <a:pt x="21497" y="6270"/>
                    <a:pt x="21503" y="6284"/>
                  </a:cubicBezTo>
                  <a:lnTo>
                    <a:pt x="21478" y="6357"/>
                  </a:lnTo>
                  <a:lnTo>
                    <a:pt x="21405" y="6349"/>
                  </a:lnTo>
                  <a:lnTo>
                    <a:pt x="21381" y="6308"/>
                  </a:lnTo>
                  <a:cubicBezTo>
                    <a:pt x="21413" y="6287"/>
                    <a:pt x="21449" y="6265"/>
                    <a:pt x="21475" y="6265"/>
                  </a:cubicBezTo>
                  <a:close/>
                  <a:moveTo>
                    <a:pt x="21635" y="6526"/>
                  </a:moveTo>
                  <a:cubicBezTo>
                    <a:pt x="21646" y="6526"/>
                    <a:pt x="21652" y="6534"/>
                    <a:pt x="21665" y="6551"/>
                  </a:cubicBezTo>
                  <a:cubicBezTo>
                    <a:pt x="21648" y="6592"/>
                    <a:pt x="21616" y="6624"/>
                    <a:pt x="21584" y="6649"/>
                  </a:cubicBezTo>
                  <a:cubicBezTo>
                    <a:pt x="21571" y="6656"/>
                    <a:pt x="21560" y="6660"/>
                    <a:pt x="21552" y="6660"/>
                  </a:cubicBezTo>
                  <a:cubicBezTo>
                    <a:pt x="21525" y="6660"/>
                    <a:pt x="21529" y="6618"/>
                    <a:pt x="21592" y="6543"/>
                  </a:cubicBezTo>
                  <a:cubicBezTo>
                    <a:pt x="21614" y="6532"/>
                    <a:pt x="21626" y="6526"/>
                    <a:pt x="21635" y="6526"/>
                  </a:cubicBezTo>
                  <a:close/>
                  <a:moveTo>
                    <a:pt x="21258" y="6802"/>
                  </a:moveTo>
                  <a:cubicBezTo>
                    <a:pt x="21257" y="6802"/>
                    <a:pt x="21260" y="6807"/>
                    <a:pt x="21267" y="6819"/>
                  </a:cubicBezTo>
                  <a:cubicBezTo>
                    <a:pt x="21268" y="6819"/>
                    <a:pt x="21268" y="6819"/>
                    <a:pt x="21269" y="6819"/>
                  </a:cubicBezTo>
                  <a:lnTo>
                    <a:pt x="21269" y="6819"/>
                  </a:lnTo>
                  <a:cubicBezTo>
                    <a:pt x="21262" y="6808"/>
                    <a:pt x="21258" y="6802"/>
                    <a:pt x="21258" y="6802"/>
                  </a:cubicBezTo>
                  <a:close/>
                  <a:moveTo>
                    <a:pt x="488" y="6636"/>
                  </a:moveTo>
                  <a:cubicBezTo>
                    <a:pt x="495" y="6636"/>
                    <a:pt x="521" y="6652"/>
                    <a:pt x="568" y="6681"/>
                  </a:cubicBezTo>
                  <a:cubicBezTo>
                    <a:pt x="617" y="6706"/>
                    <a:pt x="674" y="6738"/>
                    <a:pt x="649" y="6770"/>
                  </a:cubicBezTo>
                  <a:cubicBezTo>
                    <a:pt x="675" y="6826"/>
                    <a:pt x="674" y="6850"/>
                    <a:pt x="659" y="6850"/>
                  </a:cubicBezTo>
                  <a:cubicBezTo>
                    <a:pt x="636" y="6850"/>
                    <a:pt x="583" y="6796"/>
                    <a:pt x="544" y="6714"/>
                  </a:cubicBezTo>
                  <a:cubicBezTo>
                    <a:pt x="499" y="6660"/>
                    <a:pt x="479" y="6636"/>
                    <a:pt x="488" y="6636"/>
                  </a:cubicBezTo>
                  <a:close/>
                  <a:moveTo>
                    <a:pt x="23265" y="6932"/>
                  </a:moveTo>
                  <a:cubicBezTo>
                    <a:pt x="23257" y="6932"/>
                    <a:pt x="23247" y="6932"/>
                    <a:pt x="23238" y="6933"/>
                  </a:cubicBezTo>
                  <a:cubicBezTo>
                    <a:pt x="23181" y="6957"/>
                    <a:pt x="23181" y="6957"/>
                    <a:pt x="23205" y="6997"/>
                  </a:cubicBezTo>
                  <a:cubicBezTo>
                    <a:pt x="23225" y="7006"/>
                    <a:pt x="23248" y="7010"/>
                    <a:pt x="23270" y="7010"/>
                  </a:cubicBezTo>
                  <a:cubicBezTo>
                    <a:pt x="23292" y="7010"/>
                    <a:pt x="23315" y="7006"/>
                    <a:pt x="23335" y="6997"/>
                  </a:cubicBezTo>
                  <a:cubicBezTo>
                    <a:pt x="23387" y="6975"/>
                    <a:pt x="23371" y="6932"/>
                    <a:pt x="23265" y="6932"/>
                  </a:cubicBezTo>
                  <a:close/>
                  <a:moveTo>
                    <a:pt x="22051" y="7168"/>
                  </a:moveTo>
                  <a:lnTo>
                    <a:pt x="22051" y="7168"/>
                  </a:lnTo>
                  <a:cubicBezTo>
                    <a:pt x="22074" y="7168"/>
                    <a:pt x="22050" y="7223"/>
                    <a:pt x="22070" y="7257"/>
                  </a:cubicBezTo>
                  <a:cubicBezTo>
                    <a:pt x="22051" y="7287"/>
                    <a:pt x="22041" y="7304"/>
                    <a:pt x="22032" y="7304"/>
                  </a:cubicBezTo>
                  <a:cubicBezTo>
                    <a:pt x="22022" y="7304"/>
                    <a:pt x="22014" y="7283"/>
                    <a:pt x="21997" y="7241"/>
                  </a:cubicBezTo>
                  <a:cubicBezTo>
                    <a:pt x="21973" y="7200"/>
                    <a:pt x="22030" y="7176"/>
                    <a:pt x="22030" y="7176"/>
                  </a:cubicBezTo>
                  <a:cubicBezTo>
                    <a:pt x="22039" y="7170"/>
                    <a:pt x="22046" y="7168"/>
                    <a:pt x="22051" y="7168"/>
                  </a:cubicBezTo>
                  <a:close/>
                  <a:moveTo>
                    <a:pt x="21454" y="7768"/>
                  </a:moveTo>
                  <a:cubicBezTo>
                    <a:pt x="21397" y="7792"/>
                    <a:pt x="21397" y="7792"/>
                    <a:pt x="21413" y="7832"/>
                  </a:cubicBezTo>
                  <a:cubicBezTo>
                    <a:pt x="21435" y="7871"/>
                    <a:pt x="21445" y="7889"/>
                    <a:pt x="21455" y="7889"/>
                  </a:cubicBezTo>
                  <a:cubicBezTo>
                    <a:pt x="21463" y="7889"/>
                    <a:pt x="21471" y="7875"/>
                    <a:pt x="21486" y="7849"/>
                  </a:cubicBezTo>
                  <a:lnTo>
                    <a:pt x="21454" y="7768"/>
                  </a:lnTo>
                  <a:close/>
                  <a:moveTo>
                    <a:pt x="22384" y="7906"/>
                  </a:moveTo>
                  <a:cubicBezTo>
                    <a:pt x="22397" y="7906"/>
                    <a:pt x="22411" y="7911"/>
                    <a:pt x="22419" y="7930"/>
                  </a:cubicBezTo>
                  <a:cubicBezTo>
                    <a:pt x="22435" y="7970"/>
                    <a:pt x="22394" y="8043"/>
                    <a:pt x="22394" y="8043"/>
                  </a:cubicBezTo>
                  <a:lnTo>
                    <a:pt x="22394" y="8035"/>
                  </a:lnTo>
                  <a:cubicBezTo>
                    <a:pt x="22381" y="8041"/>
                    <a:pt x="22370" y="8043"/>
                    <a:pt x="22361" y="8043"/>
                  </a:cubicBezTo>
                  <a:cubicBezTo>
                    <a:pt x="22331" y="8043"/>
                    <a:pt x="22321" y="8019"/>
                    <a:pt x="22321" y="8019"/>
                  </a:cubicBezTo>
                  <a:cubicBezTo>
                    <a:pt x="22305" y="7978"/>
                    <a:pt x="22297" y="7930"/>
                    <a:pt x="22354" y="7914"/>
                  </a:cubicBezTo>
                  <a:cubicBezTo>
                    <a:pt x="22354" y="7914"/>
                    <a:pt x="22368" y="7906"/>
                    <a:pt x="22384" y="7906"/>
                  </a:cubicBezTo>
                  <a:close/>
                  <a:moveTo>
                    <a:pt x="22144" y="8324"/>
                  </a:moveTo>
                  <a:cubicBezTo>
                    <a:pt x="22130" y="8324"/>
                    <a:pt x="22119" y="8327"/>
                    <a:pt x="22119" y="8327"/>
                  </a:cubicBezTo>
                  <a:cubicBezTo>
                    <a:pt x="22119" y="8327"/>
                    <a:pt x="22062" y="8351"/>
                    <a:pt x="22078" y="8392"/>
                  </a:cubicBezTo>
                  <a:lnTo>
                    <a:pt x="22086" y="8432"/>
                  </a:lnTo>
                  <a:cubicBezTo>
                    <a:pt x="22127" y="8416"/>
                    <a:pt x="22167" y="8384"/>
                    <a:pt x="22192" y="8351"/>
                  </a:cubicBezTo>
                  <a:cubicBezTo>
                    <a:pt x="22183" y="8329"/>
                    <a:pt x="22161" y="8324"/>
                    <a:pt x="22144" y="8324"/>
                  </a:cubicBezTo>
                  <a:close/>
                  <a:moveTo>
                    <a:pt x="22451" y="8724"/>
                  </a:moveTo>
                  <a:lnTo>
                    <a:pt x="22467" y="8765"/>
                  </a:lnTo>
                  <a:lnTo>
                    <a:pt x="22419" y="8830"/>
                  </a:lnTo>
                  <a:lnTo>
                    <a:pt x="22402" y="8789"/>
                  </a:lnTo>
                  <a:cubicBezTo>
                    <a:pt x="22394" y="8741"/>
                    <a:pt x="22394" y="8741"/>
                    <a:pt x="22451" y="8724"/>
                  </a:cubicBezTo>
                  <a:close/>
                  <a:moveTo>
                    <a:pt x="22589" y="9088"/>
                  </a:moveTo>
                  <a:cubicBezTo>
                    <a:pt x="22597" y="9088"/>
                    <a:pt x="22605" y="9089"/>
                    <a:pt x="22613" y="9089"/>
                  </a:cubicBezTo>
                  <a:cubicBezTo>
                    <a:pt x="22621" y="9138"/>
                    <a:pt x="22621" y="9138"/>
                    <a:pt x="22638" y="9178"/>
                  </a:cubicBezTo>
                  <a:cubicBezTo>
                    <a:pt x="22603" y="9187"/>
                    <a:pt x="22571" y="9196"/>
                    <a:pt x="22547" y="9196"/>
                  </a:cubicBezTo>
                  <a:cubicBezTo>
                    <a:pt x="22526" y="9196"/>
                    <a:pt x="22512" y="9189"/>
                    <a:pt x="22508" y="9170"/>
                  </a:cubicBezTo>
                  <a:cubicBezTo>
                    <a:pt x="22447" y="9140"/>
                    <a:pt x="22479" y="9088"/>
                    <a:pt x="22589" y="9088"/>
                  </a:cubicBezTo>
                  <a:close/>
                  <a:moveTo>
                    <a:pt x="22986" y="9365"/>
                  </a:moveTo>
                  <a:cubicBezTo>
                    <a:pt x="23002" y="9405"/>
                    <a:pt x="23067" y="9438"/>
                    <a:pt x="23011" y="9454"/>
                  </a:cubicBezTo>
                  <a:cubicBezTo>
                    <a:pt x="23012" y="9462"/>
                    <a:pt x="23010" y="9466"/>
                    <a:pt x="23006" y="9466"/>
                  </a:cubicBezTo>
                  <a:cubicBezTo>
                    <a:pt x="22988" y="9466"/>
                    <a:pt x="22936" y="9413"/>
                    <a:pt x="22929" y="9381"/>
                  </a:cubicBezTo>
                  <a:lnTo>
                    <a:pt x="22986" y="9365"/>
                  </a:lnTo>
                  <a:close/>
                  <a:moveTo>
                    <a:pt x="22492" y="9843"/>
                  </a:moveTo>
                  <a:lnTo>
                    <a:pt x="22370" y="9868"/>
                  </a:lnTo>
                  <a:lnTo>
                    <a:pt x="22435" y="9859"/>
                  </a:lnTo>
                  <a:lnTo>
                    <a:pt x="22492" y="9843"/>
                  </a:lnTo>
                  <a:close/>
                  <a:moveTo>
                    <a:pt x="23006" y="10283"/>
                  </a:moveTo>
                  <a:cubicBezTo>
                    <a:pt x="23036" y="10283"/>
                    <a:pt x="23059" y="10289"/>
                    <a:pt x="23059" y="10313"/>
                  </a:cubicBezTo>
                  <a:lnTo>
                    <a:pt x="23067" y="10362"/>
                  </a:lnTo>
                  <a:cubicBezTo>
                    <a:pt x="23027" y="10362"/>
                    <a:pt x="22986" y="10354"/>
                    <a:pt x="22946" y="10338"/>
                  </a:cubicBezTo>
                  <a:lnTo>
                    <a:pt x="22938" y="10289"/>
                  </a:lnTo>
                  <a:cubicBezTo>
                    <a:pt x="22961" y="10286"/>
                    <a:pt x="22985" y="10283"/>
                    <a:pt x="23006" y="10283"/>
                  </a:cubicBezTo>
                  <a:close/>
                  <a:moveTo>
                    <a:pt x="22721" y="10656"/>
                  </a:moveTo>
                  <a:cubicBezTo>
                    <a:pt x="22735" y="10656"/>
                    <a:pt x="22763" y="10661"/>
                    <a:pt x="22808" y="10670"/>
                  </a:cubicBezTo>
                  <a:lnTo>
                    <a:pt x="22938" y="10743"/>
                  </a:lnTo>
                  <a:cubicBezTo>
                    <a:pt x="22940" y="10757"/>
                    <a:pt x="22935" y="10762"/>
                    <a:pt x="22922" y="10762"/>
                  </a:cubicBezTo>
                  <a:cubicBezTo>
                    <a:pt x="22896" y="10762"/>
                    <a:pt x="22840" y="10740"/>
                    <a:pt x="22759" y="10719"/>
                  </a:cubicBezTo>
                  <a:cubicBezTo>
                    <a:pt x="22713" y="10673"/>
                    <a:pt x="22696" y="10656"/>
                    <a:pt x="22721" y="10656"/>
                  </a:cubicBezTo>
                  <a:close/>
                  <a:moveTo>
                    <a:pt x="23121" y="11615"/>
                  </a:moveTo>
                  <a:cubicBezTo>
                    <a:pt x="23180" y="11615"/>
                    <a:pt x="23235" y="11646"/>
                    <a:pt x="23262" y="11700"/>
                  </a:cubicBezTo>
                  <a:lnTo>
                    <a:pt x="23270" y="11789"/>
                  </a:lnTo>
                  <a:lnTo>
                    <a:pt x="23148" y="11700"/>
                  </a:lnTo>
                  <a:cubicBezTo>
                    <a:pt x="22962" y="11627"/>
                    <a:pt x="22962" y="11627"/>
                    <a:pt x="23084" y="11619"/>
                  </a:cubicBezTo>
                  <a:cubicBezTo>
                    <a:pt x="23096" y="11616"/>
                    <a:pt x="23109" y="11615"/>
                    <a:pt x="23121" y="11615"/>
                  </a:cubicBezTo>
                  <a:close/>
                  <a:moveTo>
                    <a:pt x="22970" y="11846"/>
                  </a:moveTo>
                  <a:lnTo>
                    <a:pt x="23035" y="11886"/>
                  </a:lnTo>
                  <a:lnTo>
                    <a:pt x="22970" y="11935"/>
                  </a:lnTo>
                  <a:cubicBezTo>
                    <a:pt x="22913" y="11935"/>
                    <a:pt x="22913" y="11894"/>
                    <a:pt x="22913" y="11846"/>
                  </a:cubicBezTo>
                  <a:close/>
                  <a:moveTo>
                    <a:pt x="23400" y="13654"/>
                  </a:moveTo>
                  <a:cubicBezTo>
                    <a:pt x="23343" y="13654"/>
                    <a:pt x="23343" y="13702"/>
                    <a:pt x="23343" y="13743"/>
                  </a:cubicBezTo>
                  <a:cubicBezTo>
                    <a:pt x="23278" y="13832"/>
                    <a:pt x="23343" y="13881"/>
                    <a:pt x="23400" y="13881"/>
                  </a:cubicBezTo>
                  <a:cubicBezTo>
                    <a:pt x="23456" y="13881"/>
                    <a:pt x="23456" y="13832"/>
                    <a:pt x="23456" y="13743"/>
                  </a:cubicBezTo>
                  <a:cubicBezTo>
                    <a:pt x="23456" y="13702"/>
                    <a:pt x="23400" y="13654"/>
                    <a:pt x="23400" y="13654"/>
                  </a:cubicBezTo>
                  <a:close/>
                  <a:moveTo>
                    <a:pt x="23247" y="13987"/>
                  </a:moveTo>
                  <a:cubicBezTo>
                    <a:pt x="23268" y="13987"/>
                    <a:pt x="23302" y="14010"/>
                    <a:pt x="23335" y="14067"/>
                  </a:cubicBezTo>
                  <a:cubicBezTo>
                    <a:pt x="23335" y="14108"/>
                    <a:pt x="23335" y="14157"/>
                    <a:pt x="23335" y="14157"/>
                  </a:cubicBezTo>
                  <a:cubicBezTo>
                    <a:pt x="23278" y="14157"/>
                    <a:pt x="23213" y="14059"/>
                    <a:pt x="23221" y="14019"/>
                  </a:cubicBezTo>
                  <a:cubicBezTo>
                    <a:pt x="23221" y="13999"/>
                    <a:pt x="23231" y="13987"/>
                    <a:pt x="23247" y="13987"/>
                  </a:cubicBezTo>
                  <a:close/>
                  <a:moveTo>
                    <a:pt x="22775" y="16483"/>
                  </a:moveTo>
                  <a:cubicBezTo>
                    <a:pt x="22719" y="16483"/>
                    <a:pt x="22719" y="16483"/>
                    <a:pt x="22719" y="16524"/>
                  </a:cubicBezTo>
                  <a:lnTo>
                    <a:pt x="22719" y="16573"/>
                  </a:lnTo>
                  <a:lnTo>
                    <a:pt x="22775" y="16524"/>
                  </a:lnTo>
                  <a:lnTo>
                    <a:pt x="22775" y="16483"/>
                  </a:lnTo>
                  <a:close/>
                  <a:moveTo>
                    <a:pt x="23075" y="16573"/>
                  </a:moveTo>
                  <a:lnTo>
                    <a:pt x="23075" y="16621"/>
                  </a:lnTo>
                  <a:cubicBezTo>
                    <a:pt x="23032" y="16621"/>
                    <a:pt x="23047" y="16639"/>
                    <a:pt x="23078" y="16639"/>
                  </a:cubicBezTo>
                  <a:cubicBezTo>
                    <a:pt x="23093" y="16639"/>
                    <a:pt x="23113" y="16635"/>
                    <a:pt x="23132" y="16621"/>
                  </a:cubicBezTo>
                  <a:lnTo>
                    <a:pt x="23254" y="16621"/>
                  </a:lnTo>
                  <a:cubicBezTo>
                    <a:pt x="23254" y="16670"/>
                    <a:pt x="23189" y="16710"/>
                    <a:pt x="23132" y="16710"/>
                  </a:cubicBezTo>
                  <a:cubicBezTo>
                    <a:pt x="23082" y="16731"/>
                    <a:pt x="23052" y="16742"/>
                    <a:pt x="23035" y="16742"/>
                  </a:cubicBezTo>
                  <a:cubicBezTo>
                    <a:pt x="23011" y="16742"/>
                    <a:pt x="23011" y="16719"/>
                    <a:pt x="23011" y="16662"/>
                  </a:cubicBezTo>
                  <a:cubicBezTo>
                    <a:pt x="23011" y="16621"/>
                    <a:pt x="23011" y="16573"/>
                    <a:pt x="23075" y="16573"/>
                  </a:cubicBezTo>
                  <a:close/>
                  <a:moveTo>
                    <a:pt x="23067" y="17124"/>
                  </a:moveTo>
                  <a:cubicBezTo>
                    <a:pt x="23067" y="17124"/>
                    <a:pt x="23124" y="17173"/>
                    <a:pt x="23124" y="17213"/>
                  </a:cubicBezTo>
                  <a:lnTo>
                    <a:pt x="23067" y="17262"/>
                  </a:lnTo>
                  <a:cubicBezTo>
                    <a:pt x="23011" y="17262"/>
                    <a:pt x="23011" y="17213"/>
                    <a:pt x="23011" y="17164"/>
                  </a:cubicBezTo>
                  <a:cubicBezTo>
                    <a:pt x="23011" y="17124"/>
                    <a:pt x="23011" y="17124"/>
                    <a:pt x="23067" y="17124"/>
                  </a:cubicBezTo>
                  <a:close/>
                  <a:moveTo>
                    <a:pt x="23902" y="17262"/>
                  </a:moveTo>
                  <a:lnTo>
                    <a:pt x="23902" y="17310"/>
                  </a:lnTo>
                  <a:cubicBezTo>
                    <a:pt x="23935" y="17335"/>
                    <a:pt x="23983" y="17351"/>
                    <a:pt x="24024" y="17359"/>
                  </a:cubicBezTo>
                  <a:lnTo>
                    <a:pt x="24024" y="17310"/>
                  </a:lnTo>
                  <a:cubicBezTo>
                    <a:pt x="24024" y="17262"/>
                    <a:pt x="23967" y="17262"/>
                    <a:pt x="23902" y="17262"/>
                  </a:cubicBezTo>
                  <a:close/>
                  <a:moveTo>
                    <a:pt x="11773" y="0"/>
                  </a:moveTo>
                  <a:cubicBezTo>
                    <a:pt x="11737" y="37"/>
                    <a:pt x="11649" y="47"/>
                    <a:pt x="11554" y="47"/>
                  </a:cubicBezTo>
                  <a:cubicBezTo>
                    <a:pt x="11503" y="47"/>
                    <a:pt x="11449" y="44"/>
                    <a:pt x="11400" y="41"/>
                  </a:cubicBezTo>
                  <a:cubicBezTo>
                    <a:pt x="11375" y="39"/>
                    <a:pt x="11351" y="38"/>
                    <a:pt x="11330" y="38"/>
                  </a:cubicBezTo>
                  <a:cubicBezTo>
                    <a:pt x="11162" y="38"/>
                    <a:pt x="11115" y="94"/>
                    <a:pt x="11035" y="195"/>
                  </a:cubicBezTo>
                  <a:lnTo>
                    <a:pt x="10995" y="317"/>
                  </a:lnTo>
                  <a:lnTo>
                    <a:pt x="10995" y="195"/>
                  </a:lnTo>
                  <a:cubicBezTo>
                    <a:pt x="10987" y="130"/>
                    <a:pt x="10971" y="73"/>
                    <a:pt x="10946" y="17"/>
                  </a:cubicBezTo>
                  <a:cubicBezTo>
                    <a:pt x="10898" y="17"/>
                    <a:pt x="10898" y="73"/>
                    <a:pt x="10906" y="138"/>
                  </a:cubicBezTo>
                  <a:cubicBezTo>
                    <a:pt x="10906" y="167"/>
                    <a:pt x="10894" y="181"/>
                    <a:pt x="10870" y="181"/>
                  </a:cubicBezTo>
                  <a:cubicBezTo>
                    <a:pt x="10847" y="181"/>
                    <a:pt x="10812" y="167"/>
                    <a:pt x="10768" y="138"/>
                  </a:cubicBezTo>
                  <a:cubicBezTo>
                    <a:pt x="10725" y="111"/>
                    <a:pt x="10691" y="97"/>
                    <a:pt x="10663" y="97"/>
                  </a:cubicBezTo>
                  <a:cubicBezTo>
                    <a:pt x="10634" y="97"/>
                    <a:pt x="10610" y="113"/>
                    <a:pt x="10589" y="146"/>
                  </a:cubicBezTo>
                  <a:cubicBezTo>
                    <a:pt x="10582" y="147"/>
                    <a:pt x="10575" y="148"/>
                    <a:pt x="10568" y="148"/>
                  </a:cubicBezTo>
                  <a:cubicBezTo>
                    <a:pt x="10520" y="148"/>
                    <a:pt x="10480" y="125"/>
                    <a:pt x="10452" y="90"/>
                  </a:cubicBezTo>
                  <a:cubicBezTo>
                    <a:pt x="10403" y="90"/>
                    <a:pt x="10403" y="90"/>
                    <a:pt x="10403" y="146"/>
                  </a:cubicBezTo>
                  <a:cubicBezTo>
                    <a:pt x="10407" y="180"/>
                    <a:pt x="10396" y="196"/>
                    <a:pt x="10378" y="196"/>
                  </a:cubicBezTo>
                  <a:cubicBezTo>
                    <a:pt x="10361" y="196"/>
                    <a:pt x="10337" y="182"/>
                    <a:pt x="10314" y="154"/>
                  </a:cubicBezTo>
                  <a:cubicBezTo>
                    <a:pt x="10286" y="85"/>
                    <a:pt x="10229" y="58"/>
                    <a:pt x="10186" y="58"/>
                  </a:cubicBezTo>
                  <a:cubicBezTo>
                    <a:pt x="10153" y="58"/>
                    <a:pt x="10127" y="73"/>
                    <a:pt x="10127" y="98"/>
                  </a:cubicBezTo>
                  <a:cubicBezTo>
                    <a:pt x="10135" y="154"/>
                    <a:pt x="10087" y="163"/>
                    <a:pt x="10046" y="163"/>
                  </a:cubicBezTo>
                  <a:cubicBezTo>
                    <a:pt x="9989" y="163"/>
                    <a:pt x="9941" y="195"/>
                    <a:pt x="9917" y="236"/>
                  </a:cubicBezTo>
                  <a:lnTo>
                    <a:pt x="9827" y="244"/>
                  </a:lnTo>
                  <a:cubicBezTo>
                    <a:pt x="9824" y="244"/>
                    <a:pt x="9822" y="244"/>
                    <a:pt x="9820" y="244"/>
                  </a:cubicBezTo>
                  <a:cubicBezTo>
                    <a:pt x="9783" y="244"/>
                    <a:pt x="9822" y="187"/>
                    <a:pt x="9868" y="187"/>
                  </a:cubicBezTo>
                  <a:lnTo>
                    <a:pt x="9811" y="130"/>
                  </a:lnTo>
                  <a:cubicBezTo>
                    <a:pt x="9722" y="138"/>
                    <a:pt x="9681" y="138"/>
                    <a:pt x="9641" y="203"/>
                  </a:cubicBezTo>
                  <a:cubicBezTo>
                    <a:pt x="9624" y="265"/>
                    <a:pt x="9616" y="295"/>
                    <a:pt x="9610" y="295"/>
                  </a:cubicBezTo>
                  <a:cubicBezTo>
                    <a:pt x="9604" y="295"/>
                    <a:pt x="9600" y="267"/>
                    <a:pt x="9592" y="211"/>
                  </a:cubicBezTo>
                  <a:cubicBezTo>
                    <a:pt x="9587" y="168"/>
                    <a:pt x="9563" y="132"/>
                    <a:pt x="9536" y="132"/>
                  </a:cubicBezTo>
                  <a:cubicBezTo>
                    <a:pt x="9523" y="132"/>
                    <a:pt x="9508" y="141"/>
                    <a:pt x="9495" y="163"/>
                  </a:cubicBezTo>
                  <a:cubicBezTo>
                    <a:pt x="9481" y="216"/>
                    <a:pt x="9464" y="235"/>
                    <a:pt x="9448" y="235"/>
                  </a:cubicBezTo>
                  <a:cubicBezTo>
                    <a:pt x="9428" y="235"/>
                    <a:pt x="9410" y="203"/>
                    <a:pt x="9406" y="171"/>
                  </a:cubicBezTo>
                  <a:cubicBezTo>
                    <a:pt x="9422" y="107"/>
                    <a:pt x="9430" y="74"/>
                    <a:pt x="9414" y="74"/>
                  </a:cubicBezTo>
                  <a:lnTo>
                    <a:pt x="9414" y="74"/>
                  </a:lnTo>
                  <a:cubicBezTo>
                    <a:pt x="9397" y="74"/>
                    <a:pt x="9354" y="109"/>
                    <a:pt x="9268" y="179"/>
                  </a:cubicBezTo>
                  <a:cubicBezTo>
                    <a:pt x="9179" y="195"/>
                    <a:pt x="9008" y="284"/>
                    <a:pt x="8879" y="309"/>
                  </a:cubicBezTo>
                  <a:cubicBezTo>
                    <a:pt x="8790" y="325"/>
                    <a:pt x="8723" y="335"/>
                    <a:pt x="8671" y="335"/>
                  </a:cubicBezTo>
                  <a:cubicBezTo>
                    <a:pt x="8619" y="335"/>
                    <a:pt x="8583" y="325"/>
                    <a:pt x="8554" y="300"/>
                  </a:cubicBezTo>
                  <a:cubicBezTo>
                    <a:pt x="8553" y="293"/>
                    <a:pt x="8551" y="287"/>
                    <a:pt x="8550" y="280"/>
                  </a:cubicBezTo>
                  <a:lnTo>
                    <a:pt x="8550" y="280"/>
                  </a:lnTo>
                  <a:cubicBezTo>
                    <a:pt x="8551" y="359"/>
                    <a:pt x="8505" y="368"/>
                    <a:pt x="8384" y="390"/>
                  </a:cubicBezTo>
                  <a:cubicBezTo>
                    <a:pt x="8367" y="385"/>
                    <a:pt x="8351" y="383"/>
                    <a:pt x="8334" y="383"/>
                  </a:cubicBezTo>
                  <a:cubicBezTo>
                    <a:pt x="8253" y="383"/>
                    <a:pt x="8175" y="431"/>
                    <a:pt x="8141" y="511"/>
                  </a:cubicBezTo>
                  <a:lnTo>
                    <a:pt x="8222" y="495"/>
                  </a:lnTo>
                  <a:lnTo>
                    <a:pt x="8222" y="495"/>
                  </a:lnTo>
                  <a:cubicBezTo>
                    <a:pt x="8244" y="572"/>
                    <a:pt x="8229" y="601"/>
                    <a:pt x="8186" y="601"/>
                  </a:cubicBezTo>
                  <a:cubicBezTo>
                    <a:pt x="8166" y="601"/>
                    <a:pt x="8140" y="595"/>
                    <a:pt x="8108" y="584"/>
                  </a:cubicBezTo>
                  <a:cubicBezTo>
                    <a:pt x="8106" y="585"/>
                    <a:pt x="8103" y="585"/>
                    <a:pt x="8101" y="585"/>
                  </a:cubicBezTo>
                  <a:cubicBezTo>
                    <a:pt x="8066" y="585"/>
                    <a:pt x="8051" y="532"/>
                    <a:pt x="8036" y="479"/>
                  </a:cubicBezTo>
                  <a:cubicBezTo>
                    <a:pt x="8021" y="426"/>
                    <a:pt x="7971" y="381"/>
                    <a:pt x="7931" y="381"/>
                  </a:cubicBezTo>
                  <a:cubicBezTo>
                    <a:pt x="7928" y="381"/>
                    <a:pt x="7925" y="381"/>
                    <a:pt x="7922" y="381"/>
                  </a:cubicBezTo>
                  <a:cubicBezTo>
                    <a:pt x="7873" y="390"/>
                    <a:pt x="7833" y="406"/>
                    <a:pt x="7890" y="454"/>
                  </a:cubicBezTo>
                  <a:cubicBezTo>
                    <a:pt x="7906" y="511"/>
                    <a:pt x="7906" y="511"/>
                    <a:pt x="7857" y="519"/>
                  </a:cubicBezTo>
                  <a:cubicBezTo>
                    <a:pt x="7809" y="527"/>
                    <a:pt x="7760" y="560"/>
                    <a:pt x="7744" y="609"/>
                  </a:cubicBezTo>
                  <a:cubicBezTo>
                    <a:pt x="7760" y="665"/>
                    <a:pt x="7719" y="673"/>
                    <a:pt x="7671" y="690"/>
                  </a:cubicBezTo>
                  <a:cubicBezTo>
                    <a:pt x="7644" y="668"/>
                    <a:pt x="7609" y="657"/>
                    <a:pt x="7575" y="657"/>
                  </a:cubicBezTo>
                  <a:cubicBezTo>
                    <a:pt x="7558" y="657"/>
                    <a:pt x="7541" y="660"/>
                    <a:pt x="7525" y="665"/>
                  </a:cubicBezTo>
                  <a:lnTo>
                    <a:pt x="7525" y="665"/>
                  </a:lnTo>
                  <a:cubicBezTo>
                    <a:pt x="7520" y="650"/>
                    <a:pt x="7514" y="629"/>
                    <a:pt x="7509" y="609"/>
                  </a:cubicBezTo>
                  <a:cubicBezTo>
                    <a:pt x="7492" y="568"/>
                    <a:pt x="7468" y="536"/>
                    <a:pt x="7436" y="511"/>
                  </a:cubicBezTo>
                  <a:cubicBezTo>
                    <a:pt x="7387" y="519"/>
                    <a:pt x="7403" y="576"/>
                    <a:pt x="7403" y="576"/>
                  </a:cubicBezTo>
                  <a:cubicBezTo>
                    <a:pt x="7411" y="609"/>
                    <a:pt x="7160" y="706"/>
                    <a:pt x="6884" y="803"/>
                  </a:cubicBezTo>
                  <a:cubicBezTo>
                    <a:pt x="6617" y="892"/>
                    <a:pt x="6333" y="1022"/>
                    <a:pt x="6268" y="1046"/>
                  </a:cubicBezTo>
                  <a:cubicBezTo>
                    <a:pt x="6248" y="1042"/>
                    <a:pt x="6228" y="1040"/>
                    <a:pt x="6208" y="1040"/>
                  </a:cubicBezTo>
                  <a:cubicBezTo>
                    <a:pt x="6121" y="1040"/>
                    <a:pt x="6046" y="1078"/>
                    <a:pt x="6106" y="1111"/>
                  </a:cubicBezTo>
                  <a:cubicBezTo>
                    <a:pt x="6122" y="1160"/>
                    <a:pt x="5919" y="1249"/>
                    <a:pt x="5676" y="1371"/>
                  </a:cubicBezTo>
                  <a:cubicBezTo>
                    <a:pt x="5392" y="1508"/>
                    <a:pt x="5190" y="1606"/>
                    <a:pt x="5214" y="1663"/>
                  </a:cubicBezTo>
                  <a:lnTo>
                    <a:pt x="5101" y="1727"/>
                  </a:lnTo>
                  <a:cubicBezTo>
                    <a:pt x="5019" y="1768"/>
                    <a:pt x="4971" y="1865"/>
                    <a:pt x="4930" y="1890"/>
                  </a:cubicBezTo>
                  <a:cubicBezTo>
                    <a:pt x="4926" y="1932"/>
                    <a:pt x="4913" y="1958"/>
                    <a:pt x="4904" y="1958"/>
                  </a:cubicBezTo>
                  <a:cubicBezTo>
                    <a:pt x="4898" y="1958"/>
                    <a:pt x="4894" y="1944"/>
                    <a:pt x="4898" y="1914"/>
                  </a:cubicBezTo>
                  <a:cubicBezTo>
                    <a:pt x="4871" y="1867"/>
                    <a:pt x="4845" y="1826"/>
                    <a:pt x="4814" y="1826"/>
                  </a:cubicBezTo>
                  <a:cubicBezTo>
                    <a:pt x="4807" y="1826"/>
                    <a:pt x="4800" y="1828"/>
                    <a:pt x="4792" y="1833"/>
                  </a:cubicBezTo>
                  <a:cubicBezTo>
                    <a:pt x="4719" y="1873"/>
                    <a:pt x="4744" y="1930"/>
                    <a:pt x="4776" y="1979"/>
                  </a:cubicBezTo>
                  <a:cubicBezTo>
                    <a:pt x="4809" y="2027"/>
                    <a:pt x="4768" y="2052"/>
                    <a:pt x="4768" y="2052"/>
                  </a:cubicBezTo>
                  <a:cubicBezTo>
                    <a:pt x="4752" y="2061"/>
                    <a:pt x="4742" y="2067"/>
                    <a:pt x="4735" y="2067"/>
                  </a:cubicBezTo>
                  <a:cubicBezTo>
                    <a:pt x="4724" y="2067"/>
                    <a:pt x="4718" y="2054"/>
                    <a:pt x="4703" y="2019"/>
                  </a:cubicBezTo>
                  <a:lnTo>
                    <a:pt x="4638" y="1922"/>
                  </a:lnTo>
                  <a:lnTo>
                    <a:pt x="4598" y="1938"/>
                  </a:lnTo>
                  <a:cubicBezTo>
                    <a:pt x="4630" y="1995"/>
                    <a:pt x="4590" y="2011"/>
                    <a:pt x="4590" y="2011"/>
                  </a:cubicBezTo>
                  <a:cubicBezTo>
                    <a:pt x="4576" y="2019"/>
                    <a:pt x="4567" y="2025"/>
                    <a:pt x="4559" y="2025"/>
                  </a:cubicBezTo>
                  <a:cubicBezTo>
                    <a:pt x="4543" y="2025"/>
                    <a:pt x="4530" y="2003"/>
                    <a:pt x="4492" y="1938"/>
                  </a:cubicBezTo>
                  <a:cubicBezTo>
                    <a:pt x="4465" y="1894"/>
                    <a:pt x="4442" y="1872"/>
                    <a:pt x="4426" y="1872"/>
                  </a:cubicBezTo>
                  <a:cubicBezTo>
                    <a:pt x="4405" y="1872"/>
                    <a:pt x="4397" y="1912"/>
                    <a:pt x="4411" y="1987"/>
                  </a:cubicBezTo>
                  <a:lnTo>
                    <a:pt x="4371" y="2084"/>
                  </a:lnTo>
                  <a:cubicBezTo>
                    <a:pt x="4351" y="2070"/>
                    <a:pt x="4334" y="2064"/>
                    <a:pt x="4321" y="2064"/>
                  </a:cubicBezTo>
                  <a:cubicBezTo>
                    <a:pt x="4262" y="2064"/>
                    <a:pt x="4256" y="2172"/>
                    <a:pt x="4249" y="2238"/>
                  </a:cubicBezTo>
                  <a:cubicBezTo>
                    <a:pt x="4212" y="2207"/>
                    <a:pt x="4183" y="2191"/>
                    <a:pt x="4163" y="2191"/>
                  </a:cubicBezTo>
                  <a:cubicBezTo>
                    <a:pt x="4130" y="2191"/>
                    <a:pt x="4121" y="2231"/>
                    <a:pt x="4136" y="2311"/>
                  </a:cubicBezTo>
                  <a:cubicBezTo>
                    <a:pt x="4165" y="2347"/>
                    <a:pt x="4152" y="2369"/>
                    <a:pt x="4113" y="2369"/>
                  </a:cubicBezTo>
                  <a:cubicBezTo>
                    <a:pt x="4099" y="2369"/>
                    <a:pt x="4082" y="2366"/>
                    <a:pt x="4063" y="2360"/>
                  </a:cubicBezTo>
                  <a:cubicBezTo>
                    <a:pt x="4043" y="2353"/>
                    <a:pt x="4027" y="2350"/>
                    <a:pt x="4011" y="2350"/>
                  </a:cubicBezTo>
                  <a:cubicBezTo>
                    <a:pt x="3969" y="2350"/>
                    <a:pt x="3936" y="2373"/>
                    <a:pt x="3876" y="2408"/>
                  </a:cubicBezTo>
                  <a:cubicBezTo>
                    <a:pt x="3876" y="2481"/>
                    <a:pt x="3625" y="2676"/>
                    <a:pt x="3341" y="2887"/>
                  </a:cubicBezTo>
                  <a:cubicBezTo>
                    <a:pt x="3017" y="3138"/>
                    <a:pt x="2822" y="3325"/>
                    <a:pt x="2863" y="3365"/>
                  </a:cubicBezTo>
                  <a:cubicBezTo>
                    <a:pt x="2844" y="3384"/>
                    <a:pt x="2836" y="3392"/>
                    <a:pt x="2818" y="3392"/>
                  </a:cubicBezTo>
                  <a:cubicBezTo>
                    <a:pt x="2805" y="3392"/>
                    <a:pt x="2788" y="3388"/>
                    <a:pt x="2757" y="3381"/>
                  </a:cubicBezTo>
                  <a:cubicBezTo>
                    <a:pt x="2746" y="3370"/>
                    <a:pt x="2734" y="3363"/>
                    <a:pt x="2724" y="3363"/>
                  </a:cubicBezTo>
                  <a:cubicBezTo>
                    <a:pt x="2701" y="3363"/>
                    <a:pt x="2690" y="3401"/>
                    <a:pt x="2725" y="3487"/>
                  </a:cubicBezTo>
                  <a:cubicBezTo>
                    <a:pt x="2730" y="3531"/>
                    <a:pt x="2747" y="3564"/>
                    <a:pt x="2741" y="3564"/>
                  </a:cubicBezTo>
                  <a:cubicBezTo>
                    <a:pt x="2737" y="3564"/>
                    <a:pt x="2724" y="3551"/>
                    <a:pt x="2693" y="3519"/>
                  </a:cubicBezTo>
                  <a:cubicBezTo>
                    <a:pt x="2683" y="3508"/>
                    <a:pt x="2671" y="3502"/>
                    <a:pt x="2658" y="3502"/>
                  </a:cubicBezTo>
                  <a:cubicBezTo>
                    <a:pt x="2614" y="3502"/>
                    <a:pt x="2550" y="3558"/>
                    <a:pt x="2457" y="3657"/>
                  </a:cubicBezTo>
                  <a:cubicBezTo>
                    <a:pt x="2360" y="3754"/>
                    <a:pt x="2230" y="3884"/>
                    <a:pt x="2279" y="3925"/>
                  </a:cubicBezTo>
                  <a:cubicBezTo>
                    <a:pt x="2266" y="3982"/>
                    <a:pt x="2260" y="4008"/>
                    <a:pt x="2256" y="4008"/>
                  </a:cubicBezTo>
                  <a:cubicBezTo>
                    <a:pt x="2252" y="4008"/>
                    <a:pt x="2250" y="3990"/>
                    <a:pt x="2247" y="3957"/>
                  </a:cubicBezTo>
                  <a:cubicBezTo>
                    <a:pt x="2231" y="3923"/>
                    <a:pt x="2203" y="3908"/>
                    <a:pt x="2172" y="3908"/>
                  </a:cubicBezTo>
                  <a:cubicBezTo>
                    <a:pt x="2092" y="3908"/>
                    <a:pt x="1985" y="4007"/>
                    <a:pt x="1979" y="4135"/>
                  </a:cubicBezTo>
                  <a:cubicBezTo>
                    <a:pt x="1956" y="4158"/>
                    <a:pt x="1938" y="4185"/>
                    <a:pt x="1912" y="4185"/>
                  </a:cubicBezTo>
                  <a:cubicBezTo>
                    <a:pt x="1901" y="4185"/>
                    <a:pt x="1888" y="4180"/>
                    <a:pt x="1874" y="4168"/>
                  </a:cubicBezTo>
                  <a:cubicBezTo>
                    <a:pt x="1825" y="4225"/>
                    <a:pt x="1784" y="4298"/>
                    <a:pt x="1768" y="4370"/>
                  </a:cubicBezTo>
                  <a:cubicBezTo>
                    <a:pt x="1744" y="4411"/>
                    <a:pt x="1622" y="4541"/>
                    <a:pt x="1566" y="4614"/>
                  </a:cubicBezTo>
                  <a:cubicBezTo>
                    <a:pt x="1525" y="4662"/>
                    <a:pt x="1501" y="4719"/>
                    <a:pt x="1493" y="4784"/>
                  </a:cubicBezTo>
                  <a:lnTo>
                    <a:pt x="1460" y="4825"/>
                  </a:lnTo>
                  <a:cubicBezTo>
                    <a:pt x="1456" y="4821"/>
                    <a:pt x="1451" y="4819"/>
                    <a:pt x="1446" y="4819"/>
                  </a:cubicBezTo>
                  <a:cubicBezTo>
                    <a:pt x="1393" y="4819"/>
                    <a:pt x="1263" y="4986"/>
                    <a:pt x="1087" y="5214"/>
                  </a:cubicBezTo>
                  <a:cubicBezTo>
                    <a:pt x="893" y="5457"/>
                    <a:pt x="755" y="5700"/>
                    <a:pt x="674" y="5700"/>
                  </a:cubicBezTo>
                  <a:cubicBezTo>
                    <a:pt x="657" y="5733"/>
                    <a:pt x="657" y="5773"/>
                    <a:pt x="674" y="5806"/>
                  </a:cubicBezTo>
                  <a:cubicBezTo>
                    <a:pt x="755" y="5911"/>
                    <a:pt x="730" y="5943"/>
                    <a:pt x="649" y="5952"/>
                  </a:cubicBezTo>
                  <a:cubicBezTo>
                    <a:pt x="640" y="5950"/>
                    <a:pt x="630" y="5949"/>
                    <a:pt x="621" y="5949"/>
                  </a:cubicBezTo>
                  <a:cubicBezTo>
                    <a:pt x="507" y="5949"/>
                    <a:pt x="437" y="6081"/>
                    <a:pt x="512" y="6179"/>
                  </a:cubicBezTo>
                  <a:lnTo>
                    <a:pt x="455" y="6146"/>
                  </a:lnTo>
                  <a:cubicBezTo>
                    <a:pt x="446" y="6144"/>
                    <a:pt x="438" y="6144"/>
                    <a:pt x="430" y="6144"/>
                  </a:cubicBezTo>
                  <a:cubicBezTo>
                    <a:pt x="331" y="6144"/>
                    <a:pt x="323" y="6283"/>
                    <a:pt x="398" y="6373"/>
                  </a:cubicBezTo>
                  <a:cubicBezTo>
                    <a:pt x="325" y="6381"/>
                    <a:pt x="244" y="6389"/>
                    <a:pt x="276" y="6462"/>
                  </a:cubicBezTo>
                  <a:cubicBezTo>
                    <a:pt x="265" y="6481"/>
                    <a:pt x="259" y="6491"/>
                    <a:pt x="247" y="6491"/>
                  </a:cubicBezTo>
                  <a:cubicBezTo>
                    <a:pt x="232" y="6491"/>
                    <a:pt x="208" y="6477"/>
                    <a:pt x="155" y="6446"/>
                  </a:cubicBezTo>
                  <a:cubicBezTo>
                    <a:pt x="117" y="6424"/>
                    <a:pt x="83" y="6403"/>
                    <a:pt x="57" y="6403"/>
                  </a:cubicBezTo>
                  <a:cubicBezTo>
                    <a:pt x="44" y="6403"/>
                    <a:pt x="33" y="6408"/>
                    <a:pt x="25" y="6422"/>
                  </a:cubicBezTo>
                  <a:cubicBezTo>
                    <a:pt x="1" y="6462"/>
                    <a:pt x="49" y="6495"/>
                    <a:pt x="106" y="6519"/>
                  </a:cubicBezTo>
                  <a:lnTo>
                    <a:pt x="57" y="6600"/>
                  </a:lnTo>
                  <a:cubicBezTo>
                    <a:pt x="57" y="6600"/>
                    <a:pt x="41" y="6641"/>
                    <a:pt x="90" y="6673"/>
                  </a:cubicBezTo>
                  <a:cubicBezTo>
                    <a:pt x="147" y="6697"/>
                    <a:pt x="122" y="6738"/>
                    <a:pt x="98" y="6778"/>
                  </a:cubicBezTo>
                  <a:cubicBezTo>
                    <a:pt x="89" y="6772"/>
                    <a:pt x="82" y="6770"/>
                    <a:pt x="78" y="6770"/>
                  </a:cubicBezTo>
                  <a:lnTo>
                    <a:pt x="78" y="6770"/>
                  </a:lnTo>
                  <a:cubicBezTo>
                    <a:pt x="63" y="6770"/>
                    <a:pt x="82" y="6805"/>
                    <a:pt x="132" y="6805"/>
                  </a:cubicBezTo>
                  <a:cubicBezTo>
                    <a:pt x="139" y="6805"/>
                    <a:pt x="146" y="6804"/>
                    <a:pt x="155" y="6803"/>
                  </a:cubicBezTo>
                  <a:cubicBezTo>
                    <a:pt x="203" y="6835"/>
                    <a:pt x="260" y="6860"/>
                    <a:pt x="236" y="6900"/>
                  </a:cubicBezTo>
                  <a:lnTo>
                    <a:pt x="341" y="6957"/>
                  </a:lnTo>
                  <a:cubicBezTo>
                    <a:pt x="410" y="6989"/>
                    <a:pt x="458" y="7013"/>
                    <a:pt x="510" y="7013"/>
                  </a:cubicBezTo>
                  <a:cubicBezTo>
                    <a:pt x="538" y="7013"/>
                    <a:pt x="567" y="7006"/>
                    <a:pt x="601" y="6989"/>
                  </a:cubicBezTo>
                  <a:cubicBezTo>
                    <a:pt x="739" y="6868"/>
                    <a:pt x="852" y="6787"/>
                    <a:pt x="747" y="6722"/>
                  </a:cubicBezTo>
                  <a:cubicBezTo>
                    <a:pt x="747" y="6722"/>
                    <a:pt x="714" y="6657"/>
                    <a:pt x="739" y="6624"/>
                  </a:cubicBezTo>
                  <a:cubicBezTo>
                    <a:pt x="763" y="6584"/>
                    <a:pt x="836" y="6576"/>
                    <a:pt x="836" y="6576"/>
                  </a:cubicBezTo>
                  <a:cubicBezTo>
                    <a:pt x="840" y="6579"/>
                    <a:pt x="845" y="6580"/>
                    <a:pt x="850" y="6580"/>
                  </a:cubicBezTo>
                  <a:cubicBezTo>
                    <a:pt x="898" y="6580"/>
                    <a:pt x="969" y="6438"/>
                    <a:pt x="1087" y="6276"/>
                  </a:cubicBezTo>
                  <a:cubicBezTo>
                    <a:pt x="1225" y="6057"/>
                    <a:pt x="1298" y="5952"/>
                    <a:pt x="1371" y="5952"/>
                  </a:cubicBezTo>
                  <a:cubicBezTo>
                    <a:pt x="1411" y="5952"/>
                    <a:pt x="1444" y="5943"/>
                    <a:pt x="1468" y="5911"/>
                  </a:cubicBezTo>
                  <a:cubicBezTo>
                    <a:pt x="1411" y="5879"/>
                    <a:pt x="1566" y="5668"/>
                    <a:pt x="1752" y="5433"/>
                  </a:cubicBezTo>
                  <a:cubicBezTo>
                    <a:pt x="1922" y="5189"/>
                    <a:pt x="2125" y="4970"/>
                    <a:pt x="2076" y="4930"/>
                  </a:cubicBezTo>
                  <a:lnTo>
                    <a:pt x="2133" y="4865"/>
                  </a:lnTo>
                  <a:cubicBezTo>
                    <a:pt x="2144" y="4874"/>
                    <a:pt x="2154" y="4878"/>
                    <a:pt x="2166" y="4878"/>
                  </a:cubicBezTo>
                  <a:cubicBezTo>
                    <a:pt x="2206" y="4878"/>
                    <a:pt x="2251" y="4827"/>
                    <a:pt x="2295" y="4776"/>
                  </a:cubicBezTo>
                  <a:cubicBezTo>
                    <a:pt x="2303" y="4719"/>
                    <a:pt x="2328" y="4654"/>
                    <a:pt x="2360" y="4606"/>
                  </a:cubicBezTo>
                  <a:cubicBezTo>
                    <a:pt x="2375" y="4618"/>
                    <a:pt x="2387" y="4623"/>
                    <a:pt x="2399" y="4623"/>
                  </a:cubicBezTo>
                  <a:cubicBezTo>
                    <a:pt x="2426" y="4623"/>
                    <a:pt x="2450" y="4594"/>
                    <a:pt x="2490" y="4549"/>
                  </a:cubicBezTo>
                  <a:cubicBezTo>
                    <a:pt x="2555" y="4492"/>
                    <a:pt x="2579" y="4460"/>
                    <a:pt x="2538" y="4419"/>
                  </a:cubicBezTo>
                  <a:cubicBezTo>
                    <a:pt x="2652" y="4306"/>
                    <a:pt x="2774" y="4208"/>
                    <a:pt x="2911" y="4135"/>
                  </a:cubicBezTo>
                  <a:cubicBezTo>
                    <a:pt x="2915" y="4136"/>
                    <a:pt x="2919" y="4136"/>
                    <a:pt x="2922" y="4136"/>
                  </a:cubicBezTo>
                  <a:cubicBezTo>
                    <a:pt x="2984" y="4136"/>
                    <a:pt x="2976" y="4067"/>
                    <a:pt x="2968" y="3998"/>
                  </a:cubicBezTo>
                  <a:cubicBezTo>
                    <a:pt x="2928" y="3957"/>
                    <a:pt x="2911" y="3876"/>
                    <a:pt x="2944" y="3852"/>
                  </a:cubicBezTo>
                  <a:lnTo>
                    <a:pt x="2944" y="3852"/>
                  </a:lnTo>
                  <a:lnTo>
                    <a:pt x="3025" y="3941"/>
                  </a:lnTo>
                  <a:cubicBezTo>
                    <a:pt x="3029" y="3980"/>
                    <a:pt x="3031" y="3998"/>
                    <a:pt x="3042" y="3998"/>
                  </a:cubicBezTo>
                  <a:cubicBezTo>
                    <a:pt x="3051" y="3998"/>
                    <a:pt x="3067" y="3984"/>
                    <a:pt x="3098" y="3957"/>
                  </a:cubicBezTo>
                  <a:lnTo>
                    <a:pt x="3163" y="3900"/>
                  </a:lnTo>
                  <a:cubicBezTo>
                    <a:pt x="3122" y="3852"/>
                    <a:pt x="3284" y="3714"/>
                    <a:pt x="3511" y="3519"/>
                  </a:cubicBezTo>
                  <a:cubicBezTo>
                    <a:pt x="3811" y="3276"/>
                    <a:pt x="3917" y="3203"/>
                    <a:pt x="3884" y="3154"/>
                  </a:cubicBezTo>
                  <a:cubicBezTo>
                    <a:pt x="3844" y="3106"/>
                    <a:pt x="3876" y="3081"/>
                    <a:pt x="4014" y="3049"/>
                  </a:cubicBezTo>
                  <a:cubicBezTo>
                    <a:pt x="4330" y="3041"/>
                    <a:pt x="4330" y="3041"/>
                    <a:pt x="4330" y="2968"/>
                  </a:cubicBezTo>
                  <a:lnTo>
                    <a:pt x="4330" y="2968"/>
                  </a:lnTo>
                  <a:cubicBezTo>
                    <a:pt x="4324" y="2972"/>
                    <a:pt x="4318" y="2974"/>
                    <a:pt x="4312" y="2974"/>
                  </a:cubicBezTo>
                  <a:cubicBezTo>
                    <a:pt x="4283" y="2974"/>
                    <a:pt x="4251" y="2935"/>
                    <a:pt x="4225" y="2895"/>
                  </a:cubicBezTo>
                  <a:cubicBezTo>
                    <a:pt x="4181" y="2836"/>
                    <a:pt x="4178" y="2804"/>
                    <a:pt x="4206" y="2804"/>
                  </a:cubicBezTo>
                  <a:cubicBezTo>
                    <a:pt x="4225" y="2804"/>
                    <a:pt x="4256" y="2817"/>
                    <a:pt x="4298" y="2846"/>
                  </a:cubicBezTo>
                  <a:cubicBezTo>
                    <a:pt x="4305" y="2858"/>
                    <a:pt x="4318" y="2864"/>
                    <a:pt x="4335" y="2864"/>
                  </a:cubicBezTo>
                  <a:cubicBezTo>
                    <a:pt x="4470" y="2864"/>
                    <a:pt x="4863" y="2532"/>
                    <a:pt x="4841" y="2425"/>
                  </a:cubicBezTo>
                  <a:lnTo>
                    <a:pt x="4841" y="2425"/>
                  </a:lnTo>
                  <a:cubicBezTo>
                    <a:pt x="4849" y="2437"/>
                    <a:pt x="4860" y="2453"/>
                    <a:pt x="4873" y="2473"/>
                  </a:cubicBezTo>
                  <a:cubicBezTo>
                    <a:pt x="4885" y="2491"/>
                    <a:pt x="4897" y="2500"/>
                    <a:pt x="4915" y="2500"/>
                  </a:cubicBezTo>
                  <a:cubicBezTo>
                    <a:pt x="4946" y="2500"/>
                    <a:pt x="4995" y="2473"/>
                    <a:pt x="5092" y="2417"/>
                  </a:cubicBezTo>
                  <a:lnTo>
                    <a:pt x="5198" y="2360"/>
                  </a:lnTo>
                  <a:cubicBezTo>
                    <a:pt x="5153" y="2277"/>
                    <a:pt x="5303" y="2215"/>
                    <a:pt x="5381" y="2215"/>
                  </a:cubicBezTo>
                  <a:cubicBezTo>
                    <a:pt x="5403" y="2215"/>
                    <a:pt x="5420" y="2219"/>
                    <a:pt x="5425" y="2230"/>
                  </a:cubicBezTo>
                  <a:cubicBezTo>
                    <a:pt x="5455" y="2245"/>
                    <a:pt x="5472" y="2253"/>
                    <a:pt x="5488" y="2253"/>
                  </a:cubicBezTo>
                  <a:cubicBezTo>
                    <a:pt x="5506" y="2253"/>
                    <a:pt x="5524" y="2243"/>
                    <a:pt x="5563" y="2222"/>
                  </a:cubicBezTo>
                  <a:cubicBezTo>
                    <a:pt x="5603" y="2105"/>
                    <a:pt x="5732" y="2052"/>
                    <a:pt x="5810" y="2052"/>
                  </a:cubicBezTo>
                  <a:cubicBezTo>
                    <a:pt x="5841" y="2052"/>
                    <a:pt x="5864" y="2060"/>
                    <a:pt x="5871" y="2076"/>
                  </a:cubicBezTo>
                  <a:lnTo>
                    <a:pt x="5944" y="2035"/>
                  </a:lnTo>
                  <a:cubicBezTo>
                    <a:pt x="5960" y="1962"/>
                    <a:pt x="6033" y="1930"/>
                    <a:pt x="6073" y="1906"/>
                  </a:cubicBezTo>
                  <a:cubicBezTo>
                    <a:pt x="6187" y="1857"/>
                    <a:pt x="6227" y="1833"/>
                    <a:pt x="6163" y="1800"/>
                  </a:cubicBezTo>
                  <a:cubicBezTo>
                    <a:pt x="6138" y="1744"/>
                    <a:pt x="6114" y="1687"/>
                    <a:pt x="6155" y="1671"/>
                  </a:cubicBezTo>
                  <a:lnTo>
                    <a:pt x="6155" y="1671"/>
                  </a:lnTo>
                  <a:lnTo>
                    <a:pt x="6179" y="1727"/>
                  </a:lnTo>
                  <a:cubicBezTo>
                    <a:pt x="6186" y="1741"/>
                    <a:pt x="6201" y="1747"/>
                    <a:pt x="6223" y="1747"/>
                  </a:cubicBezTo>
                  <a:cubicBezTo>
                    <a:pt x="6276" y="1747"/>
                    <a:pt x="6369" y="1711"/>
                    <a:pt x="6479" y="1671"/>
                  </a:cubicBezTo>
                  <a:cubicBezTo>
                    <a:pt x="6622" y="1613"/>
                    <a:pt x="6705" y="1580"/>
                    <a:pt x="6761" y="1580"/>
                  </a:cubicBezTo>
                  <a:cubicBezTo>
                    <a:pt x="6784" y="1580"/>
                    <a:pt x="6803" y="1586"/>
                    <a:pt x="6819" y="1598"/>
                  </a:cubicBezTo>
                  <a:lnTo>
                    <a:pt x="6844" y="1525"/>
                  </a:lnTo>
                  <a:cubicBezTo>
                    <a:pt x="6853" y="1481"/>
                    <a:pt x="6871" y="1458"/>
                    <a:pt x="6890" y="1458"/>
                  </a:cubicBezTo>
                  <a:cubicBezTo>
                    <a:pt x="6902" y="1458"/>
                    <a:pt x="6915" y="1469"/>
                    <a:pt x="6925" y="1492"/>
                  </a:cubicBezTo>
                  <a:cubicBezTo>
                    <a:pt x="6938" y="1501"/>
                    <a:pt x="6956" y="1506"/>
                    <a:pt x="6978" y="1506"/>
                  </a:cubicBezTo>
                  <a:cubicBezTo>
                    <a:pt x="7050" y="1506"/>
                    <a:pt x="7158" y="1458"/>
                    <a:pt x="7209" y="1395"/>
                  </a:cubicBezTo>
                  <a:lnTo>
                    <a:pt x="7290" y="1371"/>
                  </a:lnTo>
                  <a:cubicBezTo>
                    <a:pt x="7311" y="1411"/>
                    <a:pt x="7348" y="1429"/>
                    <a:pt x="7384" y="1429"/>
                  </a:cubicBezTo>
                  <a:cubicBezTo>
                    <a:pt x="7444" y="1429"/>
                    <a:pt x="7502" y="1381"/>
                    <a:pt x="7492" y="1306"/>
                  </a:cubicBezTo>
                  <a:lnTo>
                    <a:pt x="7492" y="1306"/>
                  </a:lnTo>
                  <a:cubicBezTo>
                    <a:pt x="7502" y="1339"/>
                    <a:pt x="7520" y="1350"/>
                    <a:pt x="7541" y="1350"/>
                  </a:cubicBezTo>
                  <a:cubicBezTo>
                    <a:pt x="7556" y="1350"/>
                    <a:pt x="7573" y="1345"/>
                    <a:pt x="7590" y="1338"/>
                  </a:cubicBezTo>
                  <a:cubicBezTo>
                    <a:pt x="7635" y="1282"/>
                    <a:pt x="7727" y="1237"/>
                    <a:pt x="7785" y="1237"/>
                  </a:cubicBezTo>
                  <a:cubicBezTo>
                    <a:pt x="7810" y="1237"/>
                    <a:pt x="7828" y="1246"/>
                    <a:pt x="7833" y="1265"/>
                  </a:cubicBezTo>
                  <a:lnTo>
                    <a:pt x="7873" y="1257"/>
                  </a:lnTo>
                  <a:cubicBezTo>
                    <a:pt x="7890" y="1208"/>
                    <a:pt x="7938" y="1168"/>
                    <a:pt x="7987" y="1168"/>
                  </a:cubicBezTo>
                  <a:cubicBezTo>
                    <a:pt x="8036" y="1160"/>
                    <a:pt x="8076" y="1127"/>
                    <a:pt x="8092" y="1079"/>
                  </a:cubicBezTo>
                  <a:cubicBezTo>
                    <a:pt x="8125" y="1006"/>
                    <a:pt x="8165" y="998"/>
                    <a:pt x="8165" y="998"/>
                  </a:cubicBezTo>
                  <a:cubicBezTo>
                    <a:pt x="8168" y="997"/>
                    <a:pt x="8170" y="997"/>
                    <a:pt x="8172" y="997"/>
                  </a:cubicBezTo>
                  <a:cubicBezTo>
                    <a:pt x="8203" y="997"/>
                    <a:pt x="8180" y="1059"/>
                    <a:pt x="8149" y="1127"/>
                  </a:cubicBezTo>
                  <a:cubicBezTo>
                    <a:pt x="8126" y="1154"/>
                    <a:pt x="8126" y="1167"/>
                    <a:pt x="8142" y="1167"/>
                  </a:cubicBezTo>
                  <a:cubicBezTo>
                    <a:pt x="8168" y="1167"/>
                    <a:pt x="8241" y="1124"/>
                    <a:pt x="8303" y="1030"/>
                  </a:cubicBezTo>
                  <a:cubicBezTo>
                    <a:pt x="8354" y="954"/>
                    <a:pt x="8378" y="915"/>
                    <a:pt x="8382" y="915"/>
                  </a:cubicBezTo>
                  <a:lnTo>
                    <a:pt x="8382" y="915"/>
                  </a:lnTo>
                  <a:cubicBezTo>
                    <a:pt x="8385" y="915"/>
                    <a:pt x="8371" y="948"/>
                    <a:pt x="8344" y="1014"/>
                  </a:cubicBezTo>
                  <a:cubicBezTo>
                    <a:pt x="8327" y="1064"/>
                    <a:pt x="8306" y="1111"/>
                    <a:pt x="8319" y="1111"/>
                  </a:cubicBezTo>
                  <a:cubicBezTo>
                    <a:pt x="8325" y="1111"/>
                    <a:pt x="8337" y="1101"/>
                    <a:pt x="8360" y="1079"/>
                  </a:cubicBezTo>
                  <a:cubicBezTo>
                    <a:pt x="8360" y="1079"/>
                    <a:pt x="8441" y="1054"/>
                    <a:pt x="8433" y="998"/>
                  </a:cubicBezTo>
                  <a:lnTo>
                    <a:pt x="8554" y="965"/>
                  </a:lnTo>
                  <a:cubicBezTo>
                    <a:pt x="8596" y="989"/>
                    <a:pt x="8642" y="1004"/>
                    <a:pt x="8686" y="1004"/>
                  </a:cubicBezTo>
                  <a:cubicBezTo>
                    <a:pt x="8702" y="1004"/>
                    <a:pt x="8718" y="1002"/>
                    <a:pt x="8733" y="998"/>
                  </a:cubicBezTo>
                  <a:cubicBezTo>
                    <a:pt x="8750" y="963"/>
                    <a:pt x="8758" y="947"/>
                    <a:pt x="8771" y="947"/>
                  </a:cubicBezTo>
                  <a:cubicBezTo>
                    <a:pt x="8782" y="947"/>
                    <a:pt x="8796" y="959"/>
                    <a:pt x="8822" y="981"/>
                  </a:cubicBezTo>
                  <a:cubicBezTo>
                    <a:pt x="8825" y="1007"/>
                    <a:pt x="8834" y="1022"/>
                    <a:pt x="8842" y="1022"/>
                  </a:cubicBezTo>
                  <a:cubicBezTo>
                    <a:pt x="8853" y="1022"/>
                    <a:pt x="8864" y="990"/>
                    <a:pt x="8854" y="917"/>
                  </a:cubicBezTo>
                  <a:cubicBezTo>
                    <a:pt x="8873" y="880"/>
                    <a:pt x="8894" y="861"/>
                    <a:pt x="8918" y="861"/>
                  </a:cubicBezTo>
                  <a:cubicBezTo>
                    <a:pt x="8936" y="861"/>
                    <a:pt x="8955" y="871"/>
                    <a:pt x="8976" y="892"/>
                  </a:cubicBezTo>
                  <a:cubicBezTo>
                    <a:pt x="8990" y="962"/>
                    <a:pt x="9009" y="989"/>
                    <a:pt x="9021" y="989"/>
                  </a:cubicBezTo>
                  <a:cubicBezTo>
                    <a:pt x="9031" y="989"/>
                    <a:pt x="9036" y="973"/>
                    <a:pt x="9033" y="949"/>
                  </a:cubicBezTo>
                  <a:cubicBezTo>
                    <a:pt x="9065" y="884"/>
                    <a:pt x="9106" y="876"/>
                    <a:pt x="9106" y="876"/>
                  </a:cubicBezTo>
                  <a:cubicBezTo>
                    <a:pt x="9110" y="889"/>
                    <a:pt x="9142" y="895"/>
                    <a:pt x="9192" y="895"/>
                  </a:cubicBezTo>
                  <a:cubicBezTo>
                    <a:pt x="9233" y="895"/>
                    <a:pt x="9287" y="891"/>
                    <a:pt x="9349" y="884"/>
                  </a:cubicBezTo>
                  <a:cubicBezTo>
                    <a:pt x="9495" y="876"/>
                    <a:pt x="9690" y="860"/>
                    <a:pt x="9884" y="844"/>
                  </a:cubicBezTo>
                  <a:cubicBezTo>
                    <a:pt x="9925" y="836"/>
                    <a:pt x="9957" y="779"/>
                    <a:pt x="9957" y="714"/>
                  </a:cubicBezTo>
                  <a:cubicBezTo>
                    <a:pt x="9954" y="663"/>
                    <a:pt x="9952" y="645"/>
                    <a:pt x="9954" y="645"/>
                  </a:cubicBezTo>
                  <a:lnTo>
                    <a:pt x="9954" y="645"/>
                  </a:lnTo>
                  <a:cubicBezTo>
                    <a:pt x="9957" y="645"/>
                    <a:pt x="9969" y="681"/>
                    <a:pt x="9998" y="714"/>
                  </a:cubicBezTo>
                  <a:cubicBezTo>
                    <a:pt x="10025" y="797"/>
                    <a:pt x="10061" y="838"/>
                    <a:pt x="10083" y="838"/>
                  </a:cubicBezTo>
                  <a:cubicBezTo>
                    <a:pt x="10107" y="838"/>
                    <a:pt x="10116" y="793"/>
                    <a:pt x="10087" y="706"/>
                  </a:cubicBezTo>
                  <a:cubicBezTo>
                    <a:pt x="10058" y="644"/>
                    <a:pt x="10044" y="614"/>
                    <a:pt x="10050" y="614"/>
                  </a:cubicBezTo>
                  <a:lnTo>
                    <a:pt x="10050" y="614"/>
                  </a:lnTo>
                  <a:cubicBezTo>
                    <a:pt x="10055" y="614"/>
                    <a:pt x="10080" y="642"/>
                    <a:pt x="10127" y="698"/>
                  </a:cubicBezTo>
                  <a:cubicBezTo>
                    <a:pt x="10151" y="725"/>
                    <a:pt x="10163" y="739"/>
                    <a:pt x="10174" y="739"/>
                  </a:cubicBezTo>
                  <a:cubicBezTo>
                    <a:pt x="10185" y="739"/>
                    <a:pt x="10196" y="723"/>
                    <a:pt x="10217" y="690"/>
                  </a:cubicBezTo>
                  <a:cubicBezTo>
                    <a:pt x="10212" y="661"/>
                    <a:pt x="10223" y="647"/>
                    <a:pt x="10234" y="647"/>
                  </a:cubicBezTo>
                  <a:cubicBezTo>
                    <a:pt x="10245" y="647"/>
                    <a:pt x="10257" y="661"/>
                    <a:pt x="10257" y="690"/>
                  </a:cubicBezTo>
                  <a:cubicBezTo>
                    <a:pt x="10291" y="729"/>
                    <a:pt x="10321" y="773"/>
                    <a:pt x="10336" y="773"/>
                  </a:cubicBezTo>
                  <a:cubicBezTo>
                    <a:pt x="10343" y="773"/>
                    <a:pt x="10346" y="766"/>
                    <a:pt x="10346" y="746"/>
                  </a:cubicBezTo>
                  <a:cubicBezTo>
                    <a:pt x="10387" y="754"/>
                    <a:pt x="10419" y="779"/>
                    <a:pt x="10435" y="803"/>
                  </a:cubicBezTo>
                  <a:cubicBezTo>
                    <a:pt x="10450" y="822"/>
                    <a:pt x="10463" y="830"/>
                    <a:pt x="10475" y="830"/>
                  </a:cubicBezTo>
                  <a:cubicBezTo>
                    <a:pt x="10505" y="830"/>
                    <a:pt x="10531" y="786"/>
                    <a:pt x="10565" y="746"/>
                  </a:cubicBezTo>
                  <a:cubicBezTo>
                    <a:pt x="10628" y="684"/>
                    <a:pt x="10669" y="651"/>
                    <a:pt x="10689" y="651"/>
                  </a:cubicBezTo>
                  <a:cubicBezTo>
                    <a:pt x="10707" y="651"/>
                    <a:pt x="10706" y="679"/>
                    <a:pt x="10687" y="738"/>
                  </a:cubicBezTo>
                  <a:cubicBezTo>
                    <a:pt x="10672" y="784"/>
                    <a:pt x="10693" y="803"/>
                    <a:pt x="10728" y="803"/>
                  </a:cubicBezTo>
                  <a:cubicBezTo>
                    <a:pt x="10785" y="803"/>
                    <a:pt x="10880" y="749"/>
                    <a:pt x="10906" y="673"/>
                  </a:cubicBezTo>
                  <a:cubicBezTo>
                    <a:pt x="10929" y="603"/>
                    <a:pt x="10939" y="573"/>
                    <a:pt x="10943" y="573"/>
                  </a:cubicBezTo>
                  <a:cubicBezTo>
                    <a:pt x="10946" y="573"/>
                    <a:pt x="10946" y="589"/>
                    <a:pt x="10946" y="617"/>
                  </a:cubicBezTo>
                  <a:cubicBezTo>
                    <a:pt x="10946" y="673"/>
                    <a:pt x="10995" y="673"/>
                    <a:pt x="10995" y="673"/>
                  </a:cubicBezTo>
                  <a:cubicBezTo>
                    <a:pt x="11035" y="673"/>
                    <a:pt x="11076" y="673"/>
                    <a:pt x="11076" y="738"/>
                  </a:cubicBezTo>
                  <a:cubicBezTo>
                    <a:pt x="11125" y="730"/>
                    <a:pt x="11165" y="714"/>
                    <a:pt x="11206" y="681"/>
                  </a:cubicBezTo>
                  <a:cubicBezTo>
                    <a:pt x="11237" y="642"/>
                    <a:pt x="11273" y="625"/>
                    <a:pt x="11308" y="625"/>
                  </a:cubicBezTo>
                  <a:cubicBezTo>
                    <a:pt x="11375" y="625"/>
                    <a:pt x="11439" y="683"/>
                    <a:pt x="11465" y="763"/>
                  </a:cubicBezTo>
                  <a:lnTo>
                    <a:pt x="11554" y="706"/>
                  </a:lnTo>
                  <a:cubicBezTo>
                    <a:pt x="11584" y="635"/>
                    <a:pt x="11615" y="584"/>
                    <a:pt x="11631" y="584"/>
                  </a:cubicBezTo>
                  <a:cubicBezTo>
                    <a:pt x="11641" y="584"/>
                    <a:pt x="11647" y="603"/>
                    <a:pt x="11643" y="649"/>
                  </a:cubicBezTo>
                  <a:cubicBezTo>
                    <a:pt x="11641" y="671"/>
                    <a:pt x="11639" y="692"/>
                    <a:pt x="11638" y="708"/>
                  </a:cubicBezTo>
                  <a:lnTo>
                    <a:pt x="11638" y="708"/>
                  </a:lnTo>
                  <a:cubicBezTo>
                    <a:pt x="11656" y="668"/>
                    <a:pt x="11688" y="651"/>
                    <a:pt x="11722" y="651"/>
                  </a:cubicBezTo>
                  <a:cubicBezTo>
                    <a:pt x="11784" y="651"/>
                    <a:pt x="11851" y="709"/>
                    <a:pt x="11846" y="787"/>
                  </a:cubicBezTo>
                  <a:cubicBezTo>
                    <a:pt x="11846" y="844"/>
                    <a:pt x="11846" y="844"/>
                    <a:pt x="11887" y="844"/>
                  </a:cubicBezTo>
                  <a:lnTo>
                    <a:pt x="11895" y="787"/>
                  </a:lnTo>
                  <a:cubicBezTo>
                    <a:pt x="11895" y="722"/>
                    <a:pt x="11903" y="665"/>
                    <a:pt x="11943" y="665"/>
                  </a:cubicBezTo>
                  <a:cubicBezTo>
                    <a:pt x="11984" y="673"/>
                    <a:pt x="12033" y="673"/>
                    <a:pt x="12025" y="730"/>
                  </a:cubicBezTo>
                  <a:cubicBezTo>
                    <a:pt x="12053" y="776"/>
                    <a:pt x="12078" y="822"/>
                    <a:pt x="12093" y="822"/>
                  </a:cubicBezTo>
                  <a:cubicBezTo>
                    <a:pt x="12099" y="822"/>
                    <a:pt x="12103" y="814"/>
                    <a:pt x="12106" y="795"/>
                  </a:cubicBezTo>
                  <a:cubicBezTo>
                    <a:pt x="12106" y="795"/>
                    <a:pt x="12146" y="803"/>
                    <a:pt x="12187" y="860"/>
                  </a:cubicBezTo>
                  <a:cubicBezTo>
                    <a:pt x="12227" y="860"/>
                    <a:pt x="12268" y="876"/>
                    <a:pt x="12357" y="884"/>
                  </a:cubicBezTo>
                  <a:cubicBezTo>
                    <a:pt x="12377" y="864"/>
                    <a:pt x="12402" y="855"/>
                    <a:pt x="12424" y="855"/>
                  </a:cubicBezTo>
                  <a:cubicBezTo>
                    <a:pt x="12457" y="855"/>
                    <a:pt x="12483" y="875"/>
                    <a:pt x="12479" y="908"/>
                  </a:cubicBezTo>
                  <a:cubicBezTo>
                    <a:pt x="12487" y="910"/>
                    <a:pt x="12495" y="911"/>
                    <a:pt x="12504" y="911"/>
                  </a:cubicBezTo>
                  <a:cubicBezTo>
                    <a:pt x="12544" y="911"/>
                    <a:pt x="12583" y="895"/>
                    <a:pt x="12616" y="868"/>
                  </a:cubicBezTo>
                  <a:cubicBezTo>
                    <a:pt x="12697" y="884"/>
                    <a:pt x="12738" y="892"/>
                    <a:pt x="12730" y="949"/>
                  </a:cubicBezTo>
                  <a:cubicBezTo>
                    <a:pt x="12726" y="981"/>
                    <a:pt x="12724" y="996"/>
                    <a:pt x="12730" y="996"/>
                  </a:cubicBezTo>
                  <a:cubicBezTo>
                    <a:pt x="12736" y="996"/>
                    <a:pt x="12750" y="981"/>
                    <a:pt x="12779" y="957"/>
                  </a:cubicBezTo>
                  <a:cubicBezTo>
                    <a:pt x="12785" y="913"/>
                    <a:pt x="12811" y="908"/>
                    <a:pt x="12841" y="908"/>
                  </a:cubicBezTo>
                  <a:cubicBezTo>
                    <a:pt x="12850" y="908"/>
                    <a:pt x="12859" y="908"/>
                    <a:pt x="12868" y="908"/>
                  </a:cubicBezTo>
                  <a:lnTo>
                    <a:pt x="12957" y="925"/>
                  </a:lnTo>
                  <a:cubicBezTo>
                    <a:pt x="12963" y="884"/>
                    <a:pt x="12964" y="872"/>
                    <a:pt x="12980" y="872"/>
                  </a:cubicBezTo>
                  <a:cubicBezTo>
                    <a:pt x="12986" y="872"/>
                    <a:pt x="12994" y="874"/>
                    <a:pt x="13006" y="876"/>
                  </a:cubicBezTo>
                  <a:cubicBezTo>
                    <a:pt x="13046" y="884"/>
                    <a:pt x="13168" y="957"/>
                    <a:pt x="13208" y="965"/>
                  </a:cubicBezTo>
                  <a:cubicBezTo>
                    <a:pt x="13254" y="974"/>
                    <a:pt x="13284" y="980"/>
                    <a:pt x="13302" y="980"/>
                  </a:cubicBezTo>
                  <a:cubicBezTo>
                    <a:pt x="13330" y="980"/>
                    <a:pt x="13326" y="965"/>
                    <a:pt x="13306" y="925"/>
                  </a:cubicBezTo>
                  <a:cubicBezTo>
                    <a:pt x="13274" y="919"/>
                    <a:pt x="13270" y="894"/>
                    <a:pt x="13290" y="894"/>
                  </a:cubicBezTo>
                  <a:cubicBezTo>
                    <a:pt x="13301" y="894"/>
                    <a:pt x="13320" y="902"/>
                    <a:pt x="13346" y="925"/>
                  </a:cubicBezTo>
                  <a:cubicBezTo>
                    <a:pt x="13387" y="933"/>
                    <a:pt x="13500" y="1030"/>
                    <a:pt x="13622" y="1063"/>
                  </a:cubicBezTo>
                  <a:cubicBezTo>
                    <a:pt x="13700" y="1081"/>
                    <a:pt x="13742" y="1091"/>
                    <a:pt x="13766" y="1091"/>
                  </a:cubicBezTo>
                  <a:cubicBezTo>
                    <a:pt x="13794" y="1091"/>
                    <a:pt x="13796" y="1077"/>
                    <a:pt x="13800" y="1046"/>
                  </a:cubicBezTo>
                  <a:cubicBezTo>
                    <a:pt x="13796" y="986"/>
                    <a:pt x="13803" y="957"/>
                    <a:pt x="13813" y="957"/>
                  </a:cubicBezTo>
                  <a:cubicBezTo>
                    <a:pt x="13825" y="957"/>
                    <a:pt x="13840" y="994"/>
                    <a:pt x="13849" y="1063"/>
                  </a:cubicBezTo>
                  <a:cubicBezTo>
                    <a:pt x="13879" y="1149"/>
                    <a:pt x="13907" y="1185"/>
                    <a:pt x="13927" y="1185"/>
                  </a:cubicBezTo>
                  <a:cubicBezTo>
                    <a:pt x="13939" y="1185"/>
                    <a:pt x="13948" y="1173"/>
                    <a:pt x="13954" y="1152"/>
                  </a:cubicBezTo>
                  <a:cubicBezTo>
                    <a:pt x="13994" y="1117"/>
                    <a:pt x="14006" y="1107"/>
                    <a:pt x="14024" y="1107"/>
                  </a:cubicBezTo>
                  <a:cubicBezTo>
                    <a:pt x="14031" y="1107"/>
                    <a:pt x="14040" y="1109"/>
                    <a:pt x="14051" y="1111"/>
                  </a:cubicBezTo>
                  <a:cubicBezTo>
                    <a:pt x="14041" y="1152"/>
                    <a:pt x="14053" y="1170"/>
                    <a:pt x="14090" y="1170"/>
                  </a:cubicBezTo>
                  <a:cubicBezTo>
                    <a:pt x="14112" y="1170"/>
                    <a:pt x="14142" y="1164"/>
                    <a:pt x="14181" y="1152"/>
                  </a:cubicBezTo>
                  <a:cubicBezTo>
                    <a:pt x="14222" y="1160"/>
                    <a:pt x="14222" y="1160"/>
                    <a:pt x="14206" y="1217"/>
                  </a:cubicBezTo>
                  <a:lnTo>
                    <a:pt x="14287" y="1241"/>
                  </a:lnTo>
                  <a:cubicBezTo>
                    <a:pt x="14318" y="1214"/>
                    <a:pt x="14356" y="1203"/>
                    <a:pt x="14396" y="1203"/>
                  </a:cubicBezTo>
                  <a:cubicBezTo>
                    <a:pt x="14511" y="1203"/>
                    <a:pt x="14639" y="1294"/>
                    <a:pt x="14651" y="1354"/>
                  </a:cubicBezTo>
                  <a:cubicBezTo>
                    <a:pt x="14660" y="1356"/>
                    <a:pt x="14668" y="1357"/>
                    <a:pt x="14677" y="1357"/>
                  </a:cubicBezTo>
                  <a:cubicBezTo>
                    <a:pt x="14703" y="1357"/>
                    <a:pt x="14731" y="1348"/>
                    <a:pt x="14749" y="1330"/>
                  </a:cubicBezTo>
                  <a:cubicBezTo>
                    <a:pt x="14785" y="1287"/>
                    <a:pt x="14813" y="1266"/>
                    <a:pt x="14829" y="1266"/>
                  </a:cubicBezTo>
                  <a:cubicBezTo>
                    <a:pt x="14850" y="1266"/>
                    <a:pt x="14852" y="1299"/>
                    <a:pt x="14830" y="1363"/>
                  </a:cubicBezTo>
                  <a:cubicBezTo>
                    <a:pt x="14809" y="1416"/>
                    <a:pt x="14799" y="1443"/>
                    <a:pt x="14805" y="1443"/>
                  </a:cubicBezTo>
                  <a:cubicBezTo>
                    <a:pt x="14810" y="1443"/>
                    <a:pt x="14831" y="1418"/>
                    <a:pt x="14870" y="1371"/>
                  </a:cubicBezTo>
                  <a:cubicBezTo>
                    <a:pt x="14882" y="1363"/>
                    <a:pt x="14898" y="1360"/>
                    <a:pt x="14917" y="1360"/>
                  </a:cubicBezTo>
                  <a:cubicBezTo>
                    <a:pt x="14999" y="1360"/>
                    <a:pt x="15122" y="1429"/>
                    <a:pt x="15049" y="1508"/>
                  </a:cubicBezTo>
                  <a:lnTo>
                    <a:pt x="15008" y="1614"/>
                  </a:lnTo>
                  <a:cubicBezTo>
                    <a:pt x="15035" y="1601"/>
                    <a:pt x="15061" y="1587"/>
                    <a:pt x="15092" y="1587"/>
                  </a:cubicBezTo>
                  <a:cubicBezTo>
                    <a:pt x="15099" y="1587"/>
                    <a:pt x="15106" y="1588"/>
                    <a:pt x="15114" y="1590"/>
                  </a:cubicBezTo>
                  <a:cubicBezTo>
                    <a:pt x="15121" y="1564"/>
                    <a:pt x="15133" y="1554"/>
                    <a:pt x="15154" y="1554"/>
                  </a:cubicBezTo>
                  <a:cubicBezTo>
                    <a:pt x="15182" y="1554"/>
                    <a:pt x="15224" y="1571"/>
                    <a:pt x="15292" y="1598"/>
                  </a:cubicBezTo>
                  <a:cubicBezTo>
                    <a:pt x="15373" y="1630"/>
                    <a:pt x="15560" y="1622"/>
                    <a:pt x="15632" y="1671"/>
                  </a:cubicBezTo>
                  <a:cubicBezTo>
                    <a:pt x="15714" y="1703"/>
                    <a:pt x="15827" y="1760"/>
                    <a:pt x="15843" y="1833"/>
                  </a:cubicBezTo>
                  <a:cubicBezTo>
                    <a:pt x="15876" y="1854"/>
                    <a:pt x="15915" y="1865"/>
                    <a:pt x="15957" y="1865"/>
                  </a:cubicBezTo>
                  <a:cubicBezTo>
                    <a:pt x="15978" y="1865"/>
                    <a:pt x="16000" y="1863"/>
                    <a:pt x="16022" y="1857"/>
                  </a:cubicBezTo>
                  <a:cubicBezTo>
                    <a:pt x="16038" y="1849"/>
                    <a:pt x="16055" y="1845"/>
                    <a:pt x="16070" y="1845"/>
                  </a:cubicBezTo>
                  <a:cubicBezTo>
                    <a:pt x="16117" y="1845"/>
                    <a:pt x="16153" y="1877"/>
                    <a:pt x="16135" y="1914"/>
                  </a:cubicBezTo>
                  <a:lnTo>
                    <a:pt x="16176" y="1938"/>
                  </a:lnTo>
                  <a:cubicBezTo>
                    <a:pt x="16196" y="1930"/>
                    <a:pt x="16220" y="1926"/>
                    <a:pt x="16245" y="1926"/>
                  </a:cubicBezTo>
                  <a:cubicBezTo>
                    <a:pt x="16269" y="1926"/>
                    <a:pt x="16293" y="1930"/>
                    <a:pt x="16314" y="1938"/>
                  </a:cubicBezTo>
                  <a:cubicBezTo>
                    <a:pt x="16294" y="1984"/>
                    <a:pt x="16295" y="2036"/>
                    <a:pt x="16332" y="2036"/>
                  </a:cubicBezTo>
                  <a:cubicBezTo>
                    <a:pt x="16340" y="2036"/>
                    <a:pt x="16350" y="2033"/>
                    <a:pt x="16362" y="2027"/>
                  </a:cubicBezTo>
                  <a:cubicBezTo>
                    <a:pt x="16376" y="2006"/>
                    <a:pt x="16392" y="1997"/>
                    <a:pt x="16411" y="1997"/>
                  </a:cubicBezTo>
                  <a:cubicBezTo>
                    <a:pt x="16436" y="1997"/>
                    <a:pt x="16467" y="2013"/>
                    <a:pt x="16508" y="2035"/>
                  </a:cubicBezTo>
                  <a:cubicBezTo>
                    <a:pt x="16719" y="2190"/>
                    <a:pt x="16938" y="2344"/>
                    <a:pt x="17157" y="2473"/>
                  </a:cubicBezTo>
                  <a:lnTo>
                    <a:pt x="17586" y="2733"/>
                  </a:lnTo>
                  <a:cubicBezTo>
                    <a:pt x="17685" y="2796"/>
                    <a:pt x="17753" y="2841"/>
                    <a:pt x="17775" y="2841"/>
                  </a:cubicBezTo>
                  <a:cubicBezTo>
                    <a:pt x="17778" y="2841"/>
                    <a:pt x="17780" y="2840"/>
                    <a:pt x="17781" y="2838"/>
                  </a:cubicBezTo>
                  <a:lnTo>
                    <a:pt x="17886" y="2919"/>
                  </a:lnTo>
                  <a:lnTo>
                    <a:pt x="17992" y="3000"/>
                  </a:lnTo>
                  <a:cubicBezTo>
                    <a:pt x="17919" y="3089"/>
                    <a:pt x="18122" y="3179"/>
                    <a:pt x="18259" y="3203"/>
                  </a:cubicBezTo>
                  <a:cubicBezTo>
                    <a:pt x="18272" y="3199"/>
                    <a:pt x="18286" y="3197"/>
                    <a:pt x="18300" y="3197"/>
                  </a:cubicBezTo>
                  <a:cubicBezTo>
                    <a:pt x="18337" y="3197"/>
                    <a:pt x="18376" y="3212"/>
                    <a:pt x="18405" y="3235"/>
                  </a:cubicBezTo>
                  <a:cubicBezTo>
                    <a:pt x="18324" y="3333"/>
                    <a:pt x="18430" y="3406"/>
                    <a:pt x="18535" y="3422"/>
                  </a:cubicBezTo>
                  <a:cubicBezTo>
                    <a:pt x="18573" y="3399"/>
                    <a:pt x="18602" y="3388"/>
                    <a:pt x="18619" y="3388"/>
                  </a:cubicBezTo>
                  <a:cubicBezTo>
                    <a:pt x="18649" y="3388"/>
                    <a:pt x="18644" y="3422"/>
                    <a:pt x="18592" y="3479"/>
                  </a:cubicBezTo>
                  <a:cubicBezTo>
                    <a:pt x="18542" y="3539"/>
                    <a:pt x="18553" y="3585"/>
                    <a:pt x="18623" y="3585"/>
                  </a:cubicBezTo>
                  <a:cubicBezTo>
                    <a:pt x="18656" y="3585"/>
                    <a:pt x="18703" y="3575"/>
                    <a:pt x="18762" y="3552"/>
                  </a:cubicBezTo>
                  <a:cubicBezTo>
                    <a:pt x="18785" y="3546"/>
                    <a:pt x="18801" y="3543"/>
                    <a:pt x="18812" y="3543"/>
                  </a:cubicBezTo>
                  <a:cubicBezTo>
                    <a:pt x="18834" y="3543"/>
                    <a:pt x="18832" y="3559"/>
                    <a:pt x="18827" y="3608"/>
                  </a:cubicBezTo>
                  <a:cubicBezTo>
                    <a:pt x="18793" y="3694"/>
                    <a:pt x="18799" y="3735"/>
                    <a:pt x="18817" y="3735"/>
                  </a:cubicBezTo>
                  <a:cubicBezTo>
                    <a:pt x="18824" y="3735"/>
                    <a:pt x="18834" y="3728"/>
                    <a:pt x="18843" y="3714"/>
                  </a:cubicBezTo>
                  <a:cubicBezTo>
                    <a:pt x="18882" y="3695"/>
                    <a:pt x="18911" y="3685"/>
                    <a:pt x="18931" y="3685"/>
                  </a:cubicBezTo>
                  <a:cubicBezTo>
                    <a:pt x="18969" y="3685"/>
                    <a:pt x="18973" y="3723"/>
                    <a:pt x="18940" y="3803"/>
                  </a:cubicBezTo>
                  <a:cubicBezTo>
                    <a:pt x="18930" y="3893"/>
                    <a:pt x="18927" y="3927"/>
                    <a:pt x="18952" y="3927"/>
                  </a:cubicBezTo>
                  <a:cubicBezTo>
                    <a:pt x="18967" y="3927"/>
                    <a:pt x="18994" y="3914"/>
                    <a:pt x="19038" y="3892"/>
                  </a:cubicBezTo>
                  <a:cubicBezTo>
                    <a:pt x="19059" y="3882"/>
                    <a:pt x="19080" y="3877"/>
                    <a:pt x="19100" y="3877"/>
                  </a:cubicBezTo>
                  <a:cubicBezTo>
                    <a:pt x="19190" y="3877"/>
                    <a:pt x="19264" y="3970"/>
                    <a:pt x="19224" y="4062"/>
                  </a:cubicBezTo>
                  <a:cubicBezTo>
                    <a:pt x="19250" y="4088"/>
                    <a:pt x="19250" y="4139"/>
                    <a:pt x="19269" y="4139"/>
                  </a:cubicBezTo>
                  <a:cubicBezTo>
                    <a:pt x="19274" y="4139"/>
                    <a:pt x="19281" y="4136"/>
                    <a:pt x="19289" y="4127"/>
                  </a:cubicBezTo>
                  <a:lnTo>
                    <a:pt x="19289" y="4127"/>
                  </a:lnTo>
                  <a:lnTo>
                    <a:pt x="19273" y="4200"/>
                  </a:lnTo>
                  <a:lnTo>
                    <a:pt x="19330" y="4257"/>
                  </a:lnTo>
                  <a:lnTo>
                    <a:pt x="19378" y="4216"/>
                  </a:lnTo>
                  <a:cubicBezTo>
                    <a:pt x="19484" y="4387"/>
                    <a:pt x="19605" y="4557"/>
                    <a:pt x="19735" y="4711"/>
                  </a:cubicBezTo>
                  <a:cubicBezTo>
                    <a:pt x="19982" y="4977"/>
                    <a:pt x="20061" y="5084"/>
                    <a:pt x="20091" y="5084"/>
                  </a:cubicBezTo>
                  <a:cubicBezTo>
                    <a:pt x="20100" y="5084"/>
                    <a:pt x="20104" y="5076"/>
                    <a:pt x="20108" y="5060"/>
                  </a:cubicBezTo>
                  <a:cubicBezTo>
                    <a:pt x="20134" y="5022"/>
                    <a:pt x="20157" y="5006"/>
                    <a:pt x="20172" y="5006"/>
                  </a:cubicBezTo>
                  <a:cubicBezTo>
                    <a:pt x="20201" y="5006"/>
                    <a:pt x="20207" y="5059"/>
                    <a:pt x="20165" y="5133"/>
                  </a:cubicBezTo>
                  <a:cubicBezTo>
                    <a:pt x="20189" y="5165"/>
                    <a:pt x="20189" y="5270"/>
                    <a:pt x="20238" y="5343"/>
                  </a:cubicBezTo>
                  <a:cubicBezTo>
                    <a:pt x="20294" y="5408"/>
                    <a:pt x="20343" y="5481"/>
                    <a:pt x="20294" y="5514"/>
                  </a:cubicBezTo>
                  <a:lnTo>
                    <a:pt x="20319" y="5546"/>
                  </a:lnTo>
                  <a:cubicBezTo>
                    <a:pt x="20465" y="5546"/>
                    <a:pt x="20619" y="5757"/>
                    <a:pt x="20643" y="5895"/>
                  </a:cubicBezTo>
                  <a:cubicBezTo>
                    <a:pt x="20676" y="5960"/>
                    <a:pt x="20740" y="6016"/>
                    <a:pt x="20805" y="6041"/>
                  </a:cubicBezTo>
                  <a:cubicBezTo>
                    <a:pt x="20903" y="6081"/>
                    <a:pt x="20903" y="6081"/>
                    <a:pt x="20870" y="6154"/>
                  </a:cubicBezTo>
                  <a:cubicBezTo>
                    <a:pt x="20827" y="6183"/>
                    <a:pt x="20886" y="6384"/>
                    <a:pt x="20973" y="6384"/>
                  </a:cubicBezTo>
                  <a:cubicBezTo>
                    <a:pt x="20984" y="6384"/>
                    <a:pt x="20996" y="6380"/>
                    <a:pt x="21008" y="6373"/>
                  </a:cubicBezTo>
                  <a:lnTo>
                    <a:pt x="21008" y="6373"/>
                  </a:lnTo>
                  <a:lnTo>
                    <a:pt x="20976" y="6438"/>
                  </a:lnTo>
                  <a:cubicBezTo>
                    <a:pt x="20955" y="6485"/>
                    <a:pt x="20977" y="6505"/>
                    <a:pt x="21011" y="6505"/>
                  </a:cubicBezTo>
                  <a:cubicBezTo>
                    <a:pt x="21030" y="6505"/>
                    <a:pt x="21052" y="6498"/>
                    <a:pt x="21073" y="6487"/>
                  </a:cubicBezTo>
                  <a:cubicBezTo>
                    <a:pt x="21103" y="6466"/>
                    <a:pt x="21127" y="6456"/>
                    <a:pt x="21141" y="6456"/>
                  </a:cubicBezTo>
                  <a:cubicBezTo>
                    <a:pt x="21170" y="6456"/>
                    <a:pt x="21154" y="6503"/>
                    <a:pt x="21065" y="6592"/>
                  </a:cubicBezTo>
                  <a:cubicBezTo>
                    <a:pt x="20983" y="6636"/>
                    <a:pt x="20974" y="6665"/>
                    <a:pt x="21001" y="6665"/>
                  </a:cubicBezTo>
                  <a:cubicBezTo>
                    <a:pt x="21008" y="6665"/>
                    <a:pt x="21019" y="6662"/>
                    <a:pt x="21032" y="6657"/>
                  </a:cubicBezTo>
                  <a:cubicBezTo>
                    <a:pt x="21105" y="6665"/>
                    <a:pt x="21178" y="6673"/>
                    <a:pt x="21146" y="6738"/>
                  </a:cubicBezTo>
                  <a:cubicBezTo>
                    <a:pt x="21161" y="6759"/>
                    <a:pt x="21177" y="6783"/>
                    <a:pt x="21213" y="6783"/>
                  </a:cubicBezTo>
                  <a:cubicBezTo>
                    <a:pt x="21234" y="6783"/>
                    <a:pt x="21262" y="6775"/>
                    <a:pt x="21300" y="6754"/>
                  </a:cubicBezTo>
                  <a:cubicBezTo>
                    <a:pt x="21312" y="6746"/>
                    <a:pt x="21323" y="6742"/>
                    <a:pt x="21333" y="6742"/>
                  </a:cubicBezTo>
                  <a:cubicBezTo>
                    <a:pt x="21361" y="6742"/>
                    <a:pt x="21379" y="6771"/>
                    <a:pt x="21397" y="6795"/>
                  </a:cubicBezTo>
                  <a:cubicBezTo>
                    <a:pt x="21359" y="6816"/>
                    <a:pt x="21347" y="6824"/>
                    <a:pt x="21321" y="6824"/>
                  </a:cubicBezTo>
                  <a:cubicBezTo>
                    <a:pt x="21308" y="6824"/>
                    <a:pt x="21292" y="6822"/>
                    <a:pt x="21269" y="6819"/>
                  </a:cubicBezTo>
                  <a:lnTo>
                    <a:pt x="21269" y="6819"/>
                  </a:lnTo>
                  <a:cubicBezTo>
                    <a:pt x="21278" y="6834"/>
                    <a:pt x="21292" y="6859"/>
                    <a:pt x="21308" y="6892"/>
                  </a:cubicBezTo>
                  <a:cubicBezTo>
                    <a:pt x="21324" y="6957"/>
                    <a:pt x="21308" y="7022"/>
                    <a:pt x="21251" y="7062"/>
                  </a:cubicBezTo>
                  <a:cubicBezTo>
                    <a:pt x="21232" y="7100"/>
                    <a:pt x="21230" y="7130"/>
                    <a:pt x="21249" y="7130"/>
                  </a:cubicBezTo>
                  <a:cubicBezTo>
                    <a:pt x="21263" y="7130"/>
                    <a:pt x="21287" y="7115"/>
                    <a:pt x="21324" y="7078"/>
                  </a:cubicBezTo>
                  <a:cubicBezTo>
                    <a:pt x="21372" y="7053"/>
                    <a:pt x="21398" y="7039"/>
                    <a:pt x="21416" y="7039"/>
                  </a:cubicBezTo>
                  <a:cubicBezTo>
                    <a:pt x="21438" y="7039"/>
                    <a:pt x="21448" y="7059"/>
                    <a:pt x="21470" y="7103"/>
                  </a:cubicBezTo>
                  <a:cubicBezTo>
                    <a:pt x="21486" y="7135"/>
                    <a:pt x="21503" y="7176"/>
                    <a:pt x="21454" y="7200"/>
                  </a:cubicBezTo>
                  <a:cubicBezTo>
                    <a:pt x="21397" y="7233"/>
                    <a:pt x="21397" y="7233"/>
                    <a:pt x="21438" y="7305"/>
                  </a:cubicBezTo>
                  <a:cubicBezTo>
                    <a:pt x="21482" y="7410"/>
                    <a:pt x="21671" y="7452"/>
                    <a:pt x="21802" y="7452"/>
                  </a:cubicBezTo>
                  <a:cubicBezTo>
                    <a:pt x="21813" y="7452"/>
                    <a:pt x="21824" y="7452"/>
                    <a:pt x="21835" y="7451"/>
                  </a:cubicBezTo>
                  <a:cubicBezTo>
                    <a:pt x="21880" y="7431"/>
                    <a:pt x="21905" y="7419"/>
                    <a:pt x="21913" y="7419"/>
                  </a:cubicBezTo>
                  <a:cubicBezTo>
                    <a:pt x="21924" y="7419"/>
                    <a:pt x="21902" y="7441"/>
                    <a:pt x="21851" y="7492"/>
                  </a:cubicBezTo>
                  <a:cubicBezTo>
                    <a:pt x="21794" y="7516"/>
                    <a:pt x="21819" y="7557"/>
                    <a:pt x="21835" y="7597"/>
                  </a:cubicBezTo>
                  <a:cubicBezTo>
                    <a:pt x="21844" y="7593"/>
                    <a:pt x="21851" y="7592"/>
                    <a:pt x="21856" y="7592"/>
                  </a:cubicBezTo>
                  <a:cubicBezTo>
                    <a:pt x="21872" y="7592"/>
                    <a:pt x="21862" y="7611"/>
                    <a:pt x="21850" y="7611"/>
                  </a:cubicBezTo>
                  <a:cubicBezTo>
                    <a:pt x="21845" y="7611"/>
                    <a:pt x="21839" y="7608"/>
                    <a:pt x="21835" y="7597"/>
                  </a:cubicBezTo>
                  <a:cubicBezTo>
                    <a:pt x="21823" y="7602"/>
                    <a:pt x="21813" y="7605"/>
                    <a:pt x="21804" y="7605"/>
                  </a:cubicBezTo>
                  <a:cubicBezTo>
                    <a:pt x="21771" y="7605"/>
                    <a:pt x="21759" y="7573"/>
                    <a:pt x="21746" y="7541"/>
                  </a:cubicBezTo>
                  <a:lnTo>
                    <a:pt x="21689" y="7565"/>
                  </a:lnTo>
                  <a:cubicBezTo>
                    <a:pt x="21607" y="7647"/>
                    <a:pt x="21614" y="7688"/>
                    <a:pt x="21716" y="7688"/>
                  </a:cubicBezTo>
                  <a:cubicBezTo>
                    <a:pt x="21725" y="7688"/>
                    <a:pt x="21735" y="7687"/>
                    <a:pt x="21746" y="7687"/>
                  </a:cubicBezTo>
                  <a:cubicBezTo>
                    <a:pt x="21819" y="7703"/>
                    <a:pt x="21819" y="7703"/>
                    <a:pt x="21778" y="7760"/>
                  </a:cubicBezTo>
                  <a:cubicBezTo>
                    <a:pt x="21751" y="7815"/>
                    <a:pt x="21717" y="7870"/>
                    <a:pt x="21743" y="7870"/>
                  </a:cubicBezTo>
                  <a:cubicBezTo>
                    <a:pt x="21747" y="7870"/>
                    <a:pt x="21754" y="7869"/>
                    <a:pt x="21762" y="7865"/>
                  </a:cubicBezTo>
                  <a:lnTo>
                    <a:pt x="21762" y="7865"/>
                  </a:lnTo>
                  <a:cubicBezTo>
                    <a:pt x="21778" y="7914"/>
                    <a:pt x="21778" y="7962"/>
                    <a:pt x="21754" y="8003"/>
                  </a:cubicBezTo>
                  <a:cubicBezTo>
                    <a:pt x="21775" y="8072"/>
                    <a:pt x="21789" y="8112"/>
                    <a:pt x="21829" y="8112"/>
                  </a:cubicBezTo>
                  <a:cubicBezTo>
                    <a:pt x="21835" y="8112"/>
                    <a:pt x="21843" y="8111"/>
                    <a:pt x="21851" y="8108"/>
                  </a:cubicBezTo>
                  <a:cubicBezTo>
                    <a:pt x="21863" y="8103"/>
                    <a:pt x="21873" y="8101"/>
                    <a:pt x="21881" y="8101"/>
                  </a:cubicBezTo>
                  <a:cubicBezTo>
                    <a:pt x="21912" y="8101"/>
                    <a:pt x="21919" y="8133"/>
                    <a:pt x="21932" y="8165"/>
                  </a:cubicBezTo>
                  <a:cubicBezTo>
                    <a:pt x="21945" y="8197"/>
                    <a:pt x="21958" y="8229"/>
                    <a:pt x="21991" y="8229"/>
                  </a:cubicBezTo>
                  <a:cubicBezTo>
                    <a:pt x="21999" y="8229"/>
                    <a:pt x="22010" y="8227"/>
                    <a:pt x="22021" y="8222"/>
                  </a:cubicBezTo>
                  <a:cubicBezTo>
                    <a:pt x="22034" y="8217"/>
                    <a:pt x="22048" y="8215"/>
                    <a:pt x="22061" y="8215"/>
                  </a:cubicBezTo>
                  <a:cubicBezTo>
                    <a:pt x="22113" y="8215"/>
                    <a:pt x="22162" y="8251"/>
                    <a:pt x="22175" y="8303"/>
                  </a:cubicBezTo>
                  <a:cubicBezTo>
                    <a:pt x="22257" y="8368"/>
                    <a:pt x="22257" y="8368"/>
                    <a:pt x="22159" y="8449"/>
                  </a:cubicBezTo>
                  <a:cubicBezTo>
                    <a:pt x="22102" y="8465"/>
                    <a:pt x="22119" y="8514"/>
                    <a:pt x="22135" y="8554"/>
                  </a:cubicBezTo>
                  <a:cubicBezTo>
                    <a:pt x="22143" y="8587"/>
                    <a:pt x="22127" y="8627"/>
                    <a:pt x="22102" y="8651"/>
                  </a:cubicBezTo>
                  <a:cubicBezTo>
                    <a:pt x="22081" y="8681"/>
                    <a:pt x="22087" y="8691"/>
                    <a:pt x="22105" y="8691"/>
                  </a:cubicBezTo>
                  <a:cubicBezTo>
                    <a:pt x="22122" y="8691"/>
                    <a:pt x="22149" y="8683"/>
                    <a:pt x="22175" y="8676"/>
                  </a:cubicBezTo>
                  <a:lnTo>
                    <a:pt x="22289" y="8635"/>
                  </a:lnTo>
                  <a:lnTo>
                    <a:pt x="22289" y="8635"/>
                  </a:lnTo>
                  <a:cubicBezTo>
                    <a:pt x="22305" y="8676"/>
                    <a:pt x="22208" y="8757"/>
                    <a:pt x="22151" y="8773"/>
                  </a:cubicBezTo>
                  <a:cubicBezTo>
                    <a:pt x="22088" y="8817"/>
                    <a:pt x="22063" y="8834"/>
                    <a:pt x="22077" y="8834"/>
                  </a:cubicBezTo>
                  <a:cubicBezTo>
                    <a:pt x="22087" y="8834"/>
                    <a:pt x="22114" y="8827"/>
                    <a:pt x="22159" y="8814"/>
                  </a:cubicBezTo>
                  <a:cubicBezTo>
                    <a:pt x="22170" y="8811"/>
                    <a:pt x="22181" y="8809"/>
                    <a:pt x="22192" y="8809"/>
                  </a:cubicBezTo>
                  <a:cubicBezTo>
                    <a:pt x="22240" y="8809"/>
                    <a:pt x="22284" y="8840"/>
                    <a:pt x="22265" y="8919"/>
                  </a:cubicBezTo>
                  <a:cubicBezTo>
                    <a:pt x="22281" y="9000"/>
                    <a:pt x="22305" y="9089"/>
                    <a:pt x="22248" y="9105"/>
                  </a:cubicBezTo>
                  <a:cubicBezTo>
                    <a:pt x="22216" y="9130"/>
                    <a:pt x="22232" y="9178"/>
                    <a:pt x="22265" y="9186"/>
                  </a:cubicBezTo>
                  <a:cubicBezTo>
                    <a:pt x="22338" y="9211"/>
                    <a:pt x="22346" y="9251"/>
                    <a:pt x="22321" y="9397"/>
                  </a:cubicBezTo>
                  <a:cubicBezTo>
                    <a:pt x="22274" y="9569"/>
                    <a:pt x="22257" y="9615"/>
                    <a:pt x="22298" y="9615"/>
                  </a:cubicBezTo>
                  <a:cubicBezTo>
                    <a:pt x="22314" y="9615"/>
                    <a:pt x="22337" y="9609"/>
                    <a:pt x="22370" y="9600"/>
                  </a:cubicBezTo>
                  <a:cubicBezTo>
                    <a:pt x="22393" y="9597"/>
                    <a:pt x="22416" y="9592"/>
                    <a:pt x="22428" y="9592"/>
                  </a:cubicBezTo>
                  <a:cubicBezTo>
                    <a:pt x="22446" y="9592"/>
                    <a:pt x="22441" y="9602"/>
                    <a:pt x="22378" y="9641"/>
                  </a:cubicBezTo>
                  <a:cubicBezTo>
                    <a:pt x="22330" y="9697"/>
                    <a:pt x="22402" y="9730"/>
                    <a:pt x="22475" y="9795"/>
                  </a:cubicBezTo>
                  <a:cubicBezTo>
                    <a:pt x="22509" y="9805"/>
                    <a:pt x="22545" y="9809"/>
                    <a:pt x="22580" y="9809"/>
                  </a:cubicBezTo>
                  <a:cubicBezTo>
                    <a:pt x="22630" y="9809"/>
                    <a:pt x="22680" y="9801"/>
                    <a:pt x="22727" y="9786"/>
                  </a:cubicBezTo>
                  <a:cubicBezTo>
                    <a:pt x="22765" y="9778"/>
                    <a:pt x="22790" y="9773"/>
                    <a:pt x="22805" y="9773"/>
                  </a:cubicBezTo>
                  <a:cubicBezTo>
                    <a:pt x="22836" y="9773"/>
                    <a:pt x="22827" y="9795"/>
                    <a:pt x="22800" y="9859"/>
                  </a:cubicBezTo>
                  <a:cubicBezTo>
                    <a:pt x="22816" y="9908"/>
                    <a:pt x="22767" y="9957"/>
                    <a:pt x="22711" y="9973"/>
                  </a:cubicBezTo>
                  <a:cubicBezTo>
                    <a:pt x="22705" y="9974"/>
                    <a:pt x="22699" y="9974"/>
                    <a:pt x="22694" y="9974"/>
                  </a:cubicBezTo>
                  <a:cubicBezTo>
                    <a:pt x="22644" y="9974"/>
                    <a:pt x="22638" y="9941"/>
                    <a:pt x="22638" y="9941"/>
                  </a:cubicBezTo>
                  <a:lnTo>
                    <a:pt x="22629" y="9900"/>
                  </a:lnTo>
                  <a:cubicBezTo>
                    <a:pt x="22573" y="9908"/>
                    <a:pt x="22508" y="9924"/>
                    <a:pt x="22532" y="10005"/>
                  </a:cubicBezTo>
                  <a:cubicBezTo>
                    <a:pt x="22488" y="10057"/>
                    <a:pt x="22484" y="10096"/>
                    <a:pt x="22533" y="10096"/>
                  </a:cubicBezTo>
                  <a:cubicBezTo>
                    <a:pt x="22538" y="10096"/>
                    <a:pt x="22543" y="10095"/>
                    <a:pt x="22548" y="10095"/>
                  </a:cubicBezTo>
                  <a:lnTo>
                    <a:pt x="22548" y="10095"/>
                  </a:lnTo>
                  <a:cubicBezTo>
                    <a:pt x="22492" y="10143"/>
                    <a:pt x="22508" y="10232"/>
                    <a:pt x="22516" y="10313"/>
                  </a:cubicBezTo>
                  <a:cubicBezTo>
                    <a:pt x="22532" y="10403"/>
                    <a:pt x="22548" y="10532"/>
                    <a:pt x="22492" y="10581"/>
                  </a:cubicBezTo>
                  <a:cubicBezTo>
                    <a:pt x="22507" y="10663"/>
                    <a:pt x="22515" y="10704"/>
                    <a:pt x="22560" y="10704"/>
                  </a:cubicBezTo>
                  <a:cubicBezTo>
                    <a:pt x="22564" y="10704"/>
                    <a:pt x="22568" y="10703"/>
                    <a:pt x="22573" y="10703"/>
                  </a:cubicBezTo>
                  <a:cubicBezTo>
                    <a:pt x="22593" y="10700"/>
                    <a:pt x="22609" y="10699"/>
                    <a:pt x="22623" y="10699"/>
                  </a:cubicBezTo>
                  <a:cubicBezTo>
                    <a:pt x="22693" y="10699"/>
                    <a:pt x="22685" y="10728"/>
                    <a:pt x="22638" y="10735"/>
                  </a:cubicBezTo>
                  <a:cubicBezTo>
                    <a:pt x="22524" y="10792"/>
                    <a:pt x="22548" y="11343"/>
                    <a:pt x="22654" y="11384"/>
                  </a:cubicBezTo>
                  <a:lnTo>
                    <a:pt x="22654" y="11465"/>
                  </a:lnTo>
                  <a:cubicBezTo>
                    <a:pt x="22597" y="11562"/>
                    <a:pt x="22613" y="11813"/>
                    <a:pt x="22670" y="11854"/>
                  </a:cubicBezTo>
                  <a:lnTo>
                    <a:pt x="22678" y="11984"/>
                  </a:lnTo>
                  <a:cubicBezTo>
                    <a:pt x="22621" y="12073"/>
                    <a:pt x="22621" y="12113"/>
                    <a:pt x="22686" y="12154"/>
                  </a:cubicBezTo>
                  <a:cubicBezTo>
                    <a:pt x="22743" y="12194"/>
                    <a:pt x="22808" y="12194"/>
                    <a:pt x="22743" y="12194"/>
                  </a:cubicBezTo>
                  <a:cubicBezTo>
                    <a:pt x="22686" y="12194"/>
                    <a:pt x="22694" y="12284"/>
                    <a:pt x="22694" y="12454"/>
                  </a:cubicBezTo>
                  <a:cubicBezTo>
                    <a:pt x="22694" y="12577"/>
                    <a:pt x="22694" y="12619"/>
                    <a:pt x="22711" y="12619"/>
                  </a:cubicBezTo>
                  <a:cubicBezTo>
                    <a:pt x="22719" y="12619"/>
                    <a:pt x="22732" y="12608"/>
                    <a:pt x="22751" y="12592"/>
                  </a:cubicBezTo>
                  <a:lnTo>
                    <a:pt x="22751" y="12592"/>
                  </a:lnTo>
                  <a:cubicBezTo>
                    <a:pt x="22808" y="12778"/>
                    <a:pt x="22751" y="12778"/>
                    <a:pt x="22694" y="12778"/>
                  </a:cubicBezTo>
                  <a:cubicBezTo>
                    <a:pt x="22670" y="12768"/>
                    <a:pt x="22650" y="12764"/>
                    <a:pt x="22636" y="12764"/>
                  </a:cubicBezTo>
                  <a:cubicBezTo>
                    <a:pt x="22580" y="12764"/>
                    <a:pt x="22609" y="12829"/>
                    <a:pt x="22751" y="12867"/>
                  </a:cubicBezTo>
                  <a:cubicBezTo>
                    <a:pt x="22873" y="12916"/>
                    <a:pt x="22865" y="13005"/>
                    <a:pt x="22808" y="13005"/>
                  </a:cubicBezTo>
                  <a:cubicBezTo>
                    <a:pt x="22751" y="13005"/>
                    <a:pt x="22751" y="12957"/>
                    <a:pt x="22751" y="12916"/>
                  </a:cubicBezTo>
                  <a:lnTo>
                    <a:pt x="22629" y="12916"/>
                  </a:lnTo>
                  <a:cubicBezTo>
                    <a:pt x="22629" y="12957"/>
                    <a:pt x="22629" y="12957"/>
                    <a:pt x="22686" y="13005"/>
                  </a:cubicBezTo>
                  <a:cubicBezTo>
                    <a:pt x="22694" y="13046"/>
                    <a:pt x="22719" y="13078"/>
                    <a:pt x="22751" y="13094"/>
                  </a:cubicBezTo>
                  <a:cubicBezTo>
                    <a:pt x="22775" y="13119"/>
                    <a:pt x="22806" y="13131"/>
                    <a:pt x="22837" y="13131"/>
                  </a:cubicBezTo>
                  <a:cubicBezTo>
                    <a:pt x="22869" y="13131"/>
                    <a:pt x="22901" y="13119"/>
                    <a:pt x="22929" y="13094"/>
                  </a:cubicBezTo>
                  <a:cubicBezTo>
                    <a:pt x="22946" y="13083"/>
                    <a:pt x="22957" y="13078"/>
                    <a:pt x="22966" y="13078"/>
                  </a:cubicBezTo>
                  <a:cubicBezTo>
                    <a:pt x="22986" y="13078"/>
                    <a:pt x="22986" y="13108"/>
                    <a:pt x="22986" y="13143"/>
                  </a:cubicBezTo>
                  <a:cubicBezTo>
                    <a:pt x="22952" y="13196"/>
                    <a:pt x="22916" y="13218"/>
                    <a:pt x="22879" y="13218"/>
                  </a:cubicBezTo>
                  <a:cubicBezTo>
                    <a:pt x="22855" y="13218"/>
                    <a:pt x="22831" y="13208"/>
                    <a:pt x="22808" y="13192"/>
                  </a:cubicBezTo>
                  <a:cubicBezTo>
                    <a:pt x="22808" y="13143"/>
                    <a:pt x="22751" y="13143"/>
                    <a:pt x="22686" y="13143"/>
                  </a:cubicBezTo>
                  <a:cubicBezTo>
                    <a:pt x="22629" y="13143"/>
                    <a:pt x="22743" y="13370"/>
                    <a:pt x="22865" y="13419"/>
                  </a:cubicBezTo>
                  <a:lnTo>
                    <a:pt x="22808" y="13419"/>
                  </a:lnTo>
                  <a:cubicBezTo>
                    <a:pt x="22743" y="13419"/>
                    <a:pt x="22743" y="13508"/>
                    <a:pt x="22743" y="13597"/>
                  </a:cubicBezTo>
                  <a:cubicBezTo>
                    <a:pt x="22743" y="13694"/>
                    <a:pt x="22743" y="13735"/>
                    <a:pt x="22800" y="13735"/>
                  </a:cubicBezTo>
                  <a:cubicBezTo>
                    <a:pt x="22865" y="13735"/>
                    <a:pt x="22921" y="13735"/>
                    <a:pt x="22921" y="13784"/>
                  </a:cubicBezTo>
                  <a:cubicBezTo>
                    <a:pt x="22921" y="13749"/>
                    <a:pt x="22950" y="13739"/>
                    <a:pt x="22990" y="13739"/>
                  </a:cubicBezTo>
                  <a:cubicBezTo>
                    <a:pt x="23006" y="13739"/>
                    <a:pt x="23024" y="13741"/>
                    <a:pt x="23043" y="13743"/>
                  </a:cubicBezTo>
                  <a:cubicBezTo>
                    <a:pt x="23011" y="13792"/>
                    <a:pt x="22962" y="13832"/>
                    <a:pt x="22921" y="13873"/>
                  </a:cubicBezTo>
                  <a:cubicBezTo>
                    <a:pt x="22800" y="13954"/>
                    <a:pt x="22727" y="14092"/>
                    <a:pt x="22735" y="14238"/>
                  </a:cubicBezTo>
                  <a:cubicBezTo>
                    <a:pt x="22735" y="14335"/>
                    <a:pt x="22735" y="14465"/>
                    <a:pt x="22678" y="14513"/>
                  </a:cubicBezTo>
                  <a:cubicBezTo>
                    <a:pt x="22670" y="14602"/>
                    <a:pt x="22670" y="14651"/>
                    <a:pt x="22735" y="14651"/>
                  </a:cubicBezTo>
                  <a:lnTo>
                    <a:pt x="22735" y="14740"/>
                  </a:lnTo>
                  <a:cubicBezTo>
                    <a:pt x="22670" y="14789"/>
                    <a:pt x="22670" y="14878"/>
                    <a:pt x="22727" y="14878"/>
                  </a:cubicBezTo>
                  <a:cubicBezTo>
                    <a:pt x="22792" y="14927"/>
                    <a:pt x="22727" y="14967"/>
                    <a:pt x="22727" y="15016"/>
                  </a:cubicBezTo>
                  <a:cubicBezTo>
                    <a:pt x="22654" y="15069"/>
                    <a:pt x="22625" y="15091"/>
                    <a:pt x="22653" y="15091"/>
                  </a:cubicBezTo>
                  <a:cubicBezTo>
                    <a:pt x="22672" y="15091"/>
                    <a:pt x="22717" y="15081"/>
                    <a:pt x="22792" y="15065"/>
                  </a:cubicBezTo>
                  <a:cubicBezTo>
                    <a:pt x="22848" y="15065"/>
                    <a:pt x="22905" y="14975"/>
                    <a:pt x="22913" y="14927"/>
                  </a:cubicBezTo>
                  <a:lnTo>
                    <a:pt x="22913" y="14789"/>
                  </a:lnTo>
                  <a:lnTo>
                    <a:pt x="22970" y="14927"/>
                  </a:lnTo>
                  <a:cubicBezTo>
                    <a:pt x="22970" y="14975"/>
                    <a:pt x="23027" y="15065"/>
                    <a:pt x="23084" y="15065"/>
                  </a:cubicBezTo>
                  <a:cubicBezTo>
                    <a:pt x="23084" y="15065"/>
                    <a:pt x="23148" y="15065"/>
                    <a:pt x="23148" y="15113"/>
                  </a:cubicBezTo>
                  <a:lnTo>
                    <a:pt x="23027" y="15113"/>
                  </a:lnTo>
                  <a:cubicBezTo>
                    <a:pt x="22986" y="15079"/>
                    <a:pt x="22934" y="15063"/>
                    <a:pt x="22881" y="15063"/>
                  </a:cubicBezTo>
                  <a:cubicBezTo>
                    <a:pt x="22870" y="15063"/>
                    <a:pt x="22859" y="15063"/>
                    <a:pt x="22848" y="15065"/>
                  </a:cubicBezTo>
                  <a:cubicBezTo>
                    <a:pt x="22727" y="15105"/>
                    <a:pt x="22670" y="15243"/>
                    <a:pt x="22784" y="15243"/>
                  </a:cubicBezTo>
                  <a:cubicBezTo>
                    <a:pt x="22784" y="15292"/>
                    <a:pt x="22784" y="15292"/>
                    <a:pt x="22727" y="15340"/>
                  </a:cubicBezTo>
                  <a:cubicBezTo>
                    <a:pt x="22670" y="15340"/>
                    <a:pt x="22662" y="15381"/>
                    <a:pt x="22784" y="15429"/>
                  </a:cubicBezTo>
                  <a:cubicBezTo>
                    <a:pt x="22905" y="15478"/>
                    <a:pt x="22905" y="15519"/>
                    <a:pt x="22784" y="15567"/>
                  </a:cubicBezTo>
                  <a:cubicBezTo>
                    <a:pt x="22662" y="15656"/>
                    <a:pt x="22662" y="15843"/>
                    <a:pt x="22719" y="15843"/>
                  </a:cubicBezTo>
                  <a:cubicBezTo>
                    <a:pt x="22816" y="15843"/>
                    <a:pt x="22857" y="15965"/>
                    <a:pt x="22775" y="16021"/>
                  </a:cubicBezTo>
                  <a:cubicBezTo>
                    <a:pt x="22719" y="16070"/>
                    <a:pt x="22719" y="16110"/>
                    <a:pt x="22775" y="16159"/>
                  </a:cubicBezTo>
                  <a:cubicBezTo>
                    <a:pt x="22719" y="16159"/>
                    <a:pt x="22654" y="16208"/>
                    <a:pt x="22719" y="16248"/>
                  </a:cubicBezTo>
                  <a:cubicBezTo>
                    <a:pt x="22719" y="16248"/>
                    <a:pt x="22719" y="16270"/>
                    <a:pt x="22735" y="16270"/>
                  </a:cubicBezTo>
                  <a:cubicBezTo>
                    <a:pt x="22744" y="16270"/>
                    <a:pt x="22757" y="16265"/>
                    <a:pt x="22775" y="16248"/>
                  </a:cubicBezTo>
                  <a:lnTo>
                    <a:pt x="22897" y="16346"/>
                  </a:lnTo>
                  <a:cubicBezTo>
                    <a:pt x="22897" y="16297"/>
                    <a:pt x="22954" y="16297"/>
                    <a:pt x="23019" y="16297"/>
                  </a:cubicBezTo>
                  <a:cubicBezTo>
                    <a:pt x="23075" y="16297"/>
                    <a:pt x="23011" y="16483"/>
                    <a:pt x="22832" y="16573"/>
                  </a:cubicBezTo>
                  <a:lnTo>
                    <a:pt x="22711" y="16662"/>
                  </a:lnTo>
                  <a:lnTo>
                    <a:pt x="22832" y="16662"/>
                  </a:lnTo>
                  <a:cubicBezTo>
                    <a:pt x="22832" y="16710"/>
                    <a:pt x="22832" y="16751"/>
                    <a:pt x="22775" y="16751"/>
                  </a:cubicBezTo>
                  <a:cubicBezTo>
                    <a:pt x="22711" y="16751"/>
                    <a:pt x="22711" y="16751"/>
                    <a:pt x="22711" y="16800"/>
                  </a:cubicBezTo>
                  <a:cubicBezTo>
                    <a:pt x="22711" y="16800"/>
                    <a:pt x="22711" y="16840"/>
                    <a:pt x="22767" y="16848"/>
                  </a:cubicBezTo>
                  <a:cubicBezTo>
                    <a:pt x="22889" y="16848"/>
                    <a:pt x="22889" y="16848"/>
                    <a:pt x="22832" y="16889"/>
                  </a:cubicBezTo>
                  <a:cubicBezTo>
                    <a:pt x="22711" y="16937"/>
                    <a:pt x="22711" y="16978"/>
                    <a:pt x="22824" y="17027"/>
                  </a:cubicBezTo>
                  <a:cubicBezTo>
                    <a:pt x="22946" y="17027"/>
                    <a:pt x="22946" y="17027"/>
                    <a:pt x="22824" y="17075"/>
                  </a:cubicBezTo>
                  <a:cubicBezTo>
                    <a:pt x="22767" y="17075"/>
                    <a:pt x="22711" y="17116"/>
                    <a:pt x="22711" y="17164"/>
                  </a:cubicBezTo>
                  <a:lnTo>
                    <a:pt x="22767" y="17164"/>
                  </a:lnTo>
                  <a:cubicBezTo>
                    <a:pt x="22889" y="17164"/>
                    <a:pt x="22889" y="17213"/>
                    <a:pt x="22824" y="17254"/>
                  </a:cubicBezTo>
                  <a:cubicBezTo>
                    <a:pt x="22767" y="17254"/>
                    <a:pt x="22767" y="17302"/>
                    <a:pt x="22824" y="17392"/>
                  </a:cubicBezTo>
                  <a:cubicBezTo>
                    <a:pt x="22824" y="17481"/>
                    <a:pt x="22824" y="17529"/>
                    <a:pt x="22767" y="17529"/>
                  </a:cubicBezTo>
                  <a:cubicBezTo>
                    <a:pt x="22646" y="17529"/>
                    <a:pt x="22646" y="17529"/>
                    <a:pt x="22767" y="17578"/>
                  </a:cubicBezTo>
                  <a:cubicBezTo>
                    <a:pt x="22824" y="17619"/>
                    <a:pt x="22824" y="17619"/>
                    <a:pt x="22759" y="17716"/>
                  </a:cubicBezTo>
                  <a:cubicBezTo>
                    <a:pt x="22702" y="17756"/>
                    <a:pt x="22702" y="17756"/>
                    <a:pt x="22759" y="17805"/>
                  </a:cubicBezTo>
                  <a:cubicBezTo>
                    <a:pt x="22881" y="17805"/>
                    <a:pt x="22938" y="17805"/>
                    <a:pt x="22946" y="17756"/>
                  </a:cubicBezTo>
                  <a:cubicBezTo>
                    <a:pt x="22946" y="17716"/>
                    <a:pt x="22946" y="17716"/>
                    <a:pt x="23002" y="17716"/>
                  </a:cubicBezTo>
                  <a:cubicBezTo>
                    <a:pt x="23002" y="17716"/>
                    <a:pt x="23002" y="17756"/>
                    <a:pt x="23002" y="17805"/>
                  </a:cubicBezTo>
                  <a:cubicBezTo>
                    <a:pt x="23002" y="17870"/>
                    <a:pt x="23019" y="17935"/>
                    <a:pt x="23059" y="17983"/>
                  </a:cubicBezTo>
                  <a:cubicBezTo>
                    <a:pt x="23088" y="18033"/>
                    <a:pt x="23134" y="18057"/>
                    <a:pt x="23165" y="18057"/>
                  </a:cubicBezTo>
                  <a:cubicBezTo>
                    <a:pt x="23194" y="18057"/>
                    <a:pt x="23209" y="18035"/>
                    <a:pt x="23181" y="17991"/>
                  </a:cubicBezTo>
                  <a:lnTo>
                    <a:pt x="23238" y="17943"/>
                  </a:lnTo>
                  <a:cubicBezTo>
                    <a:pt x="23245" y="17943"/>
                    <a:pt x="23252" y="17943"/>
                    <a:pt x="23258" y="17943"/>
                  </a:cubicBezTo>
                  <a:cubicBezTo>
                    <a:pt x="23416" y="17943"/>
                    <a:pt x="23409" y="17854"/>
                    <a:pt x="23238" y="17854"/>
                  </a:cubicBezTo>
                  <a:cubicBezTo>
                    <a:pt x="23059" y="17854"/>
                    <a:pt x="23059" y="17854"/>
                    <a:pt x="23181" y="17805"/>
                  </a:cubicBezTo>
                  <a:lnTo>
                    <a:pt x="23181" y="17805"/>
                  </a:lnTo>
                  <a:cubicBezTo>
                    <a:pt x="23190" y="17806"/>
                    <a:pt x="23198" y="17806"/>
                    <a:pt x="23206" y="17806"/>
                  </a:cubicBezTo>
                  <a:cubicBezTo>
                    <a:pt x="23302" y="17806"/>
                    <a:pt x="23302" y="17761"/>
                    <a:pt x="23302" y="17716"/>
                  </a:cubicBezTo>
                  <a:cubicBezTo>
                    <a:pt x="23302" y="17675"/>
                    <a:pt x="23302" y="17675"/>
                    <a:pt x="23359" y="17675"/>
                  </a:cubicBezTo>
                  <a:cubicBezTo>
                    <a:pt x="23424" y="17675"/>
                    <a:pt x="23481" y="17627"/>
                    <a:pt x="23481" y="17578"/>
                  </a:cubicBezTo>
                  <a:cubicBezTo>
                    <a:pt x="23481" y="17537"/>
                    <a:pt x="23481" y="17537"/>
                    <a:pt x="23424" y="17537"/>
                  </a:cubicBezTo>
                  <a:cubicBezTo>
                    <a:pt x="23413" y="17545"/>
                    <a:pt x="23403" y="17548"/>
                    <a:pt x="23397" y="17548"/>
                  </a:cubicBezTo>
                  <a:cubicBezTo>
                    <a:pt x="23365" y="17548"/>
                    <a:pt x="23388" y="17482"/>
                    <a:pt x="23481" y="17448"/>
                  </a:cubicBezTo>
                  <a:cubicBezTo>
                    <a:pt x="23546" y="17400"/>
                    <a:pt x="23546" y="17400"/>
                    <a:pt x="23424" y="17400"/>
                  </a:cubicBezTo>
                  <a:cubicBezTo>
                    <a:pt x="23302" y="17400"/>
                    <a:pt x="23302" y="17302"/>
                    <a:pt x="23424" y="17262"/>
                  </a:cubicBezTo>
                  <a:cubicBezTo>
                    <a:pt x="23424" y="17262"/>
                    <a:pt x="23424" y="17213"/>
                    <a:pt x="23424" y="17173"/>
                  </a:cubicBezTo>
                  <a:cubicBezTo>
                    <a:pt x="23424" y="17124"/>
                    <a:pt x="23367" y="17124"/>
                    <a:pt x="23311" y="17124"/>
                  </a:cubicBezTo>
                  <a:cubicBezTo>
                    <a:pt x="23189" y="17124"/>
                    <a:pt x="23189" y="17124"/>
                    <a:pt x="23246" y="17075"/>
                  </a:cubicBezTo>
                  <a:cubicBezTo>
                    <a:pt x="23286" y="17051"/>
                    <a:pt x="23327" y="17035"/>
                    <a:pt x="23367" y="17035"/>
                  </a:cubicBezTo>
                  <a:cubicBezTo>
                    <a:pt x="23424" y="17035"/>
                    <a:pt x="23432" y="16986"/>
                    <a:pt x="23432" y="16937"/>
                  </a:cubicBezTo>
                  <a:cubicBezTo>
                    <a:pt x="23432" y="16897"/>
                    <a:pt x="23432" y="16808"/>
                    <a:pt x="23367" y="16808"/>
                  </a:cubicBezTo>
                  <a:lnTo>
                    <a:pt x="23432" y="16808"/>
                  </a:lnTo>
                  <a:cubicBezTo>
                    <a:pt x="23432" y="16759"/>
                    <a:pt x="23489" y="16759"/>
                    <a:pt x="23432" y="16759"/>
                  </a:cubicBezTo>
                  <a:cubicBezTo>
                    <a:pt x="23440" y="16710"/>
                    <a:pt x="23456" y="16662"/>
                    <a:pt x="23489" y="16621"/>
                  </a:cubicBezTo>
                  <a:cubicBezTo>
                    <a:pt x="23534" y="16559"/>
                    <a:pt x="23489" y="16474"/>
                    <a:pt x="23416" y="16474"/>
                  </a:cubicBezTo>
                  <a:cubicBezTo>
                    <a:pt x="23385" y="16474"/>
                    <a:pt x="23348" y="16490"/>
                    <a:pt x="23311" y="16532"/>
                  </a:cubicBezTo>
                  <a:cubicBezTo>
                    <a:pt x="23311" y="16520"/>
                    <a:pt x="23311" y="16504"/>
                    <a:pt x="23311" y="16483"/>
                  </a:cubicBezTo>
                  <a:cubicBezTo>
                    <a:pt x="23311" y="16435"/>
                    <a:pt x="23254" y="16435"/>
                    <a:pt x="23254" y="16435"/>
                  </a:cubicBezTo>
                  <a:cubicBezTo>
                    <a:pt x="23197" y="16435"/>
                    <a:pt x="23197" y="16394"/>
                    <a:pt x="23197" y="16346"/>
                  </a:cubicBezTo>
                  <a:lnTo>
                    <a:pt x="23319" y="16346"/>
                  </a:lnTo>
                  <a:cubicBezTo>
                    <a:pt x="23355" y="16355"/>
                    <a:pt x="23386" y="16360"/>
                    <a:pt x="23411" y="16360"/>
                  </a:cubicBezTo>
                  <a:cubicBezTo>
                    <a:pt x="23510" y="16360"/>
                    <a:pt x="23518" y="16295"/>
                    <a:pt x="23375" y="16256"/>
                  </a:cubicBezTo>
                  <a:lnTo>
                    <a:pt x="23432" y="16256"/>
                  </a:lnTo>
                  <a:cubicBezTo>
                    <a:pt x="23497" y="16256"/>
                    <a:pt x="23497" y="16208"/>
                    <a:pt x="23440" y="16119"/>
                  </a:cubicBezTo>
                  <a:cubicBezTo>
                    <a:pt x="23440" y="16070"/>
                    <a:pt x="23319" y="16029"/>
                    <a:pt x="23262" y="16029"/>
                  </a:cubicBezTo>
                  <a:cubicBezTo>
                    <a:pt x="23197" y="16029"/>
                    <a:pt x="23197" y="15981"/>
                    <a:pt x="23197" y="15981"/>
                  </a:cubicBezTo>
                  <a:cubicBezTo>
                    <a:pt x="23197" y="15932"/>
                    <a:pt x="23197" y="15932"/>
                    <a:pt x="23262" y="15932"/>
                  </a:cubicBezTo>
                  <a:cubicBezTo>
                    <a:pt x="23375" y="15932"/>
                    <a:pt x="23384" y="15843"/>
                    <a:pt x="23262" y="15794"/>
                  </a:cubicBezTo>
                  <a:lnTo>
                    <a:pt x="23319" y="15794"/>
                  </a:lnTo>
                  <a:cubicBezTo>
                    <a:pt x="23384" y="15794"/>
                    <a:pt x="23440" y="15754"/>
                    <a:pt x="23384" y="15527"/>
                  </a:cubicBezTo>
                  <a:cubicBezTo>
                    <a:pt x="23384" y="15340"/>
                    <a:pt x="23384" y="15202"/>
                    <a:pt x="23448" y="15202"/>
                  </a:cubicBezTo>
                  <a:cubicBezTo>
                    <a:pt x="23505" y="15202"/>
                    <a:pt x="23392" y="15024"/>
                    <a:pt x="23270" y="14927"/>
                  </a:cubicBezTo>
                  <a:cubicBezTo>
                    <a:pt x="23327" y="14927"/>
                    <a:pt x="23327" y="14886"/>
                    <a:pt x="23327" y="14789"/>
                  </a:cubicBezTo>
                  <a:cubicBezTo>
                    <a:pt x="23335" y="14659"/>
                    <a:pt x="23335" y="14659"/>
                    <a:pt x="23392" y="14659"/>
                  </a:cubicBezTo>
                  <a:cubicBezTo>
                    <a:pt x="23441" y="14676"/>
                    <a:pt x="23470" y="14685"/>
                    <a:pt x="23479" y="14685"/>
                  </a:cubicBezTo>
                  <a:cubicBezTo>
                    <a:pt x="23494" y="14685"/>
                    <a:pt x="23464" y="14664"/>
                    <a:pt x="23392" y="14611"/>
                  </a:cubicBezTo>
                  <a:cubicBezTo>
                    <a:pt x="23270" y="14562"/>
                    <a:pt x="23335" y="14424"/>
                    <a:pt x="23448" y="14424"/>
                  </a:cubicBezTo>
                  <a:cubicBezTo>
                    <a:pt x="23513" y="14424"/>
                    <a:pt x="23513" y="14384"/>
                    <a:pt x="23513" y="14294"/>
                  </a:cubicBezTo>
                  <a:cubicBezTo>
                    <a:pt x="23456" y="14246"/>
                    <a:pt x="23456" y="14157"/>
                    <a:pt x="23456" y="14059"/>
                  </a:cubicBezTo>
                  <a:cubicBezTo>
                    <a:pt x="23456" y="13930"/>
                    <a:pt x="23456" y="13930"/>
                    <a:pt x="23335" y="13921"/>
                  </a:cubicBezTo>
                  <a:cubicBezTo>
                    <a:pt x="23221" y="13921"/>
                    <a:pt x="23221" y="13881"/>
                    <a:pt x="23221" y="13784"/>
                  </a:cubicBezTo>
                  <a:cubicBezTo>
                    <a:pt x="23221" y="13743"/>
                    <a:pt x="23221" y="13694"/>
                    <a:pt x="23278" y="13694"/>
                  </a:cubicBezTo>
                  <a:cubicBezTo>
                    <a:pt x="23278" y="13694"/>
                    <a:pt x="23343" y="13654"/>
                    <a:pt x="23343" y="13605"/>
                  </a:cubicBezTo>
                  <a:cubicBezTo>
                    <a:pt x="23343" y="13557"/>
                    <a:pt x="23343" y="13516"/>
                    <a:pt x="23400" y="13516"/>
                  </a:cubicBezTo>
                  <a:cubicBezTo>
                    <a:pt x="23440" y="13475"/>
                    <a:pt x="23465" y="13427"/>
                    <a:pt x="23465" y="13378"/>
                  </a:cubicBezTo>
                  <a:cubicBezTo>
                    <a:pt x="23465" y="13289"/>
                    <a:pt x="23465" y="13192"/>
                    <a:pt x="23521" y="13192"/>
                  </a:cubicBezTo>
                  <a:cubicBezTo>
                    <a:pt x="23521" y="13151"/>
                    <a:pt x="23521" y="13151"/>
                    <a:pt x="23465" y="13151"/>
                  </a:cubicBezTo>
                  <a:cubicBezTo>
                    <a:pt x="23408" y="13151"/>
                    <a:pt x="23343" y="13103"/>
                    <a:pt x="23408" y="12916"/>
                  </a:cubicBezTo>
                  <a:cubicBezTo>
                    <a:pt x="23408" y="12827"/>
                    <a:pt x="23408" y="12689"/>
                    <a:pt x="23351" y="12689"/>
                  </a:cubicBezTo>
                  <a:cubicBezTo>
                    <a:pt x="23351" y="12648"/>
                    <a:pt x="23351" y="12648"/>
                    <a:pt x="23408" y="12648"/>
                  </a:cubicBezTo>
                  <a:cubicBezTo>
                    <a:pt x="23529" y="12648"/>
                    <a:pt x="23529" y="12551"/>
                    <a:pt x="23408" y="12462"/>
                  </a:cubicBezTo>
                  <a:cubicBezTo>
                    <a:pt x="23351" y="12462"/>
                    <a:pt x="23351" y="12413"/>
                    <a:pt x="23408" y="12373"/>
                  </a:cubicBezTo>
                  <a:cubicBezTo>
                    <a:pt x="23400" y="12332"/>
                    <a:pt x="23384" y="12300"/>
                    <a:pt x="23343" y="12284"/>
                  </a:cubicBezTo>
                  <a:cubicBezTo>
                    <a:pt x="23286" y="12235"/>
                    <a:pt x="23286" y="12235"/>
                    <a:pt x="23343" y="12146"/>
                  </a:cubicBezTo>
                  <a:cubicBezTo>
                    <a:pt x="23400" y="12146"/>
                    <a:pt x="23400" y="12097"/>
                    <a:pt x="23400" y="12057"/>
                  </a:cubicBezTo>
                  <a:cubicBezTo>
                    <a:pt x="23335" y="11959"/>
                    <a:pt x="23311" y="11465"/>
                    <a:pt x="23375" y="11416"/>
                  </a:cubicBezTo>
                  <a:cubicBezTo>
                    <a:pt x="23311" y="11376"/>
                    <a:pt x="23311" y="11376"/>
                    <a:pt x="23311" y="11327"/>
                  </a:cubicBezTo>
                  <a:cubicBezTo>
                    <a:pt x="23407" y="11279"/>
                    <a:pt x="23381" y="11242"/>
                    <a:pt x="23296" y="11242"/>
                  </a:cubicBezTo>
                  <a:cubicBezTo>
                    <a:pt x="23281" y="11242"/>
                    <a:pt x="23264" y="11243"/>
                    <a:pt x="23246" y="11246"/>
                  </a:cubicBezTo>
                  <a:lnTo>
                    <a:pt x="23246" y="11286"/>
                  </a:lnTo>
                  <a:lnTo>
                    <a:pt x="23246" y="11335"/>
                  </a:lnTo>
                  <a:cubicBezTo>
                    <a:pt x="23242" y="11335"/>
                    <a:pt x="23239" y="11335"/>
                    <a:pt x="23236" y="11335"/>
                  </a:cubicBezTo>
                  <a:cubicBezTo>
                    <a:pt x="23132" y="11335"/>
                    <a:pt x="23129" y="11213"/>
                    <a:pt x="23302" y="11189"/>
                  </a:cubicBezTo>
                  <a:cubicBezTo>
                    <a:pt x="23424" y="11140"/>
                    <a:pt x="23416" y="11132"/>
                    <a:pt x="23294" y="11100"/>
                  </a:cubicBezTo>
                  <a:cubicBezTo>
                    <a:pt x="23165" y="11067"/>
                    <a:pt x="23165" y="11027"/>
                    <a:pt x="23278" y="10970"/>
                  </a:cubicBezTo>
                  <a:cubicBezTo>
                    <a:pt x="23392" y="10954"/>
                    <a:pt x="23392" y="10954"/>
                    <a:pt x="23270" y="10922"/>
                  </a:cubicBezTo>
                  <a:cubicBezTo>
                    <a:pt x="23019" y="10865"/>
                    <a:pt x="22938" y="10735"/>
                    <a:pt x="23181" y="10703"/>
                  </a:cubicBezTo>
                  <a:cubicBezTo>
                    <a:pt x="23294" y="10695"/>
                    <a:pt x="23351" y="10638"/>
                    <a:pt x="23343" y="10589"/>
                  </a:cubicBezTo>
                  <a:cubicBezTo>
                    <a:pt x="23338" y="10565"/>
                    <a:pt x="23316" y="10558"/>
                    <a:pt x="23286" y="10558"/>
                  </a:cubicBezTo>
                  <a:cubicBezTo>
                    <a:pt x="23265" y="10558"/>
                    <a:pt x="23240" y="10561"/>
                    <a:pt x="23213" y="10565"/>
                  </a:cubicBezTo>
                  <a:cubicBezTo>
                    <a:pt x="23181" y="10585"/>
                    <a:pt x="23157" y="10594"/>
                    <a:pt x="23144" y="10594"/>
                  </a:cubicBezTo>
                  <a:cubicBezTo>
                    <a:pt x="23114" y="10594"/>
                    <a:pt x="23132" y="10548"/>
                    <a:pt x="23205" y="10476"/>
                  </a:cubicBezTo>
                  <a:cubicBezTo>
                    <a:pt x="23359" y="10313"/>
                    <a:pt x="23351" y="10216"/>
                    <a:pt x="23213" y="10103"/>
                  </a:cubicBezTo>
                  <a:cubicBezTo>
                    <a:pt x="23112" y="9983"/>
                    <a:pt x="23063" y="9881"/>
                    <a:pt x="23106" y="9881"/>
                  </a:cubicBezTo>
                  <a:cubicBezTo>
                    <a:pt x="23121" y="9881"/>
                    <a:pt x="23148" y="9894"/>
                    <a:pt x="23189" y="9924"/>
                  </a:cubicBezTo>
                  <a:cubicBezTo>
                    <a:pt x="23250" y="9955"/>
                    <a:pt x="23283" y="9971"/>
                    <a:pt x="23292" y="9971"/>
                  </a:cubicBezTo>
                  <a:cubicBezTo>
                    <a:pt x="23302" y="9971"/>
                    <a:pt x="23284" y="9951"/>
                    <a:pt x="23246" y="9908"/>
                  </a:cubicBezTo>
                  <a:cubicBezTo>
                    <a:pt x="23221" y="9819"/>
                    <a:pt x="23205" y="9730"/>
                    <a:pt x="23189" y="9689"/>
                  </a:cubicBezTo>
                  <a:cubicBezTo>
                    <a:pt x="23169" y="9649"/>
                    <a:pt x="23127" y="9620"/>
                    <a:pt x="23081" y="9620"/>
                  </a:cubicBezTo>
                  <a:cubicBezTo>
                    <a:pt x="23071" y="9620"/>
                    <a:pt x="23061" y="9621"/>
                    <a:pt x="23051" y="9624"/>
                  </a:cubicBezTo>
                  <a:cubicBezTo>
                    <a:pt x="23157" y="9559"/>
                    <a:pt x="23197" y="9454"/>
                    <a:pt x="23059" y="9389"/>
                  </a:cubicBezTo>
                  <a:lnTo>
                    <a:pt x="23035" y="9300"/>
                  </a:lnTo>
                  <a:cubicBezTo>
                    <a:pt x="23027" y="9259"/>
                    <a:pt x="23027" y="9259"/>
                    <a:pt x="22954" y="9227"/>
                  </a:cubicBezTo>
                  <a:cubicBezTo>
                    <a:pt x="22889" y="9203"/>
                    <a:pt x="22929" y="9138"/>
                    <a:pt x="22978" y="9081"/>
                  </a:cubicBezTo>
                  <a:cubicBezTo>
                    <a:pt x="23022" y="9030"/>
                    <a:pt x="23065" y="8973"/>
                    <a:pt x="23033" y="8973"/>
                  </a:cubicBezTo>
                  <a:cubicBezTo>
                    <a:pt x="23030" y="8973"/>
                    <a:pt x="23025" y="8974"/>
                    <a:pt x="23019" y="8976"/>
                  </a:cubicBezTo>
                  <a:cubicBezTo>
                    <a:pt x="23012" y="8977"/>
                    <a:pt x="23006" y="8978"/>
                    <a:pt x="22999" y="8978"/>
                  </a:cubicBezTo>
                  <a:cubicBezTo>
                    <a:pt x="22939" y="8978"/>
                    <a:pt x="22874" y="8917"/>
                    <a:pt x="22808" y="8895"/>
                  </a:cubicBezTo>
                  <a:cubicBezTo>
                    <a:pt x="22754" y="8868"/>
                    <a:pt x="22778" y="8824"/>
                    <a:pt x="22826" y="8824"/>
                  </a:cubicBezTo>
                  <a:cubicBezTo>
                    <a:pt x="22835" y="8824"/>
                    <a:pt x="22846" y="8826"/>
                    <a:pt x="22857" y="8830"/>
                  </a:cubicBezTo>
                  <a:cubicBezTo>
                    <a:pt x="22913" y="8814"/>
                    <a:pt x="22913" y="8814"/>
                    <a:pt x="22946" y="8708"/>
                  </a:cubicBezTo>
                  <a:cubicBezTo>
                    <a:pt x="22938" y="8671"/>
                    <a:pt x="22910" y="8593"/>
                    <a:pt x="22862" y="8593"/>
                  </a:cubicBezTo>
                  <a:cubicBezTo>
                    <a:pt x="22858" y="8593"/>
                    <a:pt x="22853" y="8593"/>
                    <a:pt x="22848" y="8595"/>
                  </a:cubicBezTo>
                  <a:cubicBezTo>
                    <a:pt x="22846" y="8596"/>
                    <a:pt x="22843" y="8596"/>
                    <a:pt x="22841" y="8596"/>
                  </a:cubicBezTo>
                  <a:cubicBezTo>
                    <a:pt x="22784" y="8596"/>
                    <a:pt x="22704" y="8357"/>
                    <a:pt x="22743" y="8295"/>
                  </a:cubicBezTo>
                  <a:lnTo>
                    <a:pt x="22711" y="8214"/>
                  </a:lnTo>
                  <a:cubicBezTo>
                    <a:pt x="22694" y="8165"/>
                    <a:pt x="22621" y="8141"/>
                    <a:pt x="22605" y="8100"/>
                  </a:cubicBezTo>
                  <a:cubicBezTo>
                    <a:pt x="22589" y="8068"/>
                    <a:pt x="22557" y="8043"/>
                    <a:pt x="22524" y="8035"/>
                  </a:cubicBezTo>
                  <a:cubicBezTo>
                    <a:pt x="22508" y="7995"/>
                    <a:pt x="22492" y="7954"/>
                    <a:pt x="22548" y="7930"/>
                  </a:cubicBezTo>
                  <a:cubicBezTo>
                    <a:pt x="22419" y="7930"/>
                    <a:pt x="22419" y="7930"/>
                    <a:pt x="22516" y="7841"/>
                  </a:cubicBezTo>
                  <a:cubicBezTo>
                    <a:pt x="22629" y="7800"/>
                    <a:pt x="22629" y="7800"/>
                    <a:pt x="22500" y="7800"/>
                  </a:cubicBezTo>
                  <a:cubicBezTo>
                    <a:pt x="22427" y="7784"/>
                    <a:pt x="22427" y="7784"/>
                    <a:pt x="22467" y="7719"/>
                  </a:cubicBezTo>
                  <a:cubicBezTo>
                    <a:pt x="22513" y="7699"/>
                    <a:pt x="22511" y="7664"/>
                    <a:pt x="22483" y="7664"/>
                  </a:cubicBezTo>
                  <a:cubicBezTo>
                    <a:pt x="22477" y="7664"/>
                    <a:pt x="22469" y="7666"/>
                    <a:pt x="22459" y="7670"/>
                  </a:cubicBezTo>
                  <a:cubicBezTo>
                    <a:pt x="22338" y="7670"/>
                    <a:pt x="22224" y="7573"/>
                    <a:pt x="22330" y="7524"/>
                  </a:cubicBezTo>
                  <a:cubicBezTo>
                    <a:pt x="22305" y="7500"/>
                    <a:pt x="22273" y="7476"/>
                    <a:pt x="22240" y="7468"/>
                  </a:cubicBezTo>
                  <a:cubicBezTo>
                    <a:pt x="22203" y="7470"/>
                    <a:pt x="22176" y="7472"/>
                    <a:pt x="22160" y="7472"/>
                  </a:cubicBezTo>
                  <a:cubicBezTo>
                    <a:pt x="22119" y="7472"/>
                    <a:pt x="22141" y="7462"/>
                    <a:pt x="22216" y="7427"/>
                  </a:cubicBezTo>
                  <a:cubicBezTo>
                    <a:pt x="22298" y="7345"/>
                    <a:pt x="22291" y="7304"/>
                    <a:pt x="22189" y="7304"/>
                  </a:cubicBezTo>
                  <a:cubicBezTo>
                    <a:pt x="22180" y="7304"/>
                    <a:pt x="22170" y="7305"/>
                    <a:pt x="22159" y="7305"/>
                  </a:cubicBezTo>
                  <a:cubicBezTo>
                    <a:pt x="22119" y="7305"/>
                    <a:pt x="22102" y="7257"/>
                    <a:pt x="22119" y="7224"/>
                  </a:cubicBezTo>
                  <a:cubicBezTo>
                    <a:pt x="22133" y="7134"/>
                    <a:pt x="22093" y="6920"/>
                    <a:pt x="22026" y="6920"/>
                  </a:cubicBezTo>
                  <a:cubicBezTo>
                    <a:pt x="22014" y="6920"/>
                    <a:pt x="22002" y="6926"/>
                    <a:pt x="21989" y="6941"/>
                  </a:cubicBezTo>
                  <a:lnTo>
                    <a:pt x="21948" y="6860"/>
                  </a:lnTo>
                  <a:cubicBezTo>
                    <a:pt x="21965" y="6754"/>
                    <a:pt x="21948" y="6706"/>
                    <a:pt x="21875" y="6697"/>
                  </a:cubicBezTo>
                  <a:lnTo>
                    <a:pt x="21803" y="6681"/>
                  </a:lnTo>
                  <a:cubicBezTo>
                    <a:pt x="21851" y="6657"/>
                    <a:pt x="21884" y="6600"/>
                    <a:pt x="21867" y="6543"/>
                  </a:cubicBezTo>
                  <a:cubicBezTo>
                    <a:pt x="21855" y="6522"/>
                    <a:pt x="21848" y="6512"/>
                    <a:pt x="21838" y="6512"/>
                  </a:cubicBezTo>
                  <a:cubicBezTo>
                    <a:pt x="21829" y="6512"/>
                    <a:pt x="21817" y="6520"/>
                    <a:pt x="21794" y="6535"/>
                  </a:cubicBezTo>
                  <a:cubicBezTo>
                    <a:pt x="21782" y="6561"/>
                    <a:pt x="21770" y="6570"/>
                    <a:pt x="21760" y="6570"/>
                  </a:cubicBezTo>
                  <a:cubicBezTo>
                    <a:pt x="21744" y="6570"/>
                    <a:pt x="21731" y="6547"/>
                    <a:pt x="21721" y="6527"/>
                  </a:cubicBezTo>
                  <a:cubicBezTo>
                    <a:pt x="21697" y="6487"/>
                    <a:pt x="21721" y="6422"/>
                    <a:pt x="21778" y="6389"/>
                  </a:cubicBezTo>
                  <a:lnTo>
                    <a:pt x="21754" y="6349"/>
                  </a:lnTo>
                  <a:cubicBezTo>
                    <a:pt x="21712" y="6371"/>
                    <a:pt x="21683" y="6380"/>
                    <a:pt x="21667" y="6380"/>
                  </a:cubicBezTo>
                  <a:cubicBezTo>
                    <a:pt x="21642" y="6380"/>
                    <a:pt x="21647" y="6360"/>
                    <a:pt x="21681" y="6341"/>
                  </a:cubicBezTo>
                  <a:cubicBezTo>
                    <a:pt x="21697" y="6292"/>
                    <a:pt x="21697" y="6235"/>
                    <a:pt x="21657" y="6195"/>
                  </a:cubicBezTo>
                  <a:cubicBezTo>
                    <a:pt x="21647" y="6201"/>
                    <a:pt x="21641" y="6203"/>
                    <a:pt x="21637" y="6203"/>
                  </a:cubicBezTo>
                  <a:cubicBezTo>
                    <a:pt x="21625" y="6203"/>
                    <a:pt x="21633" y="6182"/>
                    <a:pt x="21644" y="6182"/>
                  </a:cubicBezTo>
                  <a:cubicBezTo>
                    <a:pt x="21648" y="6182"/>
                    <a:pt x="21653" y="6185"/>
                    <a:pt x="21657" y="6195"/>
                  </a:cubicBezTo>
                  <a:lnTo>
                    <a:pt x="21713" y="6162"/>
                  </a:lnTo>
                  <a:cubicBezTo>
                    <a:pt x="21725" y="6132"/>
                    <a:pt x="21720" y="6122"/>
                    <a:pt x="21708" y="6122"/>
                  </a:cubicBezTo>
                  <a:cubicBezTo>
                    <a:pt x="21693" y="6122"/>
                    <a:pt x="21667" y="6137"/>
                    <a:pt x="21640" y="6154"/>
                  </a:cubicBezTo>
                  <a:lnTo>
                    <a:pt x="21592" y="6081"/>
                  </a:lnTo>
                  <a:cubicBezTo>
                    <a:pt x="21577" y="6057"/>
                    <a:pt x="21563" y="6033"/>
                    <a:pt x="21548" y="6033"/>
                  </a:cubicBezTo>
                  <a:cubicBezTo>
                    <a:pt x="21538" y="6033"/>
                    <a:pt x="21529" y="6044"/>
                    <a:pt x="21519" y="6073"/>
                  </a:cubicBezTo>
                  <a:cubicBezTo>
                    <a:pt x="21481" y="6089"/>
                    <a:pt x="21448" y="6109"/>
                    <a:pt x="21422" y="6109"/>
                  </a:cubicBezTo>
                  <a:cubicBezTo>
                    <a:pt x="21409" y="6109"/>
                    <a:pt x="21397" y="6103"/>
                    <a:pt x="21389" y="6089"/>
                  </a:cubicBezTo>
                  <a:cubicBezTo>
                    <a:pt x="21379" y="6096"/>
                    <a:pt x="21372" y="6099"/>
                    <a:pt x="21367" y="6099"/>
                  </a:cubicBezTo>
                  <a:cubicBezTo>
                    <a:pt x="21355" y="6099"/>
                    <a:pt x="21362" y="6080"/>
                    <a:pt x="21374" y="6080"/>
                  </a:cubicBezTo>
                  <a:cubicBezTo>
                    <a:pt x="21379" y="6080"/>
                    <a:pt x="21384" y="6082"/>
                    <a:pt x="21389" y="6089"/>
                  </a:cubicBezTo>
                  <a:cubicBezTo>
                    <a:pt x="21446" y="6065"/>
                    <a:pt x="21494" y="6033"/>
                    <a:pt x="21470" y="5992"/>
                  </a:cubicBezTo>
                  <a:cubicBezTo>
                    <a:pt x="21446" y="5952"/>
                    <a:pt x="21494" y="5919"/>
                    <a:pt x="21494" y="5919"/>
                  </a:cubicBezTo>
                  <a:cubicBezTo>
                    <a:pt x="21624" y="5895"/>
                    <a:pt x="21478" y="5773"/>
                    <a:pt x="21405" y="5765"/>
                  </a:cubicBezTo>
                  <a:cubicBezTo>
                    <a:pt x="21259" y="5749"/>
                    <a:pt x="21235" y="5716"/>
                    <a:pt x="21332" y="5652"/>
                  </a:cubicBezTo>
                  <a:cubicBezTo>
                    <a:pt x="21394" y="5614"/>
                    <a:pt x="21370" y="5592"/>
                    <a:pt x="21304" y="5592"/>
                  </a:cubicBezTo>
                  <a:cubicBezTo>
                    <a:pt x="21257" y="5592"/>
                    <a:pt x="21188" y="5603"/>
                    <a:pt x="21113" y="5627"/>
                  </a:cubicBezTo>
                  <a:lnTo>
                    <a:pt x="20943" y="5692"/>
                  </a:lnTo>
                  <a:lnTo>
                    <a:pt x="20943" y="5692"/>
                  </a:lnTo>
                  <a:lnTo>
                    <a:pt x="21089" y="5595"/>
                  </a:lnTo>
                  <a:cubicBezTo>
                    <a:pt x="21267" y="5424"/>
                    <a:pt x="21267" y="5424"/>
                    <a:pt x="21081" y="5384"/>
                  </a:cubicBezTo>
                  <a:cubicBezTo>
                    <a:pt x="20984" y="5343"/>
                    <a:pt x="20984" y="5343"/>
                    <a:pt x="21032" y="5311"/>
                  </a:cubicBezTo>
                  <a:cubicBezTo>
                    <a:pt x="21081" y="5270"/>
                    <a:pt x="21057" y="5238"/>
                    <a:pt x="20976" y="5125"/>
                  </a:cubicBezTo>
                  <a:cubicBezTo>
                    <a:pt x="20915" y="5046"/>
                    <a:pt x="20882" y="5004"/>
                    <a:pt x="20852" y="5004"/>
                  </a:cubicBezTo>
                  <a:cubicBezTo>
                    <a:pt x="20842" y="5004"/>
                    <a:pt x="20832" y="5009"/>
                    <a:pt x="20821" y="5019"/>
                  </a:cubicBezTo>
                  <a:lnTo>
                    <a:pt x="20765" y="4946"/>
                  </a:lnTo>
                  <a:cubicBezTo>
                    <a:pt x="20802" y="4880"/>
                    <a:pt x="20785" y="4842"/>
                    <a:pt x="20752" y="4842"/>
                  </a:cubicBezTo>
                  <a:cubicBezTo>
                    <a:pt x="20727" y="4842"/>
                    <a:pt x="20695" y="4862"/>
                    <a:pt x="20667" y="4906"/>
                  </a:cubicBezTo>
                  <a:lnTo>
                    <a:pt x="20611" y="4833"/>
                  </a:lnTo>
                  <a:lnTo>
                    <a:pt x="20659" y="4800"/>
                  </a:lnTo>
                  <a:cubicBezTo>
                    <a:pt x="20700" y="4768"/>
                    <a:pt x="20667" y="4679"/>
                    <a:pt x="20424" y="4411"/>
                  </a:cubicBezTo>
                  <a:cubicBezTo>
                    <a:pt x="20230" y="4194"/>
                    <a:pt x="20156" y="4114"/>
                    <a:pt x="20102" y="4114"/>
                  </a:cubicBezTo>
                  <a:cubicBezTo>
                    <a:pt x="20079" y="4114"/>
                    <a:pt x="20059" y="4128"/>
                    <a:pt x="20035" y="4152"/>
                  </a:cubicBezTo>
                  <a:cubicBezTo>
                    <a:pt x="20000" y="4163"/>
                    <a:pt x="19972" y="4169"/>
                    <a:pt x="19952" y="4169"/>
                  </a:cubicBezTo>
                  <a:cubicBezTo>
                    <a:pt x="19905" y="4169"/>
                    <a:pt x="19907" y="4136"/>
                    <a:pt x="19970" y="4079"/>
                  </a:cubicBezTo>
                  <a:cubicBezTo>
                    <a:pt x="20009" y="4046"/>
                    <a:pt x="20022" y="3994"/>
                    <a:pt x="20005" y="3994"/>
                  </a:cubicBezTo>
                  <a:lnTo>
                    <a:pt x="20005" y="3994"/>
                  </a:lnTo>
                  <a:cubicBezTo>
                    <a:pt x="20001" y="3994"/>
                    <a:pt x="19995" y="3997"/>
                    <a:pt x="19986" y="4006"/>
                  </a:cubicBezTo>
                  <a:cubicBezTo>
                    <a:pt x="19954" y="3965"/>
                    <a:pt x="19938" y="3916"/>
                    <a:pt x="19938" y="3868"/>
                  </a:cubicBezTo>
                  <a:cubicBezTo>
                    <a:pt x="19938" y="3744"/>
                    <a:pt x="19902" y="3706"/>
                    <a:pt x="19866" y="3706"/>
                  </a:cubicBezTo>
                  <a:cubicBezTo>
                    <a:pt x="19848" y="3706"/>
                    <a:pt x="19830" y="3716"/>
                    <a:pt x="19816" y="3730"/>
                  </a:cubicBezTo>
                  <a:cubicBezTo>
                    <a:pt x="19795" y="3772"/>
                    <a:pt x="19784" y="3789"/>
                    <a:pt x="19779" y="3789"/>
                  </a:cubicBezTo>
                  <a:cubicBezTo>
                    <a:pt x="19770" y="3789"/>
                    <a:pt x="19779" y="3743"/>
                    <a:pt x="19784" y="3698"/>
                  </a:cubicBezTo>
                  <a:cubicBezTo>
                    <a:pt x="19796" y="3634"/>
                    <a:pt x="19804" y="3580"/>
                    <a:pt x="19787" y="3580"/>
                  </a:cubicBezTo>
                  <a:lnTo>
                    <a:pt x="19787" y="3580"/>
                  </a:lnTo>
                  <a:cubicBezTo>
                    <a:pt x="19782" y="3580"/>
                    <a:pt x="19776" y="3584"/>
                    <a:pt x="19767" y="3592"/>
                  </a:cubicBezTo>
                  <a:cubicBezTo>
                    <a:pt x="19765" y="3592"/>
                    <a:pt x="19763" y="3592"/>
                    <a:pt x="19760" y="3592"/>
                  </a:cubicBezTo>
                  <a:cubicBezTo>
                    <a:pt x="19673" y="3592"/>
                    <a:pt x="19454" y="3460"/>
                    <a:pt x="19532" y="3373"/>
                  </a:cubicBezTo>
                  <a:lnTo>
                    <a:pt x="19459" y="3308"/>
                  </a:lnTo>
                  <a:cubicBezTo>
                    <a:pt x="19449" y="3320"/>
                    <a:pt x="19438" y="3325"/>
                    <a:pt x="19426" y="3325"/>
                  </a:cubicBezTo>
                  <a:cubicBezTo>
                    <a:pt x="19387" y="3325"/>
                    <a:pt x="19338" y="3276"/>
                    <a:pt x="19289" y="3227"/>
                  </a:cubicBezTo>
                  <a:cubicBezTo>
                    <a:pt x="19224" y="3171"/>
                    <a:pt x="19192" y="3138"/>
                    <a:pt x="19232" y="3089"/>
                  </a:cubicBezTo>
                  <a:cubicBezTo>
                    <a:pt x="19305" y="3081"/>
                    <a:pt x="19265" y="3049"/>
                    <a:pt x="19159" y="3033"/>
                  </a:cubicBezTo>
                  <a:cubicBezTo>
                    <a:pt x="19152" y="3025"/>
                    <a:pt x="19139" y="3022"/>
                    <a:pt x="19124" y="3022"/>
                  </a:cubicBezTo>
                  <a:cubicBezTo>
                    <a:pt x="19092" y="3022"/>
                    <a:pt x="19048" y="3035"/>
                    <a:pt x="19016" y="3035"/>
                  </a:cubicBezTo>
                  <a:cubicBezTo>
                    <a:pt x="19001" y="3035"/>
                    <a:pt x="18989" y="3032"/>
                    <a:pt x="18981" y="3025"/>
                  </a:cubicBezTo>
                  <a:cubicBezTo>
                    <a:pt x="18960" y="3056"/>
                    <a:pt x="18929" y="3070"/>
                    <a:pt x="18897" y="3070"/>
                  </a:cubicBezTo>
                  <a:cubicBezTo>
                    <a:pt x="18879" y="3070"/>
                    <a:pt x="18861" y="3066"/>
                    <a:pt x="18843" y="3057"/>
                  </a:cubicBezTo>
                  <a:lnTo>
                    <a:pt x="18876" y="3008"/>
                  </a:lnTo>
                  <a:lnTo>
                    <a:pt x="18957" y="2919"/>
                  </a:lnTo>
                  <a:cubicBezTo>
                    <a:pt x="18936" y="2899"/>
                    <a:pt x="18916" y="2878"/>
                    <a:pt x="18893" y="2878"/>
                  </a:cubicBezTo>
                  <a:cubicBezTo>
                    <a:pt x="18880" y="2878"/>
                    <a:pt x="18866" y="2885"/>
                    <a:pt x="18851" y="2903"/>
                  </a:cubicBezTo>
                  <a:cubicBezTo>
                    <a:pt x="18851" y="2830"/>
                    <a:pt x="18819" y="2806"/>
                    <a:pt x="18746" y="2749"/>
                  </a:cubicBezTo>
                  <a:cubicBezTo>
                    <a:pt x="18685" y="2701"/>
                    <a:pt x="18624" y="2654"/>
                    <a:pt x="18563" y="2654"/>
                  </a:cubicBezTo>
                  <a:cubicBezTo>
                    <a:pt x="18551" y="2654"/>
                    <a:pt x="18539" y="2656"/>
                    <a:pt x="18527" y="2660"/>
                  </a:cubicBezTo>
                  <a:cubicBezTo>
                    <a:pt x="18561" y="2558"/>
                    <a:pt x="18409" y="2423"/>
                    <a:pt x="18296" y="2423"/>
                  </a:cubicBezTo>
                  <a:cubicBezTo>
                    <a:pt x="18274" y="2423"/>
                    <a:pt x="18253" y="2429"/>
                    <a:pt x="18235" y="2441"/>
                  </a:cubicBezTo>
                  <a:cubicBezTo>
                    <a:pt x="18224" y="2457"/>
                    <a:pt x="18214" y="2464"/>
                    <a:pt x="18204" y="2464"/>
                  </a:cubicBezTo>
                  <a:cubicBezTo>
                    <a:pt x="18184" y="2464"/>
                    <a:pt x="18168" y="2433"/>
                    <a:pt x="18162" y="2384"/>
                  </a:cubicBezTo>
                  <a:cubicBezTo>
                    <a:pt x="18162" y="2332"/>
                    <a:pt x="18162" y="2313"/>
                    <a:pt x="18145" y="2313"/>
                  </a:cubicBezTo>
                  <a:cubicBezTo>
                    <a:pt x="18135" y="2313"/>
                    <a:pt x="18120" y="2319"/>
                    <a:pt x="18097" y="2327"/>
                  </a:cubicBezTo>
                  <a:cubicBezTo>
                    <a:pt x="18088" y="2330"/>
                    <a:pt x="18080" y="2332"/>
                    <a:pt x="18073" y="2332"/>
                  </a:cubicBezTo>
                  <a:cubicBezTo>
                    <a:pt x="18024" y="2332"/>
                    <a:pt x="18023" y="2262"/>
                    <a:pt x="18016" y="2198"/>
                  </a:cubicBezTo>
                  <a:cubicBezTo>
                    <a:pt x="18041" y="2097"/>
                    <a:pt x="18027" y="2060"/>
                    <a:pt x="17985" y="2060"/>
                  </a:cubicBezTo>
                  <a:cubicBezTo>
                    <a:pt x="17974" y="2060"/>
                    <a:pt x="17959" y="2063"/>
                    <a:pt x="17943" y="2068"/>
                  </a:cubicBezTo>
                  <a:cubicBezTo>
                    <a:pt x="17862" y="2068"/>
                    <a:pt x="17781" y="2044"/>
                    <a:pt x="17716" y="1995"/>
                  </a:cubicBezTo>
                  <a:cubicBezTo>
                    <a:pt x="17681" y="1995"/>
                    <a:pt x="17654" y="1993"/>
                    <a:pt x="17633" y="1993"/>
                  </a:cubicBezTo>
                  <a:cubicBezTo>
                    <a:pt x="17586" y="1993"/>
                    <a:pt x="17570" y="2001"/>
                    <a:pt x="17570" y="2052"/>
                  </a:cubicBezTo>
                  <a:cubicBezTo>
                    <a:pt x="17546" y="2084"/>
                    <a:pt x="17513" y="2108"/>
                    <a:pt x="17473" y="2125"/>
                  </a:cubicBezTo>
                  <a:cubicBezTo>
                    <a:pt x="17465" y="2125"/>
                    <a:pt x="17458" y="2125"/>
                    <a:pt x="17452" y="2125"/>
                  </a:cubicBezTo>
                  <a:cubicBezTo>
                    <a:pt x="17381" y="2125"/>
                    <a:pt x="17387" y="2094"/>
                    <a:pt x="17412" y="2094"/>
                  </a:cubicBezTo>
                  <a:cubicBezTo>
                    <a:pt x="17418" y="2094"/>
                    <a:pt x="17425" y="2096"/>
                    <a:pt x="17432" y="2100"/>
                  </a:cubicBezTo>
                  <a:cubicBezTo>
                    <a:pt x="17538" y="2100"/>
                    <a:pt x="17505" y="2076"/>
                    <a:pt x="17497" y="2003"/>
                  </a:cubicBezTo>
                  <a:cubicBezTo>
                    <a:pt x="17489" y="1930"/>
                    <a:pt x="17416" y="1881"/>
                    <a:pt x="17376" y="1857"/>
                  </a:cubicBezTo>
                  <a:lnTo>
                    <a:pt x="17222" y="1760"/>
                  </a:lnTo>
                  <a:cubicBezTo>
                    <a:pt x="17161" y="1677"/>
                    <a:pt x="17126" y="1639"/>
                    <a:pt x="17100" y="1639"/>
                  </a:cubicBezTo>
                  <a:cubicBezTo>
                    <a:pt x="17088" y="1639"/>
                    <a:pt x="17078" y="1647"/>
                    <a:pt x="17068" y="1663"/>
                  </a:cubicBezTo>
                  <a:cubicBezTo>
                    <a:pt x="17034" y="1725"/>
                    <a:pt x="17020" y="1751"/>
                    <a:pt x="17020" y="1751"/>
                  </a:cubicBezTo>
                  <a:cubicBezTo>
                    <a:pt x="17019" y="1751"/>
                    <a:pt x="17025" y="1739"/>
                    <a:pt x="17035" y="1719"/>
                  </a:cubicBezTo>
                  <a:cubicBezTo>
                    <a:pt x="17062" y="1597"/>
                    <a:pt x="16747" y="1423"/>
                    <a:pt x="16587" y="1423"/>
                  </a:cubicBezTo>
                  <a:cubicBezTo>
                    <a:pt x="16558" y="1423"/>
                    <a:pt x="16534" y="1429"/>
                    <a:pt x="16518" y="1442"/>
                  </a:cubicBezTo>
                  <a:lnTo>
                    <a:pt x="16518" y="1442"/>
                  </a:lnTo>
                  <a:cubicBezTo>
                    <a:pt x="16526" y="1428"/>
                    <a:pt x="16537" y="1408"/>
                    <a:pt x="16549" y="1387"/>
                  </a:cubicBezTo>
                  <a:cubicBezTo>
                    <a:pt x="16573" y="1330"/>
                    <a:pt x="16532" y="1314"/>
                    <a:pt x="16451" y="1273"/>
                  </a:cubicBezTo>
                  <a:cubicBezTo>
                    <a:pt x="16330" y="1241"/>
                    <a:pt x="16216" y="1208"/>
                    <a:pt x="16103" y="1168"/>
                  </a:cubicBezTo>
                  <a:cubicBezTo>
                    <a:pt x="15983" y="1108"/>
                    <a:pt x="15886" y="1057"/>
                    <a:pt x="15830" y="1057"/>
                  </a:cubicBezTo>
                  <a:cubicBezTo>
                    <a:pt x="15810" y="1057"/>
                    <a:pt x="15795" y="1064"/>
                    <a:pt x="15787" y="1079"/>
                  </a:cubicBezTo>
                  <a:cubicBezTo>
                    <a:pt x="15746" y="1063"/>
                    <a:pt x="15746" y="1063"/>
                    <a:pt x="15770" y="1014"/>
                  </a:cubicBezTo>
                  <a:cubicBezTo>
                    <a:pt x="15835" y="973"/>
                    <a:pt x="15795" y="957"/>
                    <a:pt x="15754" y="941"/>
                  </a:cubicBezTo>
                  <a:cubicBezTo>
                    <a:pt x="15748" y="939"/>
                    <a:pt x="15743" y="938"/>
                    <a:pt x="15738" y="938"/>
                  </a:cubicBezTo>
                  <a:cubicBezTo>
                    <a:pt x="15702" y="938"/>
                    <a:pt x="15686" y="988"/>
                    <a:pt x="15665" y="1038"/>
                  </a:cubicBezTo>
                  <a:cubicBezTo>
                    <a:pt x="15656" y="1056"/>
                    <a:pt x="15644" y="1066"/>
                    <a:pt x="15630" y="1066"/>
                  </a:cubicBezTo>
                  <a:cubicBezTo>
                    <a:pt x="15607" y="1066"/>
                    <a:pt x="15576" y="1040"/>
                    <a:pt x="15535" y="990"/>
                  </a:cubicBezTo>
                  <a:cubicBezTo>
                    <a:pt x="15464" y="905"/>
                    <a:pt x="15357" y="857"/>
                    <a:pt x="15244" y="857"/>
                  </a:cubicBezTo>
                  <a:cubicBezTo>
                    <a:pt x="15228" y="857"/>
                    <a:pt x="15211" y="858"/>
                    <a:pt x="15195" y="860"/>
                  </a:cubicBezTo>
                  <a:cubicBezTo>
                    <a:pt x="15154" y="844"/>
                    <a:pt x="15114" y="827"/>
                    <a:pt x="15138" y="771"/>
                  </a:cubicBezTo>
                  <a:cubicBezTo>
                    <a:pt x="15127" y="700"/>
                    <a:pt x="15069" y="658"/>
                    <a:pt x="15007" y="658"/>
                  </a:cubicBezTo>
                  <a:cubicBezTo>
                    <a:pt x="14977" y="658"/>
                    <a:pt x="14946" y="668"/>
                    <a:pt x="14919" y="690"/>
                  </a:cubicBezTo>
                  <a:cubicBezTo>
                    <a:pt x="14878" y="673"/>
                    <a:pt x="14878" y="673"/>
                    <a:pt x="14895" y="617"/>
                  </a:cubicBezTo>
                  <a:cubicBezTo>
                    <a:pt x="14880" y="571"/>
                    <a:pt x="14883" y="532"/>
                    <a:pt x="14869" y="532"/>
                  </a:cubicBezTo>
                  <a:cubicBezTo>
                    <a:pt x="14860" y="532"/>
                    <a:pt x="14844" y="547"/>
                    <a:pt x="14814" y="584"/>
                  </a:cubicBezTo>
                  <a:cubicBezTo>
                    <a:pt x="14789" y="589"/>
                    <a:pt x="14764" y="592"/>
                    <a:pt x="14740" y="592"/>
                  </a:cubicBezTo>
                  <a:cubicBezTo>
                    <a:pt x="14652" y="592"/>
                    <a:pt x="14569" y="558"/>
                    <a:pt x="14506" y="495"/>
                  </a:cubicBezTo>
                  <a:cubicBezTo>
                    <a:pt x="14489" y="488"/>
                    <a:pt x="14471" y="483"/>
                    <a:pt x="14454" y="483"/>
                  </a:cubicBezTo>
                  <a:cubicBezTo>
                    <a:pt x="14431" y="483"/>
                    <a:pt x="14410" y="494"/>
                    <a:pt x="14400" y="527"/>
                  </a:cubicBezTo>
                  <a:lnTo>
                    <a:pt x="14384" y="584"/>
                  </a:lnTo>
                  <a:cubicBezTo>
                    <a:pt x="14380" y="516"/>
                    <a:pt x="14378" y="484"/>
                    <a:pt x="14365" y="484"/>
                  </a:cubicBezTo>
                  <a:cubicBezTo>
                    <a:pt x="14353" y="484"/>
                    <a:pt x="14333" y="510"/>
                    <a:pt x="14295" y="560"/>
                  </a:cubicBezTo>
                  <a:cubicBezTo>
                    <a:pt x="14287" y="586"/>
                    <a:pt x="14274" y="599"/>
                    <a:pt x="14265" y="599"/>
                  </a:cubicBezTo>
                  <a:cubicBezTo>
                    <a:pt x="14253" y="599"/>
                    <a:pt x="14245" y="582"/>
                    <a:pt x="14254" y="552"/>
                  </a:cubicBezTo>
                  <a:cubicBezTo>
                    <a:pt x="14246" y="511"/>
                    <a:pt x="14214" y="487"/>
                    <a:pt x="14181" y="471"/>
                  </a:cubicBezTo>
                  <a:cubicBezTo>
                    <a:pt x="14019" y="454"/>
                    <a:pt x="13849" y="430"/>
                    <a:pt x="13687" y="398"/>
                  </a:cubicBezTo>
                  <a:cubicBezTo>
                    <a:pt x="13492" y="344"/>
                    <a:pt x="13364" y="322"/>
                    <a:pt x="13285" y="322"/>
                  </a:cubicBezTo>
                  <a:cubicBezTo>
                    <a:pt x="13222" y="322"/>
                    <a:pt x="13191" y="336"/>
                    <a:pt x="13184" y="357"/>
                  </a:cubicBezTo>
                  <a:cubicBezTo>
                    <a:pt x="13161" y="384"/>
                    <a:pt x="13149" y="398"/>
                    <a:pt x="13138" y="398"/>
                  </a:cubicBezTo>
                  <a:cubicBezTo>
                    <a:pt x="13126" y="398"/>
                    <a:pt x="13116" y="380"/>
                    <a:pt x="13095" y="341"/>
                  </a:cubicBezTo>
                  <a:cubicBezTo>
                    <a:pt x="13079" y="292"/>
                    <a:pt x="13030" y="268"/>
                    <a:pt x="12973" y="260"/>
                  </a:cubicBezTo>
                  <a:cubicBezTo>
                    <a:pt x="12933" y="252"/>
                    <a:pt x="12884" y="252"/>
                    <a:pt x="12892" y="187"/>
                  </a:cubicBezTo>
                  <a:lnTo>
                    <a:pt x="12892" y="187"/>
                  </a:lnTo>
                  <a:cubicBezTo>
                    <a:pt x="12857" y="228"/>
                    <a:pt x="12847" y="239"/>
                    <a:pt x="12826" y="239"/>
                  </a:cubicBezTo>
                  <a:cubicBezTo>
                    <a:pt x="12818" y="239"/>
                    <a:pt x="12808" y="238"/>
                    <a:pt x="12795" y="236"/>
                  </a:cubicBezTo>
                  <a:cubicBezTo>
                    <a:pt x="12799" y="201"/>
                    <a:pt x="12789" y="185"/>
                    <a:pt x="12771" y="185"/>
                  </a:cubicBezTo>
                  <a:cubicBezTo>
                    <a:pt x="12755" y="185"/>
                    <a:pt x="12732" y="197"/>
                    <a:pt x="12706" y="219"/>
                  </a:cubicBezTo>
                  <a:cubicBezTo>
                    <a:pt x="12678" y="275"/>
                    <a:pt x="12664" y="303"/>
                    <a:pt x="12658" y="303"/>
                  </a:cubicBezTo>
                  <a:cubicBezTo>
                    <a:pt x="12653" y="303"/>
                    <a:pt x="12657" y="273"/>
                    <a:pt x="12665" y="211"/>
                  </a:cubicBezTo>
                  <a:cubicBezTo>
                    <a:pt x="12671" y="169"/>
                    <a:pt x="12602" y="114"/>
                    <a:pt x="12582" y="114"/>
                  </a:cubicBezTo>
                  <a:lnTo>
                    <a:pt x="12582" y="114"/>
                  </a:lnTo>
                  <a:cubicBezTo>
                    <a:pt x="12574" y="114"/>
                    <a:pt x="12573" y="121"/>
                    <a:pt x="12584" y="138"/>
                  </a:cubicBezTo>
                  <a:cubicBezTo>
                    <a:pt x="12576" y="195"/>
                    <a:pt x="12487" y="179"/>
                    <a:pt x="12430" y="236"/>
                  </a:cubicBezTo>
                  <a:cubicBezTo>
                    <a:pt x="12389" y="227"/>
                    <a:pt x="12341" y="219"/>
                    <a:pt x="12349" y="163"/>
                  </a:cubicBezTo>
                  <a:cubicBezTo>
                    <a:pt x="12334" y="136"/>
                    <a:pt x="12294" y="126"/>
                    <a:pt x="12247" y="126"/>
                  </a:cubicBezTo>
                  <a:cubicBezTo>
                    <a:pt x="12163" y="126"/>
                    <a:pt x="12056" y="159"/>
                    <a:pt x="12025" y="195"/>
                  </a:cubicBezTo>
                  <a:cubicBezTo>
                    <a:pt x="12025" y="223"/>
                    <a:pt x="12012" y="238"/>
                    <a:pt x="12001" y="238"/>
                  </a:cubicBezTo>
                  <a:cubicBezTo>
                    <a:pt x="11990" y="238"/>
                    <a:pt x="11980" y="223"/>
                    <a:pt x="11984" y="195"/>
                  </a:cubicBezTo>
                  <a:cubicBezTo>
                    <a:pt x="11984" y="130"/>
                    <a:pt x="11943" y="130"/>
                    <a:pt x="11895" y="130"/>
                  </a:cubicBezTo>
                  <a:cubicBezTo>
                    <a:pt x="11882" y="146"/>
                    <a:pt x="11872" y="152"/>
                    <a:pt x="11866" y="152"/>
                  </a:cubicBezTo>
                  <a:cubicBezTo>
                    <a:pt x="11850" y="152"/>
                    <a:pt x="11854" y="107"/>
                    <a:pt x="11854" y="65"/>
                  </a:cubicBezTo>
                  <a:cubicBezTo>
                    <a:pt x="11903" y="9"/>
                    <a:pt x="11862" y="9"/>
                    <a:pt x="1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2"/>
            <p:cNvSpPr/>
            <p:nvPr/>
          </p:nvSpPr>
          <p:spPr>
            <a:xfrm>
              <a:off x="7284089" y="1720122"/>
              <a:ext cx="440108" cy="568079"/>
            </a:xfrm>
            <a:custGeom>
              <a:avLst/>
              <a:gdLst/>
              <a:ahLst/>
              <a:cxnLst/>
              <a:rect l="l" t="t" r="r" b="b"/>
              <a:pathLst>
                <a:path w="25532" h="32956" extrusionOk="0">
                  <a:moveTo>
                    <a:pt x="24786" y="465"/>
                  </a:moveTo>
                  <a:cubicBezTo>
                    <a:pt x="24815" y="465"/>
                    <a:pt x="24874" y="510"/>
                    <a:pt x="24932" y="600"/>
                  </a:cubicBezTo>
                  <a:cubicBezTo>
                    <a:pt x="25053" y="681"/>
                    <a:pt x="25053" y="681"/>
                    <a:pt x="24932" y="681"/>
                  </a:cubicBezTo>
                  <a:cubicBezTo>
                    <a:pt x="24875" y="681"/>
                    <a:pt x="24818" y="681"/>
                    <a:pt x="24818" y="592"/>
                  </a:cubicBezTo>
                  <a:cubicBezTo>
                    <a:pt x="24758" y="508"/>
                    <a:pt x="24757" y="465"/>
                    <a:pt x="24786" y="465"/>
                  </a:cubicBezTo>
                  <a:close/>
                  <a:moveTo>
                    <a:pt x="0" y="8667"/>
                  </a:moveTo>
                  <a:lnTo>
                    <a:pt x="0" y="8748"/>
                  </a:lnTo>
                  <a:cubicBezTo>
                    <a:pt x="0" y="8838"/>
                    <a:pt x="65" y="8838"/>
                    <a:pt x="122" y="8838"/>
                  </a:cubicBezTo>
                  <a:lnTo>
                    <a:pt x="122" y="8756"/>
                  </a:lnTo>
                  <a:cubicBezTo>
                    <a:pt x="122" y="8756"/>
                    <a:pt x="65" y="8667"/>
                    <a:pt x="0" y="8667"/>
                  </a:cubicBezTo>
                  <a:close/>
                  <a:moveTo>
                    <a:pt x="957" y="8846"/>
                  </a:moveTo>
                  <a:cubicBezTo>
                    <a:pt x="1022" y="8846"/>
                    <a:pt x="1022" y="8935"/>
                    <a:pt x="1022" y="9016"/>
                  </a:cubicBezTo>
                  <a:cubicBezTo>
                    <a:pt x="1014" y="9105"/>
                    <a:pt x="1022" y="9105"/>
                    <a:pt x="957" y="9105"/>
                  </a:cubicBezTo>
                  <a:cubicBezTo>
                    <a:pt x="925" y="9056"/>
                    <a:pt x="900" y="8992"/>
                    <a:pt x="900" y="8935"/>
                  </a:cubicBezTo>
                  <a:lnTo>
                    <a:pt x="957" y="8846"/>
                  </a:lnTo>
                  <a:close/>
                  <a:moveTo>
                    <a:pt x="990" y="9816"/>
                  </a:moveTo>
                  <a:cubicBezTo>
                    <a:pt x="1014" y="9816"/>
                    <a:pt x="1014" y="9858"/>
                    <a:pt x="1014" y="9956"/>
                  </a:cubicBezTo>
                  <a:cubicBezTo>
                    <a:pt x="1014" y="10042"/>
                    <a:pt x="1014" y="10127"/>
                    <a:pt x="957" y="10127"/>
                  </a:cubicBezTo>
                  <a:cubicBezTo>
                    <a:pt x="954" y="10127"/>
                    <a:pt x="952" y="10127"/>
                    <a:pt x="949" y="10127"/>
                  </a:cubicBezTo>
                  <a:lnTo>
                    <a:pt x="949" y="10046"/>
                  </a:lnTo>
                  <a:cubicBezTo>
                    <a:pt x="992" y="10046"/>
                    <a:pt x="978" y="10006"/>
                    <a:pt x="947" y="10006"/>
                  </a:cubicBezTo>
                  <a:cubicBezTo>
                    <a:pt x="931" y="10006"/>
                    <a:pt x="911" y="10016"/>
                    <a:pt x="892" y="10046"/>
                  </a:cubicBezTo>
                  <a:lnTo>
                    <a:pt x="771" y="10046"/>
                  </a:lnTo>
                  <a:cubicBezTo>
                    <a:pt x="771" y="9956"/>
                    <a:pt x="836" y="9875"/>
                    <a:pt x="892" y="9875"/>
                  </a:cubicBezTo>
                  <a:cubicBezTo>
                    <a:pt x="943" y="9838"/>
                    <a:pt x="973" y="9816"/>
                    <a:pt x="990" y="9816"/>
                  </a:cubicBezTo>
                  <a:close/>
                  <a:moveTo>
                    <a:pt x="1314" y="10135"/>
                  </a:moveTo>
                  <a:lnTo>
                    <a:pt x="1249" y="10216"/>
                  </a:lnTo>
                  <a:lnTo>
                    <a:pt x="1249" y="10305"/>
                  </a:lnTo>
                  <a:cubicBezTo>
                    <a:pt x="1314" y="10305"/>
                    <a:pt x="1314" y="10305"/>
                    <a:pt x="1314" y="10224"/>
                  </a:cubicBezTo>
                  <a:lnTo>
                    <a:pt x="1314" y="10135"/>
                  </a:lnTo>
                  <a:close/>
                  <a:moveTo>
                    <a:pt x="24875" y="12486"/>
                  </a:moveTo>
                  <a:cubicBezTo>
                    <a:pt x="24932" y="12494"/>
                    <a:pt x="24997" y="12575"/>
                    <a:pt x="24997" y="12664"/>
                  </a:cubicBezTo>
                  <a:cubicBezTo>
                    <a:pt x="24997" y="12697"/>
                    <a:pt x="24976" y="12717"/>
                    <a:pt x="24948" y="12717"/>
                  </a:cubicBezTo>
                  <a:cubicBezTo>
                    <a:pt x="24907" y="12717"/>
                    <a:pt x="24849" y="12676"/>
                    <a:pt x="24810" y="12575"/>
                  </a:cubicBezTo>
                  <a:cubicBezTo>
                    <a:pt x="24810" y="12486"/>
                    <a:pt x="24810" y="12486"/>
                    <a:pt x="24875" y="12486"/>
                  </a:cubicBezTo>
                  <a:close/>
                  <a:moveTo>
                    <a:pt x="690" y="14659"/>
                  </a:moveTo>
                  <a:cubicBezTo>
                    <a:pt x="746" y="14667"/>
                    <a:pt x="811" y="14837"/>
                    <a:pt x="811" y="14918"/>
                  </a:cubicBezTo>
                  <a:cubicBezTo>
                    <a:pt x="811" y="14956"/>
                    <a:pt x="800" y="14978"/>
                    <a:pt x="782" y="14978"/>
                  </a:cubicBezTo>
                  <a:cubicBezTo>
                    <a:pt x="758" y="14978"/>
                    <a:pt x="723" y="14936"/>
                    <a:pt x="690" y="14837"/>
                  </a:cubicBezTo>
                  <a:cubicBezTo>
                    <a:pt x="690" y="14748"/>
                    <a:pt x="690" y="14667"/>
                    <a:pt x="690" y="14667"/>
                  </a:cubicBezTo>
                  <a:lnTo>
                    <a:pt x="690" y="14659"/>
                  </a:lnTo>
                  <a:close/>
                  <a:moveTo>
                    <a:pt x="25031" y="15404"/>
                  </a:moveTo>
                  <a:cubicBezTo>
                    <a:pt x="25033" y="15404"/>
                    <a:pt x="25035" y="15404"/>
                    <a:pt x="25037" y="15405"/>
                  </a:cubicBezTo>
                  <a:cubicBezTo>
                    <a:pt x="25037" y="15405"/>
                    <a:pt x="25094" y="15405"/>
                    <a:pt x="25159" y="15486"/>
                  </a:cubicBezTo>
                  <a:cubicBezTo>
                    <a:pt x="25159" y="15486"/>
                    <a:pt x="25216" y="15575"/>
                    <a:pt x="25159" y="15575"/>
                  </a:cubicBezTo>
                  <a:lnTo>
                    <a:pt x="25094" y="15575"/>
                  </a:lnTo>
                  <a:cubicBezTo>
                    <a:pt x="25040" y="15490"/>
                    <a:pt x="24985" y="15404"/>
                    <a:pt x="25031" y="15404"/>
                  </a:cubicBezTo>
                  <a:close/>
                  <a:moveTo>
                    <a:pt x="625" y="15178"/>
                  </a:moveTo>
                  <a:cubicBezTo>
                    <a:pt x="568" y="15178"/>
                    <a:pt x="568" y="15259"/>
                    <a:pt x="568" y="15429"/>
                  </a:cubicBezTo>
                  <a:cubicBezTo>
                    <a:pt x="568" y="15494"/>
                    <a:pt x="592" y="15551"/>
                    <a:pt x="625" y="15607"/>
                  </a:cubicBezTo>
                  <a:cubicBezTo>
                    <a:pt x="690" y="15607"/>
                    <a:pt x="690" y="15518"/>
                    <a:pt x="690" y="15437"/>
                  </a:cubicBezTo>
                  <a:cubicBezTo>
                    <a:pt x="746" y="15259"/>
                    <a:pt x="690" y="15178"/>
                    <a:pt x="625" y="15178"/>
                  </a:cubicBezTo>
                  <a:close/>
                  <a:moveTo>
                    <a:pt x="25078" y="18826"/>
                  </a:moveTo>
                  <a:cubicBezTo>
                    <a:pt x="25078" y="18826"/>
                    <a:pt x="25143" y="18826"/>
                    <a:pt x="25143" y="18907"/>
                  </a:cubicBezTo>
                  <a:cubicBezTo>
                    <a:pt x="25135" y="18907"/>
                    <a:pt x="25078" y="18997"/>
                    <a:pt x="25021" y="18997"/>
                  </a:cubicBezTo>
                  <a:lnTo>
                    <a:pt x="25021" y="18907"/>
                  </a:lnTo>
                  <a:cubicBezTo>
                    <a:pt x="25021" y="18826"/>
                    <a:pt x="25078" y="18826"/>
                    <a:pt x="25078" y="18826"/>
                  </a:cubicBezTo>
                  <a:close/>
                  <a:moveTo>
                    <a:pt x="1030" y="18859"/>
                  </a:moveTo>
                  <a:cubicBezTo>
                    <a:pt x="1087" y="18859"/>
                    <a:pt x="1087" y="18948"/>
                    <a:pt x="1087" y="19029"/>
                  </a:cubicBezTo>
                  <a:lnTo>
                    <a:pt x="1030" y="19029"/>
                  </a:lnTo>
                  <a:lnTo>
                    <a:pt x="965" y="18948"/>
                  </a:lnTo>
                  <a:lnTo>
                    <a:pt x="1030" y="18859"/>
                  </a:lnTo>
                  <a:close/>
                  <a:moveTo>
                    <a:pt x="730" y="19110"/>
                  </a:moveTo>
                  <a:lnTo>
                    <a:pt x="844" y="19288"/>
                  </a:lnTo>
                  <a:cubicBezTo>
                    <a:pt x="1022" y="19459"/>
                    <a:pt x="1022" y="19459"/>
                    <a:pt x="900" y="19459"/>
                  </a:cubicBezTo>
                  <a:cubicBezTo>
                    <a:pt x="844" y="19459"/>
                    <a:pt x="787" y="19459"/>
                    <a:pt x="722" y="19280"/>
                  </a:cubicBezTo>
                  <a:cubicBezTo>
                    <a:pt x="722" y="19199"/>
                    <a:pt x="730" y="19110"/>
                    <a:pt x="730" y="19110"/>
                  </a:cubicBezTo>
                  <a:close/>
                  <a:moveTo>
                    <a:pt x="25191" y="19678"/>
                  </a:moveTo>
                  <a:lnTo>
                    <a:pt x="25191" y="19767"/>
                  </a:lnTo>
                  <a:lnTo>
                    <a:pt x="25135" y="19848"/>
                  </a:lnTo>
                  <a:lnTo>
                    <a:pt x="25135" y="19767"/>
                  </a:lnTo>
                  <a:cubicBezTo>
                    <a:pt x="25135" y="19678"/>
                    <a:pt x="25135" y="19678"/>
                    <a:pt x="25191" y="19678"/>
                  </a:cubicBezTo>
                  <a:close/>
                  <a:moveTo>
                    <a:pt x="25227" y="19959"/>
                  </a:moveTo>
                  <a:cubicBezTo>
                    <a:pt x="25220" y="19959"/>
                    <a:pt x="25220" y="19982"/>
                    <a:pt x="25248" y="20026"/>
                  </a:cubicBezTo>
                  <a:cubicBezTo>
                    <a:pt x="25248" y="19982"/>
                    <a:pt x="25234" y="19959"/>
                    <a:pt x="25227" y="19959"/>
                  </a:cubicBezTo>
                  <a:close/>
                  <a:moveTo>
                    <a:pt x="25191" y="20537"/>
                  </a:moveTo>
                  <a:lnTo>
                    <a:pt x="25183" y="20618"/>
                  </a:lnTo>
                  <a:lnTo>
                    <a:pt x="25118" y="20699"/>
                  </a:lnTo>
                  <a:lnTo>
                    <a:pt x="25126" y="20618"/>
                  </a:lnTo>
                  <a:cubicBezTo>
                    <a:pt x="25126" y="20537"/>
                    <a:pt x="25126" y="20537"/>
                    <a:pt x="25191" y="20537"/>
                  </a:cubicBezTo>
                  <a:close/>
                  <a:moveTo>
                    <a:pt x="25449" y="20843"/>
                  </a:moveTo>
                  <a:lnTo>
                    <a:pt x="25449" y="20843"/>
                  </a:lnTo>
                  <a:cubicBezTo>
                    <a:pt x="25445" y="20843"/>
                    <a:pt x="25434" y="20850"/>
                    <a:pt x="25417" y="20869"/>
                  </a:cubicBezTo>
                  <a:lnTo>
                    <a:pt x="25417" y="20869"/>
                  </a:lnTo>
                  <a:cubicBezTo>
                    <a:pt x="25445" y="20859"/>
                    <a:pt x="25455" y="20843"/>
                    <a:pt x="25449" y="20843"/>
                  </a:cubicBezTo>
                  <a:close/>
                  <a:moveTo>
                    <a:pt x="25087" y="21120"/>
                  </a:moveTo>
                  <a:cubicBezTo>
                    <a:pt x="25089" y="21120"/>
                    <a:pt x="25092" y="21120"/>
                    <a:pt x="25094" y="21121"/>
                  </a:cubicBezTo>
                  <a:cubicBezTo>
                    <a:pt x="25159" y="21121"/>
                    <a:pt x="25159" y="21121"/>
                    <a:pt x="25151" y="21210"/>
                  </a:cubicBezTo>
                  <a:cubicBezTo>
                    <a:pt x="25146" y="21303"/>
                    <a:pt x="25144" y="21343"/>
                    <a:pt x="25132" y="21343"/>
                  </a:cubicBezTo>
                  <a:cubicBezTo>
                    <a:pt x="25124" y="21343"/>
                    <a:pt x="25110" y="21321"/>
                    <a:pt x="25086" y="21283"/>
                  </a:cubicBezTo>
                  <a:cubicBezTo>
                    <a:pt x="25032" y="21205"/>
                    <a:pt x="25037" y="21120"/>
                    <a:pt x="25087" y="21120"/>
                  </a:cubicBezTo>
                  <a:close/>
                  <a:moveTo>
                    <a:pt x="1001" y="21111"/>
                  </a:moveTo>
                  <a:cubicBezTo>
                    <a:pt x="1024" y="21111"/>
                    <a:pt x="1082" y="21169"/>
                    <a:pt x="1168" y="21226"/>
                  </a:cubicBezTo>
                  <a:lnTo>
                    <a:pt x="1168" y="21218"/>
                  </a:lnTo>
                  <a:cubicBezTo>
                    <a:pt x="1212" y="21315"/>
                    <a:pt x="1229" y="21354"/>
                    <a:pt x="1208" y="21354"/>
                  </a:cubicBezTo>
                  <a:cubicBezTo>
                    <a:pt x="1194" y="21354"/>
                    <a:pt x="1163" y="21337"/>
                    <a:pt x="1111" y="21307"/>
                  </a:cubicBezTo>
                  <a:lnTo>
                    <a:pt x="990" y="21145"/>
                  </a:lnTo>
                  <a:cubicBezTo>
                    <a:pt x="987" y="21121"/>
                    <a:pt x="991" y="21111"/>
                    <a:pt x="1001" y="21111"/>
                  </a:cubicBezTo>
                  <a:close/>
                  <a:moveTo>
                    <a:pt x="24640" y="21737"/>
                  </a:moveTo>
                  <a:cubicBezTo>
                    <a:pt x="24697" y="21745"/>
                    <a:pt x="24762" y="21753"/>
                    <a:pt x="24745" y="21834"/>
                  </a:cubicBezTo>
                  <a:lnTo>
                    <a:pt x="24672" y="21907"/>
                  </a:lnTo>
                  <a:lnTo>
                    <a:pt x="24624" y="21818"/>
                  </a:lnTo>
                  <a:lnTo>
                    <a:pt x="24640" y="21737"/>
                  </a:lnTo>
                  <a:close/>
                  <a:moveTo>
                    <a:pt x="853" y="21826"/>
                  </a:moveTo>
                  <a:cubicBezTo>
                    <a:pt x="915" y="21826"/>
                    <a:pt x="981" y="21899"/>
                    <a:pt x="981" y="21899"/>
                  </a:cubicBezTo>
                  <a:lnTo>
                    <a:pt x="990" y="21980"/>
                  </a:lnTo>
                  <a:cubicBezTo>
                    <a:pt x="973" y="21983"/>
                    <a:pt x="956" y="21985"/>
                    <a:pt x="940" y="21985"/>
                  </a:cubicBezTo>
                  <a:cubicBezTo>
                    <a:pt x="900" y="21985"/>
                    <a:pt x="866" y="21971"/>
                    <a:pt x="860" y="21907"/>
                  </a:cubicBezTo>
                  <a:lnTo>
                    <a:pt x="844" y="21826"/>
                  </a:lnTo>
                  <a:cubicBezTo>
                    <a:pt x="847" y="21826"/>
                    <a:pt x="850" y="21826"/>
                    <a:pt x="853" y="21826"/>
                  </a:cubicBezTo>
                  <a:close/>
                  <a:moveTo>
                    <a:pt x="24564" y="22709"/>
                  </a:moveTo>
                  <a:cubicBezTo>
                    <a:pt x="24574" y="22709"/>
                    <a:pt x="24587" y="22713"/>
                    <a:pt x="24607" y="22718"/>
                  </a:cubicBezTo>
                  <a:cubicBezTo>
                    <a:pt x="24607" y="22718"/>
                    <a:pt x="24664" y="22726"/>
                    <a:pt x="24648" y="22807"/>
                  </a:cubicBezTo>
                  <a:lnTo>
                    <a:pt x="24583" y="22872"/>
                  </a:lnTo>
                  <a:cubicBezTo>
                    <a:pt x="24518" y="22864"/>
                    <a:pt x="24535" y="22783"/>
                    <a:pt x="24535" y="22783"/>
                  </a:cubicBezTo>
                  <a:cubicBezTo>
                    <a:pt x="24540" y="22727"/>
                    <a:pt x="24542" y="22709"/>
                    <a:pt x="24564" y="22709"/>
                  </a:cubicBezTo>
                  <a:close/>
                  <a:moveTo>
                    <a:pt x="1606" y="22880"/>
                  </a:moveTo>
                  <a:lnTo>
                    <a:pt x="1549" y="22888"/>
                  </a:lnTo>
                  <a:cubicBezTo>
                    <a:pt x="1507" y="22900"/>
                    <a:pt x="1466" y="22908"/>
                    <a:pt x="1469" y="22908"/>
                  </a:cubicBezTo>
                  <a:cubicBezTo>
                    <a:pt x="1470" y="22908"/>
                    <a:pt x="1477" y="22907"/>
                    <a:pt x="1492" y="22904"/>
                  </a:cubicBezTo>
                  <a:lnTo>
                    <a:pt x="1606" y="22880"/>
                  </a:lnTo>
                  <a:close/>
                  <a:moveTo>
                    <a:pt x="1030" y="23489"/>
                  </a:moveTo>
                  <a:cubicBezTo>
                    <a:pt x="1045" y="23489"/>
                    <a:pt x="1115" y="23594"/>
                    <a:pt x="1127" y="23658"/>
                  </a:cubicBezTo>
                  <a:lnTo>
                    <a:pt x="1071" y="23675"/>
                  </a:lnTo>
                  <a:cubicBezTo>
                    <a:pt x="1046" y="23594"/>
                    <a:pt x="973" y="23529"/>
                    <a:pt x="1030" y="23513"/>
                  </a:cubicBezTo>
                  <a:cubicBezTo>
                    <a:pt x="1025" y="23496"/>
                    <a:pt x="1026" y="23489"/>
                    <a:pt x="1030" y="23489"/>
                  </a:cubicBezTo>
                  <a:close/>
                  <a:moveTo>
                    <a:pt x="1559" y="24072"/>
                  </a:moveTo>
                  <a:cubicBezTo>
                    <a:pt x="1586" y="24072"/>
                    <a:pt x="1609" y="24085"/>
                    <a:pt x="1622" y="24129"/>
                  </a:cubicBezTo>
                  <a:cubicBezTo>
                    <a:pt x="1696" y="24176"/>
                    <a:pt x="1686" y="24252"/>
                    <a:pt x="1596" y="24252"/>
                  </a:cubicBezTo>
                  <a:cubicBezTo>
                    <a:pt x="1578" y="24252"/>
                    <a:pt x="1557" y="24249"/>
                    <a:pt x="1533" y="24242"/>
                  </a:cubicBezTo>
                  <a:cubicBezTo>
                    <a:pt x="1508" y="24161"/>
                    <a:pt x="1508" y="24161"/>
                    <a:pt x="1484" y="24088"/>
                  </a:cubicBezTo>
                  <a:cubicBezTo>
                    <a:pt x="1510" y="24081"/>
                    <a:pt x="1536" y="24072"/>
                    <a:pt x="1559" y="24072"/>
                  </a:cubicBezTo>
                  <a:close/>
                  <a:moveTo>
                    <a:pt x="1849" y="24745"/>
                  </a:moveTo>
                  <a:lnTo>
                    <a:pt x="1873" y="24826"/>
                  </a:lnTo>
                  <a:cubicBezTo>
                    <a:pt x="1898" y="24899"/>
                    <a:pt x="1898" y="24899"/>
                    <a:pt x="1849" y="24923"/>
                  </a:cubicBezTo>
                  <a:lnTo>
                    <a:pt x="1817" y="24842"/>
                  </a:lnTo>
                  <a:lnTo>
                    <a:pt x="1849" y="24745"/>
                  </a:lnTo>
                  <a:close/>
                  <a:moveTo>
                    <a:pt x="2360" y="25507"/>
                  </a:moveTo>
                  <a:cubicBezTo>
                    <a:pt x="2303" y="25531"/>
                    <a:pt x="2287" y="25629"/>
                    <a:pt x="2287" y="25629"/>
                  </a:cubicBezTo>
                  <a:cubicBezTo>
                    <a:pt x="2306" y="25672"/>
                    <a:pt x="2334" y="25681"/>
                    <a:pt x="2354" y="25681"/>
                  </a:cubicBezTo>
                  <a:cubicBezTo>
                    <a:pt x="2367" y="25681"/>
                    <a:pt x="2376" y="25677"/>
                    <a:pt x="2376" y="25677"/>
                  </a:cubicBezTo>
                  <a:cubicBezTo>
                    <a:pt x="2376" y="25677"/>
                    <a:pt x="2425" y="25653"/>
                    <a:pt x="2392" y="25580"/>
                  </a:cubicBezTo>
                  <a:lnTo>
                    <a:pt x="2360" y="25507"/>
                  </a:lnTo>
                  <a:close/>
                  <a:moveTo>
                    <a:pt x="2221" y="26132"/>
                  </a:moveTo>
                  <a:cubicBezTo>
                    <a:pt x="2259" y="26132"/>
                    <a:pt x="2287" y="26188"/>
                    <a:pt x="2287" y="26188"/>
                  </a:cubicBezTo>
                  <a:cubicBezTo>
                    <a:pt x="2319" y="26261"/>
                    <a:pt x="2360" y="26334"/>
                    <a:pt x="2303" y="26358"/>
                  </a:cubicBezTo>
                  <a:cubicBezTo>
                    <a:pt x="2303" y="26358"/>
                    <a:pt x="2292" y="26366"/>
                    <a:pt x="2277" y="26366"/>
                  </a:cubicBezTo>
                  <a:cubicBezTo>
                    <a:pt x="2259" y="26366"/>
                    <a:pt x="2235" y="26356"/>
                    <a:pt x="2214" y="26318"/>
                  </a:cubicBezTo>
                  <a:cubicBezTo>
                    <a:pt x="2190" y="26261"/>
                    <a:pt x="2181" y="26196"/>
                    <a:pt x="2198" y="26139"/>
                  </a:cubicBezTo>
                  <a:cubicBezTo>
                    <a:pt x="2206" y="26134"/>
                    <a:pt x="2214" y="26132"/>
                    <a:pt x="2221" y="26132"/>
                  </a:cubicBezTo>
                  <a:close/>
                  <a:moveTo>
                    <a:pt x="3372" y="26532"/>
                  </a:moveTo>
                  <a:cubicBezTo>
                    <a:pt x="3363" y="26532"/>
                    <a:pt x="3361" y="26556"/>
                    <a:pt x="3357" y="26602"/>
                  </a:cubicBezTo>
                  <a:lnTo>
                    <a:pt x="3438" y="26731"/>
                  </a:lnTo>
                  <a:cubicBezTo>
                    <a:pt x="3487" y="26699"/>
                    <a:pt x="3487" y="26699"/>
                    <a:pt x="3446" y="26634"/>
                  </a:cubicBezTo>
                  <a:cubicBezTo>
                    <a:pt x="3403" y="26564"/>
                    <a:pt x="3383" y="26532"/>
                    <a:pt x="3372" y="26532"/>
                  </a:cubicBezTo>
                  <a:close/>
                  <a:moveTo>
                    <a:pt x="3026" y="27426"/>
                  </a:moveTo>
                  <a:cubicBezTo>
                    <a:pt x="3038" y="27426"/>
                    <a:pt x="3062" y="27460"/>
                    <a:pt x="3114" y="27534"/>
                  </a:cubicBezTo>
                  <a:cubicBezTo>
                    <a:pt x="3162" y="27599"/>
                    <a:pt x="3114" y="27639"/>
                    <a:pt x="3114" y="27639"/>
                  </a:cubicBezTo>
                  <a:cubicBezTo>
                    <a:pt x="3108" y="27644"/>
                    <a:pt x="3102" y="27645"/>
                    <a:pt x="3097" y="27645"/>
                  </a:cubicBezTo>
                  <a:cubicBezTo>
                    <a:pt x="3064" y="27645"/>
                    <a:pt x="3059" y="27558"/>
                    <a:pt x="3017" y="27502"/>
                  </a:cubicBezTo>
                  <a:cubicBezTo>
                    <a:pt x="3017" y="27452"/>
                    <a:pt x="3017" y="27426"/>
                    <a:pt x="3026" y="27426"/>
                  </a:cubicBezTo>
                  <a:close/>
                  <a:moveTo>
                    <a:pt x="1722" y="27734"/>
                  </a:moveTo>
                  <a:cubicBezTo>
                    <a:pt x="1706" y="27734"/>
                    <a:pt x="1691" y="27737"/>
                    <a:pt x="1679" y="27745"/>
                  </a:cubicBezTo>
                  <a:cubicBezTo>
                    <a:pt x="1622" y="27777"/>
                    <a:pt x="1671" y="27858"/>
                    <a:pt x="1825" y="27874"/>
                  </a:cubicBezTo>
                  <a:cubicBezTo>
                    <a:pt x="1873" y="27842"/>
                    <a:pt x="1873" y="27842"/>
                    <a:pt x="1825" y="27761"/>
                  </a:cubicBezTo>
                  <a:cubicBezTo>
                    <a:pt x="1825" y="27761"/>
                    <a:pt x="1770" y="27734"/>
                    <a:pt x="1722" y="27734"/>
                  </a:cubicBezTo>
                  <a:close/>
                  <a:moveTo>
                    <a:pt x="4061" y="28490"/>
                  </a:moveTo>
                  <a:cubicBezTo>
                    <a:pt x="4096" y="28490"/>
                    <a:pt x="4129" y="28550"/>
                    <a:pt x="4103" y="28669"/>
                  </a:cubicBezTo>
                  <a:cubicBezTo>
                    <a:pt x="4081" y="28687"/>
                    <a:pt x="4069" y="28697"/>
                    <a:pt x="4059" y="28697"/>
                  </a:cubicBezTo>
                  <a:cubicBezTo>
                    <a:pt x="4045" y="28697"/>
                    <a:pt x="4033" y="28681"/>
                    <a:pt x="4006" y="28645"/>
                  </a:cubicBezTo>
                  <a:cubicBezTo>
                    <a:pt x="4006" y="28645"/>
                    <a:pt x="3989" y="28539"/>
                    <a:pt x="4038" y="28507"/>
                  </a:cubicBezTo>
                  <a:lnTo>
                    <a:pt x="4038" y="28499"/>
                  </a:lnTo>
                  <a:cubicBezTo>
                    <a:pt x="4045" y="28493"/>
                    <a:pt x="4053" y="28490"/>
                    <a:pt x="4061" y="28490"/>
                  </a:cubicBezTo>
                  <a:close/>
                  <a:moveTo>
                    <a:pt x="21689" y="28880"/>
                  </a:moveTo>
                  <a:cubicBezTo>
                    <a:pt x="21737" y="28920"/>
                    <a:pt x="21778" y="28961"/>
                    <a:pt x="21721" y="29026"/>
                  </a:cubicBezTo>
                  <a:lnTo>
                    <a:pt x="21664" y="29083"/>
                  </a:lnTo>
                  <a:cubicBezTo>
                    <a:pt x="21624" y="29042"/>
                    <a:pt x="21632" y="28937"/>
                    <a:pt x="21632" y="28937"/>
                  </a:cubicBezTo>
                  <a:lnTo>
                    <a:pt x="21689" y="28880"/>
                  </a:lnTo>
                  <a:close/>
                  <a:moveTo>
                    <a:pt x="4379" y="28977"/>
                  </a:moveTo>
                  <a:lnTo>
                    <a:pt x="4476" y="28993"/>
                  </a:lnTo>
                  <a:lnTo>
                    <a:pt x="4541" y="29050"/>
                  </a:lnTo>
                  <a:cubicBezTo>
                    <a:pt x="4514" y="29082"/>
                    <a:pt x="4484" y="29110"/>
                    <a:pt x="4451" y="29110"/>
                  </a:cubicBezTo>
                  <a:cubicBezTo>
                    <a:pt x="4433" y="29110"/>
                    <a:pt x="4415" y="29102"/>
                    <a:pt x="4395" y="29083"/>
                  </a:cubicBezTo>
                  <a:lnTo>
                    <a:pt x="4379" y="28977"/>
                  </a:lnTo>
                  <a:close/>
                  <a:moveTo>
                    <a:pt x="19097" y="30979"/>
                  </a:moveTo>
                  <a:cubicBezTo>
                    <a:pt x="19113" y="30979"/>
                    <a:pt x="19121" y="30991"/>
                    <a:pt x="19135" y="31012"/>
                  </a:cubicBezTo>
                  <a:cubicBezTo>
                    <a:pt x="19159" y="31061"/>
                    <a:pt x="19021" y="31150"/>
                    <a:pt x="18948" y="31199"/>
                  </a:cubicBezTo>
                  <a:cubicBezTo>
                    <a:pt x="18843" y="31182"/>
                    <a:pt x="18892" y="31093"/>
                    <a:pt x="18964" y="31045"/>
                  </a:cubicBezTo>
                  <a:cubicBezTo>
                    <a:pt x="19042" y="30999"/>
                    <a:pt x="19076" y="30979"/>
                    <a:pt x="19097" y="30979"/>
                  </a:cubicBezTo>
                  <a:close/>
                  <a:moveTo>
                    <a:pt x="8951" y="31977"/>
                  </a:moveTo>
                  <a:lnTo>
                    <a:pt x="9024" y="32009"/>
                  </a:lnTo>
                  <a:cubicBezTo>
                    <a:pt x="9011" y="32055"/>
                    <a:pt x="8993" y="32100"/>
                    <a:pt x="8945" y="32100"/>
                  </a:cubicBezTo>
                  <a:cubicBezTo>
                    <a:pt x="8933" y="32100"/>
                    <a:pt x="8919" y="32097"/>
                    <a:pt x="8903" y="32090"/>
                  </a:cubicBezTo>
                  <a:lnTo>
                    <a:pt x="8846" y="32001"/>
                  </a:lnTo>
                  <a:lnTo>
                    <a:pt x="8951" y="31977"/>
                  </a:lnTo>
                  <a:close/>
                  <a:moveTo>
                    <a:pt x="12332" y="32188"/>
                  </a:moveTo>
                  <a:lnTo>
                    <a:pt x="12413" y="32196"/>
                  </a:lnTo>
                  <a:cubicBezTo>
                    <a:pt x="12413" y="32249"/>
                    <a:pt x="12413" y="32310"/>
                    <a:pt x="12346" y="32310"/>
                  </a:cubicBezTo>
                  <a:cubicBezTo>
                    <a:pt x="12341" y="32310"/>
                    <a:pt x="12337" y="32310"/>
                    <a:pt x="12332" y="32309"/>
                  </a:cubicBezTo>
                  <a:lnTo>
                    <a:pt x="12243" y="32301"/>
                  </a:lnTo>
                  <a:cubicBezTo>
                    <a:pt x="12251" y="32245"/>
                    <a:pt x="12332" y="32188"/>
                    <a:pt x="12332" y="32188"/>
                  </a:cubicBezTo>
                  <a:close/>
                  <a:moveTo>
                    <a:pt x="10897" y="32439"/>
                  </a:moveTo>
                  <a:cubicBezTo>
                    <a:pt x="10978" y="32455"/>
                    <a:pt x="10978" y="32455"/>
                    <a:pt x="10970" y="32512"/>
                  </a:cubicBezTo>
                  <a:cubicBezTo>
                    <a:pt x="10962" y="32569"/>
                    <a:pt x="10865" y="32617"/>
                    <a:pt x="10865" y="32617"/>
                  </a:cubicBezTo>
                  <a:cubicBezTo>
                    <a:pt x="10784" y="32601"/>
                    <a:pt x="10889" y="32496"/>
                    <a:pt x="10897" y="32439"/>
                  </a:cubicBezTo>
                  <a:close/>
                  <a:moveTo>
                    <a:pt x="13476" y="32569"/>
                  </a:moveTo>
                  <a:cubicBezTo>
                    <a:pt x="13476" y="32626"/>
                    <a:pt x="13476" y="32682"/>
                    <a:pt x="13394" y="32690"/>
                  </a:cubicBezTo>
                  <a:lnTo>
                    <a:pt x="13313" y="32634"/>
                  </a:lnTo>
                  <a:lnTo>
                    <a:pt x="13394" y="32569"/>
                  </a:lnTo>
                  <a:close/>
                  <a:moveTo>
                    <a:pt x="24966" y="0"/>
                  </a:moveTo>
                  <a:cubicBezTo>
                    <a:pt x="24865" y="0"/>
                    <a:pt x="24813" y="7"/>
                    <a:pt x="24753" y="162"/>
                  </a:cubicBezTo>
                  <a:cubicBezTo>
                    <a:pt x="24697" y="511"/>
                    <a:pt x="24632" y="762"/>
                    <a:pt x="24753" y="762"/>
                  </a:cubicBezTo>
                  <a:cubicBezTo>
                    <a:pt x="24786" y="819"/>
                    <a:pt x="24810" y="876"/>
                    <a:pt x="24810" y="941"/>
                  </a:cubicBezTo>
                  <a:cubicBezTo>
                    <a:pt x="24802" y="997"/>
                    <a:pt x="24786" y="1054"/>
                    <a:pt x="24753" y="1111"/>
                  </a:cubicBezTo>
                  <a:cubicBezTo>
                    <a:pt x="24753" y="1111"/>
                    <a:pt x="24752" y="1111"/>
                    <a:pt x="24751" y="1111"/>
                  </a:cubicBezTo>
                  <a:cubicBezTo>
                    <a:pt x="24689" y="1111"/>
                    <a:pt x="24689" y="1456"/>
                    <a:pt x="24689" y="1873"/>
                  </a:cubicBezTo>
                  <a:cubicBezTo>
                    <a:pt x="24680" y="2392"/>
                    <a:pt x="24680" y="2643"/>
                    <a:pt x="24624" y="2732"/>
                  </a:cubicBezTo>
                  <a:cubicBezTo>
                    <a:pt x="24583" y="2781"/>
                    <a:pt x="24567" y="2838"/>
                    <a:pt x="24559" y="2903"/>
                  </a:cubicBezTo>
                  <a:cubicBezTo>
                    <a:pt x="24624" y="2903"/>
                    <a:pt x="24616" y="3413"/>
                    <a:pt x="24616" y="4013"/>
                  </a:cubicBezTo>
                  <a:cubicBezTo>
                    <a:pt x="24616" y="4613"/>
                    <a:pt x="24607" y="5213"/>
                    <a:pt x="24672" y="5213"/>
                  </a:cubicBezTo>
                  <a:cubicBezTo>
                    <a:pt x="24672" y="5303"/>
                    <a:pt x="24664" y="5384"/>
                    <a:pt x="24664" y="5384"/>
                  </a:cubicBezTo>
                  <a:cubicBezTo>
                    <a:pt x="24607" y="5384"/>
                    <a:pt x="24607" y="5554"/>
                    <a:pt x="24607" y="5724"/>
                  </a:cubicBezTo>
                  <a:cubicBezTo>
                    <a:pt x="24640" y="5838"/>
                    <a:pt x="24664" y="5951"/>
                    <a:pt x="24664" y="6073"/>
                  </a:cubicBezTo>
                  <a:cubicBezTo>
                    <a:pt x="24607" y="6073"/>
                    <a:pt x="24607" y="6154"/>
                    <a:pt x="24607" y="6324"/>
                  </a:cubicBezTo>
                  <a:cubicBezTo>
                    <a:pt x="24599" y="6494"/>
                    <a:pt x="24599" y="6584"/>
                    <a:pt x="24664" y="6584"/>
                  </a:cubicBezTo>
                  <a:cubicBezTo>
                    <a:pt x="24664" y="6665"/>
                    <a:pt x="24656" y="7265"/>
                    <a:pt x="24599" y="7524"/>
                  </a:cubicBezTo>
                  <a:cubicBezTo>
                    <a:pt x="24535" y="7605"/>
                    <a:pt x="24599" y="7694"/>
                    <a:pt x="24656" y="7784"/>
                  </a:cubicBezTo>
                  <a:cubicBezTo>
                    <a:pt x="24713" y="7784"/>
                    <a:pt x="24778" y="7865"/>
                    <a:pt x="24778" y="7954"/>
                  </a:cubicBezTo>
                  <a:lnTo>
                    <a:pt x="24656" y="7954"/>
                  </a:lnTo>
                  <a:cubicBezTo>
                    <a:pt x="24632" y="7916"/>
                    <a:pt x="24618" y="7895"/>
                    <a:pt x="24610" y="7895"/>
                  </a:cubicBezTo>
                  <a:cubicBezTo>
                    <a:pt x="24598" y="7895"/>
                    <a:pt x="24596" y="7936"/>
                    <a:pt x="24591" y="8035"/>
                  </a:cubicBezTo>
                  <a:lnTo>
                    <a:pt x="24591" y="8205"/>
                  </a:lnTo>
                  <a:cubicBezTo>
                    <a:pt x="24656" y="8205"/>
                    <a:pt x="24648" y="8635"/>
                    <a:pt x="24648" y="9235"/>
                  </a:cubicBezTo>
                  <a:cubicBezTo>
                    <a:pt x="24648" y="10005"/>
                    <a:pt x="24640" y="10264"/>
                    <a:pt x="24705" y="10264"/>
                  </a:cubicBezTo>
                  <a:cubicBezTo>
                    <a:pt x="24762" y="10264"/>
                    <a:pt x="24762" y="10346"/>
                    <a:pt x="24705" y="10605"/>
                  </a:cubicBezTo>
                  <a:cubicBezTo>
                    <a:pt x="24518" y="11116"/>
                    <a:pt x="24518" y="11116"/>
                    <a:pt x="24575" y="11205"/>
                  </a:cubicBezTo>
                  <a:cubicBezTo>
                    <a:pt x="24575" y="11116"/>
                    <a:pt x="24640" y="11116"/>
                    <a:pt x="24697" y="11116"/>
                  </a:cubicBezTo>
                  <a:cubicBezTo>
                    <a:pt x="24818" y="11116"/>
                    <a:pt x="24818" y="11205"/>
                    <a:pt x="24697" y="11286"/>
                  </a:cubicBezTo>
                  <a:cubicBezTo>
                    <a:pt x="24575" y="11286"/>
                    <a:pt x="24632" y="12575"/>
                    <a:pt x="24753" y="12656"/>
                  </a:cubicBezTo>
                  <a:lnTo>
                    <a:pt x="24689" y="12656"/>
                  </a:lnTo>
                  <a:cubicBezTo>
                    <a:pt x="24632" y="12656"/>
                    <a:pt x="24632" y="12745"/>
                    <a:pt x="24632" y="13086"/>
                  </a:cubicBezTo>
                  <a:cubicBezTo>
                    <a:pt x="24624" y="13256"/>
                    <a:pt x="24624" y="13345"/>
                    <a:pt x="24624" y="13345"/>
                  </a:cubicBezTo>
                  <a:cubicBezTo>
                    <a:pt x="24745" y="13345"/>
                    <a:pt x="24680" y="13856"/>
                    <a:pt x="24624" y="13856"/>
                  </a:cubicBezTo>
                  <a:cubicBezTo>
                    <a:pt x="24567" y="13937"/>
                    <a:pt x="24567" y="13937"/>
                    <a:pt x="24567" y="14116"/>
                  </a:cubicBezTo>
                  <a:cubicBezTo>
                    <a:pt x="24680" y="14367"/>
                    <a:pt x="24616" y="14797"/>
                    <a:pt x="24559" y="14797"/>
                  </a:cubicBezTo>
                  <a:cubicBezTo>
                    <a:pt x="24559" y="14797"/>
                    <a:pt x="24559" y="14886"/>
                    <a:pt x="24559" y="14967"/>
                  </a:cubicBezTo>
                  <a:cubicBezTo>
                    <a:pt x="24607" y="15072"/>
                    <a:pt x="24624" y="15194"/>
                    <a:pt x="24616" y="15308"/>
                  </a:cubicBezTo>
                  <a:cubicBezTo>
                    <a:pt x="24616" y="15502"/>
                    <a:pt x="24616" y="15601"/>
                    <a:pt x="24639" y="15601"/>
                  </a:cubicBezTo>
                  <a:cubicBezTo>
                    <a:pt x="24647" y="15601"/>
                    <a:pt x="24658" y="15589"/>
                    <a:pt x="24672" y="15567"/>
                  </a:cubicBezTo>
                  <a:cubicBezTo>
                    <a:pt x="24737" y="15567"/>
                    <a:pt x="24794" y="15567"/>
                    <a:pt x="24794" y="15656"/>
                  </a:cubicBezTo>
                  <a:lnTo>
                    <a:pt x="24737" y="15656"/>
                  </a:lnTo>
                  <a:cubicBezTo>
                    <a:pt x="24672" y="15656"/>
                    <a:pt x="24672" y="15907"/>
                    <a:pt x="24672" y="16248"/>
                  </a:cubicBezTo>
                  <a:cubicBezTo>
                    <a:pt x="24672" y="16678"/>
                    <a:pt x="24672" y="16848"/>
                    <a:pt x="24607" y="16937"/>
                  </a:cubicBezTo>
                  <a:lnTo>
                    <a:pt x="24664" y="17018"/>
                  </a:lnTo>
                  <a:cubicBezTo>
                    <a:pt x="24729" y="17107"/>
                    <a:pt x="24729" y="17197"/>
                    <a:pt x="24664" y="17197"/>
                  </a:cubicBezTo>
                  <a:cubicBezTo>
                    <a:pt x="24607" y="17278"/>
                    <a:pt x="24607" y="17618"/>
                    <a:pt x="24664" y="17788"/>
                  </a:cubicBezTo>
                  <a:cubicBezTo>
                    <a:pt x="24664" y="17878"/>
                    <a:pt x="24664" y="17967"/>
                    <a:pt x="24664" y="17967"/>
                  </a:cubicBezTo>
                  <a:cubicBezTo>
                    <a:pt x="24543" y="18080"/>
                    <a:pt x="24543" y="18275"/>
                    <a:pt x="24664" y="18388"/>
                  </a:cubicBezTo>
                  <a:cubicBezTo>
                    <a:pt x="24599" y="18388"/>
                    <a:pt x="24599" y="18478"/>
                    <a:pt x="24599" y="18559"/>
                  </a:cubicBezTo>
                  <a:cubicBezTo>
                    <a:pt x="24656" y="18737"/>
                    <a:pt x="24656" y="19078"/>
                    <a:pt x="24599" y="19078"/>
                  </a:cubicBezTo>
                  <a:lnTo>
                    <a:pt x="24599" y="19159"/>
                  </a:lnTo>
                  <a:cubicBezTo>
                    <a:pt x="24648" y="19240"/>
                    <a:pt x="24664" y="19329"/>
                    <a:pt x="24656" y="19418"/>
                  </a:cubicBezTo>
                  <a:cubicBezTo>
                    <a:pt x="24648" y="19507"/>
                    <a:pt x="24664" y="19596"/>
                    <a:pt x="24713" y="19678"/>
                  </a:cubicBezTo>
                  <a:cubicBezTo>
                    <a:pt x="24745" y="19726"/>
                    <a:pt x="24770" y="19783"/>
                    <a:pt x="24770" y="19848"/>
                  </a:cubicBezTo>
                  <a:cubicBezTo>
                    <a:pt x="24770" y="19871"/>
                    <a:pt x="24765" y="19881"/>
                    <a:pt x="24757" y="19881"/>
                  </a:cubicBezTo>
                  <a:cubicBezTo>
                    <a:pt x="24737" y="19881"/>
                    <a:pt x="24696" y="19822"/>
                    <a:pt x="24656" y="19759"/>
                  </a:cubicBezTo>
                  <a:cubicBezTo>
                    <a:pt x="24642" y="19721"/>
                    <a:pt x="24630" y="19704"/>
                    <a:pt x="24623" y="19704"/>
                  </a:cubicBezTo>
                  <a:cubicBezTo>
                    <a:pt x="24597" y="19704"/>
                    <a:pt x="24618" y="19904"/>
                    <a:pt x="24713" y="20099"/>
                  </a:cubicBezTo>
                  <a:cubicBezTo>
                    <a:pt x="24776" y="20243"/>
                    <a:pt x="24804" y="20307"/>
                    <a:pt x="24797" y="20307"/>
                  </a:cubicBezTo>
                  <a:cubicBezTo>
                    <a:pt x="24792" y="20307"/>
                    <a:pt x="24764" y="20265"/>
                    <a:pt x="24713" y="20188"/>
                  </a:cubicBezTo>
                  <a:cubicBezTo>
                    <a:pt x="24680" y="20137"/>
                    <a:pt x="24645" y="20089"/>
                    <a:pt x="24632" y="20089"/>
                  </a:cubicBezTo>
                  <a:cubicBezTo>
                    <a:pt x="24622" y="20089"/>
                    <a:pt x="24624" y="20116"/>
                    <a:pt x="24648" y="20188"/>
                  </a:cubicBezTo>
                  <a:cubicBezTo>
                    <a:pt x="24648" y="20188"/>
                    <a:pt x="24648" y="20359"/>
                    <a:pt x="24713" y="20359"/>
                  </a:cubicBezTo>
                  <a:cubicBezTo>
                    <a:pt x="24713" y="20448"/>
                    <a:pt x="24713" y="20529"/>
                    <a:pt x="24705" y="20610"/>
                  </a:cubicBezTo>
                  <a:cubicBezTo>
                    <a:pt x="24656" y="20707"/>
                    <a:pt x="24632" y="20821"/>
                    <a:pt x="24624" y="20926"/>
                  </a:cubicBezTo>
                  <a:cubicBezTo>
                    <a:pt x="24680" y="21015"/>
                    <a:pt x="24680" y="21015"/>
                    <a:pt x="24616" y="21088"/>
                  </a:cubicBezTo>
                  <a:cubicBezTo>
                    <a:pt x="24559" y="21088"/>
                    <a:pt x="24551" y="21169"/>
                    <a:pt x="24672" y="21177"/>
                  </a:cubicBezTo>
                  <a:cubicBezTo>
                    <a:pt x="24729" y="21250"/>
                    <a:pt x="24721" y="21348"/>
                    <a:pt x="24656" y="21413"/>
                  </a:cubicBezTo>
                  <a:cubicBezTo>
                    <a:pt x="24651" y="21412"/>
                    <a:pt x="24646" y="21412"/>
                    <a:pt x="24641" y="21412"/>
                  </a:cubicBezTo>
                  <a:cubicBezTo>
                    <a:pt x="24542" y="21412"/>
                    <a:pt x="24537" y="21486"/>
                    <a:pt x="24591" y="21494"/>
                  </a:cubicBezTo>
                  <a:cubicBezTo>
                    <a:pt x="24624" y="21542"/>
                    <a:pt x="24648" y="21599"/>
                    <a:pt x="24648" y="21656"/>
                  </a:cubicBezTo>
                  <a:cubicBezTo>
                    <a:pt x="24624" y="21656"/>
                    <a:pt x="24575" y="21834"/>
                    <a:pt x="24526" y="22094"/>
                  </a:cubicBezTo>
                  <a:cubicBezTo>
                    <a:pt x="24462" y="22361"/>
                    <a:pt x="24445" y="22726"/>
                    <a:pt x="24340" y="23067"/>
                  </a:cubicBezTo>
                  <a:cubicBezTo>
                    <a:pt x="24316" y="23140"/>
                    <a:pt x="24348" y="23221"/>
                    <a:pt x="24413" y="23253"/>
                  </a:cubicBezTo>
                  <a:cubicBezTo>
                    <a:pt x="24535" y="23286"/>
                    <a:pt x="24478" y="23269"/>
                    <a:pt x="24397" y="23334"/>
                  </a:cubicBezTo>
                  <a:cubicBezTo>
                    <a:pt x="24220" y="23364"/>
                    <a:pt x="24171" y="23493"/>
                    <a:pt x="24307" y="23493"/>
                  </a:cubicBezTo>
                  <a:cubicBezTo>
                    <a:pt x="24322" y="23493"/>
                    <a:pt x="24338" y="23491"/>
                    <a:pt x="24356" y="23488"/>
                  </a:cubicBezTo>
                  <a:cubicBezTo>
                    <a:pt x="24409" y="23470"/>
                    <a:pt x="24441" y="23458"/>
                    <a:pt x="24452" y="23458"/>
                  </a:cubicBezTo>
                  <a:cubicBezTo>
                    <a:pt x="24471" y="23458"/>
                    <a:pt x="24432" y="23489"/>
                    <a:pt x="24332" y="23569"/>
                  </a:cubicBezTo>
                  <a:cubicBezTo>
                    <a:pt x="24259" y="23626"/>
                    <a:pt x="24259" y="23626"/>
                    <a:pt x="24291" y="23723"/>
                  </a:cubicBezTo>
                  <a:cubicBezTo>
                    <a:pt x="24343" y="23731"/>
                    <a:pt x="24334" y="23806"/>
                    <a:pt x="24288" y="23806"/>
                  </a:cubicBezTo>
                  <a:cubicBezTo>
                    <a:pt x="24284" y="23806"/>
                    <a:pt x="24280" y="23806"/>
                    <a:pt x="24275" y="23804"/>
                  </a:cubicBezTo>
                  <a:cubicBezTo>
                    <a:pt x="24194" y="23861"/>
                    <a:pt x="24121" y="23918"/>
                    <a:pt x="24178" y="23942"/>
                  </a:cubicBezTo>
                  <a:cubicBezTo>
                    <a:pt x="24153" y="23999"/>
                    <a:pt x="24113" y="24040"/>
                    <a:pt x="24064" y="24072"/>
                  </a:cubicBezTo>
                  <a:cubicBezTo>
                    <a:pt x="23983" y="24129"/>
                    <a:pt x="24008" y="24226"/>
                    <a:pt x="24040" y="24315"/>
                  </a:cubicBezTo>
                  <a:cubicBezTo>
                    <a:pt x="24057" y="24501"/>
                    <a:pt x="24050" y="24597"/>
                    <a:pt x="24015" y="24597"/>
                  </a:cubicBezTo>
                  <a:cubicBezTo>
                    <a:pt x="23999" y="24597"/>
                    <a:pt x="23978" y="24579"/>
                    <a:pt x="23951" y="24542"/>
                  </a:cubicBezTo>
                  <a:cubicBezTo>
                    <a:pt x="23941" y="24528"/>
                    <a:pt x="23931" y="24522"/>
                    <a:pt x="23921" y="24522"/>
                  </a:cubicBezTo>
                  <a:cubicBezTo>
                    <a:pt x="23852" y="24522"/>
                    <a:pt x="23799" y="24834"/>
                    <a:pt x="23870" y="24948"/>
                  </a:cubicBezTo>
                  <a:cubicBezTo>
                    <a:pt x="23926" y="25032"/>
                    <a:pt x="23943" y="25058"/>
                    <a:pt x="23930" y="25058"/>
                  </a:cubicBezTo>
                  <a:cubicBezTo>
                    <a:pt x="23924" y="25058"/>
                    <a:pt x="23912" y="25052"/>
                    <a:pt x="23894" y="25045"/>
                  </a:cubicBezTo>
                  <a:cubicBezTo>
                    <a:pt x="23887" y="25041"/>
                    <a:pt x="23880" y="25040"/>
                    <a:pt x="23874" y="25040"/>
                  </a:cubicBezTo>
                  <a:cubicBezTo>
                    <a:pt x="23837" y="25040"/>
                    <a:pt x="23813" y="25094"/>
                    <a:pt x="23813" y="25094"/>
                  </a:cubicBezTo>
                  <a:cubicBezTo>
                    <a:pt x="23778" y="25157"/>
                    <a:pt x="23749" y="25220"/>
                    <a:pt x="23705" y="25220"/>
                  </a:cubicBezTo>
                  <a:cubicBezTo>
                    <a:pt x="23698" y="25220"/>
                    <a:pt x="23691" y="25218"/>
                    <a:pt x="23683" y="25215"/>
                  </a:cubicBezTo>
                  <a:cubicBezTo>
                    <a:pt x="23659" y="25288"/>
                    <a:pt x="23635" y="25377"/>
                    <a:pt x="23635" y="25458"/>
                  </a:cubicBezTo>
                  <a:cubicBezTo>
                    <a:pt x="23659" y="25637"/>
                    <a:pt x="23545" y="25815"/>
                    <a:pt x="23367" y="25864"/>
                  </a:cubicBezTo>
                  <a:lnTo>
                    <a:pt x="23351" y="26034"/>
                  </a:lnTo>
                  <a:cubicBezTo>
                    <a:pt x="23408" y="26142"/>
                    <a:pt x="23420" y="26225"/>
                    <a:pt x="23376" y="26225"/>
                  </a:cubicBezTo>
                  <a:cubicBezTo>
                    <a:pt x="23364" y="26225"/>
                    <a:pt x="23348" y="26218"/>
                    <a:pt x="23326" y="26204"/>
                  </a:cubicBezTo>
                  <a:lnTo>
                    <a:pt x="23270" y="26180"/>
                  </a:lnTo>
                  <a:lnTo>
                    <a:pt x="23270" y="26180"/>
                  </a:lnTo>
                  <a:cubicBezTo>
                    <a:pt x="23327" y="26295"/>
                    <a:pt x="23156" y="26499"/>
                    <a:pt x="23048" y="26499"/>
                  </a:cubicBezTo>
                  <a:cubicBezTo>
                    <a:pt x="23034" y="26499"/>
                    <a:pt x="23021" y="26495"/>
                    <a:pt x="23010" y="26488"/>
                  </a:cubicBezTo>
                  <a:cubicBezTo>
                    <a:pt x="22988" y="26475"/>
                    <a:pt x="22974" y="26467"/>
                    <a:pt x="22963" y="26467"/>
                  </a:cubicBezTo>
                  <a:cubicBezTo>
                    <a:pt x="22947" y="26467"/>
                    <a:pt x="22937" y="26485"/>
                    <a:pt x="22913" y="26529"/>
                  </a:cubicBezTo>
                  <a:lnTo>
                    <a:pt x="22962" y="26561"/>
                  </a:lnTo>
                  <a:cubicBezTo>
                    <a:pt x="23018" y="26593"/>
                    <a:pt x="23067" y="26626"/>
                    <a:pt x="23026" y="26691"/>
                  </a:cubicBezTo>
                  <a:cubicBezTo>
                    <a:pt x="22987" y="26750"/>
                    <a:pt x="22952" y="26805"/>
                    <a:pt x="22914" y="26805"/>
                  </a:cubicBezTo>
                  <a:cubicBezTo>
                    <a:pt x="22906" y="26805"/>
                    <a:pt x="22897" y="26802"/>
                    <a:pt x="22889" y="26796"/>
                  </a:cubicBezTo>
                  <a:cubicBezTo>
                    <a:pt x="22799" y="26837"/>
                    <a:pt x="22702" y="26869"/>
                    <a:pt x="22751" y="26902"/>
                  </a:cubicBezTo>
                  <a:cubicBezTo>
                    <a:pt x="22718" y="26950"/>
                    <a:pt x="22678" y="26983"/>
                    <a:pt x="22621" y="27007"/>
                  </a:cubicBezTo>
                  <a:lnTo>
                    <a:pt x="22427" y="27258"/>
                  </a:lnTo>
                  <a:cubicBezTo>
                    <a:pt x="22427" y="27345"/>
                    <a:pt x="22349" y="27458"/>
                    <a:pt x="22298" y="27458"/>
                  </a:cubicBezTo>
                  <a:cubicBezTo>
                    <a:pt x="22292" y="27458"/>
                    <a:pt x="22286" y="27456"/>
                    <a:pt x="22281" y="27453"/>
                  </a:cubicBezTo>
                  <a:cubicBezTo>
                    <a:pt x="22232" y="27518"/>
                    <a:pt x="22199" y="27599"/>
                    <a:pt x="22183" y="27680"/>
                  </a:cubicBezTo>
                  <a:cubicBezTo>
                    <a:pt x="22105" y="27784"/>
                    <a:pt x="22059" y="27846"/>
                    <a:pt x="22022" y="27846"/>
                  </a:cubicBezTo>
                  <a:cubicBezTo>
                    <a:pt x="22013" y="27846"/>
                    <a:pt x="22005" y="27842"/>
                    <a:pt x="21997" y="27834"/>
                  </a:cubicBezTo>
                  <a:cubicBezTo>
                    <a:pt x="21978" y="27818"/>
                    <a:pt x="21967" y="27809"/>
                    <a:pt x="21959" y="27809"/>
                  </a:cubicBezTo>
                  <a:cubicBezTo>
                    <a:pt x="21947" y="27809"/>
                    <a:pt x="21945" y="27834"/>
                    <a:pt x="21940" y="27899"/>
                  </a:cubicBezTo>
                  <a:cubicBezTo>
                    <a:pt x="21989" y="27931"/>
                    <a:pt x="21932" y="27996"/>
                    <a:pt x="21883" y="28053"/>
                  </a:cubicBezTo>
                  <a:lnTo>
                    <a:pt x="21770" y="28166"/>
                  </a:lnTo>
                  <a:cubicBezTo>
                    <a:pt x="21818" y="28207"/>
                    <a:pt x="21818" y="28207"/>
                    <a:pt x="21762" y="28272"/>
                  </a:cubicBezTo>
                  <a:cubicBezTo>
                    <a:pt x="21705" y="28329"/>
                    <a:pt x="21502" y="28466"/>
                    <a:pt x="21445" y="28523"/>
                  </a:cubicBezTo>
                  <a:cubicBezTo>
                    <a:pt x="21321" y="28660"/>
                    <a:pt x="21292" y="28692"/>
                    <a:pt x="21329" y="28692"/>
                  </a:cubicBezTo>
                  <a:cubicBezTo>
                    <a:pt x="21341" y="28692"/>
                    <a:pt x="21358" y="28689"/>
                    <a:pt x="21381" y="28685"/>
                  </a:cubicBezTo>
                  <a:cubicBezTo>
                    <a:pt x="21399" y="28667"/>
                    <a:pt x="21416" y="28659"/>
                    <a:pt x="21425" y="28659"/>
                  </a:cubicBezTo>
                  <a:cubicBezTo>
                    <a:pt x="21443" y="28659"/>
                    <a:pt x="21427" y="28693"/>
                    <a:pt x="21324" y="28742"/>
                  </a:cubicBezTo>
                  <a:cubicBezTo>
                    <a:pt x="21275" y="28807"/>
                    <a:pt x="21048" y="28920"/>
                    <a:pt x="20870" y="29083"/>
                  </a:cubicBezTo>
                  <a:cubicBezTo>
                    <a:pt x="20627" y="29293"/>
                    <a:pt x="20627" y="29293"/>
                    <a:pt x="20667" y="29342"/>
                  </a:cubicBezTo>
                  <a:cubicBezTo>
                    <a:pt x="20776" y="29368"/>
                    <a:pt x="20763" y="29408"/>
                    <a:pt x="20685" y="29408"/>
                  </a:cubicBezTo>
                  <a:cubicBezTo>
                    <a:pt x="20665" y="29408"/>
                    <a:pt x="20639" y="29406"/>
                    <a:pt x="20610" y="29399"/>
                  </a:cubicBezTo>
                  <a:cubicBezTo>
                    <a:pt x="20416" y="29415"/>
                    <a:pt x="20351" y="29464"/>
                    <a:pt x="20391" y="29512"/>
                  </a:cubicBezTo>
                  <a:cubicBezTo>
                    <a:pt x="20359" y="29601"/>
                    <a:pt x="20359" y="29601"/>
                    <a:pt x="20294" y="29650"/>
                  </a:cubicBezTo>
                  <a:cubicBezTo>
                    <a:pt x="20286" y="29638"/>
                    <a:pt x="20276" y="29632"/>
                    <a:pt x="20264" y="29632"/>
                  </a:cubicBezTo>
                  <a:cubicBezTo>
                    <a:pt x="20227" y="29632"/>
                    <a:pt x="20173" y="29687"/>
                    <a:pt x="20100" y="29796"/>
                  </a:cubicBezTo>
                  <a:cubicBezTo>
                    <a:pt x="20067" y="29820"/>
                    <a:pt x="20051" y="29832"/>
                    <a:pt x="20039" y="29832"/>
                  </a:cubicBezTo>
                  <a:cubicBezTo>
                    <a:pt x="20027" y="29832"/>
                    <a:pt x="20019" y="29820"/>
                    <a:pt x="20002" y="29796"/>
                  </a:cubicBezTo>
                  <a:lnTo>
                    <a:pt x="19873" y="29893"/>
                  </a:lnTo>
                  <a:cubicBezTo>
                    <a:pt x="19808" y="30015"/>
                    <a:pt x="19719" y="30112"/>
                    <a:pt x="19597" y="30177"/>
                  </a:cubicBezTo>
                  <a:cubicBezTo>
                    <a:pt x="19500" y="30242"/>
                    <a:pt x="19394" y="30282"/>
                    <a:pt x="19281" y="30299"/>
                  </a:cubicBezTo>
                  <a:cubicBezTo>
                    <a:pt x="19232" y="30331"/>
                    <a:pt x="19192" y="30380"/>
                    <a:pt x="19175" y="30428"/>
                  </a:cubicBezTo>
                  <a:cubicBezTo>
                    <a:pt x="19170" y="30519"/>
                    <a:pt x="19140" y="30569"/>
                    <a:pt x="19105" y="30569"/>
                  </a:cubicBezTo>
                  <a:cubicBezTo>
                    <a:pt x="19083" y="30569"/>
                    <a:pt x="19059" y="30550"/>
                    <a:pt x="19037" y="30509"/>
                  </a:cubicBezTo>
                  <a:cubicBezTo>
                    <a:pt x="19008" y="30466"/>
                    <a:pt x="18992" y="30442"/>
                    <a:pt x="18983" y="30442"/>
                  </a:cubicBezTo>
                  <a:cubicBezTo>
                    <a:pt x="18971" y="30442"/>
                    <a:pt x="18969" y="30478"/>
                    <a:pt x="18964" y="30558"/>
                  </a:cubicBezTo>
                  <a:cubicBezTo>
                    <a:pt x="18934" y="30625"/>
                    <a:pt x="18727" y="30762"/>
                    <a:pt x="18635" y="30762"/>
                  </a:cubicBezTo>
                  <a:cubicBezTo>
                    <a:pt x="18605" y="30762"/>
                    <a:pt x="18588" y="30748"/>
                    <a:pt x="18592" y="30712"/>
                  </a:cubicBezTo>
                  <a:lnTo>
                    <a:pt x="18535" y="30607"/>
                  </a:lnTo>
                  <a:cubicBezTo>
                    <a:pt x="18510" y="30655"/>
                    <a:pt x="18470" y="30704"/>
                    <a:pt x="18421" y="30728"/>
                  </a:cubicBezTo>
                  <a:cubicBezTo>
                    <a:pt x="18446" y="30785"/>
                    <a:pt x="18373" y="30818"/>
                    <a:pt x="18162" y="30923"/>
                  </a:cubicBezTo>
                  <a:cubicBezTo>
                    <a:pt x="18016" y="30988"/>
                    <a:pt x="17748" y="31182"/>
                    <a:pt x="17602" y="31247"/>
                  </a:cubicBezTo>
                  <a:cubicBezTo>
                    <a:pt x="17476" y="31303"/>
                    <a:pt x="17289" y="31366"/>
                    <a:pt x="17178" y="31366"/>
                  </a:cubicBezTo>
                  <a:cubicBezTo>
                    <a:pt x="17161" y="31366"/>
                    <a:pt x="17145" y="31364"/>
                    <a:pt x="17132" y="31361"/>
                  </a:cubicBezTo>
                  <a:cubicBezTo>
                    <a:pt x="17027" y="31393"/>
                    <a:pt x="16929" y="31450"/>
                    <a:pt x="16848" y="31523"/>
                  </a:cubicBezTo>
                  <a:cubicBezTo>
                    <a:pt x="16807" y="31587"/>
                    <a:pt x="16716" y="31635"/>
                    <a:pt x="16662" y="31635"/>
                  </a:cubicBezTo>
                  <a:cubicBezTo>
                    <a:pt x="16641" y="31635"/>
                    <a:pt x="16626" y="31628"/>
                    <a:pt x="16621" y="31612"/>
                  </a:cubicBezTo>
                  <a:lnTo>
                    <a:pt x="16548" y="31636"/>
                  </a:lnTo>
                  <a:cubicBezTo>
                    <a:pt x="16484" y="31693"/>
                    <a:pt x="16411" y="31734"/>
                    <a:pt x="16329" y="31758"/>
                  </a:cubicBezTo>
                  <a:cubicBezTo>
                    <a:pt x="16316" y="31718"/>
                    <a:pt x="16279" y="31698"/>
                    <a:pt x="16241" y="31698"/>
                  </a:cubicBezTo>
                  <a:cubicBezTo>
                    <a:pt x="16210" y="31698"/>
                    <a:pt x="16178" y="31712"/>
                    <a:pt x="16159" y="31742"/>
                  </a:cubicBezTo>
                  <a:cubicBezTo>
                    <a:pt x="16175" y="31799"/>
                    <a:pt x="16094" y="31815"/>
                    <a:pt x="15940" y="31855"/>
                  </a:cubicBezTo>
                  <a:cubicBezTo>
                    <a:pt x="15770" y="31872"/>
                    <a:pt x="15600" y="31904"/>
                    <a:pt x="15438" y="31953"/>
                  </a:cubicBezTo>
                  <a:cubicBezTo>
                    <a:pt x="15170" y="31993"/>
                    <a:pt x="14821" y="32034"/>
                    <a:pt x="14489" y="32082"/>
                  </a:cubicBezTo>
                  <a:cubicBezTo>
                    <a:pt x="14148" y="32155"/>
                    <a:pt x="13808" y="32139"/>
                    <a:pt x="13557" y="32163"/>
                  </a:cubicBezTo>
                  <a:cubicBezTo>
                    <a:pt x="13305" y="32188"/>
                    <a:pt x="13143" y="32204"/>
                    <a:pt x="13143" y="32220"/>
                  </a:cubicBezTo>
                  <a:cubicBezTo>
                    <a:pt x="13103" y="32224"/>
                    <a:pt x="13062" y="32226"/>
                    <a:pt x="13022" y="32226"/>
                  </a:cubicBezTo>
                  <a:cubicBezTo>
                    <a:pt x="12981" y="32226"/>
                    <a:pt x="12940" y="32224"/>
                    <a:pt x="12900" y="32220"/>
                  </a:cubicBezTo>
                  <a:lnTo>
                    <a:pt x="12657" y="32204"/>
                  </a:lnTo>
                  <a:cubicBezTo>
                    <a:pt x="12661" y="32147"/>
                    <a:pt x="12561" y="32127"/>
                    <a:pt x="12431" y="32127"/>
                  </a:cubicBezTo>
                  <a:cubicBezTo>
                    <a:pt x="12300" y="32127"/>
                    <a:pt x="12138" y="32147"/>
                    <a:pt x="12016" y="32172"/>
                  </a:cubicBezTo>
                  <a:cubicBezTo>
                    <a:pt x="11956" y="32202"/>
                    <a:pt x="11896" y="32218"/>
                    <a:pt x="11832" y="32218"/>
                  </a:cubicBezTo>
                  <a:cubicBezTo>
                    <a:pt x="11810" y="32218"/>
                    <a:pt x="11788" y="32216"/>
                    <a:pt x="11765" y="32212"/>
                  </a:cubicBezTo>
                  <a:cubicBezTo>
                    <a:pt x="11777" y="32124"/>
                    <a:pt x="11638" y="32080"/>
                    <a:pt x="11495" y="32080"/>
                  </a:cubicBezTo>
                  <a:cubicBezTo>
                    <a:pt x="11455" y="32080"/>
                    <a:pt x="11413" y="32083"/>
                    <a:pt x="11376" y="32090"/>
                  </a:cubicBezTo>
                  <a:cubicBezTo>
                    <a:pt x="11331" y="32138"/>
                    <a:pt x="11291" y="32161"/>
                    <a:pt x="11261" y="32161"/>
                  </a:cubicBezTo>
                  <a:cubicBezTo>
                    <a:pt x="11225" y="32161"/>
                    <a:pt x="11205" y="32128"/>
                    <a:pt x="11213" y="32066"/>
                  </a:cubicBezTo>
                  <a:cubicBezTo>
                    <a:pt x="11226" y="32004"/>
                    <a:pt x="11189" y="31967"/>
                    <a:pt x="11124" y="31967"/>
                  </a:cubicBezTo>
                  <a:cubicBezTo>
                    <a:pt x="11062" y="31967"/>
                    <a:pt x="10975" y="32000"/>
                    <a:pt x="10881" y="32074"/>
                  </a:cubicBezTo>
                  <a:cubicBezTo>
                    <a:pt x="10841" y="32096"/>
                    <a:pt x="10819" y="32108"/>
                    <a:pt x="10801" y="32108"/>
                  </a:cubicBezTo>
                  <a:cubicBezTo>
                    <a:pt x="10779" y="32108"/>
                    <a:pt x="10763" y="32090"/>
                    <a:pt x="10727" y="32050"/>
                  </a:cubicBezTo>
                  <a:cubicBezTo>
                    <a:pt x="10690" y="31966"/>
                    <a:pt x="10644" y="31930"/>
                    <a:pt x="10613" y="31930"/>
                  </a:cubicBezTo>
                  <a:cubicBezTo>
                    <a:pt x="10596" y="31930"/>
                    <a:pt x="10584" y="31941"/>
                    <a:pt x="10581" y="31961"/>
                  </a:cubicBezTo>
                  <a:cubicBezTo>
                    <a:pt x="10538" y="32000"/>
                    <a:pt x="10500" y="32020"/>
                    <a:pt x="10465" y="32020"/>
                  </a:cubicBezTo>
                  <a:cubicBezTo>
                    <a:pt x="10415" y="32020"/>
                    <a:pt x="10375" y="31978"/>
                    <a:pt x="10346" y="31896"/>
                  </a:cubicBezTo>
                  <a:cubicBezTo>
                    <a:pt x="10274" y="31810"/>
                    <a:pt x="10242" y="31772"/>
                    <a:pt x="10209" y="31772"/>
                  </a:cubicBezTo>
                  <a:cubicBezTo>
                    <a:pt x="10183" y="31772"/>
                    <a:pt x="10157" y="31796"/>
                    <a:pt x="10111" y="31839"/>
                  </a:cubicBezTo>
                  <a:cubicBezTo>
                    <a:pt x="10080" y="31865"/>
                    <a:pt x="10031" y="31877"/>
                    <a:pt x="9976" y="31877"/>
                  </a:cubicBezTo>
                  <a:cubicBezTo>
                    <a:pt x="9841" y="31877"/>
                    <a:pt x="9669" y="31807"/>
                    <a:pt x="9641" y="31709"/>
                  </a:cubicBezTo>
                  <a:cubicBezTo>
                    <a:pt x="9586" y="31697"/>
                    <a:pt x="9536" y="31649"/>
                    <a:pt x="9508" y="31649"/>
                  </a:cubicBezTo>
                  <a:cubicBezTo>
                    <a:pt x="9498" y="31649"/>
                    <a:pt x="9491" y="31655"/>
                    <a:pt x="9487" y="31669"/>
                  </a:cubicBezTo>
                  <a:lnTo>
                    <a:pt x="9430" y="31588"/>
                  </a:lnTo>
                  <a:lnTo>
                    <a:pt x="9284" y="31531"/>
                  </a:lnTo>
                  <a:lnTo>
                    <a:pt x="9260" y="31588"/>
                  </a:lnTo>
                  <a:cubicBezTo>
                    <a:pt x="9187" y="31547"/>
                    <a:pt x="8749" y="31353"/>
                    <a:pt x="8238" y="31109"/>
                  </a:cubicBezTo>
                  <a:cubicBezTo>
                    <a:pt x="7849" y="30923"/>
                    <a:pt x="7614" y="30809"/>
                    <a:pt x="7484" y="30753"/>
                  </a:cubicBezTo>
                  <a:cubicBezTo>
                    <a:pt x="7414" y="30718"/>
                    <a:pt x="7375" y="30702"/>
                    <a:pt x="7357" y="30702"/>
                  </a:cubicBezTo>
                  <a:cubicBezTo>
                    <a:pt x="7342" y="30702"/>
                    <a:pt x="7343" y="30714"/>
                    <a:pt x="7354" y="30737"/>
                  </a:cubicBezTo>
                  <a:cubicBezTo>
                    <a:pt x="7357" y="30789"/>
                    <a:pt x="7341" y="30811"/>
                    <a:pt x="7319" y="30811"/>
                  </a:cubicBezTo>
                  <a:cubicBezTo>
                    <a:pt x="7279" y="30811"/>
                    <a:pt x="7222" y="30743"/>
                    <a:pt x="7216" y="30655"/>
                  </a:cubicBezTo>
                  <a:cubicBezTo>
                    <a:pt x="7143" y="30607"/>
                    <a:pt x="7038" y="30477"/>
                    <a:pt x="6900" y="30388"/>
                  </a:cubicBezTo>
                  <a:cubicBezTo>
                    <a:pt x="6770" y="30307"/>
                    <a:pt x="6633" y="30226"/>
                    <a:pt x="6665" y="30169"/>
                  </a:cubicBezTo>
                  <a:lnTo>
                    <a:pt x="6600" y="30128"/>
                  </a:lnTo>
                  <a:cubicBezTo>
                    <a:pt x="6595" y="30129"/>
                    <a:pt x="6589" y="30129"/>
                    <a:pt x="6584" y="30129"/>
                  </a:cubicBezTo>
                  <a:cubicBezTo>
                    <a:pt x="6378" y="30129"/>
                    <a:pt x="6012" y="29840"/>
                    <a:pt x="5854" y="29658"/>
                  </a:cubicBezTo>
                  <a:cubicBezTo>
                    <a:pt x="5749" y="29569"/>
                    <a:pt x="5635" y="29496"/>
                    <a:pt x="5506" y="29455"/>
                  </a:cubicBezTo>
                  <a:cubicBezTo>
                    <a:pt x="5343" y="29391"/>
                    <a:pt x="5343" y="29391"/>
                    <a:pt x="5327" y="29285"/>
                  </a:cubicBezTo>
                  <a:cubicBezTo>
                    <a:pt x="5364" y="29249"/>
                    <a:pt x="5111" y="28949"/>
                    <a:pt x="5001" y="28949"/>
                  </a:cubicBezTo>
                  <a:cubicBezTo>
                    <a:pt x="4989" y="28949"/>
                    <a:pt x="4979" y="28953"/>
                    <a:pt x="4970" y="28961"/>
                  </a:cubicBezTo>
                  <a:lnTo>
                    <a:pt x="4954" y="28864"/>
                  </a:lnTo>
                  <a:cubicBezTo>
                    <a:pt x="4949" y="28809"/>
                    <a:pt x="4906" y="28776"/>
                    <a:pt x="4859" y="28776"/>
                  </a:cubicBezTo>
                  <a:cubicBezTo>
                    <a:pt x="4836" y="28776"/>
                    <a:pt x="4813" y="28783"/>
                    <a:pt x="4792" y="28799"/>
                  </a:cubicBezTo>
                  <a:cubicBezTo>
                    <a:pt x="4767" y="28826"/>
                    <a:pt x="4743" y="28840"/>
                    <a:pt x="4725" y="28840"/>
                  </a:cubicBezTo>
                  <a:cubicBezTo>
                    <a:pt x="4685" y="28840"/>
                    <a:pt x="4671" y="28773"/>
                    <a:pt x="4727" y="28645"/>
                  </a:cubicBezTo>
                  <a:cubicBezTo>
                    <a:pt x="4790" y="28576"/>
                    <a:pt x="4775" y="28526"/>
                    <a:pt x="4742" y="28526"/>
                  </a:cubicBezTo>
                  <a:cubicBezTo>
                    <a:pt x="4733" y="28526"/>
                    <a:pt x="4722" y="28530"/>
                    <a:pt x="4711" y="28539"/>
                  </a:cubicBezTo>
                  <a:cubicBezTo>
                    <a:pt x="4614" y="28523"/>
                    <a:pt x="4516" y="28507"/>
                    <a:pt x="4508" y="28401"/>
                  </a:cubicBezTo>
                  <a:cubicBezTo>
                    <a:pt x="4476" y="28364"/>
                    <a:pt x="4440" y="28326"/>
                    <a:pt x="4394" y="28326"/>
                  </a:cubicBezTo>
                  <a:cubicBezTo>
                    <a:pt x="4370" y="28326"/>
                    <a:pt x="4344" y="28336"/>
                    <a:pt x="4314" y="28361"/>
                  </a:cubicBezTo>
                  <a:cubicBezTo>
                    <a:pt x="4304" y="28370"/>
                    <a:pt x="4294" y="28375"/>
                    <a:pt x="4283" y="28375"/>
                  </a:cubicBezTo>
                  <a:cubicBezTo>
                    <a:pt x="4247" y="28375"/>
                    <a:pt x="4203" y="28330"/>
                    <a:pt x="4160" y="28280"/>
                  </a:cubicBezTo>
                  <a:cubicBezTo>
                    <a:pt x="4188" y="28261"/>
                    <a:pt x="4200" y="28253"/>
                    <a:pt x="4224" y="28253"/>
                  </a:cubicBezTo>
                  <a:cubicBezTo>
                    <a:pt x="4242" y="28253"/>
                    <a:pt x="4265" y="28257"/>
                    <a:pt x="4306" y="28264"/>
                  </a:cubicBezTo>
                  <a:cubicBezTo>
                    <a:pt x="4321" y="28279"/>
                    <a:pt x="4328" y="28286"/>
                    <a:pt x="4328" y="28286"/>
                  </a:cubicBezTo>
                  <a:cubicBezTo>
                    <a:pt x="4329" y="28286"/>
                    <a:pt x="4278" y="28231"/>
                    <a:pt x="4200" y="28142"/>
                  </a:cubicBezTo>
                  <a:cubicBezTo>
                    <a:pt x="4144" y="28085"/>
                    <a:pt x="4079" y="27931"/>
                    <a:pt x="4127" y="27891"/>
                  </a:cubicBezTo>
                  <a:cubicBezTo>
                    <a:pt x="4123" y="27833"/>
                    <a:pt x="4106" y="27787"/>
                    <a:pt x="4084" y="27787"/>
                  </a:cubicBezTo>
                  <a:cubicBezTo>
                    <a:pt x="4069" y="27787"/>
                    <a:pt x="4050" y="27810"/>
                    <a:pt x="4030" y="27866"/>
                  </a:cubicBezTo>
                  <a:cubicBezTo>
                    <a:pt x="3992" y="27898"/>
                    <a:pt x="3970" y="27916"/>
                    <a:pt x="3950" y="27916"/>
                  </a:cubicBezTo>
                  <a:cubicBezTo>
                    <a:pt x="3923" y="27916"/>
                    <a:pt x="3899" y="27884"/>
                    <a:pt x="3844" y="27810"/>
                  </a:cubicBezTo>
                  <a:cubicBezTo>
                    <a:pt x="3795" y="27745"/>
                    <a:pt x="3746" y="27680"/>
                    <a:pt x="3795" y="27647"/>
                  </a:cubicBezTo>
                  <a:cubicBezTo>
                    <a:pt x="3844" y="27607"/>
                    <a:pt x="3844" y="27607"/>
                    <a:pt x="3746" y="27477"/>
                  </a:cubicBezTo>
                  <a:cubicBezTo>
                    <a:pt x="3600" y="27315"/>
                    <a:pt x="3389" y="27210"/>
                    <a:pt x="3162" y="27202"/>
                  </a:cubicBezTo>
                  <a:cubicBezTo>
                    <a:pt x="3123" y="27228"/>
                    <a:pt x="3099" y="27244"/>
                    <a:pt x="3089" y="27244"/>
                  </a:cubicBezTo>
                  <a:cubicBezTo>
                    <a:pt x="3073" y="27244"/>
                    <a:pt x="3085" y="27210"/>
                    <a:pt x="3114" y="27129"/>
                  </a:cubicBezTo>
                  <a:cubicBezTo>
                    <a:pt x="3171" y="27096"/>
                    <a:pt x="3122" y="27031"/>
                    <a:pt x="3081" y="26958"/>
                  </a:cubicBezTo>
                  <a:cubicBezTo>
                    <a:pt x="3075" y="26963"/>
                    <a:pt x="3069" y="26965"/>
                    <a:pt x="3064" y="26965"/>
                  </a:cubicBezTo>
                  <a:cubicBezTo>
                    <a:pt x="3045" y="26965"/>
                    <a:pt x="3044" y="26932"/>
                    <a:pt x="3056" y="26932"/>
                  </a:cubicBezTo>
                  <a:cubicBezTo>
                    <a:pt x="3062" y="26932"/>
                    <a:pt x="3071" y="26939"/>
                    <a:pt x="3081" y="26958"/>
                  </a:cubicBezTo>
                  <a:cubicBezTo>
                    <a:pt x="3091" y="26953"/>
                    <a:pt x="3100" y="26950"/>
                    <a:pt x="3109" y="26950"/>
                  </a:cubicBezTo>
                  <a:cubicBezTo>
                    <a:pt x="3152" y="26950"/>
                    <a:pt x="3186" y="27010"/>
                    <a:pt x="3219" y="27064"/>
                  </a:cubicBezTo>
                  <a:lnTo>
                    <a:pt x="3268" y="27031"/>
                  </a:lnTo>
                  <a:cubicBezTo>
                    <a:pt x="3325" y="26893"/>
                    <a:pt x="3284" y="26829"/>
                    <a:pt x="3146" y="26820"/>
                  </a:cubicBezTo>
                  <a:cubicBezTo>
                    <a:pt x="3049" y="26788"/>
                    <a:pt x="3049" y="26788"/>
                    <a:pt x="3057" y="26683"/>
                  </a:cubicBezTo>
                  <a:cubicBezTo>
                    <a:pt x="3071" y="26598"/>
                    <a:pt x="3079" y="26514"/>
                    <a:pt x="3049" y="26514"/>
                  </a:cubicBezTo>
                  <a:cubicBezTo>
                    <a:pt x="3045" y="26514"/>
                    <a:pt x="3039" y="26516"/>
                    <a:pt x="3033" y="26520"/>
                  </a:cubicBezTo>
                  <a:cubicBezTo>
                    <a:pt x="2984" y="26448"/>
                    <a:pt x="2960" y="26366"/>
                    <a:pt x="2960" y="26277"/>
                  </a:cubicBezTo>
                  <a:cubicBezTo>
                    <a:pt x="2885" y="26168"/>
                    <a:pt x="2844" y="26099"/>
                    <a:pt x="2804" y="26099"/>
                  </a:cubicBezTo>
                  <a:cubicBezTo>
                    <a:pt x="2797" y="26099"/>
                    <a:pt x="2789" y="26102"/>
                    <a:pt x="2781" y="26107"/>
                  </a:cubicBezTo>
                  <a:cubicBezTo>
                    <a:pt x="2773" y="26111"/>
                    <a:pt x="2765" y="26112"/>
                    <a:pt x="2758" y="26112"/>
                  </a:cubicBezTo>
                  <a:cubicBezTo>
                    <a:pt x="2713" y="26112"/>
                    <a:pt x="2679" y="26056"/>
                    <a:pt x="2652" y="25993"/>
                  </a:cubicBezTo>
                  <a:cubicBezTo>
                    <a:pt x="2624" y="25930"/>
                    <a:pt x="2596" y="25867"/>
                    <a:pt x="2552" y="25867"/>
                  </a:cubicBezTo>
                  <a:cubicBezTo>
                    <a:pt x="2545" y="25867"/>
                    <a:pt x="2538" y="25869"/>
                    <a:pt x="2530" y="25872"/>
                  </a:cubicBezTo>
                  <a:cubicBezTo>
                    <a:pt x="2522" y="25876"/>
                    <a:pt x="2513" y="25878"/>
                    <a:pt x="2503" y="25878"/>
                  </a:cubicBezTo>
                  <a:cubicBezTo>
                    <a:pt x="2453" y="25878"/>
                    <a:pt x="2380" y="25824"/>
                    <a:pt x="2319" y="25702"/>
                  </a:cubicBezTo>
                  <a:cubicBezTo>
                    <a:pt x="2198" y="25580"/>
                    <a:pt x="2198" y="25580"/>
                    <a:pt x="2271" y="25458"/>
                  </a:cubicBezTo>
                  <a:cubicBezTo>
                    <a:pt x="2319" y="25434"/>
                    <a:pt x="2287" y="25361"/>
                    <a:pt x="2254" y="25288"/>
                  </a:cubicBezTo>
                  <a:cubicBezTo>
                    <a:pt x="2230" y="25231"/>
                    <a:pt x="2230" y="25175"/>
                    <a:pt x="2238" y="25118"/>
                  </a:cubicBezTo>
                  <a:cubicBezTo>
                    <a:pt x="2252" y="25062"/>
                    <a:pt x="2239" y="25046"/>
                    <a:pt x="2215" y="25046"/>
                  </a:cubicBezTo>
                  <a:cubicBezTo>
                    <a:pt x="2197" y="25046"/>
                    <a:pt x="2173" y="25054"/>
                    <a:pt x="2149" y="25061"/>
                  </a:cubicBezTo>
                  <a:lnTo>
                    <a:pt x="2035" y="25110"/>
                  </a:lnTo>
                  <a:cubicBezTo>
                    <a:pt x="2027" y="25021"/>
                    <a:pt x="2076" y="24931"/>
                    <a:pt x="2149" y="24891"/>
                  </a:cubicBezTo>
                  <a:cubicBezTo>
                    <a:pt x="2204" y="24816"/>
                    <a:pt x="2225" y="24787"/>
                    <a:pt x="2207" y="24787"/>
                  </a:cubicBezTo>
                  <a:cubicBezTo>
                    <a:pt x="2196" y="24787"/>
                    <a:pt x="2169" y="24799"/>
                    <a:pt x="2125" y="24818"/>
                  </a:cubicBezTo>
                  <a:cubicBezTo>
                    <a:pt x="2119" y="24820"/>
                    <a:pt x="2112" y="24821"/>
                    <a:pt x="2106" y="24821"/>
                  </a:cubicBezTo>
                  <a:cubicBezTo>
                    <a:pt x="2051" y="24821"/>
                    <a:pt x="1987" y="24759"/>
                    <a:pt x="1987" y="24607"/>
                  </a:cubicBezTo>
                  <a:cubicBezTo>
                    <a:pt x="1930" y="24453"/>
                    <a:pt x="1873" y="24299"/>
                    <a:pt x="1930" y="24283"/>
                  </a:cubicBezTo>
                  <a:cubicBezTo>
                    <a:pt x="1946" y="24226"/>
                    <a:pt x="1930" y="24169"/>
                    <a:pt x="1881" y="24129"/>
                  </a:cubicBezTo>
                  <a:cubicBezTo>
                    <a:pt x="1792" y="24072"/>
                    <a:pt x="1760" y="23999"/>
                    <a:pt x="1768" y="23748"/>
                  </a:cubicBezTo>
                  <a:cubicBezTo>
                    <a:pt x="1781" y="23418"/>
                    <a:pt x="1783" y="23346"/>
                    <a:pt x="1730" y="23346"/>
                  </a:cubicBezTo>
                  <a:cubicBezTo>
                    <a:pt x="1715" y="23346"/>
                    <a:pt x="1695" y="23351"/>
                    <a:pt x="1671" y="23358"/>
                  </a:cubicBezTo>
                  <a:cubicBezTo>
                    <a:pt x="1650" y="23361"/>
                    <a:pt x="1630" y="23364"/>
                    <a:pt x="1616" y="23364"/>
                  </a:cubicBezTo>
                  <a:cubicBezTo>
                    <a:pt x="1585" y="23364"/>
                    <a:pt x="1580" y="23349"/>
                    <a:pt x="1646" y="23277"/>
                  </a:cubicBezTo>
                  <a:cubicBezTo>
                    <a:pt x="1687" y="23188"/>
                    <a:pt x="1606" y="23123"/>
                    <a:pt x="1508" y="22977"/>
                  </a:cubicBezTo>
                  <a:cubicBezTo>
                    <a:pt x="1462" y="22946"/>
                    <a:pt x="1405" y="22932"/>
                    <a:pt x="1349" y="22932"/>
                  </a:cubicBezTo>
                  <a:cubicBezTo>
                    <a:pt x="1317" y="22932"/>
                    <a:pt x="1286" y="22936"/>
                    <a:pt x="1257" y="22945"/>
                  </a:cubicBezTo>
                  <a:cubicBezTo>
                    <a:pt x="1224" y="22952"/>
                    <a:pt x="1200" y="22956"/>
                    <a:pt x="1184" y="22956"/>
                  </a:cubicBezTo>
                  <a:cubicBezTo>
                    <a:pt x="1138" y="22956"/>
                    <a:pt x="1144" y="22921"/>
                    <a:pt x="1168" y="22791"/>
                  </a:cubicBezTo>
                  <a:cubicBezTo>
                    <a:pt x="1160" y="22710"/>
                    <a:pt x="1200" y="22621"/>
                    <a:pt x="1265" y="22613"/>
                  </a:cubicBezTo>
                  <a:cubicBezTo>
                    <a:pt x="1270" y="22611"/>
                    <a:pt x="1275" y="22610"/>
                    <a:pt x="1280" y="22610"/>
                  </a:cubicBezTo>
                  <a:cubicBezTo>
                    <a:pt x="1325" y="22610"/>
                    <a:pt x="1338" y="22677"/>
                    <a:pt x="1338" y="22677"/>
                  </a:cubicBezTo>
                  <a:lnTo>
                    <a:pt x="1346" y="22759"/>
                  </a:lnTo>
                  <a:cubicBezTo>
                    <a:pt x="1403" y="22750"/>
                    <a:pt x="1460" y="22742"/>
                    <a:pt x="1444" y="22580"/>
                  </a:cubicBezTo>
                  <a:cubicBezTo>
                    <a:pt x="1482" y="22495"/>
                    <a:pt x="1477" y="22417"/>
                    <a:pt x="1427" y="22417"/>
                  </a:cubicBezTo>
                  <a:cubicBezTo>
                    <a:pt x="1424" y="22417"/>
                    <a:pt x="1422" y="22418"/>
                    <a:pt x="1419" y="22418"/>
                  </a:cubicBezTo>
                  <a:cubicBezTo>
                    <a:pt x="1468" y="22329"/>
                    <a:pt x="1444" y="22175"/>
                    <a:pt x="1419" y="22013"/>
                  </a:cubicBezTo>
                  <a:cubicBezTo>
                    <a:pt x="1387" y="21850"/>
                    <a:pt x="1354" y="21615"/>
                    <a:pt x="1419" y="21526"/>
                  </a:cubicBezTo>
                  <a:cubicBezTo>
                    <a:pt x="1419" y="21364"/>
                    <a:pt x="1411" y="21291"/>
                    <a:pt x="1354" y="21291"/>
                  </a:cubicBezTo>
                  <a:cubicBezTo>
                    <a:pt x="1349" y="21291"/>
                    <a:pt x="1343" y="21292"/>
                    <a:pt x="1338" y="21292"/>
                  </a:cubicBezTo>
                  <a:cubicBezTo>
                    <a:pt x="1233" y="21292"/>
                    <a:pt x="1236" y="21218"/>
                    <a:pt x="1290" y="21210"/>
                  </a:cubicBezTo>
                  <a:cubicBezTo>
                    <a:pt x="1346" y="21169"/>
                    <a:pt x="1379" y="20886"/>
                    <a:pt x="1379" y="20610"/>
                  </a:cubicBezTo>
                  <a:cubicBezTo>
                    <a:pt x="1387" y="20326"/>
                    <a:pt x="1379" y="20010"/>
                    <a:pt x="1322" y="19969"/>
                  </a:cubicBezTo>
                  <a:cubicBezTo>
                    <a:pt x="1322" y="19969"/>
                    <a:pt x="1322" y="19888"/>
                    <a:pt x="1322" y="19799"/>
                  </a:cubicBezTo>
                  <a:cubicBezTo>
                    <a:pt x="1379" y="19629"/>
                    <a:pt x="1387" y="19118"/>
                    <a:pt x="1322" y="19029"/>
                  </a:cubicBezTo>
                  <a:lnTo>
                    <a:pt x="1322" y="18778"/>
                  </a:lnTo>
                  <a:cubicBezTo>
                    <a:pt x="1387" y="18607"/>
                    <a:pt x="1387" y="18518"/>
                    <a:pt x="1330" y="18429"/>
                  </a:cubicBezTo>
                  <a:cubicBezTo>
                    <a:pt x="1265" y="18348"/>
                    <a:pt x="1208" y="18348"/>
                    <a:pt x="1265" y="18348"/>
                  </a:cubicBezTo>
                  <a:cubicBezTo>
                    <a:pt x="1330" y="18348"/>
                    <a:pt x="1330" y="18178"/>
                    <a:pt x="1330" y="17837"/>
                  </a:cubicBezTo>
                  <a:cubicBezTo>
                    <a:pt x="1330" y="17606"/>
                    <a:pt x="1330" y="17528"/>
                    <a:pt x="1313" y="17528"/>
                  </a:cubicBezTo>
                  <a:cubicBezTo>
                    <a:pt x="1305" y="17528"/>
                    <a:pt x="1292" y="17548"/>
                    <a:pt x="1273" y="17578"/>
                  </a:cubicBezTo>
                  <a:cubicBezTo>
                    <a:pt x="1217" y="17237"/>
                    <a:pt x="1273" y="17237"/>
                    <a:pt x="1330" y="17237"/>
                  </a:cubicBezTo>
                  <a:cubicBezTo>
                    <a:pt x="1352" y="17252"/>
                    <a:pt x="1371" y="17258"/>
                    <a:pt x="1384" y="17258"/>
                  </a:cubicBezTo>
                  <a:cubicBezTo>
                    <a:pt x="1446" y="17258"/>
                    <a:pt x="1419" y="17132"/>
                    <a:pt x="1273" y="17059"/>
                  </a:cubicBezTo>
                  <a:cubicBezTo>
                    <a:pt x="1152" y="16978"/>
                    <a:pt x="1160" y="16807"/>
                    <a:pt x="1217" y="16807"/>
                  </a:cubicBezTo>
                  <a:cubicBezTo>
                    <a:pt x="1273" y="16807"/>
                    <a:pt x="1273" y="16889"/>
                    <a:pt x="1273" y="16978"/>
                  </a:cubicBezTo>
                  <a:lnTo>
                    <a:pt x="1395" y="16978"/>
                  </a:lnTo>
                  <a:cubicBezTo>
                    <a:pt x="1395" y="16897"/>
                    <a:pt x="1395" y="16897"/>
                    <a:pt x="1338" y="16807"/>
                  </a:cubicBezTo>
                  <a:cubicBezTo>
                    <a:pt x="1330" y="16743"/>
                    <a:pt x="1314" y="16686"/>
                    <a:pt x="1273" y="16637"/>
                  </a:cubicBezTo>
                  <a:cubicBezTo>
                    <a:pt x="1244" y="16592"/>
                    <a:pt x="1215" y="16569"/>
                    <a:pt x="1185" y="16569"/>
                  </a:cubicBezTo>
                  <a:cubicBezTo>
                    <a:pt x="1156" y="16569"/>
                    <a:pt x="1127" y="16589"/>
                    <a:pt x="1095" y="16629"/>
                  </a:cubicBezTo>
                  <a:cubicBezTo>
                    <a:pt x="1078" y="16655"/>
                    <a:pt x="1066" y="16666"/>
                    <a:pt x="1058" y="16666"/>
                  </a:cubicBezTo>
                  <a:cubicBezTo>
                    <a:pt x="1038" y="16666"/>
                    <a:pt x="1038" y="16605"/>
                    <a:pt x="1038" y="16548"/>
                  </a:cubicBezTo>
                  <a:cubicBezTo>
                    <a:pt x="1071" y="16449"/>
                    <a:pt x="1107" y="16408"/>
                    <a:pt x="1142" y="16408"/>
                  </a:cubicBezTo>
                  <a:cubicBezTo>
                    <a:pt x="1168" y="16408"/>
                    <a:pt x="1193" y="16429"/>
                    <a:pt x="1217" y="16467"/>
                  </a:cubicBezTo>
                  <a:cubicBezTo>
                    <a:pt x="1217" y="16548"/>
                    <a:pt x="1273" y="16548"/>
                    <a:pt x="1338" y="16548"/>
                  </a:cubicBezTo>
                  <a:cubicBezTo>
                    <a:pt x="1395" y="16548"/>
                    <a:pt x="1281" y="16118"/>
                    <a:pt x="1160" y="16037"/>
                  </a:cubicBezTo>
                  <a:lnTo>
                    <a:pt x="1217" y="16037"/>
                  </a:lnTo>
                  <a:cubicBezTo>
                    <a:pt x="1281" y="16037"/>
                    <a:pt x="1281" y="15867"/>
                    <a:pt x="1281" y="15697"/>
                  </a:cubicBezTo>
                  <a:cubicBezTo>
                    <a:pt x="1281" y="15526"/>
                    <a:pt x="1281" y="15437"/>
                    <a:pt x="1225" y="15437"/>
                  </a:cubicBezTo>
                  <a:cubicBezTo>
                    <a:pt x="1160" y="15437"/>
                    <a:pt x="1103" y="15437"/>
                    <a:pt x="1103" y="15348"/>
                  </a:cubicBezTo>
                  <a:cubicBezTo>
                    <a:pt x="1103" y="15437"/>
                    <a:pt x="1046" y="15437"/>
                    <a:pt x="981" y="15437"/>
                  </a:cubicBezTo>
                  <a:cubicBezTo>
                    <a:pt x="1014" y="15348"/>
                    <a:pt x="1054" y="15259"/>
                    <a:pt x="1103" y="15178"/>
                  </a:cubicBezTo>
                  <a:cubicBezTo>
                    <a:pt x="1225" y="15008"/>
                    <a:pt x="1290" y="14837"/>
                    <a:pt x="1290" y="14497"/>
                  </a:cubicBezTo>
                  <a:cubicBezTo>
                    <a:pt x="1290" y="14326"/>
                    <a:pt x="1290" y="14067"/>
                    <a:pt x="1346" y="13986"/>
                  </a:cubicBezTo>
                  <a:cubicBezTo>
                    <a:pt x="1354" y="13816"/>
                    <a:pt x="1354" y="13726"/>
                    <a:pt x="1290" y="13726"/>
                  </a:cubicBezTo>
                  <a:lnTo>
                    <a:pt x="1290" y="13556"/>
                  </a:lnTo>
                  <a:cubicBezTo>
                    <a:pt x="1354" y="13467"/>
                    <a:pt x="1354" y="13297"/>
                    <a:pt x="1298" y="13297"/>
                  </a:cubicBezTo>
                  <a:cubicBezTo>
                    <a:pt x="1233" y="13216"/>
                    <a:pt x="1298" y="13127"/>
                    <a:pt x="1298" y="13037"/>
                  </a:cubicBezTo>
                  <a:cubicBezTo>
                    <a:pt x="1369" y="12942"/>
                    <a:pt x="1398" y="12903"/>
                    <a:pt x="1373" y="12903"/>
                  </a:cubicBezTo>
                  <a:cubicBezTo>
                    <a:pt x="1355" y="12903"/>
                    <a:pt x="1310" y="12923"/>
                    <a:pt x="1233" y="12956"/>
                  </a:cubicBezTo>
                  <a:cubicBezTo>
                    <a:pt x="1176" y="12956"/>
                    <a:pt x="1111" y="13127"/>
                    <a:pt x="1111" y="13208"/>
                  </a:cubicBezTo>
                  <a:lnTo>
                    <a:pt x="1111" y="13467"/>
                  </a:lnTo>
                  <a:lnTo>
                    <a:pt x="1054" y="13208"/>
                  </a:lnTo>
                  <a:cubicBezTo>
                    <a:pt x="1054" y="13127"/>
                    <a:pt x="998" y="12956"/>
                    <a:pt x="933" y="12948"/>
                  </a:cubicBezTo>
                  <a:cubicBezTo>
                    <a:pt x="933" y="12948"/>
                    <a:pt x="876" y="12948"/>
                    <a:pt x="876" y="12867"/>
                  </a:cubicBezTo>
                  <a:lnTo>
                    <a:pt x="998" y="12867"/>
                  </a:lnTo>
                  <a:cubicBezTo>
                    <a:pt x="1027" y="12925"/>
                    <a:pt x="1089" y="12957"/>
                    <a:pt x="1154" y="12957"/>
                  </a:cubicBezTo>
                  <a:cubicBezTo>
                    <a:pt x="1161" y="12957"/>
                    <a:pt x="1169" y="12957"/>
                    <a:pt x="1176" y="12956"/>
                  </a:cubicBezTo>
                  <a:cubicBezTo>
                    <a:pt x="1298" y="12867"/>
                    <a:pt x="1354" y="12616"/>
                    <a:pt x="1241" y="12616"/>
                  </a:cubicBezTo>
                  <a:cubicBezTo>
                    <a:pt x="1241" y="12527"/>
                    <a:pt x="1241" y="12527"/>
                    <a:pt x="1298" y="12445"/>
                  </a:cubicBezTo>
                  <a:cubicBezTo>
                    <a:pt x="1354" y="12445"/>
                    <a:pt x="1363" y="12356"/>
                    <a:pt x="1241" y="12267"/>
                  </a:cubicBezTo>
                  <a:cubicBezTo>
                    <a:pt x="1119" y="12186"/>
                    <a:pt x="1119" y="12097"/>
                    <a:pt x="1241" y="12016"/>
                  </a:cubicBezTo>
                  <a:cubicBezTo>
                    <a:pt x="1363" y="11846"/>
                    <a:pt x="1363" y="11505"/>
                    <a:pt x="1306" y="11505"/>
                  </a:cubicBezTo>
                  <a:cubicBezTo>
                    <a:pt x="1184" y="11497"/>
                    <a:pt x="1184" y="11246"/>
                    <a:pt x="1249" y="11156"/>
                  </a:cubicBezTo>
                  <a:cubicBezTo>
                    <a:pt x="1306" y="11083"/>
                    <a:pt x="1306" y="10978"/>
                    <a:pt x="1249" y="10905"/>
                  </a:cubicBezTo>
                  <a:cubicBezTo>
                    <a:pt x="1330" y="10889"/>
                    <a:pt x="1363" y="10792"/>
                    <a:pt x="1306" y="10735"/>
                  </a:cubicBezTo>
                  <a:cubicBezTo>
                    <a:pt x="1306" y="10735"/>
                    <a:pt x="1306" y="10693"/>
                    <a:pt x="1287" y="10693"/>
                  </a:cubicBezTo>
                  <a:cubicBezTo>
                    <a:pt x="1279" y="10693"/>
                    <a:pt x="1267" y="10701"/>
                    <a:pt x="1249" y="10727"/>
                  </a:cubicBezTo>
                  <a:lnTo>
                    <a:pt x="1127" y="10556"/>
                  </a:lnTo>
                  <a:cubicBezTo>
                    <a:pt x="1127" y="10646"/>
                    <a:pt x="1071" y="10646"/>
                    <a:pt x="1006" y="10646"/>
                  </a:cubicBezTo>
                  <a:cubicBezTo>
                    <a:pt x="949" y="10646"/>
                    <a:pt x="1014" y="10297"/>
                    <a:pt x="1192" y="10135"/>
                  </a:cubicBezTo>
                  <a:lnTo>
                    <a:pt x="1314" y="9965"/>
                  </a:lnTo>
                  <a:lnTo>
                    <a:pt x="1192" y="9956"/>
                  </a:lnTo>
                  <a:cubicBezTo>
                    <a:pt x="1192" y="9875"/>
                    <a:pt x="1192" y="9786"/>
                    <a:pt x="1249" y="9786"/>
                  </a:cubicBezTo>
                  <a:cubicBezTo>
                    <a:pt x="1314" y="9786"/>
                    <a:pt x="1314" y="9786"/>
                    <a:pt x="1314" y="9705"/>
                  </a:cubicBezTo>
                  <a:cubicBezTo>
                    <a:pt x="1314" y="9705"/>
                    <a:pt x="1314" y="9616"/>
                    <a:pt x="1257" y="9616"/>
                  </a:cubicBezTo>
                  <a:cubicBezTo>
                    <a:pt x="1136" y="9616"/>
                    <a:pt x="1136" y="9616"/>
                    <a:pt x="1192" y="9535"/>
                  </a:cubicBezTo>
                  <a:cubicBezTo>
                    <a:pt x="1314" y="9446"/>
                    <a:pt x="1314" y="9365"/>
                    <a:pt x="1192" y="9275"/>
                  </a:cubicBezTo>
                  <a:cubicBezTo>
                    <a:pt x="1079" y="9275"/>
                    <a:pt x="1079" y="9275"/>
                    <a:pt x="1192" y="9186"/>
                  </a:cubicBezTo>
                  <a:cubicBezTo>
                    <a:pt x="1195" y="9187"/>
                    <a:pt x="1198" y="9187"/>
                    <a:pt x="1201" y="9187"/>
                  </a:cubicBezTo>
                  <a:cubicBezTo>
                    <a:pt x="1262" y="9187"/>
                    <a:pt x="1314" y="9101"/>
                    <a:pt x="1314" y="9016"/>
                  </a:cubicBezTo>
                  <a:lnTo>
                    <a:pt x="1257" y="9016"/>
                  </a:lnTo>
                  <a:cubicBezTo>
                    <a:pt x="1136" y="9016"/>
                    <a:pt x="1136" y="8935"/>
                    <a:pt x="1200" y="8846"/>
                  </a:cubicBezTo>
                  <a:cubicBezTo>
                    <a:pt x="1257" y="8846"/>
                    <a:pt x="1257" y="8765"/>
                    <a:pt x="1200" y="8594"/>
                  </a:cubicBezTo>
                  <a:cubicBezTo>
                    <a:pt x="1200" y="8416"/>
                    <a:pt x="1200" y="8335"/>
                    <a:pt x="1257" y="8335"/>
                  </a:cubicBezTo>
                  <a:cubicBezTo>
                    <a:pt x="1379" y="8335"/>
                    <a:pt x="1379" y="8335"/>
                    <a:pt x="1257" y="8246"/>
                  </a:cubicBezTo>
                  <a:cubicBezTo>
                    <a:pt x="1200" y="8165"/>
                    <a:pt x="1200" y="8165"/>
                    <a:pt x="1265" y="7994"/>
                  </a:cubicBezTo>
                  <a:cubicBezTo>
                    <a:pt x="1322" y="7905"/>
                    <a:pt x="1322" y="7905"/>
                    <a:pt x="1265" y="7824"/>
                  </a:cubicBezTo>
                  <a:cubicBezTo>
                    <a:pt x="1247" y="7824"/>
                    <a:pt x="1229" y="7824"/>
                    <a:pt x="1214" y="7824"/>
                  </a:cubicBezTo>
                  <a:cubicBezTo>
                    <a:pt x="1127" y="7824"/>
                    <a:pt x="1086" y="7830"/>
                    <a:pt x="1079" y="7905"/>
                  </a:cubicBezTo>
                  <a:cubicBezTo>
                    <a:pt x="1079" y="7974"/>
                    <a:pt x="1079" y="7990"/>
                    <a:pt x="1053" y="7990"/>
                  </a:cubicBezTo>
                  <a:cubicBezTo>
                    <a:pt x="1045" y="7990"/>
                    <a:pt x="1035" y="7988"/>
                    <a:pt x="1022" y="7986"/>
                  </a:cubicBezTo>
                  <a:cubicBezTo>
                    <a:pt x="1022" y="7986"/>
                    <a:pt x="1022" y="7905"/>
                    <a:pt x="1022" y="7816"/>
                  </a:cubicBezTo>
                  <a:cubicBezTo>
                    <a:pt x="1030" y="7702"/>
                    <a:pt x="1006" y="7589"/>
                    <a:pt x="965" y="7475"/>
                  </a:cubicBezTo>
                  <a:cubicBezTo>
                    <a:pt x="937" y="7390"/>
                    <a:pt x="892" y="7348"/>
                    <a:pt x="862" y="7348"/>
                  </a:cubicBezTo>
                  <a:cubicBezTo>
                    <a:pt x="831" y="7348"/>
                    <a:pt x="815" y="7390"/>
                    <a:pt x="844" y="7475"/>
                  </a:cubicBezTo>
                  <a:lnTo>
                    <a:pt x="787" y="7565"/>
                  </a:lnTo>
                  <a:cubicBezTo>
                    <a:pt x="783" y="7564"/>
                    <a:pt x="779" y="7564"/>
                    <a:pt x="775" y="7564"/>
                  </a:cubicBezTo>
                  <a:cubicBezTo>
                    <a:pt x="609" y="7564"/>
                    <a:pt x="613" y="7727"/>
                    <a:pt x="787" y="7735"/>
                  </a:cubicBezTo>
                  <a:cubicBezTo>
                    <a:pt x="965" y="7735"/>
                    <a:pt x="965" y="7735"/>
                    <a:pt x="844" y="7816"/>
                  </a:cubicBezTo>
                  <a:cubicBezTo>
                    <a:pt x="722" y="7816"/>
                    <a:pt x="722" y="7905"/>
                    <a:pt x="722" y="7986"/>
                  </a:cubicBezTo>
                  <a:cubicBezTo>
                    <a:pt x="722" y="8075"/>
                    <a:pt x="722" y="8075"/>
                    <a:pt x="665" y="8075"/>
                  </a:cubicBezTo>
                  <a:cubicBezTo>
                    <a:pt x="600" y="8075"/>
                    <a:pt x="544" y="8156"/>
                    <a:pt x="544" y="8246"/>
                  </a:cubicBezTo>
                  <a:cubicBezTo>
                    <a:pt x="544" y="8327"/>
                    <a:pt x="544" y="8327"/>
                    <a:pt x="600" y="8327"/>
                  </a:cubicBezTo>
                  <a:cubicBezTo>
                    <a:pt x="612" y="8312"/>
                    <a:pt x="622" y="8305"/>
                    <a:pt x="629" y="8305"/>
                  </a:cubicBezTo>
                  <a:cubicBezTo>
                    <a:pt x="661" y="8305"/>
                    <a:pt x="643" y="8431"/>
                    <a:pt x="544" y="8497"/>
                  </a:cubicBezTo>
                  <a:cubicBezTo>
                    <a:pt x="479" y="8586"/>
                    <a:pt x="479" y="8586"/>
                    <a:pt x="600" y="8586"/>
                  </a:cubicBezTo>
                  <a:cubicBezTo>
                    <a:pt x="722" y="8586"/>
                    <a:pt x="722" y="8756"/>
                    <a:pt x="600" y="8846"/>
                  </a:cubicBezTo>
                  <a:cubicBezTo>
                    <a:pt x="600" y="8846"/>
                    <a:pt x="600" y="8927"/>
                    <a:pt x="600" y="9016"/>
                  </a:cubicBezTo>
                  <a:cubicBezTo>
                    <a:pt x="600" y="9097"/>
                    <a:pt x="657" y="9097"/>
                    <a:pt x="722" y="9105"/>
                  </a:cubicBezTo>
                  <a:cubicBezTo>
                    <a:pt x="836" y="9105"/>
                    <a:pt x="836" y="9105"/>
                    <a:pt x="779" y="9186"/>
                  </a:cubicBezTo>
                  <a:cubicBezTo>
                    <a:pt x="714" y="9275"/>
                    <a:pt x="657" y="9275"/>
                    <a:pt x="657" y="9275"/>
                  </a:cubicBezTo>
                  <a:cubicBezTo>
                    <a:pt x="655" y="9275"/>
                    <a:pt x="652" y="9275"/>
                    <a:pt x="650" y="9275"/>
                  </a:cubicBezTo>
                  <a:cubicBezTo>
                    <a:pt x="600" y="9275"/>
                    <a:pt x="600" y="9360"/>
                    <a:pt x="600" y="9446"/>
                  </a:cubicBezTo>
                  <a:cubicBezTo>
                    <a:pt x="600" y="9527"/>
                    <a:pt x="592" y="9697"/>
                    <a:pt x="657" y="9697"/>
                  </a:cubicBezTo>
                  <a:lnTo>
                    <a:pt x="592" y="9697"/>
                  </a:lnTo>
                  <a:cubicBezTo>
                    <a:pt x="592" y="9786"/>
                    <a:pt x="536" y="9786"/>
                    <a:pt x="592" y="9786"/>
                  </a:cubicBezTo>
                  <a:cubicBezTo>
                    <a:pt x="592" y="9875"/>
                    <a:pt x="568" y="9956"/>
                    <a:pt x="536" y="10037"/>
                  </a:cubicBezTo>
                  <a:cubicBezTo>
                    <a:pt x="490" y="10157"/>
                    <a:pt x="536" y="10320"/>
                    <a:pt x="610" y="10320"/>
                  </a:cubicBezTo>
                  <a:cubicBezTo>
                    <a:pt x="641" y="10320"/>
                    <a:pt x="678" y="10291"/>
                    <a:pt x="714" y="10216"/>
                  </a:cubicBezTo>
                  <a:lnTo>
                    <a:pt x="714" y="10297"/>
                  </a:lnTo>
                  <a:cubicBezTo>
                    <a:pt x="714" y="10386"/>
                    <a:pt x="771" y="10386"/>
                    <a:pt x="771" y="10386"/>
                  </a:cubicBezTo>
                  <a:cubicBezTo>
                    <a:pt x="836" y="10386"/>
                    <a:pt x="836" y="10475"/>
                    <a:pt x="836" y="10556"/>
                  </a:cubicBezTo>
                  <a:lnTo>
                    <a:pt x="714" y="10556"/>
                  </a:lnTo>
                  <a:cubicBezTo>
                    <a:pt x="679" y="10539"/>
                    <a:pt x="648" y="10531"/>
                    <a:pt x="623" y="10531"/>
                  </a:cubicBezTo>
                  <a:cubicBezTo>
                    <a:pt x="519" y="10531"/>
                    <a:pt x="506" y="10655"/>
                    <a:pt x="649" y="10727"/>
                  </a:cubicBezTo>
                  <a:lnTo>
                    <a:pt x="592" y="10727"/>
                  </a:lnTo>
                  <a:cubicBezTo>
                    <a:pt x="536" y="10727"/>
                    <a:pt x="527" y="10808"/>
                    <a:pt x="592" y="10986"/>
                  </a:cubicBezTo>
                  <a:cubicBezTo>
                    <a:pt x="592" y="11067"/>
                    <a:pt x="706" y="11156"/>
                    <a:pt x="771" y="11156"/>
                  </a:cubicBezTo>
                  <a:cubicBezTo>
                    <a:pt x="827" y="11156"/>
                    <a:pt x="827" y="11246"/>
                    <a:pt x="827" y="11246"/>
                  </a:cubicBezTo>
                  <a:cubicBezTo>
                    <a:pt x="827" y="11327"/>
                    <a:pt x="827" y="11327"/>
                    <a:pt x="771" y="11327"/>
                  </a:cubicBezTo>
                  <a:cubicBezTo>
                    <a:pt x="649" y="11327"/>
                    <a:pt x="649" y="11497"/>
                    <a:pt x="763" y="11586"/>
                  </a:cubicBezTo>
                  <a:lnTo>
                    <a:pt x="706" y="11586"/>
                  </a:lnTo>
                  <a:cubicBezTo>
                    <a:pt x="704" y="11586"/>
                    <a:pt x="701" y="11586"/>
                    <a:pt x="699" y="11586"/>
                  </a:cubicBezTo>
                  <a:cubicBezTo>
                    <a:pt x="644" y="11586"/>
                    <a:pt x="586" y="11684"/>
                    <a:pt x="641" y="12097"/>
                  </a:cubicBezTo>
                  <a:cubicBezTo>
                    <a:pt x="641" y="12437"/>
                    <a:pt x="641" y="12697"/>
                    <a:pt x="584" y="12697"/>
                  </a:cubicBezTo>
                  <a:cubicBezTo>
                    <a:pt x="583" y="12697"/>
                    <a:pt x="583" y="12697"/>
                    <a:pt x="582" y="12697"/>
                  </a:cubicBezTo>
                  <a:cubicBezTo>
                    <a:pt x="522" y="12697"/>
                    <a:pt x="642" y="13039"/>
                    <a:pt x="754" y="13208"/>
                  </a:cubicBezTo>
                  <a:cubicBezTo>
                    <a:pt x="698" y="13208"/>
                    <a:pt x="698" y="13297"/>
                    <a:pt x="698" y="13467"/>
                  </a:cubicBezTo>
                  <a:cubicBezTo>
                    <a:pt x="698" y="13718"/>
                    <a:pt x="698" y="13718"/>
                    <a:pt x="633" y="13718"/>
                  </a:cubicBezTo>
                  <a:cubicBezTo>
                    <a:pt x="586" y="13685"/>
                    <a:pt x="559" y="13666"/>
                    <a:pt x="551" y="13666"/>
                  </a:cubicBezTo>
                  <a:cubicBezTo>
                    <a:pt x="538" y="13666"/>
                    <a:pt x="566" y="13707"/>
                    <a:pt x="633" y="13808"/>
                  </a:cubicBezTo>
                  <a:cubicBezTo>
                    <a:pt x="754" y="13897"/>
                    <a:pt x="698" y="14148"/>
                    <a:pt x="576" y="14148"/>
                  </a:cubicBezTo>
                  <a:cubicBezTo>
                    <a:pt x="511" y="14148"/>
                    <a:pt x="511" y="14229"/>
                    <a:pt x="511" y="14408"/>
                  </a:cubicBezTo>
                  <a:cubicBezTo>
                    <a:pt x="576" y="14489"/>
                    <a:pt x="576" y="14659"/>
                    <a:pt x="568" y="14829"/>
                  </a:cubicBezTo>
                  <a:cubicBezTo>
                    <a:pt x="568" y="15089"/>
                    <a:pt x="568" y="15089"/>
                    <a:pt x="690" y="15089"/>
                  </a:cubicBezTo>
                  <a:cubicBezTo>
                    <a:pt x="811" y="15089"/>
                    <a:pt x="811" y="15178"/>
                    <a:pt x="811" y="15348"/>
                  </a:cubicBezTo>
                  <a:cubicBezTo>
                    <a:pt x="811" y="15437"/>
                    <a:pt x="803" y="15518"/>
                    <a:pt x="746" y="15518"/>
                  </a:cubicBezTo>
                  <a:cubicBezTo>
                    <a:pt x="714" y="15567"/>
                    <a:pt x="690" y="15632"/>
                    <a:pt x="690" y="15689"/>
                  </a:cubicBezTo>
                  <a:cubicBezTo>
                    <a:pt x="690" y="15778"/>
                    <a:pt x="681" y="15859"/>
                    <a:pt x="625" y="15859"/>
                  </a:cubicBezTo>
                  <a:cubicBezTo>
                    <a:pt x="584" y="15940"/>
                    <a:pt x="560" y="16029"/>
                    <a:pt x="568" y="16118"/>
                  </a:cubicBezTo>
                  <a:cubicBezTo>
                    <a:pt x="560" y="16289"/>
                    <a:pt x="560" y="16459"/>
                    <a:pt x="503" y="16459"/>
                  </a:cubicBezTo>
                  <a:cubicBezTo>
                    <a:pt x="503" y="16540"/>
                    <a:pt x="503" y="16540"/>
                    <a:pt x="560" y="16540"/>
                  </a:cubicBezTo>
                  <a:cubicBezTo>
                    <a:pt x="625" y="16548"/>
                    <a:pt x="681" y="16629"/>
                    <a:pt x="617" y="16970"/>
                  </a:cubicBezTo>
                  <a:cubicBezTo>
                    <a:pt x="617" y="17140"/>
                    <a:pt x="617" y="17399"/>
                    <a:pt x="681" y="17399"/>
                  </a:cubicBezTo>
                  <a:cubicBezTo>
                    <a:pt x="673" y="17488"/>
                    <a:pt x="673" y="17488"/>
                    <a:pt x="617" y="17488"/>
                  </a:cubicBezTo>
                  <a:cubicBezTo>
                    <a:pt x="614" y="17488"/>
                    <a:pt x="611" y="17488"/>
                    <a:pt x="609" y="17488"/>
                  </a:cubicBezTo>
                  <a:cubicBezTo>
                    <a:pt x="495" y="17488"/>
                    <a:pt x="498" y="17662"/>
                    <a:pt x="617" y="17829"/>
                  </a:cubicBezTo>
                  <a:cubicBezTo>
                    <a:pt x="673" y="17829"/>
                    <a:pt x="673" y="17910"/>
                    <a:pt x="617" y="17999"/>
                  </a:cubicBezTo>
                  <a:cubicBezTo>
                    <a:pt x="617" y="18064"/>
                    <a:pt x="641" y="18121"/>
                    <a:pt x="673" y="18170"/>
                  </a:cubicBezTo>
                  <a:cubicBezTo>
                    <a:pt x="730" y="18259"/>
                    <a:pt x="730" y="18259"/>
                    <a:pt x="673" y="18429"/>
                  </a:cubicBezTo>
                  <a:cubicBezTo>
                    <a:pt x="609" y="18429"/>
                    <a:pt x="609" y="18510"/>
                    <a:pt x="609" y="18599"/>
                  </a:cubicBezTo>
                  <a:cubicBezTo>
                    <a:pt x="673" y="18770"/>
                    <a:pt x="665" y="19710"/>
                    <a:pt x="609" y="19799"/>
                  </a:cubicBezTo>
                  <a:cubicBezTo>
                    <a:pt x="665" y="19880"/>
                    <a:pt x="665" y="19880"/>
                    <a:pt x="665" y="19969"/>
                  </a:cubicBezTo>
                  <a:cubicBezTo>
                    <a:pt x="544" y="20051"/>
                    <a:pt x="600" y="20140"/>
                    <a:pt x="722" y="20140"/>
                  </a:cubicBezTo>
                  <a:lnTo>
                    <a:pt x="722" y="20051"/>
                  </a:lnTo>
                  <a:lnTo>
                    <a:pt x="722" y="19969"/>
                  </a:lnTo>
                  <a:cubicBezTo>
                    <a:pt x="842" y="19969"/>
                    <a:pt x="844" y="20221"/>
                    <a:pt x="673" y="20221"/>
                  </a:cubicBezTo>
                  <a:cubicBezTo>
                    <a:pt x="671" y="20221"/>
                    <a:pt x="668" y="20221"/>
                    <a:pt x="665" y="20221"/>
                  </a:cubicBezTo>
                  <a:cubicBezTo>
                    <a:pt x="544" y="20310"/>
                    <a:pt x="544" y="20310"/>
                    <a:pt x="657" y="20399"/>
                  </a:cubicBezTo>
                  <a:cubicBezTo>
                    <a:pt x="779" y="20480"/>
                    <a:pt x="779" y="20569"/>
                    <a:pt x="665" y="20650"/>
                  </a:cubicBezTo>
                  <a:cubicBezTo>
                    <a:pt x="544" y="20650"/>
                    <a:pt x="544" y="20650"/>
                    <a:pt x="673" y="20740"/>
                  </a:cubicBezTo>
                  <a:cubicBezTo>
                    <a:pt x="917" y="20902"/>
                    <a:pt x="990" y="21145"/>
                    <a:pt x="746" y="21161"/>
                  </a:cubicBezTo>
                  <a:cubicBezTo>
                    <a:pt x="742" y="21161"/>
                    <a:pt x="738" y="21161"/>
                    <a:pt x="734" y="21161"/>
                  </a:cubicBezTo>
                  <a:cubicBezTo>
                    <a:pt x="642" y="21161"/>
                    <a:pt x="568" y="21246"/>
                    <a:pt x="576" y="21340"/>
                  </a:cubicBezTo>
                  <a:cubicBezTo>
                    <a:pt x="582" y="21401"/>
                    <a:pt x="616" y="21416"/>
                    <a:pt x="661" y="21416"/>
                  </a:cubicBezTo>
                  <a:cubicBezTo>
                    <a:pt x="675" y="21416"/>
                    <a:pt x="690" y="21415"/>
                    <a:pt x="706" y="21413"/>
                  </a:cubicBezTo>
                  <a:cubicBezTo>
                    <a:pt x="737" y="21388"/>
                    <a:pt x="760" y="21376"/>
                    <a:pt x="774" y="21376"/>
                  </a:cubicBezTo>
                  <a:cubicBezTo>
                    <a:pt x="811" y="21376"/>
                    <a:pt x="788" y="21454"/>
                    <a:pt x="706" y="21583"/>
                  </a:cubicBezTo>
                  <a:cubicBezTo>
                    <a:pt x="536" y="21859"/>
                    <a:pt x="584" y="22029"/>
                    <a:pt x="730" y="22264"/>
                  </a:cubicBezTo>
                  <a:cubicBezTo>
                    <a:pt x="854" y="22500"/>
                    <a:pt x="905" y="22697"/>
                    <a:pt x="864" y="22697"/>
                  </a:cubicBezTo>
                  <a:cubicBezTo>
                    <a:pt x="849" y="22697"/>
                    <a:pt x="821" y="22669"/>
                    <a:pt x="779" y="22604"/>
                  </a:cubicBezTo>
                  <a:cubicBezTo>
                    <a:pt x="710" y="22531"/>
                    <a:pt x="675" y="22493"/>
                    <a:pt x="668" y="22493"/>
                  </a:cubicBezTo>
                  <a:lnTo>
                    <a:pt x="668" y="22493"/>
                  </a:lnTo>
                  <a:cubicBezTo>
                    <a:pt x="661" y="22493"/>
                    <a:pt x="681" y="22531"/>
                    <a:pt x="722" y="22613"/>
                  </a:cubicBezTo>
                  <a:cubicBezTo>
                    <a:pt x="746" y="22783"/>
                    <a:pt x="771" y="22953"/>
                    <a:pt x="787" y="23042"/>
                  </a:cubicBezTo>
                  <a:cubicBezTo>
                    <a:pt x="809" y="23116"/>
                    <a:pt x="871" y="23182"/>
                    <a:pt x="930" y="23182"/>
                  </a:cubicBezTo>
                  <a:cubicBezTo>
                    <a:pt x="937" y="23182"/>
                    <a:pt x="943" y="23182"/>
                    <a:pt x="949" y="23180"/>
                  </a:cubicBezTo>
                  <a:lnTo>
                    <a:pt x="949" y="23180"/>
                  </a:lnTo>
                  <a:cubicBezTo>
                    <a:pt x="836" y="23310"/>
                    <a:pt x="852" y="23504"/>
                    <a:pt x="990" y="23610"/>
                  </a:cubicBezTo>
                  <a:lnTo>
                    <a:pt x="1030" y="23772"/>
                  </a:lnTo>
                  <a:cubicBezTo>
                    <a:pt x="1054" y="23853"/>
                    <a:pt x="1054" y="23861"/>
                    <a:pt x="1136" y="23926"/>
                  </a:cubicBezTo>
                  <a:cubicBezTo>
                    <a:pt x="1208" y="23991"/>
                    <a:pt x="1176" y="24088"/>
                    <a:pt x="1136" y="24185"/>
                  </a:cubicBezTo>
                  <a:cubicBezTo>
                    <a:pt x="1114" y="24273"/>
                    <a:pt x="1085" y="24367"/>
                    <a:pt x="1121" y="24367"/>
                  </a:cubicBezTo>
                  <a:cubicBezTo>
                    <a:pt x="1125" y="24367"/>
                    <a:pt x="1130" y="24366"/>
                    <a:pt x="1136" y="24364"/>
                  </a:cubicBezTo>
                  <a:cubicBezTo>
                    <a:pt x="1138" y="24363"/>
                    <a:pt x="1142" y="24363"/>
                    <a:pt x="1145" y="24363"/>
                  </a:cubicBezTo>
                  <a:cubicBezTo>
                    <a:pt x="1205" y="24363"/>
                    <a:pt x="1318" y="24497"/>
                    <a:pt x="1395" y="24550"/>
                  </a:cubicBezTo>
                  <a:cubicBezTo>
                    <a:pt x="1465" y="24601"/>
                    <a:pt x="1460" y="24673"/>
                    <a:pt x="1415" y="24673"/>
                  </a:cubicBezTo>
                  <a:cubicBezTo>
                    <a:pt x="1403" y="24673"/>
                    <a:pt x="1388" y="24668"/>
                    <a:pt x="1371" y="24656"/>
                  </a:cubicBezTo>
                  <a:cubicBezTo>
                    <a:pt x="1314" y="24672"/>
                    <a:pt x="1314" y="24672"/>
                    <a:pt x="1314" y="24850"/>
                  </a:cubicBezTo>
                  <a:cubicBezTo>
                    <a:pt x="1337" y="24928"/>
                    <a:pt x="1397" y="25078"/>
                    <a:pt x="1452" y="25078"/>
                  </a:cubicBezTo>
                  <a:cubicBezTo>
                    <a:pt x="1454" y="25078"/>
                    <a:pt x="1457" y="25078"/>
                    <a:pt x="1460" y="25077"/>
                  </a:cubicBezTo>
                  <a:cubicBezTo>
                    <a:pt x="1461" y="25076"/>
                    <a:pt x="1463" y="25076"/>
                    <a:pt x="1465" y="25076"/>
                  </a:cubicBezTo>
                  <a:cubicBezTo>
                    <a:pt x="1491" y="25076"/>
                    <a:pt x="1544" y="25183"/>
                    <a:pt x="1590" y="25312"/>
                  </a:cubicBezTo>
                  <a:cubicBezTo>
                    <a:pt x="1638" y="25410"/>
                    <a:pt x="1679" y="25515"/>
                    <a:pt x="1687" y="25629"/>
                  </a:cubicBezTo>
                  <a:lnTo>
                    <a:pt x="1760" y="25783"/>
                  </a:lnTo>
                  <a:cubicBezTo>
                    <a:pt x="1800" y="25856"/>
                    <a:pt x="1890" y="25912"/>
                    <a:pt x="1922" y="25985"/>
                  </a:cubicBezTo>
                  <a:cubicBezTo>
                    <a:pt x="1954" y="26042"/>
                    <a:pt x="1995" y="26083"/>
                    <a:pt x="2052" y="26115"/>
                  </a:cubicBezTo>
                  <a:cubicBezTo>
                    <a:pt x="2084" y="26188"/>
                    <a:pt x="2125" y="26269"/>
                    <a:pt x="2068" y="26293"/>
                  </a:cubicBezTo>
                  <a:cubicBezTo>
                    <a:pt x="2214" y="26318"/>
                    <a:pt x="2206" y="26318"/>
                    <a:pt x="2149" y="26448"/>
                  </a:cubicBezTo>
                  <a:cubicBezTo>
                    <a:pt x="2044" y="26504"/>
                    <a:pt x="2044" y="26504"/>
                    <a:pt x="2190" y="26520"/>
                  </a:cubicBezTo>
                  <a:cubicBezTo>
                    <a:pt x="2287" y="26561"/>
                    <a:pt x="2287" y="26561"/>
                    <a:pt x="2279" y="26666"/>
                  </a:cubicBezTo>
                  <a:cubicBezTo>
                    <a:pt x="2238" y="26687"/>
                    <a:pt x="2260" y="26747"/>
                    <a:pt x="2301" y="26747"/>
                  </a:cubicBezTo>
                  <a:cubicBezTo>
                    <a:pt x="2309" y="26747"/>
                    <a:pt x="2318" y="26745"/>
                    <a:pt x="2327" y="26739"/>
                  </a:cubicBezTo>
                  <a:cubicBezTo>
                    <a:pt x="2473" y="26756"/>
                    <a:pt x="2652" y="26934"/>
                    <a:pt x="2554" y="26999"/>
                  </a:cubicBezTo>
                  <a:cubicBezTo>
                    <a:pt x="2587" y="27047"/>
                    <a:pt x="2635" y="27088"/>
                    <a:pt x="2692" y="27112"/>
                  </a:cubicBezTo>
                  <a:cubicBezTo>
                    <a:pt x="2830" y="27120"/>
                    <a:pt x="2830" y="27120"/>
                    <a:pt x="2733" y="27185"/>
                  </a:cubicBezTo>
                  <a:cubicBezTo>
                    <a:pt x="2676" y="27323"/>
                    <a:pt x="2717" y="27396"/>
                    <a:pt x="2871" y="27396"/>
                  </a:cubicBezTo>
                  <a:cubicBezTo>
                    <a:pt x="2927" y="27420"/>
                    <a:pt x="2968" y="27477"/>
                    <a:pt x="2968" y="27534"/>
                  </a:cubicBezTo>
                  <a:cubicBezTo>
                    <a:pt x="3010" y="27682"/>
                    <a:pt x="3212" y="28038"/>
                    <a:pt x="3290" y="28038"/>
                  </a:cubicBezTo>
                  <a:cubicBezTo>
                    <a:pt x="3302" y="28038"/>
                    <a:pt x="3311" y="28030"/>
                    <a:pt x="3317" y="28012"/>
                  </a:cubicBezTo>
                  <a:lnTo>
                    <a:pt x="3422" y="28142"/>
                  </a:lnTo>
                  <a:cubicBezTo>
                    <a:pt x="3471" y="28320"/>
                    <a:pt x="3527" y="28385"/>
                    <a:pt x="3633" y="28410"/>
                  </a:cubicBezTo>
                  <a:lnTo>
                    <a:pt x="3730" y="28434"/>
                  </a:lnTo>
                  <a:cubicBezTo>
                    <a:pt x="3689" y="28474"/>
                    <a:pt x="3698" y="28572"/>
                    <a:pt x="3754" y="28637"/>
                  </a:cubicBezTo>
                  <a:cubicBezTo>
                    <a:pt x="3786" y="28673"/>
                    <a:pt x="3800" y="28689"/>
                    <a:pt x="3815" y="28689"/>
                  </a:cubicBezTo>
                  <a:cubicBezTo>
                    <a:pt x="3826" y="28689"/>
                    <a:pt x="3838" y="28679"/>
                    <a:pt x="3860" y="28661"/>
                  </a:cubicBezTo>
                  <a:cubicBezTo>
                    <a:pt x="3854" y="28621"/>
                    <a:pt x="3858" y="28605"/>
                    <a:pt x="3869" y="28605"/>
                  </a:cubicBezTo>
                  <a:cubicBezTo>
                    <a:pt x="3887" y="28605"/>
                    <a:pt x="3922" y="28645"/>
                    <a:pt x="3957" y="28685"/>
                  </a:cubicBezTo>
                  <a:cubicBezTo>
                    <a:pt x="4014" y="28742"/>
                    <a:pt x="4022" y="28847"/>
                    <a:pt x="3981" y="28888"/>
                  </a:cubicBezTo>
                  <a:lnTo>
                    <a:pt x="4038" y="28953"/>
                  </a:lnTo>
                  <a:cubicBezTo>
                    <a:pt x="4069" y="28925"/>
                    <a:pt x="4096" y="28914"/>
                    <a:pt x="4116" y="28914"/>
                  </a:cubicBezTo>
                  <a:cubicBezTo>
                    <a:pt x="4154" y="28914"/>
                    <a:pt x="4167" y="28951"/>
                    <a:pt x="4135" y="28977"/>
                  </a:cubicBezTo>
                  <a:cubicBezTo>
                    <a:pt x="4152" y="29066"/>
                    <a:pt x="4200" y="29147"/>
                    <a:pt x="4265" y="29204"/>
                  </a:cubicBezTo>
                  <a:cubicBezTo>
                    <a:pt x="4272" y="29197"/>
                    <a:pt x="4278" y="29195"/>
                    <a:pt x="4283" y="29195"/>
                  </a:cubicBezTo>
                  <a:cubicBezTo>
                    <a:pt x="4301" y="29195"/>
                    <a:pt x="4308" y="29226"/>
                    <a:pt x="4295" y="29226"/>
                  </a:cubicBezTo>
                  <a:cubicBezTo>
                    <a:pt x="4289" y="29226"/>
                    <a:pt x="4279" y="29220"/>
                    <a:pt x="4265" y="29204"/>
                  </a:cubicBezTo>
                  <a:lnTo>
                    <a:pt x="4225" y="29245"/>
                  </a:lnTo>
                  <a:cubicBezTo>
                    <a:pt x="4232" y="29292"/>
                    <a:pt x="4244" y="29308"/>
                    <a:pt x="4259" y="29308"/>
                  </a:cubicBezTo>
                  <a:cubicBezTo>
                    <a:pt x="4277" y="29308"/>
                    <a:pt x="4299" y="29283"/>
                    <a:pt x="4322" y="29261"/>
                  </a:cubicBezTo>
                  <a:cubicBezTo>
                    <a:pt x="4322" y="29261"/>
                    <a:pt x="4387" y="29318"/>
                    <a:pt x="4452" y="29374"/>
                  </a:cubicBezTo>
                  <a:cubicBezTo>
                    <a:pt x="4490" y="29413"/>
                    <a:pt x="4526" y="29449"/>
                    <a:pt x="4545" y="29449"/>
                  </a:cubicBezTo>
                  <a:cubicBezTo>
                    <a:pt x="4558" y="29449"/>
                    <a:pt x="4564" y="29433"/>
                    <a:pt x="4557" y="29391"/>
                  </a:cubicBezTo>
                  <a:cubicBezTo>
                    <a:pt x="4583" y="29364"/>
                    <a:pt x="4609" y="29338"/>
                    <a:pt x="4642" y="29338"/>
                  </a:cubicBezTo>
                  <a:cubicBezTo>
                    <a:pt x="4660" y="29338"/>
                    <a:pt x="4680" y="29346"/>
                    <a:pt x="4703" y="29366"/>
                  </a:cubicBezTo>
                  <a:cubicBezTo>
                    <a:pt x="4711" y="29357"/>
                    <a:pt x="4718" y="29353"/>
                    <a:pt x="4724" y="29353"/>
                  </a:cubicBezTo>
                  <a:cubicBezTo>
                    <a:pt x="4741" y="29353"/>
                    <a:pt x="4746" y="29384"/>
                    <a:pt x="4731" y="29384"/>
                  </a:cubicBezTo>
                  <a:cubicBezTo>
                    <a:pt x="4725" y="29384"/>
                    <a:pt x="4716" y="29379"/>
                    <a:pt x="4703" y="29366"/>
                  </a:cubicBezTo>
                  <a:cubicBezTo>
                    <a:pt x="4662" y="29407"/>
                    <a:pt x="4614" y="29447"/>
                    <a:pt x="4679" y="29504"/>
                  </a:cubicBezTo>
                  <a:cubicBezTo>
                    <a:pt x="4743" y="29561"/>
                    <a:pt x="4703" y="29610"/>
                    <a:pt x="4703" y="29610"/>
                  </a:cubicBezTo>
                  <a:cubicBezTo>
                    <a:pt x="4557" y="29642"/>
                    <a:pt x="4849" y="29828"/>
                    <a:pt x="4954" y="29837"/>
                  </a:cubicBezTo>
                  <a:cubicBezTo>
                    <a:pt x="5157" y="29861"/>
                    <a:pt x="5214" y="29918"/>
                    <a:pt x="5141" y="30007"/>
                  </a:cubicBezTo>
                  <a:cubicBezTo>
                    <a:pt x="5098" y="30059"/>
                    <a:pt x="5139" y="30085"/>
                    <a:pt x="5215" y="30085"/>
                  </a:cubicBezTo>
                  <a:cubicBezTo>
                    <a:pt x="5281" y="30085"/>
                    <a:pt x="5374" y="30065"/>
                    <a:pt x="5457" y="30023"/>
                  </a:cubicBezTo>
                  <a:lnTo>
                    <a:pt x="5635" y="29934"/>
                  </a:lnTo>
                  <a:lnTo>
                    <a:pt x="5522" y="30080"/>
                  </a:lnTo>
                  <a:cubicBezTo>
                    <a:pt x="5441" y="30315"/>
                    <a:pt x="5441" y="30315"/>
                    <a:pt x="5716" y="30372"/>
                  </a:cubicBezTo>
                  <a:cubicBezTo>
                    <a:pt x="5887" y="30428"/>
                    <a:pt x="5887" y="30428"/>
                    <a:pt x="5854" y="30477"/>
                  </a:cubicBezTo>
                  <a:cubicBezTo>
                    <a:pt x="5814" y="30526"/>
                    <a:pt x="5887" y="30574"/>
                    <a:pt x="6089" y="30728"/>
                  </a:cubicBezTo>
                  <a:cubicBezTo>
                    <a:pt x="6243" y="30829"/>
                    <a:pt x="6324" y="30878"/>
                    <a:pt x="6369" y="30878"/>
                  </a:cubicBezTo>
                  <a:cubicBezTo>
                    <a:pt x="6385" y="30878"/>
                    <a:pt x="6397" y="30871"/>
                    <a:pt x="6406" y="30858"/>
                  </a:cubicBezTo>
                  <a:lnTo>
                    <a:pt x="6552" y="30947"/>
                  </a:lnTo>
                  <a:cubicBezTo>
                    <a:pt x="6556" y="31030"/>
                    <a:pt x="6616" y="31079"/>
                    <a:pt x="6665" y="31079"/>
                  </a:cubicBezTo>
                  <a:cubicBezTo>
                    <a:pt x="6702" y="31079"/>
                    <a:pt x="6733" y="31051"/>
                    <a:pt x="6730" y="30988"/>
                  </a:cubicBezTo>
                  <a:lnTo>
                    <a:pt x="6730" y="30988"/>
                  </a:lnTo>
                  <a:lnTo>
                    <a:pt x="6868" y="31069"/>
                  </a:lnTo>
                  <a:lnTo>
                    <a:pt x="6843" y="31126"/>
                  </a:lnTo>
                  <a:cubicBezTo>
                    <a:pt x="6819" y="31166"/>
                    <a:pt x="6941" y="31296"/>
                    <a:pt x="7557" y="31580"/>
                  </a:cubicBezTo>
                  <a:cubicBezTo>
                    <a:pt x="7768" y="31693"/>
                    <a:pt x="7987" y="31791"/>
                    <a:pt x="8205" y="31880"/>
                  </a:cubicBezTo>
                  <a:cubicBezTo>
                    <a:pt x="8240" y="31887"/>
                    <a:pt x="8266" y="31891"/>
                    <a:pt x="8288" y="31891"/>
                  </a:cubicBezTo>
                  <a:cubicBezTo>
                    <a:pt x="8338" y="31891"/>
                    <a:pt x="8359" y="31871"/>
                    <a:pt x="8376" y="31831"/>
                  </a:cubicBezTo>
                  <a:cubicBezTo>
                    <a:pt x="8424" y="31799"/>
                    <a:pt x="8466" y="31783"/>
                    <a:pt x="8496" y="31783"/>
                  </a:cubicBezTo>
                  <a:cubicBezTo>
                    <a:pt x="8541" y="31783"/>
                    <a:pt x="8559" y="31819"/>
                    <a:pt x="8530" y="31888"/>
                  </a:cubicBezTo>
                  <a:cubicBezTo>
                    <a:pt x="8517" y="31931"/>
                    <a:pt x="8547" y="31988"/>
                    <a:pt x="8569" y="31988"/>
                  </a:cubicBezTo>
                  <a:cubicBezTo>
                    <a:pt x="8576" y="31988"/>
                    <a:pt x="8583" y="31982"/>
                    <a:pt x="8587" y="31969"/>
                  </a:cubicBezTo>
                  <a:cubicBezTo>
                    <a:pt x="8676" y="32001"/>
                    <a:pt x="8749" y="32050"/>
                    <a:pt x="8805" y="32115"/>
                  </a:cubicBezTo>
                  <a:cubicBezTo>
                    <a:pt x="8927" y="32237"/>
                    <a:pt x="9011" y="32277"/>
                    <a:pt x="9064" y="32277"/>
                  </a:cubicBezTo>
                  <a:cubicBezTo>
                    <a:pt x="9099" y="32277"/>
                    <a:pt x="9120" y="32259"/>
                    <a:pt x="9130" y="32236"/>
                  </a:cubicBezTo>
                  <a:cubicBezTo>
                    <a:pt x="9114" y="32180"/>
                    <a:pt x="9113" y="32159"/>
                    <a:pt x="9121" y="32159"/>
                  </a:cubicBezTo>
                  <a:cubicBezTo>
                    <a:pt x="9133" y="32159"/>
                    <a:pt x="9168" y="32214"/>
                    <a:pt x="9203" y="32269"/>
                  </a:cubicBezTo>
                  <a:cubicBezTo>
                    <a:pt x="9252" y="32330"/>
                    <a:pt x="9301" y="32397"/>
                    <a:pt x="9329" y="32397"/>
                  </a:cubicBezTo>
                  <a:cubicBezTo>
                    <a:pt x="9338" y="32397"/>
                    <a:pt x="9345" y="32390"/>
                    <a:pt x="9349" y="32374"/>
                  </a:cubicBezTo>
                  <a:cubicBezTo>
                    <a:pt x="9366" y="32369"/>
                    <a:pt x="9393" y="32367"/>
                    <a:pt x="9427" y="32367"/>
                  </a:cubicBezTo>
                  <a:cubicBezTo>
                    <a:pt x="9603" y="32367"/>
                    <a:pt x="9952" y="32433"/>
                    <a:pt x="9924" y="32528"/>
                  </a:cubicBezTo>
                  <a:lnTo>
                    <a:pt x="10095" y="32577"/>
                  </a:lnTo>
                  <a:cubicBezTo>
                    <a:pt x="10100" y="32554"/>
                    <a:pt x="10124" y="32545"/>
                    <a:pt x="10160" y="32545"/>
                  </a:cubicBezTo>
                  <a:cubicBezTo>
                    <a:pt x="10225" y="32545"/>
                    <a:pt x="10330" y="32575"/>
                    <a:pt x="10435" y="32601"/>
                  </a:cubicBezTo>
                  <a:cubicBezTo>
                    <a:pt x="10605" y="32642"/>
                    <a:pt x="10686" y="32650"/>
                    <a:pt x="10678" y="32707"/>
                  </a:cubicBezTo>
                  <a:cubicBezTo>
                    <a:pt x="10620" y="32736"/>
                    <a:pt x="10626" y="32750"/>
                    <a:pt x="10680" y="32750"/>
                  </a:cubicBezTo>
                  <a:cubicBezTo>
                    <a:pt x="10716" y="32750"/>
                    <a:pt x="10774" y="32744"/>
                    <a:pt x="10849" y="32731"/>
                  </a:cubicBezTo>
                  <a:cubicBezTo>
                    <a:pt x="10854" y="32732"/>
                    <a:pt x="10860" y="32733"/>
                    <a:pt x="10866" y="32733"/>
                  </a:cubicBezTo>
                  <a:cubicBezTo>
                    <a:pt x="10939" y="32733"/>
                    <a:pt x="11026" y="32656"/>
                    <a:pt x="11098" y="32656"/>
                  </a:cubicBezTo>
                  <a:cubicBezTo>
                    <a:pt x="11104" y="32656"/>
                    <a:pt x="11110" y="32657"/>
                    <a:pt x="11116" y="32658"/>
                  </a:cubicBezTo>
                  <a:cubicBezTo>
                    <a:pt x="11130" y="32609"/>
                    <a:pt x="11199" y="32566"/>
                    <a:pt x="11270" y="32566"/>
                  </a:cubicBezTo>
                  <a:cubicBezTo>
                    <a:pt x="11281" y="32566"/>
                    <a:pt x="11292" y="32567"/>
                    <a:pt x="11303" y="32569"/>
                  </a:cubicBezTo>
                  <a:lnTo>
                    <a:pt x="11295" y="32626"/>
                  </a:lnTo>
                  <a:lnTo>
                    <a:pt x="11278" y="32739"/>
                  </a:lnTo>
                  <a:cubicBezTo>
                    <a:pt x="11315" y="32746"/>
                    <a:pt x="11352" y="32754"/>
                    <a:pt x="11384" y="32754"/>
                  </a:cubicBezTo>
                  <a:cubicBezTo>
                    <a:pt x="11423" y="32754"/>
                    <a:pt x="11452" y="32743"/>
                    <a:pt x="11457" y="32707"/>
                  </a:cubicBezTo>
                  <a:cubicBezTo>
                    <a:pt x="11530" y="32780"/>
                    <a:pt x="11611" y="32804"/>
                    <a:pt x="11781" y="32820"/>
                  </a:cubicBezTo>
                  <a:cubicBezTo>
                    <a:pt x="11841" y="32823"/>
                    <a:pt x="11901" y="32826"/>
                    <a:pt x="11958" y="32826"/>
                  </a:cubicBezTo>
                  <a:cubicBezTo>
                    <a:pt x="12062" y="32826"/>
                    <a:pt x="12153" y="32816"/>
                    <a:pt x="12211" y="32780"/>
                  </a:cubicBezTo>
                  <a:cubicBezTo>
                    <a:pt x="12252" y="32853"/>
                    <a:pt x="12436" y="32893"/>
                    <a:pt x="12604" y="32893"/>
                  </a:cubicBezTo>
                  <a:cubicBezTo>
                    <a:pt x="12733" y="32893"/>
                    <a:pt x="12853" y="32869"/>
                    <a:pt x="12892" y="32820"/>
                  </a:cubicBezTo>
                  <a:cubicBezTo>
                    <a:pt x="12892" y="32790"/>
                    <a:pt x="12909" y="32777"/>
                    <a:pt x="12937" y="32777"/>
                  </a:cubicBezTo>
                  <a:cubicBezTo>
                    <a:pt x="12969" y="32777"/>
                    <a:pt x="13014" y="32794"/>
                    <a:pt x="13062" y="32820"/>
                  </a:cubicBezTo>
                  <a:cubicBezTo>
                    <a:pt x="13101" y="32848"/>
                    <a:pt x="13121" y="32862"/>
                    <a:pt x="13142" y="32862"/>
                  </a:cubicBezTo>
                  <a:cubicBezTo>
                    <a:pt x="13164" y="32862"/>
                    <a:pt x="13186" y="32846"/>
                    <a:pt x="13232" y="32812"/>
                  </a:cubicBezTo>
                  <a:cubicBezTo>
                    <a:pt x="13258" y="32794"/>
                    <a:pt x="13283" y="32787"/>
                    <a:pt x="13309" y="32787"/>
                  </a:cubicBezTo>
                  <a:cubicBezTo>
                    <a:pt x="13365" y="32787"/>
                    <a:pt x="13423" y="32822"/>
                    <a:pt x="13484" y="32861"/>
                  </a:cubicBezTo>
                  <a:cubicBezTo>
                    <a:pt x="13533" y="32928"/>
                    <a:pt x="13583" y="32956"/>
                    <a:pt x="13631" y="32956"/>
                  </a:cubicBezTo>
                  <a:cubicBezTo>
                    <a:pt x="13669" y="32956"/>
                    <a:pt x="13707" y="32938"/>
                    <a:pt x="13743" y="32909"/>
                  </a:cubicBezTo>
                  <a:cubicBezTo>
                    <a:pt x="13881" y="32861"/>
                    <a:pt x="14019" y="32836"/>
                    <a:pt x="14165" y="32836"/>
                  </a:cubicBezTo>
                  <a:cubicBezTo>
                    <a:pt x="14335" y="32772"/>
                    <a:pt x="14416" y="32739"/>
                    <a:pt x="14327" y="32699"/>
                  </a:cubicBezTo>
                  <a:cubicBezTo>
                    <a:pt x="14319" y="32642"/>
                    <a:pt x="14400" y="32569"/>
                    <a:pt x="14400" y="32569"/>
                  </a:cubicBezTo>
                  <a:cubicBezTo>
                    <a:pt x="14461" y="32533"/>
                    <a:pt x="14499" y="32522"/>
                    <a:pt x="14518" y="32522"/>
                  </a:cubicBezTo>
                  <a:cubicBezTo>
                    <a:pt x="14546" y="32522"/>
                    <a:pt x="14530" y="32548"/>
                    <a:pt x="14481" y="32553"/>
                  </a:cubicBezTo>
                  <a:cubicBezTo>
                    <a:pt x="14319" y="32642"/>
                    <a:pt x="14400" y="32626"/>
                    <a:pt x="14489" y="32674"/>
                  </a:cubicBezTo>
                  <a:cubicBezTo>
                    <a:pt x="14550" y="32692"/>
                    <a:pt x="14613" y="32700"/>
                    <a:pt x="14676" y="32700"/>
                  </a:cubicBezTo>
                  <a:cubicBezTo>
                    <a:pt x="14731" y="32700"/>
                    <a:pt x="14785" y="32694"/>
                    <a:pt x="14838" y="32682"/>
                  </a:cubicBezTo>
                  <a:lnTo>
                    <a:pt x="15170" y="32634"/>
                  </a:lnTo>
                  <a:cubicBezTo>
                    <a:pt x="15248" y="32641"/>
                    <a:pt x="15310" y="32645"/>
                    <a:pt x="15359" y="32645"/>
                  </a:cubicBezTo>
                  <a:cubicBezTo>
                    <a:pt x="15474" y="32645"/>
                    <a:pt x="15514" y="32625"/>
                    <a:pt x="15502" y="32585"/>
                  </a:cubicBezTo>
                  <a:cubicBezTo>
                    <a:pt x="15499" y="32562"/>
                    <a:pt x="15497" y="32544"/>
                    <a:pt x="15495" y="32529"/>
                  </a:cubicBezTo>
                  <a:lnTo>
                    <a:pt x="15495" y="32529"/>
                  </a:lnTo>
                  <a:cubicBezTo>
                    <a:pt x="15513" y="32544"/>
                    <a:pt x="15551" y="32551"/>
                    <a:pt x="15604" y="32551"/>
                  </a:cubicBezTo>
                  <a:cubicBezTo>
                    <a:pt x="15875" y="32551"/>
                    <a:pt x="16513" y="32372"/>
                    <a:pt x="16563" y="32263"/>
                  </a:cubicBezTo>
                  <a:lnTo>
                    <a:pt x="16563" y="32263"/>
                  </a:lnTo>
                  <a:cubicBezTo>
                    <a:pt x="16569" y="32278"/>
                    <a:pt x="16575" y="32298"/>
                    <a:pt x="16581" y="32318"/>
                  </a:cubicBezTo>
                  <a:cubicBezTo>
                    <a:pt x="16588" y="32341"/>
                    <a:pt x="16606" y="32352"/>
                    <a:pt x="16636" y="32352"/>
                  </a:cubicBezTo>
                  <a:cubicBezTo>
                    <a:pt x="16679" y="32352"/>
                    <a:pt x="16746" y="32331"/>
                    <a:pt x="16840" y="32293"/>
                  </a:cubicBezTo>
                  <a:cubicBezTo>
                    <a:pt x="16921" y="32269"/>
                    <a:pt x="17221" y="32090"/>
                    <a:pt x="17456" y="32009"/>
                  </a:cubicBezTo>
                  <a:cubicBezTo>
                    <a:pt x="17781" y="31904"/>
                    <a:pt x="18016" y="31791"/>
                    <a:pt x="17992" y="31734"/>
                  </a:cubicBezTo>
                  <a:cubicBezTo>
                    <a:pt x="18025" y="31715"/>
                    <a:pt x="18043" y="31705"/>
                    <a:pt x="18055" y="31705"/>
                  </a:cubicBezTo>
                  <a:cubicBezTo>
                    <a:pt x="18070" y="31705"/>
                    <a:pt x="18076" y="31719"/>
                    <a:pt x="18089" y="31750"/>
                  </a:cubicBezTo>
                  <a:cubicBezTo>
                    <a:pt x="18062" y="31792"/>
                    <a:pt x="18066" y="31807"/>
                    <a:pt x="18085" y="31807"/>
                  </a:cubicBezTo>
                  <a:cubicBezTo>
                    <a:pt x="18106" y="31807"/>
                    <a:pt x="18147" y="31788"/>
                    <a:pt x="18186" y="31766"/>
                  </a:cubicBezTo>
                  <a:cubicBezTo>
                    <a:pt x="18267" y="31734"/>
                    <a:pt x="18243" y="31677"/>
                    <a:pt x="18219" y="31620"/>
                  </a:cubicBezTo>
                  <a:cubicBezTo>
                    <a:pt x="18194" y="31563"/>
                    <a:pt x="18267" y="31531"/>
                    <a:pt x="18446" y="31515"/>
                  </a:cubicBezTo>
                  <a:cubicBezTo>
                    <a:pt x="18624" y="31491"/>
                    <a:pt x="18940" y="31353"/>
                    <a:pt x="19046" y="31207"/>
                  </a:cubicBezTo>
                  <a:cubicBezTo>
                    <a:pt x="19095" y="31174"/>
                    <a:pt x="19145" y="31144"/>
                    <a:pt x="19182" y="31144"/>
                  </a:cubicBezTo>
                  <a:cubicBezTo>
                    <a:pt x="19199" y="31144"/>
                    <a:pt x="19214" y="31151"/>
                    <a:pt x="19224" y="31166"/>
                  </a:cubicBezTo>
                  <a:cubicBezTo>
                    <a:pt x="19236" y="31167"/>
                    <a:pt x="19248" y="31168"/>
                    <a:pt x="19260" y="31168"/>
                  </a:cubicBezTo>
                  <a:cubicBezTo>
                    <a:pt x="19400" y="31168"/>
                    <a:pt x="19529" y="31082"/>
                    <a:pt x="19589" y="30947"/>
                  </a:cubicBezTo>
                  <a:cubicBezTo>
                    <a:pt x="19624" y="30928"/>
                    <a:pt x="19642" y="30918"/>
                    <a:pt x="19655" y="30918"/>
                  </a:cubicBezTo>
                  <a:cubicBezTo>
                    <a:pt x="19669" y="30918"/>
                    <a:pt x="19677" y="30930"/>
                    <a:pt x="19694" y="30955"/>
                  </a:cubicBezTo>
                  <a:cubicBezTo>
                    <a:pt x="19739" y="30959"/>
                    <a:pt x="19771" y="30970"/>
                    <a:pt x="19793" y="30970"/>
                  </a:cubicBezTo>
                  <a:cubicBezTo>
                    <a:pt x="19823" y="30970"/>
                    <a:pt x="19835" y="30950"/>
                    <a:pt x="19840" y="30866"/>
                  </a:cubicBezTo>
                  <a:cubicBezTo>
                    <a:pt x="19970" y="30712"/>
                    <a:pt x="20140" y="30591"/>
                    <a:pt x="20327" y="30526"/>
                  </a:cubicBezTo>
                  <a:cubicBezTo>
                    <a:pt x="20400" y="30469"/>
                    <a:pt x="20464" y="30420"/>
                    <a:pt x="20432" y="30372"/>
                  </a:cubicBezTo>
                  <a:lnTo>
                    <a:pt x="20391" y="30323"/>
                  </a:lnTo>
                  <a:lnTo>
                    <a:pt x="20391" y="30323"/>
                  </a:lnTo>
                  <a:cubicBezTo>
                    <a:pt x="20442" y="30341"/>
                    <a:pt x="20475" y="30352"/>
                    <a:pt x="20496" y="30352"/>
                  </a:cubicBezTo>
                  <a:cubicBezTo>
                    <a:pt x="20533" y="30352"/>
                    <a:pt x="20534" y="30318"/>
                    <a:pt x="20529" y="30226"/>
                  </a:cubicBezTo>
                  <a:cubicBezTo>
                    <a:pt x="20505" y="30190"/>
                    <a:pt x="20534" y="30154"/>
                    <a:pt x="20568" y="30154"/>
                  </a:cubicBezTo>
                  <a:cubicBezTo>
                    <a:pt x="20579" y="30154"/>
                    <a:pt x="20592" y="30158"/>
                    <a:pt x="20602" y="30169"/>
                  </a:cubicBezTo>
                  <a:cubicBezTo>
                    <a:pt x="20659" y="30169"/>
                    <a:pt x="20724" y="30153"/>
                    <a:pt x="20773" y="30120"/>
                  </a:cubicBezTo>
                  <a:cubicBezTo>
                    <a:pt x="20854" y="30080"/>
                    <a:pt x="21121" y="29739"/>
                    <a:pt x="21437" y="29455"/>
                  </a:cubicBezTo>
                  <a:cubicBezTo>
                    <a:pt x="21624" y="29301"/>
                    <a:pt x="21786" y="29131"/>
                    <a:pt x="21940" y="28945"/>
                  </a:cubicBezTo>
                  <a:cubicBezTo>
                    <a:pt x="22037" y="28831"/>
                    <a:pt x="22070" y="28774"/>
                    <a:pt x="22045" y="28758"/>
                  </a:cubicBezTo>
                  <a:cubicBezTo>
                    <a:pt x="22062" y="28653"/>
                    <a:pt x="22062" y="28653"/>
                    <a:pt x="22159" y="28628"/>
                  </a:cubicBezTo>
                  <a:cubicBezTo>
                    <a:pt x="22248" y="28604"/>
                    <a:pt x="22321" y="28556"/>
                    <a:pt x="22378" y="28483"/>
                  </a:cubicBezTo>
                  <a:cubicBezTo>
                    <a:pt x="22423" y="28431"/>
                    <a:pt x="22469" y="28384"/>
                    <a:pt x="22510" y="28384"/>
                  </a:cubicBezTo>
                  <a:cubicBezTo>
                    <a:pt x="22520" y="28384"/>
                    <a:pt x="22530" y="28387"/>
                    <a:pt x="22540" y="28393"/>
                  </a:cubicBezTo>
                  <a:cubicBezTo>
                    <a:pt x="22548" y="28296"/>
                    <a:pt x="22548" y="28288"/>
                    <a:pt x="22597" y="28223"/>
                  </a:cubicBezTo>
                  <a:cubicBezTo>
                    <a:pt x="22606" y="28231"/>
                    <a:pt x="22616" y="28235"/>
                    <a:pt x="22625" y="28235"/>
                  </a:cubicBezTo>
                  <a:cubicBezTo>
                    <a:pt x="22663" y="28235"/>
                    <a:pt x="22696" y="28172"/>
                    <a:pt x="22702" y="28093"/>
                  </a:cubicBezTo>
                  <a:cubicBezTo>
                    <a:pt x="22674" y="28008"/>
                    <a:pt x="22662" y="27972"/>
                    <a:pt x="22677" y="27972"/>
                  </a:cubicBezTo>
                  <a:cubicBezTo>
                    <a:pt x="22687" y="27972"/>
                    <a:pt x="22711" y="27990"/>
                    <a:pt x="22751" y="28020"/>
                  </a:cubicBezTo>
                  <a:cubicBezTo>
                    <a:pt x="22756" y="28025"/>
                    <a:pt x="22763" y="28027"/>
                    <a:pt x="22771" y="28027"/>
                  </a:cubicBezTo>
                  <a:cubicBezTo>
                    <a:pt x="22833" y="28027"/>
                    <a:pt x="22962" y="27919"/>
                    <a:pt x="22918" y="27919"/>
                  </a:cubicBezTo>
                  <a:cubicBezTo>
                    <a:pt x="22913" y="27919"/>
                    <a:pt x="22906" y="27920"/>
                    <a:pt x="22897" y="27923"/>
                  </a:cubicBezTo>
                  <a:cubicBezTo>
                    <a:pt x="22848" y="27883"/>
                    <a:pt x="22954" y="27753"/>
                    <a:pt x="22954" y="27647"/>
                  </a:cubicBezTo>
                  <a:cubicBezTo>
                    <a:pt x="22999" y="27596"/>
                    <a:pt x="23039" y="27538"/>
                    <a:pt x="23078" y="27538"/>
                  </a:cubicBezTo>
                  <a:cubicBezTo>
                    <a:pt x="23088" y="27538"/>
                    <a:pt x="23098" y="27542"/>
                    <a:pt x="23108" y="27550"/>
                  </a:cubicBezTo>
                  <a:cubicBezTo>
                    <a:pt x="23221" y="27526"/>
                    <a:pt x="23391" y="27129"/>
                    <a:pt x="23383" y="27023"/>
                  </a:cubicBezTo>
                  <a:cubicBezTo>
                    <a:pt x="23343" y="26996"/>
                    <a:pt x="23369" y="26942"/>
                    <a:pt x="23407" y="26942"/>
                  </a:cubicBezTo>
                  <a:cubicBezTo>
                    <a:pt x="23415" y="26942"/>
                    <a:pt x="23423" y="26945"/>
                    <a:pt x="23432" y="26950"/>
                  </a:cubicBezTo>
                  <a:cubicBezTo>
                    <a:pt x="23440" y="26956"/>
                    <a:pt x="23448" y="26958"/>
                    <a:pt x="23456" y="26958"/>
                  </a:cubicBezTo>
                  <a:cubicBezTo>
                    <a:pt x="23494" y="26958"/>
                    <a:pt x="23529" y="26897"/>
                    <a:pt x="23570" y="26837"/>
                  </a:cubicBezTo>
                  <a:cubicBezTo>
                    <a:pt x="23566" y="26782"/>
                    <a:pt x="23576" y="26765"/>
                    <a:pt x="23596" y="26765"/>
                  </a:cubicBezTo>
                  <a:cubicBezTo>
                    <a:pt x="23614" y="26765"/>
                    <a:pt x="23639" y="26780"/>
                    <a:pt x="23667" y="26796"/>
                  </a:cubicBezTo>
                  <a:cubicBezTo>
                    <a:pt x="23667" y="26831"/>
                    <a:pt x="23672" y="26846"/>
                    <a:pt x="23682" y="26846"/>
                  </a:cubicBezTo>
                  <a:cubicBezTo>
                    <a:pt x="23703" y="26846"/>
                    <a:pt x="23745" y="26781"/>
                    <a:pt x="23805" y="26683"/>
                  </a:cubicBezTo>
                  <a:cubicBezTo>
                    <a:pt x="23821" y="26585"/>
                    <a:pt x="23853" y="26496"/>
                    <a:pt x="23902" y="26415"/>
                  </a:cubicBezTo>
                  <a:cubicBezTo>
                    <a:pt x="23959" y="26302"/>
                    <a:pt x="24024" y="26164"/>
                    <a:pt x="24072" y="26050"/>
                  </a:cubicBezTo>
                  <a:cubicBezTo>
                    <a:pt x="24267" y="25661"/>
                    <a:pt x="24251" y="25564"/>
                    <a:pt x="24210" y="25361"/>
                  </a:cubicBezTo>
                  <a:lnTo>
                    <a:pt x="24137" y="25239"/>
                  </a:lnTo>
                  <a:lnTo>
                    <a:pt x="24251" y="25288"/>
                  </a:lnTo>
                  <a:cubicBezTo>
                    <a:pt x="24278" y="25291"/>
                    <a:pt x="24304" y="25293"/>
                    <a:pt x="24331" y="25293"/>
                  </a:cubicBezTo>
                  <a:cubicBezTo>
                    <a:pt x="24369" y="25293"/>
                    <a:pt x="24407" y="25290"/>
                    <a:pt x="24445" y="25280"/>
                  </a:cubicBezTo>
                  <a:cubicBezTo>
                    <a:pt x="24478" y="25199"/>
                    <a:pt x="24421" y="25175"/>
                    <a:pt x="24364" y="25150"/>
                  </a:cubicBezTo>
                  <a:cubicBezTo>
                    <a:pt x="24308" y="25126"/>
                    <a:pt x="24340" y="25053"/>
                    <a:pt x="24453" y="24915"/>
                  </a:cubicBezTo>
                  <a:cubicBezTo>
                    <a:pt x="24567" y="24777"/>
                    <a:pt x="24599" y="24696"/>
                    <a:pt x="24575" y="24599"/>
                  </a:cubicBezTo>
                  <a:cubicBezTo>
                    <a:pt x="24591" y="24510"/>
                    <a:pt x="24648" y="24437"/>
                    <a:pt x="24721" y="24380"/>
                  </a:cubicBezTo>
                  <a:cubicBezTo>
                    <a:pt x="24745" y="24299"/>
                    <a:pt x="24745" y="24299"/>
                    <a:pt x="24689" y="24283"/>
                  </a:cubicBezTo>
                  <a:cubicBezTo>
                    <a:pt x="24632" y="24258"/>
                    <a:pt x="24664" y="24185"/>
                    <a:pt x="24745" y="24121"/>
                  </a:cubicBezTo>
                  <a:cubicBezTo>
                    <a:pt x="24883" y="24080"/>
                    <a:pt x="24948" y="23829"/>
                    <a:pt x="24891" y="23813"/>
                  </a:cubicBezTo>
                  <a:cubicBezTo>
                    <a:pt x="24835" y="23796"/>
                    <a:pt x="24851" y="23715"/>
                    <a:pt x="24875" y="23634"/>
                  </a:cubicBezTo>
                  <a:cubicBezTo>
                    <a:pt x="24907" y="23545"/>
                    <a:pt x="24907" y="23456"/>
                    <a:pt x="24883" y="23367"/>
                  </a:cubicBezTo>
                  <a:cubicBezTo>
                    <a:pt x="24899" y="23286"/>
                    <a:pt x="24924" y="23204"/>
                    <a:pt x="24924" y="23204"/>
                  </a:cubicBezTo>
                  <a:cubicBezTo>
                    <a:pt x="24930" y="23183"/>
                    <a:pt x="24937" y="23174"/>
                    <a:pt x="24944" y="23174"/>
                  </a:cubicBezTo>
                  <a:cubicBezTo>
                    <a:pt x="24962" y="23174"/>
                    <a:pt x="24976" y="23242"/>
                    <a:pt x="24964" y="23302"/>
                  </a:cubicBezTo>
                  <a:lnTo>
                    <a:pt x="25037" y="23237"/>
                  </a:lnTo>
                  <a:cubicBezTo>
                    <a:pt x="25086" y="23075"/>
                    <a:pt x="25110" y="22986"/>
                    <a:pt x="25062" y="22888"/>
                  </a:cubicBezTo>
                  <a:cubicBezTo>
                    <a:pt x="24990" y="22817"/>
                    <a:pt x="24967" y="22794"/>
                    <a:pt x="24995" y="22794"/>
                  </a:cubicBezTo>
                  <a:cubicBezTo>
                    <a:pt x="25008" y="22794"/>
                    <a:pt x="25033" y="22799"/>
                    <a:pt x="25070" y="22807"/>
                  </a:cubicBezTo>
                  <a:cubicBezTo>
                    <a:pt x="25076" y="22809"/>
                    <a:pt x="25082" y="22809"/>
                    <a:pt x="25088" y="22809"/>
                  </a:cubicBezTo>
                  <a:cubicBezTo>
                    <a:pt x="25147" y="22809"/>
                    <a:pt x="25203" y="22741"/>
                    <a:pt x="25159" y="22653"/>
                  </a:cubicBezTo>
                  <a:cubicBezTo>
                    <a:pt x="25059" y="22553"/>
                    <a:pt x="25119" y="22482"/>
                    <a:pt x="25174" y="22482"/>
                  </a:cubicBezTo>
                  <a:cubicBezTo>
                    <a:pt x="25177" y="22482"/>
                    <a:pt x="25180" y="22482"/>
                    <a:pt x="25183" y="22483"/>
                  </a:cubicBezTo>
                  <a:cubicBezTo>
                    <a:pt x="25220" y="22520"/>
                    <a:pt x="25244" y="22544"/>
                    <a:pt x="25257" y="22544"/>
                  </a:cubicBezTo>
                  <a:cubicBezTo>
                    <a:pt x="25281" y="22544"/>
                    <a:pt x="25266" y="22463"/>
                    <a:pt x="25224" y="22232"/>
                  </a:cubicBezTo>
                  <a:cubicBezTo>
                    <a:pt x="25248" y="21980"/>
                    <a:pt x="25256" y="21721"/>
                    <a:pt x="25256" y="21469"/>
                  </a:cubicBezTo>
                  <a:cubicBezTo>
                    <a:pt x="25272" y="21129"/>
                    <a:pt x="25280" y="20959"/>
                    <a:pt x="25345" y="20878"/>
                  </a:cubicBezTo>
                  <a:cubicBezTo>
                    <a:pt x="25351" y="20878"/>
                    <a:pt x="25356" y="20878"/>
                    <a:pt x="25361" y="20878"/>
                  </a:cubicBezTo>
                  <a:cubicBezTo>
                    <a:pt x="25371" y="20878"/>
                    <a:pt x="25379" y="20877"/>
                    <a:pt x="25387" y="20876"/>
                  </a:cubicBezTo>
                  <a:lnTo>
                    <a:pt x="25387" y="20876"/>
                  </a:lnTo>
                  <a:cubicBezTo>
                    <a:pt x="25394" y="20877"/>
                    <a:pt x="25402" y="20878"/>
                    <a:pt x="25410" y="20878"/>
                  </a:cubicBezTo>
                  <a:cubicBezTo>
                    <a:pt x="25413" y="20874"/>
                    <a:pt x="25415" y="20872"/>
                    <a:pt x="25417" y="20869"/>
                  </a:cubicBezTo>
                  <a:lnTo>
                    <a:pt x="25417" y="20869"/>
                  </a:lnTo>
                  <a:cubicBezTo>
                    <a:pt x="25409" y="20872"/>
                    <a:pt x="25399" y="20875"/>
                    <a:pt x="25387" y="20876"/>
                  </a:cubicBezTo>
                  <a:lnTo>
                    <a:pt x="25387" y="20876"/>
                  </a:lnTo>
                  <a:cubicBezTo>
                    <a:pt x="25290" y="20865"/>
                    <a:pt x="25297" y="20771"/>
                    <a:pt x="25305" y="20537"/>
                  </a:cubicBezTo>
                  <a:cubicBezTo>
                    <a:pt x="25362" y="20367"/>
                    <a:pt x="25345" y="20180"/>
                    <a:pt x="25248" y="20026"/>
                  </a:cubicBezTo>
                  <a:cubicBezTo>
                    <a:pt x="25248" y="20107"/>
                    <a:pt x="25248" y="20196"/>
                    <a:pt x="25248" y="20196"/>
                  </a:cubicBezTo>
                  <a:cubicBezTo>
                    <a:pt x="25135" y="20196"/>
                    <a:pt x="25135" y="20107"/>
                    <a:pt x="25191" y="19937"/>
                  </a:cubicBezTo>
                  <a:cubicBezTo>
                    <a:pt x="25191" y="19862"/>
                    <a:pt x="25238" y="19856"/>
                    <a:pt x="25286" y="19856"/>
                  </a:cubicBezTo>
                  <a:cubicBezTo>
                    <a:pt x="25295" y="19856"/>
                    <a:pt x="25304" y="19856"/>
                    <a:pt x="25313" y="19856"/>
                  </a:cubicBezTo>
                  <a:cubicBezTo>
                    <a:pt x="25370" y="19856"/>
                    <a:pt x="25434" y="19767"/>
                    <a:pt x="25434" y="19686"/>
                  </a:cubicBezTo>
                  <a:cubicBezTo>
                    <a:pt x="25434" y="19622"/>
                    <a:pt x="25434" y="19563"/>
                    <a:pt x="25411" y="19563"/>
                  </a:cubicBezTo>
                  <a:cubicBezTo>
                    <a:pt x="25402" y="19563"/>
                    <a:pt x="25388" y="19573"/>
                    <a:pt x="25370" y="19596"/>
                  </a:cubicBezTo>
                  <a:cubicBezTo>
                    <a:pt x="25313" y="19596"/>
                    <a:pt x="25313" y="19596"/>
                    <a:pt x="25313" y="19507"/>
                  </a:cubicBezTo>
                  <a:cubicBezTo>
                    <a:pt x="25321" y="19418"/>
                    <a:pt x="25305" y="19329"/>
                    <a:pt x="25256" y="19256"/>
                  </a:cubicBezTo>
                  <a:cubicBezTo>
                    <a:pt x="25199" y="19256"/>
                    <a:pt x="25199" y="19167"/>
                    <a:pt x="25199" y="19078"/>
                  </a:cubicBezTo>
                  <a:cubicBezTo>
                    <a:pt x="25240" y="19005"/>
                    <a:pt x="25256" y="18915"/>
                    <a:pt x="25256" y="18826"/>
                  </a:cubicBezTo>
                  <a:lnTo>
                    <a:pt x="25321" y="18826"/>
                  </a:lnTo>
                  <a:cubicBezTo>
                    <a:pt x="25378" y="18826"/>
                    <a:pt x="25434" y="18745"/>
                    <a:pt x="25434" y="18745"/>
                  </a:cubicBezTo>
                  <a:cubicBezTo>
                    <a:pt x="25434" y="18656"/>
                    <a:pt x="25378" y="18656"/>
                    <a:pt x="25378" y="18656"/>
                  </a:cubicBezTo>
                  <a:cubicBezTo>
                    <a:pt x="25321" y="18656"/>
                    <a:pt x="25329" y="16605"/>
                    <a:pt x="25329" y="16345"/>
                  </a:cubicBezTo>
                  <a:cubicBezTo>
                    <a:pt x="25385" y="16199"/>
                    <a:pt x="25393" y="15987"/>
                    <a:pt x="25353" y="15987"/>
                  </a:cubicBezTo>
                  <a:cubicBezTo>
                    <a:pt x="25346" y="15987"/>
                    <a:pt x="25338" y="15992"/>
                    <a:pt x="25329" y="16005"/>
                  </a:cubicBezTo>
                  <a:cubicBezTo>
                    <a:pt x="25272" y="16005"/>
                    <a:pt x="25272" y="15575"/>
                    <a:pt x="25280" y="15064"/>
                  </a:cubicBezTo>
                  <a:cubicBezTo>
                    <a:pt x="25280" y="14464"/>
                    <a:pt x="25280" y="14035"/>
                    <a:pt x="25224" y="14035"/>
                  </a:cubicBezTo>
                  <a:lnTo>
                    <a:pt x="25224" y="13775"/>
                  </a:lnTo>
                  <a:cubicBezTo>
                    <a:pt x="25224" y="13605"/>
                    <a:pt x="25167" y="13435"/>
                    <a:pt x="25167" y="13345"/>
                  </a:cubicBezTo>
                  <a:cubicBezTo>
                    <a:pt x="25127" y="13288"/>
                    <a:pt x="25115" y="13227"/>
                    <a:pt x="25131" y="13227"/>
                  </a:cubicBezTo>
                  <a:cubicBezTo>
                    <a:pt x="25138" y="13227"/>
                    <a:pt x="25150" y="13238"/>
                    <a:pt x="25167" y="13264"/>
                  </a:cubicBezTo>
                  <a:cubicBezTo>
                    <a:pt x="25224" y="13264"/>
                    <a:pt x="25289" y="13264"/>
                    <a:pt x="25289" y="13175"/>
                  </a:cubicBezTo>
                  <a:cubicBezTo>
                    <a:pt x="25289" y="13005"/>
                    <a:pt x="25232" y="13005"/>
                    <a:pt x="25167" y="13005"/>
                  </a:cubicBezTo>
                  <a:cubicBezTo>
                    <a:pt x="25110" y="13005"/>
                    <a:pt x="25110" y="12916"/>
                    <a:pt x="25110" y="12916"/>
                  </a:cubicBezTo>
                  <a:cubicBezTo>
                    <a:pt x="25110" y="12835"/>
                    <a:pt x="25110" y="12835"/>
                    <a:pt x="25167" y="12835"/>
                  </a:cubicBezTo>
                  <a:lnTo>
                    <a:pt x="25289" y="12835"/>
                  </a:lnTo>
                  <a:lnTo>
                    <a:pt x="25289" y="12754"/>
                  </a:lnTo>
                  <a:cubicBezTo>
                    <a:pt x="25232" y="12754"/>
                    <a:pt x="25232" y="12664"/>
                    <a:pt x="25232" y="12664"/>
                  </a:cubicBezTo>
                  <a:cubicBezTo>
                    <a:pt x="25232" y="12596"/>
                    <a:pt x="25232" y="12580"/>
                    <a:pt x="25287" y="12580"/>
                  </a:cubicBezTo>
                  <a:cubicBezTo>
                    <a:pt x="25304" y="12580"/>
                    <a:pt x="25325" y="12581"/>
                    <a:pt x="25353" y="12583"/>
                  </a:cubicBezTo>
                  <a:cubicBezTo>
                    <a:pt x="25467" y="12583"/>
                    <a:pt x="25467" y="12494"/>
                    <a:pt x="25353" y="12405"/>
                  </a:cubicBezTo>
                  <a:lnTo>
                    <a:pt x="25289" y="12235"/>
                  </a:lnTo>
                  <a:cubicBezTo>
                    <a:pt x="25410" y="12154"/>
                    <a:pt x="25297" y="11983"/>
                    <a:pt x="25232" y="11894"/>
                  </a:cubicBezTo>
                  <a:cubicBezTo>
                    <a:pt x="25353" y="11813"/>
                    <a:pt x="25353" y="11724"/>
                    <a:pt x="25232" y="11635"/>
                  </a:cubicBezTo>
                  <a:cubicBezTo>
                    <a:pt x="25175" y="11635"/>
                    <a:pt x="25175" y="11554"/>
                    <a:pt x="25240" y="11464"/>
                  </a:cubicBezTo>
                  <a:cubicBezTo>
                    <a:pt x="25297" y="11383"/>
                    <a:pt x="25297" y="11294"/>
                    <a:pt x="25297" y="11124"/>
                  </a:cubicBezTo>
                  <a:cubicBezTo>
                    <a:pt x="25240" y="11035"/>
                    <a:pt x="25240" y="10443"/>
                    <a:pt x="25248" y="9754"/>
                  </a:cubicBezTo>
                  <a:cubicBezTo>
                    <a:pt x="25248" y="8983"/>
                    <a:pt x="25248" y="8473"/>
                    <a:pt x="25191" y="8473"/>
                  </a:cubicBezTo>
                  <a:cubicBezTo>
                    <a:pt x="25191" y="8384"/>
                    <a:pt x="25191" y="8384"/>
                    <a:pt x="25256" y="8302"/>
                  </a:cubicBezTo>
                  <a:cubicBezTo>
                    <a:pt x="25313" y="8302"/>
                    <a:pt x="25313" y="8213"/>
                    <a:pt x="25191" y="8132"/>
                  </a:cubicBezTo>
                  <a:cubicBezTo>
                    <a:pt x="25135" y="8043"/>
                    <a:pt x="25078" y="8043"/>
                    <a:pt x="25191" y="8043"/>
                  </a:cubicBezTo>
                  <a:cubicBezTo>
                    <a:pt x="25256" y="8043"/>
                    <a:pt x="25256" y="7873"/>
                    <a:pt x="25256" y="7532"/>
                  </a:cubicBezTo>
                  <a:cubicBezTo>
                    <a:pt x="25256" y="7273"/>
                    <a:pt x="25256" y="6932"/>
                    <a:pt x="25199" y="6932"/>
                  </a:cubicBezTo>
                  <a:cubicBezTo>
                    <a:pt x="25166" y="6831"/>
                    <a:pt x="25152" y="6790"/>
                    <a:pt x="25158" y="6790"/>
                  </a:cubicBezTo>
                  <a:lnTo>
                    <a:pt x="25158" y="6790"/>
                  </a:lnTo>
                  <a:cubicBezTo>
                    <a:pt x="25162" y="6790"/>
                    <a:pt x="25176" y="6810"/>
                    <a:pt x="25199" y="6843"/>
                  </a:cubicBezTo>
                  <a:cubicBezTo>
                    <a:pt x="25210" y="6851"/>
                    <a:pt x="25221" y="6855"/>
                    <a:pt x="25231" y="6855"/>
                  </a:cubicBezTo>
                  <a:cubicBezTo>
                    <a:pt x="25330" y="6855"/>
                    <a:pt x="25367" y="6479"/>
                    <a:pt x="25264" y="6243"/>
                  </a:cubicBezTo>
                  <a:cubicBezTo>
                    <a:pt x="25264" y="6162"/>
                    <a:pt x="25264" y="6073"/>
                    <a:pt x="25321" y="6073"/>
                  </a:cubicBezTo>
                  <a:cubicBezTo>
                    <a:pt x="25321" y="5935"/>
                    <a:pt x="25305" y="5789"/>
                    <a:pt x="25264" y="5651"/>
                  </a:cubicBezTo>
                  <a:cubicBezTo>
                    <a:pt x="25264" y="5562"/>
                    <a:pt x="25264" y="5221"/>
                    <a:pt x="25272" y="5051"/>
                  </a:cubicBezTo>
                  <a:cubicBezTo>
                    <a:pt x="25264" y="4930"/>
                    <a:pt x="25248" y="4816"/>
                    <a:pt x="25207" y="4703"/>
                  </a:cubicBezTo>
                  <a:cubicBezTo>
                    <a:pt x="25207" y="4674"/>
                    <a:pt x="25208" y="4644"/>
                    <a:pt x="25209" y="4621"/>
                  </a:cubicBezTo>
                  <a:lnTo>
                    <a:pt x="25209" y="4621"/>
                  </a:lnTo>
                  <a:cubicBezTo>
                    <a:pt x="25272" y="4613"/>
                    <a:pt x="25272" y="4186"/>
                    <a:pt x="25272" y="3592"/>
                  </a:cubicBezTo>
                  <a:cubicBezTo>
                    <a:pt x="25280" y="2992"/>
                    <a:pt x="25280" y="2481"/>
                    <a:pt x="25345" y="2400"/>
                  </a:cubicBezTo>
                  <a:cubicBezTo>
                    <a:pt x="25337" y="2335"/>
                    <a:pt x="25321" y="2278"/>
                    <a:pt x="25280" y="2222"/>
                  </a:cubicBezTo>
                  <a:cubicBezTo>
                    <a:pt x="25167" y="2141"/>
                    <a:pt x="25167" y="2051"/>
                    <a:pt x="25224" y="1970"/>
                  </a:cubicBezTo>
                  <a:cubicBezTo>
                    <a:pt x="25345" y="1881"/>
                    <a:pt x="25345" y="1541"/>
                    <a:pt x="25224" y="1451"/>
                  </a:cubicBezTo>
                  <a:lnTo>
                    <a:pt x="25289" y="1451"/>
                  </a:lnTo>
                  <a:cubicBezTo>
                    <a:pt x="25410" y="1370"/>
                    <a:pt x="25345" y="1111"/>
                    <a:pt x="25232" y="1030"/>
                  </a:cubicBezTo>
                  <a:cubicBezTo>
                    <a:pt x="25289" y="941"/>
                    <a:pt x="25353" y="860"/>
                    <a:pt x="25289" y="770"/>
                  </a:cubicBezTo>
                  <a:cubicBezTo>
                    <a:pt x="25289" y="689"/>
                    <a:pt x="25289" y="689"/>
                    <a:pt x="25410" y="689"/>
                  </a:cubicBezTo>
                  <a:cubicBezTo>
                    <a:pt x="25467" y="689"/>
                    <a:pt x="25532" y="689"/>
                    <a:pt x="25532" y="600"/>
                  </a:cubicBezTo>
                  <a:cubicBezTo>
                    <a:pt x="25532" y="519"/>
                    <a:pt x="25475" y="519"/>
                    <a:pt x="25410" y="519"/>
                  </a:cubicBezTo>
                  <a:cubicBezTo>
                    <a:pt x="25410" y="519"/>
                    <a:pt x="25410" y="430"/>
                    <a:pt x="25410" y="341"/>
                  </a:cubicBezTo>
                  <a:cubicBezTo>
                    <a:pt x="25410" y="341"/>
                    <a:pt x="25410" y="260"/>
                    <a:pt x="25353" y="260"/>
                  </a:cubicBezTo>
                  <a:cubicBezTo>
                    <a:pt x="25297" y="260"/>
                    <a:pt x="25297" y="170"/>
                    <a:pt x="25297" y="89"/>
                  </a:cubicBezTo>
                  <a:cubicBezTo>
                    <a:pt x="25334" y="89"/>
                    <a:pt x="25322" y="50"/>
                    <a:pt x="25290" y="50"/>
                  </a:cubicBezTo>
                  <a:cubicBezTo>
                    <a:pt x="25274" y="50"/>
                    <a:pt x="25253" y="60"/>
                    <a:pt x="25232" y="89"/>
                  </a:cubicBezTo>
                  <a:cubicBezTo>
                    <a:pt x="25175" y="81"/>
                    <a:pt x="25118" y="81"/>
                    <a:pt x="25118" y="0"/>
                  </a:cubicBezTo>
                  <a:lnTo>
                    <a:pt x="24997" y="0"/>
                  </a:lnTo>
                  <a:cubicBezTo>
                    <a:pt x="24986" y="0"/>
                    <a:pt x="24976" y="0"/>
                    <a:pt x="249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2"/>
            <p:cNvSpPr/>
            <p:nvPr/>
          </p:nvSpPr>
          <p:spPr>
            <a:xfrm>
              <a:off x="7124624" y="1319781"/>
              <a:ext cx="300777" cy="575801"/>
            </a:xfrm>
            <a:custGeom>
              <a:avLst/>
              <a:gdLst/>
              <a:ahLst/>
              <a:cxnLst/>
              <a:rect l="l" t="t" r="r" b="b"/>
              <a:pathLst>
                <a:path w="17449" h="33404" extrusionOk="0">
                  <a:moveTo>
                    <a:pt x="10516" y="378"/>
                  </a:moveTo>
                  <a:lnTo>
                    <a:pt x="10516" y="386"/>
                  </a:lnTo>
                  <a:lnTo>
                    <a:pt x="10492" y="434"/>
                  </a:lnTo>
                  <a:cubicBezTo>
                    <a:pt x="10468" y="483"/>
                    <a:pt x="10524" y="507"/>
                    <a:pt x="10573" y="532"/>
                  </a:cubicBezTo>
                  <a:lnTo>
                    <a:pt x="10597" y="483"/>
                  </a:lnTo>
                  <a:cubicBezTo>
                    <a:pt x="10581" y="442"/>
                    <a:pt x="10557" y="410"/>
                    <a:pt x="10516" y="378"/>
                  </a:cubicBezTo>
                  <a:close/>
                  <a:moveTo>
                    <a:pt x="11319" y="921"/>
                  </a:moveTo>
                  <a:cubicBezTo>
                    <a:pt x="11376" y="945"/>
                    <a:pt x="11343" y="994"/>
                    <a:pt x="11319" y="1042"/>
                  </a:cubicBezTo>
                  <a:cubicBezTo>
                    <a:pt x="11305" y="1071"/>
                    <a:pt x="11299" y="1083"/>
                    <a:pt x="11287" y="1083"/>
                  </a:cubicBezTo>
                  <a:cubicBezTo>
                    <a:pt x="11278" y="1083"/>
                    <a:pt x="11266" y="1077"/>
                    <a:pt x="11246" y="1067"/>
                  </a:cubicBezTo>
                  <a:cubicBezTo>
                    <a:pt x="11230" y="1026"/>
                    <a:pt x="11230" y="978"/>
                    <a:pt x="11238" y="937"/>
                  </a:cubicBezTo>
                  <a:lnTo>
                    <a:pt x="11319" y="921"/>
                  </a:lnTo>
                  <a:close/>
                  <a:moveTo>
                    <a:pt x="10910" y="1469"/>
                  </a:moveTo>
                  <a:cubicBezTo>
                    <a:pt x="10927" y="1469"/>
                    <a:pt x="10945" y="1473"/>
                    <a:pt x="10962" y="1480"/>
                  </a:cubicBezTo>
                  <a:cubicBezTo>
                    <a:pt x="11092" y="1488"/>
                    <a:pt x="11092" y="1488"/>
                    <a:pt x="11043" y="1586"/>
                  </a:cubicBezTo>
                  <a:cubicBezTo>
                    <a:pt x="11023" y="1625"/>
                    <a:pt x="11004" y="1665"/>
                    <a:pt x="10966" y="1665"/>
                  </a:cubicBezTo>
                  <a:cubicBezTo>
                    <a:pt x="10958" y="1665"/>
                    <a:pt x="10948" y="1663"/>
                    <a:pt x="10938" y="1659"/>
                  </a:cubicBezTo>
                  <a:lnTo>
                    <a:pt x="10962" y="1610"/>
                  </a:lnTo>
                  <a:cubicBezTo>
                    <a:pt x="10970" y="1613"/>
                    <a:pt x="10977" y="1615"/>
                    <a:pt x="10982" y="1615"/>
                  </a:cubicBezTo>
                  <a:cubicBezTo>
                    <a:pt x="11004" y="1615"/>
                    <a:pt x="10985" y="1581"/>
                    <a:pt x="10943" y="1581"/>
                  </a:cubicBezTo>
                  <a:cubicBezTo>
                    <a:pt x="10934" y="1581"/>
                    <a:pt x="10924" y="1582"/>
                    <a:pt x="10914" y="1586"/>
                  </a:cubicBezTo>
                  <a:lnTo>
                    <a:pt x="10800" y="1529"/>
                  </a:lnTo>
                  <a:cubicBezTo>
                    <a:pt x="10828" y="1489"/>
                    <a:pt x="10869" y="1469"/>
                    <a:pt x="10910" y="1469"/>
                  </a:cubicBezTo>
                  <a:close/>
                  <a:moveTo>
                    <a:pt x="11254" y="1821"/>
                  </a:moveTo>
                  <a:lnTo>
                    <a:pt x="11181" y="1845"/>
                  </a:lnTo>
                  <a:lnTo>
                    <a:pt x="11157" y="1894"/>
                  </a:lnTo>
                  <a:cubicBezTo>
                    <a:pt x="11178" y="1908"/>
                    <a:pt x="11190" y="1916"/>
                    <a:pt x="11198" y="1916"/>
                  </a:cubicBezTo>
                  <a:cubicBezTo>
                    <a:pt x="11210" y="1916"/>
                    <a:pt x="11216" y="1902"/>
                    <a:pt x="11230" y="1869"/>
                  </a:cubicBezTo>
                  <a:lnTo>
                    <a:pt x="11254" y="1821"/>
                  </a:lnTo>
                  <a:close/>
                  <a:moveTo>
                    <a:pt x="9373" y="4172"/>
                  </a:moveTo>
                  <a:cubicBezTo>
                    <a:pt x="9430" y="4196"/>
                    <a:pt x="9430" y="4326"/>
                    <a:pt x="9405" y="4375"/>
                  </a:cubicBezTo>
                  <a:cubicBezTo>
                    <a:pt x="9398" y="4390"/>
                    <a:pt x="9387" y="4398"/>
                    <a:pt x="9376" y="4398"/>
                  </a:cubicBezTo>
                  <a:cubicBezTo>
                    <a:pt x="9351" y="4398"/>
                    <a:pt x="9324" y="4359"/>
                    <a:pt x="9324" y="4269"/>
                  </a:cubicBezTo>
                  <a:lnTo>
                    <a:pt x="9373" y="4172"/>
                  </a:lnTo>
                  <a:close/>
                  <a:moveTo>
                    <a:pt x="9147" y="4433"/>
                  </a:moveTo>
                  <a:cubicBezTo>
                    <a:pt x="9110" y="4433"/>
                    <a:pt x="9081" y="4481"/>
                    <a:pt x="9041" y="4561"/>
                  </a:cubicBezTo>
                  <a:cubicBezTo>
                    <a:pt x="9024" y="4602"/>
                    <a:pt x="9033" y="4650"/>
                    <a:pt x="9041" y="4691"/>
                  </a:cubicBezTo>
                  <a:cubicBezTo>
                    <a:pt x="9051" y="4695"/>
                    <a:pt x="9060" y="4697"/>
                    <a:pt x="9069" y="4697"/>
                  </a:cubicBezTo>
                  <a:cubicBezTo>
                    <a:pt x="9106" y="4697"/>
                    <a:pt x="9126" y="4658"/>
                    <a:pt x="9146" y="4618"/>
                  </a:cubicBezTo>
                  <a:cubicBezTo>
                    <a:pt x="9251" y="4545"/>
                    <a:pt x="9227" y="4472"/>
                    <a:pt x="9170" y="4440"/>
                  </a:cubicBezTo>
                  <a:cubicBezTo>
                    <a:pt x="9162" y="4435"/>
                    <a:pt x="9154" y="4433"/>
                    <a:pt x="9147" y="4433"/>
                  </a:cubicBezTo>
                  <a:close/>
                  <a:moveTo>
                    <a:pt x="8449" y="6758"/>
                  </a:moveTo>
                  <a:cubicBezTo>
                    <a:pt x="8506" y="6791"/>
                    <a:pt x="8473" y="6839"/>
                    <a:pt x="8449" y="6888"/>
                  </a:cubicBezTo>
                  <a:lnTo>
                    <a:pt x="8400" y="6856"/>
                  </a:lnTo>
                  <a:lnTo>
                    <a:pt x="8368" y="6783"/>
                  </a:lnTo>
                  <a:lnTo>
                    <a:pt x="8449" y="6758"/>
                  </a:lnTo>
                  <a:close/>
                  <a:moveTo>
                    <a:pt x="8108" y="6775"/>
                  </a:moveTo>
                  <a:lnTo>
                    <a:pt x="8165" y="6929"/>
                  </a:lnTo>
                  <a:cubicBezTo>
                    <a:pt x="8232" y="7043"/>
                    <a:pt x="8257" y="7084"/>
                    <a:pt x="8238" y="7084"/>
                  </a:cubicBezTo>
                  <a:cubicBezTo>
                    <a:pt x="8227" y="7084"/>
                    <a:pt x="8203" y="7071"/>
                    <a:pt x="8165" y="7050"/>
                  </a:cubicBezTo>
                  <a:cubicBezTo>
                    <a:pt x="8092" y="7026"/>
                    <a:pt x="8043" y="6953"/>
                    <a:pt x="8051" y="6872"/>
                  </a:cubicBezTo>
                  <a:lnTo>
                    <a:pt x="8108" y="6775"/>
                  </a:lnTo>
                  <a:close/>
                  <a:moveTo>
                    <a:pt x="7727" y="8056"/>
                  </a:moveTo>
                  <a:cubicBezTo>
                    <a:pt x="7749" y="8056"/>
                    <a:pt x="7777" y="8119"/>
                    <a:pt x="7841" y="8202"/>
                  </a:cubicBezTo>
                  <a:cubicBezTo>
                    <a:pt x="7845" y="8266"/>
                    <a:pt x="7847" y="8296"/>
                    <a:pt x="7836" y="8296"/>
                  </a:cubicBezTo>
                  <a:cubicBezTo>
                    <a:pt x="7826" y="8296"/>
                    <a:pt x="7806" y="8272"/>
                    <a:pt x="7768" y="8226"/>
                  </a:cubicBezTo>
                  <a:lnTo>
                    <a:pt x="7711" y="8072"/>
                  </a:lnTo>
                  <a:cubicBezTo>
                    <a:pt x="7716" y="8061"/>
                    <a:pt x="7722" y="8056"/>
                    <a:pt x="7727" y="8056"/>
                  </a:cubicBezTo>
                  <a:close/>
                  <a:moveTo>
                    <a:pt x="7346" y="8380"/>
                  </a:moveTo>
                  <a:cubicBezTo>
                    <a:pt x="7387" y="8404"/>
                    <a:pt x="7411" y="8445"/>
                    <a:pt x="7427" y="8485"/>
                  </a:cubicBezTo>
                  <a:lnTo>
                    <a:pt x="7403" y="8534"/>
                  </a:lnTo>
                  <a:cubicBezTo>
                    <a:pt x="7346" y="8510"/>
                    <a:pt x="7297" y="8485"/>
                    <a:pt x="7322" y="8429"/>
                  </a:cubicBezTo>
                  <a:lnTo>
                    <a:pt x="7346" y="8380"/>
                  </a:lnTo>
                  <a:close/>
                  <a:moveTo>
                    <a:pt x="7419" y="9296"/>
                  </a:moveTo>
                  <a:lnTo>
                    <a:pt x="7524" y="9353"/>
                  </a:lnTo>
                  <a:lnTo>
                    <a:pt x="7468" y="9320"/>
                  </a:lnTo>
                  <a:lnTo>
                    <a:pt x="7419" y="9296"/>
                  </a:lnTo>
                  <a:close/>
                  <a:moveTo>
                    <a:pt x="6740" y="9309"/>
                  </a:moveTo>
                  <a:lnTo>
                    <a:pt x="6740" y="9309"/>
                  </a:lnTo>
                  <a:cubicBezTo>
                    <a:pt x="6754" y="9309"/>
                    <a:pt x="6750" y="9401"/>
                    <a:pt x="6730" y="9442"/>
                  </a:cubicBezTo>
                  <a:lnTo>
                    <a:pt x="6681" y="9418"/>
                  </a:lnTo>
                  <a:cubicBezTo>
                    <a:pt x="6702" y="9377"/>
                    <a:pt x="6682" y="9313"/>
                    <a:pt x="6709" y="9313"/>
                  </a:cubicBezTo>
                  <a:cubicBezTo>
                    <a:pt x="6714" y="9313"/>
                    <a:pt x="6721" y="9315"/>
                    <a:pt x="6730" y="9320"/>
                  </a:cubicBezTo>
                  <a:cubicBezTo>
                    <a:pt x="6734" y="9313"/>
                    <a:pt x="6737" y="9309"/>
                    <a:pt x="6740" y="9309"/>
                  </a:cubicBezTo>
                  <a:close/>
                  <a:moveTo>
                    <a:pt x="6795" y="9847"/>
                  </a:moveTo>
                  <a:cubicBezTo>
                    <a:pt x="6843" y="9880"/>
                    <a:pt x="6900" y="9904"/>
                    <a:pt x="6876" y="9953"/>
                  </a:cubicBezTo>
                  <a:cubicBezTo>
                    <a:pt x="6889" y="9995"/>
                    <a:pt x="6872" y="10020"/>
                    <a:pt x="6843" y="10020"/>
                  </a:cubicBezTo>
                  <a:cubicBezTo>
                    <a:pt x="6815" y="10020"/>
                    <a:pt x="6777" y="9999"/>
                    <a:pt x="6738" y="9953"/>
                  </a:cubicBezTo>
                  <a:lnTo>
                    <a:pt x="6795" y="9847"/>
                  </a:lnTo>
                  <a:close/>
                  <a:moveTo>
                    <a:pt x="6673" y="10350"/>
                  </a:moveTo>
                  <a:lnTo>
                    <a:pt x="6641" y="10399"/>
                  </a:lnTo>
                  <a:cubicBezTo>
                    <a:pt x="6626" y="10427"/>
                    <a:pt x="6621" y="10439"/>
                    <a:pt x="6608" y="10439"/>
                  </a:cubicBezTo>
                  <a:cubicBezTo>
                    <a:pt x="6600" y="10439"/>
                    <a:pt x="6588" y="10433"/>
                    <a:pt x="6568" y="10423"/>
                  </a:cubicBezTo>
                  <a:lnTo>
                    <a:pt x="6592" y="10374"/>
                  </a:lnTo>
                  <a:lnTo>
                    <a:pt x="6673" y="10350"/>
                  </a:lnTo>
                  <a:close/>
                  <a:moveTo>
                    <a:pt x="6487" y="10962"/>
                  </a:moveTo>
                  <a:cubicBezTo>
                    <a:pt x="6464" y="10962"/>
                    <a:pt x="6442" y="10966"/>
                    <a:pt x="6422" y="10974"/>
                  </a:cubicBezTo>
                  <a:cubicBezTo>
                    <a:pt x="6400" y="11018"/>
                    <a:pt x="6436" y="11054"/>
                    <a:pt x="6475" y="11054"/>
                  </a:cubicBezTo>
                  <a:cubicBezTo>
                    <a:pt x="6494" y="11054"/>
                    <a:pt x="6514" y="11045"/>
                    <a:pt x="6527" y="11023"/>
                  </a:cubicBezTo>
                  <a:lnTo>
                    <a:pt x="6552" y="10974"/>
                  </a:lnTo>
                  <a:cubicBezTo>
                    <a:pt x="6531" y="10966"/>
                    <a:pt x="6509" y="10962"/>
                    <a:pt x="6487" y="10962"/>
                  </a:cubicBezTo>
                  <a:close/>
                  <a:moveTo>
                    <a:pt x="6025" y="11080"/>
                  </a:moveTo>
                  <a:cubicBezTo>
                    <a:pt x="6057" y="11096"/>
                    <a:pt x="6065" y="11128"/>
                    <a:pt x="6049" y="11161"/>
                  </a:cubicBezTo>
                  <a:cubicBezTo>
                    <a:pt x="6029" y="11201"/>
                    <a:pt x="6009" y="11240"/>
                    <a:pt x="5976" y="11240"/>
                  </a:cubicBezTo>
                  <a:cubicBezTo>
                    <a:pt x="5969" y="11240"/>
                    <a:pt x="5961" y="11238"/>
                    <a:pt x="5952" y="11234"/>
                  </a:cubicBezTo>
                  <a:cubicBezTo>
                    <a:pt x="5919" y="11218"/>
                    <a:pt x="5903" y="11185"/>
                    <a:pt x="5919" y="11153"/>
                  </a:cubicBezTo>
                  <a:cubicBezTo>
                    <a:pt x="5943" y="11120"/>
                    <a:pt x="5984" y="11096"/>
                    <a:pt x="6025" y="11080"/>
                  </a:cubicBezTo>
                  <a:close/>
                  <a:moveTo>
                    <a:pt x="4551" y="11147"/>
                  </a:moveTo>
                  <a:cubicBezTo>
                    <a:pt x="4519" y="11147"/>
                    <a:pt x="4514" y="11195"/>
                    <a:pt x="4581" y="11282"/>
                  </a:cubicBezTo>
                  <a:cubicBezTo>
                    <a:pt x="4602" y="11293"/>
                    <a:pt x="4613" y="11298"/>
                    <a:pt x="4622" y="11298"/>
                  </a:cubicBezTo>
                  <a:cubicBezTo>
                    <a:pt x="4634" y="11298"/>
                    <a:pt x="4640" y="11287"/>
                    <a:pt x="4654" y="11258"/>
                  </a:cubicBezTo>
                  <a:cubicBezTo>
                    <a:pt x="4638" y="11218"/>
                    <a:pt x="4614" y="11177"/>
                    <a:pt x="4573" y="11153"/>
                  </a:cubicBezTo>
                  <a:cubicBezTo>
                    <a:pt x="4565" y="11149"/>
                    <a:pt x="4557" y="11147"/>
                    <a:pt x="4551" y="11147"/>
                  </a:cubicBezTo>
                  <a:close/>
                  <a:moveTo>
                    <a:pt x="5589" y="12012"/>
                  </a:moveTo>
                  <a:cubicBezTo>
                    <a:pt x="5615" y="12012"/>
                    <a:pt x="5605" y="12032"/>
                    <a:pt x="5571" y="12101"/>
                  </a:cubicBezTo>
                  <a:cubicBezTo>
                    <a:pt x="5560" y="12117"/>
                    <a:pt x="5543" y="12126"/>
                    <a:pt x="5523" y="12126"/>
                  </a:cubicBezTo>
                  <a:cubicBezTo>
                    <a:pt x="5512" y="12126"/>
                    <a:pt x="5501" y="12123"/>
                    <a:pt x="5489" y="12118"/>
                  </a:cubicBezTo>
                  <a:cubicBezTo>
                    <a:pt x="5441" y="12093"/>
                    <a:pt x="5514" y="12069"/>
                    <a:pt x="5538" y="12020"/>
                  </a:cubicBezTo>
                  <a:cubicBezTo>
                    <a:pt x="5562" y="12016"/>
                    <a:pt x="5578" y="12012"/>
                    <a:pt x="5589" y="12012"/>
                  </a:cubicBezTo>
                  <a:close/>
                  <a:moveTo>
                    <a:pt x="6459" y="12020"/>
                  </a:moveTo>
                  <a:cubicBezTo>
                    <a:pt x="6450" y="12020"/>
                    <a:pt x="6435" y="12024"/>
                    <a:pt x="6414" y="12028"/>
                  </a:cubicBezTo>
                  <a:lnTo>
                    <a:pt x="6357" y="12134"/>
                  </a:lnTo>
                  <a:cubicBezTo>
                    <a:pt x="6380" y="12144"/>
                    <a:pt x="6394" y="12150"/>
                    <a:pt x="6404" y="12150"/>
                  </a:cubicBezTo>
                  <a:cubicBezTo>
                    <a:pt x="6418" y="12150"/>
                    <a:pt x="6424" y="12138"/>
                    <a:pt x="6438" y="12109"/>
                  </a:cubicBezTo>
                  <a:cubicBezTo>
                    <a:pt x="6473" y="12040"/>
                    <a:pt x="6483" y="12020"/>
                    <a:pt x="6459" y="12020"/>
                  </a:cubicBezTo>
                  <a:close/>
                  <a:moveTo>
                    <a:pt x="5193" y="12931"/>
                  </a:moveTo>
                  <a:cubicBezTo>
                    <a:pt x="5220" y="12931"/>
                    <a:pt x="5247" y="12935"/>
                    <a:pt x="5271" y="12945"/>
                  </a:cubicBezTo>
                  <a:cubicBezTo>
                    <a:pt x="5316" y="12967"/>
                    <a:pt x="5298" y="13018"/>
                    <a:pt x="5189" y="13018"/>
                  </a:cubicBezTo>
                  <a:cubicBezTo>
                    <a:pt x="5182" y="13018"/>
                    <a:pt x="5174" y="13018"/>
                    <a:pt x="5165" y="13017"/>
                  </a:cubicBezTo>
                  <a:cubicBezTo>
                    <a:pt x="5108" y="12993"/>
                    <a:pt x="5108" y="12993"/>
                    <a:pt x="5133" y="12936"/>
                  </a:cubicBezTo>
                  <a:cubicBezTo>
                    <a:pt x="5153" y="12933"/>
                    <a:pt x="5173" y="12931"/>
                    <a:pt x="5193" y="12931"/>
                  </a:cubicBezTo>
                  <a:close/>
                  <a:moveTo>
                    <a:pt x="4800" y="13204"/>
                  </a:moveTo>
                  <a:lnTo>
                    <a:pt x="4800" y="13204"/>
                  </a:lnTo>
                  <a:cubicBezTo>
                    <a:pt x="4831" y="13222"/>
                    <a:pt x="4821" y="13235"/>
                    <a:pt x="4809" y="13235"/>
                  </a:cubicBezTo>
                  <a:cubicBezTo>
                    <a:pt x="4800" y="13235"/>
                    <a:pt x="4789" y="13226"/>
                    <a:pt x="4800" y="13204"/>
                  </a:cubicBezTo>
                  <a:close/>
                  <a:moveTo>
                    <a:pt x="5035" y="13261"/>
                  </a:moveTo>
                  <a:lnTo>
                    <a:pt x="5068" y="13342"/>
                  </a:lnTo>
                  <a:lnTo>
                    <a:pt x="5044" y="13390"/>
                  </a:lnTo>
                  <a:cubicBezTo>
                    <a:pt x="4987" y="13366"/>
                    <a:pt x="4930" y="13334"/>
                    <a:pt x="4962" y="13285"/>
                  </a:cubicBezTo>
                  <a:lnTo>
                    <a:pt x="5035" y="13261"/>
                  </a:lnTo>
                  <a:close/>
                  <a:moveTo>
                    <a:pt x="4833" y="13536"/>
                  </a:moveTo>
                  <a:lnTo>
                    <a:pt x="4833" y="13536"/>
                  </a:lnTo>
                  <a:cubicBezTo>
                    <a:pt x="4865" y="13550"/>
                    <a:pt x="4852" y="13564"/>
                    <a:pt x="4840" y="13564"/>
                  </a:cubicBezTo>
                  <a:cubicBezTo>
                    <a:pt x="4831" y="13564"/>
                    <a:pt x="4822" y="13557"/>
                    <a:pt x="4833" y="13536"/>
                  </a:cubicBezTo>
                  <a:close/>
                  <a:moveTo>
                    <a:pt x="3276" y="16423"/>
                  </a:moveTo>
                  <a:lnTo>
                    <a:pt x="3308" y="16504"/>
                  </a:lnTo>
                  <a:lnTo>
                    <a:pt x="3276" y="16552"/>
                  </a:lnTo>
                  <a:cubicBezTo>
                    <a:pt x="3227" y="16528"/>
                    <a:pt x="3171" y="16496"/>
                    <a:pt x="3195" y="16447"/>
                  </a:cubicBezTo>
                  <a:lnTo>
                    <a:pt x="3276" y="16423"/>
                  </a:lnTo>
                  <a:close/>
                  <a:moveTo>
                    <a:pt x="2608" y="17622"/>
                  </a:moveTo>
                  <a:cubicBezTo>
                    <a:pt x="2643" y="17622"/>
                    <a:pt x="2704" y="17694"/>
                    <a:pt x="2749" y="17720"/>
                  </a:cubicBezTo>
                  <a:cubicBezTo>
                    <a:pt x="2736" y="17747"/>
                    <a:pt x="2730" y="17759"/>
                    <a:pt x="2717" y="17759"/>
                  </a:cubicBezTo>
                  <a:cubicBezTo>
                    <a:pt x="2707" y="17759"/>
                    <a:pt x="2693" y="17751"/>
                    <a:pt x="2668" y="17736"/>
                  </a:cubicBezTo>
                  <a:cubicBezTo>
                    <a:pt x="2627" y="17712"/>
                    <a:pt x="2603" y="17679"/>
                    <a:pt x="2587" y="17639"/>
                  </a:cubicBezTo>
                  <a:cubicBezTo>
                    <a:pt x="2592" y="17627"/>
                    <a:pt x="2599" y="17622"/>
                    <a:pt x="2608" y="17622"/>
                  </a:cubicBezTo>
                  <a:close/>
                  <a:moveTo>
                    <a:pt x="2603" y="18644"/>
                  </a:moveTo>
                  <a:cubicBezTo>
                    <a:pt x="2644" y="18669"/>
                    <a:pt x="2676" y="18709"/>
                    <a:pt x="2684" y="18750"/>
                  </a:cubicBezTo>
                  <a:lnTo>
                    <a:pt x="2660" y="18798"/>
                  </a:lnTo>
                  <a:cubicBezTo>
                    <a:pt x="2611" y="18774"/>
                    <a:pt x="2554" y="18742"/>
                    <a:pt x="2579" y="18693"/>
                  </a:cubicBezTo>
                  <a:lnTo>
                    <a:pt x="2603" y="18644"/>
                  </a:lnTo>
                  <a:close/>
                  <a:moveTo>
                    <a:pt x="2011" y="19155"/>
                  </a:moveTo>
                  <a:lnTo>
                    <a:pt x="2036" y="19228"/>
                  </a:lnTo>
                  <a:lnTo>
                    <a:pt x="2011" y="19277"/>
                  </a:lnTo>
                  <a:cubicBezTo>
                    <a:pt x="1963" y="19252"/>
                    <a:pt x="1906" y="19228"/>
                    <a:pt x="1930" y="19171"/>
                  </a:cubicBezTo>
                  <a:lnTo>
                    <a:pt x="2011" y="19155"/>
                  </a:lnTo>
                  <a:close/>
                  <a:moveTo>
                    <a:pt x="443" y="22631"/>
                  </a:moveTo>
                  <a:cubicBezTo>
                    <a:pt x="487" y="22631"/>
                    <a:pt x="524" y="22672"/>
                    <a:pt x="511" y="22722"/>
                  </a:cubicBezTo>
                  <a:cubicBezTo>
                    <a:pt x="494" y="22798"/>
                    <a:pt x="489" y="22819"/>
                    <a:pt x="463" y="22819"/>
                  </a:cubicBezTo>
                  <a:cubicBezTo>
                    <a:pt x="453" y="22819"/>
                    <a:pt x="440" y="22816"/>
                    <a:pt x="422" y="22812"/>
                  </a:cubicBezTo>
                  <a:cubicBezTo>
                    <a:pt x="365" y="22795"/>
                    <a:pt x="390" y="22690"/>
                    <a:pt x="406" y="22641"/>
                  </a:cubicBezTo>
                  <a:cubicBezTo>
                    <a:pt x="418" y="22634"/>
                    <a:pt x="431" y="22631"/>
                    <a:pt x="443" y="22631"/>
                  </a:cubicBezTo>
                  <a:close/>
                  <a:moveTo>
                    <a:pt x="432" y="24795"/>
                  </a:moveTo>
                  <a:cubicBezTo>
                    <a:pt x="464" y="24795"/>
                    <a:pt x="498" y="24802"/>
                    <a:pt x="527" y="24814"/>
                  </a:cubicBezTo>
                  <a:lnTo>
                    <a:pt x="536" y="24863"/>
                  </a:lnTo>
                  <a:cubicBezTo>
                    <a:pt x="507" y="24871"/>
                    <a:pt x="479" y="24879"/>
                    <a:pt x="456" y="24879"/>
                  </a:cubicBezTo>
                  <a:cubicBezTo>
                    <a:pt x="432" y="24879"/>
                    <a:pt x="414" y="24871"/>
                    <a:pt x="406" y="24847"/>
                  </a:cubicBezTo>
                  <a:lnTo>
                    <a:pt x="398" y="24798"/>
                  </a:lnTo>
                  <a:cubicBezTo>
                    <a:pt x="409" y="24796"/>
                    <a:pt x="420" y="24795"/>
                    <a:pt x="432" y="24795"/>
                  </a:cubicBezTo>
                  <a:close/>
                  <a:moveTo>
                    <a:pt x="3557" y="27637"/>
                  </a:moveTo>
                  <a:cubicBezTo>
                    <a:pt x="3566" y="27637"/>
                    <a:pt x="3575" y="27639"/>
                    <a:pt x="3584" y="27644"/>
                  </a:cubicBezTo>
                  <a:cubicBezTo>
                    <a:pt x="3625" y="27668"/>
                    <a:pt x="3625" y="27668"/>
                    <a:pt x="3600" y="27717"/>
                  </a:cubicBezTo>
                  <a:cubicBezTo>
                    <a:pt x="3600" y="27717"/>
                    <a:pt x="3578" y="27755"/>
                    <a:pt x="3548" y="27755"/>
                  </a:cubicBezTo>
                  <a:cubicBezTo>
                    <a:pt x="3541" y="27755"/>
                    <a:pt x="3535" y="27754"/>
                    <a:pt x="3527" y="27749"/>
                  </a:cubicBezTo>
                  <a:lnTo>
                    <a:pt x="3503" y="27668"/>
                  </a:lnTo>
                  <a:cubicBezTo>
                    <a:pt x="3515" y="27651"/>
                    <a:pt x="3535" y="27637"/>
                    <a:pt x="3557" y="27637"/>
                  </a:cubicBezTo>
                  <a:close/>
                  <a:moveTo>
                    <a:pt x="4168" y="27879"/>
                  </a:moveTo>
                  <a:lnTo>
                    <a:pt x="4217" y="27903"/>
                  </a:lnTo>
                  <a:cubicBezTo>
                    <a:pt x="4196" y="27944"/>
                    <a:pt x="4176" y="27990"/>
                    <a:pt x="4141" y="27990"/>
                  </a:cubicBezTo>
                  <a:cubicBezTo>
                    <a:pt x="4135" y="27990"/>
                    <a:pt x="4127" y="27988"/>
                    <a:pt x="4119" y="27984"/>
                  </a:cubicBezTo>
                  <a:lnTo>
                    <a:pt x="4095" y="27903"/>
                  </a:lnTo>
                  <a:lnTo>
                    <a:pt x="4168" y="27879"/>
                  </a:lnTo>
                  <a:close/>
                  <a:moveTo>
                    <a:pt x="4397" y="28400"/>
                  </a:moveTo>
                  <a:cubicBezTo>
                    <a:pt x="4434" y="28400"/>
                    <a:pt x="4452" y="28423"/>
                    <a:pt x="4435" y="28463"/>
                  </a:cubicBezTo>
                  <a:cubicBezTo>
                    <a:pt x="4420" y="28494"/>
                    <a:pt x="4414" y="28505"/>
                    <a:pt x="4400" y="28505"/>
                  </a:cubicBezTo>
                  <a:cubicBezTo>
                    <a:pt x="4392" y="28505"/>
                    <a:pt x="4380" y="28501"/>
                    <a:pt x="4362" y="28495"/>
                  </a:cubicBezTo>
                  <a:cubicBezTo>
                    <a:pt x="4265" y="28446"/>
                    <a:pt x="4265" y="28446"/>
                    <a:pt x="4338" y="28414"/>
                  </a:cubicBezTo>
                  <a:cubicBezTo>
                    <a:pt x="4360" y="28404"/>
                    <a:pt x="4380" y="28400"/>
                    <a:pt x="4397" y="28400"/>
                  </a:cubicBezTo>
                  <a:close/>
                  <a:moveTo>
                    <a:pt x="4687" y="28568"/>
                  </a:moveTo>
                  <a:lnTo>
                    <a:pt x="4735" y="28592"/>
                  </a:lnTo>
                  <a:cubicBezTo>
                    <a:pt x="4792" y="28609"/>
                    <a:pt x="4792" y="28609"/>
                    <a:pt x="4768" y="28665"/>
                  </a:cubicBezTo>
                  <a:lnTo>
                    <a:pt x="4719" y="28649"/>
                  </a:lnTo>
                  <a:lnTo>
                    <a:pt x="4687" y="28568"/>
                  </a:lnTo>
                  <a:close/>
                  <a:moveTo>
                    <a:pt x="4488" y="28780"/>
                  </a:moveTo>
                  <a:lnTo>
                    <a:pt x="4488" y="28780"/>
                  </a:lnTo>
                  <a:cubicBezTo>
                    <a:pt x="4484" y="28787"/>
                    <a:pt x="4480" y="28795"/>
                    <a:pt x="4476" y="28803"/>
                  </a:cubicBezTo>
                  <a:cubicBezTo>
                    <a:pt x="4477" y="28808"/>
                    <a:pt x="4478" y="28812"/>
                    <a:pt x="4479" y="28815"/>
                  </a:cubicBezTo>
                  <a:lnTo>
                    <a:pt x="4479" y="28815"/>
                  </a:lnTo>
                  <a:cubicBezTo>
                    <a:pt x="4481" y="28806"/>
                    <a:pt x="4483" y="28794"/>
                    <a:pt x="4488" y="28780"/>
                  </a:cubicBezTo>
                  <a:close/>
                  <a:moveTo>
                    <a:pt x="4479" y="28815"/>
                  </a:moveTo>
                  <a:cubicBezTo>
                    <a:pt x="4476" y="28839"/>
                    <a:pt x="4479" y="28851"/>
                    <a:pt x="4481" y="28851"/>
                  </a:cubicBezTo>
                  <a:cubicBezTo>
                    <a:pt x="4483" y="28851"/>
                    <a:pt x="4485" y="28839"/>
                    <a:pt x="4479" y="28815"/>
                  </a:cubicBezTo>
                  <a:close/>
                  <a:moveTo>
                    <a:pt x="5098" y="28840"/>
                  </a:moveTo>
                  <a:cubicBezTo>
                    <a:pt x="5091" y="28840"/>
                    <a:pt x="5079" y="28843"/>
                    <a:pt x="5060" y="28852"/>
                  </a:cubicBezTo>
                  <a:cubicBezTo>
                    <a:pt x="5067" y="28854"/>
                    <a:pt x="5074" y="28855"/>
                    <a:pt x="5080" y="28855"/>
                  </a:cubicBezTo>
                  <a:cubicBezTo>
                    <a:pt x="5103" y="28855"/>
                    <a:pt x="5114" y="28840"/>
                    <a:pt x="5098" y="28840"/>
                  </a:cubicBezTo>
                  <a:close/>
                  <a:moveTo>
                    <a:pt x="5198" y="28779"/>
                  </a:moveTo>
                  <a:lnTo>
                    <a:pt x="5246" y="28795"/>
                  </a:lnTo>
                  <a:cubicBezTo>
                    <a:pt x="5295" y="28819"/>
                    <a:pt x="5295" y="28819"/>
                    <a:pt x="5279" y="28876"/>
                  </a:cubicBezTo>
                  <a:lnTo>
                    <a:pt x="5222" y="28852"/>
                  </a:lnTo>
                  <a:lnTo>
                    <a:pt x="5198" y="28779"/>
                  </a:lnTo>
                  <a:close/>
                  <a:moveTo>
                    <a:pt x="5749" y="28860"/>
                  </a:moveTo>
                  <a:lnTo>
                    <a:pt x="5806" y="28884"/>
                  </a:lnTo>
                  <a:cubicBezTo>
                    <a:pt x="5830" y="28892"/>
                    <a:pt x="5846" y="28933"/>
                    <a:pt x="5830" y="28957"/>
                  </a:cubicBezTo>
                  <a:cubicBezTo>
                    <a:pt x="5823" y="28984"/>
                    <a:pt x="5800" y="29000"/>
                    <a:pt x="5778" y="29000"/>
                  </a:cubicBezTo>
                  <a:cubicBezTo>
                    <a:pt x="5774" y="29000"/>
                    <a:pt x="5769" y="28999"/>
                    <a:pt x="5765" y="28998"/>
                  </a:cubicBezTo>
                  <a:cubicBezTo>
                    <a:pt x="5741" y="28949"/>
                    <a:pt x="5741" y="28909"/>
                    <a:pt x="5749" y="28860"/>
                  </a:cubicBezTo>
                  <a:close/>
                  <a:moveTo>
                    <a:pt x="7931" y="29642"/>
                  </a:moveTo>
                  <a:cubicBezTo>
                    <a:pt x="7943" y="29642"/>
                    <a:pt x="7947" y="29650"/>
                    <a:pt x="7938" y="29671"/>
                  </a:cubicBezTo>
                  <a:cubicBezTo>
                    <a:pt x="7922" y="29711"/>
                    <a:pt x="7889" y="29744"/>
                    <a:pt x="7849" y="29768"/>
                  </a:cubicBezTo>
                  <a:cubicBezTo>
                    <a:pt x="7849" y="29768"/>
                    <a:pt x="7828" y="29777"/>
                    <a:pt x="7811" y="29777"/>
                  </a:cubicBezTo>
                  <a:cubicBezTo>
                    <a:pt x="7796" y="29777"/>
                    <a:pt x="7784" y="29770"/>
                    <a:pt x="7792" y="29744"/>
                  </a:cubicBezTo>
                  <a:lnTo>
                    <a:pt x="7816" y="29687"/>
                  </a:lnTo>
                  <a:cubicBezTo>
                    <a:pt x="7863" y="29666"/>
                    <a:pt x="7909" y="29642"/>
                    <a:pt x="7931" y="29642"/>
                  </a:cubicBezTo>
                  <a:close/>
                  <a:moveTo>
                    <a:pt x="9746" y="30084"/>
                  </a:moveTo>
                  <a:cubicBezTo>
                    <a:pt x="9803" y="30100"/>
                    <a:pt x="9803" y="30100"/>
                    <a:pt x="9778" y="30157"/>
                  </a:cubicBezTo>
                  <a:cubicBezTo>
                    <a:pt x="9758" y="30204"/>
                    <a:pt x="9711" y="30234"/>
                    <a:pt x="9663" y="30234"/>
                  </a:cubicBezTo>
                  <a:cubicBezTo>
                    <a:pt x="9653" y="30234"/>
                    <a:pt x="9642" y="30233"/>
                    <a:pt x="9633" y="30230"/>
                  </a:cubicBezTo>
                  <a:cubicBezTo>
                    <a:pt x="9584" y="30214"/>
                    <a:pt x="9624" y="30100"/>
                    <a:pt x="9746" y="30084"/>
                  </a:cubicBezTo>
                  <a:close/>
                  <a:moveTo>
                    <a:pt x="17147" y="32696"/>
                  </a:moveTo>
                  <a:cubicBezTo>
                    <a:pt x="17198" y="32696"/>
                    <a:pt x="17148" y="32776"/>
                    <a:pt x="17035" y="32833"/>
                  </a:cubicBezTo>
                  <a:cubicBezTo>
                    <a:pt x="16988" y="32876"/>
                    <a:pt x="16964" y="32898"/>
                    <a:pt x="16957" y="32898"/>
                  </a:cubicBezTo>
                  <a:cubicBezTo>
                    <a:pt x="16949" y="32898"/>
                    <a:pt x="16961" y="32871"/>
                    <a:pt x="16986" y="32817"/>
                  </a:cubicBezTo>
                  <a:cubicBezTo>
                    <a:pt x="17001" y="32767"/>
                    <a:pt x="17021" y="32716"/>
                    <a:pt x="17059" y="32716"/>
                  </a:cubicBezTo>
                  <a:cubicBezTo>
                    <a:pt x="17064" y="32716"/>
                    <a:pt x="17070" y="32717"/>
                    <a:pt x="17075" y="32719"/>
                  </a:cubicBezTo>
                  <a:cubicBezTo>
                    <a:pt x="17109" y="32703"/>
                    <a:pt x="17132" y="32696"/>
                    <a:pt x="17147" y="32696"/>
                  </a:cubicBezTo>
                  <a:close/>
                  <a:moveTo>
                    <a:pt x="11656" y="0"/>
                  </a:moveTo>
                  <a:cubicBezTo>
                    <a:pt x="11635" y="0"/>
                    <a:pt x="11619" y="22"/>
                    <a:pt x="11619" y="69"/>
                  </a:cubicBezTo>
                  <a:lnTo>
                    <a:pt x="11538" y="94"/>
                  </a:lnTo>
                  <a:cubicBezTo>
                    <a:pt x="11497" y="72"/>
                    <a:pt x="11463" y="63"/>
                    <a:pt x="11438" y="63"/>
                  </a:cubicBezTo>
                  <a:cubicBezTo>
                    <a:pt x="11369" y="63"/>
                    <a:pt x="11370" y="132"/>
                    <a:pt x="11489" y="191"/>
                  </a:cubicBezTo>
                  <a:cubicBezTo>
                    <a:pt x="11651" y="272"/>
                    <a:pt x="11651" y="272"/>
                    <a:pt x="11522" y="272"/>
                  </a:cubicBezTo>
                  <a:cubicBezTo>
                    <a:pt x="11485" y="254"/>
                    <a:pt x="11458" y="247"/>
                    <a:pt x="11437" y="247"/>
                  </a:cubicBezTo>
                  <a:cubicBezTo>
                    <a:pt x="11393" y="247"/>
                    <a:pt x="11376" y="280"/>
                    <a:pt x="11359" y="313"/>
                  </a:cubicBezTo>
                  <a:cubicBezTo>
                    <a:pt x="11345" y="341"/>
                    <a:pt x="11339" y="353"/>
                    <a:pt x="11325" y="353"/>
                  </a:cubicBezTo>
                  <a:cubicBezTo>
                    <a:pt x="11316" y="353"/>
                    <a:pt x="11302" y="347"/>
                    <a:pt x="11278" y="337"/>
                  </a:cubicBezTo>
                  <a:cubicBezTo>
                    <a:pt x="11263" y="329"/>
                    <a:pt x="11246" y="326"/>
                    <a:pt x="11228" y="326"/>
                  </a:cubicBezTo>
                  <a:cubicBezTo>
                    <a:pt x="11188" y="326"/>
                    <a:pt x="11147" y="344"/>
                    <a:pt x="11124" y="378"/>
                  </a:cubicBezTo>
                  <a:cubicBezTo>
                    <a:pt x="11100" y="426"/>
                    <a:pt x="11100" y="426"/>
                    <a:pt x="11149" y="459"/>
                  </a:cubicBezTo>
                  <a:cubicBezTo>
                    <a:pt x="11158" y="456"/>
                    <a:pt x="11165" y="455"/>
                    <a:pt x="11171" y="455"/>
                  </a:cubicBezTo>
                  <a:cubicBezTo>
                    <a:pt x="11218" y="455"/>
                    <a:pt x="11167" y="532"/>
                    <a:pt x="11051" y="532"/>
                  </a:cubicBezTo>
                  <a:cubicBezTo>
                    <a:pt x="10970" y="548"/>
                    <a:pt x="10970" y="548"/>
                    <a:pt x="11076" y="605"/>
                  </a:cubicBezTo>
                  <a:cubicBezTo>
                    <a:pt x="11177" y="659"/>
                    <a:pt x="11136" y="751"/>
                    <a:pt x="11018" y="751"/>
                  </a:cubicBezTo>
                  <a:cubicBezTo>
                    <a:pt x="11013" y="751"/>
                    <a:pt x="11008" y="751"/>
                    <a:pt x="11003" y="751"/>
                  </a:cubicBezTo>
                  <a:lnTo>
                    <a:pt x="10946" y="856"/>
                  </a:lnTo>
                  <a:cubicBezTo>
                    <a:pt x="10922" y="905"/>
                    <a:pt x="10978" y="929"/>
                    <a:pt x="11027" y="953"/>
                  </a:cubicBezTo>
                  <a:cubicBezTo>
                    <a:pt x="11141" y="1010"/>
                    <a:pt x="11141" y="1010"/>
                    <a:pt x="11059" y="1034"/>
                  </a:cubicBezTo>
                  <a:cubicBezTo>
                    <a:pt x="11044" y="1040"/>
                    <a:pt x="11027" y="1043"/>
                    <a:pt x="11010" y="1043"/>
                  </a:cubicBezTo>
                  <a:cubicBezTo>
                    <a:pt x="10983" y="1043"/>
                    <a:pt x="10955" y="1036"/>
                    <a:pt x="10930" y="1026"/>
                  </a:cubicBezTo>
                  <a:cubicBezTo>
                    <a:pt x="10919" y="1022"/>
                    <a:pt x="10910" y="1020"/>
                    <a:pt x="10902" y="1020"/>
                  </a:cubicBezTo>
                  <a:cubicBezTo>
                    <a:pt x="10864" y="1020"/>
                    <a:pt x="10844" y="1059"/>
                    <a:pt x="10824" y="1099"/>
                  </a:cubicBezTo>
                  <a:cubicBezTo>
                    <a:pt x="10800" y="1148"/>
                    <a:pt x="10743" y="1245"/>
                    <a:pt x="10800" y="1278"/>
                  </a:cubicBezTo>
                  <a:lnTo>
                    <a:pt x="10743" y="1245"/>
                  </a:lnTo>
                  <a:cubicBezTo>
                    <a:pt x="10719" y="1294"/>
                    <a:pt x="10670" y="1269"/>
                    <a:pt x="10719" y="1294"/>
                  </a:cubicBezTo>
                  <a:cubicBezTo>
                    <a:pt x="10687" y="1350"/>
                    <a:pt x="10646" y="1391"/>
                    <a:pt x="10589" y="1415"/>
                  </a:cubicBezTo>
                  <a:cubicBezTo>
                    <a:pt x="10502" y="1476"/>
                    <a:pt x="10509" y="1624"/>
                    <a:pt x="10619" y="1624"/>
                  </a:cubicBezTo>
                  <a:cubicBezTo>
                    <a:pt x="10642" y="1624"/>
                    <a:pt x="10670" y="1617"/>
                    <a:pt x="10703" y="1602"/>
                  </a:cubicBezTo>
                  <a:lnTo>
                    <a:pt x="10703" y="1602"/>
                  </a:lnTo>
                  <a:lnTo>
                    <a:pt x="10678" y="1650"/>
                  </a:lnTo>
                  <a:cubicBezTo>
                    <a:pt x="10662" y="1675"/>
                    <a:pt x="10670" y="1715"/>
                    <a:pt x="10703" y="1723"/>
                  </a:cubicBezTo>
                  <a:cubicBezTo>
                    <a:pt x="10751" y="1756"/>
                    <a:pt x="10727" y="1805"/>
                    <a:pt x="10703" y="1853"/>
                  </a:cubicBezTo>
                  <a:lnTo>
                    <a:pt x="10597" y="1796"/>
                  </a:lnTo>
                  <a:cubicBezTo>
                    <a:pt x="10549" y="1749"/>
                    <a:pt x="10505" y="1728"/>
                    <a:pt x="10474" y="1728"/>
                  </a:cubicBezTo>
                  <a:cubicBezTo>
                    <a:pt x="10422" y="1728"/>
                    <a:pt x="10410" y="1787"/>
                    <a:pt x="10490" y="1868"/>
                  </a:cubicBezTo>
                  <a:lnTo>
                    <a:pt x="10490" y="1868"/>
                  </a:lnTo>
                  <a:cubicBezTo>
                    <a:pt x="10477" y="1861"/>
                    <a:pt x="10460" y="1853"/>
                    <a:pt x="10443" y="1845"/>
                  </a:cubicBezTo>
                  <a:cubicBezTo>
                    <a:pt x="10432" y="1839"/>
                    <a:pt x="10422" y="1835"/>
                    <a:pt x="10413" y="1835"/>
                  </a:cubicBezTo>
                  <a:cubicBezTo>
                    <a:pt x="10378" y="1835"/>
                    <a:pt x="10362" y="1887"/>
                    <a:pt x="10362" y="1991"/>
                  </a:cubicBezTo>
                  <a:cubicBezTo>
                    <a:pt x="10338" y="2040"/>
                    <a:pt x="10419" y="2145"/>
                    <a:pt x="10476" y="2169"/>
                  </a:cubicBezTo>
                  <a:cubicBezTo>
                    <a:pt x="10500" y="2186"/>
                    <a:pt x="10516" y="2218"/>
                    <a:pt x="10500" y="2250"/>
                  </a:cubicBezTo>
                  <a:cubicBezTo>
                    <a:pt x="10487" y="2277"/>
                    <a:pt x="10481" y="2289"/>
                    <a:pt x="10468" y="2289"/>
                  </a:cubicBezTo>
                  <a:cubicBezTo>
                    <a:pt x="10459" y="2289"/>
                    <a:pt x="10444" y="2281"/>
                    <a:pt x="10419" y="2267"/>
                  </a:cubicBezTo>
                  <a:cubicBezTo>
                    <a:pt x="10400" y="2258"/>
                    <a:pt x="10382" y="2254"/>
                    <a:pt x="10367" y="2254"/>
                  </a:cubicBezTo>
                  <a:cubicBezTo>
                    <a:pt x="10300" y="2254"/>
                    <a:pt x="10280" y="2335"/>
                    <a:pt x="10346" y="2421"/>
                  </a:cubicBezTo>
                  <a:lnTo>
                    <a:pt x="10289" y="2388"/>
                  </a:lnTo>
                  <a:cubicBezTo>
                    <a:pt x="10280" y="2384"/>
                    <a:pt x="10271" y="2381"/>
                    <a:pt x="10260" y="2381"/>
                  </a:cubicBezTo>
                  <a:cubicBezTo>
                    <a:pt x="10211" y="2381"/>
                    <a:pt x="10146" y="2438"/>
                    <a:pt x="10087" y="2664"/>
                  </a:cubicBezTo>
                  <a:cubicBezTo>
                    <a:pt x="9996" y="2844"/>
                    <a:pt x="9920" y="2983"/>
                    <a:pt x="9871" y="2983"/>
                  </a:cubicBezTo>
                  <a:cubicBezTo>
                    <a:pt x="9867" y="2983"/>
                    <a:pt x="9863" y="2982"/>
                    <a:pt x="9860" y="2980"/>
                  </a:cubicBezTo>
                  <a:cubicBezTo>
                    <a:pt x="9857" y="2979"/>
                    <a:pt x="9854" y="2978"/>
                    <a:pt x="9852" y="2978"/>
                  </a:cubicBezTo>
                  <a:cubicBezTo>
                    <a:pt x="9804" y="2978"/>
                    <a:pt x="9813" y="3214"/>
                    <a:pt x="9860" y="3361"/>
                  </a:cubicBezTo>
                  <a:cubicBezTo>
                    <a:pt x="9849" y="3354"/>
                    <a:pt x="9840" y="3351"/>
                    <a:pt x="9832" y="3351"/>
                  </a:cubicBezTo>
                  <a:cubicBezTo>
                    <a:pt x="9799" y="3351"/>
                    <a:pt x="9775" y="3399"/>
                    <a:pt x="9730" y="3483"/>
                  </a:cubicBezTo>
                  <a:cubicBezTo>
                    <a:pt x="9678" y="3586"/>
                    <a:pt x="9663" y="3616"/>
                    <a:pt x="9638" y="3616"/>
                  </a:cubicBezTo>
                  <a:cubicBezTo>
                    <a:pt x="9628" y="3616"/>
                    <a:pt x="9617" y="3611"/>
                    <a:pt x="9600" y="3604"/>
                  </a:cubicBezTo>
                  <a:cubicBezTo>
                    <a:pt x="9563" y="3557"/>
                    <a:pt x="9543" y="3531"/>
                    <a:pt x="9538" y="3531"/>
                  </a:cubicBezTo>
                  <a:lnTo>
                    <a:pt x="9538" y="3531"/>
                  </a:lnTo>
                  <a:cubicBezTo>
                    <a:pt x="9531" y="3531"/>
                    <a:pt x="9545" y="3569"/>
                    <a:pt x="9576" y="3653"/>
                  </a:cubicBezTo>
                  <a:cubicBezTo>
                    <a:pt x="9643" y="3740"/>
                    <a:pt x="9566" y="3838"/>
                    <a:pt x="9478" y="3838"/>
                  </a:cubicBezTo>
                  <a:cubicBezTo>
                    <a:pt x="9460" y="3838"/>
                    <a:pt x="9440" y="3833"/>
                    <a:pt x="9422" y="3823"/>
                  </a:cubicBezTo>
                  <a:cubicBezTo>
                    <a:pt x="9412" y="3817"/>
                    <a:pt x="9404" y="3814"/>
                    <a:pt x="9395" y="3814"/>
                  </a:cubicBezTo>
                  <a:cubicBezTo>
                    <a:pt x="9360" y="3814"/>
                    <a:pt x="9331" y="3866"/>
                    <a:pt x="9292" y="3945"/>
                  </a:cubicBezTo>
                  <a:cubicBezTo>
                    <a:pt x="9324" y="4018"/>
                    <a:pt x="9268" y="4115"/>
                    <a:pt x="9219" y="4221"/>
                  </a:cubicBezTo>
                  <a:cubicBezTo>
                    <a:pt x="9146" y="4367"/>
                    <a:pt x="9146" y="4367"/>
                    <a:pt x="9251" y="4423"/>
                  </a:cubicBezTo>
                  <a:cubicBezTo>
                    <a:pt x="9357" y="4472"/>
                    <a:pt x="9333" y="4529"/>
                    <a:pt x="9284" y="4626"/>
                  </a:cubicBezTo>
                  <a:cubicBezTo>
                    <a:pt x="9257" y="4666"/>
                    <a:pt x="9236" y="4705"/>
                    <a:pt x="9203" y="4705"/>
                  </a:cubicBezTo>
                  <a:cubicBezTo>
                    <a:pt x="9196" y="4705"/>
                    <a:pt x="9187" y="4703"/>
                    <a:pt x="9178" y="4699"/>
                  </a:cubicBezTo>
                  <a:cubicBezTo>
                    <a:pt x="9138" y="4707"/>
                    <a:pt x="9097" y="4731"/>
                    <a:pt x="9073" y="4764"/>
                  </a:cubicBezTo>
                  <a:cubicBezTo>
                    <a:pt x="9054" y="4803"/>
                    <a:pt x="9034" y="4846"/>
                    <a:pt x="8999" y="4846"/>
                  </a:cubicBezTo>
                  <a:cubicBezTo>
                    <a:pt x="8990" y="4846"/>
                    <a:pt x="8979" y="4843"/>
                    <a:pt x="8968" y="4837"/>
                  </a:cubicBezTo>
                  <a:cubicBezTo>
                    <a:pt x="8911" y="4861"/>
                    <a:pt x="8862" y="4902"/>
                    <a:pt x="8838" y="4958"/>
                  </a:cubicBezTo>
                  <a:cubicBezTo>
                    <a:pt x="8795" y="5043"/>
                    <a:pt x="8753" y="5135"/>
                    <a:pt x="8705" y="5135"/>
                  </a:cubicBezTo>
                  <a:cubicBezTo>
                    <a:pt x="8698" y="5135"/>
                    <a:pt x="8691" y="5133"/>
                    <a:pt x="8684" y="5129"/>
                  </a:cubicBezTo>
                  <a:lnTo>
                    <a:pt x="8684" y="5129"/>
                  </a:lnTo>
                  <a:cubicBezTo>
                    <a:pt x="8660" y="5177"/>
                    <a:pt x="8660" y="5177"/>
                    <a:pt x="8708" y="5210"/>
                  </a:cubicBezTo>
                  <a:cubicBezTo>
                    <a:pt x="8765" y="5234"/>
                    <a:pt x="8789" y="5315"/>
                    <a:pt x="8635" y="5485"/>
                  </a:cubicBezTo>
                  <a:cubicBezTo>
                    <a:pt x="8587" y="5583"/>
                    <a:pt x="8514" y="5729"/>
                    <a:pt x="8562" y="5753"/>
                  </a:cubicBezTo>
                  <a:cubicBezTo>
                    <a:pt x="8548" y="5785"/>
                    <a:pt x="8542" y="5799"/>
                    <a:pt x="8529" y="5799"/>
                  </a:cubicBezTo>
                  <a:cubicBezTo>
                    <a:pt x="8520" y="5799"/>
                    <a:pt x="8506" y="5791"/>
                    <a:pt x="8481" y="5777"/>
                  </a:cubicBezTo>
                  <a:cubicBezTo>
                    <a:pt x="8461" y="5767"/>
                    <a:pt x="8444" y="5762"/>
                    <a:pt x="8428" y="5762"/>
                  </a:cubicBezTo>
                  <a:cubicBezTo>
                    <a:pt x="8361" y="5762"/>
                    <a:pt x="8338" y="5855"/>
                    <a:pt x="8384" y="5980"/>
                  </a:cubicBezTo>
                  <a:cubicBezTo>
                    <a:pt x="8433" y="6004"/>
                    <a:pt x="8408" y="6053"/>
                    <a:pt x="8335" y="6077"/>
                  </a:cubicBezTo>
                  <a:cubicBezTo>
                    <a:pt x="8319" y="6118"/>
                    <a:pt x="8319" y="6158"/>
                    <a:pt x="8335" y="6199"/>
                  </a:cubicBezTo>
                  <a:cubicBezTo>
                    <a:pt x="8360" y="6280"/>
                    <a:pt x="8360" y="6280"/>
                    <a:pt x="8262" y="6353"/>
                  </a:cubicBezTo>
                  <a:cubicBezTo>
                    <a:pt x="8250" y="6346"/>
                    <a:pt x="8239" y="6343"/>
                    <a:pt x="8229" y="6343"/>
                  </a:cubicBezTo>
                  <a:cubicBezTo>
                    <a:pt x="8195" y="6343"/>
                    <a:pt x="8176" y="6382"/>
                    <a:pt x="8157" y="6426"/>
                  </a:cubicBezTo>
                  <a:cubicBezTo>
                    <a:pt x="8157" y="6548"/>
                    <a:pt x="7873" y="7091"/>
                    <a:pt x="7800" y="7115"/>
                  </a:cubicBezTo>
                  <a:cubicBezTo>
                    <a:pt x="7824" y="7188"/>
                    <a:pt x="7824" y="7188"/>
                    <a:pt x="7800" y="7245"/>
                  </a:cubicBezTo>
                  <a:cubicBezTo>
                    <a:pt x="7793" y="7244"/>
                    <a:pt x="7787" y="7244"/>
                    <a:pt x="7781" y="7244"/>
                  </a:cubicBezTo>
                  <a:cubicBezTo>
                    <a:pt x="7673" y="7244"/>
                    <a:pt x="7700" y="7313"/>
                    <a:pt x="7800" y="7366"/>
                  </a:cubicBezTo>
                  <a:lnTo>
                    <a:pt x="7824" y="7318"/>
                  </a:lnTo>
                  <a:lnTo>
                    <a:pt x="7857" y="7269"/>
                  </a:lnTo>
                  <a:lnTo>
                    <a:pt x="7857" y="7269"/>
                  </a:lnTo>
                  <a:cubicBezTo>
                    <a:pt x="7940" y="7314"/>
                    <a:pt x="7907" y="7415"/>
                    <a:pt x="7813" y="7415"/>
                  </a:cubicBezTo>
                  <a:cubicBezTo>
                    <a:pt x="7788" y="7415"/>
                    <a:pt x="7759" y="7408"/>
                    <a:pt x="7727" y="7391"/>
                  </a:cubicBezTo>
                  <a:cubicBezTo>
                    <a:pt x="7697" y="7389"/>
                    <a:pt x="7674" y="7388"/>
                    <a:pt x="7656" y="7388"/>
                  </a:cubicBezTo>
                  <a:cubicBezTo>
                    <a:pt x="7593" y="7388"/>
                    <a:pt x="7607" y="7406"/>
                    <a:pt x="7670" y="7488"/>
                  </a:cubicBezTo>
                  <a:cubicBezTo>
                    <a:pt x="7746" y="7586"/>
                    <a:pt x="7730" y="7635"/>
                    <a:pt x="7624" y="7635"/>
                  </a:cubicBezTo>
                  <a:cubicBezTo>
                    <a:pt x="7615" y="7635"/>
                    <a:pt x="7607" y="7635"/>
                    <a:pt x="7597" y="7634"/>
                  </a:cubicBezTo>
                  <a:cubicBezTo>
                    <a:pt x="7555" y="7614"/>
                    <a:pt x="7529" y="7603"/>
                    <a:pt x="7520" y="7603"/>
                  </a:cubicBezTo>
                  <a:cubicBezTo>
                    <a:pt x="7505" y="7603"/>
                    <a:pt x="7525" y="7628"/>
                    <a:pt x="7573" y="7691"/>
                  </a:cubicBezTo>
                  <a:cubicBezTo>
                    <a:pt x="7700" y="7850"/>
                    <a:pt x="7713" y="7994"/>
                    <a:pt x="7611" y="7994"/>
                  </a:cubicBezTo>
                  <a:cubicBezTo>
                    <a:pt x="7582" y="7994"/>
                    <a:pt x="7546" y="7983"/>
                    <a:pt x="7500" y="7958"/>
                  </a:cubicBezTo>
                  <a:cubicBezTo>
                    <a:pt x="7456" y="7938"/>
                    <a:pt x="7416" y="7929"/>
                    <a:pt x="7383" y="7929"/>
                  </a:cubicBezTo>
                  <a:cubicBezTo>
                    <a:pt x="7337" y="7929"/>
                    <a:pt x="7303" y="7946"/>
                    <a:pt x="7289" y="7974"/>
                  </a:cubicBezTo>
                  <a:cubicBezTo>
                    <a:pt x="7265" y="8031"/>
                    <a:pt x="7314" y="8056"/>
                    <a:pt x="7370" y="8080"/>
                  </a:cubicBezTo>
                  <a:cubicBezTo>
                    <a:pt x="7500" y="8088"/>
                    <a:pt x="7476" y="8137"/>
                    <a:pt x="7314" y="8185"/>
                  </a:cubicBezTo>
                  <a:cubicBezTo>
                    <a:pt x="7079" y="8250"/>
                    <a:pt x="7030" y="8347"/>
                    <a:pt x="7062" y="8550"/>
                  </a:cubicBezTo>
                  <a:cubicBezTo>
                    <a:pt x="7062" y="8719"/>
                    <a:pt x="7029" y="8840"/>
                    <a:pt x="6998" y="8840"/>
                  </a:cubicBezTo>
                  <a:cubicBezTo>
                    <a:pt x="6983" y="8840"/>
                    <a:pt x="6968" y="8811"/>
                    <a:pt x="6957" y="8745"/>
                  </a:cubicBezTo>
                  <a:cubicBezTo>
                    <a:pt x="6927" y="8664"/>
                    <a:pt x="6913" y="8626"/>
                    <a:pt x="6908" y="8626"/>
                  </a:cubicBezTo>
                  <a:lnTo>
                    <a:pt x="6908" y="8626"/>
                  </a:lnTo>
                  <a:cubicBezTo>
                    <a:pt x="6902" y="8626"/>
                    <a:pt x="6904" y="8658"/>
                    <a:pt x="6908" y="8720"/>
                  </a:cubicBezTo>
                  <a:lnTo>
                    <a:pt x="6779" y="8972"/>
                  </a:lnTo>
                  <a:cubicBezTo>
                    <a:pt x="6754" y="9028"/>
                    <a:pt x="6779" y="9093"/>
                    <a:pt x="6835" y="9118"/>
                  </a:cubicBezTo>
                  <a:cubicBezTo>
                    <a:pt x="6706" y="9118"/>
                    <a:pt x="6600" y="9191"/>
                    <a:pt x="6657" y="9345"/>
                  </a:cubicBezTo>
                  <a:lnTo>
                    <a:pt x="6600" y="9442"/>
                  </a:lnTo>
                  <a:cubicBezTo>
                    <a:pt x="6576" y="9491"/>
                    <a:pt x="6576" y="9491"/>
                    <a:pt x="6608" y="9564"/>
                  </a:cubicBezTo>
                  <a:cubicBezTo>
                    <a:pt x="6633" y="9645"/>
                    <a:pt x="6552" y="9669"/>
                    <a:pt x="6479" y="9685"/>
                  </a:cubicBezTo>
                  <a:cubicBezTo>
                    <a:pt x="6398" y="9710"/>
                    <a:pt x="6316" y="9734"/>
                    <a:pt x="6373" y="9758"/>
                  </a:cubicBezTo>
                  <a:cubicBezTo>
                    <a:pt x="6422" y="9791"/>
                    <a:pt x="6430" y="9912"/>
                    <a:pt x="6454" y="9993"/>
                  </a:cubicBezTo>
                  <a:cubicBezTo>
                    <a:pt x="6473" y="10034"/>
                    <a:pt x="6455" y="10060"/>
                    <a:pt x="6430" y="10060"/>
                  </a:cubicBezTo>
                  <a:cubicBezTo>
                    <a:pt x="6411" y="10060"/>
                    <a:pt x="6387" y="10045"/>
                    <a:pt x="6373" y="10010"/>
                  </a:cubicBezTo>
                  <a:cubicBezTo>
                    <a:pt x="6355" y="10001"/>
                    <a:pt x="6344" y="9995"/>
                    <a:pt x="6332" y="9995"/>
                  </a:cubicBezTo>
                  <a:cubicBezTo>
                    <a:pt x="6310" y="9995"/>
                    <a:pt x="6286" y="10012"/>
                    <a:pt x="6219" y="10058"/>
                  </a:cubicBezTo>
                  <a:cubicBezTo>
                    <a:pt x="6195" y="10107"/>
                    <a:pt x="6146" y="10204"/>
                    <a:pt x="6195" y="10237"/>
                  </a:cubicBezTo>
                  <a:cubicBezTo>
                    <a:pt x="6252" y="10261"/>
                    <a:pt x="6098" y="10561"/>
                    <a:pt x="6016" y="10577"/>
                  </a:cubicBezTo>
                  <a:lnTo>
                    <a:pt x="5968" y="10674"/>
                  </a:lnTo>
                  <a:cubicBezTo>
                    <a:pt x="5943" y="10731"/>
                    <a:pt x="5968" y="10804"/>
                    <a:pt x="5943" y="10853"/>
                  </a:cubicBezTo>
                  <a:cubicBezTo>
                    <a:pt x="5927" y="10893"/>
                    <a:pt x="5927" y="10942"/>
                    <a:pt x="5943" y="10982"/>
                  </a:cubicBezTo>
                  <a:cubicBezTo>
                    <a:pt x="5924" y="11022"/>
                    <a:pt x="5904" y="11062"/>
                    <a:pt x="5871" y="11062"/>
                  </a:cubicBezTo>
                  <a:cubicBezTo>
                    <a:pt x="5863" y="11062"/>
                    <a:pt x="5855" y="11060"/>
                    <a:pt x="5846" y="11055"/>
                  </a:cubicBezTo>
                  <a:lnTo>
                    <a:pt x="5846" y="11055"/>
                  </a:lnTo>
                  <a:cubicBezTo>
                    <a:pt x="5927" y="11153"/>
                    <a:pt x="5927" y="11153"/>
                    <a:pt x="5789" y="11153"/>
                  </a:cubicBezTo>
                  <a:cubicBezTo>
                    <a:pt x="5745" y="11129"/>
                    <a:pt x="5719" y="11115"/>
                    <a:pt x="5710" y="11115"/>
                  </a:cubicBezTo>
                  <a:cubicBezTo>
                    <a:pt x="5699" y="11115"/>
                    <a:pt x="5718" y="11141"/>
                    <a:pt x="5765" y="11201"/>
                  </a:cubicBezTo>
                  <a:cubicBezTo>
                    <a:pt x="5798" y="11274"/>
                    <a:pt x="5798" y="11274"/>
                    <a:pt x="5716" y="11299"/>
                  </a:cubicBezTo>
                  <a:cubicBezTo>
                    <a:pt x="5706" y="11294"/>
                    <a:pt x="5696" y="11292"/>
                    <a:pt x="5688" y="11292"/>
                  </a:cubicBezTo>
                  <a:cubicBezTo>
                    <a:pt x="5653" y="11292"/>
                    <a:pt x="5646" y="11328"/>
                    <a:pt x="5692" y="11347"/>
                  </a:cubicBezTo>
                  <a:cubicBezTo>
                    <a:pt x="5762" y="11439"/>
                    <a:pt x="5753" y="11585"/>
                    <a:pt x="5681" y="11585"/>
                  </a:cubicBezTo>
                  <a:cubicBezTo>
                    <a:pt x="5670" y="11585"/>
                    <a:pt x="5657" y="11582"/>
                    <a:pt x="5643" y="11574"/>
                  </a:cubicBezTo>
                  <a:cubicBezTo>
                    <a:pt x="5627" y="11615"/>
                    <a:pt x="5627" y="11664"/>
                    <a:pt x="5643" y="11704"/>
                  </a:cubicBezTo>
                  <a:cubicBezTo>
                    <a:pt x="5691" y="11761"/>
                    <a:pt x="5711" y="11785"/>
                    <a:pt x="5698" y="11785"/>
                  </a:cubicBezTo>
                  <a:cubicBezTo>
                    <a:pt x="5688" y="11785"/>
                    <a:pt x="5663" y="11773"/>
                    <a:pt x="5619" y="11753"/>
                  </a:cubicBezTo>
                  <a:cubicBezTo>
                    <a:pt x="5610" y="11752"/>
                    <a:pt x="5601" y="11752"/>
                    <a:pt x="5593" y="11752"/>
                  </a:cubicBezTo>
                  <a:cubicBezTo>
                    <a:pt x="5486" y="11752"/>
                    <a:pt x="5471" y="11801"/>
                    <a:pt x="5546" y="11899"/>
                  </a:cubicBezTo>
                  <a:cubicBezTo>
                    <a:pt x="5562" y="11939"/>
                    <a:pt x="5538" y="11988"/>
                    <a:pt x="5489" y="11996"/>
                  </a:cubicBezTo>
                  <a:cubicBezTo>
                    <a:pt x="5384" y="12069"/>
                    <a:pt x="5181" y="12336"/>
                    <a:pt x="5311" y="12345"/>
                  </a:cubicBezTo>
                  <a:lnTo>
                    <a:pt x="5262" y="12442"/>
                  </a:lnTo>
                  <a:cubicBezTo>
                    <a:pt x="5157" y="12515"/>
                    <a:pt x="5133" y="12563"/>
                    <a:pt x="5165" y="12636"/>
                  </a:cubicBezTo>
                  <a:lnTo>
                    <a:pt x="5189" y="12718"/>
                  </a:lnTo>
                  <a:cubicBezTo>
                    <a:pt x="5172" y="12710"/>
                    <a:pt x="5154" y="12706"/>
                    <a:pt x="5136" y="12706"/>
                  </a:cubicBezTo>
                  <a:cubicBezTo>
                    <a:pt x="5096" y="12706"/>
                    <a:pt x="5058" y="12724"/>
                    <a:pt x="5035" y="12758"/>
                  </a:cubicBezTo>
                  <a:cubicBezTo>
                    <a:pt x="5003" y="12807"/>
                    <a:pt x="5003" y="12807"/>
                    <a:pt x="5060" y="12839"/>
                  </a:cubicBezTo>
                  <a:cubicBezTo>
                    <a:pt x="5075" y="12835"/>
                    <a:pt x="5086" y="12833"/>
                    <a:pt x="5094" y="12833"/>
                  </a:cubicBezTo>
                  <a:cubicBezTo>
                    <a:pt x="5132" y="12833"/>
                    <a:pt x="5111" y="12872"/>
                    <a:pt x="5084" y="12912"/>
                  </a:cubicBezTo>
                  <a:cubicBezTo>
                    <a:pt x="5061" y="12952"/>
                    <a:pt x="5023" y="12972"/>
                    <a:pt x="4982" y="12972"/>
                  </a:cubicBezTo>
                  <a:cubicBezTo>
                    <a:pt x="4965" y="12972"/>
                    <a:pt x="4947" y="12968"/>
                    <a:pt x="4930" y="12961"/>
                  </a:cubicBezTo>
                  <a:lnTo>
                    <a:pt x="4906" y="13009"/>
                  </a:lnTo>
                  <a:cubicBezTo>
                    <a:pt x="4988" y="13054"/>
                    <a:pt x="4991" y="13093"/>
                    <a:pt x="4962" y="13093"/>
                  </a:cubicBezTo>
                  <a:cubicBezTo>
                    <a:pt x="4954" y="13093"/>
                    <a:pt x="4943" y="13090"/>
                    <a:pt x="4930" y="13082"/>
                  </a:cubicBezTo>
                  <a:cubicBezTo>
                    <a:pt x="4873" y="13107"/>
                    <a:pt x="4825" y="13147"/>
                    <a:pt x="4800" y="13204"/>
                  </a:cubicBezTo>
                  <a:lnTo>
                    <a:pt x="4752" y="13180"/>
                  </a:lnTo>
                  <a:lnTo>
                    <a:pt x="4752" y="13180"/>
                  </a:lnTo>
                  <a:cubicBezTo>
                    <a:pt x="4671" y="13204"/>
                    <a:pt x="4727" y="13228"/>
                    <a:pt x="4776" y="13253"/>
                  </a:cubicBezTo>
                  <a:lnTo>
                    <a:pt x="4727" y="13358"/>
                  </a:lnTo>
                  <a:cubicBezTo>
                    <a:pt x="4707" y="13398"/>
                    <a:pt x="4688" y="13437"/>
                    <a:pt x="4721" y="13437"/>
                  </a:cubicBezTo>
                  <a:cubicBezTo>
                    <a:pt x="4728" y="13437"/>
                    <a:pt x="4738" y="13435"/>
                    <a:pt x="4752" y="13431"/>
                  </a:cubicBezTo>
                  <a:cubicBezTo>
                    <a:pt x="4808" y="13455"/>
                    <a:pt x="4857" y="13488"/>
                    <a:pt x="4833" y="13536"/>
                  </a:cubicBezTo>
                  <a:cubicBezTo>
                    <a:pt x="4802" y="13521"/>
                    <a:pt x="4769" y="13503"/>
                    <a:pt x="4742" y="13503"/>
                  </a:cubicBezTo>
                  <a:cubicBezTo>
                    <a:pt x="4726" y="13503"/>
                    <a:pt x="4712" y="13510"/>
                    <a:pt x="4703" y="13528"/>
                  </a:cubicBezTo>
                  <a:cubicBezTo>
                    <a:pt x="4692" y="13550"/>
                    <a:pt x="4674" y="13561"/>
                    <a:pt x="4654" y="13561"/>
                  </a:cubicBezTo>
                  <a:cubicBezTo>
                    <a:pt x="4644" y="13561"/>
                    <a:pt x="4633" y="13558"/>
                    <a:pt x="4622" y="13553"/>
                  </a:cubicBezTo>
                  <a:cubicBezTo>
                    <a:pt x="4607" y="13533"/>
                    <a:pt x="4593" y="13525"/>
                    <a:pt x="4581" y="13525"/>
                  </a:cubicBezTo>
                  <a:cubicBezTo>
                    <a:pt x="4526" y="13525"/>
                    <a:pt x="4498" y="13688"/>
                    <a:pt x="4525" y="13747"/>
                  </a:cubicBezTo>
                  <a:cubicBezTo>
                    <a:pt x="4567" y="13862"/>
                    <a:pt x="4564" y="13923"/>
                    <a:pt x="4513" y="13923"/>
                  </a:cubicBezTo>
                  <a:cubicBezTo>
                    <a:pt x="4496" y="13923"/>
                    <a:pt x="4472" y="13916"/>
                    <a:pt x="4444" y="13901"/>
                  </a:cubicBezTo>
                  <a:cubicBezTo>
                    <a:pt x="4428" y="13893"/>
                    <a:pt x="4416" y="13889"/>
                    <a:pt x="4407" y="13889"/>
                  </a:cubicBezTo>
                  <a:cubicBezTo>
                    <a:pt x="4357" y="13889"/>
                    <a:pt x="4415" y="14018"/>
                    <a:pt x="4533" y="14128"/>
                  </a:cubicBezTo>
                  <a:lnTo>
                    <a:pt x="4662" y="14258"/>
                  </a:lnTo>
                  <a:lnTo>
                    <a:pt x="4508" y="14177"/>
                  </a:lnTo>
                  <a:cubicBezTo>
                    <a:pt x="4424" y="14157"/>
                    <a:pt x="4369" y="14144"/>
                    <a:pt x="4335" y="14144"/>
                  </a:cubicBezTo>
                  <a:cubicBezTo>
                    <a:pt x="4269" y="14144"/>
                    <a:pt x="4276" y="14190"/>
                    <a:pt x="4298" y="14323"/>
                  </a:cubicBezTo>
                  <a:cubicBezTo>
                    <a:pt x="4298" y="14409"/>
                    <a:pt x="4298" y="14438"/>
                    <a:pt x="4283" y="14438"/>
                  </a:cubicBezTo>
                  <a:cubicBezTo>
                    <a:pt x="4276" y="14438"/>
                    <a:pt x="4265" y="14431"/>
                    <a:pt x="4249" y="14420"/>
                  </a:cubicBezTo>
                  <a:cubicBezTo>
                    <a:pt x="4240" y="14416"/>
                    <a:pt x="4231" y="14414"/>
                    <a:pt x="4224" y="14414"/>
                  </a:cubicBezTo>
                  <a:cubicBezTo>
                    <a:pt x="4183" y="14414"/>
                    <a:pt x="4156" y="14468"/>
                    <a:pt x="4095" y="14590"/>
                  </a:cubicBezTo>
                  <a:cubicBezTo>
                    <a:pt x="4014" y="14744"/>
                    <a:pt x="3989" y="14793"/>
                    <a:pt x="4046" y="14817"/>
                  </a:cubicBezTo>
                  <a:lnTo>
                    <a:pt x="3989" y="14915"/>
                  </a:lnTo>
                  <a:cubicBezTo>
                    <a:pt x="3860" y="14915"/>
                    <a:pt x="3860" y="15036"/>
                    <a:pt x="3998" y="15044"/>
                  </a:cubicBezTo>
                  <a:lnTo>
                    <a:pt x="3941" y="15142"/>
                  </a:lnTo>
                  <a:lnTo>
                    <a:pt x="3892" y="15117"/>
                  </a:lnTo>
                  <a:cubicBezTo>
                    <a:pt x="3886" y="15114"/>
                    <a:pt x="3879" y="15112"/>
                    <a:pt x="3873" y="15112"/>
                  </a:cubicBezTo>
                  <a:cubicBezTo>
                    <a:pt x="3822" y="15112"/>
                    <a:pt x="3763" y="15228"/>
                    <a:pt x="3584" y="15580"/>
                  </a:cubicBezTo>
                  <a:cubicBezTo>
                    <a:pt x="3357" y="16025"/>
                    <a:pt x="3325" y="16074"/>
                    <a:pt x="3438" y="16131"/>
                  </a:cubicBezTo>
                  <a:cubicBezTo>
                    <a:pt x="3496" y="16206"/>
                    <a:pt x="3496" y="16252"/>
                    <a:pt x="3453" y="16252"/>
                  </a:cubicBezTo>
                  <a:cubicBezTo>
                    <a:pt x="3436" y="16252"/>
                    <a:pt x="3412" y="16245"/>
                    <a:pt x="3381" y="16228"/>
                  </a:cubicBezTo>
                  <a:cubicBezTo>
                    <a:pt x="3367" y="16221"/>
                    <a:pt x="3350" y="16218"/>
                    <a:pt x="3335" y="16218"/>
                  </a:cubicBezTo>
                  <a:cubicBezTo>
                    <a:pt x="3297" y="16218"/>
                    <a:pt x="3268" y="16235"/>
                    <a:pt x="3308" y="16252"/>
                  </a:cubicBezTo>
                  <a:cubicBezTo>
                    <a:pt x="3276" y="16309"/>
                    <a:pt x="3235" y="16350"/>
                    <a:pt x="3179" y="16374"/>
                  </a:cubicBezTo>
                  <a:cubicBezTo>
                    <a:pt x="2992" y="16471"/>
                    <a:pt x="3025" y="16544"/>
                    <a:pt x="3073" y="16569"/>
                  </a:cubicBezTo>
                  <a:cubicBezTo>
                    <a:pt x="3203" y="16577"/>
                    <a:pt x="3130" y="16601"/>
                    <a:pt x="3049" y="16625"/>
                  </a:cubicBezTo>
                  <a:cubicBezTo>
                    <a:pt x="2968" y="16642"/>
                    <a:pt x="2895" y="16666"/>
                    <a:pt x="2944" y="16690"/>
                  </a:cubicBezTo>
                  <a:cubicBezTo>
                    <a:pt x="2973" y="16765"/>
                    <a:pt x="2887" y="17046"/>
                    <a:pt x="2790" y="17046"/>
                  </a:cubicBezTo>
                  <a:cubicBezTo>
                    <a:pt x="2782" y="17046"/>
                    <a:pt x="2774" y="17043"/>
                    <a:pt x="2765" y="17039"/>
                  </a:cubicBezTo>
                  <a:cubicBezTo>
                    <a:pt x="2765" y="17039"/>
                    <a:pt x="2741" y="17088"/>
                    <a:pt x="2717" y="17136"/>
                  </a:cubicBezTo>
                  <a:cubicBezTo>
                    <a:pt x="2773" y="17169"/>
                    <a:pt x="2717" y="17266"/>
                    <a:pt x="2668" y="17363"/>
                  </a:cubicBezTo>
                  <a:cubicBezTo>
                    <a:pt x="2628" y="17444"/>
                    <a:pt x="2604" y="17491"/>
                    <a:pt x="2565" y="17491"/>
                  </a:cubicBezTo>
                  <a:cubicBezTo>
                    <a:pt x="2557" y="17491"/>
                    <a:pt x="2548" y="17489"/>
                    <a:pt x="2538" y="17485"/>
                  </a:cubicBezTo>
                  <a:cubicBezTo>
                    <a:pt x="2530" y="17461"/>
                    <a:pt x="2522" y="17451"/>
                    <a:pt x="2514" y="17451"/>
                  </a:cubicBezTo>
                  <a:cubicBezTo>
                    <a:pt x="2497" y="17451"/>
                    <a:pt x="2484" y="17500"/>
                    <a:pt x="2490" y="17582"/>
                  </a:cubicBezTo>
                  <a:cubicBezTo>
                    <a:pt x="2465" y="17631"/>
                    <a:pt x="2546" y="17736"/>
                    <a:pt x="2522" y="17785"/>
                  </a:cubicBezTo>
                  <a:cubicBezTo>
                    <a:pt x="2571" y="17817"/>
                    <a:pt x="2595" y="17882"/>
                    <a:pt x="2571" y="17939"/>
                  </a:cubicBezTo>
                  <a:lnTo>
                    <a:pt x="2522" y="17915"/>
                  </a:lnTo>
                  <a:lnTo>
                    <a:pt x="2417" y="17858"/>
                  </a:lnTo>
                  <a:cubicBezTo>
                    <a:pt x="2392" y="17906"/>
                    <a:pt x="2360" y="17955"/>
                    <a:pt x="2417" y="17988"/>
                  </a:cubicBezTo>
                  <a:cubicBezTo>
                    <a:pt x="2336" y="18004"/>
                    <a:pt x="2311" y="18052"/>
                    <a:pt x="2263" y="18158"/>
                  </a:cubicBezTo>
                  <a:cubicBezTo>
                    <a:pt x="2214" y="18255"/>
                    <a:pt x="2157" y="18352"/>
                    <a:pt x="2190" y="18433"/>
                  </a:cubicBezTo>
                  <a:cubicBezTo>
                    <a:pt x="2188" y="18433"/>
                    <a:pt x="2186" y="18433"/>
                    <a:pt x="2184" y="18433"/>
                  </a:cubicBezTo>
                  <a:cubicBezTo>
                    <a:pt x="2048" y="18433"/>
                    <a:pt x="1907" y="18727"/>
                    <a:pt x="1987" y="18823"/>
                  </a:cubicBezTo>
                  <a:cubicBezTo>
                    <a:pt x="2036" y="18855"/>
                    <a:pt x="2011" y="18904"/>
                    <a:pt x="1930" y="18928"/>
                  </a:cubicBezTo>
                  <a:cubicBezTo>
                    <a:pt x="1857" y="18944"/>
                    <a:pt x="1857" y="18944"/>
                    <a:pt x="1881" y="19025"/>
                  </a:cubicBezTo>
                  <a:cubicBezTo>
                    <a:pt x="1914" y="19098"/>
                    <a:pt x="1833" y="19123"/>
                    <a:pt x="1752" y="19147"/>
                  </a:cubicBezTo>
                  <a:cubicBezTo>
                    <a:pt x="1742" y="19146"/>
                    <a:pt x="1733" y="19146"/>
                    <a:pt x="1725" y="19146"/>
                  </a:cubicBezTo>
                  <a:cubicBezTo>
                    <a:pt x="1619" y="19146"/>
                    <a:pt x="1599" y="19193"/>
                    <a:pt x="1622" y="19269"/>
                  </a:cubicBezTo>
                  <a:cubicBezTo>
                    <a:pt x="1622" y="19366"/>
                    <a:pt x="1598" y="19455"/>
                    <a:pt x="1549" y="19544"/>
                  </a:cubicBezTo>
                  <a:cubicBezTo>
                    <a:pt x="1549" y="19651"/>
                    <a:pt x="1530" y="19701"/>
                    <a:pt x="1580" y="19701"/>
                  </a:cubicBezTo>
                  <a:cubicBezTo>
                    <a:pt x="1587" y="19701"/>
                    <a:pt x="1596" y="19700"/>
                    <a:pt x="1606" y="19698"/>
                  </a:cubicBezTo>
                  <a:cubicBezTo>
                    <a:pt x="1646" y="19723"/>
                    <a:pt x="1671" y="19755"/>
                    <a:pt x="1687" y="19796"/>
                  </a:cubicBezTo>
                  <a:cubicBezTo>
                    <a:pt x="1687" y="19865"/>
                    <a:pt x="1673" y="19890"/>
                    <a:pt x="1664" y="19890"/>
                  </a:cubicBezTo>
                  <a:cubicBezTo>
                    <a:pt x="1656" y="19890"/>
                    <a:pt x="1651" y="19871"/>
                    <a:pt x="1663" y="19844"/>
                  </a:cubicBezTo>
                  <a:cubicBezTo>
                    <a:pt x="1659" y="19783"/>
                    <a:pt x="1650" y="19765"/>
                    <a:pt x="1634" y="19765"/>
                  </a:cubicBezTo>
                  <a:cubicBezTo>
                    <a:pt x="1618" y="19765"/>
                    <a:pt x="1594" y="19783"/>
                    <a:pt x="1557" y="19796"/>
                  </a:cubicBezTo>
                  <a:cubicBezTo>
                    <a:pt x="1476" y="19812"/>
                    <a:pt x="1427" y="19917"/>
                    <a:pt x="1403" y="19966"/>
                  </a:cubicBezTo>
                  <a:lnTo>
                    <a:pt x="1298" y="20160"/>
                  </a:lnTo>
                  <a:cubicBezTo>
                    <a:pt x="1168" y="20282"/>
                    <a:pt x="1144" y="20331"/>
                    <a:pt x="1200" y="20363"/>
                  </a:cubicBezTo>
                  <a:lnTo>
                    <a:pt x="1249" y="20387"/>
                  </a:lnTo>
                  <a:cubicBezTo>
                    <a:pt x="1248" y="20387"/>
                    <a:pt x="1247" y="20387"/>
                    <a:pt x="1246" y="20387"/>
                  </a:cubicBezTo>
                  <a:cubicBezTo>
                    <a:pt x="1115" y="20387"/>
                    <a:pt x="852" y="20931"/>
                    <a:pt x="941" y="21036"/>
                  </a:cubicBezTo>
                  <a:lnTo>
                    <a:pt x="941" y="21036"/>
                  </a:lnTo>
                  <a:cubicBezTo>
                    <a:pt x="926" y="21030"/>
                    <a:pt x="905" y="21021"/>
                    <a:pt x="884" y="21012"/>
                  </a:cubicBezTo>
                  <a:cubicBezTo>
                    <a:pt x="876" y="21008"/>
                    <a:pt x="868" y="21006"/>
                    <a:pt x="861" y="21006"/>
                  </a:cubicBezTo>
                  <a:cubicBezTo>
                    <a:pt x="827" y="21006"/>
                    <a:pt x="803" y="21053"/>
                    <a:pt x="763" y="21133"/>
                  </a:cubicBezTo>
                  <a:cubicBezTo>
                    <a:pt x="738" y="21190"/>
                    <a:pt x="706" y="21417"/>
                    <a:pt x="649" y="21571"/>
                  </a:cubicBezTo>
                  <a:cubicBezTo>
                    <a:pt x="560" y="21774"/>
                    <a:pt x="511" y="21928"/>
                    <a:pt x="568" y="21952"/>
                  </a:cubicBezTo>
                  <a:cubicBezTo>
                    <a:pt x="554" y="21981"/>
                    <a:pt x="548" y="21993"/>
                    <a:pt x="534" y="21993"/>
                  </a:cubicBezTo>
                  <a:cubicBezTo>
                    <a:pt x="524" y="21993"/>
                    <a:pt x="510" y="21987"/>
                    <a:pt x="487" y="21977"/>
                  </a:cubicBezTo>
                  <a:cubicBezTo>
                    <a:pt x="476" y="21955"/>
                    <a:pt x="466" y="21946"/>
                    <a:pt x="457" y="21946"/>
                  </a:cubicBezTo>
                  <a:cubicBezTo>
                    <a:pt x="439" y="21946"/>
                    <a:pt x="425" y="21980"/>
                    <a:pt x="414" y="22017"/>
                  </a:cubicBezTo>
                  <a:cubicBezTo>
                    <a:pt x="398" y="22066"/>
                    <a:pt x="455" y="22082"/>
                    <a:pt x="511" y="22106"/>
                  </a:cubicBezTo>
                  <a:cubicBezTo>
                    <a:pt x="568" y="22122"/>
                    <a:pt x="552" y="22171"/>
                    <a:pt x="463" y="22260"/>
                  </a:cubicBezTo>
                  <a:cubicBezTo>
                    <a:pt x="357" y="22374"/>
                    <a:pt x="317" y="22528"/>
                    <a:pt x="341" y="22682"/>
                  </a:cubicBezTo>
                  <a:cubicBezTo>
                    <a:pt x="327" y="22725"/>
                    <a:pt x="319" y="22774"/>
                    <a:pt x="278" y="22774"/>
                  </a:cubicBezTo>
                  <a:cubicBezTo>
                    <a:pt x="273" y="22774"/>
                    <a:pt x="267" y="22773"/>
                    <a:pt x="260" y="22771"/>
                  </a:cubicBezTo>
                  <a:cubicBezTo>
                    <a:pt x="155" y="22820"/>
                    <a:pt x="122" y="22958"/>
                    <a:pt x="203" y="23047"/>
                  </a:cubicBezTo>
                  <a:cubicBezTo>
                    <a:pt x="197" y="23081"/>
                    <a:pt x="196" y="23091"/>
                    <a:pt x="172" y="23091"/>
                  </a:cubicBezTo>
                  <a:cubicBezTo>
                    <a:pt x="162" y="23091"/>
                    <a:pt x="149" y="23090"/>
                    <a:pt x="130" y="23087"/>
                  </a:cubicBezTo>
                  <a:cubicBezTo>
                    <a:pt x="65" y="23128"/>
                    <a:pt x="0" y="23120"/>
                    <a:pt x="114" y="23193"/>
                  </a:cubicBezTo>
                  <a:cubicBezTo>
                    <a:pt x="155" y="23322"/>
                    <a:pt x="138" y="23468"/>
                    <a:pt x="73" y="23582"/>
                  </a:cubicBezTo>
                  <a:cubicBezTo>
                    <a:pt x="65" y="23639"/>
                    <a:pt x="65" y="23695"/>
                    <a:pt x="122" y="23695"/>
                  </a:cubicBezTo>
                  <a:lnTo>
                    <a:pt x="187" y="23703"/>
                  </a:lnTo>
                  <a:cubicBezTo>
                    <a:pt x="65" y="23752"/>
                    <a:pt x="65" y="23752"/>
                    <a:pt x="179" y="23809"/>
                  </a:cubicBezTo>
                  <a:cubicBezTo>
                    <a:pt x="236" y="23809"/>
                    <a:pt x="236" y="23866"/>
                    <a:pt x="179" y="23866"/>
                  </a:cubicBezTo>
                  <a:cubicBezTo>
                    <a:pt x="146" y="23890"/>
                    <a:pt x="122" y="23930"/>
                    <a:pt x="122" y="23971"/>
                  </a:cubicBezTo>
                  <a:cubicBezTo>
                    <a:pt x="122" y="24028"/>
                    <a:pt x="187" y="24295"/>
                    <a:pt x="227" y="24563"/>
                  </a:cubicBezTo>
                  <a:cubicBezTo>
                    <a:pt x="305" y="24965"/>
                    <a:pt x="375" y="25123"/>
                    <a:pt x="423" y="25123"/>
                  </a:cubicBezTo>
                  <a:cubicBezTo>
                    <a:pt x="426" y="25123"/>
                    <a:pt x="428" y="25123"/>
                    <a:pt x="430" y="25122"/>
                  </a:cubicBezTo>
                  <a:cubicBezTo>
                    <a:pt x="495" y="25155"/>
                    <a:pt x="503" y="25147"/>
                    <a:pt x="463" y="25220"/>
                  </a:cubicBezTo>
                  <a:cubicBezTo>
                    <a:pt x="438" y="25276"/>
                    <a:pt x="438" y="25341"/>
                    <a:pt x="471" y="25390"/>
                  </a:cubicBezTo>
                  <a:cubicBezTo>
                    <a:pt x="487" y="25439"/>
                    <a:pt x="511" y="25487"/>
                    <a:pt x="455" y="25511"/>
                  </a:cubicBezTo>
                  <a:cubicBezTo>
                    <a:pt x="527" y="25544"/>
                    <a:pt x="527" y="25544"/>
                    <a:pt x="552" y="25593"/>
                  </a:cubicBezTo>
                  <a:cubicBezTo>
                    <a:pt x="495" y="25617"/>
                    <a:pt x="519" y="25666"/>
                    <a:pt x="600" y="25690"/>
                  </a:cubicBezTo>
                  <a:cubicBezTo>
                    <a:pt x="638" y="25688"/>
                    <a:pt x="665" y="25686"/>
                    <a:pt x="681" y="25686"/>
                  </a:cubicBezTo>
                  <a:cubicBezTo>
                    <a:pt x="721" y="25686"/>
                    <a:pt x="700" y="25696"/>
                    <a:pt x="625" y="25730"/>
                  </a:cubicBezTo>
                  <a:cubicBezTo>
                    <a:pt x="585" y="25757"/>
                    <a:pt x="594" y="25878"/>
                    <a:pt x="612" y="25878"/>
                  </a:cubicBezTo>
                  <a:cubicBezTo>
                    <a:pt x="616" y="25878"/>
                    <a:pt x="621" y="25873"/>
                    <a:pt x="625" y="25860"/>
                  </a:cubicBezTo>
                  <a:cubicBezTo>
                    <a:pt x="633" y="25856"/>
                    <a:pt x="641" y="25854"/>
                    <a:pt x="648" y="25854"/>
                  </a:cubicBezTo>
                  <a:cubicBezTo>
                    <a:pt x="696" y="25854"/>
                    <a:pt x="742" y="25927"/>
                    <a:pt x="811" y="25941"/>
                  </a:cubicBezTo>
                  <a:cubicBezTo>
                    <a:pt x="836" y="25982"/>
                    <a:pt x="868" y="26030"/>
                    <a:pt x="819" y="26063"/>
                  </a:cubicBezTo>
                  <a:cubicBezTo>
                    <a:pt x="803" y="26136"/>
                    <a:pt x="998" y="26338"/>
                    <a:pt x="1087" y="26338"/>
                  </a:cubicBezTo>
                  <a:cubicBezTo>
                    <a:pt x="1101" y="26327"/>
                    <a:pt x="1114" y="26322"/>
                    <a:pt x="1124" y="26322"/>
                  </a:cubicBezTo>
                  <a:cubicBezTo>
                    <a:pt x="1148" y="26322"/>
                    <a:pt x="1154" y="26350"/>
                    <a:pt x="1119" y="26379"/>
                  </a:cubicBezTo>
                  <a:cubicBezTo>
                    <a:pt x="1071" y="26420"/>
                    <a:pt x="1111" y="26460"/>
                    <a:pt x="1144" y="26501"/>
                  </a:cubicBezTo>
                  <a:cubicBezTo>
                    <a:pt x="1225" y="26501"/>
                    <a:pt x="1176" y="26541"/>
                    <a:pt x="1136" y="26582"/>
                  </a:cubicBezTo>
                  <a:cubicBezTo>
                    <a:pt x="1130" y="26581"/>
                    <a:pt x="1124" y="26581"/>
                    <a:pt x="1120" y="26581"/>
                  </a:cubicBezTo>
                  <a:cubicBezTo>
                    <a:pt x="1059" y="26581"/>
                    <a:pt x="1092" y="26628"/>
                    <a:pt x="1160" y="26703"/>
                  </a:cubicBezTo>
                  <a:cubicBezTo>
                    <a:pt x="1233" y="26711"/>
                    <a:pt x="1395" y="26865"/>
                    <a:pt x="1509" y="26979"/>
                  </a:cubicBezTo>
                  <a:cubicBezTo>
                    <a:pt x="1655" y="27120"/>
                    <a:pt x="1742" y="27150"/>
                    <a:pt x="1837" y="27150"/>
                  </a:cubicBezTo>
                  <a:cubicBezTo>
                    <a:pt x="1874" y="27150"/>
                    <a:pt x="1912" y="27146"/>
                    <a:pt x="1954" y="27141"/>
                  </a:cubicBezTo>
                  <a:lnTo>
                    <a:pt x="2076" y="27076"/>
                  </a:lnTo>
                  <a:lnTo>
                    <a:pt x="1995" y="27174"/>
                  </a:lnTo>
                  <a:cubicBezTo>
                    <a:pt x="1963" y="27230"/>
                    <a:pt x="1946" y="27287"/>
                    <a:pt x="1930" y="27344"/>
                  </a:cubicBezTo>
                  <a:cubicBezTo>
                    <a:pt x="1941" y="27354"/>
                    <a:pt x="1951" y="27359"/>
                    <a:pt x="1962" y="27359"/>
                  </a:cubicBezTo>
                  <a:cubicBezTo>
                    <a:pt x="1991" y="27359"/>
                    <a:pt x="2020" y="27323"/>
                    <a:pt x="2044" y="27287"/>
                  </a:cubicBezTo>
                  <a:cubicBezTo>
                    <a:pt x="2056" y="27272"/>
                    <a:pt x="2068" y="27265"/>
                    <a:pt x="2080" y="27265"/>
                  </a:cubicBezTo>
                  <a:cubicBezTo>
                    <a:pt x="2109" y="27265"/>
                    <a:pt x="2139" y="27305"/>
                    <a:pt x="2173" y="27384"/>
                  </a:cubicBezTo>
                  <a:cubicBezTo>
                    <a:pt x="2221" y="27480"/>
                    <a:pt x="2257" y="27518"/>
                    <a:pt x="2316" y="27518"/>
                  </a:cubicBezTo>
                  <a:cubicBezTo>
                    <a:pt x="2327" y="27518"/>
                    <a:pt x="2339" y="27517"/>
                    <a:pt x="2352" y="27514"/>
                  </a:cubicBezTo>
                  <a:cubicBezTo>
                    <a:pt x="2408" y="27547"/>
                    <a:pt x="2441" y="27595"/>
                    <a:pt x="2457" y="27660"/>
                  </a:cubicBezTo>
                  <a:cubicBezTo>
                    <a:pt x="2474" y="27670"/>
                    <a:pt x="2484" y="27676"/>
                    <a:pt x="2492" y="27676"/>
                  </a:cubicBezTo>
                  <a:cubicBezTo>
                    <a:pt x="2503" y="27676"/>
                    <a:pt x="2511" y="27664"/>
                    <a:pt x="2530" y="27636"/>
                  </a:cubicBezTo>
                  <a:cubicBezTo>
                    <a:pt x="2540" y="27620"/>
                    <a:pt x="2553" y="27613"/>
                    <a:pt x="2565" y="27613"/>
                  </a:cubicBezTo>
                  <a:cubicBezTo>
                    <a:pt x="2590" y="27613"/>
                    <a:pt x="2616" y="27645"/>
                    <a:pt x="2627" y="27701"/>
                  </a:cubicBezTo>
                  <a:cubicBezTo>
                    <a:pt x="2608" y="27806"/>
                    <a:pt x="2695" y="27884"/>
                    <a:pt x="2745" y="27884"/>
                  </a:cubicBezTo>
                  <a:cubicBezTo>
                    <a:pt x="2757" y="27884"/>
                    <a:pt x="2767" y="27880"/>
                    <a:pt x="2773" y="27871"/>
                  </a:cubicBezTo>
                  <a:cubicBezTo>
                    <a:pt x="2787" y="27850"/>
                    <a:pt x="2804" y="27843"/>
                    <a:pt x="2822" y="27843"/>
                  </a:cubicBezTo>
                  <a:cubicBezTo>
                    <a:pt x="2847" y="27843"/>
                    <a:pt x="2875" y="27857"/>
                    <a:pt x="2903" y="27871"/>
                  </a:cubicBezTo>
                  <a:cubicBezTo>
                    <a:pt x="2936" y="27898"/>
                    <a:pt x="2977" y="27915"/>
                    <a:pt x="3017" y="27915"/>
                  </a:cubicBezTo>
                  <a:cubicBezTo>
                    <a:pt x="3036" y="27915"/>
                    <a:pt x="3055" y="27911"/>
                    <a:pt x="3073" y="27903"/>
                  </a:cubicBezTo>
                  <a:lnTo>
                    <a:pt x="3171" y="27960"/>
                  </a:lnTo>
                  <a:cubicBezTo>
                    <a:pt x="3198" y="27982"/>
                    <a:pt x="3174" y="28000"/>
                    <a:pt x="3141" y="28000"/>
                  </a:cubicBezTo>
                  <a:cubicBezTo>
                    <a:pt x="3125" y="28000"/>
                    <a:pt x="3106" y="27995"/>
                    <a:pt x="3090" y="27984"/>
                  </a:cubicBezTo>
                  <a:lnTo>
                    <a:pt x="3090" y="27984"/>
                  </a:lnTo>
                  <a:lnTo>
                    <a:pt x="3106" y="28065"/>
                  </a:lnTo>
                  <a:cubicBezTo>
                    <a:pt x="3178" y="28107"/>
                    <a:pt x="3223" y="28132"/>
                    <a:pt x="3274" y="28132"/>
                  </a:cubicBezTo>
                  <a:cubicBezTo>
                    <a:pt x="3293" y="28132"/>
                    <a:pt x="3312" y="28129"/>
                    <a:pt x="3333" y="28122"/>
                  </a:cubicBezTo>
                  <a:cubicBezTo>
                    <a:pt x="3382" y="28084"/>
                    <a:pt x="3408" y="28064"/>
                    <a:pt x="3416" y="28064"/>
                  </a:cubicBezTo>
                  <a:lnTo>
                    <a:pt x="3416" y="28064"/>
                  </a:lnTo>
                  <a:cubicBezTo>
                    <a:pt x="3426" y="28064"/>
                    <a:pt x="3412" y="28090"/>
                    <a:pt x="3381" y="28147"/>
                  </a:cubicBezTo>
                  <a:cubicBezTo>
                    <a:pt x="3353" y="28189"/>
                    <a:pt x="3368" y="28256"/>
                    <a:pt x="3421" y="28256"/>
                  </a:cubicBezTo>
                  <a:cubicBezTo>
                    <a:pt x="3429" y="28256"/>
                    <a:pt x="3437" y="28255"/>
                    <a:pt x="3446" y="28252"/>
                  </a:cubicBezTo>
                  <a:cubicBezTo>
                    <a:pt x="3479" y="28227"/>
                    <a:pt x="3503" y="28217"/>
                    <a:pt x="3521" y="28217"/>
                  </a:cubicBezTo>
                  <a:cubicBezTo>
                    <a:pt x="3561" y="28217"/>
                    <a:pt x="3566" y="28267"/>
                    <a:pt x="3544" y="28301"/>
                  </a:cubicBezTo>
                  <a:cubicBezTo>
                    <a:pt x="3472" y="28360"/>
                    <a:pt x="3449" y="28380"/>
                    <a:pt x="3545" y="28380"/>
                  </a:cubicBezTo>
                  <a:cubicBezTo>
                    <a:pt x="3579" y="28380"/>
                    <a:pt x="3629" y="28378"/>
                    <a:pt x="3698" y="28374"/>
                  </a:cubicBezTo>
                  <a:cubicBezTo>
                    <a:pt x="3795" y="28422"/>
                    <a:pt x="4022" y="28471"/>
                    <a:pt x="4168" y="28536"/>
                  </a:cubicBezTo>
                  <a:cubicBezTo>
                    <a:pt x="4371" y="28625"/>
                    <a:pt x="4476" y="28674"/>
                    <a:pt x="4500" y="28746"/>
                  </a:cubicBezTo>
                  <a:cubicBezTo>
                    <a:pt x="4495" y="28759"/>
                    <a:pt x="4491" y="28770"/>
                    <a:pt x="4488" y="28780"/>
                  </a:cubicBezTo>
                  <a:lnTo>
                    <a:pt x="4488" y="28780"/>
                  </a:lnTo>
                  <a:cubicBezTo>
                    <a:pt x="4509" y="28743"/>
                    <a:pt x="4532" y="28727"/>
                    <a:pt x="4565" y="28727"/>
                  </a:cubicBezTo>
                  <a:cubicBezTo>
                    <a:pt x="4602" y="28727"/>
                    <a:pt x="4652" y="28747"/>
                    <a:pt x="4727" y="28779"/>
                  </a:cubicBezTo>
                  <a:cubicBezTo>
                    <a:pt x="4781" y="28844"/>
                    <a:pt x="4861" y="28876"/>
                    <a:pt x="4941" y="28876"/>
                  </a:cubicBezTo>
                  <a:cubicBezTo>
                    <a:pt x="4981" y="28876"/>
                    <a:pt x="5022" y="28868"/>
                    <a:pt x="5060" y="28852"/>
                  </a:cubicBezTo>
                  <a:lnTo>
                    <a:pt x="4954" y="28811"/>
                  </a:lnTo>
                  <a:cubicBezTo>
                    <a:pt x="4973" y="28759"/>
                    <a:pt x="4995" y="28736"/>
                    <a:pt x="5022" y="28736"/>
                  </a:cubicBezTo>
                  <a:cubicBezTo>
                    <a:pt x="5052" y="28736"/>
                    <a:pt x="5089" y="28767"/>
                    <a:pt x="5133" y="28819"/>
                  </a:cubicBezTo>
                  <a:cubicBezTo>
                    <a:pt x="5181" y="28836"/>
                    <a:pt x="5157" y="28892"/>
                    <a:pt x="5141" y="28949"/>
                  </a:cubicBezTo>
                  <a:cubicBezTo>
                    <a:pt x="5116" y="29006"/>
                    <a:pt x="5141" y="29071"/>
                    <a:pt x="5198" y="29103"/>
                  </a:cubicBezTo>
                  <a:cubicBezTo>
                    <a:pt x="5220" y="29111"/>
                    <a:pt x="5244" y="29120"/>
                    <a:pt x="5260" y="29120"/>
                  </a:cubicBezTo>
                  <a:cubicBezTo>
                    <a:pt x="5279" y="29120"/>
                    <a:pt x="5288" y="29107"/>
                    <a:pt x="5271" y="29063"/>
                  </a:cubicBezTo>
                  <a:cubicBezTo>
                    <a:pt x="5285" y="29028"/>
                    <a:pt x="5291" y="29015"/>
                    <a:pt x="5304" y="29015"/>
                  </a:cubicBezTo>
                  <a:cubicBezTo>
                    <a:pt x="5313" y="29015"/>
                    <a:pt x="5324" y="29021"/>
                    <a:pt x="5343" y="29030"/>
                  </a:cubicBezTo>
                  <a:cubicBezTo>
                    <a:pt x="5372" y="29046"/>
                    <a:pt x="5402" y="29055"/>
                    <a:pt x="5433" y="29055"/>
                  </a:cubicBezTo>
                  <a:cubicBezTo>
                    <a:pt x="5463" y="29055"/>
                    <a:pt x="5493" y="29046"/>
                    <a:pt x="5522" y="29030"/>
                  </a:cubicBezTo>
                  <a:cubicBezTo>
                    <a:pt x="5530" y="29003"/>
                    <a:pt x="5546" y="28995"/>
                    <a:pt x="5567" y="28995"/>
                  </a:cubicBezTo>
                  <a:cubicBezTo>
                    <a:pt x="5590" y="28995"/>
                    <a:pt x="5618" y="29005"/>
                    <a:pt x="5643" y="29014"/>
                  </a:cubicBezTo>
                  <a:cubicBezTo>
                    <a:pt x="5676" y="29071"/>
                    <a:pt x="5725" y="29111"/>
                    <a:pt x="5781" y="29128"/>
                  </a:cubicBezTo>
                  <a:lnTo>
                    <a:pt x="5757" y="29184"/>
                  </a:lnTo>
                  <a:cubicBezTo>
                    <a:pt x="5749" y="29233"/>
                    <a:pt x="5749" y="29273"/>
                    <a:pt x="5765" y="29322"/>
                  </a:cubicBezTo>
                  <a:cubicBezTo>
                    <a:pt x="5771" y="29324"/>
                    <a:pt x="5776" y="29324"/>
                    <a:pt x="5782" y="29324"/>
                  </a:cubicBezTo>
                  <a:cubicBezTo>
                    <a:pt x="5808" y="29324"/>
                    <a:pt x="5831" y="29308"/>
                    <a:pt x="5838" y="29282"/>
                  </a:cubicBezTo>
                  <a:cubicBezTo>
                    <a:pt x="5839" y="29278"/>
                    <a:pt x="5845" y="29277"/>
                    <a:pt x="5854" y="29277"/>
                  </a:cubicBezTo>
                  <a:cubicBezTo>
                    <a:pt x="6003" y="29277"/>
                    <a:pt x="7120" y="29690"/>
                    <a:pt x="7273" y="29744"/>
                  </a:cubicBezTo>
                  <a:cubicBezTo>
                    <a:pt x="7329" y="29810"/>
                    <a:pt x="7418" y="29858"/>
                    <a:pt x="7462" y="29858"/>
                  </a:cubicBezTo>
                  <a:cubicBezTo>
                    <a:pt x="7482" y="29858"/>
                    <a:pt x="7492" y="29848"/>
                    <a:pt x="7484" y="29825"/>
                  </a:cubicBezTo>
                  <a:cubicBezTo>
                    <a:pt x="7487" y="29813"/>
                    <a:pt x="7500" y="29808"/>
                    <a:pt x="7522" y="29808"/>
                  </a:cubicBezTo>
                  <a:cubicBezTo>
                    <a:pt x="7608" y="29808"/>
                    <a:pt x="7824" y="29888"/>
                    <a:pt x="8076" y="29979"/>
                  </a:cubicBezTo>
                  <a:cubicBezTo>
                    <a:pt x="8368" y="30083"/>
                    <a:pt x="8592" y="30166"/>
                    <a:pt x="8683" y="30166"/>
                  </a:cubicBezTo>
                  <a:cubicBezTo>
                    <a:pt x="8705" y="30166"/>
                    <a:pt x="8720" y="30160"/>
                    <a:pt x="8724" y="30149"/>
                  </a:cubicBezTo>
                  <a:lnTo>
                    <a:pt x="8878" y="30214"/>
                  </a:lnTo>
                  <a:cubicBezTo>
                    <a:pt x="8976" y="30230"/>
                    <a:pt x="9065" y="30246"/>
                    <a:pt x="9162" y="30246"/>
                  </a:cubicBezTo>
                  <a:cubicBezTo>
                    <a:pt x="9189" y="30235"/>
                    <a:pt x="9213" y="30229"/>
                    <a:pt x="9228" y="30229"/>
                  </a:cubicBezTo>
                  <a:cubicBezTo>
                    <a:pt x="9255" y="30229"/>
                    <a:pt x="9257" y="30245"/>
                    <a:pt x="9211" y="30271"/>
                  </a:cubicBezTo>
                  <a:cubicBezTo>
                    <a:pt x="9195" y="30327"/>
                    <a:pt x="9170" y="30384"/>
                    <a:pt x="9227" y="30400"/>
                  </a:cubicBezTo>
                  <a:cubicBezTo>
                    <a:pt x="9250" y="30410"/>
                    <a:pt x="9269" y="30414"/>
                    <a:pt x="9285" y="30414"/>
                  </a:cubicBezTo>
                  <a:cubicBezTo>
                    <a:pt x="9336" y="30414"/>
                    <a:pt x="9354" y="30371"/>
                    <a:pt x="9373" y="30327"/>
                  </a:cubicBezTo>
                  <a:cubicBezTo>
                    <a:pt x="9380" y="30301"/>
                    <a:pt x="9403" y="30285"/>
                    <a:pt x="9429" y="30285"/>
                  </a:cubicBezTo>
                  <a:cubicBezTo>
                    <a:pt x="9435" y="30285"/>
                    <a:pt x="9440" y="30286"/>
                    <a:pt x="9446" y="30287"/>
                  </a:cubicBezTo>
                  <a:cubicBezTo>
                    <a:pt x="9495" y="30311"/>
                    <a:pt x="9495" y="30311"/>
                    <a:pt x="9470" y="30368"/>
                  </a:cubicBezTo>
                  <a:cubicBezTo>
                    <a:pt x="9454" y="30425"/>
                    <a:pt x="9430" y="30482"/>
                    <a:pt x="9430" y="30482"/>
                  </a:cubicBezTo>
                  <a:lnTo>
                    <a:pt x="9487" y="30498"/>
                  </a:lnTo>
                  <a:cubicBezTo>
                    <a:pt x="9493" y="30471"/>
                    <a:pt x="9517" y="30455"/>
                    <a:pt x="9543" y="30455"/>
                  </a:cubicBezTo>
                  <a:cubicBezTo>
                    <a:pt x="9548" y="30455"/>
                    <a:pt x="9554" y="30456"/>
                    <a:pt x="9560" y="30457"/>
                  </a:cubicBezTo>
                  <a:cubicBezTo>
                    <a:pt x="9608" y="30482"/>
                    <a:pt x="9608" y="30482"/>
                    <a:pt x="9568" y="30595"/>
                  </a:cubicBezTo>
                  <a:cubicBezTo>
                    <a:pt x="9545" y="30658"/>
                    <a:pt x="9550" y="30691"/>
                    <a:pt x="9576" y="30691"/>
                  </a:cubicBezTo>
                  <a:cubicBezTo>
                    <a:pt x="9596" y="30691"/>
                    <a:pt x="9630" y="30671"/>
                    <a:pt x="9673" y="30627"/>
                  </a:cubicBezTo>
                  <a:lnTo>
                    <a:pt x="9795" y="30611"/>
                  </a:lnTo>
                  <a:cubicBezTo>
                    <a:pt x="9802" y="30667"/>
                    <a:pt x="9833" y="30686"/>
                    <a:pt x="9872" y="30686"/>
                  </a:cubicBezTo>
                  <a:cubicBezTo>
                    <a:pt x="9923" y="30686"/>
                    <a:pt x="9988" y="30654"/>
                    <a:pt x="10030" y="30636"/>
                  </a:cubicBezTo>
                  <a:cubicBezTo>
                    <a:pt x="10035" y="30711"/>
                    <a:pt x="10053" y="30748"/>
                    <a:pt x="10087" y="30748"/>
                  </a:cubicBezTo>
                  <a:cubicBezTo>
                    <a:pt x="10111" y="30748"/>
                    <a:pt x="10143" y="30729"/>
                    <a:pt x="10184" y="30692"/>
                  </a:cubicBezTo>
                  <a:cubicBezTo>
                    <a:pt x="10190" y="30670"/>
                    <a:pt x="10203" y="30659"/>
                    <a:pt x="10218" y="30659"/>
                  </a:cubicBezTo>
                  <a:cubicBezTo>
                    <a:pt x="10241" y="30659"/>
                    <a:pt x="10270" y="30684"/>
                    <a:pt x="10289" y="30733"/>
                  </a:cubicBezTo>
                  <a:cubicBezTo>
                    <a:pt x="10322" y="30806"/>
                    <a:pt x="10370" y="30822"/>
                    <a:pt x="10476" y="30863"/>
                  </a:cubicBezTo>
                  <a:cubicBezTo>
                    <a:pt x="10483" y="30859"/>
                    <a:pt x="10494" y="30858"/>
                    <a:pt x="10508" y="30858"/>
                  </a:cubicBezTo>
                  <a:cubicBezTo>
                    <a:pt x="10626" y="30858"/>
                    <a:pt x="10958" y="30976"/>
                    <a:pt x="11335" y="31114"/>
                  </a:cubicBezTo>
                  <a:cubicBezTo>
                    <a:pt x="11726" y="31255"/>
                    <a:pt x="12004" y="31363"/>
                    <a:pt x="12102" y="31363"/>
                  </a:cubicBezTo>
                  <a:cubicBezTo>
                    <a:pt x="12121" y="31363"/>
                    <a:pt x="12134" y="31359"/>
                    <a:pt x="12138" y="31349"/>
                  </a:cubicBezTo>
                  <a:cubicBezTo>
                    <a:pt x="12186" y="31365"/>
                    <a:pt x="12186" y="31365"/>
                    <a:pt x="12219" y="31438"/>
                  </a:cubicBezTo>
                  <a:cubicBezTo>
                    <a:pt x="12211" y="31467"/>
                    <a:pt x="12219" y="31488"/>
                    <a:pt x="12243" y="31488"/>
                  </a:cubicBezTo>
                  <a:cubicBezTo>
                    <a:pt x="12265" y="31488"/>
                    <a:pt x="12301" y="31469"/>
                    <a:pt x="12349" y="31422"/>
                  </a:cubicBezTo>
                  <a:cubicBezTo>
                    <a:pt x="12389" y="31404"/>
                    <a:pt x="12412" y="31379"/>
                    <a:pt x="12418" y="31379"/>
                  </a:cubicBezTo>
                  <a:lnTo>
                    <a:pt x="12418" y="31379"/>
                  </a:lnTo>
                  <a:cubicBezTo>
                    <a:pt x="12422" y="31379"/>
                    <a:pt x="12415" y="31395"/>
                    <a:pt x="12397" y="31446"/>
                  </a:cubicBezTo>
                  <a:cubicBezTo>
                    <a:pt x="12373" y="31503"/>
                    <a:pt x="12478" y="31536"/>
                    <a:pt x="12689" y="31617"/>
                  </a:cubicBezTo>
                  <a:cubicBezTo>
                    <a:pt x="12808" y="31660"/>
                    <a:pt x="12960" y="31714"/>
                    <a:pt x="13035" y="31714"/>
                  </a:cubicBezTo>
                  <a:cubicBezTo>
                    <a:pt x="13057" y="31714"/>
                    <a:pt x="13073" y="31709"/>
                    <a:pt x="13078" y="31698"/>
                  </a:cubicBezTo>
                  <a:cubicBezTo>
                    <a:pt x="13131" y="31687"/>
                    <a:pt x="13161" y="31681"/>
                    <a:pt x="13172" y="31681"/>
                  </a:cubicBezTo>
                  <a:cubicBezTo>
                    <a:pt x="13186" y="31681"/>
                    <a:pt x="13168" y="31691"/>
                    <a:pt x="13127" y="31714"/>
                  </a:cubicBezTo>
                  <a:cubicBezTo>
                    <a:pt x="13051" y="31790"/>
                    <a:pt x="13210" y="31913"/>
                    <a:pt x="13384" y="31913"/>
                  </a:cubicBezTo>
                  <a:cubicBezTo>
                    <a:pt x="13414" y="31913"/>
                    <a:pt x="13445" y="31909"/>
                    <a:pt x="13476" y="31900"/>
                  </a:cubicBezTo>
                  <a:cubicBezTo>
                    <a:pt x="13524" y="31925"/>
                    <a:pt x="13573" y="31941"/>
                    <a:pt x="13557" y="31998"/>
                  </a:cubicBezTo>
                  <a:cubicBezTo>
                    <a:pt x="13631" y="32025"/>
                    <a:pt x="13710" y="32040"/>
                    <a:pt x="13790" y="32040"/>
                  </a:cubicBezTo>
                  <a:cubicBezTo>
                    <a:pt x="13807" y="32040"/>
                    <a:pt x="13824" y="32040"/>
                    <a:pt x="13840" y="32038"/>
                  </a:cubicBezTo>
                  <a:lnTo>
                    <a:pt x="14205" y="32176"/>
                  </a:lnTo>
                  <a:cubicBezTo>
                    <a:pt x="14252" y="32191"/>
                    <a:pt x="14301" y="32197"/>
                    <a:pt x="14350" y="32197"/>
                  </a:cubicBezTo>
                  <a:cubicBezTo>
                    <a:pt x="14378" y="32197"/>
                    <a:pt x="14406" y="32195"/>
                    <a:pt x="14432" y="32192"/>
                  </a:cubicBezTo>
                  <a:lnTo>
                    <a:pt x="14481" y="32217"/>
                  </a:lnTo>
                  <a:cubicBezTo>
                    <a:pt x="14465" y="32273"/>
                    <a:pt x="14724" y="32363"/>
                    <a:pt x="15089" y="32500"/>
                  </a:cubicBezTo>
                  <a:cubicBezTo>
                    <a:pt x="15454" y="32638"/>
                    <a:pt x="15770" y="32752"/>
                    <a:pt x="15803" y="32825"/>
                  </a:cubicBezTo>
                  <a:cubicBezTo>
                    <a:pt x="15817" y="32830"/>
                    <a:pt x="15832" y="32833"/>
                    <a:pt x="15848" y="32833"/>
                  </a:cubicBezTo>
                  <a:cubicBezTo>
                    <a:pt x="15875" y="32833"/>
                    <a:pt x="15903" y="32824"/>
                    <a:pt x="15924" y="32808"/>
                  </a:cubicBezTo>
                  <a:cubicBezTo>
                    <a:pt x="15970" y="32766"/>
                    <a:pt x="16006" y="32747"/>
                    <a:pt x="16033" y="32747"/>
                  </a:cubicBezTo>
                  <a:cubicBezTo>
                    <a:pt x="16064" y="32747"/>
                    <a:pt x="16085" y="32770"/>
                    <a:pt x="16102" y="32808"/>
                  </a:cubicBezTo>
                  <a:cubicBezTo>
                    <a:pt x="16125" y="32903"/>
                    <a:pt x="16208" y="32963"/>
                    <a:pt x="16297" y="32963"/>
                  </a:cubicBezTo>
                  <a:cubicBezTo>
                    <a:pt x="16338" y="32963"/>
                    <a:pt x="16380" y="32950"/>
                    <a:pt x="16419" y="32922"/>
                  </a:cubicBezTo>
                  <a:lnTo>
                    <a:pt x="16419" y="32922"/>
                  </a:lnTo>
                  <a:lnTo>
                    <a:pt x="16394" y="32979"/>
                  </a:lnTo>
                  <a:cubicBezTo>
                    <a:pt x="16403" y="33054"/>
                    <a:pt x="16457" y="33088"/>
                    <a:pt x="16521" y="33088"/>
                  </a:cubicBezTo>
                  <a:cubicBezTo>
                    <a:pt x="16574" y="33088"/>
                    <a:pt x="16634" y="33064"/>
                    <a:pt x="16678" y="33019"/>
                  </a:cubicBezTo>
                  <a:cubicBezTo>
                    <a:pt x="16704" y="33084"/>
                    <a:pt x="16730" y="33144"/>
                    <a:pt x="16777" y="33144"/>
                  </a:cubicBezTo>
                  <a:cubicBezTo>
                    <a:pt x="16789" y="33144"/>
                    <a:pt x="16802" y="33141"/>
                    <a:pt x="16816" y="33133"/>
                  </a:cubicBezTo>
                  <a:cubicBezTo>
                    <a:pt x="16865" y="33157"/>
                    <a:pt x="16865" y="33157"/>
                    <a:pt x="16824" y="33271"/>
                  </a:cubicBezTo>
                  <a:cubicBezTo>
                    <a:pt x="16808" y="33327"/>
                    <a:pt x="16784" y="33376"/>
                    <a:pt x="16832" y="33400"/>
                  </a:cubicBezTo>
                  <a:cubicBezTo>
                    <a:pt x="16839" y="33402"/>
                    <a:pt x="16845" y="33403"/>
                    <a:pt x="16851" y="33403"/>
                  </a:cubicBezTo>
                  <a:cubicBezTo>
                    <a:pt x="16893" y="33403"/>
                    <a:pt x="16908" y="33353"/>
                    <a:pt x="16929" y="33303"/>
                  </a:cubicBezTo>
                  <a:lnTo>
                    <a:pt x="17035" y="33344"/>
                  </a:lnTo>
                  <a:cubicBezTo>
                    <a:pt x="17041" y="33345"/>
                    <a:pt x="17046" y="33346"/>
                    <a:pt x="17052" y="33346"/>
                  </a:cubicBezTo>
                  <a:cubicBezTo>
                    <a:pt x="17078" y="33346"/>
                    <a:pt x="17101" y="33331"/>
                    <a:pt x="17108" y="33311"/>
                  </a:cubicBezTo>
                  <a:cubicBezTo>
                    <a:pt x="17116" y="33281"/>
                    <a:pt x="17136" y="33272"/>
                    <a:pt x="17160" y="33272"/>
                  </a:cubicBezTo>
                  <a:cubicBezTo>
                    <a:pt x="17182" y="33272"/>
                    <a:pt x="17207" y="33279"/>
                    <a:pt x="17229" y="33287"/>
                  </a:cubicBezTo>
                  <a:cubicBezTo>
                    <a:pt x="17224" y="33306"/>
                    <a:pt x="17229" y="33315"/>
                    <a:pt x="17237" y="33315"/>
                  </a:cubicBezTo>
                  <a:cubicBezTo>
                    <a:pt x="17251" y="33315"/>
                    <a:pt x="17275" y="33283"/>
                    <a:pt x="17254" y="33230"/>
                  </a:cubicBezTo>
                  <a:cubicBezTo>
                    <a:pt x="17268" y="33187"/>
                    <a:pt x="17289" y="33138"/>
                    <a:pt x="17327" y="33138"/>
                  </a:cubicBezTo>
                  <a:cubicBezTo>
                    <a:pt x="17332" y="33138"/>
                    <a:pt x="17337" y="33139"/>
                    <a:pt x="17343" y="33141"/>
                  </a:cubicBezTo>
                  <a:cubicBezTo>
                    <a:pt x="17343" y="33141"/>
                    <a:pt x="17367" y="33084"/>
                    <a:pt x="17384" y="33027"/>
                  </a:cubicBezTo>
                  <a:cubicBezTo>
                    <a:pt x="17424" y="32914"/>
                    <a:pt x="17448" y="32857"/>
                    <a:pt x="17367" y="32768"/>
                  </a:cubicBezTo>
                  <a:cubicBezTo>
                    <a:pt x="17229" y="32670"/>
                    <a:pt x="17123" y="32584"/>
                    <a:pt x="17059" y="32584"/>
                  </a:cubicBezTo>
                  <a:cubicBezTo>
                    <a:pt x="17033" y="32584"/>
                    <a:pt x="17014" y="32598"/>
                    <a:pt x="17002" y="32630"/>
                  </a:cubicBezTo>
                  <a:cubicBezTo>
                    <a:pt x="16977" y="32645"/>
                    <a:pt x="16948" y="32651"/>
                    <a:pt x="16920" y="32651"/>
                  </a:cubicBezTo>
                  <a:cubicBezTo>
                    <a:pt x="16903" y="32651"/>
                    <a:pt x="16888" y="32649"/>
                    <a:pt x="16873" y="32646"/>
                  </a:cubicBezTo>
                  <a:cubicBezTo>
                    <a:pt x="16824" y="32630"/>
                    <a:pt x="16792" y="32557"/>
                    <a:pt x="16792" y="32557"/>
                  </a:cubicBezTo>
                  <a:cubicBezTo>
                    <a:pt x="16808" y="32500"/>
                    <a:pt x="16605" y="32419"/>
                    <a:pt x="16338" y="32322"/>
                  </a:cubicBezTo>
                  <a:cubicBezTo>
                    <a:pt x="16030" y="32208"/>
                    <a:pt x="15867" y="32152"/>
                    <a:pt x="15843" y="32079"/>
                  </a:cubicBezTo>
                  <a:cubicBezTo>
                    <a:pt x="15827" y="32038"/>
                    <a:pt x="15794" y="31998"/>
                    <a:pt x="15754" y="31981"/>
                  </a:cubicBezTo>
                  <a:cubicBezTo>
                    <a:pt x="15751" y="31992"/>
                    <a:pt x="15738" y="31996"/>
                    <a:pt x="15717" y="31996"/>
                  </a:cubicBezTo>
                  <a:cubicBezTo>
                    <a:pt x="15622" y="31996"/>
                    <a:pt x="15356" y="31900"/>
                    <a:pt x="15057" y="31787"/>
                  </a:cubicBezTo>
                  <a:cubicBezTo>
                    <a:pt x="14752" y="31672"/>
                    <a:pt x="14447" y="31562"/>
                    <a:pt x="14341" y="31562"/>
                  </a:cubicBezTo>
                  <a:cubicBezTo>
                    <a:pt x="14320" y="31562"/>
                    <a:pt x="14307" y="31567"/>
                    <a:pt x="14303" y="31576"/>
                  </a:cubicBezTo>
                  <a:lnTo>
                    <a:pt x="14197" y="31536"/>
                  </a:lnTo>
                  <a:cubicBezTo>
                    <a:pt x="14221" y="31479"/>
                    <a:pt x="14116" y="31438"/>
                    <a:pt x="14011" y="31406"/>
                  </a:cubicBezTo>
                  <a:cubicBezTo>
                    <a:pt x="13992" y="31408"/>
                    <a:pt x="13974" y="31409"/>
                    <a:pt x="13955" y="31409"/>
                  </a:cubicBezTo>
                  <a:cubicBezTo>
                    <a:pt x="13898" y="31409"/>
                    <a:pt x="13838" y="31400"/>
                    <a:pt x="13784" y="31381"/>
                  </a:cubicBezTo>
                  <a:cubicBezTo>
                    <a:pt x="13800" y="31325"/>
                    <a:pt x="13751" y="31309"/>
                    <a:pt x="13646" y="31268"/>
                  </a:cubicBezTo>
                  <a:cubicBezTo>
                    <a:pt x="13589" y="31246"/>
                    <a:pt x="13548" y="31231"/>
                    <a:pt x="13520" y="31231"/>
                  </a:cubicBezTo>
                  <a:cubicBezTo>
                    <a:pt x="13495" y="31231"/>
                    <a:pt x="13479" y="31242"/>
                    <a:pt x="13467" y="31268"/>
                  </a:cubicBezTo>
                  <a:cubicBezTo>
                    <a:pt x="13273" y="31203"/>
                    <a:pt x="13086" y="31114"/>
                    <a:pt x="12916" y="31000"/>
                  </a:cubicBezTo>
                  <a:cubicBezTo>
                    <a:pt x="12902" y="30969"/>
                    <a:pt x="12881" y="30957"/>
                    <a:pt x="12855" y="30957"/>
                  </a:cubicBezTo>
                  <a:cubicBezTo>
                    <a:pt x="12821" y="30957"/>
                    <a:pt x="12779" y="30977"/>
                    <a:pt x="12738" y="31000"/>
                  </a:cubicBezTo>
                  <a:cubicBezTo>
                    <a:pt x="12718" y="31047"/>
                    <a:pt x="12675" y="31078"/>
                    <a:pt x="12625" y="31078"/>
                  </a:cubicBezTo>
                  <a:cubicBezTo>
                    <a:pt x="12614" y="31078"/>
                    <a:pt x="12603" y="31076"/>
                    <a:pt x="12592" y="31073"/>
                  </a:cubicBezTo>
                  <a:cubicBezTo>
                    <a:pt x="12592" y="31073"/>
                    <a:pt x="12616" y="31017"/>
                    <a:pt x="12632" y="30960"/>
                  </a:cubicBezTo>
                  <a:cubicBezTo>
                    <a:pt x="12705" y="30919"/>
                    <a:pt x="12705" y="30919"/>
                    <a:pt x="12600" y="30887"/>
                  </a:cubicBezTo>
                  <a:lnTo>
                    <a:pt x="12495" y="30846"/>
                  </a:lnTo>
                  <a:cubicBezTo>
                    <a:pt x="12491" y="30858"/>
                    <a:pt x="12478" y="30863"/>
                    <a:pt x="12457" y="30863"/>
                  </a:cubicBezTo>
                  <a:cubicBezTo>
                    <a:pt x="12371" y="30863"/>
                    <a:pt x="12146" y="30778"/>
                    <a:pt x="11854" y="30668"/>
                  </a:cubicBezTo>
                  <a:cubicBezTo>
                    <a:pt x="11501" y="30540"/>
                    <a:pt x="11322" y="30476"/>
                    <a:pt x="11247" y="30476"/>
                  </a:cubicBezTo>
                  <a:cubicBezTo>
                    <a:pt x="11223" y="30476"/>
                    <a:pt x="11209" y="30484"/>
                    <a:pt x="11205" y="30498"/>
                  </a:cubicBezTo>
                  <a:cubicBezTo>
                    <a:pt x="11197" y="30517"/>
                    <a:pt x="11186" y="30527"/>
                    <a:pt x="11169" y="30527"/>
                  </a:cubicBezTo>
                  <a:cubicBezTo>
                    <a:pt x="11137" y="30527"/>
                    <a:pt x="11085" y="30491"/>
                    <a:pt x="10995" y="30417"/>
                  </a:cubicBezTo>
                  <a:cubicBezTo>
                    <a:pt x="10812" y="30211"/>
                    <a:pt x="10762" y="30154"/>
                    <a:pt x="10721" y="30154"/>
                  </a:cubicBezTo>
                  <a:cubicBezTo>
                    <a:pt x="10705" y="30154"/>
                    <a:pt x="10690" y="30162"/>
                    <a:pt x="10670" y="30173"/>
                  </a:cubicBezTo>
                  <a:cubicBezTo>
                    <a:pt x="10727" y="30190"/>
                    <a:pt x="10703" y="30246"/>
                    <a:pt x="10678" y="30303"/>
                  </a:cubicBezTo>
                  <a:cubicBezTo>
                    <a:pt x="10661" y="30352"/>
                    <a:pt x="10642" y="30376"/>
                    <a:pt x="10625" y="30376"/>
                  </a:cubicBezTo>
                  <a:cubicBezTo>
                    <a:pt x="10603" y="30376"/>
                    <a:pt x="10586" y="30336"/>
                    <a:pt x="10581" y="30263"/>
                  </a:cubicBezTo>
                  <a:cubicBezTo>
                    <a:pt x="10615" y="30167"/>
                    <a:pt x="10052" y="29991"/>
                    <a:pt x="9815" y="29991"/>
                  </a:cubicBezTo>
                  <a:cubicBezTo>
                    <a:pt x="9775" y="29991"/>
                    <a:pt x="9744" y="29996"/>
                    <a:pt x="9727" y="30007"/>
                  </a:cubicBezTo>
                  <a:lnTo>
                    <a:pt x="9727" y="30007"/>
                  </a:lnTo>
                  <a:cubicBezTo>
                    <a:pt x="9732" y="29993"/>
                    <a:pt x="9738" y="29976"/>
                    <a:pt x="9746" y="29955"/>
                  </a:cubicBezTo>
                  <a:cubicBezTo>
                    <a:pt x="9762" y="29898"/>
                    <a:pt x="9714" y="29882"/>
                    <a:pt x="9503" y="29809"/>
                  </a:cubicBezTo>
                  <a:lnTo>
                    <a:pt x="9349" y="29744"/>
                  </a:lnTo>
                  <a:cubicBezTo>
                    <a:pt x="9337" y="29771"/>
                    <a:pt x="9311" y="29782"/>
                    <a:pt x="9279" y="29782"/>
                  </a:cubicBezTo>
                  <a:cubicBezTo>
                    <a:pt x="9178" y="29782"/>
                    <a:pt x="9014" y="29673"/>
                    <a:pt x="9033" y="29630"/>
                  </a:cubicBezTo>
                  <a:cubicBezTo>
                    <a:pt x="9000" y="29557"/>
                    <a:pt x="9000" y="29557"/>
                    <a:pt x="8895" y="29517"/>
                  </a:cubicBezTo>
                  <a:cubicBezTo>
                    <a:pt x="8865" y="29525"/>
                    <a:pt x="8835" y="29529"/>
                    <a:pt x="8804" y="29529"/>
                  </a:cubicBezTo>
                  <a:cubicBezTo>
                    <a:pt x="8633" y="29529"/>
                    <a:pt x="8461" y="29411"/>
                    <a:pt x="8481" y="29363"/>
                  </a:cubicBezTo>
                  <a:lnTo>
                    <a:pt x="8376" y="29322"/>
                  </a:lnTo>
                  <a:cubicBezTo>
                    <a:pt x="8344" y="29332"/>
                    <a:pt x="8312" y="29336"/>
                    <a:pt x="8280" y="29336"/>
                  </a:cubicBezTo>
                  <a:cubicBezTo>
                    <a:pt x="8232" y="29336"/>
                    <a:pt x="8185" y="29326"/>
                    <a:pt x="8141" y="29306"/>
                  </a:cubicBezTo>
                  <a:cubicBezTo>
                    <a:pt x="8057" y="29275"/>
                    <a:pt x="8004" y="29254"/>
                    <a:pt x="7979" y="29254"/>
                  </a:cubicBezTo>
                  <a:cubicBezTo>
                    <a:pt x="7958" y="29254"/>
                    <a:pt x="7956" y="29269"/>
                    <a:pt x="7970" y="29306"/>
                  </a:cubicBezTo>
                  <a:cubicBezTo>
                    <a:pt x="7949" y="29355"/>
                    <a:pt x="7934" y="29398"/>
                    <a:pt x="7894" y="29398"/>
                  </a:cubicBezTo>
                  <a:cubicBezTo>
                    <a:pt x="7887" y="29398"/>
                    <a:pt x="7881" y="29397"/>
                    <a:pt x="7873" y="29395"/>
                  </a:cubicBezTo>
                  <a:lnTo>
                    <a:pt x="7897" y="29338"/>
                  </a:lnTo>
                  <a:cubicBezTo>
                    <a:pt x="7914" y="29282"/>
                    <a:pt x="7760" y="29225"/>
                    <a:pt x="7549" y="29152"/>
                  </a:cubicBezTo>
                  <a:cubicBezTo>
                    <a:pt x="7289" y="29055"/>
                    <a:pt x="7184" y="29014"/>
                    <a:pt x="7152" y="28941"/>
                  </a:cubicBezTo>
                  <a:lnTo>
                    <a:pt x="7079" y="28973"/>
                  </a:lnTo>
                  <a:cubicBezTo>
                    <a:pt x="7053" y="28988"/>
                    <a:pt x="7030" y="28994"/>
                    <a:pt x="7012" y="28994"/>
                  </a:cubicBezTo>
                  <a:cubicBezTo>
                    <a:pt x="6979" y="28994"/>
                    <a:pt x="6963" y="28973"/>
                    <a:pt x="6973" y="28941"/>
                  </a:cubicBezTo>
                  <a:cubicBezTo>
                    <a:pt x="6944" y="28868"/>
                    <a:pt x="6775" y="28801"/>
                    <a:pt x="6647" y="28801"/>
                  </a:cubicBezTo>
                  <a:cubicBezTo>
                    <a:pt x="6634" y="28801"/>
                    <a:pt x="6621" y="28802"/>
                    <a:pt x="6608" y="28803"/>
                  </a:cubicBezTo>
                  <a:lnTo>
                    <a:pt x="6503" y="28763"/>
                  </a:lnTo>
                  <a:cubicBezTo>
                    <a:pt x="6497" y="28676"/>
                    <a:pt x="6424" y="28622"/>
                    <a:pt x="6349" y="28622"/>
                  </a:cubicBezTo>
                  <a:cubicBezTo>
                    <a:pt x="6311" y="28622"/>
                    <a:pt x="6273" y="28636"/>
                    <a:pt x="6243" y="28665"/>
                  </a:cubicBezTo>
                  <a:cubicBezTo>
                    <a:pt x="6268" y="28609"/>
                    <a:pt x="6211" y="28592"/>
                    <a:pt x="6162" y="28576"/>
                  </a:cubicBezTo>
                  <a:cubicBezTo>
                    <a:pt x="6151" y="28578"/>
                    <a:pt x="6139" y="28578"/>
                    <a:pt x="6127" y="28578"/>
                  </a:cubicBezTo>
                  <a:cubicBezTo>
                    <a:pt x="5999" y="28578"/>
                    <a:pt x="5832" y="28506"/>
                    <a:pt x="5854" y="28455"/>
                  </a:cubicBezTo>
                  <a:lnTo>
                    <a:pt x="5806" y="28438"/>
                  </a:lnTo>
                  <a:cubicBezTo>
                    <a:pt x="5779" y="28453"/>
                    <a:pt x="5751" y="28460"/>
                    <a:pt x="5723" y="28460"/>
                  </a:cubicBezTo>
                  <a:cubicBezTo>
                    <a:pt x="5690" y="28460"/>
                    <a:pt x="5658" y="28451"/>
                    <a:pt x="5627" y="28438"/>
                  </a:cubicBezTo>
                  <a:cubicBezTo>
                    <a:pt x="5601" y="28421"/>
                    <a:pt x="5570" y="28413"/>
                    <a:pt x="5539" y="28413"/>
                  </a:cubicBezTo>
                  <a:cubicBezTo>
                    <a:pt x="5511" y="28413"/>
                    <a:pt x="5483" y="28419"/>
                    <a:pt x="5457" y="28430"/>
                  </a:cubicBezTo>
                  <a:cubicBezTo>
                    <a:pt x="5431" y="28446"/>
                    <a:pt x="5405" y="28455"/>
                    <a:pt x="5378" y="28455"/>
                  </a:cubicBezTo>
                  <a:cubicBezTo>
                    <a:pt x="5364" y="28455"/>
                    <a:pt x="5350" y="28452"/>
                    <a:pt x="5335" y="28446"/>
                  </a:cubicBezTo>
                  <a:cubicBezTo>
                    <a:pt x="5287" y="28430"/>
                    <a:pt x="5360" y="28398"/>
                    <a:pt x="5433" y="28357"/>
                  </a:cubicBezTo>
                  <a:cubicBezTo>
                    <a:pt x="5519" y="28346"/>
                    <a:pt x="5466" y="28314"/>
                    <a:pt x="5358" y="28314"/>
                  </a:cubicBezTo>
                  <a:cubicBezTo>
                    <a:pt x="5314" y="28314"/>
                    <a:pt x="5262" y="28319"/>
                    <a:pt x="5206" y="28333"/>
                  </a:cubicBezTo>
                  <a:cubicBezTo>
                    <a:pt x="5115" y="28356"/>
                    <a:pt x="5067" y="28368"/>
                    <a:pt x="5056" y="28368"/>
                  </a:cubicBezTo>
                  <a:cubicBezTo>
                    <a:pt x="5043" y="28368"/>
                    <a:pt x="5079" y="28352"/>
                    <a:pt x="5157" y="28317"/>
                  </a:cubicBezTo>
                  <a:cubicBezTo>
                    <a:pt x="5217" y="28284"/>
                    <a:pt x="5277" y="28256"/>
                    <a:pt x="5229" y="28256"/>
                  </a:cubicBezTo>
                  <a:cubicBezTo>
                    <a:pt x="5219" y="28256"/>
                    <a:pt x="5203" y="28257"/>
                    <a:pt x="5181" y="28260"/>
                  </a:cubicBezTo>
                  <a:cubicBezTo>
                    <a:pt x="5181" y="28260"/>
                    <a:pt x="5145" y="28246"/>
                    <a:pt x="5112" y="28246"/>
                  </a:cubicBezTo>
                  <a:cubicBezTo>
                    <a:pt x="5088" y="28246"/>
                    <a:pt x="5066" y="28253"/>
                    <a:pt x="5060" y="28276"/>
                  </a:cubicBezTo>
                  <a:lnTo>
                    <a:pt x="4906" y="28211"/>
                  </a:lnTo>
                  <a:cubicBezTo>
                    <a:pt x="4865" y="28147"/>
                    <a:pt x="4808" y="28098"/>
                    <a:pt x="4735" y="28074"/>
                  </a:cubicBezTo>
                  <a:cubicBezTo>
                    <a:pt x="4707" y="28086"/>
                    <a:pt x="4690" y="28094"/>
                    <a:pt x="4678" y="28094"/>
                  </a:cubicBezTo>
                  <a:cubicBezTo>
                    <a:pt x="4659" y="28094"/>
                    <a:pt x="4653" y="28075"/>
                    <a:pt x="4638" y="28025"/>
                  </a:cubicBezTo>
                  <a:cubicBezTo>
                    <a:pt x="4650" y="28001"/>
                    <a:pt x="4645" y="27983"/>
                    <a:pt x="4630" y="27983"/>
                  </a:cubicBezTo>
                  <a:cubicBezTo>
                    <a:pt x="4615" y="27983"/>
                    <a:pt x="4590" y="28003"/>
                    <a:pt x="4565" y="28057"/>
                  </a:cubicBezTo>
                  <a:cubicBezTo>
                    <a:pt x="4548" y="28069"/>
                    <a:pt x="4529" y="28075"/>
                    <a:pt x="4511" y="28075"/>
                  </a:cubicBezTo>
                  <a:cubicBezTo>
                    <a:pt x="4467" y="28075"/>
                    <a:pt x="4425" y="28044"/>
                    <a:pt x="4419" y="27992"/>
                  </a:cubicBezTo>
                  <a:cubicBezTo>
                    <a:pt x="4451" y="27924"/>
                    <a:pt x="4441" y="27890"/>
                    <a:pt x="4424" y="27890"/>
                  </a:cubicBezTo>
                  <a:cubicBezTo>
                    <a:pt x="4415" y="27890"/>
                    <a:pt x="4403" y="27900"/>
                    <a:pt x="4395" y="27919"/>
                  </a:cubicBezTo>
                  <a:cubicBezTo>
                    <a:pt x="4370" y="27930"/>
                    <a:pt x="4345" y="27936"/>
                    <a:pt x="4320" y="27936"/>
                  </a:cubicBezTo>
                  <a:cubicBezTo>
                    <a:pt x="4304" y="27936"/>
                    <a:pt x="4289" y="27934"/>
                    <a:pt x="4273" y="27928"/>
                  </a:cubicBezTo>
                  <a:cubicBezTo>
                    <a:pt x="4298" y="27871"/>
                    <a:pt x="3868" y="27676"/>
                    <a:pt x="3462" y="27441"/>
                  </a:cubicBezTo>
                  <a:cubicBezTo>
                    <a:pt x="3449" y="27437"/>
                    <a:pt x="3434" y="27435"/>
                    <a:pt x="3420" y="27435"/>
                  </a:cubicBezTo>
                  <a:cubicBezTo>
                    <a:pt x="3377" y="27435"/>
                    <a:pt x="3335" y="27455"/>
                    <a:pt x="3317" y="27498"/>
                  </a:cubicBezTo>
                  <a:cubicBezTo>
                    <a:pt x="3291" y="27536"/>
                    <a:pt x="3281" y="27552"/>
                    <a:pt x="3276" y="27552"/>
                  </a:cubicBezTo>
                  <a:cubicBezTo>
                    <a:pt x="3270" y="27552"/>
                    <a:pt x="3278" y="27515"/>
                    <a:pt x="3268" y="27465"/>
                  </a:cubicBezTo>
                  <a:cubicBezTo>
                    <a:pt x="3295" y="27364"/>
                    <a:pt x="3279" y="27305"/>
                    <a:pt x="3250" y="27305"/>
                  </a:cubicBezTo>
                  <a:cubicBezTo>
                    <a:pt x="3228" y="27305"/>
                    <a:pt x="3200" y="27340"/>
                    <a:pt x="3179" y="27417"/>
                  </a:cubicBezTo>
                  <a:cubicBezTo>
                    <a:pt x="3171" y="27479"/>
                    <a:pt x="3167" y="27511"/>
                    <a:pt x="3162" y="27511"/>
                  </a:cubicBezTo>
                  <a:cubicBezTo>
                    <a:pt x="3157" y="27511"/>
                    <a:pt x="3151" y="27473"/>
                    <a:pt x="3138" y="27392"/>
                  </a:cubicBezTo>
                  <a:cubicBezTo>
                    <a:pt x="3128" y="27340"/>
                    <a:pt x="3124" y="27322"/>
                    <a:pt x="3103" y="27322"/>
                  </a:cubicBezTo>
                  <a:cubicBezTo>
                    <a:pt x="3092" y="27322"/>
                    <a:pt x="3075" y="27327"/>
                    <a:pt x="3049" y="27336"/>
                  </a:cubicBezTo>
                  <a:cubicBezTo>
                    <a:pt x="3037" y="27354"/>
                    <a:pt x="3023" y="27362"/>
                    <a:pt x="3011" y="27362"/>
                  </a:cubicBezTo>
                  <a:cubicBezTo>
                    <a:pt x="2992" y="27362"/>
                    <a:pt x="2980" y="27339"/>
                    <a:pt x="3000" y="27303"/>
                  </a:cubicBezTo>
                  <a:cubicBezTo>
                    <a:pt x="2994" y="27246"/>
                    <a:pt x="2988" y="27183"/>
                    <a:pt x="2969" y="27183"/>
                  </a:cubicBezTo>
                  <a:cubicBezTo>
                    <a:pt x="2964" y="27183"/>
                    <a:pt x="2959" y="27188"/>
                    <a:pt x="2952" y="27198"/>
                  </a:cubicBezTo>
                  <a:cubicBezTo>
                    <a:pt x="2919" y="27174"/>
                    <a:pt x="2903" y="27133"/>
                    <a:pt x="2895" y="27093"/>
                  </a:cubicBezTo>
                  <a:cubicBezTo>
                    <a:pt x="2891" y="27053"/>
                    <a:pt x="2867" y="27040"/>
                    <a:pt x="2835" y="27040"/>
                  </a:cubicBezTo>
                  <a:cubicBezTo>
                    <a:pt x="2808" y="27040"/>
                    <a:pt x="2774" y="27049"/>
                    <a:pt x="2741" y="27060"/>
                  </a:cubicBezTo>
                  <a:cubicBezTo>
                    <a:pt x="2721" y="27061"/>
                    <a:pt x="2703" y="27061"/>
                    <a:pt x="2687" y="27061"/>
                  </a:cubicBezTo>
                  <a:cubicBezTo>
                    <a:pt x="2540" y="27061"/>
                    <a:pt x="2517" y="27029"/>
                    <a:pt x="2619" y="26971"/>
                  </a:cubicBezTo>
                  <a:cubicBezTo>
                    <a:pt x="2701" y="26920"/>
                    <a:pt x="2577" y="26845"/>
                    <a:pt x="2464" y="26845"/>
                  </a:cubicBezTo>
                  <a:cubicBezTo>
                    <a:pt x="2432" y="26845"/>
                    <a:pt x="2401" y="26851"/>
                    <a:pt x="2376" y="26865"/>
                  </a:cubicBezTo>
                  <a:cubicBezTo>
                    <a:pt x="2315" y="26900"/>
                    <a:pt x="2287" y="26916"/>
                    <a:pt x="2280" y="26916"/>
                  </a:cubicBezTo>
                  <a:cubicBezTo>
                    <a:pt x="2274" y="26916"/>
                    <a:pt x="2284" y="26904"/>
                    <a:pt x="2303" y="26882"/>
                  </a:cubicBezTo>
                  <a:cubicBezTo>
                    <a:pt x="2319" y="26857"/>
                    <a:pt x="2319" y="26825"/>
                    <a:pt x="2303" y="26801"/>
                  </a:cubicBezTo>
                  <a:cubicBezTo>
                    <a:pt x="2263" y="26768"/>
                    <a:pt x="2222" y="26736"/>
                    <a:pt x="2263" y="26695"/>
                  </a:cubicBezTo>
                  <a:cubicBezTo>
                    <a:pt x="2214" y="26663"/>
                    <a:pt x="2165" y="26647"/>
                    <a:pt x="2108" y="26638"/>
                  </a:cubicBezTo>
                  <a:cubicBezTo>
                    <a:pt x="2094" y="26641"/>
                    <a:pt x="2081" y="26643"/>
                    <a:pt x="2068" y="26643"/>
                  </a:cubicBezTo>
                  <a:cubicBezTo>
                    <a:pt x="1943" y="26643"/>
                    <a:pt x="1894" y="26506"/>
                    <a:pt x="1938" y="26395"/>
                  </a:cubicBezTo>
                  <a:lnTo>
                    <a:pt x="1825" y="26371"/>
                  </a:lnTo>
                  <a:cubicBezTo>
                    <a:pt x="1772" y="26392"/>
                    <a:pt x="1728" y="26404"/>
                    <a:pt x="1702" y="26404"/>
                  </a:cubicBezTo>
                  <a:cubicBezTo>
                    <a:pt x="1669" y="26404"/>
                    <a:pt x="1666" y="26384"/>
                    <a:pt x="1711" y="26338"/>
                  </a:cubicBezTo>
                  <a:lnTo>
                    <a:pt x="1760" y="26298"/>
                  </a:lnTo>
                  <a:lnTo>
                    <a:pt x="1760" y="26298"/>
                  </a:lnTo>
                  <a:cubicBezTo>
                    <a:pt x="1746" y="26303"/>
                    <a:pt x="1732" y="26306"/>
                    <a:pt x="1720" y="26306"/>
                  </a:cubicBezTo>
                  <a:cubicBezTo>
                    <a:pt x="1616" y="26306"/>
                    <a:pt x="1567" y="26144"/>
                    <a:pt x="1646" y="26079"/>
                  </a:cubicBezTo>
                  <a:cubicBezTo>
                    <a:pt x="1695" y="26038"/>
                    <a:pt x="1695" y="26038"/>
                    <a:pt x="1663" y="26006"/>
                  </a:cubicBezTo>
                  <a:lnTo>
                    <a:pt x="1663" y="26006"/>
                  </a:lnTo>
                  <a:lnTo>
                    <a:pt x="1614" y="26047"/>
                  </a:lnTo>
                  <a:cubicBezTo>
                    <a:pt x="1586" y="26069"/>
                    <a:pt x="1553" y="26096"/>
                    <a:pt x="1525" y="26096"/>
                  </a:cubicBezTo>
                  <a:cubicBezTo>
                    <a:pt x="1513" y="26096"/>
                    <a:pt x="1502" y="26091"/>
                    <a:pt x="1492" y="26079"/>
                  </a:cubicBezTo>
                  <a:cubicBezTo>
                    <a:pt x="1460" y="26047"/>
                    <a:pt x="1427" y="26006"/>
                    <a:pt x="1476" y="25974"/>
                  </a:cubicBezTo>
                  <a:cubicBezTo>
                    <a:pt x="1496" y="25907"/>
                    <a:pt x="1516" y="25852"/>
                    <a:pt x="1496" y="25852"/>
                  </a:cubicBezTo>
                  <a:cubicBezTo>
                    <a:pt x="1491" y="25852"/>
                    <a:pt x="1485" y="25854"/>
                    <a:pt x="1476" y="25860"/>
                  </a:cubicBezTo>
                  <a:cubicBezTo>
                    <a:pt x="1460" y="25828"/>
                    <a:pt x="1452" y="25787"/>
                    <a:pt x="1468" y="25747"/>
                  </a:cubicBezTo>
                  <a:lnTo>
                    <a:pt x="1371" y="25601"/>
                  </a:lnTo>
                  <a:cubicBezTo>
                    <a:pt x="1298" y="25593"/>
                    <a:pt x="1249" y="25511"/>
                    <a:pt x="1306" y="25479"/>
                  </a:cubicBezTo>
                  <a:cubicBezTo>
                    <a:pt x="1282" y="25439"/>
                    <a:pt x="1241" y="25406"/>
                    <a:pt x="1184" y="25390"/>
                  </a:cubicBezTo>
                  <a:cubicBezTo>
                    <a:pt x="1144" y="25309"/>
                    <a:pt x="1127" y="25268"/>
                    <a:pt x="1184" y="25244"/>
                  </a:cubicBezTo>
                  <a:cubicBezTo>
                    <a:pt x="1233" y="25220"/>
                    <a:pt x="1233" y="25220"/>
                    <a:pt x="1168" y="25203"/>
                  </a:cubicBezTo>
                  <a:cubicBezTo>
                    <a:pt x="1156" y="25208"/>
                    <a:pt x="1146" y="25211"/>
                    <a:pt x="1137" y="25211"/>
                  </a:cubicBezTo>
                  <a:cubicBezTo>
                    <a:pt x="1104" y="25211"/>
                    <a:pt x="1092" y="25179"/>
                    <a:pt x="1079" y="25147"/>
                  </a:cubicBezTo>
                  <a:lnTo>
                    <a:pt x="1046" y="25057"/>
                  </a:lnTo>
                  <a:cubicBezTo>
                    <a:pt x="1022" y="25068"/>
                    <a:pt x="1008" y="25074"/>
                    <a:pt x="998" y="25074"/>
                  </a:cubicBezTo>
                  <a:cubicBezTo>
                    <a:pt x="987" y="25074"/>
                    <a:pt x="983" y="25064"/>
                    <a:pt x="973" y="25041"/>
                  </a:cubicBezTo>
                  <a:cubicBezTo>
                    <a:pt x="949" y="25001"/>
                    <a:pt x="973" y="24847"/>
                    <a:pt x="957" y="24806"/>
                  </a:cubicBezTo>
                  <a:cubicBezTo>
                    <a:pt x="938" y="24728"/>
                    <a:pt x="930" y="24697"/>
                    <a:pt x="916" y="24697"/>
                  </a:cubicBezTo>
                  <a:cubicBezTo>
                    <a:pt x="907" y="24697"/>
                    <a:pt x="895" y="24711"/>
                    <a:pt x="876" y="24733"/>
                  </a:cubicBezTo>
                  <a:cubicBezTo>
                    <a:pt x="883" y="24752"/>
                    <a:pt x="876" y="24765"/>
                    <a:pt x="868" y="24765"/>
                  </a:cubicBezTo>
                  <a:cubicBezTo>
                    <a:pt x="859" y="24765"/>
                    <a:pt x="850" y="24746"/>
                    <a:pt x="868" y="24693"/>
                  </a:cubicBezTo>
                  <a:cubicBezTo>
                    <a:pt x="852" y="24644"/>
                    <a:pt x="884" y="24498"/>
                    <a:pt x="868" y="24368"/>
                  </a:cubicBezTo>
                  <a:cubicBezTo>
                    <a:pt x="848" y="24221"/>
                    <a:pt x="850" y="24195"/>
                    <a:pt x="815" y="24195"/>
                  </a:cubicBezTo>
                  <a:cubicBezTo>
                    <a:pt x="807" y="24195"/>
                    <a:pt x="798" y="24197"/>
                    <a:pt x="787" y="24198"/>
                  </a:cubicBezTo>
                  <a:cubicBezTo>
                    <a:pt x="751" y="24216"/>
                    <a:pt x="726" y="24223"/>
                    <a:pt x="712" y="24223"/>
                  </a:cubicBezTo>
                  <a:cubicBezTo>
                    <a:pt x="681" y="24223"/>
                    <a:pt x="704" y="24188"/>
                    <a:pt x="787" y="24149"/>
                  </a:cubicBezTo>
                  <a:cubicBezTo>
                    <a:pt x="885" y="24059"/>
                    <a:pt x="899" y="24011"/>
                    <a:pt x="848" y="24011"/>
                  </a:cubicBezTo>
                  <a:cubicBezTo>
                    <a:pt x="845" y="24011"/>
                    <a:pt x="840" y="24011"/>
                    <a:pt x="836" y="24012"/>
                  </a:cubicBezTo>
                  <a:cubicBezTo>
                    <a:pt x="779" y="23963"/>
                    <a:pt x="779" y="23963"/>
                    <a:pt x="779" y="23914"/>
                  </a:cubicBezTo>
                  <a:cubicBezTo>
                    <a:pt x="836" y="23914"/>
                    <a:pt x="836" y="23874"/>
                    <a:pt x="779" y="23776"/>
                  </a:cubicBezTo>
                  <a:cubicBezTo>
                    <a:pt x="779" y="23742"/>
                    <a:pt x="779" y="23732"/>
                    <a:pt x="802" y="23732"/>
                  </a:cubicBezTo>
                  <a:cubicBezTo>
                    <a:pt x="812" y="23732"/>
                    <a:pt x="825" y="23734"/>
                    <a:pt x="844" y="23736"/>
                  </a:cubicBezTo>
                  <a:lnTo>
                    <a:pt x="844" y="23639"/>
                  </a:lnTo>
                  <a:cubicBezTo>
                    <a:pt x="730" y="23541"/>
                    <a:pt x="827" y="23258"/>
                    <a:pt x="900" y="23217"/>
                  </a:cubicBezTo>
                  <a:cubicBezTo>
                    <a:pt x="900" y="23185"/>
                    <a:pt x="884" y="23144"/>
                    <a:pt x="860" y="23112"/>
                  </a:cubicBezTo>
                  <a:cubicBezTo>
                    <a:pt x="769" y="23060"/>
                    <a:pt x="756" y="23013"/>
                    <a:pt x="817" y="23013"/>
                  </a:cubicBezTo>
                  <a:cubicBezTo>
                    <a:pt x="832" y="23013"/>
                    <a:pt x="852" y="23016"/>
                    <a:pt x="876" y="23022"/>
                  </a:cubicBezTo>
                  <a:cubicBezTo>
                    <a:pt x="918" y="23031"/>
                    <a:pt x="944" y="23037"/>
                    <a:pt x="956" y="23037"/>
                  </a:cubicBezTo>
                  <a:cubicBezTo>
                    <a:pt x="976" y="23037"/>
                    <a:pt x="951" y="23020"/>
                    <a:pt x="884" y="22974"/>
                  </a:cubicBezTo>
                  <a:cubicBezTo>
                    <a:pt x="849" y="22918"/>
                    <a:pt x="886" y="22730"/>
                    <a:pt x="965" y="22730"/>
                  </a:cubicBezTo>
                  <a:cubicBezTo>
                    <a:pt x="977" y="22730"/>
                    <a:pt x="991" y="22735"/>
                    <a:pt x="1006" y="22747"/>
                  </a:cubicBezTo>
                  <a:lnTo>
                    <a:pt x="1119" y="22779"/>
                  </a:lnTo>
                  <a:cubicBezTo>
                    <a:pt x="1095" y="22747"/>
                    <a:pt x="1079" y="22706"/>
                    <a:pt x="1087" y="22666"/>
                  </a:cubicBezTo>
                  <a:cubicBezTo>
                    <a:pt x="1030" y="22649"/>
                    <a:pt x="1046" y="22601"/>
                    <a:pt x="1087" y="22463"/>
                  </a:cubicBezTo>
                  <a:cubicBezTo>
                    <a:pt x="1119" y="22366"/>
                    <a:pt x="1127" y="22155"/>
                    <a:pt x="1160" y="22058"/>
                  </a:cubicBezTo>
                  <a:cubicBezTo>
                    <a:pt x="1200" y="21960"/>
                    <a:pt x="1257" y="21814"/>
                    <a:pt x="1330" y="21790"/>
                  </a:cubicBezTo>
                  <a:cubicBezTo>
                    <a:pt x="1363" y="21725"/>
                    <a:pt x="1371" y="21644"/>
                    <a:pt x="1354" y="21571"/>
                  </a:cubicBezTo>
                  <a:cubicBezTo>
                    <a:pt x="1326" y="21513"/>
                    <a:pt x="1355" y="21429"/>
                    <a:pt x="1402" y="21429"/>
                  </a:cubicBezTo>
                  <a:cubicBezTo>
                    <a:pt x="1407" y="21429"/>
                    <a:pt x="1413" y="21431"/>
                    <a:pt x="1419" y="21433"/>
                  </a:cubicBezTo>
                  <a:lnTo>
                    <a:pt x="1444" y="21385"/>
                  </a:lnTo>
                  <a:cubicBezTo>
                    <a:pt x="1427" y="21328"/>
                    <a:pt x="1436" y="21263"/>
                    <a:pt x="1452" y="21214"/>
                  </a:cubicBezTo>
                  <a:cubicBezTo>
                    <a:pt x="1466" y="21220"/>
                    <a:pt x="1481" y="21224"/>
                    <a:pt x="1495" y="21224"/>
                  </a:cubicBezTo>
                  <a:cubicBezTo>
                    <a:pt x="1538" y="21224"/>
                    <a:pt x="1573" y="21196"/>
                    <a:pt x="1549" y="21141"/>
                  </a:cubicBezTo>
                  <a:cubicBezTo>
                    <a:pt x="1500" y="21117"/>
                    <a:pt x="1517" y="21068"/>
                    <a:pt x="1565" y="20971"/>
                  </a:cubicBezTo>
                  <a:cubicBezTo>
                    <a:pt x="1654" y="20906"/>
                    <a:pt x="2490" y="19285"/>
                    <a:pt x="2441" y="19252"/>
                  </a:cubicBezTo>
                  <a:lnTo>
                    <a:pt x="2514" y="19098"/>
                  </a:lnTo>
                  <a:lnTo>
                    <a:pt x="2595" y="18952"/>
                  </a:lnTo>
                  <a:cubicBezTo>
                    <a:pt x="2605" y="18957"/>
                    <a:pt x="2614" y="18960"/>
                    <a:pt x="2623" y="18960"/>
                  </a:cubicBezTo>
                  <a:cubicBezTo>
                    <a:pt x="2713" y="18960"/>
                    <a:pt x="2776" y="18717"/>
                    <a:pt x="2798" y="18555"/>
                  </a:cubicBezTo>
                  <a:cubicBezTo>
                    <a:pt x="2773" y="18498"/>
                    <a:pt x="2781" y="18433"/>
                    <a:pt x="2822" y="18385"/>
                  </a:cubicBezTo>
                  <a:cubicBezTo>
                    <a:pt x="2836" y="18391"/>
                    <a:pt x="2850" y="18394"/>
                    <a:pt x="2863" y="18394"/>
                  </a:cubicBezTo>
                  <a:cubicBezTo>
                    <a:pt x="2946" y="18394"/>
                    <a:pt x="3000" y="18271"/>
                    <a:pt x="3000" y="18166"/>
                  </a:cubicBezTo>
                  <a:cubicBezTo>
                    <a:pt x="2941" y="18088"/>
                    <a:pt x="2938" y="18042"/>
                    <a:pt x="2983" y="18042"/>
                  </a:cubicBezTo>
                  <a:cubicBezTo>
                    <a:pt x="2999" y="18042"/>
                    <a:pt x="3021" y="18048"/>
                    <a:pt x="3049" y="18060"/>
                  </a:cubicBezTo>
                  <a:cubicBezTo>
                    <a:pt x="3069" y="18071"/>
                    <a:pt x="3088" y="18077"/>
                    <a:pt x="3104" y="18077"/>
                  </a:cubicBezTo>
                  <a:cubicBezTo>
                    <a:pt x="3170" y="18077"/>
                    <a:pt x="3189" y="17986"/>
                    <a:pt x="3098" y="17842"/>
                  </a:cubicBezTo>
                  <a:cubicBezTo>
                    <a:pt x="3073" y="17761"/>
                    <a:pt x="3073" y="17761"/>
                    <a:pt x="3146" y="17736"/>
                  </a:cubicBezTo>
                  <a:cubicBezTo>
                    <a:pt x="3157" y="17737"/>
                    <a:pt x="3166" y="17737"/>
                    <a:pt x="3176" y="17737"/>
                  </a:cubicBezTo>
                  <a:cubicBezTo>
                    <a:pt x="3287" y="17737"/>
                    <a:pt x="3304" y="17694"/>
                    <a:pt x="3252" y="17671"/>
                  </a:cubicBezTo>
                  <a:cubicBezTo>
                    <a:pt x="3171" y="17566"/>
                    <a:pt x="3195" y="17517"/>
                    <a:pt x="3333" y="17517"/>
                  </a:cubicBezTo>
                  <a:cubicBezTo>
                    <a:pt x="3487" y="17477"/>
                    <a:pt x="3487" y="17477"/>
                    <a:pt x="3406" y="17371"/>
                  </a:cubicBezTo>
                  <a:cubicBezTo>
                    <a:pt x="3333" y="17242"/>
                    <a:pt x="3414" y="17088"/>
                    <a:pt x="3560" y="17071"/>
                  </a:cubicBezTo>
                  <a:cubicBezTo>
                    <a:pt x="3584" y="17023"/>
                    <a:pt x="3665" y="16998"/>
                    <a:pt x="3608" y="16974"/>
                  </a:cubicBezTo>
                  <a:lnTo>
                    <a:pt x="3690" y="16950"/>
                  </a:lnTo>
                  <a:cubicBezTo>
                    <a:pt x="3714" y="16901"/>
                    <a:pt x="3738" y="16852"/>
                    <a:pt x="3738" y="16852"/>
                  </a:cubicBezTo>
                  <a:lnTo>
                    <a:pt x="3690" y="16828"/>
                  </a:lnTo>
                  <a:cubicBezTo>
                    <a:pt x="3835" y="16609"/>
                    <a:pt x="3973" y="16390"/>
                    <a:pt x="4095" y="16163"/>
                  </a:cubicBezTo>
                  <a:cubicBezTo>
                    <a:pt x="4355" y="15666"/>
                    <a:pt x="4417" y="15536"/>
                    <a:pt x="4364" y="15536"/>
                  </a:cubicBezTo>
                  <a:cubicBezTo>
                    <a:pt x="4359" y="15536"/>
                    <a:pt x="4353" y="15537"/>
                    <a:pt x="4346" y="15539"/>
                  </a:cubicBezTo>
                  <a:cubicBezTo>
                    <a:pt x="4222" y="15531"/>
                    <a:pt x="4262" y="15441"/>
                    <a:pt x="4380" y="15441"/>
                  </a:cubicBezTo>
                  <a:cubicBezTo>
                    <a:pt x="4385" y="15441"/>
                    <a:pt x="4390" y="15441"/>
                    <a:pt x="4395" y="15442"/>
                  </a:cubicBezTo>
                  <a:cubicBezTo>
                    <a:pt x="4419" y="15393"/>
                    <a:pt x="4525" y="15320"/>
                    <a:pt x="4581" y="15223"/>
                  </a:cubicBezTo>
                  <a:cubicBezTo>
                    <a:pt x="4624" y="15138"/>
                    <a:pt x="4666" y="15047"/>
                    <a:pt x="4714" y="15047"/>
                  </a:cubicBezTo>
                  <a:cubicBezTo>
                    <a:pt x="4721" y="15047"/>
                    <a:pt x="4728" y="15048"/>
                    <a:pt x="4735" y="15053"/>
                  </a:cubicBezTo>
                  <a:lnTo>
                    <a:pt x="4760" y="15004"/>
                  </a:lnTo>
                  <a:cubicBezTo>
                    <a:pt x="4703" y="14850"/>
                    <a:pt x="4857" y="14550"/>
                    <a:pt x="4987" y="14428"/>
                  </a:cubicBezTo>
                  <a:cubicBezTo>
                    <a:pt x="5035" y="14347"/>
                    <a:pt x="5060" y="14250"/>
                    <a:pt x="5060" y="14153"/>
                  </a:cubicBezTo>
                  <a:cubicBezTo>
                    <a:pt x="5060" y="14031"/>
                    <a:pt x="5060" y="14031"/>
                    <a:pt x="5133" y="14007"/>
                  </a:cubicBezTo>
                  <a:cubicBezTo>
                    <a:pt x="5135" y="14008"/>
                    <a:pt x="5138" y="14008"/>
                    <a:pt x="5141" y="14008"/>
                  </a:cubicBezTo>
                  <a:cubicBezTo>
                    <a:pt x="5206" y="14008"/>
                    <a:pt x="5388" y="13761"/>
                    <a:pt x="5287" y="13707"/>
                  </a:cubicBezTo>
                  <a:lnTo>
                    <a:pt x="5368" y="13690"/>
                  </a:lnTo>
                  <a:cubicBezTo>
                    <a:pt x="5449" y="13666"/>
                    <a:pt x="5416" y="13585"/>
                    <a:pt x="5368" y="13561"/>
                  </a:cubicBezTo>
                  <a:cubicBezTo>
                    <a:pt x="5280" y="13517"/>
                    <a:pt x="5280" y="13477"/>
                    <a:pt x="5368" y="13477"/>
                  </a:cubicBezTo>
                  <a:cubicBezTo>
                    <a:pt x="5393" y="13477"/>
                    <a:pt x="5425" y="13481"/>
                    <a:pt x="5465" y="13488"/>
                  </a:cubicBezTo>
                  <a:cubicBezTo>
                    <a:pt x="5503" y="13507"/>
                    <a:pt x="5531" y="13514"/>
                    <a:pt x="5549" y="13514"/>
                  </a:cubicBezTo>
                  <a:cubicBezTo>
                    <a:pt x="5586" y="13514"/>
                    <a:pt x="5584" y="13485"/>
                    <a:pt x="5546" y="13463"/>
                  </a:cubicBezTo>
                  <a:cubicBezTo>
                    <a:pt x="5522" y="13390"/>
                    <a:pt x="5489" y="13309"/>
                    <a:pt x="5571" y="13293"/>
                  </a:cubicBezTo>
                  <a:cubicBezTo>
                    <a:pt x="5595" y="13245"/>
                    <a:pt x="5619" y="13196"/>
                    <a:pt x="5514" y="13139"/>
                  </a:cubicBezTo>
                  <a:cubicBezTo>
                    <a:pt x="5465" y="13107"/>
                    <a:pt x="5489" y="13058"/>
                    <a:pt x="5514" y="13009"/>
                  </a:cubicBezTo>
                  <a:cubicBezTo>
                    <a:pt x="5562" y="13042"/>
                    <a:pt x="5562" y="13042"/>
                    <a:pt x="5595" y="13115"/>
                  </a:cubicBezTo>
                  <a:lnTo>
                    <a:pt x="5643" y="13017"/>
                  </a:lnTo>
                  <a:cubicBezTo>
                    <a:pt x="5664" y="12975"/>
                    <a:pt x="5746" y="12915"/>
                    <a:pt x="5804" y="12915"/>
                  </a:cubicBezTo>
                  <a:cubicBezTo>
                    <a:pt x="5814" y="12915"/>
                    <a:pt x="5822" y="12917"/>
                    <a:pt x="5830" y="12920"/>
                  </a:cubicBezTo>
                  <a:cubicBezTo>
                    <a:pt x="5903" y="12904"/>
                    <a:pt x="5927" y="12847"/>
                    <a:pt x="5798" y="12847"/>
                  </a:cubicBezTo>
                  <a:cubicBezTo>
                    <a:pt x="5692" y="12790"/>
                    <a:pt x="5692" y="12790"/>
                    <a:pt x="5741" y="12693"/>
                  </a:cubicBezTo>
                  <a:cubicBezTo>
                    <a:pt x="5761" y="12653"/>
                    <a:pt x="5786" y="12614"/>
                    <a:pt x="5821" y="12614"/>
                  </a:cubicBezTo>
                  <a:cubicBezTo>
                    <a:pt x="5829" y="12614"/>
                    <a:pt x="5837" y="12616"/>
                    <a:pt x="5846" y="12620"/>
                  </a:cubicBezTo>
                  <a:cubicBezTo>
                    <a:pt x="5865" y="12628"/>
                    <a:pt x="5878" y="12634"/>
                    <a:pt x="5888" y="12634"/>
                  </a:cubicBezTo>
                  <a:cubicBezTo>
                    <a:pt x="5908" y="12634"/>
                    <a:pt x="5919" y="12612"/>
                    <a:pt x="5952" y="12547"/>
                  </a:cubicBezTo>
                  <a:cubicBezTo>
                    <a:pt x="6025" y="12401"/>
                    <a:pt x="5943" y="12166"/>
                    <a:pt x="5862" y="12069"/>
                  </a:cubicBezTo>
                  <a:cubicBezTo>
                    <a:pt x="5786" y="12028"/>
                    <a:pt x="5765" y="12016"/>
                    <a:pt x="5809" y="12016"/>
                  </a:cubicBezTo>
                  <a:cubicBezTo>
                    <a:pt x="5825" y="12016"/>
                    <a:pt x="5851" y="12018"/>
                    <a:pt x="5887" y="12020"/>
                  </a:cubicBezTo>
                  <a:cubicBezTo>
                    <a:pt x="5897" y="12025"/>
                    <a:pt x="5906" y="12027"/>
                    <a:pt x="5915" y="12027"/>
                  </a:cubicBezTo>
                  <a:cubicBezTo>
                    <a:pt x="5952" y="12027"/>
                    <a:pt x="5972" y="11987"/>
                    <a:pt x="5992" y="11947"/>
                  </a:cubicBezTo>
                  <a:cubicBezTo>
                    <a:pt x="5965" y="11929"/>
                    <a:pt x="5975" y="11917"/>
                    <a:pt x="5986" y="11917"/>
                  </a:cubicBezTo>
                  <a:cubicBezTo>
                    <a:pt x="5994" y="11917"/>
                    <a:pt x="6003" y="11925"/>
                    <a:pt x="5992" y="11947"/>
                  </a:cubicBezTo>
                  <a:cubicBezTo>
                    <a:pt x="6049" y="11972"/>
                    <a:pt x="6025" y="12020"/>
                    <a:pt x="5992" y="12069"/>
                  </a:cubicBezTo>
                  <a:lnTo>
                    <a:pt x="6049" y="12101"/>
                  </a:lnTo>
                  <a:cubicBezTo>
                    <a:pt x="6179" y="12101"/>
                    <a:pt x="6203" y="12053"/>
                    <a:pt x="6122" y="11947"/>
                  </a:cubicBezTo>
                  <a:cubicBezTo>
                    <a:pt x="6098" y="11874"/>
                    <a:pt x="6098" y="11874"/>
                    <a:pt x="6179" y="11850"/>
                  </a:cubicBezTo>
                  <a:cubicBezTo>
                    <a:pt x="6252" y="11826"/>
                    <a:pt x="6333" y="11809"/>
                    <a:pt x="6276" y="11777"/>
                  </a:cubicBezTo>
                  <a:cubicBezTo>
                    <a:pt x="6308" y="11728"/>
                    <a:pt x="6357" y="11680"/>
                    <a:pt x="6406" y="11655"/>
                  </a:cubicBezTo>
                  <a:cubicBezTo>
                    <a:pt x="6462" y="11558"/>
                    <a:pt x="6487" y="11509"/>
                    <a:pt x="6430" y="11485"/>
                  </a:cubicBezTo>
                  <a:cubicBezTo>
                    <a:pt x="6381" y="11453"/>
                    <a:pt x="6406" y="11404"/>
                    <a:pt x="6430" y="11355"/>
                  </a:cubicBezTo>
                  <a:cubicBezTo>
                    <a:pt x="6454" y="11307"/>
                    <a:pt x="6479" y="11258"/>
                    <a:pt x="6430" y="11234"/>
                  </a:cubicBezTo>
                  <a:cubicBezTo>
                    <a:pt x="6373" y="11201"/>
                    <a:pt x="6349" y="11128"/>
                    <a:pt x="6398" y="11031"/>
                  </a:cubicBezTo>
                  <a:cubicBezTo>
                    <a:pt x="6398" y="10927"/>
                    <a:pt x="6398" y="10907"/>
                    <a:pt x="6464" y="10907"/>
                  </a:cubicBezTo>
                  <a:cubicBezTo>
                    <a:pt x="6481" y="10907"/>
                    <a:pt x="6501" y="10908"/>
                    <a:pt x="6527" y="10909"/>
                  </a:cubicBezTo>
                  <a:cubicBezTo>
                    <a:pt x="6538" y="10914"/>
                    <a:pt x="6547" y="10916"/>
                    <a:pt x="6555" y="10916"/>
                  </a:cubicBezTo>
                  <a:cubicBezTo>
                    <a:pt x="6593" y="10916"/>
                    <a:pt x="6613" y="10876"/>
                    <a:pt x="6633" y="10837"/>
                  </a:cubicBezTo>
                  <a:cubicBezTo>
                    <a:pt x="6657" y="10796"/>
                    <a:pt x="6689" y="10772"/>
                    <a:pt x="6738" y="10764"/>
                  </a:cubicBezTo>
                  <a:cubicBezTo>
                    <a:pt x="6811" y="10739"/>
                    <a:pt x="6762" y="10715"/>
                    <a:pt x="6706" y="10682"/>
                  </a:cubicBezTo>
                  <a:lnTo>
                    <a:pt x="6600" y="10634"/>
                  </a:lnTo>
                  <a:cubicBezTo>
                    <a:pt x="6614" y="10607"/>
                    <a:pt x="6659" y="10595"/>
                    <a:pt x="6706" y="10595"/>
                  </a:cubicBezTo>
                  <a:cubicBezTo>
                    <a:pt x="6745" y="10595"/>
                    <a:pt x="6785" y="10603"/>
                    <a:pt x="6811" y="10618"/>
                  </a:cubicBezTo>
                  <a:cubicBezTo>
                    <a:pt x="6941" y="10618"/>
                    <a:pt x="6941" y="10618"/>
                    <a:pt x="6835" y="10561"/>
                  </a:cubicBezTo>
                  <a:cubicBezTo>
                    <a:pt x="6787" y="10537"/>
                    <a:pt x="6754" y="10464"/>
                    <a:pt x="6860" y="10391"/>
                  </a:cubicBezTo>
                  <a:cubicBezTo>
                    <a:pt x="6902" y="10306"/>
                    <a:pt x="6951" y="10214"/>
                    <a:pt x="6995" y="10214"/>
                  </a:cubicBezTo>
                  <a:cubicBezTo>
                    <a:pt x="7001" y="10214"/>
                    <a:pt x="7008" y="10216"/>
                    <a:pt x="7014" y="10220"/>
                  </a:cubicBezTo>
                  <a:cubicBezTo>
                    <a:pt x="7062" y="10204"/>
                    <a:pt x="7079" y="10164"/>
                    <a:pt x="7062" y="10123"/>
                  </a:cubicBezTo>
                  <a:cubicBezTo>
                    <a:pt x="7038" y="10042"/>
                    <a:pt x="7062" y="9993"/>
                    <a:pt x="7192" y="9872"/>
                  </a:cubicBezTo>
                  <a:cubicBezTo>
                    <a:pt x="7427" y="9677"/>
                    <a:pt x="7427" y="9677"/>
                    <a:pt x="7322" y="9628"/>
                  </a:cubicBezTo>
                  <a:cubicBezTo>
                    <a:pt x="7265" y="9596"/>
                    <a:pt x="7216" y="9572"/>
                    <a:pt x="7346" y="9572"/>
                  </a:cubicBezTo>
                  <a:cubicBezTo>
                    <a:pt x="7427" y="9555"/>
                    <a:pt x="7395" y="9474"/>
                    <a:pt x="7395" y="9353"/>
                  </a:cubicBezTo>
                  <a:cubicBezTo>
                    <a:pt x="7370" y="9272"/>
                    <a:pt x="7257" y="9215"/>
                    <a:pt x="7208" y="9191"/>
                  </a:cubicBezTo>
                  <a:cubicBezTo>
                    <a:pt x="7103" y="9134"/>
                    <a:pt x="7103" y="9134"/>
                    <a:pt x="7208" y="9061"/>
                  </a:cubicBezTo>
                  <a:cubicBezTo>
                    <a:pt x="7231" y="9027"/>
                    <a:pt x="7269" y="9009"/>
                    <a:pt x="7308" y="9009"/>
                  </a:cubicBezTo>
                  <a:cubicBezTo>
                    <a:pt x="7326" y="9009"/>
                    <a:pt x="7345" y="9013"/>
                    <a:pt x="7362" y="9020"/>
                  </a:cubicBezTo>
                  <a:cubicBezTo>
                    <a:pt x="7395" y="9037"/>
                    <a:pt x="7403" y="9069"/>
                    <a:pt x="7387" y="9093"/>
                  </a:cubicBezTo>
                  <a:lnTo>
                    <a:pt x="7362" y="9150"/>
                  </a:lnTo>
                  <a:cubicBezTo>
                    <a:pt x="7388" y="9161"/>
                    <a:pt x="7411" y="9172"/>
                    <a:pt x="7435" y="9172"/>
                  </a:cubicBezTo>
                  <a:cubicBezTo>
                    <a:pt x="7464" y="9172"/>
                    <a:pt x="7493" y="9155"/>
                    <a:pt x="7524" y="9101"/>
                  </a:cubicBezTo>
                  <a:cubicBezTo>
                    <a:pt x="7597" y="9077"/>
                    <a:pt x="7622" y="9028"/>
                    <a:pt x="7573" y="9004"/>
                  </a:cubicBezTo>
                  <a:cubicBezTo>
                    <a:pt x="7654" y="8980"/>
                    <a:pt x="7703" y="8883"/>
                    <a:pt x="7752" y="8785"/>
                  </a:cubicBezTo>
                  <a:cubicBezTo>
                    <a:pt x="7800" y="8688"/>
                    <a:pt x="7881" y="8534"/>
                    <a:pt x="7962" y="8518"/>
                  </a:cubicBezTo>
                  <a:cubicBezTo>
                    <a:pt x="8011" y="8412"/>
                    <a:pt x="8035" y="8364"/>
                    <a:pt x="7979" y="8339"/>
                  </a:cubicBezTo>
                  <a:cubicBezTo>
                    <a:pt x="7892" y="8293"/>
                    <a:pt x="7893" y="8252"/>
                    <a:pt x="7927" y="8252"/>
                  </a:cubicBezTo>
                  <a:cubicBezTo>
                    <a:pt x="7935" y="8252"/>
                    <a:pt x="7944" y="8254"/>
                    <a:pt x="7954" y="8258"/>
                  </a:cubicBezTo>
                  <a:cubicBezTo>
                    <a:pt x="7955" y="8258"/>
                    <a:pt x="7956" y="8258"/>
                    <a:pt x="7957" y="8258"/>
                  </a:cubicBezTo>
                  <a:cubicBezTo>
                    <a:pt x="8089" y="8258"/>
                    <a:pt x="8473" y="7649"/>
                    <a:pt x="8392" y="7545"/>
                  </a:cubicBezTo>
                  <a:cubicBezTo>
                    <a:pt x="8392" y="7545"/>
                    <a:pt x="8416" y="7496"/>
                    <a:pt x="8441" y="7447"/>
                  </a:cubicBezTo>
                  <a:cubicBezTo>
                    <a:pt x="8546" y="7375"/>
                    <a:pt x="8692" y="7083"/>
                    <a:pt x="8668" y="7002"/>
                  </a:cubicBezTo>
                  <a:lnTo>
                    <a:pt x="8741" y="6856"/>
                  </a:lnTo>
                  <a:cubicBezTo>
                    <a:pt x="8846" y="6783"/>
                    <a:pt x="8870" y="6734"/>
                    <a:pt x="8846" y="6653"/>
                  </a:cubicBezTo>
                  <a:cubicBezTo>
                    <a:pt x="8828" y="6598"/>
                    <a:pt x="8791" y="6571"/>
                    <a:pt x="8798" y="6571"/>
                  </a:cubicBezTo>
                  <a:lnTo>
                    <a:pt x="8798" y="6571"/>
                  </a:lnTo>
                  <a:cubicBezTo>
                    <a:pt x="8800" y="6571"/>
                    <a:pt x="8808" y="6574"/>
                    <a:pt x="8822" y="6580"/>
                  </a:cubicBezTo>
                  <a:cubicBezTo>
                    <a:pt x="8827" y="6582"/>
                    <a:pt x="8832" y="6584"/>
                    <a:pt x="8837" y="6584"/>
                  </a:cubicBezTo>
                  <a:cubicBezTo>
                    <a:pt x="8881" y="6584"/>
                    <a:pt x="8930" y="6487"/>
                    <a:pt x="9024" y="6312"/>
                  </a:cubicBezTo>
                  <a:cubicBezTo>
                    <a:pt x="9103" y="6162"/>
                    <a:pt x="9118" y="6123"/>
                    <a:pt x="9091" y="6123"/>
                  </a:cubicBezTo>
                  <a:cubicBezTo>
                    <a:pt x="9082" y="6123"/>
                    <a:pt x="9068" y="6128"/>
                    <a:pt x="9049" y="6134"/>
                  </a:cubicBezTo>
                  <a:cubicBezTo>
                    <a:pt x="9081" y="5983"/>
                    <a:pt x="9114" y="5947"/>
                    <a:pt x="9148" y="5947"/>
                  </a:cubicBezTo>
                  <a:cubicBezTo>
                    <a:pt x="9166" y="5947"/>
                    <a:pt x="9184" y="5956"/>
                    <a:pt x="9203" y="5964"/>
                  </a:cubicBezTo>
                  <a:cubicBezTo>
                    <a:pt x="9227" y="5995"/>
                    <a:pt x="9248" y="6008"/>
                    <a:pt x="9262" y="6008"/>
                  </a:cubicBezTo>
                  <a:cubicBezTo>
                    <a:pt x="9297" y="6008"/>
                    <a:pt x="9294" y="5931"/>
                    <a:pt x="9203" y="5834"/>
                  </a:cubicBezTo>
                  <a:cubicBezTo>
                    <a:pt x="9133" y="5743"/>
                    <a:pt x="9160" y="5657"/>
                    <a:pt x="9200" y="5657"/>
                  </a:cubicBezTo>
                  <a:cubicBezTo>
                    <a:pt x="9206" y="5657"/>
                    <a:pt x="9213" y="5659"/>
                    <a:pt x="9219" y="5664"/>
                  </a:cubicBezTo>
                  <a:cubicBezTo>
                    <a:pt x="9276" y="5688"/>
                    <a:pt x="9251" y="5737"/>
                    <a:pt x="9227" y="5785"/>
                  </a:cubicBezTo>
                  <a:lnTo>
                    <a:pt x="9333" y="5842"/>
                  </a:lnTo>
                  <a:cubicBezTo>
                    <a:pt x="9357" y="5794"/>
                    <a:pt x="9357" y="5794"/>
                    <a:pt x="9333" y="5712"/>
                  </a:cubicBezTo>
                  <a:cubicBezTo>
                    <a:pt x="9349" y="5672"/>
                    <a:pt x="9341" y="5631"/>
                    <a:pt x="9324" y="5591"/>
                  </a:cubicBezTo>
                  <a:cubicBezTo>
                    <a:pt x="9312" y="5535"/>
                    <a:pt x="9267" y="5498"/>
                    <a:pt x="9217" y="5498"/>
                  </a:cubicBezTo>
                  <a:cubicBezTo>
                    <a:pt x="9202" y="5498"/>
                    <a:pt x="9186" y="5502"/>
                    <a:pt x="9170" y="5510"/>
                  </a:cubicBezTo>
                  <a:cubicBezTo>
                    <a:pt x="9159" y="5512"/>
                    <a:pt x="9151" y="5513"/>
                    <a:pt x="9143" y="5513"/>
                  </a:cubicBezTo>
                  <a:cubicBezTo>
                    <a:pt x="9096" y="5513"/>
                    <a:pt x="9117" y="5471"/>
                    <a:pt x="9138" y="5429"/>
                  </a:cubicBezTo>
                  <a:cubicBezTo>
                    <a:pt x="9179" y="5400"/>
                    <a:pt x="9213" y="5388"/>
                    <a:pt x="9241" y="5388"/>
                  </a:cubicBezTo>
                  <a:cubicBezTo>
                    <a:pt x="9283" y="5388"/>
                    <a:pt x="9310" y="5417"/>
                    <a:pt x="9324" y="5461"/>
                  </a:cubicBezTo>
                  <a:cubicBezTo>
                    <a:pt x="9300" y="5510"/>
                    <a:pt x="9349" y="5542"/>
                    <a:pt x="9405" y="5566"/>
                  </a:cubicBezTo>
                  <a:cubicBezTo>
                    <a:pt x="9408" y="5567"/>
                    <a:pt x="9410" y="5568"/>
                    <a:pt x="9412" y="5568"/>
                  </a:cubicBezTo>
                  <a:cubicBezTo>
                    <a:pt x="9463" y="5568"/>
                    <a:pt x="9475" y="5287"/>
                    <a:pt x="9397" y="5185"/>
                  </a:cubicBezTo>
                  <a:lnTo>
                    <a:pt x="9397" y="5185"/>
                  </a:lnTo>
                  <a:lnTo>
                    <a:pt x="9454" y="5218"/>
                  </a:lnTo>
                  <a:cubicBezTo>
                    <a:pt x="9459" y="5220"/>
                    <a:pt x="9464" y="5222"/>
                    <a:pt x="9470" y="5222"/>
                  </a:cubicBezTo>
                  <a:cubicBezTo>
                    <a:pt x="9515" y="5222"/>
                    <a:pt x="9565" y="5135"/>
                    <a:pt x="9608" y="5048"/>
                  </a:cubicBezTo>
                  <a:cubicBezTo>
                    <a:pt x="9657" y="4942"/>
                    <a:pt x="9681" y="4894"/>
                    <a:pt x="9633" y="4869"/>
                  </a:cubicBezTo>
                  <a:cubicBezTo>
                    <a:pt x="9576" y="4845"/>
                    <a:pt x="9527" y="4812"/>
                    <a:pt x="9551" y="4764"/>
                  </a:cubicBezTo>
                  <a:lnTo>
                    <a:pt x="9551" y="4764"/>
                  </a:lnTo>
                  <a:cubicBezTo>
                    <a:pt x="9541" y="4784"/>
                    <a:pt x="9525" y="4792"/>
                    <a:pt x="9506" y="4792"/>
                  </a:cubicBezTo>
                  <a:cubicBezTo>
                    <a:pt x="9479" y="4792"/>
                    <a:pt x="9446" y="4778"/>
                    <a:pt x="9414" y="4764"/>
                  </a:cubicBezTo>
                  <a:cubicBezTo>
                    <a:pt x="9470" y="4723"/>
                    <a:pt x="9535" y="4691"/>
                    <a:pt x="9600" y="4667"/>
                  </a:cubicBezTo>
                  <a:cubicBezTo>
                    <a:pt x="9762" y="4626"/>
                    <a:pt x="9900" y="4512"/>
                    <a:pt x="9965" y="4350"/>
                  </a:cubicBezTo>
                  <a:cubicBezTo>
                    <a:pt x="10014" y="4253"/>
                    <a:pt x="10087" y="4107"/>
                    <a:pt x="10168" y="4083"/>
                  </a:cubicBezTo>
                  <a:cubicBezTo>
                    <a:pt x="10216" y="3985"/>
                    <a:pt x="10249" y="3937"/>
                    <a:pt x="10192" y="3904"/>
                  </a:cubicBezTo>
                  <a:lnTo>
                    <a:pt x="10241" y="3807"/>
                  </a:lnTo>
                  <a:cubicBezTo>
                    <a:pt x="10322" y="3783"/>
                    <a:pt x="10370" y="3686"/>
                    <a:pt x="10322" y="3661"/>
                  </a:cubicBezTo>
                  <a:cubicBezTo>
                    <a:pt x="10289" y="3580"/>
                    <a:pt x="10370" y="3564"/>
                    <a:pt x="10395" y="3507"/>
                  </a:cubicBezTo>
                  <a:cubicBezTo>
                    <a:pt x="10549" y="3467"/>
                    <a:pt x="10549" y="3467"/>
                    <a:pt x="10370" y="3434"/>
                  </a:cubicBezTo>
                  <a:cubicBezTo>
                    <a:pt x="10362" y="3431"/>
                    <a:pt x="10352" y="3429"/>
                    <a:pt x="10342" y="3429"/>
                  </a:cubicBezTo>
                  <a:cubicBezTo>
                    <a:pt x="10284" y="3429"/>
                    <a:pt x="10205" y="3483"/>
                    <a:pt x="10184" y="3531"/>
                  </a:cubicBezTo>
                  <a:lnTo>
                    <a:pt x="10111" y="3677"/>
                  </a:lnTo>
                  <a:lnTo>
                    <a:pt x="10135" y="3499"/>
                  </a:lnTo>
                  <a:cubicBezTo>
                    <a:pt x="10160" y="3450"/>
                    <a:pt x="10151" y="3329"/>
                    <a:pt x="10103" y="3296"/>
                  </a:cubicBezTo>
                  <a:cubicBezTo>
                    <a:pt x="10070" y="3288"/>
                    <a:pt x="10062" y="3248"/>
                    <a:pt x="10070" y="3223"/>
                  </a:cubicBezTo>
                  <a:lnTo>
                    <a:pt x="10070" y="3223"/>
                  </a:lnTo>
                  <a:lnTo>
                    <a:pt x="10184" y="3272"/>
                  </a:lnTo>
                  <a:cubicBezTo>
                    <a:pt x="10200" y="3337"/>
                    <a:pt x="10257" y="3386"/>
                    <a:pt x="10314" y="3410"/>
                  </a:cubicBezTo>
                  <a:cubicBezTo>
                    <a:pt x="10443" y="3410"/>
                    <a:pt x="10573" y="3288"/>
                    <a:pt x="10468" y="3240"/>
                  </a:cubicBezTo>
                  <a:cubicBezTo>
                    <a:pt x="10492" y="3191"/>
                    <a:pt x="10492" y="3191"/>
                    <a:pt x="10573" y="3167"/>
                  </a:cubicBezTo>
                  <a:cubicBezTo>
                    <a:pt x="10583" y="3171"/>
                    <a:pt x="10591" y="3173"/>
                    <a:pt x="10599" y="3173"/>
                  </a:cubicBezTo>
                  <a:cubicBezTo>
                    <a:pt x="10635" y="3173"/>
                    <a:pt x="10640" y="3124"/>
                    <a:pt x="10573" y="3037"/>
                  </a:cubicBezTo>
                  <a:cubicBezTo>
                    <a:pt x="10498" y="2939"/>
                    <a:pt x="10513" y="2890"/>
                    <a:pt x="10620" y="2890"/>
                  </a:cubicBezTo>
                  <a:cubicBezTo>
                    <a:pt x="10628" y="2890"/>
                    <a:pt x="10637" y="2890"/>
                    <a:pt x="10646" y="2891"/>
                  </a:cubicBezTo>
                  <a:cubicBezTo>
                    <a:pt x="10808" y="2842"/>
                    <a:pt x="10905" y="2648"/>
                    <a:pt x="10857" y="2623"/>
                  </a:cubicBezTo>
                  <a:cubicBezTo>
                    <a:pt x="10743" y="2567"/>
                    <a:pt x="10824" y="2421"/>
                    <a:pt x="10905" y="2396"/>
                  </a:cubicBezTo>
                  <a:cubicBezTo>
                    <a:pt x="10970" y="2388"/>
                    <a:pt x="11011" y="2307"/>
                    <a:pt x="10978" y="2250"/>
                  </a:cubicBezTo>
                  <a:lnTo>
                    <a:pt x="10978" y="2250"/>
                  </a:lnTo>
                  <a:cubicBezTo>
                    <a:pt x="10993" y="2257"/>
                    <a:pt x="11008" y="2260"/>
                    <a:pt x="11022" y="2260"/>
                  </a:cubicBezTo>
                  <a:cubicBezTo>
                    <a:pt x="11066" y="2260"/>
                    <a:pt x="11102" y="2232"/>
                    <a:pt x="11084" y="2177"/>
                  </a:cubicBezTo>
                  <a:cubicBezTo>
                    <a:pt x="11084" y="2177"/>
                    <a:pt x="11102" y="2142"/>
                    <a:pt x="11056" y="2142"/>
                  </a:cubicBezTo>
                  <a:cubicBezTo>
                    <a:pt x="11048" y="2142"/>
                    <a:pt x="11039" y="2143"/>
                    <a:pt x="11027" y="2145"/>
                  </a:cubicBezTo>
                  <a:lnTo>
                    <a:pt x="10970" y="1991"/>
                  </a:lnTo>
                  <a:cubicBezTo>
                    <a:pt x="10960" y="2014"/>
                    <a:pt x="10946" y="2023"/>
                    <a:pt x="10929" y="2023"/>
                  </a:cubicBezTo>
                  <a:cubicBezTo>
                    <a:pt x="10905" y="2023"/>
                    <a:pt x="10874" y="2005"/>
                    <a:pt x="10841" y="1991"/>
                  </a:cubicBezTo>
                  <a:cubicBezTo>
                    <a:pt x="10792" y="1959"/>
                    <a:pt x="10946" y="1788"/>
                    <a:pt x="11157" y="1772"/>
                  </a:cubicBezTo>
                  <a:lnTo>
                    <a:pt x="11311" y="1732"/>
                  </a:lnTo>
                  <a:lnTo>
                    <a:pt x="11205" y="1675"/>
                  </a:lnTo>
                  <a:cubicBezTo>
                    <a:pt x="11225" y="1635"/>
                    <a:pt x="11245" y="1595"/>
                    <a:pt x="11283" y="1595"/>
                  </a:cubicBezTo>
                  <a:cubicBezTo>
                    <a:pt x="11291" y="1595"/>
                    <a:pt x="11300" y="1597"/>
                    <a:pt x="11311" y="1602"/>
                  </a:cubicBezTo>
                  <a:cubicBezTo>
                    <a:pt x="11333" y="1616"/>
                    <a:pt x="11345" y="1624"/>
                    <a:pt x="11354" y="1624"/>
                  </a:cubicBezTo>
                  <a:cubicBezTo>
                    <a:pt x="11364" y="1624"/>
                    <a:pt x="11370" y="1612"/>
                    <a:pt x="11384" y="1586"/>
                  </a:cubicBezTo>
                  <a:cubicBezTo>
                    <a:pt x="11400" y="1553"/>
                    <a:pt x="11392" y="1521"/>
                    <a:pt x="11359" y="1505"/>
                  </a:cubicBezTo>
                  <a:cubicBezTo>
                    <a:pt x="11254" y="1448"/>
                    <a:pt x="11254" y="1448"/>
                    <a:pt x="11335" y="1432"/>
                  </a:cubicBezTo>
                  <a:cubicBezTo>
                    <a:pt x="11465" y="1432"/>
                    <a:pt x="11489" y="1383"/>
                    <a:pt x="11408" y="1278"/>
                  </a:cubicBezTo>
                  <a:cubicBezTo>
                    <a:pt x="11303" y="1229"/>
                    <a:pt x="11303" y="1229"/>
                    <a:pt x="11432" y="1229"/>
                  </a:cubicBezTo>
                  <a:cubicBezTo>
                    <a:pt x="11450" y="1236"/>
                    <a:pt x="11468" y="1240"/>
                    <a:pt x="11487" y="1240"/>
                  </a:cubicBezTo>
                  <a:cubicBezTo>
                    <a:pt x="11527" y="1240"/>
                    <a:pt x="11567" y="1222"/>
                    <a:pt x="11595" y="1188"/>
                  </a:cubicBezTo>
                  <a:lnTo>
                    <a:pt x="11538" y="1156"/>
                  </a:lnTo>
                  <a:cubicBezTo>
                    <a:pt x="11432" y="1107"/>
                    <a:pt x="11457" y="1059"/>
                    <a:pt x="11538" y="1034"/>
                  </a:cubicBezTo>
                  <a:cubicBezTo>
                    <a:pt x="11546" y="1038"/>
                    <a:pt x="11553" y="1040"/>
                    <a:pt x="11560" y="1040"/>
                  </a:cubicBezTo>
                  <a:cubicBezTo>
                    <a:pt x="11594" y="1040"/>
                    <a:pt x="11611" y="989"/>
                    <a:pt x="11611" y="880"/>
                  </a:cubicBezTo>
                  <a:cubicBezTo>
                    <a:pt x="11649" y="803"/>
                    <a:pt x="11678" y="757"/>
                    <a:pt x="11712" y="757"/>
                  </a:cubicBezTo>
                  <a:cubicBezTo>
                    <a:pt x="11721" y="757"/>
                    <a:pt x="11730" y="760"/>
                    <a:pt x="11741" y="767"/>
                  </a:cubicBezTo>
                  <a:cubicBezTo>
                    <a:pt x="11783" y="786"/>
                    <a:pt x="11809" y="798"/>
                    <a:pt x="11818" y="798"/>
                  </a:cubicBezTo>
                  <a:cubicBezTo>
                    <a:pt x="11833" y="798"/>
                    <a:pt x="11813" y="773"/>
                    <a:pt x="11765" y="710"/>
                  </a:cubicBezTo>
                  <a:cubicBezTo>
                    <a:pt x="11741" y="637"/>
                    <a:pt x="11741" y="637"/>
                    <a:pt x="11846" y="564"/>
                  </a:cubicBezTo>
                  <a:cubicBezTo>
                    <a:pt x="11919" y="540"/>
                    <a:pt x="11919" y="540"/>
                    <a:pt x="11895" y="467"/>
                  </a:cubicBezTo>
                  <a:cubicBezTo>
                    <a:pt x="11828" y="431"/>
                    <a:pt x="11781" y="408"/>
                    <a:pt x="11749" y="408"/>
                  </a:cubicBezTo>
                  <a:cubicBezTo>
                    <a:pt x="11731" y="408"/>
                    <a:pt x="11717" y="416"/>
                    <a:pt x="11708" y="434"/>
                  </a:cubicBezTo>
                  <a:cubicBezTo>
                    <a:pt x="11694" y="463"/>
                    <a:pt x="11688" y="475"/>
                    <a:pt x="11674" y="475"/>
                  </a:cubicBezTo>
                  <a:cubicBezTo>
                    <a:pt x="11664" y="475"/>
                    <a:pt x="11651" y="469"/>
                    <a:pt x="11627" y="459"/>
                  </a:cubicBezTo>
                  <a:lnTo>
                    <a:pt x="11684" y="353"/>
                  </a:lnTo>
                  <a:cubicBezTo>
                    <a:pt x="11716" y="288"/>
                    <a:pt x="11732" y="207"/>
                    <a:pt x="11732" y="134"/>
                  </a:cubicBezTo>
                  <a:cubicBezTo>
                    <a:pt x="11727" y="51"/>
                    <a:pt x="11687" y="0"/>
                    <a:pt x="11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2"/>
            <p:cNvSpPr/>
            <p:nvPr/>
          </p:nvSpPr>
          <p:spPr>
            <a:xfrm>
              <a:off x="4834967" y="2006902"/>
              <a:ext cx="2147672" cy="999585"/>
            </a:xfrm>
            <a:custGeom>
              <a:avLst/>
              <a:gdLst/>
              <a:ahLst/>
              <a:cxnLst/>
              <a:rect l="l" t="t" r="r" b="b"/>
              <a:pathLst>
                <a:path w="124593" h="57989" extrusionOk="0">
                  <a:moveTo>
                    <a:pt x="121342" y="0"/>
                  </a:moveTo>
                  <a:lnTo>
                    <a:pt x="121139" y="8"/>
                  </a:lnTo>
                  <a:cubicBezTo>
                    <a:pt x="120936" y="16"/>
                    <a:pt x="120936" y="73"/>
                    <a:pt x="120936" y="138"/>
                  </a:cubicBezTo>
                  <a:lnTo>
                    <a:pt x="121139" y="130"/>
                  </a:lnTo>
                  <a:cubicBezTo>
                    <a:pt x="121139" y="130"/>
                    <a:pt x="121342" y="65"/>
                    <a:pt x="121342" y="0"/>
                  </a:cubicBezTo>
                  <a:close/>
                  <a:moveTo>
                    <a:pt x="120734" y="916"/>
                  </a:moveTo>
                  <a:lnTo>
                    <a:pt x="120944" y="973"/>
                  </a:lnTo>
                  <a:cubicBezTo>
                    <a:pt x="120944" y="1030"/>
                    <a:pt x="120734" y="1038"/>
                    <a:pt x="120531" y="1046"/>
                  </a:cubicBezTo>
                  <a:cubicBezTo>
                    <a:pt x="120478" y="1048"/>
                    <a:pt x="120439" y="1050"/>
                    <a:pt x="120410" y="1050"/>
                  </a:cubicBezTo>
                  <a:cubicBezTo>
                    <a:pt x="120328" y="1050"/>
                    <a:pt x="120328" y="1037"/>
                    <a:pt x="120328" y="989"/>
                  </a:cubicBezTo>
                  <a:cubicBezTo>
                    <a:pt x="120458" y="949"/>
                    <a:pt x="120596" y="924"/>
                    <a:pt x="120734" y="916"/>
                  </a:cubicBezTo>
                  <a:close/>
                  <a:moveTo>
                    <a:pt x="118123" y="891"/>
                  </a:moveTo>
                  <a:cubicBezTo>
                    <a:pt x="118319" y="891"/>
                    <a:pt x="118496" y="944"/>
                    <a:pt x="118496" y="997"/>
                  </a:cubicBezTo>
                  <a:cubicBezTo>
                    <a:pt x="118699" y="1111"/>
                    <a:pt x="118699" y="1111"/>
                    <a:pt x="118293" y="1127"/>
                  </a:cubicBezTo>
                  <a:cubicBezTo>
                    <a:pt x="118222" y="1130"/>
                    <a:pt x="118150" y="1133"/>
                    <a:pt x="118087" y="1133"/>
                  </a:cubicBezTo>
                  <a:cubicBezTo>
                    <a:pt x="117973" y="1133"/>
                    <a:pt x="117888" y="1123"/>
                    <a:pt x="117888" y="1087"/>
                  </a:cubicBezTo>
                  <a:lnTo>
                    <a:pt x="118091" y="1078"/>
                  </a:lnTo>
                  <a:cubicBezTo>
                    <a:pt x="118091" y="1093"/>
                    <a:pt x="118104" y="1099"/>
                    <a:pt x="118121" y="1099"/>
                  </a:cubicBezTo>
                  <a:cubicBezTo>
                    <a:pt x="118168" y="1099"/>
                    <a:pt x="118241" y="1050"/>
                    <a:pt x="118091" y="1014"/>
                  </a:cubicBezTo>
                  <a:lnTo>
                    <a:pt x="118082" y="892"/>
                  </a:lnTo>
                  <a:cubicBezTo>
                    <a:pt x="118096" y="891"/>
                    <a:pt x="118110" y="891"/>
                    <a:pt x="118123" y="891"/>
                  </a:cubicBezTo>
                  <a:close/>
                  <a:moveTo>
                    <a:pt x="117693" y="1395"/>
                  </a:moveTo>
                  <a:lnTo>
                    <a:pt x="117491" y="1403"/>
                  </a:lnTo>
                  <a:cubicBezTo>
                    <a:pt x="117491" y="1444"/>
                    <a:pt x="117491" y="1455"/>
                    <a:pt x="117568" y="1455"/>
                  </a:cubicBezTo>
                  <a:cubicBezTo>
                    <a:pt x="117597" y="1455"/>
                    <a:pt x="117638" y="1454"/>
                    <a:pt x="117693" y="1451"/>
                  </a:cubicBezTo>
                  <a:lnTo>
                    <a:pt x="117896" y="1443"/>
                  </a:lnTo>
                  <a:lnTo>
                    <a:pt x="117693" y="1395"/>
                  </a:lnTo>
                  <a:close/>
                  <a:moveTo>
                    <a:pt x="107267" y="2514"/>
                  </a:moveTo>
                  <a:lnTo>
                    <a:pt x="107267" y="2514"/>
                  </a:lnTo>
                  <a:cubicBezTo>
                    <a:pt x="107283" y="2570"/>
                    <a:pt x="106918" y="2757"/>
                    <a:pt x="106732" y="2830"/>
                  </a:cubicBezTo>
                  <a:cubicBezTo>
                    <a:pt x="106677" y="2850"/>
                    <a:pt x="106637" y="2860"/>
                    <a:pt x="106615" y="2860"/>
                  </a:cubicBezTo>
                  <a:cubicBezTo>
                    <a:pt x="106558" y="2860"/>
                    <a:pt x="106623" y="2792"/>
                    <a:pt x="106886" y="2651"/>
                  </a:cubicBezTo>
                  <a:cubicBezTo>
                    <a:pt x="107072" y="2570"/>
                    <a:pt x="107267" y="2514"/>
                    <a:pt x="107267" y="2514"/>
                  </a:cubicBezTo>
                  <a:close/>
                  <a:moveTo>
                    <a:pt x="106057" y="2858"/>
                  </a:moveTo>
                  <a:cubicBezTo>
                    <a:pt x="105979" y="2858"/>
                    <a:pt x="105797" y="2925"/>
                    <a:pt x="105507" y="3049"/>
                  </a:cubicBezTo>
                  <a:cubicBezTo>
                    <a:pt x="105386" y="3105"/>
                    <a:pt x="105264" y="3178"/>
                    <a:pt x="105159" y="3259"/>
                  </a:cubicBezTo>
                  <a:cubicBezTo>
                    <a:pt x="105163" y="3274"/>
                    <a:pt x="105177" y="3280"/>
                    <a:pt x="105200" y="3280"/>
                  </a:cubicBezTo>
                  <a:cubicBezTo>
                    <a:pt x="105268" y="3280"/>
                    <a:pt x="105410" y="3223"/>
                    <a:pt x="105556" y="3162"/>
                  </a:cubicBezTo>
                  <a:cubicBezTo>
                    <a:pt x="105945" y="3057"/>
                    <a:pt x="106124" y="2935"/>
                    <a:pt x="106099" y="2878"/>
                  </a:cubicBezTo>
                  <a:cubicBezTo>
                    <a:pt x="106095" y="2865"/>
                    <a:pt x="106081" y="2858"/>
                    <a:pt x="106057" y="2858"/>
                  </a:cubicBezTo>
                  <a:close/>
                  <a:moveTo>
                    <a:pt x="98591" y="7305"/>
                  </a:moveTo>
                  <a:cubicBezTo>
                    <a:pt x="98616" y="7354"/>
                    <a:pt x="98454" y="7467"/>
                    <a:pt x="98291" y="7589"/>
                  </a:cubicBezTo>
                  <a:lnTo>
                    <a:pt x="98259" y="7540"/>
                  </a:lnTo>
                  <a:lnTo>
                    <a:pt x="98389" y="7370"/>
                  </a:lnTo>
                  <a:lnTo>
                    <a:pt x="98591" y="7305"/>
                  </a:lnTo>
                  <a:close/>
                  <a:moveTo>
                    <a:pt x="97927" y="7411"/>
                  </a:moveTo>
                  <a:lnTo>
                    <a:pt x="97667" y="7743"/>
                  </a:lnTo>
                  <a:cubicBezTo>
                    <a:pt x="97516" y="8002"/>
                    <a:pt x="97465" y="8089"/>
                    <a:pt x="97427" y="8089"/>
                  </a:cubicBezTo>
                  <a:cubicBezTo>
                    <a:pt x="97408" y="8089"/>
                    <a:pt x="97391" y="8067"/>
                    <a:pt x="97367" y="8035"/>
                  </a:cubicBezTo>
                  <a:cubicBezTo>
                    <a:pt x="97335" y="7986"/>
                    <a:pt x="97302" y="7938"/>
                    <a:pt x="97594" y="7646"/>
                  </a:cubicBezTo>
                  <a:lnTo>
                    <a:pt x="97927" y="7411"/>
                  </a:lnTo>
                  <a:close/>
                  <a:moveTo>
                    <a:pt x="222" y="10564"/>
                  </a:moveTo>
                  <a:cubicBezTo>
                    <a:pt x="254" y="10564"/>
                    <a:pt x="333" y="10652"/>
                    <a:pt x="431" y="10832"/>
                  </a:cubicBezTo>
                  <a:cubicBezTo>
                    <a:pt x="593" y="11010"/>
                    <a:pt x="593" y="11010"/>
                    <a:pt x="479" y="11035"/>
                  </a:cubicBezTo>
                  <a:cubicBezTo>
                    <a:pt x="466" y="11037"/>
                    <a:pt x="453" y="11039"/>
                    <a:pt x="440" y="11039"/>
                  </a:cubicBezTo>
                  <a:cubicBezTo>
                    <a:pt x="394" y="11039"/>
                    <a:pt x="348" y="11013"/>
                    <a:pt x="317" y="10856"/>
                  </a:cubicBezTo>
                  <a:cubicBezTo>
                    <a:pt x="208" y="10664"/>
                    <a:pt x="188" y="10564"/>
                    <a:pt x="222" y="10564"/>
                  </a:cubicBezTo>
                  <a:close/>
                  <a:moveTo>
                    <a:pt x="94338" y="10597"/>
                  </a:moveTo>
                  <a:cubicBezTo>
                    <a:pt x="94368" y="10597"/>
                    <a:pt x="94285" y="10741"/>
                    <a:pt x="94229" y="10913"/>
                  </a:cubicBezTo>
                  <a:cubicBezTo>
                    <a:pt x="94089" y="11084"/>
                    <a:pt x="94025" y="11163"/>
                    <a:pt x="94007" y="11163"/>
                  </a:cubicBezTo>
                  <a:cubicBezTo>
                    <a:pt x="93991" y="11163"/>
                    <a:pt x="94009" y="11106"/>
                    <a:pt x="94043" y="11002"/>
                  </a:cubicBezTo>
                  <a:lnTo>
                    <a:pt x="94270" y="10646"/>
                  </a:lnTo>
                  <a:cubicBezTo>
                    <a:pt x="94307" y="10612"/>
                    <a:pt x="94329" y="10597"/>
                    <a:pt x="94338" y="10597"/>
                  </a:cubicBezTo>
                  <a:close/>
                  <a:moveTo>
                    <a:pt x="92948" y="11594"/>
                  </a:moveTo>
                  <a:cubicBezTo>
                    <a:pt x="92981" y="11643"/>
                    <a:pt x="92875" y="11821"/>
                    <a:pt x="92875" y="11821"/>
                  </a:cubicBezTo>
                  <a:lnTo>
                    <a:pt x="92729" y="11967"/>
                  </a:lnTo>
                  <a:cubicBezTo>
                    <a:pt x="92689" y="11919"/>
                    <a:pt x="92648" y="11878"/>
                    <a:pt x="92794" y="11732"/>
                  </a:cubicBezTo>
                  <a:lnTo>
                    <a:pt x="92948" y="11594"/>
                  </a:lnTo>
                  <a:close/>
                  <a:moveTo>
                    <a:pt x="91221" y="13921"/>
                  </a:moveTo>
                  <a:lnTo>
                    <a:pt x="91262" y="13970"/>
                  </a:lnTo>
                  <a:lnTo>
                    <a:pt x="91303" y="14010"/>
                  </a:lnTo>
                  <a:lnTo>
                    <a:pt x="91221" y="13921"/>
                  </a:lnTo>
                  <a:close/>
                  <a:moveTo>
                    <a:pt x="89988" y="14323"/>
                  </a:moveTo>
                  <a:cubicBezTo>
                    <a:pt x="90005" y="14323"/>
                    <a:pt x="89818" y="14571"/>
                    <a:pt x="89697" y="14691"/>
                  </a:cubicBezTo>
                  <a:lnTo>
                    <a:pt x="89657" y="14651"/>
                  </a:lnTo>
                  <a:cubicBezTo>
                    <a:pt x="89787" y="14520"/>
                    <a:pt x="89879" y="14351"/>
                    <a:pt x="89925" y="14351"/>
                  </a:cubicBezTo>
                  <a:cubicBezTo>
                    <a:pt x="89931" y="14351"/>
                    <a:pt x="89936" y="14354"/>
                    <a:pt x="89940" y="14359"/>
                  </a:cubicBezTo>
                  <a:lnTo>
                    <a:pt x="89949" y="14359"/>
                  </a:lnTo>
                  <a:cubicBezTo>
                    <a:pt x="89972" y="14334"/>
                    <a:pt x="89985" y="14323"/>
                    <a:pt x="89988" y="14323"/>
                  </a:cubicBezTo>
                  <a:close/>
                  <a:moveTo>
                    <a:pt x="89016" y="15737"/>
                  </a:moveTo>
                  <a:cubicBezTo>
                    <a:pt x="89057" y="15778"/>
                    <a:pt x="89097" y="15826"/>
                    <a:pt x="88959" y="15972"/>
                  </a:cubicBezTo>
                  <a:cubicBezTo>
                    <a:pt x="88897" y="16083"/>
                    <a:pt x="88809" y="16165"/>
                    <a:pt x="88760" y="16165"/>
                  </a:cubicBezTo>
                  <a:cubicBezTo>
                    <a:pt x="88725" y="16165"/>
                    <a:pt x="88709" y="16125"/>
                    <a:pt x="88732" y="16029"/>
                  </a:cubicBezTo>
                  <a:lnTo>
                    <a:pt x="89016" y="15737"/>
                  </a:lnTo>
                  <a:close/>
                  <a:moveTo>
                    <a:pt x="87824" y="17148"/>
                  </a:moveTo>
                  <a:lnTo>
                    <a:pt x="87686" y="17294"/>
                  </a:lnTo>
                  <a:cubicBezTo>
                    <a:pt x="87596" y="17390"/>
                    <a:pt x="87565" y="17423"/>
                    <a:pt x="87541" y="17423"/>
                  </a:cubicBezTo>
                  <a:cubicBezTo>
                    <a:pt x="87528" y="17423"/>
                    <a:pt x="87517" y="17413"/>
                    <a:pt x="87500" y="17399"/>
                  </a:cubicBezTo>
                  <a:lnTo>
                    <a:pt x="87646" y="17253"/>
                  </a:lnTo>
                  <a:lnTo>
                    <a:pt x="87824" y="17148"/>
                  </a:lnTo>
                  <a:close/>
                  <a:moveTo>
                    <a:pt x="86368" y="18890"/>
                  </a:moveTo>
                  <a:cubicBezTo>
                    <a:pt x="86304" y="18890"/>
                    <a:pt x="86178" y="18964"/>
                    <a:pt x="86178" y="18964"/>
                  </a:cubicBezTo>
                  <a:cubicBezTo>
                    <a:pt x="86032" y="19110"/>
                    <a:pt x="86073" y="19151"/>
                    <a:pt x="86073" y="19151"/>
                  </a:cubicBezTo>
                  <a:cubicBezTo>
                    <a:pt x="86073" y="19151"/>
                    <a:pt x="86079" y="19156"/>
                    <a:pt x="86093" y="19156"/>
                  </a:cubicBezTo>
                  <a:cubicBezTo>
                    <a:pt x="86119" y="19156"/>
                    <a:pt x="86171" y="19139"/>
                    <a:pt x="86259" y="19045"/>
                  </a:cubicBezTo>
                  <a:lnTo>
                    <a:pt x="86397" y="18899"/>
                  </a:lnTo>
                  <a:cubicBezTo>
                    <a:pt x="86391" y="18893"/>
                    <a:pt x="86381" y="18890"/>
                    <a:pt x="86368" y="18890"/>
                  </a:cubicBezTo>
                  <a:close/>
                  <a:moveTo>
                    <a:pt x="85254" y="19483"/>
                  </a:moveTo>
                  <a:lnTo>
                    <a:pt x="85254" y="19483"/>
                  </a:lnTo>
                  <a:cubicBezTo>
                    <a:pt x="85295" y="19532"/>
                    <a:pt x="85157" y="19678"/>
                    <a:pt x="85157" y="19678"/>
                  </a:cubicBezTo>
                  <a:cubicBezTo>
                    <a:pt x="85028" y="19807"/>
                    <a:pt x="84905" y="19936"/>
                    <a:pt x="84850" y="19936"/>
                  </a:cubicBezTo>
                  <a:cubicBezTo>
                    <a:pt x="84843" y="19936"/>
                    <a:pt x="84837" y="19934"/>
                    <a:pt x="84833" y="19929"/>
                  </a:cubicBezTo>
                  <a:cubicBezTo>
                    <a:pt x="84833" y="19929"/>
                    <a:pt x="84792" y="19888"/>
                    <a:pt x="84930" y="19734"/>
                  </a:cubicBezTo>
                  <a:cubicBezTo>
                    <a:pt x="85027" y="19637"/>
                    <a:pt x="85141" y="19556"/>
                    <a:pt x="85254" y="19483"/>
                  </a:cubicBezTo>
                  <a:close/>
                  <a:moveTo>
                    <a:pt x="82510" y="20520"/>
                  </a:moveTo>
                  <a:cubicBezTo>
                    <a:pt x="82454" y="20520"/>
                    <a:pt x="82337" y="20664"/>
                    <a:pt x="82295" y="20869"/>
                  </a:cubicBezTo>
                  <a:cubicBezTo>
                    <a:pt x="82309" y="20883"/>
                    <a:pt x="82318" y="20892"/>
                    <a:pt x="82329" y="20892"/>
                  </a:cubicBezTo>
                  <a:cubicBezTo>
                    <a:pt x="82351" y="20892"/>
                    <a:pt x="82382" y="20858"/>
                    <a:pt x="82473" y="20756"/>
                  </a:cubicBezTo>
                  <a:cubicBezTo>
                    <a:pt x="82473" y="20756"/>
                    <a:pt x="82570" y="20569"/>
                    <a:pt x="82530" y="20529"/>
                  </a:cubicBezTo>
                  <a:cubicBezTo>
                    <a:pt x="82525" y="20523"/>
                    <a:pt x="82518" y="20520"/>
                    <a:pt x="82510" y="20520"/>
                  </a:cubicBezTo>
                  <a:close/>
                  <a:moveTo>
                    <a:pt x="83593" y="21727"/>
                  </a:moveTo>
                  <a:cubicBezTo>
                    <a:pt x="83603" y="21727"/>
                    <a:pt x="83596" y="21746"/>
                    <a:pt x="83543" y="21802"/>
                  </a:cubicBezTo>
                  <a:cubicBezTo>
                    <a:pt x="83518" y="21777"/>
                    <a:pt x="83577" y="21727"/>
                    <a:pt x="83593" y="21727"/>
                  </a:cubicBezTo>
                  <a:close/>
                  <a:moveTo>
                    <a:pt x="84247" y="21738"/>
                  </a:moveTo>
                  <a:cubicBezTo>
                    <a:pt x="84236" y="21738"/>
                    <a:pt x="84194" y="21762"/>
                    <a:pt x="84127" y="21802"/>
                  </a:cubicBezTo>
                  <a:lnTo>
                    <a:pt x="84119" y="21802"/>
                  </a:lnTo>
                  <a:lnTo>
                    <a:pt x="83843" y="22094"/>
                  </a:lnTo>
                  <a:cubicBezTo>
                    <a:pt x="83860" y="22108"/>
                    <a:pt x="83870" y="22117"/>
                    <a:pt x="83882" y="22117"/>
                  </a:cubicBezTo>
                  <a:cubicBezTo>
                    <a:pt x="83905" y="22117"/>
                    <a:pt x="83934" y="22084"/>
                    <a:pt x="84030" y="21988"/>
                  </a:cubicBezTo>
                  <a:cubicBezTo>
                    <a:pt x="84202" y="21806"/>
                    <a:pt x="84267" y="21738"/>
                    <a:pt x="84247" y="21738"/>
                  </a:cubicBezTo>
                  <a:close/>
                  <a:moveTo>
                    <a:pt x="82723" y="22241"/>
                  </a:moveTo>
                  <a:cubicBezTo>
                    <a:pt x="82743" y="22241"/>
                    <a:pt x="82679" y="22311"/>
                    <a:pt x="82506" y="22499"/>
                  </a:cubicBezTo>
                  <a:cubicBezTo>
                    <a:pt x="82417" y="22593"/>
                    <a:pt x="82369" y="22610"/>
                    <a:pt x="82345" y="22610"/>
                  </a:cubicBezTo>
                  <a:cubicBezTo>
                    <a:pt x="82332" y="22610"/>
                    <a:pt x="82327" y="22605"/>
                    <a:pt x="82327" y="22605"/>
                  </a:cubicBezTo>
                  <a:cubicBezTo>
                    <a:pt x="82287" y="22564"/>
                    <a:pt x="82465" y="22459"/>
                    <a:pt x="82603" y="22305"/>
                  </a:cubicBezTo>
                  <a:cubicBezTo>
                    <a:pt x="82669" y="22265"/>
                    <a:pt x="82711" y="22241"/>
                    <a:pt x="82723" y="22241"/>
                  </a:cubicBezTo>
                  <a:close/>
                  <a:moveTo>
                    <a:pt x="80408" y="25012"/>
                  </a:moveTo>
                  <a:cubicBezTo>
                    <a:pt x="80420" y="25012"/>
                    <a:pt x="80431" y="25014"/>
                    <a:pt x="80438" y="25021"/>
                  </a:cubicBezTo>
                  <a:cubicBezTo>
                    <a:pt x="80479" y="25061"/>
                    <a:pt x="80349" y="25215"/>
                    <a:pt x="80122" y="25288"/>
                  </a:cubicBezTo>
                  <a:cubicBezTo>
                    <a:pt x="80081" y="25248"/>
                    <a:pt x="80081" y="25248"/>
                    <a:pt x="80211" y="25094"/>
                  </a:cubicBezTo>
                  <a:cubicBezTo>
                    <a:pt x="80211" y="25094"/>
                    <a:pt x="80340" y="25012"/>
                    <a:pt x="80408" y="25012"/>
                  </a:cubicBezTo>
                  <a:close/>
                  <a:moveTo>
                    <a:pt x="79149" y="26058"/>
                  </a:moveTo>
                  <a:cubicBezTo>
                    <a:pt x="79179" y="26084"/>
                    <a:pt x="79122" y="26137"/>
                    <a:pt x="79105" y="26137"/>
                  </a:cubicBezTo>
                  <a:cubicBezTo>
                    <a:pt x="79095" y="26137"/>
                    <a:pt x="79100" y="26117"/>
                    <a:pt x="79149" y="26058"/>
                  </a:cubicBezTo>
                  <a:close/>
                  <a:moveTo>
                    <a:pt x="79465" y="26058"/>
                  </a:moveTo>
                  <a:lnTo>
                    <a:pt x="79376" y="26253"/>
                  </a:lnTo>
                  <a:lnTo>
                    <a:pt x="79246" y="26415"/>
                  </a:lnTo>
                  <a:cubicBezTo>
                    <a:pt x="79198" y="26375"/>
                    <a:pt x="79157" y="26334"/>
                    <a:pt x="79287" y="26180"/>
                  </a:cubicBezTo>
                  <a:lnTo>
                    <a:pt x="79465" y="26058"/>
                  </a:lnTo>
                  <a:close/>
                  <a:moveTo>
                    <a:pt x="78630" y="26958"/>
                  </a:moveTo>
                  <a:lnTo>
                    <a:pt x="78630" y="26958"/>
                  </a:lnTo>
                  <a:cubicBezTo>
                    <a:pt x="78660" y="26984"/>
                    <a:pt x="78603" y="27037"/>
                    <a:pt x="78586" y="27037"/>
                  </a:cubicBezTo>
                  <a:cubicBezTo>
                    <a:pt x="78576" y="27037"/>
                    <a:pt x="78581" y="27017"/>
                    <a:pt x="78630" y="26958"/>
                  </a:cubicBezTo>
                  <a:close/>
                  <a:moveTo>
                    <a:pt x="70993" y="36266"/>
                  </a:moveTo>
                  <a:lnTo>
                    <a:pt x="70911" y="36461"/>
                  </a:lnTo>
                  <a:lnTo>
                    <a:pt x="70782" y="36623"/>
                  </a:lnTo>
                  <a:cubicBezTo>
                    <a:pt x="70733" y="36582"/>
                    <a:pt x="70684" y="36542"/>
                    <a:pt x="70814" y="36388"/>
                  </a:cubicBezTo>
                  <a:lnTo>
                    <a:pt x="70993" y="36266"/>
                  </a:lnTo>
                  <a:close/>
                  <a:moveTo>
                    <a:pt x="9704" y="37715"/>
                  </a:moveTo>
                  <a:cubicBezTo>
                    <a:pt x="9769" y="37715"/>
                    <a:pt x="9908" y="37852"/>
                    <a:pt x="10006" y="38017"/>
                  </a:cubicBezTo>
                  <a:cubicBezTo>
                    <a:pt x="10057" y="38104"/>
                    <a:pt x="10059" y="38161"/>
                    <a:pt x="10017" y="38161"/>
                  </a:cubicBezTo>
                  <a:cubicBezTo>
                    <a:pt x="9973" y="38161"/>
                    <a:pt x="9880" y="38096"/>
                    <a:pt x="9747" y="37928"/>
                  </a:cubicBezTo>
                  <a:cubicBezTo>
                    <a:pt x="9641" y="37750"/>
                    <a:pt x="9641" y="37750"/>
                    <a:pt x="9690" y="37717"/>
                  </a:cubicBezTo>
                  <a:cubicBezTo>
                    <a:pt x="9694" y="37716"/>
                    <a:pt x="9699" y="37715"/>
                    <a:pt x="9704" y="37715"/>
                  </a:cubicBezTo>
                  <a:close/>
                  <a:moveTo>
                    <a:pt x="67744" y="40098"/>
                  </a:moveTo>
                  <a:cubicBezTo>
                    <a:pt x="67791" y="40098"/>
                    <a:pt x="67775" y="40241"/>
                    <a:pt x="67806" y="40271"/>
                  </a:cubicBezTo>
                  <a:cubicBezTo>
                    <a:pt x="67720" y="40373"/>
                    <a:pt x="67691" y="40408"/>
                    <a:pt x="67668" y="40408"/>
                  </a:cubicBezTo>
                  <a:cubicBezTo>
                    <a:pt x="67655" y="40408"/>
                    <a:pt x="67644" y="40398"/>
                    <a:pt x="67628" y="40385"/>
                  </a:cubicBezTo>
                  <a:cubicBezTo>
                    <a:pt x="67587" y="40344"/>
                    <a:pt x="67676" y="40150"/>
                    <a:pt x="67676" y="40150"/>
                  </a:cubicBezTo>
                  <a:cubicBezTo>
                    <a:pt x="67708" y="40112"/>
                    <a:pt x="67729" y="40098"/>
                    <a:pt x="67744" y="40098"/>
                  </a:cubicBezTo>
                  <a:close/>
                  <a:moveTo>
                    <a:pt x="65868" y="42939"/>
                  </a:moveTo>
                  <a:cubicBezTo>
                    <a:pt x="65909" y="42979"/>
                    <a:pt x="65812" y="43174"/>
                    <a:pt x="65812" y="43174"/>
                  </a:cubicBezTo>
                  <a:lnTo>
                    <a:pt x="65674" y="43320"/>
                  </a:lnTo>
                  <a:cubicBezTo>
                    <a:pt x="65633" y="43279"/>
                    <a:pt x="65593" y="43239"/>
                    <a:pt x="65731" y="43085"/>
                  </a:cubicBezTo>
                  <a:lnTo>
                    <a:pt x="65868" y="42939"/>
                  </a:lnTo>
                  <a:close/>
                  <a:moveTo>
                    <a:pt x="13764" y="43437"/>
                  </a:moveTo>
                  <a:cubicBezTo>
                    <a:pt x="13792" y="43437"/>
                    <a:pt x="13852" y="43451"/>
                    <a:pt x="13963" y="43531"/>
                  </a:cubicBezTo>
                  <a:cubicBezTo>
                    <a:pt x="13963" y="43531"/>
                    <a:pt x="14141" y="43652"/>
                    <a:pt x="14092" y="43693"/>
                  </a:cubicBezTo>
                  <a:lnTo>
                    <a:pt x="14044" y="43725"/>
                  </a:lnTo>
                  <a:cubicBezTo>
                    <a:pt x="13873" y="43604"/>
                    <a:pt x="13695" y="43474"/>
                    <a:pt x="13744" y="43441"/>
                  </a:cubicBezTo>
                  <a:cubicBezTo>
                    <a:pt x="13744" y="43441"/>
                    <a:pt x="13750" y="43437"/>
                    <a:pt x="13764" y="43437"/>
                  </a:cubicBezTo>
                  <a:close/>
                  <a:moveTo>
                    <a:pt x="63842" y="44682"/>
                  </a:moveTo>
                  <a:lnTo>
                    <a:pt x="63744" y="44876"/>
                  </a:lnTo>
                  <a:lnTo>
                    <a:pt x="63606" y="45022"/>
                  </a:lnTo>
                  <a:cubicBezTo>
                    <a:pt x="63558" y="44982"/>
                    <a:pt x="63517" y="44941"/>
                    <a:pt x="63655" y="44787"/>
                  </a:cubicBezTo>
                  <a:lnTo>
                    <a:pt x="63842" y="44682"/>
                  </a:lnTo>
                  <a:close/>
                  <a:moveTo>
                    <a:pt x="19476" y="49362"/>
                  </a:moveTo>
                  <a:cubicBezTo>
                    <a:pt x="19503" y="49362"/>
                    <a:pt x="19557" y="49376"/>
                    <a:pt x="19654" y="49449"/>
                  </a:cubicBezTo>
                  <a:cubicBezTo>
                    <a:pt x="19654" y="49449"/>
                    <a:pt x="19776" y="49628"/>
                    <a:pt x="19735" y="49676"/>
                  </a:cubicBezTo>
                  <a:lnTo>
                    <a:pt x="19573" y="49538"/>
                  </a:lnTo>
                  <a:cubicBezTo>
                    <a:pt x="19411" y="49417"/>
                    <a:pt x="19452" y="49368"/>
                    <a:pt x="19452" y="49368"/>
                  </a:cubicBezTo>
                  <a:cubicBezTo>
                    <a:pt x="19452" y="49368"/>
                    <a:pt x="19458" y="49362"/>
                    <a:pt x="19476" y="49362"/>
                  </a:cubicBezTo>
                  <a:close/>
                  <a:moveTo>
                    <a:pt x="21138" y="50560"/>
                  </a:moveTo>
                  <a:lnTo>
                    <a:pt x="21300" y="50682"/>
                  </a:lnTo>
                  <a:lnTo>
                    <a:pt x="21430" y="50852"/>
                  </a:lnTo>
                  <a:lnTo>
                    <a:pt x="21268" y="50730"/>
                  </a:lnTo>
                  <a:cubicBezTo>
                    <a:pt x="21097" y="50609"/>
                    <a:pt x="21097" y="50609"/>
                    <a:pt x="21138" y="50560"/>
                  </a:cubicBezTo>
                  <a:close/>
                  <a:moveTo>
                    <a:pt x="21702" y="50924"/>
                  </a:moveTo>
                  <a:cubicBezTo>
                    <a:pt x="21684" y="50924"/>
                    <a:pt x="21722" y="50957"/>
                    <a:pt x="21835" y="50998"/>
                  </a:cubicBezTo>
                  <a:cubicBezTo>
                    <a:pt x="21764" y="50944"/>
                    <a:pt x="21716" y="50924"/>
                    <a:pt x="21702" y="50924"/>
                  </a:cubicBezTo>
                  <a:close/>
                  <a:moveTo>
                    <a:pt x="23581" y="51922"/>
                  </a:moveTo>
                  <a:cubicBezTo>
                    <a:pt x="23576" y="51922"/>
                    <a:pt x="23582" y="51938"/>
                    <a:pt x="23616" y="51979"/>
                  </a:cubicBezTo>
                  <a:lnTo>
                    <a:pt x="23616" y="51979"/>
                  </a:lnTo>
                  <a:cubicBezTo>
                    <a:pt x="23608" y="51946"/>
                    <a:pt x="23586" y="51922"/>
                    <a:pt x="23581" y="51922"/>
                  </a:cubicBezTo>
                  <a:close/>
                  <a:moveTo>
                    <a:pt x="23616" y="51979"/>
                  </a:moveTo>
                  <a:cubicBezTo>
                    <a:pt x="23619" y="51993"/>
                    <a:pt x="23619" y="52008"/>
                    <a:pt x="23615" y="52024"/>
                  </a:cubicBezTo>
                  <a:lnTo>
                    <a:pt x="23615" y="52024"/>
                  </a:lnTo>
                  <a:cubicBezTo>
                    <a:pt x="23623" y="52019"/>
                    <a:pt x="23629" y="52012"/>
                    <a:pt x="23635" y="52003"/>
                  </a:cubicBezTo>
                  <a:cubicBezTo>
                    <a:pt x="23628" y="51994"/>
                    <a:pt x="23621" y="51987"/>
                    <a:pt x="23616" y="51979"/>
                  </a:cubicBezTo>
                  <a:close/>
                  <a:moveTo>
                    <a:pt x="22816" y="51752"/>
                  </a:moveTo>
                  <a:lnTo>
                    <a:pt x="22987" y="51865"/>
                  </a:lnTo>
                  <a:lnTo>
                    <a:pt x="23124" y="52027"/>
                  </a:lnTo>
                  <a:lnTo>
                    <a:pt x="22954" y="51914"/>
                  </a:lnTo>
                  <a:cubicBezTo>
                    <a:pt x="22776" y="51800"/>
                    <a:pt x="22776" y="51800"/>
                    <a:pt x="22816" y="51752"/>
                  </a:cubicBezTo>
                  <a:close/>
                  <a:moveTo>
                    <a:pt x="24030" y="52547"/>
                  </a:moveTo>
                  <a:cubicBezTo>
                    <a:pt x="24055" y="52547"/>
                    <a:pt x="24098" y="52570"/>
                    <a:pt x="24203" y="52627"/>
                  </a:cubicBezTo>
                  <a:cubicBezTo>
                    <a:pt x="24444" y="52770"/>
                    <a:pt x="24522" y="52816"/>
                    <a:pt x="24482" y="52816"/>
                  </a:cubicBezTo>
                  <a:cubicBezTo>
                    <a:pt x="24463" y="52816"/>
                    <a:pt x="24417" y="52805"/>
                    <a:pt x="24349" y="52790"/>
                  </a:cubicBezTo>
                  <a:cubicBezTo>
                    <a:pt x="24138" y="52733"/>
                    <a:pt x="23959" y="52627"/>
                    <a:pt x="23992" y="52579"/>
                  </a:cubicBezTo>
                  <a:cubicBezTo>
                    <a:pt x="24005" y="52559"/>
                    <a:pt x="24013" y="52547"/>
                    <a:pt x="24030" y="52547"/>
                  </a:cubicBezTo>
                  <a:close/>
                  <a:moveTo>
                    <a:pt x="25303" y="53701"/>
                  </a:moveTo>
                  <a:cubicBezTo>
                    <a:pt x="25336" y="53701"/>
                    <a:pt x="25385" y="53715"/>
                    <a:pt x="25459" y="53754"/>
                  </a:cubicBezTo>
                  <a:lnTo>
                    <a:pt x="25622" y="53900"/>
                  </a:lnTo>
                  <a:lnTo>
                    <a:pt x="25622" y="53900"/>
                  </a:lnTo>
                  <a:lnTo>
                    <a:pt x="25403" y="53860"/>
                  </a:lnTo>
                  <a:lnTo>
                    <a:pt x="25216" y="53762"/>
                  </a:lnTo>
                  <a:cubicBezTo>
                    <a:pt x="25236" y="53733"/>
                    <a:pt x="25252" y="53701"/>
                    <a:pt x="25303" y="53701"/>
                  </a:cubicBezTo>
                  <a:close/>
                  <a:moveTo>
                    <a:pt x="52726" y="53599"/>
                  </a:moveTo>
                  <a:cubicBezTo>
                    <a:pt x="52831" y="53599"/>
                    <a:pt x="52694" y="53728"/>
                    <a:pt x="52539" y="53819"/>
                  </a:cubicBezTo>
                  <a:cubicBezTo>
                    <a:pt x="52306" y="53952"/>
                    <a:pt x="52225" y="53998"/>
                    <a:pt x="52191" y="53998"/>
                  </a:cubicBezTo>
                  <a:cubicBezTo>
                    <a:pt x="52172" y="53998"/>
                    <a:pt x="52167" y="53985"/>
                    <a:pt x="52158" y="53965"/>
                  </a:cubicBezTo>
                  <a:cubicBezTo>
                    <a:pt x="52126" y="53917"/>
                    <a:pt x="52483" y="53714"/>
                    <a:pt x="52661" y="53608"/>
                  </a:cubicBezTo>
                  <a:cubicBezTo>
                    <a:pt x="52688" y="53602"/>
                    <a:pt x="52710" y="53599"/>
                    <a:pt x="52726" y="53599"/>
                  </a:cubicBezTo>
                  <a:close/>
                  <a:moveTo>
                    <a:pt x="27571" y="54729"/>
                  </a:moveTo>
                  <a:cubicBezTo>
                    <a:pt x="27602" y="54729"/>
                    <a:pt x="27653" y="54739"/>
                    <a:pt x="27738" y="54776"/>
                  </a:cubicBezTo>
                  <a:lnTo>
                    <a:pt x="27908" y="54914"/>
                  </a:lnTo>
                  <a:cubicBezTo>
                    <a:pt x="27902" y="54927"/>
                    <a:pt x="27886" y="54933"/>
                    <a:pt x="27866" y="54933"/>
                  </a:cubicBezTo>
                  <a:cubicBezTo>
                    <a:pt x="27801" y="54933"/>
                    <a:pt x="27689" y="54881"/>
                    <a:pt x="27689" y="54881"/>
                  </a:cubicBezTo>
                  <a:cubicBezTo>
                    <a:pt x="27503" y="54800"/>
                    <a:pt x="27503" y="54800"/>
                    <a:pt x="27527" y="54744"/>
                  </a:cubicBezTo>
                  <a:cubicBezTo>
                    <a:pt x="27527" y="54744"/>
                    <a:pt x="27534" y="54729"/>
                    <a:pt x="27571" y="54729"/>
                  </a:cubicBezTo>
                  <a:close/>
                  <a:moveTo>
                    <a:pt x="44918" y="56884"/>
                  </a:moveTo>
                  <a:lnTo>
                    <a:pt x="44918" y="56884"/>
                  </a:lnTo>
                  <a:cubicBezTo>
                    <a:pt x="44934" y="56941"/>
                    <a:pt x="44748" y="57046"/>
                    <a:pt x="44748" y="57046"/>
                  </a:cubicBezTo>
                  <a:lnTo>
                    <a:pt x="44545" y="57095"/>
                  </a:lnTo>
                  <a:cubicBezTo>
                    <a:pt x="44529" y="57038"/>
                    <a:pt x="44521" y="56973"/>
                    <a:pt x="44723" y="56933"/>
                  </a:cubicBezTo>
                  <a:lnTo>
                    <a:pt x="44918" y="56884"/>
                  </a:lnTo>
                  <a:close/>
                  <a:moveTo>
                    <a:pt x="121599" y="497"/>
                  </a:moveTo>
                  <a:cubicBezTo>
                    <a:pt x="121553" y="497"/>
                    <a:pt x="121553" y="526"/>
                    <a:pt x="121553" y="600"/>
                  </a:cubicBezTo>
                  <a:cubicBezTo>
                    <a:pt x="121553" y="661"/>
                    <a:pt x="121436" y="694"/>
                    <a:pt x="121296" y="694"/>
                  </a:cubicBezTo>
                  <a:cubicBezTo>
                    <a:pt x="121174" y="694"/>
                    <a:pt x="121034" y="669"/>
                    <a:pt x="120936" y="616"/>
                  </a:cubicBezTo>
                  <a:lnTo>
                    <a:pt x="120531" y="624"/>
                  </a:lnTo>
                  <a:cubicBezTo>
                    <a:pt x="120328" y="633"/>
                    <a:pt x="120328" y="689"/>
                    <a:pt x="120328" y="754"/>
                  </a:cubicBezTo>
                  <a:cubicBezTo>
                    <a:pt x="120328" y="826"/>
                    <a:pt x="120328" y="856"/>
                    <a:pt x="120286" y="856"/>
                  </a:cubicBezTo>
                  <a:cubicBezTo>
                    <a:pt x="120257" y="856"/>
                    <a:pt x="120208" y="842"/>
                    <a:pt x="120126" y="819"/>
                  </a:cubicBezTo>
                  <a:cubicBezTo>
                    <a:pt x="119923" y="762"/>
                    <a:pt x="119923" y="706"/>
                    <a:pt x="119923" y="706"/>
                  </a:cubicBezTo>
                  <a:cubicBezTo>
                    <a:pt x="119917" y="661"/>
                    <a:pt x="119793" y="656"/>
                    <a:pt x="119642" y="656"/>
                  </a:cubicBezTo>
                  <a:cubicBezTo>
                    <a:pt x="119600" y="656"/>
                    <a:pt x="119554" y="657"/>
                    <a:pt x="119509" y="657"/>
                  </a:cubicBezTo>
                  <a:cubicBezTo>
                    <a:pt x="119307" y="665"/>
                    <a:pt x="118901" y="681"/>
                    <a:pt x="118901" y="738"/>
                  </a:cubicBezTo>
                  <a:cubicBezTo>
                    <a:pt x="118901" y="722"/>
                    <a:pt x="118901" y="701"/>
                    <a:pt x="118901" y="681"/>
                  </a:cubicBezTo>
                  <a:cubicBezTo>
                    <a:pt x="118887" y="682"/>
                    <a:pt x="118873" y="682"/>
                    <a:pt x="118861" y="682"/>
                  </a:cubicBezTo>
                  <a:cubicBezTo>
                    <a:pt x="118753" y="682"/>
                    <a:pt x="118713" y="664"/>
                    <a:pt x="118699" y="664"/>
                  </a:cubicBezTo>
                  <a:cubicBezTo>
                    <a:pt x="118691" y="664"/>
                    <a:pt x="118691" y="670"/>
                    <a:pt x="118691" y="689"/>
                  </a:cubicBezTo>
                  <a:cubicBezTo>
                    <a:pt x="118488" y="689"/>
                    <a:pt x="118285" y="681"/>
                    <a:pt x="118082" y="657"/>
                  </a:cubicBezTo>
                  <a:cubicBezTo>
                    <a:pt x="118034" y="652"/>
                    <a:pt x="117982" y="650"/>
                    <a:pt x="117931" y="650"/>
                  </a:cubicBezTo>
                  <a:cubicBezTo>
                    <a:pt x="117543" y="650"/>
                    <a:pt x="117133" y="773"/>
                    <a:pt x="117677" y="851"/>
                  </a:cubicBezTo>
                  <a:lnTo>
                    <a:pt x="117677" y="851"/>
                  </a:lnTo>
                  <a:cubicBezTo>
                    <a:pt x="117626" y="854"/>
                    <a:pt x="117559" y="856"/>
                    <a:pt x="117474" y="860"/>
                  </a:cubicBezTo>
                  <a:cubicBezTo>
                    <a:pt x="117272" y="876"/>
                    <a:pt x="117272" y="933"/>
                    <a:pt x="117272" y="933"/>
                  </a:cubicBezTo>
                  <a:cubicBezTo>
                    <a:pt x="117272" y="989"/>
                    <a:pt x="117069" y="1006"/>
                    <a:pt x="116866" y="1014"/>
                  </a:cubicBezTo>
                  <a:lnTo>
                    <a:pt x="116866" y="892"/>
                  </a:lnTo>
                  <a:cubicBezTo>
                    <a:pt x="116973" y="790"/>
                    <a:pt x="116897" y="732"/>
                    <a:pt x="116775" y="732"/>
                  </a:cubicBezTo>
                  <a:cubicBezTo>
                    <a:pt x="116674" y="732"/>
                    <a:pt x="116541" y="772"/>
                    <a:pt x="116453" y="860"/>
                  </a:cubicBezTo>
                  <a:cubicBezTo>
                    <a:pt x="116453" y="844"/>
                    <a:pt x="116453" y="824"/>
                    <a:pt x="116453" y="803"/>
                  </a:cubicBezTo>
                  <a:cubicBezTo>
                    <a:pt x="116453" y="776"/>
                    <a:pt x="116416" y="763"/>
                    <a:pt x="116344" y="763"/>
                  </a:cubicBezTo>
                  <a:cubicBezTo>
                    <a:pt x="116243" y="763"/>
                    <a:pt x="116073" y="788"/>
                    <a:pt x="115837" y="835"/>
                  </a:cubicBezTo>
                  <a:cubicBezTo>
                    <a:pt x="115634" y="851"/>
                    <a:pt x="115439" y="989"/>
                    <a:pt x="115439" y="1046"/>
                  </a:cubicBezTo>
                  <a:cubicBezTo>
                    <a:pt x="115447" y="1103"/>
                    <a:pt x="115245" y="1119"/>
                    <a:pt x="115245" y="1119"/>
                  </a:cubicBezTo>
                  <a:cubicBezTo>
                    <a:pt x="115174" y="1125"/>
                    <a:pt x="115128" y="1128"/>
                    <a:pt x="115098" y="1128"/>
                  </a:cubicBezTo>
                  <a:cubicBezTo>
                    <a:pt x="115041" y="1128"/>
                    <a:pt x="115039" y="1115"/>
                    <a:pt x="115034" y="1078"/>
                  </a:cubicBezTo>
                  <a:cubicBezTo>
                    <a:pt x="115031" y="1027"/>
                    <a:pt x="114956" y="1003"/>
                    <a:pt x="114856" y="1003"/>
                  </a:cubicBezTo>
                  <a:cubicBezTo>
                    <a:pt x="114721" y="1003"/>
                    <a:pt x="114538" y="1048"/>
                    <a:pt x="114426" y="1127"/>
                  </a:cubicBezTo>
                  <a:lnTo>
                    <a:pt x="114426" y="1070"/>
                  </a:lnTo>
                  <a:cubicBezTo>
                    <a:pt x="114422" y="1040"/>
                    <a:pt x="114377" y="1017"/>
                    <a:pt x="114228" y="1017"/>
                  </a:cubicBezTo>
                  <a:cubicBezTo>
                    <a:pt x="114056" y="1017"/>
                    <a:pt x="113745" y="1048"/>
                    <a:pt x="113202" y="1135"/>
                  </a:cubicBezTo>
                  <a:cubicBezTo>
                    <a:pt x="112565" y="1218"/>
                    <a:pt x="112059" y="1291"/>
                    <a:pt x="111866" y="1291"/>
                  </a:cubicBezTo>
                  <a:cubicBezTo>
                    <a:pt x="111814" y="1291"/>
                    <a:pt x="111784" y="1285"/>
                    <a:pt x="111783" y="1273"/>
                  </a:cubicBezTo>
                  <a:cubicBezTo>
                    <a:pt x="111782" y="1266"/>
                    <a:pt x="111773" y="1263"/>
                    <a:pt x="111756" y="1263"/>
                  </a:cubicBezTo>
                  <a:cubicBezTo>
                    <a:pt x="111615" y="1263"/>
                    <a:pt x="110948" y="1496"/>
                    <a:pt x="110607" y="1670"/>
                  </a:cubicBezTo>
                  <a:cubicBezTo>
                    <a:pt x="110605" y="1650"/>
                    <a:pt x="110582" y="1641"/>
                    <a:pt x="110540" y="1641"/>
                  </a:cubicBezTo>
                  <a:cubicBezTo>
                    <a:pt x="110450" y="1641"/>
                    <a:pt x="110270" y="1683"/>
                    <a:pt x="109999" y="1743"/>
                  </a:cubicBezTo>
                  <a:cubicBezTo>
                    <a:pt x="109648" y="1825"/>
                    <a:pt x="109505" y="1858"/>
                    <a:pt x="109444" y="1858"/>
                  </a:cubicBezTo>
                  <a:cubicBezTo>
                    <a:pt x="109401" y="1858"/>
                    <a:pt x="109398" y="1843"/>
                    <a:pt x="109391" y="1816"/>
                  </a:cubicBezTo>
                  <a:cubicBezTo>
                    <a:pt x="109475" y="1743"/>
                    <a:pt x="109518" y="1701"/>
                    <a:pt x="109501" y="1701"/>
                  </a:cubicBezTo>
                  <a:cubicBezTo>
                    <a:pt x="109482" y="1701"/>
                    <a:pt x="109389" y="1753"/>
                    <a:pt x="109196" y="1873"/>
                  </a:cubicBezTo>
                  <a:cubicBezTo>
                    <a:pt x="109075" y="1994"/>
                    <a:pt x="108737" y="2082"/>
                    <a:pt x="108542" y="2082"/>
                  </a:cubicBezTo>
                  <a:cubicBezTo>
                    <a:pt x="108464" y="2082"/>
                    <a:pt x="108409" y="2068"/>
                    <a:pt x="108402" y="2035"/>
                  </a:cubicBezTo>
                  <a:cubicBezTo>
                    <a:pt x="108397" y="2017"/>
                    <a:pt x="108378" y="2008"/>
                    <a:pt x="108343" y="2008"/>
                  </a:cubicBezTo>
                  <a:cubicBezTo>
                    <a:pt x="108256" y="2008"/>
                    <a:pt x="108073" y="2064"/>
                    <a:pt x="107794" y="2157"/>
                  </a:cubicBezTo>
                  <a:cubicBezTo>
                    <a:pt x="107615" y="2278"/>
                    <a:pt x="107226" y="2392"/>
                    <a:pt x="106845" y="2538"/>
                  </a:cubicBezTo>
                  <a:cubicBezTo>
                    <a:pt x="106269" y="2749"/>
                    <a:pt x="106269" y="2749"/>
                    <a:pt x="106310" y="2862"/>
                  </a:cubicBezTo>
                  <a:cubicBezTo>
                    <a:pt x="106351" y="2976"/>
                    <a:pt x="106156" y="3041"/>
                    <a:pt x="105783" y="3195"/>
                  </a:cubicBezTo>
                  <a:cubicBezTo>
                    <a:pt x="105640" y="3257"/>
                    <a:pt x="105497" y="3319"/>
                    <a:pt x="105427" y="3319"/>
                  </a:cubicBezTo>
                  <a:cubicBezTo>
                    <a:pt x="105406" y="3319"/>
                    <a:pt x="105391" y="3313"/>
                    <a:pt x="105386" y="3300"/>
                  </a:cubicBezTo>
                  <a:cubicBezTo>
                    <a:pt x="105256" y="3316"/>
                    <a:pt x="105118" y="3349"/>
                    <a:pt x="104988" y="3397"/>
                  </a:cubicBezTo>
                  <a:cubicBezTo>
                    <a:pt x="104845" y="3459"/>
                    <a:pt x="104702" y="3522"/>
                    <a:pt x="104633" y="3522"/>
                  </a:cubicBezTo>
                  <a:cubicBezTo>
                    <a:pt x="104611" y="3522"/>
                    <a:pt x="104597" y="3516"/>
                    <a:pt x="104591" y="3503"/>
                  </a:cubicBezTo>
                  <a:cubicBezTo>
                    <a:pt x="104397" y="3543"/>
                    <a:pt x="104202" y="3616"/>
                    <a:pt x="104015" y="3705"/>
                  </a:cubicBezTo>
                  <a:cubicBezTo>
                    <a:pt x="103691" y="3854"/>
                    <a:pt x="103372" y="4008"/>
                    <a:pt x="103279" y="4008"/>
                  </a:cubicBezTo>
                  <a:cubicBezTo>
                    <a:pt x="103265" y="4008"/>
                    <a:pt x="103257" y="4005"/>
                    <a:pt x="103253" y="3997"/>
                  </a:cubicBezTo>
                  <a:cubicBezTo>
                    <a:pt x="103067" y="4086"/>
                    <a:pt x="103067" y="4086"/>
                    <a:pt x="103091" y="4143"/>
                  </a:cubicBezTo>
                  <a:cubicBezTo>
                    <a:pt x="103116" y="4200"/>
                    <a:pt x="102961" y="4346"/>
                    <a:pt x="102207" y="4654"/>
                  </a:cubicBezTo>
                  <a:cubicBezTo>
                    <a:pt x="101835" y="4832"/>
                    <a:pt x="101307" y="5140"/>
                    <a:pt x="101332" y="5189"/>
                  </a:cubicBezTo>
                  <a:cubicBezTo>
                    <a:pt x="101227" y="5246"/>
                    <a:pt x="101184" y="5270"/>
                    <a:pt x="101161" y="5270"/>
                  </a:cubicBezTo>
                  <a:cubicBezTo>
                    <a:pt x="101145" y="5270"/>
                    <a:pt x="101139" y="5258"/>
                    <a:pt x="101129" y="5238"/>
                  </a:cubicBezTo>
                  <a:cubicBezTo>
                    <a:pt x="101118" y="5218"/>
                    <a:pt x="101096" y="5208"/>
                    <a:pt x="101066" y="5208"/>
                  </a:cubicBezTo>
                  <a:cubicBezTo>
                    <a:pt x="100937" y="5208"/>
                    <a:pt x="100654" y="5380"/>
                    <a:pt x="100424" y="5643"/>
                  </a:cubicBezTo>
                  <a:cubicBezTo>
                    <a:pt x="100448" y="5692"/>
                    <a:pt x="100278" y="5797"/>
                    <a:pt x="100075" y="5854"/>
                  </a:cubicBezTo>
                  <a:cubicBezTo>
                    <a:pt x="99953" y="5927"/>
                    <a:pt x="99848" y="6016"/>
                    <a:pt x="99751" y="6113"/>
                  </a:cubicBezTo>
                  <a:cubicBezTo>
                    <a:pt x="99613" y="6276"/>
                    <a:pt x="99605" y="6267"/>
                    <a:pt x="99240" y="6446"/>
                  </a:cubicBezTo>
                  <a:cubicBezTo>
                    <a:pt x="99234" y="6435"/>
                    <a:pt x="99223" y="6431"/>
                    <a:pt x="99209" y="6431"/>
                  </a:cubicBezTo>
                  <a:cubicBezTo>
                    <a:pt x="99145" y="6431"/>
                    <a:pt x="99006" y="6523"/>
                    <a:pt x="98867" y="6616"/>
                  </a:cubicBezTo>
                  <a:cubicBezTo>
                    <a:pt x="98543" y="6876"/>
                    <a:pt x="96735" y="8189"/>
                    <a:pt x="96548" y="8286"/>
                  </a:cubicBezTo>
                  <a:cubicBezTo>
                    <a:pt x="96475" y="8400"/>
                    <a:pt x="96378" y="8505"/>
                    <a:pt x="96264" y="8586"/>
                  </a:cubicBezTo>
                  <a:cubicBezTo>
                    <a:pt x="96029" y="8611"/>
                    <a:pt x="95908" y="8789"/>
                    <a:pt x="95981" y="8878"/>
                  </a:cubicBezTo>
                  <a:lnTo>
                    <a:pt x="96135" y="8757"/>
                  </a:lnTo>
                  <a:lnTo>
                    <a:pt x="96297" y="8635"/>
                  </a:lnTo>
                  <a:lnTo>
                    <a:pt x="96297" y="8635"/>
                  </a:lnTo>
                  <a:cubicBezTo>
                    <a:pt x="96359" y="8711"/>
                    <a:pt x="96023" y="8997"/>
                    <a:pt x="95856" y="8997"/>
                  </a:cubicBezTo>
                  <a:cubicBezTo>
                    <a:pt x="95826" y="8997"/>
                    <a:pt x="95802" y="8988"/>
                    <a:pt x="95786" y="8967"/>
                  </a:cubicBezTo>
                  <a:cubicBezTo>
                    <a:pt x="95551" y="9000"/>
                    <a:pt x="95551" y="9000"/>
                    <a:pt x="95470" y="9227"/>
                  </a:cubicBezTo>
                  <a:cubicBezTo>
                    <a:pt x="95405" y="9438"/>
                    <a:pt x="95219" y="9584"/>
                    <a:pt x="95000" y="9616"/>
                  </a:cubicBezTo>
                  <a:cubicBezTo>
                    <a:pt x="94971" y="9577"/>
                    <a:pt x="94953" y="9554"/>
                    <a:pt x="94938" y="9554"/>
                  </a:cubicBezTo>
                  <a:cubicBezTo>
                    <a:pt x="94914" y="9554"/>
                    <a:pt x="94895" y="9608"/>
                    <a:pt x="94846" y="9746"/>
                  </a:cubicBezTo>
                  <a:cubicBezTo>
                    <a:pt x="94709" y="10127"/>
                    <a:pt x="94396" y="10503"/>
                    <a:pt x="94208" y="10503"/>
                  </a:cubicBezTo>
                  <a:cubicBezTo>
                    <a:pt x="94172" y="10503"/>
                    <a:pt x="94141" y="10489"/>
                    <a:pt x="94116" y="10459"/>
                  </a:cubicBezTo>
                  <a:cubicBezTo>
                    <a:pt x="94093" y="10434"/>
                    <a:pt x="94062" y="10423"/>
                    <a:pt x="94025" y="10423"/>
                  </a:cubicBezTo>
                  <a:cubicBezTo>
                    <a:pt x="93930" y="10423"/>
                    <a:pt x="93799" y="10496"/>
                    <a:pt x="93694" y="10589"/>
                  </a:cubicBezTo>
                  <a:cubicBezTo>
                    <a:pt x="93540" y="10727"/>
                    <a:pt x="93581" y="10775"/>
                    <a:pt x="93621" y="10824"/>
                  </a:cubicBezTo>
                  <a:cubicBezTo>
                    <a:pt x="93653" y="10817"/>
                    <a:pt x="93677" y="10814"/>
                    <a:pt x="93694" y="10814"/>
                  </a:cubicBezTo>
                  <a:cubicBezTo>
                    <a:pt x="93802" y="10814"/>
                    <a:pt x="93642" y="10938"/>
                    <a:pt x="93313" y="11092"/>
                  </a:cubicBezTo>
                  <a:cubicBezTo>
                    <a:pt x="92746" y="11367"/>
                    <a:pt x="92446" y="11651"/>
                    <a:pt x="92081" y="12162"/>
                  </a:cubicBezTo>
                  <a:cubicBezTo>
                    <a:pt x="91728" y="12610"/>
                    <a:pt x="91413" y="12958"/>
                    <a:pt x="91371" y="12958"/>
                  </a:cubicBezTo>
                  <a:cubicBezTo>
                    <a:pt x="91352" y="12958"/>
                    <a:pt x="91387" y="12889"/>
                    <a:pt x="91497" y="12729"/>
                  </a:cubicBezTo>
                  <a:cubicBezTo>
                    <a:pt x="91606" y="12537"/>
                    <a:pt x="91658" y="12444"/>
                    <a:pt x="91650" y="12444"/>
                  </a:cubicBezTo>
                  <a:lnTo>
                    <a:pt x="91650" y="12444"/>
                  </a:lnTo>
                  <a:cubicBezTo>
                    <a:pt x="91641" y="12444"/>
                    <a:pt x="91579" y="12527"/>
                    <a:pt x="91457" y="12689"/>
                  </a:cubicBezTo>
                  <a:lnTo>
                    <a:pt x="90727" y="13402"/>
                  </a:lnTo>
                  <a:cubicBezTo>
                    <a:pt x="90581" y="13548"/>
                    <a:pt x="90476" y="13735"/>
                    <a:pt x="90516" y="13775"/>
                  </a:cubicBezTo>
                  <a:cubicBezTo>
                    <a:pt x="90297" y="13840"/>
                    <a:pt x="89965" y="14083"/>
                    <a:pt x="89762" y="14456"/>
                  </a:cubicBezTo>
                  <a:cubicBezTo>
                    <a:pt x="89616" y="14602"/>
                    <a:pt x="89470" y="14748"/>
                    <a:pt x="89470" y="14748"/>
                  </a:cubicBezTo>
                  <a:cubicBezTo>
                    <a:pt x="89373" y="14845"/>
                    <a:pt x="89284" y="14959"/>
                    <a:pt x="89235" y="15089"/>
                  </a:cubicBezTo>
                  <a:cubicBezTo>
                    <a:pt x="89130" y="15275"/>
                    <a:pt x="88943" y="15381"/>
                    <a:pt x="88765" y="15486"/>
                  </a:cubicBezTo>
                  <a:cubicBezTo>
                    <a:pt x="88578" y="15591"/>
                    <a:pt x="88392" y="15689"/>
                    <a:pt x="88440" y="15737"/>
                  </a:cubicBezTo>
                  <a:cubicBezTo>
                    <a:pt x="88481" y="15778"/>
                    <a:pt x="88238" y="16118"/>
                    <a:pt x="88140" y="16305"/>
                  </a:cubicBezTo>
                  <a:cubicBezTo>
                    <a:pt x="88079" y="16423"/>
                    <a:pt x="87982" y="16508"/>
                    <a:pt x="87943" y="16508"/>
                  </a:cubicBezTo>
                  <a:cubicBezTo>
                    <a:pt x="87921" y="16508"/>
                    <a:pt x="87918" y="16479"/>
                    <a:pt x="87954" y="16410"/>
                  </a:cubicBezTo>
                  <a:cubicBezTo>
                    <a:pt x="87942" y="16399"/>
                    <a:pt x="87934" y="16390"/>
                    <a:pt x="87921" y="16390"/>
                  </a:cubicBezTo>
                  <a:cubicBezTo>
                    <a:pt x="87887" y="16390"/>
                    <a:pt x="87821" y="16442"/>
                    <a:pt x="87589" y="16621"/>
                  </a:cubicBezTo>
                  <a:cubicBezTo>
                    <a:pt x="87443" y="16767"/>
                    <a:pt x="87168" y="17059"/>
                    <a:pt x="87208" y="17107"/>
                  </a:cubicBezTo>
                  <a:cubicBezTo>
                    <a:pt x="87249" y="17148"/>
                    <a:pt x="86405" y="18032"/>
                    <a:pt x="86219" y="18137"/>
                  </a:cubicBezTo>
                  <a:lnTo>
                    <a:pt x="85935" y="18429"/>
                  </a:lnTo>
                  <a:cubicBezTo>
                    <a:pt x="85797" y="18583"/>
                    <a:pt x="85700" y="18770"/>
                    <a:pt x="85554" y="18915"/>
                  </a:cubicBezTo>
                  <a:cubicBezTo>
                    <a:pt x="85465" y="19021"/>
                    <a:pt x="85384" y="19134"/>
                    <a:pt x="85311" y="19256"/>
                  </a:cubicBezTo>
                  <a:cubicBezTo>
                    <a:pt x="85189" y="19385"/>
                    <a:pt x="85061" y="19514"/>
                    <a:pt x="85005" y="19514"/>
                  </a:cubicBezTo>
                  <a:cubicBezTo>
                    <a:pt x="84997" y="19514"/>
                    <a:pt x="84991" y="19512"/>
                    <a:pt x="84987" y="19507"/>
                  </a:cubicBezTo>
                  <a:cubicBezTo>
                    <a:pt x="84930" y="19734"/>
                    <a:pt x="84930" y="19734"/>
                    <a:pt x="84703" y="19799"/>
                  </a:cubicBezTo>
                  <a:cubicBezTo>
                    <a:pt x="84672" y="19765"/>
                    <a:pt x="84653" y="19744"/>
                    <a:pt x="84638" y="19744"/>
                  </a:cubicBezTo>
                  <a:cubicBezTo>
                    <a:pt x="84613" y="19744"/>
                    <a:pt x="84600" y="19800"/>
                    <a:pt x="84565" y="19945"/>
                  </a:cubicBezTo>
                  <a:cubicBezTo>
                    <a:pt x="84468" y="20140"/>
                    <a:pt x="84468" y="20140"/>
                    <a:pt x="84281" y="20245"/>
                  </a:cubicBezTo>
                  <a:cubicBezTo>
                    <a:pt x="84276" y="20240"/>
                    <a:pt x="84270" y="20238"/>
                    <a:pt x="84263" y="20238"/>
                  </a:cubicBezTo>
                  <a:cubicBezTo>
                    <a:pt x="84210" y="20238"/>
                    <a:pt x="84108" y="20355"/>
                    <a:pt x="84143" y="20391"/>
                  </a:cubicBezTo>
                  <a:cubicBezTo>
                    <a:pt x="84091" y="20607"/>
                    <a:pt x="83766" y="21034"/>
                    <a:pt x="83650" y="21034"/>
                  </a:cubicBezTo>
                  <a:cubicBezTo>
                    <a:pt x="83640" y="21034"/>
                    <a:pt x="83631" y="21031"/>
                    <a:pt x="83624" y="21024"/>
                  </a:cubicBezTo>
                  <a:cubicBezTo>
                    <a:pt x="83527" y="21129"/>
                    <a:pt x="83446" y="21242"/>
                    <a:pt x="83381" y="21364"/>
                  </a:cubicBezTo>
                  <a:cubicBezTo>
                    <a:pt x="83351" y="21507"/>
                    <a:pt x="83339" y="21563"/>
                    <a:pt x="83313" y="21563"/>
                  </a:cubicBezTo>
                  <a:cubicBezTo>
                    <a:pt x="83297" y="21563"/>
                    <a:pt x="83277" y="21543"/>
                    <a:pt x="83243" y="21510"/>
                  </a:cubicBezTo>
                  <a:cubicBezTo>
                    <a:pt x="83033" y="21567"/>
                    <a:pt x="82870" y="21745"/>
                    <a:pt x="82830" y="21964"/>
                  </a:cubicBezTo>
                  <a:cubicBezTo>
                    <a:pt x="82765" y="22086"/>
                    <a:pt x="82676" y="22191"/>
                    <a:pt x="82562" y="22264"/>
                  </a:cubicBezTo>
                  <a:cubicBezTo>
                    <a:pt x="82250" y="22514"/>
                    <a:pt x="81440" y="23330"/>
                    <a:pt x="81585" y="23330"/>
                  </a:cubicBezTo>
                  <a:cubicBezTo>
                    <a:pt x="81591" y="23330"/>
                    <a:pt x="81597" y="23328"/>
                    <a:pt x="81606" y="23326"/>
                  </a:cubicBezTo>
                  <a:lnTo>
                    <a:pt x="81606" y="23326"/>
                  </a:lnTo>
                  <a:lnTo>
                    <a:pt x="81330" y="23626"/>
                  </a:lnTo>
                  <a:cubicBezTo>
                    <a:pt x="81022" y="23894"/>
                    <a:pt x="80884" y="24048"/>
                    <a:pt x="80795" y="24242"/>
                  </a:cubicBezTo>
                  <a:lnTo>
                    <a:pt x="80706" y="24437"/>
                  </a:lnTo>
                  <a:cubicBezTo>
                    <a:pt x="80699" y="24431"/>
                    <a:pt x="80690" y="24429"/>
                    <a:pt x="80678" y="24429"/>
                  </a:cubicBezTo>
                  <a:cubicBezTo>
                    <a:pt x="80608" y="24429"/>
                    <a:pt x="80461" y="24531"/>
                    <a:pt x="80349" y="24664"/>
                  </a:cubicBezTo>
                  <a:cubicBezTo>
                    <a:pt x="80211" y="24818"/>
                    <a:pt x="80211" y="24818"/>
                    <a:pt x="80260" y="24858"/>
                  </a:cubicBezTo>
                  <a:cubicBezTo>
                    <a:pt x="80303" y="24831"/>
                    <a:pt x="80327" y="24819"/>
                    <a:pt x="80338" y="24819"/>
                  </a:cubicBezTo>
                  <a:cubicBezTo>
                    <a:pt x="80372" y="24819"/>
                    <a:pt x="80269" y="24936"/>
                    <a:pt x="80171" y="25053"/>
                  </a:cubicBezTo>
                  <a:cubicBezTo>
                    <a:pt x="80059" y="25186"/>
                    <a:pt x="79911" y="25288"/>
                    <a:pt x="79841" y="25288"/>
                  </a:cubicBezTo>
                  <a:cubicBezTo>
                    <a:pt x="79830" y="25288"/>
                    <a:pt x="79821" y="25286"/>
                    <a:pt x="79814" y="25280"/>
                  </a:cubicBezTo>
                  <a:lnTo>
                    <a:pt x="79684" y="25434"/>
                  </a:lnTo>
                  <a:cubicBezTo>
                    <a:pt x="79765" y="25508"/>
                    <a:pt x="79666" y="25641"/>
                    <a:pt x="79610" y="25641"/>
                  </a:cubicBezTo>
                  <a:cubicBezTo>
                    <a:pt x="79605" y="25641"/>
                    <a:pt x="79599" y="25640"/>
                    <a:pt x="79595" y="25637"/>
                  </a:cubicBezTo>
                  <a:cubicBezTo>
                    <a:pt x="79425" y="25750"/>
                    <a:pt x="79279" y="25896"/>
                    <a:pt x="79149" y="26058"/>
                  </a:cubicBezTo>
                  <a:lnTo>
                    <a:pt x="79108" y="26018"/>
                  </a:lnTo>
                  <a:cubicBezTo>
                    <a:pt x="78930" y="26131"/>
                    <a:pt x="78979" y="26172"/>
                    <a:pt x="79019" y="26212"/>
                  </a:cubicBezTo>
                  <a:lnTo>
                    <a:pt x="78760" y="26529"/>
                  </a:lnTo>
                  <a:cubicBezTo>
                    <a:pt x="78661" y="26646"/>
                    <a:pt x="78563" y="26762"/>
                    <a:pt x="78596" y="26762"/>
                  </a:cubicBezTo>
                  <a:cubicBezTo>
                    <a:pt x="78606" y="26762"/>
                    <a:pt x="78630" y="26751"/>
                    <a:pt x="78671" y="26723"/>
                  </a:cubicBezTo>
                  <a:lnTo>
                    <a:pt x="78671" y="26723"/>
                  </a:lnTo>
                  <a:cubicBezTo>
                    <a:pt x="78719" y="26764"/>
                    <a:pt x="78760" y="26804"/>
                    <a:pt x="78630" y="26958"/>
                  </a:cubicBezTo>
                  <a:cubicBezTo>
                    <a:pt x="78612" y="26940"/>
                    <a:pt x="78592" y="26922"/>
                    <a:pt x="78564" y="26922"/>
                  </a:cubicBezTo>
                  <a:cubicBezTo>
                    <a:pt x="78530" y="26922"/>
                    <a:pt x="78483" y="26950"/>
                    <a:pt x="78411" y="27039"/>
                  </a:cubicBezTo>
                  <a:cubicBezTo>
                    <a:pt x="78326" y="27140"/>
                    <a:pt x="78276" y="27158"/>
                    <a:pt x="78251" y="27158"/>
                  </a:cubicBezTo>
                  <a:cubicBezTo>
                    <a:pt x="78239" y="27158"/>
                    <a:pt x="78233" y="27153"/>
                    <a:pt x="78233" y="27153"/>
                  </a:cubicBezTo>
                  <a:cubicBezTo>
                    <a:pt x="78239" y="27118"/>
                    <a:pt x="78233" y="27103"/>
                    <a:pt x="78220" y="27103"/>
                  </a:cubicBezTo>
                  <a:cubicBezTo>
                    <a:pt x="78141" y="27103"/>
                    <a:pt x="77783" y="27611"/>
                    <a:pt x="77714" y="27777"/>
                  </a:cubicBezTo>
                  <a:cubicBezTo>
                    <a:pt x="77571" y="28111"/>
                    <a:pt x="77456" y="28273"/>
                    <a:pt x="77371" y="28273"/>
                  </a:cubicBezTo>
                  <a:cubicBezTo>
                    <a:pt x="77354" y="28273"/>
                    <a:pt x="77339" y="28267"/>
                    <a:pt x="77325" y="28256"/>
                  </a:cubicBezTo>
                  <a:cubicBezTo>
                    <a:pt x="77317" y="28248"/>
                    <a:pt x="77308" y="28245"/>
                    <a:pt x="77299" y="28245"/>
                  </a:cubicBezTo>
                  <a:cubicBezTo>
                    <a:pt x="77206" y="28245"/>
                    <a:pt x="77066" y="28597"/>
                    <a:pt x="77073" y="28847"/>
                  </a:cubicBezTo>
                  <a:lnTo>
                    <a:pt x="77081" y="29123"/>
                  </a:lnTo>
                  <a:lnTo>
                    <a:pt x="76944" y="29002"/>
                  </a:lnTo>
                  <a:cubicBezTo>
                    <a:pt x="76636" y="29002"/>
                    <a:pt x="76636" y="29002"/>
                    <a:pt x="76336" y="29553"/>
                  </a:cubicBezTo>
                  <a:cubicBezTo>
                    <a:pt x="76174" y="29827"/>
                    <a:pt x="76136" y="29890"/>
                    <a:pt x="76105" y="29890"/>
                  </a:cubicBezTo>
                  <a:cubicBezTo>
                    <a:pt x="76096" y="29890"/>
                    <a:pt x="76087" y="29885"/>
                    <a:pt x="76076" y="29877"/>
                  </a:cubicBezTo>
                  <a:cubicBezTo>
                    <a:pt x="76072" y="29873"/>
                    <a:pt x="76067" y="29871"/>
                    <a:pt x="76061" y="29871"/>
                  </a:cubicBezTo>
                  <a:cubicBezTo>
                    <a:pt x="76007" y="29871"/>
                    <a:pt x="75867" y="30039"/>
                    <a:pt x="75517" y="30469"/>
                  </a:cubicBezTo>
                  <a:cubicBezTo>
                    <a:pt x="75136" y="30947"/>
                    <a:pt x="75006" y="31101"/>
                    <a:pt x="75055" y="31142"/>
                  </a:cubicBezTo>
                  <a:lnTo>
                    <a:pt x="74795" y="31458"/>
                  </a:lnTo>
                  <a:cubicBezTo>
                    <a:pt x="74598" y="31531"/>
                    <a:pt x="74408" y="31827"/>
                    <a:pt x="74531" y="31827"/>
                  </a:cubicBezTo>
                  <a:cubicBezTo>
                    <a:pt x="74545" y="31827"/>
                    <a:pt x="74562" y="31823"/>
                    <a:pt x="74584" y="31815"/>
                  </a:cubicBezTo>
                  <a:lnTo>
                    <a:pt x="74584" y="31815"/>
                  </a:lnTo>
                  <a:lnTo>
                    <a:pt x="74325" y="32139"/>
                  </a:lnTo>
                  <a:lnTo>
                    <a:pt x="74284" y="32099"/>
                  </a:lnTo>
                  <a:cubicBezTo>
                    <a:pt x="74282" y="32096"/>
                    <a:pt x="74278" y="32095"/>
                    <a:pt x="74275" y="32095"/>
                  </a:cubicBezTo>
                  <a:cubicBezTo>
                    <a:pt x="74206" y="32095"/>
                    <a:pt x="73928" y="32443"/>
                    <a:pt x="72955" y="33647"/>
                  </a:cubicBezTo>
                  <a:cubicBezTo>
                    <a:pt x="71803" y="35082"/>
                    <a:pt x="71674" y="35236"/>
                    <a:pt x="71763" y="35317"/>
                  </a:cubicBezTo>
                  <a:cubicBezTo>
                    <a:pt x="71736" y="35513"/>
                    <a:pt x="71642" y="35652"/>
                    <a:pt x="71560" y="35652"/>
                  </a:cubicBezTo>
                  <a:cubicBezTo>
                    <a:pt x="71543" y="35652"/>
                    <a:pt x="71527" y="35646"/>
                    <a:pt x="71511" y="35634"/>
                  </a:cubicBezTo>
                  <a:cubicBezTo>
                    <a:pt x="71505" y="35628"/>
                    <a:pt x="71495" y="35625"/>
                    <a:pt x="71484" y="35625"/>
                  </a:cubicBezTo>
                  <a:cubicBezTo>
                    <a:pt x="71417" y="35625"/>
                    <a:pt x="71291" y="35720"/>
                    <a:pt x="71333" y="35755"/>
                  </a:cubicBezTo>
                  <a:cubicBezTo>
                    <a:pt x="71203" y="35909"/>
                    <a:pt x="71057" y="36063"/>
                    <a:pt x="70903" y="36193"/>
                  </a:cubicBezTo>
                  <a:cubicBezTo>
                    <a:pt x="70425" y="36582"/>
                    <a:pt x="70336" y="36785"/>
                    <a:pt x="70384" y="36817"/>
                  </a:cubicBezTo>
                  <a:cubicBezTo>
                    <a:pt x="70432" y="36801"/>
                    <a:pt x="70461" y="36794"/>
                    <a:pt x="70475" y="36794"/>
                  </a:cubicBezTo>
                  <a:cubicBezTo>
                    <a:pt x="70526" y="36794"/>
                    <a:pt x="70388" y="36884"/>
                    <a:pt x="70255" y="36980"/>
                  </a:cubicBezTo>
                  <a:cubicBezTo>
                    <a:pt x="70076" y="37101"/>
                    <a:pt x="69906" y="37215"/>
                    <a:pt x="69947" y="37255"/>
                  </a:cubicBezTo>
                  <a:cubicBezTo>
                    <a:pt x="69869" y="37451"/>
                    <a:pt x="69180" y="38362"/>
                    <a:pt x="69051" y="38362"/>
                  </a:cubicBezTo>
                  <a:cubicBezTo>
                    <a:pt x="69046" y="38362"/>
                    <a:pt x="69042" y="38360"/>
                    <a:pt x="69039" y="38358"/>
                  </a:cubicBezTo>
                  <a:lnTo>
                    <a:pt x="68771" y="38666"/>
                  </a:lnTo>
                  <a:cubicBezTo>
                    <a:pt x="68820" y="38706"/>
                    <a:pt x="68560" y="39023"/>
                    <a:pt x="68293" y="39331"/>
                  </a:cubicBezTo>
                  <a:cubicBezTo>
                    <a:pt x="68053" y="39614"/>
                    <a:pt x="67924" y="39767"/>
                    <a:pt x="67871" y="39767"/>
                  </a:cubicBezTo>
                  <a:cubicBezTo>
                    <a:pt x="67864" y="39767"/>
                    <a:pt x="67859" y="39765"/>
                    <a:pt x="67855" y="39760"/>
                  </a:cubicBezTo>
                  <a:cubicBezTo>
                    <a:pt x="67879" y="39702"/>
                    <a:pt x="67884" y="39675"/>
                    <a:pt x="67874" y="39675"/>
                  </a:cubicBezTo>
                  <a:cubicBezTo>
                    <a:pt x="67850" y="39675"/>
                    <a:pt x="67741" y="39824"/>
                    <a:pt x="67587" y="40069"/>
                  </a:cubicBezTo>
                  <a:cubicBezTo>
                    <a:pt x="67449" y="40223"/>
                    <a:pt x="67409" y="40458"/>
                    <a:pt x="67279" y="40612"/>
                  </a:cubicBezTo>
                  <a:cubicBezTo>
                    <a:pt x="67320" y="40652"/>
                    <a:pt x="67231" y="40847"/>
                    <a:pt x="67101" y="41009"/>
                  </a:cubicBezTo>
                  <a:lnTo>
                    <a:pt x="67052" y="40969"/>
                  </a:lnTo>
                  <a:lnTo>
                    <a:pt x="66963" y="40887"/>
                  </a:lnTo>
                  <a:cubicBezTo>
                    <a:pt x="66833" y="41041"/>
                    <a:pt x="66695" y="41187"/>
                    <a:pt x="66736" y="41228"/>
                  </a:cubicBezTo>
                  <a:cubicBezTo>
                    <a:pt x="66558" y="41341"/>
                    <a:pt x="66428" y="41496"/>
                    <a:pt x="66152" y="41804"/>
                  </a:cubicBezTo>
                  <a:cubicBezTo>
                    <a:pt x="65885" y="42112"/>
                    <a:pt x="65617" y="42420"/>
                    <a:pt x="65520" y="42606"/>
                  </a:cubicBezTo>
                  <a:cubicBezTo>
                    <a:pt x="65293" y="42679"/>
                    <a:pt x="64466" y="43579"/>
                    <a:pt x="64417" y="43814"/>
                  </a:cubicBezTo>
                  <a:cubicBezTo>
                    <a:pt x="64458" y="43855"/>
                    <a:pt x="64320" y="44009"/>
                    <a:pt x="64142" y="44114"/>
                  </a:cubicBezTo>
                  <a:cubicBezTo>
                    <a:pt x="63955" y="44220"/>
                    <a:pt x="63955" y="44220"/>
                    <a:pt x="63858" y="44414"/>
                  </a:cubicBezTo>
                  <a:cubicBezTo>
                    <a:pt x="63760" y="44601"/>
                    <a:pt x="63574" y="44706"/>
                    <a:pt x="63387" y="44812"/>
                  </a:cubicBezTo>
                  <a:cubicBezTo>
                    <a:pt x="63185" y="44868"/>
                    <a:pt x="63015" y="45022"/>
                    <a:pt x="62925" y="45217"/>
                  </a:cubicBezTo>
                  <a:cubicBezTo>
                    <a:pt x="62723" y="45493"/>
                    <a:pt x="62504" y="45752"/>
                    <a:pt x="62252" y="45987"/>
                  </a:cubicBezTo>
                  <a:cubicBezTo>
                    <a:pt x="62062" y="46248"/>
                    <a:pt x="61931" y="46394"/>
                    <a:pt x="61973" y="46394"/>
                  </a:cubicBezTo>
                  <a:cubicBezTo>
                    <a:pt x="61985" y="46394"/>
                    <a:pt x="62009" y="46383"/>
                    <a:pt x="62050" y="46360"/>
                  </a:cubicBezTo>
                  <a:lnTo>
                    <a:pt x="62050" y="46360"/>
                  </a:lnTo>
                  <a:cubicBezTo>
                    <a:pt x="62090" y="46409"/>
                    <a:pt x="61985" y="46595"/>
                    <a:pt x="61985" y="46595"/>
                  </a:cubicBezTo>
                  <a:cubicBezTo>
                    <a:pt x="61841" y="46779"/>
                    <a:pt x="61765" y="46847"/>
                    <a:pt x="61751" y="46847"/>
                  </a:cubicBezTo>
                  <a:cubicBezTo>
                    <a:pt x="61740" y="46847"/>
                    <a:pt x="61770" y="46803"/>
                    <a:pt x="61839" y="46741"/>
                  </a:cubicBezTo>
                  <a:cubicBezTo>
                    <a:pt x="61957" y="46586"/>
                    <a:pt x="61987" y="46535"/>
                    <a:pt x="61967" y="46535"/>
                  </a:cubicBezTo>
                  <a:cubicBezTo>
                    <a:pt x="61945" y="46535"/>
                    <a:pt x="61857" y="46600"/>
                    <a:pt x="61758" y="46652"/>
                  </a:cubicBezTo>
                  <a:cubicBezTo>
                    <a:pt x="61563" y="46749"/>
                    <a:pt x="61263" y="47025"/>
                    <a:pt x="61117" y="47171"/>
                  </a:cubicBezTo>
                  <a:cubicBezTo>
                    <a:pt x="60971" y="47309"/>
                    <a:pt x="60671" y="47584"/>
                    <a:pt x="60517" y="47722"/>
                  </a:cubicBezTo>
                  <a:cubicBezTo>
                    <a:pt x="60023" y="48087"/>
                    <a:pt x="59869" y="48217"/>
                    <a:pt x="59901" y="48265"/>
                  </a:cubicBezTo>
                  <a:cubicBezTo>
                    <a:pt x="59950" y="48319"/>
                    <a:pt x="59969" y="48340"/>
                    <a:pt x="59968" y="48340"/>
                  </a:cubicBezTo>
                  <a:cubicBezTo>
                    <a:pt x="59968" y="48340"/>
                    <a:pt x="59958" y="48330"/>
                    <a:pt x="59942" y="48314"/>
                  </a:cubicBezTo>
                  <a:cubicBezTo>
                    <a:pt x="59828" y="48338"/>
                    <a:pt x="59342" y="48703"/>
                    <a:pt x="58871" y="49101"/>
                  </a:cubicBezTo>
                  <a:cubicBezTo>
                    <a:pt x="58401" y="49490"/>
                    <a:pt x="57931" y="49895"/>
                    <a:pt x="57890" y="50009"/>
                  </a:cubicBezTo>
                  <a:cubicBezTo>
                    <a:pt x="57882" y="49996"/>
                    <a:pt x="57870" y="49978"/>
                    <a:pt x="57858" y="49960"/>
                  </a:cubicBezTo>
                  <a:cubicBezTo>
                    <a:pt x="57852" y="49953"/>
                    <a:pt x="57844" y="49950"/>
                    <a:pt x="57834" y="49950"/>
                  </a:cubicBezTo>
                  <a:cubicBezTo>
                    <a:pt x="57771" y="49950"/>
                    <a:pt x="57617" y="50075"/>
                    <a:pt x="57331" y="50284"/>
                  </a:cubicBezTo>
                  <a:cubicBezTo>
                    <a:pt x="57169" y="50406"/>
                    <a:pt x="56553" y="50949"/>
                    <a:pt x="56050" y="51298"/>
                  </a:cubicBezTo>
                  <a:cubicBezTo>
                    <a:pt x="55385" y="51776"/>
                    <a:pt x="54866" y="52109"/>
                    <a:pt x="54899" y="52157"/>
                  </a:cubicBezTo>
                  <a:cubicBezTo>
                    <a:pt x="54796" y="52226"/>
                    <a:pt x="54755" y="52253"/>
                    <a:pt x="54732" y="52253"/>
                  </a:cubicBezTo>
                  <a:cubicBezTo>
                    <a:pt x="54717" y="52253"/>
                    <a:pt x="54709" y="52241"/>
                    <a:pt x="54696" y="52222"/>
                  </a:cubicBezTo>
                  <a:cubicBezTo>
                    <a:pt x="54746" y="52163"/>
                    <a:pt x="54755" y="52141"/>
                    <a:pt x="54739" y="52141"/>
                  </a:cubicBezTo>
                  <a:cubicBezTo>
                    <a:pt x="54711" y="52141"/>
                    <a:pt x="54602" y="52211"/>
                    <a:pt x="54493" y="52279"/>
                  </a:cubicBezTo>
                  <a:cubicBezTo>
                    <a:pt x="54323" y="52392"/>
                    <a:pt x="54355" y="52449"/>
                    <a:pt x="54388" y="52498"/>
                  </a:cubicBezTo>
                  <a:cubicBezTo>
                    <a:pt x="54420" y="52546"/>
                    <a:pt x="54250" y="52660"/>
                    <a:pt x="53869" y="52822"/>
                  </a:cubicBezTo>
                  <a:cubicBezTo>
                    <a:pt x="53374" y="53057"/>
                    <a:pt x="52904" y="53341"/>
                    <a:pt x="52458" y="53657"/>
                  </a:cubicBezTo>
                  <a:cubicBezTo>
                    <a:pt x="52312" y="53743"/>
                    <a:pt x="52167" y="53824"/>
                    <a:pt x="52100" y="53824"/>
                  </a:cubicBezTo>
                  <a:cubicBezTo>
                    <a:pt x="52086" y="53824"/>
                    <a:pt x="52075" y="53820"/>
                    <a:pt x="52069" y="53811"/>
                  </a:cubicBezTo>
                  <a:cubicBezTo>
                    <a:pt x="51737" y="53892"/>
                    <a:pt x="51429" y="54054"/>
                    <a:pt x="51169" y="54289"/>
                  </a:cubicBezTo>
                  <a:cubicBezTo>
                    <a:pt x="51068" y="54345"/>
                    <a:pt x="51024" y="54369"/>
                    <a:pt x="50999" y="54369"/>
                  </a:cubicBezTo>
                  <a:cubicBezTo>
                    <a:pt x="50980" y="54369"/>
                    <a:pt x="50972" y="54355"/>
                    <a:pt x="50958" y="54330"/>
                  </a:cubicBezTo>
                  <a:cubicBezTo>
                    <a:pt x="50756" y="54371"/>
                    <a:pt x="50731" y="54314"/>
                    <a:pt x="50602" y="54517"/>
                  </a:cubicBezTo>
                  <a:cubicBezTo>
                    <a:pt x="50196" y="54776"/>
                    <a:pt x="49758" y="54979"/>
                    <a:pt x="49304" y="55125"/>
                  </a:cubicBezTo>
                  <a:cubicBezTo>
                    <a:pt x="49118" y="55206"/>
                    <a:pt x="48931" y="55279"/>
                    <a:pt x="48956" y="55335"/>
                  </a:cubicBezTo>
                  <a:lnTo>
                    <a:pt x="48972" y="55392"/>
                  </a:lnTo>
                  <a:cubicBezTo>
                    <a:pt x="48904" y="55383"/>
                    <a:pt x="48856" y="55376"/>
                    <a:pt x="48819" y="55376"/>
                  </a:cubicBezTo>
                  <a:cubicBezTo>
                    <a:pt x="48729" y="55376"/>
                    <a:pt x="48703" y="55416"/>
                    <a:pt x="48599" y="55554"/>
                  </a:cubicBezTo>
                  <a:cubicBezTo>
                    <a:pt x="48611" y="55597"/>
                    <a:pt x="48511" y="55648"/>
                    <a:pt x="48449" y="55648"/>
                  </a:cubicBezTo>
                  <a:cubicBezTo>
                    <a:pt x="48427" y="55648"/>
                    <a:pt x="48411" y="55642"/>
                    <a:pt x="48404" y="55627"/>
                  </a:cubicBezTo>
                  <a:cubicBezTo>
                    <a:pt x="48267" y="55643"/>
                    <a:pt x="48137" y="55684"/>
                    <a:pt x="48007" y="55733"/>
                  </a:cubicBezTo>
                  <a:cubicBezTo>
                    <a:pt x="47812" y="55789"/>
                    <a:pt x="46880" y="56227"/>
                    <a:pt x="45891" y="56503"/>
                  </a:cubicBezTo>
                  <a:cubicBezTo>
                    <a:pt x="45104" y="56738"/>
                    <a:pt x="44545" y="56835"/>
                    <a:pt x="44196" y="56941"/>
                  </a:cubicBezTo>
                  <a:cubicBezTo>
                    <a:pt x="43848" y="57006"/>
                    <a:pt x="43694" y="57046"/>
                    <a:pt x="43702" y="57079"/>
                  </a:cubicBezTo>
                  <a:cubicBezTo>
                    <a:pt x="43572" y="57143"/>
                    <a:pt x="43529" y="57165"/>
                    <a:pt x="43452" y="57165"/>
                  </a:cubicBezTo>
                  <a:cubicBezTo>
                    <a:pt x="43414" y="57165"/>
                    <a:pt x="43367" y="57160"/>
                    <a:pt x="43296" y="57152"/>
                  </a:cubicBezTo>
                  <a:cubicBezTo>
                    <a:pt x="43199" y="57140"/>
                    <a:pt x="43103" y="57134"/>
                    <a:pt x="43007" y="57134"/>
                  </a:cubicBezTo>
                  <a:cubicBezTo>
                    <a:pt x="42896" y="57134"/>
                    <a:pt x="42785" y="57142"/>
                    <a:pt x="42672" y="57160"/>
                  </a:cubicBezTo>
                  <a:cubicBezTo>
                    <a:pt x="42561" y="57173"/>
                    <a:pt x="42450" y="57186"/>
                    <a:pt x="42371" y="57186"/>
                  </a:cubicBezTo>
                  <a:cubicBezTo>
                    <a:pt x="42306" y="57186"/>
                    <a:pt x="42262" y="57177"/>
                    <a:pt x="42259" y="57152"/>
                  </a:cubicBezTo>
                  <a:cubicBezTo>
                    <a:pt x="42137" y="57208"/>
                    <a:pt x="41999" y="57233"/>
                    <a:pt x="41853" y="57233"/>
                  </a:cubicBezTo>
                  <a:cubicBezTo>
                    <a:pt x="41853" y="57208"/>
                    <a:pt x="41814" y="57195"/>
                    <a:pt x="41754" y="57195"/>
                  </a:cubicBezTo>
                  <a:cubicBezTo>
                    <a:pt x="41676" y="57195"/>
                    <a:pt x="41562" y="57216"/>
                    <a:pt x="41448" y="57257"/>
                  </a:cubicBezTo>
                  <a:cubicBezTo>
                    <a:pt x="41345" y="57323"/>
                    <a:pt x="41294" y="57355"/>
                    <a:pt x="41268" y="57355"/>
                  </a:cubicBezTo>
                  <a:cubicBezTo>
                    <a:pt x="41243" y="57355"/>
                    <a:pt x="41241" y="57325"/>
                    <a:pt x="41237" y="57265"/>
                  </a:cubicBezTo>
                  <a:cubicBezTo>
                    <a:pt x="41237" y="57225"/>
                    <a:pt x="40933" y="57185"/>
                    <a:pt x="40827" y="57185"/>
                  </a:cubicBezTo>
                  <a:cubicBezTo>
                    <a:pt x="40783" y="57185"/>
                    <a:pt x="40772" y="57192"/>
                    <a:pt x="40832" y="57208"/>
                  </a:cubicBezTo>
                  <a:cubicBezTo>
                    <a:pt x="40832" y="57273"/>
                    <a:pt x="40418" y="57273"/>
                    <a:pt x="40215" y="57330"/>
                  </a:cubicBezTo>
                  <a:cubicBezTo>
                    <a:pt x="40005" y="57322"/>
                    <a:pt x="39802" y="57322"/>
                    <a:pt x="39802" y="57257"/>
                  </a:cubicBezTo>
                  <a:cubicBezTo>
                    <a:pt x="39681" y="57222"/>
                    <a:pt x="39236" y="57202"/>
                    <a:pt x="38867" y="57202"/>
                  </a:cubicBezTo>
                  <a:cubicBezTo>
                    <a:pt x="38643" y="57202"/>
                    <a:pt x="38447" y="57209"/>
                    <a:pt x="38367" y="57224"/>
                  </a:cubicBezTo>
                  <a:cubicBezTo>
                    <a:pt x="38364" y="57252"/>
                    <a:pt x="38326" y="57263"/>
                    <a:pt x="38284" y="57263"/>
                  </a:cubicBezTo>
                  <a:cubicBezTo>
                    <a:pt x="38226" y="57263"/>
                    <a:pt x="38160" y="57241"/>
                    <a:pt x="38164" y="57208"/>
                  </a:cubicBezTo>
                  <a:cubicBezTo>
                    <a:pt x="38172" y="57143"/>
                    <a:pt x="37970" y="57119"/>
                    <a:pt x="37759" y="57095"/>
                  </a:cubicBezTo>
                  <a:cubicBezTo>
                    <a:pt x="37716" y="57101"/>
                    <a:pt x="37683" y="57104"/>
                    <a:pt x="37656" y="57104"/>
                  </a:cubicBezTo>
                  <a:cubicBezTo>
                    <a:pt x="37551" y="57104"/>
                    <a:pt x="37558" y="57059"/>
                    <a:pt x="37564" y="57014"/>
                  </a:cubicBezTo>
                  <a:cubicBezTo>
                    <a:pt x="37783" y="56973"/>
                    <a:pt x="37580" y="56957"/>
                    <a:pt x="37175" y="56900"/>
                  </a:cubicBezTo>
                  <a:cubicBezTo>
                    <a:pt x="37156" y="56902"/>
                    <a:pt x="37131" y="56903"/>
                    <a:pt x="37102" y="56903"/>
                  </a:cubicBezTo>
                  <a:cubicBezTo>
                    <a:pt x="36817" y="56903"/>
                    <a:pt x="36098" y="56799"/>
                    <a:pt x="35554" y="56681"/>
                  </a:cubicBezTo>
                  <a:cubicBezTo>
                    <a:pt x="34791" y="56521"/>
                    <a:pt x="34486" y="56487"/>
                    <a:pt x="34195" y="56487"/>
                  </a:cubicBezTo>
                  <a:cubicBezTo>
                    <a:pt x="34102" y="56487"/>
                    <a:pt x="34011" y="56491"/>
                    <a:pt x="33908" y="56495"/>
                  </a:cubicBezTo>
                  <a:lnTo>
                    <a:pt x="33681" y="56560"/>
                  </a:lnTo>
                  <a:lnTo>
                    <a:pt x="33713" y="56446"/>
                  </a:lnTo>
                  <a:cubicBezTo>
                    <a:pt x="33729" y="56381"/>
                    <a:pt x="33559" y="56219"/>
                    <a:pt x="33559" y="56219"/>
                  </a:cubicBezTo>
                  <a:cubicBezTo>
                    <a:pt x="33507" y="56206"/>
                    <a:pt x="33468" y="56201"/>
                    <a:pt x="33438" y="56201"/>
                  </a:cubicBezTo>
                  <a:cubicBezTo>
                    <a:pt x="33356" y="56201"/>
                    <a:pt x="33344" y="56242"/>
                    <a:pt x="33332" y="56284"/>
                  </a:cubicBezTo>
                  <a:cubicBezTo>
                    <a:pt x="33328" y="56299"/>
                    <a:pt x="33311" y="56306"/>
                    <a:pt x="33281" y="56306"/>
                  </a:cubicBezTo>
                  <a:cubicBezTo>
                    <a:pt x="33198" y="56306"/>
                    <a:pt x="33016" y="56245"/>
                    <a:pt x="32740" y="56114"/>
                  </a:cubicBezTo>
                  <a:cubicBezTo>
                    <a:pt x="32359" y="55943"/>
                    <a:pt x="32164" y="55887"/>
                    <a:pt x="31954" y="55879"/>
                  </a:cubicBezTo>
                  <a:cubicBezTo>
                    <a:pt x="31751" y="55830"/>
                    <a:pt x="31565" y="55749"/>
                    <a:pt x="31386" y="55643"/>
                  </a:cubicBezTo>
                  <a:cubicBezTo>
                    <a:pt x="31286" y="55610"/>
                    <a:pt x="31237" y="55594"/>
                    <a:pt x="31211" y="55594"/>
                  </a:cubicBezTo>
                  <a:cubicBezTo>
                    <a:pt x="31187" y="55594"/>
                    <a:pt x="31183" y="55608"/>
                    <a:pt x="31175" y="55635"/>
                  </a:cubicBezTo>
                  <a:cubicBezTo>
                    <a:pt x="31169" y="55649"/>
                    <a:pt x="31153" y="55656"/>
                    <a:pt x="31129" y="55656"/>
                  </a:cubicBezTo>
                  <a:cubicBezTo>
                    <a:pt x="31056" y="55656"/>
                    <a:pt x="30914" y="55595"/>
                    <a:pt x="30786" y="55498"/>
                  </a:cubicBezTo>
                  <a:cubicBezTo>
                    <a:pt x="30650" y="55347"/>
                    <a:pt x="30182" y="55164"/>
                    <a:pt x="30060" y="55164"/>
                  </a:cubicBezTo>
                  <a:cubicBezTo>
                    <a:pt x="30045" y="55164"/>
                    <a:pt x="30035" y="55167"/>
                    <a:pt x="30032" y="55173"/>
                  </a:cubicBezTo>
                  <a:cubicBezTo>
                    <a:pt x="30026" y="55187"/>
                    <a:pt x="30010" y="55194"/>
                    <a:pt x="29986" y="55194"/>
                  </a:cubicBezTo>
                  <a:cubicBezTo>
                    <a:pt x="29914" y="55194"/>
                    <a:pt x="29773" y="55139"/>
                    <a:pt x="29627" y="55084"/>
                  </a:cubicBezTo>
                  <a:cubicBezTo>
                    <a:pt x="29432" y="55003"/>
                    <a:pt x="29238" y="54954"/>
                    <a:pt x="29027" y="54922"/>
                  </a:cubicBezTo>
                  <a:lnTo>
                    <a:pt x="28646" y="54768"/>
                  </a:lnTo>
                  <a:cubicBezTo>
                    <a:pt x="28564" y="54737"/>
                    <a:pt x="28555" y="54724"/>
                    <a:pt x="28586" y="54724"/>
                  </a:cubicBezTo>
                  <a:cubicBezTo>
                    <a:pt x="28629" y="54724"/>
                    <a:pt x="28748" y="54750"/>
                    <a:pt x="28857" y="54792"/>
                  </a:cubicBezTo>
                  <a:lnTo>
                    <a:pt x="28694" y="54662"/>
                  </a:lnTo>
                  <a:cubicBezTo>
                    <a:pt x="28313" y="54517"/>
                    <a:pt x="28127" y="54419"/>
                    <a:pt x="27916" y="54395"/>
                  </a:cubicBezTo>
                  <a:cubicBezTo>
                    <a:pt x="27840" y="54403"/>
                    <a:pt x="27787" y="54408"/>
                    <a:pt x="27753" y="54408"/>
                  </a:cubicBezTo>
                  <a:cubicBezTo>
                    <a:pt x="27682" y="54408"/>
                    <a:pt x="27691" y="54385"/>
                    <a:pt x="27730" y="54314"/>
                  </a:cubicBezTo>
                  <a:cubicBezTo>
                    <a:pt x="27754" y="54257"/>
                    <a:pt x="27592" y="54119"/>
                    <a:pt x="27381" y="54095"/>
                  </a:cubicBezTo>
                  <a:cubicBezTo>
                    <a:pt x="27362" y="54097"/>
                    <a:pt x="27343" y="54098"/>
                    <a:pt x="27324" y="54098"/>
                  </a:cubicBezTo>
                  <a:cubicBezTo>
                    <a:pt x="27113" y="54098"/>
                    <a:pt x="26977" y="53977"/>
                    <a:pt x="27000" y="53925"/>
                  </a:cubicBezTo>
                  <a:cubicBezTo>
                    <a:pt x="27251" y="53892"/>
                    <a:pt x="27235" y="53925"/>
                    <a:pt x="26457" y="53657"/>
                  </a:cubicBezTo>
                  <a:cubicBezTo>
                    <a:pt x="26092" y="53463"/>
                    <a:pt x="25322" y="53163"/>
                    <a:pt x="24795" y="52838"/>
                  </a:cubicBezTo>
                  <a:cubicBezTo>
                    <a:pt x="24089" y="52433"/>
                    <a:pt x="23732" y="52222"/>
                    <a:pt x="23603" y="52052"/>
                  </a:cubicBezTo>
                  <a:cubicBezTo>
                    <a:pt x="23609" y="52043"/>
                    <a:pt x="23613" y="52033"/>
                    <a:pt x="23615" y="52024"/>
                  </a:cubicBezTo>
                  <a:lnTo>
                    <a:pt x="23615" y="52024"/>
                  </a:lnTo>
                  <a:cubicBezTo>
                    <a:pt x="23603" y="52032"/>
                    <a:pt x="23588" y="52037"/>
                    <a:pt x="23570" y="52037"/>
                  </a:cubicBezTo>
                  <a:cubicBezTo>
                    <a:pt x="23471" y="52037"/>
                    <a:pt x="23275" y="51911"/>
                    <a:pt x="22881" y="51654"/>
                  </a:cubicBezTo>
                  <a:cubicBezTo>
                    <a:pt x="22395" y="51273"/>
                    <a:pt x="22038" y="51071"/>
                    <a:pt x="21835" y="50998"/>
                  </a:cubicBezTo>
                  <a:lnTo>
                    <a:pt x="21835" y="50998"/>
                  </a:lnTo>
                  <a:lnTo>
                    <a:pt x="22168" y="51241"/>
                  </a:lnTo>
                  <a:cubicBezTo>
                    <a:pt x="22151" y="51263"/>
                    <a:pt x="22130" y="51274"/>
                    <a:pt x="22103" y="51274"/>
                  </a:cubicBezTo>
                  <a:cubicBezTo>
                    <a:pt x="22014" y="51274"/>
                    <a:pt x="21864" y="51150"/>
                    <a:pt x="21633" y="50925"/>
                  </a:cubicBezTo>
                  <a:cubicBezTo>
                    <a:pt x="21470" y="50803"/>
                    <a:pt x="21503" y="50755"/>
                    <a:pt x="21543" y="50714"/>
                  </a:cubicBezTo>
                  <a:cubicBezTo>
                    <a:pt x="21576" y="50665"/>
                    <a:pt x="21454" y="50495"/>
                    <a:pt x="21284" y="50373"/>
                  </a:cubicBezTo>
                  <a:cubicBezTo>
                    <a:pt x="21178" y="50299"/>
                    <a:pt x="21072" y="50218"/>
                    <a:pt x="21045" y="50218"/>
                  </a:cubicBezTo>
                  <a:cubicBezTo>
                    <a:pt x="21031" y="50218"/>
                    <a:pt x="21039" y="50241"/>
                    <a:pt x="21081" y="50300"/>
                  </a:cubicBezTo>
                  <a:cubicBezTo>
                    <a:pt x="21069" y="50319"/>
                    <a:pt x="21060" y="50330"/>
                    <a:pt x="21045" y="50330"/>
                  </a:cubicBezTo>
                  <a:cubicBezTo>
                    <a:pt x="21022" y="50330"/>
                    <a:pt x="20982" y="50300"/>
                    <a:pt x="20887" y="50219"/>
                  </a:cubicBezTo>
                  <a:cubicBezTo>
                    <a:pt x="20733" y="50082"/>
                    <a:pt x="20554" y="49968"/>
                    <a:pt x="20368" y="49879"/>
                  </a:cubicBezTo>
                  <a:cubicBezTo>
                    <a:pt x="20362" y="49886"/>
                    <a:pt x="20353" y="49889"/>
                    <a:pt x="20342" y="49889"/>
                  </a:cubicBezTo>
                  <a:cubicBezTo>
                    <a:pt x="20280" y="49889"/>
                    <a:pt x="20142" y="49779"/>
                    <a:pt x="20011" y="49668"/>
                  </a:cubicBezTo>
                  <a:cubicBezTo>
                    <a:pt x="19930" y="49563"/>
                    <a:pt x="19841" y="49465"/>
                    <a:pt x="19743" y="49384"/>
                  </a:cubicBezTo>
                  <a:lnTo>
                    <a:pt x="19574" y="49231"/>
                  </a:lnTo>
                  <a:lnTo>
                    <a:pt x="19574" y="49231"/>
                  </a:lnTo>
                  <a:cubicBezTo>
                    <a:pt x="19585" y="49220"/>
                    <a:pt x="19599" y="49204"/>
                    <a:pt x="19614" y="49190"/>
                  </a:cubicBezTo>
                  <a:cubicBezTo>
                    <a:pt x="19654" y="49141"/>
                    <a:pt x="19541" y="48963"/>
                    <a:pt x="19541" y="48963"/>
                  </a:cubicBezTo>
                  <a:cubicBezTo>
                    <a:pt x="19450" y="48882"/>
                    <a:pt x="19399" y="48865"/>
                    <a:pt x="19372" y="48865"/>
                  </a:cubicBezTo>
                  <a:cubicBezTo>
                    <a:pt x="19353" y="48865"/>
                    <a:pt x="19346" y="48874"/>
                    <a:pt x="19346" y="48874"/>
                  </a:cubicBezTo>
                  <a:cubicBezTo>
                    <a:pt x="19281" y="48833"/>
                    <a:pt x="19224" y="48792"/>
                    <a:pt x="19176" y="48744"/>
                  </a:cubicBezTo>
                  <a:lnTo>
                    <a:pt x="18746" y="48379"/>
                  </a:lnTo>
                  <a:cubicBezTo>
                    <a:pt x="18381" y="48079"/>
                    <a:pt x="17935" y="47633"/>
                    <a:pt x="17457" y="47179"/>
                  </a:cubicBezTo>
                  <a:cubicBezTo>
                    <a:pt x="16525" y="46271"/>
                    <a:pt x="15608" y="45233"/>
                    <a:pt x="15414" y="44998"/>
                  </a:cubicBezTo>
                  <a:cubicBezTo>
                    <a:pt x="15224" y="44707"/>
                    <a:pt x="14915" y="44336"/>
                    <a:pt x="14871" y="44336"/>
                  </a:cubicBezTo>
                  <a:cubicBezTo>
                    <a:pt x="14863" y="44336"/>
                    <a:pt x="14864" y="44350"/>
                    <a:pt x="14879" y="44382"/>
                  </a:cubicBezTo>
                  <a:cubicBezTo>
                    <a:pt x="14878" y="44383"/>
                    <a:pt x="14877" y="44383"/>
                    <a:pt x="14875" y="44383"/>
                  </a:cubicBezTo>
                  <a:cubicBezTo>
                    <a:pt x="14804" y="44383"/>
                    <a:pt x="14159" y="43608"/>
                    <a:pt x="13436" y="42647"/>
                  </a:cubicBezTo>
                  <a:cubicBezTo>
                    <a:pt x="12584" y="41525"/>
                    <a:pt x="12029" y="40676"/>
                    <a:pt x="11955" y="40676"/>
                  </a:cubicBezTo>
                  <a:cubicBezTo>
                    <a:pt x="11954" y="40676"/>
                    <a:pt x="11953" y="40676"/>
                    <a:pt x="11952" y="40677"/>
                  </a:cubicBezTo>
                  <a:lnTo>
                    <a:pt x="11611" y="40174"/>
                  </a:lnTo>
                  <a:cubicBezTo>
                    <a:pt x="11392" y="39825"/>
                    <a:pt x="11117" y="39509"/>
                    <a:pt x="11011" y="39331"/>
                  </a:cubicBezTo>
                  <a:cubicBezTo>
                    <a:pt x="10892" y="39229"/>
                    <a:pt x="10799" y="39106"/>
                    <a:pt x="10823" y="39106"/>
                  </a:cubicBezTo>
                  <a:cubicBezTo>
                    <a:pt x="10831" y="39106"/>
                    <a:pt x="10855" y="39122"/>
                    <a:pt x="10898" y="39160"/>
                  </a:cubicBezTo>
                  <a:cubicBezTo>
                    <a:pt x="10955" y="39128"/>
                    <a:pt x="11003" y="39104"/>
                    <a:pt x="10898" y="38925"/>
                  </a:cubicBezTo>
                  <a:cubicBezTo>
                    <a:pt x="10734" y="38680"/>
                    <a:pt x="10668" y="38624"/>
                    <a:pt x="10622" y="38624"/>
                  </a:cubicBezTo>
                  <a:cubicBezTo>
                    <a:pt x="10604" y="38624"/>
                    <a:pt x="10589" y="38633"/>
                    <a:pt x="10574" y="38642"/>
                  </a:cubicBezTo>
                  <a:cubicBezTo>
                    <a:pt x="10570" y="38643"/>
                    <a:pt x="10567" y="38644"/>
                    <a:pt x="10564" y="38644"/>
                  </a:cubicBezTo>
                  <a:cubicBezTo>
                    <a:pt x="10512" y="38644"/>
                    <a:pt x="10419" y="38488"/>
                    <a:pt x="10419" y="38488"/>
                  </a:cubicBezTo>
                  <a:cubicBezTo>
                    <a:pt x="10314" y="38317"/>
                    <a:pt x="10314" y="38317"/>
                    <a:pt x="10371" y="38285"/>
                  </a:cubicBezTo>
                  <a:lnTo>
                    <a:pt x="10468" y="38228"/>
                  </a:lnTo>
                  <a:lnTo>
                    <a:pt x="10371" y="38050"/>
                  </a:lnTo>
                  <a:cubicBezTo>
                    <a:pt x="10367" y="38051"/>
                    <a:pt x="10363" y="38052"/>
                    <a:pt x="10359" y="38052"/>
                  </a:cubicBezTo>
                  <a:cubicBezTo>
                    <a:pt x="10300" y="38052"/>
                    <a:pt x="10209" y="37904"/>
                    <a:pt x="10209" y="37904"/>
                  </a:cubicBezTo>
                  <a:cubicBezTo>
                    <a:pt x="10111" y="37725"/>
                    <a:pt x="10111" y="37725"/>
                    <a:pt x="10217" y="37669"/>
                  </a:cubicBezTo>
                  <a:cubicBezTo>
                    <a:pt x="10322" y="37612"/>
                    <a:pt x="10217" y="37434"/>
                    <a:pt x="10006" y="37312"/>
                  </a:cubicBezTo>
                  <a:cubicBezTo>
                    <a:pt x="9917" y="37207"/>
                    <a:pt x="9828" y="37101"/>
                    <a:pt x="9755" y="36988"/>
                  </a:cubicBezTo>
                  <a:cubicBezTo>
                    <a:pt x="9763" y="36752"/>
                    <a:pt x="9463" y="36444"/>
                    <a:pt x="9309" y="36290"/>
                  </a:cubicBezTo>
                  <a:cubicBezTo>
                    <a:pt x="9325" y="36071"/>
                    <a:pt x="9211" y="35861"/>
                    <a:pt x="9017" y="35747"/>
                  </a:cubicBezTo>
                  <a:cubicBezTo>
                    <a:pt x="9012" y="35750"/>
                    <a:pt x="9008" y="35751"/>
                    <a:pt x="9003" y="35751"/>
                  </a:cubicBezTo>
                  <a:cubicBezTo>
                    <a:pt x="8947" y="35751"/>
                    <a:pt x="8868" y="35577"/>
                    <a:pt x="8830" y="35382"/>
                  </a:cubicBezTo>
                  <a:cubicBezTo>
                    <a:pt x="8798" y="35180"/>
                    <a:pt x="8701" y="34993"/>
                    <a:pt x="8522" y="34628"/>
                  </a:cubicBezTo>
                  <a:cubicBezTo>
                    <a:pt x="8368" y="34474"/>
                    <a:pt x="7736" y="33185"/>
                    <a:pt x="7087" y="31677"/>
                  </a:cubicBezTo>
                  <a:cubicBezTo>
                    <a:pt x="6714" y="30842"/>
                    <a:pt x="6439" y="30120"/>
                    <a:pt x="6228" y="29626"/>
                  </a:cubicBezTo>
                  <a:cubicBezTo>
                    <a:pt x="6020" y="29138"/>
                    <a:pt x="5907" y="28855"/>
                    <a:pt x="5880" y="28855"/>
                  </a:cubicBezTo>
                  <a:cubicBezTo>
                    <a:pt x="5880" y="28855"/>
                    <a:pt x="5879" y="28855"/>
                    <a:pt x="5879" y="28856"/>
                  </a:cubicBezTo>
                  <a:cubicBezTo>
                    <a:pt x="5814" y="28726"/>
                    <a:pt x="5790" y="28596"/>
                    <a:pt x="5790" y="28450"/>
                  </a:cubicBezTo>
                  <a:cubicBezTo>
                    <a:pt x="5847" y="28434"/>
                    <a:pt x="5774" y="28239"/>
                    <a:pt x="5587" y="28093"/>
                  </a:cubicBezTo>
                  <a:cubicBezTo>
                    <a:pt x="5458" y="27915"/>
                    <a:pt x="5401" y="27939"/>
                    <a:pt x="5514" y="27899"/>
                  </a:cubicBezTo>
                  <a:cubicBezTo>
                    <a:pt x="5571" y="27883"/>
                    <a:pt x="5433" y="27493"/>
                    <a:pt x="5158" y="26723"/>
                  </a:cubicBezTo>
                  <a:cubicBezTo>
                    <a:pt x="4949" y="26153"/>
                    <a:pt x="4701" y="25385"/>
                    <a:pt x="4640" y="25385"/>
                  </a:cubicBezTo>
                  <a:cubicBezTo>
                    <a:pt x="4640" y="25385"/>
                    <a:pt x="4639" y="25385"/>
                    <a:pt x="4639" y="25385"/>
                  </a:cubicBezTo>
                  <a:cubicBezTo>
                    <a:pt x="4528" y="25165"/>
                    <a:pt x="4483" y="25075"/>
                    <a:pt x="4490" y="25075"/>
                  </a:cubicBezTo>
                  <a:cubicBezTo>
                    <a:pt x="4495" y="25075"/>
                    <a:pt x="4524" y="25118"/>
                    <a:pt x="4574" y="25191"/>
                  </a:cubicBezTo>
                  <a:cubicBezTo>
                    <a:pt x="4586" y="25202"/>
                    <a:pt x="4597" y="25207"/>
                    <a:pt x="4605" y="25207"/>
                  </a:cubicBezTo>
                  <a:cubicBezTo>
                    <a:pt x="4714" y="25207"/>
                    <a:pt x="4464" y="24325"/>
                    <a:pt x="4193" y="23813"/>
                  </a:cubicBezTo>
                  <a:cubicBezTo>
                    <a:pt x="4128" y="23618"/>
                    <a:pt x="4071" y="23423"/>
                    <a:pt x="4128" y="23407"/>
                  </a:cubicBezTo>
                  <a:cubicBezTo>
                    <a:pt x="4071" y="23204"/>
                    <a:pt x="3998" y="23018"/>
                    <a:pt x="3771" y="22442"/>
                  </a:cubicBezTo>
                  <a:cubicBezTo>
                    <a:pt x="3714" y="22248"/>
                    <a:pt x="3479" y="21461"/>
                    <a:pt x="3366" y="21072"/>
                  </a:cubicBezTo>
                  <a:cubicBezTo>
                    <a:pt x="3293" y="20805"/>
                    <a:pt x="3195" y="20545"/>
                    <a:pt x="3090" y="20294"/>
                  </a:cubicBezTo>
                  <a:lnTo>
                    <a:pt x="3033" y="20099"/>
                  </a:lnTo>
                  <a:cubicBezTo>
                    <a:pt x="3090" y="20083"/>
                    <a:pt x="2814" y="19102"/>
                    <a:pt x="2458" y="17716"/>
                  </a:cubicBezTo>
                  <a:cubicBezTo>
                    <a:pt x="2101" y="16329"/>
                    <a:pt x="1809" y="15137"/>
                    <a:pt x="1817" y="14926"/>
                  </a:cubicBezTo>
                  <a:cubicBezTo>
                    <a:pt x="1785" y="14797"/>
                    <a:pt x="1736" y="14667"/>
                    <a:pt x="1663" y="14545"/>
                  </a:cubicBezTo>
                  <a:cubicBezTo>
                    <a:pt x="1517" y="14383"/>
                    <a:pt x="1444" y="14172"/>
                    <a:pt x="1468" y="13962"/>
                  </a:cubicBezTo>
                  <a:cubicBezTo>
                    <a:pt x="1533" y="13735"/>
                    <a:pt x="1347" y="12940"/>
                    <a:pt x="1185" y="12770"/>
                  </a:cubicBezTo>
                  <a:lnTo>
                    <a:pt x="1241" y="12754"/>
                  </a:lnTo>
                  <a:cubicBezTo>
                    <a:pt x="1314" y="12527"/>
                    <a:pt x="1112" y="11943"/>
                    <a:pt x="950" y="11773"/>
                  </a:cubicBezTo>
                  <a:cubicBezTo>
                    <a:pt x="966" y="11562"/>
                    <a:pt x="974" y="11351"/>
                    <a:pt x="877" y="11165"/>
                  </a:cubicBezTo>
                  <a:cubicBezTo>
                    <a:pt x="828" y="10962"/>
                    <a:pt x="828" y="10962"/>
                    <a:pt x="941" y="10937"/>
                  </a:cubicBezTo>
                  <a:cubicBezTo>
                    <a:pt x="1006" y="10929"/>
                    <a:pt x="1063" y="10913"/>
                    <a:pt x="1014" y="10719"/>
                  </a:cubicBezTo>
                  <a:cubicBezTo>
                    <a:pt x="983" y="10562"/>
                    <a:pt x="937" y="10536"/>
                    <a:pt x="892" y="10536"/>
                  </a:cubicBezTo>
                  <a:cubicBezTo>
                    <a:pt x="879" y="10536"/>
                    <a:pt x="865" y="10538"/>
                    <a:pt x="852" y="10540"/>
                  </a:cubicBezTo>
                  <a:cubicBezTo>
                    <a:pt x="852" y="10540"/>
                    <a:pt x="812" y="10338"/>
                    <a:pt x="763" y="10143"/>
                  </a:cubicBezTo>
                  <a:cubicBezTo>
                    <a:pt x="763" y="10143"/>
                    <a:pt x="726" y="9956"/>
                    <a:pt x="665" y="9956"/>
                  </a:cubicBezTo>
                  <a:cubicBezTo>
                    <a:pt x="663" y="9956"/>
                    <a:pt x="660" y="9956"/>
                    <a:pt x="658" y="9956"/>
                  </a:cubicBezTo>
                  <a:cubicBezTo>
                    <a:pt x="657" y="9957"/>
                    <a:pt x="655" y="9957"/>
                    <a:pt x="654" y="9957"/>
                  </a:cubicBezTo>
                  <a:cubicBezTo>
                    <a:pt x="599" y="9957"/>
                    <a:pt x="559" y="9766"/>
                    <a:pt x="512" y="9567"/>
                  </a:cubicBezTo>
                  <a:cubicBezTo>
                    <a:pt x="548" y="9562"/>
                    <a:pt x="518" y="9483"/>
                    <a:pt x="489" y="9483"/>
                  </a:cubicBezTo>
                  <a:cubicBezTo>
                    <a:pt x="473" y="9483"/>
                    <a:pt x="458" y="9508"/>
                    <a:pt x="455" y="9584"/>
                  </a:cubicBezTo>
                  <a:cubicBezTo>
                    <a:pt x="440" y="9585"/>
                    <a:pt x="426" y="9588"/>
                    <a:pt x="412" y="9588"/>
                  </a:cubicBezTo>
                  <a:cubicBezTo>
                    <a:pt x="365" y="9588"/>
                    <a:pt x="324" y="9562"/>
                    <a:pt x="293" y="9405"/>
                  </a:cubicBezTo>
                  <a:lnTo>
                    <a:pt x="171" y="9429"/>
                  </a:lnTo>
                  <a:cubicBezTo>
                    <a:pt x="58" y="9454"/>
                    <a:pt x="1" y="9462"/>
                    <a:pt x="25" y="9875"/>
                  </a:cubicBezTo>
                  <a:cubicBezTo>
                    <a:pt x="153" y="10670"/>
                    <a:pt x="225" y="11271"/>
                    <a:pt x="343" y="11271"/>
                  </a:cubicBezTo>
                  <a:cubicBezTo>
                    <a:pt x="345" y="11271"/>
                    <a:pt x="347" y="11270"/>
                    <a:pt x="350" y="11270"/>
                  </a:cubicBezTo>
                  <a:cubicBezTo>
                    <a:pt x="414" y="11392"/>
                    <a:pt x="463" y="11521"/>
                    <a:pt x="496" y="11659"/>
                  </a:cubicBezTo>
                  <a:cubicBezTo>
                    <a:pt x="528" y="11789"/>
                    <a:pt x="536" y="11927"/>
                    <a:pt x="528" y="12064"/>
                  </a:cubicBezTo>
                  <a:cubicBezTo>
                    <a:pt x="471" y="12081"/>
                    <a:pt x="650" y="12875"/>
                    <a:pt x="893" y="13872"/>
                  </a:cubicBezTo>
                  <a:cubicBezTo>
                    <a:pt x="1177" y="15072"/>
                    <a:pt x="1323" y="15664"/>
                    <a:pt x="1314" y="15875"/>
                  </a:cubicBezTo>
                  <a:cubicBezTo>
                    <a:pt x="1306" y="16013"/>
                    <a:pt x="1323" y="16151"/>
                    <a:pt x="1355" y="16289"/>
                  </a:cubicBezTo>
                  <a:cubicBezTo>
                    <a:pt x="1355" y="16288"/>
                    <a:pt x="1356" y="16288"/>
                    <a:pt x="1356" y="16288"/>
                  </a:cubicBezTo>
                  <a:cubicBezTo>
                    <a:pt x="1424" y="16288"/>
                    <a:pt x="1706" y="17482"/>
                    <a:pt x="2077" y="18859"/>
                  </a:cubicBezTo>
                  <a:cubicBezTo>
                    <a:pt x="2447" y="20237"/>
                    <a:pt x="2842" y="21616"/>
                    <a:pt x="2903" y="21616"/>
                  </a:cubicBezTo>
                  <a:cubicBezTo>
                    <a:pt x="2903" y="21616"/>
                    <a:pt x="2903" y="21615"/>
                    <a:pt x="2904" y="21615"/>
                  </a:cubicBezTo>
                  <a:lnTo>
                    <a:pt x="3017" y="22005"/>
                  </a:lnTo>
                  <a:cubicBezTo>
                    <a:pt x="2960" y="22021"/>
                    <a:pt x="3082" y="22418"/>
                    <a:pt x="3195" y="22815"/>
                  </a:cubicBezTo>
                  <a:cubicBezTo>
                    <a:pt x="3309" y="23067"/>
                    <a:pt x="3406" y="23318"/>
                    <a:pt x="3495" y="23586"/>
                  </a:cubicBezTo>
                  <a:cubicBezTo>
                    <a:pt x="3439" y="23602"/>
                    <a:pt x="3495" y="23796"/>
                    <a:pt x="3625" y="24186"/>
                  </a:cubicBezTo>
                  <a:cubicBezTo>
                    <a:pt x="3742" y="24568"/>
                    <a:pt x="3799" y="24762"/>
                    <a:pt x="3861" y="24762"/>
                  </a:cubicBezTo>
                  <a:cubicBezTo>
                    <a:pt x="3863" y="24762"/>
                    <a:pt x="3866" y="24762"/>
                    <a:pt x="3868" y="24761"/>
                  </a:cubicBezTo>
                  <a:cubicBezTo>
                    <a:pt x="3933" y="24956"/>
                    <a:pt x="4371" y="26326"/>
                    <a:pt x="4533" y="26926"/>
                  </a:cubicBezTo>
                  <a:cubicBezTo>
                    <a:pt x="4541" y="27137"/>
                    <a:pt x="4671" y="27315"/>
                    <a:pt x="4793" y="27493"/>
                  </a:cubicBezTo>
                  <a:cubicBezTo>
                    <a:pt x="4796" y="27492"/>
                    <a:pt x="4800" y="27491"/>
                    <a:pt x="4804" y="27491"/>
                  </a:cubicBezTo>
                  <a:cubicBezTo>
                    <a:pt x="4865" y="27491"/>
                    <a:pt x="4983" y="27660"/>
                    <a:pt x="5044" y="27842"/>
                  </a:cubicBezTo>
                  <a:lnTo>
                    <a:pt x="4931" y="27875"/>
                  </a:lnTo>
                  <a:cubicBezTo>
                    <a:pt x="4882" y="27807"/>
                    <a:pt x="4852" y="27766"/>
                    <a:pt x="4842" y="27766"/>
                  </a:cubicBezTo>
                  <a:cubicBezTo>
                    <a:pt x="4827" y="27766"/>
                    <a:pt x="4859" y="27859"/>
                    <a:pt x="4947" y="28093"/>
                  </a:cubicBezTo>
                  <a:cubicBezTo>
                    <a:pt x="5020" y="28280"/>
                    <a:pt x="5093" y="28475"/>
                    <a:pt x="5093" y="28475"/>
                  </a:cubicBezTo>
                  <a:cubicBezTo>
                    <a:pt x="5093" y="28474"/>
                    <a:pt x="5094" y="28474"/>
                    <a:pt x="5094" y="28474"/>
                  </a:cubicBezTo>
                  <a:cubicBezTo>
                    <a:pt x="5163" y="28474"/>
                    <a:pt x="5503" y="29434"/>
                    <a:pt x="6049" y="30761"/>
                  </a:cubicBezTo>
                  <a:cubicBezTo>
                    <a:pt x="6756" y="32444"/>
                    <a:pt x="7027" y="33016"/>
                    <a:pt x="7084" y="33016"/>
                  </a:cubicBezTo>
                  <a:cubicBezTo>
                    <a:pt x="7085" y="33016"/>
                    <a:pt x="7086" y="33015"/>
                    <a:pt x="7087" y="33015"/>
                  </a:cubicBezTo>
                  <a:cubicBezTo>
                    <a:pt x="7090" y="33013"/>
                    <a:pt x="7094" y="33013"/>
                    <a:pt x="7097" y="33013"/>
                  </a:cubicBezTo>
                  <a:cubicBezTo>
                    <a:pt x="7154" y="33013"/>
                    <a:pt x="7245" y="33210"/>
                    <a:pt x="7436" y="33761"/>
                  </a:cubicBezTo>
                  <a:cubicBezTo>
                    <a:pt x="7801" y="34961"/>
                    <a:pt x="7825" y="34953"/>
                    <a:pt x="7963" y="35115"/>
                  </a:cubicBezTo>
                  <a:cubicBezTo>
                    <a:pt x="7866" y="34928"/>
                    <a:pt x="7922" y="34904"/>
                    <a:pt x="7979" y="34880"/>
                  </a:cubicBezTo>
                  <a:cubicBezTo>
                    <a:pt x="7990" y="34874"/>
                    <a:pt x="8002" y="34872"/>
                    <a:pt x="8013" y="34872"/>
                  </a:cubicBezTo>
                  <a:cubicBezTo>
                    <a:pt x="8104" y="34872"/>
                    <a:pt x="8180" y="35043"/>
                    <a:pt x="8166" y="35253"/>
                  </a:cubicBezTo>
                  <a:cubicBezTo>
                    <a:pt x="8028" y="35309"/>
                    <a:pt x="9560" y="38025"/>
                    <a:pt x="9795" y="38131"/>
                  </a:cubicBezTo>
                  <a:cubicBezTo>
                    <a:pt x="9814" y="38121"/>
                    <a:pt x="9826" y="38115"/>
                    <a:pt x="9827" y="38115"/>
                  </a:cubicBezTo>
                  <a:lnTo>
                    <a:pt x="9827" y="38115"/>
                  </a:lnTo>
                  <a:cubicBezTo>
                    <a:pt x="9827" y="38115"/>
                    <a:pt x="9802" y="38129"/>
                    <a:pt x="9738" y="38163"/>
                  </a:cubicBezTo>
                  <a:cubicBezTo>
                    <a:pt x="9690" y="38188"/>
                    <a:pt x="9787" y="38374"/>
                    <a:pt x="10217" y="39079"/>
                  </a:cubicBezTo>
                  <a:lnTo>
                    <a:pt x="10549" y="39606"/>
                  </a:lnTo>
                  <a:cubicBezTo>
                    <a:pt x="10552" y="39605"/>
                    <a:pt x="10555" y="39604"/>
                    <a:pt x="10558" y="39604"/>
                  </a:cubicBezTo>
                  <a:cubicBezTo>
                    <a:pt x="10685" y="39604"/>
                    <a:pt x="11254" y="40637"/>
                    <a:pt x="11222" y="40660"/>
                  </a:cubicBezTo>
                  <a:cubicBezTo>
                    <a:pt x="11287" y="40863"/>
                    <a:pt x="11287" y="40863"/>
                    <a:pt x="11522" y="41204"/>
                  </a:cubicBezTo>
                  <a:cubicBezTo>
                    <a:pt x="11960" y="41658"/>
                    <a:pt x="12519" y="42533"/>
                    <a:pt x="12479" y="42566"/>
                  </a:cubicBezTo>
                  <a:lnTo>
                    <a:pt x="12722" y="42898"/>
                  </a:lnTo>
                  <a:cubicBezTo>
                    <a:pt x="12900" y="43028"/>
                    <a:pt x="13136" y="43368"/>
                    <a:pt x="13273" y="43531"/>
                  </a:cubicBezTo>
                  <a:cubicBezTo>
                    <a:pt x="13553" y="43880"/>
                    <a:pt x="13698" y="44062"/>
                    <a:pt x="13728" y="44062"/>
                  </a:cubicBezTo>
                  <a:cubicBezTo>
                    <a:pt x="13740" y="44062"/>
                    <a:pt x="13734" y="44034"/>
                    <a:pt x="13711" y="43976"/>
                  </a:cubicBezTo>
                  <a:cubicBezTo>
                    <a:pt x="13732" y="43962"/>
                    <a:pt x="13753" y="43947"/>
                    <a:pt x="13781" y="43947"/>
                  </a:cubicBezTo>
                  <a:cubicBezTo>
                    <a:pt x="13817" y="43947"/>
                    <a:pt x="13865" y="43974"/>
                    <a:pt x="13938" y="44066"/>
                  </a:cubicBezTo>
                  <a:lnTo>
                    <a:pt x="13890" y="44106"/>
                  </a:lnTo>
                  <a:cubicBezTo>
                    <a:pt x="13841" y="44139"/>
                    <a:pt x="14214" y="44641"/>
                    <a:pt x="14773" y="45257"/>
                  </a:cubicBezTo>
                  <a:cubicBezTo>
                    <a:pt x="15446" y="46052"/>
                    <a:pt x="15730" y="46352"/>
                    <a:pt x="15835" y="46539"/>
                  </a:cubicBezTo>
                  <a:lnTo>
                    <a:pt x="16022" y="46652"/>
                  </a:lnTo>
                  <a:cubicBezTo>
                    <a:pt x="16208" y="46766"/>
                    <a:pt x="16346" y="46911"/>
                    <a:pt x="16306" y="46952"/>
                  </a:cubicBezTo>
                  <a:cubicBezTo>
                    <a:pt x="16395" y="47155"/>
                    <a:pt x="16987" y="47738"/>
                    <a:pt x="17335" y="47990"/>
                  </a:cubicBezTo>
                  <a:lnTo>
                    <a:pt x="17627" y="48274"/>
                  </a:lnTo>
                  <a:cubicBezTo>
                    <a:pt x="17692" y="48509"/>
                    <a:pt x="18154" y="48930"/>
                    <a:pt x="18398" y="48987"/>
                  </a:cubicBezTo>
                  <a:cubicBezTo>
                    <a:pt x="18357" y="49028"/>
                    <a:pt x="18511" y="49165"/>
                    <a:pt x="18665" y="49303"/>
                  </a:cubicBezTo>
                  <a:cubicBezTo>
                    <a:pt x="18884" y="49457"/>
                    <a:pt x="19087" y="49619"/>
                    <a:pt x="19281" y="49790"/>
                  </a:cubicBezTo>
                  <a:cubicBezTo>
                    <a:pt x="19484" y="49952"/>
                    <a:pt x="19638" y="50098"/>
                    <a:pt x="19622" y="50122"/>
                  </a:cubicBezTo>
                  <a:lnTo>
                    <a:pt x="19784" y="50252"/>
                  </a:lnTo>
                  <a:cubicBezTo>
                    <a:pt x="19970" y="50341"/>
                    <a:pt x="20149" y="50455"/>
                    <a:pt x="20303" y="50600"/>
                  </a:cubicBezTo>
                  <a:cubicBezTo>
                    <a:pt x="20465" y="50738"/>
                    <a:pt x="20643" y="50852"/>
                    <a:pt x="20838" y="50933"/>
                  </a:cubicBezTo>
                  <a:cubicBezTo>
                    <a:pt x="20968" y="50990"/>
                    <a:pt x="21097" y="51055"/>
                    <a:pt x="21211" y="51136"/>
                  </a:cubicBezTo>
                  <a:cubicBezTo>
                    <a:pt x="21276" y="51182"/>
                    <a:pt x="21285" y="51200"/>
                    <a:pt x="21261" y="51200"/>
                  </a:cubicBezTo>
                  <a:cubicBezTo>
                    <a:pt x="21221" y="51200"/>
                    <a:pt x="21093" y="51153"/>
                    <a:pt x="20968" y="51103"/>
                  </a:cubicBezTo>
                  <a:cubicBezTo>
                    <a:pt x="20894" y="51065"/>
                    <a:pt x="20855" y="51048"/>
                    <a:pt x="20843" y="51048"/>
                  </a:cubicBezTo>
                  <a:cubicBezTo>
                    <a:pt x="20795" y="51048"/>
                    <a:pt x="21212" y="51328"/>
                    <a:pt x="21681" y="51549"/>
                  </a:cubicBezTo>
                  <a:cubicBezTo>
                    <a:pt x="22011" y="51707"/>
                    <a:pt x="22151" y="51774"/>
                    <a:pt x="22134" y="51774"/>
                  </a:cubicBezTo>
                  <a:cubicBezTo>
                    <a:pt x="22121" y="51774"/>
                    <a:pt x="22020" y="51737"/>
                    <a:pt x="21843" y="51671"/>
                  </a:cubicBezTo>
                  <a:cubicBezTo>
                    <a:pt x="21737" y="51633"/>
                    <a:pt x="21632" y="51594"/>
                    <a:pt x="21608" y="51594"/>
                  </a:cubicBezTo>
                  <a:cubicBezTo>
                    <a:pt x="21586" y="51594"/>
                    <a:pt x="21633" y="51626"/>
                    <a:pt x="21811" y="51719"/>
                  </a:cubicBezTo>
                  <a:cubicBezTo>
                    <a:pt x="21811" y="51719"/>
                    <a:pt x="22086" y="51922"/>
                    <a:pt x="22165" y="51922"/>
                  </a:cubicBezTo>
                  <a:cubicBezTo>
                    <a:pt x="22174" y="51922"/>
                    <a:pt x="22181" y="51920"/>
                    <a:pt x="22184" y="51914"/>
                  </a:cubicBezTo>
                  <a:lnTo>
                    <a:pt x="22711" y="52254"/>
                  </a:lnTo>
                  <a:cubicBezTo>
                    <a:pt x="22922" y="52441"/>
                    <a:pt x="23141" y="52611"/>
                    <a:pt x="23376" y="52765"/>
                  </a:cubicBezTo>
                  <a:cubicBezTo>
                    <a:pt x="23586" y="52830"/>
                    <a:pt x="23586" y="52822"/>
                    <a:pt x="23732" y="52984"/>
                  </a:cubicBezTo>
                  <a:cubicBezTo>
                    <a:pt x="23710" y="53018"/>
                    <a:pt x="23791" y="53078"/>
                    <a:pt x="23863" y="53078"/>
                  </a:cubicBezTo>
                  <a:cubicBezTo>
                    <a:pt x="23895" y="53078"/>
                    <a:pt x="23926" y="53066"/>
                    <a:pt x="23943" y="53033"/>
                  </a:cubicBezTo>
                  <a:cubicBezTo>
                    <a:pt x="24154" y="53090"/>
                    <a:pt x="24340" y="53195"/>
                    <a:pt x="24486" y="53349"/>
                  </a:cubicBezTo>
                  <a:cubicBezTo>
                    <a:pt x="24439" y="53436"/>
                    <a:pt x="24553" y="53523"/>
                    <a:pt x="24613" y="53523"/>
                  </a:cubicBezTo>
                  <a:cubicBezTo>
                    <a:pt x="24625" y="53523"/>
                    <a:pt x="24635" y="53520"/>
                    <a:pt x="24640" y="53511"/>
                  </a:cubicBezTo>
                  <a:cubicBezTo>
                    <a:pt x="24778" y="53544"/>
                    <a:pt x="24908" y="53600"/>
                    <a:pt x="25030" y="53665"/>
                  </a:cubicBezTo>
                  <a:cubicBezTo>
                    <a:pt x="25013" y="53698"/>
                    <a:pt x="25427" y="53917"/>
                    <a:pt x="26051" y="54249"/>
                  </a:cubicBezTo>
                  <a:cubicBezTo>
                    <a:pt x="26359" y="54419"/>
                    <a:pt x="26732" y="54598"/>
                    <a:pt x="27138" y="54768"/>
                  </a:cubicBezTo>
                  <a:cubicBezTo>
                    <a:pt x="27543" y="54946"/>
                    <a:pt x="27973" y="55149"/>
                    <a:pt x="28411" y="55319"/>
                  </a:cubicBezTo>
                  <a:cubicBezTo>
                    <a:pt x="28528" y="55368"/>
                    <a:pt x="28651" y="55393"/>
                    <a:pt x="28736" y="55393"/>
                  </a:cubicBezTo>
                  <a:cubicBezTo>
                    <a:pt x="28791" y="55393"/>
                    <a:pt x="28831" y="55382"/>
                    <a:pt x="28840" y="55360"/>
                  </a:cubicBezTo>
                  <a:cubicBezTo>
                    <a:pt x="28858" y="55322"/>
                    <a:pt x="28866" y="55305"/>
                    <a:pt x="28877" y="55305"/>
                  </a:cubicBezTo>
                  <a:cubicBezTo>
                    <a:pt x="28897" y="55305"/>
                    <a:pt x="28926" y="55358"/>
                    <a:pt x="29035" y="55441"/>
                  </a:cubicBezTo>
                  <a:cubicBezTo>
                    <a:pt x="29112" y="55596"/>
                    <a:pt x="29302" y="55708"/>
                    <a:pt x="29396" y="55708"/>
                  </a:cubicBezTo>
                  <a:cubicBezTo>
                    <a:pt x="29449" y="55708"/>
                    <a:pt x="29471" y="55672"/>
                    <a:pt x="29424" y="55587"/>
                  </a:cubicBezTo>
                  <a:cubicBezTo>
                    <a:pt x="29353" y="55501"/>
                    <a:pt x="29315" y="55455"/>
                    <a:pt x="29328" y="55455"/>
                  </a:cubicBezTo>
                  <a:cubicBezTo>
                    <a:pt x="29343" y="55455"/>
                    <a:pt x="29430" y="55519"/>
                    <a:pt x="29619" y="55660"/>
                  </a:cubicBezTo>
                  <a:cubicBezTo>
                    <a:pt x="29789" y="55781"/>
                    <a:pt x="29789" y="55781"/>
                    <a:pt x="30008" y="55798"/>
                  </a:cubicBezTo>
                  <a:cubicBezTo>
                    <a:pt x="30012" y="55786"/>
                    <a:pt x="30027" y="55780"/>
                    <a:pt x="30047" y="55780"/>
                  </a:cubicBezTo>
                  <a:cubicBezTo>
                    <a:pt x="30107" y="55780"/>
                    <a:pt x="30215" y="55828"/>
                    <a:pt x="30202" y="55871"/>
                  </a:cubicBezTo>
                  <a:cubicBezTo>
                    <a:pt x="30346" y="55973"/>
                    <a:pt x="30496" y="56076"/>
                    <a:pt x="30554" y="56076"/>
                  </a:cubicBezTo>
                  <a:cubicBezTo>
                    <a:pt x="30564" y="56076"/>
                    <a:pt x="30572" y="56073"/>
                    <a:pt x="30575" y="56065"/>
                  </a:cubicBezTo>
                  <a:cubicBezTo>
                    <a:pt x="30705" y="56106"/>
                    <a:pt x="30827" y="56170"/>
                    <a:pt x="30948" y="56252"/>
                  </a:cubicBezTo>
                  <a:cubicBezTo>
                    <a:pt x="31119" y="56373"/>
                    <a:pt x="31346" y="56381"/>
                    <a:pt x="31556" y="56389"/>
                  </a:cubicBezTo>
                  <a:cubicBezTo>
                    <a:pt x="32189" y="56462"/>
                    <a:pt x="32392" y="56511"/>
                    <a:pt x="32156" y="56568"/>
                  </a:cubicBezTo>
                  <a:cubicBezTo>
                    <a:pt x="31949" y="56618"/>
                    <a:pt x="32710" y="56806"/>
                    <a:pt x="33056" y="56806"/>
                  </a:cubicBezTo>
                  <a:cubicBezTo>
                    <a:pt x="33103" y="56806"/>
                    <a:pt x="33142" y="56803"/>
                    <a:pt x="33170" y="56795"/>
                  </a:cubicBezTo>
                  <a:cubicBezTo>
                    <a:pt x="33287" y="56766"/>
                    <a:pt x="33346" y="56752"/>
                    <a:pt x="33374" y="56752"/>
                  </a:cubicBezTo>
                  <a:cubicBezTo>
                    <a:pt x="33401" y="56752"/>
                    <a:pt x="33397" y="56766"/>
                    <a:pt x="33389" y="56795"/>
                  </a:cubicBezTo>
                  <a:cubicBezTo>
                    <a:pt x="33373" y="56852"/>
                    <a:pt x="33575" y="56900"/>
                    <a:pt x="33575" y="56900"/>
                  </a:cubicBezTo>
                  <a:cubicBezTo>
                    <a:pt x="33778" y="56957"/>
                    <a:pt x="33981" y="57006"/>
                    <a:pt x="33964" y="57062"/>
                  </a:cubicBezTo>
                  <a:cubicBezTo>
                    <a:pt x="34167" y="57111"/>
                    <a:pt x="34378" y="57135"/>
                    <a:pt x="34589" y="57152"/>
                  </a:cubicBezTo>
                  <a:cubicBezTo>
                    <a:pt x="34615" y="57150"/>
                    <a:pt x="34643" y="57149"/>
                    <a:pt x="34671" y="57149"/>
                  </a:cubicBezTo>
                  <a:cubicBezTo>
                    <a:pt x="35091" y="57149"/>
                    <a:pt x="35630" y="57315"/>
                    <a:pt x="35805" y="57460"/>
                  </a:cubicBezTo>
                  <a:lnTo>
                    <a:pt x="36226" y="57476"/>
                  </a:lnTo>
                  <a:cubicBezTo>
                    <a:pt x="36347" y="57433"/>
                    <a:pt x="36465" y="57404"/>
                    <a:pt x="36545" y="57404"/>
                  </a:cubicBezTo>
                  <a:cubicBezTo>
                    <a:pt x="36617" y="57404"/>
                    <a:pt x="36660" y="57427"/>
                    <a:pt x="36648" y="57484"/>
                  </a:cubicBezTo>
                  <a:cubicBezTo>
                    <a:pt x="36642" y="57524"/>
                    <a:pt x="36633" y="57568"/>
                    <a:pt x="36633" y="57568"/>
                  </a:cubicBezTo>
                  <a:cubicBezTo>
                    <a:pt x="36633" y="57568"/>
                    <a:pt x="36635" y="57560"/>
                    <a:pt x="36640" y="57541"/>
                  </a:cubicBezTo>
                  <a:cubicBezTo>
                    <a:pt x="36679" y="57528"/>
                    <a:pt x="36736" y="57522"/>
                    <a:pt x="36803" y="57522"/>
                  </a:cubicBezTo>
                  <a:cubicBezTo>
                    <a:pt x="37123" y="57522"/>
                    <a:pt x="37675" y="57650"/>
                    <a:pt x="37662" y="57743"/>
                  </a:cubicBezTo>
                  <a:cubicBezTo>
                    <a:pt x="37653" y="57808"/>
                    <a:pt x="37653" y="57808"/>
                    <a:pt x="37864" y="57833"/>
                  </a:cubicBezTo>
                  <a:lnTo>
                    <a:pt x="37872" y="57776"/>
                  </a:lnTo>
                  <a:cubicBezTo>
                    <a:pt x="37879" y="57721"/>
                    <a:pt x="37886" y="57673"/>
                    <a:pt x="38012" y="57673"/>
                  </a:cubicBezTo>
                  <a:cubicBezTo>
                    <a:pt x="38036" y="57673"/>
                    <a:pt x="38065" y="57675"/>
                    <a:pt x="38099" y="57679"/>
                  </a:cubicBezTo>
                  <a:cubicBezTo>
                    <a:pt x="38302" y="57703"/>
                    <a:pt x="38513" y="57719"/>
                    <a:pt x="38505" y="57776"/>
                  </a:cubicBezTo>
                  <a:cubicBezTo>
                    <a:pt x="38660" y="57832"/>
                    <a:pt x="38820" y="57892"/>
                    <a:pt x="38886" y="57892"/>
                  </a:cubicBezTo>
                  <a:cubicBezTo>
                    <a:pt x="38907" y="57892"/>
                    <a:pt x="38918" y="57886"/>
                    <a:pt x="38918" y="57873"/>
                  </a:cubicBezTo>
                  <a:cubicBezTo>
                    <a:pt x="39064" y="57889"/>
                    <a:pt x="39202" y="57914"/>
                    <a:pt x="39340" y="57954"/>
                  </a:cubicBezTo>
                  <a:lnTo>
                    <a:pt x="40183" y="57987"/>
                  </a:lnTo>
                  <a:cubicBezTo>
                    <a:pt x="40293" y="57961"/>
                    <a:pt x="40459" y="57947"/>
                    <a:pt x="40593" y="57947"/>
                  </a:cubicBezTo>
                  <a:cubicBezTo>
                    <a:pt x="40718" y="57947"/>
                    <a:pt x="40815" y="57959"/>
                    <a:pt x="40815" y="57987"/>
                  </a:cubicBezTo>
                  <a:cubicBezTo>
                    <a:pt x="40843" y="57988"/>
                    <a:pt x="40870" y="57988"/>
                    <a:pt x="40897" y="57988"/>
                  </a:cubicBezTo>
                  <a:cubicBezTo>
                    <a:pt x="41087" y="57988"/>
                    <a:pt x="41272" y="57963"/>
                    <a:pt x="41456" y="57914"/>
                  </a:cubicBezTo>
                  <a:cubicBezTo>
                    <a:pt x="41657" y="57902"/>
                    <a:pt x="41810" y="57892"/>
                    <a:pt x="41916" y="57892"/>
                  </a:cubicBezTo>
                  <a:cubicBezTo>
                    <a:pt x="42033" y="57892"/>
                    <a:pt x="42092" y="57904"/>
                    <a:pt x="42096" y="57938"/>
                  </a:cubicBezTo>
                  <a:cubicBezTo>
                    <a:pt x="42096" y="57965"/>
                    <a:pt x="42096" y="57979"/>
                    <a:pt x="42118" y="57979"/>
                  </a:cubicBezTo>
                  <a:cubicBezTo>
                    <a:pt x="42143" y="57979"/>
                    <a:pt x="42195" y="57961"/>
                    <a:pt x="42307" y="57922"/>
                  </a:cubicBezTo>
                  <a:cubicBezTo>
                    <a:pt x="42307" y="57865"/>
                    <a:pt x="42518" y="57841"/>
                    <a:pt x="42729" y="57816"/>
                  </a:cubicBezTo>
                  <a:lnTo>
                    <a:pt x="43151" y="57768"/>
                  </a:lnTo>
                  <a:cubicBezTo>
                    <a:pt x="43142" y="57711"/>
                    <a:pt x="43142" y="57711"/>
                    <a:pt x="43353" y="57687"/>
                  </a:cubicBezTo>
                  <a:cubicBezTo>
                    <a:pt x="43564" y="57646"/>
                    <a:pt x="44205" y="57597"/>
                    <a:pt x="44415" y="57557"/>
                  </a:cubicBezTo>
                  <a:cubicBezTo>
                    <a:pt x="45032" y="57411"/>
                    <a:pt x="45032" y="57411"/>
                    <a:pt x="44813" y="57395"/>
                  </a:cubicBezTo>
                  <a:lnTo>
                    <a:pt x="44813" y="57395"/>
                  </a:lnTo>
                  <a:cubicBezTo>
                    <a:pt x="44757" y="57408"/>
                    <a:pt x="44715" y="57414"/>
                    <a:pt x="44693" y="57414"/>
                  </a:cubicBezTo>
                  <a:cubicBezTo>
                    <a:pt x="44634" y="57414"/>
                    <a:pt x="44709" y="57376"/>
                    <a:pt x="45015" y="57346"/>
                  </a:cubicBezTo>
                  <a:cubicBezTo>
                    <a:pt x="45121" y="57322"/>
                    <a:pt x="45331" y="57289"/>
                    <a:pt x="45591" y="57241"/>
                  </a:cubicBezTo>
                  <a:cubicBezTo>
                    <a:pt x="45850" y="57192"/>
                    <a:pt x="46150" y="57111"/>
                    <a:pt x="46458" y="57022"/>
                  </a:cubicBezTo>
                  <a:cubicBezTo>
                    <a:pt x="47269" y="56779"/>
                    <a:pt x="47253" y="56754"/>
                    <a:pt x="47237" y="56706"/>
                  </a:cubicBezTo>
                  <a:cubicBezTo>
                    <a:pt x="47060" y="56668"/>
                    <a:pt x="47139" y="56620"/>
                    <a:pt x="47294" y="56620"/>
                  </a:cubicBezTo>
                  <a:cubicBezTo>
                    <a:pt x="47338" y="56620"/>
                    <a:pt x="47388" y="56624"/>
                    <a:pt x="47440" y="56633"/>
                  </a:cubicBezTo>
                  <a:cubicBezTo>
                    <a:pt x="47869" y="56600"/>
                    <a:pt x="48072" y="56535"/>
                    <a:pt x="48048" y="56479"/>
                  </a:cubicBezTo>
                  <a:cubicBezTo>
                    <a:pt x="48161" y="56389"/>
                    <a:pt x="48283" y="56316"/>
                    <a:pt x="48421" y="56268"/>
                  </a:cubicBezTo>
                  <a:cubicBezTo>
                    <a:pt x="48424" y="56280"/>
                    <a:pt x="48435" y="56285"/>
                    <a:pt x="48454" y="56285"/>
                  </a:cubicBezTo>
                  <a:cubicBezTo>
                    <a:pt x="48525" y="56285"/>
                    <a:pt x="48707" y="56200"/>
                    <a:pt x="48996" y="56033"/>
                  </a:cubicBezTo>
                  <a:cubicBezTo>
                    <a:pt x="49102" y="55989"/>
                    <a:pt x="49150" y="55968"/>
                    <a:pt x="49176" y="55968"/>
                  </a:cubicBezTo>
                  <a:cubicBezTo>
                    <a:pt x="49198" y="55968"/>
                    <a:pt x="49204" y="55982"/>
                    <a:pt x="49215" y="56008"/>
                  </a:cubicBezTo>
                  <a:lnTo>
                    <a:pt x="49604" y="55846"/>
                  </a:lnTo>
                  <a:cubicBezTo>
                    <a:pt x="49937" y="55554"/>
                    <a:pt x="51088" y="55084"/>
                    <a:pt x="51299" y="55027"/>
                  </a:cubicBezTo>
                  <a:cubicBezTo>
                    <a:pt x="51420" y="54962"/>
                    <a:pt x="51534" y="54881"/>
                    <a:pt x="51639" y="54784"/>
                  </a:cubicBezTo>
                  <a:cubicBezTo>
                    <a:pt x="51733" y="54638"/>
                    <a:pt x="51856" y="54546"/>
                    <a:pt x="51939" y="54546"/>
                  </a:cubicBezTo>
                  <a:cubicBezTo>
                    <a:pt x="51971" y="54546"/>
                    <a:pt x="51996" y="54560"/>
                    <a:pt x="52012" y="54589"/>
                  </a:cubicBezTo>
                  <a:cubicBezTo>
                    <a:pt x="52036" y="54638"/>
                    <a:pt x="52050" y="54665"/>
                    <a:pt x="52067" y="54665"/>
                  </a:cubicBezTo>
                  <a:cubicBezTo>
                    <a:pt x="52091" y="54665"/>
                    <a:pt x="52121" y="54614"/>
                    <a:pt x="52191" y="54492"/>
                  </a:cubicBezTo>
                  <a:cubicBezTo>
                    <a:pt x="52320" y="54363"/>
                    <a:pt x="52979" y="53983"/>
                    <a:pt x="53117" y="53983"/>
                  </a:cubicBezTo>
                  <a:cubicBezTo>
                    <a:pt x="53144" y="53983"/>
                    <a:pt x="53151" y="53997"/>
                    <a:pt x="53131" y="54030"/>
                  </a:cubicBezTo>
                  <a:cubicBezTo>
                    <a:pt x="53155" y="54087"/>
                    <a:pt x="53188" y="54135"/>
                    <a:pt x="53188" y="54135"/>
                  </a:cubicBezTo>
                  <a:cubicBezTo>
                    <a:pt x="53285" y="54038"/>
                    <a:pt x="53399" y="53949"/>
                    <a:pt x="53520" y="53876"/>
                  </a:cubicBezTo>
                  <a:cubicBezTo>
                    <a:pt x="53488" y="53827"/>
                    <a:pt x="53666" y="53714"/>
                    <a:pt x="54193" y="53390"/>
                  </a:cubicBezTo>
                  <a:cubicBezTo>
                    <a:pt x="54558" y="53179"/>
                    <a:pt x="55215" y="52660"/>
                    <a:pt x="55563" y="52433"/>
                  </a:cubicBezTo>
                  <a:cubicBezTo>
                    <a:pt x="55912" y="52214"/>
                    <a:pt x="56415" y="51841"/>
                    <a:pt x="56618" y="51776"/>
                  </a:cubicBezTo>
                  <a:cubicBezTo>
                    <a:pt x="56845" y="51622"/>
                    <a:pt x="57063" y="51436"/>
                    <a:pt x="57258" y="51241"/>
                  </a:cubicBezTo>
                  <a:cubicBezTo>
                    <a:pt x="57377" y="51078"/>
                    <a:pt x="57665" y="50854"/>
                    <a:pt x="57738" y="50854"/>
                  </a:cubicBezTo>
                  <a:cubicBezTo>
                    <a:pt x="57745" y="50854"/>
                    <a:pt x="57750" y="50856"/>
                    <a:pt x="57753" y="50860"/>
                  </a:cubicBezTo>
                  <a:lnTo>
                    <a:pt x="57915" y="50738"/>
                  </a:lnTo>
                  <a:cubicBezTo>
                    <a:pt x="58215" y="50438"/>
                    <a:pt x="58369" y="50309"/>
                    <a:pt x="58369" y="50309"/>
                  </a:cubicBezTo>
                  <a:cubicBezTo>
                    <a:pt x="58377" y="50318"/>
                    <a:pt x="58390" y="50323"/>
                    <a:pt x="58408" y="50323"/>
                  </a:cubicBezTo>
                  <a:cubicBezTo>
                    <a:pt x="58482" y="50323"/>
                    <a:pt x="58629" y="50242"/>
                    <a:pt x="58734" y="50098"/>
                  </a:cubicBezTo>
                  <a:cubicBezTo>
                    <a:pt x="58693" y="50049"/>
                    <a:pt x="58855" y="49919"/>
                    <a:pt x="59180" y="49660"/>
                  </a:cubicBezTo>
                  <a:cubicBezTo>
                    <a:pt x="59269" y="49603"/>
                    <a:pt x="59658" y="49287"/>
                    <a:pt x="60201" y="48849"/>
                  </a:cubicBezTo>
                  <a:cubicBezTo>
                    <a:pt x="60728" y="48387"/>
                    <a:pt x="61401" y="47795"/>
                    <a:pt x="62033" y="47187"/>
                  </a:cubicBezTo>
                  <a:cubicBezTo>
                    <a:pt x="62674" y="46571"/>
                    <a:pt x="63274" y="45947"/>
                    <a:pt x="63712" y="45476"/>
                  </a:cubicBezTo>
                  <a:lnTo>
                    <a:pt x="64239" y="44909"/>
                  </a:lnTo>
                  <a:cubicBezTo>
                    <a:pt x="64304" y="44836"/>
                    <a:pt x="64369" y="44763"/>
                    <a:pt x="64425" y="44682"/>
                  </a:cubicBezTo>
                  <a:cubicBezTo>
                    <a:pt x="64425" y="44682"/>
                    <a:pt x="64563" y="44536"/>
                    <a:pt x="64839" y="44228"/>
                  </a:cubicBezTo>
                  <a:lnTo>
                    <a:pt x="65260" y="43774"/>
                  </a:lnTo>
                  <a:cubicBezTo>
                    <a:pt x="65264" y="43778"/>
                    <a:pt x="65270" y="43780"/>
                    <a:pt x="65276" y="43780"/>
                  </a:cubicBezTo>
                  <a:cubicBezTo>
                    <a:pt x="65405" y="43780"/>
                    <a:pt x="66024" y="43044"/>
                    <a:pt x="66363" y="42558"/>
                  </a:cubicBezTo>
                  <a:cubicBezTo>
                    <a:pt x="66460" y="42371"/>
                    <a:pt x="66582" y="42209"/>
                    <a:pt x="66728" y="42055"/>
                  </a:cubicBezTo>
                  <a:cubicBezTo>
                    <a:pt x="66735" y="42061"/>
                    <a:pt x="66744" y="42064"/>
                    <a:pt x="66754" y="42064"/>
                  </a:cubicBezTo>
                  <a:cubicBezTo>
                    <a:pt x="66879" y="42064"/>
                    <a:pt x="67240" y="41647"/>
                    <a:pt x="67449" y="41325"/>
                  </a:cubicBezTo>
                  <a:cubicBezTo>
                    <a:pt x="67489" y="41133"/>
                    <a:pt x="67583" y="40995"/>
                    <a:pt x="67665" y="40995"/>
                  </a:cubicBezTo>
                  <a:cubicBezTo>
                    <a:pt x="67683" y="40995"/>
                    <a:pt x="67701" y="41002"/>
                    <a:pt x="67717" y="41017"/>
                  </a:cubicBezTo>
                  <a:cubicBezTo>
                    <a:pt x="67726" y="41026"/>
                    <a:pt x="67738" y="41030"/>
                    <a:pt x="67751" y="41030"/>
                  </a:cubicBezTo>
                  <a:cubicBezTo>
                    <a:pt x="67861" y="41030"/>
                    <a:pt x="68088" y="40736"/>
                    <a:pt x="68203" y="40352"/>
                  </a:cubicBezTo>
                  <a:cubicBezTo>
                    <a:pt x="68293" y="40158"/>
                    <a:pt x="68293" y="40158"/>
                    <a:pt x="68471" y="40044"/>
                  </a:cubicBezTo>
                  <a:cubicBezTo>
                    <a:pt x="68698" y="39963"/>
                    <a:pt x="68828" y="39809"/>
                    <a:pt x="68787" y="39769"/>
                  </a:cubicBezTo>
                  <a:cubicBezTo>
                    <a:pt x="68812" y="39550"/>
                    <a:pt x="68966" y="39363"/>
                    <a:pt x="69176" y="39298"/>
                  </a:cubicBezTo>
                  <a:cubicBezTo>
                    <a:pt x="69533" y="39063"/>
                    <a:pt x="69533" y="39063"/>
                    <a:pt x="69574" y="38828"/>
                  </a:cubicBezTo>
                  <a:cubicBezTo>
                    <a:pt x="69614" y="38593"/>
                    <a:pt x="70141" y="37961"/>
                    <a:pt x="70360" y="37879"/>
                  </a:cubicBezTo>
                  <a:cubicBezTo>
                    <a:pt x="70490" y="37725"/>
                    <a:pt x="70668" y="37604"/>
                    <a:pt x="70620" y="37563"/>
                  </a:cubicBezTo>
                  <a:lnTo>
                    <a:pt x="70798" y="37450"/>
                  </a:lnTo>
                  <a:lnTo>
                    <a:pt x="71057" y="37134"/>
                  </a:lnTo>
                  <a:lnTo>
                    <a:pt x="71009" y="37093"/>
                  </a:lnTo>
                  <a:cubicBezTo>
                    <a:pt x="71139" y="36931"/>
                    <a:pt x="71965" y="36023"/>
                    <a:pt x="72865" y="34912"/>
                  </a:cubicBezTo>
                  <a:cubicBezTo>
                    <a:pt x="74106" y="33372"/>
                    <a:pt x="74450" y="32935"/>
                    <a:pt x="74399" y="32935"/>
                  </a:cubicBezTo>
                  <a:cubicBezTo>
                    <a:pt x="74392" y="32935"/>
                    <a:pt x="74378" y="32943"/>
                    <a:pt x="74357" y="32958"/>
                  </a:cubicBezTo>
                  <a:cubicBezTo>
                    <a:pt x="74333" y="32967"/>
                    <a:pt x="74314" y="32971"/>
                    <a:pt x="74301" y="32971"/>
                  </a:cubicBezTo>
                  <a:cubicBezTo>
                    <a:pt x="74194" y="32971"/>
                    <a:pt x="74414" y="32714"/>
                    <a:pt x="74609" y="32642"/>
                  </a:cubicBezTo>
                  <a:cubicBezTo>
                    <a:pt x="74738" y="32480"/>
                    <a:pt x="75038" y="32204"/>
                    <a:pt x="75298" y="31888"/>
                  </a:cubicBezTo>
                  <a:cubicBezTo>
                    <a:pt x="75535" y="31590"/>
                    <a:pt x="75779" y="31284"/>
                    <a:pt x="75847" y="31284"/>
                  </a:cubicBezTo>
                  <a:cubicBezTo>
                    <a:pt x="75851" y="31284"/>
                    <a:pt x="75854" y="31286"/>
                    <a:pt x="75857" y="31288"/>
                  </a:cubicBezTo>
                  <a:lnTo>
                    <a:pt x="75979" y="31134"/>
                  </a:lnTo>
                  <a:cubicBezTo>
                    <a:pt x="76149" y="30737"/>
                    <a:pt x="76919" y="29788"/>
                    <a:pt x="77349" y="29350"/>
                  </a:cubicBezTo>
                  <a:cubicBezTo>
                    <a:pt x="77576" y="29099"/>
                    <a:pt x="77771" y="28815"/>
                    <a:pt x="77949" y="28523"/>
                  </a:cubicBezTo>
                  <a:cubicBezTo>
                    <a:pt x="78160" y="28175"/>
                    <a:pt x="78160" y="28175"/>
                    <a:pt x="78338" y="28053"/>
                  </a:cubicBezTo>
                  <a:cubicBezTo>
                    <a:pt x="78339" y="28054"/>
                    <a:pt x="78341" y="28054"/>
                    <a:pt x="78343" y="28054"/>
                  </a:cubicBezTo>
                  <a:cubicBezTo>
                    <a:pt x="78423" y="28054"/>
                    <a:pt x="79212" y="27192"/>
                    <a:pt x="79125" y="27121"/>
                  </a:cubicBezTo>
                  <a:lnTo>
                    <a:pt x="79295" y="26999"/>
                  </a:lnTo>
                  <a:cubicBezTo>
                    <a:pt x="79473" y="26885"/>
                    <a:pt x="79554" y="26691"/>
                    <a:pt x="79514" y="26650"/>
                  </a:cubicBezTo>
                  <a:cubicBezTo>
                    <a:pt x="79425" y="26569"/>
                    <a:pt x="79554" y="26415"/>
                    <a:pt x="79822" y="26383"/>
                  </a:cubicBezTo>
                  <a:cubicBezTo>
                    <a:pt x="79839" y="26396"/>
                    <a:pt x="79857" y="26402"/>
                    <a:pt x="79875" y="26402"/>
                  </a:cubicBezTo>
                  <a:cubicBezTo>
                    <a:pt x="79954" y="26402"/>
                    <a:pt x="80033" y="26296"/>
                    <a:pt x="80000" y="26269"/>
                  </a:cubicBezTo>
                  <a:cubicBezTo>
                    <a:pt x="80081" y="26075"/>
                    <a:pt x="80171" y="25880"/>
                    <a:pt x="80349" y="25758"/>
                  </a:cubicBezTo>
                  <a:cubicBezTo>
                    <a:pt x="80479" y="25604"/>
                    <a:pt x="80608" y="25450"/>
                    <a:pt x="80527" y="25369"/>
                  </a:cubicBezTo>
                  <a:cubicBezTo>
                    <a:pt x="80479" y="25337"/>
                    <a:pt x="80608" y="25175"/>
                    <a:pt x="80746" y="25021"/>
                  </a:cubicBezTo>
                  <a:lnTo>
                    <a:pt x="80746" y="25021"/>
                  </a:lnTo>
                  <a:cubicBezTo>
                    <a:pt x="80787" y="25061"/>
                    <a:pt x="80787" y="25061"/>
                    <a:pt x="80698" y="25256"/>
                  </a:cubicBezTo>
                  <a:cubicBezTo>
                    <a:pt x="80663" y="25297"/>
                    <a:pt x="80647" y="25316"/>
                    <a:pt x="80647" y="25316"/>
                  </a:cubicBezTo>
                  <a:cubicBezTo>
                    <a:pt x="80647" y="25316"/>
                    <a:pt x="80769" y="25173"/>
                    <a:pt x="80965" y="24948"/>
                  </a:cubicBezTo>
                  <a:cubicBezTo>
                    <a:pt x="81093" y="24812"/>
                    <a:pt x="81369" y="24571"/>
                    <a:pt x="81439" y="24571"/>
                  </a:cubicBezTo>
                  <a:cubicBezTo>
                    <a:pt x="81445" y="24571"/>
                    <a:pt x="81449" y="24572"/>
                    <a:pt x="81452" y="24575"/>
                  </a:cubicBezTo>
                  <a:cubicBezTo>
                    <a:pt x="81598" y="24482"/>
                    <a:pt x="81717" y="24361"/>
                    <a:pt x="81634" y="24361"/>
                  </a:cubicBezTo>
                  <a:cubicBezTo>
                    <a:pt x="81616" y="24361"/>
                    <a:pt x="81588" y="24367"/>
                    <a:pt x="81549" y="24380"/>
                  </a:cubicBezTo>
                  <a:cubicBezTo>
                    <a:pt x="81460" y="24299"/>
                    <a:pt x="81460" y="24299"/>
                    <a:pt x="81727" y="23999"/>
                  </a:cubicBezTo>
                  <a:cubicBezTo>
                    <a:pt x="81843" y="23862"/>
                    <a:pt x="81965" y="23725"/>
                    <a:pt x="82019" y="23725"/>
                  </a:cubicBezTo>
                  <a:cubicBezTo>
                    <a:pt x="82025" y="23725"/>
                    <a:pt x="82031" y="23727"/>
                    <a:pt x="82035" y="23731"/>
                  </a:cubicBezTo>
                  <a:cubicBezTo>
                    <a:pt x="82048" y="23742"/>
                    <a:pt x="82058" y="23750"/>
                    <a:pt x="82070" y="23750"/>
                  </a:cubicBezTo>
                  <a:cubicBezTo>
                    <a:pt x="82103" y="23750"/>
                    <a:pt x="82156" y="23691"/>
                    <a:pt x="82352" y="23472"/>
                  </a:cubicBezTo>
                  <a:cubicBezTo>
                    <a:pt x="82757" y="23018"/>
                    <a:pt x="83041" y="22442"/>
                    <a:pt x="83089" y="22215"/>
                  </a:cubicBezTo>
                  <a:cubicBezTo>
                    <a:pt x="83000" y="22126"/>
                    <a:pt x="83000" y="22126"/>
                    <a:pt x="83227" y="22061"/>
                  </a:cubicBezTo>
                  <a:cubicBezTo>
                    <a:pt x="83232" y="22066"/>
                    <a:pt x="83238" y="22068"/>
                    <a:pt x="83245" y="22068"/>
                  </a:cubicBezTo>
                  <a:cubicBezTo>
                    <a:pt x="83299" y="22068"/>
                    <a:pt x="83421" y="21938"/>
                    <a:pt x="83543" y="21802"/>
                  </a:cubicBezTo>
                  <a:lnTo>
                    <a:pt x="83543" y="21802"/>
                  </a:lnTo>
                  <a:cubicBezTo>
                    <a:pt x="83584" y="21842"/>
                    <a:pt x="83454" y="21996"/>
                    <a:pt x="83316" y="22142"/>
                  </a:cubicBezTo>
                  <a:lnTo>
                    <a:pt x="83357" y="22191"/>
                  </a:lnTo>
                  <a:cubicBezTo>
                    <a:pt x="83568" y="22126"/>
                    <a:pt x="83730" y="21956"/>
                    <a:pt x="83770" y="21737"/>
                  </a:cubicBezTo>
                  <a:cubicBezTo>
                    <a:pt x="83868" y="21551"/>
                    <a:pt x="83868" y="21551"/>
                    <a:pt x="84046" y="21445"/>
                  </a:cubicBezTo>
                  <a:cubicBezTo>
                    <a:pt x="84233" y="21340"/>
                    <a:pt x="84411" y="21234"/>
                    <a:pt x="84370" y="21194"/>
                  </a:cubicBezTo>
                  <a:cubicBezTo>
                    <a:pt x="84508" y="21048"/>
                    <a:pt x="84662" y="20910"/>
                    <a:pt x="84833" y="20796"/>
                  </a:cubicBezTo>
                  <a:cubicBezTo>
                    <a:pt x="85108" y="20505"/>
                    <a:pt x="85246" y="20351"/>
                    <a:pt x="85205" y="20310"/>
                  </a:cubicBezTo>
                  <a:cubicBezTo>
                    <a:pt x="85165" y="20269"/>
                    <a:pt x="85303" y="20124"/>
                    <a:pt x="85449" y="19978"/>
                  </a:cubicBezTo>
                  <a:cubicBezTo>
                    <a:pt x="85595" y="19824"/>
                    <a:pt x="85732" y="19678"/>
                    <a:pt x="85692" y="19637"/>
                  </a:cubicBezTo>
                  <a:cubicBezTo>
                    <a:pt x="85651" y="19597"/>
                    <a:pt x="85749" y="19402"/>
                    <a:pt x="86032" y="19110"/>
                  </a:cubicBezTo>
                  <a:cubicBezTo>
                    <a:pt x="86276" y="18770"/>
                    <a:pt x="86276" y="18770"/>
                    <a:pt x="86503" y="18713"/>
                  </a:cubicBezTo>
                  <a:cubicBezTo>
                    <a:pt x="86507" y="18717"/>
                    <a:pt x="86513" y="18720"/>
                    <a:pt x="86520" y="18720"/>
                  </a:cubicBezTo>
                  <a:cubicBezTo>
                    <a:pt x="86575" y="18720"/>
                    <a:pt x="86698" y="18590"/>
                    <a:pt x="86827" y="18453"/>
                  </a:cubicBezTo>
                  <a:cubicBezTo>
                    <a:pt x="86924" y="18356"/>
                    <a:pt x="87030" y="18275"/>
                    <a:pt x="87151" y="18202"/>
                  </a:cubicBezTo>
                  <a:cubicBezTo>
                    <a:pt x="87330" y="18097"/>
                    <a:pt x="87289" y="18056"/>
                    <a:pt x="87249" y="18016"/>
                  </a:cubicBezTo>
                  <a:lnTo>
                    <a:pt x="87159" y="17926"/>
                  </a:lnTo>
                  <a:cubicBezTo>
                    <a:pt x="87277" y="17809"/>
                    <a:pt x="87446" y="17744"/>
                    <a:pt x="87529" y="17744"/>
                  </a:cubicBezTo>
                  <a:cubicBezTo>
                    <a:pt x="87550" y="17744"/>
                    <a:pt x="87565" y="17748"/>
                    <a:pt x="87573" y="17756"/>
                  </a:cubicBezTo>
                  <a:cubicBezTo>
                    <a:pt x="87800" y="17699"/>
                    <a:pt x="87800" y="17699"/>
                    <a:pt x="87711" y="17610"/>
                  </a:cubicBezTo>
                  <a:cubicBezTo>
                    <a:pt x="87670" y="17570"/>
                    <a:pt x="87768" y="17383"/>
                    <a:pt x="88092" y="17124"/>
                  </a:cubicBezTo>
                  <a:cubicBezTo>
                    <a:pt x="88358" y="16850"/>
                    <a:pt x="88624" y="16577"/>
                    <a:pt x="88689" y="16577"/>
                  </a:cubicBezTo>
                  <a:cubicBezTo>
                    <a:pt x="88694" y="16577"/>
                    <a:pt x="88697" y="16578"/>
                    <a:pt x="88700" y="16580"/>
                  </a:cubicBezTo>
                  <a:cubicBezTo>
                    <a:pt x="88813" y="16507"/>
                    <a:pt x="88911" y="16410"/>
                    <a:pt x="88984" y="16289"/>
                  </a:cubicBezTo>
                  <a:cubicBezTo>
                    <a:pt x="89081" y="16094"/>
                    <a:pt x="89219" y="15948"/>
                    <a:pt x="89689" y="15559"/>
                  </a:cubicBezTo>
                  <a:cubicBezTo>
                    <a:pt x="90484" y="14910"/>
                    <a:pt x="90484" y="14918"/>
                    <a:pt x="90403" y="14829"/>
                  </a:cubicBezTo>
                  <a:cubicBezTo>
                    <a:pt x="90362" y="14789"/>
                    <a:pt x="90321" y="14748"/>
                    <a:pt x="90540" y="14683"/>
                  </a:cubicBezTo>
                  <a:cubicBezTo>
                    <a:pt x="90727" y="14586"/>
                    <a:pt x="90832" y="14399"/>
                    <a:pt x="91075" y="14067"/>
                  </a:cubicBezTo>
                  <a:cubicBezTo>
                    <a:pt x="91173" y="13881"/>
                    <a:pt x="91092" y="13791"/>
                    <a:pt x="91051" y="13751"/>
                  </a:cubicBezTo>
                  <a:cubicBezTo>
                    <a:pt x="90970" y="13662"/>
                    <a:pt x="90970" y="13662"/>
                    <a:pt x="91303" y="13418"/>
                  </a:cubicBezTo>
                  <a:cubicBezTo>
                    <a:pt x="91426" y="13302"/>
                    <a:pt x="91578" y="13215"/>
                    <a:pt x="91647" y="13215"/>
                  </a:cubicBezTo>
                  <a:cubicBezTo>
                    <a:pt x="91659" y="13215"/>
                    <a:pt x="91669" y="13218"/>
                    <a:pt x="91675" y="13224"/>
                  </a:cubicBezTo>
                  <a:cubicBezTo>
                    <a:pt x="91716" y="13264"/>
                    <a:pt x="91570" y="13410"/>
                    <a:pt x="91570" y="13410"/>
                  </a:cubicBezTo>
                  <a:lnTo>
                    <a:pt x="91424" y="13556"/>
                  </a:lnTo>
                  <a:cubicBezTo>
                    <a:pt x="91438" y="13571"/>
                    <a:pt x="91453" y="13585"/>
                    <a:pt x="91478" y="13585"/>
                  </a:cubicBezTo>
                  <a:cubicBezTo>
                    <a:pt x="91525" y="13585"/>
                    <a:pt x="91608" y="13537"/>
                    <a:pt x="91797" y="13354"/>
                  </a:cubicBezTo>
                  <a:cubicBezTo>
                    <a:pt x="91984" y="13256"/>
                    <a:pt x="92130" y="13118"/>
                    <a:pt x="92089" y="13070"/>
                  </a:cubicBezTo>
                  <a:cubicBezTo>
                    <a:pt x="92275" y="12973"/>
                    <a:pt x="92567" y="12697"/>
                    <a:pt x="92859" y="12413"/>
                  </a:cubicBezTo>
                  <a:cubicBezTo>
                    <a:pt x="93151" y="12137"/>
                    <a:pt x="93597" y="11732"/>
                    <a:pt x="93783" y="11635"/>
                  </a:cubicBezTo>
                  <a:cubicBezTo>
                    <a:pt x="94083" y="11367"/>
                    <a:pt x="94229" y="11229"/>
                    <a:pt x="94197" y="11181"/>
                  </a:cubicBezTo>
                  <a:cubicBezTo>
                    <a:pt x="94126" y="11103"/>
                    <a:pt x="94234" y="10995"/>
                    <a:pt x="94284" y="10995"/>
                  </a:cubicBezTo>
                  <a:cubicBezTo>
                    <a:pt x="94292" y="10995"/>
                    <a:pt x="94298" y="10997"/>
                    <a:pt x="94302" y="11002"/>
                  </a:cubicBezTo>
                  <a:cubicBezTo>
                    <a:pt x="94424" y="10986"/>
                    <a:pt x="94975" y="10548"/>
                    <a:pt x="95527" y="10111"/>
                  </a:cubicBezTo>
                  <a:cubicBezTo>
                    <a:pt x="96078" y="9673"/>
                    <a:pt x="96613" y="9211"/>
                    <a:pt x="96654" y="9105"/>
                  </a:cubicBezTo>
                  <a:lnTo>
                    <a:pt x="96970" y="8862"/>
                  </a:lnTo>
                  <a:cubicBezTo>
                    <a:pt x="97318" y="8651"/>
                    <a:pt x="98291" y="7954"/>
                    <a:pt x="98421" y="7792"/>
                  </a:cubicBezTo>
                  <a:cubicBezTo>
                    <a:pt x="98421" y="7792"/>
                    <a:pt x="98583" y="7662"/>
                    <a:pt x="98916" y="7443"/>
                  </a:cubicBezTo>
                  <a:cubicBezTo>
                    <a:pt x="99281" y="7273"/>
                    <a:pt x="99451" y="7167"/>
                    <a:pt x="99581" y="7005"/>
                  </a:cubicBezTo>
                  <a:cubicBezTo>
                    <a:pt x="99684" y="6884"/>
                    <a:pt x="99691" y="6822"/>
                    <a:pt x="99702" y="6822"/>
                  </a:cubicBezTo>
                  <a:cubicBezTo>
                    <a:pt x="99706" y="6822"/>
                    <a:pt x="99710" y="6829"/>
                    <a:pt x="99718" y="6843"/>
                  </a:cubicBezTo>
                  <a:cubicBezTo>
                    <a:pt x="99720" y="6846"/>
                    <a:pt x="99725" y="6848"/>
                    <a:pt x="99731" y="6848"/>
                  </a:cubicBezTo>
                  <a:cubicBezTo>
                    <a:pt x="99803" y="6848"/>
                    <a:pt x="100148" y="6646"/>
                    <a:pt x="100772" y="6267"/>
                  </a:cubicBezTo>
                  <a:cubicBezTo>
                    <a:pt x="101279" y="5960"/>
                    <a:pt x="101413" y="5895"/>
                    <a:pt x="101365" y="5895"/>
                  </a:cubicBezTo>
                  <a:cubicBezTo>
                    <a:pt x="101349" y="5895"/>
                    <a:pt x="101311" y="5902"/>
                    <a:pt x="101259" y="5911"/>
                  </a:cubicBezTo>
                  <a:cubicBezTo>
                    <a:pt x="101711" y="5616"/>
                    <a:pt x="101871" y="5546"/>
                    <a:pt x="101936" y="5546"/>
                  </a:cubicBezTo>
                  <a:cubicBezTo>
                    <a:pt x="101968" y="5546"/>
                    <a:pt x="101978" y="5562"/>
                    <a:pt x="101989" y="5578"/>
                  </a:cubicBezTo>
                  <a:cubicBezTo>
                    <a:pt x="101953" y="5638"/>
                    <a:pt x="101957" y="5664"/>
                    <a:pt x="101984" y="5664"/>
                  </a:cubicBezTo>
                  <a:cubicBezTo>
                    <a:pt x="102048" y="5664"/>
                    <a:pt x="102239" y="5518"/>
                    <a:pt x="102313" y="5335"/>
                  </a:cubicBezTo>
                  <a:cubicBezTo>
                    <a:pt x="102426" y="5165"/>
                    <a:pt x="102714" y="5000"/>
                    <a:pt x="102800" y="5000"/>
                  </a:cubicBezTo>
                  <a:cubicBezTo>
                    <a:pt x="102812" y="5000"/>
                    <a:pt x="102821" y="5004"/>
                    <a:pt x="102824" y="5011"/>
                  </a:cubicBezTo>
                  <a:cubicBezTo>
                    <a:pt x="102848" y="5067"/>
                    <a:pt x="102670" y="5157"/>
                    <a:pt x="102491" y="5246"/>
                  </a:cubicBezTo>
                  <a:cubicBezTo>
                    <a:pt x="102491" y="5246"/>
                    <a:pt x="102516" y="5303"/>
                    <a:pt x="102540" y="5351"/>
                  </a:cubicBezTo>
                  <a:cubicBezTo>
                    <a:pt x="102670" y="5303"/>
                    <a:pt x="102783" y="5222"/>
                    <a:pt x="102880" y="5124"/>
                  </a:cubicBezTo>
                  <a:cubicBezTo>
                    <a:pt x="102994" y="5059"/>
                    <a:pt x="103107" y="4978"/>
                    <a:pt x="103213" y="4881"/>
                  </a:cubicBezTo>
                  <a:cubicBezTo>
                    <a:pt x="103339" y="4768"/>
                    <a:pt x="103345" y="4710"/>
                    <a:pt x="103229" y="4710"/>
                  </a:cubicBezTo>
                  <a:cubicBezTo>
                    <a:pt x="103203" y="4710"/>
                    <a:pt x="103170" y="4713"/>
                    <a:pt x="103132" y="4719"/>
                  </a:cubicBezTo>
                  <a:cubicBezTo>
                    <a:pt x="103097" y="4726"/>
                    <a:pt x="103074" y="4729"/>
                    <a:pt x="103060" y="4729"/>
                  </a:cubicBezTo>
                  <a:cubicBezTo>
                    <a:pt x="102990" y="4729"/>
                    <a:pt x="103139" y="4654"/>
                    <a:pt x="103294" y="4573"/>
                  </a:cubicBezTo>
                  <a:cubicBezTo>
                    <a:pt x="103439" y="4527"/>
                    <a:pt x="103533" y="4506"/>
                    <a:pt x="103586" y="4506"/>
                  </a:cubicBezTo>
                  <a:cubicBezTo>
                    <a:pt x="103671" y="4506"/>
                    <a:pt x="103646" y="4560"/>
                    <a:pt x="103545" y="4646"/>
                  </a:cubicBezTo>
                  <a:cubicBezTo>
                    <a:pt x="103367" y="4743"/>
                    <a:pt x="103391" y="4792"/>
                    <a:pt x="103416" y="4849"/>
                  </a:cubicBezTo>
                  <a:cubicBezTo>
                    <a:pt x="103417" y="4851"/>
                    <a:pt x="103419" y="4852"/>
                    <a:pt x="103423" y="4852"/>
                  </a:cubicBezTo>
                  <a:cubicBezTo>
                    <a:pt x="103513" y="4852"/>
                    <a:pt x="104305" y="4354"/>
                    <a:pt x="104437" y="4168"/>
                  </a:cubicBezTo>
                  <a:lnTo>
                    <a:pt x="104437" y="4168"/>
                  </a:lnTo>
                  <a:cubicBezTo>
                    <a:pt x="104443" y="4182"/>
                    <a:pt x="104451" y="4201"/>
                    <a:pt x="104461" y="4224"/>
                  </a:cubicBezTo>
                  <a:cubicBezTo>
                    <a:pt x="104465" y="4232"/>
                    <a:pt x="104473" y="4235"/>
                    <a:pt x="104487" y="4235"/>
                  </a:cubicBezTo>
                  <a:cubicBezTo>
                    <a:pt x="104579" y="4235"/>
                    <a:pt x="104891" y="4084"/>
                    <a:pt x="105215" y="3957"/>
                  </a:cubicBezTo>
                  <a:cubicBezTo>
                    <a:pt x="105580" y="3795"/>
                    <a:pt x="105767" y="3722"/>
                    <a:pt x="105742" y="3665"/>
                  </a:cubicBezTo>
                  <a:cubicBezTo>
                    <a:pt x="105726" y="3608"/>
                    <a:pt x="105702" y="3551"/>
                    <a:pt x="105888" y="3478"/>
                  </a:cubicBezTo>
                  <a:lnTo>
                    <a:pt x="105888" y="3478"/>
                  </a:lnTo>
                  <a:cubicBezTo>
                    <a:pt x="105825" y="3503"/>
                    <a:pt x="105781" y="3513"/>
                    <a:pt x="105749" y="3513"/>
                  </a:cubicBezTo>
                  <a:cubicBezTo>
                    <a:pt x="105686" y="3513"/>
                    <a:pt x="105672" y="3475"/>
                    <a:pt x="105661" y="3438"/>
                  </a:cubicBezTo>
                  <a:cubicBezTo>
                    <a:pt x="105856" y="3389"/>
                    <a:pt x="106059" y="3349"/>
                    <a:pt x="106261" y="3324"/>
                  </a:cubicBezTo>
                  <a:cubicBezTo>
                    <a:pt x="106683" y="3308"/>
                    <a:pt x="107064" y="3195"/>
                    <a:pt x="107826" y="2959"/>
                  </a:cubicBezTo>
                  <a:cubicBezTo>
                    <a:pt x="108190" y="2833"/>
                    <a:pt x="108747" y="2675"/>
                    <a:pt x="108962" y="2675"/>
                  </a:cubicBezTo>
                  <a:cubicBezTo>
                    <a:pt x="108967" y="2675"/>
                    <a:pt x="108973" y="2676"/>
                    <a:pt x="108977" y="2676"/>
                  </a:cubicBezTo>
                  <a:cubicBezTo>
                    <a:pt x="109359" y="2570"/>
                    <a:pt x="109553" y="2522"/>
                    <a:pt x="109537" y="2465"/>
                  </a:cubicBezTo>
                  <a:lnTo>
                    <a:pt x="109926" y="2376"/>
                  </a:lnTo>
                  <a:cubicBezTo>
                    <a:pt x="109936" y="2376"/>
                    <a:pt x="109945" y="2376"/>
                    <a:pt x="109956" y="2376"/>
                  </a:cubicBezTo>
                  <a:cubicBezTo>
                    <a:pt x="110164" y="2376"/>
                    <a:pt x="110518" y="2300"/>
                    <a:pt x="110510" y="2238"/>
                  </a:cubicBezTo>
                  <a:cubicBezTo>
                    <a:pt x="110688" y="2133"/>
                    <a:pt x="110899" y="2165"/>
                    <a:pt x="111094" y="2124"/>
                  </a:cubicBezTo>
                  <a:cubicBezTo>
                    <a:pt x="111245" y="2142"/>
                    <a:pt x="111341" y="2153"/>
                    <a:pt x="111391" y="2153"/>
                  </a:cubicBezTo>
                  <a:cubicBezTo>
                    <a:pt x="111477" y="2153"/>
                    <a:pt x="111424" y="2120"/>
                    <a:pt x="111280" y="2027"/>
                  </a:cubicBezTo>
                  <a:cubicBezTo>
                    <a:pt x="111276" y="2000"/>
                    <a:pt x="111182" y="1990"/>
                    <a:pt x="111063" y="1990"/>
                  </a:cubicBezTo>
                  <a:cubicBezTo>
                    <a:pt x="110933" y="1990"/>
                    <a:pt x="110774" y="2002"/>
                    <a:pt x="110672" y="2019"/>
                  </a:cubicBezTo>
                  <a:lnTo>
                    <a:pt x="110088" y="2157"/>
                  </a:lnTo>
                  <a:lnTo>
                    <a:pt x="110088" y="2157"/>
                  </a:lnTo>
                  <a:lnTo>
                    <a:pt x="110656" y="1962"/>
                  </a:lnTo>
                  <a:cubicBezTo>
                    <a:pt x="110858" y="1922"/>
                    <a:pt x="111240" y="1792"/>
                    <a:pt x="111231" y="1735"/>
                  </a:cubicBezTo>
                  <a:cubicBezTo>
                    <a:pt x="111231" y="1735"/>
                    <a:pt x="111223" y="1678"/>
                    <a:pt x="111426" y="1638"/>
                  </a:cubicBezTo>
                  <a:cubicBezTo>
                    <a:pt x="111426" y="1638"/>
                    <a:pt x="111434" y="1703"/>
                    <a:pt x="111442" y="1760"/>
                  </a:cubicBezTo>
                  <a:cubicBezTo>
                    <a:pt x="111256" y="1857"/>
                    <a:pt x="111264" y="1914"/>
                    <a:pt x="111272" y="1970"/>
                  </a:cubicBezTo>
                  <a:cubicBezTo>
                    <a:pt x="111351" y="1999"/>
                    <a:pt x="111477" y="2013"/>
                    <a:pt x="111607" y="2013"/>
                  </a:cubicBezTo>
                  <a:cubicBezTo>
                    <a:pt x="111838" y="2013"/>
                    <a:pt x="112077" y="1970"/>
                    <a:pt x="112066" y="1897"/>
                  </a:cubicBezTo>
                  <a:cubicBezTo>
                    <a:pt x="112135" y="1881"/>
                    <a:pt x="112204" y="1873"/>
                    <a:pt x="112272" y="1873"/>
                  </a:cubicBezTo>
                  <a:cubicBezTo>
                    <a:pt x="112340" y="1873"/>
                    <a:pt x="112407" y="1881"/>
                    <a:pt x="112472" y="1897"/>
                  </a:cubicBezTo>
                  <a:cubicBezTo>
                    <a:pt x="112475" y="1916"/>
                    <a:pt x="112497" y="1926"/>
                    <a:pt x="112532" y="1926"/>
                  </a:cubicBezTo>
                  <a:cubicBezTo>
                    <a:pt x="112605" y="1926"/>
                    <a:pt x="112735" y="1883"/>
                    <a:pt x="112861" y="1784"/>
                  </a:cubicBezTo>
                  <a:cubicBezTo>
                    <a:pt x="112959" y="1696"/>
                    <a:pt x="113086" y="1649"/>
                    <a:pt x="113215" y="1649"/>
                  </a:cubicBezTo>
                  <a:cubicBezTo>
                    <a:pt x="113299" y="1649"/>
                    <a:pt x="113384" y="1669"/>
                    <a:pt x="113461" y="1711"/>
                  </a:cubicBezTo>
                  <a:cubicBezTo>
                    <a:pt x="113576" y="1732"/>
                    <a:pt x="113723" y="1740"/>
                    <a:pt x="113874" y="1740"/>
                  </a:cubicBezTo>
                  <a:cubicBezTo>
                    <a:pt x="114256" y="1740"/>
                    <a:pt x="114667" y="1687"/>
                    <a:pt x="114661" y="1646"/>
                  </a:cubicBezTo>
                  <a:cubicBezTo>
                    <a:pt x="114655" y="1555"/>
                    <a:pt x="114995" y="1509"/>
                    <a:pt x="115252" y="1509"/>
                  </a:cubicBezTo>
                  <a:cubicBezTo>
                    <a:pt x="115337" y="1509"/>
                    <a:pt x="115413" y="1514"/>
                    <a:pt x="115464" y="1524"/>
                  </a:cubicBezTo>
                  <a:cubicBezTo>
                    <a:pt x="115538" y="1539"/>
                    <a:pt x="115613" y="1547"/>
                    <a:pt x="115689" y="1547"/>
                  </a:cubicBezTo>
                  <a:cubicBezTo>
                    <a:pt x="115819" y="1547"/>
                    <a:pt x="115949" y="1525"/>
                    <a:pt x="116072" y="1484"/>
                  </a:cubicBezTo>
                  <a:cubicBezTo>
                    <a:pt x="116072" y="1520"/>
                    <a:pt x="116155" y="1553"/>
                    <a:pt x="116267" y="1553"/>
                  </a:cubicBezTo>
                  <a:cubicBezTo>
                    <a:pt x="116331" y="1553"/>
                    <a:pt x="116404" y="1543"/>
                    <a:pt x="116477" y="1516"/>
                  </a:cubicBezTo>
                  <a:cubicBezTo>
                    <a:pt x="116477" y="1516"/>
                    <a:pt x="116680" y="1508"/>
                    <a:pt x="116477" y="1460"/>
                  </a:cubicBezTo>
                  <a:lnTo>
                    <a:pt x="116874" y="1314"/>
                  </a:lnTo>
                  <a:lnTo>
                    <a:pt x="116874" y="1314"/>
                  </a:lnTo>
                  <a:cubicBezTo>
                    <a:pt x="116861" y="1314"/>
                    <a:pt x="116849" y="1314"/>
                    <a:pt x="116838" y="1314"/>
                  </a:cubicBezTo>
                  <a:cubicBezTo>
                    <a:pt x="116672" y="1314"/>
                    <a:pt x="116672" y="1261"/>
                    <a:pt x="116672" y="1208"/>
                  </a:cubicBezTo>
                  <a:cubicBezTo>
                    <a:pt x="116669" y="1185"/>
                    <a:pt x="116768" y="1173"/>
                    <a:pt x="116915" y="1173"/>
                  </a:cubicBezTo>
                  <a:cubicBezTo>
                    <a:pt x="117187" y="1173"/>
                    <a:pt x="117625" y="1216"/>
                    <a:pt x="117888" y="1322"/>
                  </a:cubicBezTo>
                  <a:lnTo>
                    <a:pt x="118301" y="1427"/>
                  </a:lnTo>
                  <a:cubicBezTo>
                    <a:pt x="118293" y="1362"/>
                    <a:pt x="118293" y="1306"/>
                    <a:pt x="118293" y="1306"/>
                  </a:cubicBezTo>
                  <a:cubicBezTo>
                    <a:pt x="118365" y="1303"/>
                    <a:pt x="118437" y="1300"/>
                    <a:pt x="118500" y="1300"/>
                  </a:cubicBezTo>
                  <a:cubicBezTo>
                    <a:pt x="118615" y="1300"/>
                    <a:pt x="118702" y="1309"/>
                    <a:pt x="118707" y="1346"/>
                  </a:cubicBezTo>
                  <a:cubicBezTo>
                    <a:pt x="118707" y="1387"/>
                    <a:pt x="118707" y="1399"/>
                    <a:pt x="118784" y="1399"/>
                  </a:cubicBezTo>
                  <a:cubicBezTo>
                    <a:pt x="118814" y="1399"/>
                    <a:pt x="118854" y="1397"/>
                    <a:pt x="118909" y="1395"/>
                  </a:cubicBezTo>
                  <a:cubicBezTo>
                    <a:pt x="118909" y="1395"/>
                    <a:pt x="119112" y="1395"/>
                    <a:pt x="119112" y="1330"/>
                  </a:cubicBezTo>
                  <a:cubicBezTo>
                    <a:pt x="119107" y="1258"/>
                    <a:pt x="119105" y="1228"/>
                    <a:pt x="119149" y="1228"/>
                  </a:cubicBezTo>
                  <a:cubicBezTo>
                    <a:pt x="119178" y="1228"/>
                    <a:pt x="119229" y="1242"/>
                    <a:pt x="119315" y="1265"/>
                  </a:cubicBezTo>
                  <a:cubicBezTo>
                    <a:pt x="119402" y="1318"/>
                    <a:pt x="119501" y="1344"/>
                    <a:pt x="119601" y="1344"/>
                  </a:cubicBezTo>
                  <a:cubicBezTo>
                    <a:pt x="119714" y="1344"/>
                    <a:pt x="119828" y="1310"/>
                    <a:pt x="119923" y="1241"/>
                  </a:cubicBezTo>
                  <a:cubicBezTo>
                    <a:pt x="119923" y="1184"/>
                    <a:pt x="119923" y="1156"/>
                    <a:pt x="119948" y="1156"/>
                  </a:cubicBezTo>
                  <a:cubicBezTo>
                    <a:pt x="119974" y="1156"/>
                    <a:pt x="120024" y="1184"/>
                    <a:pt x="120126" y="1241"/>
                  </a:cubicBezTo>
                  <a:cubicBezTo>
                    <a:pt x="120126" y="1297"/>
                    <a:pt x="120328" y="1346"/>
                    <a:pt x="120531" y="1346"/>
                  </a:cubicBezTo>
                  <a:lnTo>
                    <a:pt x="120531" y="1281"/>
                  </a:lnTo>
                  <a:cubicBezTo>
                    <a:pt x="120531" y="1207"/>
                    <a:pt x="120607" y="1178"/>
                    <a:pt x="120714" y="1178"/>
                  </a:cubicBezTo>
                  <a:cubicBezTo>
                    <a:pt x="120782" y="1178"/>
                    <a:pt x="120863" y="1189"/>
                    <a:pt x="120944" y="1208"/>
                  </a:cubicBezTo>
                  <a:cubicBezTo>
                    <a:pt x="120944" y="1238"/>
                    <a:pt x="120987" y="1252"/>
                    <a:pt x="121071" y="1252"/>
                  </a:cubicBezTo>
                  <a:cubicBezTo>
                    <a:pt x="121172" y="1252"/>
                    <a:pt x="121332" y="1232"/>
                    <a:pt x="121553" y="1192"/>
                  </a:cubicBezTo>
                  <a:cubicBezTo>
                    <a:pt x="121696" y="1189"/>
                    <a:pt x="121814" y="1186"/>
                    <a:pt x="121907" y="1186"/>
                  </a:cubicBezTo>
                  <a:cubicBezTo>
                    <a:pt x="122077" y="1186"/>
                    <a:pt x="122164" y="1196"/>
                    <a:pt x="122169" y="1233"/>
                  </a:cubicBezTo>
                  <a:cubicBezTo>
                    <a:pt x="122169" y="1293"/>
                    <a:pt x="122169" y="1324"/>
                    <a:pt x="122194" y="1324"/>
                  </a:cubicBezTo>
                  <a:cubicBezTo>
                    <a:pt x="122219" y="1324"/>
                    <a:pt x="122270" y="1293"/>
                    <a:pt x="122371" y="1233"/>
                  </a:cubicBezTo>
                  <a:cubicBezTo>
                    <a:pt x="122480" y="1198"/>
                    <a:pt x="122531" y="1182"/>
                    <a:pt x="122616" y="1182"/>
                  </a:cubicBezTo>
                  <a:cubicBezTo>
                    <a:pt x="122691" y="1182"/>
                    <a:pt x="122791" y="1194"/>
                    <a:pt x="122980" y="1216"/>
                  </a:cubicBezTo>
                  <a:cubicBezTo>
                    <a:pt x="123074" y="1239"/>
                    <a:pt x="123124" y="1251"/>
                    <a:pt x="123172" y="1251"/>
                  </a:cubicBezTo>
                  <a:cubicBezTo>
                    <a:pt x="123228" y="1251"/>
                    <a:pt x="123280" y="1235"/>
                    <a:pt x="123393" y="1200"/>
                  </a:cubicBezTo>
                  <a:cubicBezTo>
                    <a:pt x="123393" y="1093"/>
                    <a:pt x="123386" y="1029"/>
                    <a:pt x="123215" y="1029"/>
                  </a:cubicBezTo>
                  <a:cubicBezTo>
                    <a:pt x="123204" y="1029"/>
                    <a:pt x="123194" y="1029"/>
                    <a:pt x="123182" y="1030"/>
                  </a:cubicBezTo>
                  <a:cubicBezTo>
                    <a:pt x="123129" y="1032"/>
                    <a:pt x="123090" y="1034"/>
                    <a:pt x="123061" y="1034"/>
                  </a:cubicBezTo>
                  <a:cubicBezTo>
                    <a:pt x="122980" y="1034"/>
                    <a:pt x="122980" y="1021"/>
                    <a:pt x="122980" y="973"/>
                  </a:cubicBezTo>
                  <a:lnTo>
                    <a:pt x="123385" y="965"/>
                  </a:lnTo>
                  <a:cubicBezTo>
                    <a:pt x="123661" y="957"/>
                    <a:pt x="123936" y="933"/>
                    <a:pt x="124204" y="884"/>
                  </a:cubicBezTo>
                  <a:cubicBezTo>
                    <a:pt x="124528" y="827"/>
                    <a:pt x="124593" y="740"/>
                    <a:pt x="124411" y="740"/>
                  </a:cubicBezTo>
                  <a:cubicBezTo>
                    <a:pt x="124361" y="740"/>
                    <a:pt x="124292" y="746"/>
                    <a:pt x="124204" y="762"/>
                  </a:cubicBezTo>
                  <a:lnTo>
                    <a:pt x="124001" y="706"/>
                  </a:lnTo>
                  <a:cubicBezTo>
                    <a:pt x="124001" y="620"/>
                    <a:pt x="123909" y="580"/>
                    <a:pt x="123812" y="580"/>
                  </a:cubicBezTo>
                  <a:cubicBezTo>
                    <a:pt x="123706" y="580"/>
                    <a:pt x="123596" y="629"/>
                    <a:pt x="123596" y="722"/>
                  </a:cubicBezTo>
                  <a:cubicBezTo>
                    <a:pt x="123596" y="821"/>
                    <a:pt x="123596" y="865"/>
                    <a:pt x="123559" y="865"/>
                  </a:cubicBezTo>
                  <a:cubicBezTo>
                    <a:pt x="123531" y="865"/>
                    <a:pt x="123478" y="837"/>
                    <a:pt x="123385" y="787"/>
                  </a:cubicBezTo>
                  <a:cubicBezTo>
                    <a:pt x="123385" y="679"/>
                    <a:pt x="123227" y="673"/>
                    <a:pt x="123051" y="673"/>
                  </a:cubicBezTo>
                  <a:cubicBezTo>
                    <a:pt x="123027" y="673"/>
                    <a:pt x="123003" y="673"/>
                    <a:pt x="122980" y="673"/>
                  </a:cubicBezTo>
                  <a:cubicBezTo>
                    <a:pt x="122924" y="675"/>
                    <a:pt x="122884" y="677"/>
                    <a:pt x="122854" y="677"/>
                  </a:cubicBezTo>
                  <a:cubicBezTo>
                    <a:pt x="122777" y="677"/>
                    <a:pt x="122777" y="666"/>
                    <a:pt x="122777" y="624"/>
                  </a:cubicBezTo>
                  <a:cubicBezTo>
                    <a:pt x="122777" y="560"/>
                    <a:pt x="122574" y="511"/>
                    <a:pt x="122363" y="511"/>
                  </a:cubicBezTo>
                  <a:cubicBezTo>
                    <a:pt x="122161" y="519"/>
                    <a:pt x="122161" y="519"/>
                    <a:pt x="122161" y="576"/>
                  </a:cubicBezTo>
                  <a:cubicBezTo>
                    <a:pt x="122256" y="602"/>
                    <a:pt x="122223" y="619"/>
                    <a:pt x="122140" y="619"/>
                  </a:cubicBezTo>
                  <a:cubicBezTo>
                    <a:pt x="122040" y="619"/>
                    <a:pt x="121866" y="594"/>
                    <a:pt x="121755" y="527"/>
                  </a:cubicBezTo>
                  <a:cubicBezTo>
                    <a:pt x="121677" y="508"/>
                    <a:pt x="121629" y="497"/>
                    <a:pt x="121599" y="4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2"/>
            <p:cNvSpPr/>
            <p:nvPr/>
          </p:nvSpPr>
          <p:spPr>
            <a:xfrm>
              <a:off x="4406891" y="2252588"/>
              <a:ext cx="1892971" cy="1326632"/>
            </a:xfrm>
            <a:custGeom>
              <a:avLst/>
              <a:gdLst/>
              <a:ahLst/>
              <a:cxnLst/>
              <a:rect l="l" t="t" r="r" b="b"/>
              <a:pathLst>
                <a:path w="109817" h="76962" extrusionOk="0">
                  <a:moveTo>
                    <a:pt x="138" y="1053"/>
                  </a:moveTo>
                  <a:cubicBezTo>
                    <a:pt x="167" y="1053"/>
                    <a:pt x="228" y="1148"/>
                    <a:pt x="293" y="1338"/>
                  </a:cubicBezTo>
                  <a:cubicBezTo>
                    <a:pt x="414" y="1533"/>
                    <a:pt x="414" y="1533"/>
                    <a:pt x="293" y="1533"/>
                  </a:cubicBezTo>
                  <a:cubicBezTo>
                    <a:pt x="236" y="1533"/>
                    <a:pt x="179" y="1533"/>
                    <a:pt x="171" y="1338"/>
                  </a:cubicBezTo>
                  <a:cubicBezTo>
                    <a:pt x="110" y="1148"/>
                    <a:pt x="108" y="1053"/>
                    <a:pt x="138" y="1053"/>
                  </a:cubicBezTo>
                  <a:close/>
                  <a:moveTo>
                    <a:pt x="4582" y="27485"/>
                  </a:moveTo>
                  <a:cubicBezTo>
                    <a:pt x="4641" y="27485"/>
                    <a:pt x="4747" y="27640"/>
                    <a:pt x="4801" y="27818"/>
                  </a:cubicBezTo>
                  <a:cubicBezTo>
                    <a:pt x="4827" y="27900"/>
                    <a:pt x="4817" y="27952"/>
                    <a:pt x="4783" y="27952"/>
                  </a:cubicBezTo>
                  <a:cubicBezTo>
                    <a:pt x="4742" y="27952"/>
                    <a:pt x="4666" y="27878"/>
                    <a:pt x="4574" y="27688"/>
                  </a:cubicBezTo>
                  <a:cubicBezTo>
                    <a:pt x="4517" y="27502"/>
                    <a:pt x="4517" y="27502"/>
                    <a:pt x="4574" y="27486"/>
                  </a:cubicBezTo>
                  <a:cubicBezTo>
                    <a:pt x="4576" y="27485"/>
                    <a:pt x="4579" y="27485"/>
                    <a:pt x="4582" y="27485"/>
                  </a:cubicBezTo>
                  <a:close/>
                  <a:moveTo>
                    <a:pt x="6938" y="33542"/>
                  </a:moveTo>
                  <a:cubicBezTo>
                    <a:pt x="6955" y="33542"/>
                    <a:pt x="7012" y="33553"/>
                    <a:pt x="7120" y="33680"/>
                  </a:cubicBezTo>
                  <a:cubicBezTo>
                    <a:pt x="7120" y="33680"/>
                    <a:pt x="7249" y="33834"/>
                    <a:pt x="7192" y="33858"/>
                  </a:cubicBezTo>
                  <a:lnTo>
                    <a:pt x="7136" y="33883"/>
                  </a:lnTo>
                  <a:cubicBezTo>
                    <a:pt x="7006" y="33721"/>
                    <a:pt x="6876" y="33567"/>
                    <a:pt x="6933" y="33542"/>
                  </a:cubicBezTo>
                  <a:cubicBezTo>
                    <a:pt x="6933" y="33542"/>
                    <a:pt x="6935" y="33542"/>
                    <a:pt x="6938" y="33542"/>
                  </a:cubicBezTo>
                  <a:close/>
                  <a:moveTo>
                    <a:pt x="10127" y="40489"/>
                  </a:moveTo>
                  <a:cubicBezTo>
                    <a:pt x="10146" y="40489"/>
                    <a:pt x="10194" y="40504"/>
                    <a:pt x="10257" y="40636"/>
                  </a:cubicBezTo>
                  <a:cubicBezTo>
                    <a:pt x="10257" y="40636"/>
                    <a:pt x="10290" y="40831"/>
                    <a:pt x="10233" y="40855"/>
                  </a:cubicBezTo>
                  <a:lnTo>
                    <a:pt x="10152" y="40685"/>
                  </a:lnTo>
                  <a:cubicBezTo>
                    <a:pt x="10063" y="40515"/>
                    <a:pt x="10119" y="40491"/>
                    <a:pt x="10119" y="40491"/>
                  </a:cubicBezTo>
                  <a:cubicBezTo>
                    <a:pt x="10119" y="40491"/>
                    <a:pt x="10122" y="40489"/>
                    <a:pt x="10127" y="40489"/>
                  </a:cubicBezTo>
                  <a:close/>
                  <a:moveTo>
                    <a:pt x="11092" y="42136"/>
                  </a:moveTo>
                  <a:lnTo>
                    <a:pt x="11190" y="42307"/>
                  </a:lnTo>
                  <a:lnTo>
                    <a:pt x="11222" y="42501"/>
                  </a:lnTo>
                  <a:lnTo>
                    <a:pt x="11133" y="42331"/>
                  </a:lnTo>
                  <a:cubicBezTo>
                    <a:pt x="11044" y="42161"/>
                    <a:pt x="11044" y="42161"/>
                    <a:pt x="11092" y="42136"/>
                  </a:cubicBezTo>
                  <a:close/>
                  <a:moveTo>
                    <a:pt x="11427" y="42661"/>
                  </a:moveTo>
                  <a:cubicBezTo>
                    <a:pt x="11416" y="42661"/>
                    <a:pt x="11437" y="42704"/>
                    <a:pt x="11514" y="42777"/>
                  </a:cubicBezTo>
                  <a:cubicBezTo>
                    <a:pt x="11472" y="42696"/>
                    <a:pt x="11437" y="42661"/>
                    <a:pt x="11427" y="42661"/>
                  </a:cubicBezTo>
                  <a:close/>
                  <a:moveTo>
                    <a:pt x="12017" y="43807"/>
                  </a:moveTo>
                  <a:lnTo>
                    <a:pt x="12106" y="43977"/>
                  </a:lnTo>
                  <a:lnTo>
                    <a:pt x="12146" y="44171"/>
                  </a:lnTo>
                  <a:lnTo>
                    <a:pt x="12049" y="44001"/>
                  </a:lnTo>
                  <a:cubicBezTo>
                    <a:pt x="11960" y="43839"/>
                    <a:pt x="11960" y="43839"/>
                    <a:pt x="12017" y="43807"/>
                  </a:cubicBezTo>
                  <a:close/>
                  <a:moveTo>
                    <a:pt x="12584" y="44267"/>
                  </a:moveTo>
                  <a:cubicBezTo>
                    <a:pt x="12580" y="44267"/>
                    <a:pt x="12579" y="44285"/>
                    <a:pt x="12587" y="44332"/>
                  </a:cubicBezTo>
                  <a:lnTo>
                    <a:pt x="12587" y="44332"/>
                  </a:lnTo>
                  <a:cubicBezTo>
                    <a:pt x="12596" y="44299"/>
                    <a:pt x="12588" y="44267"/>
                    <a:pt x="12584" y="44267"/>
                  </a:cubicBezTo>
                  <a:close/>
                  <a:moveTo>
                    <a:pt x="12587" y="44332"/>
                  </a:moveTo>
                  <a:cubicBezTo>
                    <a:pt x="12584" y="44344"/>
                    <a:pt x="12579" y="44356"/>
                    <a:pt x="12571" y="44366"/>
                  </a:cubicBezTo>
                  <a:lnTo>
                    <a:pt x="12571" y="44366"/>
                  </a:lnTo>
                  <a:cubicBezTo>
                    <a:pt x="12578" y="44365"/>
                    <a:pt x="12585" y="44362"/>
                    <a:pt x="12592" y="44358"/>
                  </a:cubicBezTo>
                  <a:cubicBezTo>
                    <a:pt x="12590" y="44348"/>
                    <a:pt x="12589" y="44340"/>
                    <a:pt x="12587" y="44332"/>
                  </a:cubicBezTo>
                  <a:close/>
                  <a:moveTo>
                    <a:pt x="12649" y="44990"/>
                  </a:moveTo>
                  <a:cubicBezTo>
                    <a:pt x="12675" y="44990"/>
                    <a:pt x="12695" y="45024"/>
                    <a:pt x="12763" y="45136"/>
                  </a:cubicBezTo>
                  <a:cubicBezTo>
                    <a:pt x="12882" y="45335"/>
                    <a:pt x="12928" y="45412"/>
                    <a:pt x="12912" y="45412"/>
                  </a:cubicBezTo>
                  <a:cubicBezTo>
                    <a:pt x="12902" y="45412"/>
                    <a:pt x="12868" y="45381"/>
                    <a:pt x="12811" y="45331"/>
                  </a:cubicBezTo>
                  <a:cubicBezTo>
                    <a:pt x="12657" y="45193"/>
                    <a:pt x="12560" y="45031"/>
                    <a:pt x="12608" y="45007"/>
                  </a:cubicBezTo>
                  <a:cubicBezTo>
                    <a:pt x="12626" y="44997"/>
                    <a:pt x="12638" y="44990"/>
                    <a:pt x="12649" y="44990"/>
                  </a:cubicBezTo>
                  <a:close/>
                  <a:moveTo>
                    <a:pt x="13104" y="46494"/>
                  </a:moveTo>
                  <a:cubicBezTo>
                    <a:pt x="13140" y="46494"/>
                    <a:pt x="13181" y="46521"/>
                    <a:pt x="13241" y="46620"/>
                  </a:cubicBezTo>
                  <a:lnTo>
                    <a:pt x="13290" y="46815"/>
                  </a:lnTo>
                  <a:lnTo>
                    <a:pt x="13144" y="46685"/>
                  </a:lnTo>
                  <a:lnTo>
                    <a:pt x="13038" y="46515"/>
                  </a:lnTo>
                  <a:cubicBezTo>
                    <a:pt x="13060" y="46505"/>
                    <a:pt x="13081" y="46494"/>
                    <a:pt x="13104" y="46494"/>
                  </a:cubicBezTo>
                  <a:close/>
                  <a:moveTo>
                    <a:pt x="14364" y="48409"/>
                  </a:moveTo>
                  <a:cubicBezTo>
                    <a:pt x="14385" y="48409"/>
                    <a:pt x="14433" y="48426"/>
                    <a:pt x="14514" y="48542"/>
                  </a:cubicBezTo>
                  <a:lnTo>
                    <a:pt x="14562" y="48736"/>
                  </a:lnTo>
                  <a:cubicBezTo>
                    <a:pt x="14559" y="48738"/>
                    <a:pt x="14555" y="48739"/>
                    <a:pt x="14551" y="48739"/>
                  </a:cubicBezTo>
                  <a:cubicBezTo>
                    <a:pt x="14499" y="48739"/>
                    <a:pt x="14408" y="48606"/>
                    <a:pt x="14408" y="48606"/>
                  </a:cubicBezTo>
                  <a:cubicBezTo>
                    <a:pt x="14303" y="48444"/>
                    <a:pt x="14303" y="48444"/>
                    <a:pt x="14352" y="48412"/>
                  </a:cubicBezTo>
                  <a:cubicBezTo>
                    <a:pt x="14352" y="48412"/>
                    <a:pt x="14356" y="48409"/>
                    <a:pt x="14364" y="48409"/>
                  </a:cubicBezTo>
                  <a:close/>
                  <a:moveTo>
                    <a:pt x="107218" y="56811"/>
                  </a:moveTo>
                  <a:lnTo>
                    <a:pt x="107088" y="56957"/>
                  </a:lnTo>
                  <a:cubicBezTo>
                    <a:pt x="106967" y="57095"/>
                    <a:pt x="107007" y="57136"/>
                    <a:pt x="107048" y="57176"/>
                  </a:cubicBezTo>
                  <a:cubicBezTo>
                    <a:pt x="107096" y="57136"/>
                    <a:pt x="107137" y="57087"/>
                    <a:pt x="107177" y="57038"/>
                  </a:cubicBezTo>
                  <a:cubicBezTo>
                    <a:pt x="107177" y="57038"/>
                    <a:pt x="107259" y="56860"/>
                    <a:pt x="107218" y="56811"/>
                  </a:cubicBezTo>
                  <a:close/>
                  <a:moveTo>
                    <a:pt x="107648" y="57768"/>
                  </a:moveTo>
                  <a:lnTo>
                    <a:pt x="107648" y="57768"/>
                  </a:lnTo>
                  <a:cubicBezTo>
                    <a:pt x="107688" y="57809"/>
                    <a:pt x="107550" y="57938"/>
                    <a:pt x="107421" y="58076"/>
                  </a:cubicBezTo>
                  <a:cubicBezTo>
                    <a:pt x="107331" y="58166"/>
                    <a:pt x="107300" y="58197"/>
                    <a:pt x="107278" y="58197"/>
                  </a:cubicBezTo>
                  <a:cubicBezTo>
                    <a:pt x="107266" y="58197"/>
                    <a:pt x="107257" y="58188"/>
                    <a:pt x="107242" y="58173"/>
                  </a:cubicBezTo>
                  <a:cubicBezTo>
                    <a:pt x="107307" y="58060"/>
                    <a:pt x="107380" y="57955"/>
                    <a:pt x="107469" y="57857"/>
                  </a:cubicBezTo>
                  <a:lnTo>
                    <a:pt x="107648" y="57768"/>
                  </a:lnTo>
                  <a:close/>
                  <a:moveTo>
                    <a:pt x="106121" y="59325"/>
                  </a:moveTo>
                  <a:cubicBezTo>
                    <a:pt x="106181" y="59325"/>
                    <a:pt x="106125" y="59382"/>
                    <a:pt x="105937" y="59576"/>
                  </a:cubicBezTo>
                  <a:cubicBezTo>
                    <a:pt x="105817" y="59696"/>
                    <a:pt x="105696" y="59811"/>
                    <a:pt x="105641" y="59811"/>
                  </a:cubicBezTo>
                  <a:cubicBezTo>
                    <a:pt x="105633" y="59811"/>
                    <a:pt x="105626" y="59808"/>
                    <a:pt x="105621" y="59803"/>
                  </a:cubicBezTo>
                  <a:lnTo>
                    <a:pt x="105759" y="59665"/>
                  </a:lnTo>
                  <a:cubicBezTo>
                    <a:pt x="105763" y="59671"/>
                    <a:pt x="105769" y="59674"/>
                    <a:pt x="105775" y="59674"/>
                  </a:cubicBezTo>
                  <a:cubicBezTo>
                    <a:pt x="105808" y="59674"/>
                    <a:pt x="105849" y="59596"/>
                    <a:pt x="105798" y="59596"/>
                  </a:cubicBezTo>
                  <a:cubicBezTo>
                    <a:pt x="105781" y="59596"/>
                    <a:pt x="105756" y="59604"/>
                    <a:pt x="105718" y="59625"/>
                  </a:cubicBezTo>
                  <a:lnTo>
                    <a:pt x="105637" y="59536"/>
                  </a:lnTo>
                  <a:cubicBezTo>
                    <a:pt x="105745" y="59420"/>
                    <a:pt x="105888" y="59339"/>
                    <a:pt x="105955" y="59339"/>
                  </a:cubicBezTo>
                  <a:cubicBezTo>
                    <a:pt x="105968" y="59339"/>
                    <a:pt x="105979" y="59342"/>
                    <a:pt x="105986" y="59349"/>
                  </a:cubicBezTo>
                  <a:cubicBezTo>
                    <a:pt x="106050" y="59335"/>
                    <a:pt x="106096" y="59325"/>
                    <a:pt x="106121" y="59325"/>
                  </a:cubicBezTo>
                  <a:close/>
                  <a:moveTo>
                    <a:pt x="105864" y="60071"/>
                  </a:moveTo>
                  <a:lnTo>
                    <a:pt x="105694" y="60160"/>
                  </a:lnTo>
                  <a:cubicBezTo>
                    <a:pt x="105645" y="60209"/>
                    <a:pt x="105605" y="60257"/>
                    <a:pt x="105548" y="60290"/>
                  </a:cubicBezTo>
                  <a:cubicBezTo>
                    <a:pt x="105563" y="60308"/>
                    <a:pt x="105573" y="60319"/>
                    <a:pt x="105588" y="60319"/>
                  </a:cubicBezTo>
                  <a:cubicBezTo>
                    <a:pt x="105612" y="60319"/>
                    <a:pt x="105648" y="60287"/>
                    <a:pt x="105734" y="60200"/>
                  </a:cubicBezTo>
                  <a:lnTo>
                    <a:pt x="105864" y="60071"/>
                  </a:lnTo>
                  <a:close/>
                  <a:moveTo>
                    <a:pt x="24856" y="60582"/>
                  </a:moveTo>
                  <a:cubicBezTo>
                    <a:pt x="24890" y="60582"/>
                    <a:pt x="24935" y="60604"/>
                    <a:pt x="25005" y="60671"/>
                  </a:cubicBezTo>
                  <a:lnTo>
                    <a:pt x="25143" y="60808"/>
                  </a:lnTo>
                  <a:cubicBezTo>
                    <a:pt x="25134" y="60816"/>
                    <a:pt x="25121" y="60819"/>
                    <a:pt x="25105" y="60819"/>
                  </a:cubicBezTo>
                  <a:cubicBezTo>
                    <a:pt x="25034" y="60819"/>
                    <a:pt x="24916" y="60760"/>
                    <a:pt x="24916" y="60760"/>
                  </a:cubicBezTo>
                  <a:lnTo>
                    <a:pt x="24778" y="60622"/>
                  </a:lnTo>
                  <a:cubicBezTo>
                    <a:pt x="24802" y="60602"/>
                    <a:pt x="24824" y="60582"/>
                    <a:pt x="24856" y="60582"/>
                  </a:cubicBezTo>
                  <a:close/>
                  <a:moveTo>
                    <a:pt x="30803" y="65350"/>
                  </a:moveTo>
                  <a:cubicBezTo>
                    <a:pt x="30879" y="65350"/>
                    <a:pt x="31151" y="65537"/>
                    <a:pt x="31297" y="65633"/>
                  </a:cubicBezTo>
                  <a:cubicBezTo>
                    <a:pt x="31350" y="65700"/>
                    <a:pt x="31343" y="65727"/>
                    <a:pt x="31304" y="65727"/>
                  </a:cubicBezTo>
                  <a:cubicBezTo>
                    <a:pt x="31254" y="65727"/>
                    <a:pt x="31153" y="65684"/>
                    <a:pt x="31062" y="65624"/>
                  </a:cubicBezTo>
                  <a:cubicBezTo>
                    <a:pt x="30754" y="65406"/>
                    <a:pt x="30754" y="65406"/>
                    <a:pt x="30786" y="65357"/>
                  </a:cubicBezTo>
                  <a:cubicBezTo>
                    <a:pt x="30789" y="65352"/>
                    <a:pt x="30795" y="65350"/>
                    <a:pt x="30803" y="65350"/>
                  </a:cubicBezTo>
                  <a:close/>
                  <a:moveTo>
                    <a:pt x="97610" y="65965"/>
                  </a:moveTo>
                  <a:lnTo>
                    <a:pt x="97610" y="65965"/>
                  </a:lnTo>
                  <a:cubicBezTo>
                    <a:pt x="97643" y="66014"/>
                    <a:pt x="97351" y="66273"/>
                    <a:pt x="97189" y="66370"/>
                  </a:cubicBezTo>
                  <a:cubicBezTo>
                    <a:pt x="97136" y="66404"/>
                    <a:pt x="97097" y="66422"/>
                    <a:pt x="97079" y="66422"/>
                  </a:cubicBezTo>
                  <a:cubicBezTo>
                    <a:pt x="97039" y="66422"/>
                    <a:pt x="97088" y="66343"/>
                    <a:pt x="97286" y="66168"/>
                  </a:cubicBezTo>
                  <a:lnTo>
                    <a:pt x="97610" y="65965"/>
                  </a:lnTo>
                  <a:close/>
                  <a:moveTo>
                    <a:pt x="96587" y="66513"/>
                  </a:moveTo>
                  <a:cubicBezTo>
                    <a:pt x="96524" y="66513"/>
                    <a:pt x="96367" y="66614"/>
                    <a:pt x="96102" y="66784"/>
                  </a:cubicBezTo>
                  <a:cubicBezTo>
                    <a:pt x="95989" y="66857"/>
                    <a:pt x="95891" y="66938"/>
                    <a:pt x="95810" y="67035"/>
                  </a:cubicBezTo>
                  <a:cubicBezTo>
                    <a:pt x="95817" y="67046"/>
                    <a:pt x="95827" y="67051"/>
                    <a:pt x="95842" y="67051"/>
                  </a:cubicBezTo>
                  <a:cubicBezTo>
                    <a:pt x="95903" y="67051"/>
                    <a:pt x="96028" y="66966"/>
                    <a:pt x="96159" y="66881"/>
                  </a:cubicBezTo>
                  <a:cubicBezTo>
                    <a:pt x="96516" y="66727"/>
                    <a:pt x="96645" y="66581"/>
                    <a:pt x="96613" y="66524"/>
                  </a:cubicBezTo>
                  <a:cubicBezTo>
                    <a:pt x="96608" y="66517"/>
                    <a:pt x="96599" y="66513"/>
                    <a:pt x="96587" y="66513"/>
                  </a:cubicBezTo>
                  <a:close/>
                  <a:moveTo>
                    <a:pt x="89632" y="70870"/>
                  </a:moveTo>
                  <a:cubicBezTo>
                    <a:pt x="89657" y="70927"/>
                    <a:pt x="89478" y="71016"/>
                    <a:pt x="89308" y="71097"/>
                  </a:cubicBezTo>
                  <a:lnTo>
                    <a:pt x="89284" y="71040"/>
                  </a:lnTo>
                  <a:lnTo>
                    <a:pt x="89430" y="70903"/>
                  </a:lnTo>
                  <a:lnTo>
                    <a:pt x="89632" y="70870"/>
                  </a:lnTo>
                  <a:close/>
                  <a:moveTo>
                    <a:pt x="88992" y="70846"/>
                  </a:moveTo>
                  <a:lnTo>
                    <a:pt x="88684" y="71105"/>
                  </a:lnTo>
                  <a:cubicBezTo>
                    <a:pt x="88511" y="71303"/>
                    <a:pt x="88447" y="71377"/>
                    <a:pt x="88411" y="71377"/>
                  </a:cubicBezTo>
                  <a:cubicBezTo>
                    <a:pt x="88389" y="71377"/>
                    <a:pt x="88378" y="71351"/>
                    <a:pt x="88359" y="71308"/>
                  </a:cubicBezTo>
                  <a:cubicBezTo>
                    <a:pt x="88335" y="71251"/>
                    <a:pt x="88311" y="71194"/>
                    <a:pt x="88643" y="70992"/>
                  </a:cubicBezTo>
                  <a:lnTo>
                    <a:pt x="88992" y="70846"/>
                  </a:lnTo>
                  <a:close/>
                  <a:moveTo>
                    <a:pt x="42700" y="71885"/>
                  </a:moveTo>
                  <a:cubicBezTo>
                    <a:pt x="42731" y="71885"/>
                    <a:pt x="42774" y="71894"/>
                    <a:pt x="42834" y="71916"/>
                  </a:cubicBezTo>
                  <a:lnTo>
                    <a:pt x="42980" y="72046"/>
                  </a:lnTo>
                  <a:lnTo>
                    <a:pt x="42786" y="72030"/>
                  </a:lnTo>
                  <a:lnTo>
                    <a:pt x="42607" y="71957"/>
                  </a:lnTo>
                  <a:cubicBezTo>
                    <a:pt x="42623" y="71919"/>
                    <a:pt x="42639" y="71885"/>
                    <a:pt x="42700" y="71885"/>
                  </a:cubicBezTo>
                  <a:close/>
                  <a:moveTo>
                    <a:pt x="84899" y="72774"/>
                  </a:moveTo>
                  <a:cubicBezTo>
                    <a:pt x="84951" y="72774"/>
                    <a:pt x="84823" y="72882"/>
                    <a:pt x="84711" y="73027"/>
                  </a:cubicBezTo>
                  <a:cubicBezTo>
                    <a:pt x="84535" y="73121"/>
                    <a:pt x="84447" y="73168"/>
                    <a:pt x="84423" y="73168"/>
                  </a:cubicBezTo>
                  <a:cubicBezTo>
                    <a:pt x="84399" y="73168"/>
                    <a:pt x="84436" y="73123"/>
                    <a:pt x="84508" y="73035"/>
                  </a:cubicBezTo>
                  <a:lnTo>
                    <a:pt x="84832" y="72792"/>
                  </a:lnTo>
                  <a:cubicBezTo>
                    <a:pt x="84866" y="72780"/>
                    <a:pt x="84887" y="72774"/>
                    <a:pt x="84899" y="72774"/>
                  </a:cubicBezTo>
                  <a:close/>
                  <a:moveTo>
                    <a:pt x="44885" y="73133"/>
                  </a:moveTo>
                  <a:cubicBezTo>
                    <a:pt x="44915" y="73133"/>
                    <a:pt x="44954" y="73140"/>
                    <a:pt x="45007" y="73157"/>
                  </a:cubicBezTo>
                  <a:lnTo>
                    <a:pt x="45194" y="73221"/>
                  </a:lnTo>
                  <a:cubicBezTo>
                    <a:pt x="45175" y="73266"/>
                    <a:pt x="45048" y="73270"/>
                    <a:pt x="44992" y="73270"/>
                  </a:cubicBezTo>
                  <a:cubicBezTo>
                    <a:pt x="44977" y="73270"/>
                    <a:pt x="44967" y="73270"/>
                    <a:pt x="44967" y="73270"/>
                  </a:cubicBezTo>
                  <a:lnTo>
                    <a:pt x="44788" y="73205"/>
                  </a:lnTo>
                  <a:cubicBezTo>
                    <a:pt x="44800" y="73171"/>
                    <a:pt x="44815" y="73133"/>
                    <a:pt x="44885" y="73133"/>
                  </a:cubicBezTo>
                  <a:close/>
                  <a:moveTo>
                    <a:pt x="83333" y="73140"/>
                  </a:moveTo>
                  <a:lnTo>
                    <a:pt x="83333" y="73140"/>
                  </a:lnTo>
                  <a:cubicBezTo>
                    <a:pt x="83357" y="73197"/>
                    <a:pt x="83195" y="73319"/>
                    <a:pt x="83195" y="73319"/>
                  </a:cubicBezTo>
                  <a:cubicBezTo>
                    <a:pt x="83130" y="73343"/>
                    <a:pt x="83073" y="73367"/>
                    <a:pt x="83008" y="73375"/>
                  </a:cubicBezTo>
                  <a:cubicBezTo>
                    <a:pt x="82992" y="73319"/>
                    <a:pt x="82976" y="73270"/>
                    <a:pt x="83154" y="73205"/>
                  </a:cubicBezTo>
                  <a:lnTo>
                    <a:pt x="83333" y="73140"/>
                  </a:lnTo>
                  <a:close/>
                  <a:moveTo>
                    <a:pt x="48258" y="73740"/>
                  </a:moveTo>
                  <a:cubicBezTo>
                    <a:pt x="48445" y="73789"/>
                    <a:pt x="48218" y="73854"/>
                    <a:pt x="48202" y="73911"/>
                  </a:cubicBezTo>
                  <a:cubicBezTo>
                    <a:pt x="48015" y="73854"/>
                    <a:pt x="48015" y="73854"/>
                    <a:pt x="48039" y="73797"/>
                  </a:cubicBezTo>
                  <a:cubicBezTo>
                    <a:pt x="48056" y="73740"/>
                    <a:pt x="48258" y="73740"/>
                    <a:pt x="48258" y="73740"/>
                  </a:cubicBezTo>
                  <a:close/>
                  <a:moveTo>
                    <a:pt x="79629" y="74112"/>
                  </a:moveTo>
                  <a:cubicBezTo>
                    <a:pt x="79646" y="74112"/>
                    <a:pt x="79656" y="74117"/>
                    <a:pt x="79660" y="74129"/>
                  </a:cubicBezTo>
                  <a:cubicBezTo>
                    <a:pt x="79684" y="74123"/>
                    <a:pt x="79698" y="74120"/>
                    <a:pt x="79704" y="74120"/>
                  </a:cubicBezTo>
                  <a:cubicBezTo>
                    <a:pt x="79746" y="74120"/>
                    <a:pt x="79457" y="74240"/>
                    <a:pt x="79303" y="74275"/>
                  </a:cubicBezTo>
                  <a:lnTo>
                    <a:pt x="79287" y="74219"/>
                  </a:lnTo>
                  <a:cubicBezTo>
                    <a:pt x="79433" y="74180"/>
                    <a:pt x="79570" y="74112"/>
                    <a:pt x="79629" y="74112"/>
                  </a:cubicBezTo>
                  <a:close/>
                  <a:moveTo>
                    <a:pt x="80908" y="74389"/>
                  </a:moveTo>
                  <a:lnTo>
                    <a:pt x="80941" y="74511"/>
                  </a:lnTo>
                  <a:lnTo>
                    <a:pt x="80924" y="74446"/>
                  </a:lnTo>
                  <a:cubicBezTo>
                    <a:pt x="80919" y="74425"/>
                    <a:pt x="80913" y="74404"/>
                    <a:pt x="80908" y="74389"/>
                  </a:cubicBezTo>
                  <a:close/>
                  <a:moveTo>
                    <a:pt x="70717" y="74668"/>
                  </a:moveTo>
                  <a:cubicBezTo>
                    <a:pt x="70648" y="74668"/>
                    <a:pt x="70529" y="74710"/>
                    <a:pt x="70409" y="74802"/>
                  </a:cubicBezTo>
                  <a:cubicBezTo>
                    <a:pt x="70414" y="74843"/>
                    <a:pt x="70416" y="74858"/>
                    <a:pt x="70461" y="74858"/>
                  </a:cubicBezTo>
                  <a:cubicBezTo>
                    <a:pt x="70489" y="74858"/>
                    <a:pt x="70532" y="74852"/>
                    <a:pt x="70603" y="74843"/>
                  </a:cubicBezTo>
                  <a:cubicBezTo>
                    <a:pt x="70603" y="74843"/>
                    <a:pt x="70782" y="74762"/>
                    <a:pt x="70774" y="74697"/>
                  </a:cubicBezTo>
                  <a:cubicBezTo>
                    <a:pt x="70771" y="74678"/>
                    <a:pt x="70750" y="74668"/>
                    <a:pt x="70717" y="74668"/>
                  </a:cubicBezTo>
                  <a:close/>
                  <a:moveTo>
                    <a:pt x="52576" y="74866"/>
                  </a:moveTo>
                  <a:cubicBezTo>
                    <a:pt x="52603" y="74866"/>
                    <a:pt x="52639" y="74871"/>
                    <a:pt x="52685" y="74884"/>
                  </a:cubicBezTo>
                  <a:lnTo>
                    <a:pt x="52855" y="74981"/>
                  </a:lnTo>
                  <a:lnTo>
                    <a:pt x="52653" y="74997"/>
                  </a:lnTo>
                  <a:lnTo>
                    <a:pt x="52466" y="74956"/>
                  </a:lnTo>
                  <a:cubicBezTo>
                    <a:pt x="52478" y="74914"/>
                    <a:pt x="52491" y="74866"/>
                    <a:pt x="52576" y="74866"/>
                  </a:cubicBezTo>
                  <a:close/>
                  <a:moveTo>
                    <a:pt x="78241" y="74778"/>
                  </a:moveTo>
                  <a:lnTo>
                    <a:pt x="78241" y="74778"/>
                  </a:lnTo>
                  <a:cubicBezTo>
                    <a:pt x="78249" y="74843"/>
                    <a:pt x="78265" y="74900"/>
                    <a:pt x="78079" y="74940"/>
                  </a:cubicBezTo>
                  <a:cubicBezTo>
                    <a:pt x="78005" y="74986"/>
                    <a:pt x="77926" y="75010"/>
                    <a:pt x="77872" y="75010"/>
                  </a:cubicBezTo>
                  <a:cubicBezTo>
                    <a:pt x="77801" y="75010"/>
                    <a:pt x="77776" y="74968"/>
                    <a:pt x="77868" y="74875"/>
                  </a:cubicBezTo>
                  <a:lnTo>
                    <a:pt x="78241" y="74778"/>
                  </a:lnTo>
                  <a:close/>
                  <a:moveTo>
                    <a:pt x="76384" y="75265"/>
                  </a:moveTo>
                  <a:lnTo>
                    <a:pt x="76587" y="75289"/>
                  </a:lnTo>
                  <a:lnTo>
                    <a:pt x="76392" y="75329"/>
                  </a:lnTo>
                  <a:cubicBezTo>
                    <a:pt x="76312" y="75343"/>
                    <a:pt x="76266" y="75351"/>
                    <a:pt x="76240" y="75351"/>
                  </a:cubicBezTo>
                  <a:cubicBezTo>
                    <a:pt x="76204" y="75351"/>
                    <a:pt x="76202" y="75337"/>
                    <a:pt x="76198" y="75305"/>
                  </a:cubicBezTo>
                  <a:lnTo>
                    <a:pt x="76384" y="75265"/>
                  </a:lnTo>
                  <a:close/>
                  <a:moveTo>
                    <a:pt x="73105" y="75616"/>
                  </a:moveTo>
                  <a:cubicBezTo>
                    <a:pt x="73186" y="75616"/>
                    <a:pt x="73267" y="75622"/>
                    <a:pt x="73344" y="75638"/>
                  </a:cubicBezTo>
                  <a:cubicBezTo>
                    <a:pt x="73352" y="75694"/>
                    <a:pt x="73165" y="75719"/>
                    <a:pt x="73165" y="75719"/>
                  </a:cubicBezTo>
                  <a:cubicBezTo>
                    <a:pt x="73063" y="75732"/>
                    <a:pt x="72959" y="75745"/>
                    <a:pt x="72884" y="75745"/>
                  </a:cubicBezTo>
                  <a:cubicBezTo>
                    <a:pt x="72822" y="75745"/>
                    <a:pt x="72780" y="75736"/>
                    <a:pt x="72776" y="75710"/>
                  </a:cubicBezTo>
                  <a:cubicBezTo>
                    <a:pt x="72776" y="75710"/>
                    <a:pt x="72768" y="75646"/>
                    <a:pt x="72963" y="75621"/>
                  </a:cubicBezTo>
                  <a:cubicBezTo>
                    <a:pt x="73010" y="75618"/>
                    <a:pt x="73058" y="75616"/>
                    <a:pt x="73105" y="75616"/>
                  </a:cubicBezTo>
                  <a:close/>
                  <a:moveTo>
                    <a:pt x="74333" y="75767"/>
                  </a:moveTo>
                  <a:cubicBezTo>
                    <a:pt x="74138" y="75808"/>
                    <a:pt x="74155" y="75865"/>
                    <a:pt x="74155" y="75865"/>
                  </a:cubicBezTo>
                  <a:cubicBezTo>
                    <a:pt x="74155" y="75865"/>
                    <a:pt x="74159" y="75899"/>
                    <a:pt x="74249" y="75899"/>
                  </a:cubicBezTo>
                  <a:cubicBezTo>
                    <a:pt x="74275" y="75899"/>
                    <a:pt x="74308" y="75896"/>
                    <a:pt x="74349" y="75889"/>
                  </a:cubicBezTo>
                  <a:lnTo>
                    <a:pt x="74536" y="75856"/>
                  </a:lnTo>
                  <a:cubicBezTo>
                    <a:pt x="74527" y="75792"/>
                    <a:pt x="74333" y="75767"/>
                    <a:pt x="74333" y="75767"/>
                  </a:cubicBezTo>
                  <a:close/>
                  <a:moveTo>
                    <a:pt x="69442" y="76055"/>
                  </a:moveTo>
                  <a:cubicBezTo>
                    <a:pt x="69496" y="76055"/>
                    <a:pt x="69574" y="76063"/>
                    <a:pt x="69656" y="76063"/>
                  </a:cubicBezTo>
                  <a:cubicBezTo>
                    <a:pt x="69685" y="76063"/>
                    <a:pt x="69715" y="76062"/>
                    <a:pt x="69744" y="76059"/>
                  </a:cubicBezTo>
                  <a:lnTo>
                    <a:pt x="69744" y="76059"/>
                  </a:lnTo>
                  <a:cubicBezTo>
                    <a:pt x="69938" y="76108"/>
                    <a:pt x="69938" y="76108"/>
                    <a:pt x="69557" y="76132"/>
                  </a:cubicBezTo>
                  <a:cubicBezTo>
                    <a:pt x="69536" y="76134"/>
                    <a:pt x="69517" y="76135"/>
                    <a:pt x="69499" y="76135"/>
                  </a:cubicBezTo>
                  <a:cubicBezTo>
                    <a:pt x="69363" y="76135"/>
                    <a:pt x="69363" y="76083"/>
                    <a:pt x="69363" y="76083"/>
                  </a:cubicBezTo>
                  <a:cubicBezTo>
                    <a:pt x="69363" y="76061"/>
                    <a:pt x="69393" y="76055"/>
                    <a:pt x="69442" y="76055"/>
                  </a:cubicBezTo>
                  <a:close/>
                  <a:moveTo>
                    <a:pt x="64977" y="76148"/>
                  </a:moveTo>
                  <a:cubicBezTo>
                    <a:pt x="64977" y="76171"/>
                    <a:pt x="64953" y="76179"/>
                    <a:pt x="64931" y="76179"/>
                  </a:cubicBezTo>
                  <a:cubicBezTo>
                    <a:pt x="64891" y="76179"/>
                    <a:pt x="64856" y="76154"/>
                    <a:pt x="64977" y="76148"/>
                  </a:cubicBezTo>
                  <a:close/>
                  <a:moveTo>
                    <a:pt x="70777" y="76295"/>
                  </a:moveTo>
                  <a:cubicBezTo>
                    <a:pt x="70812" y="76295"/>
                    <a:pt x="70835" y="76312"/>
                    <a:pt x="70725" y="76327"/>
                  </a:cubicBezTo>
                  <a:cubicBezTo>
                    <a:pt x="70722" y="76303"/>
                    <a:pt x="70752" y="76295"/>
                    <a:pt x="70777" y="76295"/>
                  </a:cubicBezTo>
                  <a:close/>
                  <a:moveTo>
                    <a:pt x="64977" y="76327"/>
                  </a:moveTo>
                  <a:lnTo>
                    <a:pt x="65163" y="76392"/>
                  </a:lnTo>
                  <a:lnTo>
                    <a:pt x="64977" y="76448"/>
                  </a:lnTo>
                  <a:lnTo>
                    <a:pt x="64782" y="76448"/>
                  </a:lnTo>
                  <a:cubicBezTo>
                    <a:pt x="64782" y="76392"/>
                    <a:pt x="64782" y="76335"/>
                    <a:pt x="64977" y="76327"/>
                  </a:cubicBezTo>
                  <a:close/>
                  <a:moveTo>
                    <a:pt x="66314" y="76310"/>
                  </a:moveTo>
                  <a:cubicBezTo>
                    <a:pt x="66314" y="76319"/>
                    <a:pt x="66509" y="76375"/>
                    <a:pt x="66509" y="76432"/>
                  </a:cubicBezTo>
                  <a:cubicBezTo>
                    <a:pt x="66509" y="76456"/>
                    <a:pt x="66473" y="76472"/>
                    <a:pt x="66417" y="76472"/>
                  </a:cubicBezTo>
                  <a:cubicBezTo>
                    <a:pt x="66342" y="76472"/>
                    <a:pt x="66231" y="76445"/>
                    <a:pt x="66120" y="76375"/>
                  </a:cubicBezTo>
                  <a:cubicBezTo>
                    <a:pt x="66120" y="76319"/>
                    <a:pt x="66120" y="76319"/>
                    <a:pt x="66314" y="76310"/>
                  </a:cubicBezTo>
                  <a:close/>
                  <a:moveTo>
                    <a:pt x="66513" y="76787"/>
                  </a:moveTo>
                  <a:cubicBezTo>
                    <a:pt x="66413" y="76789"/>
                    <a:pt x="66400" y="76789"/>
                    <a:pt x="66509" y="76789"/>
                  </a:cubicBezTo>
                  <a:cubicBezTo>
                    <a:pt x="66510" y="76788"/>
                    <a:pt x="66512" y="76788"/>
                    <a:pt x="66513" y="76787"/>
                  </a:cubicBezTo>
                  <a:close/>
                  <a:moveTo>
                    <a:pt x="71147" y="76700"/>
                  </a:moveTo>
                  <a:lnTo>
                    <a:pt x="70757" y="76748"/>
                  </a:lnTo>
                  <a:cubicBezTo>
                    <a:pt x="70762" y="76789"/>
                    <a:pt x="70764" y="76804"/>
                    <a:pt x="70811" y="76804"/>
                  </a:cubicBezTo>
                  <a:cubicBezTo>
                    <a:pt x="70840" y="76804"/>
                    <a:pt x="70886" y="76798"/>
                    <a:pt x="70960" y="76789"/>
                  </a:cubicBezTo>
                  <a:cubicBezTo>
                    <a:pt x="71341" y="76732"/>
                    <a:pt x="71341" y="76732"/>
                    <a:pt x="71147" y="76700"/>
                  </a:cubicBezTo>
                  <a:close/>
                  <a:moveTo>
                    <a:pt x="311" y="1"/>
                  </a:moveTo>
                  <a:cubicBezTo>
                    <a:pt x="199" y="1"/>
                    <a:pt x="145" y="8"/>
                    <a:pt x="98" y="382"/>
                  </a:cubicBezTo>
                  <a:cubicBezTo>
                    <a:pt x="50" y="1144"/>
                    <a:pt x="1" y="1719"/>
                    <a:pt x="123" y="1719"/>
                  </a:cubicBezTo>
                  <a:cubicBezTo>
                    <a:pt x="163" y="1841"/>
                    <a:pt x="179" y="1971"/>
                    <a:pt x="187" y="2100"/>
                  </a:cubicBezTo>
                  <a:cubicBezTo>
                    <a:pt x="187" y="2230"/>
                    <a:pt x="171" y="2360"/>
                    <a:pt x="131" y="2490"/>
                  </a:cubicBezTo>
                  <a:cubicBezTo>
                    <a:pt x="82" y="2490"/>
                    <a:pt x="66" y="3252"/>
                    <a:pt x="131" y="4208"/>
                  </a:cubicBezTo>
                  <a:cubicBezTo>
                    <a:pt x="204" y="5360"/>
                    <a:pt x="236" y="5935"/>
                    <a:pt x="187" y="6130"/>
                  </a:cubicBezTo>
                  <a:cubicBezTo>
                    <a:pt x="155" y="6252"/>
                    <a:pt x="147" y="6389"/>
                    <a:pt x="155" y="6519"/>
                  </a:cubicBezTo>
                  <a:cubicBezTo>
                    <a:pt x="155" y="6519"/>
                    <a:pt x="156" y="6519"/>
                    <a:pt x="156" y="6519"/>
                  </a:cubicBezTo>
                  <a:cubicBezTo>
                    <a:pt x="180" y="6519"/>
                    <a:pt x="212" y="6809"/>
                    <a:pt x="252" y="7257"/>
                  </a:cubicBezTo>
                  <a:cubicBezTo>
                    <a:pt x="301" y="7711"/>
                    <a:pt x="366" y="8327"/>
                    <a:pt x="431" y="9000"/>
                  </a:cubicBezTo>
                  <a:cubicBezTo>
                    <a:pt x="504" y="9665"/>
                    <a:pt x="568" y="10338"/>
                    <a:pt x="633" y="10832"/>
                  </a:cubicBezTo>
                  <a:cubicBezTo>
                    <a:pt x="706" y="11335"/>
                    <a:pt x="771" y="11659"/>
                    <a:pt x="804" y="11659"/>
                  </a:cubicBezTo>
                  <a:lnTo>
                    <a:pt x="852" y="12041"/>
                  </a:lnTo>
                  <a:cubicBezTo>
                    <a:pt x="795" y="12049"/>
                    <a:pt x="844" y="12430"/>
                    <a:pt x="901" y="12803"/>
                  </a:cubicBezTo>
                  <a:cubicBezTo>
                    <a:pt x="974" y="13054"/>
                    <a:pt x="1031" y="13305"/>
                    <a:pt x="1071" y="13557"/>
                  </a:cubicBezTo>
                  <a:cubicBezTo>
                    <a:pt x="1006" y="13565"/>
                    <a:pt x="1039" y="13759"/>
                    <a:pt x="1087" y="14140"/>
                  </a:cubicBezTo>
                  <a:cubicBezTo>
                    <a:pt x="1143" y="14506"/>
                    <a:pt x="1183" y="14700"/>
                    <a:pt x="1238" y="14700"/>
                  </a:cubicBezTo>
                  <a:cubicBezTo>
                    <a:pt x="1239" y="14700"/>
                    <a:pt x="1240" y="14700"/>
                    <a:pt x="1241" y="14700"/>
                  </a:cubicBezTo>
                  <a:cubicBezTo>
                    <a:pt x="1274" y="14886"/>
                    <a:pt x="1517" y="16208"/>
                    <a:pt x="1566" y="16784"/>
                  </a:cubicBezTo>
                  <a:cubicBezTo>
                    <a:pt x="1541" y="16978"/>
                    <a:pt x="1631" y="17156"/>
                    <a:pt x="1728" y="17335"/>
                  </a:cubicBezTo>
                  <a:cubicBezTo>
                    <a:pt x="1729" y="17335"/>
                    <a:pt x="1730" y="17335"/>
                    <a:pt x="1732" y="17335"/>
                  </a:cubicBezTo>
                  <a:cubicBezTo>
                    <a:pt x="1789" y="17335"/>
                    <a:pt x="1875" y="17509"/>
                    <a:pt x="1914" y="17692"/>
                  </a:cubicBezTo>
                  <a:lnTo>
                    <a:pt x="1793" y="17716"/>
                  </a:lnTo>
                  <a:cubicBezTo>
                    <a:pt x="1756" y="17643"/>
                    <a:pt x="1735" y="17600"/>
                    <a:pt x="1726" y="17600"/>
                  </a:cubicBezTo>
                  <a:cubicBezTo>
                    <a:pt x="1714" y="17600"/>
                    <a:pt x="1730" y="17690"/>
                    <a:pt x="1768" y="17911"/>
                  </a:cubicBezTo>
                  <a:cubicBezTo>
                    <a:pt x="1809" y="18105"/>
                    <a:pt x="1849" y="18292"/>
                    <a:pt x="1849" y="18292"/>
                  </a:cubicBezTo>
                  <a:cubicBezTo>
                    <a:pt x="1850" y="18291"/>
                    <a:pt x="1850" y="18291"/>
                    <a:pt x="1851" y="18291"/>
                  </a:cubicBezTo>
                  <a:cubicBezTo>
                    <a:pt x="1910" y="18291"/>
                    <a:pt x="2120" y="19227"/>
                    <a:pt x="2409" y="20521"/>
                  </a:cubicBezTo>
                  <a:cubicBezTo>
                    <a:pt x="2595" y="21373"/>
                    <a:pt x="2741" y="21924"/>
                    <a:pt x="2839" y="22272"/>
                  </a:cubicBezTo>
                  <a:cubicBezTo>
                    <a:pt x="2941" y="22604"/>
                    <a:pt x="2990" y="22743"/>
                    <a:pt x="3022" y="22743"/>
                  </a:cubicBezTo>
                  <a:cubicBezTo>
                    <a:pt x="3023" y="22743"/>
                    <a:pt x="3024" y="22743"/>
                    <a:pt x="3025" y="22743"/>
                  </a:cubicBezTo>
                  <a:cubicBezTo>
                    <a:pt x="3026" y="22743"/>
                    <a:pt x="3028" y="22742"/>
                    <a:pt x="3029" y="22742"/>
                  </a:cubicBezTo>
                  <a:cubicBezTo>
                    <a:pt x="3084" y="22742"/>
                    <a:pt x="3132" y="22925"/>
                    <a:pt x="3220" y="23489"/>
                  </a:cubicBezTo>
                  <a:cubicBezTo>
                    <a:pt x="3341" y="24640"/>
                    <a:pt x="3341" y="24640"/>
                    <a:pt x="3447" y="24810"/>
                  </a:cubicBezTo>
                  <a:cubicBezTo>
                    <a:pt x="3398" y="24632"/>
                    <a:pt x="3455" y="24616"/>
                    <a:pt x="3512" y="24599"/>
                  </a:cubicBezTo>
                  <a:cubicBezTo>
                    <a:pt x="3521" y="24597"/>
                    <a:pt x="3530" y="24596"/>
                    <a:pt x="3538" y="24596"/>
                  </a:cubicBezTo>
                  <a:cubicBezTo>
                    <a:pt x="3640" y="24596"/>
                    <a:pt x="3677" y="24770"/>
                    <a:pt x="3617" y="24972"/>
                  </a:cubicBezTo>
                  <a:cubicBezTo>
                    <a:pt x="3495" y="24997"/>
                    <a:pt x="4403" y="27737"/>
                    <a:pt x="4574" y="27883"/>
                  </a:cubicBezTo>
                  <a:lnTo>
                    <a:pt x="4517" y="27899"/>
                  </a:lnTo>
                  <a:cubicBezTo>
                    <a:pt x="4460" y="27915"/>
                    <a:pt x="4501" y="28102"/>
                    <a:pt x="4752" y="28832"/>
                  </a:cubicBezTo>
                  <a:lnTo>
                    <a:pt x="4947" y="29375"/>
                  </a:lnTo>
                  <a:cubicBezTo>
                    <a:pt x="4948" y="29374"/>
                    <a:pt x="4950" y="29374"/>
                    <a:pt x="4952" y="29374"/>
                  </a:cubicBezTo>
                  <a:cubicBezTo>
                    <a:pt x="5069" y="29374"/>
                    <a:pt x="5384" y="30445"/>
                    <a:pt x="5328" y="30461"/>
                  </a:cubicBezTo>
                  <a:cubicBezTo>
                    <a:pt x="5336" y="30664"/>
                    <a:pt x="5336" y="30664"/>
                    <a:pt x="5457" y="31021"/>
                  </a:cubicBezTo>
                  <a:cubicBezTo>
                    <a:pt x="5620" y="31313"/>
                    <a:pt x="5757" y="31613"/>
                    <a:pt x="5855" y="31929"/>
                  </a:cubicBezTo>
                  <a:cubicBezTo>
                    <a:pt x="5952" y="32221"/>
                    <a:pt x="6017" y="32456"/>
                    <a:pt x="5993" y="32464"/>
                  </a:cubicBezTo>
                  <a:lnTo>
                    <a:pt x="6130" y="32821"/>
                  </a:lnTo>
                  <a:cubicBezTo>
                    <a:pt x="6260" y="32983"/>
                    <a:pt x="6398" y="33340"/>
                    <a:pt x="6471" y="33518"/>
                  </a:cubicBezTo>
                  <a:cubicBezTo>
                    <a:pt x="6625" y="33910"/>
                    <a:pt x="6706" y="34107"/>
                    <a:pt x="6731" y="34107"/>
                  </a:cubicBezTo>
                  <a:cubicBezTo>
                    <a:pt x="6741" y="34107"/>
                    <a:pt x="6743" y="34081"/>
                    <a:pt x="6738" y="34029"/>
                  </a:cubicBezTo>
                  <a:cubicBezTo>
                    <a:pt x="6757" y="34021"/>
                    <a:pt x="6775" y="34014"/>
                    <a:pt x="6794" y="34014"/>
                  </a:cubicBezTo>
                  <a:cubicBezTo>
                    <a:pt x="6833" y="34014"/>
                    <a:pt x="6875" y="34045"/>
                    <a:pt x="6925" y="34167"/>
                  </a:cubicBezTo>
                  <a:lnTo>
                    <a:pt x="6868" y="34183"/>
                  </a:lnTo>
                  <a:cubicBezTo>
                    <a:pt x="6811" y="34207"/>
                    <a:pt x="7022" y="34742"/>
                    <a:pt x="7314" y="35448"/>
                  </a:cubicBezTo>
                  <a:cubicBezTo>
                    <a:pt x="7703" y="36331"/>
                    <a:pt x="7857" y="36680"/>
                    <a:pt x="7882" y="36874"/>
                  </a:cubicBezTo>
                  <a:lnTo>
                    <a:pt x="8019" y="37029"/>
                  </a:lnTo>
                  <a:cubicBezTo>
                    <a:pt x="8149" y="37183"/>
                    <a:pt x="8230" y="37353"/>
                    <a:pt x="8174" y="37377"/>
                  </a:cubicBezTo>
                  <a:cubicBezTo>
                    <a:pt x="8198" y="37580"/>
                    <a:pt x="8506" y="38277"/>
                    <a:pt x="8717" y="38601"/>
                  </a:cubicBezTo>
                  <a:cubicBezTo>
                    <a:pt x="8798" y="38780"/>
                    <a:pt x="8887" y="38950"/>
                    <a:pt x="8887" y="38950"/>
                  </a:cubicBezTo>
                  <a:cubicBezTo>
                    <a:pt x="8863" y="39169"/>
                    <a:pt x="9122" y="39688"/>
                    <a:pt x="9317" y="39809"/>
                  </a:cubicBezTo>
                  <a:cubicBezTo>
                    <a:pt x="9260" y="39834"/>
                    <a:pt x="9341" y="40004"/>
                    <a:pt x="9430" y="40174"/>
                  </a:cubicBezTo>
                  <a:cubicBezTo>
                    <a:pt x="9657" y="40499"/>
                    <a:pt x="9998" y="41188"/>
                    <a:pt x="9941" y="41212"/>
                  </a:cubicBezTo>
                  <a:lnTo>
                    <a:pt x="10030" y="41382"/>
                  </a:lnTo>
                  <a:cubicBezTo>
                    <a:pt x="10160" y="41528"/>
                    <a:pt x="10257" y="41690"/>
                    <a:pt x="10338" y="41869"/>
                  </a:cubicBezTo>
                  <a:cubicBezTo>
                    <a:pt x="10419" y="42047"/>
                    <a:pt x="10533" y="42209"/>
                    <a:pt x="10663" y="42347"/>
                  </a:cubicBezTo>
                  <a:cubicBezTo>
                    <a:pt x="10760" y="42444"/>
                    <a:pt x="10841" y="42550"/>
                    <a:pt x="10906" y="42663"/>
                  </a:cubicBezTo>
                  <a:cubicBezTo>
                    <a:pt x="10935" y="42716"/>
                    <a:pt x="10939" y="42737"/>
                    <a:pt x="10927" y="42737"/>
                  </a:cubicBezTo>
                  <a:cubicBezTo>
                    <a:pt x="10901" y="42737"/>
                    <a:pt x="10802" y="42643"/>
                    <a:pt x="10703" y="42550"/>
                  </a:cubicBezTo>
                  <a:cubicBezTo>
                    <a:pt x="10652" y="42481"/>
                    <a:pt x="10625" y="42452"/>
                    <a:pt x="10618" y="42452"/>
                  </a:cubicBezTo>
                  <a:cubicBezTo>
                    <a:pt x="10592" y="42452"/>
                    <a:pt x="10826" y="42841"/>
                    <a:pt x="11125" y="43190"/>
                  </a:cubicBezTo>
                  <a:cubicBezTo>
                    <a:pt x="11341" y="43443"/>
                    <a:pt x="11437" y="43553"/>
                    <a:pt x="11430" y="43553"/>
                  </a:cubicBezTo>
                  <a:cubicBezTo>
                    <a:pt x="11424" y="43553"/>
                    <a:pt x="11352" y="43483"/>
                    <a:pt x="11222" y="43361"/>
                  </a:cubicBezTo>
                  <a:cubicBezTo>
                    <a:pt x="11140" y="43283"/>
                    <a:pt x="11057" y="43203"/>
                    <a:pt x="11043" y="43203"/>
                  </a:cubicBezTo>
                  <a:cubicBezTo>
                    <a:pt x="11033" y="43203"/>
                    <a:pt x="11063" y="43251"/>
                    <a:pt x="11165" y="43385"/>
                  </a:cubicBezTo>
                  <a:cubicBezTo>
                    <a:pt x="11165" y="43385"/>
                    <a:pt x="11335" y="43695"/>
                    <a:pt x="11400" y="43695"/>
                  </a:cubicBezTo>
                  <a:cubicBezTo>
                    <a:pt x="11403" y="43695"/>
                    <a:pt x="11406" y="43695"/>
                    <a:pt x="11409" y="43693"/>
                  </a:cubicBezTo>
                  <a:lnTo>
                    <a:pt x="11684" y="44196"/>
                  </a:lnTo>
                  <a:cubicBezTo>
                    <a:pt x="11765" y="44439"/>
                    <a:pt x="11871" y="44674"/>
                    <a:pt x="12000" y="44901"/>
                  </a:cubicBezTo>
                  <a:cubicBezTo>
                    <a:pt x="12146" y="45039"/>
                    <a:pt x="12138" y="45039"/>
                    <a:pt x="12187" y="45234"/>
                  </a:cubicBezTo>
                  <a:cubicBezTo>
                    <a:pt x="12145" y="45261"/>
                    <a:pt x="12210" y="45383"/>
                    <a:pt x="12295" y="45383"/>
                  </a:cubicBezTo>
                  <a:cubicBezTo>
                    <a:pt x="12310" y="45383"/>
                    <a:pt x="12325" y="45380"/>
                    <a:pt x="12341" y="45371"/>
                  </a:cubicBezTo>
                  <a:cubicBezTo>
                    <a:pt x="12495" y="45501"/>
                    <a:pt x="12592" y="45671"/>
                    <a:pt x="12641" y="45858"/>
                  </a:cubicBezTo>
                  <a:cubicBezTo>
                    <a:pt x="12545" y="45917"/>
                    <a:pt x="12624" y="46057"/>
                    <a:pt x="12675" y="46057"/>
                  </a:cubicBezTo>
                  <a:cubicBezTo>
                    <a:pt x="12680" y="46057"/>
                    <a:pt x="12685" y="46055"/>
                    <a:pt x="12690" y="46052"/>
                  </a:cubicBezTo>
                  <a:cubicBezTo>
                    <a:pt x="12787" y="46142"/>
                    <a:pt x="12868" y="46239"/>
                    <a:pt x="12941" y="46352"/>
                  </a:cubicBezTo>
                  <a:cubicBezTo>
                    <a:pt x="12917" y="46369"/>
                    <a:pt x="13127" y="46742"/>
                    <a:pt x="13460" y="47301"/>
                  </a:cubicBezTo>
                  <a:lnTo>
                    <a:pt x="14027" y="48250"/>
                  </a:lnTo>
                  <a:lnTo>
                    <a:pt x="14733" y="49304"/>
                  </a:lnTo>
                  <a:cubicBezTo>
                    <a:pt x="14827" y="49449"/>
                    <a:pt x="14967" y="49568"/>
                    <a:pt x="15030" y="49568"/>
                  </a:cubicBezTo>
                  <a:cubicBezTo>
                    <a:pt x="15038" y="49568"/>
                    <a:pt x="15044" y="49566"/>
                    <a:pt x="15049" y="49563"/>
                  </a:cubicBezTo>
                  <a:cubicBezTo>
                    <a:pt x="15079" y="49543"/>
                    <a:pt x="15095" y="49532"/>
                    <a:pt x="15104" y="49532"/>
                  </a:cubicBezTo>
                  <a:cubicBezTo>
                    <a:pt x="15126" y="49532"/>
                    <a:pt x="15115" y="49588"/>
                    <a:pt x="15154" y="49717"/>
                  </a:cubicBezTo>
                  <a:cubicBezTo>
                    <a:pt x="15124" y="49910"/>
                    <a:pt x="15233" y="50133"/>
                    <a:pt x="15307" y="50133"/>
                  </a:cubicBezTo>
                  <a:cubicBezTo>
                    <a:pt x="15333" y="50133"/>
                    <a:pt x="15355" y="50106"/>
                    <a:pt x="15365" y="50041"/>
                  </a:cubicBezTo>
                  <a:cubicBezTo>
                    <a:pt x="15365" y="49943"/>
                    <a:pt x="15365" y="49887"/>
                    <a:pt x="15375" y="49887"/>
                  </a:cubicBezTo>
                  <a:cubicBezTo>
                    <a:pt x="15387" y="49887"/>
                    <a:pt x="15415" y="49980"/>
                    <a:pt x="15479" y="50195"/>
                  </a:cubicBezTo>
                  <a:cubicBezTo>
                    <a:pt x="15535" y="50390"/>
                    <a:pt x="15535" y="50390"/>
                    <a:pt x="15689" y="50520"/>
                  </a:cubicBezTo>
                  <a:cubicBezTo>
                    <a:pt x="15695" y="50515"/>
                    <a:pt x="15701" y="50513"/>
                    <a:pt x="15707" y="50513"/>
                  </a:cubicBezTo>
                  <a:cubicBezTo>
                    <a:pt x="15759" y="50513"/>
                    <a:pt x="15838" y="50645"/>
                    <a:pt x="15795" y="50674"/>
                  </a:cubicBezTo>
                  <a:cubicBezTo>
                    <a:pt x="15847" y="50854"/>
                    <a:pt x="15900" y="51034"/>
                    <a:pt x="15946" y="51034"/>
                  </a:cubicBezTo>
                  <a:cubicBezTo>
                    <a:pt x="15950" y="51034"/>
                    <a:pt x="15953" y="51033"/>
                    <a:pt x="15957" y="51031"/>
                  </a:cubicBezTo>
                  <a:cubicBezTo>
                    <a:pt x="16030" y="51136"/>
                    <a:pt x="16087" y="51249"/>
                    <a:pt x="16127" y="51371"/>
                  </a:cubicBezTo>
                  <a:cubicBezTo>
                    <a:pt x="16192" y="51566"/>
                    <a:pt x="16362" y="51687"/>
                    <a:pt x="16525" y="51801"/>
                  </a:cubicBezTo>
                  <a:cubicBezTo>
                    <a:pt x="16887" y="52130"/>
                    <a:pt x="17027" y="52292"/>
                    <a:pt x="16945" y="52292"/>
                  </a:cubicBezTo>
                  <a:cubicBezTo>
                    <a:pt x="16928" y="52292"/>
                    <a:pt x="16901" y="52285"/>
                    <a:pt x="16865" y="52271"/>
                  </a:cubicBezTo>
                  <a:cubicBezTo>
                    <a:pt x="16853" y="52266"/>
                    <a:pt x="16844" y="52264"/>
                    <a:pt x="16837" y="52264"/>
                  </a:cubicBezTo>
                  <a:cubicBezTo>
                    <a:pt x="16723" y="52264"/>
                    <a:pt x="17282" y="52925"/>
                    <a:pt x="17481" y="53009"/>
                  </a:cubicBezTo>
                  <a:cubicBezTo>
                    <a:pt x="17692" y="53090"/>
                    <a:pt x="17692" y="53090"/>
                    <a:pt x="17643" y="53122"/>
                  </a:cubicBezTo>
                  <a:cubicBezTo>
                    <a:pt x="17595" y="53163"/>
                    <a:pt x="17708" y="53317"/>
                    <a:pt x="17708" y="53317"/>
                  </a:cubicBezTo>
                  <a:cubicBezTo>
                    <a:pt x="17822" y="53471"/>
                    <a:pt x="17935" y="53625"/>
                    <a:pt x="17887" y="53657"/>
                  </a:cubicBezTo>
                  <a:cubicBezTo>
                    <a:pt x="18008" y="53812"/>
                    <a:pt x="18138" y="53957"/>
                    <a:pt x="18284" y="54087"/>
                  </a:cubicBezTo>
                  <a:cubicBezTo>
                    <a:pt x="18624" y="54314"/>
                    <a:pt x="18941" y="54793"/>
                    <a:pt x="18973" y="55011"/>
                  </a:cubicBezTo>
                  <a:lnTo>
                    <a:pt x="19265" y="55271"/>
                  </a:lnTo>
                  <a:cubicBezTo>
                    <a:pt x="19476" y="55352"/>
                    <a:pt x="19646" y="55457"/>
                    <a:pt x="19557" y="55530"/>
                  </a:cubicBezTo>
                  <a:lnTo>
                    <a:pt x="19508" y="55571"/>
                  </a:lnTo>
                  <a:cubicBezTo>
                    <a:pt x="19719" y="55644"/>
                    <a:pt x="20165" y="56276"/>
                    <a:pt x="20076" y="56349"/>
                  </a:cubicBezTo>
                  <a:cubicBezTo>
                    <a:pt x="20027" y="56390"/>
                    <a:pt x="20027" y="56390"/>
                    <a:pt x="20149" y="56544"/>
                  </a:cubicBezTo>
                  <a:lnTo>
                    <a:pt x="20197" y="56503"/>
                  </a:lnTo>
                  <a:cubicBezTo>
                    <a:pt x="20215" y="56485"/>
                    <a:pt x="20235" y="56469"/>
                    <a:pt x="20262" y="56469"/>
                  </a:cubicBezTo>
                  <a:cubicBezTo>
                    <a:pt x="20295" y="56469"/>
                    <a:pt x="20340" y="56495"/>
                    <a:pt x="20408" y="56576"/>
                  </a:cubicBezTo>
                  <a:cubicBezTo>
                    <a:pt x="20546" y="56714"/>
                    <a:pt x="20676" y="56852"/>
                    <a:pt x="20627" y="56892"/>
                  </a:cubicBezTo>
                  <a:cubicBezTo>
                    <a:pt x="20701" y="57054"/>
                    <a:pt x="20781" y="57222"/>
                    <a:pt x="20831" y="57222"/>
                  </a:cubicBezTo>
                  <a:cubicBezTo>
                    <a:pt x="20836" y="57222"/>
                    <a:pt x="20841" y="57221"/>
                    <a:pt x="20846" y="57217"/>
                  </a:cubicBezTo>
                  <a:cubicBezTo>
                    <a:pt x="20927" y="57314"/>
                    <a:pt x="21000" y="57419"/>
                    <a:pt x="21057" y="57541"/>
                  </a:cubicBezTo>
                  <a:cubicBezTo>
                    <a:pt x="21186" y="57679"/>
                    <a:pt x="21324" y="57817"/>
                    <a:pt x="21584" y="58101"/>
                  </a:cubicBezTo>
                  <a:cubicBezTo>
                    <a:pt x="21762" y="58206"/>
                    <a:pt x="22022" y="58490"/>
                    <a:pt x="21981" y="58530"/>
                  </a:cubicBezTo>
                  <a:cubicBezTo>
                    <a:pt x="22111" y="58676"/>
                    <a:pt x="22257" y="58798"/>
                    <a:pt x="22411" y="58911"/>
                  </a:cubicBezTo>
                  <a:cubicBezTo>
                    <a:pt x="22678" y="59195"/>
                    <a:pt x="22824" y="59317"/>
                    <a:pt x="22784" y="59365"/>
                  </a:cubicBezTo>
                  <a:cubicBezTo>
                    <a:pt x="22735" y="59406"/>
                    <a:pt x="22735" y="59406"/>
                    <a:pt x="22922" y="59495"/>
                  </a:cubicBezTo>
                  <a:cubicBezTo>
                    <a:pt x="22926" y="59490"/>
                    <a:pt x="22933" y="59488"/>
                    <a:pt x="22940" y="59488"/>
                  </a:cubicBezTo>
                  <a:cubicBezTo>
                    <a:pt x="22996" y="59488"/>
                    <a:pt x="23117" y="59608"/>
                    <a:pt x="23238" y="59722"/>
                  </a:cubicBezTo>
                  <a:lnTo>
                    <a:pt x="23513" y="59990"/>
                  </a:lnTo>
                  <a:cubicBezTo>
                    <a:pt x="23531" y="59975"/>
                    <a:pt x="23542" y="59966"/>
                    <a:pt x="23556" y="59966"/>
                  </a:cubicBezTo>
                  <a:cubicBezTo>
                    <a:pt x="23580" y="59966"/>
                    <a:pt x="23611" y="59996"/>
                    <a:pt x="23700" y="60079"/>
                  </a:cubicBezTo>
                  <a:cubicBezTo>
                    <a:pt x="23838" y="60217"/>
                    <a:pt x="24211" y="60654"/>
                    <a:pt x="24349" y="60792"/>
                  </a:cubicBezTo>
                  <a:cubicBezTo>
                    <a:pt x="24603" y="61032"/>
                    <a:pt x="24704" y="61127"/>
                    <a:pt x="24723" y="61127"/>
                  </a:cubicBezTo>
                  <a:cubicBezTo>
                    <a:pt x="24735" y="61127"/>
                    <a:pt x="24711" y="61087"/>
                    <a:pt x="24673" y="61019"/>
                  </a:cubicBezTo>
                  <a:cubicBezTo>
                    <a:pt x="24607" y="60957"/>
                    <a:pt x="24581" y="60915"/>
                    <a:pt x="24593" y="60915"/>
                  </a:cubicBezTo>
                  <a:cubicBezTo>
                    <a:pt x="24608" y="60915"/>
                    <a:pt x="24681" y="60979"/>
                    <a:pt x="24811" y="61149"/>
                  </a:cubicBezTo>
                  <a:cubicBezTo>
                    <a:pt x="24940" y="61287"/>
                    <a:pt x="25346" y="61700"/>
                    <a:pt x="25784" y="62081"/>
                  </a:cubicBezTo>
                  <a:cubicBezTo>
                    <a:pt x="26229" y="62465"/>
                    <a:pt x="26334" y="62556"/>
                    <a:pt x="26378" y="62556"/>
                  </a:cubicBezTo>
                  <a:cubicBezTo>
                    <a:pt x="26391" y="62556"/>
                    <a:pt x="26398" y="62547"/>
                    <a:pt x="26408" y="62535"/>
                  </a:cubicBezTo>
                  <a:cubicBezTo>
                    <a:pt x="26384" y="62459"/>
                    <a:pt x="26389" y="62426"/>
                    <a:pt x="26407" y="62426"/>
                  </a:cubicBezTo>
                  <a:cubicBezTo>
                    <a:pt x="26439" y="62426"/>
                    <a:pt x="26513" y="62526"/>
                    <a:pt x="26554" y="62665"/>
                  </a:cubicBezTo>
                  <a:cubicBezTo>
                    <a:pt x="26736" y="62960"/>
                    <a:pt x="26870" y="63097"/>
                    <a:pt x="26929" y="63097"/>
                  </a:cubicBezTo>
                  <a:cubicBezTo>
                    <a:pt x="26938" y="63097"/>
                    <a:pt x="26946" y="63093"/>
                    <a:pt x="26951" y="63087"/>
                  </a:cubicBezTo>
                  <a:cubicBezTo>
                    <a:pt x="27073" y="63127"/>
                    <a:pt x="27186" y="63200"/>
                    <a:pt x="27284" y="63289"/>
                  </a:cubicBezTo>
                  <a:cubicBezTo>
                    <a:pt x="27243" y="63338"/>
                    <a:pt x="27389" y="63468"/>
                    <a:pt x="27729" y="63654"/>
                  </a:cubicBezTo>
                  <a:cubicBezTo>
                    <a:pt x="27884" y="63768"/>
                    <a:pt x="27884" y="63768"/>
                    <a:pt x="27843" y="63816"/>
                  </a:cubicBezTo>
                  <a:lnTo>
                    <a:pt x="28151" y="64052"/>
                  </a:lnTo>
                  <a:cubicBezTo>
                    <a:pt x="28532" y="64189"/>
                    <a:pt x="29408" y="64943"/>
                    <a:pt x="29529" y="65106"/>
                  </a:cubicBezTo>
                  <a:cubicBezTo>
                    <a:pt x="29635" y="65187"/>
                    <a:pt x="29748" y="65252"/>
                    <a:pt x="29870" y="65292"/>
                  </a:cubicBezTo>
                  <a:cubicBezTo>
                    <a:pt x="30089" y="65324"/>
                    <a:pt x="30251" y="65430"/>
                    <a:pt x="30178" y="65519"/>
                  </a:cubicBezTo>
                  <a:cubicBezTo>
                    <a:pt x="30105" y="65616"/>
                    <a:pt x="30105" y="65616"/>
                    <a:pt x="30340" y="65633"/>
                  </a:cubicBezTo>
                  <a:cubicBezTo>
                    <a:pt x="30533" y="65689"/>
                    <a:pt x="31318" y="66225"/>
                    <a:pt x="31107" y="66225"/>
                  </a:cubicBezTo>
                  <a:cubicBezTo>
                    <a:pt x="31106" y="66225"/>
                    <a:pt x="31104" y="66225"/>
                    <a:pt x="31102" y="66224"/>
                  </a:cubicBezTo>
                  <a:lnTo>
                    <a:pt x="31029" y="66322"/>
                  </a:lnTo>
                  <a:cubicBezTo>
                    <a:pt x="31151" y="66362"/>
                    <a:pt x="31273" y="66419"/>
                    <a:pt x="31378" y="66492"/>
                  </a:cubicBezTo>
                  <a:cubicBezTo>
                    <a:pt x="31384" y="66485"/>
                    <a:pt x="31393" y="66481"/>
                    <a:pt x="31405" y="66481"/>
                  </a:cubicBezTo>
                  <a:cubicBezTo>
                    <a:pt x="31473" y="66481"/>
                    <a:pt x="31646" y="66598"/>
                    <a:pt x="32051" y="66873"/>
                  </a:cubicBezTo>
                  <a:cubicBezTo>
                    <a:pt x="32213" y="66987"/>
                    <a:pt x="32456" y="67141"/>
                    <a:pt x="32708" y="67287"/>
                  </a:cubicBezTo>
                  <a:cubicBezTo>
                    <a:pt x="32959" y="67424"/>
                    <a:pt x="33218" y="67562"/>
                    <a:pt x="33381" y="67668"/>
                  </a:cubicBezTo>
                  <a:cubicBezTo>
                    <a:pt x="33705" y="67862"/>
                    <a:pt x="34199" y="68162"/>
                    <a:pt x="34337" y="68316"/>
                  </a:cubicBezTo>
                  <a:cubicBezTo>
                    <a:pt x="34556" y="68454"/>
                    <a:pt x="34783" y="68568"/>
                    <a:pt x="35026" y="68665"/>
                  </a:cubicBezTo>
                  <a:cubicBezTo>
                    <a:pt x="35221" y="68714"/>
                    <a:pt x="35553" y="68916"/>
                    <a:pt x="35521" y="68965"/>
                  </a:cubicBezTo>
                  <a:cubicBezTo>
                    <a:pt x="35570" y="68997"/>
                    <a:pt x="35626" y="69030"/>
                    <a:pt x="35683" y="69054"/>
                  </a:cubicBezTo>
                  <a:cubicBezTo>
                    <a:pt x="35870" y="69119"/>
                    <a:pt x="36048" y="69192"/>
                    <a:pt x="36226" y="69281"/>
                  </a:cubicBezTo>
                  <a:cubicBezTo>
                    <a:pt x="36194" y="69330"/>
                    <a:pt x="36332" y="69476"/>
                    <a:pt x="36534" y="69508"/>
                  </a:cubicBezTo>
                  <a:cubicBezTo>
                    <a:pt x="36540" y="69499"/>
                    <a:pt x="36551" y="69495"/>
                    <a:pt x="36566" y="69495"/>
                  </a:cubicBezTo>
                  <a:cubicBezTo>
                    <a:pt x="36634" y="69495"/>
                    <a:pt x="36799" y="69582"/>
                    <a:pt x="37078" y="69735"/>
                  </a:cubicBezTo>
                  <a:cubicBezTo>
                    <a:pt x="37151" y="69792"/>
                    <a:pt x="37556" y="70019"/>
                    <a:pt x="38132" y="70335"/>
                  </a:cubicBezTo>
                  <a:cubicBezTo>
                    <a:pt x="38691" y="70659"/>
                    <a:pt x="39461" y="70984"/>
                    <a:pt x="40191" y="71340"/>
                  </a:cubicBezTo>
                  <a:lnTo>
                    <a:pt x="41278" y="71843"/>
                  </a:lnTo>
                  <a:cubicBezTo>
                    <a:pt x="41618" y="72005"/>
                    <a:pt x="41959" y="72119"/>
                    <a:pt x="42234" y="72232"/>
                  </a:cubicBezTo>
                  <a:lnTo>
                    <a:pt x="42915" y="72492"/>
                  </a:lnTo>
                  <a:cubicBezTo>
                    <a:pt x="42996" y="72524"/>
                    <a:pt x="43086" y="72557"/>
                    <a:pt x="43175" y="72573"/>
                  </a:cubicBezTo>
                  <a:lnTo>
                    <a:pt x="43710" y="72792"/>
                  </a:lnTo>
                  <a:lnTo>
                    <a:pt x="44245" y="73003"/>
                  </a:lnTo>
                  <a:cubicBezTo>
                    <a:pt x="44196" y="73132"/>
                    <a:pt x="45129" y="73392"/>
                    <a:pt x="45696" y="73521"/>
                  </a:cubicBezTo>
                  <a:cubicBezTo>
                    <a:pt x="45891" y="73530"/>
                    <a:pt x="46077" y="73578"/>
                    <a:pt x="46264" y="73651"/>
                  </a:cubicBezTo>
                  <a:cubicBezTo>
                    <a:pt x="46223" y="73765"/>
                    <a:pt x="46766" y="73951"/>
                    <a:pt x="47156" y="74016"/>
                  </a:cubicBezTo>
                  <a:cubicBezTo>
                    <a:pt x="47209" y="74004"/>
                    <a:pt x="47260" y="73998"/>
                    <a:pt x="47307" y="73998"/>
                  </a:cubicBezTo>
                  <a:cubicBezTo>
                    <a:pt x="47449" y="73998"/>
                    <a:pt x="47545" y="74052"/>
                    <a:pt x="47521" y="74138"/>
                  </a:cubicBezTo>
                  <a:cubicBezTo>
                    <a:pt x="47489" y="74234"/>
                    <a:pt x="47709" y="74320"/>
                    <a:pt x="48015" y="74320"/>
                  </a:cubicBezTo>
                  <a:cubicBezTo>
                    <a:pt x="48096" y="74320"/>
                    <a:pt x="48184" y="74313"/>
                    <a:pt x="48275" y="74300"/>
                  </a:cubicBezTo>
                  <a:cubicBezTo>
                    <a:pt x="48317" y="74298"/>
                    <a:pt x="48351" y="74297"/>
                    <a:pt x="48379" y="74297"/>
                  </a:cubicBezTo>
                  <a:cubicBezTo>
                    <a:pt x="48485" y="74297"/>
                    <a:pt x="48513" y="74316"/>
                    <a:pt x="48647" y="74405"/>
                  </a:cubicBezTo>
                  <a:cubicBezTo>
                    <a:pt x="48757" y="74526"/>
                    <a:pt x="48888" y="74589"/>
                    <a:pt x="48955" y="74589"/>
                  </a:cubicBezTo>
                  <a:cubicBezTo>
                    <a:pt x="48977" y="74589"/>
                    <a:pt x="48992" y="74582"/>
                    <a:pt x="48996" y="74567"/>
                  </a:cubicBezTo>
                  <a:cubicBezTo>
                    <a:pt x="49052" y="74547"/>
                    <a:pt x="49109" y="74538"/>
                    <a:pt x="49166" y="74538"/>
                  </a:cubicBezTo>
                  <a:cubicBezTo>
                    <a:pt x="49313" y="74538"/>
                    <a:pt x="49456" y="74604"/>
                    <a:pt x="49556" y="74721"/>
                  </a:cubicBezTo>
                  <a:cubicBezTo>
                    <a:pt x="49771" y="74863"/>
                    <a:pt x="49847" y="74913"/>
                    <a:pt x="49933" y="74913"/>
                  </a:cubicBezTo>
                  <a:cubicBezTo>
                    <a:pt x="49980" y="74913"/>
                    <a:pt x="50030" y="74898"/>
                    <a:pt x="50107" y="74875"/>
                  </a:cubicBezTo>
                  <a:cubicBezTo>
                    <a:pt x="50133" y="74869"/>
                    <a:pt x="50166" y="74866"/>
                    <a:pt x="50204" y="74866"/>
                  </a:cubicBezTo>
                  <a:cubicBezTo>
                    <a:pt x="50492" y="74866"/>
                    <a:pt x="51083" y="75039"/>
                    <a:pt x="51226" y="75167"/>
                  </a:cubicBezTo>
                  <a:cubicBezTo>
                    <a:pt x="51372" y="75199"/>
                    <a:pt x="51513" y="75266"/>
                    <a:pt x="51571" y="75266"/>
                  </a:cubicBezTo>
                  <a:cubicBezTo>
                    <a:pt x="51587" y="75266"/>
                    <a:pt x="51597" y="75261"/>
                    <a:pt x="51599" y="75248"/>
                  </a:cubicBezTo>
                  <a:lnTo>
                    <a:pt x="51777" y="75354"/>
                  </a:lnTo>
                  <a:lnTo>
                    <a:pt x="52150" y="75435"/>
                  </a:lnTo>
                  <a:lnTo>
                    <a:pt x="52166" y="75378"/>
                  </a:lnTo>
                  <a:lnTo>
                    <a:pt x="53050" y="75605"/>
                  </a:lnTo>
                  <a:cubicBezTo>
                    <a:pt x="53626" y="75759"/>
                    <a:pt x="54209" y="75889"/>
                    <a:pt x="54793" y="75978"/>
                  </a:cubicBezTo>
                  <a:cubicBezTo>
                    <a:pt x="56336" y="76229"/>
                    <a:pt x="56948" y="76330"/>
                    <a:pt x="57092" y="76330"/>
                  </a:cubicBezTo>
                  <a:cubicBezTo>
                    <a:pt x="57143" y="76330"/>
                    <a:pt x="57134" y="76318"/>
                    <a:pt x="57088" y="76294"/>
                  </a:cubicBezTo>
                  <a:cubicBezTo>
                    <a:pt x="57020" y="76233"/>
                    <a:pt x="57040" y="76207"/>
                    <a:pt x="57099" y="76207"/>
                  </a:cubicBezTo>
                  <a:cubicBezTo>
                    <a:pt x="57188" y="76207"/>
                    <a:pt x="57366" y="76265"/>
                    <a:pt x="57469" y="76343"/>
                  </a:cubicBezTo>
                  <a:cubicBezTo>
                    <a:pt x="57663" y="76359"/>
                    <a:pt x="58036" y="76465"/>
                    <a:pt x="58417" y="76505"/>
                  </a:cubicBezTo>
                  <a:cubicBezTo>
                    <a:pt x="58807" y="76546"/>
                    <a:pt x="59188" y="76586"/>
                    <a:pt x="59179" y="76643"/>
                  </a:cubicBezTo>
                  <a:lnTo>
                    <a:pt x="59374" y="76659"/>
                  </a:lnTo>
                  <a:cubicBezTo>
                    <a:pt x="59531" y="76644"/>
                    <a:pt x="59688" y="76636"/>
                    <a:pt x="59844" y="76636"/>
                  </a:cubicBezTo>
                  <a:cubicBezTo>
                    <a:pt x="60019" y="76636"/>
                    <a:pt x="60192" y="76646"/>
                    <a:pt x="60363" y="76667"/>
                  </a:cubicBezTo>
                  <a:cubicBezTo>
                    <a:pt x="60777" y="76700"/>
                    <a:pt x="61206" y="76724"/>
                    <a:pt x="61490" y="76773"/>
                  </a:cubicBezTo>
                  <a:cubicBezTo>
                    <a:pt x="61618" y="76782"/>
                    <a:pt x="61746" y="76787"/>
                    <a:pt x="61874" y="76787"/>
                  </a:cubicBezTo>
                  <a:cubicBezTo>
                    <a:pt x="62070" y="76787"/>
                    <a:pt x="62267" y="76776"/>
                    <a:pt x="62463" y="76756"/>
                  </a:cubicBezTo>
                  <a:cubicBezTo>
                    <a:pt x="62635" y="76738"/>
                    <a:pt x="62731" y="76728"/>
                    <a:pt x="62801" y="76728"/>
                  </a:cubicBezTo>
                  <a:cubicBezTo>
                    <a:pt x="62889" y="76728"/>
                    <a:pt x="62935" y="76744"/>
                    <a:pt x="63039" y="76781"/>
                  </a:cubicBezTo>
                  <a:cubicBezTo>
                    <a:pt x="63039" y="76822"/>
                    <a:pt x="63513" y="76881"/>
                    <a:pt x="63855" y="76881"/>
                  </a:cubicBezTo>
                  <a:cubicBezTo>
                    <a:pt x="64046" y="76881"/>
                    <a:pt x="64195" y="76863"/>
                    <a:pt x="64198" y="76813"/>
                  </a:cubicBezTo>
                  <a:lnTo>
                    <a:pt x="64385" y="76870"/>
                  </a:lnTo>
                  <a:cubicBezTo>
                    <a:pt x="64442" y="76889"/>
                    <a:pt x="64500" y="76897"/>
                    <a:pt x="64553" y="76897"/>
                  </a:cubicBezTo>
                  <a:cubicBezTo>
                    <a:pt x="64678" y="76897"/>
                    <a:pt x="64774" y="76853"/>
                    <a:pt x="64774" y="76813"/>
                  </a:cubicBezTo>
                  <a:cubicBezTo>
                    <a:pt x="64774" y="76757"/>
                    <a:pt x="64815" y="76727"/>
                    <a:pt x="64877" y="76727"/>
                  </a:cubicBezTo>
                  <a:cubicBezTo>
                    <a:pt x="64950" y="76727"/>
                    <a:pt x="65054" y="76770"/>
                    <a:pt x="65155" y="76862"/>
                  </a:cubicBezTo>
                  <a:cubicBezTo>
                    <a:pt x="65155" y="76932"/>
                    <a:pt x="65220" y="76962"/>
                    <a:pt x="65275" y="76962"/>
                  </a:cubicBezTo>
                  <a:cubicBezTo>
                    <a:pt x="65315" y="76962"/>
                    <a:pt x="65349" y="76946"/>
                    <a:pt x="65349" y="76919"/>
                  </a:cubicBezTo>
                  <a:cubicBezTo>
                    <a:pt x="65491" y="76877"/>
                    <a:pt x="65632" y="76832"/>
                    <a:pt x="65774" y="76832"/>
                  </a:cubicBezTo>
                  <a:cubicBezTo>
                    <a:pt x="65827" y="76832"/>
                    <a:pt x="65880" y="76838"/>
                    <a:pt x="65933" y="76854"/>
                  </a:cubicBezTo>
                  <a:cubicBezTo>
                    <a:pt x="66120" y="76854"/>
                    <a:pt x="66314" y="76854"/>
                    <a:pt x="66314" y="76732"/>
                  </a:cubicBezTo>
                  <a:cubicBezTo>
                    <a:pt x="66314" y="76675"/>
                    <a:pt x="66509" y="76667"/>
                    <a:pt x="66695" y="76667"/>
                  </a:cubicBezTo>
                  <a:cubicBezTo>
                    <a:pt x="66703" y="76724"/>
                    <a:pt x="66703" y="76724"/>
                    <a:pt x="66513" y="76787"/>
                  </a:cubicBezTo>
                  <a:lnTo>
                    <a:pt x="66513" y="76787"/>
                  </a:lnTo>
                  <a:cubicBezTo>
                    <a:pt x="66591" y="76786"/>
                    <a:pt x="66723" y="76784"/>
                    <a:pt x="66890" y="76781"/>
                  </a:cubicBezTo>
                  <a:cubicBezTo>
                    <a:pt x="67085" y="76789"/>
                    <a:pt x="67474" y="76813"/>
                    <a:pt x="67474" y="76878"/>
                  </a:cubicBezTo>
                  <a:cubicBezTo>
                    <a:pt x="67542" y="76895"/>
                    <a:pt x="67611" y="76904"/>
                    <a:pt x="67662" y="76904"/>
                  </a:cubicBezTo>
                  <a:cubicBezTo>
                    <a:pt x="67757" y="76904"/>
                    <a:pt x="67794" y="76873"/>
                    <a:pt x="67668" y="76805"/>
                  </a:cubicBezTo>
                  <a:cubicBezTo>
                    <a:pt x="67660" y="76683"/>
                    <a:pt x="67660" y="76683"/>
                    <a:pt x="68049" y="76659"/>
                  </a:cubicBezTo>
                  <a:cubicBezTo>
                    <a:pt x="68133" y="76652"/>
                    <a:pt x="68218" y="76645"/>
                    <a:pt x="68286" y="76645"/>
                  </a:cubicBezTo>
                  <a:cubicBezTo>
                    <a:pt x="68371" y="76645"/>
                    <a:pt x="68430" y="76656"/>
                    <a:pt x="68430" y="76692"/>
                  </a:cubicBezTo>
                  <a:cubicBezTo>
                    <a:pt x="68435" y="76726"/>
                    <a:pt x="68437" y="76739"/>
                    <a:pt x="68522" y="76739"/>
                  </a:cubicBezTo>
                  <a:cubicBezTo>
                    <a:pt x="68578" y="76739"/>
                    <a:pt x="68669" y="76734"/>
                    <a:pt x="68820" y="76724"/>
                  </a:cubicBezTo>
                  <a:cubicBezTo>
                    <a:pt x="69395" y="76683"/>
                    <a:pt x="69963" y="76465"/>
                    <a:pt x="70149" y="76327"/>
                  </a:cubicBezTo>
                  <a:cubicBezTo>
                    <a:pt x="70141" y="76269"/>
                    <a:pt x="70137" y="76241"/>
                    <a:pt x="70162" y="76241"/>
                  </a:cubicBezTo>
                  <a:cubicBezTo>
                    <a:pt x="70186" y="76241"/>
                    <a:pt x="70236" y="76267"/>
                    <a:pt x="70336" y="76319"/>
                  </a:cubicBezTo>
                  <a:cubicBezTo>
                    <a:pt x="70339" y="76347"/>
                    <a:pt x="70377" y="76357"/>
                    <a:pt x="70434" y="76357"/>
                  </a:cubicBezTo>
                  <a:cubicBezTo>
                    <a:pt x="70508" y="76357"/>
                    <a:pt x="70615" y="76340"/>
                    <a:pt x="70725" y="76327"/>
                  </a:cubicBezTo>
                  <a:lnTo>
                    <a:pt x="70725" y="76327"/>
                  </a:lnTo>
                  <a:cubicBezTo>
                    <a:pt x="70725" y="76392"/>
                    <a:pt x="70538" y="76416"/>
                    <a:pt x="70344" y="76432"/>
                  </a:cubicBezTo>
                  <a:lnTo>
                    <a:pt x="70352" y="76497"/>
                  </a:lnTo>
                  <a:cubicBezTo>
                    <a:pt x="70427" y="76536"/>
                    <a:pt x="70508" y="76555"/>
                    <a:pt x="70588" y="76555"/>
                  </a:cubicBezTo>
                  <a:cubicBezTo>
                    <a:pt x="70710" y="76555"/>
                    <a:pt x="70830" y="76512"/>
                    <a:pt x="70928" y="76424"/>
                  </a:cubicBezTo>
                  <a:cubicBezTo>
                    <a:pt x="71037" y="76374"/>
                    <a:pt x="71079" y="76355"/>
                    <a:pt x="71142" y="76355"/>
                  </a:cubicBezTo>
                  <a:cubicBezTo>
                    <a:pt x="71182" y="76355"/>
                    <a:pt x="71230" y="76363"/>
                    <a:pt x="71309" y="76375"/>
                  </a:cubicBezTo>
                  <a:cubicBezTo>
                    <a:pt x="71428" y="76395"/>
                    <a:pt x="71546" y="76418"/>
                    <a:pt x="71619" y="76418"/>
                  </a:cubicBezTo>
                  <a:cubicBezTo>
                    <a:pt x="71665" y="76418"/>
                    <a:pt x="71693" y="76409"/>
                    <a:pt x="71690" y="76383"/>
                  </a:cubicBezTo>
                  <a:cubicBezTo>
                    <a:pt x="71797" y="76370"/>
                    <a:pt x="71904" y="76364"/>
                    <a:pt x="72011" y="76364"/>
                  </a:cubicBezTo>
                  <a:cubicBezTo>
                    <a:pt x="72099" y="76364"/>
                    <a:pt x="72186" y="76368"/>
                    <a:pt x="72274" y="76375"/>
                  </a:cubicBezTo>
                  <a:cubicBezTo>
                    <a:pt x="72655" y="76327"/>
                    <a:pt x="72849" y="76302"/>
                    <a:pt x="72841" y="76237"/>
                  </a:cubicBezTo>
                  <a:cubicBezTo>
                    <a:pt x="72833" y="76181"/>
                    <a:pt x="73028" y="76156"/>
                    <a:pt x="73214" y="76132"/>
                  </a:cubicBezTo>
                  <a:cubicBezTo>
                    <a:pt x="73409" y="76108"/>
                    <a:pt x="73595" y="76083"/>
                    <a:pt x="73587" y="76027"/>
                  </a:cubicBezTo>
                  <a:cubicBezTo>
                    <a:pt x="73587" y="75970"/>
                    <a:pt x="73765" y="75873"/>
                    <a:pt x="74138" y="75808"/>
                  </a:cubicBezTo>
                  <a:cubicBezTo>
                    <a:pt x="74347" y="75735"/>
                    <a:pt x="74439" y="75703"/>
                    <a:pt x="74514" y="75703"/>
                  </a:cubicBezTo>
                  <a:cubicBezTo>
                    <a:pt x="74574" y="75703"/>
                    <a:pt x="74624" y="75723"/>
                    <a:pt x="74714" y="75759"/>
                  </a:cubicBezTo>
                  <a:cubicBezTo>
                    <a:pt x="74717" y="75782"/>
                    <a:pt x="74750" y="75790"/>
                    <a:pt x="74800" y="75790"/>
                  </a:cubicBezTo>
                  <a:cubicBezTo>
                    <a:pt x="74875" y="75790"/>
                    <a:pt x="74991" y="75771"/>
                    <a:pt x="75103" y="75751"/>
                  </a:cubicBezTo>
                  <a:cubicBezTo>
                    <a:pt x="75187" y="75735"/>
                    <a:pt x="75271" y="75726"/>
                    <a:pt x="75354" y="75726"/>
                  </a:cubicBezTo>
                  <a:cubicBezTo>
                    <a:pt x="75400" y="75726"/>
                    <a:pt x="75446" y="75729"/>
                    <a:pt x="75492" y="75735"/>
                  </a:cubicBezTo>
                  <a:cubicBezTo>
                    <a:pt x="75525" y="75739"/>
                    <a:pt x="75553" y="75741"/>
                    <a:pt x="75575" y="75741"/>
                  </a:cubicBezTo>
                  <a:cubicBezTo>
                    <a:pt x="75690" y="75741"/>
                    <a:pt x="75677" y="75693"/>
                    <a:pt x="75671" y="75646"/>
                  </a:cubicBezTo>
                  <a:lnTo>
                    <a:pt x="75654" y="75524"/>
                  </a:lnTo>
                  <a:cubicBezTo>
                    <a:pt x="75684" y="75519"/>
                    <a:pt x="75714" y="75517"/>
                    <a:pt x="75744" y="75517"/>
                  </a:cubicBezTo>
                  <a:cubicBezTo>
                    <a:pt x="75902" y="75517"/>
                    <a:pt x="76053" y="75582"/>
                    <a:pt x="76060" y="75629"/>
                  </a:cubicBezTo>
                  <a:cubicBezTo>
                    <a:pt x="76156" y="75667"/>
                    <a:pt x="76209" y="75687"/>
                    <a:pt x="76235" y="75687"/>
                  </a:cubicBezTo>
                  <a:cubicBezTo>
                    <a:pt x="76266" y="75687"/>
                    <a:pt x="76260" y="75658"/>
                    <a:pt x="76246" y="75597"/>
                  </a:cubicBezTo>
                  <a:cubicBezTo>
                    <a:pt x="76238" y="75540"/>
                    <a:pt x="76417" y="75443"/>
                    <a:pt x="76806" y="75435"/>
                  </a:cubicBezTo>
                  <a:cubicBezTo>
                    <a:pt x="77094" y="75366"/>
                    <a:pt x="77382" y="75292"/>
                    <a:pt x="77506" y="75292"/>
                  </a:cubicBezTo>
                  <a:cubicBezTo>
                    <a:pt x="77542" y="75292"/>
                    <a:pt x="77564" y="75298"/>
                    <a:pt x="77568" y="75313"/>
                  </a:cubicBezTo>
                  <a:cubicBezTo>
                    <a:pt x="77698" y="75313"/>
                    <a:pt x="77827" y="75289"/>
                    <a:pt x="77941" y="75224"/>
                  </a:cubicBezTo>
                  <a:cubicBezTo>
                    <a:pt x="78111" y="75119"/>
                    <a:pt x="78298" y="75070"/>
                    <a:pt x="78873" y="74997"/>
                  </a:cubicBezTo>
                  <a:cubicBezTo>
                    <a:pt x="79838" y="74884"/>
                    <a:pt x="79838" y="74884"/>
                    <a:pt x="79814" y="74762"/>
                  </a:cubicBezTo>
                  <a:cubicBezTo>
                    <a:pt x="79803" y="74724"/>
                    <a:pt x="79792" y="74687"/>
                    <a:pt x="79850" y="74687"/>
                  </a:cubicBezTo>
                  <a:cubicBezTo>
                    <a:pt x="79879" y="74687"/>
                    <a:pt x="79926" y="74697"/>
                    <a:pt x="80000" y="74721"/>
                  </a:cubicBezTo>
                  <a:cubicBezTo>
                    <a:pt x="80007" y="74722"/>
                    <a:pt x="80013" y="74722"/>
                    <a:pt x="80019" y="74722"/>
                  </a:cubicBezTo>
                  <a:cubicBezTo>
                    <a:pt x="80213" y="74722"/>
                    <a:pt x="80376" y="74603"/>
                    <a:pt x="80722" y="74446"/>
                  </a:cubicBezTo>
                  <a:cubicBezTo>
                    <a:pt x="80892" y="74332"/>
                    <a:pt x="80860" y="74219"/>
                    <a:pt x="80843" y="74154"/>
                  </a:cubicBezTo>
                  <a:cubicBezTo>
                    <a:pt x="80811" y="74040"/>
                    <a:pt x="80811" y="74040"/>
                    <a:pt x="81192" y="73992"/>
                  </a:cubicBezTo>
                  <a:cubicBezTo>
                    <a:pt x="81285" y="73963"/>
                    <a:pt x="81383" y="73949"/>
                    <a:pt x="81459" y="73949"/>
                  </a:cubicBezTo>
                  <a:cubicBezTo>
                    <a:pt x="81535" y="73949"/>
                    <a:pt x="81589" y="73963"/>
                    <a:pt x="81597" y="73992"/>
                  </a:cubicBezTo>
                  <a:cubicBezTo>
                    <a:pt x="81614" y="74048"/>
                    <a:pt x="81427" y="74105"/>
                    <a:pt x="81427" y="74105"/>
                  </a:cubicBezTo>
                  <a:lnTo>
                    <a:pt x="81241" y="74162"/>
                  </a:lnTo>
                  <a:cubicBezTo>
                    <a:pt x="81250" y="74195"/>
                    <a:pt x="81260" y="74229"/>
                    <a:pt x="81342" y="74229"/>
                  </a:cubicBezTo>
                  <a:cubicBezTo>
                    <a:pt x="81398" y="74229"/>
                    <a:pt x="81489" y="74213"/>
                    <a:pt x="81638" y="74170"/>
                  </a:cubicBezTo>
                  <a:cubicBezTo>
                    <a:pt x="81841" y="74170"/>
                    <a:pt x="82027" y="74113"/>
                    <a:pt x="82011" y="74057"/>
                  </a:cubicBezTo>
                  <a:cubicBezTo>
                    <a:pt x="82214" y="74057"/>
                    <a:pt x="82578" y="73943"/>
                    <a:pt x="82951" y="73829"/>
                  </a:cubicBezTo>
                  <a:cubicBezTo>
                    <a:pt x="83324" y="73732"/>
                    <a:pt x="83860" y="73513"/>
                    <a:pt x="84054" y="73513"/>
                  </a:cubicBezTo>
                  <a:cubicBezTo>
                    <a:pt x="84419" y="73384"/>
                    <a:pt x="84597" y="73319"/>
                    <a:pt x="84581" y="73262"/>
                  </a:cubicBezTo>
                  <a:cubicBezTo>
                    <a:pt x="84550" y="73175"/>
                    <a:pt x="84651" y="73113"/>
                    <a:pt x="84708" y="73113"/>
                  </a:cubicBezTo>
                  <a:cubicBezTo>
                    <a:pt x="84726" y="73113"/>
                    <a:pt x="84739" y="73119"/>
                    <a:pt x="84743" y="73132"/>
                  </a:cubicBezTo>
                  <a:cubicBezTo>
                    <a:pt x="84750" y="73134"/>
                    <a:pt x="84759" y="73134"/>
                    <a:pt x="84769" y="73134"/>
                  </a:cubicBezTo>
                  <a:cubicBezTo>
                    <a:pt x="84934" y="73134"/>
                    <a:pt x="85543" y="72958"/>
                    <a:pt x="86138" y="72759"/>
                  </a:cubicBezTo>
                  <a:cubicBezTo>
                    <a:pt x="86778" y="72532"/>
                    <a:pt x="87386" y="72232"/>
                    <a:pt x="87451" y="72143"/>
                  </a:cubicBezTo>
                  <a:lnTo>
                    <a:pt x="87808" y="71997"/>
                  </a:lnTo>
                  <a:cubicBezTo>
                    <a:pt x="88189" y="71900"/>
                    <a:pt x="89251" y="71446"/>
                    <a:pt x="89405" y="71316"/>
                  </a:cubicBezTo>
                  <a:lnTo>
                    <a:pt x="89924" y="71057"/>
                  </a:lnTo>
                  <a:cubicBezTo>
                    <a:pt x="90289" y="70943"/>
                    <a:pt x="90467" y="70862"/>
                    <a:pt x="90613" y="70724"/>
                  </a:cubicBezTo>
                  <a:cubicBezTo>
                    <a:pt x="90723" y="70615"/>
                    <a:pt x="90736" y="70560"/>
                    <a:pt x="90747" y="70560"/>
                  </a:cubicBezTo>
                  <a:cubicBezTo>
                    <a:pt x="90750" y="70560"/>
                    <a:pt x="90753" y="70566"/>
                    <a:pt x="90759" y="70578"/>
                  </a:cubicBezTo>
                  <a:cubicBezTo>
                    <a:pt x="90762" y="70586"/>
                    <a:pt x="90771" y="70589"/>
                    <a:pt x="90784" y="70589"/>
                  </a:cubicBezTo>
                  <a:cubicBezTo>
                    <a:pt x="90878" y="70589"/>
                    <a:pt x="91220" y="70422"/>
                    <a:pt x="91821" y="70124"/>
                  </a:cubicBezTo>
                  <a:cubicBezTo>
                    <a:pt x="92356" y="69869"/>
                    <a:pt x="92476" y="69800"/>
                    <a:pt x="92415" y="69800"/>
                  </a:cubicBezTo>
                  <a:cubicBezTo>
                    <a:pt x="92396" y="69800"/>
                    <a:pt x="92361" y="69807"/>
                    <a:pt x="92316" y="69816"/>
                  </a:cubicBezTo>
                  <a:cubicBezTo>
                    <a:pt x="92745" y="69528"/>
                    <a:pt x="92901" y="69459"/>
                    <a:pt x="92965" y="69459"/>
                  </a:cubicBezTo>
                  <a:cubicBezTo>
                    <a:pt x="92996" y="69459"/>
                    <a:pt x="93005" y="69476"/>
                    <a:pt x="93013" y="69492"/>
                  </a:cubicBezTo>
                  <a:cubicBezTo>
                    <a:pt x="92979" y="69552"/>
                    <a:pt x="92986" y="69578"/>
                    <a:pt x="93014" y="69578"/>
                  </a:cubicBezTo>
                  <a:cubicBezTo>
                    <a:pt x="93079" y="69578"/>
                    <a:pt x="93264" y="69433"/>
                    <a:pt x="93321" y="69257"/>
                  </a:cubicBezTo>
                  <a:cubicBezTo>
                    <a:pt x="93422" y="69076"/>
                    <a:pt x="93697" y="68908"/>
                    <a:pt x="93779" y="68908"/>
                  </a:cubicBezTo>
                  <a:cubicBezTo>
                    <a:pt x="93789" y="68908"/>
                    <a:pt x="93796" y="68911"/>
                    <a:pt x="93800" y="68916"/>
                  </a:cubicBezTo>
                  <a:cubicBezTo>
                    <a:pt x="93824" y="68973"/>
                    <a:pt x="93662" y="69062"/>
                    <a:pt x="93492" y="69159"/>
                  </a:cubicBezTo>
                  <a:cubicBezTo>
                    <a:pt x="93492" y="69159"/>
                    <a:pt x="93516" y="69216"/>
                    <a:pt x="93548" y="69265"/>
                  </a:cubicBezTo>
                  <a:cubicBezTo>
                    <a:pt x="93662" y="69208"/>
                    <a:pt x="93767" y="69127"/>
                    <a:pt x="93856" y="69022"/>
                  </a:cubicBezTo>
                  <a:cubicBezTo>
                    <a:pt x="93970" y="68957"/>
                    <a:pt x="94067" y="68876"/>
                    <a:pt x="94164" y="68786"/>
                  </a:cubicBezTo>
                  <a:cubicBezTo>
                    <a:pt x="94273" y="68671"/>
                    <a:pt x="94276" y="68612"/>
                    <a:pt x="94176" y="68612"/>
                  </a:cubicBezTo>
                  <a:cubicBezTo>
                    <a:pt x="94150" y="68612"/>
                    <a:pt x="94116" y="68616"/>
                    <a:pt x="94075" y="68624"/>
                  </a:cubicBezTo>
                  <a:cubicBezTo>
                    <a:pt x="94042" y="68631"/>
                    <a:pt x="94020" y="68634"/>
                    <a:pt x="94006" y="68634"/>
                  </a:cubicBezTo>
                  <a:cubicBezTo>
                    <a:pt x="93938" y="68634"/>
                    <a:pt x="94078" y="68559"/>
                    <a:pt x="94213" y="68478"/>
                  </a:cubicBezTo>
                  <a:cubicBezTo>
                    <a:pt x="94358" y="68424"/>
                    <a:pt x="94450" y="68400"/>
                    <a:pt x="94500" y="68400"/>
                  </a:cubicBezTo>
                  <a:cubicBezTo>
                    <a:pt x="94576" y="68400"/>
                    <a:pt x="94552" y="68455"/>
                    <a:pt x="94464" y="68543"/>
                  </a:cubicBezTo>
                  <a:cubicBezTo>
                    <a:pt x="94302" y="68641"/>
                    <a:pt x="94327" y="68689"/>
                    <a:pt x="94359" y="68738"/>
                  </a:cubicBezTo>
                  <a:cubicBezTo>
                    <a:pt x="94360" y="68740"/>
                    <a:pt x="94362" y="68741"/>
                    <a:pt x="94366" y="68741"/>
                  </a:cubicBezTo>
                  <a:cubicBezTo>
                    <a:pt x="94448" y="68741"/>
                    <a:pt x="95182" y="68218"/>
                    <a:pt x="95275" y="68008"/>
                  </a:cubicBezTo>
                  <a:lnTo>
                    <a:pt x="95300" y="68065"/>
                  </a:lnTo>
                  <a:cubicBezTo>
                    <a:pt x="95303" y="68070"/>
                    <a:pt x="95309" y="68072"/>
                    <a:pt x="95318" y="68072"/>
                  </a:cubicBezTo>
                  <a:cubicBezTo>
                    <a:pt x="95398" y="68072"/>
                    <a:pt x="95689" y="67889"/>
                    <a:pt x="95981" y="67700"/>
                  </a:cubicBezTo>
                  <a:cubicBezTo>
                    <a:pt x="96305" y="67497"/>
                    <a:pt x="96467" y="67392"/>
                    <a:pt x="96435" y="67343"/>
                  </a:cubicBezTo>
                  <a:cubicBezTo>
                    <a:pt x="96410" y="67295"/>
                    <a:pt x="96378" y="67238"/>
                    <a:pt x="96540" y="67141"/>
                  </a:cubicBezTo>
                  <a:lnTo>
                    <a:pt x="96540" y="67141"/>
                  </a:lnTo>
                  <a:cubicBezTo>
                    <a:pt x="96471" y="67182"/>
                    <a:pt x="96426" y="67197"/>
                    <a:pt x="96394" y="67197"/>
                  </a:cubicBezTo>
                  <a:cubicBezTo>
                    <a:pt x="96350" y="67197"/>
                    <a:pt x="96332" y="67169"/>
                    <a:pt x="96313" y="67141"/>
                  </a:cubicBezTo>
                  <a:cubicBezTo>
                    <a:pt x="96491" y="67060"/>
                    <a:pt x="96678" y="66995"/>
                    <a:pt x="96864" y="66930"/>
                  </a:cubicBezTo>
                  <a:cubicBezTo>
                    <a:pt x="97245" y="66824"/>
                    <a:pt x="97618" y="66687"/>
                    <a:pt x="98243" y="66241"/>
                  </a:cubicBezTo>
                  <a:cubicBezTo>
                    <a:pt x="98559" y="66022"/>
                    <a:pt x="99029" y="65681"/>
                    <a:pt x="99224" y="65624"/>
                  </a:cubicBezTo>
                  <a:cubicBezTo>
                    <a:pt x="99532" y="65397"/>
                    <a:pt x="99694" y="65284"/>
                    <a:pt x="99653" y="65235"/>
                  </a:cubicBezTo>
                  <a:lnTo>
                    <a:pt x="99970" y="65016"/>
                  </a:lnTo>
                  <a:cubicBezTo>
                    <a:pt x="100164" y="64952"/>
                    <a:pt x="100472" y="64725"/>
                    <a:pt x="100440" y="64676"/>
                  </a:cubicBezTo>
                  <a:cubicBezTo>
                    <a:pt x="100561" y="64522"/>
                    <a:pt x="100748" y="64449"/>
                    <a:pt x="100902" y="64327"/>
                  </a:cubicBezTo>
                  <a:cubicBezTo>
                    <a:pt x="101267" y="64181"/>
                    <a:pt x="101267" y="64181"/>
                    <a:pt x="101016" y="64157"/>
                  </a:cubicBezTo>
                  <a:cubicBezTo>
                    <a:pt x="101011" y="64152"/>
                    <a:pt x="101003" y="64149"/>
                    <a:pt x="100993" y="64149"/>
                  </a:cubicBezTo>
                  <a:cubicBezTo>
                    <a:pt x="100906" y="64149"/>
                    <a:pt x="100626" y="64316"/>
                    <a:pt x="100489" y="64425"/>
                  </a:cubicBezTo>
                  <a:lnTo>
                    <a:pt x="100026" y="64757"/>
                  </a:lnTo>
                  <a:lnTo>
                    <a:pt x="100456" y="64376"/>
                  </a:lnTo>
                  <a:cubicBezTo>
                    <a:pt x="100610" y="64254"/>
                    <a:pt x="100870" y="63962"/>
                    <a:pt x="100837" y="63914"/>
                  </a:cubicBezTo>
                  <a:cubicBezTo>
                    <a:pt x="100837" y="63914"/>
                    <a:pt x="100797" y="63873"/>
                    <a:pt x="100951" y="63752"/>
                  </a:cubicBezTo>
                  <a:lnTo>
                    <a:pt x="101024" y="63849"/>
                  </a:lnTo>
                  <a:cubicBezTo>
                    <a:pt x="100910" y="64011"/>
                    <a:pt x="100943" y="64060"/>
                    <a:pt x="100975" y="64108"/>
                  </a:cubicBezTo>
                  <a:cubicBezTo>
                    <a:pt x="101194" y="64084"/>
                    <a:pt x="101688" y="63776"/>
                    <a:pt x="101616" y="63679"/>
                  </a:cubicBezTo>
                  <a:cubicBezTo>
                    <a:pt x="101713" y="63589"/>
                    <a:pt x="101826" y="63525"/>
                    <a:pt x="101948" y="63484"/>
                  </a:cubicBezTo>
                  <a:cubicBezTo>
                    <a:pt x="101954" y="63491"/>
                    <a:pt x="101962" y="63495"/>
                    <a:pt x="101972" y="63495"/>
                  </a:cubicBezTo>
                  <a:cubicBezTo>
                    <a:pt x="102030" y="63495"/>
                    <a:pt x="102146" y="63380"/>
                    <a:pt x="102215" y="63200"/>
                  </a:cubicBezTo>
                  <a:cubicBezTo>
                    <a:pt x="102272" y="62998"/>
                    <a:pt x="102451" y="62852"/>
                    <a:pt x="102661" y="62835"/>
                  </a:cubicBezTo>
                  <a:cubicBezTo>
                    <a:pt x="102888" y="62738"/>
                    <a:pt x="103099" y="62608"/>
                    <a:pt x="103286" y="62454"/>
                  </a:cubicBezTo>
                  <a:cubicBezTo>
                    <a:pt x="103472" y="62300"/>
                    <a:pt x="103602" y="62162"/>
                    <a:pt x="103586" y="62138"/>
                  </a:cubicBezTo>
                  <a:cubicBezTo>
                    <a:pt x="103505" y="62041"/>
                    <a:pt x="103934" y="61660"/>
                    <a:pt x="104121" y="61579"/>
                  </a:cubicBezTo>
                  <a:cubicBezTo>
                    <a:pt x="104299" y="61498"/>
                    <a:pt x="104445" y="61360"/>
                    <a:pt x="104551" y="61190"/>
                  </a:cubicBezTo>
                  <a:cubicBezTo>
                    <a:pt x="104556" y="61198"/>
                    <a:pt x="104568" y="61203"/>
                    <a:pt x="104582" y="61203"/>
                  </a:cubicBezTo>
                  <a:cubicBezTo>
                    <a:pt x="104649" y="61203"/>
                    <a:pt x="104789" y="61118"/>
                    <a:pt x="104875" y="60979"/>
                  </a:cubicBezTo>
                  <a:cubicBezTo>
                    <a:pt x="104875" y="60979"/>
                    <a:pt x="104960" y="60903"/>
                    <a:pt x="104917" y="60903"/>
                  </a:cubicBezTo>
                  <a:cubicBezTo>
                    <a:pt x="104904" y="60903"/>
                    <a:pt x="104879" y="60911"/>
                    <a:pt x="104834" y="60930"/>
                  </a:cubicBezTo>
                  <a:lnTo>
                    <a:pt x="105037" y="60590"/>
                  </a:lnTo>
                  <a:lnTo>
                    <a:pt x="105037" y="60590"/>
                  </a:lnTo>
                  <a:cubicBezTo>
                    <a:pt x="104970" y="60653"/>
                    <a:pt x="104926" y="60674"/>
                    <a:pt x="104893" y="60674"/>
                  </a:cubicBezTo>
                  <a:cubicBezTo>
                    <a:pt x="104860" y="60674"/>
                    <a:pt x="104839" y="60651"/>
                    <a:pt x="104818" y="60630"/>
                  </a:cubicBezTo>
                  <a:cubicBezTo>
                    <a:pt x="104778" y="60573"/>
                    <a:pt x="105402" y="60127"/>
                    <a:pt x="105783" y="59973"/>
                  </a:cubicBezTo>
                  <a:lnTo>
                    <a:pt x="106140" y="59795"/>
                  </a:lnTo>
                  <a:lnTo>
                    <a:pt x="106050" y="59706"/>
                  </a:lnTo>
                  <a:cubicBezTo>
                    <a:pt x="106172" y="59585"/>
                    <a:pt x="106293" y="59464"/>
                    <a:pt x="106348" y="59464"/>
                  </a:cubicBezTo>
                  <a:cubicBezTo>
                    <a:pt x="106355" y="59464"/>
                    <a:pt x="106362" y="59466"/>
                    <a:pt x="106367" y="59471"/>
                  </a:cubicBezTo>
                  <a:cubicBezTo>
                    <a:pt x="106382" y="59489"/>
                    <a:pt x="106391" y="59500"/>
                    <a:pt x="106404" y="59500"/>
                  </a:cubicBezTo>
                  <a:cubicBezTo>
                    <a:pt x="106426" y="59500"/>
                    <a:pt x="106459" y="59468"/>
                    <a:pt x="106545" y="59382"/>
                  </a:cubicBezTo>
                  <a:cubicBezTo>
                    <a:pt x="106545" y="59382"/>
                    <a:pt x="106683" y="59244"/>
                    <a:pt x="106634" y="59203"/>
                  </a:cubicBezTo>
                  <a:cubicBezTo>
                    <a:pt x="106553" y="59114"/>
                    <a:pt x="106553" y="59114"/>
                    <a:pt x="106732" y="59025"/>
                  </a:cubicBezTo>
                  <a:cubicBezTo>
                    <a:pt x="106942" y="58984"/>
                    <a:pt x="107104" y="58822"/>
                    <a:pt x="107137" y="58611"/>
                  </a:cubicBezTo>
                  <a:cubicBezTo>
                    <a:pt x="107056" y="58530"/>
                    <a:pt x="107056" y="58530"/>
                    <a:pt x="107275" y="58473"/>
                  </a:cubicBezTo>
                  <a:cubicBezTo>
                    <a:pt x="107282" y="58482"/>
                    <a:pt x="107294" y="58486"/>
                    <a:pt x="107309" y="58486"/>
                  </a:cubicBezTo>
                  <a:cubicBezTo>
                    <a:pt x="107378" y="58486"/>
                    <a:pt x="107518" y="58400"/>
                    <a:pt x="107631" y="58287"/>
                  </a:cubicBezTo>
                  <a:lnTo>
                    <a:pt x="107591" y="58246"/>
                  </a:lnTo>
                  <a:cubicBezTo>
                    <a:pt x="107502" y="58157"/>
                    <a:pt x="107640" y="58028"/>
                    <a:pt x="107818" y="57930"/>
                  </a:cubicBezTo>
                  <a:cubicBezTo>
                    <a:pt x="107823" y="57935"/>
                    <a:pt x="107828" y="57937"/>
                    <a:pt x="107835" y="57937"/>
                  </a:cubicBezTo>
                  <a:cubicBezTo>
                    <a:pt x="107889" y="57937"/>
                    <a:pt x="108012" y="57795"/>
                    <a:pt x="108199" y="57501"/>
                  </a:cubicBezTo>
                  <a:cubicBezTo>
                    <a:pt x="108429" y="57242"/>
                    <a:pt x="108550" y="57104"/>
                    <a:pt x="108609" y="57104"/>
                  </a:cubicBezTo>
                  <a:cubicBezTo>
                    <a:pt x="108617" y="57104"/>
                    <a:pt x="108623" y="57107"/>
                    <a:pt x="108629" y="57111"/>
                  </a:cubicBezTo>
                  <a:cubicBezTo>
                    <a:pt x="108662" y="57142"/>
                    <a:pt x="108683" y="57161"/>
                    <a:pt x="108698" y="57161"/>
                  </a:cubicBezTo>
                  <a:cubicBezTo>
                    <a:pt x="108724" y="57161"/>
                    <a:pt x="108733" y="57108"/>
                    <a:pt x="108758" y="56965"/>
                  </a:cubicBezTo>
                  <a:cubicBezTo>
                    <a:pt x="108840" y="56779"/>
                    <a:pt x="108840" y="56779"/>
                    <a:pt x="109140" y="56536"/>
                  </a:cubicBezTo>
                  <a:cubicBezTo>
                    <a:pt x="109310" y="56430"/>
                    <a:pt x="109310" y="56430"/>
                    <a:pt x="109391" y="56244"/>
                  </a:cubicBezTo>
                  <a:cubicBezTo>
                    <a:pt x="109345" y="56202"/>
                    <a:pt x="109312" y="56171"/>
                    <a:pt x="109272" y="56171"/>
                  </a:cubicBezTo>
                  <a:cubicBezTo>
                    <a:pt x="109236" y="56171"/>
                    <a:pt x="109194" y="56198"/>
                    <a:pt x="109131" y="56268"/>
                  </a:cubicBezTo>
                  <a:cubicBezTo>
                    <a:pt x="109046" y="56364"/>
                    <a:pt x="109017" y="56397"/>
                    <a:pt x="108996" y="56397"/>
                  </a:cubicBezTo>
                  <a:cubicBezTo>
                    <a:pt x="108984" y="56397"/>
                    <a:pt x="108975" y="56388"/>
                    <a:pt x="108961" y="56374"/>
                  </a:cubicBezTo>
                  <a:lnTo>
                    <a:pt x="109212" y="56082"/>
                  </a:lnTo>
                  <a:cubicBezTo>
                    <a:pt x="109391" y="55895"/>
                    <a:pt x="109545" y="55684"/>
                    <a:pt x="109675" y="55466"/>
                  </a:cubicBezTo>
                  <a:cubicBezTo>
                    <a:pt x="109792" y="55285"/>
                    <a:pt x="109816" y="55183"/>
                    <a:pt x="109779" y="55183"/>
                  </a:cubicBezTo>
                  <a:cubicBezTo>
                    <a:pt x="109749" y="55183"/>
                    <a:pt x="109679" y="55248"/>
                    <a:pt x="109585" y="55393"/>
                  </a:cubicBezTo>
                  <a:lnTo>
                    <a:pt x="109415" y="55498"/>
                  </a:lnTo>
                  <a:cubicBezTo>
                    <a:pt x="109393" y="55477"/>
                    <a:pt x="109367" y="55468"/>
                    <a:pt x="109341" y="55468"/>
                  </a:cubicBezTo>
                  <a:cubicBezTo>
                    <a:pt x="109211" y="55468"/>
                    <a:pt x="109056" y="55681"/>
                    <a:pt x="109164" y="55782"/>
                  </a:cubicBezTo>
                  <a:cubicBezTo>
                    <a:pt x="109294" y="55903"/>
                    <a:pt x="109302" y="55903"/>
                    <a:pt x="109083" y="55968"/>
                  </a:cubicBezTo>
                  <a:cubicBezTo>
                    <a:pt x="109064" y="55952"/>
                    <a:pt x="109044" y="55944"/>
                    <a:pt x="109023" y="55944"/>
                  </a:cubicBezTo>
                  <a:cubicBezTo>
                    <a:pt x="108941" y="55944"/>
                    <a:pt x="108839" y="56055"/>
                    <a:pt x="108742" y="56171"/>
                  </a:cubicBezTo>
                  <a:cubicBezTo>
                    <a:pt x="108657" y="56266"/>
                    <a:pt x="108628" y="56299"/>
                    <a:pt x="108606" y="56299"/>
                  </a:cubicBezTo>
                  <a:cubicBezTo>
                    <a:pt x="108595" y="56299"/>
                    <a:pt x="108586" y="56290"/>
                    <a:pt x="108572" y="56276"/>
                  </a:cubicBezTo>
                  <a:cubicBezTo>
                    <a:pt x="108564" y="56270"/>
                    <a:pt x="108554" y="56267"/>
                    <a:pt x="108542" y="56267"/>
                  </a:cubicBezTo>
                  <a:cubicBezTo>
                    <a:pt x="108474" y="56267"/>
                    <a:pt x="108341" y="56356"/>
                    <a:pt x="108231" y="56479"/>
                  </a:cubicBezTo>
                  <a:cubicBezTo>
                    <a:pt x="108102" y="56617"/>
                    <a:pt x="108102" y="56617"/>
                    <a:pt x="108150" y="56657"/>
                  </a:cubicBezTo>
                  <a:cubicBezTo>
                    <a:pt x="108175" y="56643"/>
                    <a:pt x="108191" y="56637"/>
                    <a:pt x="108199" y="56637"/>
                  </a:cubicBezTo>
                  <a:cubicBezTo>
                    <a:pt x="108249" y="56637"/>
                    <a:pt x="108038" y="56852"/>
                    <a:pt x="107850" y="56901"/>
                  </a:cubicBezTo>
                  <a:cubicBezTo>
                    <a:pt x="107688" y="57006"/>
                    <a:pt x="107688" y="57006"/>
                    <a:pt x="107769" y="57087"/>
                  </a:cubicBezTo>
                  <a:cubicBezTo>
                    <a:pt x="107858" y="57168"/>
                    <a:pt x="107607" y="57460"/>
                    <a:pt x="107388" y="57517"/>
                  </a:cubicBezTo>
                  <a:lnTo>
                    <a:pt x="107121" y="57784"/>
                  </a:lnTo>
                  <a:cubicBezTo>
                    <a:pt x="106991" y="57922"/>
                    <a:pt x="107031" y="57963"/>
                    <a:pt x="107072" y="58003"/>
                  </a:cubicBezTo>
                  <a:cubicBezTo>
                    <a:pt x="107153" y="58084"/>
                    <a:pt x="107153" y="58084"/>
                    <a:pt x="106983" y="58182"/>
                  </a:cubicBezTo>
                  <a:cubicBezTo>
                    <a:pt x="106889" y="58228"/>
                    <a:pt x="106834" y="58239"/>
                    <a:pt x="106802" y="58239"/>
                  </a:cubicBezTo>
                  <a:cubicBezTo>
                    <a:pt x="106773" y="58239"/>
                    <a:pt x="106764" y="58230"/>
                    <a:pt x="106764" y="58230"/>
                  </a:cubicBezTo>
                  <a:cubicBezTo>
                    <a:pt x="106759" y="58225"/>
                    <a:pt x="106753" y="58223"/>
                    <a:pt x="106745" y="58223"/>
                  </a:cubicBezTo>
                  <a:cubicBezTo>
                    <a:pt x="106690" y="58223"/>
                    <a:pt x="106569" y="58343"/>
                    <a:pt x="106448" y="58457"/>
                  </a:cubicBezTo>
                  <a:cubicBezTo>
                    <a:pt x="106318" y="58595"/>
                    <a:pt x="106050" y="58863"/>
                    <a:pt x="106091" y="58903"/>
                  </a:cubicBezTo>
                  <a:lnTo>
                    <a:pt x="106050" y="58863"/>
                  </a:lnTo>
                  <a:cubicBezTo>
                    <a:pt x="105913" y="59000"/>
                    <a:pt x="105872" y="58952"/>
                    <a:pt x="105913" y="59000"/>
                  </a:cubicBezTo>
                  <a:cubicBezTo>
                    <a:pt x="105775" y="59130"/>
                    <a:pt x="105629" y="59252"/>
                    <a:pt x="105475" y="59357"/>
                  </a:cubicBezTo>
                  <a:cubicBezTo>
                    <a:pt x="105238" y="59538"/>
                    <a:pt x="104986" y="59863"/>
                    <a:pt x="105108" y="59863"/>
                  </a:cubicBezTo>
                  <a:cubicBezTo>
                    <a:pt x="105143" y="59863"/>
                    <a:pt x="105209" y="59836"/>
                    <a:pt x="105316" y="59771"/>
                  </a:cubicBezTo>
                  <a:lnTo>
                    <a:pt x="105316" y="59771"/>
                  </a:lnTo>
                  <a:cubicBezTo>
                    <a:pt x="105283" y="59803"/>
                    <a:pt x="105242" y="59843"/>
                    <a:pt x="105191" y="59892"/>
                  </a:cubicBezTo>
                  <a:cubicBezTo>
                    <a:pt x="105045" y="60022"/>
                    <a:pt x="105086" y="60071"/>
                    <a:pt x="105086" y="60071"/>
                  </a:cubicBezTo>
                  <a:cubicBezTo>
                    <a:pt x="105126" y="60111"/>
                    <a:pt x="104988" y="60241"/>
                    <a:pt x="104842" y="60371"/>
                  </a:cubicBezTo>
                  <a:lnTo>
                    <a:pt x="104761" y="60273"/>
                  </a:lnTo>
                  <a:cubicBezTo>
                    <a:pt x="104769" y="60190"/>
                    <a:pt x="104741" y="60155"/>
                    <a:pt x="104698" y="60155"/>
                  </a:cubicBezTo>
                  <a:cubicBezTo>
                    <a:pt x="104608" y="60155"/>
                    <a:pt x="104453" y="60308"/>
                    <a:pt x="104437" y="60484"/>
                  </a:cubicBezTo>
                  <a:lnTo>
                    <a:pt x="104405" y="60444"/>
                  </a:lnTo>
                  <a:cubicBezTo>
                    <a:pt x="104399" y="60437"/>
                    <a:pt x="104392" y="60434"/>
                    <a:pt x="104382" y="60434"/>
                  </a:cubicBezTo>
                  <a:cubicBezTo>
                    <a:pt x="104322" y="60434"/>
                    <a:pt x="104185" y="60566"/>
                    <a:pt x="103975" y="60825"/>
                  </a:cubicBezTo>
                  <a:cubicBezTo>
                    <a:pt x="103837" y="60954"/>
                    <a:pt x="103772" y="61165"/>
                    <a:pt x="103813" y="61214"/>
                  </a:cubicBezTo>
                  <a:cubicBezTo>
                    <a:pt x="103845" y="61263"/>
                    <a:pt x="103707" y="61384"/>
                    <a:pt x="103707" y="61384"/>
                  </a:cubicBezTo>
                  <a:cubicBezTo>
                    <a:pt x="103614" y="61467"/>
                    <a:pt x="103580" y="61497"/>
                    <a:pt x="103560" y="61497"/>
                  </a:cubicBezTo>
                  <a:cubicBezTo>
                    <a:pt x="103548" y="61497"/>
                    <a:pt x="103541" y="61488"/>
                    <a:pt x="103529" y="61473"/>
                  </a:cubicBezTo>
                  <a:cubicBezTo>
                    <a:pt x="103517" y="61459"/>
                    <a:pt x="103500" y="61452"/>
                    <a:pt x="103481" y="61452"/>
                  </a:cubicBezTo>
                  <a:cubicBezTo>
                    <a:pt x="103368" y="61452"/>
                    <a:pt x="103154" y="61668"/>
                    <a:pt x="103099" y="61854"/>
                  </a:cubicBezTo>
                  <a:lnTo>
                    <a:pt x="103059" y="61806"/>
                  </a:lnTo>
                  <a:cubicBezTo>
                    <a:pt x="103053" y="61799"/>
                    <a:pt x="103045" y="61795"/>
                    <a:pt x="103033" y="61795"/>
                  </a:cubicBezTo>
                  <a:cubicBezTo>
                    <a:pt x="102962" y="61795"/>
                    <a:pt x="102756" y="61943"/>
                    <a:pt x="102143" y="62487"/>
                  </a:cubicBezTo>
                  <a:cubicBezTo>
                    <a:pt x="101587" y="62936"/>
                    <a:pt x="101160" y="63278"/>
                    <a:pt x="101076" y="63278"/>
                  </a:cubicBezTo>
                  <a:cubicBezTo>
                    <a:pt x="101071" y="63278"/>
                    <a:pt x="101067" y="63276"/>
                    <a:pt x="101064" y="63273"/>
                  </a:cubicBezTo>
                  <a:cubicBezTo>
                    <a:pt x="101063" y="63271"/>
                    <a:pt x="101061" y="63270"/>
                    <a:pt x="101058" y="63270"/>
                  </a:cubicBezTo>
                  <a:cubicBezTo>
                    <a:pt x="100991" y="63270"/>
                    <a:pt x="100504" y="63814"/>
                    <a:pt x="100286" y="64133"/>
                  </a:cubicBezTo>
                  <a:cubicBezTo>
                    <a:pt x="100280" y="64125"/>
                    <a:pt x="100271" y="64122"/>
                    <a:pt x="100259" y="64122"/>
                  </a:cubicBezTo>
                  <a:cubicBezTo>
                    <a:pt x="100194" y="64122"/>
                    <a:pt x="100044" y="64231"/>
                    <a:pt x="99783" y="64416"/>
                  </a:cubicBezTo>
                  <a:cubicBezTo>
                    <a:pt x="99443" y="64657"/>
                    <a:pt x="99349" y="64723"/>
                    <a:pt x="99311" y="64723"/>
                  </a:cubicBezTo>
                  <a:cubicBezTo>
                    <a:pt x="99296" y="64723"/>
                    <a:pt x="99289" y="64714"/>
                    <a:pt x="99280" y="64700"/>
                  </a:cubicBezTo>
                  <a:cubicBezTo>
                    <a:pt x="99321" y="64605"/>
                    <a:pt x="99343" y="64553"/>
                    <a:pt x="99333" y="64553"/>
                  </a:cubicBezTo>
                  <a:cubicBezTo>
                    <a:pt x="99321" y="64553"/>
                    <a:pt x="99260" y="64632"/>
                    <a:pt x="99126" y="64806"/>
                  </a:cubicBezTo>
                  <a:cubicBezTo>
                    <a:pt x="99050" y="64987"/>
                    <a:pt x="98673" y="65223"/>
                    <a:pt x="98528" y="65223"/>
                  </a:cubicBezTo>
                  <a:cubicBezTo>
                    <a:pt x="98504" y="65223"/>
                    <a:pt x="98487" y="65216"/>
                    <a:pt x="98478" y="65203"/>
                  </a:cubicBezTo>
                  <a:cubicBezTo>
                    <a:pt x="98471" y="65195"/>
                    <a:pt x="98462" y="65191"/>
                    <a:pt x="98449" y="65191"/>
                  </a:cubicBezTo>
                  <a:cubicBezTo>
                    <a:pt x="98384" y="65191"/>
                    <a:pt x="98234" y="65296"/>
                    <a:pt x="97975" y="65487"/>
                  </a:cubicBezTo>
                  <a:cubicBezTo>
                    <a:pt x="97854" y="65641"/>
                    <a:pt x="97554" y="65876"/>
                    <a:pt x="97221" y="66070"/>
                  </a:cubicBezTo>
                  <a:cubicBezTo>
                    <a:pt x="96743" y="66370"/>
                    <a:pt x="96743" y="66370"/>
                    <a:pt x="96808" y="66476"/>
                  </a:cubicBezTo>
                  <a:cubicBezTo>
                    <a:pt x="96864" y="66581"/>
                    <a:pt x="96710" y="66678"/>
                    <a:pt x="96386" y="66881"/>
                  </a:cubicBezTo>
                  <a:cubicBezTo>
                    <a:pt x="96255" y="66966"/>
                    <a:pt x="96125" y="67051"/>
                    <a:pt x="96062" y="67051"/>
                  </a:cubicBezTo>
                  <a:cubicBezTo>
                    <a:pt x="96047" y="67051"/>
                    <a:pt x="96036" y="67046"/>
                    <a:pt x="96029" y="67035"/>
                  </a:cubicBezTo>
                  <a:cubicBezTo>
                    <a:pt x="95908" y="67076"/>
                    <a:pt x="95786" y="67124"/>
                    <a:pt x="95681" y="67189"/>
                  </a:cubicBezTo>
                  <a:cubicBezTo>
                    <a:pt x="95548" y="67275"/>
                    <a:pt x="95415" y="67356"/>
                    <a:pt x="95354" y="67356"/>
                  </a:cubicBezTo>
                  <a:cubicBezTo>
                    <a:pt x="95340" y="67356"/>
                    <a:pt x="95330" y="67352"/>
                    <a:pt x="95324" y="67343"/>
                  </a:cubicBezTo>
                  <a:cubicBezTo>
                    <a:pt x="95146" y="67400"/>
                    <a:pt x="94975" y="67489"/>
                    <a:pt x="94813" y="67595"/>
                  </a:cubicBezTo>
                  <a:cubicBezTo>
                    <a:pt x="94517" y="67761"/>
                    <a:pt x="94221" y="67927"/>
                    <a:pt x="94143" y="67927"/>
                  </a:cubicBezTo>
                  <a:cubicBezTo>
                    <a:pt x="94133" y="67927"/>
                    <a:pt x="94127" y="67924"/>
                    <a:pt x="94124" y="67919"/>
                  </a:cubicBezTo>
                  <a:cubicBezTo>
                    <a:pt x="93954" y="68008"/>
                    <a:pt x="93954" y="68008"/>
                    <a:pt x="93986" y="68065"/>
                  </a:cubicBezTo>
                  <a:cubicBezTo>
                    <a:pt x="94010" y="68114"/>
                    <a:pt x="93873" y="68259"/>
                    <a:pt x="93183" y="68576"/>
                  </a:cubicBezTo>
                  <a:cubicBezTo>
                    <a:pt x="92851" y="68762"/>
                    <a:pt x="92356" y="69046"/>
                    <a:pt x="92381" y="69095"/>
                  </a:cubicBezTo>
                  <a:cubicBezTo>
                    <a:pt x="92284" y="69150"/>
                    <a:pt x="92242" y="69174"/>
                    <a:pt x="92220" y="69174"/>
                  </a:cubicBezTo>
                  <a:cubicBezTo>
                    <a:pt x="92203" y="69174"/>
                    <a:pt x="92197" y="69160"/>
                    <a:pt x="92186" y="69135"/>
                  </a:cubicBezTo>
                  <a:cubicBezTo>
                    <a:pt x="92177" y="69117"/>
                    <a:pt x="92158" y="69108"/>
                    <a:pt x="92131" y="69108"/>
                  </a:cubicBezTo>
                  <a:cubicBezTo>
                    <a:pt x="92014" y="69108"/>
                    <a:pt x="91750" y="69267"/>
                    <a:pt x="91513" y="69484"/>
                  </a:cubicBezTo>
                  <a:cubicBezTo>
                    <a:pt x="91538" y="69541"/>
                    <a:pt x="91367" y="69622"/>
                    <a:pt x="91165" y="69654"/>
                  </a:cubicBezTo>
                  <a:cubicBezTo>
                    <a:pt x="91051" y="69711"/>
                    <a:pt x="90946" y="69784"/>
                    <a:pt x="90848" y="69873"/>
                  </a:cubicBezTo>
                  <a:cubicBezTo>
                    <a:pt x="90711" y="70011"/>
                    <a:pt x="90702" y="70011"/>
                    <a:pt x="90338" y="70124"/>
                  </a:cubicBezTo>
                  <a:cubicBezTo>
                    <a:pt x="90332" y="70112"/>
                    <a:pt x="90320" y="70106"/>
                    <a:pt x="90302" y="70106"/>
                  </a:cubicBezTo>
                  <a:cubicBezTo>
                    <a:pt x="90238" y="70106"/>
                    <a:pt x="90106" y="70175"/>
                    <a:pt x="89973" y="70238"/>
                  </a:cubicBezTo>
                  <a:cubicBezTo>
                    <a:pt x="89575" y="70481"/>
                    <a:pt x="89154" y="70700"/>
                    <a:pt x="88724" y="70878"/>
                  </a:cubicBezTo>
                  <a:cubicBezTo>
                    <a:pt x="88173" y="71113"/>
                    <a:pt x="87646" y="71324"/>
                    <a:pt x="87540" y="71332"/>
                  </a:cubicBezTo>
                  <a:cubicBezTo>
                    <a:pt x="87451" y="71422"/>
                    <a:pt x="87338" y="71494"/>
                    <a:pt x="87216" y="71535"/>
                  </a:cubicBezTo>
                  <a:cubicBezTo>
                    <a:pt x="87189" y="71530"/>
                    <a:pt x="87163" y="71528"/>
                    <a:pt x="87139" y="71528"/>
                  </a:cubicBezTo>
                  <a:cubicBezTo>
                    <a:pt x="86962" y="71528"/>
                    <a:pt x="86848" y="71645"/>
                    <a:pt x="86884" y="71738"/>
                  </a:cubicBezTo>
                  <a:lnTo>
                    <a:pt x="87062" y="71665"/>
                  </a:lnTo>
                  <a:lnTo>
                    <a:pt x="87240" y="71592"/>
                  </a:lnTo>
                  <a:lnTo>
                    <a:pt x="87240" y="71592"/>
                  </a:lnTo>
                  <a:cubicBezTo>
                    <a:pt x="87271" y="71676"/>
                    <a:pt x="86985" y="71820"/>
                    <a:pt x="86811" y="71820"/>
                  </a:cubicBezTo>
                  <a:cubicBezTo>
                    <a:pt x="86752" y="71820"/>
                    <a:pt x="86706" y="71803"/>
                    <a:pt x="86689" y="71762"/>
                  </a:cubicBezTo>
                  <a:cubicBezTo>
                    <a:pt x="86620" y="71749"/>
                    <a:pt x="86572" y="71740"/>
                    <a:pt x="86535" y="71740"/>
                  </a:cubicBezTo>
                  <a:cubicBezTo>
                    <a:pt x="86457" y="71740"/>
                    <a:pt x="86429" y="71781"/>
                    <a:pt x="86340" y="71908"/>
                  </a:cubicBezTo>
                  <a:cubicBezTo>
                    <a:pt x="86250" y="72050"/>
                    <a:pt x="86092" y="72136"/>
                    <a:pt x="85929" y="72136"/>
                  </a:cubicBezTo>
                  <a:cubicBezTo>
                    <a:pt x="85888" y="72136"/>
                    <a:pt x="85846" y="72130"/>
                    <a:pt x="85805" y="72119"/>
                  </a:cubicBezTo>
                  <a:cubicBezTo>
                    <a:pt x="85787" y="72068"/>
                    <a:pt x="85777" y="72040"/>
                    <a:pt x="85760" y="72040"/>
                  </a:cubicBezTo>
                  <a:cubicBezTo>
                    <a:pt x="85738" y="72040"/>
                    <a:pt x="85704" y="72084"/>
                    <a:pt x="85627" y="72184"/>
                  </a:cubicBezTo>
                  <a:cubicBezTo>
                    <a:pt x="85423" y="72441"/>
                    <a:pt x="85087" y="72650"/>
                    <a:pt x="84892" y="72650"/>
                  </a:cubicBezTo>
                  <a:cubicBezTo>
                    <a:pt x="84824" y="72650"/>
                    <a:pt x="84773" y="72624"/>
                    <a:pt x="84751" y="72565"/>
                  </a:cubicBezTo>
                  <a:cubicBezTo>
                    <a:pt x="84729" y="72503"/>
                    <a:pt x="84661" y="72477"/>
                    <a:pt x="84575" y="72477"/>
                  </a:cubicBezTo>
                  <a:cubicBezTo>
                    <a:pt x="84503" y="72477"/>
                    <a:pt x="84419" y="72495"/>
                    <a:pt x="84338" y="72524"/>
                  </a:cubicBezTo>
                  <a:cubicBezTo>
                    <a:pt x="84159" y="72589"/>
                    <a:pt x="84176" y="72646"/>
                    <a:pt x="84192" y="72703"/>
                  </a:cubicBezTo>
                  <a:cubicBezTo>
                    <a:pt x="84411" y="72751"/>
                    <a:pt x="84232" y="72816"/>
                    <a:pt x="83835" y="72832"/>
                  </a:cubicBezTo>
                  <a:cubicBezTo>
                    <a:pt x="83243" y="72857"/>
                    <a:pt x="82895" y="72986"/>
                    <a:pt x="82376" y="73262"/>
                  </a:cubicBezTo>
                  <a:cubicBezTo>
                    <a:pt x="81925" y="73477"/>
                    <a:pt x="81538" y="73621"/>
                    <a:pt x="81460" y="73621"/>
                  </a:cubicBezTo>
                  <a:cubicBezTo>
                    <a:pt x="81417" y="73621"/>
                    <a:pt x="81466" y="73578"/>
                    <a:pt x="81646" y="73481"/>
                  </a:cubicBezTo>
                  <a:cubicBezTo>
                    <a:pt x="81824" y="73359"/>
                    <a:pt x="81907" y="73303"/>
                    <a:pt x="81892" y="73303"/>
                  </a:cubicBezTo>
                  <a:cubicBezTo>
                    <a:pt x="81878" y="73303"/>
                    <a:pt x="81792" y="73345"/>
                    <a:pt x="81630" y="73424"/>
                  </a:cubicBezTo>
                  <a:lnTo>
                    <a:pt x="80722" y="73700"/>
                  </a:lnTo>
                  <a:cubicBezTo>
                    <a:pt x="80543" y="73748"/>
                    <a:pt x="80373" y="73862"/>
                    <a:pt x="80389" y="73919"/>
                  </a:cubicBezTo>
                  <a:cubicBezTo>
                    <a:pt x="80338" y="73905"/>
                    <a:pt x="80277" y="73898"/>
                    <a:pt x="80208" y="73898"/>
                  </a:cubicBezTo>
                  <a:cubicBezTo>
                    <a:pt x="79995" y="73898"/>
                    <a:pt x="79715" y="73966"/>
                    <a:pt x="79457" y="74113"/>
                  </a:cubicBezTo>
                  <a:lnTo>
                    <a:pt x="79084" y="74202"/>
                  </a:lnTo>
                  <a:cubicBezTo>
                    <a:pt x="78962" y="74227"/>
                    <a:pt x="78841" y="74275"/>
                    <a:pt x="78727" y="74356"/>
                  </a:cubicBezTo>
                  <a:cubicBezTo>
                    <a:pt x="78614" y="74421"/>
                    <a:pt x="78489" y="74439"/>
                    <a:pt x="78359" y="74439"/>
                  </a:cubicBezTo>
                  <a:cubicBezTo>
                    <a:pt x="78294" y="74439"/>
                    <a:pt x="78227" y="74435"/>
                    <a:pt x="78160" y="74429"/>
                  </a:cubicBezTo>
                  <a:cubicBezTo>
                    <a:pt x="78080" y="74423"/>
                    <a:pt x="78000" y="74418"/>
                    <a:pt x="77934" y="74418"/>
                  </a:cubicBezTo>
                  <a:cubicBezTo>
                    <a:pt x="77840" y="74418"/>
                    <a:pt x="77774" y="74428"/>
                    <a:pt x="77779" y="74462"/>
                  </a:cubicBezTo>
                  <a:cubicBezTo>
                    <a:pt x="77795" y="74519"/>
                    <a:pt x="77438" y="74665"/>
                    <a:pt x="77260" y="74770"/>
                  </a:cubicBezTo>
                  <a:cubicBezTo>
                    <a:pt x="77180" y="74820"/>
                    <a:pt x="77094" y="74842"/>
                    <a:pt x="77044" y="74842"/>
                  </a:cubicBezTo>
                  <a:cubicBezTo>
                    <a:pt x="76987" y="74842"/>
                    <a:pt x="76975" y="74813"/>
                    <a:pt x="77065" y="74762"/>
                  </a:cubicBezTo>
                  <a:cubicBezTo>
                    <a:pt x="77061" y="74725"/>
                    <a:pt x="77059" y="74712"/>
                    <a:pt x="76987" y="74712"/>
                  </a:cubicBezTo>
                  <a:cubicBezTo>
                    <a:pt x="76933" y="74712"/>
                    <a:pt x="76839" y="74719"/>
                    <a:pt x="76676" y="74729"/>
                  </a:cubicBezTo>
                  <a:cubicBezTo>
                    <a:pt x="76490" y="74762"/>
                    <a:pt x="76108" y="74835"/>
                    <a:pt x="76125" y="74892"/>
                  </a:cubicBezTo>
                  <a:cubicBezTo>
                    <a:pt x="76132" y="74945"/>
                    <a:pt x="75132" y="75137"/>
                    <a:pt x="74852" y="75137"/>
                  </a:cubicBezTo>
                  <a:cubicBezTo>
                    <a:pt x="74836" y="75137"/>
                    <a:pt x="74822" y="75136"/>
                    <a:pt x="74811" y="75135"/>
                  </a:cubicBezTo>
                  <a:lnTo>
                    <a:pt x="74438" y="75200"/>
                  </a:lnTo>
                  <a:cubicBezTo>
                    <a:pt x="74252" y="75240"/>
                    <a:pt x="74073" y="75329"/>
                    <a:pt x="73887" y="75370"/>
                  </a:cubicBezTo>
                  <a:cubicBezTo>
                    <a:pt x="73757" y="75394"/>
                    <a:pt x="73636" y="75435"/>
                    <a:pt x="73522" y="75492"/>
                  </a:cubicBezTo>
                  <a:cubicBezTo>
                    <a:pt x="73416" y="75505"/>
                    <a:pt x="73311" y="75518"/>
                    <a:pt x="73238" y="75518"/>
                  </a:cubicBezTo>
                  <a:cubicBezTo>
                    <a:pt x="73177" y="75518"/>
                    <a:pt x="73137" y="75509"/>
                    <a:pt x="73133" y="75483"/>
                  </a:cubicBezTo>
                  <a:cubicBezTo>
                    <a:pt x="73039" y="75560"/>
                    <a:pt x="72997" y="75594"/>
                    <a:pt x="72943" y="75594"/>
                  </a:cubicBezTo>
                  <a:cubicBezTo>
                    <a:pt x="72900" y="75594"/>
                    <a:pt x="72850" y="75572"/>
                    <a:pt x="72760" y="75532"/>
                  </a:cubicBezTo>
                  <a:cubicBezTo>
                    <a:pt x="72752" y="75474"/>
                    <a:pt x="72748" y="75444"/>
                    <a:pt x="72727" y="75444"/>
                  </a:cubicBezTo>
                  <a:cubicBezTo>
                    <a:pt x="72703" y="75444"/>
                    <a:pt x="72659" y="75480"/>
                    <a:pt x="72565" y="75556"/>
                  </a:cubicBezTo>
                  <a:cubicBezTo>
                    <a:pt x="72456" y="75606"/>
                    <a:pt x="72414" y="75625"/>
                    <a:pt x="72353" y="75625"/>
                  </a:cubicBezTo>
                  <a:cubicBezTo>
                    <a:pt x="72314" y="75625"/>
                    <a:pt x="72268" y="75618"/>
                    <a:pt x="72192" y="75605"/>
                  </a:cubicBezTo>
                  <a:cubicBezTo>
                    <a:pt x="72189" y="75579"/>
                    <a:pt x="72156" y="75567"/>
                    <a:pt x="72118" y="75567"/>
                  </a:cubicBezTo>
                  <a:cubicBezTo>
                    <a:pt x="72063" y="75567"/>
                    <a:pt x="71998" y="75591"/>
                    <a:pt x="71998" y="75629"/>
                  </a:cubicBezTo>
                  <a:cubicBezTo>
                    <a:pt x="71873" y="75730"/>
                    <a:pt x="71536" y="75827"/>
                    <a:pt x="71361" y="75827"/>
                  </a:cubicBezTo>
                  <a:cubicBezTo>
                    <a:pt x="71296" y="75827"/>
                    <a:pt x="71254" y="75814"/>
                    <a:pt x="71252" y="75783"/>
                  </a:cubicBezTo>
                  <a:cubicBezTo>
                    <a:pt x="71122" y="75800"/>
                    <a:pt x="71001" y="75840"/>
                    <a:pt x="70879" y="75889"/>
                  </a:cubicBezTo>
                  <a:cubicBezTo>
                    <a:pt x="70786" y="75965"/>
                    <a:pt x="70741" y="76002"/>
                    <a:pt x="70719" y="76002"/>
                  </a:cubicBezTo>
                  <a:cubicBezTo>
                    <a:pt x="70698" y="76002"/>
                    <a:pt x="70696" y="75971"/>
                    <a:pt x="70693" y="75913"/>
                  </a:cubicBezTo>
                  <a:cubicBezTo>
                    <a:pt x="70615" y="75876"/>
                    <a:pt x="70530" y="75857"/>
                    <a:pt x="70446" y="75857"/>
                  </a:cubicBezTo>
                  <a:cubicBezTo>
                    <a:pt x="70328" y="75857"/>
                    <a:pt x="70211" y="75894"/>
                    <a:pt x="70117" y="75970"/>
                  </a:cubicBezTo>
                  <a:cubicBezTo>
                    <a:pt x="70039" y="76001"/>
                    <a:pt x="69958" y="76016"/>
                    <a:pt x="69877" y="76016"/>
                  </a:cubicBezTo>
                  <a:cubicBezTo>
                    <a:pt x="69832" y="76016"/>
                    <a:pt x="69788" y="76011"/>
                    <a:pt x="69744" y="76002"/>
                  </a:cubicBezTo>
                  <a:cubicBezTo>
                    <a:pt x="69628" y="75993"/>
                    <a:pt x="69447" y="75987"/>
                    <a:pt x="69253" y="75987"/>
                  </a:cubicBezTo>
                  <a:cubicBezTo>
                    <a:pt x="68794" y="75987"/>
                    <a:pt x="68269" y="76017"/>
                    <a:pt x="68406" y="76092"/>
                  </a:cubicBezTo>
                  <a:lnTo>
                    <a:pt x="68025" y="76124"/>
                  </a:lnTo>
                  <a:cubicBezTo>
                    <a:pt x="67889" y="76110"/>
                    <a:pt x="67778" y="76102"/>
                    <a:pt x="67682" y="76102"/>
                  </a:cubicBezTo>
                  <a:cubicBezTo>
                    <a:pt x="67510" y="76102"/>
                    <a:pt x="67388" y="76126"/>
                    <a:pt x="67263" y="76173"/>
                  </a:cubicBezTo>
                  <a:cubicBezTo>
                    <a:pt x="67076" y="76246"/>
                    <a:pt x="67076" y="76246"/>
                    <a:pt x="67076" y="76246"/>
                  </a:cubicBezTo>
                  <a:cubicBezTo>
                    <a:pt x="67076" y="76192"/>
                    <a:pt x="66904" y="76131"/>
                    <a:pt x="66728" y="76131"/>
                  </a:cubicBezTo>
                  <a:cubicBezTo>
                    <a:pt x="66717" y="76131"/>
                    <a:pt x="66706" y="76132"/>
                    <a:pt x="66695" y="76132"/>
                  </a:cubicBezTo>
                  <a:cubicBezTo>
                    <a:pt x="66501" y="76132"/>
                    <a:pt x="66501" y="76132"/>
                    <a:pt x="66501" y="76189"/>
                  </a:cubicBezTo>
                  <a:cubicBezTo>
                    <a:pt x="66695" y="76246"/>
                    <a:pt x="66501" y="76254"/>
                    <a:pt x="66314" y="76254"/>
                  </a:cubicBezTo>
                  <a:cubicBezTo>
                    <a:pt x="66120" y="76254"/>
                    <a:pt x="65933" y="76197"/>
                    <a:pt x="65933" y="76140"/>
                  </a:cubicBezTo>
                  <a:lnTo>
                    <a:pt x="65739" y="76140"/>
                  </a:lnTo>
                  <a:cubicBezTo>
                    <a:pt x="65739" y="76212"/>
                    <a:pt x="65673" y="76242"/>
                    <a:pt x="65619" y="76242"/>
                  </a:cubicBezTo>
                  <a:cubicBezTo>
                    <a:pt x="65583" y="76242"/>
                    <a:pt x="65552" y="76228"/>
                    <a:pt x="65552" y="76205"/>
                  </a:cubicBezTo>
                  <a:cubicBezTo>
                    <a:pt x="65396" y="76164"/>
                    <a:pt x="65234" y="76146"/>
                    <a:pt x="65071" y="76146"/>
                  </a:cubicBezTo>
                  <a:cubicBezTo>
                    <a:pt x="65040" y="76146"/>
                    <a:pt x="65008" y="76147"/>
                    <a:pt x="64977" y="76148"/>
                  </a:cubicBezTo>
                  <a:lnTo>
                    <a:pt x="64977" y="76092"/>
                  </a:lnTo>
                  <a:cubicBezTo>
                    <a:pt x="64923" y="76075"/>
                    <a:pt x="64884" y="76068"/>
                    <a:pt x="64857" y="76068"/>
                  </a:cubicBezTo>
                  <a:cubicBezTo>
                    <a:pt x="64790" y="76068"/>
                    <a:pt x="64790" y="76110"/>
                    <a:pt x="64790" y="76156"/>
                  </a:cubicBezTo>
                  <a:lnTo>
                    <a:pt x="64409" y="76156"/>
                  </a:lnTo>
                  <a:cubicBezTo>
                    <a:pt x="64214" y="76156"/>
                    <a:pt x="64028" y="76165"/>
                    <a:pt x="64214" y="76221"/>
                  </a:cubicBezTo>
                  <a:cubicBezTo>
                    <a:pt x="64214" y="76278"/>
                    <a:pt x="64214" y="76335"/>
                    <a:pt x="64020" y="76343"/>
                  </a:cubicBezTo>
                  <a:cubicBezTo>
                    <a:pt x="64020" y="76362"/>
                    <a:pt x="63998" y="76368"/>
                    <a:pt x="63977" y="76368"/>
                  </a:cubicBezTo>
                  <a:cubicBezTo>
                    <a:pt x="63933" y="76368"/>
                    <a:pt x="63890" y="76343"/>
                    <a:pt x="64020" y="76343"/>
                  </a:cubicBezTo>
                  <a:cubicBezTo>
                    <a:pt x="64020" y="76278"/>
                    <a:pt x="64028" y="76221"/>
                    <a:pt x="63833" y="76221"/>
                  </a:cubicBezTo>
                  <a:cubicBezTo>
                    <a:pt x="63647" y="76213"/>
                    <a:pt x="63647" y="76156"/>
                    <a:pt x="63647" y="76156"/>
                  </a:cubicBezTo>
                  <a:cubicBezTo>
                    <a:pt x="63749" y="76097"/>
                    <a:pt x="63587" y="76075"/>
                    <a:pt x="63382" y="76075"/>
                  </a:cubicBezTo>
                  <a:cubicBezTo>
                    <a:pt x="63197" y="76075"/>
                    <a:pt x="62977" y="76093"/>
                    <a:pt x="62885" y="76116"/>
                  </a:cubicBezTo>
                  <a:cubicBezTo>
                    <a:pt x="62704" y="76165"/>
                    <a:pt x="62567" y="76189"/>
                    <a:pt x="62473" y="76189"/>
                  </a:cubicBezTo>
                  <a:cubicBezTo>
                    <a:pt x="62364" y="76189"/>
                    <a:pt x="62313" y="76157"/>
                    <a:pt x="62317" y="76092"/>
                  </a:cubicBezTo>
                  <a:cubicBezTo>
                    <a:pt x="62320" y="76055"/>
                    <a:pt x="62286" y="76039"/>
                    <a:pt x="62233" y="76039"/>
                  </a:cubicBezTo>
                  <a:cubicBezTo>
                    <a:pt x="62108" y="76039"/>
                    <a:pt x="61873" y="76126"/>
                    <a:pt x="61725" y="76246"/>
                  </a:cubicBezTo>
                  <a:lnTo>
                    <a:pt x="61523" y="76416"/>
                  </a:lnTo>
                  <a:lnTo>
                    <a:pt x="61539" y="76237"/>
                  </a:lnTo>
                  <a:cubicBezTo>
                    <a:pt x="61432" y="76080"/>
                    <a:pt x="61392" y="76021"/>
                    <a:pt x="61234" y="76021"/>
                  </a:cubicBezTo>
                  <a:cubicBezTo>
                    <a:pt x="61139" y="76021"/>
                    <a:pt x="61003" y="76042"/>
                    <a:pt x="60785" y="76075"/>
                  </a:cubicBezTo>
                  <a:cubicBezTo>
                    <a:pt x="60627" y="76095"/>
                    <a:pt x="60534" y="76104"/>
                    <a:pt x="60480" y="76104"/>
                  </a:cubicBezTo>
                  <a:cubicBezTo>
                    <a:pt x="60401" y="76104"/>
                    <a:pt x="60404" y="76085"/>
                    <a:pt x="60404" y="76051"/>
                  </a:cubicBezTo>
                  <a:cubicBezTo>
                    <a:pt x="60412" y="75994"/>
                    <a:pt x="60225" y="75970"/>
                    <a:pt x="59658" y="75913"/>
                  </a:cubicBezTo>
                  <a:cubicBezTo>
                    <a:pt x="59323" y="75875"/>
                    <a:pt x="59120" y="75854"/>
                    <a:pt x="59007" y="75854"/>
                  </a:cubicBezTo>
                  <a:cubicBezTo>
                    <a:pt x="58926" y="75854"/>
                    <a:pt x="58891" y="75865"/>
                    <a:pt x="58888" y="75889"/>
                  </a:cubicBezTo>
                  <a:lnTo>
                    <a:pt x="58507" y="75848"/>
                  </a:lnTo>
                  <a:cubicBezTo>
                    <a:pt x="58429" y="75785"/>
                    <a:pt x="58306" y="75756"/>
                    <a:pt x="58211" y="75756"/>
                  </a:cubicBezTo>
                  <a:cubicBezTo>
                    <a:pt x="58099" y="75756"/>
                    <a:pt x="58028" y="75798"/>
                    <a:pt x="58125" y="75873"/>
                  </a:cubicBezTo>
                  <a:lnTo>
                    <a:pt x="57744" y="75832"/>
                  </a:lnTo>
                  <a:lnTo>
                    <a:pt x="57753" y="75767"/>
                  </a:lnTo>
                  <a:cubicBezTo>
                    <a:pt x="57753" y="75743"/>
                    <a:pt x="57663" y="75719"/>
                    <a:pt x="57380" y="75678"/>
                  </a:cubicBezTo>
                  <a:lnTo>
                    <a:pt x="55880" y="75427"/>
                  </a:lnTo>
                  <a:cubicBezTo>
                    <a:pt x="54759" y="75244"/>
                    <a:pt x="54298" y="75168"/>
                    <a:pt x="54107" y="75168"/>
                  </a:cubicBezTo>
                  <a:cubicBezTo>
                    <a:pt x="54009" y="75168"/>
                    <a:pt x="53983" y="75188"/>
                    <a:pt x="53974" y="75224"/>
                  </a:cubicBezTo>
                  <a:cubicBezTo>
                    <a:pt x="53902" y="75252"/>
                    <a:pt x="53833" y="75264"/>
                    <a:pt x="53774" y="75264"/>
                  </a:cubicBezTo>
                  <a:cubicBezTo>
                    <a:pt x="53661" y="75264"/>
                    <a:pt x="53585" y="75218"/>
                    <a:pt x="53601" y="75143"/>
                  </a:cubicBezTo>
                  <a:cubicBezTo>
                    <a:pt x="53614" y="75098"/>
                    <a:pt x="53506" y="75028"/>
                    <a:pt x="53456" y="75028"/>
                  </a:cubicBezTo>
                  <a:cubicBezTo>
                    <a:pt x="53442" y="75028"/>
                    <a:pt x="53433" y="75034"/>
                    <a:pt x="53431" y="75046"/>
                  </a:cubicBezTo>
                  <a:cubicBezTo>
                    <a:pt x="53245" y="75005"/>
                    <a:pt x="53058" y="74940"/>
                    <a:pt x="52888" y="74859"/>
                  </a:cubicBezTo>
                  <a:cubicBezTo>
                    <a:pt x="52546" y="74709"/>
                    <a:pt x="52343" y="74661"/>
                    <a:pt x="52237" y="74661"/>
                  </a:cubicBezTo>
                  <a:cubicBezTo>
                    <a:pt x="52177" y="74661"/>
                    <a:pt x="52148" y="74677"/>
                    <a:pt x="52142" y="74697"/>
                  </a:cubicBezTo>
                  <a:cubicBezTo>
                    <a:pt x="52200" y="74755"/>
                    <a:pt x="52212" y="74778"/>
                    <a:pt x="52195" y="74778"/>
                  </a:cubicBezTo>
                  <a:cubicBezTo>
                    <a:pt x="52167" y="74778"/>
                    <a:pt x="52061" y="74717"/>
                    <a:pt x="51955" y="74656"/>
                  </a:cubicBezTo>
                  <a:cubicBezTo>
                    <a:pt x="51818" y="74578"/>
                    <a:pt x="51681" y="74495"/>
                    <a:pt x="51625" y="74495"/>
                  </a:cubicBezTo>
                  <a:cubicBezTo>
                    <a:pt x="51611" y="74495"/>
                    <a:pt x="51602" y="74499"/>
                    <a:pt x="51599" y="74511"/>
                  </a:cubicBezTo>
                  <a:cubicBezTo>
                    <a:pt x="51347" y="74502"/>
                    <a:pt x="51104" y="74470"/>
                    <a:pt x="50861" y="74413"/>
                  </a:cubicBezTo>
                  <a:cubicBezTo>
                    <a:pt x="50561" y="74340"/>
                    <a:pt x="50293" y="74243"/>
                    <a:pt x="50310" y="74186"/>
                  </a:cubicBezTo>
                  <a:lnTo>
                    <a:pt x="49945" y="74081"/>
                  </a:lnTo>
                  <a:cubicBezTo>
                    <a:pt x="49941" y="74095"/>
                    <a:pt x="49922" y="74101"/>
                    <a:pt x="49889" y="74101"/>
                  </a:cubicBezTo>
                  <a:cubicBezTo>
                    <a:pt x="49770" y="74101"/>
                    <a:pt x="49478" y="74018"/>
                    <a:pt x="49191" y="73935"/>
                  </a:cubicBezTo>
                  <a:cubicBezTo>
                    <a:pt x="48826" y="73829"/>
                    <a:pt x="48639" y="73781"/>
                    <a:pt x="48664" y="73724"/>
                  </a:cubicBezTo>
                  <a:cubicBezTo>
                    <a:pt x="48858" y="73716"/>
                    <a:pt x="48680" y="73667"/>
                    <a:pt x="48291" y="73619"/>
                  </a:cubicBezTo>
                  <a:cubicBezTo>
                    <a:pt x="48233" y="73603"/>
                    <a:pt x="48171" y="73599"/>
                    <a:pt x="48107" y="73599"/>
                  </a:cubicBezTo>
                  <a:cubicBezTo>
                    <a:pt x="48043" y="73599"/>
                    <a:pt x="47976" y="73603"/>
                    <a:pt x="47911" y="73603"/>
                  </a:cubicBezTo>
                  <a:cubicBezTo>
                    <a:pt x="47840" y="73603"/>
                    <a:pt x="47770" y="73598"/>
                    <a:pt x="47707" y="73578"/>
                  </a:cubicBezTo>
                  <a:cubicBezTo>
                    <a:pt x="47700" y="73604"/>
                    <a:pt x="47655" y="73616"/>
                    <a:pt x="47591" y="73616"/>
                  </a:cubicBezTo>
                  <a:cubicBezTo>
                    <a:pt x="47513" y="73616"/>
                    <a:pt x="47408" y="73598"/>
                    <a:pt x="47310" y="73562"/>
                  </a:cubicBezTo>
                  <a:lnTo>
                    <a:pt x="47326" y="73505"/>
                  </a:lnTo>
                  <a:cubicBezTo>
                    <a:pt x="47350" y="73448"/>
                    <a:pt x="47366" y="73392"/>
                    <a:pt x="47366" y="73392"/>
                  </a:cubicBezTo>
                  <a:cubicBezTo>
                    <a:pt x="47237" y="73350"/>
                    <a:pt x="47107" y="73305"/>
                    <a:pt x="47037" y="73305"/>
                  </a:cubicBezTo>
                  <a:cubicBezTo>
                    <a:pt x="47010" y="73305"/>
                    <a:pt x="46992" y="73311"/>
                    <a:pt x="46985" y="73327"/>
                  </a:cubicBezTo>
                  <a:cubicBezTo>
                    <a:pt x="46823" y="73213"/>
                    <a:pt x="46645" y="73148"/>
                    <a:pt x="46288" y="73027"/>
                  </a:cubicBezTo>
                  <a:cubicBezTo>
                    <a:pt x="45923" y="72905"/>
                    <a:pt x="45567" y="72775"/>
                    <a:pt x="45364" y="72775"/>
                  </a:cubicBezTo>
                  <a:cubicBezTo>
                    <a:pt x="45299" y="72686"/>
                    <a:pt x="44991" y="72557"/>
                    <a:pt x="44675" y="72443"/>
                  </a:cubicBezTo>
                  <a:cubicBezTo>
                    <a:pt x="44399" y="72327"/>
                    <a:pt x="44116" y="72237"/>
                    <a:pt x="43979" y="72237"/>
                  </a:cubicBezTo>
                  <a:cubicBezTo>
                    <a:pt x="43963" y="72237"/>
                    <a:pt x="43949" y="72238"/>
                    <a:pt x="43937" y="72240"/>
                  </a:cubicBezTo>
                  <a:cubicBezTo>
                    <a:pt x="43931" y="72251"/>
                    <a:pt x="43919" y="72257"/>
                    <a:pt x="43900" y="72257"/>
                  </a:cubicBezTo>
                  <a:cubicBezTo>
                    <a:pt x="43837" y="72257"/>
                    <a:pt x="43708" y="72195"/>
                    <a:pt x="43588" y="72094"/>
                  </a:cubicBezTo>
                  <a:cubicBezTo>
                    <a:pt x="43434" y="71965"/>
                    <a:pt x="43434" y="71965"/>
                    <a:pt x="43232" y="71949"/>
                  </a:cubicBezTo>
                  <a:cubicBezTo>
                    <a:pt x="43029" y="71932"/>
                    <a:pt x="42875" y="71811"/>
                    <a:pt x="42729" y="71681"/>
                  </a:cubicBezTo>
                  <a:cubicBezTo>
                    <a:pt x="42607" y="71519"/>
                    <a:pt x="42421" y="71422"/>
                    <a:pt x="42218" y="71413"/>
                  </a:cubicBezTo>
                  <a:cubicBezTo>
                    <a:pt x="41910" y="71340"/>
                    <a:pt x="41610" y="71235"/>
                    <a:pt x="41326" y="71089"/>
                  </a:cubicBezTo>
                  <a:cubicBezTo>
                    <a:pt x="41094" y="71024"/>
                    <a:pt x="40941" y="70967"/>
                    <a:pt x="40893" y="70967"/>
                  </a:cubicBezTo>
                  <a:cubicBezTo>
                    <a:pt x="40864" y="70967"/>
                    <a:pt x="40874" y="70988"/>
                    <a:pt x="40929" y="71040"/>
                  </a:cubicBezTo>
                  <a:cubicBezTo>
                    <a:pt x="40917" y="71065"/>
                    <a:pt x="40860" y="71071"/>
                    <a:pt x="40806" y="71071"/>
                  </a:cubicBezTo>
                  <a:cubicBezTo>
                    <a:pt x="40753" y="71071"/>
                    <a:pt x="40702" y="71065"/>
                    <a:pt x="40702" y="71065"/>
                  </a:cubicBezTo>
                  <a:cubicBezTo>
                    <a:pt x="40452" y="70994"/>
                    <a:pt x="40380" y="70945"/>
                    <a:pt x="40414" y="70945"/>
                  </a:cubicBezTo>
                  <a:cubicBezTo>
                    <a:pt x="40431" y="70945"/>
                    <a:pt x="40473" y="70957"/>
                    <a:pt x="40532" y="70984"/>
                  </a:cubicBezTo>
                  <a:cubicBezTo>
                    <a:pt x="40651" y="71017"/>
                    <a:pt x="40714" y="71032"/>
                    <a:pt x="40740" y="71032"/>
                  </a:cubicBezTo>
                  <a:cubicBezTo>
                    <a:pt x="40794" y="71032"/>
                    <a:pt x="40679" y="70966"/>
                    <a:pt x="40580" y="70878"/>
                  </a:cubicBezTo>
                  <a:cubicBezTo>
                    <a:pt x="40434" y="70740"/>
                    <a:pt x="40094" y="70578"/>
                    <a:pt x="39915" y="70497"/>
                  </a:cubicBezTo>
                  <a:cubicBezTo>
                    <a:pt x="39745" y="70416"/>
                    <a:pt x="39397" y="70254"/>
                    <a:pt x="39226" y="70173"/>
                  </a:cubicBezTo>
                  <a:cubicBezTo>
                    <a:pt x="38818" y="69938"/>
                    <a:pt x="38636" y="69826"/>
                    <a:pt x="38571" y="69826"/>
                  </a:cubicBezTo>
                  <a:cubicBezTo>
                    <a:pt x="38558" y="69826"/>
                    <a:pt x="38549" y="69831"/>
                    <a:pt x="38545" y="69840"/>
                  </a:cubicBezTo>
                  <a:cubicBezTo>
                    <a:pt x="38511" y="69903"/>
                    <a:pt x="38498" y="69929"/>
                    <a:pt x="38497" y="69929"/>
                  </a:cubicBezTo>
                  <a:cubicBezTo>
                    <a:pt x="38497" y="69929"/>
                    <a:pt x="38503" y="69917"/>
                    <a:pt x="38513" y="69897"/>
                  </a:cubicBezTo>
                  <a:cubicBezTo>
                    <a:pt x="38400" y="69695"/>
                    <a:pt x="36574" y="68722"/>
                    <a:pt x="36335" y="68722"/>
                  </a:cubicBezTo>
                  <a:cubicBezTo>
                    <a:pt x="36334" y="68722"/>
                    <a:pt x="36333" y="68722"/>
                    <a:pt x="36332" y="68722"/>
                  </a:cubicBezTo>
                  <a:lnTo>
                    <a:pt x="36364" y="68673"/>
                  </a:lnTo>
                  <a:cubicBezTo>
                    <a:pt x="36389" y="68616"/>
                    <a:pt x="36226" y="68535"/>
                    <a:pt x="35886" y="68349"/>
                  </a:cubicBezTo>
                  <a:cubicBezTo>
                    <a:pt x="35724" y="68251"/>
                    <a:pt x="35043" y="67903"/>
                    <a:pt x="34556" y="67611"/>
                  </a:cubicBezTo>
                  <a:cubicBezTo>
                    <a:pt x="33954" y="67242"/>
                    <a:pt x="33492" y="66957"/>
                    <a:pt x="33396" y="66957"/>
                  </a:cubicBezTo>
                  <a:cubicBezTo>
                    <a:pt x="33389" y="66957"/>
                    <a:pt x="33383" y="66959"/>
                    <a:pt x="33381" y="66962"/>
                  </a:cubicBezTo>
                  <a:cubicBezTo>
                    <a:pt x="33218" y="66865"/>
                    <a:pt x="33218" y="66865"/>
                    <a:pt x="33251" y="66816"/>
                  </a:cubicBezTo>
                  <a:lnTo>
                    <a:pt x="33251" y="66816"/>
                  </a:lnTo>
                  <a:cubicBezTo>
                    <a:pt x="33288" y="66825"/>
                    <a:pt x="33313" y="66829"/>
                    <a:pt x="33327" y="66829"/>
                  </a:cubicBezTo>
                  <a:cubicBezTo>
                    <a:pt x="33392" y="66829"/>
                    <a:pt x="33255" y="66750"/>
                    <a:pt x="33129" y="66670"/>
                  </a:cubicBezTo>
                  <a:cubicBezTo>
                    <a:pt x="33059" y="66622"/>
                    <a:pt x="33014" y="66604"/>
                    <a:pt x="32982" y="66604"/>
                  </a:cubicBezTo>
                  <a:cubicBezTo>
                    <a:pt x="32939" y="66604"/>
                    <a:pt x="32921" y="66635"/>
                    <a:pt x="32902" y="66662"/>
                  </a:cubicBezTo>
                  <a:cubicBezTo>
                    <a:pt x="32897" y="66670"/>
                    <a:pt x="32889" y="66673"/>
                    <a:pt x="32879" y="66673"/>
                  </a:cubicBezTo>
                  <a:cubicBezTo>
                    <a:pt x="32818" y="66673"/>
                    <a:pt x="32666" y="66558"/>
                    <a:pt x="32432" y="66338"/>
                  </a:cubicBezTo>
                  <a:cubicBezTo>
                    <a:pt x="32043" y="65997"/>
                    <a:pt x="31621" y="65714"/>
                    <a:pt x="31175" y="65479"/>
                  </a:cubicBezTo>
                  <a:cubicBezTo>
                    <a:pt x="31013" y="65365"/>
                    <a:pt x="30859" y="65260"/>
                    <a:pt x="30891" y="65211"/>
                  </a:cubicBezTo>
                  <a:cubicBezTo>
                    <a:pt x="30689" y="64968"/>
                    <a:pt x="30421" y="64773"/>
                    <a:pt x="30121" y="64660"/>
                  </a:cubicBezTo>
                  <a:cubicBezTo>
                    <a:pt x="29967" y="64538"/>
                    <a:pt x="29967" y="64538"/>
                    <a:pt x="30008" y="64489"/>
                  </a:cubicBezTo>
                  <a:cubicBezTo>
                    <a:pt x="29894" y="64327"/>
                    <a:pt x="29927" y="64287"/>
                    <a:pt x="29700" y="64262"/>
                  </a:cubicBezTo>
                  <a:cubicBezTo>
                    <a:pt x="29319" y="64043"/>
                    <a:pt x="28962" y="63768"/>
                    <a:pt x="28646" y="63452"/>
                  </a:cubicBezTo>
                  <a:cubicBezTo>
                    <a:pt x="28522" y="63356"/>
                    <a:pt x="28393" y="63254"/>
                    <a:pt x="28332" y="63254"/>
                  </a:cubicBezTo>
                  <a:cubicBezTo>
                    <a:pt x="28320" y="63254"/>
                    <a:pt x="28311" y="63258"/>
                    <a:pt x="28305" y="63265"/>
                  </a:cubicBezTo>
                  <a:cubicBezTo>
                    <a:pt x="28294" y="63282"/>
                    <a:pt x="28281" y="63299"/>
                    <a:pt x="28271" y="63311"/>
                  </a:cubicBezTo>
                  <a:lnTo>
                    <a:pt x="28271" y="63311"/>
                  </a:lnTo>
                  <a:cubicBezTo>
                    <a:pt x="28192" y="63103"/>
                    <a:pt x="28190" y="63103"/>
                    <a:pt x="27965" y="63079"/>
                  </a:cubicBezTo>
                  <a:cubicBezTo>
                    <a:pt x="27959" y="63087"/>
                    <a:pt x="27951" y="63090"/>
                    <a:pt x="27941" y="63090"/>
                  </a:cubicBezTo>
                  <a:cubicBezTo>
                    <a:pt x="27887" y="63090"/>
                    <a:pt x="27785" y="62999"/>
                    <a:pt x="27819" y="62965"/>
                  </a:cubicBezTo>
                  <a:cubicBezTo>
                    <a:pt x="27746" y="62852"/>
                    <a:pt x="27665" y="62754"/>
                    <a:pt x="27567" y="62665"/>
                  </a:cubicBezTo>
                  <a:cubicBezTo>
                    <a:pt x="27421" y="62544"/>
                    <a:pt x="26659" y="61968"/>
                    <a:pt x="25938" y="61344"/>
                  </a:cubicBezTo>
                  <a:cubicBezTo>
                    <a:pt x="25354" y="60857"/>
                    <a:pt x="24981" y="60484"/>
                    <a:pt x="24738" y="60257"/>
                  </a:cubicBezTo>
                  <a:cubicBezTo>
                    <a:pt x="24514" y="60049"/>
                    <a:pt x="24400" y="59963"/>
                    <a:pt x="24364" y="59963"/>
                  </a:cubicBezTo>
                  <a:cubicBezTo>
                    <a:pt x="24361" y="59963"/>
                    <a:pt x="24359" y="59964"/>
                    <a:pt x="24357" y="59965"/>
                  </a:cubicBezTo>
                  <a:cubicBezTo>
                    <a:pt x="24178" y="59876"/>
                    <a:pt x="24178" y="59876"/>
                    <a:pt x="24081" y="59698"/>
                  </a:cubicBezTo>
                  <a:cubicBezTo>
                    <a:pt x="23984" y="59536"/>
                    <a:pt x="23862" y="59390"/>
                    <a:pt x="23716" y="59260"/>
                  </a:cubicBezTo>
                  <a:cubicBezTo>
                    <a:pt x="23578" y="59130"/>
                    <a:pt x="23440" y="59000"/>
                    <a:pt x="23481" y="58960"/>
                  </a:cubicBezTo>
                  <a:cubicBezTo>
                    <a:pt x="23359" y="58903"/>
                    <a:pt x="23254" y="58830"/>
                    <a:pt x="23165" y="58733"/>
                  </a:cubicBezTo>
                  <a:cubicBezTo>
                    <a:pt x="23213" y="58692"/>
                    <a:pt x="23067" y="58563"/>
                    <a:pt x="22897" y="58465"/>
                  </a:cubicBezTo>
                  <a:cubicBezTo>
                    <a:pt x="22678" y="58409"/>
                    <a:pt x="22678" y="58409"/>
                    <a:pt x="22768" y="58319"/>
                  </a:cubicBezTo>
                  <a:cubicBezTo>
                    <a:pt x="22801" y="58285"/>
                    <a:pt x="22568" y="57962"/>
                    <a:pt x="22539" y="57962"/>
                  </a:cubicBezTo>
                  <a:cubicBezTo>
                    <a:pt x="22533" y="57962"/>
                    <a:pt x="22535" y="57974"/>
                    <a:pt x="22549" y="58003"/>
                  </a:cubicBezTo>
                  <a:cubicBezTo>
                    <a:pt x="22546" y="58006"/>
                    <a:pt x="22542" y="58007"/>
                    <a:pt x="22538" y="58007"/>
                  </a:cubicBezTo>
                  <a:cubicBezTo>
                    <a:pt x="22474" y="58007"/>
                    <a:pt x="22237" y="57754"/>
                    <a:pt x="22078" y="57663"/>
                  </a:cubicBezTo>
                  <a:cubicBezTo>
                    <a:pt x="21949" y="57525"/>
                    <a:pt x="21819" y="57387"/>
                    <a:pt x="21859" y="57346"/>
                  </a:cubicBezTo>
                  <a:cubicBezTo>
                    <a:pt x="21778" y="57168"/>
                    <a:pt x="21089" y="56503"/>
                    <a:pt x="20911" y="56406"/>
                  </a:cubicBezTo>
                  <a:cubicBezTo>
                    <a:pt x="20905" y="56411"/>
                    <a:pt x="20898" y="56413"/>
                    <a:pt x="20890" y="56413"/>
                  </a:cubicBezTo>
                  <a:cubicBezTo>
                    <a:pt x="20834" y="56413"/>
                    <a:pt x="20738" y="56296"/>
                    <a:pt x="20781" y="56260"/>
                  </a:cubicBezTo>
                  <a:cubicBezTo>
                    <a:pt x="20822" y="56228"/>
                    <a:pt x="20700" y="56082"/>
                    <a:pt x="20578" y="55936"/>
                  </a:cubicBezTo>
                  <a:cubicBezTo>
                    <a:pt x="20416" y="55822"/>
                    <a:pt x="20457" y="55790"/>
                    <a:pt x="20505" y="55749"/>
                  </a:cubicBezTo>
                  <a:lnTo>
                    <a:pt x="20505" y="55749"/>
                  </a:lnTo>
                  <a:cubicBezTo>
                    <a:pt x="20543" y="55772"/>
                    <a:pt x="20566" y="55783"/>
                    <a:pt x="20577" y="55783"/>
                  </a:cubicBezTo>
                  <a:cubicBezTo>
                    <a:pt x="20616" y="55783"/>
                    <a:pt x="20501" y="55645"/>
                    <a:pt x="20311" y="55417"/>
                  </a:cubicBezTo>
                  <a:cubicBezTo>
                    <a:pt x="20141" y="55311"/>
                    <a:pt x="19662" y="54720"/>
                    <a:pt x="19297" y="54282"/>
                  </a:cubicBezTo>
                  <a:cubicBezTo>
                    <a:pt x="18689" y="53552"/>
                    <a:pt x="18535" y="53422"/>
                    <a:pt x="18211" y="53187"/>
                  </a:cubicBezTo>
                  <a:lnTo>
                    <a:pt x="18000" y="53106"/>
                  </a:lnTo>
                  <a:lnTo>
                    <a:pt x="18097" y="53033"/>
                  </a:lnTo>
                  <a:cubicBezTo>
                    <a:pt x="18146" y="53001"/>
                    <a:pt x="18130" y="52774"/>
                    <a:pt x="18130" y="52774"/>
                  </a:cubicBezTo>
                  <a:cubicBezTo>
                    <a:pt x="18067" y="52688"/>
                    <a:pt x="18023" y="52662"/>
                    <a:pt x="17989" y="52662"/>
                  </a:cubicBezTo>
                  <a:cubicBezTo>
                    <a:pt x="17962" y="52662"/>
                    <a:pt x="17941" y="52678"/>
                    <a:pt x="17919" y="52693"/>
                  </a:cubicBezTo>
                  <a:cubicBezTo>
                    <a:pt x="17915" y="52695"/>
                    <a:pt x="17910" y="52697"/>
                    <a:pt x="17905" y="52697"/>
                  </a:cubicBezTo>
                  <a:cubicBezTo>
                    <a:pt x="17850" y="52697"/>
                    <a:pt x="17742" y="52541"/>
                    <a:pt x="17587" y="52231"/>
                  </a:cubicBezTo>
                  <a:cubicBezTo>
                    <a:pt x="17408" y="51890"/>
                    <a:pt x="17295" y="51736"/>
                    <a:pt x="17133" y="51614"/>
                  </a:cubicBezTo>
                  <a:cubicBezTo>
                    <a:pt x="17011" y="51468"/>
                    <a:pt x="16914" y="51306"/>
                    <a:pt x="16841" y="51128"/>
                  </a:cubicBezTo>
                  <a:cubicBezTo>
                    <a:pt x="16763" y="51022"/>
                    <a:pt x="16738" y="50989"/>
                    <a:pt x="16715" y="50989"/>
                  </a:cubicBezTo>
                  <a:cubicBezTo>
                    <a:pt x="16704" y="50989"/>
                    <a:pt x="16694" y="50996"/>
                    <a:pt x="16679" y="51006"/>
                  </a:cubicBezTo>
                  <a:cubicBezTo>
                    <a:pt x="16674" y="51009"/>
                    <a:pt x="16669" y="51011"/>
                    <a:pt x="16664" y="51011"/>
                  </a:cubicBezTo>
                  <a:cubicBezTo>
                    <a:pt x="16609" y="51011"/>
                    <a:pt x="16504" y="50867"/>
                    <a:pt x="16460" y="50690"/>
                  </a:cubicBezTo>
                  <a:cubicBezTo>
                    <a:pt x="16452" y="50478"/>
                    <a:pt x="16156" y="50024"/>
                    <a:pt x="16092" y="50024"/>
                  </a:cubicBezTo>
                  <a:cubicBezTo>
                    <a:pt x="16090" y="50024"/>
                    <a:pt x="16088" y="50024"/>
                    <a:pt x="16087" y="50025"/>
                  </a:cubicBezTo>
                  <a:cubicBezTo>
                    <a:pt x="16082" y="50028"/>
                    <a:pt x="16076" y="50030"/>
                    <a:pt x="16070" y="50030"/>
                  </a:cubicBezTo>
                  <a:cubicBezTo>
                    <a:pt x="16011" y="50030"/>
                    <a:pt x="15915" y="49889"/>
                    <a:pt x="15819" y="49741"/>
                  </a:cubicBezTo>
                  <a:cubicBezTo>
                    <a:pt x="15722" y="49579"/>
                    <a:pt x="15600" y="49425"/>
                    <a:pt x="15454" y="49304"/>
                  </a:cubicBezTo>
                  <a:lnTo>
                    <a:pt x="15244" y="48987"/>
                  </a:lnTo>
                  <a:cubicBezTo>
                    <a:pt x="15206" y="48934"/>
                    <a:pt x="15199" y="48913"/>
                    <a:pt x="15209" y="48913"/>
                  </a:cubicBezTo>
                  <a:cubicBezTo>
                    <a:pt x="15230" y="48913"/>
                    <a:pt x="15327" y="49005"/>
                    <a:pt x="15398" y="49109"/>
                  </a:cubicBezTo>
                  <a:lnTo>
                    <a:pt x="15341" y="48923"/>
                  </a:lnTo>
                  <a:cubicBezTo>
                    <a:pt x="15130" y="48606"/>
                    <a:pt x="15025" y="48444"/>
                    <a:pt x="14871" y="48323"/>
                  </a:cubicBezTo>
                  <a:cubicBezTo>
                    <a:pt x="14660" y="48225"/>
                    <a:pt x="14660" y="48225"/>
                    <a:pt x="14757" y="48160"/>
                  </a:cubicBezTo>
                  <a:cubicBezTo>
                    <a:pt x="14814" y="48128"/>
                    <a:pt x="14757" y="47942"/>
                    <a:pt x="14603" y="47812"/>
                  </a:cubicBezTo>
                  <a:cubicBezTo>
                    <a:pt x="14400" y="47715"/>
                    <a:pt x="14352" y="47520"/>
                    <a:pt x="14400" y="47487"/>
                  </a:cubicBezTo>
                  <a:lnTo>
                    <a:pt x="14400" y="47487"/>
                  </a:lnTo>
                  <a:cubicBezTo>
                    <a:pt x="14460" y="47516"/>
                    <a:pt x="14502" y="47537"/>
                    <a:pt x="14519" y="47537"/>
                  </a:cubicBezTo>
                  <a:cubicBezTo>
                    <a:pt x="14560" y="47537"/>
                    <a:pt x="14457" y="47418"/>
                    <a:pt x="14108" y="47001"/>
                  </a:cubicBezTo>
                  <a:cubicBezTo>
                    <a:pt x="13906" y="46677"/>
                    <a:pt x="13460" y="46052"/>
                    <a:pt x="13160" y="45566"/>
                  </a:cubicBezTo>
                  <a:cubicBezTo>
                    <a:pt x="12763" y="44917"/>
                    <a:pt x="12576" y="44585"/>
                    <a:pt x="12544" y="44390"/>
                  </a:cubicBezTo>
                  <a:cubicBezTo>
                    <a:pt x="12555" y="44384"/>
                    <a:pt x="12564" y="44375"/>
                    <a:pt x="12571" y="44366"/>
                  </a:cubicBezTo>
                  <a:lnTo>
                    <a:pt x="12571" y="44366"/>
                  </a:lnTo>
                  <a:cubicBezTo>
                    <a:pt x="12565" y="44368"/>
                    <a:pt x="12559" y="44369"/>
                    <a:pt x="12553" y="44369"/>
                  </a:cubicBezTo>
                  <a:cubicBezTo>
                    <a:pt x="12462" y="44369"/>
                    <a:pt x="12363" y="44190"/>
                    <a:pt x="12122" y="43750"/>
                  </a:cubicBezTo>
                  <a:cubicBezTo>
                    <a:pt x="11895" y="43223"/>
                    <a:pt x="11660" y="42915"/>
                    <a:pt x="11514" y="42777"/>
                  </a:cubicBezTo>
                  <a:lnTo>
                    <a:pt x="11514" y="42777"/>
                  </a:lnTo>
                  <a:lnTo>
                    <a:pt x="11700" y="43109"/>
                  </a:lnTo>
                  <a:cubicBezTo>
                    <a:pt x="11687" y="43116"/>
                    <a:pt x="11674" y="43120"/>
                    <a:pt x="11661" y="43120"/>
                  </a:cubicBezTo>
                  <a:cubicBezTo>
                    <a:pt x="11570" y="43120"/>
                    <a:pt x="11481" y="42951"/>
                    <a:pt x="11368" y="42639"/>
                  </a:cubicBezTo>
                  <a:cubicBezTo>
                    <a:pt x="11279" y="42469"/>
                    <a:pt x="11336" y="42444"/>
                    <a:pt x="11384" y="42412"/>
                  </a:cubicBezTo>
                  <a:cubicBezTo>
                    <a:pt x="11441" y="42388"/>
                    <a:pt x="11400" y="42193"/>
                    <a:pt x="11311" y="42031"/>
                  </a:cubicBezTo>
                  <a:cubicBezTo>
                    <a:pt x="11245" y="41915"/>
                    <a:pt x="11182" y="41798"/>
                    <a:pt x="11162" y="41798"/>
                  </a:cubicBezTo>
                  <a:cubicBezTo>
                    <a:pt x="11153" y="41798"/>
                    <a:pt x="11152" y="41823"/>
                    <a:pt x="11165" y="41885"/>
                  </a:cubicBezTo>
                  <a:cubicBezTo>
                    <a:pt x="11148" y="41895"/>
                    <a:pt x="11136" y="41902"/>
                    <a:pt x="11125" y="41902"/>
                  </a:cubicBezTo>
                  <a:cubicBezTo>
                    <a:pt x="11100" y="41902"/>
                    <a:pt x="11081" y="41866"/>
                    <a:pt x="11019" y="41747"/>
                  </a:cubicBezTo>
                  <a:cubicBezTo>
                    <a:pt x="10938" y="41577"/>
                    <a:pt x="10833" y="41407"/>
                    <a:pt x="10703" y="41261"/>
                  </a:cubicBezTo>
                  <a:cubicBezTo>
                    <a:pt x="10699" y="41263"/>
                    <a:pt x="10695" y="41265"/>
                    <a:pt x="10690" y="41265"/>
                  </a:cubicBezTo>
                  <a:cubicBezTo>
                    <a:pt x="10640" y="41265"/>
                    <a:pt x="10559" y="41109"/>
                    <a:pt x="10484" y="40953"/>
                  </a:cubicBezTo>
                  <a:cubicBezTo>
                    <a:pt x="10436" y="40766"/>
                    <a:pt x="10371" y="40580"/>
                    <a:pt x="10282" y="40409"/>
                  </a:cubicBezTo>
                  <a:lnTo>
                    <a:pt x="10338" y="40385"/>
                  </a:lnTo>
                  <a:cubicBezTo>
                    <a:pt x="10387" y="40361"/>
                    <a:pt x="10363" y="40166"/>
                    <a:pt x="10363" y="40166"/>
                  </a:cubicBezTo>
                  <a:cubicBezTo>
                    <a:pt x="10293" y="40034"/>
                    <a:pt x="10244" y="40019"/>
                    <a:pt x="10225" y="40019"/>
                  </a:cubicBezTo>
                  <a:cubicBezTo>
                    <a:pt x="10219" y="40019"/>
                    <a:pt x="10217" y="40020"/>
                    <a:pt x="10217" y="40020"/>
                  </a:cubicBezTo>
                  <a:cubicBezTo>
                    <a:pt x="10217" y="40020"/>
                    <a:pt x="10216" y="40020"/>
                    <a:pt x="10216" y="40020"/>
                  </a:cubicBezTo>
                  <a:cubicBezTo>
                    <a:pt x="10204" y="40020"/>
                    <a:pt x="10068" y="39771"/>
                    <a:pt x="9868" y="39388"/>
                  </a:cubicBezTo>
                  <a:cubicBezTo>
                    <a:pt x="9673" y="38999"/>
                    <a:pt x="9382" y="38480"/>
                    <a:pt x="9146" y="37920"/>
                  </a:cubicBezTo>
                  <a:lnTo>
                    <a:pt x="8003" y="35383"/>
                  </a:lnTo>
                  <a:cubicBezTo>
                    <a:pt x="7914" y="35072"/>
                    <a:pt x="7760" y="34633"/>
                    <a:pt x="7720" y="34633"/>
                  </a:cubicBezTo>
                  <a:cubicBezTo>
                    <a:pt x="7714" y="34633"/>
                    <a:pt x="7710" y="34647"/>
                    <a:pt x="7711" y="34677"/>
                  </a:cubicBezTo>
                  <a:cubicBezTo>
                    <a:pt x="7711" y="34678"/>
                    <a:pt x="7710" y="34678"/>
                    <a:pt x="7709" y="34678"/>
                  </a:cubicBezTo>
                  <a:cubicBezTo>
                    <a:pt x="7645" y="34678"/>
                    <a:pt x="7292" y="33804"/>
                    <a:pt x="6876" y="32756"/>
                  </a:cubicBezTo>
                  <a:cubicBezTo>
                    <a:pt x="6372" y="31539"/>
                    <a:pt x="6097" y="30631"/>
                    <a:pt x="6028" y="30631"/>
                  </a:cubicBezTo>
                  <a:cubicBezTo>
                    <a:pt x="6027" y="30631"/>
                    <a:pt x="6026" y="30631"/>
                    <a:pt x="6025" y="30632"/>
                  </a:cubicBezTo>
                  <a:lnTo>
                    <a:pt x="5830" y="30088"/>
                  </a:lnTo>
                  <a:cubicBezTo>
                    <a:pt x="5709" y="29732"/>
                    <a:pt x="5522" y="29391"/>
                    <a:pt x="5457" y="29213"/>
                  </a:cubicBezTo>
                  <a:cubicBezTo>
                    <a:pt x="5370" y="29096"/>
                    <a:pt x="5312" y="28970"/>
                    <a:pt x="5332" y="28970"/>
                  </a:cubicBezTo>
                  <a:cubicBezTo>
                    <a:pt x="5339" y="28970"/>
                    <a:pt x="5359" y="28989"/>
                    <a:pt x="5393" y="29034"/>
                  </a:cubicBezTo>
                  <a:cubicBezTo>
                    <a:pt x="5449" y="29010"/>
                    <a:pt x="5506" y="28994"/>
                    <a:pt x="5441" y="28815"/>
                  </a:cubicBezTo>
                  <a:cubicBezTo>
                    <a:pt x="5345" y="28533"/>
                    <a:pt x="5289" y="28484"/>
                    <a:pt x="5242" y="28484"/>
                  </a:cubicBezTo>
                  <a:cubicBezTo>
                    <a:pt x="5230" y="28484"/>
                    <a:pt x="5218" y="28488"/>
                    <a:pt x="5206" y="28491"/>
                  </a:cubicBezTo>
                  <a:cubicBezTo>
                    <a:pt x="5204" y="28492"/>
                    <a:pt x="5201" y="28492"/>
                    <a:pt x="5199" y="28492"/>
                  </a:cubicBezTo>
                  <a:cubicBezTo>
                    <a:pt x="5144" y="28492"/>
                    <a:pt x="5084" y="28329"/>
                    <a:pt x="5084" y="28329"/>
                  </a:cubicBezTo>
                  <a:cubicBezTo>
                    <a:pt x="5028" y="28142"/>
                    <a:pt x="5028" y="28142"/>
                    <a:pt x="5084" y="28126"/>
                  </a:cubicBezTo>
                  <a:lnTo>
                    <a:pt x="5198" y="28094"/>
                  </a:lnTo>
                  <a:lnTo>
                    <a:pt x="5141" y="27907"/>
                  </a:lnTo>
                  <a:cubicBezTo>
                    <a:pt x="5138" y="27909"/>
                    <a:pt x="5134" y="27910"/>
                    <a:pt x="5131" y="27910"/>
                  </a:cubicBezTo>
                  <a:cubicBezTo>
                    <a:pt x="5078" y="27910"/>
                    <a:pt x="5028" y="27745"/>
                    <a:pt x="5028" y="27745"/>
                  </a:cubicBezTo>
                  <a:cubicBezTo>
                    <a:pt x="4979" y="27567"/>
                    <a:pt x="4979" y="27567"/>
                    <a:pt x="5093" y="27526"/>
                  </a:cubicBezTo>
                  <a:cubicBezTo>
                    <a:pt x="5206" y="27494"/>
                    <a:pt x="5149" y="27315"/>
                    <a:pt x="4979" y="27170"/>
                  </a:cubicBezTo>
                  <a:lnTo>
                    <a:pt x="4809" y="26821"/>
                  </a:lnTo>
                  <a:cubicBezTo>
                    <a:pt x="4866" y="26602"/>
                    <a:pt x="4639" y="26270"/>
                    <a:pt x="4525" y="26107"/>
                  </a:cubicBezTo>
                  <a:cubicBezTo>
                    <a:pt x="4590" y="25905"/>
                    <a:pt x="4525" y="25686"/>
                    <a:pt x="4355" y="25564"/>
                  </a:cubicBezTo>
                  <a:cubicBezTo>
                    <a:pt x="4354" y="25564"/>
                    <a:pt x="4352" y="25564"/>
                    <a:pt x="4351" y="25564"/>
                  </a:cubicBezTo>
                  <a:cubicBezTo>
                    <a:pt x="4296" y="25564"/>
                    <a:pt x="4241" y="25390"/>
                    <a:pt x="4241" y="25199"/>
                  </a:cubicBezTo>
                  <a:cubicBezTo>
                    <a:pt x="4241" y="24997"/>
                    <a:pt x="4193" y="24818"/>
                    <a:pt x="4095" y="24445"/>
                  </a:cubicBezTo>
                  <a:cubicBezTo>
                    <a:pt x="3990" y="24275"/>
                    <a:pt x="3641" y="22986"/>
                    <a:pt x="3252" y="21518"/>
                  </a:cubicBezTo>
                  <a:cubicBezTo>
                    <a:pt x="2872" y="19854"/>
                    <a:pt x="2630" y="18737"/>
                    <a:pt x="2564" y="18737"/>
                  </a:cubicBezTo>
                  <a:cubicBezTo>
                    <a:pt x="2563" y="18737"/>
                    <a:pt x="2563" y="18737"/>
                    <a:pt x="2563" y="18738"/>
                  </a:cubicBezTo>
                  <a:cubicBezTo>
                    <a:pt x="2531" y="18616"/>
                    <a:pt x="2522" y="18486"/>
                    <a:pt x="2539" y="18356"/>
                  </a:cubicBezTo>
                  <a:cubicBezTo>
                    <a:pt x="2604" y="18348"/>
                    <a:pt x="2555" y="18162"/>
                    <a:pt x="2401" y="17992"/>
                  </a:cubicBezTo>
                  <a:cubicBezTo>
                    <a:pt x="2295" y="17821"/>
                    <a:pt x="2239" y="17829"/>
                    <a:pt x="2360" y="17805"/>
                  </a:cubicBezTo>
                  <a:cubicBezTo>
                    <a:pt x="2417" y="17797"/>
                    <a:pt x="2352" y="17424"/>
                    <a:pt x="2214" y="16670"/>
                  </a:cubicBezTo>
                  <a:cubicBezTo>
                    <a:pt x="2109" y="16114"/>
                    <a:pt x="1973" y="15373"/>
                    <a:pt x="1915" y="15373"/>
                  </a:cubicBezTo>
                  <a:cubicBezTo>
                    <a:pt x="1915" y="15373"/>
                    <a:pt x="1915" y="15373"/>
                    <a:pt x="1914" y="15373"/>
                  </a:cubicBezTo>
                  <a:cubicBezTo>
                    <a:pt x="1838" y="15152"/>
                    <a:pt x="1806" y="15062"/>
                    <a:pt x="1814" y="15062"/>
                  </a:cubicBezTo>
                  <a:cubicBezTo>
                    <a:pt x="1819" y="15062"/>
                    <a:pt x="1842" y="15105"/>
                    <a:pt x="1882" y="15178"/>
                  </a:cubicBezTo>
                  <a:cubicBezTo>
                    <a:pt x="1894" y="15192"/>
                    <a:pt x="1905" y="15199"/>
                    <a:pt x="1914" y="15199"/>
                  </a:cubicBezTo>
                  <a:cubicBezTo>
                    <a:pt x="2014" y="15199"/>
                    <a:pt x="1890" y="14363"/>
                    <a:pt x="1712" y="13857"/>
                  </a:cubicBezTo>
                  <a:cubicBezTo>
                    <a:pt x="1687" y="13670"/>
                    <a:pt x="1663" y="13484"/>
                    <a:pt x="1720" y="13476"/>
                  </a:cubicBezTo>
                  <a:cubicBezTo>
                    <a:pt x="1679" y="13159"/>
                    <a:pt x="1614" y="12843"/>
                    <a:pt x="1525" y="12535"/>
                  </a:cubicBezTo>
                  <a:cubicBezTo>
                    <a:pt x="1501" y="12349"/>
                    <a:pt x="1395" y="11595"/>
                    <a:pt x="1339" y="11214"/>
                  </a:cubicBezTo>
                  <a:cubicBezTo>
                    <a:pt x="1314" y="11027"/>
                    <a:pt x="1274" y="10841"/>
                    <a:pt x="1241" y="10703"/>
                  </a:cubicBezTo>
                  <a:lnTo>
                    <a:pt x="1185" y="10468"/>
                  </a:lnTo>
                  <a:cubicBezTo>
                    <a:pt x="1173" y="10336"/>
                    <a:pt x="1158" y="10200"/>
                    <a:pt x="1158" y="10200"/>
                  </a:cubicBezTo>
                  <a:lnTo>
                    <a:pt x="1158" y="10200"/>
                  </a:lnTo>
                  <a:cubicBezTo>
                    <a:pt x="1158" y="10200"/>
                    <a:pt x="1161" y="10224"/>
                    <a:pt x="1168" y="10281"/>
                  </a:cubicBezTo>
                  <a:cubicBezTo>
                    <a:pt x="1225" y="10273"/>
                    <a:pt x="1128" y="9324"/>
                    <a:pt x="998" y="7995"/>
                  </a:cubicBezTo>
                  <a:cubicBezTo>
                    <a:pt x="917" y="7338"/>
                    <a:pt x="877" y="6714"/>
                    <a:pt x="860" y="6243"/>
                  </a:cubicBezTo>
                  <a:cubicBezTo>
                    <a:pt x="844" y="5765"/>
                    <a:pt x="836" y="5433"/>
                    <a:pt x="860" y="5335"/>
                  </a:cubicBezTo>
                  <a:cubicBezTo>
                    <a:pt x="852" y="5206"/>
                    <a:pt x="820" y="5076"/>
                    <a:pt x="779" y="4954"/>
                  </a:cubicBezTo>
                  <a:cubicBezTo>
                    <a:pt x="658" y="4792"/>
                    <a:pt x="625" y="4581"/>
                    <a:pt x="682" y="4387"/>
                  </a:cubicBezTo>
                  <a:cubicBezTo>
                    <a:pt x="795" y="4192"/>
                    <a:pt x="739" y="3438"/>
                    <a:pt x="625" y="3244"/>
                  </a:cubicBezTo>
                  <a:lnTo>
                    <a:pt x="690" y="3244"/>
                  </a:lnTo>
                  <a:cubicBezTo>
                    <a:pt x="804" y="3049"/>
                    <a:pt x="731" y="2482"/>
                    <a:pt x="609" y="2295"/>
                  </a:cubicBezTo>
                  <a:cubicBezTo>
                    <a:pt x="666" y="2100"/>
                    <a:pt x="723" y="1914"/>
                    <a:pt x="658" y="1719"/>
                  </a:cubicBezTo>
                  <a:cubicBezTo>
                    <a:pt x="658" y="1533"/>
                    <a:pt x="658" y="1533"/>
                    <a:pt x="771" y="1533"/>
                  </a:cubicBezTo>
                  <a:cubicBezTo>
                    <a:pt x="836" y="1533"/>
                    <a:pt x="893" y="1533"/>
                    <a:pt x="893" y="1346"/>
                  </a:cubicBezTo>
                  <a:cubicBezTo>
                    <a:pt x="885" y="1152"/>
                    <a:pt x="828" y="1152"/>
                    <a:pt x="771" y="1152"/>
                  </a:cubicBezTo>
                  <a:cubicBezTo>
                    <a:pt x="771" y="1152"/>
                    <a:pt x="763" y="957"/>
                    <a:pt x="763" y="771"/>
                  </a:cubicBezTo>
                  <a:cubicBezTo>
                    <a:pt x="763" y="771"/>
                    <a:pt x="755" y="584"/>
                    <a:pt x="698" y="576"/>
                  </a:cubicBezTo>
                  <a:cubicBezTo>
                    <a:pt x="633" y="576"/>
                    <a:pt x="633" y="390"/>
                    <a:pt x="633" y="195"/>
                  </a:cubicBezTo>
                  <a:cubicBezTo>
                    <a:pt x="671" y="195"/>
                    <a:pt x="655" y="112"/>
                    <a:pt x="623" y="112"/>
                  </a:cubicBezTo>
                  <a:cubicBezTo>
                    <a:pt x="607" y="112"/>
                    <a:pt x="587" y="133"/>
                    <a:pt x="568" y="195"/>
                  </a:cubicBezTo>
                  <a:cubicBezTo>
                    <a:pt x="512" y="195"/>
                    <a:pt x="447" y="195"/>
                    <a:pt x="447" y="1"/>
                  </a:cubicBezTo>
                  <a:lnTo>
                    <a:pt x="325" y="1"/>
                  </a:lnTo>
                  <a:cubicBezTo>
                    <a:pt x="320" y="1"/>
                    <a:pt x="316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2"/>
            <p:cNvSpPr/>
            <p:nvPr/>
          </p:nvSpPr>
          <p:spPr>
            <a:xfrm>
              <a:off x="5739074" y="2932918"/>
              <a:ext cx="315446" cy="481857"/>
            </a:xfrm>
            <a:custGeom>
              <a:avLst/>
              <a:gdLst/>
              <a:ahLst/>
              <a:cxnLst/>
              <a:rect l="l" t="t" r="r" b="b"/>
              <a:pathLst>
                <a:path w="18300" h="27954" extrusionOk="0">
                  <a:moveTo>
                    <a:pt x="868" y="547"/>
                  </a:moveTo>
                  <a:cubicBezTo>
                    <a:pt x="894" y="547"/>
                    <a:pt x="907" y="570"/>
                    <a:pt x="924" y="593"/>
                  </a:cubicBezTo>
                  <a:cubicBezTo>
                    <a:pt x="949" y="625"/>
                    <a:pt x="949" y="625"/>
                    <a:pt x="892" y="658"/>
                  </a:cubicBezTo>
                  <a:cubicBezTo>
                    <a:pt x="892" y="658"/>
                    <a:pt x="827" y="658"/>
                    <a:pt x="803" y="625"/>
                  </a:cubicBezTo>
                  <a:lnTo>
                    <a:pt x="827" y="560"/>
                  </a:lnTo>
                  <a:cubicBezTo>
                    <a:pt x="844" y="551"/>
                    <a:pt x="857" y="547"/>
                    <a:pt x="868" y="547"/>
                  </a:cubicBezTo>
                  <a:close/>
                  <a:moveTo>
                    <a:pt x="1451" y="844"/>
                  </a:moveTo>
                  <a:lnTo>
                    <a:pt x="1427" y="909"/>
                  </a:lnTo>
                  <a:lnTo>
                    <a:pt x="1443" y="941"/>
                  </a:lnTo>
                  <a:cubicBezTo>
                    <a:pt x="1492" y="909"/>
                    <a:pt x="1492" y="909"/>
                    <a:pt x="1476" y="877"/>
                  </a:cubicBezTo>
                  <a:lnTo>
                    <a:pt x="1451" y="844"/>
                  </a:lnTo>
                  <a:close/>
                  <a:moveTo>
                    <a:pt x="114" y="998"/>
                  </a:moveTo>
                  <a:cubicBezTo>
                    <a:pt x="73" y="998"/>
                    <a:pt x="33" y="1014"/>
                    <a:pt x="0" y="1039"/>
                  </a:cubicBezTo>
                  <a:lnTo>
                    <a:pt x="16" y="1063"/>
                  </a:lnTo>
                  <a:cubicBezTo>
                    <a:pt x="23" y="1073"/>
                    <a:pt x="33" y="1077"/>
                    <a:pt x="43" y="1077"/>
                  </a:cubicBezTo>
                  <a:cubicBezTo>
                    <a:pt x="69" y="1077"/>
                    <a:pt x="104" y="1054"/>
                    <a:pt x="138" y="1031"/>
                  </a:cubicBezTo>
                  <a:lnTo>
                    <a:pt x="114" y="998"/>
                  </a:lnTo>
                  <a:close/>
                  <a:moveTo>
                    <a:pt x="1119" y="897"/>
                  </a:moveTo>
                  <a:cubicBezTo>
                    <a:pt x="1132" y="897"/>
                    <a:pt x="1142" y="913"/>
                    <a:pt x="1160" y="941"/>
                  </a:cubicBezTo>
                  <a:cubicBezTo>
                    <a:pt x="1184" y="974"/>
                    <a:pt x="1208" y="1006"/>
                    <a:pt x="1151" y="1047"/>
                  </a:cubicBezTo>
                  <a:lnTo>
                    <a:pt x="1135" y="1014"/>
                  </a:lnTo>
                  <a:cubicBezTo>
                    <a:pt x="1155" y="998"/>
                    <a:pt x="1155" y="990"/>
                    <a:pt x="1146" y="990"/>
                  </a:cubicBezTo>
                  <a:cubicBezTo>
                    <a:pt x="1133" y="990"/>
                    <a:pt x="1101" y="1008"/>
                    <a:pt x="1087" y="1047"/>
                  </a:cubicBezTo>
                  <a:lnTo>
                    <a:pt x="981" y="1112"/>
                  </a:lnTo>
                  <a:cubicBezTo>
                    <a:pt x="965" y="1079"/>
                    <a:pt x="989" y="1014"/>
                    <a:pt x="1038" y="982"/>
                  </a:cubicBezTo>
                  <a:cubicBezTo>
                    <a:pt x="1083" y="923"/>
                    <a:pt x="1103" y="897"/>
                    <a:pt x="1119" y="897"/>
                  </a:cubicBezTo>
                  <a:close/>
                  <a:moveTo>
                    <a:pt x="2163" y="2874"/>
                  </a:moveTo>
                  <a:cubicBezTo>
                    <a:pt x="2200" y="2874"/>
                    <a:pt x="2236" y="2889"/>
                    <a:pt x="2262" y="2920"/>
                  </a:cubicBezTo>
                  <a:cubicBezTo>
                    <a:pt x="2279" y="2943"/>
                    <a:pt x="2260" y="2966"/>
                    <a:pt x="2213" y="2966"/>
                  </a:cubicBezTo>
                  <a:cubicBezTo>
                    <a:pt x="2193" y="2966"/>
                    <a:pt x="2169" y="2962"/>
                    <a:pt x="2141" y="2952"/>
                  </a:cubicBezTo>
                  <a:lnTo>
                    <a:pt x="2100" y="2887"/>
                  </a:lnTo>
                  <a:cubicBezTo>
                    <a:pt x="2120" y="2879"/>
                    <a:pt x="2142" y="2874"/>
                    <a:pt x="2163" y="2874"/>
                  </a:cubicBezTo>
                  <a:close/>
                  <a:moveTo>
                    <a:pt x="2239" y="3095"/>
                  </a:moveTo>
                  <a:cubicBezTo>
                    <a:pt x="2220" y="3095"/>
                    <a:pt x="2199" y="3102"/>
                    <a:pt x="2181" y="3114"/>
                  </a:cubicBezTo>
                  <a:cubicBezTo>
                    <a:pt x="2132" y="3147"/>
                    <a:pt x="2149" y="3179"/>
                    <a:pt x="2189" y="3244"/>
                  </a:cubicBezTo>
                  <a:cubicBezTo>
                    <a:pt x="2214" y="3276"/>
                    <a:pt x="2287" y="3276"/>
                    <a:pt x="2287" y="3276"/>
                  </a:cubicBezTo>
                  <a:cubicBezTo>
                    <a:pt x="2335" y="3244"/>
                    <a:pt x="2311" y="3212"/>
                    <a:pt x="2295" y="3179"/>
                  </a:cubicBezTo>
                  <a:cubicBezTo>
                    <a:pt x="2300" y="3118"/>
                    <a:pt x="2272" y="3095"/>
                    <a:pt x="2239" y="3095"/>
                  </a:cubicBezTo>
                  <a:close/>
                  <a:moveTo>
                    <a:pt x="3483" y="4260"/>
                  </a:moveTo>
                  <a:cubicBezTo>
                    <a:pt x="3508" y="4260"/>
                    <a:pt x="3524" y="4283"/>
                    <a:pt x="3535" y="4306"/>
                  </a:cubicBezTo>
                  <a:lnTo>
                    <a:pt x="3486" y="4339"/>
                  </a:lnTo>
                  <a:lnTo>
                    <a:pt x="3413" y="4339"/>
                  </a:lnTo>
                  <a:lnTo>
                    <a:pt x="3446" y="4274"/>
                  </a:lnTo>
                  <a:cubicBezTo>
                    <a:pt x="3460" y="4264"/>
                    <a:pt x="3472" y="4260"/>
                    <a:pt x="3483" y="4260"/>
                  </a:cubicBezTo>
                  <a:close/>
                  <a:moveTo>
                    <a:pt x="3547" y="4512"/>
                  </a:moveTo>
                  <a:cubicBezTo>
                    <a:pt x="3575" y="4512"/>
                    <a:pt x="3552" y="4528"/>
                    <a:pt x="3495" y="4566"/>
                  </a:cubicBezTo>
                  <a:cubicBezTo>
                    <a:pt x="3455" y="4599"/>
                    <a:pt x="3408" y="4617"/>
                    <a:pt x="3362" y="4617"/>
                  </a:cubicBezTo>
                  <a:cubicBezTo>
                    <a:pt x="3341" y="4617"/>
                    <a:pt x="3320" y="4614"/>
                    <a:pt x="3300" y="4606"/>
                  </a:cubicBezTo>
                  <a:lnTo>
                    <a:pt x="3259" y="4541"/>
                  </a:lnTo>
                  <a:lnTo>
                    <a:pt x="3405" y="4533"/>
                  </a:lnTo>
                  <a:cubicBezTo>
                    <a:pt x="3483" y="4520"/>
                    <a:pt x="3528" y="4512"/>
                    <a:pt x="3547" y="4512"/>
                  </a:cubicBezTo>
                  <a:close/>
                  <a:moveTo>
                    <a:pt x="4143" y="5117"/>
                  </a:moveTo>
                  <a:lnTo>
                    <a:pt x="4143" y="5117"/>
                  </a:lnTo>
                  <a:cubicBezTo>
                    <a:pt x="4232" y="5149"/>
                    <a:pt x="4232" y="5149"/>
                    <a:pt x="4111" y="5182"/>
                  </a:cubicBezTo>
                  <a:lnTo>
                    <a:pt x="3973" y="5182"/>
                  </a:lnTo>
                  <a:cubicBezTo>
                    <a:pt x="3949" y="5149"/>
                    <a:pt x="4022" y="5149"/>
                    <a:pt x="4143" y="5117"/>
                  </a:cubicBezTo>
                  <a:close/>
                  <a:moveTo>
                    <a:pt x="4111" y="5514"/>
                  </a:moveTo>
                  <a:lnTo>
                    <a:pt x="4135" y="5547"/>
                  </a:lnTo>
                  <a:cubicBezTo>
                    <a:pt x="4101" y="5570"/>
                    <a:pt x="4062" y="5593"/>
                    <a:pt x="4037" y="5593"/>
                  </a:cubicBezTo>
                  <a:cubicBezTo>
                    <a:pt x="4026" y="5593"/>
                    <a:pt x="4018" y="5589"/>
                    <a:pt x="4013" y="5579"/>
                  </a:cubicBezTo>
                  <a:lnTo>
                    <a:pt x="3989" y="5547"/>
                  </a:lnTo>
                  <a:cubicBezTo>
                    <a:pt x="4030" y="5522"/>
                    <a:pt x="4070" y="5514"/>
                    <a:pt x="4111" y="5514"/>
                  </a:cubicBezTo>
                  <a:close/>
                  <a:moveTo>
                    <a:pt x="4784" y="5668"/>
                  </a:moveTo>
                  <a:lnTo>
                    <a:pt x="4686" y="5733"/>
                  </a:lnTo>
                  <a:lnTo>
                    <a:pt x="4735" y="5701"/>
                  </a:lnTo>
                  <a:lnTo>
                    <a:pt x="4784" y="5668"/>
                  </a:lnTo>
                  <a:close/>
                  <a:moveTo>
                    <a:pt x="4318" y="6247"/>
                  </a:moveTo>
                  <a:cubicBezTo>
                    <a:pt x="4339" y="6247"/>
                    <a:pt x="4391" y="6270"/>
                    <a:pt x="4403" y="6293"/>
                  </a:cubicBezTo>
                  <a:lnTo>
                    <a:pt x="4354" y="6325"/>
                  </a:lnTo>
                  <a:cubicBezTo>
                    <a:pt x="4338" y="6293"/>
                    <a:pt x="4265" y="6293"/>
                    <a:pt x="4313" y="6260"/>
                  </a:cubicBezTo>
                  <a:cubicBezTo>
                    <a:pt x="4306" y="6251"/>
                    <a:pt x="4310" y="6247"/>
                    <a:pt x="4318" y="6247"/>
                  </a:cubicBezTo>
                  <a:close/>
                  <a:moveTo>
                    <a:pt x="4830" y="6312"/>
                  </a:moveTo>
                  <a:cubicBezTo>
                    <a:pt x="4840" y="6312"/>
                    <a:pt x="4850" y="6315"/>
                    <a:pt x="4857" y="6325"/>
                  </a:cubicBezTo>
                  <a:cubicBezTo>
                    <a:pt x="4922" y="6325"/>
                    <a:pt x="4897" y="6390"/>
                    <a:pt x="4776" y="6422"/>
                  </a:cubicBezTo>
                  <a:lnTo>
                    <a:pt x="4735" y="6357"/>
                  </a:lnTo>
                  <a:cubicBezTo>
                    <a:pt x="4769" y="6334"/>
                    <a:pt x="4804" y="6312"/>
                    <a:pt x="4830" y="6312"/>
                  </a:cubicBezTo>
                  <a:close/>
                  <a:moveTo>
                    <a:pt x="5027" y="6584"/>
                  </a:moveTo>
                  <a:lnTo>
                    <a:pt x="5043" y="6617"/>
                  </a:lnTo>
                  <a:cubicBezTo>
                    <a:pt x="5067" y="6649"/>
                    <a:pt x="5067" y="6649"/>
                    <a:pt x="5019" y="6682"/>
                  </a:cubicBezTo>
                  <a:lnTo>
                    <a:pt x="4994" y="6649"/>
                  </a:lnTo>
                  <a:lnTo>
                    <a:pt x="5027" y="6584"/>
                  </a:lnTo>
                  <a:close/>
                  <a:moveTo>
                    <a:pt x="5408" y="6844"/>
                  </a:moveTo>
                  <a:cubicBezTo>
                    <a:pt x="5367" y="6868"/>
                    <a:pt x="5343" y="6901"/>
                    <a:pt x="5327" y="6941"/>
                  </a:cubicBezTo>
                  <a:cubicBezTo>
                    <a:pt x="5332" y="6952"/>
                    <a:pt x="5342" y="6956"/>
                    <a:pt x="5353" y="6956"/>
                  </a:cubicBezTo>
                  <a:cubicBezTo>
                    <a:pt x="5375" y="6956"/>
                    <a:pt x="5400" y="6941"/>
                    <a:pt x="5400" y="6941"/>
                  </a:cubicBezTo>
                  <a:cubicBezTo>
                    <a:pt x="5400" y="6941"/>
                    <a:pt x="5449" y="6909"/>
                    <a:pt x="5424" y="6876"/>
                  </a:cubicBezTo>
                  <a:lnTo>
                    <a:pt x="5408" y="6844"/>
                  </a:lnTo>
                  <a:close/>
                  <a:moveTo>
                    <a:pt x="6114" y="7184"/>
                  </a:moveTo>
                  <a:cubicBezTo>
                    <a:pt x="6105" y="7184"/>
                    <a:pt x="6097" y="7201"/>
                    <a:pt x="6081" y="7233"/>
                  </a:cubicBezTo>
                  <a:lnTo>
                    <a:pt x="6121" y="7298"/>
                  </a:lnTo>
                  <a:cubicBezTo>
                    <a:pt x="6178" y="7265"/>
                    <a:pt x="6178" y="7265"/>
                    <a:pt x="6154" y="7233"/>
                  </a:cubicBezTo>
                  <a:cubicBezTo>
                    <a:pt x="6134" y="7201"/>
                    <a:pt x="6124" y="7184"/>
                    <a:pt x="6114" y="7184"/>
                  </a:cubicBezTo>
                  <a:close/>
                  <a:moveTo>
                    <a:pt x="5222" y="7251"/>
                  </a:moveTo>
                  <a:cubicBezTo>
                    <a:pt x="5243" y="7251"/>
                    <a:pt x="5254" y="7265"/>
                    <a:pt x="5254" y="7265"/>
                  </a:cubicBezTo>
                  <a:cubicBezTo>
                    <a:pt x="5270" y="7298"/>
                    <a:pt x="5294" y="7338"/>
                    <a:pt x="5246" y="7371"/>
                  </a:cubicBezTo>
                  <a:cubicBezTo>
                    <a:pt x="5246" y="7371"/>
                    <a:pt x="5224" y="7385"/>
                    <a:pt x="5203" y="7385"/>
                  </a:cubicBezTo>
                  <a:cubicBezTo>
                    <a:pt x="5192" y="7385"/>
                    <a:pt x="5181" y="7382"/>
                    <a:pt x="5173" y="7371"/>
                  </a:cubicBezTo>
                  <a:cubicBezTo>
                    <a:pt x="5149" y="7338"/>
                    <a:pt x="5181" y="7265"/>
                    <a:pt x="5181" y="7265"/>
                  </a:cubicBezTo>
                  <a:cubicBezTo>
                    <a:pt x="5197" y="7255"/>
                    <a:pt x="5211" y="7251"/>
                    <a:pt x="5222" y="7251"/>
                  </a:cubicBezTo>
                  <a:close/>
                  <a:moveTo>
                    <a:pt x="5612" y="7841"/>
                  </a:moveTo>
                  <a:cubicBezTo>
                    <a:pt x="5621" y="7841"/>
                    <a:pt x="5631" y="7857"/>
                    <a:pt x="5651" y="7890"/>
                  </a:cubicBezTo>
                  <a:cubicBezTo>
                    <a:pt x="5667" y="7922"/>
                    <a:pt x="5619" y="7955"/>
                    <a:pt x="5619" y="7955"/>
                  </a:cubicBezTo>
                  <a:cubicBezTo>
                    <a:pt x="5610" y="7961"/>
                    <a:pt x="5603" y="7963"/>
                    <a:pt x="5599" y="7963"/>
                  </a:cubicBezTo>
                  <a:cubicBezTo>
                    <a:pt x="5580" y="7963"/>
                    <a:pt x="5598" y="7916"/>
                    <a:pt x="5578" y="7890"/>
                  </a:cubicBezTo>
                  <a:cubicBezTo>
                    <a:pt x="5594" y="7857"/>
                    <a:pt x="5603" y="7841"/>
                    <a:pt x="5612" y="7841"/>
                  </a:cubicBezTo>
                  <a:close/>
                  <a:moveTo>
                    <a:pt x="4524" y="8344"/>
                  </a:moveTo>
                  <a:cubicBezTo>
                    <a:pt x="4484" y="8352"/>
                    <a:pt x="4435" y="8360"/>
                    <a:pt x="4403" y="8376"/>
                  </a:cubicBezTo>
                  <a:cubicBezTo>
                    <a:pt x="4369" y="8399"/>
                    <a:pt x="4366" y="8426"/>
                    <a:pt x="4410" y="8426"/>
                  </a:cubicBezTo>
                  <a:cubicBezTo>
                    <a:pt x="4428" y="8426"/>
                    <a:pt x="4455" y="8421"/>
                    <a:pt x="4492" y="8409"/>
                  </a:cubicBezTo>
                  <a:cubicBezTo>
                    <a:pt x="4540" y="8376"/>
                    <a:pt x="4540" y="8376"/>
                    <a:pt x="4524" y="8344"/>
                  </a:cubicBezTo>
                  <a:close/>
                  <a:moveTo>
                    <a:pt x="6119" y="8332"/>
                  </a:moveTo>
                  <a:cubicBezTo>
                    <a:pt x="6140" y="8332"/>
                    <a:pt x="6136" y="8368"/>
                    <a:pt x="6081" y="8441"/>
                  </a:cubicBezTo>
                  <a:cubicBezTo>
                    <a:pt x="6053" y="8457"/>
                    <a:pt x="6038" y="8465"/>
                    <a:pt x="6029" y="8465"/>
                  </a:cubicBezTo>
                  <a:cubicBezTo>
                    <a:pt x="6020" y="8465"/>
                    <a:pt x="6016" y="8457"/>
                    <a:pt x="6008" y="8441"/>
                  </a:cubicBezTo>
                  <a:cubicBezTo>
                    <a:pt x="6024" y="8409"/>
                    <a:pt x="6049" y="8376"/>
                    <a:pt x="6089" y="8344"/>
                  </a:cubicBezTo>
                  <a:cubicBezTo>
                    <a:pt x="6101" y="8336"/>
                    <a:pt x="6111" y="8332"/>
                    <a:pt x="6119" y="8332"/>
                  </a:cubicBezTo>
                  <a:close/>
                  <a:moveTo>
                    <a:pt x="6251" y="8611"/>
                  </a:moveTo>
                  <a:lnTo>
                    <a:pt x="6276" y="8644"/>
                  </a:lnTo>
                  <a:cubicBezTo>
                    <a:pt x="6241" y="8667"/>
                    <a:pt x="6207" y="8690"/>
                    <a:pt x="6181" y="8690"/>
                  </a:cubicBezTo>
                  <a:cubicBezTo>
                    <a:pt x="6170" y="8690"/>
                    <a:pt x="6161" y="8686"/>
                    <a:pt x="6154" y="8676"/>
                  </a:cubicBezTo>
                  <a:lnTo>
                    <a:pt x="6186" y="8611"/>
                  </a:lnTo>
                  <a:close/>
                  <a:moveTo>
                    <a:pt x="7508" y="10800"/>
                  </a:moveTo>
                  <a:lnTo>
                    <a:pt x="7524" y="10833"/>
                  </a:lnTo>
                  <a:cubicBezTo>
                    <a:pt x="7490" y="10856"/>
                    <a:pt x="7455" y="10879"/>
                    <a:pt x="7430" y="10879"/>
                  </a:cubicBezTo>
                  <a:cubicBezTo>
                    <a:pt x="7419" y="10879"/>
                    <a:pt x="7410" y="10875"/>
                    <a:pt x="7402" y="10865"/>
                  </a:cubicBezTo>
                  <a:lnTo>
                    <a:pt x="7435" y="10800"/>
                  </a:lnTo>
                  <a:close/>
                  <a:moveTo>
                    <a:pt x="8051" y="11563"/>
                  </a:moveTo>
                  <a:cubicBezTo>
                    <a:pt x="8067" y="11595"/>
                    <a:pt x="8067" y="11595"/>
                    <a:pt x="8019" y="11627"/>
                  </a:cubicBezTo>
                  <a:cubicBezTo>
                    <a:pt x="7986" y="11644"/>
                    <a:pt x="7938" y="11660"/>
                    <a:pt x="7897" y="11660"/>
                  </a:cubicBezTo>
                  <a:cubicBezTo>
                    <a:pt x="7881" y="11627"/>
                    <a:pt x="8002" y="11595"/>
                    <a:pt x="8051" y="11563"/>
                  </a:cubicBezTo>
                  <a:close/>
                  <a:moveTo>
                    <a:pt x="8756" y="11895"/>
                  </a:moveTo>
                  <a:lnTo>
                    <a:pt x="8773" y="11927"/>
                  </a:lnTo>
                  <a:cubicBezTo>
                    <a:pt x="8738" y="11950"/>
                    <a:pt x="8704" y="11973"/>
                    <a:pt x="8678" y="11973"/>
                  </a:cubicBezTo>
                  <a:cubicBezTo>
                    <a:pt x="8667" y="11973"/>
                    <a:pt x="8658" y="11969"/>
                    <a:pt x="8651" y="11960"/>
                  </a:cubicBezTo>
                  <a:lnTo>
                    <a:pt x="8635" y="11927"/>
                  </a:lnTo>
                  <a:cubicBezTo>
                    <a:pt x="8667" y="11903"/>
                    <a:pt x="8716" y="11895"/>
                    <a:pt x="8756" y="11895"/>
                  </a:cubicBezTo>
                  <a:close/>
                  <a:moveTo>
                    <a:pt x="8651" y="12511"/>
                  </a:moveTo>
                  <a:lnTo>
                    <a:pt x="8716" y="12519"/>
                  </a:lnTo>
                  <a:lnTo>
                    <a:pt x="8740" y="12552"/>
                  </a:lnTo>
                  <a:cubicBezTo>
                    <a:pt x="8708" y="12573"/>
                    <a:pt x="8672" y="12595"/>
                    <a:pt x="8647" y="12595"/>
                  </a:cubicBezTo>
                  <a:cubicBezTo>
                    <a:pt x="8634" y="12595"/>
                    <a:pt x="8624" y="12590"/>
                    <a:pt x="8619" y="12576"/>
                  </a:cubicBezTo>
                  <a:lnTo>
                    <a:pt x="8651" y="12511"/>
                  </a:lnTo>
                  <a:close/>
                  <a:moveTo>
                    <a:pt x="10096" y="14805"/>
                  </a:moveTo>
                  <a:cubicBezTo>
                    <a:pt x="10119" y="14805"/>
                    <a:pt x="10140" y="14815"/>
                    <a:pt x="10151" y="14830"/>
                  </a:cubicBezTo>
                  <a:cubicBezTo>
                    <a:pt x="10192" y="14895"/>
                    <a:pt x="10192" y="14895"/>
                    <a:pt x="10135" y="14927"/>
                  </a:cubicBezTo>
                  <a:cubicBezTo>
                    <a:pt x="10126" y="14933"/>
                    <a:pt x="10118" y="14935"/>
                    <a:pt x="10110" y="14935"/>
                  </a:cubicBezTo>
                  <a:cubicBezTo>
                    <a:pt x="10073" y="14935"/>
                    <a:pt x="10043" y="14881"/>
                    <a:pt x="10029" y="14854"/>
                  </a:cubicBezTo>
                  <a:cubicBezTo>
                    <a:pt x="10043" y="14819"/>
                    <a:pt x="10070" y="14805"/>
                    <a:pt x="10096" y="14805"/>
                  </a:cubicBezTo>
                  <a:close/>
                  <a:moveTo>
                    <a:pt x="11027" y="16152"/>
                  </a:moveTo>
                  <a:lnTo>
                    <a:pt x="11051" y="16184"/>
                  </a:lnTo>
                  <a:cubicBezTo>
                    <a:pt x="11011" y="16207"/>
                    <a:pt x="10975" y="16230"/>
                    <a:pt x="10951" y="16230"/>
                  </a:cubicBezTo>
                  <a:cubicBezTo>
                    <a:pt x="10942" y="16230"/>
                    <a:pt x="10934" y="16226"/>
                    <a:pt x="10929" y="16216"/>
                  </a:cubicBezTo>
                  <a:lnTo>
                    <a:pt x="10905" y="16184"/>
                  </a:lnTo>
                  <a:cubicBezTo>
                    <a:pt x="10946" y="16160"/>
                    <a:pt x="10986" y="16152"/>
                    <a:pt x="11027" y="16152"/>
                  </a:cubicBezTo>
                  <a:close/>
                  <a:moveTo>
                    <a:pt x="12984" y="18742"/>
                  </a:moveTo>
                  <a:cubicBezTo>
                    <a:pt x="13009" y="18742"/>
                    <a:pt x="13021" y="18762"/>
                    <a:pt x="13021" y="18762"/>
                  </a:cubicBezTo>
                  <a:cubicBezTo>
                    <a:pt x="13037" y="18795"/>
                    <a:pt x="13037" y="18795"/>
                    <a:pt x="12989" y="18827"/>
                  </a:cubicBezTo>
                  <a:cubicBezTo>
                    <a:pt x="12989" y="18827"/>
                    <a:pt x="12971" y="18836"/>
                    <a:pt x="12952" y="18836"/>
                  </a:cubicBezTo>
                  <a:cubicBezTo>
                    <a:pt x="12939" y="18836"/>
                    <a:pt x="12926" y="18832"/>
                    <a:pt x="12916" y="18819"/>
                  </a:cubicBezTo>
                  <a:lnTo>
                    <a:pt x="12948" y="18754"/>
                  </a:lnTo>
                  <a:cubicBezTo>
                    <a:pt x="12962" y="18745"/>
                    <a:pt x="12974" y="18742"/>
                    <a:pt x="12984" y="18742"/>
                  </a:cubicBezTo>
                  <a:close/>
                  <a:moveTo>
                    <a:pt x="13305" y="19127"/>
                  </a:moveTo>
                  <a:lnTo>
                    <a:pt x="13329" y="19160"/>
                  </a:lnTo>
                  <a:cubicBezTo>
                    <a:pt x="13295" y="19182"/>
                    <a:pt x="13256" y="19205"/>
                    <a:pt x="13231" y="19205"/>
                  </a:cubicBezTo>
                  <a:cubicBezTo>
                    <a:pt x="13221" y="19205"/>
                    <a:pt x="13212" y="19201"/>
                    <a:pt x="13208" y="19192"/>
                  </a:cubicBezTo>
                  <a:lnTo>
                    <a:pt x="13240" y="19127"/>
                  </a:lnTo>
                  <a:close/>
                  <a:moveTo>
                    <a:pt x="13049" y="19578"/>
                  </a:moveTo>
                  <a:cubicBezTo>
                    <a:pt x="13058" y="19578"/>
                    <a:pt x="13070" y="19579"/>
                    <a:pt x="13086" y="19581"/>
                  </a:cubicBezTo>
                  <a:cubicBezTo>
                    <a:pt x="13159" y="19581"/>
                    <a:pt x="13183" y="19614"/>
                    <a:pt x="13127" y="19646"/>
                  </a:cubicBezTo>
                  <a:cubicBezTo>
                    <a:pt x="13102" y="19662"/>
                    <a:pt x="13090" y="19670"/>
                    <a:pt x="13081" y="19670"/>
                  </a:cubicBezTo>
                  <a:cubicBezTo>
                    <a:pt x="13072" y="19670"/>
                    <a:pt x="13066" y="19662"/>
                    <a:pt x="13054" y="19646"/>
                  </a:cubicBezTo>
                  <a:cubicBezTo>
                    <a:pt x="13029" y="19591"/>
                    <a:pt x="13023" y="19578"/>
                    <a:pt x="13049" y="19578"/>
                  </a:cubicBezTo>
                  <a:close/>
                  <a:moveTo>
                    <a:pt x="12963" y="19876"/>
                  </a:moveTo>
                  <a:cubicBezTo>
                    <a:pt x="12951" y="19882"/>
                    <a:pt x="12938" y="19888"/>
                    <a:pt x="12924" y="19897"/>
                  </a:cubicBezTo>
                  <a:cubicBezTo>
                    <a:pt x="12921" y="19904"/>
                    <a:pt x="12918" y="19909"/>
                    <a:pt x="12915" y="19913"/>
                  </a:cubicBezTo>
                  <a:lnTo>
                    <a:pt x="12915" y="19913"/>
                  </a:lnTo>
                  <a:cubicBezTo>
                    <a:pt x="12925" y="19904"/>
                    <a:pt x="12940" y="19891"/>
                    <a:pt x="12963" y="19876"/>
                  </a:cubicBezTo>
                  <a:close/>
                  <a:moveTo>
                    <a:pt x="13224" y="19816"/>
                  </a:moveTo>
                  <a:lnTo>
                    <a:pt x="13248" y="19849"/>
                  </a:lnTo>
                  <a:cubicBezTo>
                    <a:pt x="13264" y="19881"/>
                    <a:pt x="13264" y="19881"/>
                    <a:pt x="13216" y="19914"/>
                  </a:cubicBezTo>
                  <a:lnTo>
                    <a:pt x="13200" y="19873"/>
                  </a:lnTo>
                  <a:lnTo>
                    <a:pt x="13224" y="19816"/>
                  </a:lnTo>
                  <a:close/>
                  <a:moveTo>
                    <a:pt x="12915" y="19913"/>
                  </a:moveTo>
                  <a:lnTo>
                    <a:pt x="12915" y="19913"/>
                  </a:lnTo>
                  <a:cubicBezTo>
                    <a:pt x="12902" y="19926"/>
                    <a:pt x="12898" y="19933"/>
                    <a:pt x="12900" y="19933"/>
                  </a:cubicBezTo>
                  <a:cubicBezTo>
                    <a:pt x="12901" y="19933"/>
                    <a:pt x="12907" y="19927"/>
                    <a:pt x="12915" y="19913"/>
                  </a:cubicBezTo>
                  <a:close/>
                  <a:moveTo>
                    <a:pt x="13281" y="20141"/>
                  </a:moveTo>
                  <a:cubicBezTo>
                    <a:pt x="13286" y="20151"/>
                    <a:pt x="13295" y="20155"/>
                    <a:pt x="13302" y="20155"/>
                  </a:cubicBezTo>
                  <a:cubicBezTo>
                    <a:pt x="13317" y="20155"/>
                    <a:pt x="13324" y="20141"/>
                    <a:pt x="13281" y="20141"/>
                  </a:cubicBezTo>
                  <a:close/>
                  <a:moveTo>
                    <a:pt x="13427" y="20149"/>
                  </a:moveTo>
                  <a:lnTo>
                    <a:pt x="13443" y="20181"/>
                  </a:lnTo>
                  <a:cubicBezTo>
                    <a:pt x="13467" y="20214"/>
                    <a:pt x="13467" y="20214"/>
                    <a:pt x="13418" y="20246"/>
                  </a:cubicBezTo>
                  <a:lnTo>
                    <a:pt x="13394" y="20214"/>
                  </a:lnTo>
                  <a:lnTo>
                    <a:pt x="13427" y="20149"/>
                  </a:lnTo>
                  <a:close/>
                  <a:moveTo>
                    <a:pt x="13727" y="20416"/>
                  </a:moveTo>
                  <a:lnTo>
                    <a:pt x="13743" y="20449"/>
                  </a:lnTo>
                  <a:cubicBezTo>
                    <a:pt x="13767" y="20489"/>
                    <a:pt x="13718" y="20514"/>
                    <a:pt x="13718" y="20514"/>
                  </a:cubicBezTo>
                  <a:cubicBezTo>
                    <a:pt x="13718" y="20514"/>
                    <a:pt x="13693" y="20528"/>
                    <a:pt x="13672" y="20528"/>
                  </a:cubicBezTo>
                  <a:cubicBezTo>
                    <a:pt x="13661" y="20528"/>
                    <a:pt x="13651" y="20524"/>
                    <a:pt x="13645" y="20514"/>
                  </a:cubicBezTo>
                  <a:cubicBezTo>
                    <a:pt x="13662" y="20473"/>
                    <a:pt x="13694" y="20441"/>
                    <a:pt x="13727" y="20416"/>
                  </a:cubicBezTo>
                  <a:close/>
                  <a:moveTo>
                    <a:pt x="14464" y="21786"/>
                  </a:moveTo>
                  <a:cubicBezTo>
                    <a:pt x="14537" y="21795"/>
                    <a:pt x="14602" y="21795"/>
                    <a:pt x="14554" y="21827"/>
                  </a:cubicBezTo>
                  <a:cubicBezTo>
                    <a:pt x="14513" y="21843"/>
                    <a:pt x="14472" y="21851"/>
                    <a:pt x="14432" y="21851"/>
                  </a:cubicBezTo>
                  <a:cubicBezTo>
                    <a:pt x="14432" y="21851"/>
                    <a:pt x="14359" y="21851"/>
                    <a:pt x="14408" y="21819"/>
                  </a:cubicBezTo>
                  <a:lnTo>
                    <a:pt x="14464" y="21786"/>
                  </a:lnTo>
                  <a:close/>
                  <a:moveTo>
                    <a:pt x="15348" y="22798"/>
                  </a:moveTo>
                  <a:cubicBezTo>
                    <a:pt x="15367" y="22798"/>
                    <a:pt x="15386" y="22801"/>
                    <a:pt x="15405" y="22808"/>
                  </a:cubicBezTo>
                  <a:cubicBezTo>
                    <a:pt x="15421" y="22840"/>
                    <a:pt x="15421" y="22840"/>
                    <a:pt x="15372" y="22873"/>
                  </a:cubicBezTo>
                  <a:cubicBezTo>
                    <a:pt x="15351" y="22887"/>
                    <a:pt x="15325" y="22893"/>
                    <a:pt x="15301" y="22893"/>
                  </a:cubicBezTo>
                  <a:cubicBezTo>
                    <a:pt x="15271" y="22893"/>
                    <a:pt x="15244" y="22883"/>
                    <a:pt x="15235" y="22865"/>
                  </a:cubicBezTo>
                  <a:cubicBezTo>
                    <a:pt x="15215" y="22839"/>
                    <a:pt x="15277" y="22798"/>
                    <a:pt x="15348" y="22798"/>
                  </a:cubicBezTo>
                  <a:close/>
                  <a:moveTo>
                    <a:pt x="18137" y="27481"/>
                  </a:moveTo>
                  <a:cubicBezTo>
                    <a:pt x="18148" y="27481"/>
                    <a:pt x="18157" y="27484"/>
                    <a:pt x="18162" y="27494"/>
                  </a:cubicBezTo>
                  <a:cubicBezTo>
                    <a:pt x="18291" y="27502"/>
                    <a:pt x="18213" y="27560"/>
                    <a:pt x="18081" y="27560"/>
                  </a:cubicBezTo>
                  <a:cubicBezTo>
                    <a:pt x="18073" y="27560"/>
                    <a:pt x="18065" y="27560"/>
                    <a:pt x="18056" y="27559"/>
                  </a:cubicBezTo>
                  <a:cubicBezTo>
                    <a:pt x="18008" y="27569"/>
                    <a:pt x="17979" y="27575"/>
                    <a:pt x="17968" y="27575"/>
                  </a:cubicBezTo>
                  <a:cubicBezTo>
                    <a:pt x="17951" y="27575"/>
                    <a:pt x="17976" y="27561"/>
                    <a:pt x="18040" y="27527"/>
                  </a:cubicBezTo>
                  <a:lnTo>
                    <a:pt x="18040" y="27519"/>
                  </a:lnTo>
                  <a:cubicBezTo>
                    <a:pt x="18074" y="27502"/>
                    <a:pt x="18112" y="27481"/>
                    <a:pt x="18137" y="27481"/>
                  </a:cubicBezTo>
                  <a:close/>
                  <a:moveTo>
                    <a:pt x="811" y="1"/>
                  </a:moveTo>
                  <a:cubicBezTo>
                    <a:pt x="714" y="74"/>
                    <a:pt x="665" y="106"/>
                    <a:pt x="689" y="139"/>
                  </a:cubicBezTo>
                  <a:cubicBezTo>
                    <a:pt x="705" y="171"/>
                    <a:pt x="705" y="171"/>
                    <a:pt x="657" y="204"/>
                  </a:cubicBezTo>
                  <a:lnTo>
                    <a:pt x="616" y="139"/>
                  </a:lnTo>
                  <a:cubicBezTo>
                    <a:pt x="584" y="90"/>
                    <a:pt x="535" y="58"/>
                    <a:pt x="478" y="41"/>
                  </a:cubicBezTo>
                  <a:cubicBezTo>
                    <a:pt x="465" y="38"/>
                    <a:pt x="451" y="36"/>
                    <a:pt x="438" y="36"/>
                  </a:cubicBezTo>
                  <a:cubicBezTo>
                    <a:pt x="364" y="36"/>
                    <a:pt x="306" y="87"/>
                    <a:pt x="381" y="114"/>
                  </a:cubicBezTo>
                  <a:lnTo>
                    <a:pt x="357" y="179"/>
                  </a:lnTo>
                  <a:cubicBezTo>
                    <a:pt x="262" y="243"/>
                    <a:pt x="246" y="292"/>
                    <a:pt x="287" y="292"/>
                  </a:cubicBezTo>
                  <a:cubicBezTo>
                    <a:pt x="308" y="292"/>
                    <a:pt x="347" y="278"/>
                    <a:pt x="397" y="244"/>
                  </a:cubicBezTo>
                  <a:cubicBezTo>
                    <a:pt x="474" y="191"/>
                    <a:pt x="513" y="165"/>
                    <a:pt x="522" y="165"/>
                  </a:cubicBezTo>
                  <a:cubicBezTo>
                    <a:pt x="531" y="165"/>
                    <a:pt x="511" y="191"/>
                    <a:pt x="470" y="244"/>
                  </a:cubicBezTo>
                  <a:cubicBezTo>
                    <a:pt x="373" y="309"/>
                    <a:pt x="397" y="341"/>
                    <a:pt x="414" y="374"/>
                  </a:cubicBezTo>
                  <a:cubicBezTo>
                    <a:pt x="438" y="406"/>
                    <a:pt x="438" y="406"/>
                    <a:pt x="389" y="439"/>
                  </a:cubicBezTo>
                  <a:cubicBezTo>
                    <a:pt x="341" y="471"/>
                    <a:pt x="308" y="536"/>
                    <a:pt x="333" y="568"/>
                  </a:cubicBezTo>
                  <a:cubicBezTo>
                    <a:pt x="345" y="585"/>
                    <a:pt x="351" y="593"/>
                    <a:pt x="360" y="593"/>
                  </a:cubicBezTo>
                  <a:cubicBezTo>
                    <a:pt x="369" y="593"/>
                    <a:pt x="381" y="585"/>
                    <a:pt x="406" y="568"/>
                  </a:cubicBezTo>
                  <a:cubicBezTo>
                    <a:pt x="412" y="550"/>
                    <a:pt x="421" y="542"/>
                    <a:pt x="428" y="542"/>
                  </a:cubicBezTo>
                  <a:cubicBezTo>
                    <a:pt x="447" y="542"/>
                    <a:pt x="456" y="596"/>
                    <a:pt x="397" y="666"/>
                  </a:cubicBezTo>
                  <a:cubicBezTo>
                    <a:pt x="385" y="698"/>
                    <a:pt x="379" y="714"/>
                    <a:pt x="388" y="714"/>
                  </a:cubicBezTo>
                  <a:cubicBezTo>
                    <a:pt x="397" y="714"/>
                    <a:pt x="422" y="698"/>
                    <a:pt x="470" y="666"/>
                  </a:cubicBezTo>
                  <a:cubicBezTo>
                    <a:pt x="498" y="648"/>
                    <a:pt x="520" y="640"/>
                    <a:pt x="537" y="640"/>
                  </a:cubicBezTo>
                  <a:cubicBezTo>
                    <a:pt x="581" y="640"/>
                    <a:pt x="588" y="693"/>
                    <a:pt x="535" y="763"/>
                  </a:cubicBezTo>
                  <a:lnTo>
                    <a:pt x="576" y="828"/>
                  </a:lnTo>
                  <a:cubicBezTo>
                    <a:pt x="583" y="837"/>
                    <a:pt x="592" y="841"/>
                    <a:pt x="602" y="841"/>
                  </a:cubicBezTo>
                  <a:cubicBezTo>
                    <a:pt x="628" y="841"/>
                    <a:pt x="663" y="816"/>
                    <a:pt x="697" y="787"/>
                  </a:cubicBezTo>
                  <a:cubicBezTo>
                    <a:pt x="746" y="755"/>
                    <a:pt x="770" y="739"/>
                    <a:pt x="779" y="739"/>
                  </a:cubicBezTo>
                  <a:cubicBezTo>
                    <a:pt x="789" y="739"/>
                    <a:pt x="783" y="755"/>
                    <a:pt x="770" y="787"/>
                  </a:cubicBezTo>
                  <a:cubicBezTo>
                    <a:pt x="754" y="828"/>
                    <a:pt x="722" y="860"/>
                    <a:pt x="689" y="893"/>
                  </a:cubicBezTo>
                  <a:cubicBezTo>
                    <a:pt x="641" y="925"/>
                    <a:pt x="665" y="958"/>
                    <a:pt x="681" y="990"/>
                  </a:cubicBezTo>
                  <a:cubicBezTo>
                    <a:pt x="700" y="1015"/>
                    <a:pt x="729" y="1060"/>
                    <a:pt x="767" y="1060"/>
                  </a:cubicBezTo>
                  <a:cubicBezTo>
                    <a:pt x="778" y="1060"/>
                    <a:pt x="790" y="1056"/>
                    <a:pt x="803" y="1047"/>
                  </a:cubicBezTo>
                  <a:lnTo>
                    <a:pt x="803" y="1047"/>
                  </a:lnTo>
                  <a:lnTo>
                    <a:pt x="746" y="1087"/>
                  </a:lnTo>
                  <a:cubicBezTo>
                    <a:pt x="763" y="1104"/>
                    <a:pt x="745" y="1129"/>
                    <a:pt x="748" y="1129"/>
                  </a:cubicBezTo>
                  <a:cubicBezTo>
                    <a:pt x="750" y="1129"/>
                    <a:pt x="755" y="1124"/>
                    <a:pt x="770" y="1112"/>
                  </a:cubicBezTo>
                  <a:cubicBezTo>
                    <a:pt x="787" y="1160"/>
                    <a:pt x="795" y="1201"/>
                    <a:pt x="787" y="1250"/>
                  </a:cubicBezTo>
                  <a:cubicBezTo>
                    <a:pt x="783" y="1297"/>
                    <a:pt x="821" y="1327"/>
                    <a:pt x="864" y="1327"/>
                  </a:cubicBezTo>
                  <a:cubicBezTo>
                    <a:pt x="911" y="1327"/>
                    <a:pt x="964" y="1293"/>
                    <a:pt x="981" y="1209"/>
                  </a:cubicBezTo>
                  <a:lnTo>
                    <a:pt x="997" y="1241"/>
                  </a:lnTo>
                  <a:cubicBezTo>
                    <a:pt x="1005" y="1252"/>
                    <a:pt x="1016" y="1256"/>
                    <a:pt x="1027" y="1256"/>
                  </a:cubicBezTo>
                  <a:cubicBezTo>
                    <a:pt x="1049" y="1256"/>
                    <a:pt x="1070" y="1241"/>
                    <a:pt x="1070" y="1241"/>
                  </a:cubicBezTo>
                  <a:cubicBezTo>
                    <a:pt x="1085" y="1232"/>
                    <a:pt x="1097" y="1228"/>
                    <a:pt x="1107" y="1228"/>
                  </a:cubicBezTo>
                  <a:cubicBezTo>
                    <a:pt x="1133" y="1228"/>
                    <a:pt x="1150" y="1251"/>
                    <a:pt x="1168" y="1274"/>
                  </a:cubicBezTo>
                  <a:lnTo>
                    <a:pt x="1062" y="1339"/>
                  </a:lnTo>
                  <a:cubicBezTo>
                    <a:pt x="932" y="1389"/>
                    <a:pt x="901" y="1457"/>
                    <a:pt x="971" y="1457"/>
                  </a:cubicBezTo>
                  <a:cubicBezTo>
                    <a:pt x="991" y="1457"/>
                    <a:pt x="1020" y="1452"/>
                    <a:pt x="1057" y="1438"/>
                  </a:cubicBezTo>
                  <a:lnTo>
                    <a:pt x="1057" y="1438"/>
                  </a:lnTo>
                  <a:cubicBezTo>
                    <a:pt x="1043" y="1446"/>
                    <a:pt x="1025" y="1457"/>
                    <a:pt x="1005" y="1468"/>
                  </a:cubicBezTo>
                  <a:cubicBezTo>
                    <a:pt x="957" y="1501"/>
                    <a:pt x="981" y="1533"/>
                    <a:pt x="1078" y="1566"/>
                  </a:cubicBezTo>
                  <a:cubicBezTo>
                    <a:pt x="1083" y="1575"/>
                    <a:pt x="1097" y="1579"/>
                    <a:pt x="1115" y="1579"/>
                  </a:cubicBezTo>
                  <a:cubicBezTo>
                    <a:pt x="1160" y="1579"/>
                    <a:pt x="1231" y="1556"/>
                    <a:pt x="1265" y="1533"/>
                  </a:cubicBezTo>
                  <a:cubicBezTo>
                    <a:pt x="1284" y="1518"/>
                    <a:pt x="1299" y="1513"/>
                    <a:pt x="1310" y="1513"/>
                  </a:cubicBezTo>
                  <a:cubicBezTo>
                    <a:pt x="1329" y="1513"/>
                    <a:pt x="1338" y="1525"/>
                    <a:pt x="1338" y="1525"/>
                  </a:cubicBezTo>
                  <a:cubicBezTo>
                    <a:pt x="1362" y="1558"/>
                    <a:pt x="1362" y="1558"/>
                    <a:pt x="1305" y="1598"/>
                  </a:cubicBezTo>
                  <a:cubicBezTo>
                    <a:pt x="1229" y="1649"/>
                    <a:pt x="1243" y="1700"/>
                    <a:pt x="1307" y="1700"/>
                  </a:cubicBezTo>
                  <a:cubicBezTo>
                    <a:pt x="1324" y="1700"/>
                    <a:pt x="1346" y="1696"/>
                    <a:pt x="1370" y="1687"/>
                  </a:cubicBezTo>
                  <a:lnTo>
                    <a:pt x="1370" y="1687"/>
                  </a:lnTo>
                  <a:lnTo>
                    <a:pt x="1322" y="1728"/>
                  </a:lnTo>
                  <a:cubicBezTo>
                    <a:pt x="1273" y="1760"/>
                    <a:pt x="1249" y="1825"/>
                    <a:pt x="1403" y="1955"/>
                  </a:cubicBezTo>
                  <a:cubicBezTo>
                    <a:pt x="1492" y="2085"/>
                    <a:pt x="1557" y="2174"/>
                    <a:pt x="1508" y="2214"/>
                  </a:cubicBezTo>
                  <a:cubicBezTo>
                    <a:pt x="1460" y="2247"/>
                    <a:pt x="1638" y="2304"/>
                    <a:pt x="1784" y="2304"/>
                  </a:cubicBezTo>
                  <a:cubicBezTo>
                    <a:pt x="1735" y="2336"/>
                    <a:pt x="1751" y="2368"/>
                    <a:pt x="1800" y="2433"/>
                  </a:cubicBezTo>
                  <a:cubicBezTo>
                    <a:pt x="1865" y="2531"/>
                    <a:pt x="1865" y="2531"/>
                    <a:pt x="1816" y="2563"/>
                  </a:cubicBezTo>
                  <a:cubicBezTo>
                    <a:pt x="1732" y="2591"/>
                    <a:pt x="1706" y="2600"/>
                    <a:pt x="1744" y="2600"/>
                  </a:cubicBezTo>
                  <a:cubicBezTo>
                    <a:pt x="1760" y="2600"/>
                    <a:pt x="1790" y="2598"/>
                    <a:pt x="1832" y="2595"/>
                  </a:cubicBezTo>
                  <a:cubicBezTo>
                    <a:pt x="1846" y="2592"/>
                    <a:pt x="1858" y="2590"/>
                    <a:pt x="1868" y="2590"/>
                  </a:cubicBezTo>
                  <a:cubicBezTo>
                    <a:pt x="1956" y="2590"/>
                    <a:pt x="1960" y="2700"/>
                    <a:pt x="1873" y="2758"/>
                  </a:cubicBezTo>
                  <a:cubicBezTo>
                    <a:pt x="1824" y="2790"/>
                    <a:pt x="1841" y="2822"/>
                    <a:pt x="1881" y="2887"/>
                  </a:cubicBezTo>
                  <a:cubicBezTo>
                    <a:pt x="1954" y="2887"/>
                    <a:pt x="2003" y="2952"/>
                    <a:pt x="2043" y="3017"/>
                  </a:cubicBezTo>
                  <a:cubicBezTo>
                    <a:pt x="2079" y="3071"/>
                    <a:pt x="2095" y="3095"/>
                    <a:pt x="2118" y="3095"/>
                  </a:cubicBezTo>
                  <a:cubicBezTo>
                    <a:pt x="2138" y="3095"/>
                    <a:pt x="2162" y="3079"/>
                    <a:pt x="2205" y="3049"/>
                  </a:cubicBezTo>
                  <a:cubicBezTo>
                    <a:pt x="2243" y="3025"/>
                    <a:pt x="2269" y="3014"/>
                    <a:pt x="2290" y="3014"/>
                  </a:cubicBezTo>
                  <a:cubicBezTo>
                    <a:pt x="2324" y="3014"/>
                    <a:pt x="2343" y="3042"/>
                    <a:pt x="2368" y="3082"/>
                  </a:cubicBezTo>
                  <a:cubicBezTo>
                    <a:pt x="2392" y="3114"/>
                    <a:pt x="2416" y="3147"/>
                    <a:pt x="2359" y="3179"/>
                  </a:cubicBezTo>
                  <a:cubicBezTo>
                    <a:pt x="2359" y="3179"/>
                    <a:pt x="2335" y="3244"/>
                    <a:pt x="2359" y="3276"/>
                  </a:cubicBezTo>
                  <a:cubicBezTo>
                    <a:pt x="2376" y="3309"/>
                    <a:pt x="2400" y="3341"/>
                    <a:pt x="2351" y="3374"/>
                  </a:cubicBezTo>
                  <a:cubicBezTo>
                    <a:pt x="2335" y="3414"/>
                    <a:pt x="2335" y="3463"/>
                    <a:pt x="2368" y="3503"/>
                  </a:cubicBezTo>
                  <a:cubicBezTo>
                    <a:pt x="2408" y="3568"/>
                    <a:pt x="2449" y="3633"/>
                    <a:pt x="2400" y="3666"/>
                  </a:cubicBezTo>
                  <a:cubicBezTo>
                    <a:pt x="2412" y="3682"/>
                    <a:pt x="2418" y="3690"/>
                    <a:pt x="2427" y="3690"/>
                  </a:cubicBezTo>
                  <a:cubicBezTo>
                    <a:pt x="2436" y="3690"/>
                    <a:pt x="2449" y="3682"/>
                    <a:pt x="2473" y="3666"/>
                  </a:cubicBezTo>
                  <a:cubicBezTo>
                    <a:pt x="2488" y="3656"/>
                    <a:pt x="2505" y="3649"/>
                    <a:pt x="2523" y="3649"/>
                  </a:cubicBezTo>
                  <a:cubicBezTo>
                    <a:pt x="2563" y="3649"/>
                    <a:pt x="2605" y="3683"/>
                    <a:pt x="2627" y="3795"/>
                  </a:cubicBezTo>
                  <a:cubicBezTo>
                    <a:pt x="2662" y="3851"/>
                    <a:pt x="2715" y="3932"/>
                    <a:pt x="2760" y="3932"/>
                  </a:cubicBezTo>
                  <a:cubicBezTo>
                    <a:pt x="2767" y="3932"/>
                    <a:pt x="2774" y="3930"/>
                    <a:pt x="2781" y="3925"/>
                  </a:cubicBezTo>
                  <a:lnTo>
                    <a:pt x="2781" y="3925"/>
                  </a:lnTo>
                  <a:cubicBezTo>
                    <a:pt x="2805" y="3958"/>
                    <a:pt x="2805" y="3958"/>
                    <a:pt x="2757" y="3990"/>
                  </a:cubicBezTo>
                  <a:cubicBezTo>
                    <a:pt x="2659" y="4055"/>
                    <a:pt x="2700" y="4120"/>
                    <a:pt x="2838" y="4120"/>
                  </a:cubicBezTo>
                  <a:cubicBezTo>
                    <a:pt x="2851" y="4111"/>
                    <a:pt x="2862" y="4107"/>
                    <a:pt x="2871" y="4107"/>
                  </a:cubicBezTo>
                  <a:cubicBezTo>
                    <a:pt x="2896" y="4107"/>
                    <a:pt x="2904" y="4137"/>
                    <a:pt x="2886" y="4185"/>
                  </a:cubicBezTo>
                  <a:cubicBezTo>
                    <a:pt x="2886" y="4185"/>
                    <a:pt x="2903" y="4217"/>
                    <a:pt x="2976" y="4217"/>
                  </a:cubicBezTo>
                  <a:cubicBezTo>
                    <a:pt x="3049" y="4217"/>
                    <a:pt x="3049" y="4217"/>
                    <a:pt x="3041" y="4314"/>
                  </a:cubicBezTo>
                  <a:cubicBezTo>
                    <a:pt x="2992" y="4347"/>
                    <a:pt x="3008" y="4379"/>
                    <a:pt x="3032" y="4412"/>
                  </a:cubicBezTo>
                  <a:cubicBezTo>
                    <a:pt x="3122" y="4444"/>
                    <a:pt x="3357" y="4801"/>
                    <a:pt x="3332" y="4866"/>
                  </a:cubicBezTo>
                  <a:cubicBezTo>
                    <a:pt x="3397" y="4866"/>
                    <a:pt x="3397" y="4866"/>
                    <a:pt x="3422" y="4898"/>
                  </a:cubicBezTo>
                  <a:cubicBezTo>
                    <a:pt x="3377" y="4952"/>
                    <a:pt x="3379" y="4976"/>
                    <a:pt x="3407" y="4976"/>
                  </a:cubicBezTo>
                  <a:cubicBezTo>
                    <a:pt x="3431" y="4976"/>
                    <a:pt x="3472" y="4960"/>
                    <a:pt x="3519" y="4930"/>
                  </a:cubicBezTo>
                  <a:lnTo>
                    <a:pt x="3495" y="4898"/>
                  </a:lnTo>
                  <a:lnTo>
                    <a:pt x="3470" y="4866"/>
                  </a:lnTo>
                  <a:cubicBezTo>
                    <a:pt x="3496" y="4848"/>
                    <a:pt x="3518" y="4840"/>
                    <a:pt x="3536" y="4840"/>
                  </a:cubicBezTo>
                  <a:cubicBezTo>
                    <a:pt x="3591" y="4840"/>
                    <a:pt x="3597" y="4915"/>
                    <a:pt x="3486" y="4995"/>
                  </a:cubicBezTo>
                  <a:cubicBezTo>
                    <a:pt x="3435" y="5057"/>
                    <a:pt x="3416" y="5080"/>
                    <a:pt x="3440" y="5080"/>
                  </a:cubicBezTo>
                  <a:cubicBezTo>
                    <a:pt x="3454" y="5080"/>
                    <a:pt x="3482" y="5072"/>
                    <a:pt x="3527" y="5060"/>
                  </a:cubicBezTo>
                  <a:cubicBezTo>
                    <a:pt x="3561" y="5049"/>
                    <a:pt x="3587" y="5043"/>
                    <a:pt x="3606" y="5043"/>
                  </a:cubicBezTo>
                  <a:cubicBezTo>
                    <a:pt x="3654" y="5043"/>
                    <a:pt x="3650" y="5081"/>
                    <a:pt x="3592" y="5157"/>
                  </a:cubicBezTo>
                  <a:cubicBezTo>
                    <a:pt x="3535" y="5195"/>
                    <a:pt x="3511" y="5211"/>
                    <a:pt x="3526" y="5211"/>
                  </a:cubicBezTo>
                  <a:cubicBezTo>
                    <a:pt x="3536" y="5211"/>
                    <a:pt x="3566" y="5203"/>
                    <a:pt x="3616" y="5190"/>
                  </a:cubicBezTo>
                  <a:cubicBezTo>
                    <a:pt x="3685" y="5169"/>
                    <a:pt x="3744" y="5160"/>
                    <a:pt x="3788" y="5160"/>
                  </a:cubicBezTo>
                  <a:cubicBezTo>
                    <a:pt x="3898" y="5160"/>
                    <a:pt x="3915" y="5221"/>
                    <a:pt x="3770" y="5320"/>
                  </a:cubicBezTo>
                  <a:cubicBezTo>
                    <a:pt x="3673" y="5384"/>
                    <a:pt x="3640" y="5449"/>
                    <a:pt x="3665" y="5482"/>
                  </a:cubicBezTo>
                  <a:cubicBezTo>
                    <a:pt x="3670" y="5491"/>
                    <a:pt x="3678" y="5495"/>
                    <a:pt x="3688" y="5495"/>
                  </a:cubicBezTo>
                  <a:cubicBezTo>
                    <a:pt x="3714" y="5495"/>
                    <a:pt x="3752" y="5472"/>
                    <a:pt x="3786" y="5449"/>
                  </a:cubicBezTo>
                  <a:cubicBezTo>
                    <a:pt x="3815" y="5411"/>
                    <a:pt x="3836" y="5393"/>
                    <a:pt x="3848" y="5393"/>
                  </a:cubicBezTo>
                  <a:cubicBezTo>
                    <a:pt x="3866" y="5393"/>
                    <a:pt x="3861" y="5436"/>
                    <a:pt x="3827" y="5514"/>
                  </a:cubicBezTo>
                  <a:cubicBezTo>
                    <a:pt x="3738" y="5709"/>
                    <a:pt x="3778" y="5774"/>
                    <a:pt x="3949" y="5806"/>
                  </a:cubicBezTo>
                  <a:cubicBezTo>
                    <a:pt x="4103" y="5862"/>
                    <a:pt x="4172" y="5942"/>
                    <a:pt x="4084" y="5942"/>
                  </a:cubicBezTo>
                  <a:cubicBezTo>
                    <a:pt x="4070" y="5942"/>
                    <a:pt x="4052" y="5940"/>
                    <a:pt x="4030" y="5936"/>
                  </a:cubicBezTo>
                  <a:cubicBezTo>
                    <a:pt x="3892" y="5936"/>
                    <a:pt x="3892" y="5936"/>
                    <a:pt x="3981" y="5968"/>
                  </a:cubicBezTo>
                  <a:cubicBezTo>
                    <a:pt x="4022" y="6033"/>
                    <a:pt x="4062" y="6098"/>
                    <a:pt x="4086" y="6130"/>
                  </a:cubicBezTo>
                  <a:cubicBezTo>
                    <a:pt x="4099" y="6147"/>
                    <a:pt x="4121" y="6155"/>
                    <a:pt x="4146" y="6155"/>
                  </a:cubicBezTo>
                  <a:cubicBezTo>
                    <a:pt x="4172" y="6155"/>
                    <a:pt x="4200" y="6147"/>
                    <a:pt x="4224" y="6130"/>
                  </a:cubicBezTo>
                  <a:lnTo>
                    <a:pt x="4224" y="6130"/>
                  </a:lnTo>
                  <a:cubicBezTo>
                    <a:pt x="4151" y="6228"/>
                    <a:pt x="4143" y="6325"/>
                    <a:pt x="4281" y="6325"/>
                  </a:cubicBezTo>
                  <a:lnTo>
                    <a:pt x="4330" y="6390"/>
                  </a:lnTo>
                  <a:cubicBezTo>
                    <a:pt x="4346" y="6422"/>
                    <a:pt x="4346" y="6422"/>
                    <a:pt x="4419" y="6422"/>
                  </a:cubicBezTo>
                  <a:cubicBezTo>
                    <a:pt x="4492" y="6422"/>
                    <a:pt x="4459" y="6487"/>
                    <a:pt x="4435" y="6552"/>
                  </a:cubicBezTo>
                  <a:cubicBezTo>
                    <a:pt x="4409" y="6605"/>
                    <a:pt x="4382" y="6658"/>
                    <a:pt x="4404" y="6658"/>
                  </a:cubicBezTo>
                  <a:cubicBezTo>
                    <a:pt x="4409" y="6658"/>
                    <a:pt x="4417" y="6655"/>
                    <a:pt x="4427" y="6649"/>
                  </a:cubicBezTo>
                  <a:cubicBezTo>
                    <a:pt x="4443" y="6638"/>
                    <a:pt x="4464" y="6635"/>
                    <a:pt x="4487" y="6635"/>
                  </a:cubicBezTo>
                  <a:cubicBezTo>
                    <a:pt x="4533" y="6635"/>
                    <a:pt x="4589" y="6649"/>
                    <a:pt x="4638" y="6649"/>
                  </a:cubicBezTo>
                  <a:cubicBezTo>
                    <a:pt x="4711" y="6649"/>
                    <a:pt x="4678" y="6714"/>
                    <a:pt x="4605" y="6714"/>
                  </a:cubicBezTo>
                  <a:cubicBezTo>
                    <a:pt x="4557" y="6747"/>
                    <a:pt x="4557" y="6747"/>
                    <a:pt x="4549" y="6844"/>
                  </a:cubicBezTo>
                  <a:cubicBezTo>
                    <a:pt x="4568" y="6870"/>
                    <a:pt x="4599" y="6918"/>
                    <a:pt x="4635" y="6918"/>
                  </a:cubicBezTo>
                  <a:cubicBezTo>
                    <a:pt x="4644" y="6918"/>
                    <a:pt x="4653" y="6915"/>
                    <a:pt x="4662" y="6909"/>
                  </a:cubicBezTo>
                  <a:cubicBezTo>
                    <a:pt x="4666" y="6906"/>
                    <a:pt x="4670" y="6905"/>
                    <a:pt x="4674" y="6905"/>
                  </a:cubicBezTo>
                  <a:cubicBezTo>
                    <a:pt x="4729" y="6905"/>
                    <a:pt x="4838" y="7076"/>
                    <a:pt x="4808" y="7136"/>
                  </a:cubicBezTo>
                  <a:cubicBezTo>
                    <a:pt x="4808" y="7136"/>
                    <a:pt x="4832" y="7168"/>
                    <a:pt x="4857" y="7201"/>
                  </a:cubicBezTo>
                  <a:cubicBezTo>
                    <a:pt x="4873" y="7233"/>
                    <a:pt x="4946" y="7233"/>
                    <a:pt x="4970" y="7265"/>
                  </a:cubicBezTo>
                  <a:cubicBezTo>
                    <a:pt x="4970" y="7265"/>
                    <a:pt x="4986" y="7298"/>
                    <a:pt x="5059" y="7298"/>
                  </a:cubicBezTo>
                  <a:cubicBezTo>
                    <a:pt x="5076" y="7330"/>
                    <a:pt x="5100" y="7363"/>
                    <a:pt x="5051" y="7395"/>
                  </a:cubicBezTo>
                  <a:cubicBezTo>
                    <a:pt x="5095" y="7384"/>
                    <a:pt x="5123" y="7376"/>
                    <a:pt x="5137" y="7376"/>
                  </a:cubicBezTo>
                  <a:cubicBezTo>
                    <a:pt x="5163" y="7376"/>
                    <a:pt x="5144" y="7400"/>
                    <a:pt x="5092" y="7468"/>
                  </a:cubicBezTo>
                  <a:cubicBezTo>
                    <a:pt x="5035" y="7506"/>
                    <a:pt x="5011" y="7522"/>
                    <a:pt x="5026" y="7522"/>
                  </a:cubicBezTo>
                  <a:cubicBezTo>
                    <a:pt x="5036" y="7522"/>
                    <a:pt x="5066" y="7514"/>
                    <a:pt x="5116" y="7501"/>
                  </a:cubicBezTo>
                  <a:cubicBezTo>
                    <a:pt x="5181" y="7501"/>
                    <a:pt x="5181" y="7501"/>
                    <a:pt x="5157" y="7565"/>
                  </a:cubicBezTo>
                  <a:cubicBezTo>
                    <a:pt x="5122" y="7588"/>
                    <a:pt x="5120" y="7611"/>
                    <a:pt x="5139" y="7611"/>
                  </a:cubicBezTo>
                  <a:cubicBezTo>
                    <a:pt x="5147" y="7611"/>
                    <a:pt x="5159" y="7607"/>
                    <a:pt x="5173" y="7598"/>
                  </a:cubicBezTo>
                  <a:cubicBezTo>
                    <a:pt x="5195" y="7592"/>
                    <a:pt x="5217" y="7589"/>
                    <a:pt x="5238" y="7589"/>
                  </a:cubicBezTo>
                  <a:cubicBezTo>
                    <a:pt x="5329" y="7589"/>
                    <a:pt x="5390" y="7642"/>
                    <a:pt x="5311" y="7695"/>
                  </a:cubicBezTo>
                  <a:cubicBezTo>
                    <a:pt x="5311" y="7695"/>
                    <a:pt x="5327" y="7728"/>
                    <a:pt x="5400" y="7728"/>
                  </a:cubicBezTo>
                  <a:cubicBezTo>
                    <a:pt x="5450" y="7714"/>
                    <a:pt x="5480" y="7706"/>
                    <a:pt x="5490" y="7706"/>
                  </a:cubicBezTo>
                  <a:cubicBezTo>
                    <a:pt x="5505" y="7706"/>
                    <a:pt x="5481" y="7722"/>
                    <a:pt x="5424" y="7760"/>
                  </a:cubicBezTo>
                  <a:cubicBezTo>
                    <a:pt x="5363" y="7833"/>
                    <a:pt x="5362" y="7870"/>
                    <a:pt x="5416" y="7870"/>
                  </a:cubicBezTo>
                  <a:cubicBezTo>
                    <a:pt x="5434" y="7870"/>
                    <a:pt x="5459" y="7865"/>
                    <a:pt x="5489" y="7857"/>
                  </a:cubicBezTo>
                  <a:cubicBezTo>
                    <a:pt x="5489" y="7857"/>
                    <a:pt x="5554" y="7857"/>
                    <a:pt x="5530" y="7922"/>
                  </a:cubicBezTo>
                  <a:cubicBezTo>
                    <a:pt x="5523" y="8003"/>
                    <a:pt x="5572" y="8173"/>
                    <a:pt x="5635" y="8173"/>
                  </a:cubicBezTo>
                  <a:cubicBezTo>
                    <a:pt x="5648" y="8173"/>
                    <a:pt x="5662" y="8166"/>
                    <a:pt x="5676" y="8149"/>
                  </a:cubicBezTo>
                  <a:lnTo>
                    <a:pt x="5716" y="8214"/>
                  </a:lnTo>
                  <a:cubicBezTo>
                    <a:pt x="5708" y="8311"/>
                    <a:pt x="5732" y="8344"/>
                    <a:pt x="5797" y="8344"/>
                  </a:cubicBezTo>
                  <a:lnTo>
                    <a:pt x="5870" y="8344"/>
                  </a:lnTo>
                  <a:cubicBezTo>
                    <a:pt x="5821" y="8376"/>
                    <a:pt x="5789" y="8441"/>
                    <a:pt x="5813" y="8474"/>
                  </a:cubicBezTo>
                  <a:cubicBezTo>
                    <a:pt x="5826" y="8490"/>
                    <a:pt x="5832" y="8498"/>
                    <a:pt x="5841" y="8498"/>
                  </a:cubicBezTo>
                  <a:cubicBezTo>
                    <a:pt x="5850" y="8498"/>
                    <a:pt x="5862" y="8490"/>
                    <a:pt x="5886" y="8474"/>
                  </a:cubicBezTo>
                  <a:cubicBezTo>
                    <a:pt x="5897" y="8446"/>
                    <a:pt x="5907" y="8436"/>
                    <a:pt x="5917" y="8436"/>
                  </a:cubicBezTo>
                  <a:cubicBezTo>
                    <a:pt x="5930" y="8436"/>
                    <a:pt x="5942" y="8455"/>
                    <a:pt x="5951" y="8474"/>
                  </a:cubicBezTo>
                  <a:cubicBezTo>
                    <a:pt x="5976" y="8506"/>
                    <a:pt x="5943" y="8571"/>
                    <a:pt x="5894" y="8603"/>
                  </a:cubicBezTo>
                  <a:lnTo>
                    <a:pt x="5919" y="8636"/>
                  </a:lnTo>
                  <a:cubicBezTo>
                    <a:pt x="5960" y="8608"/>
                    <a:pt x="5988" y="8598"/>
                    <a:pt x="6003" y="8598"/>
                  </a:cubicBezTo>
                  <a:cubicBezTo>
                    <a:pt x="6024" y="8598"/>
                    <a:pt x="6020" y="8617"/>
                    <a:pt x="5992" y="8636"/>
                  </a:cubicBezTo>
                  <a:cubicBezTo>
                    <a:pt x="5967" y="8684"/>
                    <a:pt x="5967" y="8733"/>
                    <a:pt x="6000" y="8765"/>
                  </a:cubicBezTo>
                  <a:cubicBezTo>
                    <a:pt x="6009" y="8759"/>
                    <a:pt x="6016" y="8757"/>
                    <a:pt x="6020" y="8757"/>
                  </a:cubicBezTo>
                  <a:cubicBezTo>
                    <a:pt x="6034" y="8757"/>
                    <a:pt x="6028" y="8778"/>
                    <a:pt x="6016" y="8778"/>
                  </a:cubicBezTo>
                  <a:cubicBezTo>
                    <a:pt x="6011" y="8778"/>
                    <a:pt x="6005" y="8775"/>
                    <a:pt x="6000" y="8765"/>
                  </a:cubicBezTo>
                  <a:lnTo>
                    <a:pt x="5951" y="8806"/>
                  </a:lnTo>
                  <a:cubicBezTo>
                    <a:pt x="5938" y="8833"/>
                    <a:pt x="5938" y="8843"/>
                    <a:pt x="5948" y="8843"/>
                  </a:cubicBezTo>
                  <a:cubicBezTo>
                    <a:pt x="5961" y="8843"/>
                    <a:pt x="5991" y="8825"/>
                    <a:pt x="6024" y="8806"/>
                  </a:cubicBezTo>
                  <a:lnTo>
                    <a:pt x="6065" y="8871"/>
                  </a:lnTo>
                  <a:cubicBezTo>
                    <a:pt x="6074" y="8890"/>
                    <a:pt x="6086" y="8908"/>
                    <a:pt x="6101" y="8908"/>
                  </a:cubicBezTo>
                  <a:cubicBezTo>
                    <a:pt x="6112" y="8908"/>
                    <a:pt x="6124" y="8898"/>
                    <a:pt x="6138" y="8871"/>
                  </a:cubicBezTo>
                  <a:cubicBezTo>
                    <a:pt x="6172" y="8848"/>
                    <a:pt x="6206" y="8825"/>
                    <a:pt x="6232" y="8825"/>
                  </a:cubicBezTo>
                  <a:cubicBezTo>
                    <a:pt x="6243" y="8825"/>
                    <a:pt x="6252" y="8829"/>
                    <a:pt x="6259" y="8838"/>
                  </a:cubicBezTo>
                  <a:cubicBezTo>
                    <a:pt x="6270" y="8832"/>
                    <a:pt x="6276" y="8829"/>
                    <a:pt x="6280" y="8829"/>
                  </a:cubicBezTo>
                  <a:cubicBezTo>
                    <a:pt x="6291" y="8829"/>
                    <a:pt x="6282" y="8848"/>
                    <a:pt x="6271" y="8848"/>
                  </a:cubicBezTo>
                  <a:cubicBezTo>
                    <a:pt x="6267" y="8848"/>
                    <a:pt x="6263" y="8845"/>
                    <a:pt x="6259" y="8838"/>
                  </a:cubicBezTo>
                  <a:cubicBezTo>
                    <a:pt x="6203" y="8871"/>
                    <a:pt x="6154" y="8903"/>
                    <a:pt x="6178" y="8936"/>
                  </a:cubicBezTo>
                  <a:cubicBezTo>
                    <a:pt x="6194" y="8968"/>
                    <a:pt x="6146" y="9001"/>
                    <a:pt x="6146" y="9001"/>
                  </a:cubicBezTo>
                  <a:cubicBezTo>
                    <a:pt x="6024" y="9033"/>
                    <a:pt x="6162" y="9130"/>
                    <a:pt x="6227" y="9130"/>
                  </a:cubicBezTo>
                  <a:cubicBezTo>
                    <a:pt x="6373" y="9130"/>
                    <a:pt x="6389" y="9163"/>
                    <a:pt x="6292" y="9228"/>
                  </a:cubicBezTo>
                  <a:cubicBezTo>
                    <a:pt x="6243" y="9260"/>
                    <a:pt x="6253" y="9276"/>
                    <a:pt x="6297" y="9276"/>
                  </a:cubicBezTo>
                  <a:cubicBezTo>
                    <a:pt x="6340" y="9276"/>
                    <a:pt x="6417" y="9260"/>
                    <a:pt x="6503" y="9228"/>
                  </a:cubicBezTo>
                  <a:lnTo>
                    <a:pt x="6681" y="9163"/>
                  </a:lnTo>
                  <a:lnTo>
                    <a:pt x="6681" y="9163"/>
                  </a:lnTo>
                  <a:lnTo>
                    <a:pt x="6527" y="9260"/>
                  </a:lnTo>
                  <a:cubicBezTo>
                    <a:pt x="6348" y="9422"/>
                    <a:pt x="6348" y="9422"/>
                    <a:pt x="6511" y="9455"/>
                  </a:cubicBezTo>
                  <a:cubicBezTo>
                    <a:pt x="6600" y="9487"/>
                    <a:pt x="6600" y="9487"/>
                    <a:pt x="6551" y="9519"/>
                  </a:cubicBezTo>
                  <a:cubicBezTo>
                    <a:pt x="6503" y="9552"/>
                    <a:pt x="6519" y="9584"/>
                    <a:pt x="6584" y="9690"/>
                  </a:cubicBezTo>
                  <a:cubicBezTo>
                    <a:pt x="6632" y="9763"/>
                    <a:pt x="6654" y="9799"/>
                    <a:pt x="6682" y="9799"/>
                  </a:cubicBezTo>
                  <a:cubicBezTo>
                    <a:pt x="6691" y="9799"/>
                    <a:pt x="6701" y="9795"/>
                    <a:pt x="6713" y="9787"/>
                  </a:cubicBezTo>
                  <a:lnTo>
                    <a:pt x="6762" y="9852"/>
                  </a:lnTo>
                  <a:cubicBezTo>
                    <a:pt x="6715" y="9908"/>
                    <a:pt x="6725" y="9943"/>
                    <a:pt x="6758" y="9943"/>
                  </a:cubicBezTo>
                  <a:cubicBezTo>
                    <a:pt x="6782" y="9943"/>
                    <a:pt x="6817" y="9925"/>
                    <a:pt x="6851" y="9884"/>
                  </a:cubicBezTo>
                  <a:lnTo>
                    <a:pt x="6892" y="9949"/>
                  </a:lnTo>
                  <a:lnTo>
                    <a:pt x="6843" y="9982"/>
                  </a:lnTo>
                  <a:cubicBezTo>
                    <a:pt x="6794" y="10014"/>
                    <a:pt x="6835" y="10079"/>
                    <a:pt x="6997" y="10338"/>
                  </a:cubicBezTo>
                  <a:cubicBezTo>
                    <a:pt x="7133" y="10557"/>
                    <a:pt x="7183" y="10634"/>
                    <a:pt x="7238" y="10634"/>
                  </a:cubicBezTo>
                  <a:cubicBezTo>
                    <a:pt x="7258" y="10634"/>
                    <a:pt x="7279" y="10623"/>
                    <a:pt x="7305" y="10606"/>
                  </a:cubicBezTo>
                  <a:cubicBezTo>
                    <a:pt x="7338" y="10597"/>
                    <a:pt x="7363" y="10593"/>
                    <a:pt x="7381" y="10593"/>
                  </a:cubicBezTo>
                  <a:cubicBezTo>
                    <a:pt x="7431" y="10593"/>
                    <a:pt x="7423" y="10623"/>
                    <a:pt x="7346" y="10671"/>
                  </a:cubicBezTo>
                  <a:cubicBezTo>
                    <a:pt x="7306" y="10697"/>
                    <a:pt x="7278" y="10744"/>
                    <a:pt x="7298" y="10744"/>
                  </a:cubicBezTo>
                  <a:cubicBezTo>
                    <a:pt x="7303" y="10744"/>
                    <a:pt x="7311" y="10742"/>
                    <a:pt x="7321" y="10736"/>
                  </a:cubicBezTo>
                  <a:cubicBezTo>
                    <a:pt x="7346" y="10776"/>
                    <a:pt x="7346" y="10825"/>
                    <a:pt x="7330" y="10865"/>
                  </a:cubicBezTo>
                  <a:cubicBezTo>
                    <a:pt x="7302" y="10977"/>
                    <a:pt x="7328" y="11012"/>
                    <a:pt x="7363" y="11012"/>
                  </a:cubicBezTo>
                  <a:cubicBezTo>
                    <a:pt x="7378" y="11012"/>
                    <a:pt x="7396" y="11005"/>
                    <a:pt x="7411" y="10995"/>
                  </a:cubicBezTo>
                  <a:cubicBezTo>
                    <a:pt x="7440" y="10959"/>
                    <a:pt x="7456" y="10945"/>
                    <a:pt x="7462" y="10945"/>
                  </a:cubicBezTo>
                  <a:cubicBezTo>
                    <a:pt x="7473" y="10945"/>
                    <a:pt x="7455" y="10986"/>
                    <a:pt x="7435" y="11027"/>
                  </a:cubicBezTo>
                  <a:cubicBezTo>
                    <a:pt x="7408" y="11080"/>
                    <a:pt x="7382" y="11133"/>
                    <a:pt x="7404" y="11133"/>
                  </a:cubicBezTo>
                  <a:cubicBezTo>
                    <a:pt x="7409" y="11133"/>
                    <a:pt x="7416" y="11131"/>
                    <a:pt x="7427" y="11125"/>
                  </a:cubicBezTo>
                  <a:cubicBezTo>
                    <a:pt x="7492" y="11125"/>
                    <a:pt x="7670" y="11295"/>
                    <a:pt x="7565" y="11360"/>
                  </a:cubicBezTo>
                  <a:lnTo>
                    <a:pt x="7613" y="11425"/>
                  </a:lnTo>
                  <a:cubicBezTo>
                    <a:pt x="7622" y="11419"/>
                    <a:pt x="7631" y="11416"/>
                    <a:pt x="7639" y="11416"/>
                  </a:cubicBezTo>
                  <a:cubicBezTo>
                    <a:pt x="7677" y="11416"/>
                    <a:pt x="7710" y="11469"/>
                    <a:pt x="7743" y="11522"/>
                  </a:cubicBezTo>
                  <a:cubicBezTo>
                    <a:pt x="7784" y="11587"/>
                    <a:pt x="7808" y="11619"/>
                    <a:pt x="7751" y="11652"/>
                  </a:cubicBezTo>
                  <a:cubicBezTo>
                    <a:pt x="7686" y="11652"/>
                    <a:pt x="7702" y="11684"/>
                    <a:pt x="7792" y="11717"/>
                  </a:cubicBezTo>
                  <a:cubicBezTo>
                    <a:pt x="7816" y="11749"/>
                    <a:pt x="7938" y="11717"/>
                    <a:pt x="7962" y="11757"/>
                  </a:cubicBezTo>
                  <a:cubicBezTo>
                    <a:pt x="7986" y="11741"/>
                    <a:pt x="8017" y="11733"/>
                    <a:pt x="8043" y="11733"/>
                  </a:cubicBezTo>
                  <a:cubicBezTo>
                    <a:pt x="8069" y="11733"/>
                    <a:pt x="8092" y="11741"/>
                    <a:pt x="8100" y="11757"/>
                  </a:cubicBezTo>
                  <a:lnTo>
                    <a:pt x="8051" y="11790"/>
                  </a:lnTo>
                  <a:lnTo>
                    <a:pt x="7946" y="11854"/>
                  </a:lnTo>
                  <a:cubicBezTo>
                    <a:pt x="7963" y="11877"/>
                    <a:pt x="7976" y="11900"/>
                    <a:pt x="8002" y="11900"/>
                  </a:cubicBezTo>
                  <a:cubicBezTo>
                    <a:pt x="8013" y="11900"/>
                    <a:pt x="8026" y="11896"/>
                    <a:pt x="8043" y="11887"/>
                  </a:cubicBezTo>
                  <a:lnTo>
                    <a:pt x="8043" y="11887"/>
                  </a:lnTo>
                  <a:cubicBezTo>
                    <a:pt x="8011" y="11952"/>
                    <a:pt x="8027" y="11984"/>
                    <a:pt x="8075" y="12049"/>
                  </a:cubicBezTo>
                  <a:cubicBezTo>
                    <a:pt x="8116" y="12114"/>
                    <a:pt x="8157" y="12179"/>
                    <a:pt x="8229" y="12179"/>
                  </a:cubicBezTo>
                  <a:cubicBezTo>
                    <a:pt x="8153" y="12270"/>
                    <a:pt x="8257" y="12448"/>
                    <a:pt x="8371" y="12448"/>
                  </a:cubicBezTo>
                  <a:cubicBezTo>
                    <a:pt x="8378" y="12448"/>
                    <a:pt x="8385" y="12448"/>
                    <a:pt x="8392" y="12446"/>
                  </a:cubicBezTo>
                  <a:cubicBezTo>
                    <a:pt x="8405" y="12438"/>
                    <a:pt x="8415" y="12434"/>
                    <a:pt x="8424" y="12434"/>
                  </a:cubicBezTo>
                  <a:cubicBezTo>
                    <a:pt x="8446" y="12434"/>
                    <a:pt x="8450" y="12464"/>
                    <a:pt x="8432" y="12511"/>
                  </a:cubicBezTo>
                  <a:cubicBezTo>
                    <a:pt x="8400" y="12576"/>
                    <a:pt x="8400" y="12576"/>
                    <a:pt x="8473" y="12576"/>
                  </a:cubicBezTo>
                  <a:cubicBezTo>
                    <a:pt x="8538" y="12576"/>
                    <a:pt x="8513" y="12641"/>
                    <a:pt x="8481" y="12706"/>
                  </a:cubicBezTo>
                  <a:cubicBezTo>
                    <a:pt x="8400" y="12803"/>
                    <a:pt x="8424" y="12835"/>
                    <a:pt x="8489" y="12835"/>
                  </a:cubicBezTo>
                  <a:cubicBezTo>
                    <a:pt x="8554" y="12860"/>
                    <a:pt x="8611" y="12908"/>
                    <a:pt x="8643" y="12973"/>
                  </a:cubicBezTo>
                  <a:cubicBezTo>
                    <a:pt x="8699" y="12992"/>
                    <a:pt x="8728" y="13011"/>
                    <a:pt x="8749" y="13011"/>
                  </a:cubicBezTo>
                  <a:cubicBezTo>
                    <a:pt x="8764" y="13011"/>
                    <a:pt x="8775" y="13001"/>
                    <a:pt x="8789" y="12973"/>
                  </a:cubicBezTo>
                  <a:cubicBezTo>
                    <a:pt x="8821" y="12949"/>
                    <a:pt x="8870" y="12941"/>
                    <a:pt x="8911" y="12941"/>
                  </a:cubicBezTo>
                  <a:cubicBezTo>
                    <a:pt x="8974" y="12964"/>
                    <a:pt x="8968" y="12987"/>
                    <a:pt x="8950" y="12987"/>
                  </a:cubicBezTo>
                  <a:cubicBezTo>
                    <a:pt x="8943" y="12987"/>
                    <a:pt x="8934" y="12983"/>
                    <a:pt x="8927" y="12973"/>
                  </a:cubicBezTo>
                  <a:cubicBezTo>
                    <a:pt x="8903" y="12965"/>
                    <a:pt x="8887" y="12961"/>
                    <a:pt x="8876" y="12961"/>
                  </a:cubicBezTo>
                  <a:cubicBezTo>
                    <a:pt x="8847" y="12961"/>
                    <a:pt x="8853" y="12991"/>
                    <a:pt x="8829" y="13038"/>
                  </a:cubicBezTo>
                  <a:cubicBezTo>
                    <a:pt x="8813" y="13095"/>
                    <a:pt x="8821" y="13152"/>
                    <a:pt x="8862" y="13200"/>
                  </a:cubicBezTo>
                  <a:cubicBezTo>
                    <a:pt x="8878" y="13233"/>
                    <a:pt x="8919" y="13298"/>
                    <a:pt x="8943" y="13330"/>
                  </a:cubicBezTo>
                  <a:cubicBezTo>
                    <a:pt x="8949" y="13432"/>
                    <a:pt x="8966" y="13479"/>
                    <a:pt x="8996" y="13479"/>
                  </a:cubicBezTo>
                  <a:cubicBezTo>
                    <a:pt x="9004" y="13479"/>
                    <a:pt x="9013" y="13475"/>
                    <a:pt x="9024" y="13468"/>
                  </a:cubicBezTo>
                  <a:lnTo>
                    <a:pt x="9073" y="13435"/>
                  </a:lnTo>
                  <a:lnTo>
                    <a:pt x="9073" y="13435"/>
                  </a:lnTo>
                  <a:cubicBezTo>
                    <a:pt x="8994" y="13530"/>
                    <a:pt x="9204" y="13866"/>
                    <a:pt x="9328" y="13866"/>
                  </a:cubicBezTo>
                  <a:cubicBezTo>
                    <a:pt x="9332" y="13866"/>
                    <a:pt x="9336" y="13866"/>
                    <a:pt x="9340" y="13865"/>
                  </a:cubicBezTo>
                  <a:lnTo>
                    <a:pt x="9340" y="13865"/>
                  </a:lnTo>
                  <a:lnTo>
                    <a:pt x="9292" y="13889"/>
                  </a:lnTo>
                  <a:cubicBezTo>
                    <a:pt x="9235" y="13922"/>
                    <a:pt x="9259" y="13954"/>
                    <a:pt x="9300" y="14027"/>
                  </a:cubicBezTo>
                  <a:cubicBezTo>
                    <a:pt x="9373" y="14100"/>
                    <a:pt x="9446" y="14173"/>
                    <a:pt x="9511" y="14254"/>
                  </a:cubicBezTo>
                  <a:cubicBezTo>
                    <a:pt x="9581" y="14374"/>
                    <a:pt x="9639" y="14463"/>
                    <a:pt x="9685" y="14463"/>
                  </a:cubicBezTo>
                  <a:cubicBezTo>
                    <a:pt x="9692" y="14463"/>
                    <a:pt x="9699" y="14461"/>
                    <a:pt x="9705" y="14457"/>
                  </a:cubicBezTo>
                  <a:lnTo>
                    <a:pt x="9705" y="14457"/>
                  </a:lnTo>
                  <a:cubicBezTo>
                    <a:pt x="9721" y="14489"/>
                    <a:pt x="9721" y="14489"/>
                    <a:pt x="9673" y="14522"/>
                  </a:cubicBezTo>
                  <a:cubicBezTo>
                    <a:pt x="9600" y="14522"/>
                    <a:pt x="9624" y="14554"/>
                    <a:pt x="9640" y="14587"/>
                  </a:cubicBezTo>
                  <a:cubicBezTo>
                    <a:pt x="9647" y="14596"/>
                    <a:pt x="9657" y="14600"/>
                    <a:pt x="9667" y="14600"/>
                  </a:cubicBezTo>
                  <a:cubicBezTo>
                    <a:pt x="9693" y="14600"/>
                    <a:pt x="9727" y="14577"/>
                    <a:pt x="9762" y="14554"/>
                  </a:cubicBezTo>
                  <a:cubicBezTo>
                    <a:pt x="9776" y="14546"/>
                    <a:pt x="9788" y="14542"/>
                    <a:pt x="9797" y="14542"/>
                  </a:cubicBezTo>
                  <a:cubicBezTo>
                    <a:pt x="9825" y="14542"/>
                    <a:pt x="9833" y="14579"/>
                    <a:pt x="9827" y="14652"/>
                  </a:cubicBezTo>
                  <a:cubicBezTo>
                    <a:pt x="9827" y="14765"/>
                    <a:pt x="9892" y="14871"/>
                    <a:pt x="9989" y="14919"/>
                  </a:cubicBezTo>
                  <a:cubicBezTo>
                    <a:pt x="10005" y="14952"/>
                    <a:pt x="10029" y="14984"/>
                    <a:pt x="9981" y="15016"/>
                  </a:cubicBezTo>
                  <a:cubicBezTo>
                    <a:pt x="9948" y="15081"/>
                    <a:pt x="9940" y="15179"/>
                    <a:pt x="10078" y="15179"/>
                  </a:cubicBezTo>
                  <a:cubicBezTo>
                    <a:pt x="10102" y="15219"/>
                    <a:pt x="10102" y="15219"/>
                    <a:pt x="10046" y="15243"/>
                  </a:cubicBezTo>
                  <a:cubicBezTo>
                    <a:pt x="10027" y="15294"/>
                    <a:pt x="9988" y="15325"/>
                    <a:pt x="10029" y="15325"/>
                  </a:cubicBezTo>
                  <a:cubicBezTo>
                    <a:pt x="10040" y="15325"/>
                    <a:pt x="10059" y="15322"/>
                    <a:pt x="10086" y="15316"/>
                  </a:cubicBezTo>
                  <a:cubicBezTo>
                    <a:pt x="10183" y="15349"/>
                    <a:pt x="10240" y="15446"/>
                    <a:pt x="10232" y="15543"/>
                  </a:cubicBezTo>
                  <a:cubicBezTo>
                    <a:pt x="10244" y="15566"/>
                    <a:pt x="10259" y="15589"/>
                    <a:pt x="10284" y="15589"/>
                  </a:cubicBezTo>
                  <a:cubicBezTo>
                    <a:pt x="10295" y="15589"/>
                    <a:pt x="10307" y="15585"/>
                    <a:pt x="10321" y="15576"/>
                  </a:cubicBezTo>
                  <a:lnTo>
                    <a:pt x="10370" y="15552"/>
                  </a:lnTo>
                  <a:lnTo>
                    <a:pt x="10370" y="15552"/>
                  </a:lnTo>
                  <a:cubicBezTo>
                    <a:pt x="10317" y="15610"/>
                    <a:pt x="10298" y="15630"/>
                    <a:pt x="10327" y="15630"/>
                  </a:cubicBezTo>
                  <a:cubicBezTo>
                    <a:pt x="10341" y="15630"/>
                    <a:pt x="10369" y="15625"/>
                    <a:pt x="10410" y="15616"/>
                  </a:cubicBezTo>
                  <a:cubicBezTo>
                    <a:pt x="10427" y="15607"/>
                    <a:pt x="10440" y="15603"/>
                    <a:pt x="10449" y="15603"/>
                  </a:cubicBezTo>
                  <a:cubicBezTo>
                    <a:pt x="10471" y="15603"/>
                    <a:pt x="10469" y="15626"/>
                    <a:pt x="10435" y="15649"/>
                  </a:cubicBezTo>
                  <a:cubicBezTo>
                    <a:pt x="10402" y="15714"/>
                    <a:pt x="10427" y="15746"/>
                    <a:pt x="10427" y="15746"/>
                  </a:cubicBezTo>
                  <a:cubicBezTo>
                    <a:pt x="10524" y="15852"/>
                    <a:pt x="10613" y="15957"/>
                    <a:pt x="10694" y="16079"/>
                  </a:cubicBezTo>
                  <a:cubicBezTo>
                    <a:pt x="10837" y="16313"/>
                    <a:pt x="10904" y="16417"/>
                    <a:pt x="10951" y="16417"/>
                  </a:cubicBezTo>
                  <a:cubicBezTo>
                    <a:pt x="10958" y="16417"/>
                    <a:pt x="10964" y="16415"/>
                    <a:pt x="10970" y="16411"/>
                  </a:cubicBezTo>
                  <a:cubicBezTo>
                    <a:pt x="11043" y="16411"/>
                    <a:pt x="11043" y="16411"/>
                    <a:pt x="11010" y="16476"/>
                  </a:cubicBezTo>
                  <a:cubicBezTo>
                    <a:pt x="10986" y="16516"/>
                    <a:pt x="10986" y="16573"/>
                    <a:pt x="11019" y="16606"/>
                  </a:cubicBezTo>
                  <a:cubicBezTo>
                    <a:pt x="11043" y="16638"/>
                    <a:pt x="11059" y="16679"/>
                    <a:pt x="11010" y="16703"/>
                  </a:cubicBezTo>
                  <a:cubicBezTo>
                    <a:pt x="11075" y="16711"/>
                    <a:pt x="11075" y="16711"/>
                    <a:pt x="11100" y="16743"/>
                  </a:cubicBezTo>
                  <a:cubicBezTo>
                    <a:pt x="11051" y="16776"/>
                    <a:pt x="11067" y="16808"/>
                    <a:pt x="11140" y="16808"/>
                  </a:cubicBezTo>
                  <a:cubicBezTo>
                    <a:pt x="11191" y="16795"/>
                    <a:pt x="11220" y="16787"/>
                    <a:pt x="11230" y="16787"/>
                  </a:cubicBezTo>
                  <a:cubicBezTo>
                    <a:pt x="11244" y="16787"/>
                    <a:pt x="11218" y="16803"/>
                    <a:pt x="11156" y="16841"/>
                  </a:cubicBezTo>
                  <a:cubicBezTo>
                    <a:pt x="11117" y="16867"/>
                    <a:pt x="11115" y="16956"/>
                    <a:pt x="11132" y="16956"/>
                  </a:cubicBezTo>
                  <a:cubicBezTo>
                    <a:pt x="11137" y="16956"/>
                    <a:pt x="11142" y="16951"/>
                    <a:pt x="11148" y="16938"/>
                  </a:cubicBezTo>
                  <a:cubicBezTo>
                    <a:pt x="11158" y="16932"/>
                    <a:pt x="11167" y="16929"/>
                    <a:pt x="11176" y="16929"/>
                  </a:cubicBezTo>
                  <a:cubicBezTo>
                    <a:pt x="11214" y="16929"/>
                    <a:pt x="11252" y="16972"/>
                    <a:pt x="11310" y="16979"/>
                  </a:cubicBezTo>
                  <a:cubicBezTo>
                    <a:pt x="11335" y="17011"/>
                    <a:pt x="11351" y="17043"/>
                    <a:pt x="11302" y="17076"/>
                  </a:cubicBezTo>
                  <a:cubicBezTo>
                    <a:pt x="11270" y="17141"/>
                    <a:pt x="11424" y="17270"/>
                    <a:pt x="11497" y="17270"/>
                  </a:cubicBezTo>
                  <a:cubicBezTo>
                    <a:pt x="11509" y="17264"/>
                    <a:pt x="11519" y="17262"/>
                    <a:pt x="11527" y="17262"/>
                  </a:cubicBezTo>
                  <a:cubicBezTo>
                    <a:pt x="11550" y="17262"/>
                    <a:pt x="11550" y="17285"/>
                    <a:pt x="11513" y="17303"/>
                  </a:cubicBezTo>
                  <a:cubicBezTo>
                    <a:pt x="11464" y="17335"/>
                    <a:pt x="11481" y="17368"/>
                    <a:pt x="11505" y="17408"/>
                  </a:cubicBezTo>
                  <a:cubicBezTo>
                    <a:pt x="11570" y="17408"/>
                    <a:pt x="11521" y="17441"/>
                    <a:pt x="11473" y="17465"/>
                  </a:cubicBezTo>
                  <a:cubicBezTo>
                    <a:pt x="11400" y="17465"/>
                    <a:pt x="11424" y="17497"/>
                    <a:pt x="11464" y="17570"/>
                  </a:cubicBezTo>
                  <a:cubicBezTo>
                    <a:pt x="11529" y="17570"/>
                    <a:pt x="11610" y="17700"/>
                    <a:pt x="11667" y="17797"/>
                  </a:cubicBezTo>
                  <a:cubicBezTo>
                    <a:pt x="11773" y="17968"/>
                    <a:pt x="11846" y="17968"/>
                    <a:pt x="11983" y="17976"/>
                  </a:cubicBezTo>
                  <a:lnTo>
                    <a:pt x="12105" y="17943"/>
                  </a:lnTo>
                  <a:lnTo>
                    <a:pt x="12000" y="18008"/>
                  </a:lnTo>
                  <a:cubicBezTo>
                    <a:pt x="11951" y="18041"/>
                    <a:pt x="11910" y="18089"/>
                    <a:pt x="11870" y="18130"/>
                  </a:cubicBezTo>
                  <a:cubicBezTo>
                    <a:pt x="11878" y="18143"/>
                    <a:pt x="11889" y="18149"/>
                    <a:pt x="11901" y="18149"/>
                  </a:cubicBezTo>
                  <a:cubicBezTo>
                    <a:pt x="11927" y="18149"/>
                    <a:pt x="11959" y="18127"/>
                    <a:pt x="11991" y="18106"/>
                  </a:cubicBezTo>
                  <a:cubicBezTo>
                    <a:pt x="12004" y="18097"/>
                    <a:pt x="12014" y="18093"/>
                    <a:pt x="12023" y="18093"/>
                  </a:cubicBezTo>
                  <a:cubicBezTo>
                    <a:pt x="12050" y="18093"/>
                    <a:pt x="12062" y="18130"/>
                    <a:pt x="12056" y="18203"/>
                  </a:cubicBezTo>
                  <a:cubicBezTo>
                    <a:pt x="12040" y="18300"/>
                    <a:pt x="12064" y="18333"/>
                    <a:pt x="12129" y="18341"/>
                  </a:cubicBezTo>
                  <a:cubicBezTo>
                    <a:pt x="12162" y="18373"/>
                    <a:pt x="12162" y="18430"/>
                    <a:pt x="12137" y="18470"/>
                  </a:cubicBezTo>
                  <a:cubicBezTo>
                    <a:pt x="12150" y="18487"/>
                    <a:pt x="12156" y="18495"/>
                    <a:pt x="12165" y="18495"/>
                  </a:cubicBezTo>
                  <a:cubicBezTo>
                    <a:pt x="12174" y="18495"/>
                    <a:pt x="12186" y="18487"/>
                    <a:pt x="12210" y="18470"/>
                  </a:cubicBezTo>
                  <a:cubicBezTo>
                    <a:pt x="12223" y="18462"/>
                    <a:pt x="12235" y="18458"/>
                    <a:pt x="12244" y="18458"/>
                  </a:cubicBezTo>
                  <a:cubicBezTo>
                    <a:pt x="12268" y="18458"/>
                    <a:pt x="12275" y="18488"/>
                    <a:pt x="12251" y="18535"/>
                  </a:cubicBezTo>
                  <a:cubicBezTo>
                    <a:pt x="12181" y="18619"/>
                    <a:pt x="12214" y="18704"/>
                    <a:pt x="12261" y="18704"/>
                  </a:cubicBezTo>
                  <a:cubicBezTo>
                    <a:pt x="12268" y="18704"/>
                    <a:pt x="12276" y="18702"/>
                    <a:pt x="12283" y="18697"/>
                  </a:cubicBezTo>
                  <a:cubicBezTo>
                    <a:pt x="12295" y="18691"/>
                    <a:pt x="12305" y="18689"/>
                    <a:pt x="12314" y="18689"/>
                  </a:cubicBezTo>
                  <a:cubicBezTo>
                    <a:pt x="12340" y="18689"/>
                    <a:pt x="12354" y="18713"/>
                    <a:pt x="12373" y="18738"/>
                  </a:cubicBezTo>
                  <a:cubicBezTo>
                    <a:pt x="12387" y="18774"/>
                    <a:pt x="12428" y="18804"/>
                    <a:pt x="12471" y="18804"/>
                  </a:cubicBezTo>
                  <a:cubicBezTo>
                    <a:pt x="12476" y="18804"/>
                    <a:pt x="12481" y="18804"/>
                    <a:pt x="12486" y="18803"/>
                  </a:cubicBezTo>
                  <a:cubicBezTo>
                    <a:pt x="12502" y="18835"/>
                    <a:pt x="12527" y="18876"/>
                    <a:pt x="12527" y="18876"/>
                  </a:cubicBezTo>
                  <a:cubicBezTo>
                    <a:pt x="12534" y="18890"/>
                    <a:pt x="12524" y="18896"/>
                    <a:pt x="12509" y="18896"/>
                  </a:cubicBezTo>
                  <a:cubicBezTo>
                    <a:pt x="12490" y="18896"/>
                    <a:pt x="12463" y="18886"/>
                    <a:pt x="12454" y="18868"/>
                  </a:cubicBezTo>
                  <a:lnTo>
                    <a:pt x="12421" y="18932"/>
                  </a:lnTo>
                  <a:cubicBezTo>
                    <a:pt x="12462" y="18997"/>
                    <a:pt x="12478" y="19030"/>
                    <a:pt x="12551" y="19038"/>
                  </a:cubicBezTo>
                  <a:cubicBezTo>
                    <a:pt x="12601" y="19024"/>
                    <a:pt x="12631" y="19017"/>
                    <a:pt x="12641" y="19017"/>
                  </a:cubicBezTo>
                  <a:cubicBezTo>
                    <a:pt x="12656" y="19017"/>
                    <a:pt x="12632" y="19032"/>
                    <a:pt x="12575" y="19070"/>
                  </a:cubicBezTo>
                  <a:cubicBezTo>
                    <a:pt x="12518" y="19103"/>
                    <a:pt x="12494" y="19168"/>
                    <a:pt x="12559" y="19168"/>
                  </a:cubicBezTo>
                  <a:cubicBezTo>
                    <a:pt x="12582" y="19161"/>
                    <a:pt x="12600" y="19159"/>
                    <a:pt x="12614" y="19159"/>
                  </a:cubicBezTo>
                  <a:cubicBezTo>
                    <a:pt x="12670" y="19159"/>
                    <a:pt x="12645" y="19206"/>
                    <a:pt x="12600" y="19232"/>
                  </a:cubicBezTo>
                  <a:cubicBezTo>
                    <a:pt x="12478" y="19265"/>
                    <a:pt x="12478" y="19265"/>
                    <a:pt x="12656" y="19330"/>
                  </a:cubicBezTo>
                  <a:cubicBezTo>
                    <a:pt x="12697" y="19403"/>
                    <a:pt x="12827" y="19500"/>
                    <a:pt x="12891" y="19605"/>
                  </a:cubicBezTo>
                  <a:cubicBezTo>
                    <a:pt x="12973" y="19735"/>
                    <a:pt x="13005" y="19800"/>
                    <a:pt x="12981" y="19865"/>
                  </a:cubicBezTo>
                  <a:cubicBezTo>
                    <a:pt x="12974" y="19869"/>
                    <a:pt x="12968" y="19873"/>
                    <a:pt x="12963" y="19876"/>
                  </a:cubicBezTo>
                  <a:lnTo>
                    <a:pt x="12963" y="19876"/>
                  </a:lnTo>
                  <a:cubicBezTo>
                    <a:pt x="12979" y="19869"/>
                    <a:pt x="12993" y="19866"/>
                    <a:pt x="13005" y="19866"/>
                  </a:cubicBezTo>
                  <a:cubicBezTo>
                    <a:pt x="13046" y="19866"/>
                    <a:pt x="13067" y="19905"/>
                    <a:pt x="13110" y="19970"/>
                  </a:cubicBezTo>
                  <a:cubicBezTo>
                    <a:pt x="13102" y="20068"/>
                    <a:pt x="13183" y="20141"/>
                    <a:pt x="13281" y="20141"/>
                  </a:cubicBezTo>
                  <a:lnTo>
                    <a:pt x="13240" y="20076"/>
                  </a:lnTo>
                  <a:cubicBezTo>
                    <a:pt x="13275" y="20053"/>
                    <a:pt x="13300" y="20042"/>
                    <a:pt x="13317" y="20042"/>
                  </a:cubicBezTo>
                  <a:cubicBezTo>
                    <a:pt x="13350" y="20042"/>
                    <a:pt x="13356" y="20078"/>
                    <a:pt x="13345" y="20141"/>
                  </a:cubicBezTo>
                  <a:cubicBezTo>
                    <a:pt x="13370" y="20173"/>
                    <a:pt x="13321" y="20205"/>
                    <a:pt x="13264" y="20238"/>
                  </a:cubicBezTo>
                  <a:cubicBezTo>
                    <a:pt x="13216" y="20270"/>
                    <a:pt x="13183" y="20335"/>
                    <a:pt x="13200" y="20368"/>
                  </a:cubicBezTo>
                  <a:cubicBezTo>
                    <a:pt x="13214" y="20386"/>
                    <a:pt x="13225" y="20405"/>
                    <a:pt x="13238" y="20405"/>
                  </a:cubicBezTo>
                  <a:cubicBezTo>
                    <a:pt x="13248" y="20405"/>
                    <a:pt x="13259" y="20395"/>
                    <a:pt x="13273" y="20368"/>
                  </a:cubicBezTo>
                  <a:cubicBezTo>
                    <a:pt x="13301" y="20351"/>
                    <a:pt x="13315" y="20343"/>
                    <a:pt x="13324" y="20343"/>
                  </a:cubicBezTo>
                  <a:cubicBezTo>
                    <a:pt x="13333" y="20343"/>
                    <a:pt x="13337" y="20351"/>
                    <a:pt x="13345" y="20368"/>
                  </a:cubicBezTo>
                  <a:cubicBezTo>
                    <a:pt x="13362" y="20416"/>
                    <a:pt x="13410" y="20441"/>
                    <a:pt x="13459" y="20441"/>
                  </a:cubicBezTo>
                  <a:cubicBezTo>
                    <a:pt x="13473" y="20431"/>
                    <a:pt x="13485" y="20427"/>
                    <a:pt x="13494" y="20427"/>
                  </a:cubicBezTo>
                  <a:cubicBezTo>
                    <a:pt x="13518" y="20427"/>
                    <a:pt x="13531" y="20450"/>
                    <a:pt x="13548" y="20473"/>
                  </a:cubicBezTo>
                  <a:cubicBezTo>
                    <a:pt x="13532" y="20522"/>
                    <a:pt x="13532" y="20562"/>
                    <a:pt x="13556" y="20603"/>
                  </a:cubicBezTo>
                  <a:lnTo>
                    <a:pt x="13508" y="20635"/>
                  </a:lnTo>
                  <a:cubicBezTo>
                    <a:pt x="13467" y="20659"/>
                    <a:pt x="13443" y="20692"/>
                    <a:pt x="13418" y="20732"/>
                  </a:cubicBezTo>
                  <a:cubicBezTo>
                    <a:pt x="13427" y="20743"/>
                    <a:pt x="13437" y="20747"/>
                    <a:pt x="13448" y="20747"/>
                  </a:cubicBezTo>
                  <a:cubicBezTo>
                    <a:pt x="13470" y="20747"/>
                    <a:pt x="13491" y="20732"/>
                    <a:pt x="13491" y="20732"/>
                  </a:cubicBezTo>
                  <a:cubicBezTo>
                    <a:pt x="13493" y="20732"/>
                    <a:pt x="13494" y="20731"/>
                    <a:pt x="13495" y="20731"/>
                  </a:cubicBezTo>
                  <a:cubicBezTo>
                    <a:pt x="13567" y="20731"/>
                    <a:pt x="14020" y="21505"/>
                    <a:pt x="14075" y="21608"/>
                  </a:cubicBezTo>
                  <a:cubicBezTo>
                    <a:pt x="14063" y="21683"/>
                    <a:pt x="14099" y="21759"/>
                    <a:pt x="14131" y="21759"/>
                  </a:cubicBezTo>
                  <a:cubicBezTo>
                    <a:pt x="14140" y="21759"/>
                    <a:pt x="14149" y="21752"/>
                    <a:pt x="14156" y="21738"/>
                  </a:cubicBezTo>
                  <a:cubicBezTo>
                    <a:pt x="14160" y="21736"/>
                    <a:pt x="14163" y="21735"/>
                    <a:pt x="14167" y="21735"/>
                  </a:cubicBezTo>
                  <a:cubicBezTo>
                    <a:pt x="14218" y="21735"/>
                    <a:pt x="14310" y="21889"/>
                    <a:pt x="14424" y="22078"/>
                  </a:cubicBezTo>
                  <a:cubicBezTo>
                    <a:pt x="14552" y="22298"/>
                    <a:pt x="14646" y="22454"/>
                    <a:pt x="14697" y="22454"/>
                  </a:cubicBezTo>
                  <a:cubicBezTo>
                    <a:pt x="14701" y="22454"/>
                    <a:pt x="14704" y="22453"/>
                    <a:pt x="14708" y="22451"/>
                  </a:cubicBezTo>
                  <a:lnTo>
                    <a:pt x="14764" y="22549"/>
                  </a:lnTo>
                  <a:cubicBezTo>
                    <a:pt x="14805" y="22613"/>
                    <a:pt x="14894" y="22654"/>
                    <a:pt x="14918" y="22686"/>
                  </a:cubicBezTo>
                  <a:cubicBezTo>
                    <a:pt x="14983" y="22686"/>
                    <a:pt x="15008" y="22719"/>
                    <a:pt x="14935" y="22719"/>
                  </a:cubicBezTo>
                  <a:cubicBezTo>
                    <a:pt x="14886" y="22751"/>
                    <a:pt x="14829" y="22784"/>
                    <a:pt x="14854" y="22816"/>
                  </a:cubicBezTo>
                  <a:cubicBezTo>
                    <a:pt x="14871" y="22844"/>
                    <a:pt x="14890" y="22854"/>
                    <a:pt x="14911" y="22854"/>
                  </a:cubicBezTo>
                  <a:cubicBezTo>
                    <a:pt x="14937" y="22854"/>
                    <a:pt x="14964" y="22838"/>
                    <a:pt x="14991" y="22824"/>
                  </a:cubicBezTo>
                  <a:cubicBezTo>
                    <a:pt x="15010" y="22813"/>
                    <a:pt x="15025" y="22810"/>
                    <a:pt x="15036" y="22810"/>
                  </a:cubicBezTo>
                  <a:cubicBezTo>
                    <a:pt x="15057" y="22810"/>
                    <a:pt x="15064" y="22824"/>
                    <a:pt x="15064" y="22824"/>
                  </a:cubicBezTo>
                  <a:cubicBezTo>
                    <a:pt x="15081" y="22857"/>
                    <a:pt x="15081" y="22857"/>
                    <a:pt x="15032" y="22889"/>
                  </a:cubicBezTo>
                  <a:lnTo>
                    <a:pt x="14927" y="22946"/>
                  </a:lnTo>
                  <a:lnTo>
                    <a:pt x="14951" y="22978"/>
                  </a:lnTo>
                  <a:cubicBezTo>
                    <a:pt x="14964" y="22972"/>
                    <a:pt x="14976" y="22969"/>
                    <a:pt x="14985" y="22969"/>
                  </a:cubicBezTo>
                  <a:cubicBezTo>
                    <a:pt x="15011" y="22969"/>
                    <a:pt x="15024" y="22986"/>
                    <a:pt x="15024" y="22986"/>
                  </a:cubicBezTo>
                  <a:cubicBezTo>
                    <a:pt x="15040" y="23019"/>
                    <a:pt x="15040" y="23019"/>
                    <a:pt x="14935" y="23076"/>
                  </a:cubicBezTo>
                  <a:cubicBezTo>
                    <a:pt x="14859" y="23126"/>
                    <a:pt x="14852" y="23157"/>
                    <a:pt x="14909" y="23157"/>
                  </a:cubicBezTo>
                  <a:cubicBezTo>
                    <a:pt x="14926" y="23157"/>
                    <a:pt x="14948" y="23154"/>
                    <a:pt x="14975" y="23149"/>
                  </a:cubicBezTo>
                  <a:lnTo>
                    <a:pt x="15064" y="23181"/>
                  </a:lnTo>
                  <a:cubicBezTo>
                    <a:pt x="14983" y="23278"/>
                    <a:pt x="15121" y="23286"/>
                    <a:pt x="15194" y="23286"/>
                  </a:cubicBezTo>
                  <a:cubicBezTo>
                    <a:pt x="15130" y="23363"/>
                    <a:pt x="15127" y="23399"/>
                    <a:pt x="15188" y="23399"/>
                  </a:cubicBezTo>
                  <a:cubicBezTo>
                    <a:pt x="15204" y="23399"/>
                    <a:pt x="15225" y="23397"/>
                    <a:pt x="15251" y="23392"/>
                  </a:cubicBezTo>
                  <a:cubicBezTo>
                    <a:pt x="15266" y="23383"/>
                    <a:pt x="15278" y="23379"/>
                    <a:pt x="15288" y="23379"/>
                  </a:cubicBezTo>
                  <a:cubicBezTo>
                    <a:pt x="15313" y="23379"/>
                    <a:pt x="15315" y="23409"/>
                    <a:pt x="15291" y="23457"/>
                  </a:cubicBezTo>
                  <a:cubicBezTo>
                    <a:pt x="15259" y="23521"/>
                    <a:pt x="15283" y="23554"/>
                    <a:pt x="15316" y="23619"/>
                  </a:cubicBezTo>
                  <a:cubicBezTo>
                    <a:pt x="15389" y="23627"/>
                    <a:pt x="15526" y="23854"/>
                    <a:pt x="15681" y="24130"/>
                  </a:cubicBezTo>
                  <a:cubicBezTo>
                    <a:pt x="15846" y="24408"/>
                    <a:pt x="15956" y="24603"/>
                    <a:pt x="16010" y="24603"/>
                  </a:cubicBezTo>
                  <a:cubicBezTo>
                    <a:pt x="16014" y="24603"/>
                    <a:pt x="16018" y="24602"/>
                    <a:pt x="16021" y="24600"/>
                  </a:cubicBezTo>
                  <a:lnTo>
                    <a:pt x="16021" y="24600"/>
                  </a:lnTo>
                  <a:cubicBezTo>
                    <a:pt x="16045" y="24632"/>
                    <a:pt x="16045" y="24632"/>
                    <a:pt x="16013" y="24697"/>
                  </a:cubicBezTo>
                  <a:cubicBezTo>
                    <a:pt x="15970" y="24722"/>
                    <a:pt x="15973" y="24746"/>
                    <a:pt x="16030" y="24746"/>
                  </a:cubicBezTo>
                  <a:cubicBezTo>
                    <a:pt x="16049" y="24746"/>
                    <a:pt x="16072" y="24744"/>
                    <a:pt x="16102" y="24738"/>
                  </a:cubicBezTo>
                  <a:cubicBezTo>
                    <a:pt x="16139" y="24738"/>
                    <a:pt x="16169" y="24730"/>
                    <a:pt x="16177" y="24730"/>
                  </a:cubicBezTo>
                  <a:cubicBezTo>
                    <a:pt x="16185" y="24730"/>
                    <a:pt x="16171" y="24738"/>
                    <a:pt x="16118" y="24770"/>
                  </a:cubicBezTo>
                  <a:cubicBezTo>
                    <a:pt x="16070" y="24802"/>
                    <a:pt x="16110" y="24867"/>
                    <a:pt x="16183" y="24997"/>
                  </a:cubicBezTo>
                  <a:cubicBezTo>
                    <a:pt x="16234" y="25092"/>
                    <a:pt x="16305" y="25213"/>
                    <a:pt x="16354" y="25213"/>
                  </a:cubicBezTo>
                  <a:cubicBezTo>
                    <a:pt x="16359" y="25213"/>
                    <a:pt x="16365" y="25211"/>
                    <a:pt x="16370" y="25208"/>
                  </a:cubicBezTo>
                  <a:cubicBezTo>
                    <a:pt x="16459" y="25240"/>
                    <a:pt x="16459" y="25240"/>
                    <a:pt x="16394" y="25240"/>
                  </a:cubicBezTo>
                  <a:cubicBezTo>
                    <a:pt x="16264" y="25265"/>
                    <a:pt x="16313" y="25467"/>
                    <a:pt x="16475" y="25508"/>
                  </a:cubicBezTo>
                  <a:cubicBezTo>
                    <a:pt x="16491" y="25540"/>
                    <a:pt x="16516" y="25573"/>
                    <a:pt x="16459" y="25605"/>
                  </a:cubicBezTo>
                  <a:cubicBezTo>
                    <a:pt x="16483" y="25638"/>
                    <a:pt x="16499" y="25670"/>
                    <a:pt x="16613" y="25743"/>
                  </a:cubicBezTo>
                  <a:lnTo>
                    <a:pt x="16743" y="25978"/>
                  </a:lnTo>
                  <a:cubicBezTo>
                    <a:pt x="16775" y="26027"/>
                    <a:pt x="16824" y="26059"/>
                    <a:pt x="16872" y="26084"/>
                  </a:cubicBezTo>
                  <a:lnTo>
                    <a:pt x="16897" y="26116"/>
                  </a:lnTo>
                  <a:cubicBezTo>
                    <a:pt x="16840" y="26148"/>
                    <a:pt x="16937" y="26311"/>
                    <a:pt x="17067" y="26554"/>
                  </a:cubicBezTo>
                  <a:cubicBezTo>
                    <a:pt x="17205" y="26789"/>
                    <a:pt x="17318" y="26992"/>
                    <a:pt x="17286" y="27056"/>
                  </a:cubicBezTo>
                  <a:cubicBezTo>
                    <a:pt x="17286" y="27056"/>
                    <a:pt x="17302" y="27089"/>
                    <a:pt x="17375" y="27089"/>
                  </a:cubicBezTo>
                  <a:cubicBezTo>
                    <a:pt x="17402" y="27083"/>
                    <a:pt x="17425" y="27081"/>
                    <a:pt x="17443" y="27081"/>
                  </a:cubicBezTo>
                  <a:cubicBezTo>
                    <a:pt x="17505" y="27081"/>
                    <a:pt x="17514" y="27112"/>
                    <a:pt x="17489" y="27162"/>
                  </a:cubicBezTo>
                  <a:cubicBezTo>
                    <a:pt x="17408" y="27242"/>
                    <a:pt x="17466" y="27369"/>
                    <a:pt x="17568" y="27369"/>
                  </a:cubicBezTo>
                  <a:cubicBezTo>
                    <a:pt x="17578" y="27369"/>
                    <a:pt x="17588" y="27368"/>
                    <a:pt x="17599" y="27365"/>
                  </a:cubicBezTo>
                  <a:lnTo>
                    <a:pt x="17599" y="27365"/>
                  </a:lnTo>
                  <a:cubicBezTo>
                    <a:pt x="17584" y="27374"/>
                    <a:pt x="17565" y="27385"/>
                    <a:pt x="17545" y="27397"/>
                  </a:cubicBezTo>
                  <a:cubicBezTo>
                    <a:pt x="17475" y="27474"/>
                    <a:pt x="17545" y="27540"/>
                    <a:pt x="17650" y="27540"/>
                  </a:cubicBezTo>
                  <a:cubicBezTo>
                    <a:pt x="17665" y="27540"/>
                    <a:pt x="17682" y="27538"/>
                    <a:pt x="17699" y="27535"/>
                  </a:cubicBezTo>
                  <a:lnTo>
                    <a:pt x="17699" y="27535"/>
                  </a:lnTo>
                  <a:cubicBezTo>
                    <a:pt x="17667" y="27600"/>
                    <a:pt x="17634" y="27665"/>
                    <a:pt x="17699" y="27665"/>
                  </a:cubicBezTo>
                  <a:cubicBezTo>
                    <a:pt x="17724" y="27697"/>
                    <a:pt x="17724" y="27697"/>
                    <a:pt x="17618" y="27762"/>
                  </a:cubicBezTo>
                  <a:cubicBezTo>
                    <a:pt x="17562" y="27786"/>
                    <a:pt x="17513" y="27819"/>
                    <a:pt x="17529" y="27851"/>
                  </a:cubicBezTo>
                  <a:cubicBezTo>
                    <a:pt x="17537" y="27862"/>
                    <a:pt x="17548" y="27866"/>
                    <a:pt x="17561" y="27866"/>
                  </a:cubicBezTo>
                  <a:cubicBezTo>
                    <a:pt x="17587" y="27866"/>
                    <a:pt x="17621" y="27848"/>
                    <a:pt x="17659" y="27827"/>
                  </a:cubicBezTo>
                  <a:lnTo>
                    <a:pt x="17691" y="27892"/>
                  </a:lnTo>
                  <a:cubicBezTo>
                    <a:pt x="17691" y="27892"/>
                    <a:pt x="17704" y="27909"/>
                    <a:pt x="17730" y="27909"/>
                  </a:cubicBezTo>
                  <a:cubicBezTo>
                    <a:pt x="17739" y="27909"/>
                    <a:pt x="17751" y="27906"/>
                    <a:pt x="17764" y="27900"/>
                  </a:cubicBezTo>
                  <a:cubicBezTo>
                    <a:pt x="17778" y="27890"/>
                    <a:pt x="17791" y="27886"/>
                    <a:pt x="17801" y="27886"/>
                  </a:cubicBezTo>
                  <a:cubicBezTo>
                    <a:pt x="17826" y="27886"/>
                    <a:pt x="17842" y="27909"/>
                    <a:pt x="17853" y="27932"/>
                  </a:cubicBezTo>
                  <a:cubicBezTo>
                    <a:pt x="17832" y="27946"/>
                    <a:pt x="17833" y="27954"/>
                    <a:pt x="17843" y="27954"/>
                  </a:cubicBezTo>
                  <a:cubicBezTo>
                    <a:pt x="17856" y="27954"/>
                    <a:pt x="17887" y="27940"/>
                    <a:pt x="17910" y="27908"/>
                  </a:cubicBezTo>
                  <a:cubicBezTo>
                    <a:pt x="17943" y="27886"/>
                    <a:pt x="17975" y="27865"/>
                    <a:pt x="18000" y="27865"/>
                  </a:cubicBezTo>
                  <a:cubicBezTo>
                    <a:pt x="18013" y="27865"/>
                    <a:pt x="18024" y="27870"/>
                    <a:pt x="18032" y="27883"/>
                  </a:cubicBezTo>
                  <a:lnTo>
                    <a:pt x="18137" y="27819"/>
                  </a:lnTo>
                  <a:cubicBezTo>
                    <a:pt x="18234" y="27762"/>
                    <a:pt x="18291" y="27729"/>
                    <a:pt x="18299" y="27632"/>
                  </a:cubicBezTo>
                  <a:cubicBezTo>
                    <a:pt x="18279" y="27496"/>
                    <a:pt x="18276" y="27383"/>
                    <a:pt x="18213" y="27383"/>
                  </a:cubicBezTo>
                  <a:cubicBezTo>
                    <a:pt x="18201" y="27383"/>
                    <a:pt x="18187" y="27388"/>
                    <a:pt x="18170" y="27397"/>
                  </a:cubicBezTo>
                  <a:cubicBezTo>
                    <a:pt x="18170" y="27397"/>
                    <a:pt x="18097" y="27397"/>
                    <a:pt x="18080" y="27356"/>
                  </a:cubicBezTo>
                  <a:cubicBezTo>
                    <a:pt x="18056" y="27324"/>
                    <a:pt x="18089" y="27259"/>
                    <a:pt x="18089" y="27259"/>
                  </a:cubicBezTo>
                  <a:cubicBezTo>
                    <a:pt x="18145" y="27235"/>
                    <a:pt x="18064" y="27097"/>
                    <a:pt x="17975" y="26927"/>
                  </a:cubicBezTo>
                  <a:cubicBezTo>
                    <a:pt x="17853" y="26724"/>
                    <a:pt x="17797" y="26627"/>
                    <a:pt x="17829" y="26562"/>
                  </a:cubicBezTo>
                  <a:cubicBezTo>
                    <a:pt x="17862" y="26497"/>
                    <a:pt x="17845" y="26465"/>
                    <a:pt x="17845" y="26465"/>
                  </a:cubicBezTo>
                  <a:lnTo>
                    <a:pt x="17845" y="26465"/>
                  </a:lnTo>
                  <a:cubicBezTo>
                    <a:pt x="17843" y="26466"/>
                    <a:pt x="17840" y="26467"/>
                    <a:pt x="17837" y="26467"/>
                  </a:cubicBezTo>
                  <a:cubicBezTo>
                    <a:pt x="17783" y="26467"/>
                    <a:pt x="17668" y="26273"/>
                    <a:pt x="17545" y="26051"/>
                  </a:cubicBezTo>
                  <a:cubicBezTo>
                    <a:pt x="17416" y="25831"/>
                    <a:pt x="17294" y="25610"/>
                    <a:pt x="17232" y="25610"/>
                  </a:cubicBezTo>
                  <a:cubicBezTo>
                    <a:pt x="17228" y="25610"/>
                    <a:pt x="17225" y="25611"/>
                    <a:pt x="17221" y="25613"/>
                  </a:cubicBezTo>
                  <a:lnTo>
                    <a:pt x="17189" y="25540"/>
                  </a:lnTo>
                  <a:cubicBezTo>
                    <a:pt x="17237" y="25508"/>
                    <a:pt x="17197" y="25443"/>
                    <a:pt x="17156" y="25378"/>
                  </a:cubicBezTo>
                  <a:cubicBezTo>
                    <a:pt x="17107" y="25354"/>
                    <a:pt x="17059" y="25321"/>
                    <a:pt x="17026" y="25273"/>
                  </a:cubicBezTo>
                  <a:cubicBezTo>
                    <a:pt x="17083" y="25240"/>
                    <a:pt x="17059" y="25208"/>
                    <a:pt x="17026" y="25143"/>
                  </a:cubicBezTo>
                  <a:cubicBezTo>
                    <a:pt x="16997" y="25089"/>
                    <a:pt x="16980" y="25057"/>
                    <a:pt x="16950" y="25057"/>
                  </a:cubicBezTo>
                  <a:cubicBezTo>
                    <a:pt x="16940" y="25057"/>
                    <a:pt x="16928" y="25062"/>
                    <a:pt x="16913" y="25070"/>
                  </a:cubicBezTo>
                  <a:cubicBezTo>
                    <a:pt x="16840" y="24948"/>
                    <a:pt x="16783" y="24811"/>
                    <a:pt x="16751" y="24673"/>
                  </a:cubicBezTo>
                  <a:cubicBezTo>
                    <a:pt x="16783" y="24608"/>
                    <a:pt x="16718" y="24600"/>
                    <a:pt x="16645" y="24600"/>
                  </a:cubicBezTo>
                  <a:cubicBezTo>
                    <a:pt x="16620" y="24614"/>
                    <a:pt x="16594" y="24620"/>
                    <a:pt x="16570" y="24620"/>
                  </a:cubicBezTo>
                  <a:cubicBezTo>
                    <a:pt x="16540" y="24620"/>
                    <a:pt x="16513" y="24610"/>
                    <a:pt x="16499" y="24592"/>
                  </a:cubicBezTo>
                  <a:lnTo>
                    <a:pt x="16605" y="24527"/>
                  </a:lnTo>
                  <a:cubicBezTo>
                    <a:pt x="16624" y="24529"/>
                    <a:pt x="16638" y="24531"/>
                    <a:pt x="16648" y="24531"/>
                  </a:cubicBezTo>
                  <a:cubicBezTo>
                    <a:pt x="16675" y="24531"/>
                    <a:pt x="16667" y="24518"/>
                    <a:pt x="16637" y="24470"/>
                  </a:cubicBezTo>
                  <a:lnTo>
                    <a:pt x="16597" y="24397"/>
                  </a:lnTo>
                  <a:cubicBezTo>
                    <a:pt x="16593" y="24400"/>
                    <a:pt x="16588" y="24401"/>
                    <a:pt x="16584" y="24401"/>
                  </a:cubicBezTo>
                  <a:cubicBezTo>
                    <a:pt x="16532" y="24401"/>
                    <a:pt x="16439" y="24240"/>
                    <a:pt x="16313" y="24024"/>
                  </a:cubicBezTo>
                  <a:cubicBezTo>
                    <a:pt x="16162" y="23759"/>
                    <a:pt x="16094" y="23646"/>
                    <a:pt x="16047" y="23646"/>
                  </a:cubicBezTo>
                  <a:cubicBezTo>
                    <a:pt x="16041" y="23646"/>
                    <a:pt x="16035" y="23647"/>
                    <a:pt x="16029" y="23651"/>
                  </a:cubicBezTo>
                  <a:cubicBezTo>
                    <a:pt x="16018" y="23659"/>
                    <a:pt x="16008" y="23663"/>
                    <a:pt x="15999" y="23663"/>
                  </a:cubicBezTo>
                  <a:cubicBezTo>
                    <a:pt x="15970" y="23663"/>
                    <a:pt x="15954" y="23619"/>
                    <a:pt x="15948" y="23513"/>
                  </a:cubicBezTo>
                  <a:cubicBezTo>
                    <a:pt x="15989" y="23221"/>
                    <a:pt x="15989" y="23221"/>
                    <a:pt x="15916" y="23221"/>
                  </a:cubicBezTo>
                  <a:cubicBezTo>
                    <a:pt x="15940" y="23254"/>
                    <a:pt x="15883" y="23286"/>
                    <a:pt x="15835" y="23319"/>
                  </a:cubicBezTo>
                  <a:cubicBezTo>
                    <a:pt x="15799" y="23338"/>
                    <a:pt x="15774" y="23347"/>
                    <a:pt x="15759" y="23347"/>
                  </a:cubicBezTo>
                  <a:cubicBezTo>
                    <a:pt x="15729" y="23347"/>
                    <a:pt x="15740" y="23311"/>
                    <a:pt x="15794" y="23246"/>
                  </a:cubicBezTo>
                  <a:cubicBezTo>
                    <a:pt x="15896" y="23191"/>
                    <a:pt x="15573" y="22742"/>
                    <a:pt x="15442" y="22742"/>
                  </a:cubicBezTo>
                  <a:cubicBezTo>
                    <a:pt x="15437" y="22742"/>
                    <a:pt x="15433" y="22742"/>
                    <a:pt x="15429" y="22743"/>
                  </a:cubicBezTo>
                  <a:lnTo>
                    <a:pt x="15486" y="22711"/>
                  </a:lnTo>
                  <a:cubicBezTo>
                    <a:pt x="15535" y="22678"/>
                    <a:pt x="15518" y="22646"/>
                    <a:pt x="15437" y="22516"/>
                  </a:cubicBezTo>
                  <a:lnTo>
                    <a:pt x="15381" y="22411"/>
                  </a:lnTo>
                  <a:cubicBezTo>
                    <a:pt x="15368" y="22419"/>
                    <a:pt x="15356" y="22422"/>
                    <a:pt x="15344" y="22422"/>
                  </a:cubicBezTo>
                  <a:cubicBezTo>
                    <a:pt x="15261" y="22422"/>
                    <a:pt x="15216" y="22237"/>
                    <a:pt x="15259" y="22208"/>
                  </a:cubicBezTo>
                  <a:cubicBezTo>
                    <a:pt x="15291" y="22143"/>
                    <a:pt x="15291" y="22143"/>
                    <a:pt x="15251" y="22078"/>
                  </a:cubicBezTo>
                  <a:cubicBezTo>
                    <a:pt x="15089" y="22038"/>
                    <a:pt x="15048" y="21843"/>
                    <a:pt x="15097" y="21811"/>
                  </a:cubicBezTo>
                  <a:cubicBezTo>
                    <a:pt x="15097" y="21811"/>
                    <a:pt x="15081" y="21778"/>
                    <a:pt x="15056" y="21746"/>
                  </a:cubicBezTo>
                  <a:cubicBezTo>
                    <a:pt x="14983" y="21738"/>
                    <a:pt x="14951" y="21673"/>
                    <a:pt x="14927" y="21640"/>
                  </a:cubicBezTo>
                  <a:cubicBezTo>
                    <a:pt x="14889" y="21576"/>
                    <a:pt x="14865" y="21536"/>
                    <a:pt x="14844" y="21536"/>
                  </a:cubicBezTo>
                  <a:cubicBezTo>
                    <a:pt x="14834" y="21536"/>
                    <a:pt x="14824" y="21546"/>
                    <a:pt x="14813" y="21568"/>
                  </a:cubicBezTo>
                  <a:cubicBezTo>
                    <a:pt x="14779" y="21590"/>
                    <a:pt x="14744" y="21613"/>
                    <a:pt x="14718" y="21613"/>
                  </a:cubicBezTo>
                  <a:cubicBezTo>
                    <a:pt x="14708" y="21613"/>
                    <a:pt x="14699" y="21609"/>
                    <a:pt x="14691" y="21600"/>
                  </a:cubicBezTo>
                  <a:lnTo>
                    <a:pt x="14748" y="21568"/>
                  </a:lnTo>
                  <a:cubicBezTo>
                    <a:pt x="14797" y="21535"/>
                    <a:pt x="14740" y="21438"/>
                    <a:pt x="14659" y="21300"/>
                  </a:cubicBezTo>
                  <a:cubicBezTo>
                    <a:pt x="14562" y="21138"/>
                    <a:pt x="14521" y="21065"/>
                    <a:pt x="14554" y="21000"/>
                  </a:cubicBezTo>
                  <a:lnTo>
                    <a:pt x="14481" y="21000"/>
                  </a:lnTo>
                  <a:cubicBezTo>
                    <a:pt x="14408" y="21000"/>
                    <a:pt x="14391" y="20968"/>
                    <a:pt x="14440" y="20935"/>
                  </a:cubicBezTo>
                  <a:cubicBezTo>
                    <a:pt x="14472" y="20870"/>
                    <a:pt x="14399" y="20732"/>
                    <a:pt x="14302" y="20700"/>
                  </a:cubicBezTo>
                  <a:cubicBezTo>
                    <a:pt x="14286" y="20668"/>
                    <a:pt x="14270" y="20635"/>
                    <a:pt x="14270" y="20635"/>
                  </a:cubicBezTo>
                  <a:cubicBezTo>
                    <a:pt x="14341" y="20550"/>
                    <a:pt x="14300" y="20459"/>
                    <a:pt x="14207" y="20459"/>
                  </a:cubicBezTo>
                  <a:cubicBezTo>
                    <a:pt x="14194" y="20459"/>
                    <a:pt x="14180" y="20461"/>
                    <a:pt x="14164" y="20465"/>
                  </a:cubicBezTo>
                  <a:cubicBezTo>
                    <a:pt x="14221" y="20432"/>
                    <a:pt x="14197" y="20400"/>
                    <a:pt x="14181" y="20368"/>
                  </a:cubicBezTo>
                  <a:cubicBezTo>
                    <a:pt x="14091" y="20327"/>
                    <a:pt x="14010" y="20197"/>
                    <a:pt x="14059" y="20165"/>
                  </a:cubicBezTo>
                  <a:lnTo>
                    <a:pt x="14043" y="20132"/>
                  </a:lnTo>
                  <a:cubicBezTo>
                    <a:pt x="13994" y="20132"/>
                    <a:pt x="13945" y="20108"/>
                    <a:pt x="13929" y="20068"/>
                  </a:cubicBezTo>
                  <a:cubicBezTo>
                    <a:pt x="13913" y="20019"/>
                    <a:pt x="13864" y="19995"/>
                    <a:pt x="13816" y="19995"/>
                  </a:cubicBezTo>
                  <a:cubicBezTo>
                    <a:pt x="13751" y="19995"/>
                    <a:pt x="13727" y="19962"/>
                    <a:pt x="13727" y="19962"/>
                  </a:cubicBezTo>
                  <a:cubicBezTo>
                    <a:pt x="13715" y="19933"/>
                    <a:pt x="13745" y="19929"/>
                    <a:pt x="13789" y="19929"/>
                  </a:cubicBezTo>
                  <a:cubicBezTo>
                    <a:pt x="13807" y="19929"/>
                    <a:pt x="13827" y="19930"/>
                    <a:pt x="13848" y="19930"/>
                  </a:cubicBezTo>
                  <a:cubicBezTo>
                    <a:pt x="13861" y="19934"/>
                    <a:pt x="13870" y="19936"/>
                    <a:pt x="13877" y="19936"/>
                  </a:cubicBezTo>
                  <a:cubicBezTo>
                    <a:pt x="13920" y="19936"/>
                    <a:pt x="13858" y="19859"/>
                    <a:pt x="13718" y="19824"/>
                  </a:cubicBezTo>
                  <a:cubicBezTo>
                    <a:pt x="13556" y="19792"/>
                    <a:pt x="13556" y="19792"/>
                    <a:pt x="13702" y="19792"/>
                  </a:cubicBezTo>
                  <a:cubicBezTo>
                    <a:pt x="13722" y="19794"/>
                    <a:pt x="13743" y="19796"/>
                    <a:pt x="13760" y="19796"/>
                  </a:cubicBezTo>
                  <a:cubicBezTo>
                    <a:pt x="13797" y="19796"/>
                    <a:pt x="13813" y="19787"/>
                    <a:pt x="13751" y="19759"/>
                  </a:cubicBezTo>
                  <a:cubicBezTo>
                    <a:pt x="13751" y="19759"/>
                    <a:pt x="13725" y="19718"/>
                    <a:pt x="13690" y="19718"/>
                  </a:cubicBezTo>
                  <a:cubicBezTo>
                    <a:pt x="13681" y="19718"/>
                    <a:pt x="13671" y="19721"/>
                    <a:pt x="13662" y="19727"/>
                  </a:cubicBezTo>
                  <a:lnTo>
                    <a:pt x="13597" y="19630"/>
                  </a:lnTo>
                  <a:cubicBezTo>
                    <a:pt x="13613" y="19573"/>
                    <a:pt x="13605" y="19508"/>
                    <a:pt x="13573" y="19459"/>
                  </a:cubicBezTo>
                  <a:cubicBezTo>
                    <a:pt x="13500" y="19459"/>
                    <a:pt x="13500" y="19459"/>
                    <a:pt x="13532" y="19395"/>
                  </a:cubicBezTo>
                  <a:cubicBezTo>
                    <a:pt x="13560" y="19376"/>
                    <a:pt x="13567" y="19357"/>
                    <a:pt x="13547" y="19357"/>
                  </a:cubicBezTo>
                  <a:cubicBezTo>
                    <a:pt x="13532" y="19357"/>
                    <a:pt x="13504" y="19367"/>
                    <a:pt x="13459" y="19395"/>
                  </a:cubicBezTo>
                  <a:cubicBezTo>
                    <a:pt x="13386" y="19387"/>
                    <a:pt x="13370" y="19354"/>
                    <a:pt x="13402" y="19289"/>
                  </a:cubicBezTo>
                  <a:cubicBezTo>
                    <a:pt x="13477" y="19245"/>
                    <a:pt x="13485" y="19216"/>
                    <a:pt x="13462" y="19216"/>
                  </a:cubicBezTo>
                  <a:cubicBezTo>
                    <a:pt x="13455" y="19216"/>
                    <a:pt x="13446" y="19219"/>
                    <a:pt x="13435" y="19224"/>
                  </a:cubicBezTo>
                  <a:cubicBezTo>
                    <a:pt x="13362" y="19224"/>
                    <a:pt x="13337" y="19192"/>
                    <a:pt x="13337" y="19192"/>
                  </a:cubicBezTo>
                  <a:cubicBezTo>
                    <a:pt x="13394" y="19160"/>
                    <a:pt x="13216" y="18860"/>
                    <a:pt x="13037" y="18560"/>
                  </a:cubicBezTo>
                  <a:cubicBezTo>
                    <a:pt x="13025" y="18543"/>
                    <a:pt x="13001" y="18535"/>
                    <a:pt x="12974" y="18535"/>
                  </a:cubicBezTo>
                  <a:cubicBezTo>
                    <a:pt x="12946" y="18535"/>
                    <a:pt x="12916" y="18543"/>
                    <a:pt x="12891" y="18560"/>
                  </a:cubicBezTo>
                  <a:cubicBezTo>
                    <a:pt x="12854" y="18580"/>
                    <a:pt x="12837" y="18589"/>
                    <a:pt x="12832" y="18589"/>
                  </a:cubicBezTo>
                  <a:cubicBezTo>
                    <a:pt x="12824" y="18589"/>
                    <a:pt x="12854" y="18561"/>
                    <a:pt x="12875" y="18519"/>
                  </a:cubicBezTo>
                  <a:cubicBezTo>
                    <a:pt x="12956" y="18443"/>
                    <a:pt x="12971" y="18389"/>
                    <a:pt x="12939" y="18389"/>
                  </a:cubicBezTo>
                  <a:cubicBezTo>
                    <a:pt x="12919" y="18389"/>
                    <a:pt x="12883" y="18409"/>
                    <a:pt x="12835" y="18454"/>
                  </a:cubicBezTo>
                  <a:cubicBezTo>
                    <a:pt x="12793" y="18499"/>
                    <a:pt x="12771" y="18523"/>
                    <a:pt x="12766" y="18523"/>
                  </a:cubicBezTo>
                  <a:cubicBezTo>
                    <a:pt x="12759" y="18523"/>
                    <a:pt x="12776" y="18491"/>
                    <a:pt x="12810" y="18422"/>
                  </a:cubicBezTo>
                  <a:cubicBezTo>
                    <a:pt x="12843" y="18357"/>
                    <a:pt x="12843" y="18357"/>
                    <a:pt x="12770" y="18357"/>
                  </a:cubicBezTo>
                  <a:cubicBezTo>
                    <a:pt x="12756" y="18366"/>
                    <a:pt x="12743" y="18370"/>
                    <a:pt x="12735" y="18370"/>
                  </a:cubicBezTo>
                  <a:cubicBezTo>
                    <a:pt x="12714" y="18370"/>
                    <a:pt x="12713" y="18347"/>
                    <a:pt x="12754" y="18324"/>
                  </a:cubicBezTo>
                  <a:cubicBezTo>
                    <a:pt x="12780" y="18271"/>
                    <a:pt x="12801" y="18218"/>
                    <a:pt x="12782" y="18218"/>
                  </a:cubicBezTo>
                  <a:cubicBezTo>
                    <a:pt x="12777" y="18218"/>
                    <a:pt x="12771" y="18221"/>
                    <a:pt x="12762" y="18227"/>
                  </a:cubicBezTo>
                  <a:cubicBezTo>
                    <a:pt x="12762" y="18227"/>
                    <a:pt x="12746" y="18195"/>
                    <a:pt x="12770" y="18130"/>
                  </a:cubicBezTo>
                  <a:cubicBezTo>
                    <a:pt x="12802" y="18065"/>
                    <a:pt x="12737" y="18057"/>
                    <a:pt x="12664" y="18057"/>
                  </a:cubicBezTo>
                  <a:cubicBezTo>
                    <a:pt x="12502" y="18024"/>
                    <a:pt x="12478" y="17984"/>
                    <a:pt x="12600" y="17960"/>
                  </a:cubicBezTo>
                  <a:cubicBezTo>
                    <a:pt x="12711" y="17930"/>
                    <a:pt x="12598" y="17819"/>
                    <a:pt x="12485" y="17819"/>
                  </a:cubicBezTo>
                  <a:cubicBezTo>
                    <a:pt x="12474" y="17819"/>
                    <a:pt x="12464" y="17820"/>
                    <a:pt x="12454" y="17822"/>
                  </a:cubicBezTo>
                  <a:cubicBezTo>
                    <a:pt x="12393" y="17838"/>
                    <a:pt x="12362" y="17846"/>
                    <a:pt x="12353" y="17846"/>
                  </a:cubicBezTo>
                  <a:cubicBezTo>
                    <a:pt x="12344" y="17846"/>
                    <a:pt x="12356" y="17838"/>
                    <a:pt x="12381" y="17822"/>
                  </a:cubicBezTo>
                  <a:cubicBezTo>
                    <a:pt x="12429" y="17789"/>
                    <a:pt x="12413" y="17757"/>
                    <a:pt x="12413" y="17757"/>
                  </a:cubicBezTo>
                  <a:cubicBezTo>
                    <a:pt x="12389" y="17724"/>
                    <a:pt x="12373" y="17692"/>
                    <a:pt x="12421" y="17660"/>
                  </a:cubicBezTo>
                  <a:cubicBezTo>
                    <a:pt x="12389" y="17627"/>
                    <a:pt x="12356" y="17603"/>
                    <a:pt x="12308" y="17587"/>
                  </a:cubicBezTo>
                  <a:cubicBezTo>
                    <a:pt x="12170" y="17587"/>
                    <a:pt x="12162" y="17457"/>
                    <a:pt x="12243" y="17360"/>
                  </a:cubicBezTo>
                  <a:lnTo>
                    <a:pt x="12154" y="17327"/>
                  </a:lnTo>
                  <a:cubicBezTo>
                    <a:pt x="12107" y="17336"/>
                    <a:pt x="12068" y="17342"/>
                    <a:pt x="12043" y="17342"/>
                  </a:cubicBezTo>
                  <a:cubicBezTo>
                    <a:pt x="12001" y="17342"/>
                    <a:pt x="11996" y="17327"/>
                    <a:pt x="12056" y="17287"/>
                  </a:cubicBezTo>
                  <a:cubicBezTo>
                    <a:pt x="12097" y="17263"/>
                    <a:pt x="12134" y="17244"/>
                    <a:pt x="12133" y="17244"/>
                  </a:cubicBezTo>
                  <a:lnTo>
                    <a:pt x="12133" y="17244"/>
                  </a:lnTo>
                  <a:cubicBezTo>
                    <a:pt x="12133" y="17244"/>
                    <a:pt x="12127" y="17247"/>
                    <a:pt x="12113" y="17254"/>
                  </a:cubicBezTo>
                  <a:cubicBezTo>
                    <a:pt x="12102" y="17257"/>
                    <a:pt x="12092" y="17258"/>
                    <a:pt x="12083" y="17258"/>
                  </a:cubicBezTo>
                  <a:cubicBezTo>
                    <a:pt x="11987" y="17258"/>
                    <a:pt x="11968" y="17119"/>
                    <a:pt x="12064" y="17060"/>
                  </a:cubicBezTo>
                  <a:cubicBezTo>
                    <a:pt x="12113" y="17027"/>
                    <a:pt x="12113" y="17027"/>
                    <a:pt x="12089" y="16995"/>
                  </a:cubicBezTo>
                  <a:lnTo>
                    <a:pt x="12089" y="16995"/>
                  </a:lnTo>
                  <a:lnTo>
                    <a:pt x="12040" y="17027"/>
                  </a:lnTo>
                  <a:cubicBezTo>
                    <a:pt x="12008" y="17049"/>
                    <a:pt x="11972" y="17070"/>
                    <a:pt x="11946" y="17070"/>
                  </a:cubicBezTo>
                  <a:cubicBezTo>
                    <a:pt x="11934" y="17070"/>
                    <a:pt x="11924" y="17065"/>
                    <a:pt x="11919" y="17052"/>
                  </a:cubicBezTo>
                  <a:cubicBezTo>
                    <a:pt x="11902" y="17019"/>
                    <a:pt x="11878" y="16987"/>
                    <a:pt x="11927" y="16954"/>
                  </a:cubicBezTo>
                  <a:cubicBezTo>
                    <a:pt x="11954" y="16900"/>
                    <a:pt x="11981" y="16851"/>
                    <a:pt x="11960" y="16851"/>
                  </a:cubicBezTo>
                  <a:cubicBezTo>
                    <a:pt x="11956" y="16851"/>
                    <a:pt x="11951" y="16853"/>
                    <a:pt x="11943" y="16857"/>
                  </a:cubicBezTo>
                  <a:cubicBezTo>
                    <a:pt x="11943" y="16857"/>
                    <a:pt x="11919" y="16824"/>
                    <a:pt x="11951" y="16760"/>
                  </a:cubicBezTo>
                  <a:lnTo>
                    <a:pt x="11870" y="16630"/>
                  </a:lnTo>
                  <a:cubicBezTo>
                    <a:pt x="11797" y="16630"/>
                    <a:pt x="11756" y="16565"/>
                    <a:pt x="11805" y="16533"/>
                  </a:cubicBezTo>
                  <a:cubicBezTo>
                    <a:pt x="11781" y="16492"/>
                    <a:pt x="11740" y="16468"/>
                    <a:pt x="11700" y="16460"/>
                  </a:cubicBezTo>
                  <a:cubicBezTo>
                    <a:pt x="11659" y="16395"/>
                    <a:pt x="11635" y="16362"/>
                    <a:pt x="11683" y="16330"/>
                  </a:cubicBezTo>
                  <a:cubicBezTo>
                    <a:pt x="11740" y="16297"/>
                    <a:pt x="11740" y="16297"/>
                    <a:pt x="11667" y="16297"/>
                  </a:cubicBezTo>
                  <a:cubicBezTo>
                    <a:pt x="11653" y="16307"/>
                    <a:pt x="11641" y="16311"/>
                    <a:pt x="11630" y="16311"/>
                  </a:cubicBezTo>
                  <a:cubicBezTo>
                    <a:pt x="11605" y="16311"/>
                    <a:pt x="11589" y="16288"/>
                    <a:pt x="11578" y="16265"/>
                  </a:cubicBezTo>
                  <a:lnTo>
                    <a:pt x="11537" y="16192"/>
                  </a:lnTo>
                  <a:cubicBezTo>
                    <a:pt x="11509" y="16208"/>
                    <a:pt x="11495" y="16216"/>
                    <a:pt x="11486" y="16216"/>
                  </a:cubicBezTo>
                  <a:cubicBezTo>
                    <a:pt x="11477" y="16216"/>
                    <a:pt x="11473" y="16208"/>
                    <a:pt x="11464" y="16192"/>
                  </a:cubicBezTo>
                  <a:cubicBezTo>
                    <a:pt x="11440" y="16160"/>
                    <a:pt x="11432" y="16030"/>
                    <a:pt x="11416" y="15998"/>
                  </a:cubicBezTo>
                  <a:cubicBezTo>
                    <a:pt x="11380" y="15944"/>
                    <a:pt x="11364" y="15920"/>
                    <a:pt x="11353" y="15920"/>
                  </a:cubicBezTo>
                  <a:cubicBezTo>
                    <a:pt x="11344" y="15920"/>
                    <a:pt x="11338" y="15936"/>
                    <a:pt x="11327" y="15965"/>
                  </a:cubicBezTo>
                  <a:cubicBezTo>
                    <a:pt x="11335" y="15981"/>
                    <a:pt x="11327" y="15997"/>
                    <a:pt x="11318" y="15997"/>
                  </a:cubicBezTo>
                  <a:cubicBezTo>
                    <a:pt x="11309" y="15997"/>
                    <a:pt x="11298" y="15979"/>
                    <a:pt x="11302" y="15925"/>
                  </a:cubicBezTo>
                  <a:cubicBezTo>
                    <a:pt x="11278" y="15835"/>
                    <a:pt x="11254" y="15746"/>
                    <a:pt x="11213" y="15665"/>
                  </a:cubicBezTo>
                  <a:cubicBezTo>
                    <a:pt x="11157" y="15575"/>
                    <a:pt x="11139" y="15547"/>
                    <a:pt x="11118" y="15547"/>
                  </a:cubicBezTo>
                  <a:cubicBezTo>
                    <a:pt x="11108" y="15547"/>
                    <a:pt x="11098" y="15552"/>
                    <a:pt x="11083" y="15560"/>
                  </a:cubicBezTo>
                  <a:cubicBezTo>
                    <a:pt x="11049" y="15600"/>
                    <a:pt x="11025" y="15618"/>
                    <a:pt x="11015" y="15618"/>
                  </a:cubicBezTo>
                  <a:cubicBezTo>
                    <a:pt x="11000" y="15618"/>
                    <a:pt x="11012" y="15584"/>
                    <a:pt x="11059" y="15527"/>
                  </a:cubicBezTo>
                  <a:cubicBezTo>
                    <a:pt x="11109" y="15428"/>
                    <a:pt x="11106" y="15386"/>
                    <a:pt x="11081" y="15386"/>
                  </a:cubicBezTo>
                  <a:cubicBezTo>
                    <a:pt x="11073" y="15386"/>
                    <a:pt x="11062" y="15390"/>
                    <a:pt x="11051" y="15398"/>
                  </a:cubicBezTo>
                  <a:cubicBezTo>
                    <a:pt x="10978" y="15398"/>
                    <a:pt x="10978" y="15398"/>
                    <a:pt x="10962" y="15365"/>
                  </a:cubicBezTo>
                  <a:cubicBezTo>
                    <a:pt x="11010" y="15333"/>
                    <a:pt x="10994" y="15300"/>
                    <a:pt x="10897" y="15268"/>
                  </a:cubicBezTo>
                  <a:cubicBezTo>
                    <a:pt x="10881" y="15235"/>
                    <a:pt x="10881" y="15235"/>
                    <a:pt x="10929" y="15203"/>
                  </a:cubicBezTo>
                  <a:lnTo>
                    <a:pt x="10889" y="15130"/>
                  </a:lnTo>
                  <a:cubicBezTo>
                    <a:pt x="10751" y="15130"/>
                    <a:pt x="10678" y="14903"/>
                    <a:pt x="10702" y="14838"/>
                  </a:cubicBezTo>
                  <a:cubicBezTo>
                    <a:pt x="10702" y="14838"/>
                    <a:pt x="10686" y="14806"/>
                    <a:pt x="10613" y="14798"/>
                  </a:cubicBezTo>
                  <a:cubicBezTo>
                    <a:pt x="10581" y="14806"/>
                    <a:pt x="10556" y="14810"/>
                    <a:pt x="10538" y="14810"/>
                  </a:cubicBezTo>
                  <a:cubicBezTo>
                    <a:pt x="10491" y="14810"/>
                    <a:pt x="10501" y="14780"/>
                    <a:pt x="10573" y="14733"/>
                  </a:cubicBezTo>
                  <a:cubicBezTo>
                    <a:pt x="10637" y="14698"/>
                    <a:pt x="10662" y="14681"/>
                    <a:pt x="10644" y="14681"/>
                  </a:cubicBezTo>
                  <a:cubicBezTo>
                    <a:pt x="10632" y="14681"/>
                    <a:pt x="10603" y="14688"/>
                    <a:pt x="10556" y="14700"/>
                  </a:cubicBezTo>
                  <a:cubicBezTo>
                    <a:pt x="10483" y="14700"/>
                    <a:pt x="10378" y="14538"/>
                    <a:pt x="10500" y="14506"/>
                  </a:cubicBezTo>
                  <a:lnTo>
                    <a:pt x="10605" y="14441"/>
                  </a:lnTo>
                  <a:cubicBezTo>
                    <a:pt x="10532" y="14441"/>
                    <a:pt x="10516" y="14408"/>
                    <a:pt x="10516" y="14408"/>
                  </a:cubicBezTo>
                  <a:cubicBezTo>
                    <a:pt x="10502" y="14416"/>
                    <a:pt x="10490" y="14420"/>
                    <a:pt x="10480" y="14420"/>
                  </a:cubicBezTo>
                  <a:cubicBezTo>
                    <a:pt x="10448" y="14420"/>
                    <a:pt x="10427" y="14382"/>
                    <a:pt x="10378" y="14303"/>
                  </a:cubicBezTo>
                  <a:cubicBezTo>
                    <a:pt x="10338" y="14238"/>
                    <a:pt x="10208" y="14141"/>
                    <a:pt x="10167" y="14076"/>
                  </a:cubicBezTo>
                  <a:cubicBezTo>
                    <a:pt x="10127" y="14003"/>
                    <a:pt x="10070" y="13906"/>
                    <a:pt x="10094" y="13841"/>
                  </a:cubicBezTo>
                  <a:cubicBezTo>
                    <a:pt x="10070" y="13792"/>
                    <a:pt x="10021" y="13760"/>
                    <a:pt x="9965" y="13744"/>
                  </a:cubicBezTo>
                  <a:cubicBezTo>
                    <a:pt x="9892" y="13744"/>
                    <a:pt x="9851" y="13671"/>
                    <a:pt x="9908" y="13646"/>
                  </a:cubicBezTo>
                  <a:lnTo>
                    <a:pt x="9883" y="13606"/>
                  </a:lnTo>
                  <a:cubicBezTo>
                    <a:pt x="9843" y="13598"/>
                    <a:pt x="9802" y="13573"/>
                    <a:pt x="9770" y="13541"/>
                  </a:cubicBezTo>
                  <a:cubicBezTo>
                    <a:pt x="9827" y="13508"/>
                    <a:pt x="9851" y="13444"/>
                    <a:pt x="9786" y="13444"/>
                  </a:cubicBezTo>
                  <a:cubicBezTo>
                    <a:pt x="9771" y="13452"/>
                    <a:pt x="9759" y="13456"/>
                    <a:pt x="9748" y="13456"/>
                  </a:cubicBezTo>
                  <a:cubicBezTo>
                    <a:pt x="9719" y="13456"/>
                    <a:pt x="9702" y="13426"/>
                    <a:pt x="9673" y="13379"/>
                  </a:cubicBezTo>
                  <a:cubicBezTo>
                    <a:pt x="9681" y="13283"/>
                    <a:pt x="9019" y="12219"/>
                    <a:pt x="8954" y="12219"/>
                  </a:cubicBezTo>
                  <a:cubicBezTo>
                    <a:pt x="8953" y="12219"/>
                    <a:pt x="8952" y="12219"/>
                    <a:pt x="8951" y="12219"/>
                  </a:cubicBezTo>
                  <a:lnTo>
                    <a:pt x="8894" y="12122"/>
                  </a:lnTo>
                  <a:lnTo>
                    <a:pt x="8829" y="12025"/>
                  </a:lnTo>
                  <a:cubicBezTo>
                    <a:pt x="8935" y="11960"/>
                    <a:pt x="8781" y="11830"/>
                    <a:pt x="8667" y="11757"/>
                  </a:cubicBezTo>
                  <a:cubicBezTo>
                    <a:pt x="8661" y="11758"/>
                    <a:pt x="8655" y="11759"/>
                    <a:pt x="8649" y="11759"/>
                  </a:cubicBezTo>
                  <a:cubicBezTo>
                    <a:pt x="8607" y="11759"/>
                    <a:pt x="8568" y="11735"/>
                    <a:pt x="8554" y="11692"/>
                  </a:cubicBezTo>
                  <a:cubicBezTo>
                    <a:pt x="8651" y="11627"/>
                    <a:pt x="8594" y="11530"/>
                    <a:pt x="8497" y="11498"/>
                  </a:cubicBezTo>
                  <a:cubicBezTo>
                    <a:pt x="8464" y="11506"/>
                    <a:pt x="8439" y="11510"/>
                    <a:pt x="8422" y="11510"/>
                  </a:cubicBezTo>
                  <a:cubicBezTo>
                    <a:pt x="8375" y="11510"/>
                    <a:pt x="8385" y="11480"/>
                    <a:pt x="8457" y="11433"/>
                  </a:cubicBezTo>
                  <a:cubicBezTo>
                    <a:pt x="8543" y="11380"/>
                    <a:pt x="8531" y="11327"/>
                    <a:pt x="8418" y="11327"/>
                  </a:cubicBezTo>
                  <a:cubicBezTo>
                    <a:pt x="8393" y="11327"/>
                    <a:pt x="8362" y="11330"/>
                    <a:pt x="8327" y="11336"/>
                  </a:cubicBezTo>
                  <a:cubicBezTo>
                    <a:pt x="8254" y="11327"/>
                    <a:pt x="8254" y="11327"/>
                    <a:pt x="8286" y="11263"/>
                  </a:cubicBezTo>
                  <a:cubicBezTo>
                    <a:pt x="8347" y="11190"/>
                    <a:pt x="8349" y="11153"/>
                    <a:pt x="8325" y="11153"/>
                  </a:cubicBezTo>
                  <a:cubicBezTo>
                    <a:pt x="8317" y="11153"/>
                    <a:pt x="8307" y="11157"/>
                    <a:pt x="8294" y="11165"/>
                  </a:cubicBezTo>
                  <a:cubicBezTo>
                    <a:pt x="8264" y="11173"/>
                    <a:pt x="8240" y="11177"/>
                    <a:pt x="8222" y="11177"/>
                  </a:cubicBezTo>
                  <a:cubicBezTo>
                    <a:pt x="8167" y="11177"/>
                    <a:pt x="8169" y="11141"/>
                    <a:pt x="8229" y="11068"/>
                  </a:cubicBezTo>
                  <a:cubicBezTo>
                    <a:pt x="8273" y="10982"/>
                    <a:pt x="8287" y="10953"/>
                    <a:pt x="8256" y="10953"/>
                  </a:cubicBezTo>
                  <a:cubicBezTo>
                    <a:pt x="8240" y="10953"/>
                    <a:pt x="8213" y="10960"/>
                    <a:pt x="8173" y="10971"/>
                  </a:cubicBezTo>
                  <a:cubicBezTo>
                    <a:pt x="8158" y="10975"/>
                    <a:pt x="8145" y="10978"/>
                    <a:pt x="8131" y="10978"/>
                  </a:cubicBezTo>
                  <a:cubicBezTo>
                    <a:pt x="8032" y="10978"/>
                    <a:pt x="7971" y="10855"/>
                    <a:pt x="8043" y="10776"/>
                  </a:cubicBezTo>
                  <a:cubicBezTo>
                    <a:pt x="8030" y="10750"/>
                    <a:pt x="8043" y="10702"/>
                    <a:pt x="8023" y="10702"/>
                  </a:cubicBezTo>
                  <a:cubicBezTo>
                    <a:pt x="8018" y="10702"/>
                    <a:pt x="8012" y="10705"/>
                    <a:pt x="8002" y="10711"/>
                  </a:cubicBezTo>
                  <a:lnTo>
                    <a:pt x="8035" y="10646"/>
                  </a:lnTo>
                  <a:lnTo>
                    <a:pt x="7994" y="10573"/>
                  </a:lnTo>
                  <a:lnTo>
                    <a:pt x="7938" y="10606"/>
                  </a:lnTo>
                  <a:cubicBezTo>
                    <a:pt x="7873" y="10436"/>
                    <a:pt x="7792" y="10273"/>
                    <a:pt x="7702" y="10119"/>
                  </a:cubicBezTo>
                  <a:cubicBezTo>
                    <a:pt x="7525" y="9834"/>
                    <a:pt x="7462" y="9732"/>
                    <a:pt x="7427" y="9732"/>
                  </a:cubicBezTo>
                  <a:cubicBezTo>
                    <a:pt x="7417" y="9732"/>
                    <a:pt x="7410" y="9740"/>
                    <a:pt x="7402" y="9755"/>
                  </a:cubicBezTo>
                  <a:cubicBezTo>
                    <a:pt x="7374" y="9788"/>
                    <a:pt x="7351" y="9803"/>
                    <a:pt x="7336" y="9803"/>
                  </a:cubicBezTo>
                  <a:cubicBezTo>
                    <a:pt x="7308" y="9803"/>
                    <a:pt x="7309" y="9753"/>
                    <a:pt x="7362" y="9690"/>
                  </a:cubicBezTo>
                  <a:cubicBezTo>
                    <a:pt x="7338" y="9657"/>
                    <a:pt x="7346" y="9560"/>
                    <a:pt x="7305" y="9495"/>
                  </a:cubicBezTo>
                  <a:cubicBezTo>
                    <a:pt x="7265" y="9430"/>
                    <a:pt x="7224" y="9365"/>
                    <a:pt x="7273" y="9333"/>
                  </a:cubicBezTo>
                  <a:lnTo>
                    <a:pt x="7257" y="9301"/>
                  </a:lnTo>
                  <a:cubicBezTo>
                    <a:pt x="7111" y="9292"/>
                    <a:pt x="6989" y="9098"/>
                    <a:pt x="6973" y="8968"/>
                  </a:cubicBezTo>
                  <a:cubicBezTo>
                    <a:pt x="6940" y="8903"/>
                    <a:pt x="6884" y="8855"/>
                    <a:pt x="6819" y="8838"/>
                  </a:cubicBezTo>
                  <a:cubicBezTo>
                    <a:pt x="6730" y="8806"/>
                    <a:pt x="6730" y="8806"/>
                    <a:pt x="6754" y="8741"/>
                  </a:cubicBezTo>
                  <a:cubicBezTo>
                    <a:pt x="6804" y="8713"/>
                    <a:pt x="6747" y="8527"/>
                    <a:pt x="6666" y="8527"/>
                  </a:cubicBezTo>
                  <a:cubicBezTo>
                    <a:pt x="6655" y="8527"/>
                    <a:pt x="6644" y="8531"/>
                    <a:pt x="6632" y="8538"/>
                  </a:cubicBezTo>
                  <a:lnTo>
                    <a:pt x="6657" y="8474"/>
                  </a:lnTo>
                  <a:cubicBezTo>
                    <a:pt x="6676" y="8436"/>
                    <a:pt x="6658" y="8420"/>
                    <a:pt x="6631" y="8420"/>
                  </a:cubicBezTo>
                  <a:cubicBezTo>
                    <a:pt x="6612" y="8420"/>
                    <a:pt x="6588" y="8428"/>
                    <a:pt x="6567" y="8441"/>
                  </a:cubicBezTo>
                  <a:cubicBezTo>
                    <a:pt x="6535" y="8463"/>
                    <a:pt x="6511" y="8474"/>
                    <a:pt x="6497" y="8474"/>
                  </a:cubicBezTo>
                  <a:cubicBezTo>
                    <a:pt x="6471" y="8474"/>
                    <a:pt x="6489" y="8430"/>
                    <a:pt x="6576" y="8344"/>
                  </a:cubicBezTo>
                  <a:cubicBezTo>
                    <a:pt x="6653" y="8296"/>
                    <a:pt x="6660" y="8266"/>
                    <a:pt x="6640" y="8266"/>
                  </a:cubicBezTo>
                  <a:cubicBezTo>
                    <a:pt x="6632" y="8266"/>
                    <a:pt x="6621" y="8270"/>
                    <a:pt x="6608" y="8279"/>
                  </a:cubicBezTo>
                  <a:cubicBezTo>
                    <a:pt x="6535" y="8279"/>
                    <a:pt x="6462" y="8279"/>
                    <a:pt x="6494" y="8214"/>
                  </a:cubicBezTo>
                  <a:cubicBezTo>
                    <a:pt x="6480" y="8195"/>
                    <a:pt x="6469" y="8177"/>
                    <a:pt x="6442" y="8177"/>
                  </a:cubicBezTo>
                  <a:cubicBezTo>
                    <a:pt x="6422" y="8177"/>
                    <a:pt x="6393" y="8187"/>
                    <a:pt x="6348" y="8214"/>
                  </a:cubicBezTo>
                  <a:cubicBezTo>
                    <a:pt x="6334" y="8224"/>
                    <a:pt x="6323" y="8228"/>
                    <a:pt x="6313" y="8228"/>
                  </a:cubicBezTo>
                  <a:cubicBezTo>
                    <a:pt x="6290" y="8228"/>
                    <a:pt x="6277" y="8205"/>
                    <a:pt x="6259" y="8182"/>
                  </a:cubicBezTo>
                  <a:cubicBezTo>
                    <a:pt x="6284" y="8157"/>
                    <a:pt x="6318" y="8146"/>
                    <a:pt x="6351" y="8146"/>
                  </a:cubicBezTo>
                  <a:cubicBezTo>
                    <a:pt x="6361" y="8146"/>
                    <a:pt x="6371" y="8147"/>
                    <a:pt x="6381" y="8149"/>
                  </a:cubicBezTo>
                  <a:lnTo>
                    <a:pt x="6340" y="8084"/>
                  </a:lnTo>
                  <a:cubicBezTo>
                    <a:pt x="6316" y="8028"/>
                    <a:pt x="6332" y="7963"/>
                    <a:pt x="6373" y="7922"/>
                  </a:cubicBezTo>
                  <a:cubicBezTo>
                    <a:pt x="6391" y="7887"/>
                    <a:pt x="6391" y="7861"/>
                    <a:pt x="6376" y="7861"/>
                  </a:cubicBezTo>
                  <a:cubicBezTo>
                    <a:pt x="6364" y="7861"/>
                    <a:pt x="6341" y="7878"/>
                    <a:pt x="6308" y="7922"/>
                  </a:cubicBezTo>
                  <a:cubicBezTo>
                    <a:pt x="6255" y="7955"/>
                    <a:pt x="6229" y="7971"/>
                    <a:pt x="6211" y="7971"/>
                  </a:cubicBezTo>
                  <a:cubicBezTo>
                    <a:pt x="6192" y="7971"/>
                    <a:pt x="6182" y="7955"/>
                    <a:pt x="6162" y="7922"/>
                  </a:cubicBezTo>
                  <a:cubicBezTo>
                    <a:pt x="6146" y="7890"/>
                    <a:pt x="6121" y="7857"/>
                    <a:pt x="6170" y="7825"/>
                  </a:cubicBezTo>
                  <a:cubicBezTo>
                    <a:pt x="6219" y="7792"/>
                    <a:pt x="6219" y="7792"/>
                    <a:pt x="6178" y="7728"/>
                  </a:cubicBezTo>
                  <a:cubicBezTo>
                    <a:pt x="6137" y="7660"/>
                    <a:pt x="6034" y="7636"/>
                    <a:pt x="5935" y="7636"/>
                  </a:cubicBezTo>
                  <a:cubicBezTo>
                    <a:pt x="5879" y="7636"/>
                    <a:pt x="5824" y="7643"/>
                    <a:pt x="5781" y="7655"/>
                  </a:cubicBezTo>
                  <a:cubicBezTo>
                    <a:pt x="5737" y="7688"/>
                    <a:pt x="5713" y="7706"/>
                    <a:pt x="5707" y="7706"/>
                  </a:cubicBezTo>
                  <a:cubicBezTo>
                    <a:pt x="5700" y="7706"/>
                    <a:pt x="5720" y="7680"/>
                    <a:pt x="5765" y="7622"/>
                  </a:cubicBezTo>
                  <a:cubicBezTo>
                    <a:pt x="5813" y="7590"/>
                    <a:pt x="5789" y="7557"/>
                    <a:pt x="5765" y="7525"/>
                  </a:cubicBezTo>
                  <a:cubicBezTo>
                    <a:pt x="5754" y="7532"/>
                    <a:pt x="5748" y="7534"/>
                    <a:pt x="5744" y="7534"/>
                  </a:cubicBezTo>
                  <a:cubicBezTo>
                    <a:pt x="5733" y="7534"/>
                    <a:pt x="5742" y="7516"/>
                    <a:pt x="5753" y="7516"/>
                  </a:cubicBezTo>
                  <a:cubicBezTo>
                    <a:pt x="5757" y="7516"/>
                    <a:pt x="5761" y="7518"/>
                    <a:pt x="5765" y="7525"/>
                  </a:cubicBezTo>
                  <a:cubicBezTo>
                    <a:pt x="5781" y="7515"/>
                    <a:pt x="5794" y="7511"/>
                    <a:pt x="5805" y="7511"/>
                  </a:cubicBezTo>
                  <a:cubicBezTo>
                    <a:pt x="5832" y="7511"/>
                    <a:pt x="5845" y="7534"/>
                    <a:pt x="5862" y="7557"/>
                  </a:cubicBezTo>
                  <a:lnTo>
                    <a:pt x="5911" y="7525"/>
                  </a:lnTo>
                  <a:cubicBezTo>
                    <a:pt x="5971" y="7452"/>
                    <a:pt x="5973" y="7415"/>
                    <a:pt x="5919" y="7415"/>
                  </a:cubicBezTo>
                  <a:cubicBezTo>
                    <a:pt x="5901" y="7415"/>
                    <a:pt x="5876" y="7420"/>
                    <a:pt x="5846" y="7428"/>
                  </a:cubicBezTo>
                  <a:cubicBezTo>
                    <a:pt x="5781" y="7428"/>
                    <a:pt x="5781" y="7428"/>
                    <a:pt x="5805" y="7363"/>
                  </a:cubicBezTo>
                  <a:cubicBezTo>
                    <a:pt x="5832" y="7310"/>
                    <a:pt x="5853" y="7257"/>
                    <a:pt x="5833" y="7257"/>
                  </a:cubicBezTo>
                  <a:cubicBezTo>
                    <a:pt x="5829" y="7257"/>
                    <a:pt x="5822" y="7260"/>
                    <a:pt x="5813" y="7265"/>
                  </a:cubicBezTo>
                  <a:cubicBezTo>
                    <a:pt x="5789" y="7225"/>
                    <a:pt x="5789" y="7176"/>
                    <a:pt x="5805" y="7136"/>
                  </a:cubicBezTo>
                  <a:cubicBezTo>
                    <a:pt x="5770" y="7088"/>
                    <a:pt x="5751" y="7058"/>
                    <a:pt x="5725" y="7058"/>
                  </a:cubicBezTo>
                  <a:cubicBezTo>
                    <a:pt x="5716" y="7058"/>
                    <a:pt x="5705" y="7062"/>
                    <a:pt x="5692" y="7071"/>
                  </a:cubicBezTo>
                  <a:cubicBezTo>
                    <a:pt x="5675" y="7080"/>
                    <a:pt x="5662" y="7084"/>
                    <a:pt x="5651" y="7084"/>
                  </a:cubicBezTo>
                  <a:cubicBezTo>
                    <a:pt x="5625" y="7084"/>
                    <a:pt x="5612" y="7061"/>
                    <a:pt x="5594" y="7038"/>
                  </a:cubicBezTo>
                  <a:cubicBezTo>
                    <a:pt x="5583" y="7016"/>
                    <a:pt x="5567" y="6993"/>
                    <a:pt x="5542" y="6993"/>
                  </a:cubicBezTo>
                  <a:cubicBezTo>
                    <a:pt x="5532" y="6993"/>
                    <a:pt x="5520" y="6997"/>
                    <a:pt x="5505" y="7006"/>
                  </a:cubicBezTo>
                  <a:cubicBezTo>
                    <a:pt x="5484" y="7021"/>
                    <a:pt x="5460" y="7029"/>
                    <a:pt x="5437" y="7029"/>
                  </a:cubicBezTo>
                  <a:cubicBezTo>
                    <a:pt x="5399" y="7029"/>
                    <a:pt x="5363" y="7009"/>
                    <a:pt x="5343" y="6974"/>
                  </a:cubicBezTo>
                  <a:cubicBezTo>
                    <a:pt x="5246" y="6941"/>
                    <a:pt x="5246" y="6941"/>
                    <a:pt x="5327" y="6844"/>
                  </a:cubicBezTo>
                  <a:cubicBezTo>
                    <a:pt x="5376" y="6811"/>
                    <a:pt x="5359" y="6779"/>
                    <a:pt x="5335" y="6747"/>
                  </a:cubicBezTo>
                  <a:cubicBezTo>
                    <a:pt x="5335" y="6747"/>
                    <a:pt x="5319" y="6714"/>
                    <a:pt x="5343" y="6649"/>
                  </a:cubicBezTo>
                  <a:cubicBezTo>
                    <a:pt x="5357" y="6618"/>
                    <a:pt x="5356" y="6606"/>
                    <a:pt x="5346" y="6606"/>
                  </a:cubicBezTo>
                  <a:cubicBezTo>
                    <a:pt x="5332" y="6606"/>
                    <a:pt x="5302" y="6626"/>
                    <a:pt x="5270" y="6649"/>
                  </a:cubicBezTo>
                  <a:lnTo>
                    <a:pt x="5173" y="6714"/>
                  </a:lnTo>
                  <a:cubicBezTo>
                    <a:pt x="5149" y="6682"/>
                    <a:pt x="5230" y="6576"/>
                    <a:pt x="5278" y="6544"/>
                  </a:cubicBezTo>
                  <a:cubicBezTo>
                    <a:pt x="5323" y="6490"/>
                    <a:pt x="5343" y="6466"/>
                    <a:pt x="5336" y="6466"/>
                  </a:cubicBezTo>
                  <a:cubicBezTo>
                    <a:pt x="5330" y="6466"/>
                    <a:pt x="5306" y="6482"/>
                    <a:pt x="5262" y="6511"/>
                  </a:cubicBezTo>
                  <a:cubicBezTo>
                    <a:pt x="5244" y="6523"/>
                    <a:pt x="5223" y="6531"/>
                    <a:pt x="5204" y="6531"/>
                  </a:cubicBezTo>
                  <a:cubicBezTo>
                    <a:pt x="5171" y="6531"/>
                    <a:pt x="5143" y="6508"/>
                    <a:pt x="5149" y="6447"/>
                  </a:cubicBezTo>
                  <a:cubicBezTo>
                    <a:pt x="5108" y="6382"/>
                    <a:pt x="5059" y="6317"/>
                    <a:pt x="5108" y="6284"/>
                  </a:cubicBezTo>
                  <a:cubicBezTo>
                    <a:pt x="5140" y="6220"/>
                    <a:pt x="5067" y="6220"/>
                    <a:pt x="5067" y="6220"/>
                  </a:cubicBezTo>
                  <a:cubicBezTo>
                    <a:pt x="4994" y="6220"/>
                    <a:pt x="4978" y="6187"/>
                    <a:pt x="4962" y="6057"/>
                  </a:cubicBezTo>
                  <a:cubicBezTo>
                    <a:pt x="4957" y="5909"/>
                    <a:pt x="4955" y="5858"/>
                    <a:pt x="4927" y="5858"/>
                  </a:cubicBezTo>
                  <a:cubicBezTo>
                    <a:pt x="4913" y="5858"/>
                    <a:pt x="4891" y="5873"/>
                    <a:pt x="4857" y="5895"/>
                  </a:cubicBezTo>
                  <a:cubicBezTo>
                    <a:pt x="4832" y="5911"/>
                    <a:pt x="4808" y="5928"/>
                    <a:pt x="4800" y="5928"/>
                  </a:cubicBezTo>
                  <a:cubicBezTo>
                    <a:pt x="4792" y="5928"/>
                    <a:pt x="4800" y="5911"/>
                    <a:pt x="4840" y="5863"/>
                  </a:cubicBezTo>
                  <a:cubicBezTo>
                    <a:pt x="4865" y="5798"/>
                    <a:pt x="4792" y="5798"/>
                    <a:pt x="4703" y="5766"/>
                  </a:cubicBezTo>
                  <a:cubicBezTo>
                    <a:pt x="4622" y="5782"/>
                    <a:pt x="4549" y="5814"/>
                    <a:pt x="4484" y="5863"/>
                  </a:cubicBezTo>
                  <a:cubicBezTo>
                    <a:pt x="4436" y="5892"/>
                    <a:pt x="4410" y="5908"/>
                    <a:pt x="4397" y="5908"/>
                  </a:cubicBezTo>
                  <a:cubicBezTo>
                    <a:pt x="4380" y="5908"/>
                    <a:pt x="4382" y="5884"/>
                    <a:pt x="4386" y="5830"/>
                  </a:cubicBezTo>
                  <a:cubicBezTo>
                    <a:pt x="4370" y="5798"/>
                    <a:pt x="4395" y="5733"/>
                    <a:pt x="4443" y="5701"/>
                  </a:cubicBezTo>
                  <a:cubicBezTo>
                    <a:pt x="4462" y="5690"/>
                    <a:pt x="4476" y="5686"/>
                    <a:pt x="4487" y="5686"/>
                  </a:cubicBezTo>
                  <a:cubicBezTo>
                    <a:pt x="4509" y="5686"/>
                    <a:pt x="4516" y="5701"/>
                    <a:pt x="4516" y="5701"/>
                  </a:cubicBezTo>
                  <a:lnTo>
                    <a:pt x="4540" y="5733"/>
                  </a:lnTo>
                  <a:cubicBezTo>
                    <a:pt x="4589" y="5701"/>
                    <a:pt x="4638" y="5668"/>
                    <a:pt x="4597" y="5603"/>
                  </a:cubicBezTo>
                  <a:cubicBezTo>
                    <a:pt x="4615" y="5556"/>
                    <a:pt x="4611" y="5526"/>
                    <a:pt x="4589" y="5526"/>
                  </a:cubicBezTo>
                  <a:cubicBezTo>
                    <a:pt x="4580" y="5526"/>
                    <a:pt x="4570" y="5530"/>
                    <a:pt x="4557" y="5539"/>
                  </a:cubicBezTo>
                  <a:cubicBezTo>
                    <a:pt x="4581" y="5474"/>
                    <a:pt x="4540" y="5409"/>
                    <a:pt x="4500" y="5344"/>
                  </a:cubicBezTo>
                  <a:cubicBezTo>
                    <a:pt x="4451" y="5279"/>
                    <a:pt x="4395" y="5182"/>
                    <a:pt x="4419" y="5117"/>
                  </a:cubicBezTo>
                  <a:cubicBezTo>
                    <a:pt x="4389" y="5069"/>
                    <a:pt x="4368" y="5039"/>
                    <a:pt x="4340" y="5039"/>
                  </a:cubicBezTo>
                  <a:cubicBezTo>
                    <a:pt x="4330" y="5039"/>
                    <a:pt x="4318" y="5043"/>
                    <a:pt x="4305" y="5052"/>
                  </a:cubicBezTo>
                  <a:cubicBezTo>
                    <a:pt x="4264" y="5079"/>
                    <a:pt x="4236" y="5090"/>
                    <a:pt x="4221" y="5090"/>
                  </a:cubicBezTo>
                  <a:cubicBezTo>
                    <a:pt x="4201" y="5090"/>
                    <a:pt x="4204" y="5071"/>
                    <a:pt x="4232" y="5052"/>
                  </a:cubicBezTo>
                  <a:cubicBezTo>
                    <a:pt x="4311" y="4950"/>
                    <a:pt x="4102" y="4523"/>
                    <a:pt x="3978" y="4523"/>
                  </a:cubicBezTo>
                  <a:cubicBezTo>
                    <a:pt x="3973" y="4523"/>
                    <a:pt x="3969" y="4524"/>
                    <a:pt x="3965" y="4525"/>
                  </a:cubicBezTo>
                  <a:lnTo>
                    <a:pt x="3924" y="4460"/>
                  </a:lnTo>
                  <a:cubicBezTo>
                    <a:pt x="3932" y="4363"/>
                    <a:pt x="3803" y="4168"/>
                    <a:pt x="3730" y="4168"/>
                  </a:cubicBezTo>
                  <a:lnTo>
                    <a:pt x="3665" y="4071"/>
                  </a:lnTo>
                  <a:cubicBezTo>
                    <a:pt x="3673" y="3974"/>
                    <a:pt x="3657" y="3941"/>
                    <a:pt x="3584" y="3941"/>
                  </a:cubicBezTo>
                  <a:cubicBezTo>
                    <a:pt x="3535" y="3941"/>
                    <a:pt x="3497" y="3959"/>
                    <a:pt x="3492" y="3959"/>
                  </a:cubicBezTo>
                  <a:cubicBezTo>
                    <a:pt x="3489" y="3959"/>
                    <a:pt x="3495" y="3955"/>
                    <a:pt x="3511" y="3941"/>
                  </a:cubicBezTo>
                  <a:cubicBezTo>
                    <a:pt x="3559" y="3909"/>
                    <a:pt x="3519" y="3844"/>
                    <a:pt x="3430" y="3714"/>
                  </a:cubicBezTo>
                  <a:cubicBezTo>
                    <a:pt x="3382" y="3638"/>
                    <a:pt x="3363" y="3607"/>
                    <a:pt x="3348" y="3607"/>
                  </a:cubicBezTo>
                  <a:cubicBezTo>
                    <a:pt x="3337" y="3607"/>
                    <a:pt x="3330" y="3623"/>
                    <a:pt x="3316" y="3649"/>
                  </a:cubicBezTo>
                  <a:cubicBezTo>
                    <a:pt x="3186" y="3560"/>
                    <a:pt x="3235" y="3520"/>
                    <a:pt x="3284" y="3487"/>
                  </a:cubicBezTo>
                  <a:cubicBezTo>
                    <a:pt x="3368" y="3465"/>
                    <a:pt x="3374" y="3427"/>
                    <a:pt x="3315" y="3427"/>
                  </a:cubicBezTo>
                  <a:cubicBezTo>
                    <a:pt x="3288" y="3427"/>
                    <a:pt x="3247" y="3435"/>
                    <a:pt x="3195" y="3455"/>
                  </a:cubicBezTo>
                  <a:cubicBezTo>
                    <a:pt x="3167" y="3464"/>
                    <a:pt x="3144" y="3468"/>
                    <a:pt x="3124" y="3468"/>
                  </a:cubicBezTo>
                  <a:cubicBezTo>
                    <a:pt x="3057" y="3468"/>
                    <a:pt x="3037" y="3421"/>
                    <a:pt x="3081" y="3390"/>
                  </a:cubicBezTo>
                  <a:cubicBezTo>
                    <a:pt x="3095" y="3380"/>
                    <a:pt x="3107" y="3377"/>
                    <a:pt x="3116" y="3377"/>
                  </a:cubicBezTo>
                  <a:cubicBezTo>
                    <a:pt x="3140" y="3377"/>
                    <a:pt x="3153" y="3399"/>
                    <a:pt x="3170" y="3422"/>
                  </a:cubicBezTo>
                  <a:lnTo>
                    <a:pt x="3268" y="3358"/>
                  </a:lnTo>
                  <a:cubicBezTo>
                    <a:pt x="3251" y="3325"/>
                    <a:pt x="3251" y="3325"/>
                    <a:pt x="3178" y="3325"/>
                  </a:cubicBezTo>
                  <a:cubicBezTo>
                    <a:pt x="3178" y="3325"/>
                    <a:pt x="3154" y="3293"/>
                    <a:pt x="3081" y="3293"/>
                  </a:cubicBezTo>
                  <a:cubicBezTo>
                    <a:pt x="3016" y="3293"/>
                    <a:pt x="2959" y="3333"/>
                    <a:pt x="2935" y="3398"/>
                  </a:cubicBezTo>
                  <a:cubicBezTo>
                    <a:pt x="2925" y="3426"/>
                    <a:pt x="2915" y="3436"/>
                    <a:pt x="2904" y="3436"/>
                  </a:cubicBezTo>
                  <a:cubicBezTo>
                    <a:pt x="2890" y="3436"/>
                    <a:pt x="2876" y="3417"/>
                    <a:pt x="2862" y="3398"/>
                  </a:cubicBezTo>
                  <a:cubicBezTo>
                    <a:pt x="2870" y="3301"/>
                    <a:pt x="2919" y="3268"/>
                    <a:pt x="2992" y="3268"/>
                  </a:cubicBezTo>
                  <a:cubicBezTo>
                    <a:pt x="2998" y="3277"/>
                    <a:pt x="3006" y="3280"/>
                    <a:pt x="3015" y="3280"/>
                  </a:cubicBezTo>
                  <a:cubicBezTo>
                    <a:pt x="3041" y="3280"/>
                    <a:pt x="3077" y="3252"/>
                    <a:pt x="3113" y="3228"/>
                  </a:cubicBezTo>
                  <a:cubicBezTo>
                    <a:pt x="3154" y="3201"/>
                    <a:pt x="3020" y="3129"/>
                    <a:pt x="2904" y="3129"/>
                  </a:cubicBezTo>
                  <a:cubicBezTo>
                    <a:pt x="2881" y="3129"/>
                    <a:pt x="2858" y="3132"/>
                    <a:pt x="2838" y="3139"/>
                  </a:cubicBezTo>
                  <a:lnTo>
                    <a:pt x="2886" y="3106"/>
                  </a:lnTo>
                  <a:cubicBezTo>
                    <a:pt x="2935" y="3066"/>
                    <a:pt x="2895" y="3001"/>
                    <a:pt x="2846" y="2944"/>
                  </a:cubicBezTo>
                  <a:cubicBezTo>
                    <a:pt x="2816" y="2897"/>
                    <a:pt x="2795" y="2866"/>
                    <a:pt x="2767" y="2866"/>
                  </a:cubicBezTo>
                  <a:cubicBezTo>
                    <a:pt x="2757" y="2866"/>
                    <a:pt x="2745" y="2871"/>
                    <a:pt x="2732" y="2879"/>
                  </a:cubicBezTo>
                  <a:cubicBezTo>
                    <a:pt x="2698" y="2902"/>
                    <a:pt x="2664" y="2925"/>
                    <a:pt x="2638" y="2925"/>
                  </a:cubicBezTo>
                  <a:cubicBezTo>
                    <a:pt x="2627" y="2925"/>
                    <a:pt x="2618" y="2921"/>
                    <a:pt x="2611" y="2912"/>
                  </a:cubicBezTo>
                  <a:lnTo>
                    <a:pt x="2611" y="2912"/>
                  </a:lnTo>
                  <a:cubicBezTo>
                    <a:pt x="2635" y="2944"/>
                    <a:pt x="2586" y="2976"/>
                    <a:pt x="2538" y="3009"/>
                  </a:cubicBezTo>
                  <a:cubicBezTo>
                    <a:pt x="2538" y="2952"/>
                    <a:pt x="2554" y="2895"/>
                    <a:pt x="2570" y="2847"/>
                  </a:cubicBezTo>
                  <a:cubicBezTo>
                    <a:pt x="2635" y="2733"/>
                    <a:pt x="2627" y="2595"/>
                    <a:pt x="2546" y="2490"/>
                  </a:cubicBezTo>
                  <a:cubicBezTo>
                    <a:pt x="2505" y="2425"/>
                    <a:pt x="2441" y="2328"/>
                    <a:pt x="2465" y="2263"/>
                  </a:cubicBezTo>
                  <a:cubicBezTo>
                    <a:pt x="2435" y="2216"/>
                    <a:pt x="2414" y="2185"/>
                    <a:pt x="2386" y="2185"/>
                  </a:cubicBezTo>
                  <a:cubicBezTo>
                    <a:pt x="2376" y="2185"/>
                    <a:pt x="2364" y="2189"/>
                    <a:pt x="2351" y="2198"/>
                  </a:cubicBezTo>
                  <a:lnTo>
                    <a:pt x="2311" y="2133"/>
                  </a:lnTo>
                  <a:cubicBezTo>
                    <a:pt x="2331" y="2080"/>
                    <a:pt x="2307" y="2027"/>
                    <a:pt x="2272" y="2027"/>
                  </a:cubicBezTo>
                  <a:cubicBezTo>
                    <a:pt x="2264" y="2027"/>
                    <a:pt x="2255" y="2030"/>
                    <a:pt x="2246" y="2036"/>
                  </a:cubicBezTo>
                  <a:cubicBezTo>
                    <a:pt x="2173" y="2036"/>
                    <a:pt x="2205" y="1971"/>
                    <a:pt x="2181" y="1939"/>
                  </a:cubicBezTo>
                  <a:cubicBezTo>
                    <a:pt x="2209" y="1874"/>
                    <a:pt x="2224" y="1841"/>
                    <a:pt x="2215" y="1841"/>
                  </a:cubicBezTo>
                  <a:cubicBezTo>
                    <a:pt x="2205" y="1841"/>
                    <a:pt x="2173" y="1874"/>
                    <a:pt x="2108" y="1939"/>
                  </a:cubicBezTo>
                  <a:cubicBezTo>
                    <a:pt x="2068" y="1979"/>
                    <a:pt x="2051" y="2044"/>
                    <a:pt x="2076" y="2101"/>
                  </a:cubicBezTo>
                  <a:lnTo>
                    <a:pt x="2141" y="2198"/>
                  </a:lnTo>
                  <a:lnTo>
                    <a:pt x="2027" y="2133"/>
                  </a:lnTo>
                  <a:cubicBezTo>
                    <a:pt x="2001" y="2108"/>
                    <a:pt x="1966" y="2092"/>
                    <a:pt x="1929" y="2092"/>
                  </a:cubicBezTo>
                  <a:cubicBezTo>
                    <a:pt x="1908" y="2092"/>
                    <a:pt x="1886" y="2097"/>
                    <a:pt x="1865" y="2109"/>
                  </a:cubicBezTo>
                  <a:cubicBezTo>
                    <a:pt x="1865" y="2109"/>
                    <a:pt x="1843" y="2123"/>
                    <a:pt x="1822" y="2123"/>
                  </a:cubicBezTo>
                  <a:cubicBezTo>
                    <a:pt x="1811" y="2123"/>
                    <a:pt x="1800" y="2120"/>
                    <a:pt x="1792" y="2109"/>
                  </a:cubicBezTo>
                  <a:lnTo>
                    <a:pt x="1889" y="2036"/>
                  </a:lnTo>
                  <a:cubicBezTo>
                    <a:pt x="1954" y="2036"/>
                    <a:pt x="2011" y="2012"/>
                    <a:pt x="2059" y="1971"/>
                  </a:cubicBezTo>
                  <a:cubicBezTo>
                    <a:pt x="2125" y="1892"/>
                    <a:pt x="2127" y="1792"/>
                    <a:pt x="2073" y="1792"/>
                  </a:cubicBezTo>
                  <a:cubicBezTo>
                    <a:pt x="2061" y="1792"/>
                    <a:pt x="2045" y="1797"/>
                    <a:pt x="2027" y="1809"/>
                  </a:cubicBezTo>
                  <a:cubicBezTo>
                    <a:pt x="2003" y="1777"/>
                    <a:pt x="2003" y="1777"/>
                    <a:pt x="2035" y="1712"/>
                  </a:cubicBezTo>
                  <a:cubicBezTo>
                    <a:pt x="2070" y="1689"/>
                    <a:pt x="2067" y="1666"/>
                    <a:pt x="2020" y="1666"/>
                  </a:cubicBezTo>
                  <a:cubicBezTo>
                    <a:pt x="2001" y="1666"/>
                    <a:pt x="1973" y="1670"/>
                    <a:pt x="1938" y="1679"/>
                  </a:cubicBezTo>
                  <a:cubicBezTo>
                    <a:pt x="1907" y="1687"/>
                    <a:pt x="1884" y="1691"/>
                    <a:pt x="1866" y="1691"/>
                  </a:cubicBezTo>
                  <a:cubicBezTo>
                    <a:pt x="1814" y="1691"/>
                    <a:pt x="1818" y="1655"/>
                    <a:pt x="1873" y="1582"/>
                  </a:cubicBezTo>
                  <a:cubicBezTo>
                    <a:pt x="1924" y="1466"/>
                    <a:pt x="1858" y="1350"/>
                    <a:pt x="1808" y="1350"/>
                  </a:cubicBezTo>
                  <a:cubicBezTo>
                    <a:pt x="1803" y="1350"/>
                    <a:pt x="1797" y="1352"/>
                    <a:pt x="1792" y="1355"/>
                  </a:cubicBezTo>
                  <a:cubicBezTo>
                    <a:pt x="1775" y="1372"/>
                    <a:pt x="1754" y="1380"/>
                    <a:pt x="1735" y="1380"/>
                  </a:cubicBezTo>
                  <a:cubicBezTo>
                    <a:pt x="1681" y="1380"/>
                    <a:pt x="1630" y="1323"/>
                    <a:pt x="1654" y="1258"/>
                  </a:cubicBezTo>
                  <a:cubicBezTo>
                    <a:pt x="1687" y="1193"/>
                    <a:pt x="1662" y="1160"/>
                    <a:pt x="1589" y="1160"/>
                  </a:cubicBezTo>
                  <a:cubicBezTo>
                    <a:pt x="1646" y="1128"/>
                    <a:pt x="1670" y="1063"/>
                    <a:pt x="1597" y="1063"/>
                  </a:cubicBezTo>
                  <a:cubicBezTo>
                    <a:pt x="1597" y="1063"/>
                    <a:pt x="1593" y="1055"/>
                    <a:pt x="1585" y="1055"/>
                  </a:cubicBezTo>
                  <a:cubicBezTo>
                    <a:pt x="1577" y="1055"/>
                    <a:pt x="1565" y="1063"/>
                    <a:pt x="1549" y="1095"/>
                  </a:cubicBezTo>
                  <a:lnTo>
                    <a:pt x="1411" y="1104"/>
                  </a:lnTo>
                  <a:cubicBezTo>
                    <a:pt x="1427" y="1136"/>
                    <a:pt x="1378" y="1168"/>
                    <a:pt x="1330" y="1201"/>
                  </a:cubicBezTo>
                  <a:cubicBezTo>
                    <a:pt x="1326" y="1204"/>
                    <a:pt x="1321" y="1205"/>
                    <a:pt x="1317" y="1205"/>
                  </a:cubicBezTo>
                  <a:cubicBezTo>
                    <a:pt x="1275" y="1205"/>
                    <a:pt x="1250" y="1057"/>
                    <a:pt x="1346" y="909"/>
                  </a:cubicBezTo>
                  <a:lnTo>
                    <a:pt x="1403" y="771"/>
                  </a:lnTo>
                  <a:lnTo>
                    <a:pt x="1305" y="844"/>
                  </a:lnTo>
                  <a:cubicBezTo>
                    <a:pt x="1281" y="812"/>
                    <a:pt x="1265" y="779"/>
                    <a:pt x="1314" y="747"/>
                  </a:cubicBezTo>
                  <a:cubicBezTo>
                    <a:pt x="1362" y="706"/>
                    <a:pt x="1362" y="706"/>
                    <a:pt x="1338" y="674"/>
                  </a:cubicBezTo>
                  <a:cubicBezTo>
                    <a:pt x="1338" y="674"/>
                    <a:pt x="1329" y="662"/>
                    <a:pt x="1310" y="662"/>
                  </a:cubicBezTo>
                  <a:cubicBezTo>
                    <a:pt x="1299" y="662"/>
                    <a:pt x="1284" y="666"/>
                    <a:pt x="1265" y="682"/>
                  </a:cubicBezTo>
                  <a:cubicBezTo>
                    <a:pt x="1216" y="714"/>
                    <a:pt x="1192" y="731"/>
                    <a:pt x="1184" y="731"/>
                  </a:cubicBezTo>
                  <a:cubicBezTo>
                    <a:pt x="1176" y="731"/>
                    <a:pt x="1184" y="714"/>
                    <a:pt x="1200" y="682"/>
                  </a:cubicBezTo>
                  <a:cubicBezTo>
                    <a:pt x="1255" y="609"/>
                    <a:pt x="1255" y="573"/>
                    <a:pt x="1203" y="573"/>
                  </a:cubicBezTo>
                  <a:cubicBezTo>
                    <a:pt x="1186" y="573"/>
                    <a:pt x="1164" y="577"/>
                    <a:pt x="1135" y="585"/>
                  </a:cubicBezTo>
                  <a:cubicBezTo>
                    <a:pt x="1088" y="614"/>
                    <a:pt x="1062" y="630"/>
                    <a:pt x="1055" y="630"/>
                  </a:cubicBezTo>
                  <a:cubicBezTo>
                    <a:pt x="1046" y="630"/>
                    <a:pt x="1066" y="606"/>
                    <a:pt x="1111" y="552"/>
                  </a:cubicBezTo>
                  <a:cubicBezTo>
                    <a:pt x="1160" y="520"/>
                    <a:pt x="1184" y="455"/>
                    <a:pt x="1168" y="423"/>
                  </a:cubicBezTo>
                  <a:lnTo>
                    <a:pt x="1168" y="423"/>
                  </a:lnTo>
                  <a:lnTo>
                    <a:pt x="1119" y="455"/>
                  </a:lnTo>
                  <a:cubicBezTo>
                    <a:pt x="1082" y="480"/>
                    <a:pt x="1055" y="490"/>
                    <a:pt x="1038" y="490"/>
                  </a:cubicBezTo>
                  <a:cubicBezTo>
                    <a:pt x="1010" y="490"/>
                    <a:pt x="1007" y="463"/>
                    <a:pt x="1022" y="423"/>
                  </a:cubicBezTo>
                  <a:cubicBezTo>
                    <a:pt x="1070" y="390"/>
                    <a:pt x="1054" y="358"/>
                    <a:pt x="957" y="325"/>
                  </a:cubicBezTo>
                  <a:cubicBezTo>
                    <a:pt x="916" y="260"/>
                    <a:pt x="892" y="228"/>
                    <a:pt x="941" y="196"/>
                  </a:cubicBezTo>
                  <a:cubicBezTo>
                    <a:pt x="1002" y="158"/>
                    <a:pt x="1028" y="142"/>
                    <a:pt x="1014" y="142"/>
                  </a:cubicBezTo>
                  <a:cubicBezTo>
                    <a:pt x="1004" y="142"/>
                    <a:pt x="975" y="150"/>
                    <a:pt x="924" y="163"/>
                  </a:cubicBezTo>
                  <a:cubicBezTo>
                    <a:pt x="851" y="163"/>
                    <a:pt x="851" y="163"/>
                    <a:pt x="860" y="66"/>
                  </a:cubicBezTo>
                  <a:cubicBezTo>
                    <a:pt x="884" y="1"/>
                    <a:pt x="884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2"/>
            <p:cNvSpPr/>
            <p:nvPr/>
          </p:nvSpPr>
          <p:spPr>
            <a:xfrm>
              <a:off x="7706580" y="1463455"/>
              <a:ext cx="167342" cy="268560"/>
            </a:xfrm>
            <a:custGeom>
              <a:avLst/>
              <a:gdLst/>
              <a:ahLst/>
              <a:cxnLst/>
              <a:rect l="l" t="t" r="r" b="b"/>
              <a:pathLst>
                <a:path w="9708" h="15580" extrusionOk="0">
                  <a:moveTo>
                    <a:pt x="4881" y="4"/>
                  </a:moveTo>
                  <a:lnTo>
                    <a:pt x="4873" y="126"/>
                  </a:lnTo>
                  <a:lnTo>
                    <a:pt x="4881" y="69"/>
                  </a:lnTo>
                  <a:lnTo>
                    <a:pt x="4881" y="4"/>
                  </a:lnTo>
                  <a:close/>
                  <a:moveTo>
                    <a:pt x="6819" y="211"/>
                  </a:moveTo>
                  <a:cubicBezTo>
                    <a:pt x="6804" y="211"/>
                    <a:pt x="6806" y="228"/>
                    <a:pt x="6811" y="272"/>
                  </a:cubicBezTo>
                  <a:lnTo>
                    <a:pt x="6884" y="304"/>
                  </a:lnTo>
                  <a:cubicBezTo>
                    <a:pt x="6908" y="248"/>
                    <a:pt x="6908" y="248"/>
                    <a:pt x="6876" y="231"/>
                  </a:cubicBezTo>
                  <a:cubicBezTo>
                    <a:pt x="6846" y="218"/>
                    <a:pt x="6829" y="211"/>
                    <a:pt x="6819" y="211"/>
                  </a:cubicBezTo>
                  <a:close/>
                  <a:moveTo>
                    <a:pt x="4186" y="212"/>
                  </a:moveTo>
                  <a:cubicBezTo>
                    <a:pt x="4196" y="212"/>
                    <a:pt x="4190" y="242"/>
                    <a:pt x="4176" y="312"/>
                  </a:cubicBezTo>
                  <a:cubicBezTo>
                    <a:pt x="4143" y="377"/>
                    <a:pt x="4119" y="442"/>
                    <a:pt x="4119" y="442"/>
                  </a:cubicBezTo>
                  <a:cubicBezTo>
                    <a:pt x="4087" y="442"/>
                    <a:pt x="4111" y="377"/>
                    <a:pt x="4135" y="256"/>
                  </a:cubicBezTo>
                  <a:cubicBezTo>
                    <a:pt x="4163" y="228"/>
                    <a:pt x="4178" y="212"/>
                    <a:pt x="4186" y="212"/>
                  </a:cubicBezTo>
                  <a:close/>
                  <a:moveTo>
                    <a:pt x="6065" y="361"/>
                  </a:moveTo>
                  <a:cubicBezTo>
                    <a:pt x="6057" y="402"/>
                    <a:pt x="6057" y="442"/>
                    <a:pt x="6065" y="483"/>
                  </a:cubicBezTo>
                  <a:cubicBezTo>
                    <a:pt x="6067" y="483"/>
                    <a:pt x="6069" y="483"/>
                    <a:pt x="6071" y="483"/>
                  </a:cubicBezTo>
                  <a:cubicBezTo>
                    <a:pt x="6099" y="483"/>
                    <a:pt x="6113" y="434"/>
                    <a:pt x="6113" y="434"/>
                  </a:cubicBezTo>
                  <a:cubicBezTo>
                    <a:pt x="6113" y="434"/>
                    <a:pt x="6138" y="377"/>
                    <a:pt x="6105" y="369"/>
                  </a:cubicBezTo>
                  <a:lnTo>
                    <a:pt x="6065" y="361"/>
                  </a:lnTo>
                  <a:close/>
                  <a:moveTo>
                    <a:pt x="5409" y="353"/>
                  </a:moveTo>
                  <a:cubicBezTo>
                    <a:pt x="5431" y="353"/>
                    <a:pt x="5435" y="410"/>
                    <a:pt x="5392" y="491"/>
                  </a:cubicBezTo>
                  <a:lnTo>
                    <a:pt x="5327" y="483"/>
                  </a:lnTo>
                  <a:cubicBezTo>
                    <a:pt x="5335" y="426"/>
                    <a:pt x="5343" y="369"/>
                    <a:pt x="5384" y="369"/>
                  </a:cubicBezTo>
                  <a:cubicBezTo>
                    <a:pt x="5393" y="358"/>
                    <a:pt x="5402" y="353"/>
                    <a:pt x="5409" y="353"/>
                  </a:cubicBezTo>
                  <a:close/>
                  <a:moveTo>
                    <a:pt x="5651" y="426"/>
                  </a:moveTo>
                  <a:lnTo>
                    <a:pt x="5684" y="434"/>
                  </a:lnTo>
                  <a:cubicBezTo>
                    <a:pt x="5716" y="442"/>
                    <a:pt x="5716" y="442"/>
                    <a:pt x="5700" y="499"/>
                  </a:cubicBezTo>
                  <a:lnTo>
                    <a:pt x="5668" y="491"/>
                  </a:lnTo>
                  <a:lnTo>
                    <a:pt x="5651" y="426"/>
                  </a:lnTo>
                  <a:close/>
                  <a:moveTo>
                    <a:pt x="4459" y="475"/>
                  </a:moveTo>
                  <a:cubicBezTo>
                    <a:pt x="4459" y="539"/>
                    <a:pt x="4459" y="596"/>
                    <a:pt x="4427" y="596"/>
                  </a:cubicBezTo>
                  <a:lnTo>
                    <a:pt x="4395" y="596"/>
                  </a:lnTo>
                  <a:cubicBezTo>
                    <a:pt x="4395" y="556"/>
                    <a:pt x="4403" y="515"/>
                    <a:pt x="4419" y="483"/>
                  </a:cubicBezTo>
                  <a:lnTo>
                    <a:pt x="4459" y="475"/>
                  </a:lnTo>
                  <a:close/>
                  <a:moveTo>
                    <a:pt x="3243" y="499"/>
                  </a:moveTo>
                  <a:lnTo>
                    <a:pt x="3268" y="556"/>
                  </a:lnTo>
                  <a:lnTo>
                    <a:pt x="3251" y="621"/>
                  </a:lnTo>
                  <a:lnTo>
                    <a:pt x="3203" y="572"/>
                  </a:lnTo>
                  <a:cubicBezTo>
                    <a:pt x="3178" y="515"/>
                    <a:pt x="3211" y="507"/>
                    <a:pt x="3243" y="499"/>
                  </a:cubicBezTo>
                  <a:close/>
                  <a:moveTo>
                    <a:pt x="5093" y="693"/>
                  </a:moveTo>
                  <a:cubicBezTo>
                    <a:pt x="5095" y="693"/>
                    <a:pt x="5098" y="693"/>
                    <a:pt x="5100" y="693"/>
                  </a:cubicBezTo>
                  <a:lnTo>
                    <a:pt x="5092" y="750"/>
                  </a:lnTo>
                  <a:cubicBezTo>
                    <a:pt x="5090" y="750"/>
                    <a:pt x="5087" y="749"/>
                    <a:pt x="5085" y="749"/>
                  </a:cubicBezTo>
                  <a:cubicBezTo>
                    <a:pt x="5066" y="749"/>
                    <a:pt x="5048" y="768"/>
                    <a:pt x="5037" y="768"/>
                  </a:cubicBezTo>
                  <a:cubicBezTo>
                    <a:pt x="5031" y="768"/>
                    <a:pt x="5027" y="762"/>
                    <a:pt x="5027" y="742"/>
                  </a:cubicBezTo>
                  <a:cubicBezTo>
                    <a:pt x="4997" y="742"/>
                    <a:pt x="5058" y="693"/>
                    <a:pt x="5093" y="693"/>
                  </a:cubicBezTo>
                  <a:close/>
                  <a:moveTo>
                    <a:pt x="3434" y="543"/>
                  </a:moveTo>
                  <a:cubicBezTo>
                    <a:pt x="3440" y="543"/>
                    <a:pt x="3448" y="571"/>
                    <a:pt x="3462" y="621"/>
                  </a:cubicBezTo>
                  <a:cubicBezTo>
                    <a:pt x="3487" y="685"/>
                    <a:pt x="3487" y="750"/>
                    <a:pt x="3446" y="807"/>
                  </a:cubicBezTo>
                  <a:lnTo>
                    <a:pt x="3389" y="823"/>
                  </a:lnTo>
                  <a:lnTo>
                    <a:pt x="3414" y="693"/>
                  </a:lnTo>
                  <a:cubicBezTo>
                    <a:pt x="3423" y="589"/>
                    <a:pt x="3427" y="543"/>
                    <a:pt x="3434" y="543"/>
                  </a:cubicBezTo>
                  <a:close/>
                  <a:moveTo>
                    <a:pt x="6168" y="781"/>
                  </a:moveTo>
                  <a:cubicBezTo>
                    <a:pt x="6174" y="781"/>
                    <a:pt x="6178" y="783"/>
                    <a:pt x="6178" y="783"/>
                  </a:cubicBezTo>
                  <a:cubicBezTo>
                    <a:pt x="6211" y="791"/>
                    <a:pt x="6243" y="799"/>
                    <a:pt x="6219" y="856"/>
                  </a:cubicBezTo>
                  <a:cubicBezTo>
                    <a:pt x="6219" y="856"/>
                    <a:pt x="6198" y="905"/>
                    <a:pt x="6168" y="905"/>
                  </a:cubicBezTo>
                  <a:cubicBezTo>
                    <a:pt x="6166" y="905"/>
                    <a:pt x="6164" y="905"/>
                    <a:pt x="6162" y="904"/>
                  </a:cubicBezTo>
                  <a:cubicBezTo>
                    <a:pt x="6138" y="888"/>
                    <a:pt x="6130" y="823"/>
                    <a:pt x="6130" y="823"/>
                  </a:cubicBezTo>
                  <a:cubicBezTo>
                    <a:pt x="6140" y="787"/>
                    <a:pt x="6157" y="781"/>
                    <a:pt x="6168" y="781"/>
                  </a:cubicBezTo>
                  <a:close/>
                  <a:moveTo>
                    <a:pt x="6701" y="1021"/>
                  </a:moveTo>
                  <a:cubicBezTo>
                    <a:pt x="6710" y="1021"/>
                    <a:pt x="6723" y="1029"/>
                    <a:pt x="6746" y="1042"/>
                  </a:cubicBezTo>
                  <a:cubicBezTo>
                    <a:pt x="6778" y="1058"/>
                    <a:pt x="6746" y="1107"/>
                    <a:pt x="6746" y="1107"/>
                  </a:cubicBezTo>
                  <a:cubicBezTo>
                    <a:pt x="6739" y="1123"/>
                    <a:pt x="6734" y="1128"/>
                    <a:pt x="6730" y="1128"/>
                  </a:cubicBezTo>
                  <a:cubicBezTo>
                    <a:pt x="6719" y="1128"/>
                    <a:pt x="6713" y="1089"/>
                    <a:pt x="6689" y="1083"/>
                  </a:cubicBezTo>
                  <a:cubicBezTo>
                    <a:pt x="6689" y="1039"/>
                    <a:pt x="6689" y="1021"/>
                    <a:pt x="6701" y="1021"/>
                  </a:cubicBezTo>
                  <a:close/>
                  <a:moveTo>
                    <a:pt x="7293" y="1203"/>
                  </a:moveTo>
                  <a:lnTo>
                    <a:pt x="7293" y="1203"/>
                  </a:lnTo>
                  <a:cubicBezTo>
                    <a:pt x="7306" y="1203"/>
                    <a:pt x="7308" y="1237"/>
                    <a:pt x="7281" y="1318"/>
                  </a:cubicBezTo>
                  <a:cubicBezTo>
                    <a:pt x="7262" y="1346"/>
                    <a:pt x="7254" y="1358"/>
                    <a:pt x="7244" y="1358"/>
                  </a:cubicBezTo>
                  <a:cubicBezTo>
                    <a:pt x="7237" y="1358"/>
                    <a:pt x="7230" y="1352"/>
                    <a:pt x="7216" y="1342"/>
                  </a:cubicBezTo>
                  <a:cubicBezTo>
                    <a:pt x="7224" y="1302"/>
                    <a:pt x="7240" y="1261"/>
                    <a:pt x="7265" y="1229"/>
                  </a:cubicBezTo>
                  <a:cubicBezTo>
                    <a:pt x="7276" y="1212"/>
                    <a:pt x="7286" y="1203"/>
                    <a:pt x="7293" y="1203"/>
                  </a:cubicBezTo>
                  <a:close/>
                  <a:moveTo>
                    <a:pt x="7476" y="1391"/>
                  </a:moveTo>
                  <a:lnTo>
                    <a:pt x="7508" y="1415"/>
                  </a:lnTo>
                  <a:cubicBezTo>
                    <a:pt x="7475" y="1448"/>
                    <a:pt x="7442" y="1486"/>
                    <a:pt x="7418" y="1486"/>
                  </a:cubicBezTo>
                  <a:cubicBezTo>
                    <a:pt x="7412" y="1486"/>
                    <a:pt x="7407" y="1484"/>
                    <a:pt x="7403" y="1480"/>
                  </a:cubicBezTo>
                  <a:lnTo>
                    <a:pt x="7419" y="1415"/>
                  </a:lnTo>
                  <a:lnTo>
                    <a:pt x="7476" y="1391"/>
                  </a:lnTo>
                  <a:close/>
                  <a:moveTo>
                    <a:pt x="2230" y="1469"/>
                  </a:moveTo>
                  <a:cubicBezTo>
                    <a:pt x="2215" y="1469"/>
                    <a:pt x="2202" y="1480"/>
                    <a:pt x="2189" y="1488"/>
                  </a:cubicBezTo>
                  <a:cubicBezTo>
                    <a:pt x="2184" y="1488"/>
                    <a:pt x="2179" y="1487"/>
                    <a:pt x="2175" y="1487"/>
                  </a:cubicBezTo>
                  <a:cubicBezTo>
                    <a:pt x="2101" y="1487"/>
                    <a:pt x="2111" y="1548"/>
                    <a:pt x="2149" y="1593"/>
                  </a:cubicBezTo>
                  <a:cubicBezTo>
                    <a:pt x="2162" y="1610"/>
                    <a:pt x="2176" y="1617"/>
                    <a:pt x="2191" y="1617"/>
                  </a:cubicBezTo>
                  <a:cubicBezTo>
                    <a:pt x="2211" y="1617"/>
                    <a:pt x="2234" y="1604"/>
                    <a:pt x="2262" y="1585"/>
                  </a:cubicBezTo>
                  <a:cubicBezTo>
                    <a:pt x="2287" y="1569"/>
                    <a:pt x="2278" y="1504"/>
                    <a:pt x="2278" y="1504"/>
                  </a:cubicBezTo>
                  <a:cubicBezTo>
                    <a:pt x="2259" y="1477"/>
                    <a:pt x="2244" y="1469"/>
                    <a:pt x="2230" y="1469"/>
                  </a:cubicBezTo>
                  <a:close/>
                  <a:moveTo>
                    <a:pt x="1976" y="1506"/>
                  </a:moveTo>
                  <a:cubicBezTo>
                    <a:pt x="1999" y="1506"/>
                    <a:pt x="2024" y="1552"/>
                    <a:pt x="2011" y="1626"/>
                  </a:cubicBezTo>
                  <a:lnTo>
                    <a:pt x="1962" y="1666"/>
                  </a:lnTo>
                  <a:cubicBezTo>
                    <a:pt x="1930" y="1618"/>
                    <a:pt x="1930" y="1553"/>
                    <a:pt x="1962" y="1512"/>
                  </a:cubicBezTo>
                  <a:cubicBezTo>
                    <a:pt x="1966" y="1508"/>
                    <a:pt x="1971" y="1506"/>
                    <a:pt x="1976" y="1506"/>
                  </a:cubicBezTo>
                  <a:close/>
                  <a:moveTo>
                    <a:pt x="6057" y="2023"/>
                  </a:moveTo>
                  <a:cubicBezTo>
                    <a:pt x="6024" y="2056"/>
                    <a:pt x="6000" y="2088"/>
                    <a:pt x="5976" y="2129"/>
                  </a:cubicBezTo>
                  <a:cubicBezTo>
                    <a:pt x="5965" y="2150"/>
                    <a:pt x="5964" y="2164"/>
                    <a:pt x="5972" y="2164"/>
                  </a:cubicBezTo>
                  <a:cubicBezTo>
                    <a:pt x="5982" y="2164"/>
                    <a:pt x="6008" y="2142"/>
                    <a:pt x="6049" y="2088"/>
                  </a:cubicBezTo>
                  <a:cubicBezTo>
                    <a:pt x="6073" y="2039"/>
                    <a:pt x="6073" y="2039"/>
                    <a:pt x="6057" y="2023"/>
                  </a:cubicBezTo>
                  <a:close/>
                  <a:moveTo>
                    <a:pt x="403" y="2615"/>
                  </a:moveTo>
                  <a:cubicBezTo>
                    <a:pt x="393" y="2615"/>
                    <a:pt x="389" y="2623"/>
                    <a:pt x="381" y="2639"/>
                  </a:cubicBezTo>
                  <a:lnTo>
                    <a:pt x="365" y="2672"/>
                  </a:lnTo>
                  <a:lnTo>
                    <a:pt x="430" y="2672"/>
                  </a:lnTo>
                  <a:lnTo>
                    <a:pt x="454" y="2639"/>
                  </a:lnTo>
                  <a:cubicBezTo>
                    <a:pt x="426" y="2623"/>
                    <a:pt x="412" y="2615"/>
                    <a:pt x="403" y="2615"/>
                  </a:cubicBezTo>
                  <a:close/>
                  <a:moveTo>
                    <a:pt x="642" y="2832"/>
                  </a:moveTo>
                  <a:cubicBezTo>
                    <a:pt x="652" y="2832"/>
                    <a:pt x="665" y="2835"/>
                    <a:pt x="681" y="2842"/>
                  </a:cubicBezTo>
                  <a:lnTo>
                    <a:pt x="665" y="2874"/>
                  </a:lnTo>
                  <a:cubicBezTo>
                    <a:pt x="652" y="2867"/>
                    <a:pt x="645" y="2864"/>
                    <a:pt x="641" y="2864"/>
                  </a:cubicBezTo>
                  <a:lnTo>
                    <a:pt x="641" y="2864"/>
                  </a:lnTo>
                  <a:cubicBezTo>
                    <a:pt x="628" y="2864"/>
                    <a:pt x="665" y="2899"/>
                    <a:pt x="722" y="2899"/>
                  </a:cubicBezTo>
                  <a:lnTo>
                    <a:pt x="827" y="2956"/>
                  </a:lnTo>
                  <a:cubicBezTo>
                    <a:pt x="819" y="2969"/>
                    <a:pt x="794" y="2977"/>
                    <a:pt x="765" y="2977"/>
                  </a:cubicBezTo>
                  <a:cubicBezTo>
                    <a:pt x="740" y="2977"/>
                    <a:pt x="712" y="2971"/>
                    <a:pt x="689" y="2956"/>
                  </a:cubicBezTo>
                  <a:cubicBezTo>
                    <a:pt x="560" y="2939"/>
                    <a:pt x="560" y="2939"/>
                    <a:pt x="592" y="2874"/>
                  </a:cubicBezTo>
                  <a:cubicBezTo>
                    <a:pt x="604" y="2851"/>
                    <a:pt x="615" y="2832"/>
                    <a:pt x="642" y="2832"/>
                  </a:cubicBezTo>
                  <a:close/>
                  <a:moveTo>
                    <a:pt x="8603" y="3174"/>
                  </a:moveTo>
                  <a:lnTo>
                    <a:pt x="8667" y="3183"/>
                  </a:lnTo>
                  <a:lnTo>
                    <a:pt x="8676" y="3207"/>
                  </a:lnTo>
                  <a:cubicBezTo>
                    <a:pt x="8641" y="3224"/>
                    <a:pt x="8603" y="3241"/>
                    <a:pt x="8577" y="3241"/>
                  </a:cubicBezTo>
                  <a:cubicBezTo>
                    <a:pt x="8567" y="3241"/>
                    <a:pt x="8559" y="3238"/>
                    <a:pt x="8554" y="3231"/>
                  </a:cubicBezTo>
                  <a:lnTo>
                    <a:pt x="8603" y="3174"/>
                  </a:lnTo>
                  <a:close/>
                  <a:moveTo>
                    <a:pt x="454" y="3190"/>
                  </a:moveTo>
                  <a:cubicBezTo>
                    <a:pt x="462" y="3190"/>
                    <a:pt x="477" y="3196"/>
                    <a:pt x="503" y="3207"/>
                  </a:cubicBezTo>
                  <a:cubicBezTo>
                    <a:pt x="503" y="3207"/>
                    <a:pt x="543" y="3264"/>
                    <a:pt x="527" y="3296"/>
                  </a:cubicBezTo>
                  <a:lnTo>
                    <a:pt x="462" y="3304"/>
                  </a:lnTo>
                  <a:cubicBezTo>
                    <a:pt x="406" y="3280"/>
                    <a:pt x="422" y="3247"/>
                    <a:pt x="438" y="3215"/>
                  </a:cubicBezTo>
                  <a:cubicBezTo>
                    <a:pt x="442" y="3198"/>
                    <a:pt x="444" y="3190"/>
                    <a:pt x="454" y="3190"/>
                  </a:cubicBezTo>
                  <a:close/>
                  <a:moveTo>
                    <a:pt x="1241" y="3604"/>
                  </a:moveTo>
                  <a:lnTo>
                    <a:pt x="1233" y="3628"/>
                  </a:lnTo>
                  <a:cubicBezTo>
                    <a:pt x="1265" y="3661"/>
                    <a:pt x="1297" y="3685"/>
                    <a:pt x="1338" y="3701"/>
                  </a:cubicBezTo>
                  <a:lnTo>
                    <a:pt x="1346" y="3677"/>
                  </a:lnTo>
                  <a:cubicBezTo>
                    <a:pt x="1354" y="3653"/>
                    <a:pt x="1297" y="3628"/>
                    <a:pt x="1241" y="3604"/>
                  </a:cubicBezTo>
                  <a:close/>
                  <a:moveTo>
                    <a:pt x="8975" y="3896"/>
                  </a:moveTo>
                  <a:cubicBezTo>
                    <a:pt x="8984" y="3928"/>
                    <a:pt x="8984" y="3928"/>
                    <a:pt x="8927" y="3945"/>
                  </a:cubicBezTo>
                  <a:cubicBezTo>
                    <a:pt x="8907" y="3949"/>
                    <a:pt x="8886" y="3951"/>
                    <a:pt x="8866" y="3951"/>
                  </a:cubicBezTo>
                  <a:cubicBezTo>
                    <a:pt x="8846" y="3951"/>
                    <a:pt x="8826" y="3949"/>
                    <a:pt x="8805" y="3945"/>
                  </a:cubicBezTo>
                  <a:cubicBezTo>
                    <a:pt x="8797" y="3920"/>
                    <a:pt x="8919" y="3912"/>
                    <a:pt x="8975" y="3904"/>
                  </a:cubicBezTo>
                  <a:lnTo>
                    <a:pt x="8975" y="3896"/>
                  </a:lnTo>
                  <a:close/>
                  <a:moveTo>
                    <a:pt x="9381" y="4350"/>
                  </a:moveTo>
                  <a:cubicBezTo>
                    <a:pt x="9421" y="4350"/>
                    <a:pt x="9462" y="4350"/>
                    <a:pt x="9503" y="4366"/>
                  </a:cubicBezTo>
                  <a:lnTo>
                    <a:pt x="9511" y="4399"/>
                  </a:lnTo>
                  <a:cubicBezTo>
                    <a:pt x="9480" y="4403"/>
                    <a:pt x="9446" y="4410"/>
                    <a:pt x="9422" y="4410"/>
                  </a:cubicBezTo>
                  <a:cubicBezTo>
                    <a:pt x="9402" y="4410"/>
                    <a:pt x="9389" y="4405"/>
                    <a:pt x="9389" y="4391"/>
                  </a:cubicBezTo>
                  <a:lnTo>
                    <a:pt x="9381" y="4350"/>
                  </a:lnTo>
                  <a:close/>
                  <a:moveTo>
                    <a:pt x="9146" y="4820"/>
                  </a:moveTo>
                  <a:lnTo>
                    <a:pt x="9211" y="4853"/>
                  </a:lnTo>
                  <a:lnTo>
                    <a:pt x="9211" y="4885"/>
                  </a:lnTo>
                  <a:cubicBezTo>
                    <a:pt x="9192" y="4885"/>
                    <a:pt x="9172" y="4886"/>
                    <a:pt x="9154" y="4886"/>
                  </a:cubicBezTo>
                  <a:cubicBezTo>
                    <a:pt x="9118" y="4886"/>
                    <a:pt x="9089" y="4882"/>
                    <a:pt x="9089" y="4861"/>
                  </a:cubicBezTo>
                  <a:lnTo>
                    <a:pt x="9146" y="4820"/>
                  </a:lnTo>
                  <a:close/>
                  <a:moveTo>
                    <a:pt x="9013" y="7038"/>
                  </a:moveTo>
                  <a:cubicBezTo>
                    <a:pt x="9063" y="7038"/>
                    <a:pt x="9097" y="7071"/>
                    <a:pt x="9097" y="7099"/>
                  </a:cubicBezTo>
                  <a:cubicBezTo>
                    <a:pt x="9086" y="7142"/>
                    <a:pt x="9083" y="7156"/>
                    <a:pt x="9065" y="7156"/>
                  </a:cubicBezTo>
                  <a:cubicBezTo>
                    <a:pt x="9056" y="7156"/>
                    <a:pt x="9043" y="7153"/>
                    <a:pt x="9024" y="7147"/>
                  </a:cubicBezTo>
                  <a:cubicBezTo>
                    <a:pt x="8967" y="7139"/>
                    <a:pt x="8975" y="7074"/>
                    <a:pt x="8984" y="7042"/>
                  </a:cubicBezTo>
                  <a:cubicBezTo>
                    <a:pt x="8994" y="7039"/>
                    <a:pt x="9004" y="7038"/>
                    <a:pt x="9013" y="7038"/>
                  </a:cubicBezTo>
                  <a:close/>
                  <a:moveTo>
                    <a:pt x="8716" y="8315"/>
                  </a:moveTo>
                  <a:cubicBezTo>
                    <a:pt x="8757" y="8331"/>
                    <a:pt x="8797" y="8355"/>
                    <a:pt x="8821" y="8388"/>
                  </a:cubicBezTo>
                  <a:lnTo>
                    <a:pt x="8813" y="8412"/>
                  </a:lnTo>
                  <a:cubicBezTo>
                    <a:pt x="8757" y="8396"/>
                    <a:pt x="8700" y="8380"/>
                    <a:pt x="8708" y="8347"/>
                  </a:cubicBezTo>
                  <a:lnTo>
                    <a:pt x="8716" y="8315"/>
                  </a:lnTo>
                  <a:close/>
                  <a:moveTo>
                    <a:pt x="7800" y="10909"/>
                  </a:moveTo>
                  <a:lnTo>
                    <a:pt x="7873" y="10917"/>
                  </a:lnTo>
                  <a:cubicBezTo>
                    <a:pt x="7921" y="10950"/>
                    <a:pt x="7905" y="10974"/>
                    <a:pt x="7905" y="10974"/>
                  </a:cubicBezTo>
                  <a:cubicBezTo>
                    <a:pt x="7894" y="10989"/>
                    <a:pt x="7888" y="10997"/>
                    <a:pt x="7879" y="10997"/>
                  </a:cubicBezTo>
                  <a:cubicBezTo>
                    <a:pt x="7870" y="10997"/>
                    <a:pt x="7858" y="10987"/>
                    <a:pt x="7832" y="10966"/>
                  </a:cubicBezTo>
                  <a:cubicBezTo>
                    <a:pt x="7832" y="10966"/>
                    <a:pt x="7784" y="10934"/>
                    <a:pt x="7800" y="10909"/>
                  </a:cubicBezTo>
                  <a:close/>
                  <a:moveTo>
                    <a:pt x="6877" y="11187"/>
                  </a:moveTo>
                  <a:lnTo>
                    <a:pt x="6877" y="11187"/>
                  </a:lnTo>
                  <a:cubicBezTo>
                    <a:pt x="6876" y="11187"/>
                    <a:pt x="6881" y="11190"/>
                    <a:pt x="6893" y="11194"/>
                  </a:cubicBezTo>
                  <a:lnTo>
                    <a:pt x="6893" y="11194"/>
                  </a:lnTo>
                  <a:cubicBezTo>
                    <a:pt x="6884" y="11189"/>
                    <a:pt x="6878" y="11187"/>
                    <a:pt x="6877" y="11187"/>
                  </a:cubicBezTo>
                  <a:close/>
                  <a:moveTo>
                    <a:pt x="6893" y="11194"/>
                  </a:moveTo>
                  <a:cubicBezTo>
                    <a:pt x="6905" y="11201"/>
                    <a:pt x="6923" y="11211"/>
                    <a:pt x="6947" y="11229"/>
                  </a:cubicBezTo>
                  <a:lnTo>
                    <a:pt x="6947" y="11229"/>
                  </a:lnTo>
                  <a:cubicBezTo>
                    <a:pt x="6939" y="11220"/>
                    <a:pt x="6928" y="11211"/>
                    <a:pt x="6916" y="11201"/>
                  </a:cubicBezTo>
                  <a:cubicBezTo>
                    <a:pt x="6907" y="11199"/>
                    <a:pt x="6899" y="11196"/>
                    <a:pt x="6893" y="11194"/>
                  </a:cubicBezTo>
                  <a:close/>
                  <a:moveTo>
                    <a:pt x="7220" y="11221"/>
                  </a:moveTo>
                  <a:cubicBezTo>
                    <a:pt x="7229" y="11221"/>
                    <a:pt x="7235" y="11235"/>
                    <a:pt x="7249" y="11266"/>
                  </a:cubicBezTo>
                  <a:cubicBezTo>
                    <a:pt x="7265" y="11305"/>
                    <a:pt x="7263" y="11329"/>
                    <a:pt x="7243" y="11329"/>
                  </a:cubicBezTo>
                  <a:cubicBezTo>
                    <a:pt x="7235" y="11329"/>
                    <a:pt x="7223" y="11325"/>
                    <a:pt x="7208" y="11315"/>
                  </a:cubicBezTo>
                  <a:cubicBezTo>
                    <a:pt x="7159" y="11274"/>
                    <a:pt x="7159" y="11274"/>
                    <a:pt x="7184" y="11250"/>
                  </a:cubicBezTo>
                  <a:cubicBezTo>
                    <a:pt x="7202" y="11231"/>
                    <a:pt x="7212" y="11221"/>
                    <a:pt x="7220" y="11221"/>
                  </a:cubicBezTo>
                  <a:close/>
                  <a:moveTo>
                    <a:pt x="7622" y="11266"/>
                  </a:moveTo>
                  <a:lnTo>
                    <a:pt x="7686" y="11274"/>
                  </a:lnTo>
                  <a:lnTo>
                    <a:pt x="7719" y="11331"/>
                  </a:lnTo>
                  <a:lnTo>
                    <a:pt x="7703" y="11363"/>
                  </a:lnTo>
                  <a:cubicBezTo>
                    <a:pt x="7654" y="11323"/>
                    <a:pt x="7605" y="11290"/>
                    <a:pt x="7622" y="11266"/>
                  </a:cubicBezTo>
                  <a:close/>
                  <a:moveTo>
                    <a:pt x="7038" y="11420"/>
                  </a:moveTo>
                  <a:lnTo>
                    <a:pt x="7103" y="11436"/>
                  </a:lnTo>
                  <a:lnTo>
                    <a:pt x="7086" y="11461"/>
                  </a:lnTo>
                  <a:cubicBezTo>
                    <a:pt x="7076" y="11471"/>
                    <a:pt x="7070" y="11477"/>
                    <a:pt x="7063" y="11477"/>
                  </a:cubicBezTo>
                  <a:cubicBezTo>
                    <a:pt x="7054" y="11477"/>
                    <a:pt x="7044" y="11467"/>
                    <a:pt x="7022" y="11444"/>
                  </a:cubicBezTo>
                  <a:lnTo>
                    <a:pt x="7038" y="11420"/>
                  </a:lnTo>
                  <a:close/>
                  <a:moveTo>
                    <a:pt x="6851" y="11558"/>
                  </a:moveTo>
                  <a:cubicBezTo>
                    <a:pt x="6842" y="11572"/>
                    <a:pt x="6852" y="11589"/>
                    <a:pt x="6857" y="11589"/>
                  </a:cubicBezTo>
                  <a:cubicBezTo>
                    <a:pt x="6860" y="11589"/>
                    <a:pt x="6861" y="11581"/>
                    <a:pt x="6851" y="11558"/>
                  </a:cubicBezTo>
                  <a:close/>
                  <a:moveTo>
                    <a:pt x="6835" y="11663"/>
                  </a:moveTo>
                  <a:lnTo>
                    <a:pt x="6900" y="11679"/>
                  </a:lnTo>
                  <a:lnTo>
                    <a:pt x="6884" y="11704"/>
                  </a:lnTo>
                  <a:cubicBezTo>
                    <a:pt x="6873" y="11714"/>
                    <a:pt x="6867" y="11720"/>
                    <a:pt x="6860" y="11720"/>
                  </a:cubicBezTo>
                  <a:cubicBezTo>
                    <a:pt x="6850" y="11720"/>
                    <a:pt x="6838" y="11710"/>
                    <a:pt x="6811" y="11688"/>
                  </a:cubicBezTo>
                  <a:lnTo>
                    <a:pt x="6835" y="11663"/>
                  </a:lnTo>
                  <a:close/>
                  <a:moveTo>
                    <a:pt x="6665" y="11939"/>
                  </a:moveTo>
                  <a:lnTo>
                    <a:pt x="6665" y="11939"/>
                  </a:lnTo>
                  <a:cubicBezTo>
                    <a:pt x="6705" y="11955"/>
                    <a:pt x="6746" y="11971"/>
                    <a:pt x="6778" y="11996"/>
                  </a:cubicBezTo>
                  <a:lnTo>
                    <a:pt x="6754" y="12020"/>
                  </a:lnTo>
                  <a:cubicBezTo>
                    <a:pt x="6748" y="12026"/>
                    <a:pt x="6742" y="12028"/>
                    <a:pt x="6735" y="12028"/>
                  </a:cubicBezTo>
                  <a:cubicBezTo>
                    <a:pt x="6713" y="12028"/>
                    <a:pt x="6689" y="12004"/>
                    <a:pt x="6689" y="12004"/>
                  </a:cubicBezTo>
                  <a:cubicBezTo>
                    <a:pt x="6689" y="12004"/>
                    <a:pt x="6649" y="11963"/>
                    <a:pt x="6665" y="11939"/>
                  </a:cubicBezTo>
                  <a:close/>
                  <a:moveTo>
                    <a:pt x="5746" y="12780"/>
                  </a:moveTo>
                  <a:cubicBezTo>
                    <a:pt x="5750" y="12780"/>
                    <a:pt x="5756" y="12785"/>
                    <a:pt x="5765" y="12798"/>
                  </a:cubicBezTo>
                  <a:lnTo>
                    <a:pt x="5805" y="12839"/>
                  </a:lnTo>
                  <a:cubicBezTo>
                    <a:pt x="5818" y="12889"/>
                    <a:pt x="5830" y="12944"/>
                    <a:pt x="5817" y="12944"/>
                  </a:cubicBezTo>
                  <a:cubicBezTo>
                    <a:pt x="5813" y="12944"/>
                    <a:pt x="5806" y="12939"/>
                    <a:pt x="5797" y="12928"/>
                  </a:cubicBezTo>
                  <a:cubicBezTo>
                    <a:pt x="5773" y="12896"/>
                    <a:pt x="5757" y="12855"/>
                    <a:pt x="5741" y="12815"/>
                  </a:cubicBezTo>
                  <a:cubicBezTo>
                    <a:pt x="5741" y="12815"/>
                    <a:pt x="5736" y="12780"/>
                    <a:pt x="5746" y="12780"/>
                  </a:cubicBezTo>
                  <a:close/>
                  <a:moveTo>
                    <a:pt x="5019" y="13591"/>
                  </a:moveTo>
                  <a:cubicBezTo>
                    <a:pt x="5052" y="13591"/>
                    <a:pt x="5106" y="13681"/>
                    <a:pt x="5084" y="13763"/>
                  </a:cubicBezTo>
                  <a:cubicBezTo>
                    <a:pt x="5075" y="13769"/>
                    <a:pt x="5069" y="13773"/>
                    <a:pt x="5064" y="13773"/>
                  </a:cubicBezTo>
                  <a:cubicBezTo>
                    <a:pt x="5055" y="13773"/>
                    <a:pt x="5048" y="13762"/>
                    <a:pt x="5027" y="13731"/>
                  </a:cubicBezTo>
                  <a:cubicBezTo>
                    <a:pt x="4995" y="13682"/>
                    <a:pt x="4986" y="13617"/>
                    <a:pt x="5011" y="13593"/>
                  </a:cubicBezTo>
                  <a:cubicBezTo>
                    <a:pt x="5013" y="13592"/>
                    <a:pt x="5016" y="13591"/>
                    <a:pt x="5019" y="13591"/>
                  </a:cubicBezTo>
                  <a:close/>
                  <a:moveTo>
                    <a:pt x="835" y="15238"/>
                  </a:moveTo>
                  <a:cubicBezTo>
                    <a:pt x="839" y="15238"/>
                    <a:pt x="844" y="15268"/>
                    <a:pt x="852" y="15328"/>
                  </a:cubicBezTo>
                  <a:cubicBezTo>
                    <a:pt x="860" y="15385"/>
                    <a:pt x="868" y="15450"/>
                    <a:pt x="835" y="15450"/>
                  </a:cubicBezTo>
                  <a:cubicBezTo>
                    <a:pt x="818" y="15489"/>
                    <a:pt x="805" y="15505"/>
                    <a:pt x="797" y="15505"/>
                  </a:cubicBezTo>
                  <a:cubicBezTo>
                    <a:pt x="779" y="15505"/>
                    <a:pt x="785" y="15421"/>
                    <a:pt x="819" y="15336"/>
                  </a:cubicBezTo>
                  <a:cubicBezTo>
                    <a:pt x="827" y="15270"/>
                    <a:pt x="831" y="15238"/>
                    <a:pt x="835" y="15238"/>
                  </a:cubicBezTo>
                  <a:close/>
                  <a:moveTo>
                    <a:pt x="5129" y="0"/>
                  </a:moveTo>
                  <a:cubicBezTo>
                    <a:pt x="5108" y="0"/>
                    <a:pt x="5104" y="30"/>
                    <a:pt x="5100" y="85"/>
                  </a:cubicBezTo>
                  <a:cubicBezTo>
                    <a:pt x="5095" y="119"/>
                    <a:pt x="5091" y="154"/>
                    <a:pt x="5083" y="154"/>
                  </a:cubicBezTo>
                  <a:cubicBezTo>
                    <a:pt x="5077" y="154"/>
                    <a:pt x="5070" y="136"/>
                    <a:pt x="5059" y="85"/>
                  </a:cubicBezTo>
                  <a:cubicBezTo>
                    <a:pt x="5052" y="65"/>
                    <a:pt x="5041" y="56"/>
                    <a:pt x="5028" y="56"/>
                  </a:cubicBezTo>
                  <a:cubicBezTo>
                    <a:pt x="5001" y="56"/>
                    <a:pt x="4963" y="93"/>
                    <a:pt x="4914" y="126"/>
                  </a:cubicBezTo>
                  <a:cubicBezTo>
                    <a:pt x="4881" y="199"/>
                    <a:pt x="4865" y="280"/>
                    <a:pt x="4865" y="361"/>
                  </a:cubicBezTo>
                  <a:cubicBezTo>
                    <a:pt x="4860" y="431"/>
                    <a:pt x="4858" y="461"/>
                    <a:pt x="4845" y="461"/>
                  </a:cubicBezTo>
                  <a:cubicBezTo>
                    <a:pt x="4835" y="461"/>
                    <a:pt x="4819" y="445"/>
                    <a:pt x="4792" y="418"/>
                  </a:cubicBezTo>
                  <a:cubicBezTo>
                    <a:pt x="4759" y="418"/>
                    <a:pt x="4727" y="361"/>
                    <a:pt x="4727" y="296"/>
                  </a:cubicBezTo>
                  <a:cubicBezTo>
                    <a:pt x="4735" y="239"/>
                    <a:pt x="4768" y="239"/>
                    <a:pt x="4768" y="239"/>
                  </a:cubicBezTo>
                  <a:lnTo>
                    <a:pt x="4800" y="239"/>
                  </a:lnTo>
                  <a:cubicBezTo>
                    <a:pt x="4808" y="183"/>
                    <a:pt x="4808" y="118"/>
                    <a:pt x="4735" y="118"/>
                  </a:cubicBezTo>
                  <a:cubicBezTo>
                    <a:pt x="4719" y="89"/>
                    <a:pt x="4701" y="75"/>
                    <a:pt x="4686" y="75"/>
                  </a:cubicBezTo>
                  <a:cubicBezTo>
                    <a:pt x="4672" y="75"/>
                    <a:pt x="4662" y="89"/>
                    <a:pt x="4662" y="118"/>
                  </a:cubicBezTo>
                  <a:cubicBezTo>
                    <a:pt x="4630" y="61"/>
                    <a:pt x="4557" y="53"/>
                    <a:pt x="4484" y="53"/>
                  </a:cubicBezTo>
                  <a:cubicBezTo>
                    <a:pt x="4464" y="55"/>
                    <a:pt x="4441" y="57"/>
                    <a:pt x="4417" y="57"/>
                  </a:cubicBezTo>
                  <a:cubicBezTo>
                    <a:pt x="4354" y="57"/>
                    <a:pt x="4286" y="46"/>
                    <a:pt x="4257" y="4"/>
                  </a:cubicBezTo>
                  <a:cubicBezTo>
                    <a:pt x="4184" y="4"/>
                    <a:pt x="4143" y="12"/>
                    <a:pt x="4151" y="69"/>
                  </a:cubicBezTo>
                  <a:cubicBezTo>
                    <a:pt x="4156" y="142"/>
                    <a:pt x="4147" y="174"/>
                    <a:pt x="4136" y="174"/>
                  </a:cubicBezTo>
                  <a:cubicBezTo>
                    <a:pt x="4129" y="174"/>
                    <a:pt x="4122" y="160"/>
                    <a:pt x="4119" y="134"/>
                  </a:cubicBezTo>
                  <a:cubicBezTo>
                    <a:pt x="4100" y="78"/>
                    <a:pt x="3984" y="51"/>
                    <a:pt x="3863" y="51"/>
                  </a:cubicBezTo>
                  <a:cubicBezTo>
                    <a:pt x="3721" y="51"/>
                    <a:pt x="3572" y="88"/>
                    <a:pt x="3568" y="158"/>
                  </a:cubicBezTo>
                  <a:cubicBezTo>
                    <a:pt x="3543" y="166"/>
                    <a:pt x="3519" y="166"/>
                    <a:pt x="3495" y="175"/>
                  </a:cubicBezTo>
                  <a:cubicBezTo>
                    <a:pt x="3477" y="166"/>
                    <a:pt x="3453" y="162"/>
                    <a:pt x="3426" y="162"/>
                  </a:cubicBezTo>
                  <a:cubicBezTo>
                    <a:pt x="3326" y="162"/>
                    <a:pt x="3185" y="213"/>
                    <a:pt x="3178" y="264"/>
                  </a:cubicBezTo>
                  <a:lnTo>
                    <a:pt x="3073" y="304"/>
                  </a:lnTo>
                  <a:cubicBezTo>
                    <a:pt x="3041" y="293"/>
                    <a:pt x="3015" y="286"/>
                    <a:pt x="2994" y="286"/>
                  </a:cubicBezTo>
                  <a:cubicBezTo>
                    <a:pt x="2958" y="286"/>
                    <a:pt x="2937" y="306"/>
                    <a:pt x="2927" y="353"/>
                  </a:cubicBezTo>
                  <a:cubicBezTo>
                    <a:pt x="2921" y="399"/>
                    <a:pt x="2932" y="441"/>
                    <a:pt x="2930" y="441"/>
                  </a:cubicBezTo>
                  <a:cubicBezTo>
                    <a:pt x="2929" y="441"/>
                    <a:pt x="2926" y="434"/>
                    <a:pt x="2919" y="418"/>
                  </a:cubicBezTo>
                  <a:cubicBezTo>
                    <a:pt x="2910" y="397"/>
                    <a:pt x="2896" y="388"/>
                    <a:pt x="2874" y="388"/>
                  </a:cubicBezTo>
                  <a:cubicBezTo>
                    <a:pt x="2837" y="388"/>
                    <a:pt x="2779" y="414"/>
                    <a:pt x="2692" y="450"/>
                  </a:cubicBezTo>
                  <a:cubicBezTo>
                    <a:pt x="2554" y="507"/>
                    <a:pt x="2554" y="507"/>
                    <a:pt x="2619" y="548"/>
                  </a:cubicBezTo>
                  <a:cubicBezTo>
                    <a:pt x="2572" y="598"/>
                    <a:pt x="2541" y="616"/>
                    <a:pt x="2519" y="616"/>
                  </a:cubicBezTo>
                  <a:cubicBezTo>
                    <a:pt x="2490" y="616"/>
                    <a:pt x="2475" y="587"/>
                    <a:pt x="2457" y="556"/>
                  </a:cubicBezTo>
                  <a:cubicBezTo>
                    <a:pt x="2450" y="507"/>
                    <a:pt x="2435" y="483"/>
                    <a:pt x="2422" y="483"/>
                  </a:cubicBezTo>
                  <a:cubicBezTo>
                    <a:pt x="2403" y="483"/>
                    <a:pt x="2390" y="538"/>
                    <a:pt x="2424" y="645"/>
                  </a:cubicBezTo>
                  <a:cubicBezTo>
                    <a:pt x="2441" y="728"/>
                    <a:pt x="2416" y="769"/>
                    <a:pt x="2391" y="769"/>
                  </a:cubicBezTo>
                  <a:cubicBezTo>
                    <a:pt x="2379" y="769"/>
                    <a:pt x="2367" y="760"/>
                    <a:pt x="2360" y="742"/>
                  </a:cubicBezTo>
                  <a:cubicBezTo>
                    <a:pt x="2327" y="693"/>
                    <a:pt x="2360" y="677"/>
                    <a:pt x="2392" y="661"/>
                  </a:cubicBezTo>
                  <a:lnTo>
                    <a:pt x="2335" y="556"/>
                  </a:lnTo>
                  <a:cubicBezTo>
                    <a:pt x="2303" y="572"/>
                    <a:pt x="2303" y="572"/>
                    <a:pt x="2295" y="645"/>
                  </a:cubicBezTo>
                  <a:cubicBezTo>
                    <a:pt x="2295" y="645"/>
                    <a:pt x="2262" y="661"/>
                    <a:pt x="2262" y="734"/>
                  </a:cubicBezTo>
                  <a:cubicBezTo>
                    <a:pt x="2262" y="799"/>
                    <a:pt x="2295" y="856"/>
                    <a:pt x="2351" y="888"/>
                  </a:cubicBezTo>
                  <a:cubicBezTo>
                    <a:pt x="2416" y="921"/>
                    <a:pt x="2384" y="937"/>
                    <a:pt x="2351" y="953"/>
                  </a:cubicBezTo>
                  <a:cubicBezTo>
                    <a:pt x="2287" y="953"/>
                    <a:pt x="2230" y="888"/>
                    <a:pt x="2230" y="815"/>
                  </a:cubicBezTo>
                  <a:cubicBezTo>
                    <a:pt x="2262" y="799"/>
                    <a:pt x="2230" y="750"/>
                    <a:pt x="2206" y="693"/>
                  </a:cubicBezTo>
                  <a:cubicBezTo>
                    <a:pt x="2202" y="688"/>
                    <a:pt x="2198" y="686"/>
                    <a:pt x="2193" y="686"/>
                  </a:cubicBezTo>
                  <a:cubicBezTo>
                    <a:pt x="2154" y="686"/>
                    <a:pt x="2080" y="853"/>
                    <a:pt x="2116" y="961"/>
                  </a:cubicBezTo>
                  <a:cubicBezTo>
                    <a:pt x="2108" y="949"/>
                    <a:pt x="2097" y="933"/>
                    <a:pt x="2084" y="912"/>
                  </a:cubicBezTo>
                  <a:cubicBezTo>
                    <a:pt x="2070" y="895"/>
                    <a:pt x="2054" y="888"/>
                    <a:pt x="2036" y="888"/>
                  </a:cubicBezTo>
                  <a:cubicBezTo>
                    <a:pt x="2004" y="888"/>
                    <a:pt x="1967" y="913"/>
                    <a:pt x="1930" y="945"/>
                  </a:cubicBezTo>
                  <a:cubicBezTo>
                    <a:pt x="1873" y="985"/>
                    <a:pt x="1841" y="1002"/>
                    <a:pt x="1873" y="1050"/>
                  </a:cubicBezTo>
                  <a:cubicBezTo>
                    <a:pt x="1914" y="1099"/>
                    <a:pt x="1946" y="1148"/>
                    <a:pt x="1914" y="1172"/>
                  </a:cubicBezTo>
                  <a:cubicBezTo>
                    <a:pt x="1920" y="1167"/>
                    <a:pt x="1926" y="1165"/>
                    <a:pt x="1932" y="1165"/>
                  </a:cubicBezTo>
                  <a:cubicBezTo>
                    <a:pt x="1958" y="1165"/>
                    <a:pt x="1986" y="1205"/>
                    <a:pt x="2019" y="1245"/>
                  </a:cubicBezTo>
                  <a:cubicBezTo>
                    <a:pt x="1962" y="1237"/>
                    <a:pt x="1914" y="1229"/>
                    <a:pt x="1857" y="1212"/>
                  </a:cubicBezTo>
                  <a:cubicBezTo>
                    <a:pt x="1813" y="1185"/>
                    <a:pt x="1763" y="1172"/>
                    <a:pt x="1714" y="1172"/>
                  </a:cubicBezTo>
                  <a:cubicBezTo>
                    <a:pt x="1645" y="1172"/>
                    <a:pt x="1576" y="1198"/>
                    <a:pt x="1524" y="1245"/>
                  </a:cubicBezTo>
                  <a:cubicBezTo>
                    <a:pt x="1473" y="1289"/>
                    <a:pt x="1409" y="1353"/>
                    <a:pt x="1343" y="1353"/>
                  </a:cubicBezTo>
                  <a:cubicBezTo>
                    <a:pt x="1336" y="1353"/>
                    <a:pt x="1329" y="1352"/>
                    <a:pt x="1322" y="1350"/>
                  </a:cubicBezTo>
                  <a:cubicBezTo>
                    <a:pt x="1273" y="1399"/>
                    <a:pt x="1241" y="1423"/>
                    <a:pt x="1281" y="1464"/>
                  </a:cubicBezTo>
                  <a:lnTo>
                    <a:pt x="1233" y="1512"/>
                  </a:lnTo>
                  <a:cubicBezTo>
                    <a:pt x="1225" y="1510"/>
                    <a:pt x="1217" y="1510"/>
                    <a:pt x="1210" y="1510"/>
                  </a:cubicBezTo>
                  <a:cubicBezTo>
                    <a:pt x="1156" y="1510"/>
                    <a:pt x="1117" y="1558"/>
                    <a:pt x="1160" y="1593"/>
                  </a:cubicBezTo>
                  <a:cubicBezTo>
                    <a:pt x="1176" y="1658"/>
                    <a:pt x="1111" y="1642"/>
                    <a:pt x="1087" y="1675"/>
                  </a:cubicBezTo>
                  <a:cubicBezTo>
                    <a:pt x="1033" y="1663"/>
                    <a:pt x="999" y="1655"/>
                    <a:pt x="986" y="1655"/>
                  </a:cubicBezTo>
                  <a:cubicBezTo>
                    <a:pt x="962" y="1655"/>
                    <a:pt x="1000" y="1678"/>
                    <a:pt x="1103" y="1739"/>
                  </a:cubicBezTo>
                  <a:cubicBezTo>
                    <a:pt x="1127" y="1756"/>
                    <a:pt x="1156" y="1764"/>
                    <a:pt x="1184" y="1764"/>
                  </a:cubicBezTo>
                  <a:cubicBezTo>
                    <a:pt x="1212" y="1764"/>
                    <a:pt x="1241" y="1756"/>
                    <a:pt x="1265" y="1739"/>
                  </a:cubicBezTo>
                  <a:lnTo>
                    <a:pt x="1338" y="1666"/>
                  </a:lnTo>
                  <a:lnTo>
                    <a:pt x="1306" y="1780"/>
                  </a:lnTo>
                  <a:cubicBezTo>
                    <a:pt x="1281" y="1837"/>
                    <a:pt x="1289" y="1893"/>
                    <a:pt x="1322" y="1942"/>
                  </a:cubicBezTo>
                  <a:cubicBezTo>
                    <a:pt x="1322" y="1942"/>
                    <a:pt x="1370" y="1975"/>
                    <a:pt x="1346" y="1999"/>
                  </a:cubicBezTo>
                  <a:lnTo>
                    <a:pt x="1257" y="1926"/>
                  </a:lnTo>
                  <a:cubicBezTo>
                    <a:pt x="1233" y="1869"/>
                    <a:pt x="1200" y="1812"/>
                    <a:pt x="1143" y="1780"/>
                  </a:cubicBezTo>
                  <a:cubicBezTo>
                    <a:pt x="1109" y="1763"/>
                    <a:pt x="1074" y="1755"/>
                    <a:pt x="1045" y="1755"/>
                  </a:cubicBezTo>
                  <a:cubicBezTo>
                    <a:pt x="980" y="1755"/>
                    <a:pt x="944" y="1794"/>
                    <a:pt x="1006" y="1845"/>
                  </a:cubicBezTo>
                  <a:cubicBezTo>
                    <a:pt x="992" y="1863"/>
                    <a:pt x="989" y="1868"/>
                    <a:pt x="976" y="1868"/>
                  </a:cubicBezTo>
                  <a:cubicBezTo>
                    <a:pt x="965" y="1868"/>
                    <a:pt x="949" y="1865"/>
                    <a:pt x="916" y="1861"/>
                  </a:cubicBezTo>
                  <a:cubicBezTo>
                    <a:pt x="903" y="1850"/>
                    <a:pt x="891" y="1844"/>
                    <a:pt x="883" y="1844"/>
                  </a:cubicBezTo>
                  <a:cubicBezTo>
                    <a:pt x="862" y="1844"/>
                    <a:pt x="864" y="1882"/>
                    <a:pt x="916" y="1958"/>
                  </a:cubicBezTo>
                  <a:cubicBezTo>
                    <a:pt x="967" y="2026"/>
                    <a:pt x="971" y="2058"/>
                    <a:pt x="931" y="2058"/>
                  </a:cubicBezTo>
                  <a:cubicBezTo>
                    <a:pt x="913" y="2058"/>
                    <a:pt x="886" y="2052"/>
                    <a:pt x="852" y="2039"/>
                  </a:cubicBezTo>
                  <a:cubicBezTo>
                    <a:pt x="843" y="2038"/>
                    <a:pt x="835" y="2038"/>
                    <a:pt x="826" y="2038"/>
                  </a:cubicBezTo>
                  <a:cubicBezTo>
                    <a:pt x="703" y="2038"/>
                    <a:pt x="628" y="2147"/>
                    <a:pt x="673" y="2177"/>
                  </a:cubicBezTo>
                  <a:cubicBezTo>
                    <a:pt x="770" y="2250"/>
                    <a:pt x="706" y="2331"/>
                    <a:pt x="641" y="2331"/>
                  </a:cubicBezTo>
                  <a:cubicBezTo>
                    <a:pt x="568" y="2331"/>
                    <a:pt x="552" y="2356"/>
                    <a:pt x="584" y="2420"/>
                  </a:cubicBezTo>
                  <a:cubicBezTo>
                    <a:pt x="564" y="2407"/>
                    <a:pt x="539" y="2399"/>
                    <a:pt x="520" y="2399"/>
                  </a:cubicBezTo>
                  <a:cubicBezTo>
                    <a:pt x="493" y="2399"/>
                    <a:pt x="476" y="2415"/>
                    <a:pt x="495" y="2453"/>
                  </a:cubicBezTo>
                  <a:cubicBezTo>
                    <a:pt x="495" y="2453"/>
                    <a:pt x="470" y="2485"/>
                    <a:pt x="543" y="2485"/>
                  </a:cubicBezTo>
                  <a:lnTo>
                    <a:pt x="608" y="2607"/>
                  </a:lnTo>
                  <a:cubicBezTo>
                    <a:pt x="613" y="2597"/>
                    <a:pt x="622" y="2593"/>
                    <a:pt x="633" y="2593"/>
                  </a:cubicBezTo>
                  <a:cubicBezTo>
                    <a:pt x="658" y="2593"/>
                    <a:pt x="696" y="2614"/>
                    <a:pt x="730" y="2631"/>
                  </a:cubicBezTo>
                  <a:cubicBezTo>
                    <a:pt x="773" y="2660"/>
                    <a:pt x="689" y="2733"/>
                    <a:pt x="536" y="2733"/>
                  </a:cubicBezTo>
                  <a:cubicBezTo>
                    <a:pt x="515" y="2733"/>
                    <a:pt x="493" y="2731"/>
                    <a:pt x="470" y="2729"/>
                  </a:cubicBezTo>
                  <a:lnTo>
                    <a:pt x="333" y="2737"/>
                  </a:lnTo>
                  <a:lnTo>
                    <a:pt x="438" y="2793"/>
                  </a:lnTo>
                  <a:cubicBezTo>
                    <a:pt x="427" y="2816"/>
                    <a:pt x="415" y="2839"/>
                    <a:pt x="389" y="2839"/>
                  </a:cubicBezTo>
                  <a:cubicBezTo>
                    <a:pt x="379" y="2839"/>
                    <a:pt x="365" y="2835"/>
                    <a:pt x="349" y="2826"/>
                  </a:cubicBezTo>
                  <a:cubicBezTo>
                    <a:pt x="326" y="2815"/>
                    <a:pt x="314" y="2808"/>
                    <a:pt x="305" y="2808"/>
                  </a:cubicBezTo>
                  <a:cubicBezTo>
                    <a:pt x="295" y="2808"/>
                    <a:pt x="289" y="2817"/>
                    <a:pt x="276" y="2834"/>
                  </a:cubicBezTo>
                  <a:cubicBezTo>
                    <a:pt x="276" y="2834"/>
                    <a:pt x="260" y="2866"/>
                    <a:pt x="316" y="2891"/>
                  </a:cubicBezTo>
                  <a:cubicBezTo>
                    <a:pt x="422" y="2947"/>
                    <a:pt x="422" y="2947"/>
                    <a:pt x="357" y="2947"/>
                  </a:cubicBezTo>
                  <a:cubicBezTo>
                    <a:pt x="339" y="2945"/>
                    <a:pt x="324" y="2944"/>
                    <a:pt x="310" y="2944"/>
                  </a:cubicBezTo>
                  <a:cubicBezTo>
                    <a:pt x="233" y="2944"/>
                    <a:pt x="233" y="2984"/>
                    <a:pt x="316" y="3053"/>
                  </a:cubicBezTo>
                  <a:cubicBezTo>
                    <a:pt x="389" y="3081"/>
                    <a:pt x="412" y="3090"/>
                    <a:pt x="379" y="3090"/>
                  </a:cubicBezTo>
                  <a:cubicBezTo>
                    <a:pt x="364" y="3090"/>
                    <a:pt x="338" y="3088"/>
                    <a:pt x="300" y="3085"/>
                  </a:cubicBezTo>
                  <a:cubicBezTo>
                    <a:pt x="278" y="3076"/>
                    <a:pt x="253" y="3071"/>
                    <a:pt x="230" y="3071"/>
                  </a:cubicBezTo>
                  <a:cubicBezTo>
                    <a:pt x="195" y="3071"/>
                    <a:pt x="164" y="3082"/>
                    <a:pt x="154" y="3101"/>
                  </a:cubicBezTo>
                  <a:lnTo>
                    <a:pt x="211" y="3126"/>
                  </a:lnTo>
                  <a:cubicBezTo>
                    <a:pt x="325" y="3174"/>
                    <a:pt x="308" y="3199"/>
                    <a:pt x="243" y="3215"/>
                  </a:cubicBezTo>
                  <a:cubicBezTo>
                    <a:pt x="231" y="3210"/>
                    <a:pt x="221" y="3207"/>
                    <a:pt x="213" y="3207"/>
                  </a:cubicBezTo>
                  <a:cubicBezTo>
                    <a:pt x="182" y="3207"/>
                    <a:pt x="177" y="3242"/>
                    <a:pt x="203" y="3312"/>
                  </a:cubicBezTo>
                  <a:cubicBezTo>
                    <a:pt x="184" y="3369"/>
                    <a:pt x="175" y="3401"/>
                    <a:pt x="145" y="3401"/>
                  </a:cubicBezTo>
                  <a:cubicBezTo>
                    <a:pt x="136" y="3401"/>
                    <a:pt x="126" y="3399"/>
                    <a:pt x="114" y="3393"/>
                  </a:cubicBezTo>
                  <a:cubicBezTo>
                    <a:pt x="68" y="3380"/>
                    <a:pt x="41" y="3373"/>
                    <a:pt x="31" y="3373"/>
                  </a:cubicBezTo>
                  <a:cubicBezTo>
                    <a:pt x="16" y="3373"/>
                    <a:pt x="39" y="3390"/>
                    <a:pt x="97" y="3434"/>
                  </a:cubicBezTo>
                  <a:cubicBezTo>
                    <a:pt x="146" y="3483"/>
                    <a:pt x="138" y="3483"/>
                    <a:pt x="65" y="3531"/>
                  </a:cubicBezTo>
                  <a:cubicBezTo>
                    <a:pt x="0" y="3556"/>
                    <a:pt x="0" y="3556"/>
                    <a:pt x="41" y="3604"/>
                  </a:cubicBezTo>
                  <a:cubicBezTo>
                    <a:pt x="116" y="3624"/>
                    <a:pt x="166" y="3638"/>
                    <a:pt x="196" y="3638"/>
                  </a:cubicBezTo>
                  <a:cubicBezTo>
                    <a:pt x="214" y="3638"/>
                    <a:pt x="224" y="3633"/>
                    <a:pt x="227" y="3620"/>
                  </a:cubicBezTo>
                  <a:cubicBezTo>
                    <a:pt x="232" y="3601"/>
                    <a:pt x="234" y="3594"/>
                    <a:pt x="246" y="3594"/>
                  </a:cubicBezTo>
                  <a:cubicBezTo>
                    <a:pt x="255" y="3594"/>
                    <a:pt x="269" y="3597"/>
                    <a:pt x="292" y="3604"/>
                  </a:cubicBezTo>
                  <a:cubicBezTo>
                    <a:pt x="292" y="3604"/>
                    <a:pt x="284" y="3637"/>
                    <a:pt x="276" y="3669"/>
                  </a:cubicBezTo>
                  <a:cubicBezTo>
                    <a:pt x="260" y="3718"/>
                    <a:pt x="268" y="3774"/>
                    <a:pt x="292" y="3815"/>
                  </a:cubicBezTo>
                  <a:cubicBezTo>
                    <a:pt x="316" y="3863"/>
                    <a:pt x="366" y="3894"/>
                    <a:pt x="394" y="3894"/>
                  </a:cubicBezTo>
                  <a:cubicBezTo>
                    <a:pt x="413" y="3894"/>
                    <a:pt x="422" y="3880"/>
                    <a:pt x="406" y="3847"/>
                  </a:cubicBezTo>
                  <a:lnTo>
                    <a:pt x="479" y="3831"/>
                  </a:lnTo>
                  <a:cubicBezTo>
                    <a:pt x="521" y="3843"/>
                    <a:pt x="554" y="3848"/>
                    <a:pt x="577" y="3848"/>
                  </a:cubicBezTo>
                  <a:cubicBezTo>
                    <a:pt x="645" y="3848"/>
                    <a:pt x="622" y="3803"/>
                    <a:pt x="495" y="3766"/>
                  </a:cubicBezTo>
                  <a:cubicBezTo>
                    <a:pt x="325" y="3718"/>
                    <a:pt x="325" y="3718"/>
                    <a:pt x="446" y="3718"/>
                  </a:cubicBezTo>
                  <a:cubicBezTo>
                    <a:pt x="484" y="3728"/>
                    <a:pt x="510" y="3733"/>
                    <a:pt x="528" y="3733"/>
                  </a:cubicBezTo>
                  <a:cubicBezTo>
                    <a:pt x="565" y="3733"/>
                    <a:pt x="570" y="3715"/>
                    <a:pt x="576" y="3693"/>
                  </a:cubicBezTo>
                  <a:cubicBezTo>
                    <a:pt x="581" y="3674"/>
                    <a:pt x="583" y="3666"/>
                    <a:pt x="596" y="3666"/>
                  </a:cubicBezTo>
                  <a:cubicBezTo>
                    <a:pt x="606" y="3666"/>
                    <a:pt x="622" y="3670"/>
                    <a:pt x="649" y="3677"/>
                  </a:cubicBezTo>
                  <a:cubicBezTo>
                    <a:pt x="668" y="3683"/>
                    <a:pt x="688" y="3685"/>
                    <a:pt x="706" y="3685"/>
                  </a:cubicBezTo>
                  <a:cubicBezTo>
                    <a:pt x="743" y="3685"/>
                    <a:pt x="773" y="3674"/>
                    <a:pt x="779" y="3653"/>
                  </a:cubicBezTo>
                  <a:cubicBezTo>
                    <a:pt x="787" y="3628"/>
                    <a:pt x="787" y="3628"/>
                    <a:pt x="730" y="3612"/>
                  </a:cubicBezTo>
                  <a:cubicBezTo>
                    <a:pt x="726" y="3613"/>
                    <a:pt x="723" y="3613"/>
                    <a:pt x="719" y="3613"/>
                  </a:cubicBezTo>
                  <a:cubicBezTo>
                    <a:pt x="674" y="3613"/>
                    <a:pt x="691" y="3569"/>
                    <a:pt x="774" y="3569"/>
                  </a:cubicBezTo>
                  <a:cubicBezTo>
                    <a:pt x="785" y="3569"/>
                    <a:pt x="797" y="3570"/>
                    <a:pt x="811" y="3572"/>
                  </a:cubicBezTo>
                  <a:cubicBezTo>
                    <a:pt x="876" y="3564"/>
                    <a:pt x="876" y="3564"/>
                    <a:pt x="762" y="3523"/>
                  </a:cubicBezTo>
                  <a:cubicBezTo>
                    <a:pt x="661" y="3487"/>
                    <a:pt x="670" y="3431"/>
                    <a:pt x="759" y="3431"/>
                  </a:cubicBezTo>
                  <a:cubicBezTo>
                    <a:pt x="770" y="3431"/>
                    <a:pt x="782" y="3432"/>
                    <a:pt x="795" y="3434"/>
                  </a:cubicBezTo>
                  <a:cubicBezTo>
                    <a:pt x="795" y="3434"/>
                    <a:pt x="811" y="3401"/>
                    <a:pt x="819" y="3377"/>
                  </a:cubicBezTo>
                  <a:cubicBezTo>
                    <a:pt x="835" y="3345"/>
                    <a:pt x="779" y="3320"/>
                    <a:pt x="722" y="3304"/>
                  </a:cubicBezTo>
                  <a:cubicBezTo>
                    <a:pt x="616" y="3256"/>
                    <a:pt x="616" y="3256"/>
                    <a:pt x="681" y="3247"/>
                  </a:cubicBezTo>
                  <a:cubicBezTo>
                    <a:pt x="722" y="3247"/>
                    <a:pt x="762" y="3247"/>
                    <a:pt x="803" y="3264"/>
                  </a:cubicBezTo>
                  <a:cubicBezTo>
                    <a:pt x="819" y="3271"/>
                    <a:pt x="832" y="3274"/>
                    <a:pt x="842" y="3274"/>
                  </a:cubicBezTo>
                  <a:cubicBezTo>
                    <a:pt x="868" y="3274"/>
                    <a:pt x="878" y="3254"/>
                    <a:pt x="884" y="3231"/>
                  </a:cubicBezTo>
                  <a:cubicBezTo>
                    <a:pt x="900" y="3207"/>
                    <a:pt x="924" y="3150"/>
                    <a:pt x="868" y="3126"/>
                  </a:cubicBezTo>
                  <a:cubicBezTo>
                    <a:pt x="853" y="3116"/>
                    <a:pt x="847" y="3112"/>
                    <a:pt x="848" y="3112"/>
                  </a:cubicBezTo>
                  <a:lnTo>
                    <a:pt x="848" y="3112"/>
                  </a:lnTo>
                  <a:cubicBezTo>
                    <a:pt x="849" y="3112"/>
                    <a:pt x="885" y="3133"/>
                    <a:pt x="924" y="3150"/>
                  </a:cubicBezTo>
                  <a:cubicBezTo>
                    <a:pt x="933" y="3134"/>
                    <a:pt x="949" y="3134"/>
                    <a:pt x="957" y="3134"/>
                  </a:cubicBezTo>
                  <a:cubicBezTo>
                    <a:pt x="965" y="3134"/>
                    <a:pt x="965" y="3134"/>
                    <a:pt x="941" y="3118"/>
                  </a:cubicBezTo>
                  <a:cubicBezTo>
                    <a:pt x="941" y="3118"/>
                    <a:pt x="957" y="3093"/>
                    <a:pt x="1038" y="3069"/>
                  </a:cubicBezTo>
                  <a:cubicBezTo>
                    <a:pt x="1111" y="3047"/>
                    <a:pt x="1066" y="2927"/>
                    <a:pt x="949" y="2927"/>
                  </a:cubicBezTo>
                  <a:cubicBezTo>
                    <a:pt x="936" y="2927"/>
                    <a:pt x="923" y="2928"/>
                    <a:pt x="908" y="2931"/>
                  </a:cubicBezTo>
                  <a:lnTo>
                    <a:pt x="924" y="2899"/>
                  </a:lnTo>
                  <a:cubicBezTo>
                    <a:pt x="941" y="2874"/>
                    <a:pt x="884" y="2842"/>
                    <a:pt x="884" y="2842"/>
                  </a:cubicBezTo>
                  <a:cubicBezTo>
                    <a:pt x="835" y="2810"/>
                    <a:pt x="852" y="2785"/>
                    <a:pt x="868" y="2753"/>
                  </a:cubicBezTo>
                  <a:lnTo>
                    <a:pt x="868" y="2753"/>
                  </a:lnTo>
                  <a:lnTo>
                    <a:pt x="973" y="2818"/>
                  </a:lnTo>
                  <a:cubicBezTo>
                    <a:pt x="1035" y="2868"/>
                    <a:pt x="1085" y="2892"/>
                    <a:pt x="1109" y="2892"/>
                  </a:cubicBezTo>
                  <a:cubicBezTo>
                    <a:pt x="1140" y="2892"/>
                    <a:pt x="1130" y="2856"/>
                    <a:pt x="1054" y="2793"/>
                  </a:cubicBezTo>
                  <a:lnTo>
                    <a:pt x="1054" y="2793"/>
                  </a:lnTo>
                  <a:lnTo>
                    <a:pt x="1111" y="2826"/>
                  </a:lnTo>
                  <a:cubicBezTo>
                    <a:pt x="1123" y="2832"/>
                    <a:pt x="1133" y="2835"/>
                    <a:pt x="1141" y="2835"/>
                  </a:cubicBezTo>
                  <a:cubicBezTo>
                    <a:pt x="1166" y="2835"/>
                    <a:pt x="1172" y="2806"/>
                    <a:pt x="1160" y="2745"/>
                  </a:cubicBezTo>
                  <a:cubicBezTo>
                    <a:pt x="1176" y="2720"/>
                    <a:pt x="1087" y="2623"/>
                    <a:pt x="1038" y="2591"/>
                  </a:cubicBezTo>
                  <a:cubicBezTo>
                    <a:pt x="989" y="2558"/>
                    <a:pt x="1006" y="2534"/>
                    <a:pt x="1006" y="2534"/>
                  </a:cubicBezTo>
                  <a:cubicBezTo>
                    <a:pt x="1013" y="2523"/>
                    <a:pt x="1019" y="2517"/>
                    <a:pt x="1028" y="2517"/>
                  </a:cubicBezTo>
                  <a:cubicBezTo>
                    <a:pt x="1038" y="2517"/>
                    <a:pt x="1052" y="2525"/>
                    <a:pt x="1079" y="2542"/>
                  </a:cubicBezTo>
                  <a:cubicBezTo>
                    <a:pt x="1109" y="2562"/>
                    <a:pt x="1133" y="2572"/>
                    <a:pt x="1150" y="2572"/>
                  </a:cubicBezTo>
                  <a:cubicBezTo>
                    <a:pt x="1186" y="2572"/>
                    <a:pt x="1185" y="2528"/>
                    <a:pt x="1135" y="2461"/>
                  </a:cubicBezTo>
                  <a:lnTo>
                    <a:pt x="1135" y="2461"/>
                  </a:lnTo>
                  <a:lnTo>
                    <a:pt x="1184" y="2493"/>
                  </a:lnTo>
                  <a:cubicBezTo>
                    <a:pt x="1201" y="2505"/>
                    <a:pt x="1221" y="2515"/>
                    <a:pt x="1241" y="2515"/>
                  </a:cubicBezTo>
                  <a:cubicBezTo>
                    <a:pt x="1277" y="2515"/>
                    <a:pt x="1315" y="2484"/>
                    <a:pt x="1346" y="2380"/>
                  </a:cubicBezTo>
                  <a:cubicBezTo>
                    <a:pt x="1412" y="2301"/>
                    <a:pt x="1461" y="2239"/>
                    <a:pt x="1503" y="2239"/>
                  </a:cubicBezTo>
                  <a:cubicBezTo>
                    <a:pt x="1513" y="2239"/>
                    <a:pt x="1523" y="2242"/>
                    <a:pt x="1533" y="2250"/>
                  </a:cubicBezTo>
                  <a:cubicBezTo>
                    <a:pt x="1536" y="2253"/>
                    <a:pt x="1539" y="2254"/>
                    <a:pt x="1542" y="2254"/>
                  </a:cubicBezTo>
                  <a:cubicBezTo>
                    <a:pt x="1571" y="2254"/>
                    <a:pt x="1561" y="2109"/>
                    <a:pt x="1524" y="1991"/>
                  </a:cubicBezTo>
                  <a:lnTo>
                    <a:pt x="1524" y="1991"/>
                  </a:lnTo>
                  <a:cubicBezTo>
                    <a:pt x="1539" y="2005"/>
                    <a:pt x="1551" y="2011"/>
                    <a:pt x="1563" y="2011"/>
                  </a:cubicBezTo>
                  <a:cubicBezTo>
                    <a:pt x="1585" y="2011"/>
                    <a:pt x="1606" y="1990"/>
                    <a:pt x="1638" y="1958"/>
                  </a:cubicBezTo>
                  <a:cubicBezTo>
                    <a:pt x="1674" y="1922"/>
                    <a:pt x="1690" y="1906"/>
                    <a:pt x="1704" y="1906"/>
                  </a:cubicBezTo>
                  <a:cubicBezTo>
                    <a:pt x="1715" y="1906"/>
                    <a:pt x="1725" y="1916"/>
                    <a:pt x="1743" y="1934"/>
                  </a:cubicBezTo>
                  <a:cubicBezTo>
                    <a:pt x="1775" y="1985"/>
                    <a:pt x="1791" y="2011"/>
                    <a:pt x="1795" y="2011"/>
                  </a:cubicBezTo>
                  <a:cubicBezTo>
                    <a:pt x="1799" y="2011"/>
                    <a:pt x="1789" y="1981"/>
                    <a:pt x="1768" y="1918"/>
                  </a:cubicBezTo>
                  <a:cubicBezTo>
                    <a:pt x="1735" y="1853"/>
                    <a:pt x="1756" y="1820"/>
                    <a:pt x="1794" y="1820"/>
                  </a:cubicBezTo>
                  <a:cubicBezTo>
                    <a:pt x="1823" y="1820"/>
                    <a:pt x="1863" y="1839"/>
                    <a:pt x="1897" y="1877"/>
                  </a:cubicBezTo>
                  <a:cubicBezTo>
                    <a:pt x="1914" y="1894"/>
                    <a:pt x="1928" y="1901"/>
                    <a:pt x="1941" y="1901"/>
                  </a:cubicBezTo>
                  <a:cubicBezTo>
                    <a:pt x="1962" y="1901"/>
                    <a:pt x="1982" y="1885"/>
                    <a:pt x="2011" y="1861"/>
                  </a:cubicBezTo>
                  <a:cubicBezTo>
                    <a:pt x="1995" y="1796"/>
                    <a:pt x="2043" y="1756"/>
                    <a:pt x="2092" y="1715"/>
                  </a:cubicBezTo>
                  <a:cubicBezTo>
                    <a:pt x="2165" y="1658"/>
                    <a:pt x="2165" y="1658"/>
                    <a:pt x="2084" y="1561"/>
                  </a:cubicBezTo>
                  <a:cubicBezTo>
                    <a:pt x="2011" y="1472"/>
                    <a:pt x="2035" y="1448"/>
                    <a:pt x="2092" y="1415"/>
                  </a:cubicBezTo>
                  <a:cubicBezTo>
                    <a:pt x="2105" y="1402"/>
                    <a:pt x="2120" y="1392"/>
                    <a:pt x="2136" y="1392"/>
                  </a:cubicBezTo>
                  <a:cubicBezTo>
                    <a:pt x="2151" y="1392"/>
                    <a:pt x="2166" y="1400"/>
                    <a:pt x="2181" y="1423"/>
                  </a:cubicBezTo>
                  <a:cubicBezTo>
                    <a:pt x="2181" y="1423"/>
                    <a:pt x="2215" y="1440"/>
                    <a:pt x="2244" y="1440"/>
                  </a:cubicBezTo>
                  <a:cubicBezTo>
                    <a:pt x="2254" y="1440"/>
                    <a:pt x="2264" y="1438"/>
                    <a:pt x="2270" y="1431"/>
                  </a:cubicBezTo>
                  <a:cubicBezTo>
                    <a:pt x="2283" y="1423"/>
                    <a:pt x="2295" y="1415"/>
                    <a:pt x="2308" y="1415"/>
                  </a:cubicBezTo>
                  <a:cubicBezTo>
                    <a:pt x="2321" y="1415"/>
                    <a:pt x="2335" y="1423"/>
                    <a:pt x="2351" y="1448"/>
                  </a:cubicBezTo>
                  <a:cubicBezTo>
                    <a:pt x="2372" y="1456"/>
                    <a:pt x="2392" y="1460"/>
                    <a:pt x="2411" y="1460"/>
                  </a:cubicBezTo>
                  <a:cubicBezTo>
                    <a:pt x="2431" y="1460"/>
                    <a:pt x="2449" y="1456"/>
                    <a:pt x="2465" y="1448"/>
                  </a:cubicBezTo>
                  <a:cubicBezTo>
                    <a:pt x="2499" y="1428"/>
                    <a:pt x="2530" y="1408"/>
                    <a:pt x="2557" y="1408"/>
                  </a:cubicBezTo>
                  <a:cubicBezTo>
                    <a:pt x="2574" y="1408"/>
                    <a:pt x="2590" y="1417"/>
                    <a:pt x="2603" y="1439"/>
                  </a:cubicBezTo>
                  <a:cubicBezTo>
                    <a:pt x="2627" y="1423"/>
                    <a:pt x="2627" y="1423"/>
                    <a:pt x="2595" y="1366"/>
                  </a:cubicBezTo>
                  <a:cubicBezTo>
                    <a:pt x="2570" y="1318"/>
                    <a:pt x="2562" y="1245"/>
                    <a:pt x="2708" y="1245"/>
                  </a:cubicBezTo>
                  <a:cubicBezTo>
                    <a:pt x="2757" y="1212"/>
                    <a:pt x="2846" y="1172"/>
                    <a:pt x="2814" y="1115"/>
                  </a:cubicBezTo>
                  <a:cubicBezTo>
                    <a:pt x="2825" y="1109"/>
                    <a:pt x="2832" y="1106"/>
                    <a:pt x="2838" y="1106"/>
                  </a:cubicBezTo>
                  <a:cubicBezTo>
                    <a:pt x="2849" y="1106"/>
                    <a:pt x="2855" y="1119"/>
                    <a:pt x="2870" y="1156"/>
                  </a:cubicBezTo>
                  <a:cubicBezTo>
                    <a:pt x="2894" y="1200"/>
                    <a:pt x="2917" y="1222"/>
                    <a:pt x="2936" y="1222"/>
                  </a:cubicBezTo>
                  <a:cubicBezTo>
                    <a:pt x="2961" y="1222"/>
                    <a:pt x="2979" y="1182"/>
                    <a:pt x="2984" y="1107"/>
                  </a:cubicBezTo>
                  <a:cubicBezTo>
                    <a:pt x="2969" y="1073"/>
                    <a:pt x="2975" y="1054"/>
                    <a:pt x="2992" y="1054"/>
                  </a:cubicBezTo>
                  <a:cubicBezTo>
                    <a:pt x="3004" y="1054"/>
                    <a:pt x="3021" y="1063"/>
                    <a:pt x="3041" y="1083"/>
                  </a:cubicBezTo>
                  <a:cubicBezTo>
                    <a:pt x="3041" y="1083"/>
                    <a:pt x="3073" y="1066"/>
                    <a:pt x="3081" y="1002"/>
                  </a:cubicBezTo>
                  <a:cubicBezTo>
                    <a:pt x="3081" y="963"/>
                    <a:pt x="3081" y="944"/>
                    <a:pt x="3098" y="944"/>
                  </a:cubicBezTo>
                  <a:cubicBezTo>
                    <a:pt x="3110" y="944"/>
                    <a:pt x="3130" y="953"/>
                    <a:pt x="3162" y="969"/>
                  </a:cubicBezTo>
                  <a:cubicBezTo>
                    <a:pt x="3177" y="999"/>
                    <a:pt x="3196" y="1008"/>
                    <a:pt x="3213" y="1008"/>
                  </a:cubicBezTo>
                  <a:cubicBezTo>
                    <a:pt x="3224" y="1008"/>
                    <a:pt x="3234" y="1005"/>
                    <a:pt x="3243" y="1002"/>
                  </a:cubicBezTo>
                  <a:cubicBezTo>
                    <a:pt x="3275" y="937"/>
                    <a:pt x="3496" y="863"/>
                    <a:pt x="3606" y="863"/>
                  </a:cubicBezTo>
                  <a:cubicBezTo>
                    <a:pt x="3635" y="863"/>
                    <a:pt x="3656" y="868"/>
                    <a:pt x="3665" y="880"/>
                  </a:cubicBezTo>
                  <a:cubicBezTo>
                    <a:pt x="3681" y="807"/>
                    <a:pt x="3681" y="807"/>
                    <a:pt x="3714" y="807"/>
                  </a:cubicBezTo>
                  <a:cubicBezTo>
                    <a:pt x="3734" y="845"/>
                    <a:pt x="3750" y="862"/>
                    <a:pt x="3759" y="862"/>
                  </a:cubicBezTo>
                  <a:cubicBezTo>
                    <a:pt x="3777" y="862"/>
                    <a:pt x="3778" y="811"/>
                    <a:pt x="3762" y="734"/>
                  </a:cubicBezTo>
                  <a:lnTo>
                    <a:pt x="3762" y="734"/>
                  </a:lnTo>
                  <a:lnTo>
                    <a:pt x="3730" y="742"/>
                  </a:lnTo>
                  <a:lnTo>
                    <a:pt x="3697" y="750"/>
                  </a:lnTo>
                  <a:cubicBezTo>
                    <a:pt x="3686" y="692"/>
                    <a:pt x="3702" y="658"/>
                    <a:pt x="3726" y="658"/>
                  </a:cubicBezTo>
                  <a:cubicBezTo>
                    <a:pt x="3751" y="658"/>
                    <a:pt x="3786" y="698"/>
                    <a:pt x="3803" y="791"/>
                  </a:cubicBezTo>
                  <a:cubicBezTo>
                    <a:pt x="3830" y="842"/>
                    <a:pt x="3844" y="868"/>
                    <a:pt x="3853" y="868"/>
                  </a:cubicBezTo>
                  <a:cubicBezTo>
                    <a:pt x="3861" y="868"/>
                    <a:pt x="3863" y="838"/>
                    <a:pt x="3868" y="775"/>
                  </a:cubicBezTo>
                  <a:cubicBezTo>
                    <a:pt x="3872" y="711"/>
                    <a:pt x="3885" y="678"/>
                    <a:pt x="3904" y="678"/>
                  </a:cubicBezTo>
                  <a:cubicBezTo>
                    <a:pt x="3921" y="678"/>
                    <a:pt x="3942" y="705"/>
                    <a:pt x="3965" y="758"/>
                  </a:cubicBezTo>
                  <a:cubicBezTo>
                    <a:pt x="3973" y="817"/>
                    <a:pt x="3977" y="846"/>
                    <a:pt x="3981" y="846"/>
                  </a:cubicBezTo>
                  <a:cubicBezTo>
                    <a:pt x="3985" y="846"/>
                    <a:pt x="3989" y="813"/>
                    <a:pt x="3997" y="750"/>
                  </a:cubicBezTo>
                  <a:cubicBezTo>
                    <a:pt x="4011" y="611"/>
                    <a:pt x="4049" y="531"/>
                    <a:pt x="4083" y="531"/>
                  </a:cubicBezTo>
                  <a:cubicBezTo>
                    <a:pt x="4109" y="531"/>
                    <a:pt x="4133" y="576"/>
                    <a:pt x="4143" y="677"/>
                  </a:cubicBezTo>
                  <a:cubicBezTo>
                    <a:pt x="4158" y="791"/>
                    <a:pt x="4188" y="848"/>
                    <a:pt x="4218" y="848"/>
                  </a:cubicBezTo>
                  <a:cubicBezTo>
                    <a:pt x="4220" y="848"/>
                    <a:pt x="4222" y="848"/>
                    <a:pt x="4224" y="848"/>
                  </a:cubicBezTo>
                  <a:cubicBezTo>
                    <a:pt x="4257" y="848"/>
                    <a:pt x="4249" y="783"/>
                    <a:pt x="4249" y="726"/>
                  </a:cubicBezTo>
                  <a:cubicBezTo>
                    <a:pt x="4224" y="668"/>
                    <a:pt x="4220" y="638"/>
                    <a:pt x="4232" y="638"/>
                  </a:cubicBezTo>
                  <a:lnTo>
                    <a:pt x="4232" y="638"/>
                  </a:lnTo>
                  <a:cubicBezTo>
                    <a:pt x="4244" y="638"/>
                    <a:pt x="4270" y="666"/>
                    <a:pt x="4305" y="726"/>
                  </a:cubicBezTo>
                  <a:cubicBezTo>
                    <a:pt x="4367" y="818"/>
                    <a:pt x="4409" y="860"/>
                    <a:pt x="4451" y="860"/>
                  </a:cubicBezTo>
                  <a:cubicBezTo>
                    <a:pt x="4486" y="860"/>
                    <a:pt x="4520" y="830"/>
                    <a:pt x="4565" y="775"/>
                  </a:cubicBezTo>
                  <a:cubicBezTo>
                    <a:pt x="4626" y="718"/>
                    <a:pt x="4680" y="689"/>
                    <a:pt x="4708" y="689"/>
                  </a:cubicBezTo>
                  <a:cubicBezTo>
                    <a:pt x="4735" y="689"/>
                    <a:pt x="4735" y="718"/>
                    <a:pt x="4686" y="775"/>
                  </a:cubicBezTo>
                  <a:cubicBezTo>
                    <a:pt x="4648" y="847"/>
                    <a:pt x="4632" y="876"/>
                    <a:pt x="4640" y="876"/>
                  </a:cubicBezTo>
                  <a:cubicBezTo>
                    <a:pt x="4645" y="876"/>
                    <a:pt x="4660" y="862"/>
                    <a:pt x="4686" y="839"/>
                  </a:cubicBezTo>
                  <a:lnTo>
                    <a:pt x="4841" y="839"/>
                  </a:lnTo>
                  <a:cubicBezTo>
                    <a:pt x="4842" y="840"/>
                    <a:pt x="4844" y="840"/>
                    <a:pt x="4845" y="840"/>
                  </a:cubicBezTo>
                  <a:cubicBezTo>
                    <a:pt x="4870" y="840"/>
                    <a:pt x="4905" y="787"/>
                    <a:pt x="4905" y="726"/>
                  </a:cubicBezTo>
                  <a:cubicBezTo>
                    <a:pt x="4921" y="809"/>
                    <a:pt x="4950" y="866"/>
                    <a:pt x="4988" y="866"/>
                  </a:cubicBezTo>
                  <a:cubicBezTo>
                    <a:pt x="5009" y="866"/>
                    <a:pt x="5033" y="848"/>
                    <a:pt x="5059" y="807"/>
                  </a:cubicBezTo>
                  <a:lnTo>
                    <a:pt x="5116" y="815"/>
                  </a:lnTo>
                  <a:cubicBezTo>
                    <a:pt x="5149" y="815"/>
                    <a:pt x="5149" y="815"/>
                    <a:pt x="5189" y="758"/>
                  </a:cubicBezTo>
                  <a:cubicBezTo>
                    <a:pt x="5199" y="746"/>
                    <a:pt x="5208" y="741"/>
                    <a:pt x="5216" y="741"/>
                  </a:cubicBezTo>
                  <a:cubicBezTo>
                    <a:pt x="5241" y="741"/>
                    <a:pt x="5258" y="790"/>
                    <a:pt x="5270" y="839"/>
                  </a:cubicBezTo>
                  <a:cubicBezTo>
                    <a:pt x="5288" y="886"/>
                    <a:pt x="5301" y="928"/>
                    <a:pt x="5310" y="928"/>
                  </a:cubicBezTo>
                  <a:cubicBezTo>
                    <a:pt x="5314" y="928"/>
                    <a:pt x="5317" y="921"/>
                    <a:pt x="5319" y="904"/>
                  </a:cubicBezTo>
                  <a:cubicBezTo>
                    <a:pt x="5335" y="848"/>
                    <a:pt x="5408" y="799"/>
                    <a:pt x="5449" y="750"/>
                  </a:cubicBezTo>
                  <a:cubicBezTo>
                    <a:pt x="5459" y="737"/>
                    <a:pt x="5468" y="732"/>
                    <a:pt x="5475" y="732"/>
                  </a:cubicBezTo>
                  <a:cubicBezTo>
                    <a:pt x="5494" y="732"/>
                    <a:pt x="5495" y="773"/>
                    <a:pt x="5465" y="815"/>
                  </a:cubicBezTo>
                  <a:cubicBezTo>
                    <a:pt x="5457" y="872"/>
                    <a:pt x="5457" y="872"/>
                    <a:pt x="5497" y="945"/>
                  </a:cubicBezTo>
                  <a:cubicBezTo>
                    <a:pt x="5510" y="948"/>
                    <a:pt x="5528" y="953"/>
                    <a:pt x="5544" y="953"/>
                  </a:cubicBezTo>
                  <a:cubicBezTo>
                    <a:pt x="5569" y="953"/>
                    <a:pt x="5593" y="943"/>
                    <a:pt x="5603" y="904"/>
                  </a:cubicBezTo>
                  <a:cubicBezTo>
                    <a:pt x="5608" y="887"/>
                    <a:pt x="5628" y="879"/>
                    <a:pt x="5654" y="879"/>
                  </a:cubicBezTo>
                  <a:cubicBezTo>
                    <a:pt x="5713" y="879"/>
                    <a:pt x="5802" y="918"/>
                    <a:pt x="5813" y="969"/>
                  </a:cubicBezTo>
                  <a:lnTo>
                    <a:pt x="5870" y="985"/>
                  </a:lnTo>
                  <a:cubicBezTo>
                    <a:pt x="5873" y="986"/>
                    <a:pt x="5875" y="986"/>
                    <a:pt x="5878" y="986"/>
                  </a:cubicBezTo>
                  <a:cubicBezTo>
                    <a:pt x="5905" y="986"/>
                    <a:pt x="5940" y="958"/>
                    <a:pt x="5964" y="958"/>
                  </a:cubicBezTo>
                  <a:cubicBezTo>
                    <a:pt x="5968" y="958"/>
                    <a:pt x="5972" y="959"/>
                    <a:pt x="5976" y="961"/>
                  </a:cubicBezTo>
                  <a:cubicBezTo>
                    <a:pt x="5976" y="961"/>
                    <a:pt x="5978" y="962"/>
                    <a:pt x="5981" y="962"/>
                  </a:cubicBezTo>
                  <a:cubicBezTo>
                    <a:pt x="5993" y="962"/>
                    <a:pt x="6020" y="957"/>
                    <a:pt x="6057" y="921"/>
                  </a:cubicBezTo>
                  <a:cubicBezTo>
                    <a:pt x="6089" y="937"/>
                    <a:pt x="6113" y="945"/>
                    <a:pt x="6097" y="1002"/>
                  </a:cubicBezTo>
                  <a:cubicBezTo>
                    <a:pt x="6132" y="956"/>
                    <a:pt x="6150" y="931"/>
                    <a:pt x="6158" y="931"/>
                  </a:cubicBezTo>
                  <a:lnTo>
                    <a:pt x="6158" y="931"/>
                  </a:lnTo>
                  <a:cubicBezTo>
                    <a:pt x="6167" y="931"/>
                    <a:pt x="6163" y="962"/>
                    <a:pt x="6154" y="1026"/>
                  </a:cubicBezTo>
                  <a:cubicBezTo>
                    <a:pt x="6133" y="1084"/>
                    <a:pt x="6123" y="1112"/>
                    <a:pt x="6128" y="1112"/>
                  </a:cubicBezTo>
                  <a:cubicBezTo>
                    <a:pt x="6132" y="1112"/>
                    <a:pt x="6151" y="1086"/>
                    <a:pt x="6186" y="1034"/>
                  </a:cubicBezTo>
                  <a:cubicBezTo>
                    <a:pt x="6208" y="1016"/>
                    <a:pt x="6220" y="1006"/>
                    <a:pt x="6227" y="1006"/>
                  </a:cubicBezTo>
                  <a:cubicBezTo>
                    <a:pt x="6237" y="1006"/>
                    <a:pt x="6239" y="1022"/>
                    <a:pt x="6243" y="1058"/>
                  </a:cubicBezTo>
                  <a:cubicBezTo>
                    <a:pt x="6229" y="1091"/>
                    <a:pt x="6231" y="1110"/>
                    <a:pt x="6240" y="1110"/>
                  </a:cubicBezTo>
                  <a:cubicBezTo>
                    <a:pt x="6247" y="1110"/>
                    <a:pt x="6257" y="1099"/>
                    <a:pt x="6268" y="1075"/>
                  </a:cubicBezTo>
                  <a:cubicBezTo>
                    <a:pt x="6310" y="1023"/>
                    <a:pt x="6363" y="994"/>
                    <a:pt x="6394" y="994"/>
                  </a:cubicBezTo>
                  <a:cubicBezTo>
                    <a:pt x="6421" y="994"/>
                    <a:pt x="6432" y="1017"/>
                    <a:pt x="6405" y="1066"/>
                  </a:cubicBezTo>
                  <a:cubicBezTo>
                    <a:pt x="6405" y="1066"/>
                    <a:pt x="6412" y="1070"/>
                    <a:pt x="6424" y="1070"/>
                  </a:cubicBezTo>
                  <a:cubicBezTo>
                    <a:pt x="6439" y="1070"/>
                    <a:pt x="6463" y="1065"/>
                    <a:pt x="6495" y="1042"/>
                  </a:cubicBezTo>
                  <a:cubicBezTo>
                    <a:pt x="6533" y="995"/>
                    <a:pt x="6554" y="971"/>
                    <a:pt x="6558" y="971"/>
                  </a:cubicBezTo>
                  <a:lnTo>
                    <a:pt x="6558" y="971"/>
                  </a:lnTo>
                  <a:cubicBezTo>
                    <a:pt x="6562" y="971"/>
                    <a:pt x="6548" y="999"/>
                    <a:pt x="6519" y="1058"/>
                  </a:cubicBezTo>
                  <a:cubicBezTo>
                    <a:pt x="6510" y="1127"/>
                    <a:pt x="6513" y="1162"/>
                    <a:pt x="6533" y="1162"/>
                  </a:cubicBezTo>
                  <a:cubicBezTo>
                    <a:pt x="6548" y="1162"/>
                    <a:pt x="6573" y="1141"/>
                    <a:pt x="6608" y="1099"/>
                  </a:cubicBezTo>
                  <a:cubicBezTo>
                    <a:pt x="6608" y="1099"/>
                    <a:pt x="6622" y="1091"/>
                    <a:pt x="6636" y="1091"/>
                  </a:cubicBezTo>
                  <a:cubicBezTo>
                    <a:pt x="6651" y="1091"/>
                    <a:pt x="6665" y="1099"/>
                    <a:pt x="6665" y="1131"/>
                  </a:cubicBezTo>
                  <a:cubicBezTo>
                    <a:pt x="6689" y="1191"/>
                    <a:pt x="6766" y="1286"/>
                    <a:pt x="6817" y="1286"/>
                  </a:cubicBezTo>
                  <a:cubicBezTo>
                    <a:pt x="6836" y="1286"/>
                    <a:pt x="6851" y="1274"/>
                    <a:pt x="6859" y="1245"/>
                  </a:cubicBezTo>
                  <a:lnTo>
                    <a:pt x="6916" y="1277"/>
                  </a:lnTo>
                  <a:cubicBezTo>
                    <a:pt x="6927" y="1336"/>
                    <a:pt x="6945" y="1363"/>
                    <a:pt x="6972" y="1363"/>
                  </a:cubicBezTo>
                  <a:cubicBezTo>
                    <a:pt x="6986" y="1363"/>
                    <a:pt x="7002" y="1356"/>
                    <a:pt x="7022" y="1342"/>
                  </a:cubicBezTo>
                  <a:lnTo>
                    <a:pt x="7078" y="1318"/>
                  </a:lnTo>
                  <a:lnTo>
                    <a:pt x="7078" y="1318"/>
                  </a:lnTo>
                  <a:cubicBezTo>
                    <a:pt x="7046" y="1366"/>
                    <a:pt x="7038" y="1431"/>
                    <a:pt x="7070" y="1448"/>
                  </a:cubicBezTo>
                  <a:cubicBezTo>
                    <a:pt x="7080" y="1458"/>
                    <a:pt x="7086" y="1463"/>
                    <a:pt x="7092" y="1463"/>
                  </a:cubicBezTo>
                  <a:cubicBezTo>
                    <a:pt x="7100" y="1463"/>
                    <a:pt x="7108" y="1452"/>
                    <a:pt x="7127" y="1423"/>
                  </a:cubicBezTo>
                  <a:cubicBezTo>
                    <a:pt x="7131" y="1385"/>
                    <a:pt x="7140" y="1373"/>
                    <a:pt x="7151" y="1373"/>
                  </a:cubicBezTo>
                  <a:cubicBezTo>
                    <a:pt x="7160" y="1373"/>
                    <a:pt x="7172" y="1383"/>
                    <a:pt x="7184" y="1391"/>
                  </a:cubicBezTo>
                  <a:cubicBezTo>
                    <a:pt x="7216" y="1407"/>
                    <a:pt x="7208" y="1480"/>
                    <a:pt x="7167" y="1529"/>
                  </a:cubicBezTo>
                  <a:lnTo>
                    <a:pt x="7192" y="1545"/>
                  </a:lnTo>
                  <a:cubicBezTo>
                    <a:pt x="7229" y="1495"/>
                    <a:pt x="7254" y="1477"/>
                    <a:pt x="7265" y="1477"/>
                  </a:cubicBezTo>
                  <a:cubicBezTo>
                    <a:pt x="7275" y="1477"/>
                    <a:pt x="7272" y="1493"/>
                    <a:pt x="7257" y="1512"/>
                  </a:cubicBezTo>
                  <a:cubicBezTo>
                    <a:pt x="7240" y="1553"/>
                    <a:pt x="7257" y="1602"/>
                    <a:pt x="7297" y="1626"/>
                  </a:cubicBezTo>
                  <a:cubicBezTo>
                    <a:pt x="7306" y="1612"/>
                    <a:pt x="7312" y="1607"/>
                    <a:pt x="7316" y="1607"/>
                  </a:cubicBezTo>
                  <a:lnTo>
                    <a:pt x="7316" y="1607"/>
                  </a:lnTo>
                  <a:cubicBezTo>
                    <a:pt x="7322" y="1607"/>
                    <a:pt x="7317" y="1629"/>
                    <a:pt x="7305" y="1629"/>
                  </a:cubicBezTo>
                  <a:cubicBezTo>
                    <a:pt x="7303" y="1629"/>
                    <a:pt x="7300" y="1628"/>
                    <a:pt x="7297" y="1626"/>
                  </a:cubicBezTo>
                  <a:lnTo>
                    <a:pt x="7257" y="1666"/>
                  </a:lnTo>
                  <a:cubicBezTo>
                    <a:pt x="7251" y="1693"/>
                    <a:pt x="7252" y="1704"/>
                    <a:pt x="7259" y="1704"/>
                  </a:cubicBezTo>
                  <a:cubicBezTo>
                    <a:pt x="7270" y="1704"/>
                    <a:pt x="7296" y="1673"/>
                    <a:pt x="7322" y="1642"/>
                  </a:cubicBezTo>
                  <a:lnTo>
                    <a:pt x="7370" y="1683"/>
                  </a:lnTo>
                  <a:cubicBezTo>
                    <a:pt x="7382" y="1694"/>
                    <a:pt x="7393" y="1704"/>
                    <a:pt x="7403" y="1704"/>
                  </a:cubicBezTo>
                  <a:cubicBezTo>
                    <a:pt x="7414" y="1704"/>
                    <a:pt x="7423" y="1692"/>
                    <a:pt x="7427" y="1658"/>
                  </a:cubicBezTo>
                  <a:cubicBezTo>
                    <a:pt x="7461" y="1617"/>
                    <a:pt x="7496" y="1582"/>
                    <a:pt x="7520" y="1582"/>
                  </a:cubicBezTo>
                  <a:cubicBezTo>
                    <a:pt x="7525" y="1582"/>
                    <a:pt x="7529" y="1583"/>
                    <a:pt x="7532" y="1585"/>
                  </a:cubicBezTo>
                  <a:cubicBezTo>
                    <a:pt x="7542" y="1575"/>
                    <a:pt x="7549" y="1572"/>
                    <a:pt x="7553" y="1572"/>
                  </a:cubicBezTo>
                  <a:lnTo>
                    <a:pt x="7553" y="1572"/>
                  </a:lnTo>
                  <a:cubicBezTo>
                    <a:pt x="7562" y="1572"/>
                    <a:pt x="7555" y="1591"/>
                    <a:pt x="7544" y="1591"/>
                  </a:cubicBezTo>
                  <a:cubicBezTo>
                    <a:pt x="7540" y="1591"/>
                    <a:pt x="7536" y="1589"/>
                    <a:pt x="7532" y="1585"/>
                  </a:cubicBezTo>
                  <a:cubicBezTo>
                    <a:pt x="7492" y="1634"/>
                    <a:pt x="7451" y="1683"/>
                    <a:pt x="7476" y="1699"/>
                  </a:cubicBezTo>
                  <a:cubicBezTo>
                    <a:pt x="7500" y="1723"/>
                    <a:pt x="7459" y="1764"/>
                    <a:pt x="7459" y="1764"/>
                  </a:cubicBezTo>
                  <a:cubicBezTo>
                    <a:pt x="7381" y="1822"/>
                    <a:pt x="7449" y="1860"/>
                    <a:pt x="7513" y="1860"/>
                  </a:cubicBezTo>
                  <a:cubicBezTo>
                    <a:pt x="7529" y="1860"/>
                    <a:pt x="7544" y="1858"/>
                    <a:pt x="7557" y="1853"/>
                  </a:cubicBezTo>
                  <a:cubicBezTo>
                    <a:pt x="7598" y="1840"/>
                    <a:pt x="7629" y="1834"/>
                    <a:pt x="7648" y="1834"/>
                  </a:cubicBezTo>
                  <a:cubicBezTo>
                    <a:pt x="7690" y="1834"/>
                    <a:pt x="7682" y="1863"/>
                    <a:pt x="7622" y="1918"/>
                  </a:cubicBezTo>
                  <a:cubicBezTo>
                    <a:pt x="7592" y="1951"/>
                    <a:pt x="7590" y="1965"/>
                    <a:pt x="7608" y="1965"/>
                  </a:cubicBezTo>
                  <a:cubicBezTo>
                    <a:pt x="7638" y="1965"/>
                    <a:pt x="7724" y="1923"/>
                    <a:pt x="7816" y="1861"/>
                  </a:cubicBezTo>
                  <a:lnTo>
                    <a:pt x="7970" y="1764"/>
                  </a:lnTo>
                  <a:lnTo>
                    <a:pt x="7840" y="1885"/>
                  </a:lnTo>
                  <a:cubicBezTo>
                    <a:pt x="7717" y="2041"/>
                    <a:pt x="7693" y="2067"/>
                    <a:pt x="7766" y="2067"/>
                  </a:cubicBezTo>
                  <a:cubicBezTo>
                    <a:pt x="7785" y="2067"/>
                    <a:pt x="7810" y="2065"/>
                    <a:pt x="7840" y="2064"/>
                  </a:cubicBezTo>
                  <a:cubicBezTo>
                    <a:pt x="7930" y="2072"/>
                    <a:pt x="7930" y="2080"/>
                    <a:pt x="7881" y="2112"/>
                  </a:cubicBezTo>
                  <a:cubicBezTo>
                    <a:pt x="7832" y="2153"/>
                    <a:pt x="7857" y="2177"/>
                    <a:pt x="7913" y="2250"/>
                  </a:cubicBezTo>
                  <a:cubicBezTo>
                    <a:pt x="7952" y="2305"/>
                    <a:pt x="7976" y="2334"/>
                    <a:pt x="8000" y="2334"/>
                  </a:cubicBezTo>
                  <a:cubicBezTo>
                    <a:pt x="8011" y="2334"/>
                    <a:pt x="8022" y="2328"/>
                    <a:pt x="8035" y="2315"/>
                  </a:cubicBezTo>
                  <a:lnTo>
                    <a:pt x="8076" y="2364"/>
                  </a:lnTo>
                  <a:cubicBezTo>
                    <a:pt x="8035" y="2418"/>
                    <a:pt x="8042" y="2447"/>
                    <a:pt x="8070" y="2447"/>
                  </a:cubicBezTo>
                  <a:cubicBezTo>
                    <a:pt x="8092" y="2447"/>
                    <a:pt x="8129" y="2428"/>
                    <a:pt x="8165" y="2388"/>
                  </a:cubicBezTo>
                  <a:cubicBezTo>
                    <a:pt x="8165" y="2388"/>
                    <a:pt x="8181" y="2412"/>
                    <a:pt x="8197" y="2437"/>
                  </a:cubicBezTo>
                  <a:lnTo>
                    <a:pt x="8149" y="2469"/>
                  </a:lnTo>
                  <a:cubicBezTo>
                    <a:pt x="8100" y="2510"/>
                    <a:pt x="8140" y="2558"/>
                    <a:pt x="8270" y="2777"/>
                  </a:cubicBezTo>
                  <a:cubicBezTo>
                    <a:pt x="8371" y="2955"/>
                    <a:pt x="8398" y="3020"/>
                    <a:pt x="8450" y="3020"/>
                  </a:cubicBezTo>
                  <a:cubicBezTo>
                    <a:pt x="8469" y="3020"/>
                    <a:pt x="8491" y="3011"/>
                    <a:pt x="8521" y="2996"/>
                  </a:cubicBezTo>
                  <a:cubicBezTo>
                    <a:pt x="8549" y="2991"/>
                    <a:pt x="8571" y="2988"/>
                    <a:pt x="8587" y="2988"/>
                  </a:cubicBezTo>
                  <a:cubicBezTo>
                    <a:pt x="8641" y="2988"/>
                    <a:pt x="8627" y="3017"/>
                    <a:pt x="8546" y="3061"/>
                  </a:cubicBezTo>
                  <a:cubicBezTo>
                    <a:pt x="8506" y="3081"/>
                    <a:pt x="8472" y="3116"/>
                    <a:pt x="8487" y="3116"/>
                  </a:cubicBezTo>
                  <a:cubicBezTo>
                    <a:pt x="8490" y="3116"/>
                    <a:pt x="8496" y="3114"/>
                    <a:pt x="8505" y="3110"/>
                  </a:cubicBezTo>
                  <a:lnTo>
                    <a:pt x="8505" y="3110"/>
                  </a:lnTo>
                  <a:cubicBezTo>
                    <a:pt x="8521" y="3150"/>
                    <a:pt x="8513" y="3191"/>
                    <a:pt x="8489" y="3223"/>
                  </a:cubicBezTo>
                  <a:cubicBezTo>
                    <a:pt x="8438" y="3320"/>
                    <a:pt x="8455" y="3349"/>
                    <a:pt x="8489" y="3349"/>
                  </a:cubicBezTo>
                  <a:cubicBezTo>
                    <a:pt x="8503" y="3349"/>
                    <a:pt x="8521" y="3344"/>
                    <a:pt x="8538" y="3337"/>
                  </a:cubicBezTo>
                  <a:cubicBezTo>
                    <a:pt x="8571" y="3311"/>
                    <a:pt x="8588" y="3302"/>
                    <a:pt x="8595" y="3302"/>
                  </a:cubicBezTo>
                  <a:lnTo>
                    <a:pt x="8595" y="3302"/>
                  </a:lnTo>
                  <a:cubicBezTo>
                    <a:pt x="8607" y="3302"/>
                    <a:pt x="8580" y="3337"/>
                    <a:pt x="8554" y="3369"/>
                  </a:cubicBezTo>
                  <a:cubicBezTo>
                    <a:pt x="8513" y="3410"/>
                    <a:pt x="8478" y="3456"/>
                    <a:pt x="8501" y="3456"/>
                  </a:cubicBezTo>
                  <a:cubicBezTo>
                    <a:pt x="8505" y="3456"/>
                    <a:pt x="8512" y="3454"/>
                    <a:pt x="8521" y="3450"/>
                  </a:cubicBezTo>
                  <a:cubicBezTo>
                    <a:pt x="8586" y="3450"/>
                    <a:pt x="8708" y="3612"/>
                    <a:pt x="8594" y="3653"/>
                  </a:cubicBezTo>
                  <a:lnTo>
                    <a:pt x="8611" y="3710"/>
                  </a:lnTo>
                  <a:cubicBezTo>
                    <a:pt x="8617" y="3708"/>
                    <a:pt x="8624" y="3707"/>
                    <a:pt x="8629" y="3707"/>
                  </a:cubicBezTo>
                  <a:cubicBezTo>
                    <a:pt x="8673" y="3707"/>
                    <a:pt x="8694" y="3758"/>
                    <a:pt x="8708" y="3815"/>
                  </a:cubicBezTo>
                  <a:cubicBezTo>
                    <a:pt x="8724" y="3872"/>
                    <a:pt x="8732" y="3904"/>
                    <a:pt x="8676" y="3920"/>
                  </a:cubicBezTo>
                  <a:cubicBezTo>
                    <a:pt x="8664" y="3917"/>
                    <a:pt x="8655" y="3916"/>
                    <a:pt x="8648" y="3916"/>
                  </a:cubicBezTo>
                  <a:cubicBezTo>
                    <a:pt x="8616" y="3916"/>
                    <a:pt x="8632" y="3944"/>
                    <a:pt x="8692" y="3977"/>
                  </a:cubicBezTo>
                  <a:cubicBezTo>
                    <a:pt x="8700" y="4010"/>
                    <a:pt x="8821" y="4010"/>
                    <a:pt x="8830" y="4042"/>
                  </a:cubicBezTo>
                  <a:cubicBezTo>
                    <a:pt x="8845" y="4038"/>
                    <a:pt x="8861" y="4036"/>
                    <a:pt x="8876" y="4036"/>
                  </a:cubicBezTo>
                  <a:cubicBezTo>
                    <a:pt x="8917" y="4036"/>
                    <a:pt x="8953" y="4051"/>
                    <a:pt x="8959" y="4074"/>
                  </a:cubicBezTo>
                  <a:lnTo>
                    <a:pt x="8903" y="4083"/>
                  </a:lnTo>
                  <a:lnTo>
                    <a:pt x="8781" y="4115"/>
                  </a:lnTo>
                  <a:cubicBezTo>
                    <a:pt x="8788" y="4143"/>
                    <a:pt x="8795" y="4165"/>
                    <a:pt x="8834" y="4165"/>
                  </a:cubicBezTo>
                  <a:cubicBezTo>
                    <a:pt x="8840" y="4165"/>
                    <a:pt x="8846" y="4165"/>
                    <a:pt x="8854" y="4164"/>
                  </a:cubicBezTo>
                  <a:lnTo>
                    <a:pt x="8854" y="4164"/>
                  </a:lnTo>
                  <a:cubicBezTo>
                    <a:pt x="8805" y="4204"/>
                    <a:pt x="8813" y="4237"/>
                    <a:pt x="8821" y="4293"/>
                  </a:cubicBezTo>
                  <a:cubicBezTo>
                    <a:pt x="8838" y="4358"/>
                    <a:pt x="8846" y="4415"/>
                    <a:pt x="8911" y="4439"/>
                  </a:cubicBezTo>
                  <a:cubicBezTo>
                    <a:pt x="8797" y="4496"/>
                    <a:pt x="8830" y="4666"/>
                    <a:pt x="8951" y="4691"/>
                  </a:cubicBezTo>
                  <a:cubicBezTo>
                    <a:pt x="8957" y="4690"/>
                    <a:pt x="8963" y="4689"/>
                    <a:pt x="8968" y="4689"/>
                  </a:cubicBezTo>
                  <a:cubicBezTo>
                    <a:pt x="9009" y="4689"/>
                    <a:pt x="9010" y="4718"/>
                    <a:pt x="8959" y="4747"/>
                  </a:cubicBezTo>
                  <a:cubicBezTo>
                    <a:pt x="8903" y="4788"/>
                    <a:pt x="8903" y="4788"/>
                    <a:pt x="8967" y="4812"/>
                  </a:cubicBezTo>
                  <a:cubicBezTo>
                    <a:pt x="9024" y="4837"/>
                    <a:pt x="8967" y="4877"/>
                    <a:pt x="8911" y="4910"/>
                  </a:cubicBezTo>
                  <a:cubicBezTo>
                    <a:pt x="8797" y="4958"/>
                    <a:pt x="8805" y="4982"/>
                    <a:pt x="8862" y="5015"/>
                  </a:cubicBezTo>
                  <a:cubicBezTo>
                    <a:pt x="8911" y="5047"/>
                    <a:pt x="8935" y="5104"/>
                    <a:pt x="8935" y="5161"/>
                  </a:cubicBezTo>
                  <a:cubicBezTo>
                    <a:pt x="8982" y="5202"/>
                    <a:pt x="8995" y="5230"/>
                    <a:pt x="9020" y="5230"/>
                  </a:cubicBezTo>
                  <a:cubicBezTo>
                    <a:pt x="9030" y="5230"/>
                    <a:pt x="9041" y="5226"/>
                    <a:pt x="9057" y="5218"/>
                  </a:cubicBezTo>
                  <a:cubicBezTo>
                    <a:pt x="9097" y="5218"/>
                    <a:pt x="9138" y="5226"/>
                    <a:pt x="9178" y="5242"/>
                  </a:cubicBezTo>
                  <a:cubicBezTo>
                    <a:pt x="9218" y="5277"/>
                    <a:pt x="9209" y="5293"/>
                    <a:pt x="9196" y="5293"/>
                  </a:cubicBezTo>
                  <a:cubicBezTo>
                    <a:pt x="9188" y="5293"/>
                    <a:pt x="9178" y="5287"/>
                    <a:pt x="9178" y="5274"/>
                  </a:cubicBezTo>
                  <a:cubicBezTo>
                    <a:pt x="9152" y="5248"/>
                    <a:pt x="9137" y="5237"/>
                    <a:pt x="9126" y="5237"/>
                  </a:cubicBezTo>
                  <a:cubicBezTo>
                    <a:pt x="9109" y="5237"/>
                    <a:pt x="9098" y="5259"/>
                    <a:pt x="9065" y="5282"/>
                  </a:cubicBezTo>
                  <a:cubicBezTo>
                    <a:pt x="9016" y="5307"/>
                    <a:pt x="9000" y="5355"/>
                    <a:pt x="9000" y="5404"/>
                  </a:cubicBezTo>
                  <a:lnTo>
                    <a:pt x="9008" y="5534"/>
                  </a:lnTo>
                  <a:cubicBezTo>
                    <a:pt x="8951" y="5631"/>
                    <a:pt x="8943" y="5655"/>
                    <a:pt x="9008" y="5655"/>
                  </a:cubicBezTo>
                  <a:lnTo>
                    <a:pt x="9065" y="5655"/>
                  </a:lnTo>
                  <a:cubicBezTo>
                    <a:pt x="8951" y="5688"/>
                    <a:pt x="8935" y="6028"/>
                    <a:pt x="9048" y="6069"/>
                  </a:cubicBezTo>
                  <a:lnTo>
                    <a:pt x="8992" y="6069"/>
                  </a:lnTo>
                  <a:cubicBezTo>
                    <a:pt x="8986" y="6068"/>
                    <a:pt x="8981" y="6068"/>
                    <a:pt x="8976" y="6068"/>
                  </a:cubicBezTo>
                  <a:cubicBezTo>
                    <a:pt x="8933" y="6068"/>
                    <a:pt x="8927" y="6100"/>
                    <a:pt x="8927" y="6158"/>
                  </a:cubicBezTo>
                  <a:cubicBezTo>
                    <a:pt x="8943" y="6239"/>
                    <a:pt x="8959" y="6320"/>
                    <a:pt x="8959" y="6409"/>
                  </a:cubicBezTo>
                  <a:cubicBezTo>
                    <a:pt x="8951" y="6531"/>
                    <a:pt x="8935" y="6628"/>
                    <a:pt x="8992" y="6636"/>
                  </a:cubicBezTo>
                  <a:cubicBezTo>
                    <a:pt x="8992" y="6652"/>
                    <a:pt x="8992" y="6658"/>
                    <a:pt x="8977" y="6658"/>
                  </a:cubicBezTo>
                  <a:cubicBezTo>
                    <a:pt x="8969" y="6658"/>
                    <a:pt x="8956" y="6656"/>
                    <a:pt x="8935" y="6653"/>
                  </a:cubicBezTo>
                  <a:cubicBezTo>
                    <a:pt x="8916" y="6642"/>
                    <a:pt x="8903" y="6637"/>
                    <a:pt x="8893" y="6637"/>
                  </a:cubicBezTo>
                  <a:cubicBezTo>
                    <a:pt x="8874" y="6637"/>
                    <a:pt x="8870" y="6655"/>
                    <a:pt x="8870" y="6677"/>
                  </a:cubicBezTo>
                  <a:cubicBezTo>
                    <a:pt x="8862" y="6709"/>
                    <a:pt x="8927" y="6718"/>
                    <a:pt x="8984" y="6726"/>
                  </a:cubicBezTo>
                  <a:cubicBezTo>
                    <a:pt x="9040" y="6734"/>
                    <a:pt x="9040" y="6766"/>
                    <a:pt x="8967" y="6823"/>
                  </a:cubicBezTo>
                  <a:cubicBezTo>
                    <a:pt x="8894" y="6880"/>
                    <a:pt x="8878" y="6985"/>
                    <a:pt x="8919" y="7066"/>
                  </a:cubicBezTo>
                  <a:cubicBezTo>
                    <a:pt x="8912" y="7093"/>
                    <a:pt x="8911" y="7119"/>
                    <a:pt x="8875" y="7119"/>
                  </a:cubicBezTo>
                  <a:cubicBezTo>
                    <a:pt x="8867" y="7119"/>
                    <a:pt x="8858" y="7118"/>
                    <a:pt x="8846" y="7115"/>
                  </a:cubicBezTo>
                  <a:cubicBezTo>
                    <a:pt x="8781" y="7139"/>
                    <a:pt x="8716" y="7188"/>
                    <a:pt x="8813" y="7269"/>
                  </a:cubicBezTo>
                  <a:cubicBezTo>
                    <a:pt x="8813" y="7288"/>
                    <a:pt x="8813" y="7296"/>
                    <a:pt x="8800" y="7296"/>
                  </a:cubicBezTo>
                  <a:cubicBezTo>
                    <a:pt x="8791" y="7296"/>
                    <a:pt x="8775" y="7292"/>
                    <a:pt x="8748" y="7285"/>
                  </a:cubicBezTo>
                  <a:cubicBezTo>
                    <a:pt x="8692" y="7309"/>
                    <a:pt x="8627" y="7293"/>
                    <a:pt x="8740" y="7350"/>
                  </a:cubicBezTo>
                  <a:cubicBezTo>
                    <a:pt x="8789" y="7423"/>
                    <a:pt x="8765" y="7512"/>
                    <a:pt x="8700" y="7561"/>
                  </a:cubicBezTo>
                  <a:cubicBezTo>
                    <a:pt x="8692" y="7593"/>
                    <a:pt x="8676" y="7617"/>
                    <a:pt x="8740" y="7634"/>
                  </a:cubicBezTo>
                  <a:lnTo>
                    <a:pt x="8797" y="7650"/>
                  </a:lnTo>
                  <a:cubicBezTo>
                    <a:pt x="8667" y="7650"/>
                    <a:pt x="8667" y="7650"/>
                    <a:pt x="8781" y="7707"/>
                  </a:cubicBezTo>
                  <a:cubicBezTo>
                    <a:pt x="8827" y="7720"/>
                    <a:pt x="8830" y="7744"/>
                    <a:pt x="8800" y="7744"/>
                  </a:cubicBezTo>
                  <a:cubicBezTo>
                    <a:pt x="8793" y="7744"/>
                    <a:pt x="8784" y="7742"/>
                    <a:pt x="8773" y="7739"/>
                  </a:cubicBezTo>
                  <a:cubicBezTo>
                    <a:pt x="8700" y="7755"/>
                    <a:pt x="8692" y="7788"/>
                    <a:pt x="8692" y="7788"/>
                  </a:cubicBezTo>
                  <a:cubicBezTo>
                    <a:pt x="8692" y="7901"/>
                    <a:pt x="8676" y="8015"/>
                    <a:pt x="8651" y="8128"/>
                  </a:cubicBezTo>
                  <a:cubicBezTo>
                    <a:pt x="8586" y="8372"/>
                    <a:pt x="8546" y="8453"/>
                    <a:pt x="8603" y="8477"/>
                  </a:cubicBezTo>
                  <a:cubicBezTo>
                    <a:pt x="8643" y="8526"/>
                    <a:pt x="8643" y="8526"/>
                    <a:pt x="8578" y="8534"/>
                  </a:cubicBezTo>
                  <a:cubicBezTo>
                    <a:pt x="8505" y="8542"/>
                    <a:pt x="8497" y="8574"/>
                    <a:pt x="8489" y="8599"/>
                  </a:cubicBezTo>
                  <a:cubicBezTo>
                    <a:pt x="8477" y="8623"/>
                    <a:pt x="8469" y="8648"/>
                    <a:pt x="8442" y="8648"/>
                  </a:cubicBezTo>
                  <a:cubicBezTo>
                    <a:pt x="8433" y="8648"/>
                    <a:pt x="8422" y="8645"/>
                    <a:pt x="8408" y="8639"/>
                  </a:cubicBezTo>
                  <a:lnTo>
                    <a:pt x="8408" y="8639"/>
                  </a:lnTo>
                  <a:cubicBezTo>
                    <a:pt x="8448" y="8688"/>
                    <a:pt x="8448" y="8688"/>
                    <a:pt x="8440" y="8720"/>
                  </a:cubicBezTo>
                  <a:cubicBezTo>
                    <a:pt x="8427" y="8714"/>
                    <a:pt x="8417" y="8712"/>
                    <a:pt x="8409" y="8712"/>
                  </a:cubicBezTo>
                  <a:cubicBezTo>
                    <a:pt x="8382" y="8712"/>
                    <a:pt x="8385" y="8740"/>
                    <a:pt x="8416" y="8777"/>
                  </a:cubicBezTo>
                  <a:cubicBezTo>
                    <a:pt x="8472" y="8819"/>
                    <a:pt x="8496" y="8837"/>
                    <a:pt x="8486" y="8837"/>
                  </a:cubicBezTo>
                  <a:cubicBezTo>
                    <a:pt x="8479" y="8837"/>
                    <a:pt x="8453" y="8827"/>
                    <a:pt x="8408" y="8809"/>
                  </a:cubicBezTo>
                  <a:cubicBezTo>
                    <a:pt x="8399" y="8805"/>
                    <a:pt x="8389" y="8804"/>
                    <a:pt x="8379" y="8804"/>
                  </a:cubicBezTo>
                  <a:cubicBezTo>
                    <a:pt x="8330" y="8804"/>
                    <a:pt x="8280" y="8842"/>
                    <a:pt x="8317" y="8842"/>
                  </a:cubicBezTo>
                  <a:cubicBezTo>
                    <a:pt x="8320" y="8842"/>
                    <a:pt x="8323" y="8842"/>
                    <a:pt x="8327" y="8842"/>
                  </a:cubicBezTo>
                  <a:cubicBezTo>
                    <a:pt x="8384" y="8866"/>
                    <a:pt x="8359" y="8923"/>
                    <a:pt x="8400" y="8971"/>
                  </a:cubicBezTo>
                  <a:cubicBezTo>
                    <a:pt x="8394" y="8996"/>
                    <a:pt x="8383" y="9021"/>
                    <a:pt x="8357" y="9021"/>
                  </a:cubicBezTo>
                  <a:cubicBezTo>
                    <a:pt x="8349" y="9021"/>
                    <a:pt x="8339" y="9018"/>
                    <a:pt x="8327" y="9012"/>
                  </a:cubicBezTo>
                  <a:cubicBezTo>
                    <a:pt x="8262" y="9020"/>
                    <a:pt x="8246" y="9182"/>
                    <a:pt x="8286" y="9231"/>
                  </a:cubicBezTo>
                  <a:cubicBezTo>
                    <a:pt x="8329" y="9249"/>
                    <a:pt x="8330" y="9272"/>
                    <a:pt x="8305" y="9272"/>
                  </a:cubicBezTo>
                  <a:cubicBezTo>
                    <a:pt x="8296" y="9272"/>
                    <a:pt x="8284" y="9269"/>
                    <a:pt x="8270" y="9263"/>
                  </a:cubicBezTo>
                  <a:cubicBezTo>
                    <a:pt x="8256" y="9256"/>
                    <a:pt x="8245" y="9253"/>
                    <a:pt x="8236" y="9253"/>
                  </a:cubicBezTo>
                  <a:cubicBezTo>
                    <a:pt x="8212" y="9253"/>
                    <a:pt x="8201" y="9273"/>
                    <a:pt x="8189" y="9296"/>
                  </a:cubicBezTo>
                  <a:cubicBezTo>
                    <a:pt x="8206" y="9316"/>
                    <a:pt x="8206" y="9324"/>
                    <a:pt x="8196" y="9324"/>
                  </a:cubicBezTo>
                  <a:cubicBezTo>
                    <a:pt x="8183" y="9324"/>
                    <a:pt x="8152" y="9310"/>
                    <a:pt x="8124" y="9296"/>
                  </a:cubicBezTo>
                  <a:cubicBezTo>
                    <a:pt x="8109" y="9275"/>
                    <a:pt x="8098" y="9266"/>
                    <a:pt x="8088" y="9266"/>
                  </a:cubicBezTo>
                  <a:cubicBezTo>
                    <a:pt x="8071" y="9266"/>
                    <a:pt x="8058" y="9292"/>
                    <a:pt x="8043" y="9328"/>
                  </a:cubicBezTo>
                  <a:cubicBezTo>
                    <a:pt x="8084" y="9377"/>
                    <a:pt x="8027" y="9490"/>
                    <a:pt x="7986" y="9571"/>
                  </a:cubicBezTo>
                  <a:cubicBezTo>
                    <a:pt x="7913" y="9709"/>
                    <a:pt x="7954" y="9766"/>
                    <a:pt x="8027" y="9880"/>
                  </a:cubicBezTo>
                  <a:lnTo>
                    <a:pt x="8116" y="9961"/>
                  </a:lnTo>
                  <a:lnTo>
                    <a:pt x="8011" y="9904"/>
                  </a:lnTo>
                  <a:cubicBezTo>
                    <a:pt x="7954" y="9880"/>
                    <a:pt x="7897" y="9863"/>
                    <a:pt x="7840" y="9847"/>
                  </a:cubicBezTo>
                  <a:lnTo>
                    <a:pt x="7840" y="9847"/>
                  </a:lnTo>
                  <a:cubicBezTo>
                    <a:pt x="7824" y="9871"/>
                    <a:pt x="7873" y="9904"/>
                    <a:pt x="7930" y="9928"/>
                  </a:cubicBezTo>
                  <a:cubicBezTo>
                    <a:pt x="7978" y="9961"/>
                    <a:pt x="7962" y="9985"/>
                    <a:pt x="7881" y="10009"/>
                  </a:cubicBezTo>
                  <a:cubicBezTo>
                    <a:pt x="7792" y="10034"/>
                    <a:pt x="7776" y="10066"/>
                    <a:pt x="7816" y="10123"/>
                  </a:cubicBezTo>
                  <a:cubicBezTo>
                    <a:pt x="7802" y="10151"/>
                    <a:pt x="7763" y="10173"/>
                    <a:pt x="7727" y="10173"/>
                  </a:cubicBezTo>
                  <a:cubicBezTo>
                    <a:pt x="7721" y="10173"/>
                    <a:pt x="7716" y="10172"/>
                    <a:pt x="7711" y="10171"/>
                  </a:cubicBezTo>
                  <a:lnTo>
                    <a:pt x="7711" y="10171"/>
                  </a:lnTo>
                  <a:cubicBezTo>
                    <a:pt x="7694" y="10196"/>
                    <a:pt x="7694" y="10196"/>
                    <a:pt x="7751" y="10228"/>
                  </a:cubicBezTo>
                  <a:cubicBezTo>
                    <a:pt x="7800" y="10261"/>
                    <a:pt x="7784" y="10285"/>
                    <a:pt x="7719" y="10285"/>
                  </a:cubicBezTo>
                  <a:cubicBezTo>
                    <a:pt x="7695" y="10277"/>
                    <a:pt x="7675" y="10274"/>
                    <a:pt x="7657" y="10274"/>
                  </a:cubicBezTo>
                  <a:cubicBezTo>
                    <a:pt x="7582" y="10274"/>
                    <a:pt x="7559" y="10332"/>
                    <a:pt x="7605" y="10358"/>
                  </a:cubicBezTo>
                  <a:cubicBezTo>
                    <a:pt x="7654" y="10390"/>
                    <a:pt x="7638" y="10415"/>
                    <a:pt x="7622" y="10439"/>
                  </a:cubicBezTo>
                  <a:cubicBezTo>
                    <a:pt x="7597" y="10471"/>
                    <a:pt x="7597" y="10520"/>
                    <a:pt x="7622" y="10552"/>
                  </a:cubicBezTo>
                  <a:lnTo>
                    <a:pt x="7581" y="10609"/>
                  </a:lnTo>
                  <a:cubicBezTo>
                    <a:pt x="7578" y="10613"/>
                    <a:pt x="7576" y="10615"/>
                    <a:pt x="7573" y="10615"/>
                  </a:cubicBezTo>
                  <a:cubicBezTo>
                    <a:pt x="7556" y="10615"/>
                    <a:pt x="7535" y="10565"/>
                    <a:pt x="7549" y="10544"/>
                  </a:cubicBezTo>
                  <a:lnTo>
                    <a:pt x="7484" y="10536"/>
                  </a:lnTo>
                  <a:cubicBezTo>
                    <a:pt x="7443" y="10593"/>
                    <a:pt x="7427" y="10617"/>
                    <a:pt x="7459" y="10674"/>
                  </a:cubicBezTo>
                  <a:cubicBezTo>
                    <a:pt x="7504" y="10723"/>
                    <a:pt x="7524" y="10748"/>
                    <a:pt x="7517" y="10748"/>
                  </a:cubicBezTo>
                  <a:cubicBezTo>
                    <a:pt x="7511" y="10748"/>
                    <a:pt x="7487" y="10731"/>
                    <a:pt x="7443" y="10698"/>
                  </a:cubicBezTo>
                  <a:cubicBezTo>
                    <a:pt x="7420" y="10683"/>
                    <a:pt x="7391" y="10673"/>
                    <a:pt x="7371" y="10673"/>
                  </a:cubicBezTo>
                  <a:cubicBezTo>
                    <a:pt x="7349" y="10673"/>
                    <a:pt x="7337" y="10685"/>
                    <a:pt x="7354" y="10715"/>
                  </a:cubicBezTo>
                  <a:cubicBezTo>
                    <a:pt x="7403" y="10773"/>
                    <a:pt x="7399" y="10793"/>
                    <a:pt x="7377" y="10793"/>
                  </a:cubicBezTo>
                  <a:cubicBezTo>
                    <a:pt x="7363" y="10793"/>
                    <a:pt x="7341" y="10784"/>
                    <a:pt x="7322" y="10771"/>
                  </a:cubicBezTo>
                  <a:cubicBezTo>
                    <a:pt x="7287" y="10730"/>
                    <a:pt x="7267" y="10706"/>
                    <a:pt x="7257" y="10706"/>
                  </a:cubicBezTo>
                  <a:lnTo>
                    <a:pt x="7257" y="10706"/>
                  </a:lnTo>
                  <a:cubicBezTo>
                    <a:pt x="7245" y="10706"/>
                    <a:pt x="7251" y="10747"/>
                    <a:pt x="7265" y="10844"/>
                  </a:cubicBezTo>
                  <a:cubicBezTo>
                    <a:pt x="7224" y="10893"/>
                    <a:pt x="7200" y="11031"/>
                    <a:pt x="7151" y="11104"/>
                  </a:cubicBezTo>
                  <a:cubicBezTo>
                    <a:pt x="7077" y="11201"/>
                    <a:pt x="7037" y="11243"/>
                    <a:pt x="6980" y="11243"/>
                  </a:cubicBezTo>
                  <a:cubicBezTo>
                    <a:pt x="6975" y="11243"/>
                    <a:pt x="6970" y="11242"/>
                    <a:pt x="6965" y="11242"/>
                  </a:cubicBezTo>
                  <a:cubicBezTo>
                    <a:pt x="6959" y="11237"/>
                    <a:pt x="6953" y="11233"/>
                    <a:pt x="6947" y="11229"/>
                  </a:cubicBezTo>
                  <a:lnTo>
                    <a:pt x="6947" y="11229"/>
                  </a:lnTo>
                  <a:cubicBezTo>
                    <a:pt x="7000" y="11282"/>
                    <a:pt x="6980" y="11308"/>
                    <a:pt x="6924" y="11371"/>
                  </a:cubicBezTo>
                  <a:cubicBezTo>
                    <a:pt x="6843" y="11396"/>
                    <a:pt x="6811" y="11485"/>
                    <a:pt x="6851" y="11558"/>
                  </a:cubicBezTo>
                  <a:lnTo>
                    <a:pt x="6892" y="11509"/>
                  </a:lnTo>
                  <a:lnTo>
                    <a:pt x="6892" y="11509"/>
                  </a:lnTo>
                  <a:cubicBezTo>
                    <a:pt x="6981" y="11582"/>
                    <a:pt x="6965" y="11606"/>
                    <a:pt x="6876" y="11615"/>
                  </a:cubicBezTo>
                  <a:cubicBezTo>
                    <a:pt x="6872" y="11620"/>
                    <a:pt x="6866" y="11623"/>
                    <a:pt x="6859" y="11623"/>
                  </a:cubicBezTo>
                  <a:cubicBezTo>
                    <a:pt x="6836" y="11623"/>
                    <a:pt x="6799" y="11597"/>
                    <a:pt x="6762" y="11566"/>
                  </a:cubicBezTo>
                  <a:cubicBezTo>
                    <a:pt x="6735" y="11538"/>
                    <a:pt x="6696" y="11522"/>
                    <a:pt x="6666" y="11522"/>
                  </a:cubicBezTo>
                  <a:cubicBezTo>
                    <a:pt x="6652" y="11522"/>
                    <a:pt x="6640" y="11526"/>
                    <a:pt x="6632" y="11534"/>
                  </a:cubicBezTo>
                  <a:cubicBezTo>
                    <a:pt x="6616" y="11558"/>
                    <a:pt x="6592" y="11582"/>
                    <a:pt x="6657" y="11598"/>
                  </a:cubicBezTo>
                  <a:cubicBezTo>
                    <a:pt x="6705" y="11639"/>
                    <a:pt x="6705" y="11639"/>
                    <a:pt x="6689" y="11663"/>
                  </a:cubicBezTo>
                  <a:cubicBezTo>
                    <a:pt x="6657" y="11688"/>
                    <a:pt x="6649" y="11736"/>
                    <a:pt x="6673" y="11769"/>
                  </a:cubicBezTo>
                  <a:cubicBezTo>
                    <a:pt x="6713" y="11809"/>
                    <a:pt x="6689" y="11834"/>
                    <a:pt x="6673" y="11858"/>
                  </a:cubicBezTo>
                  <a:cubicBezTo>
                    <a:pt x="6663" y="11856"/>
                    <a:pt x="6653" y="11855"/>
                    <a:pt x="6643" y="11855"/>
                  </a:cubicBezTo>
                  <a:cubicBezTo>
                    <a:pt x="6613" y="11855"/>
                    <a:pt x="6584" y="11864"/>
                    <a:pt x="6559" y="11882"/>
                  </a:cubicBezTo>
                  <a:cubicBezTo>
                    <a:pt x="6571" y="11894"/>
                    <a:pt x="6576" y="11899"/>
                    <a:pt x="6576" y="11899"/>
                  </a:cubicBezTo>
                  <a:cubicBezTo>
                    <a:pt x="6575" y="11899"/>
                    <a:pt x="6545" y="11870"/>
                    <a:pt x="6511" y="11842"/>
                  </a:cubicBezTo>
                  <a:cubicBezTo>
                    <a:pt x="6486" y="11817"/>
                    <a:pt x="6446" y="11793"/>
                    <a:pt x="6405" y="11785"/>
                  </a:cubicBezTo>
                  <a:lnTo>
                    <a:pt x="6405" y="11785"/>
                  </a:lnTo>
                  <a:cubicBezTo>
                    <a:pt x="6381" y="11809"/>
                    <a:pt x="6430" y="11850"/>
                    <a:pt x="6430" y="11850"/>
                  </a:cubicBezTo>
                  <a:cubicBezTo>
                    <a:pt x="6470" y="11890"/>
                    <a:pt x="5943" y="12425"/>
                    <a:pt x="5862" y="12474"/>
                  </a:cubicBezTo>
                  <a:cubicBezTo>
                    <a:pt x="5781" y="12474"/>
                    <a:pt x="5708" y="12531"/>
                    <a:pt x="5773" y="12555"/>
                  </a:cubicBezTo>
                  <a:cubicBezTo>
                    <a:pt x="5813" y="12604"/>
                    <a:pt x="5692" y="12701"/>
                    <a:pt x="5546" y="12831"/>
                  </a:cubicBezTo>
                  <a:cubicBezTo>
                    <a:pt x="5376" y="12960"/>
                    <a:pt x="5246" y="13058"/>
                    <a:pt x="5286" y="13106"/>
                  </a:cubicBezTo>
                  <a:lnTo>
                    <a:pt x="5213" y="13163"/>
                  </a:lnTo>
                  <a:cubicBezTo>
                    <a:pt x="5157" y="13196"/>
                    <a:pt x="5141" y="13285"/>
                    <a:pt x="5116" y="13301"/>
                  </a:cubicBezTo>
                  <a:cubicBezTo>
                    <a:pt x="5125" y="13343"/>
                    <a:pt x="5119" y="13366"/>
                    <a:pt x="5110" y="13366"/>
                  </a:cubicBezTo>
                  <a:cubicBezTo>
                    <a:pt x="5103" y="13366"/>
                    <a:pt x="5095" y="13353"/>
                    <a:pt x="5092" y="13325"/>
                  </a:cubicBezTo>
                  <a:cubicBezTo>
                    <a:pt x="5064" y="13283"/>
                    <a:pt x="5030" y="13241"/>
                    <a:pt x="5005" y="13241"/>
                  </a:cubicBezTo>
                  <a:cubicBezTo>
                    <a:pt x="5001" y="13241"/>
                    <a:pt x="4998" y="13242"/>
                    <a:pt x="4995" y="13244"/>
                  </a:cubicBezTo>
                  <a:cubicBezTo>
                    <a:pt x="4946" y="13285"/>
                    <a:pt x="4978" y="13333"/>
                    <a:pt x="5019" y="13382"/>
                  </a:cubicBezTo>
                  <a:cubicBezTo>
                    <a:pt x="5051" y="13431"/>
                    <a:pt x="5027" y="13447"/>
                    <a:pt x="5027" y="13447"/>
                  </a:cubicBezTo>
                  <a:cubicBezTo>
                    <a:pt x="5018" y="13453"/>
                    <a:pt x="5012" y="13457"/>
                    <a:pt x="5007" y="13457"/>
                  </a:cubicBezTo>
                  <a:cubicBezTo>
                    <a:pt x="4997" y="13457"/>
                    <a:pt x="4988" y="13445"/>
                    <a:pt x="4962" y="13415"/>
                  </a:cubicBezTo>
                  <a:lnTo>
                    <a:pt x="4897" y="13317"/>
                  </a:lnTo>
                  <a:lnTo>
                    <a:pt x="4873" y="13333"/>
                  </a:lnTo>
                  <a:cubicBezTo>
                    <a:pt x="4905" y="13382"/>
                    <a:pt x="4881" y="13398"/>
                    <a:pt x="4881" y="13398"/>
                  </a:cubicBezTo>
                  <a:cubicBezTo>
                    <a:pt x="4872" y="13403"/>
                    <a:pt x="4865" y="13406"/>
                    <a:pt x="4859" y="13406"/>
                  </a:cubicBezTo>
                  <a:cubicBezTo>
                    <a:pt x="4843" y="13406"/>
                    <a:pt x="4830" y="13386"/>
                    <a:pt x="4784" y="13317"/>
                  </a:cubicBezTo>
                  <a:cubicBezTo>
                    <a:pt x="4755" y="13274"/>
                    <a:pt x="4733" y="13253"/>
                    <a:pt x="4720" y="13253"/>
                  </a:cubicBezTo>
                  <a:cubicBezTo>
                    <a:pt x="4705" y="13253"/>
                    <a:pt x="4704" y="13286"/>
                    <a:pt x="4727" y="13350"/>
                  </a:cubicBezTo>
                  <a:lnTo>
                    <a:pt x="4711" y="13439"/>
                  </a:lnTo>
                  <a:cubicBezTo>
                    <a:pt x="4690" y="13418"/>
                    <a:pt x="4675" y="13410"/>
                    <a:pt x="4663" y="13410"/>
                  </a:cubicBezTo>
                  <a:cubicBezTo>
                    <a:pt x="4625" y="13410"/>
                    <a:pt x="4632" y="13503"/>
                    <a:pt x="4638" y="13552"/>
                  </a:cubicBezTo>
                  <a:cubicBezTo>
                    <a:pt x="4601" y="13519"/>
                    <a:pt x="4573" y="13502"/>
                    <a:pt x="4557" y="13502"/>
                  </a:cubicBezTo>
                  <a:cubicBezTo>
                    <a:pt x="4534" y="13502"/>
                    <a:pt x="4533" y="13535"/>
                    <a:pt x="4557" y="13601"/>
                  </a:cubicBezTo>
                  <a:cubicBezTo>
                    <a:pt x="4577" y="13636"/>
                    <a:pt x="4575" y="13656"/>
                    <a:pt x="4557" y="13656"/>
                  </a:cubicBezTo>
                  <a:cubicBezTo>
                    <a:pt x="4546" y="13656"/>
                    <a:pt x="4530" y="13649"/>
                    <a:pt x="4508" y="13633"/>
                  </a:cubicBezTo>
                  <a:cubicBezTo>
                    <a:pt x="4484" y="13622"/>
                    <a:pt x="4466" y="13616"/>
                    <a:pt x="4450" y="13616"/>
                  </a:cubicBezTo>
                  <a:cubicBezTo>
                    <a:pt x="4422" y="13616"/>
                    <a:pt x="4401" y="13632"/>
                    <a:pt x="4370" y="13658"/>
                  </a:cubicBezTo>
                  <a:cubicBezTo>
                    <a:pt x="4370" y="13723"/>
                    <a:pt x="4184" y="13836"/>
                    <a:pt x="3957" y="13950"/>
                  </a:cubicBezTo>
                  <a:cubicBezTo>
                    <a:pt x="3705" y="14079"/>
                    <a:pt x="3543" y="14177"/>
                    <a:pt x="3568" y="14225"/>
                  </a:cubicBezTo>
                  <a:cubicBezTo>
                    <a:pt x="3558" y="14228"/>
                    <a:pt x="3551" y="14230"/>
                    <a:pt x="3544" y="14230"/>
                  </a:cubicBezTo>
                  <a:cubicBezTo>
                    <a:pt x="3530" y="14230"/>
                    <a:pt x="3518" y="14221"/>
                    <a:pt x="3478" y="14193"/>
                  </a:cubicBezTo>
                  <a:cubicBezTo>
                    <a:pt x="3470" y="14172"/>
                    <a:pt x="3461" y="14161"/>
                    <a:pt x="3454" y="14161"/>
                  </a:cubicBezTo>
                  <a:cubicBezTo>
                    <a:pt x="3442" y="14161"/>
                    <a:pt x="3436" y="14196"/>
                    <a:pt x="3446" y="14274"/>
                  </a:cubicBezTo>
                  <a:cubicBezTo>
                    <a:pt x="3446" y="14312"/>
                    <a:pt x="3454" y="14347"/>
                    <a:pt x="3452" y="14347"/>
                  </a:cubicBezTo>
                  <a:cubicBezTo>
                    <a:pt x="3450" y="14347"/>
                    <a:pt x="3442" y="14329"/>
                    <a:pt x="3422" y="14282"/>
                  </a:cubicBezTo>
                  <a:cubicBezTo>
                    <a:pt x="3409" y="14263"/>
                    <a:pt x="3393" y="14256"/>
                    <a:pt x="3372" y="14256"/>
                  </a:cubicBezTo>
                  <a:cubicBezTo>
                    <a:pt x="3338" y="14256"/>
                    <a:pt x="3289" y="14276"/>
                    <a:pt x="3219" y="14306"/>
                  </a:cubicBezTo>
                  <a:cubicBezTo>
                    <a:pt x="3130" y="14339"/>
                    <a:pt x="3016" y="14396"/>
                    <a:pt x="3041" y="14444"/>
                  </a:cubicBezTo>
                  <a:cubicBezTo>
                    <a:pt x="3019" y="14487"/>
                    <a:pt x="3009" y="14507"/>
                    <a:pt x="3006" y="14507"/>
                  </a:cubicBezTo>
                  <a:cubicBezTo>
                    <a:pt x="3002" y="14507"/>
                    <a:pt x="3004" y="14491"/>
                    <a:pt x="3008" y="14460"/>
                  </a:cubicBezTo>
                  <a:cubicBezTo>
                    <a:pt x="3001" y="14400"/>
                    <a:pt x="2962" y="14372"/>
                    <a:pt x="2918" y="14372"/>
                  </a:cubicBezTo>
                  <a:cubicBezTo>
                    <a:pt x="2866" y="14372"/>
                    <a:pt x="2807" y="14411"/>
                    <a:pt x="2781" y="14485"/>
                  </a:cubicBezTo>
                  <a:cubicBezTo>
                    <a:pt x="2767" y="14488"/>
                    <a:pt x="2755" y="14493"/>
                    <a:pt x="2743" y="14493"/>
                  </a:cubicBezTo>
                  <a:cubicBezTo>
                    <a:pt x="2728" y="14493"/>
                    <a:pt x="2714" y="14485"/>
                    <a:pt x="2700" y="14452"/>
                  </a:cubicBezTo>
                  <a:cubicBezTo>
                    <a:pt x="2676" y="14460"/>
                    <a:pt x="2643" y="14469"/>
                    <a:pt x="2570" y="14558"/>
                  </a:cubicBezTo>
                  <a:lnTo>
                    <a:pt x="2368" y="14623"/>
                  </a:lnTo>
                  <a:cubicBezTo>
                    <a:pt x="2319" y="14647"/>
                    <a:pt x="2287" y="14679"/>
                    <a:pt x="2262" y="14720"/>
                  </a:cubicBezTo>
                  <a:lnTo>
                    <a:pt x="2230" y="14728"/>
                  </a:lnTo>
                  <a:cubicBezTo>
                    <a:pt x="2225" y="14713"/>
                    <a:pt x="2209" y="14708"/>
                    <a:pt x="2182" y="14708"/>
                  </a:cubicBezTo>
                  <a:cubicBezTo>
                    <a:pt x="2120" y="14708"/>
                    <a:pt x="2002" y="14740"/>
                    <a:pt x="1849" y="14769"/>
                  </a:cubicBezTo>
                  <a:cubicBezTo>
                    <a:pt x="1704" y="14808"/>
                    <a:pt x="1571" y="14839"/>
                    <a:pt x="1488" y="14839"/>
                  </a:cubicBezTo>
                  <a:cubicBezTo>
                    <a:pt x="1451" y="14839"/>
                    <a:pt x="1424" y="14832"/>
                    <a:pt x="1411" y="14817"/>
                  </a:cubicBezTo>
                  <a:cubicBezTo>
                    <a:pt x="1411" y="14817"/>
                    <a:pt x="1379" y="14825"/>
                    <a:pt x="1362" y="14890"/>
                  </a:cubicBezTo>
                  <a:cubicBezTo>
                    <a:pt x="1357" y="14965"/>
                    <a:pt x="1343" y="14997"/>
                    <a:pt x="1323" y="14997"/>
                  </a:cubicBezTo>
                  <a:cubicBezTo>
                    <a:pt x="1311" y="14997"/>
                    <a:pt x="1297" y="14985"/>
                    <a:pt x="1281" y="14963"/>
                  </a:cubicBezTo>
                  <a:cubicBezTo>
                    <a:pt x="1255" y="14911"/>
                    <a:pt x="1216" y="14886"/>
                    <a:pt x="1180" y="14886"/>
                  </a:cubicBezTo>
                  <a:cubicBezTo>
                    <a:pt x="1137" y="14886"/>
                    <a:pt x="1099" y="14921"/>
                    <a:pt x="1095" y="14987"/>
                  </a:cubicBezTo>
                  <a:cubicBezTo>
                    <a:pt x="1097" y="15007"/>
                    <a:pt x="1098" y="15014"/>
                    <a:pt x="1098" y="15014"/>
                  </a:cubicBezTo>
                  <a:cubicBezTo>
                    <a:pt x="1097" y="15014"/>
                    <a:pt x="1090" y="14971"/>
                    <a:pt x="1079" y="14931"/>
                  </a:cubicBezTo>
                  <a:cubicBezTo>
                    <a:pt x="1062" y="14891"/>
                    <a:pt x="1041" y="14874"/>
                    <a:pt x="1020" y="14874"/>
                  </a:cubicBezTo>
                  <a:cubicBezTo>
                    <a:pt x="981" y="14874"/>
                    <a:pt x="943" y="14933"/>
                    <a:pt x="933" y="15012"/>
                  </a:cubicBezTo>
                  <a:cubicBezTo>
                    <a:pt x="905" y="14979"/>
                    <a:pt x="878" y="14942"/>
                    <a:pt x="858" y="14942"/>
                  </a:cubicBezTo>
                  <a:cubicBezTo>
                    <a:pt x="848" y="14942"/>
                    <a:pt x="841" y="14950"/>
                    <a:pt x="835" y="14971"/>
                  </a:cubicBezTo>
                  <a:cubicBezTo>
                    <a:pt x="803" y="14971"/>
                    <a:pt x="803" y="14971"/>
                    <a:pt x="787" y="14858"/>
                  </a:cubicBezTo>
                  <a:cubicBezTo>
                    <a:pt x="779" y="14797"/>
                    <a:pt x="771" y="14743"/>
                    <a:pt x="744" y="14743"/>
                  </a:cubicBezTo>
                  <a:cubicBezTo>
                    <a:pt x="742" y="14743"/>
                    <a:pt x="740" y="14744"/>
                    <a:pt x="738" y="14744"/>
                  </a:cubicBezTo>
                  <a:cubicBezTo>
                    <a:pt x="706" y="14744"/>
                    <a:pt x="714" y="14801"/>
                    <a:pt x="722" y="14866"/>
                  </a:cubicBezTo>
                  <a:lnTo>
                    <a:pt x="665" y="14874"/>
                  </a:lnTo>
                  <a:cubicBezTo>
                    <a:pt x="665" y="14874"/>
                    <a:pt x="633" y="14874"/>
                    <a:pt x="641" y="14939"/>
                  </a:cubicBezTo>
                  <a:cubicBezTo>
                    <a:pt x="649" y="14996"/>
                    <a:pt x="616" y="15004"/>
                    <a:pt x="584" y="15004"/>
                  </a:cubicBezTo>
                  <a:cubicBezTo>
                    <a:pt x="582" y="14988"/>
                    <a:pt x="578" y="14982"/>
                    <a:pt x="575" y="14982"/>
                  </a:cubicBezTo>
                  <a:lnTo>
                    <a:pt x="575" y="14982"/>
                  </a:lnTo>
                  <a:cubicBezTo>
                    <a:pt x="567" y="14982"/>
                    <a:pt x="563" y="15027"/>
                    <a:pt x="592" y="15068"/>
                  </a:cubicBezTo>
                  <a:cubicBezTo>
                    <a:pt x="600" y="15125"/>
                    <a:pt x="600" y="15182"/>
                    <a:pt x="576" y="15190"/>
                  </a:cubicBezTo>
                  <a:lnTo>
                    <a:pt x="584" y="15304"/>
                  </a:lnTo>
                  <a:cubicBezTo>
                    <a:pt x="600" y="15425"/>
                    <a:pt x="608" y="15482"/>
                    <a:pt x="681" y="15539"/>
                  </a:cubicBezTo>
                  <a:cubicBezTo>
                    <a:pt x="750" y="15559"/>
                    <a:pt x="811" y="15579"/>
                    <a:pt x="853" y="15579"/>
                  </a:cubicBezTo>
                  <a:cubicBezTo>
                    <a:pt x="894" y="15579"/>
                    <a:pt x="916" y="15559"/>
                    <a:pt x="908" y="15498"/>
                  </a:cubicBezTo>
                  <a:cubicBezTo>
                    <a:pt x="908" y="15498"/>
                    <a:pt x="933" y="15441"/>
                    <a:pt x="965" y="15433"/>
                  </a:cubicBezTo>
                  <a:cubicBezTo>
                    <a:pt x="967" y="15433"/>
                    <a:pt x="969" y="15433"/>
                    <a:pt x="972" y="15433"/>
                  </a:cubicBezTo>
                  <a:cubicBezTo>
                    <a:pt x="1003" y="15433"/>
                    <a:pt x="1038" y="15482"/>
                    <a:pt x="1038" y="15482"/>
                  </a:cubicBezTo>
                  <a:cubicBezTo>
                    <a:pt x="1042" y="15510"/>
                    <a:pt x="1079" y="15520"/>
                    <a:pt x="1134" y="15520"/>
                  </a:cubicBezTo>
                  <a:cubicBezTo>
                    <a:pt x="1190" y="15520"/>
                    <a:pt x="1265" y="15510"/>
                    <a:pt x="1346" y="15498"/>
                  </a:cubicBezTo>
                  <a:cubicBezTo>
                    <a:pt x="1468" y="15479"/>
                    <a:pt x="1552" y="15459"/>
                    <a:pt x="1610" y="15459"/>
                  </a:cubicBezTo>
                  <a:cubicBezTo>
                    <a:pt x="1648" y="15459"/>
                    <a:pt x="1675" y="15468"/>
                    <a:pt x="1695" y="15490"/>
                  </a:cubicBezTo>
                  <a:cubicBezTo>
                    <a:pt x="1725" y="15527"/>
                    <a:pt x="1751" y="15531"/>
                    <a:pt x="1762" y="15531"/>
                  </a:cubicBezTo>
                  <a:cubicBezTo>
                    <a:pt x="1766" y="15531"/>
                    <a:pt x="1768" y="15531"/>
                    <a:pt x="1768" y="15531"/>
                  </a:cubicBezTo>
                  <a:cubicBezTo>
                    <a:pt x="1760" y="15474"/>
                    <a:pt x="1954" y="15425"/>
                    <a:pt x="2181" y="15368"/>
                  </a:cubicBezTo>
                  <a:cubicBezTo>
                    <a:pt x="2416" y="15312"/>
                    <a:pt x="2635" y="15223"/>
                    <a:pt x="2619" y="15174"/>
                  </a:cubicBezTo>
                  <a:lnTo>
                    <a:pt x="2676" y="15150"/>
                  </a:lnTo>
                  <a:cubicBezTo>
                    <a:pt x="2687" y="15176"/>
                    <a:pt x="2708" y="15185"/>
                    <a:pt x="2733" y="15185"/>
                  </a:cubicBezTo>
                  <a:cubicBezTo>
                    <a:pt x="2761" y="15185"/>
                    <a:pt x="2796" y="15174"/>
                    <a:pt x="2830" y="15166"/>
                  </a:cubicBezTo>
                  <a:cubicBezTo>
                    <a:pt x="2846" y="15117"/>
                    <a:pt x="2887" y="15085"/>
                    <a:pt x="2935" y="15068"/>
                  </a:cubicBezTo>
                  <a:cubicBezTo>
                    <a:pt x="2944" y="15098"/>
                    <a:pt x="2957" y="15108"/>
                    <a:pt x="2977" y="15108"/>
                  </a:cubicBezTo>
                  <a:cubicBezTo>
                    <a:pt x="2995" y="15108"/>
                    <a:pt x="3018" y="15100"/>
                    <a:pt x="3049" y="15093"/>
                  </a:cubicBezTo>
                  <a:cubicBezTo>
                    <a:pt x="3114" y="15068"/>
                    <a:pt x="3146" y="15052"/>
                    <a:pt x="3122" y="14996"/>
                  </a:cubicBezTo>
                  <a:cubicBezTo>
                    <a:pt x="3235" y="14947"/>
                    <a:pt x="3357" y="14914"/>
                    <a:pt x="3487" y="14906"/>
                  </a:cubicBezTo>
                  <a:cubicBezTo>
                    <a:pt x="3499" y="14915"/>
                    <a:pt x="3508" y="14919"/>
                    <a:pt x="3516" y="14919"/>
                  </a:cubicBezTo>
                  <a:cubicBezTo>
                    <a:pt x="3544" y="14919"/>
                    <a:pt x="3545" y="14866"/>
                    <a:pt x="3551" y="14809"/>
                  </a:cubicBezTo>
                  <a:cubicBezTo>
                    <a:pt x="3527" y="14760"/>
                    <a:pt x="3535" y="14687"/>
                    <a:pt x="3568" y="14679"/>
                  </a:cubicBezTo>
                  <a:cubicBezTo>
                    <a:pt x="3568" y="14679"/>
                    <a:pt x="3592" y="14736"/>
                    <a:pt x="3616" y="14785"/>
                  </a:cubicBezTo>
                  <a:cubicBezTo>
                    <a:pt x="3611" y="14828"/>
                    <a:pt x="3609" y="14846"/>
                    <a:pt x="3623" y="14846"/>
                  </a:cubicBezTo>
                  <a:cubicBezTo>
                    <a:pt x="3632" y="14846"/>
                    <a:pt x="3647" y="14838"/>
                    <a:pt x="3673" y="14825"/>
                  </a:cubicBezTo>
                  <a:lnTo>
                    <a:pt x="3730" y="14801"/>
                  </a:lnTo>
                  <a:cubicBezTo>
                    <a:pt x="3705" y="14744"/>
                    <a:pt x="3859" y="14679"/>
                    <a:pt x="4070" y="14566"/>
                  </a:cubicBezTo>
                  <a:cubicBezTo>
                    <a:pt x="4330" y="14428"/>
                    <a:pt x="4419" y="14379"/>
                    <a:pt x="4395" y="14331"/>
                  </a:cubicBezTo>
                  <a:cubicBezTo>
                    <a:pt x="4362" y="14282"/>
                    <a:pt x="4395" y="14266"/>
                    <a:pt x="4508" y="14266"/>
                  </a:cubicBezTo>
                  <a:cubicBezTo>
                    <a:pt x="4629" y="14291"/>
                    <a:pt x="4695" y="14304"/>
                    <a:pt x="4730" y="14304"/>
                  </a:cubicBezTo>
                  <a:cubicBezTo>
                    <a:pt x="4774" y="14304"/>
                    <a:pt x="4772" y="14285"/>
                    <a:pt x="4768" y="14250"/>
                  </a:cubicBezTo>
                  <a:lnTo>
                    <a:pt x="4768" y="14250"/>
                  </a:lnTo>
                  <a:cubicBezTo>
                    <a:pt x="4764" y="14252"/>
                    <a:pt x="4761" y="14253"/>
                    <a:pt x="4757" y="14253"/>
                  </a:cubicBezTo>
                  <a:cubicBezTo>
                    <a:pt x="4735" y="14253"/>
                    <a:pt x="4707" y="14210"/>
                    <a:pt x="4678" y="14160"/>
                  </a:cubicBezTo>
                  <a:cubicBezTo>
                    <a:pt x="4642" y="14105"/>
                    <a:pt x="4636" y="14076"/>
                    <a:pt x="4655" y="14076"/>
                  </a:cubicBezTo>
                  <a:cubicBezTo>
                    <a:pt x="4669" y="14076"/>
                    <a:pt x="4697" y="14093"/>
                    <a:pt x="4735" y="14128"/>
                  </a:cubicBezTo>
                  <a:cubicBezTo>
                    <a:pt x="4744" y="14142"/>
                    <a:pt x="4759" y="14149"/>
                    <a:pt x="4778" y="14149"/>
                  </a:cubicBezTo>
                  <a:cubicBezTo>
                    <a:pt x="4898" y="14149"/>
                    <a:pt x="5184" y="13894"/>
                    <a:pt x="5149" y="13796"/>
                  </a:cubicBezTo>
                  <a:cubicBezTo>
                    <a:pt x="5135" y="13775"/>
                    <a:pt x="5127" y="13764"/>
                    <a:pt x="5128" y="13764"/>
                  </a:cubicBezTo>
                  <a:lnTo>
                    <a:pt x="5128" y="13764"/>
                  </a:lnTo>
                  <a:cubicBezTo>
                    <a:pt x="5129" y="13764"/>
                    <a:pt x="5146" y="13787"/>
                    <a:pt x="5189" y="13844"/>
                  </a:cubicBezTo>
                  <a:cubicBezTo>
                    <a:pt x="5201" y="13862"/>
                    <a:pt x="5213" y="13872"/>
                    <a:pt x="5230" y="13872"/>
                  </a:cubicBezTo>
                  <a:cubicBezTo>
                    <a:pt x="5256" y="13872"/>
                    <a:pt x="5294" y="13846"/>
                    <a:pt x="5359" y="13796"/>
                  </a:cubicBezTo>
                  <a:lnTo>
                    <a:pt x="5441" y="13739"/>
                  </a:lnTo>
                  <a:cubicBezTo>
                    <a:pt x="5384" y="13663"/>
                    <a:pt x="5490" y="13602"/>
                    <a:pt x="5554" y="13602"/>
                  </a:cubicBezTo>
                  <a:cubicBezTo>
                    <a:pt x="5573" y="13602"/>
                    <a:pt x="5587" y="13607"/>
                    <a:pt x="5595" y="13617"/>
                  </a:cubicBezTo>
                  <a:cubicBezTo>
                    <a:pt x="5623" y="13628"/>
                    <a:pt x="5639" y="13634"/>
                    <a:pt x="5653" y="13634"/>
                  </a:cubicBezTo>
                  <a:cubicBezTo>
                    <a:pt x="5670" y="13634"/>
                    <a:pt x="5684" y="13624"/>
                    <a:pt x="5716" y="13601"/>
                  </a:cubicBezTo>
                  <a:cubicBezTo>
                    <a:pt x="5722" y="13481"/>
                    <a:pt x="5827" y="13425"/>
                    <a:pt x="5888" y="13425"/>
                  </a:cubicBezTo>
                  <a:cubicBezTo>
                    <a:pt x="5906" y="13425"/>
                    <a:pt x="5920" y="13430"/>
                    <a:pt x="5927" y="13439"/>
                  </a:cubicBezTo>
                  <a:lnTo>
                    <a:pt x="5984" y="13398"/>
                  </a:lnTo>
                  <a:cubicBezTo>
                    <a:pt x="5976" y="13350"/>
                    <a:pt x="6000" y="13301"/>
                    <a:pt x="6049" y="13269"/>
                  </a:cubicBezTo>
                  <a:cubicBezTo>
                    <a:pt x="6122" y="13204"/>
                    <a:pt x="6146" y="13179"/>
                    <a:pt x="6081" y="13155"/>
                  </a:cubicBezTo>
                  <a:cubicBezTo>
                    <a:pt x="6040" y="13115"/>
                    <a:pt x="6008" y="13066"/>
                    <a:pt x="6032" y="13042"/>
                  </a:cubicBezTo>
                  <a:lnTo>
                    <a:pt x="6032" y="13042"/>
                  </a:lnTo>
                  <a:lnTo>
                    <a:pt x="6065" y="13090"/>
                  </a:lnTo>
                  <a:cubicBezTo>
                    <a:pt x="6074" y="13101"/>
                    <a:pt x="6085" y="13106"/>
                    <a:pt x="6098" y="13106"/>
                  </a:cubicBezTo>
                  <a:cubicBezTo>
                    <a:pt x="6142" y="13106"/>
                    <a:pt x="6208" y="13048"/>
                    <a:pt x="6284" y="12985"/>
                  </a:cubicBezTo>
                  <a:cubicBezTo>
                    <a:pt x="6388" y="12887"/>
                    <a:pt x="6439" y="12844"/>
                    <a:pt x="6497" y="12844"/>
                  </a:cubicBezTo>
                  <a:cubicBezTo>
                    <a:pt x="6507" y="12844"/>
                    <a:pt x="6517" y="12845"/>
                    <a:pt x="6527" y="12847"/>
                  </a:cubicBezTo>
                  <a:lnTo>
                    <a:pt x="6511" y="12782"/>
                  </a:lnTo>
                  <a:cubicBezTo>
                    <a:pt x="6500" y="12741"/>
                    <a:pt x="6507" y="12716"/>
                    <a:pt x="6523" y="12716"/>
                  </a:cubicBezTo>
                  <a:cubicBezTo>
                    <a:pt x="6532" y="12716"/>
                    <a:pt x="6545" y="12724"/>
                    <a:pt x="6559" y="12742"/>
                  </a:cubicBezTo>
                  <a:cubicBezTo>
                    <a:pt x="6564" y="12743"/>
                    <a:pt x="6569" y="12743"/>
                    <a:pt x="6574" y="12743"/>
                  </a:cubicBezTo>
                  <a:cubicBezTo>
                    <a:pt x="6637" y="12743"/>
                    <a:pt x="6714" y="12654"/>
                    <a:pt x="6722" y="12571"/>
                  </a:cubicBezTo>
                  <a:lnTo>
                    <a:pt x="6762" y="12523"/>
                  </a:lnTo>
                  <a:cubicBezTo>
                    <a:pt x="6792" y="12540"/>
                    <a:pt x="6819" y="12547"/>
                    <a:pt x="6841" y="12547"/>
                  </a:cubicBezTo>
                  <a:cubicBezTo>
                    <a:pt x="6904" y="12547"/>
                    <a:pt x="6932" y="12487"/>
                    <a:pt x="6884" y="12409"/>
                  </a:cubicBezTo>
                  <a:lnTo>
                    <a:pt x="6884" y="12409"/>
                  </a:lnTo>
                  <a:cubicBezTo>
                    <a:pt x="6899" y="12425"/>
                    <a:pt x="6913" y="12431"/>
                    <a:pt x="6924" y="12431"/>
                  </a:cubicBezTo>
                  <a:cubicBezTo>
                    <a:pt x="6943" y="12431"/>
                    <a:pt x="6958" y="12416"/>
                    <a:pt x="6973" y="12401"/>
                  </a:cubicBezTo>
                  <a:cubicBezTo>
                    <a:pt x="6973" y="12326"/>
                    <a:pt x="7041" y="12246"/>
                    <a:pt x="7087" y="12246"/>
                  </a:cubicBezTo>
                  <a:cubicBezTo>
                    <a:pt x="7096" y="12246"/>
                    <a:pt x="7104" y="12249"/>
                    <a:pt x="7111" y="12255"/>
                  </a:cubicBezTo>
                  <a:lnTo>
                    <a:pt x="7135" y="12231"/>
                  </a:lnTo>
                  <a:cubicBezTo>
                    <a:pt x="7119" y="12190"/>
                    <a:pt x="7127" y="12150"/>
                    <a:pt x="7159" y="12117"/>
                  </a:cubicBezTo>
                  <a:cubicBezTo>
                    <a:pt x="7192" y="12093"/>
                    <a:pt x="7200" y="12044"/>
                    <a:pt x="7176" y="12004"/>
                  </a:cubicBezTo>
                  <a:cubicBezTo>
                    <a:pt x="7151" y="11939"/>
                    <a:pt x="7176" y="11915"/>
                    <a:pt x="7176" y="11915"/>
                  </a:cubicBezTo>
                  <a:cubicBezTo>
                    <a:pt x="7179" y="11911"/>
                    <a:pt x="7183" y="11909"/>
                    <a:pt x="7186" y="11909"/>
                  </a:cubicBezTo>
                  <a:cubicBezTo>
                    <a:pt x="7207" y="11909"/>
                    <a:pt x="7228" y="11965"/>
                    <a:pt x="7249" y="12020"/>
                  </a:cubicBezTo>
                  <a:cubicBezTo>
                    <a:pt x="7249" y="12045"/>
                    <a:pt x="7254" y="12057"/>
                    <a:pt x="7261" y="12057"/>
                  </a:cubicBezTo>
                  <a:cubicBezTo>
                    <a:pt x="7278" y="12057"/>
                    <a:pt x="7304" y="11984"/>
                    <a:pt x="7281" y="11874"/>
                  </a:cubicBezTo>
                  <a:cubicBezTo>
                    <a:pt x="7268" y="11795"/>
                    <a:pt x="7262" y="11758"/>
                    <a:pt x="7266" y="11758"/>
                  </a:cubicBezTo>
                  <a:lnTo>
                    <a:pt x="7266" y="11758"/>
                  </a:lnTo>
                  <a:cubicBezTo>
                    <a:pt x="7270" y="11758"/>
                    <a:pt x="7282" y="11791"/>
                    <a:pt x="7305" y="11850"/>
                  </a:cubicBezTo>
                  <a:cubicBezTo>
                    <a:pt x="7321" y="11892"/>
                    <a:pt x="7337" y="11934"/>
                    <a:pt x="7346" y="11934"/>
                  </a:cubicBezTo>
                  <a:cubicBezTo>
                    <a:pt x="7351" y="11934"/>
                    <a:pt x="7354" y="11922"/>
                    <a:pt x="7354" y="11890"/>
                  </a:cubicBezTo>
                  <a:cubicBezTo>
                    <a:pt x="7354" y="11890"/>
                    <a:pt x="7394" y="11842"/>
                    <a:pt x="7346" y="11801"/>
                  </a:cubicBezTo>
                  <a:lnTo>
                    <a:pt x="7411" y="11720"/>
                  </a:lnTo>
                  <a:cubicBezTo>
                    <a:pt x="7467" y="11720"/>
                    <a:pt x="7516" y="11696"/>
                    <a:pt x="7540" y="11655"/>
                  </a:cubicBezTo>
                  <a:cubicBezTo>
                    <a:pt x="7523" y="11614"/>
                    <a:pt x="7518" y="11603"/>
                    <a:pt x="7544" y="11603"/>
                  </a:cubicBezTo>
                  <a:cubicBezTo>
                    <a:pt x="7555" y="11603"/>
                    <a:pt x="7569" y="11604"/>
                    <a:pt x="7589" y="11606"/>
                  </a:cubicBezTo>
                  <a:cubicBezTo>
                    <a:pt x="7605" y="11620"/>
                    <a:pt x="7617" y="11626"/>
                    <a:pt x="7624" y="11626"/>
                  </a:cubicBezTo>
                  <a:cubicBezTo>
                    <a:pt x="7637" y="11626"/>
                    <a:pt x="7625" y="11599"/>
                    <a:pt x="7565" y="11550"/>
                  </a:cubicBezTo>
                  <a:cubicBezTo>
                    <a:pt x="7536" y="11493"/>
                    <a:pt x="7552" y="11467"/>
                    <a:pt x="7599" y="11467"/>
                  </a:cubicBezTo>
                  <a:cubicBezTo>
                    <a:pt x="7606" y="11467"/>
                    <a:pt x="7614" y="11468"/>
                    <a:pt x="7622" y="11469"/>
                  </a:cubicBezTo>
                  <a:cubicBezTo>
                    <a:pt x="7667" y="11503"/>
                    <a:pt x="7696" y="11515"/>
                    <a:pt x="7710" y="11515"/>
                  </a:cubicBezTo>
                  <a:cubicBezTo>
                    <a:pt x="7726" y="11515"/>
                    <a:pt x="7720" y="11498"/>
                    <a:pt x="7694" y="11477"/>
                  </a:cubicBezTo>
                  <a:cubicBezTo>
                    <a:pt x="7662" y="11412"/>
                    <a:pt x="7686" y="11388"/>
                    <a:pt x="7686" y="11388"/>
                  </a:cubicBezTo>
                  <a:lnTo>
                    <a:pt x="7686" y="11388"/>
                  </a:lnTo>
                  <a:cubicBezTo>
                    <a:pt x="7689" y="11391"/>
                    <a:pt x="7693" y="11392"/>
                    <a:pt x="7697" y="11392"/>
                  </a:cubicBezTo>
                  <a:cubicBezTo>
                    <a:pt x="7753" y="11392"/>
                    <a:pt x="7918" y="11159"/>
                    <a:pt x="8084" y="10934"/>
                  </a:cubicBezTo>
                  <a:cubicBezTo>
                    <a:pt x="8100" y="10909"/>
                    <a:pt x="8067" y="10844"/>
                    <a:pt x="8019" y="10812"/>
                  </a:cubicBezTo>
                  <a:cubicBezTo>
                    <a:pt x="7973" y="10781"/>
                    <a:pt x="7959" y="10772"/>
                    <a:pt x="7965" y="10772"/>
                  </a:cubicBezTo>
                  <a:lnTo>
                    <a:pt x="7965" y="10772"/>
                  </a:lnTo>
                  <a:cubicBezTo>
                    <a:pt x="7971" y="10772"/>
                    <a:pt x="8001" y="10783"/>
                    <a:pt x="8035" y="10788"/>
                  </a:cubicBezTo>
                  <a:cubicBezTo>
                    <a:pt x="8088" y="10811"/>
                    <a:pt x="8128" y="10820"/>
                    <a:pt x="8153" y="10820"/>
                  </a:cubicBezTo>
                  <a:cubicBezTo>
                    <a:pt x="8206" y="10820"/>
                    <a:pt x="8187" y="10775"/>
                    <a:pt x="8076" y="10731"/>
                  </a:cubicBezTo>
                  <a:cubicBezTo>
                    <a:pt x="7994" y="10709"/>
                    <a:pt x="7967" y="10702"/>
                    <a:pt x="7999" y="10702"/>
                  </a:cubicBezTo>
                  <a:cubicBezTo>
                    <a:pt x="8015" y="10702"/>
                    <a:pt x="8046" y="10704"/>
                    <a:pt x="8092" y="10707"/>
                  </a:cubicBezTo>
                  <a:cubicBezTo>
                    <a:pt x="8157" y="10707"/>
                    <a:pt x="8157" y="10707"/>
                    <a:pt x="8124" y="10650"/>
                  </a:cubicBezTo>
                  <a:cubicBezTo>
                    <a:pt x="8090" y="10627"/>
                    <a:pt x="8088" y="10604"/>
                    <a:pt x="8107" y="10604"/>
                  </a:cubicBezTo>
                  <a:cubicBezTo>
                    <a:pt x="8115" y="10604"/>
                    <a:pt x="8126" y="10608"/>
                    <a:pt x="8140" y="10617"/>
                  </a:cubicBezTo>
                  <a:cubicBezTo>
                    <a:pt x="8165" y="10620"/>
                    <a:pt x="8188" y="10622"/>
                    <a:pt x="8207" y="10622"/>
                  </a:cubicBezTo>
                  <a:cubicBezTo>
                    <a:pt x="8244" y="10622"/>
                    <a:pt x="8262" y="10615"/>
                    <a:pt x="8230" y="10593"/>
                  </a:cubicBezTo>
                  <a:cubicBezTo>
                    <a:pt x="8230" y="10593"/>
                    <a:pt x="8246" y="10569"/>
                    <a:pt x="8311" y="10569"/>
                  </a:cubicBezTo>
                  <a:cubicBezTo>
                    <a:pt x="8384" y="10569"/>
                    <a:pt x="8343" y="10512"/>
                    <a:pt x="8311" y="10447"/>
                  </a:cubicBezTo>
                  <a:cubicBezTo>
                    <a:pt x="8281" y="10358"/>
                    <a:pt x="8275" y="10314"/>
                    <a:pt x="8296" y="10314"/>
                  </a:cubicBezTo>
                  <a:cubicBezTo>
                    <a:pt x="8309" y="10314"/>
                    <a:pt x="8333" y="10331"/>
                    <a:pt x="8367" y="10366"/>
                  </a:cubicBezTo>
                  <a:cubicBezTo>
                    <a:pt x="8383" y="10383"/>
                    <a:pt x="8397" y="10390"/>
                    <a:pt x="8409" y="10390"/>
                  </a:cubicBezTo>
                  <a:cubicBezTo>
                    <a:pt x="8459" y="10390"/>
                    <a:pt x="8472" y="10261"/>
                    <a:pt x="8400" y="10196"/>
                  </a:cubicBezTo>
                  <a:cubicBezTo>
                    <a:pt x="8344" y="10140"/>
                    <a:pt x="8323" y="10119"/>
                    <a:pt x="8327" y="10119"/>
                  </a:cubicBezTo>
                  <a:lnTo>
                    <a:pt x="8327" y="10119"/>
                  </a:lnTo>
                  <a:cubicBezTo>
                    <a:pt x="8330" y="10119"/>
                    <a:pt x="8341" y="10127"/>
                    <a:pt x="8359" y="10139"/>
                  </a:cubicBezTo>
                  <a:cubicBezTo>
                    <a:pt x="8378" y="10147"/>
                    <a:pt x="8393" y="10150"/>
                    <a:pt x="8403" y="10150"/>
                  </a:cubicBezTo>
                  <a:cubicBezTo>
                    <a:pt x="8425" y="10150"/>
                    <a:pt x="8432" y="10139"/>
                    <a:pt x="8432" y="10139"/>
                  </a:cubicBezTo>
                  <a:cubicBezTo>
                    <a:pt x="8444" y="10116"/>
                    <a:pt x="8456" y="10097"/>
                    <a:pt x="8482" y="10097"/>
                  </a:cubicBezTo>
                  <a:cubicBezTo>
                    <a:pt x="8493" y="10097"/>
                    <a:pt x="8505" y="10100"/>
                    <a:pt x="8521" y="10107"/>
                  </a:cubicBezTo>
                  <a:cubicBezTo>
                    <a:pt x="8521" y="10107"/>
                    <a:pt x="8538" y="10074"/>
                    <a:pt x="8513" y="9993"/>
                  </a:cubicBezTo>
                  <a:cubicBezTo>
                    <a:pt x="8445" y="9890"/>
                    <a:pt x="8504" y="9833"/>
                    <a:pt x="8598" y="9833"/>
                  </a:cubicBezTo>
                  <a:cubicBezTo>
                    <a:pt x="8615" y="9833"/>
                    <a:pt x="8633" y="9835"/>
                    <a:pt x="8651" y="9839"/>
                  </a:cubicBezTo>
                  <a:lnTo>
                    <a:pt x="8627" y="9750"/>
                  </a:lnTo>
                  <a:cubicBezTo>
                    <a:pt x="8563" y="9692"/>
                    <a:pt x="8524" y="9646"/>
                    <a:pt x="8546" y="9646"/>
                  </a:cubicBezTo>
                  <a:cubicBezTo>
                    <a:pt x="8555" y="9646"/>
                    <a:pt x="8573" y="9653"/>
                    <a:pt x="8603" y="9669"/>
                  </a:cubicBezTo>
                  <a:cubicBezTo>
                    <a:pt x="8623" y="9678"/>
                    <a:pt x="8644" y="9687"/>
                    <a:pt x="8659" y="9693"/>
                  </a:cubicBezTo>
                  <a:cubicBezTo>
                    <a:pt x="8581" y="9628"/>
                    <a:pt x="8639" y="9558"/>
                    <a:pt x="8724" y="9558"/>
                  </a:cubicBezTo>
                  <a:cubicBezTo>
                    <a:pt x="8744" y="9558"/>
                    <a:pt x="8767" y="9562"/>
                    <a:pt x="8789" y="9571"/>
                  </a:cubicBezTo>
                  <a:cubicBezTo>
                    <a:pt x="8812" y="9583"/>
                    <a:pt x="8824" y="9589"/>
                    <a:pt x="8832" y="9589"/>
                  </a:cubicBezTo>
                  <a:cubicBezTo>
                    <a:pt x="8841" y="9589"/>
                    <a:pt x="8845" y="9581"/>
                    <a:pt x="8854" y="9563"/>
                  </a:cubicBezTo>
                  <a:lnTo>
                    <a:pt x="8805" y="9539"/>
                  </a:lnTo>
                  <a:cubicBezTo>
                    <a:pt x="8748" y="9515"/>
                    <a:pt x="8692" y="9490"/>
                    <a:pt x="8708" y="9458"/>
                  </a:cubicBezTo>
                  <a:cubicBezTo>
                    <a:pt x="8720" y="9440"/>
                    <a:pt x="8732" y="9417"/>
                    <a:pt x="8758" y="9417"/>
                  </a:cubicBezTo>
                  <a:cubicBezTo>
                    <a:pt x="8767" y="9417"/>
                    <a:pt x="8777" y="9419"/>
                    <a:pt x="8789" y="9426"/>
                  </a:cubicBezTo>
                  <a:cubicBezTo>
                    <a:pt x="8862" y="9417"/>
                    <a:pt x="8927" y="9409"/>
                    <a:pt x="8878" y="9385"/>
                  </a:cubicBezTo>
                  <a:cubicBezTo>
                    <a:pt x="8878" y="9385"/>
                    <a:pt x="8894" y="9361"/>
                    <a:pt x="8959" y="9353"/>
                  </a:cubicBezTo>
                  <a:cubicBezTo>
                    <a:pt x="8975" y="9320"/>
                    <a:pt x="8984" y="9288"/>
                    <a:pt x="9008" y="9231"/>
                  </a:cubicBezTo>
                  <a:cubicBezTo>
                    <a:pt x="8973" y="9183"/>
                    <a:pt x="8986" y="9128"/>
                    <a:pt x="9025" y="9128"/>
                  </a:cubicBezTo>
                  <a:cubicBezTo>
                    <a:pt x="9032" y="9128"/>
                    <a:pt x="9040" y="9130"/>
                    <a:pt x="9048" y="9134"/>
                  </a:cubicBezTo>
                  <a:cubicBezTo>
                    <a:pt x="9057" y="9093"/>
                    <a:pt x="9057" y="9053"/>
                    <a:pt x="9024" y="9020"/>
                  </a:cubicBezTo>
                  <a:cubicBezTo>
                    <a:pt x="9049" y="8970"/>
                    <a:pt x="9060" y="8939"/>
                    <a:pt x="9090" y="8939"/>
                  </a:cubicBezTo>
                  <a:cubicBezTo>
                    <a:pt x="9098" y="8939"/>
                    <a:pt x="9109" y="8942"/>
                    <a:pt x="9121" y="8947"/>
                  </a:cubicBezTo>
                  <a:cubicBezTo>
                    <a:pt x="9142" y="8953"/>
                    <a:pt x="9155" y="8957"/>
                    <a:pt x="9161" y="8957"/>
                  </a:cubicBezTo>
                  <a:cubicBezTo>
                    <a:pt x="9172" y="8957"/>
                    <a:pt x="9160" y="8946"/>
                    <a:pt x="9130" y="8915"/>
                  </a:cubicBezTo>
                  <a:cubicBezTo>
                    <a:pt x="9081" y="8890"/>
                    <a:pt x="9089" y="8858"/>
                    <a:pt x="9105" y="8834"/>
                  </a:cubicBezTo>
                  <a:lnTo>
                    <a:pt x="9130" y="8769"/>
                  </a:lnTo>
                  <a:cubicBezTo>
                    <a:pt x="9073" y="8744"/>
                    <a:pt x="9073" y="8744"/>
                    <a:pt x="9081" y="8720"/>
                  </a:cubicBezTo>
                  <a:cubicBezTo>
                    <a:pt x="9097" y="8688"/>
                    <a:pt x="9186" y="8615"/>
                    <a:pt x="9203" y="8582"/>
                  </a:cubicBezTo>
                  <a:cubicBezTo>
                    <a:pt x="9226" y="8513"/>
                    <a:pt x="9228" y="8493"/>
                    <a:pt x="9204" y="8493"/>
                  </a:cubicBezTo>
                  <a:cubicBezTo>
                    <a:pt x="9195" y="8493"/>
                    <a:pt x="9181" y="8497"/>
                    <a:pt x="9162" y="8501"/>
                  </a:cubicBezTo>
                  <a:cubicBezTo>
                    <a:pt x="9159" y="8509"/>
                    <a:pt x="9152" y="8513"/>
                    <a:pt x="9145" y="8513"/>
                  </a:cubicBezTo>
                  <a:cubicBezTo>
                    <a:pt x="9132" y="8513"/>
                    <a:pt x="9123" y="8496"/>
                    <a:pt x="9178" y="8469"/>
                  </a:cubicBezTo>
                  <a:cubicBezTo>
                    <a:pt x="9227" y="8404"/>
                    <a:pt x="9267" y="8331"/>
                    <a:pt x="9300" y="8258"/>
                  </a:cubicBezTo>
                  <a:cubicBezTo>
                    <a:pt x="9340" y="8128"/>
                    <a:pt x="9340" y="8128"/>
                    <a:pt x="9284" y="8112"/>
                  </a:cubicBezTo>
                  <a:cubicBezTo>
                    <a:pt x="9154" y="8112"/>
                    <a:pt x="9162" y="8080"/>
                    <a:pt x="9292" y="8080"/>
                  </a:cubicBezTo>
                  <a:cubicBezTo>
                    <a:pt x="9421" y="8047"/>
                    <a:pt x="9438" y="8015"/>
                    <a:pt x="9373" y="7999"/>
                  </a:cubicBezTo>
                  <a:cubicBezTo>
                    <a:pt x="9324" y="7950"/>
                    <a:pt x="9324" y="7950"/>
                    <a:pt x="9340" y="7917"/>
                  </a:cubicBezTo>
                  <a:lnTo>
                    <a:pt x="9340" y="7917"/>
                  </a:lnTo>
                  <a:cubicBezTo>
                    <a:pt x="9350" y="7920"/>
                    <a:pt x="9358" y="7922"/>
                    <a:pt x="9365" y="7922"/>
                  </a:cubicBezTo>
                  <a:cubicBezTo>
                    <a:pt x="9398" y="7922"/>
                    <a:pt x="9398" y="7889"/>
                    <a:pt x="9365" y="7828"/>
                  </a:cubicBezTo>
                  <a:cubicBezTo>
                    <a:pt x="9370" y="7807"/>
                    <a:pt x="9372" y="7799"/>
                    <a:pt x="9392" y="7799"/>
                  </a:cubicBezTo>
                  <a:cubicBezTo>
                    <a:pt x="9402" y="7799"/>
                    <a:pt x="9416" y="7801"/>
                    <a:pt x="9438" y="7804"/>
                  </a:cubicBezTo>
                  <a:lnTo>
                    <a:pt x="9454" y="7739"/>
                  </a:lnTo>
                  <a:cubicBezTo>
                    <a:pt x="9348" y="7650"/>
                    <a:pt x="9446" y="7463"/>
                    <a:pt x="9511" y="7447"/>
                  </a:cubicBezTo>
                  <a:cubicBezTo>
                    <a:pt x="9511" y="7447"/>
                    <a:pt x="9519" y="7415"/>
                    <a:pt x="9470" y="7366"/>
                  </a:cubicBezTo>
                  <a:cubicBezTo>
                    <a:pt x="9383" y="7322"/>
                    <a:pt x="9367" y="7293"/>
                    <a:pt x="9417" y="7293"/>
                  </a:cubicBezTo>
                  <a:cubicBezTo>
                    <a:pt x="9432" y="7293"/>
                    <a:pt x="9452" y="7296"/>
                    <a:pt x="9478" y="7301"/>
                  </a:cubicBezTo>
                  <a:cubicBezTo>
                    <a:pt x="9526" y="7311"/>
                    <a:pt x="9555" y="7317"/>
                    <a:pt x="9566" y="7317"/>
                  </a:cubicBezTo>
                  <a:cubicBezTo>
                    <a:pt x="9582" y="7317"/>
                    <a:pt x="9555" y="7303"/>
                    <a:pt x="9486" y="7269"/>
                  </a:cubicBezTo>
                  <a:cubicBezTo>
                    <a:pt x="9445" y="7227"/>
                    <a:pt x="9462" y="7103"/>
                    <a:pt x="9539" y="7103"/>
                  </a:cubicBezTo>
                  <a:cubicBezTo>
                    <a:pt x="9552" y="7103"/>
                    <a:pt x="9567" y="7107"/>
                    <a:pt x="9584" y="7115"/>
                  </a:cubicBezTo>
                  <a:lnTo>
                    <a:pt x="9697" y="7131"/>
                  </a:lnTo>
                  <a:cubicBezTo>
                    <a:pt x="9648" y="7090"/>
                    <a:pt x="9657" y="7058"/>
                    <a:pt x="9657" y="7058"/>
                  </a:cubicBezTo>
                  <a:cubicBezTo>
                    <a:pt x="9592" y="7050"/>
                    <a:pt x="9600" y="7018"/>
                    <a:pt x="9624" y="6912"/>
                  </a:cubicBezTo>
                  <a:cubicBezTo>
                    <a:pt x="9632" y="6847"/>
                    <a:pt x="9592" y="6701"/>
                    <a:pt x="9600" y="6636"/>
                  </a:cubicBezTo>
                  <a:cubicBezTo>
                    <a:pt x="9608" y="6572"/>
                    <a:pt x="9616" y="6474"/>
                    <a:pt x="9681" y="6442"/>
                  </a:cubicBezTo>
                  <a:cubicBezTo>
                    <a:pt x="9689" y="6393"/>
                    <a:pt x="9673" y="6336"/>
                    <a:pt x="9632" y="6304"/>
                  </a:cubicBezTo>
                  <a:cubicBezTo>
                    <a:pt x="9575" y="6263"/>
                    <a:pt x="9584" y="6199"/>
                    <a:pt x="9640" y="6199"/>
                  </a:cubicBezTo>
                  <a:lnTo>
                    <a:pt x="9640" y="6166"/>
                  </a:lnTo>
                  <a:cubicBezTo>
                    <a:pt x="9592" y="6093"/>
                    <a:pt x="9592" y="6061"/>
                    <a:pt x="9592" y="6061"/>
                  </a:cubicBezTo>
                  <a:lnTo>
                    <a:pt x="9592" y="6061"/>
                  </a:lnTo>
                  <a:cubicBezTo>
                    <a:pt x="9598" y="6062"/>
                    <a:pt x="9604" y="6062"/>
                    <a:pt x="9610" y="6062"/>
                  </a:cubicBezTo>
                  <a:cubicBezTo>
                    <a:pt x="9661" y="6062"/>
                    <a:pt x="9707" y="6032"/>
                    <a:pt x="9657" y="5996"/>
                  </a:cubicBezTo>
                  <a:cubicBezTo>
                    <a:pt x="9592" y="5996"/>
                    <a:pt x="9600" y="5964"/>
                    <a:pt x="9600" y="5899"/>
                  </a:cubicBezTo>
                  <a:cubicBezTo>
                    <a:pt x="9632" y="5866"/>
                    <a:pt x="9657" y="5566"/>
                    <a:pt x="9640" y="5274"/>
                  </a:cubicBezTo>
                  <a:cubicBezTo>
                    <a:pt x="9632" y="4987"/>
                    <a:pt x="9585" y="4707"/>
                    <a:pt x="9553" y="4707"/>
                  </a:cubicBezTo>
                  <a:cubicBezTo>
                    <a:pt x="9552" y="4707"/>
                    <a:pt x="9552" y="4707"/>
                    <a:pt x="9551" y="4707"/>
                  </a:cubicBezTo>
                  <a:lnTo>
                    <a:pt x="9543" y="4601"/>
                  </a:lnTo>
                  <a:cubicBezTo>
                    <a:pt x="9535" y="4569"/>
                    <a:pt x="9527" y="4504"/>
                    <a:pt x="9527" y="4504"/>
                  </a:cubicBezTo>
                  <a:cubicBezTo>
                    <a:pt x="9648" y="4488"/>
                    <a:pt x="9559" y="4318"/>
                    <a:pt x="9478" y="4228"/>
                  </a:cubicBezTo>
                  <a:cubicBezTo>
                    <a:pt x="9438" y="4220"/>
                    <a:pt x="9405" y="4188"/>
                    <a:pt x="9405" y="4139"/>
                  </a:cubicBezTo>
                  <a:cubicBezTo>
                    <a:pt x="9519" y="4115"/>
                    <a:pt x="9494" y="4010"/>
                    <a:pt x="9421" y="3961"/>
                  </a:cubicBezTo>
                  <a:cubicBezTo>
                    <a:pt x="9300" y="3953"/>
                    <a:pt x="9292" y="3920"/>
                    <a:pt x="9405" y="3888"/>
                  </a:cubicBezTo>
                  <a:cubicBezTo>
                    <a:pt x="9527" y="3864"/>
                    <a:pt x="9503" y="3791"/>
                    <a:pt x="9316" y="3774"/>
                  </a:cubicBezTo>
                  <a:cubicBezTo>
                    <a:pt x="9243" y="3750"/>
                    <a:pt x="9243" y="3750"/>
                    <a:pt x="9292" y="3701"/>
                  </a:cubicBezTo>
                  <a:cubicBezTo>
                    <a:pt x="9379" y="3648"/>
                    <a:pt x="9388" y="3616"/>
                    <a:pt x="9357" y="3616"/>
                  </a:cubicBezTo>
                  <a:cubicBezTo>
                    <a:pt x="9350" y="3616"/>
                    <a:pt x="9342" y="3618"/>
                    <a:pt x="9332" y="3620"/>
                  </a:cubicBezTo>
                  <a:cubicBezTo>
                    <a:pt x="9211" y="3620"/>
                    <a:pt x="9203" y="3588"/>
                    <a:pt x="9300" y="3515"/>
                  </a:cubicBezTo>
                  <a:cubicBezTo>
                    <a:pt x="9380" y="3435"/>
                    <a:pt x="9394" y="3415"/>
                    <a:pt x="9325" y="3415"/>
                  </a:cubicBezTo>
                  <a:cubicBezTo>
                    <a:pt x="9310" y="3415"/>
                    <a:pt x="9291" y="3416"/>
                    <a:pt x="9267" y="3418"/>
                  </a:cubicBezTo>
                  <a:cubicBezTo>
                    <a:pt x="9262" y="3418"/>
                    <a:pt x="9256" y="3419"/>
                    <a:pt x="9251" y="3419"/>
                  </a:cubicBezTo>
                  <a:cubicBezTo>
                    <a:pt x="9149" y="3419"/>
                    <a:pt x="9102" y="3277"/>
                    <a:pt x="9203" y="3215"/>
                  </a:cubicBezTo>
                  <a:cubicBezTo>
                    <a:pt x="9189" y="3187"/>
                    <a:pt x="9217" y="3147"/>
                    <a:pt x="9188" y="3147"/>
                  </a:cubicBezTo>
                  <a:cubicBezTo>
                    <a:pt x="9184" y="3147"/>
                    <a:pt x="9178" y="3148"/>
                    <a:pt x="9170" y="3150"/>
                  </a:cubicBezTo>
                  <a:lnTo>
                    <a:pt x="9219" y="3093"/>
                  </a:lnTo>
                  <a:lnTo>
                    <a:pt x="9186" y="3029"/>
                  </a:lnTo>
                  <a:lnTo>
                    <a:pt x="9130" y="3053"/>
                  </a:lnTo>
                  <a:cubicBezTo>
                    <a:pt x="9105" y="2883"/>
                    <a:pt x="9048" y="2720"/>
                    <a:pt x="8975" y="2574"/>
                  </a:cubicBezTo>
                  <a:cubicBezTo>
                    <a:pt x="8825" y="2299"/>
                    <a:pt x="8757" y="2203"/>
                    <a:pt x="8723" y="2203"/>
                  </a:cubicBezTo>
                  <a:cubicBezTo>
                    <a:pt x="8713" y="2203"/>
                    <a:pt x="8705" y="2211"/>
                    <a:pt x="8700" y="2226"/>
                  </a:cubicBezTo>
                  <a:cubicBezTo>
                    <a:pt x="8672" y="2260"/>
                    <a:pt x="8648" y="2274"/>
                    <a:pt x="8633" y="2274"/>
                  </a:cubicBezTo>
                  <a:cubicBezTo>
                    <a:pt x="8605" y="2274"/>
                    <a:pt x="8606" y="2224"/>
                    <a:pt x="8659" y="2161"/>
                  </a:cubicBezTo>
                  <a:cubicBezTo>
                    <a:pt x="8643" y="2137"/>
                    <a:pt x="8651" y="2039"/>
                    <a:pt x="8611" y="1983"/>
                  </a:cubicBezTo>
                  <a:cubicBezTo>
                    <a:pt x="8562" y="1918"/>
                    <a:pt x="8521" y="1861"/>
                    <a:pt x="8562" y="1829"/>
                  </a:cubicBezTo>
                  <a:lnTo>
                    <a:pt x="8546" y="1796"/>
                  </a:lnTo>
                  <a:cubicBezTo>
                    <a:pt x="8542" y="1796"/>
                    <a:pt x="8539" y="1796"/>
                    <a:pt x="8536" y="1796"/>
                  </a:cubicBezTo>
                  <a:cubicBezTo>
                    <a:pt x="8401" y="1796"/>
                    <a:pt x="8261" y="1639"/>
                    <a:pt x="8230" y="1520"/>
                  </a:cubicBezTo>
                  <a:cubicBezTo>
                    <a:pt x="8189" y="1464"/>
                    <a:pt x="8124" y="1431"/>
                    <a:pt x="8059" y="1431"/>
                  </a:cubicBezTo>
                  <a:cubicBezTo>
                    <a:pt x="7962" y="1423"/>
                    <a:pt x="7962" y="1423"/>
                    <a:pt x="7978" y="1350"/>
                  </a:cubicBezTo>
                  <a:cubicBezTo>
                    <a:pt x="8017" y="1311"/>
                    <a:pt x="7941" y="1177"/>
                    <a:pt x="7867" y="1177"/>
                  </a:cubicBezTo>
                  <a:cubicBezTo>
                    <a:pt x="7850" y="1177"/>
                    <a:pt x="7832" y="1185"/>
                    <a:pt x="7816" y="1204"/>
                  </a:cubicBezTo>
                  <a:lnTo>
                    <a:pt x="7824" y="1131"/>
                  </a:lnTo>
                  <a:cubicBezTo>
                    <a:pt x="7828" y="1101"/>
                    <a:pt x="7816" y="1089"/>
                    <a:pt x="7799" y="1089"/>
                  </a:cubicBezTo>
                  <a:cubicBezTo>
                    <a:pt x="7779" y="1089"/>
                    <a:pt x="7752" y="1105"/>
                    <a:pt x="7735" y="1131"/>
                  </a:cubicBezTo>
                  <a:cubicBezTo>
                    <a:pt x="7704" y="1166"/>
                    <a:pt x="7681" y="1185"/>
                    <a:pt x="7669" y="1185"/>
                  </a:cubicBezTo>
                  <a:cubicBezTo>
                    <a:pt x="7651" y="1185"/>
                    <a:pt x="7661" y="1138"/>
                    <a:pt x="7711" y="1034"/>
                  </a:cubicBezTo>
                  <a:cubicBezTo>
                    <a:pt x="7759" y="975"/>
                    <a:pt x="7765" y="945"/>
                    <a:pt x="7751" y="945"/>
                  </a:cubicBezTo>
                  <a:cubicBezTo>
                    <a:pt x="7744" y="945"/>
                    <a:pt x="7733" y="953"/>
                    <a:pt x="7719" y="969"/>
                  </a:cubicBezTo>
                  <a:cubicBezTo>
                    <a:pt x="7686" y="981"/>
                    <a:pt x="7654" y="993"/>
                    <a:pt x="7631" y="993"/>
                  </a:cubicBezTo>
                  <a:cubicBezTo>
                    <a:pt x="7607" y="993"/>
                    <a:pt x="7593" y="981"/>
                    <a:pt x="7597" y="945"/>
                  </a:cubicBezTo>
                  <a:cubicBezTo>
                    <a:pt x="7584" y="938"/>
                    <a:pt x="7570" y="930"/>
                    <a:pt x="7554" y="930"/>
                  </a:cubicBezTo>
                  <a:cubicBezTo>
                    <a:pt x="7532" y="930"/>
                    <a:pt x="7505" y="945"/>
                    <a:pt x="7467" y="1002"/>
                  </a:cubicBezTo>
                  <a:cubicBezTo>
                    <a:pt x="7450" y="1023"/>
                    <a:pt x="7435" y="1030"/>
                    <a:pt x="7421" y="1030"/>
                  </a:cubicBezTo>
                  <a:cubicBezTo>
                    <a:pt x="7404" y="1030"/>
                    <a:pt x="7388" y="1019"/>
                    <a:pt x="7370" y="1010"/>
                  </a:cubicBezTo>
                  <a:cubicBezTo>
                    <a:pt x="7403" y="961"/>
                    <a:pt x="7403" y="961"/>
                    <a:pt x="7467" y="929"/>
                  </a:cubicBezTo>
                  <a:lnTo>
                    <a:pt x="7467" y="929"/>
                  </a:lnTo>
                  <a:cubicBezTo>
                    <a:pt x="7476" y="935"/>
                    <a:pt x="7480" y="938"/>
                    <a:pt x="7480" y="938"/>
                  </a:cubicBezTo>
                  <a:cubicBezTo>
                    <a:pt x="7480" y="938"/>
                    <a:pt x="7476" y="935"/>
                    <a:pt x="7467" y="929"/>
                  </a:cubicBezTo>
                  <a:cubicBezTo>
                    <a:pt x="7467" y="929"/>
                    <a:pt x="7467" y="929"/>
                    <a:pt x="7467" y="929"/>
                  </a:cubicBezTo>
                  <a:lnTo>
                    <a:pt x="7467" y="929"/>
                  </a:lnTo>
                  <a:cubicBezTo>
                    <a:pt x="7455" y="920"/>
                    <a:pt x="7435" y="905"/>
                    <a:pt x="7411" y="888"/>
                  </a:cubicBezTo>
                  <a:cubicBezTo>
                    <a:pt x="7370" y="848"/>
                    <a:pt x="7362" y="783"/>
                    <a:pt x="7386" y="726"/>
                  </a:cubicBezTo>
                  <a:cubicBezTo>
                    <a:pt x="7386" y="691"/>
                    <a:pt x="7379" y="669"/>
                    <a:pt x="7368" y="669"/>
                  </a:cubicBezTo>
                  <a:cubicBezTo>
                    <a:pt x="7355" y="669"/>
                    <a:pt x="7338" y="695"/>
                    <a:pt x="7322" y="758"/>
                  </a:cubicBezTo>
                  <a:cubicBezTo>
                    <a:pt x="7282" y="817"/>
                    <a:pt x="7267" y="841"/>
                    <a:pt x="7246" y="841"/>
                  </a:cubicBezTo>
                  <a:cubicBezTo>
                    <a:pt x="7233" y="841"/>
                    <a:pt x="7217" y="831"/>
                    <a:pt x="7192" y="815"/>
                  </a:cubicBezTo>
                  <a:cubicBezTo>
                    <a:pt x="7167" y="799"/>
                    <a:pt x="7135" y="783"/>
                    <a:pt x="7167" y="726"/>
                  </a:cubicBezTo>
                  <a:cubicBezTo>
                    <a:pt x="7192" y="677"/>
                    <a:pt x="7192" y="677"/>
                    <a:pt x="7135" y="637"/>
                  </a:cubicBezTo>
                  <a:cubicBezTo>
                    <a:pt x="7117" y="626"/>
                    <a:pt x="7096" y="621"/>
                    <a:pt x="7073" y="621"/>
                  </a:cubicBezTo>
                  <a:cubicBezTo>
                    <a:pt x="6972" y="621"/>
                    <a:pt x="6836" y="710"/>
                    <a:pt x="6770" y="783"/>
                  </a:cubicBezTo>
                  <a:cubicBezTo>
                    <a:pt x="6743" y="833"/>
                    <a:pt x="6729" y="860"/>
                    <a:pt x="6724" y="860"/>
                  </a:cubicBezTo>
                  <a:cubicBezTo>
                    <a:pt x="6719" y="860"/>
                    <a:pt x="6725" y="829"/>
                    <a:pt x="6738" y="766"/>
                  </a:cubicBezTo>
                  <a:cubicBezTo>
                    <a:pt x="6762" y="710"/>
                    <a:pt x="6738" y="693"/>
                    <a:pt x="6705" y="677"/>
                  </a:cubicBezTo>
                  <a:cubicBezTo>
                    <a:pt x="6698" y="694"/>
                    <a:pt x="6693" y="699"/>
                    <a:pt x="6689" y="699"/>
                  </a:cubicBezTo>
                  <a:cubicBezTo>
                    <a:pt x="6681" y="699"/>
                    <a:pt x="6682" y="675"/>
                    <a:pt x="6696" y="675"/>
                  </a:cubicBezTo>
                  <a:cubicBezTo>
                    <a:pt x="6699" y="675"/>
                    <a:pt x="6702" y="676"/>
                    <a:pt x="6705" y="677"/>
                  </a:cubicBezTo>
                  <a:cubicBezTo>
                    <a:pt x="6717" y="649"/>
                    <a:pt x="6732" y="639"/>
                    <a:pt x="6747" y="639"/>
                  </a:cubicBezTo>
                  <a:cubicBezTo>
                    <a:pt x="6762" y="639"/>
                    <a:pt x="6778" y="649"/>
                    <a:pt x="6795" y="661"/>
                  </a:cubicBezTo>
                  <a:lnTo>
                    <a:pt x="6819" y="604"/>
                  </a:lnTo>
                  <a:cubicBezTo>
                    <a:pt x="6833" y="533"/>
                    <a:pt x="6828" y="496"/>
                    <a:pt x="6804" y="496"/>
                  </a:cubicBezTo>
                  <a:cubicBezTo>
                    <a:pt x="6786" y="496"/>
                    <a:pt x="6759" y="515"/>
                    <a:pt x="6722" y="556"/>
                  </a:cubicBezTo>
                  <a:cubicBezTo>
                    <a:pt x="6697" y="573"/>
                    <a:pt x="6683" y="583"/>
                    <a:pt x="6675" y="583"/>
                  </a:cubicBezTo>
                  <a:cubicBezTo>
                    <a:pt x="6663" y="583"/>
                    <a:pt x="6661" y="565"/>
                    <a:pt x="6657" y="523"/>
                  </a:cubicBezTo>
                  <a:cubicBezTo>
                    <a:pt x="6651" y="475"/>
                    <a:pt x="6645" y="422"/>
                    <a:pt x="6632" y="422"/>
                  </a:cubicBezTo>
                  <a:cubicBezTo>
                    <a:pt x="6627" y="422"/>
                    <a:pt x="6622" y="428"/>
                    <a:pt x="6616" y="442"/>
                  </a:cubicBezTo>
                  <a:cubicBezTo>
                    <a:pt x="6576" y="418"/>
                    <a:pt x="6551" y="385"/>
                    <a:pt x="6535" y="337"/>
                  </a:cubicBezTo>
                  <a:cubicBezTo>
                    <a:pt x="6503" y="325"/>
                    <a:pt x="6478" y="314"/>
                    <a:pt x="6459" y="314"/>
                  </a:cubicBezTo>
                  <a:cubicBezTo>
                    <a:pt x="6440" y="314"/>
                    <a:pt x="6426" y="325"/>
                    <a:pt x="6413" y="353"/>
                  </a:cubicBezTo>
                  <a:cubicBezTo>
                    <a:pt x="6399" y="386"/>
                    <a:pt x="6382" y="397"/>
                    <a:pt x="6364" y="397"/>
                  </a:cubicBezTo>
                  <a:cubicBezTo>
                    <a:pt x="6351" y="397"/>
                    <a:pt x="6338" y="392"/>
                    <a:pt x="6324" y="385"/>
                  </a:cubicBezTo>
                  <a:cubicBezTo>
                    <a:pt x="6311" y="379"/>
                    <a:pt x="6298" y="373"/>
                    <a:pt x="6285" y="373"/>
                  </a:cubicBezTo>
                  <a:cubicBezTo>
                    <a:pt x="6267" y="373"/>
                    <a:pt x="6249" y="384"/>
                    <a:pt x="6235" y="418"/>
                  </a:cubicBezTo>
                  <a:cubicBezTo>
                    <a:pt x="6222" y="463"/>
                    <a:pt x="6183" y="498"/>
                    <a:pt x="6135" y="498"/>
                  </a:cubicBezTo>
                  <a:cubicBezTo>
                    <a:pt x="6123" y="498"/>
                    <a:pt x="6110" y="496"/>
                    <a:pt x="6097" y="491"/>
                  </a:cubicBezTo>
                  <a:cubicBezTo>
                    <a:pt x="6068" y="505"/>
                    <a:pt x="6050" y="515"/>
                    <a:pt x="6038" y="515"/>
                  </a:cubicBezTo>
                  <a:cubicBezTo>
                    <a:pt x="6016" y="515"/>
                    <a:pt x="6016" y="485"/>
                    <a:pt x="6016" y="402"/>
                  </a:cubicBezTo>
                  <a:cubicBezTo>
                    <a:pt x="6032" y="345"/>
                    <a:pt x="6000" y="337"/>
                    <a:pt x="5968" y="329"/>
                  </a:cubicBezTo>
                  <a:cubicBezTo>
                    <a:pt x="5968" y="329"/>
                    <a:pt x="5935" y="312"/>
                    <a:pt x="5919" y="248"/>
                  </a:cubicBezTo>
                  <a:cubicBezTo>
                    <a:pt x="5911" y="227"/>
                    <a:pt x="5904" y="219"/>
                    <a:pt x="5898" y="219"/>
                  </a:cubicBezTo>
                  <a:cubicBezTo>
                    <a:pt x="5884" y="219"/>
                    <a:pt x="5873" y="257"/>
                    <a:pt x="5862" y="296"/>
                  </a:cubicBezTo>
                  <a:cubicBezTo>
                    <a:pt x="5846" y="353"/>
                    <a:pt x="5830" y="410"/>
                    <a:pt x="5830" y="410"/>
                  </a:cubicBezTo>
                  <a:cubicBezTo>
                    <a:pt x="5797" y="402"/>
                    <a:pt x="5797" y="280"/>
                    <a:pt x="5813" y="215"/>
                  </a:cubicBezTo>
                  <a:cubicBezTo>
                    <a:pt x="5809" y="153"/>
                    <a:pt x="5807" y="123"/>
                    <a:pt x="5802" y="123"/>
                  </a:cubicBezTo>
                  <a:cubicBezTo>
                    <a:pt x="5797" y="123"/>
                    <a:pt x="5789" y="151"/>
                    <a:pt x="5773" y="207"/>
                  </a:cubicBezTo>
                  <a:cubicBezTo>
                    <a:pt x="5768" y="243"/>
                    <a:pt x="5746" y="280"/>
                    <a:pt x="5716" y="280"/>
                  </a:cubicBezTo>
                  <a:cubicBezTo>
                    <a:pt x="5699" y="280"/>
                    <a:pt x="5680" y="269"/>
                    <a:pt x="5659" y="239"/>
                  </a:cubicBezTo>
                  <a:cubicBezTo>
                    <a:pt x="5586" y="223"/>
                    <a:pt x="5522" y="207"/>
                    <a:pt x="5530" y="150"/>
                  </a:cubicBezTo>
                  <a:cubicBezTo>
                    <a:pt x="5521" y="127"/>
                    <a:pt x="5509" y="119"/>
                    <a:pt x="5497" y="119"/>
                  </a:cubicBezTo>
                  <a:cubicBezTo>
                    <a:pt x="5476" y="119"/>
                    <a:pt x="5457" y="142"/>
                    <a:pt x="5457" y="142"/>
                  </a:cubicBezTo>
                  <a:cubicBezTo>
                    <a:pt x="5436" y="162"/>
                    <a:pt x="5419" y="173"/>
                    <a:pt x="5399" y="173"/>
                  </a:cubicBezTo>
                  <a:cubicBezTo>
                    <a:pt x="5370" y="173"/>
                    <a:pt x="5335" y="152"/>
                    <a:pt x="5278" y="110"/>
                  </a:cubicBezTo>
                  <a:cubicBezTo>
                    <a:pt x="5195" y="34"/>
                    <a:pt x="5152" y="0"/>
                    <a:pt x="5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2"/>
            <p:cNvSpPr/>
            <p:nvPr/>
          </p:nvSpPr>
          <p:spPr>
            <a:xfrm>
              <a:off x="7708200" y="1558124"/>
              <a:ext cx="86860" cy="71587"/>
            </a:xfrm>
            <a:custGeom>
              <a:avLst/>
              <a:gdLst/>
              <a:ahLst/>
              <a:cxnLst/>
              <a:rect l="l" t="t" r="r" b="b"/>
              <a:pathLst>
                <a:path w="5039" h="4153" extrusionOk="0">
                  <a:moveTo>
                    <a:pt x="4791" y="119"/>
                  </a:moveTo>
                  <a:cubicBezTo>
                    <a:pt x="4794" y="119"/>
                    <a:pt x="4819" y="200"/>
                    <a:pt x="4836" y="285"/>
                  </a:cubicBezTo>
                  <a:cubicBezTo>
                    <a:pt x="4820" y="244"/>
                    <a:pt x="4803" y="212"/>
                    <a:pt x="4803" y="172"/>
                  </a:cubicBezTo>
                  <a:cubicBezTo>
                    <a:pt x="4793" y="135"/>
                    <a:pt x="4790" y="119"/>
                    <a:pt x="4791" y="119"/>
                  </a:cubicBezTo>
                  <a:close/>
                  <a:moveTo>
                    <a:pt x="3895" y="528"/>
                  </a:moveTo>
                  <a:cubicBezTo>
                    <a:pt x="3903" y="528"/>
                    <a:pt x="3903" y="528"/>
                    <a:pt x="3928" y="585"/>
                  </a:cubicBezTo>
                  <a:cubicBezTo>
                    <a:pt x="3952" y="617"/>
                    <a:pt x="3960" y="658"/>
                    <a:pt x="3968" y="699"/>
                  </a:cubicBezTo>
                  <a:cubicBezTo>
                    <a:pt x="3936" y="642"/>
                    <a:pt x="3911" y="593"/>
                    <a:pt x="3895" y="528"/>
                  </a:cubicBezTo>
                  <a:close/>
                  <a:moveTo>
                    <a:pt x="3044" y="901"/>
                  </a:moveTo>
                  <a:cubicBezTo>
                    <a:pt x="3061" y="926"/>
                    <a:pt x="3067" y="941"/>
                    <a:pt x="3065" y="941"/>
                  </a:cubicBezTo>
                  <a:cubicBezTo>
                    <a:pt x="3064" y="941"/>
                    <a:pt x="3056" y="929"/>
                    <a:pt x="3044" y="901"/>
                  </a:cubicBezTo>
                  <a:close/>
                  <a:moveTo>
                    <a:pt x="2744" y="917"/>
                  </a:moveTo>
                  <a:lnTo>
                    <a:pt x="2776" y="966"/>
                  </a:lnTo>
                  <a:cubicBezTo>
                    <a:pt x="2752" y="917"/>
                    <a:pt x="2752" y="917"/>
                    <a:pt x="2744" y="917"/>
                  </a:cubicBezTo>
                  <a:close/>
                  <a:moveTo>
                    <a:pt x="3125" y="861"/>
                  </a:moveTo>
                  <a:cubicBezTo>
                    <a:pt x="3133" y="861"/>
                    <a:pt x="3133" y="861"/>
                    <a:pt x="3157" y="909"/>
                  </a:cubicBezTo>
                  <a:cubicBezTo>
                    <a:pt x="3157" y="909"/>
                    <a:pt x="3190" y="966"/>
                    <a:pt x="3182" y="966"/>
                  </a:cubicBezTo>
                  <a:lnTo>
                    <a:pt x="3149" y="917"/>
                  </a:lnTo>
                  <a:cubicBezTo>
                    <a:pt x="3117" y="861"/>
                    <a:pt x="3125" y="861"/>
                    <a:pt x="3125" y="861"/>
                  </a:cubicBezTo>
                  <a:close/>
                  <a:moveTo>
                    <a:pt x="3778" y="810"/>
                  </a:moveTo>
                  <a:cubicBezTo>
                    <a:pt x="3780" y="810"/>
                    <a:pt x="3783" y="815"/>
                    <a:pt x="3790" y="828"/>
                  </a:cubicBezTo>
                  <a:cubicBezTo>
                    <a:pt x="3790" y="828"/>
                    <a:pt x="3814" y="885"/>
                    <a:pt x="3838" y="942"/>
                  </a:cubicBezTo>
                  <a:cubicBezTo>
                    <a:pt x="3838" y="942"/>
                    <a:pt x="3846" y="967"/>
                    <a:pt x="3843" y="967"/>
                  </a:cubicBezTo>
                  <a:cubicBezTo>
                    <a:pt x="3842" y="967"/>
                    <a:pt x="3838" y="961"/>
                    <a:pt x="3830" y="942"/>
                  </a:cubicBezTo>
                  <a:lnTo>
                    <a:pt x="3806" y="893"/>
                  </a:lnTo>
                  <a:cubicBezTo>
                    <a:pt x="3788" y="851"/>
                    <a:pt x="3775" y="810"/>
                    <a:pt x="3778" y="810"/>
                  </a:cubicBezTo>
                  <a:close/>
                  <a:moveTo>
                    <a:pt x="2776" y="966"/>
                  </a:moveTo>
                  <a:lnTo>
                    <a:pt x="2776" y="966"/>
                  </a:lnTo>
                  <a:cubicBezTo>
                    <a:pt x="2782" y="976"/>
                    <a:pt x="2788" y="985"/>
                    <a:pt x="2794" y="993"/>
                  </a:cubicBezTo>
                  <a:lnTo>
                    <a:pt x="2794" y="993"/>
                  </a:lnTo>
                  <a:cubicBezTo>
                    <a:pt x="2789" y="984"/>
                    <a:pt x="2783" y="975"/>
                    <a:pt x="2776" y="966"/>
                  </a:cubicBezTo>
                  <a:close/>
                  <a:moveTo>
                    <a:pt x="3532" y="941"/>
                  </a:moveTo>
                  <a:cubicBezTo>
                    <a:pt x="3542" y="941"/>
                    <a:pt x="3563" y="990"/>
                    <a:pt x="3563" y="990"/>
                  </a:cubicBezTo>
                  <a:cubicBezTo>
                    <a:pt x="3563" y="990"/>
                    <a:pt x="3595" y="1039"/>
                    <a:pt x="3587" y="1047"/>
                  </a:cubicBezTo>
                  <a:cubicBezTo>
                    <a:pt x="3587" y="1047"/>
                    <a:pt x="3555" y="990"/>
                    <a:pt x="3530" y="942"/>
                  </a:cubicBezTo>
                  <a:cubicBezTo>
                    <a:pt x="3531" y="941"/>
                    <a:pt x="3532" y="941"/>
                    <a:pt x="3532" y="941"/>
                  </a:cubicBezTo>
                  <a:close/>
                  <a:moveTo>
                    <a:pt x="3522" y="1071"/>
                  </a:moveTo>
                  <a:cubicBezTo>
                    <a:pt x="3530" y="1071"/>
                    <a:pt x="3530" y="1071"/>
                    <a:pt x="3563" y="1120"/>
                  </a:cubicBezTo>
                  <a:lnTo>
                    <a:pt x="3555" y="1128"/>
                  </a:lnTo>
                  <a:lnTo>
                    <a:pt x="3522" y="1071"/>
                  </a:lnTo>
                  <a:close/>
                  <a:moveTo>
                    <a:pt x="3466" y="1096"/>
                  </a:moveTo>
                  <a:cubicBezTo>
                    <a:pt x="3474" y="1096"/>
                    <a:pt x="3474" y="1096"/>
                    <a:pt x="3498" y="1153"/>
                  </a:cubicBezTo>
                  <a:lnTo>
                    <a:pt x="3490" y="1153"/>
                  </a:lnTo>
                  <a:lnTo>
                    <a:pt x="3457" y="1104"/>
                  </a:lnTo>
                  <a:lnTo>
                    <a:pt x="3466" y="1096"/>
                  </a:lnTo>
                  <a:close/>
                  <a:moveTo>
                    <a:pt x="3403" y="1078"/>
                  </a:moveTo>
                  <a:cubicBezTo>
                    <a:pt x="3405" y="1078"/>
                    <a:pt x="3413" y="1092"/>
                    <a:pt x="3425" y="1120"/>
                  </a:cubicBezTo>
                  <a:cubicBezTo>
                    <a:pt x="3457" y="1169"/>
                    <a:pt x="3457" y="1169"/>
                    <a:pt x="3449" y="1169"/>
                  </a:cubicBezTo>
                  <a:cubicBezTo>
                    <a:pt x="3447" y="1171"/>
                    <a:pt x="3445" y="1173"/>
                    <a:pt x="3444" y="1173"/>
                  </a:cubicBezTo>
                  <a:cubicBezTo>
                    <a:pt x="3439" y="1173"/>
                    <a:pt x="3435" y="1161"/>
                    <a:pt x="3417" y="1120"/>
                  </a:cubicBezTo>
                  <a:cubicBezTo>
                    <a:pt x="3405" y="1092"/>
                    <a:pt x="3401" y="1078"/>
                    <a:pt x="3403" y="1078"/>
                  </a:cubicBezTo>
                  <a:close/>
                  <a:moveTo>
                    <a:pt x="3554" y="1160"/>
                  </a:moveTo>
                  <a:cubicBezTo>
                    <a:pt x="3553" y="1160"/>
                    <a:pt x="3555" y="1166"/>
                    <a:pt x="3563" y="1185"/>
                  </a:cubicBezTo>
                  <a:cubicBezTo>
                    <a:pt x="3568" y="1185"/>
                    <a:pt x="3556" y="1160"/>
                    <a:pt x="3554" y="1160"/>
                  </a:cubicBezTo>
                  <a:close/>
                  <a:moveTo>
                    <a:pt x="2801" y="1428"/>
                  </a:moveTo>
                  <a:cubicBezTo>
                    <a:pt x="2825" y="1461"/>
                    <a:pt x="2841" y="1493"/>
                    <a:pt x="2857" y="1534"/>
                  </a:cubicBezTo>
                  <a:lnTo>
                    <a:pt x="2849" y="1534"/>
                  </a:lnTo>
                  <a:cubicBezTo>
                    <a:pt x="2833" y="1501"/>
                    <a:pt x="2809" y="1469"/>
                    <a:pt x="2793" y="1428"/>
                  </a:cubicBezTo>
                  <a:close/>
                  <a:moveTo>
                    <a:pt x="1901" y="1615"/>
                  </a:moveTo>
                  <a:cubicBezTo>
                    <a:pt x="1933" y="1663"/>
                    <a:pt x="1966" y="1712"/>
                    <a:pt x="1966" y="1720"/>
                  </a:cubicBezTo>
                  <a:lnTo>
                    <a:pt x="1957" y="1720"/>
                  </a:lnTo>
                  <a:cubicBezTo>
                    <a:pt x="1933" y="1688"/>
                    <a:pt x="1909" y="1655"/>
                    <a:pt x="1893" y="1623"/>
                  </a:cubicBezTo>
                  <a:lnTo>
                    <a:pt x="1901" y="1615"/>
                  </a:lnTo>
                  <a:close/>
                  <a:moveTo>
                    <a:pt x="2582" y="1615"/>
                  </a:moveTo>
                  <a:cubicBezTo>
                    <a:pt x="2598" y="1615"/>
                    <a:pt x="2598" y="1615"/>
                    <a:pt x="2630" y="1663"/>
                  </a:cubicBezTo>
                  <a:cubicBezTo>
                    <a:pt x="2663" y="1712"/>
                    <a:pt x="2655" y="1720"/>
                    <a:pt x="2647" y="1720"/>
                  </a:cubicBezTo>
                  <a:cubicBezTo>
                    <a:pt x="2614" y="1688"/>
                    <a:pt x="2598" y="1655"/>
                    <a:pt x="2582" y="1615"/>
                  </a:cubicBezTo>
                  <a:close/>
                  <a:moveTo>
                    <a:pt x="2184" y="1858"/>
                  </a:moveTo>
                  <a:cubicBezTo>
                    <a:pt x="2209" y="1890"/>
                    <a:pt x="2233" y="1923"/>
                    <a:pt x="2249" y="1955"/>
                  </a:cubicBezTo>
                  <a:lnTo>
                    <a:pt x="2209" y="1915"/>
                  </a:lnTo>
                  <a:lnTo>
                    <a:pt x="2176" y="1858"/>
                  </a:lnTo>
                  <a:close/>
                  <a:moveTo>
                    <a:pt x="912" y="1955"/>
                  </a:moveTo>
                  <a:cubicBezTo>
                    <a:pt x="903" y="1963"/>
                    <a:pt x="903" y="1963"/>
                    <a:pt x="944" y="2004"/>
                  </a:cubicBezTo>
                  <a:lnTo>
                    <a:pt x="960" y="1996"/>
                  </a:lnTo>
                  <a:cubicBezTo>
                    <a:pt x="920" y="1955"/>
                    <a:pt x="920" y="1955"/>
                    <a:pt x="912" y="1955"/>
                  </a:cubicBezTo>
                  <a:close/>
                  <a:moveTo>
                    <a:pt x="2047" y="2020"/>
                  </a:moveTo>
                  <a:cubicBezTo>
                    <a:pt x="2055" y="2020"/>
                    <a:pt x="2055" y="2020"/>
                    <a:pt x="2087" y="2061"/>
                  </a:cubicBezTo>
                  <a:cubicBezTo>
                    <a:pt x="2128" y="2109"/>
                    <a:pt x="2152" y="2166"/>
                    <a:pt x="2152" y="2166"/>
                  </a:cubicBezTo>
                  <a:cubicBezTo>
                    <a:pt x="2120" y="2117"/>
                    <a:pt x="2079" y="2069"/>
                    <a:pt x="2047" y="2020"/>
                  </a:cubicBezTo>
                  <a:close/>
                  <a:moveTo>
                    <a:pt x="1957" y="2150"/>
                  </a:moveTo>
                  <a:cubicBezTo>
                    <a:pt x="1982" y="2182"/>
                    <a:pt x="2006" y="2215"/>
                    <a:pt x="2022" y="2247"/>
                  </a:cubicBezTo>
                  <a:lnTo>
                    <a:pt x="1982" y="2207"/>
                  </a:lnTo>
                  <a:lnTo>
                    <a:pt x="1949" y="2158"/>
                  </a:lnTo>
                  <a:lnTo>
                    <a:pt x="1957" y="2150"/>
                  </a:lnTo>
                  <a:close/>
                  <a:moveTo>
                    <a:pt x="2032" y="2235"/>
                  </a:moveTo>
                  <a:lnTo>
                    <a:pt x="2032" y="2235"/>
                  </a:lnTo>
                  <a:cubicBezTo>
                    <a:pt x="2033" y="2235"/>
                    <a:pt x="2056" y="2260"/>
                    <a:pt x="2079" y="2288"/>
                  </a:cubicBezTo>
                  <a:cubicBezTo>
                    <a:pt x="2044" y="2249"/>
                    <a:pt x="2032" y="2235"/>
                    <a:pt x="2032" y="2235"/>
                  </a:cubicBezTo>
                  <a:close/>
                  <a:moveTo>
                    <a:pt x="1236" y="2312"/>
                  </a:moveTo>
                  <a:cubicBezTo>
                    <a:pt x="1249" y="2325"/>
                    <a:pt x="1253" y="2330"/>
                    <a:pt x="1252" y="2330"/>
                  </a:cubicBezTo>
                  <a:cubicBezTo>
                    <a:pt x="1250" y="2330"/>
                    <a:pt x="1230" y="2312"/>
                    <a:pt x="1236" y="2312"/>
                  </a:cubicBezTo>
                  <a:close/>
                  <a:moveTo>
                    <a:pt x="1605" y="2370"/>
                  </a:moveTo>
                  <a:cubicBezTo>
                    <a:pt x="1607" y="2370"/>
                    <a:pt x="1622" y="2388"/>
                    <a:pt x="1617" y="2393"/>
                  </a:cubicBezTo>
                  <a:cubicBezTo>
                    <a:pt x="1605" y="2375"/>
                    <a:pt x="1603" y="2370"/>
                    <a:pt x="1605" y="2370"/>
                  </a:cubicBezTo>
                  <a:close/>
                  <a:moveTo>
                    <a:pt x="1520" y="2312"/>
                  </a:moveTo>
                  <a:cubicBezTo>
                    <a:pt x="1560" y="2361"/>
                    <a:pt x="1601" y="2409"/>
                    <a:pt x="1593" y="2409"/>
                  </a:cubicBezTo>
                  <a:lnTo>
                    <a:pt x="1552" y="2369"/>
                  </a:lnTo>
                  <a:lnTo>
                    <a:pt x="1520" y="2320"/>
                  </a:lnTo>
                  <a:lnTo>
                    <a:pt x="1520" y="2312"/>
                  </a:lnTo>
                  <a:close/>
                  <a:moveTo>
                    <a:pt x="1090" y="2344"/>
                  </a:moveTo>
                  <a:lnTo>
                    <a:pt x="1090" y="2353"/>
                  </a:lnTo>
                  <a:cubicBezTo>
                    <a:pt x="1130" y="2393"/>
                    <a:pt x="1171" y="2434"/>
                    <a:pt x="1171" y="2434"/>
                  </a:cubicBezTo>
                  <a:cubicBezTo>
                    <a:pt x="1179" y="2434"/>
                    <a:pt x="1139" y="2385"/>
                    <a:pt x="1139" y="2385"/>
                  </a:cubicBezTo>
                  <a:cubicBezTo>
                    <a:pt x="1139" y="2385"/>
                    <a:pt x="1098" y="2344"/>
                    <a:pt x="1090" y="2344"/>
                  </a:cubicBezTo>
                  <a:close/>
                  <a:moveTo>
                    <a:pt x="1448" y="2320"/>
                  </a:moveTo>
                  <a:lnTo>
                    <a:pt x="1448" y="2320"/>
                  </a:lnTo>
                  <a:cubicBezTo>
                    <a:pt x="1451" y="2320"/>
                    <a:pt x="1473" y="2342"/>
                    <a:pt x="1520" y="2393"/>
                  </a:cubicBezTo>
                  <a:cubicBezTo>
                    <a:pt x="1560" y="2434"/>
                    <a:pt x="1560" y="2434"/>
                    <a:pt x="1560" y="2442"/>
                  </a:cubicBezTo>
                  <a:cubicBezTo>
                    <a:pt x="1560" y="2442"/>
                    <a:pt x="1512" y="2401"/>
                    <a:pt x="1471" y="2353"/>
                  </a:cubicBezTo>
                  <a:cubicBezTo>
                    <a:pt x="1454" y="2332"/>
                    <a:pt x="1445" y="2320"/>
                    <a:pt x="1448" y="2320"/>
                  </a:cubicBezTo>
                  <a:close/>
                  <a:moveTo>
                    <a:pt x="822" y="2417"/>
                  </a:moveTo>
                  <a:lnTo>
                    <a:pt x="903" y="2507"/>
                  </a:lnTo>
                  <a:lnTo>
                    <a:pt x="863" y="2458"/>
                  </a:lnTo>
                  <a:lnTo>
                    <a:pt x="822" y="2417"/>
                  </a:lnTo>
                  <a:close/>
                  <a:moveTo>
                    <a:pt x="1463" y="2507"/>
                  </a:moveTo>
                  <a:cubicBezTo>
                    <a:pt x="1471" y="2507"/>
                    <a:pt x="1512" y="2547"/>
                    <a:pt x="1512" y="2547"/>
                  </a:cubicBezTo>
                  <a:cubicBezTo>
                    <a:pt x="1527" y="2565"/>
                    <a:pt x="1529" y="2571"/>
                    <a:pt x="1527" y="2571"/>
                  </a:cubicBezTo>
                  <a:cubicBezTo>
                    <a:pt x="1522" y="2571"/>
                    <a:pt x="1503" y="2555"/>
                    <a:pt x="1503" y="2555"/>
                  </a:cubicBezTo>
                  <a:cubicBezTo>
                    <a:pt x="1455" y="2515"/>
                    <a:pt x="1455" y="2515"/>
                    <a:pt x="1463" y="2507"/>
                  </a:cubicBezTo>
                  <a:close/>
                  <a:moveTo>
                    <a:pt x="1161" y="2527"/>
                  </a:moveTo>
                  <a:cubicBezTo>
                    <a:pt x="1167" y="2527"/>
                    <a:pt x="1175" y="2535"/>
                    <a:pt x="1203" y="2563"/>
                  </a:cubicBezTo>
                  <a:lnTo>
                    <a:pt x="1195" y="2571"/>
                  </a:lnTo>
                  <a:lnTo>
                    <a:pt x="1147" y="2531"/>
                  </a:lnTo>
                  <a:lnTo>
                    <a:pt x="1155" y="2531"/>
                  </a:lnTo>
                  <a:cubicBezTo>
                    <a:pt x="1157" y="2528"/>
                    <a:pt x="1159" y="2527"/>
                    <a:pt x="1161" y="2527"/>
                  </a:cubicBezTo>
                  <a:close/>
                  <a:moveTo>
                    <a:pt x="1714" y="2547"/>
                  </a:moveTo>
                  <a:lnTo>
                    <a:pt x="1747" y="2596"/>
                  </a:lnTo>
                  <a:cubicBezTo>
                    <a:pt x="1760" y="2607"/>
                    <a:pt x="1766" y="2611"/>
                    <a:pt x="1768" y="2611"/>
                  </a:cubicBezTo>
                  <a:cubicBezTo>
                    <a:pt x="1774" y="2611"/>
                    <a:pt x="1744" y="2577"/>
                    <a:pt x="1714" y="2547"/>
                  </a:cubicBezTo>
                  <a:close/>
                  <a:moveTo>
                    <a:pt x="1457" y="2558"/>
                  </a:moveTo>
                  <a:cubicBezTo>
                    <a:pt x="1458" y="2558"/>
                    <a:pt x="1476" y="2581"/>
                    <a:pt x="1512" y="2628"/>
                  </a:cubicBezTo>
                  <a:cubicBezTo>
                    <a:pt x="1474" y="2583"/>
                    <a:pt x="1456" y="2558"/>
                    <a:pt x="1457" y="2558"/>
                  </a:cubicBezTo>
                  <a:close/>
                  <a:moveTo>
                    <a:pt x="1095" y="2546"/>
                  </a:moveTo>
                  <a:lnTo>
                    <a:pt x="1095" y="2546"/>
                  </a:lnTo>
                  <a:cubicBezTo>
                    <a:pt x="1100" y="2546"/>
                    <a:pt x="1137" y="2583"/>
                    <a:pt x="1195" y="2652"/>
                  </a:cubicBezTo>
                  <a:lnTo>
                    <a:pt x="1187" y="2661"/>
                  </a:lnTo>
                  <a:cubicBezTo>
                    <a:pt x="1147" y="2612"/>
                    <a:pt x="1098" y="2571"/>
                    <a:pt x="1106" y="2563"/>
                  </a:cubicBezTo>
                  <a:cubicBezTo>
                    <a:pt x="1097" y="2552"/>
                    <a:pt x="1094" y="2546"/>
                    <a:pt x="1095" y="2546"/>
                  </a:cubicBezTo>
                  <a:close/>
                  <a:moveTo>
                    <a:pt x="1372" y="2583"/>
                  </a:moveTo>
                  <a:cubicBezTo>
                    <a:pt x="1378" y="2583"/>
                    <a:pt x="1386" y="2592"/>
                    <a:pt x="1414" y="2620"/>
                  </a:cubicBezTo>
                  <a:cubicBezTo>
                    <a:pt x="1414" y="2620"/>
                    <a:pt x="1455" y="2669"/>
                    <a:pt x="1455" y="2669"/>
                  </a:cubicBezTo>
                  <a:cubicBezTo>
                    <a:pt x="1454" y="2669"/>
                    <a:pt x="1453" y="2670"/>
                    <a:pt x="1452" y="2670"/>
                  </a:cubicBezTo>
                  <a:cubicBezTo>
                    <a:pt x="1438" y="2670"/>
                    <a:pt x="1398" y="2636"/>
                    <a:pt x="1398" y="2636"/>
                  </a:cubicBezTo>
                  <a:cubicBezTo>
                    <a:pt x="1357" y="2596"/>
                    <a:pt x="1366" y="2588"/>
                    <a:pt x="1366" y="2588"/>
                  </a:cubicBezTo>
                  <a:cubicBezTo>
                    <a:pt x="1368" y="2585"/>
                    <a:pt x="1370" y="2583"/>
                    <a:pt x="1372" y="2583"/>
                  </a:cubicBezTo>
                  <a:close/>
                  <a:moveTo>
                    <a:pt x="859" y="2646"/>
                  </a:moveTo>
                  <a:cubicBezTo>
                    <a:pt x="861" y="2646"/>
                    <a:pt x="879" y="2668"/>
                    <a:pt x="920" y="2717"/>
                  </a:cubicBezTo>
                  <a:lnTo>
                    <a:pt x="993" y="2815"/>
                  </a:lnTo>
                  <a:cubicBezTo>
                    <a:pt x="952" y="2774"/>
                    <a:pt x="912" y="2734"/>
                    <a:pt x="879" y="2685"/>
                  </a:cubicBezTo>
                  <a:cubicBezTo>
                    <a:pt x="865" y="2660"/>
                    <a:pt x="857" y="2646"/>
                    <a:pt x="859" y="2646"/>
                  </a:cubicBezTo>
                  <a:close/>
                  <a:moveTo>
                    <a:pt x="1090" y="2815"/>
                  </a:moveTo>
                  <a:cubicBezTo>
                    <a:pt x="1130" y="2855"/>
                    <a:pt x="1171" y="2904"/>
                    <a:pt x="1171" y="2904"/>
                  </a:cubicBezTo>
                  <a:lnTo>
                    <a:pt x="1163" y="2912"/>
                  </a:lnTo>
                  <a:cubicBezTo>
                    <a:pt x="1122" y="2863"/>
                    <a:pt x="1082" y="2815"/>
                    <a:pt x="1082" y="2815"/>
                  </a:cubicBezTo>
                  <a:close/>
                  <a:moveTo>
                    <a:pt x="1317" y="2855"/>
                  </a:moveTo>
                  <a:lnTo>
                    <a:pt x="1357" y="2904"/>
                  </a:lnTo>
                  <a:cubicBezTo>
                    <a:pt x="1357" y="2904"/>
                    <a:pt x="1374" y="2928"/>
                    <a:pt x="1369" y="2928"/>
                  </a:cubicBezTo>
                  <a:cubicBezTo>
                    <a:pt x="1367" y="2928"/>
                    <a:pt x="1361" y="2924"/>
                    <a:pt x="1349" y="2912"/>
                  </a:cubicBezTo>
                  <a:cubicBezTo>
                    <a:pt x="1341" y="2912"/>
                    <a:pt x="1309" y="2863"/>
                    <a:pt x="1317" y="2855"/>
                  </a:cubicBezTo>
                  <a:close/>
                  <a:moveTo>
                    <a:pt x="782" y="2847"/>
                  </a:moveTo>
                  <a:lnTo>
                    <a:pt x="830" y="2888"/>
                  </a:lnTo>
                  <a:lnTo>
                    <a:pt x="863" y="2936"/>
                  </a:lnTo>
                  <a:lnTo>
                    <a:pt x="814" y="2896"/>
                  </a:lnTo>
                  <a:cubicBezTo>
                    <a:pt x="774" y="2855"/>
                    <a:pt x="782" y="2847"/>
                    <a:pt x="782" y="2847"/>
                  </a:cubicBezTo>
                  <a:close/>
                  <a:moveTo>
                    <a:pt x="879" y="2889"/>
                  </a:moveTo>
                  <a:cubicBezTo>
                    <a:pt x="881" y="2889"/>
                    <a:pt x="901" y="2909"/>
                    <a:pt x="936" y="2944"/>
                  </a:cubicBezTo>
                  <a:cubicBezTo>
                    <a:pt x="985" y="2985"/>
                    <a:pt x="1017" y="3034"/>
                    <a:pt x="1058" y="3082"/>
                  </a:cubicBezTo>
                  <a:lnTo>
                    <a:pt x="1041" y="3090"/>
                  </a:lnTo>
                  <a:lnTo>
                    <a:pt x="968" y="3001"/>
                  </a:lnTo>
                  <a:cubicBezTo>
                    <a:pt x="904" y="2923"/>
                    <a:pt x="876" y="2889"/>
                    <a:pt x="879" y="2889"/>
                  </a:cubicBezTo>
                  <a:close/>
                  <a:moveTo>
                    <a:pt x="140" y="3216"/>
                  </a:moveTo>
                  <a:cubicBezTo>
                    <a:pt x="137" y="3216"/>
                    <a:pt x="136" y="3218"/>
                    <a:pt x="133" y="3220"/>
                  </a:cubicBezTo>
                  <a:lnTo>
                    <a:pt x="182" y="3252"/>
                  </a:lnTo>
                  <a:lnTo>
                    <a:pt x="190" y="3252"/>
                  </a:lnTo>
                  <a:cubicBezTo>
                    <a:pt x="156" y="3224"/>
                    <a:pt x="146" y="3216"/>
                    <a:pt x="140" y="3216"/>
                  </a:cubicBezTo>
                  <a:close/>
                  <a:moveTo>
                    <a:pt x="386" y="3140"/>
                  </a:moveTo>
                  <a:cubicBezTo>
                    <a:pt x="403" y="3151"/>
                    <a:pt x="421" y="3159"/>
                    <a:pt x="441" y="3163"/>
                  </a:cubicBezTo>
                  <a:lnTo>
                    <a:pt x="458" y="3147"/>
                  </a:lnTo>
                  <a:lnTo>
                    <a:pt x="482" y="3204"/>
                  </a:lnTo>
                  <a:cubicBezTo>
                    <a:pt x="482" y="3212"/>
                    <a:pt x="514" y="3261"/>
                    <a:pt x="563" y="3301"/>
                  </a:cubicBezTo>
                  <a:cubicBezTo>
                    <a:pt x="563" y="3301"/>
                    <a:pt x="603" y="3342"/>
                    <a:pt x="595" y="3342"/>
                  </a:cubicBezTo>
                  <a:lnTo>
                    <a:pt x="506" y="3261"/>
                  </a:lnTo>
                  <a:cubicBezTo>
                    <a:pt x="466" y="3220"/>
                    <a:pt x="426" y="3180"/>
                    <a:pt x="386" y="3140"/>
                  </a:cubicBezTo>
                  <a:close/>
                  <a:moveTo>
                    <a:pt x="758" y="3269"/>
                  </a:moveTo>
                  <a:cubicBezTo>
                    <a:pt x="766" y="3269"/>
                    <a:pt x="806" y="3309"/>
                    <a:pt x="847" y="3358"/>
                  </a:cubicBezTo>
                  <a:lnTo>
                    <a:pt x="839" y="3366"/>
                  </a:lnTo>
                  <a:cubicBezTo>
                    <a:pt x="806" y="3342"/>
                    <a:pt x="774" y="3309"/>
                    <a:pt x="758" y="3269"/>
                  </a:cubicBezTo>
                  <a:close/>
                  <a:moveTo>
                    <a:pt x="854" y="3315"/>
                  </a:moveTo>
                  <a:cubicBezTo>
                    <a:pt x="841" y="3315"/>
                    <a:pt x="874" y="3351"/>
                    <a:pt x="912" y="3382"/>
                  </a:cubicBezTo>
                  <a:lnTo>
                    <a:pt x="903" y="3382"/>
                  </a:lnTo>
                  <a:cubicBezTo>
                    <a:pt x="932" y="3406"/>
                    <a:pt x="944" y="3413"/>
                    <a:pt x="952" y="3413"/>
                  </a:cubicBezTo>
                  <a:cubicBezTo>
                    <a:pt x="958" y="3413"/>
                    <a:pt x="962" y="3410"/>
                    <a:pt x="968" y="3407"/>
                  </a:cubicBezTo>
                  <a:cubicBezTo>
                    <a:pt x="968" y="3398"/>
                    <a:pt x="928" y="3358"/>
                    <a:pt x="928" y="3358"/>
                  </a:cubicBezTo>
                  <a:cubicBezTo>
                    <a:pt x="900" y="3330"/>
                    <a:pt x="887" y="3321"/>
                    <a:pt x="882" y="3321"/>
                  </a:cubicBezTo>
                  <a:cubicBezTo>
                    <a:pt x="880" y="3321"/>
                    <a:pt x="879" y="3323"/>
                    <a:pt x="879" y="3325"/>
                  </a:cubicBezTo>
                  <a:cubicBezTo>
                    <a:pt x="866" y="3318"/>
                    <a:pt x="858" y="3315"/>
                    <a:pt x="854" y="3315"/>
                  </a:cubicBezTo>
                  <a:close/>
                  <a:moveTo>
                    <a:pt x="2234" y="3427"/>
                  </a:moveTo>
                  <a:cubicBezTo>
                    <a:pt x="2233" y="3427"/>
                    <a:pt x="2233" y="3428"/>
                    <a:pt x="2233" y="3431"/>
                  </a:cubicBezTo>
                  <a:cubicBezTo>
                    <a:pt x="2233" y="3430"/>
                    <a:pt x="2233" y="3430"/>
                    <a:pt x="2234" y="3430"/>
                  </a:cubicBezTo>
                  <a:cubicBezTo>
                    <a:pt x="2238" y="3430"/>
                    <a:pt x="2269" y="3475"/>
                    <a:pt x="2306" y="3520"/>
                  </a:cubicBezTo>
                  <a:cubicBezTo>
                    <a:pt x="2322" y="3536"/>
                    <a:pt x="2332" y="3546"/>
                    <a:pt x="2333" y="3546"/>
                  </a:cubicBezTo>
                  <a:cubicBezTo>
                    <a:pt x="2335" y="3546"/>
                    <a:pt x="2317" y="3525"/>
                    <a:pt x="2274" y="3471"/>
                  </a:cubicBezTo>
                  <a:cubicBezTo>
                    <a:pt x="2245" y="3437"/>
                    <a:pt x="2237" y="3427"/>
                    <a:pt x="2234" y="3427"/>
                  </a:cubicBezTo>
                  <a:close/>
                  <a:moveTo>
                    <a:pt x="295" y="3479"/>
                  </a:moveTo>
                  <a:cubicBezTo>
                    <a:pt x="303" y="3479"/>
                    <a:pt x="303" y="3479"/>
                    <a:pt x="344" y="3512"/>
                  </a:cubicBezTo>
                  <a:cubicBezTo>
                    <a:pt x="344" y="3512"/>
                    <a:pt x="385" y="3561"/>
                    <a:pt x="385" y="3561"/>
                  </a:cubicBezTo>
                  <a:lnTo>
                    <a:pt x="336" y="3528"/>
                  </a:lnTo>
                  <a:cubicBezTo>
                    <a:pt x="287" y="3488"/>
                    <a:pt x="287" y="3488"/>
                    <a:pt x="295" y="3479"/>
                  </a:cubicBezTo>
                  <a:close/>
                  <a:moveTo>
                    <a:pt x="356" y="3424"/>
                  </a:moveTo>
                  <a:cubicBezTo>
                    <a:pt x="364" y="3424"/>
                    <a:pt x="377" y="3431"/>
                    <a:pt x="401" y="3455"/>
                  </a:cubicBezTo>
                  <a:lnTo>
                    <a:pt x="401" y="3463"/>
                  </a:lnTo>
                  <a:cubicBezTo>
                    <a:pt x="387" y="3451"/>
                    <a:pt x="380" y="3446"/>
                    <a:pt x="379" y="3446"/>
                  </a:cubicBezTo>
                  <a:lnTo>
                    <a:pt x="379" y="3446"/>
                  </a:lnTo>
                  <a:cubicBezTo>
                    <a:pt x="377" y="3446"/>
                    <a:pt x="407" y="3475"/>
                    <a:pt x="441" y="3504"/>
                  </a:cubicBezTo>
                  <a:lnTo>
                    <a:pt x="539" y="3577"/>
                  </a:lnTo>
                  <a:cubicBezTo>
                    <a:pt x="498" y="3561"/>
                    <a:pt x="466" y="3536"/>
                    <a:pt x="433" y="3512"/>
                  </a:cubicBezTo>
                  <a:cubicBezTo>
                    <a:pt x="336" y="3439"/>
                    <a:pt x="336" y="3439"/>
                    <a:pt x="344" y="3431"/>
                  </a:cubicBezTo>
                  <a:cubicBezTo>
                    <a:pt x="347" y="3428"/>
                    <a:pt x="351" y="3424"/>
                    <a:pt x="356" y="3424"/>
                  </a:cubicBezTo>
                  <a:close/>
                  <a:moveTo>
                    <a:pt x="4537" y="1"/>
                  </a:moveTo>
                  <a:cubicBezTo>
                    <a:pt x="4536" y="1"/>
                    <a:pt x="4536" y="1"/>
                    <a:pt x="4536" y="1"/>
                  </a:cubicBezTo>
                  <a:cubicBezTo>
                    <a:pt x="4552" y="58"/>
                    <a:pt x="4511" y="66"/>
                    <a:pt x="4471" y="82"/>
                  </a:cubicBezTo>
                  <a:cubicBezTo>
                    <a:pt x="4422" y="99"/>
                    <a:pt x="4374" y="115"/>
                    <a:pt x="4398" y="163"/>
                  </a:cubicBezTo>
                  <a:lnTo>
                    <a:pt x="4382" y="172"/>
                  </a:lnTo>
                  <a:cubicBezTo>
                    <a:pt x="4363" y="127"/>
                    <a:pt x="4354" y="122"/>
                    <a:pt x="4343" y="122"/>
                  </a:cubicBezTo>
                  <a:cubicBezTo>
                    <a:pt x="4340" y="122"/>
                    <a:pt x="4337" y="123"/>
                    <a:pt x="4333" y="123"/>
                  </a:cubicBezTo>
                  <a:cubicBezTo>
                    <a:pt x="4341" y="188"/>
                    <a:pt x="4325" y="188"/>
                    <a:pt x="4325" y="188"/>
                  </a:cubicBezTo>
                  <a:cubicBezTo>
                    <a:pt x="4312" y="144"/>
                    <a:pt x="4305" y="139"/>
                    <a:pt x="4294" y="139"/>
                  </a:cubicBezTo>
                  <a:cubicBezTo>
                    <a:pt x="4291" y="139"/>
                    <a:pt x="4288" y="139"/>
                    <a:pt x="4284" y="139"/>
                  </a:cubicBezTo>
                  <a:cubicBezTo>
                    <a:pt x="4268" y="147"/>
                    <a:pt x="4268" y="147"/>
                    <a:pt x="4284" y="204"/>
                  </a:cubicBezTo>
                  <a:cubicBezTo>
                    <a:pt x="4277" y="206"/>
                    <a:pt x="4269" y="207"/>
                    <a:pt x="4260" y="207"/>
                  </a:cubicBezTo>
                  <a:cubicBezTo>
                    <a:pt x="4234" y="207"/>
                    <a:pt x="4208" y="196"/>
                    <a:pt x="4195" y="172"/>
                  </a:cubicBezTo>
                  <a:cubicBezTo>
                    <a:pt x="4187" y="159"/>
                    <a:pt x="4181" y="153"/>
                    <a:pt x="4179" y="153"/>
                  </a:cubicBezTo>
                  <a:lnTo>
                    <a:pt x="4179" y="153"/>
                  </a:lnTo>
                  <a:cubicBezTo>
                    <a:pt x="4171" y="153"/>
                    <a:pt x="4183" y="195"/>
                    <a:pt x="4195" y="236"/>
                  </a:cubicBezTo>
                  <a:cubicBezTo>
                    <a:pt x="4211" y="269"/>
                    <a:pt x="4220" y="309"/>
                    <a:pt x="4228" y="350"/>
                  </a:cubicBezTo>
                  <a:lnTo>
                    <a:pt x="4179" y="236"/>
                  </a:lnTo>
                  <a:cubicBezTo>
                    <a:pt x="4167" y="195"/>
                    <a:pt x="4164" y="184"/>
                    <a:pt x="4160" y="184"/>
                  </a:cubicBezTo>
                  <a:cubicBezTo>
                    <a:pt x="4159" y="184"/>
                    <a:pt x="4157" y="186"/>
                    <a:pt x="4155" y="188"/>
                  </a:cubicBezTo>
                  <a:lnTo>
                    <a:pt x="4138" y="188"/>
                  </a:lnTo>
                  <a:cubicBezTo>
                    <a:pt x="4163" y="244"/>
                    <a:pt x="4130" y="253"/>
                    <a:pt x="4082" y="269"/>
                  </a:cubicBezTo>
                  <a:cubicBezTo>
                    <a:pt x="4025" y="293"/>
                    <a:pt x="4001" y="301"/>
                    <a:pt x="4025" y="358"/>
                  </a:cubicBezTo>
                  <a:cubicBezTo>
                    <a:pt x="4038" y="387"/>
                    <a:pt x="4041" y="402"/>
                    <a:pt x="4037" y="402"/>
                  </a:cubicBezTo>
                  <a:cubicBezTo>
                    <a:pt x="4032" y="402"/>
                    <a:pt x="4020" y="389"/>
                    <a:pt x="4001" y="366"/>
                  </a:cubicBezTo>
                  <a:cubicBezTo>
                    <a:pt x="3931" y="276"/>
                    <a:pt x="3904" y="242"/>
                    <a:pt x="3897" y="242"/>
                  </a:cubicBezTo>
                  <a:lnTo>
                    <a:pt x="3897" y="242"/>
                  </a:lnTo>
                  <a:cubicBezTo>
                    <a:pt x="3893" y="242"/>
                    <a:pt x="3897" y="255"/>
                    <a:pt x="3903" y="277"/>
                  </a:cubicBezTo>
                  <a:cubicBezTo>
                    <a:pt x="3928" y="309"/>
                    <a:pt x="3944" y="342"/>
                    <a:pt x="3960" y="382"/>
                  </a:cubicBezTo>
                  <a:cubicBezTo>
                    <a:pt x="3985" y="437"/>
                    <a:pt x="3995" y="466"/>
                    <a:pt x="3991" y="466"/>
                  </a:cubicBezTo>
                  <a:cubicBezTo>
                    <a:pt x="3987" y="466"/>
                    <a:pt x="3971" y="441"/>
                    <a:pt x="3944" y="390"/>
                  </a:cubicBezTo>
                  <a:cubicBezTo>
                    <a:pt x="3928" y="353"/>
                    <a:pt x="3909" y="338"/>
                    <a:pt x="3893" y="338"/>
                  </a:cubicBezTo>
                  <a:cubicBezTo>
                    <a:pt x="3860" y="338"/>
                    <a:pt x="3836" y="403"/>
                    <a:pt x="3863" y="480"/>
                  </a:cubicBezTo>
                  <a:lnTo>
                    <a:pt x="3838" y="423"/>
                  </a:lnTo>
                  <a:cubicBezTo>
                    <a:pt x="3821" y="388"/>
                    <a:pt x="3812" y="378"/>
                    <a:pt x="3800" y="378"/>
                  </a:cubicBezTo>
                  <a:cubicBezTo>
                    <a:pt x="3794" y="378"/>
                    <a:pt x="3789" y="380"/>
                    <a:pt x="3782" y="382"/>
                  </a:cubicBezTo>
                  <a:lnTo>
                    <a:pt x="3765" y="390"/>
                  </a:lnTo>
                  <a:cubicBezTo>
                    <a:pt x="3789" y="441"/>
                    <a:pt x="3786" y="460"/>
                    <a:pt x="3774" y="460"/>
                  </a:cubicBezTo>
                  <a:cubicBezTo>
                    <a:pt x="3762" y="460"/>
                    <a:pt x="3738" y="436"/>
                    <a:pt x="3725" y="407"/>
                  </a:cubicBezTo>
                  <a:cubicBezTo>
                    <a:pt x="3693" y="358"/>
                    <a:pt x="3693" y="358"/>
                    <a:pt x="3676" y="358"/>
                  </a:cubicBezTo>
                  <a:cubicBezTo>
                    <a:pt x="3692" y="416"/>
                    <a:pt x="3687" y="437"/>
                    <a:pt x="3675" y="437"/>
                  </a:cubicBezTo>
                  <a:cubicBezTo>
                    <a:pt x="3662" y="437"/>
                    <a:pt x="3640" y="412"/>
                    <a:pt x="3628" y="382"/>
                  </a:cubicBezTo>
                  <a:lnTo>
                    <a:pt x="3611" y="390"/>
                  </a:lnTo>
                  <a:cubicBezTo>
                    <a:pt x="3636" y="447"/>
                    <a:pt x="3620" y="447"/>
                    <a:pt x="3611" y="455"/>
                  </a:cubicBezTo>
                  <a:cubicBezTo>
                    <a:pt x="3595" y="463"/>
                    <a:pt x="3587" y="463"/>
                    <a:pt x="3620" y="512"/>
                  </a:cubicBezTo>
                  <a:cubicBezTo>
                    <a:pt x="3644" y="544"/>
                    <a:pt x="3652" y="585"/>
                    <a:pt x="3668" y="626"/>
                  </a:cubicBezTo>
                  <a:lnTo>
                    <a:pt x="3636" y="569"/>
                  </a:lnTo>
                  <a:cubicBezTo>
                    <a:pt x="3621" y="539"/>
                    <a:pt x="3609" y="530"/>
                    <a:pt x="3596" y="530"/>
                  </a:cubicBezTo>
                  <a:cubicBezTo>
                    <a:pt x="3588" y="530"/>
                    <a:pt x="3580" y="533"/>
                    <a:pt x="3571" y="536"/>
                  </a:cubicBezTo>
                  <a:cubicBezTo>
                    <a:pt x="3559" y="542"/>
                    <a:pt x="3549" y="546"/>
                    <a:pt x="3540" y="546"/>
                  </a:cubicBezTo>
                  <a:cubicBezTo>
                    <a:pt x="3524" y="546"/>
                    <a:pt x="3510" y="535"/>
                    <a:pt x="3490" y="504"/>
                  </a:cubicBezTo>
                  <a:lnTo>
                    <a:pt x="3490" y="504"/>
                  </a:lnTo>
                  <a:lnTo>
                    <a:pt x="3506" y="561"/>
                  </a:lnTo>
                  <a:cubicBezTo>
                    <a:pt x="3519" y="590"/>
                    <a:pt x="3523" y="604"/>
                    <a:pt x="3520" y="604"/>
                  </a:cubicBezTo>
                  <a:cubicBezTo>
                    <a:pt x="3518" y="604"/>
                    <a:pt x="3510" y="592"/>
                    <a:pt x="3498" y="569"/>
                  </a:cubicBezTo>
                  <a:cubicBezTo>
                    <a:pt x="3484" y="544"/>
                    <a:pt x="3470" y="533"/>
                    <a:pt x="3460" y="533"/>
                  </a:cubicBezTo>
                  <a:cubicBezTo>
                    <a:pt x="3447" y="533"/>
                    <a:pt x="3440" y="553"/>
                    <a:pt x="3449" y="585"/>
                  </a:cubicBezTo>
                  <a:lnTo>
                    <a:pt x="3441" y="593"/>
                  </a:lnTo>
                  <a:cubicBezTo>
                    <a:pt x="3410" y="542"/>
                    <a:pt x="3390" y="518"/>
                    <a:pt x="3383" y="518"/>
                  </a:cubicBezTo>
                  <a:lnTo>
                    <a:pt x="3383" y="518"/>
                  </a:lnTo>
                  <a:cubicBezTo>
                    <a:pt x="3376" y="518"/>
                    <a:pt x="3384" y="547"/>
                    <a:pt x="3409" y="601"/>
                  </a:cubicBezTo>
                  <a:cubicBezTo>
                    <a:pt x="3376" y="553"/>
                    <a:pt x="3368" y="553"/>
                    <a:pt x="3368" y="553"/>
                  </a:cubicBezTo>
                  <a:lnTo>
                    <a:pt x="3368" y="553"/>
                  </a:lnTo>
                  <a:cubicBezTo>
                    <a:pt x="3373" y="590"/>
                    <a:pt x="3367" y="608"/>
                    <a:pt x="3356" y="608"/>
                  </a:cubicBezTo>
                  <a:cubicBezTo>
                    <a:pt x="3349" y="608"/>
                    <a:pt x="3338" y="598"/>
                    <a:pt x="3328" y="577"/>
                  </a:cubicBezTo>
                  <a:lnTo>
                    <a:pt x="3320" y="577"/>
                  </a:lnTo>
                  <a:cubicBezTo>
                    <a:pt x="3344" y="634"/>
                    <a:pt x="3336" y="634"/>
                    <a:pt x="3328" y="642"/>
                  </a:cubicBezTo>
                  <a:cubicBezTo>
                    <a:pt x="3320" y="642"/>
                    <a:pt x="3311" y="642"/>
                    <a:pt x="3336" y="699"/>
                  </a:cubicBezTo>
                  <a:cubicBezTo>
                    <a:pt x="3360" y="755"/>
                    <a:pt x="3352" y="755"/>
                    <a:pt x="3352" y="755"/>
                  </a:cubicBezTo>
                  <a:cubicBezTo>
                    <a:pt x="3328" y="723"/>
                    <a:pt x="3311" y="690"/>
                    <a:pt x="3303" y="650"/>
                  </a:cubicBezTo>
                  <a:cubicBezTo>
                    <a:pt x="3297" y="628"/>
                    <a:pt x="3291" y="615"/>
                    <a:pt x="3287" y="615"/>
                  </a:cubicBezTo>
                  <a:lnTo>
                    <a:pt x="3287" y="615"/>
                  </a:lnTo>
                  <a:cubicBezTo>
                    <a:pt x="3282" y="615"/>
                    <a:pt x="3284" y="646"/>
                    <a:pt x="3303" y="715"/>
                  </a:cubicBezTo>
                  <a:cubicBezTo>
                    <a:pt x="3324" y="771"/>
                    <a:pt x="3334" y="800"/>
                    <a:pt x="3333" y="800"/>
                  </a:cubicBezTo>
                  <a:cubicBezTo>
                    <a:pt x="3332" y="800"/>
                    <a:pt x="3320" y="771"/>
                    <a:pt x="3295" y="715"/>
                  </a:cubicBezTo>
                  <a:cubicBezTo>
                    <a:pt x="3284" y="676"/>
                    <a:pt x="3269" y="641"/>
                    <a:pt x="3266" y="641"/>
                  </a:cubicBezTo>
                  <a:lnTo>
                    <a:pt x="3266" y="641"/>
                  </a:lnTo>
                  <a:cubicBezTo>
                    <a:pt x="3265" y="641"/>
                    <a:pt x="3266" y="648"/>
                    <a:pt x="3271" y="666"/>
                  </a:cubicBezTo>
                  <a:cubicBezTo>
                    <a:pt x="3271" y="666"/>
                    <a:pt x="3255" y="666"/>
                    <a:pt x="3287" y="723"/>
                  </a:cubicBezTo>
                  <a:lnTo>
                    <a:pt x="3263" y="731"/>
                  </a:lnTo>
                  <a:cubicBezTo>
                    <a:pt x="3232" y="694"/>
                    <a:pt x="3225" y="690"/>
                    <a:pt x="3219" y="690"/>
                  </a:cubicBezTo>
                  <a:cubicBezTo>
                    <a:pt x="3218" y="690"/>
                    <a:pt x="3216" y="690"/>
                    <a:pt x="3214" y="690"/>
                  </a:cubicBezTo>
                  <a:cubicBezTo>
                    <a:pt x="3223" y="720"/>
                    <a:pt x="3227" y="734"/>
                    <a:pt x="3224" y="734"/>
                  </a:cubicBezTo>
                  <a:cubicBezTo>
                    <a:pt x="3222" y="734"/>
                    <a:pt x="3214" y="722"/>
                    <a:pt x="3198" y="699"/>
                  </a:cubicBezTo>
                  <a:cubicBezTo>
                    <a:pt x="3188" y="676"/>
                    <a:pt x="3181" y="664"/>
                    <a:pt x="3180" y="664"/>
                  </a:cubicBezTo>
                  <a:lnTo>
                    <a:pt x="3180" y="664"/>
                  </a:lnTo>
                  <a:cubicBezTo>
                    <a:pt x="3177" y="664"/>
                    <a:pt x="3188" y="692"/>
                    <a:pt x="3222" y="755"/>
                  </a:cubicBezTo>
                  <a:cubicBezTo>
                    <a:pt x="3235" y="782"/>
                    <a:pt x="3239" y="796"/>
                    <a:pt x="3235" y="796"/>
                  </a:cubicBezTo>
                  <a:cubicBezTo>
                    <a:pt x="3231" y="796"/>
                    <a:pt x="3221" y="786"/>
                    <a:pt x="3206" y="763"/>
                  </a:cubicBezTo>
                  <a:cubicBezTo>
                    <a:pt x="3169" y="703"/>
                    <a:pt x="3153" y="677"/>
                    <a:pt x="3151" y="677"/>
                  </a:cubicBezTo>
                  <a:lnTo>
                    <a:pt x="3151" y="677"/>
                  </a:lnTo>
                  <a:cubicBezTo>
                    <a:pt x="3149" y="677"/>
                    <a:pt x="3155" y="691"/>
                    <a:pt x="3166" y="715"/>
                  </a:cubicBezTo>
                  <a:cubicBezTo>
                    <a:pt x="3190" y="763"/>
                    <a:pt x="3182" y="771"/>
                    <a:pt x="3182" y="771"/>
                  </a:cubicBezTo>
                  <a:cubicBezTo>
                    <a:pt x="3198" y="804"/>
                    <a:pt x="3214" y="836"/>
                    <a:pt x="3230" y="877"/>
                  </a:cubicBezTo>
                  <a:lnTo>
                    <a:pt x="3198" y="828"/>
                  </a:lnTo>
                  <a:lnTo>
                    <a:pt x="3174" y="771"/>
                  </a:lnTo>
                  <a:lnTo>
                    <a:pt x="3182" y="771"/>
                  </a:lnTo>
                  <a:cubicBezTo>
                    <a:pt x="3171" y="747"/>
                    <a:pt x="3153" y="737"/>
                    <a:pt x="3131" y="737"/>
                  </a:cubicBezTo>
                  <a:cubicBezTo>
                    <a:pt x="3102" y="737"/>
                    <a:pt x="3068" y="753"/>
                    <a:pt x="3036" y="771"/>
                  </a:cubicBezTo>
                  <a:cubicBezTo>
                    <a:pt x="3044" y="812"/>
                    <a:pt x="3060" y="844"/>
                    <a:pt x="3084" y="885"/>
                  </a:cubicBezTo>
                  <a:cubicBezTo>
                    <a:pt x="3108" y="926"/>
                    <a:pt x="3118" y="941"/>
                    <a:pt x="3118" y="941"/>
                  </a:cubicBezTo>
                  <a:cubicBezTo>
                    <a:pt x="3118" y="941"/>
                    <a:pt x="3100" y="913"/>
                    <a:pt x="3076" y="885"/>
                  </a:cubicBezTo>
                  <a:cubicBezTo>
                    <a:pt x="3033" y="810"/>
                    <a:pt x="3007" y="773"/>
                    <a:pt x="3003" y="773"/>
                  </a:cubicBezTo>
                  <a:lnTo>
                    <a:pt x="3003" y="773"/>
                  </a:lnTo>
                  <a:cubicBezTo>
                    <a:pt x="2998" y="773"/>
                    <a:pt x="3018" y="814"/>
                    <a:pt x="3068" y="893"/>
                  </a:cubicBezTo>
                  <a:cubicBezTo>
                    <a:pt x="3101" y="942"/>
                    <a:pt x="3117" y="966"/>
                    <a:pt x="3116" y="966"/>
                  </a:cubicBezTo>
                  <a:cubicBezTo>
                    <a:pt x="3115" y="966"/>
                    <a:pt x="3097" y="942"/>
                    <a:pt x="3060" y="893"/>
                  </a:cubicBezTo>
                  <a:cubicBezTo>
                    <a:pt x="3045" y="870"/>
                    <a:pt x="3036" y="858"/>
                    <a:pt x="3034" y="858"/>
                  </a:cubicBezTo>
                  <a:lnTo>
                    <a:pt x="3034" y="858"/>
                  </a:lnTo>
                  <a:cubicBezTo>
                    <a:pt x="3031" y="858"/>
                    <a:pt x="3035" y="872"/>
                    <a:pt x="3044" y="901"/>
                  </a:cubicBezTo>
                  <a:cubicBezTo>
                    <a:pt x="3016" y="868"/>
                    <a:pt x="2993" y="835"/>
                    <a:pt x="2990" y="835"/>
                  </a:cubicBezTo>
                  <a:lnTo>
                    <a:pt x="2990" y="835"/>
                  </a:lnTo>
                  <a:cubicBezTo>
                    <a:pt x="2989" y="835"/>
                    <a:pt x="2993" y="842"/>
                    <a:pt x="3003" y="861"/>
                  </a:cubicBezTo>
                  <a:cubicBezTo>
                    <a:pt x="3003" y="861"/>
                    <a:pt x="2995" y="861"/>
                    <a:pt x="2955" y="812"/>
                  </a:cubicBezTo>
                  <a:cubicBezTo>
                    <a:pt x="2946" y="799"/>
                    <a:pt x="2941" y="793"/>
                    <a:pt x="2940" y="793"/>
                  </a:cubicBezTo>
                  <a:lnTo>
                    <a:pt x="2940" y="793"/>
                  </a:lnTo>
                  <a:cubicBezTo>
                    <a:pt x="2935" y="793"/>
                    <a:pt x="2953" y="833"/>
                    <a:pt x="2971" y="869"/>
                  </a:cubicBezTo>
                  <a:cubicBezTo>
                    <a:pt x="2992" y="929"/>
                    <a:pt x="3000" y="959"/>
                    <a:pt x="2994" y="959"/>
                  </a:cubicBezTo>
                  <a:cubicBezTo>
                    <a:pt x="2989" y="959"/>
                    <a:pt x="2973" y="935"/>
                    <a:pt x="2947" y="885"/>
                  </a:cubicBezTo>
                  <a:cubicBezTo>
                    <a:pt x="2929" y="844"/>
                    <a:pt x="2918" y="828"/>
                    <a:pt x="2913" y="828"/>
                  </a:cubicBezTo>
                  <a:lnTo>
                    <a:pt x="2913" y="828"/>
                  </a:lnTo>
                  <a:cubicBezTo>
                    <a:pt x="2904" y="828"/>
                    <a:pt x="2915" y="882"/>
                    <a:pt x="2947" y="950"/>
                  </a:cubicBezTo>
                  <a:cubicBezTo>
                    <a:pt x="2980" y="1013"/>
                    <a:pt x="2994" y="1038"/>
                    <a:pt x="2993" y="1038"/>
                  </a:cubicBezTo>
                  <a:cubicBezTo>
                    <a:pt x="2992" y="1038"/>
                    <a:pt x="2984" y="1026"/>
                    <a:pt x="2971" y="1007"/>
                  </a:cubicBezTo>
                  <a:cubicBezTo>
                    <a:pt x="2946" y="962"/>
                    <a:pt x="2940" y="958"/>
                    <a:pt x="2939" y="958"/>
                  </a:cubicBezTo>
                  <a:cubicBezTo>
                    <a:pt x="2939" y="958"/>
                    <a:pt x="2939" y="958"/>
                    <a:pt x="2939" y="958"/>
                  </a:cubicBezTo>
                  <a:cubicBezTo>
                    <a:pt x="2930" y="958"/>
                    <a:pt x="2922" y="958"/>
                    <a:pt x="2890" y="909"/>
                  </a:cubicBezTo>
                  <a:lnTo>
                    <a:pt x="2890" y="909"/>
                  </a:lnTo>
                  <a:cubicBezTo>
                    <a:pt x="2890" y="909"/>
                    <a:pt x="2890" y="910"/>
                    <a:pt x="2906" y="966"/>
                  </a:cubicBezTo>
                  <a:cubicBezTo>
                    <a:pt x="2926" y="1014"/>
                    <a:pt x="2930" y="1034"/>
                    <a:pt x="2921" y="1034"/>
                  </a:cubicBezTo>
                  <a:cubicBezTo>
                    <a:pt x="2910" y="1034"/>
                    <a:pt x="2875" y="995"/>
                    <a:pt x="2833" y="934"/>
                  </a:cubicBezTo>
                  <a:lnTo>
                    <a:pt x="2833" y="934"/>
                  </a:lnTo>
                  <a:lnTo>
                    <a:pt x="2857" y="999"/>
                  </a:lnTo>
                  <a:cubicBezTo>
                    <a:pt x="2888" y="1064"/>
                    <a:pt x="2909" y="1108"/>
                    <a:pt x="2906" y="1108"/>
                  </a:cubicBezTo>
                  <a:cubicBezTo>
                    <a:pt x="2905" y="1108"/>
                    <a:pt x="2895" y="1092"/>
                    <a:pt x="2874" y="1055"/>
                  </a:cubicBezTo>
                  <a:lnTo>
                    <a:pt x="2841" y="999"/>
                  </a:lnTo>
                  <a:lnTo>
                    <a:pt x="2841" y="999"/>
                  </a:lnTo>
                  <a:cubicBezTo>
                    <a:pt x="2865" y="1043"/>
                    <a:pt x="2869" y="1063"/>
                    <a:pt x="2860" y="1063"/>
                  </a:cubicBezTo>
                  <a:cubicBezTo>
                    <a:pt x="2850" y="1063"/>
                    <a:pt x="2824" y="1037"/>
                    <a:pt x="2794" y="993"/>
                  </a:cubicBezTo>
                  <a:lnTo>
                    <a:pt x="2794" y="993"/>
                  </a:lnTo>
                  <a:cubicBezTo>
                    <a:pt x="2809" y="1020"/>
                    <a:pt x="2819" y="1048"/>
                    <a:pt x="2825" y="1071"/>
                  </a:cubicBezTo>
                  <a:cubicBezTo>
                    <a:pt x="2825" y="1074"/>
                    <a:pt x="2824" y="1076"/>
                    <a:pt x="2823" y="1076"/>
                  </a:cubicBezTo>
                  <a:cubicBezTo>
                    <a:pt x="2818" y="1076"/>
                    <a:pt x="2807" y="1065"/>
                    <a:pt x="2784" y="1031"/>
                  </a:cubicBezTo>
                  <a:cubicBezTo>
                    <a:pt x="2762" y="997"/>
                    <a:pt x="2735" y="962"/>
                    <a:pt x="2732" y="962"/>
                  </a:cubicBezTo>
                  <a:lnTo>
                    <a:pt x="2732" y="962"/>
                  </a:lnTo>
                  <a:cubicBezTo>
                    <a:pt x="2731" y="962"/>
                    <a:pt x="2734" y="968"/>
                    <a:pt x="2744" y="982"/>
                  </a:cubicBezTo>
                  <a:cubicBezTo>
                    <a:pt x="2744" y="982"/>
                    <a:pt x="2743" y="983"/>
                    <a:pt x="2742" y="983"/>
                  </a:cubicBezTo>
                  <a:cubicBezTo>
                    <a:pt x="2738" y="983"/>
                    <a:pt x="2726" y="978"/>
                    <a:pt x="2695" y="942"/>
                  </a:cubicBezTo>
                  <a:lnTo>
                    <a:pt x="2671" y="958"/>
                  </a:lnTo>
                  <a:cubicBezTo>
                    <a:pt x="2684" y="984"/>
                    <a:pt x="2688" y="999"/>
                    <a:pt x="2683" y="999"/>
                  </a:cubicBezTo>
                  <a:cubicBezTo>
                    <a:pt x="2679" y="999"/>
                    <a:pt x="2670" y="988"/>
                    <a:pt x="2655" y="966"/>
                  </a:cubicBezTo>
                  <a:lnTo>
                    <a:pt x="2655" y="966"/>
                  </a:lnTo>
                  <a:cubicBezTo>
                    <a:pt x="2655" y="966"/>
                    <a:pt x="2647" y="974"/>
                    <a:pt x="2671" y="1023"/>
                  </a:cubicBezTo>
                  <a:cubicBezTo>
                    <a:pt x="2665" y="1026"/>
                    <a:pt x="2660" y="1029"/>
                    <a:pt x="2655" y="1029"/>
                  </a:cubicBezTo>
                  <a:cubicBezTo>
                    <a:pt x="2646" y="1029"/>
                    <a:pt x="2635" y="1019"/>
                    <a:pt x="2614" y="982"/>
                  </a:cubicBezTo>
                  <a:cubicBezTo>
                    <a:pt x="2603" y="959"/>
                    <a:pt x="2596" y="947"/>
                    <a:pt x="2596" y="947"/>
                  </a:cubicBezTo>
                  <a:lnTo>
                    <a:pt x="2596" y="947"/>
                  </a:lnTo>
                  <a:cubicBezTo>
                    <a:pt x="2595" y="947"/>
                    <a:pt x="2602" y="961"/>
                    <a:pt x="2614" y="990"/>
                  </a:cubicBezTo>
                  <a:cubicBezTo>
                    <a:pt x="2647" y="1039"/>
                    <a:pt x="2639" y="1039"/>
                    <a:pt x="2630" y="1047"/>
                  </a:cubicBezTo>
                  <a:lnTo>
                    <a:pt x="2614" y="1055"/>
                  </a:lnTo>
                  <a:cubicBezTo>
                    <a:pt x="2647" y="1104"/>
                    <a:pt x="2647" y="1104"/>
                    <a:pt x="2647" y="1104"/>
                  </a:cubicBezTo>
                  <a:cubicBezTo>
                    <a:pt x="2646" y="1105"/>
                    <a:pt x="2645" y="1105"/>
                    <a:pt x="2643" y="1105"/>
                  </a:cubicBezTo>
                  <a:cubicBezTo>
                    <a:pt x="2630" y="1105"/>
                    <a:pt x="2589" y="1071"/>
                    <a:pt x="2582" y="1071"/>
                  </a:cubicBezTo>
                  <a:lnTo>
                    <a:pt x="2582" y="1071"/>
                  </a:lnTo>
                  <a:cubicBezTo>
                    <a:pt x="2566" y="1080"/>
                    <a:pt x="2566" y="1080"/>
                    <a:pt x="2598" y="1128"/>
                  </a:cubicBezTo>
                  <a:cubicBezTo>
                    <a:pt x="2604" y="1128"/>
                    <a:pt x="2622" y="1152"/>
                    <a:pt x="2617" y="1152"/>
                  </a:cubicBezTo>
                  <a:cubicBezTo>
                    <a:pt x="2616" y="1152"/>
                    <a:pt x="2610" y="1148"/>
                    <a:pt x="2598" y="1136"/>
                  </a:cubicBezTo>
                  <a:cubicBezTo>
                    <a:pt x="2591" y="1136"/>
                    <a:pt x="2550" y="1103"/>
                    <a:pt x="2524" y="1103"/>
                  </a:cubicBezTo>
                  <a:cubicBezTo>
                    <a:pt x="2522" y="1103"/>
                    <a:pt x="2519" y="1103"/>
                    <a:pt x="2517" y="1104"/>
                  </a:cubicBezTo>
                  <a:cubicBezTo>
                    <a:pt x="2493" y="1120"/>
                    <a:pt x="2493" y="1120"/>
                    <a:pt x="2525" y="1169"/>
                  </a:cubicBezTo>
                  <a:cubicBezTo>
                    <a:pt x="2562" y="1218"/>
                    <a:pt x="2578" y="1245"/>
                    <a:pt x="2576" y="1245"/>
                  </a:cubicBezTo>
                  <a:cubicBezTo>
                    <a:pt x="2573" y="1245"/>
                    <a:pt x="2553" y="1220"/>
                    <a:pt x="2517" y="1169"/>
                  </a:cubicBezTo>
                  <a:cubicBezTo>
                    <a:pt x="2475" y="1117"/>
                    <a:pt x="2454" y="1096"/>
                    <a:pt x="2451" y="1096"/>
                  </a:cubicBezTo>
                  <a:lnTo>
                    <a:pt x="2451" y="1096"/>
                  </a:lnTo>
                  <a:cubicBezTo>
                    <a:pt x="2448" y="1096"/>
                    <a:pt x="2454" y="1108"/>
                    <a:pt x="2468" y="1128"/>
                  </a:cubicBezTo>
                  <a:cubicBezTo>
                    <a:pt x="2493" y="1185"/>
                    <a:pt x="2493" y="1185"/>
                    <a:pt x="2493" y="1185"/>
                  </a:cubicBezTo>
                  <a:cubicBezTo>
                    <a:pt x="2478" y="1163"/>
                    <a:pt x="2469" y="1153"/>
                    <a:pt x="2464" y="1153"/>
                  </a:cubicBezTo>
                  <a:lnTo>
                    <a:pt x="2464" y="1153"/>
                  </a:lnTo>
                  <a:cubicBezTo>
                    <a:pt x="2458" y="1153"/>
                    <a:pt x="2459" y="1170"/>
                    <a:pt x="2468" y="1201"/>
                  </a:cubicBezTo>
                  <a:cubicBezTo>
                    <a:pt x="2468" y="1201"/>
                    <a:pt x="2468" y="1201"/>
                    <a:pt x="2436" y="1153"/>
                  </a:cubicBezTo>
                  <a:lnTo>
                    <a:pt x="2420" y="1161"/>
                  </a:lnTo>
                  <a:cubicBezTo>
                    <a:pt x="2448" y="1213"/>
                    <a:pt x="2444" y="1232"/>
                    <a:pt x="2428" y="1232"/>
                  </a:cubicBezTo>
                  <a:cubicBezTo>
                    <a:pt x="2412" y="1232"/>
                    <a:pt x="2383" y="1213"/>
                    <a:pt x="2363" y="1193"/>
                  </a:cubicBezTo>
                  <a:lnTo>
                    <a:pt x="2363" y="1193"/>
                  </a:lnTo>
                  <a:cubicBezTo>
                    <a:pt x="2363" y="1193"/>
                    <a:pt x="2363" y="1194"/>
                    <a:pt x="2387" y="1250"/>
                  </a:cubicBezTo>
                  <a:cubicBezTo>
                    <a:pt x="2416" y="1304"/>
                    <a:pt x="2430" y="1330"/>
                    <a:pt x="2428" y="1330"/>
                  </a:cubicBezTo>
                  <a:cubicBezTo>
                    <a:pt x="2425" y="1330"/>
                    <a:pt x="2407" y="1306"/>
                    <a:pt x="2371" y="1258"/>
                  </a:cubicBezTo>
                  <a:lnTo>
                    <a:pt x="2371" y="1258"/>
                  </a:lnTo>
                  <a:cubicBezTo>
                    <a:pt x="2383" y="1285"/>
                    <a:pt x="2381" y="1303"/>
                    <a:pt x="2371" y="1303"/>
                  </a:cubicBezTo>
                  <a:cubicBezTo>
                    <a:pt x="2359" y="1303"/>
                    <a:pt x="2336" y="1281"/>
                    <a:pt x="2306" y="1226"/>
                  </a:cubicBezTo>
                  <a:lnTo>
                    <a:pt x="2241" y="1128"/>
                  </a:lnTo>
                  <a:lnTo>
                    <a:pt x="2241" y="1128"/>
                  </a:lnTo>
                  <a:cubicBezTo>
                    <a:pt x="2266" y="1177"/>
                    <a:pt x="2257" y="1185"/>
                    <a:pt x="2257" y="1185"/>
                  </a:cubicBezTo>
                  <a:cubicBezTo>
                    <a:pt x="2290" y="1234"/>
                    <a:pt x="2290" y="1234"/>
                    <a:pt x="2266" y="1250"/>
                  </a:cubicBezTo>
                  <a:cubicBezTo>
                    <a:pt x="2257" y="1258"/>
                    <a:pt x="2266" y="1323"/>
                    <a:pt x="2257" y="1323"/>
                  </a:cubicBezTo>
                  <a:cubicBezTo>
                    <a:pt x="2250" y="1327"/>
                    <a:pt x="2242" y="1332"/>
                    <a:pt x="2233" y="1332"/>
                  </a:cubicBezTo>
                  <a:cubicBezTo>
                    <a:pt x="2221" y="1332"/>
                    <a:pt x="2206" y="1325"/>
                    <a:pt x="2184" y="1299"/>
                  </a:cubicBezTo>
                  <a:lnTo>
                    <a:pt x="2184" y="1299"/>
                  </a:lnTo>
                  <a:cubicBezTo>
                    <a:pt x="2176" y="1299"/>
                    <a:pt x="2168" y="1307"/>
                    <a:pt x="2193" y="1363"/>
                  </a:cubicBezTo>
                  <a:cubicBezTo>
                    <a:pt x="2206" y="1390"/>
                    <a:pt x="2209" y="1404"/>
                    <a:pt x="2205" y="1404"/>
                  </a:cubicBezTo>
                  <a:cubicBezTo>
                    <a:pt x="2201" y="1404"/>
                    <a:pt x="2191" y="1394"/>
                    <a:pt x="2176" y="1371"/>
                  </a:cubicBezTo>
                  <a:lnTo>
                    <a:pt x="2168" y="1371"/>
                  </a:lnTo>
                  <a:cubicBezTo>
                    <a:pt x="2193" y="1428"/>
                    <a:pt x="2184" y="1436"/>
                    <a:pt x="2184" y="1436"/>
                  </a:cubicBezTo>
                  <a:cubicBezTo>
                    <a:pt x="2162" y="1403"/>
                    <a:pt x="2137" y="1370"/>
                    <a:pt x="2130" y="1370"/>
                  </a:cubicBezTo>
                  <a:lnTo>
                    <a:pt x="2130" y="1370"/>
                  </a:lnTo>
                  <a:cubicBezTo>
                    <a:pt x="2127" y="1370"/>
                    <a:pt x="2128" y="1378"/>
                    <a:pt x="2136" y="1396"/>
                  </a:cubicBezTo>
                  <a:cubicBezTo>
                    <a:pt x="2176" y="1444"/>
                    <a:pt x="2168" y="1444"/>
                    <a:pt x="2152" y="1453"/>
                  </a:cubicBezTo>
                  <a:cubicBezTo>
                    <a:pt x="2146" y="1447"/>
                    <a:pt x="2138" y="1444"/>
                    <a:pt x="2127" y="1444"/>
                  </a:cubicBezTo>
                  <a:cubicBezTo>
                    <a:pt x="2060" y="1444"/>
                    <a:pt x="1914" y="1540"/>
                    <a:pt x="1949" y="1582"/>
                  </a:cubicBezTo>
                  <a:lnTo>
                    <a:pt x="1933" y="1598"/>
                  </a:lnTo>
                  <a:lnTo>
                    <a:pt x="1909" y="1607"/>
                  </a:lnTo>
                  <a:cubicBezTo>
                    <a:pt x="1885" y="1571"/>
                    <a:pt x="1870" y="1557"/>
                    <a:pt x="1862" y="1557"/>
                  </a:cubicBezTo>
                  <a:lnTo>
                    <a:pt x="1862" y="1557"/>
                  </a:lnTo>
                  <a:cubicBezTo>
                    <a:pt x="1847" y="1557"/>
                    <a:pt x="1853" y="1598"/>
                    <a:pt x="1868" y="1639"/>
                  </a:cubicBezTo>
                  <a:cubicBezTo>
                    <a:pt x="1893" y="1688"/>
                    <a:pt x="1893" y="1696"/>
                    <a:pt x="1884" y="1696"/>
                  </a:cubicBezTo>
                  <a:cubicBezTo>
                    <a:pt x="1847" y="1646"/>
                    <a:pt x="1825" y="1626"/>
                    <a:pt x="1815" y="1626"/>
                  </a:cubicBezTo>
                  <a:lnTo>
                    <a:pt x="1815" y="1626"/>
                  </a:lnTo>
                  <a:cubicBezTo>
                    <a:pt x="1806" y="1626"/>
                    <a:pt x="1808" y="1644"/>
                    <a:pt x="1820" y="1671"/>
                  </a:cubicBezTo>
                  <a:cubicBezTo>
                    <a:pt x="1853" y="1721"/>
                    <a:pt x="1867" y="1745"/>
                    <a:pt x="1864" y="1745"/>
                  </a:cubicBezTo>
                  <a:cubicBezTo>
                    <a:pt x="1861" y="1745"/>
                    <a:pt x="1843" y="1723"/>
                    <a:pt x="1812" y="1680"/>
                  </a:cubicBezTo>
                  <a:cubicBezTo>
                    <a:pt x="1780" y="1637"/>
                    <a:pt x="1759" y="1615"/>
                    <a:pt x="1753" y="1615"/>
                  </a:cubicBezTo>
                  <a:lnTo>
                    <a:pt x="1753" y="1615"/>
                  </a:lnTo>
                  <a:cubicBezTo>
                    <a:pt x="1746" y="1615"/>
                    <a:pt x="1764" y="1654"/>
                    <a:pt x="1820" y="1736"/>
                  </a:cubicBezTo>
                  <a:cubicBezTo>
                    <a:pt x="1836" y="1766"/>
                    <a:pt x="1845" y="1780"/>
                    <a:pt x="1843" y="1780"/>
                  </a:cubicBezTo>
                  <a:cubicBezTo>
                    <a:pt x="1841" y="1780"/>
                    <a:pt x="1831" y="1768"/>
                    <a:pt x="1812" y="1744"/>
                  </a:cubicBezTo>
                  <a:cubicBezTo>
                    <a:pt x="1766" y="1694"/>
                    <a:pt x="1743" y="1675"/>
                    <a:pt x="1740" y="1675"/>
                  </a:cubicBezTo>
                  <a:lnTo>
                    <a:pt x="1740" y="1675"/>
                  </a:lnTo>
                  <a:cubicBezTo>
                    <a:pt x="1737" y="1675"/>
                    <a:pt x="1745" y="1686"/>
                    <a:pt x="1763" y="1704"/>
                  </a:cubicBezTo>
                  <a:cubicBezTo>
                    <a:pt x="1797" y="1759"/>
                    <a:pt x="1811" y="1785"/>
                    <a:pt x="1806" y="1785"/>
                  </a:cubicBezTo>
                  <a:cubicBezTo>
                    <a:pt x="1802" y="1785"/>
                    <a:pt x="1782" y="1763"/>
                    <a:pt x="1747" y="1720"/>
                  </a:cubicBezTo>
                  <a:cubicBezTo>
                    <a:pt x="1703" y="1676"/>
                    <a:pt x="1681" y="1654"/>
                    <a:pt x="1678" y="1654"/>
                  </a:cubicBezTo>
                  <a:lnTo>
                    <a:pt x="1678" y="1654"/>
                  </a:lnTo>
                  <a:cubicBezTo>
                    <a:pt x="1675" y="1654"/>
                    <a:pt x="1693" y="1679"/>
                    <a:pt x="1730" y="1728"/>
                  </a:cubicBezTo>
                  <a:cubicBezTo>
                    <a:pt x="1766" y="1782"/>
                    <a:pt x="1775" y="1811"/>
                    <a:pt x="1762" y="1811"/>
                  </a:cubicBezTo>
                  <a:cubicBezTo>
                    <a:pt x="1751" y="1811"/>
                    <a:pt x="1726" y="1792"/>
                    <a:pt x="1690" y="1753"/>
                  </a:cubicBezTo>
                  <a:cubicBezTo>
                    <a:pt x="1690" y="1753"/>
                    <a:pt x="1690" y="1753"/>
                    <a:pt x="1689" y="1753"/>
                  </a:cubicBezTo>
                  <a:cubicBezTo>
                    <a:pt x="1685" y="1753"/>
                    <a:pt x="1669" y="1739"/>
                    <a:pt x="1666" y="1739"/>
                  </a:cubicBezTo>
                  <a:lnTo>
                    <a:pt x="1666" y="1739"/>
                  </a:lnTo>
                  <a:cubicBezTo>
                    <a:pt x="1664" y="1739"/>
                    <a:pt x="1668" y="1744"/>
                    <a:pt x="1682" y="1761"/>
                  </a:cubicBezTo>
                  <a:lnTo>
                    <a:pt x="1641" y="1720"/>
                  </a:lnTo>
                  <a:lnTo>
                    <a:pt x="1625" y="1728"/>
                  </a:lnTo>
                  <a:lnTo>
                    <a:pt x="1666" y="1777"/>
                  </a:lnTo>
                  <a:cubicBezTo>
                    <a:pt x="1661" y="1777"/>
                    <a:pt x="1633" y="1768"/>
                    <a:pt x="1602" y="1768"/>
                  </a:cubicBezTo>
                  <a:cubicBezTo>
                    <a:pt x="1582" y="1768"/>
                    <a:pt x="1560" y="1772"/>
                    <a:pt x="1544" y="1785"/>
                  </a:cubicBezTo>
                  <a:cubicBezTo>
                    <a:pt x="1479" y="1826"/>
                    <a:pt x="1471" y="1834"/>
                    <a:pt x="1512" y="1874"/>
                  </a:cubicBezTo>
                  <a:cubicBezTo>
                    <a:pt x="1555" y="1922"/>
                    <a:pt x="1573" y="1946"/>
                    <a:pt x="1568" y="1946"/>
                  </a:cubicBezTo>
                  <a:cubicBezTo>
                    <a:pt x="1563" y="1946"/>
                    <a:pt x="1541" y="1928"/>
                    <a:pt x="1503" y="1890"/>
                  </a:cubicBezTo>
                  <a:cubicBezTo>
                    <a:pt x="1496" y="1890"/>
                    <a:pt x="1455" y="1857"/>
                    <a:pt x="1442" y="1857"/>
                  </a:cubicBezTo>
                  <a:cubicBezTo>
                    <a:pt x="1440" y="1857"/>
                    <a:pt x="1439" y="1857"/>
                    <a:pt x="1439" y="1858"/>
                  </a:cubicBezTo>
                  <a:cubicBezTo>
                    <a:pt x="1432" y="1861"/>
                    <a:pt x="1427" y="1865"/>
                    <a:pt x="1420" y="1865"/>
                  </a:cubicBezTo>
                  <a:cubicBezTo>
                    <a:pt x="1410" y="1865"/>
                    <a:pt x="1398" y="1858"/>
                    <a:pt x="1374" y="1834"/>
                  </a:cubicBezTo>
                  <a:lnTo>
                    <a:pt x="1366" y="1834"/>
                  </a:lnTo>
                  <a:cubicBezTo>
                    <a:pt x="1413" y="1911"/>
                    <a:pt x="1408" y="1944"/>
                    <a:pt x="1381" y="1944"/>
                  </a:cubicBezTo>
                  <a:cubicBezTo>
                    <a:pt x="1370" y="1944"/>
                    <a:pt x="1357" y="1940"/>
                    <a:pt x="1341" y="1931"/>
                  </a:cubicBezTo>
                  <a:lnTo>
                    <a:pt x="1341" y="1931"/>
                  </a:lnTo>
                  <a:cubicBezTo>
                    <a:pt x="1333" y="1939"/>
                    <a:pt x="1325" y="1939"/>
                    <a:pt x="1357" y="1996"/>
                  </a:cubicBezTo>
                  <a:cubicBezTo>
                    <a:pt x="1370" y="2021"/>
                    <a:pt x="1376" y="2033"/>
                    <a:pt x="1373" y="2033"/>
                  </a:cubicBezTo>
                  <a:cubicBezTo>
                    <a:pt x="1371" y="2033"/>
                    <a:pt x="1361" y="2023"/>
                    <a:pt x="1341" y="2004"/>
                  </a:cubicBezTo>
                  <a:cubicBezTo>
                    <a:pt x="1321" y="1984"/>
                    <a:pt x="1293" y="1967"/>
                    <a:pt x="1278" y="1967"/>
                  </a:cubicBezTo>
                  <a:cubicBezTo>
                    <a:pt x="1264" y="1967"/>
                    <a:pt x="1264" y="1984"/>
                    <a:pt x="1301" y="2028"/>
                  </a:cubicBezTo>
                  <a:lnTo>
                    <a:pt x="1260" y="1988"/>
                  </a:lnTo>
                  <a:cubicBezTo>
                    <a:pt x="1247" y="1977"/>
                    <a:pt x="1240" y="1973"/>
                    <a:pt x="1237" y="1973"/>
                  </a:cubicBezTo>
                  <a:lnTo>
                    <a:pt x="1237" y="1973"/>
                  </a:lnTo>
                  <a:cubicBezTo>
                    <a:pt x="1229" y="1973"/>
                    <a:pt x="1255" y="2008"/>
                    <a:pt x="1285" y="2044"/>
                  </a:cubicBezTo>
                  <a:cubicBezTo>
                    <a:pt x="1322" y="2086"/>
                    <a:pt x="1341" y="2110"/>
                    <a:pt x="1337" y="2110"/>
                  </a:cubicBezTo>
                  <a:cubicBezTo>
                    <a:pt x="1334" y="2110"/>
                    <a:pt x="1301" y="2078"/>
                    <a:pt x="1236" y="2004"/>
                  </a:cubicBezTo>
                  <a:cubicBezTo>
                    <a:pt x="1190" y="1954"/>
                    <a:pt x="1170" y="1934"/>
                    <a:pt x="1169" y="1934"/>
                  </a:cubicBezTo>
                  <a:lnTo>
                    <a:pt x="1169" y="1934"/>
                  </a:lnTo>
                  <a:cubicBezTo>
                    <a:pt x="1168" y="1934"/>
                    <a:pt x="1178" y="1946"/>
                    <a:pt x="1195" y="1963"/>
                  </a:cubicBezTo>
                  <a:cubicBezTo>
                    <a:pt x="1219" y="1999"/>
                    <a:pt x="1243" y="2035"/>
                    <a:pt x="1235" y="2035"/>
                  </a:cubicBezTo>
                  <a:cubicBezTo>
                    <a:pt x="1231" y="2035"/>
                    <a:pt x="1224" y="2031"/>
                    <a:pt x="1212" y="2020"/>
                  </a:cubicBezTo>
                  <a:lnTo>
                    <a:pt x="1212" y="2020"/>
                  </a:lnTo>
                  <a:cubicBezTo>
                    <a:pt x="1212" y="2028"/>
                    <a:pt x="1203" y="2036"/>
                    <a:pt x="1285" y="2125"/>
                  </a:cubicBezTo>
                  <a:cubicBezTo>
                    <a:pt x="1317" y="2166"/>
                    <a:pt x="1317" y="2174"/>
                    <a:pt x="1309" y="2174"/>
                  </a:cubicBezTo>
                  <a:cubicBezTo>
                    <a:pt x="1285" y="2150"/>
                    <a:pt x="1260" y="2117"/>
                    <a:pt x="1236" y="2085"/>
                  </a:cubicBezTo>
                  <a:lnTo>
                    <a:pt x="1228" y="2093"/>
                  </a:lnTo>
                  <a:cubicBezTo>
                    <a:pt x="1187" y="2069"/>
                    <a:pt x="1155" y="2044"/>
                    <a:pt x="1130" y="2012"/>
                  </a:cubicBezTo>
                  <a:cubicBezTo>
                    <a:pt x="1112" y="1997"/>
                    <a:pt x="1101" y="1988"/>
                    <a:pt x="1098" y="1988"/>
                  </a:cubicBezTo>
                  <a:lnTo>
                    <a:pt x="1098" y="1988"/>
                  </a:lnTo>
                  <a:cubicBezTo>
                    <a:pt x="1094" y="1988"/>
                    <a:pt x="1113" y="2010"/>
                    <a:pt x="1163" y="2061"/>
                  </a:cubicBezTo>
                  <a:cubicBezTo>
                    <a:pt x="1244" y="2150"/>
                    <a:pt x="1244" y="2150"/>
                    <a:pt x="1228" y="2158"/>
                  </a:cubicBezTo>
                  <a:cubicBezTo>
                    <a:pt x="1228" y="2161"/>
                    <a:pt x="1227" y="2164"/>
                    <a:pt x="1223" y="2164"/>
                  </a:cubicBezTo>
                  <a:cubicBezTo>
                    <a:pt x="1217" y="2164"/>
                    <a:pt x="1204" y="2156"/>
                    <a:pt x="1179" y="2125"/>
                  </a:cubicBezTo>
                  <a:cubicBezTo>
                    <a:pt x="1150" y="2091"/>
                    <a:pt x="1142" y="2081"/>
                    <a:pt x="1137" y="2081"/>
                  </a:cubicBezTo>
                  <a:cubicBezTo>
                    <a:pt x="1134" y="2081"/>
                    <a:pt x="1133" y="2083"/>
                    <a:pt x="1130" y="2085"/>
                  </a:cubicBezTo>
                  <a:cubicBezTo>
                    <a:pt x="1114" y="2101"/>
                    <a:pt x="1212" y="2247"/>
                    <a:pt x="1293" y="2344"/>
                  </a:cubicBezTo>
                  <a:cubicBezTo>
                    <a:pt x="1329" y="2389"/>
                    <a:pt x="1347" y="2411"/>
                    <a:pt x="1346" y="2411"/>
                  </a:cubicBezTo>
                  <a:cubicBezTo>
                    <a:pt x="1345" y="2411"/>
                    <a:pt x="1325" y="2389"/>
                    <a:pt x="1285" y="2344"/>
                  </a:cubicBezTo>
                  <a:cubicBezTo>
                    <a:pt x="1257" y="2316"/>
                    <a:pt x="1244" y="2308"/>
                    <a:pt x="1239" y="2308"/>
                  </a:cubicBezTo>
                  <a:cubicBezTo>
                    <a:pt x="1237" y="2308"/>
                    <a:pt x="1236" y="2309"/>
                    <a:pt x="1236" y="2312"/>
                  </a:cubicBezTo>
                  <a:cubicBezTo>
                    <a:pt x="1195" y="2263"/>
                    <a:pt x="1195" y="2263"/>
                    <a:pt x="1203" y="2255"/>
                  </a:cubicBezTo>
                  <a:lnTo>
                    <a:pt x="1163" y="2215"/>
                  </a:lnTo>
                  <a:cubicBezTo>
                    <a:pt x="1124" y="2172"/>
                    <a:pt x="1102" y="2152"/>
                    <a:pt x="1098" y="2152"/>
                  </a:cubicBezTo>
                  <a:lnTo>
                    <a:pt x="1098" y="2152"/>
                  </a:lnTo>
                  <a:cubicBezTo>
                    <a:pt x="1093" y="2152"/>
                    <a:pt x="1109" y="2176"/>
                    <a:pt x="1147" y="2223"/>
                  </a:cubicBezTo>
                  <a:cubicBezTo>
                    <a:pt x="1164" y="2248"/>
                    <a:pt x="1172" y="2260"/>
                    <a:pt x="1170" y="2260"/>
                  </a:cubicBezTo>
                  <a:cubicBezTo>
                    <a:pt x="1168" y="2260"/>
                    <a:pt x="1158" y="2250"/>
                    <a:pt x="1139" y="2231"/>
                  </a:cubicBezTo>
                  <a:cubicBezTo>
                    <a:pt x="1104" y="2208"/>
                    <a:pt x="1074" y="2181"/>
                    <a:pt x="1073" y="2181"/>
                  </a:cubicBezTo>
                  <a:lnTo>
                    <a:pt x="1073" y="2181"/>
                  </a:lnTo>
                  <a:cubicBezTo>
                    <a:pt x="1073" y="2181"/>
                    <a:pt x="1078" y="2186"/>
                    <a:pt x="1090" y="2198"/>
                  </a:cubicBezTo>
                  <a:cubicBezTo>
                    <a:pt x="1090" y="2198"/>
                    <a:pt x="1089" y="2199"/>
                    <a:pt x="1086" y="2199"/>
                  </a:cubicBezTo>
                  <a:cubicBezTo>
                    <a:pt x="1079" y="2199"/>
                    <a:pt x="1062" y="2195"/>
                    <a:pt x="1033" y="2166"/>
                  </a:cubicBezTo>
                  <a:lnTo>
                    <a:pt x="1033" y="2166"/>
                  </a:lnTo>
                  <a:cubicBezTo>
                    <a:pt x="1017" y="2174"/>
                    <a:pt x="1017" y="2182"/>
                    <a:pt x="1058" y="2223"/>
                  </a:cubicBezTo>
                  <a:cubicBezTo>
                    <a:pt x="1090" y="2271"/>
                    <a:pt x="1090" y="2271"/>
                    <a:pt x="1082" y="2280"/>
                  </a:cubicBezTo>
                  <a:cubicBezTo>
                    <a:pt x="1074" y="2280"/>
                    <a:pt x="1074" y="2288"/>
                    <a:pt x="1114" y="2328"/>
                  </a:cubicBezTo>
                  <a:cubicBezTo>
                    <a:pt x="1155" y="2377"/>
                    <a:pt x="1187" y="2425"/>
                    <a:pt x="1179" y="2434"/>
                  </a:cubicBezTo>
                  <a:cubicBezTo>
                    <a:pt x="1190" y="2455"/>
                    <a:pt x="1196" y="2467"/>
                    <a:pt x="1192" y="2467"/>
                  </a:cubicBezTo>
                  <a:cubicBezTo>
                    <a:pt x="1188" y="2467"/>
                    <a:pt x="1168" y="2447"/>
                    <a:pt x="1122" y="2401"/>
                  </a:cubicBezTo>
                  <a:cubicBezTo>
                    <a:pt x="1094" y="2373"/>
                    <a:pt x="1082" y="2364"/>
                    <a:pt x="1074" y="2364"/>
                  </a:cubicBezTo>
                  <a:cubicBezTo>
                    <a:pt x="1071" y="2364"/>
                    <a:pt x="1068" y="2366"/>
                    <a:pt x="1066" y="2369"/>
                  </a:cubicBezTo>
                  <a:cubicBezTo>
                    <a:pt x="1066" y="2369"/>
                    <a:pt x="1066" y="2369"/>
                    <a:pt x="1017" y="2328"/>
                  </a:cubicBezTo>
                  <a:cubicBezTo>
                    <a:pt x="1004" y="2317"/>
                    <a:pt x="997" y="2313"/>
                    <a:pt x="995" y="2313"/>
                  </a:cubicBezTo>
                  <a:lnTo>
                    <a:pt x="995" y="2313"/>
                  </a:lnTo>
                  <a:cubicBezTo>
                    <a:pt x="990" y="2313"/>
                    <a:pt x="1020" y="2347"/>
                    <a:pt x="1049" y="2377"/>
                  </a:cubicBezTo>
                  <a:cubicBezTo>
                    <a:pt x="1090" y="2425"/>
                    <a:pt x="1130" y="2466"/>
                    <a:pt x="1130" y="2466"/>
                  </a:cubicBezTo>
                  <a:cubicBezTo>
                    <a:pt x="1082" y="2434"/>
                    <a:pt x="1041" y="2385"/>
                    <a:pt x="1001" y="2344"/>
                  </a:cubicBezTo>
                  <a:cubicBezTo>
                    <a:pt x="956" y="2304"/>
                    <a:pt x="934" y="2284"/>
                    <a:pt x="933" y="2284"/>
                  </a:cubicBezTo>
                  <a:lnTo>
                    <a:pt x="933" y="2284"/>
                  </a:lnTo>
                  <a:cubicBezTo>
                    <a:pt x="932" y="2284"/>
                    <a:pt x="952" y="2304"/>
                    <a:pt x="993" y="2344"/>
                  </a:cubicBezTo>
                  <a:cubicBezTo>
                    <a:pt x="1023" y="2380"/>
                    <a:pt x="1053" y="2416"/>
                    <a:pt x="1043" y="2416"/>
                  </a:cubicBezTo>
                  <a:cubicBezTo>
                    <a:pt x="1040" y="2416"/>
                    <a:pt x="1032" y="2412"/>
                    <a:pt x="1017" y="2401"/>
                  </a:cubicBezTo>
                  <a:cubicBezTo>
                    <a:pt x="1013" y="2408"/>
                    <a:pt x="1010" y="2414"/>
                    <a:pt x="1004" y="2414"/>
                  </a:cubicBezTo>
                  <a:cubicBezTo>
                    <a:pt x="996" y="2414"/>
                    <a:pt x="983" y="2404"/>
                    <a:pt x="960" y="2377"/>
                  </a:cubicBezTo>
                  <a:cubicBezTo>
                    <a:pt x="946" y="2365"/>
                    <a:pt x="939" y="2361"/>
                    <a:pt x="935" y="2361"/>
                  </a:cubicBezTo>
                  <a:lnTo>
                    <a:pt x="935" y="2361"/>
                  </a:lnTo>
                  <a:cubicBezTo>
                    <a:pt x="928" y="2361"/>
                    <a:pt x="944" y="2385"/>
                    <a:pt x="944" y="2385"/>
                  </a:cubicBezTo>
                  <a:cubicBezTo>
                    <a:pt x="968" y="2414"/>
                    <a:pt x="975" y="2429"/>
                    <a:pt x="964" y="2429"/>
                  </a:cubicBezTo>
                  <a:cubicBezTo>
                    <a:pt x="957" y="2429"/>
                    <a:pt x="942" y="2422"/>
                    <a:pt x="920" y="2409"/>
                  </a:cubicBezTo>
                  <a:cubicBezTo>
                    <a:pt x="871" y="2379"/>
                    <a:pt x="845" y="2363"/>
                    <a:pt x="839" y="2363"/>
                  </a:cubicBezTo>
                  <a:lnTo>
                    <a:pt x="839" y="2363"/>
                  </a:lnTo>
                  <a:cubicBezTo>
                    <a:pt x="831" y="2363"/>
                    <a:pt x="852" y="2385"/>
                    <a:pt x="895" y="2434"/>
                  </a:cubicBezTo>
                  <a:cubicBezTo>
                    <a:pt x="920" y="2458"/>
                    <a:pt x="944" y="2486"/>
                    <a:pt x="940" y="2486"/>
                  </a:cubicBezTo>
                  <a:cubicBezTo>
                    <a:pt x="938" y="2486"/>
                    <a:pt x="923" y="2474"/>
                    <a:pt x="887" y="2442"/>
                  </a:cubicBezTo>
                  <a:cubicBezTo>
                    <a:pt x="875" y="2431"/>
                    <a:pt x="868" y="2427"/>
                    <a:pt x="866" y="2427"/>
                  </a:cubicBezTo>
                  <a:lnTo>
                    <a:pt x="866" y="2427"/>
                  </a:lnTo>
                  <a:cubicBezTo>
                    <a:pt x="859" y="2427"/>
                    <a:pt x="888" y="2463"/>
                    <a:pt x="912" y="2498"/>
                  </a:cubicBezTo>
                  <a:cubicBezTo>
                    <a:pt x="944" y="2547"/>
                    <a:pt x="1025" y="2636"/>
                    <a:pt x="1066" y="2677"/>
                  </a:cubicBezTo>
                  <a:cubicBezTo>
                    <a:pt x="1114" y="2730"/>
                    <a:pt x="1134" y="2752"/>
                    <a:pt x="1131" y="2752"/>
                  </a:cubicBezTo>
                  <a:cubicBezTo>
                    <a:pt x="1129" y="2752"/>
                    <a:pt x="1118" y="2742"/>
                    <a:pt x="1098" y="2725"/>
                  </a:cubicBezTo>
                  <a:cubicBezTo>
                    <a:pt x="1066" y="2709"/>
                    <a:pt x="1033" y="2685"/>
                    <a:pt x="1009" y="2652"/>
                  </a:cubicBezTo>
                  <a:cubicBezTo>
                    <a:pt x="960" y="2604"/>
                    <a:pt x="968" y="2604"/>
                    <a:pt x="968" y="2604"/>
                  </a:cubicBezTo>
                  <a:lnTo>
                    <a:pt x="976" y="2596"/>
                  </a:lnTo>
                  <a:cubicBezTo>
                    <a:pt x="939" y="2559"/>
                    <a:pt x="902" y="2522"/>
                    <a:pt x="884" y="2522"/>
                  </a:cubicBezTo>
                  <a:cubicBezTo>
                    <a:pt x="882" y="2522"/>
                    <a:pt x="881" y="2522"/>
                    <a:pt x="879" y="2523"/>
                  </a:cubicBezTo>
                  <a:cubicBezTo>
                    <a:pt x="857" y="2505"/>
                    <a:pt x="845" y="2496"/>
                    <a:pt x="842" y="2496"/>
                  </a:cubicBezTo>
                  <a:lnTo>
                    <a:pt x="842" y="2496"/>
                  </a:lnTo>
                  <a:cubicBezTo>
                    <a:pt x="839" y="2496"/>
                    <a:pt x="849" y="2509"/>
                    <a:pt x="871" y="2531"/>
                  </a:cubicBezTo>
                  <a:cubicBezTo>
                    <a:pt x="842" y="2507"/>
                    <a:pt x="828" y="2500"/>
                    <a:pt x="817" y="2500"/>
                  </a:cubicBezTo>
                  <a:cubicBezTo>
                    <a:pt x="810" y="2500"/>
                    <a:pt x="805" y="2503"/>
                    <a:pt x="798" y="2507"/>
                  </a:cubicBezTo>
                  <a:cubicBezTo>
                    <a:pt x="794" y="2515"/>
                    <a:pt x="788" y="2521"/>
                    <a:pt x="777" y="2521"/>
                  </a:cubicBezTo>
                  <a:cubicBezTo>
                    <a:pt x="766" y="2521"/>
                    <a:pt x="749" y="2515"/>
                    <a:pt x="725" y="2498"/>
                  </a:cubicBezTo>
                  <a:lnTo>
                    <a:pt x="725" y="2498"/>
                  </a:lnTo>
                  <a:cubicBezTo>
                    <a:pt x="717" y="2507"/>
                    <a:pt x="709" y="2507"/>
                    <a:pt x="758" y="2547"/>
                  </a:cubicBezTo>
                  <a:cubicBezTo>
                    <a:pt x="807" y="2601"/>
                    <a:pt x="823" y="2625"/>
                    <a:pt x="819" y="2625"/>
                  </a:cubicBezTo>
                  <a:cubicBezTo>
                    <a:pt x="817" y="2625"/>
                    <a:pt x="806" y="2615"/>
                    <a:pt x="790" y="2596"/>
                  </a:cubicBezTo>
                  <a:cubicBezTo>
                    <a:pt x="753" y="2562"/>
                    <a:pt x="711" y="2546"/>
                    <a:pt x="681" y="2546"/>
                  </a:cubicBezTo>
                  <a:cubicBezTo>
                    <a:pt x="640" y="2546"/>
                    <a:pt x="621" y="2576"/>
                    <a:pt x="668" y="2628"/>
                  </a:cubicBezTo>
                  <a:lnTo>
                    <a:pt x="660" y="2636"/>
                  </a:lnTo>
                  <a:cubicBezTo>
                    <a:pt x="642" y="2626"/>
                    <a:pt x="627" y="2622"/>
                    <a:pt x="615" y="2622"/>
                  </a:cubicBezTo>
                  <a:cubicBezTo>
                    <a:pt x="590" y="2622"/>
                    <a:pt x="584" y="2643"/>
                    <a:pt x="612" y="2677"/>
                  </a:cubicBezTo>
                  <a:lnTo>
                    <a:pt x="595" y="2693"/>
                  </a:lnTo>
                  <a:cubicBezTo>
                    <a:pt x="573" y="2678"/>
                    <a:pt x="560" y="2670"/>
                    <a:pt x="555" y="2670"/>
                  </a:cubicBezTo>
                  <a:lnTo>
                    <a:pt x="555" y="2670"/>
                  </a:lnTo>
                  <a:cubicBezTo>
                    <a:pt x="549" y="2670"/>
                    <a:pt x="557" y="2682"/>
                    <a:pt x="579" y="2709"/>
                  </a:cubicBezTo>
                  <a:cubicBezTo>
                    <a:pt x="602" y="2744"/>
                    <a:pt x="634" y="2774"/>
                    <a:pt x="632" y="2774"/>
                  </a:cubicBezTo>
                  <a:cubicBezTo>
                    <a:pt x="631" y="2774"/>
                    <a:pt x="626" y="2770"/>
                    <a:pt x="612" y="2758"/>
                  </a:cubicBezTo>
                  <a:cubicBezTo>
                    <a:pt x="590" y="2736"/>
                    <a:pt x="577" y="2728"/>
                    <a:pt x="567" y="2728"/>
                  </a:cubicBezTo>
                  <a:cubicBezTo>
                    <a:pt x="558" y="2728"/>
                    <a:pt x="550" y="2734"/>
                    <a:pt x="539" y="2742"/>
                  </a:cubicBezTo>
                  <a:cubicBezTo>
                    <a:pt x="514" y="2766"/>
                    <a:pt x="514" y="2758"/>
                    <a:pt x="563" y="2798"/>
                  </a:cubicBezTo>
                  <a:cubicBezTo>
                    <a:pt x="572" y="2819"/>
                    <a:pt x="572" y="2826"/>
                    <a:pt x="567" y="2826"/>
                  </a:cubicBezTo>
                  <a:cubicBezTo>
                    <a:pt x="559" y="2826"/>
                    <a:pt x="532" y="2800"/>
                    <a:pt x="506" y="2774"/>
                  </a:cubicBezTo>
                  <a:cubicBezTo>
                    <a:pt x="472" y="2736"/>
                    <a:pt x="449" y="2718"/>
                    <a:pt x="444" y="2718"/>
                  </a:cubicBezTo>
                  <a:lnTo>
                    <a:pt x="444" y="2718"/>
                  </a:lnTo>
                  <a:cubicBezTo>
                    <a:pt x="438" y="2718"/>
                    <a:pt x="464" y="2753"/>
                    <a:pt x="539" y="2823"/>
                  </a:cubicBezTo>
                  <a:cubicBezTo>
                    <a:pt x="590" y="2879"/>
                    <a:pt x="602" y="2903"/>
                    <a:pt x="594" y="2903"/>
                  </a:cubicBezTo>
                  <a:cubicBezTo>
                    <a:pt x="590" y="2903"/>
                    <a:pt x="578" y="2895"/>
                    <a:pt x="563" y="2880"/>
                  </a:cubicBezTo>
                  <a:cubicBezTo>
                    <a:pt x="522" y="2839"/>
                    <a:pt x="522" y="2839"/>
                    <a:pt x="531" y="2831"/>
                  </a:cubicBezTo>
                  <a:lnTo>
                    <a:pt x="441" y="2750"/>
                  </a:lnTo>
                  <a:lnTo>
                    <a:pt x="441" y="2750"/>
                  </a:lnTo>
                  <a:cubicBezTo>
                    <a:pt x="441" y="2750"/>
                    <a:pt x="442" y="2750"/>
                    <a:pt x="474" y="2798"/>
                  </a:cubicBezTo>
                  <a:cubicBezTo>
                    <a:pt x="474" y="2798"/>
                    <a:pt x="474" y="2807"/>
                    <a:pt x="506" y="2847"/>
                  </a:cubicBezTo>
                  <a:cubicBezTo>
                    <a:pt x="547" y="2896"/>
                    <a:pt x="595" y="2936"/>
                    <a:pt x="636" y="2977"/>
                  </a:cubicBezTo>
                  <a:cubicBezTo>
                    <a:pt x="685" y="3009"/>
                    <a:pt x="685" y="3017"/>
                    <a:pt x="676" y="3017"/>
                  </a:cubicBezTo>
                  <a:cubicBezTo>
                    <a:pt x="628" y="2985"/>
                    <a:pt x="579" y="2944"/>
                    <a:pt x="539" y="2904"/>
                  </a:cubicBezTo>
                  <a:cubicBezTo>
                    <a:pt x="547" y="2896"/>
                    <a:pt x="506" y="2855"/>
                    <a:pt x="458" y="2815"/>
                  </a:cubicBezTo>
                  <a:cubicBezTo>
                    <a:pt x="451" y="2808"/>
                    <a:pt x="448" y="2806"/>
                    <a:pt x="446" y="2806"/>
                  </a:cubicBezTo>
                  <a:lnTo>
                    <a:pt x="446" y="2806"/>
                  </a:lnTo>
                  <a:cubicBezTo>
                    <a:pt x="437" y="2806"/>
                    <a:pt x="494" y="2893"/>
                    <a:pt x="563" y="2969"/>
                  </a:cubicBezTo>
                  <a:lnTo>
                    <a:pt x="514" y="2928"/>
                  </a:lnTo>
                  <a:cubicBezTo>
                    <a:pt x="490" y="2904"/>
                    <a:pt x="478" y="2897"/>
                    <a:pt x="470" y="2897"/>
                  </a:cubicBezTo>
                  <a:cubicBezTo>
                    <a:pt x="464" y="2897"/>
                    <a:pt x="461" y="2901"/>
                    <a:pt x="458" y="2904"/>
                  </a:cubicBezTo>
                  <a:cubicBezTo>
                    <a:pt x="441" y="2912"/>
                    <a:pt x="441" y="2920"/>
                    <a:pt x="482" y="2961"/>
                  </a:cubicBezTo>
                  <a:cubicBezTo>
                    <a:pt x="522" y="3001"/>
                    <a:pt x="571" y="3042"/>
                    <a:pt x="563" y="3042"/>
                  </a:cubicBezTo>
                  <a:cubicBezTo>
                    <a:pt x="571" y="3042"/>
                    <a:pt x="612" y="3082"/>
                    <a:pt x="660" y="3123"/>
                  </a:cubicBezTo>
                  <a:cubicBezTo>
                    <a:pt x="660" y="3123"/>
                    <a:pt x="603" y="3090"/>
                    <a:pt x="555" y="3058"/>
                  </a:cubicBezTo>
                  <a:cubicBezTo>
                    <a:pt x="474" y="2997"/>
                    <a:pt x="421" y="2965"/>
                    <a:pt x="396" y="2965"/>
                  </a:cubicBezTo>
                  <a:cubicBezTo>
                    <a:pt x="391" y="2965"/>
                    <a:pt x="387" y="2966"/>
                    <a:pt x="385" y="2969"/>
                  </a:cubicBezTo>
                  <a:cubicBezTo>
                    <a:pt x="381" y="2977"/>
                    <a:pt x="374" y="2983"/>
                    <a:pt x="363" y="2983"/>
                  </a:cubicBezTo>
                  <a:cubicBezTo>
                    <a:pt x="352" y="2983"/>
                    <a:pt x="336" y="2977"/>
                    <a:pt x="312" y="2961"/>
                  </a:cubicBezTo>
                  <a:lnTo>
                    <a:pt x="312" y="2961"/>
                  </a:lnTo>
                  <a:cubicBezTo>
                    <a:pt x="295" y="2969"/>
                    <a:pt x="295" y="2977"/>
                    <a:pt x="336" y="3017"/>
                  </a:cubicBezTo>
                  <a:lnTo>
                    <a:pt x="328" y="3025"/>
                  </a:lnTo>
                  <a:cubicBezTo>
                    <a:pt x="308" y="3012"/>
                    <a:pt x="294" y="3005"/>
                    <a:pt x="289" y="3005"/>
                  </a:cubicBezTo>
                  <a:lnTo>
                    <a:pt x="289" y="3005"/>
                  </a:lnTo>
                  <a:cubicBezTo>
                    <a:pt x="281" y="3005"/>
                    <a:pt x="288" y="3018"/>
                    <a:pt x="312" y="3042"/>
                  </a:cubicBezTo>
                  <a:cubicBezTo>
                    <a:pt x="328" y="3058"/>
                    <a:pt x="330" y="3063"/>
                    <a:pt x="326" y="3063"/>
                  </a:cubicBezTo>
                  <a:cubicBezTo>
                    <a:pt x="321" y="3063"/>
                    <a:pt x="307" y="3057"/>
                    <a:pt x="300" y="3057"/>
                  </a:cubicBezTo>
                  <a:cubicBezTo>
                    <a:pt x="298" y="3057"/>
                    <a:pt x="296" y="3057"/>
                    <a:pt x="295" y="3058"/>
                  </a:cubicBezTo>
                  <a:cubicBezTo>
                    <a:pt x="252" y="3025"/>
                    <a:pt x="228" y="3007"/>
                    <a:pt x="227" y="3007"/>
                  </a:cubicBezTo>
                  <a:lnTo>
                    <a:pt x="227" y="3007"/>
                  </a:lnTo>
                  <a:cubicBezTo>
                    <a:pt x="225" y="3007"/>
                    <a:pt x="259" y="3035"/>
                    <a:pt x="336" y="3098"/>
                  </a:cubicBezTo>
                  <a:cubicBezTo>
                    <a:pt x="344" y="3107"/>
                    <a:pt x="353" y="3115"/>
                    <a:pt x="361" y="3122"/>
                  </a:cubicBezTo>
                  <a:lnTo>
                    <a:pt x="361" y="3122"/>
                  </a:lnTo>
                  <a:cubicBezTo>
                    <a:pt x="318" y="3091"/>
                    <a:pt x="286" y="3072"/>
                    <a:pt x="278" y="3072"/>
                  </a:cubicBezTo>
                  <a:lnTo>
                    <a:pt x="278" y="3072"/>
                  </a:lnTo>
                  <a:cubicBezTo>
                    <a:pt x="270" y="3072"/>
                    <a:pt x="281" y="3087"/>
                    <a:pt x="320" y="3123"/>
                  </a:cubicBezTo>
                  <a:cubicBezTo>
                    <a:pt x="312" y="3123"/>
                    <a:pt x="312" y="3123"/>
                    <a:pt x="263" y="3090"/>
                  </a:cubicBezTo>
                  <a:cubicBezTo>
                    <a:pt x="244" y="3075"/>
                    <a:pt x="233" y="3067"/>
                    <a:pt x="230" y="3067"/>
                  </a:cubicBezTo>
                  <a:lnTo>
                    <a:pt x="230" y="3067"/>
                  </a:lnTo>
                  <a:cubicBezTo>
                    <a:pt x="226" y="3067"/>
                    <a:pt x="245" y="3089"/>
                    <a:pt x="295" y="3139"/>
                  </a:cubicBezTo>
                  <a:cubicBezTo>
                    <a:pt x="343" y="3183"/>
                    <a:pt x="363" y="3205"/>
                    <a:pt x="356" y="3205"/>
                  </a:cubicBezTo>
                  <a:cubicBezTo>
                    <a:pt x="350" y="3205"/>
                    <a:pt x="324" y="3189"/>
                    <a:pt x="279" y="3155"/>
                  </a:cubicBezTo>
                  <a:cubicBezTo>
                    <a:pt x="232" y="3120"/>
                    <a:pt x="204" y="3107"/>
                    <a:pt x="192" y="3107"/>
                  </a:cubicBezTo>
                  <a:cubicBezTo>
                    <a:pt x="179" y="3107"/>
                    <a:pt x="185" y="3122"/>
                    <a:pt x="206" y="3139"/>
                  </a:cubicBezTo>
                  <a:cubicBezTo>
                    <a:pt x="267" y="3194"/>
                    <a:pt x="279" y="3219"/>
                    <a:pt x="265" y="3219"/>
                  </a:cubicBezTo>
                  <a:cubicBezTo>
                    <a:pt x="258" y="3219"/>
                    <a:pt x="246" y="3214"/>
                    <a:pt x="231" y="3204"/>
                  </a:cubicBezTo>
                  <a:cubicBezTo>
                    <a:pt x="209" y="3189"/>
                    <a:pt x="195" y="3181"/>
                    <a:pt x="190" y="3181"/>
                  </a:cubicBezTo>
                  <a:lnTo>
                    <a:pt x="190" y="3181"/>
                  </a:lnTo>
                  <a:cubicBezTo>
                    <a:pt x="184" y="3181"/>
                    <a:pt x="192" y="3193"/>
                    <a:pt x="214" y="3220"/>
                  </a:cubicBezTo>
                  <a:cubicBezTo>
                    <a:pt x="187" y="3193"/>
                    <a:pt x="156" y="3169"/>
                    <a:pt x="151" y="3169"/>
                  </a:cubicBezTo>
                  <a:lnTo>
                    <a:pt x="151" y="3169"/>
                  </a:lnTo>
                  <a:cubicBezTo>
                    <a:pt x="149" y="3169"/>
                    <a:pt x="152" y="3174"/>
                    <a:pt x="166" y="3188"/>
                  </a:cubicBezTo>
                  <a:cubicBezTo>
                    <a:pt x="166" y="3188"/>
                    <a:pt x="158" y="3196"/>
                    <a:pt x="206" y="3228"/>
                  </a:cubicBezTo>
                  <a:lnTo>
                    <a:pt x="287" y="3317"/>
                  </a:lnTo>
                  <a:cubicBezTo>
                    <a:pt x="288" y="3317"/>
                    <a:pt x="289" y="3316"/>
                    <a:pt x="290" y="3316"/>
                  </a:cubicBezTo>
                  <a:cubicBezTo>
                    <a:pt x="303" y="3316"/>
                    <a:pt x="340" y="3353"/>
                    <a:pt x="385" y="3390"/>
                  </a:cubicBezTo>
                  <a:cubicBezTo>
                    <a:pt x="399" y="3403"/>
                    <a:pt x="404" y="3409"/>
                    <a:pt x="399" y="3409"/>
                  </a:cubicBezTo>
                  <a:cubicBezTo>
                    <a:pt x="387" y="3409"/>
                    <a:pt x="324" y="3375"/>
                    <a:pt x="222" y="3301"/>
                  </a:cubicBezTo>
                  <a:lnTo>
                    <a:pt x="117" y="3236"/>
                  </a:lnTo>
                  <a:lnTo>
                    <a:pt x="214" y="3309"/>
                  </a:lnTo>
                  <a:cubicBezTo>
                    <a:pt x="212" y="3312"/>
                    <a:pt x="209" y="3314"/>
                    <a:pt x="205" y="3314"/>
                  </a:cubicBezTo>
                  <a:cubicBezTo>
                    <a:pt x="197" y="3314"/>
                    <a:pt x="185" y="3307"/>
                    <a:pt x="158" y="3285"/>
                  </a:cubicBezTo>
                  <a:cubicBezTo>
                    <a:pt x="124" y="3257"/>
                    <a:pt x="114" y="3248"/>
                    <a:pt x="108" y="3248"/>
                  </a:cubicBezTo>
                  <a:cubicBezTo>
                    <a:pt x="105" y="3248"/>
                    <a:pt x="103" y="3250"/>
                    <a:pt x="101" y="3252"/>
                  </a:cubicBezTo>
                  <a:cubicBezTo>
                    <a:pt x="101" y="3252"/>
                    <a:pt x="101" y="3252"/>
                    <a:pt x="141" y="3293"/>
                  </a:cubicBezTo>
                  <a:cubicBezTo>
                    <a:pt x="200" y="3337"/>
                    <a:pt x="223" y="3354"/>
                    <a:pt x="220" y="3354"/>
                  </a:cubicBezTo>
                  <a:cubicBezTo>
                    <a:pt x="218" y="3354"/>
                    <a:pt x="205" y="3347"/>
                    <a:pt x="182" y="3334"/>
                  </a:cubicBezTo>
                  <a:cubicBezTo>
                    <a:pt x="141" y="3300"/>
                    <a:pt x="117" y="3284"/>
                    <a:pt x="112" y="3284"/>
                  </a:cubicBezTo>
                  <a:lnTo>
                    <a:pt x="112" y="3284"/>
                  </a:lnTo>
                  <a:cubicBezTo>
                    <a:pt x="106" y="3284"/>
                    <a:pt x="126" y="3306"/>
                    <a:pt x="174" y="3350"/>
                  </a:cubicBezTo>
                  <a:cubicBezTo>
                    <a:pt x="220" y="3391"/>
                    <a:pt x="242" y="3412"/>
                    <a:pt x="240" y="3412"/>
                  </a:cubicBezTo>
                  <a:cubicBezTo>
                    <a:pt x="237" y="3412"/>
                    <a:pt x="213" y="3393"/>
                    <a:pt x="166" y="3358"/>
                  </a:cubicBezTo>
                  <a:cubicBezTo>
                    <a:pt x="133" y="3325"/>
                    <a:pt x="101" y="3301"/>
                    <a:pt x="68" y="3293"/>
                  </a:cubicBezTo>
                  <a:lnTo>
                    <a:pt x="68" y="3293"/>
                  </a:lnTo>
                  <a:lnTo>
                    <a:pt x="109" y="3325"/>
                  </a:lnTo>
                  <a:cubicBezTo>
                    <a:pt x="164" y="3375"/>
                    <a:pt x="185" y="3394"/>
                    <a:pt x="182" y="3394"/>
                  </a:cubicBezTo>
                  <a:cubicBezTo>
                    <a:pt x="180" y="3394"/>
                    <a:pt x="168" y="3387"/>
                    <a:pt x="149" y="3374"/>
                  </a:cubicBezTo>
                  <a:cubicBezTo>
                    <a:pt x="128" y="3360"/>
                    <a:pt x="114" y="3351"/>
                    <a:pt x="109" y="3351"/>
                  </a:cubicBezTo>
                  <a:lnTo>
                    <a:pt x="109" y="3351"/>
                  </a:lnTo>
                  <a:cubicBezTo>
                    <a:pt x="103" y="3351"/>
                    <a:pt x="111" y="3364"/>
                    <a:pt x="133" y="3390"/>
                  </a:cubicBezTo>
                  <a:cubicBezTo>
                    <a:pt x="130" y="3394"/>
                    <a:pt x="127" y="3397"/>
                    <a:pt x="121" y="3397"/>
                  </a:cubicBezTo>
                  <a:cubicBezTo>
                    <a:pt x="112" y="3397"/>
                    <a:pt x="97" y="3390"/>
                    <a:pt x="68" y="3366"/>
                  </a:cubicBezTo>
                  <a:cubicBezTo>
                    <a:pt x="25" y="3330"/>
                    <a:pt x="3" y="3312"/>
                    <a:pt x="2" y="3312"/>
                  </a:cubicBezTo>
                  <a:lnTo>
                    <a:pt x="2" y="3312"/>
                  </a:lnTo>
                  <a:cubicBezTo>
                    <a:pt x="0" y="3312"/>
                    <a:pt x="23" y="3332"/>
                    <a:pt x="68" y="3374"/>
                  </a:cubicBezTo>
                  <a:cubicBezTo>
                    <a:pt x="91" y="3397"/>
                    <a:pt x="101" y="3407"/>
                    <a:pt x="95" y="3407"/>
                  </a:cubicBezTo>
                  <a:cubicBezTo>
                    <a:pt x="91" y="3407"/>
                    <a:pt x="77" y="3401"/>
                    <a:pt x="52" y="3390"/>
                  </a:cubicBezTo>
                  <a:cubicBezTo>
                    <a:pt x="29" y="3375"/>
                    <a:pt x="17" y="3367"/>
                    <a:pt x="15" y="3367"/>
                  </a:cubicBezTo>
                  <a:lnTo>
                    <a:pt x="15" y="3367"/>
                  </a:lnTo>
                  <a:cubicBezTo>
                    <a:pt x="13" y="3367"/>
                    <a:pt x="23" y="3377"/>
                    <a:pt x="44" y="3398"/>
                  </a:cubicBezTo>
                  <a:cubicBezTo>
                    <a:pt x="85" y="3439"/>
                    <a:pt x="133" y="3479"/>
                    <a:pt x="182" y="3504"/>
                  </a:cubicBezTo>
                  <a:cubicBezTo>
                    <a:pt x="190" y="3504"/>
                    <a:pt x="190" y="3504"/>
                    <a:pt x="239" y="3544"/>
                  </a:cubicBezTo>
                  <a:cubicBezTo>
                    <a:pt x="239" y="3544"/>
                    <a:pt x="231" y="3544"/>
                    <a:pt x="222" y="3552"/>
                  </a:cubicBezTo>
                  <a:cubicBezTo>
                    <a:pt x="222" y="3552"/>
                    <a:pt x="214" y="3561"/>
                    <a:pt x="255" y="3609"/>
                  </a:cubicBezTo>
                  <a:cubicBezTo>
                    <a:pt x="280" y="3647"/>
                    <a:pt x="343" y="3698"/>
                    <a:pt x="356" y="3698"/>
                  </a:cubicBezTo>
                  <a:cubicBezTo>
                    <a:pt x="360" y="3698"/>
                    <a:pt x="360" y="3693"/>
                    <a:pt x="352" y="3682"/>
                  </a:cubicBezTo>
                  <a:lnTo>
                    <a:pt x="352" y="3682"/>
                  </a:lnTo>
                  <a:lnTo>
                    <a:pt x="401" y="3715"/>
                  </a:lnTo>
                  <a:cubicBezTo>
                    <a:pt x="467" y="3769"/>
                    <a:pt x="504" y="3796"/>
                    <a:pt x="508" y="3796"/>
                  </a:cubicBezTo>
                  <a:cubicBezTo>
                    <a:pt x="512" y="3796"/>
                    <a:pt x="480" y="3765"/>
                    <a:pt x="409" y="3706"/>
                  </a:cubicBezTo>
                  <a:cubicBezTo>
                    <a:pt x="332" y="3643"/>
                    <a:pt x="298" y="3615"/>
                    <a:pt x="300" y="3615"/>
                  </a:cubicBezTo>
                  <a:lnTo>
                    <a:pt x="300" y="3615"/>
                  </a:lnTo>
                  <a:cubicBezTo>
                    <a:pt x="301" y="3615"/>
                    <a:pt x="325" y="3633"/>
                    <a:pt x="368" y="3666"/>
                  </a:cubicBezTo>
                  <a:cubicBezTo>
                    <a:pt x="435" y="3721"/>
                    <a:pt x="457" y="3734"/>
                    <a:pt x="463" y="3734"/>
                  </a:cubicBezTo>
                  <a:cubicBezTo>
                    <a:pt x="465" y="3734"/>
                    <a:pt x="466" y="3733"/>
                    <a:pt x="466" y="3731"/>
                  </a:cubicBezTo>
                  <a:cubicBezTo>
                    <a:pt x="468" y="3728"/>
                    <a:pt x="470" y="3727"/>
                    <a:pt x="473" y="3727"/>
                  </a:cubicBezTo>
                  <a:cubicBezTo>
                    <a:pt x="478" y="3727"/>
                    <a:pt x="489" y="3735"/>
                    <a:pt x="522" y="3763"/>
                  </a:cubicBezTo>
                  <a:cubicBezTo>
                    <a:pt x="547" y="3796"/>
                    <a:pt x="579" y="3812"/>
                    <a:pt x="620" y="3828"/>
                  </a:cubicBezTo>
                  <a:cubicBezTo>
                    <a:pt x="628" y="3828"/>
                    <a:pt x="628" y="3828"/>
                    <a:pt x="579" y="3788"/>
                  </a:cubicBezTo>
                  <a:cubicBezTo>
                    <a:pt x="558" y="3773"/>
                    <a:pt x="547" y="3764"/>
                    <a:pt x="551" y="3764"/>
                  </a:cubicBezTo>
                  <a:lnTo>
                    <a:pt x="551" y="3764"/>
                  </a:lnTo>
                  <a:cubicBezTo>
                    <a:pt x="555" y="3764"/>
                    <a:pt x="581" y="3779"/>
                    <a:pt x="636" y="3820"/>
                  </a:cubicBezTo>
                  <a:cubicBezTo>
                    <a:pt x="655" y="3833"/>
                    <a:pt x="666" y="3840"/>
                    <a:pt x="668" y="3840"/>
                  </a:cubicBezTo>
                  <a:cubicBezTo>
                    <a:pt x="671" y="3840"/>
                    <a:pt x="650" y="3821"/>
                    <a:pt x="595" y="3771"/>
                  </a:cubicBezTo>
                  <a:cubicBezTo>
                    <a:pt x="544" y="3733"/>
                    <a:pt x="524" y="3712"/>
                    <a:pt x="530" y="3712"/>
                  </a:cubicBezTo>
                  <a:lnTo>
                    <a:pt x="530" y="3712"/>
                  </a:lnTo>
                  <a:cubicBezTo>
                    <a:pt x="536" y="3712"/>
                    <a:pt x="561" y="3729"/>
                    <a:pt x="603" y="3763"/>
                  </a:cubicBezTo>
                  <a:lnTo>
                    <a:pt x="612" y="3747"/>
                  </a:lnTo>
                  <a:cubicBezTo>
                    <a:pt x="620" y="3747"/>
                    <a:pt x="571" y="3706"/>
                    <a:pt x="531" y="3666"/>
                  </a:cubicBezTo>
                  <a:cubicBezTo>
                    <a:pt x="477" y="3622"/>
                    <a:pt x="456" y="3605"/>
                    <a:pt x="458" y="3605"/>
                  </a:cubicBezTo>
                  <a:lnTo>
                    <a:pt x="458" y="3605"/>
                  </a:lnTo>
                  <a:cubicBezTo>
                    <a:pt x="459" y="3605"/>
                    <a:pt x="471" y="3612"/>
                    <a:pt x="490" y="3625"/>
                  </a:cubicBezTo>
                  <a:cubicBezTo>
                    <a:pt x="539" y="3658"/>
                    <a:pt x="587" y="3698"/>
                    <a:pt x="587" y="3698"/>
                  </a:cubicBezTo>
                  <a:cubicBezTo>
                    <a:pt x="616" y="3727"/>
                    <a:pt x="629" y="3731"/>
                    <a:pt x="633" y="3731"/>
                  </a:cubicBezTo>
                  <a:cubicBezTo>
                    <a:pt x="635" y="3731"/>
                    <a:pt x="636" y="3731"/>
                    <a:pt x="636" y="3731"/>
                  </a:cubicBezTo>
                  <a:cubicBezTo>
                    <a:pt x="644" y="3723"/>
                    <a:pt x="652" y="3715"/>
                    <a:pt x="604" y="3674"/>
                  </a:cubicBezTo>
                  <a:lnTo>
                    <a:pt x="604" y="3674"/>
                  </a:lnTo>
                  <a:lnTo>
                    <a:pt x="652" y="3715"/>
                  </a:lnTo>
                  <a:cubicBezTo>
                    <a:pt x="653" y="3714"/>
                    <a:pt x="654" y="3713"/>
                    <a:pt x="655" y="3713"/>
                  </a:cubicBezTo>
                  <a:cubicBezTo>
                    <a:pt x="663" y="3713"/>
                    <a:pt x="677" y="3725"/>
                    <a:pt x="678" y="3725"/>
                  </a:cubicBezTo>
                  <a:cubicBezTo>
                    <a:pt x="679" y="3725"/>
                    <a:pt x="674" y="3721"/>
                    <a:pt x="660" y="3706"/>
                  </a:cubicBezTo>
                  <a:lnTo>
                    <a:pt x="660" y="3706"/>
                  </a:lnTo>
                  <a:cubicBezTo>
                    <a:pt x="660" y="3706"/>
                    <a:pt x="661" y="3707"/>
                    <a:pt x="717" y="3731"/>
                  </a:cubicBezTo>
                  <a:cubicBezTo>
                    <a:pt x="725" y="3736"/>
                    <a:pt x="731" y="3738"/>
                    <a:pt x="733" y="3738"/>
                  </a:cubicBezTo>
                  <a:cubicBezTo>
                    <a:pt x="750" y="3738"/>
                    <a:pt x="677" y="3665"/>
                    <a:pt x="587" y="3609"/>
                  </a:cubicBezTo>
                  <a:cubicBezTo>
                    <a:pt x="587" y="3609"/>
                    <a:pt x="587" y="3609"/>
                    <a:pt x="595" y="3601"/>
                  </a:cubicBezTo>
                  <a:cubicBezTo>
                    <a:pt x="595" y="3601"/>
                    <a:pt x="555" y="3561"/>
                    <a:pt x="555" y="3561"/>
                  </a:cubicBezTo>
                  <a:cubicBezTo>
                    <a:pt x="506" y="3520"/>
                    <a:pt x="514" y="3512"/>
                    <a:pt x="514" y="3512"/>
                  </a:cubicBezTo>
                  <a:lnTo>
                    <a:pt x="514" y="3512"/>
                  </a:lnTo>
                  <a:lnTo>
                    <a:pt x="612" y="3585"/>
                  </a:lnTo>
                  <a:cubicBezTo>
                    <a:pt x="685" y="3654"/>
                    <a:pt x="732" y="3694"/>
                    <a:pt x="736" y="3694"/>
                  </a:cubicBezTo>
                  <a:cubicBezTo>
                    <a:pt x="739" y="3694"/>
                    <a:pt x="717" y="3670"/>
                    <a:pt x="660" y="3617"/>
                  </a:cubicBezTo>
                  <a:lnTo>
                    <a:pt x="660" y="3617"/>
                  </a:lnTo>
                  <a:lnTo>
                    <a:pt x="709" y="3658"/>
                  </a:lnTo>
                  <a:cubicBezTo>
                    <a:pt x="726" y="3675"/>
                    <a:pt x="738" y="3684"/>
                    <a:pt x="743" y="3684"/>
                  </a:cubicBezTo>
                  <a:cubicBezTo>
                    <a:pt x="749" y="3684"/>
                    <a:pt x="744" y="3669"/>
                    <a:pt x="725" y="3642"/>
                  </a:cubicBezTo>
                  <a:cubicBezTo>
                    <a:pt x="685" y="3593"/>
                    <a:pt x="644" y="3552"/>
                    <a:pt x="595" y="3512"/>
                  </a:cubicBezTo>
                  <a:cubicBezTo>
                    <a:pt x="547" y="3479"/>
                    <a:pt x="555" y="3471"/>
                    <a:pt x="555" y="3471"/>
                  </a:cubicBezTo>
                  <a:cubicBezTo>
                    <a:pt x="557" y="3469"/>
                    <a:pt x="559" y="3467"/>
                    <a:pt x="561" y="3467"/>
                  </a:cubicBezTo>
                  <a:cubicBezTo>
                    <a:pt x="567" y="3467"/>
                    <a:pt x="575" y="3476"/>
                    <a:pt x="603" y="3504"/>
                  </a:cubicBezTo>
                  <a:cubicBezTo>
                    <a:pt x="646" y="3542"/>
                    <a:pt x="670" y="3561"/>
                    <a:pt x="675" y="3561"/>
                  </a:cubicBezTo>
                  <a:cubicBezTo>
                    <a:pt x="680" y="3561"/>
                    <a:pt x="662" y="3538"/>
                    <a:pt x="620" y="3496"/>
                  </a:cubicBezTo>
                  <a:lnTo>
                    <a:pt x="620" y="3496"/>
                  </a:lnTo>
                  <a:lnTo>
                    <a:pt x="660" y="3528"/>
                  </a:lnTo>
                  <a:cubicBezTo>
                    <a:pt x="690" y="3553"/>
                    <a:pt x="720" y="3575"/>
                    <a:pt x="733" y="3575"/>
                  </a:cubicBezTo>
                  <a:cubicBezTo>
                    <a:pt x="741" y="3575"/>
                    <a:pt x="743" y="3566"/>
                    <a:pt x="733" y="3544"/>
                  </a:cubicBezTo>
                  <a:cubicBezTo>
                    <a:pt x="746" y="3536"/>
                    <a:pt x="755" y="3527"/>
                    <a:pt x="767" y="3527"/>
                  </a:cubicBezTo>
                  <a:cubicBezTo>
                    <a:pt x="778" y="3527"/>
                    <a:pt x="792" y="3534"/>
                    <a:pt x="814" y="3552"/>
                  </a:cubicBezTo>
                  <a:cubicBezTo>
                    <a:pt x="822" y="3559"/>
                    <a:pt x="827" y="3562"/>
                    <a:pt x="829" y="3562"/>
                  </a:cubicBezTo>
                  <a:cubicBezTo>
                    <a:pt x="839" y="3562"/>
                    <a:pt x="777" y="3481"/>
                    <a:pt x="709" y="3407"/>
                  </a:cubicBezTo>
                  <a:lnTo>
                    <a:pt x="709" y="3407"/>
                  </a:lnTo>
                  <a:cubicBezTo>
                    <a:pt x="738" y="3430"/>
                    <a:pt x="749" y="3437"/>
                    <a:pt x="756" y="3437"/>
                  </a:cubicBezTo>
                  <a:cubicBezTo>
                    <a:pt x="760" y="3437"/>
                    <a:pt x="762" y="3434"/>
                    <a:pt x="766" y="3431"/>
                  </a:cubicBezTo>
                  <a:cubicBezTo>
                    <a:pt x="772" y="3425"/>
                    <a:pt x="776" y="3421"/>
                    <a:pt x="781" y="3421"/>
                  </a:cubicBezTo>
                  <a:cubicBezTo>
                    <a:pt x="789" y="3421"/>
                    <a:pt x="801" y="3430"/>
                    <a:pt x="830" y="3455"/>
                  </a:cubicBezTo>
                  <a:cubicBezTo>
                    <a:pt x="795" y="3416"/>
                    <a:pt x="786" y="3399"/>
                    <a:pt x="795" y="3399"/>
                  </a:cubicBezTo>
                  <a:lnTo>
                    <a:pt x="795" y="3399"/>
                  </a:lnTo>
                  <a:cubicBezTo>
                    <a:pt x="806" y="3399"/>
                    <a:pt x="846" y="3426"/>
                    <a:pt x="895" y="3471"/>
                  </a:cubicBezTo>
                  <a:cubicBezTo>
                    <a:pt x="923" y="3499"/>
                    <a:pt x="936" y="3508"/>
                    <a:pt x="944" y="3508"/>
                  </a:cubicBezTo>
                  <a:cubicBezTo>
                    <a:pt x="947" y="3508"/>
                    <a:pt x="950" y="3506"/>
                    <a:pt x="952" y="3504"/>
                  </a:cubicBezTo>
                  <a:cubicBezTo>
                    <a:pt x="912" y="3455"/>
                    <a:pt x="920" y="3447"/>
                    <a:pt x="936" y="3439"/>
                  </a:cubicBezTo>
                  <a:cubicBezTo>
                    <a:pt x="944" y="3423"/>
                    <a:pt x="944" y="3423"/>
                    <a:pt x="863" y="3342"/>
                  </a:cubicBezTo>
                  <a:cubicBezTo>
                    <a:pt x="774" y="3261"/>
                    <a:pt x="774" y="3261"/>
                    <a:pt x="782" y="3244"/>
                  </a:cubicBezTo>
                  <a:cubicBezTo>
                    <a:pt x="784" y="3244"/>
                    <a:pt x="786" y="3244"/>
                    <a:pt x="790" y="3244"/>
                  </a:cubicBezTo>
                  <a:cubicBezTo>
                    <a:pt x="797" y="3244"/>
                    <a:pt x="810" y="3248"/>
                    <a:pt x="839" y="3277"/>
                  </a:cubicBezTo>
                  <a:cubicBezTo>
                    <a:pt x="839" y="3277"/>
                    <a:pt x="879" y="3310"/>
                    <a:pt x="892" y="3310"/>
                  </a:cubicBezTo>
                  <a:cubicBezTo>
                    <a:pt x="894" y="3310"/>
                    <a:pt x="895" y="3310"/>
                    <a:pt x="895" y="3309"/>
                  </a:cubicBezTo>
                  <a:cubicBezTo>
                    <a:pt x="895" y="3309"/>
                    <a:pt x="896" y="3309"/>
                    <a:pt x="898" y="3309"/>
                  </a:cubicBezTo>
                  <a:cubicBezTo>
                    <a:pt x="903" y="3309"/>
                    <a:pt x="915" y="3313"/>
                    <a:pt x="944" y="3342"/>
                  </a:cubicBezTo>
                  <a:cubicBezTo>
                    <a:pt x="944" y="3342"/>
                    <a:pt x="978" y="3370"/>
                    <a:pt x="994" y="3370"/>
                  </a:cubicBezTo>
                  <a:cubicBezTo>
                    <a:pt x="997" y="3370"/>
                    <a:pt x="999" y="3369"/>
                    <a:pt x="1001" y="3366"/>
                  </a:cubicBezTo>
                  <a:cubicBezTo>
                    <a:pt x="1007" y="3363"/>
                    <a:pt x="1013" y="3359"/>
                    <a:pt x="1019" y="3359"/>
                  </a:cubicBezTo>
                  <a:cubicBezTo>
                    <a:pt x="1029" y="3359"/>
                    <a:pt x="1042" y="3366"/>
                    <a:pt x="1066" y="3390"/>
                  </a:cubicBezTo>
                  <a:cubicBezTo>
                    <a:pt x="1074" y="3390"/>
                    <a:pt x="1074" y="3390"/>
                    <a:pt x="1025" y="3350"/>
                  </a:cubicBezTo>
                  <a:cubicBezTo>
                    <a:pt x="992" y="3317"/>
                    <a:pt x="959" y="3278"/>
                    <a:pt x="983" y="3278"/>
                  </a:cubicBezTo>
                  <a:cubicBezTo>
                    <a:pt x="988" y="3278"/>
                    <a:pt x="997" y="3280"/>
                    <a:pt x="1009" y="3285"/>
                  </a:cubicBezTo>
                  <a:cubicBezTo>
                    <a:pt x="1017" y="3277"/>
                    <a:pt x="1033" y="3261"/>
                    <a:pt x="993" y="3220"/>
                  </a:cubicBezTo>
                  <a:lnTo>
                    <a:pt x="993" y="3220"/>
                  </a:lnTo>
                  <a:cubicBezTo>
                    <a:pt x="993" y="3220"/>
                    <a:pt x="993" y="3221"/>
                    <a:pt x="1041" y="3261"/>
                  </a:cubicBezTo>
                  <a:cubicBezTo>
                    <a:pt x="1079" y="3298"/>
                    <a:pt x="1101" y="3317"/>
                    <a:pt x="1106" y="3317"/>
                  </a:cubicBezTo>
                  <a:cubicBezTo>
                    <a:pt x="1112" y="3317"/>
                    <a:pt x="1097" y="3292"/>
                    <a:pt x="1058" y="3244"/>
                  </a:cubicBezTo>
                  <a:cubicBezTo>
                    <a:pt x="1035" y="3218"/>
                    <a:pt x="1025" y="3206"/>
                    <a:pt x="1029" y="3206"/>
                  </a:cubicBezTo>
                  <a:lnTo>
                    <a:pt x="1029" y="3206"/>
                  </a:lnTo>
                  <a:cubicBezTo>
                    <a:pt x="1032" y="3206"/>
                    <a:pt x="1044" y="3214"/>
                    <a:pt x="1066" y="3228"/>
                  </a:cubicBezTo>
                  <a:cubicBezTo>
                    <a:pt x="1066" y="3228"/>
                    <a:pt x="1074" y="3228"/>
                    <a:pt x="1033" y="3179"/>
                  </a:cubicBezTo>
                  <a:cubicBezTo>
                    <a:pt x="1013" y="3155"/>
                    <a:pt x="1003" y="3145"/>
                    <a:pt x="1005" y="3145"/>
                  </a:cubicBezTo>
                  <a:lnTo>
                    <a:pt x="1005" y="3145"/>
                  </a:lnTo>
                  <a:cubicBezTo>
                    <a:pt x="1007" y="3145"/>
                    <a:pt x="1021" y="3155"/>
                    <a:pt x="1049" y="3171"/>
                  </a:cubicBezTo>
                  <a:cubicBezTo>
                    <a:pt x="1078" y="3200"/>
                    <a:pt x="1091" y="3204"/>
                    <a:pt x="1095" y="3204"/>
                  </a:cubicBezTo>
                  <a:cubicBezTo>
                    <a:pt x="1097" y="3204"/>
                    <a:pt x="1098" y="3204"/>
                    <a:pt x="1098" y="3204"/>
                  </a:cubicBezTo>
                  <a:cubicBezTo>
                    <a:pt x="1073" y="3167"/>
                    <a:pt x="1105" y="3125"/>
                    <a:pt x="1139" y="3125"/>
                  </a:cubicBezTo>
                  <a:cubicBezTo>
                    <a:pt x="1150" y="3125"/>
                    <a:pt x="1161" y="3129"/>
                    <a:pt x="1171" y="3139"/>
                  </a:cubicBezTo>
                  <a:cubicBezTo>
                    <a:pt x="1130" y="3090"/>
                    <a:pt x="1130" y="3090"/>
                    <a:pt x="1139" y="3090"/>
                  </a:cubicBezTo>
                  <a:cubicBezTo>
                    <a:pt x="1171" y="3120"/>
                    <a:pt x="1186" y="3132"/>
                    <a:pt x="1189" y="3132"/>
                  </a:cubicBezTo>
                  <a:cubicBezTo>
                    <a:pt x="1193" y="3132"/>
                    <a:pt x="1158" y="3093"/>
                    <a:pt x="1106" y="3042"/>
                  </a:cubicBezTo>
                  <a:lnTo>
                    <a:pt x="1098" y="3042"/>
                  </a:lnTo>
                  <a:lnTo>
                    <a:pt x="1098" y="3050"/>
                  </a:lnTo>
                  <a:cubicBezTo>
                    <a:pt x="1055" y="3007"/>
                    <a:pt x="1037" y="2983"/>
                    <a:pt x="1043" y="2983"/>
                  </a:cubicBezTo>
                  <a:lnTo>
                    <a:pt x="1043" y="2983"/>
                  </a:lnTo>
                  <a:cubicBezTo>
                    <a:pt x="1051" y="2983"/>
                    <a:pt x="1087" y="3011"/>
                    <a:pt x="1155" y="3074"/>
                  </a:cubicBezTo>
                  <a:cubicBezTo>
                    <a:pt x="1198" y="3114"/>
                    <a:pt x="1221" y="3134"/>
                    <a:pt x="1223" y="3134"/>
                  </a:cubicBezTo>
                  <a:cubicBezTo>
                    <a:pt x="1225" y="3134"/>
                    <a:pt x="1204" y="3112"/>
                    <a:pt x="1163" y="3066"/>
                  </a:cubicBezTo>
                  <a:cubicBezTo>
                    <a:pt x="1121" y="3020"/>
                    <a:pt x="1103" y="2998"/>
                    <a:pt x="1107" y="2998"/>
                  </a:cubicBezTo>
                  <a:lnTo>
                    <a:pt x="1107" y="2998"/>
                  </a:lnTo>
                  <a:cubicBezTo>
                    <a:pt x="1111" y="2998"/>
                    <a:pt x="1136" y="3018"/>
                    <a:pt x="1179" y="3058"/>
                  </a:cubicBezTo>
                  <a:cubicBezTo>
                    <a:pt x="1219" y="3097"/>
                    <a:pt x="1239" y="3118"/>
                    <a:pt x="1240" y="3118"/>
                  </a:cubicBezTo>
                  <a:cubicBezTo>
                    <a:pt x="1241" y="3118"/>
                    <a:pt x="1221" y="3095"/>
                    <a:pt x="1179" y="3050"/>
                  </a:cubicBezTo>
                  <a:cubicBezTo>
                    <a:pt x="1089" y="2945"/>
                    <a:pt x="1043" y="2883"/>
                    <a:pt x="1053" y="2883"/>
                  </a:cubicBezTo>
                  <a:lnTo>
                    <a:pt x="1053" y="2883"/>
                  </a:lnTo>
                  <a:cubicBezTo>
                    <a:pt x="1060" y="2883"/>
                    <a:pt x="1096" y="2914"/>
                    <a:pt x="1163" y="2985"/>
                  </a:cubicBezTo>
                  <a:cubicBezTo>
                    <a:pt x="1252" y="3074"/>
                    <a:pt x="1293" y="3107"/>
                    <a:pt x="1301" y="3107"/>
                  </a:cubicBezTo>
                  <a:cubicBezTo>
                    <a:pt x="1309" y="3098"/>
                    <a:pt x="1260" y="3058"/>
                    <a:pt x="1220" y="3017"/>
                  </a:cubicBezTo>
                  <a:cubicBezTo>
                    <a:pt x="1173" y="2975"/>
                    <a:pt x="1153" y="2952"/>
                    <a:pt x="1158" y="2952"/>
                  </a:cubicBezTo>
                  <a:lnTo>
                    <a:pt x="1158" y="2952"/>
                  </a:lnTo>
                  <a:cubicBezTo>
                    <a:pt x="1164" y="2952"/>
                    <a:pt x="1190" y="2971"/>
                    <a:pt x="1236" y="3009"/>
                  </a:cubicBezTo>
                  <a:cubicBezTo>
                    <a:pt x="1305" y="3066"/>
                    <a:pt x="1341" y="3092"/>
                    <a:pt x="1352" y="3092"/>
                  </a:cubicBezTo>
                  <a:cubicBezTo>
                    <a:pt x="1364" y="3092"/>
                    <a:pt x="1349" y="3066"/>
                    <a:pt x="1317" y="3017"/>
                  </a:cubicBezTo>
                  <a:cubicBezTo>
                    <a:pt x="1283" y="2961"/>
                    <a:pt x="1271" y="2933"/>
                    <a:pt x="1277" y="2933"/>
                  </a:cubicBezTo>
                  <a:lnTo>
                    <a:pt x="1277" y="2933"/>
                  </a:lnTo>
                  <a:cubicBezTo>
                    <a:pt x="1283" y="2933"/>
                    <a:pt x="1303" y="2955"/>
                    <a:pt x="1333" y="3001"/>
                  </a:cubicBezTo>
                  <a:cubicBezTo>
                    <a:pt x="1375" y="3056"/>
                    <a:pt x="1392" y="3080"/>
                    <a:pt x="1394" y="3080"/>
                  </a:cubicBezTo>
                  <a:cubicBezTo>
                    <a:pt x="1396" y="3080"/>
                    <a:pt x="1388" y="3066"/>
                    <a:pt x="1374" y="3042"/>
                  </a:cubicBezTo>
                  <a:lnTo>
                    <a:pt x="1398" y="3025"/>
                  </a:lnTo>
                  <a:cubicBezTo>
                    <a:pt x="1387" y="2997"/>
                    <a:pt x="1371" y="2972"/>
                    <a:pt x="1351" y="2951"/>
                  </a:cubicBezTo>
                  <a:lnTo>
                    <a:pt x="1351" y="2951"/>
                  </a:lnTo>
                  <a:cubicBezTo>
                    <a:pt x="1390" y="2985"/>
                    <a:pt x="1420" y="3006"/>
                    <a:pt x="1429" y="3006"/>
                  </a:cubicBezTo>
                  <a:cubicBezTo>
                    <a:pt x="1436" y="3006"/>
                    <a:pt x="1429" y="2990"/>
                    <a:pt x="1398" y="2952"/>
                  </a:cubicBezTo>
                  <a:lnTo>
                    <a:pt x="1406" y="2944"/>
                  </a:lnTo>
                  <a:cubicBezTo>
                    <a:pt x="1414" y="2936"/>
                    <a:pt x="1414" y="2936"/>
                    <a:pt x="1374" y="2888"/>
                  </a:cubicBezTo>
                  <a:cubicBezTo>
                    <a:pt x="1363" y="2872"/>
                    <a:pt x="1360" y="2865"/>
                    <a:pt x="1363" y="2865"/>
                  </a:cubicBezTo>
                  <a:lnTo>
                    <a:pt x="1363" y="2865"/>
                  </a:lnTo>
                  <a:cubicBezTo>
                    <a:pt x="1369" y="2865"/>
                    <a:pt x="1398" y="2893"/>
                    <a:pt x="1430" y="2920"/>
                  </a:cubicBezTo>
                  <a:cubicBezTo>
                    <a:pt x="1463" y="2947"/>
                    <a:pt x="1492" y="2975"/>
                    <a:pt x="1495" y="2975"/>
                  </a:cubicBezTo>
                  <a:cubicBezTo>
                    <a:pt x="1497" y="2975"/>
                    <a:pt x="1492" y="2968"/>
                    <a:pt x="1479" y="2952"/>
                  </a:cubicBezTo>
                  <a:cubicBezTo>
                    <a:pt x="1447" y="2912"/>
                    <a:pt x="1406" y="2863"/>
                    <a:pt x="1374" y="2815"/>
                  </a:cubicBezTo>
                  <a:cubicBezTo>
                    <a:pt x="1363" y="2799"/>
                    <a:pt x="1360" y="2793"/>
                    <a:pt x="1363" y="2793"/>
                  </a:cubicBezTo>
                  <a:lnTo>
                    <a:pt x="1363" y="2793"/>
                  </a:lnTo>
                  <a:cubicBezTo>
                    <a:pt x="1367" y="2793"/>
                    <a:pt x="1395" y="2822"/>
                    <a:pt x="1422" y="2855"/>
                  </a:cubicBezTo>
                  <a:cubicBezTo>
                    <a:pt x="1447" y="2880"/>
                    <a:pt x="1479" y="2912"/>
                    <a:pt x="1512" y="2928"/>
                  </a:cubicBezTo>
                  <a:cubicBezTo>
                    <a:pt x="1520" y="2928"/>
                    <a:pt x="1528" y="2920"/>
                    <a:pt x="1487" y="2871"/>
                  </a:cubicBezTo>
                  <a:cubicBezTo>
                    <a:pt x="1461" y="2846"/>
                    <a:pt x="1465" y="2826"/>
                    <a:pt x="1482" y="2826"/>
                  </a:cubicBezTo>
                  <a:cubicBezTo>
                    <a:pt x="1491" y="2826"/>
                    <a:pt x="1505" y="2832"/>
                    <a:pt x="1520" y="2847"/>
                  </a:cubicBezTo>
                  <a:lnTo>
                    <a:pt x="1528" y="2839"/>
                  </a:lnTo>
                  <a:cubicBezTo>
                    <a:pt x="1536" y="2831"/>
                    <a:pt x="1503" y="2782"/>
                    <a:pt x="1503" y="2782"/>
                  </a:cubicBezTo>
                  <a:cubicBezTo>
                    <a:pt x="1503" y="2782"/>
                    <a:pt x="1512" y="2774"/>
                    <a:pt x="1479" y="2734"/>
                  </a:cubicBezTo>
                  <a:cubicBezTo>
                    <a:pt x="1479" y="2731"/>
                    <a:pt x="1480" y="2729"/>
                    <a:pt x="1482" y="2729"/>
                  </a:cubicBezTo>
                  <a:cubicBezTo>
                    <a:pt x="1487" y="2729"/>
                    <a:pt x="1500" y="2738"/>
                    <a:pt x="1528" y="2766"/>
                  </a:cubicBezTo>
                  <a:cubicBezTo>
                    <a:pt x="1490" y="2720"/>
                    <a:pt x="1472" y="2698"/>
                    <a:pt x="1474" y="2698"/>
                  </a:cubicBezTo>
                  <a:lnTo>
                    <a:pt x="1474" y="2698"/>
                  </a:lnTo>
                  <a:cubicBezTo>
                    <a:pt x="1476" y="2698"/>
                    <a:pt x="1496" y="2718"/>
                    <a:pt x="1536" y="2758"/>
                  </a:cubicBezTo>
                  <a:cubicBezTo>
                    <a:pt x="1576" y="2802"/>
                    <a:pt x="1597" y="2825"/>
                    <a:pt x="1598" y="2825"/>
                  </a:cubicBezTo>
                  <a:cubicBezTo>
                    <a:pt x="1599" y="2825"/>
                    <a:pt x="1580" y="2802"/>
                    <a:pt x="1544" y="2758"/>
                  </a:cubicBezTo>
                  <a:cubicBezTo>
                    <a:pt x="1527" y="2732"/>
                    <a:pt x="1519" y="2720"/>
                    <a:pt x="1521" y="2720"/>
                  </a:cubicBezTo>
                  <a:lnTo>
                    <a:pt x="1521" y="2720"/>
                  </a:lnTo>
                  <a:cubicBezTo>
                    <a:pt x="1523" y="2720"/>
                    <a:pt x="1533" y="2730"/>
                    <a:pt x="1552" y="2750"/>
                  </a:cubicBezTo>
                  <a:cubicBezTo>
                    <a:pt x="1571" y="2769"/>
                    <a:pt x="1583" y="2779"/>
                    <a:pt x="1586" y="2779"/>
                  </a:cubicBezTo>
                  <a:cubicBezTo>
                    <a:pt x="1589" y="2779"/>
                    <a:pt x="1581" y="2767"/>
                    <a:pt x="1560" y="2742"/>
                  </a:cubicBezTo>
                  <a:cubicBezTo>
                    <a:pt x="1508" y="2684"/>
                    <a:pt x="1483" y="2640"/>
                    <a:pt x="1491" y="2640"/>
                  </a:cubicBezTo>
                  <a:lnTo>
                    <a:pt x="1491" y="2640"/>
                  </a:lnTo>
                  <a:cubicBezTo>
                    <a:pt x="1495" y="2640"/>
                    <a:pt x="1510" y="2653"/>
                    <a:pt x="1536" y="2685"/>
                  </a:cubicBezTo>
                  <a:cubicBezTo>
                    <a:pt x="1536" y="2685"/>
                    <a:pt x="1544" y="2677"/>
                    <a:pt x="1512" y="2628"/>
                  </a:cubicBezTo>
                  <a:lnTo>
                    <a:pt x="1512" y="2628"/>
                  </a:lnTo>
                  <a:cubicBezTo>
                    <a:pt x="1554" y="2667"/>
                    <a:pt x="1576" y="2687"/>
                    <a:pt x="1580" y="2687"/>
                  </a:cubicBezTo>
                  <a:cubicBezTo>
                    <a:pt x="1584" y="2687"/>
                    <a:pt x="1566" y="2663"/>
                    <a:pt x="1528" y="2612"/>
                  </a:cubicBezTo>
                  <a:cubicBezTo>
                    <a:pt x="1528" y="2612"/>
                    <a:pt x="1512" y="2588"/>
                    <a:pt x="1519" y="2588"/>
                  </a:cubicBezTo>
                  <a:lnTo>
                    <a:pt x="1519" y="2588"/>
                  </a:lnTo>
                  <a:cubicBezTo>
                    <a:pt x="1522" y="2588"/>
                    <a:pt x="1530" y="2592"/>
                    <a:pt x="1544" y="2604"/>
                  </a:cubicBezTo>
                  <a:cubicBezTo>
                    <a:pt x="1567" y="2620"/>
                    <a:pt x="1595" y="2633"/>
                    <a:pt x="1608" y="2633"/>
                  </a:cubicBezTo>
                  <a:cubicBezTo>
                    <a:pt x="1621" y="2633"/>
                    <a:pt x="1618" y="2618"/>
                    <a:pt x="1576" y="2571"/>
                  </a:cubicBezTo>
                  <a:lnTo>
                    <a:pt x="1585" y="2563"/>
                  </a:lnTo>
                  <a:cubicBezTo>
                    <a:pt x="1607" y="2582"/>
                    <a:pt x="1621" y="2592"/>
                    <a:pt x="1626" y="2592"/>
                  </a:cubicBezTo>
                  <a:cubicBezTo>
                    <a:pt x="1632" y="2592"/>
                    <a:pt x="1626" y="2578"/>
                    <a:pt x="1609" y="2547"/>
                  </a:cubicBezTo>
                  <a:lnTo>
                    <a:pt x="1576" y="2498"/>
                  </a:lnTo>
                  <a:lnTo>
                    <a:pt x="1576" y="2498"/>
                  </a:lnTo>
                  <a:cubicBezTo>
                    <a:pt x="1617" y="2547"/>
                    <a:pt x="1657" y="2588"/>
                    <a:pt x="1666" y="2588"/>
                  </a:cubicBezTo>
                  <a:cubicBezTo>
                    <a:pt x="1666" y="2580"/>
                    <a:pt x="1666" y="2580"/>
                    <a:pt x="1633" y="2531"/>
                  </a:cubicBezTo>
                  <a:cubicBezTo>
                    <a:pt x="1585" y="2490"/>
                    <a:pt x="1593" y="2490"/>
                    <a:pt x="1593" y="2482"/>
                  </a:cubicBezTo>
                  <a:lnTo>
                    <a:pt x="1593" y="2482"/>
                  </a:lnTo>
                  <a:cubicBezTo>
                    <a:pt x="1601" y="2482"/>
                    <a:pt x="1641" y="2523"/>
                    <a:pt x="1682" y="2571"/>
                  </a:cubicBezTo>
                  <a:lnTo>
                    <a:pt x="1690" y="2563"/>
                  </a:lnTo>
                  <a:cubicBezTo>
                    <a:pt x="1641" y="2509"/>
                    <a:pt x="1624" y="2485"/>
                    <a:pt x="1628" y="2485"/>
                  </a:cubicBezTo>
                  <a:lnTo>
                    <a:pt x="1628" y="2485"/>
                  </a:lnTo>
                  <a:cubicBezTo>
                    <a:pt x="1631" y="2485"/>
                    <a:pt x="1641" y="2495"/>
                    <a:pt x="1657" y="2515"/>
                  </a:cubicBezTo>
                  <a:cubicBezTo>
                    <a:pt x="1685" y="2543"/>
                    <a:pt x="1698" y="2551"/>
                    <a:pt x="1706" y="2551"/>
                  </a:cubicBezTo>
                  <a:cubicBezTo>
                    <a:pt x="1709" y="2551"/>
                    <a:pt x="1712" y="2550"/>
                    <a:pt x="1714" y="2547"/>
                  </a:cubicBezTo>
                  <a:lnTo>
                    <a:pt x="1730" y="2539"/>
                  </a:lnTo>
                  <a:cubicBezTo>
                    <a:pt x="1730" y="2531"/>
                    <a:pt x="1739" y="2531"/>
                    <a:pt x="1690" y="2490"/>
                  </a:cubicBezTo>
                  <a:cubicBezTo>
                    <a:pt x="1658" y="2442"/>
                    <a:pt x="1617" y="2393"/>
                    <a:pt x="1617" y="2393"/>
                  </a:cubicBezTo>
                  <a:lnTo>
                    <a:pt x="1617" y="2393"/>
                  </a:lnTo>
                  <a:cubicBezTo>
                    <a:pt x="1657" y="2434"/>
                    <a:pt x="1698" y="2482"/>
                    <a:pt x="1706" y="2482"/>
                  </a:cubicBezTo>
                  <a:cubicBezTo>
                    <a:pt x="1706" y="2482"/>
                    <a:pt x="1706" y="2481"/>
                    <a:pt x="1707" y="2481"/>
                  </a:cubicBezTo>
                  <a:cubicBezTo>
                    <a:pt x="1712" y="2481"/>
                    <a:pt x="1747" y="2523"/>
                    <a:pt x="1747" y="2523"/>
                  </a:cubicBezTo>
                  <a:cubicBezTo>
                    <a:pt x="1775" y="2557"/>
                    <a:pt x="1789" y="2570"/>
                    <a:pt x="1795" y="2570"/>
                  </a:cubicBezTo>
                  <a:cubicBezTo>
                    <a:pt x="1805" y="2570"/>
                    <a:pt x="1791" y="2537"/>
                    <a:pt x="1771" y="2507"/>
                  </a:cubicBezTo>
                  <a:cubicBezTo>
                    <a:pt x="1736" y="2455"/>
                    <a:pt x="1720" y="2428"/>
                    <a:pt x="1725" y="2428"/>
                  </a:cubicBezTo>
                  <a:lnTo>
                    <a:pt x="1725" y="2428"/>
                  </a:lnTo>
                  <a:cubicBezTo>
                    <a:pt x="1729" y="2428"/>
                    <a:pt x="1749" y="2449"/>
                    <a:pt x="1787" y="2490"/>
                  </a:cubicBezTo>
                  <a:cubicBezTo>
                    <a:pt x="1807" y="2517"/>
                    <a:pt x="1817" y="2528"/>
                    <a:pt x="1818" y="2528"/>
                  </a:cubicBezTo>
                  <a:cubicBezTo>
                    <a:pt x="1822" y="2528"/>
                    <a:pt x="1767" y="2445"/>
                    <a:pt x="1690" y="2344"/>
                  </a:cubicBezTo>
                  <a:lnTo>
                    <a:pt x="1576" y="2198"/>
                  </a:lnTo>
                  <a:lnTo>
                    <a:pt x="1690" y="2336"/>
                  </a:lnTo>
                  <a:cubicBezTo>
                    <a:pt x="1782" y="2443"/>
                    <a:pt x="1822" y="2488"/>
                    <a:pt x="1827" y="2488"/>
                  </a:cubicBezTo>
                  <a:cubicBezTo>
                    <a:pt x="1831" y="2488"/>
                    <a:pt x="1815" y="2463"/>
                    <a:pt x="1787" y="2417"/>
                  </a:cubicBezTo>
                  <a:cubicBezTo>
                    <a:pt x="1775" y="2388"/>
                    <a:pt x="1769" y="2374"/>
                    <a:pt x="1771" y="2374"/>
                  </a:cubicBezTo>
                  <a:lnTo>
                    <a:pt x="1771" y="2374"/>
                  </a:lnTo>
                  <a:cubicBezTo>
                    <a:pt x="1774" y="2374"/>
                    <a:pt x="1784" y="2386"/>
                    <a:pt x="1803" y="2409"/>
                  </a:cubicBezTo>
                  <a:cubicBezTo>
                    <a:pt x="1824" y="2440"/>
                    <a:pt x="1834" y="2448"/>
                    <a:pt x="1844" y="2448"/>
                  </a:cubicBezTo>
                  <a:cubicBezTo>
                    <a:pt x="1849" y="2448"/>
                    <a:pt x="1854" y="2445"/>
                    <a:pt x="1860" y="2442"/>
                  </a:cubicBezTo>
                  <a:cubicBezTo>
                    <a:pt x="1876" y="2425"/>
                    <a:pt x="1884" y="2425"/>
                    <a:pt x="1844" y="2377"/>
                  </a:cubicBezTo>
                  <a:lnTo>
                    <a:pt x="1852" y="2369"/>
                  </a:lnTo>
                  <a:cubicBezTo>
                    <a:pt x="1881" y="2400"/>
                    <a:pt x="1896" y="2414"/>
                    <a:pt x="1901" y="2414"/>
                  </a:cubicBezTo>
                  <a:cubicBezTo>
                    <a:pt x="1909" y="2414"/>
                    <a:pt x="1880" y="2370"/>
                    <a:pt x="1828" y="2312"/>
                  </a:cubicBezTo>
                  <a:lnTo>
                    <a:pt x="1836" y="2304"/>
                  </a:lnTo>
                  <a:lnTo>
                    <a:pt x="1876" y="2353"/>
                  </a:lnTo>
                  <a:cubicBezTo>
                    <a:pt x="1897" y="2377"/>
                    <a:pt x="1909" y="2387"/>
                    <a:pt x="1921" y="2387"/>
                  </a:cubicBezTo>
                  <a:cubicBezTo>
                    <a:pt x="1933" y="2387"/>
                    <a:pt x="1945" y="2377"/>
                    <a:pt x="1966" y="2361"/>
                  </a:cubicBezTo>
                  <a:cubicBezTo>
                    <a:pt x="2014" y="2328"/>
                    <a:pt x="2022" y="2328"/>
                    <a:pt x="1949" y="2231"/>
                  </a:cubicBezTo>
                  <a:cubicBezTo>
                    <a:pt x="1911" y="2180"/>
                    <a:pt x="1895" y="2154"/>
                    <a:pt x="1899" y="2154"/>
                  </a:cubicBezTo>
                  <a:lnTo>
                    <a:pt x="1899" y="2154"/>
                  </a:lnTo>
                  <a:cubicBezTo>
                    <a:pt x="1902" y="2154"/>
                    <a:pt x="1923" y="2176"/>
                    <a:pt x="1957" y="2223"/>
                  </a:cubicBezTo>
                  <a:cubicBezTo>
                    <a:pt x="1985" y="2256"/>
                    <a:pt x="2013" y="2285"/>
                    <a:pt x="2015" y="2285"/>
                  </a:cubicBezTo>
                  <a:cubicBezTo>
                    <a:pt x="2016" y="2285"/>
                    <a:pt x="2011" y="2279"/>
                    <a:pt x="1998" y="2263"/>
                  </a:cubicBezTo>
                  <a:cubicBezTo>
                    <a:pt x="1998" y="2263"/>
                    <a:pt x="1999" y="2263"/>
                    <a:pt x="2001" y="2263"/>
                  </a:cubicBezTo>
                  <a:cubicBezTo>
                    <a:pt x="2008" y="2263"/>
                    <a:pt x="2024" y="2267"/>
                    <a:pt x="2055" y="2304"/>
                  </a:cubicBezTo>
                  <a:cubicBezTo>
                    <a:pt x="2089" y="2335"/>
                    <a:pt x="2106" y="2347"/>
                    <a:pt x="2111" y="2347"/>
                  </a:cubicBezTo>
                  <a:cubicBezTo>
                    <a:pt x="2119" y="2347"/>
                    <a:pt x="2099" y="2317"/>
                    <a:pt x="2079" y="2288"/>
                  </a:cubicBezTo>
                  <a:lnTo>
                    <a:pt x="2079" y="2288"/>
                  </a:lnTo>
                  <a:cubicBezTo>
                    <a:pt x="2106" y="2315"/>
                    <a:pt x="2137" y="2342"/>
                    <a:pt x="2142" y="2342"/>
                  </a:cubicBezTo>
                  <a:cubicBezTo>
                    <a:pt x="2145" y="2342"/>
                    <a:pt x="2141" y="2336"/>
                    <a:pt x="2128" y="2320"/>
                  </a:cubicBezTo>
                  <a:cubicBezTo>
                    <a:pt x="2107" y="2289"/>
                    <a:pt x="2100" y="2251"/>
                    <a:pt x="2116" y="2251"/>
                  </a:cubicBezTo>
                  <a:cubicBezTo>
                    <a:pt x="2125" y="2251"/>
                    <a:pt x="2142" y="2263"/>
                    <a:pt x="2168" y="2296"/>
                  </a:cubicBezTo>
                  <a:lnTo>
                    <a:pt x="2176" y="2288"/>
                  </a:lnTo>
                  <a:cubicBezTo>
                    <a:pt x="2144" y="2247"/>
                    <a:pt x="2152" y="2239"/>
                    <a:pt x="2160" y="2231"/>
                  </a:cubicBezTo>
                  <a:cubicBezTo>
                    <a:pt x="2166" y="2228"/>
                    <a:pt x="2170" y="2225"/>
                    <a:pt x="2175" y="2225"/>
                  </a:cubicBezTo>
                  <a:cubicBezTo>
                    <a:pt x="2182" y="2225"/>
                    <a:pt x="2192" y="2233"/>
                    <a:pt x="2217" y="2263"/>
                  </a:cubicBezTo>
                  <a:cubicBezTo>
                    <a:pt x="2232" y="2290"/>
                    <a:pt x="2240" y="2302"/>
                    <a:pt x="2242" y="2302"/>
                  </a:cubicBezTo>
                  <a:cubicBezTo>
                    <a:pt x="2244" y="2302"/>
                    <a:pt x="2238" y="2286"/>
                    <a:pt x="2225" y="2255"/>
                  </a:cubicBezTo>
                  <a:cubicBezTo>
                    <a:pt x="2233" y="2255"/>
                    <a:pt x="2168" y="2158"/>
                    <a:pt x="2168" y="2150"/>
                  </a:cubicBezTo>
                  <a:cubicBezTo>
                    <a:pt x="2144" y="2125"/>
                    <a:pt x="2120" y="2085"/>
                    <a:pt x="2112" y="2053"/>
                  </a:cubicBezTo>
                  <a:lnTo>
                    <a:pt x="2112" y="2053"/>
                  </a:lnTo>
                  <a:lnTo>
                    <a:pt x="2144" y="2093"/>
                  </a:lnTo>
                  <a:lnTo>
                    <a:pt x="2217" y="2190"/>
                  </a:lnTo>
                  <a:cubicBezTo>
                    <a:pt x="2225" y="2190"/>
                    <a:pt x="2225" y="2182"/>
                    <a:pt x="2193" y="2134"/>
                  </a:cubicBezTo>
                  <a:lnTo>
                    <a:pt x="2193" y="2134"/>
                  </a:lnTo>
                  <a:cubicBezTo>
                    <a:pt x="2223" y="2170"/>
                    <a:pt x="2235" y="2175"/>
                    <a:pt x="2243" y="2175"/>
                  </a:cubicBezTo>
                  <a:cubicBezTo>
                    <a:pt x="2245" y="2175"/>
                    <a:pt x="2247" y="2174"/>
                    <a:pt x="2249" y="2174"/>
                  </a:cubicBezTo>
                  <a:cubicBezTo>
                    <a:pt x="2266" y="2166"/>
                    <a:pt x="2274" y="2158"/>
                    <a:pt x="2241" y="2101"/>
                  </a:cubicBezTo>
                  <a:lnTo>
                    <a:pt x="2241" y="2101"/>
                  </a:lnTo>
                  <a:cubicBezTo>
                    <a:pt x="2277" y="2144"/>
                    <a:pt x="2303" y="2163"/>
                    <a:pt x="2316" y="2163"/>
                  </a:cubicBezTo>
                  <a:cubicBezTo>
                    <a:pt x="2332" y="2163"/>
                    <a:pt x="2326" y="2131"/>
                    <a:pt x="2290" y="2077"/>
                  </a:cubicBezTo>
                  <a:cubicBezTo>
                    <a:pt x="2269" y="2051"/>
                    <a:pt x="2261" y="2039"/>
                    <a:pt x="2264" y="2039"/>
                  </a:cubicBezTo>
                  <a:lnTo>
                    <a:pt x="2264" y="2039"/>
                  </a:lnTo>
                  <a:cubicBezTo>
                    <a:pt x="2267" y="2039"/>
                    <a:pt x="2279" y="2049"/>
                    <a:pt x="2298" y="2069"/>
                  </a:cubicBezTo>
                  <a:cubicBezTo>
                    <a:pt x="2317" y="2092"/>
                    <a:pt x="2328" y="2104"/>
                    <a:pt x="2329" y="2104"/>
                  </a:cubicBezTo>
                  <a:cubicBezTo>
                    <a:pt x="2331" y="2104"/>
                    <a:pt x="2323" y="2090"/>
                    <a:pt x="2306" y="2061"/>
                  </a:cubicBezTo>
                  <a:cubicBezTo>
                    <a:pt x="2298" y="2045"/>
                    <a:pt x="2297" y="2039"/>
                    <a:pt x="2301" y="2039"/>
                  </a:cubicBezTo>
                  <a:lnTo>
                    <a:pt x="2301" y="2039"/>
                  </a:lnTo>
                  <a:cubicBezTo>
                    <a:pt x="2308" y="2039"/>
                    <a:pt x="2335" y="2068"/>
                    <a:pt x="2363" y="2101"/>
                  </a:cubicBezTo>
                  <a:cubicBezTo>
                    <a:pt x="2405" y="2152"/>
                    <a:pt x="2425" y="2174"/>
                    <a:pt x="2429" y="2174"/>
                  </a:cubicBezTo>
                  <a:cubicBezTo>
                    <a:pt x="2432" y="2174"/>
                    <a:pt x="2425" y="2162"/>
                    <a:pt x="2412" y="2142"/>
                  </a:cubicBezTo>
                  <a:cubicBezTo>
                    <a:pt x="2387" y="2085"/>
                    <a:pt x="2403" y="2077"/>
                    <a:pt x="2403" y="2069"/>
                  </a:cubicBezTo>
                  <a:cubicBezTo>
                    <a:pt x="2395" y="2036"/>
                    <a:pt x="2379" y="1996"/>
                    <a:pt x="2347" y="1971"/>
                  </a:cubicBezTo>
                  <a:cubicBezTo>
                    <a:pt x="2314" y="1923"/>
                    <a:pt x="2282" y="1866"/>
                    <a:pt x="2282" y="1866"/>
                  </a:cubicBezTo>
                  <a:cubicBezTo>
                    <a:pt x="2273" y="1846"/>
                    <a:pt x="2273" y="1839"/>
                    <a:pt x="2275" y="1839"/>
                  </a:cubicBezTo>
                  <a:lnTo>
                    <a:pt x="2275" y="1839"/>
                  </a:lnTo>
                  <a:cubicBezTo>
                    <a:pt x="2280" y="1839"/>
                    <a:pt x="2295" y="1861"/>
                    <a:pt x="2290" y="1866"/>
                  </a:cubicBezTo>
                  <a:cubicBezTo>
                    <a:pt x="2306" y="1898"/>
                    <a:pt x="2330" y="1939"/>
                    <a:pt x="2363" y="1963"/>
                  </a:cubicBezTo>
                  <a:cubicBezTo>
                    <a:pt x="2392" y="1992"/>
                    <a:pt x="2404" y="1996"/>
                    <a:pt x="2412" y="1996"/>
                  </a:cubicBezTo>
                  <a:cubicBezTo>
                    <a:pt x="2415" y="1996"/>
                    <a:pt x="2417" y="1996"/>
                    <a:pt x="2420" y="1996"/>
                  </a:cubicBezTo>
                  <a:lnTo>
                    <a:pt x="2436" y="1980"/>
                  </a:lnTo>
                  <a:cubicBezTo>
                    <a:pt x="2463" y="1999"/>
                    <a:pt x="2477" y="2009"/>
                    <a:pt x="2481" y="2009"/>
                  </a:cubicBezTo>
                  <a:cubicBezTo>
                    <a:pt x="2485" y="2009"/>
                    <a:pt x="2477" y="1997"/>
                    <a:pt x="2460" y="1971"/>
                  </a:cubicBezTo>
                  <a:lnTo>
                    <a:pt x="2428" y="1923"/>
                  </a:lnTo>
                  <a:lnTo>
                    <a:pt x="2428" y="1923"/>
                  </a:lnTo>
                  <a:cubicBezTo>
                    <a:pt x="2456" y="1957"/>
                    <a:pt x="2483" y="1972"/>
                    <a:pt x="2502" y="1972"/>
                  </a:cubicBezTo>
                  <a:cubicBezTo>
                    <a:pt x="2531" y="1972"/>
                    <a:pt x="2541" y="1934"/>
                    <a:pt x="2501" y="1874"/>
                  </a:cubicBezTo>
                  <a:lnTo>
                    <a:pt x="2501" y="1874"/>
                  </a:lnTo>
                  <a:lnTo>
                    <a:pt x="2533" y="1923"/>
                  </a:lnTo>
                  <a:cubicBezTo>
                    <a:pt x="2556" y="1957"/>
                    <a:pt x="2567" y="1967"/>
                    <a:pt x="2574" y="1967"/>
                  </a:cubicBezTo>
                  <a:cubicBezTo>
                    <a:pt x="2577" y="1967"/>
                    <a:pt x="2579" y="1966"/>
                    <a:pt x="2582" y="1963"/>
                  </a:cubicBezTo>
                  <a:cubicBezTo>
                    <a:pt x="2590" y="1955"/>
                    <a:pt x="2582" y="1898"/>
                    <a:pt x="2598" y="1882"/>
                  </a:cubicBezTo>
                  <a:cubicBezTo>
                    <a:pt x="2622" y="1874"/>
                    <a:pt x="2639" y="1866"/>
                    <a:pt x="2606" y="1817"/>
                  </a:cubicBezTo>
                  <a:cubicBezTo>
                    <a:pt x="2606" y="1815"/>
                    <a:pt x="2606" y="1813"/>
                    <a:pt x="2607" y="1813"/>
                  </a:cubicBezTo>
                  <a:cubicBezTo>
                    <a:pt x="2609" y="1813"/>
                    <a:pt x="2615" y="1823"/>
                    <a:pt x="2639" y="1858"/>
                  </a:cubicBezTo>
                  <a:cubicBezTo>
                    <a:pt x="2664" y="1902"/>
                    <a:pt x="2674" y="1907"/>
                    <a:pt x="2678" y="1907"/>
                  </a:cubicBezTo>
                  <a:cubicBezTo>
                    <a:pt x="2679" y="1907"/>
                    <a:pt x="2679" y="1907"/>
                    <a:pt x="2679" y="1907"/>
                  </a:cubicBezTo>
                  <a:cubicBezTo>
                    <a:pt x="2663" y="1866"/>
                    <a:pt x="2647" y="1834"/>
                    <a:pt x="2622" y="1801"/>
                  </a:cubicBezTo>
                  <a:cubicBezTo>
                    <a:pt x="2605" y="1776"/>
                    <a:pt x="2597" y="1764"/>
                    <a:pt x="2600" y="1764"/>
                  </a:cubicBezTo>
                  <a:lnTo>
                    <a:pt x="2600" y="1764"/>
                  </a:lnTo>
                  <a:cubicBezTo>
                    <a:pt x="2603" y="1764"/>
                    <a:pt x="2615" y="1774"/>
                    <a:pt x="2639" y="1793"/>
                  </a:cubicBezTo>
                  <a:cubicBezTo>
                    <a:pt x="2655" y="1810"/>
                    <a:pt x="2669" y="1818"/>
                    <a:pt x="2678" y="1818"/>
                  </a:cubicBezTo>
                  <a:cubicBezTo>
                    <a:pt x="2691" y="1818"/>
                    <a:pt x="2693" y="1802"/>
                    <a:pt x="2679" y="1769"/>
                  </a:cubicBezTo>
                  <a:cubicBezTo>
                    <a:pt x="2681" y="1766"/>
                    <a:pt x="2684" y="1765"/>
                    <a:pt x="2687" y="1765"/>
                  </a:cubicBezTo>
                  <a:cubicBezTo>
                    <a:pt x="2694" y="1765"/>
                    <a:pt x="2705" y="1775"/>
                    <a:pt x="2728" y="1809"/>
                  </a:cubicBezTo>
                  <a:cubicBezTo>
                    <a:pt x="2750" y="1835"/>
                    <a:pt x="2771" y="1859"/>
                    <a:pt x="2779" y="1859"/>
                  </a:cubicBezTo>
                  <a:cubicBezTo>
                    <a:pt x="2786" y="1859"/>
                    <a:pt x="2783" y="1842"/>
                    <a:pt x="2760" y="1793"/>
                  </a:cubicBezTo>
                  <a:lnTo>
                    <a:pt x="2760" y="1793"/>
                  </a:lnTo>
                  <a:cubicBezTo>
                    <a:pt x="2760" y="1793"/>
                    <a:pt x="2761" y="1794"/>
                    <a:pt x="2793" y="1842"/>
                  </a:cubicBezTo>
                  <a:cubicBezTo>
                    <a:pt x="2815" y="1869"/>
                    <a:pt x="2836" y="1896"/>
                    <a:pt x="2839" y="1896"/>
                  </a:cubicBezTo>
                  <a:cubicBezTo>
                    <a:pt x="2841" y="1896"/>
                    <a:pt x="2834" y="1880"/>
                    <a:pt x="2809" y="1834"/>
                  </a:cubicBezTo>
                  <a:cubicBezTo>
                    <a:pt x="2795" y="1801"/>
                    <a:pt x="2794" y="1784"/>
                    <a:pt x="2806" y="1784"/>
                  </a:cubicBezTo>
                  <a:cubicBezTo>
                    <a:pt x="2814" y="1784"/>
                    <a:pt x="2829" y="1792"/>
                    <a:pt x="2849" y="1809"/>
                  </a:cubicBezTo>
                  <a:cubicBezTo>
                    <a:pt x="2849" y="1809"/>
                    <a:pt x="2857" y="1801"/>
                    <a:pt x="2825" y="1753"/>
                  </a:cubicBezTo>
                  <a:lnTo>
                    <a:pt x="2793" y="1704"/>
                  </a:lnTo>
                  <a:lnTo>
                    <a:pt x="2793" y="1704"/>
                  </a:lnTo>
                  <a:cubicBezTo>
                    <a:pt x="2828" y="1752"/>
                    <a:pt x="2847" y="1776"/>
                    <a:pt x="2848" y="1776"/>
                  </a:cubicBezTo>
                  <a:cubicBezTo>
                    <a:pt x="2850" y="1776"/>
                    <a:pt x="2834" y="1750"/>
                    <a:pt x="2801" y="1696"/>
                  </a:cubicBezTo>
                  <a:cubicBezTo>
                    <a:pt x="2784" y="1671"/>
                    <a:pt x="2778" y="1659"/>
                    <a:pt x="2780" y="1659"/>
                  </a:cubicBezTo>
                  <a:lnTo>
                    <a:pt x="2780" y="1659"/>
                  </a:lnTo>
                  <a:cubicBezTo>
                    <a:pt x="2782" y="1659"/>
                    <a:pt x="2793" y="1671"/>
                    <a:pt x="2809" y="1696"/>
                  </a:cubicBezTo>
                  <a:cubicBezTo>
                    <a:pt x="2839" y="1732"/>
                    <a:pt x="2847" y="1737"/>
                    <a:pt x="2849" y="1737"/>
                  </a:cubicBezTo>
                  <a:cubicBezTo>
                    <a:pt x="2849" y="1737"/>
                    <a:pt x="2849" y="1736"/>
                    <a:pt x="2849" y="1736"/>
                  </a:cubicBezTo>
                  <a:cubicBezTo>
                    <a:pt x="2857" y="1736"/>
                    <a:pt x="2857" y="1671"/>
                    <a:pt x="2882" y="1655"/>
                  </a:cubicBezTo>
                  <a:cubicBezTo>
                    <a:pt x="2930" y="1631"/>
                    <a:pt x="2947" y="1623"/>
                    <a:pt x="2914" y="1566"/>
                  </a:cubicBezTo>
                  <a:cubicBezTo>
                    <a:pt x="2902" y="1542"/>
                    <a:pt x="2896" y="1530"/>
                    <a:pt x="2898" y="1530"/>
                  </a:cubicBezTo>
                  <a:lnTo>
                    <a:pt x="2898" y="1530"/>
                  </a:lnTo>
                  <a:cubicBezTo>
                    <a:pt x="2900" y="1530"/>
                    <a:pt x="2910" y="1542"/>
                    <a:pt x="2930" y="1566"/>
                  </a:cubicBezTo>
                  <a:cubicBezTo>
                    <a:pt x="2971" y="1607"/>
                    <a:pt x="2971" y="1607"/>
                    <a:pt x="2979" y="1607"/>
                  </a:cubicBezTo>
                  <a:cubicBezTo>
                    <a:pt x="2981" y="1604"/>
                    <a:pt x="2983" y="1603"/>
                    <a:pt x="2985" y="1603"/>
                  </a:cubicBezTo>
                  <a:cubicBezTo>
                    <a:pt x="2990" y="1603"/>
                    <a:pt x="2997" y="1613"/>
                    <a:pt x="3020" y="1647"/>
                  </a:cubicBezTo>
                  <a:cubicBezTo>
                    <a:pt x="2995" y="1590"/>
                    <a:pt x="2995" y="1590"/>
                    <a:pt x="3003" y="1590"/>
                  </a:cubicBezTo>
                  <a:cubicBezTo>
                    <a:pt x="3019" y="1614"/>
                    <a:pt x="3027" y="1626"/>
                    <a:pt x="3029" y="1626"/>
                  </a:cubicBezTo>
                  <a:cubicBezTo>
                    <a:pt x="3030" y="1626"/>
                    <a:pt x="3024" y="1612"/>
                    <a:pt x="3011" y="1582"/>
                  </a:cubicBezTo>
                  <a:cubicBezTo>
                    <a:pt x="2983" y="1530"/>
                    <a:pt x="2969" y="1503"/>
                    <a:pt x="2970" y="1503"/>
                  </a:cubicBezTo>
                  <a:lnTo>
                    <a:pt x="2970" y="1503"/>
                  </a:lnTo>
                  <a:cubicBezTo>
                    <a:pt x="2971" y="1503"/>
                    <a:pt x="2987" y="1530"/>
                    <a:pt x="3020" y="1582"/>
                  </a:cubicBezTo>
                  <a:cubicBezTo>
                    <a:pt x="3042" y="1615"/>
                    <a:pt x="3071" y="1645"/>
                    <a:pt x="3075" y="1645"/>
                  </a:cubicBezTo>
                  <a:cubicBezTo>
                    <a:pt x="3077" y="1645"/>
                    <a:pt x="3073" y="1638"/>
                    <a:pt x="3060" y="1623"/>
                  </a:cubicBezTo>
                  <a:cubicBezTo>
                    <a:pt x="3044" y="1590"/>
                    <a:pt x="3028" y="1550"/>
                    <a:pt x="3020" y="1517"/>
                  </a:cubicBezTo>
                  <a:cubicBezTo>
                    <a:pt x="3020" y="1515"/>
                    <a:pt x="3020" y="1513"/>
                    <a:pt x="3022" y="1513"/>
                  </a:cubicBezTo>
                  <a:cubicBezTo>
                    <a:pt x="3026" y="1513"/>
                    <a:pt x="3037" y="1523"/>
                    <a:pt x="3060" y="1558"/>
                  </a:cubicBezTo>
                  <a:cubicBezTo>
                    <a:pt x="3070" y="1570"/>
                    <a:pt x="3077" y="1575"/>
                    <a:pt x="3082" y="1575"/>
                  </a:cubicBezTo>
                  <a:cubicBezTo>
                    <a:pt x="3096" y="1575"/>
                    <a:pt x="3087" y="1528"/>
                    <a:pt x="3068" y="1485"/>
                  </a:cubicBezTo>
                  <a:cubicBezTo>
                    <a:pt x="3052" y="1461"/>
                    <a:pt x="3046" y="1448"/>
                    <a:pt x="3048" y="1448"/>
                  </a:cubicBezTo>
                  <a:lnTo>
                    <a:pt x="3048" y="1448"/>
                  </a:lnTo>
                  <a:cubicBezTo>
                    <a:pt x="3050" y="1448"/>
                    <a:pt x="3060" y="1461"/>
                    <a:pt x="3076" y="1485"/>
                  </a:cubicBezTo>
                  <a:cubicBezTo>
                    <a:pt x="3099" y="1520"/>
                    <a:pt x="3106" y="1530"/>
                    <a:pt x="3111" y="1530"/>
                  </a:cubicBezTo>
                  <a:cubicBezTo>
                    <a:pt x="3113" y="1530"/>
                    <a:pt x="3115" y="1528"/>
                    <a:pt x="3117" y="1526"/>
                  </a:cubicBezTo>
                  <a:cubicBezTo>
                    <a:pt x="3110" y="1511"/>
                    <a:pt x="3107" y="1505"/>
                    <a:pt x="3109" y="1505"/>
                  </a:cubicBezTo>
                  <a:lnTo>
                    <a:pt x="3109" y="1505"/>
                  </a:lnTo>
                  <a:cubicBezTo>
                    <a:pt x="3112" y="1505"/>
                    <a:pt x="3134" y="1540"/>
                    <a:pt x="3157" y="1574"/>
                  </a:cubicBezTo>
                  <a:cubicBezTo>
                    <a:pt x="3175" y="1615"/>
                    <a:pt x="3180" y="1627"/>
                    <a:pt x="3187" y="1627"/>
                  </a:cubicBezTo>
                  <a:cubicBezTo>
                    <a:pt x="3190" y="1627"/>
                    <a:pt x="3194" y="1625"/>
                    <a:pt x="3198" y="1623"/>
                  </a:cubicBezTo>
                  <a:cubicBezTo>
                    <a:pt x="3174" y="1566"/>
                    <a:pt x="3198" y="1558"/>
                    <a:pt x="3214" y="1550"/>
                  </a:cubicBezTo>
                  <a:cubicBezTo>
                    <a:pt x="3247" y="1534"/>
                    <a:pt x="3222" y="1477"/>
                    <a:pt x="3174" y="1371"/>
                  </a:cubicBezTo>
                  <a:lnTo>
                    <a:pt x="3174" y="1371"/>
                  </a:lnTo>
                  <a:lnTo>
                    <a:pt x="3271" y="1517"/>
                  </a:lnTo>
                  <a:cubicBezTo>
                    <a:pt x="3263" y="1485"/>
                    <a:pt x="3238" y="1444"/>
                    <a:pt x="3222" y="1412"/>
                  </a:cubicBezTo>
                  <a:cubicBezTo>
                    <a:pt x="3205" y="1386"/>
                    <a:pt x="3199" y="1371"/>
                    <a:pt x="3204" y="1371"/>
                  </a:cubicBezTo>
                  <a:lnTo>
                    <a:pt x="3204" y="1371"/>
                  </a:lnTo>
                  <a:cubicBezTo>
                    <a:pt x="3208" y="1371"/>
                    <a:pt x="3220" y="1382"/>
                    <a:pt x="3238" y="1404"/>
                  </a:cubicBezTo>
                  <a:cubicBezTo>
                    <a:pt x="3257" y="1426"/>
                    <a:pt x="3269" y="1437"/>
                    <a:pt x="3274" y="1437"/>
                  </a:cubicBezTo>
                  <a:cubicBezTo>
                    <a:pt x="3280" y="1437"/>
                    <a:pt x="3276" y="1422"/>
                    <a:pt x="3263" y="1396"/>
                  </a:cubicBezTo>
                  <a:cubicBezTo>
                    <a:pt x="3263" y="1393"/>
                    <a:pt x="3263" y="1392"/>
                    <a:pt x="3265" y="1392"/>
                  </a:cubicBezTo>
                  <a:cubicBezTo>
                    <a:pt x="3270" y="1392"/>
                    <a:pt x="3283" y="1402"/>
                    <a:pt x="3311" y="1436"/>
                  </a:cubicBezTo>
                  <a:cubicBezTo>
                    <a:pt x="3311" y="1436"/>
                    <a:pt x="3311" y="1436"/>
                    <a:pt x="3287" y="1380"/>
                  </a:cubicBezTo>
                  <a:cubicBezTo>
                    <a:pt x="3270" y="1353"/>
                    <a:pt x="3264" y="1339"/>
                    <a:pt x="3268" y="1339"/>
                  </a:cubicBezTo>
                  <a:lnTo>
                    <a:pt x="3268" y="1339"/>
                  </a:lnTo>
                  <a:cubicBezTo>
                    <a:pt x="3271" y="1339"/>
                    <a:pt x="3280" y="1349"/>
                    <a:pt x="3295" y="1371"/>
                  </a:cubicBezTo>
                  <a:cubicBezTo>
                    <a:pt x="3331" y="1430"/>
                    <a:pt x="3352" y="1453"/>
                    <a:pt x="3360" y="1453"/>
                  </a:cubicBezTo>
                  <a:cubicBezTo>
                    <a:pt x="3366" y="1453"/>
                    <a:pt x="3363" y="1437"/>
                    <a:pt x="3352" y="1412"/>
                  </a:cubicBezTo>
                  <a:cubicBezTo>
                    <a:pt x="3320" y="1363"/>
                    <a:pt x="3328" y="1363"/>
                    <a:pt x="3336" y="1355"/>
                  </a:cubicBezTo>
                  <a:cubicBezTo>
                    <a:pt x="3336" y="1355"/>
                    <a:pt x="3344" y="1355"/>
                    <a:pt x="3320" y="1299"/>
                  </a:cubicBezTo>
                  <a:lnTo>
                    <a:pt x="3336" y="1290"/>
                  </a:lnTo>
                  <a:cubicBezTo>
                    <a:pt x="3336" y="1290"/>
                    <a:pt x="3360" y="1347"/>
                    <a:pt x="3352" y="1347"/>
                  </a:cubicBezTo>
                  <a:lnTo>
                    <a:pt x="3393" y="1396"/>
                  </a:lnTo>
                  <a:cubicBezTo>
                    <a:pt x="3401" y="1388"/>
                    <a:pt x="3409" y="1388"/>
                    <a:pt x="3384" y="1331"/>
                  </a:cubicBezTo>
                  <a:cubicBezTo>
                    <a:pt x="3360" y="1278"/>
                    <a:pt x="3348" y="1252"/>
                    <a:pt x="3349" y="1252"/>
                  </a:cubicBezTo>
                  <a:lnTo>
                    <a:pt x="3349" y="1252"/>
                  </a:lnTo>
                  <a:cubicBezTo>
                    <a:pt x="3350" y="1252"/>
                    <a:pt x="3364" y="1278"/>
                    <a:pt x="3393" y="1331"/>
                  </a:cubicBezTo>
                  <a:cubicBezTo>
                    <a:pt x="3409" y="1364"/>
                    <a:pt x="3433" y="1397"/>
                    <a:pt x="3439" y="1397"/>
                  </a:cubicBezTo>
                  <a:cubicBezTo>
                    <a:pt x="3442" y="1397"/>
                    <a:pt x="3441" y="1390"/>
                    <a:pt x="3433" y="1371"/>
                  </a:cubicBezTo>
                  <a:cubicBezTo>
                    <a:pt x="3409" y="1326"/>
                    <a:pt x="3402" y="1309"/>
                    <a:pt x="3405" y="1309"/>
                  </a:cubicBezTo>
                  <a:lnTo>
                    <a:pt x="3405" y="1309"/>
                  </a:lnTo>
                  <a:cubicBezTo>
                    <a:pt x="3408" y="1309"/>
                    <a:pt x="3427" y="1339"/>
                    <a:pt x="3441" y="1371"/>
                  </a:cubicBezTo>
                  <a:cubicBezTo>
                    <a:pt x="3469" y="1423"/>
                    <a:pt x="3483" y="1450"/>
                    <a:pt x="3487" y="1450"/>
                  </a:cubicBezTo>
                  <a:cubicBezTo>
                    <a:pt x="3490" y="1450"/>
                    <a:pt x="3482" y="1421"/>
                    <a:pt x="3466" y="1363"/>
                  </a:cubicBezTo>
                  <a:cubicBezTo>
                    <a:pt x="3474" y="1355"/>
                    <a:pt x="3474" y="1290"/>
                    <a:pt x="3490" y="1282"/>
                  </a:cubicBezTo>
                  <a:cubicBezTo>
                    <a:pt x="3499" y="1279"/>
                    <a:pt x="3506" y="1276"/>
                    <a:pt x="3513" y="1276"/>
                  </a:cubicBezTo>
                  <a:cubicBezTo>
                    <a:pt x="3524" y="1276"/>
                    <a:pt x="3535" y="1284"/>
                    <a:pt x="3555" y="1315"/>
                  </a:cubicBezTo>
                  <a:cubicBezTo>
                    <a:pt x="3588" y="1380"/>
                    <a:pt x="3604" y="1405"/>
                    <a:pt x="3606" y="1405"/>
                  </a:cubicBezTo>
                  <a:cubicBezTo>
                    <a:pt x="3607" y="1405"/>
                    <a:pt x="3601" y="1392"/>
                    <a:pt x="3587" y="1371"/>
                  </a:cubicBezTo>
                  <a:cubicBezTo>
                    <a:pt x="3530" y="1266"/>
                    <a:pt x="3538" y="1266"/>
                    <a:pt x="3555" y="1258"/>
                  </a:cubicBezTo>
                  <a:lnTo>
                    <a:pt x="3555" y="1258"/>
                  </a:lnTo>
                  <a:cubicBezTo>
                    <a:pt x="3566" y="1268"/>
                    <a:pt x="3574" y="1272"/>
                    <a:pt x="3579" y="1272"/>
                  </a:cubicBezTo>
                  <a:cubicBezTo>
                    <a:pt x="3595" y="1272"/>
                    <a:pt x="3581" y="1228"/>
                    <a:pt x="3563" y="1185"/>
                  </a:cubicBezTo>
                  <a:lnTo>
                    <a:pt x="3547" y="1193"/>
                  </a:lnTo>
                  <a:cubicBezTo>
                    <a:pt x="3516" y="1128"/>
                    <a:pt x="3505" y="1100"/>
                    <a:pt x="3510" y="1100"/>
                  </a:cubicBezTo>
                  <a:lnTo>
                    <a:pt x="3510" y="1100"/>
                  </a:lnTo>
                  <a:cubicBezTo>
                    <a:pt x="3514" y="1100"/>
                    <a:pt x="3523" y="1110"/>
                    <a:pt x="3538" y="1128"/>
                  </a:cubicBezTo>
                  <a:cubicBezTo>
                    <a:pt x="3563" y="1161"/>
                    <a:pt x="3587" y="1193"/>
                    <a:pt x="3603" y="1234"/>
                  </a:cubicBezTo>
                  <a:cubicBezTo>
                    <a:pt x="3620" y="1274"/>
                    <a:pt x="3644" y="1307"/>
                    <a:pt x="3668" y="1331"/>
                  </a:cubicBezTo>
                  <a:cubicBezTo>
                    <a:pt x="3676" y="1331"/>
                    <a:pt x="3684" y="1331"/>
                    <a:pt x="3644" y="1282"/>
                  </a:cubicBezTo>
                  <a:cubicBezTo>
                    <a:pt x="3620" y="1226"/>
                    <a:pt x="3620" y="1226"/>
                    <a:pt x="3628" y="1226"/>
                  </a:cubicBezTo>
                  <a:cubicBezTo>
                    <a:pt x="3636" y="1217"/>
                    <a:pt x="3636" y="1217"/>
                    <a:pt x="3620" y="1161"/>
                  </a:cubicBezTo>
                  <a:cubicBezTo>
                    <a:pt x="3587" y="1112"/>
                    <a:pt x="3595" y="1104"/>
                    <a:pt x="3603" y="1104"/>
                  </a:cubicBezTo>
                  <a:lnTo>
                    <a:pt x="3603" y="1104"/>
                  </a:lnTo>
                  <a:cubicBezTo>
                    <a:pt x="3636" y="1153"/>
                    <a:pt x="3644" y="1153"/>
                    <a:pt x="3644" y="1153"/>
                  </a:cubicBezTo>
                  <a:lnTo>
                    <a:pt x="3676" y="1201"/>
                  </a:lnTo>
                  <a:cubicBezTo>
                    <a:pt x="3701" y="1258"/>
                    <a:pt x="3733" y="1307"/>
                    <a:pt x="3733" y="1307"/>
                  </a:cubicBezTo>
                  <a:cubicBezTo>
                    <a:pt x="3741" y="1307"/>
                    <a:pt x="3717" y="1250"/>
                    <a:pt x="3717" y="1250"/>
                  </a:cubicBezTo>
                  <a:cubicBezTo>
                    <a:pt x="3684" y="1193"/>
                    <a:pt x="3830" y="1136"/>
                    <a:pt x="3855" y="1128"/>
                  </a:cubicBezTo>
                  <a:cubicBezTo>
                    <a:pt x="3870" y="1151"/>
                    <a:pt x="3883" y="1161"/>
                    <a:pt x="3889" y="1161"/>
                  </a:cubicBezTo>
                  <a:cubicBezTo>
                    <a:pt x="3897" y="1161"/>
                    <a:pt x="3897" y="1146"/>
                    <a:pt x="3879" y="1120"/>
                  </a:cubicBezTo>
                  <a:cubicBezTo>
                    <a:pt x="3847" y="1063"/>
                    <a:pt x="3879" y="1055"/>
                    <a:pt x="3920" y="1039"/>
                  </a:cubicBezTo>
                  <a:cubicBezTo>
                    <a:pt x="3960" y="1023"/>
                    <a:pt x="3993" y="1007"/>
                    <a:pt x="3968" y="950"/>
                  </a:cubicBezTo>
                  <a:lnTo>
                    <a:pt x="3984" y="942"/>
                  </a:lnTo>
                  <a:cubicBezTo>
                    <a:pt x="3993" y="942"/>
                    <a:pt x="3984" y="885"/>
                    <a:pt x="3993" y="877"/>
                  </a:cubicBezTo>
                  <a:cubicBezTo>
                    <a:pt x="3980" y="849"/>
                    <a:pt x="3976" y="834"/>
                    <a:pt x="3977" y="834"/>
                  </a:cubicBezTo>
                  <a:lnTo>
                    <a:pt x="3977" y="834"/>
                  </a:lnTo>
                  <a:cubicBezTo>
                    <a:pt x="3978" y="834"/>
                    <a:pt x="3984" y="849"/>
                    <a:pt x="3993" y="877"/>
                  </a:cubicBezTo>
                  <a:cubicBezTo>
                    <a:pt x="4009" y="917"/>
                    <a:pt x="4025" y="950"/>
                    <a:pt x="4049" y="982"/>
                  </a:cubicBezTo>
                  <a:cubicBezTo>
                    <a:pt x="4065" y="974"/>
                    <a:pt x="4041" y="926"/>
                    <a:pt x="4017" y="869"/>
                  </a:cubicBezTo>
                  <a:cubicBezTo>
                    <a:pt x="3993" y="812"/>
                    <a:pt x="3993" y="812"/>
                    <a:pt x="3993" y="812"/>
                  </a:cubicBezTo>
                  <a:cubicBezTo>
                    <a:pt x="4001" y="812"/>
                    <a:pt x="4001" y="812"/>
                    <a:pt x="4025" y="869"/>
                  </a:cubicBezTo>
                  <a:cubicBezTo>
                    <a:pt x="4049" y="917"/>
                    <a:pt x="4074" y="974"/>
                    <a:pt x="4074" y="974"/>
                  </a:cubicBezTo>
                  <a:lnTo>
                    <a:pt x="4082" y="974"/>
                  </a:lnTo>
                  <a:cubicBezTo>
                    <a:pt x="4057" y="917"/>
                    <a:pt x="4065" y="917"/>
                    <a:pt x="4065" y="917"/>
                  </a:cubicBezTo>
                  <a:cubicBezTo>
                    <a:pt x="4067" y="916"/>
                    <a:pt x="4069" y="914"/>
                    <a:pt x="4070" y="914"/>
                  </a:cubicBezTo>
                  <a:cubicBezTo>
                    <a:pt x="4076" y="914"/>
                    <a:pt x="4084" y="933"/>
                    <a:pt x="4122" y="1023"/>
                  </a:cubicBezTo>
                  <a:cubicBezTo>
                    <a:pt x="4146" y="1075"/>
                    <a:pt x="4160" y="1101"/>
                    <a:pt x="4163" y="1101"/>
                  </a:cubicBezTo>
                  <a:cubicBezTo>
                    <a:pt x="4165" y="1101"/>
                    <a:pt x="4155" y="1073"/>
                    <a:pt x="4130" y="1015"/>
                  </a:cubicBezTo>
                  <a:lnTo>
                    <a:pt x="4122" y="958"/>
                  </a:lnTo>
                  <a:lnTo>
                    <a:pt x="4122" y="958"/>
                  </a:lnTo>
                  <a:cubicBezTo>
                    <a:pt x="4139" y="989"/>
                    <a:pt x="4147" y="1001"/>
                    <a:pt x="4150" y="1001"/>
                  </a:cubicBezTo>
                  <a:cubicBezTo>
                    <a:pt x="4157" y="1001"/>
                    <a:pt x="4134" y="933"/>
                    <a:pt x="4122" y="893"/>
                  </a:cubicBezTo>
                  <a:lnTo>
                    <a:pt x="4122" y="893"/>
                  </a:lnTo>
                  <a:cubicBezTo>
                    <a:pt x="4150" y="945"/>
                    <a:pt x="4164" y="971"/>
                    <a:pt x="4167" y="971"/>
                  </a:cubicBezTo>
                  <a:cubicBezTo>
                    <a:pt x="4169" y="971"/>
                    <a:pt x="4159" y="943"/>
                    <a:pt x="4138" y="885"/>
                  </a:cubicBezTo>
                  <a:cubicBezTo>
                    <a:pt x="4126" y="857"/>
                    <a:pt x="4122" y="842"/>
                    <a:pt x="4125" y="842"/>
                  </a:cubicBezTo>
                  <a:lnTo>
                    <a:pt x="4125" y="842"/>
                  </a:lnTo>
                  <a:cubicBezTo>
                    <a:pt x="4128" y="842"/>
                    <a:pt x="4138" y="857"/>
                    <a:pt x="4155" y="885"/>
                  </a:cubicBezTo>
                  <a:cubicBezTo>
                    <a:pt x="4172" y="920"/>
                    <a:pt x="4181" y="930"/>
                    <a:pt x="4191" y="930"/>
                  </a:cubicBezTo>
                  <a:cubicBezTo>
                    <a:pt x="4195" y="930"/>
                    <a:pt x="4199" y="928"/>
                    <a:pt x="4203" y="926"/>
                  </a:cubicBezTo>
                  <a:cubicBezTo>
                    <a:pt x="4187" y="869"/>
                    <a:pt x="4228" y="853"/>
                    <a:pt x="4276" y="836"/>
                  </a:cubicBezTo>
                  <a:cubicBezTo>
                    <a:pt x="4333" y="812"/>
                    <a:pt x="4374" y="804"/>
                    <a:pt x="4349" y="747"/>
                  </a:cubicBezTo>
                  <a:cubicBezTo>
                    <a:pt x="4357" y="747"/>
                    <a:pt x="4357" y="747"/>
                    <a:pt x="4382" y="796"/>
                  </a:cubicBezTo>
                  <a:cubicBezTo>
                    <a:pt x="4392" y="819"/>
                    <a:pt x="4399" y="833"/>
                    <a:pt x="4401" y="833"/>
                  </a:cubicBezTo>
                  <a:cubicBezTo>
                    <a:pt x="4404" y="833"/>
                    <a:pt x="4397" y="806"/>
                    <a:pt x="4374" y="739"/>
                  </a:cubicBezTo>
                  <a:cubicBezTo>
                    <a:pt x="4364" y="706"/>
                    <a:pt x="4352" y="674"/>
                    <a:pt x="4353" y="674"/>
                  </a:cubicBezTo>
                  <a:lnTo>
                    <a:pt x="4353" y="674"/>
                  </a:lnTo>
                  <a:cubicBezTo>
                    <a:pt x="4354" y="674"/>
                    <a:pt x="4361" y="691"/>
                    <a:pt x="4382" y="739"/>
                  </a:cubicBezTo>
                  <a:cubicBezTo>
                    <a:pt x="4397" y="776"/>
                    <a:pt x="4406" y="785"/>
                    <a:pt x="4417" y="785"/>
                  </a:cubicBezTo>
                  <a:cubicBezTo>
                    <a:pt x="4423" y="785"/>
                    <a:pt x="4430" y="782"/>
                    <a:pt x="4438" y="780"/>
                  </a:cubicBezTo>
                  <a:cubicBezTo>
                    <a:pt x="4463" y="771"/>
                    <a:pt x="4487" y="763"/>
                    <a:pt x="4463" y="707"/>
                  </a:cubicBezTo>
                  <a:cubicBezTo>
                    <a:pt x="4459" y="678"/>
                    <a:pt x="4457" y="664"/>
                    <a:pt x="4458" y="664"/>
                  </a:cubicBezTo>
                  <a:lnTo>
                    <a:pt x="4458" y="664"/>
                  </a:lnTo>
                  <a:cubicBezTo>
                    <a:pt x="4459" y="664"/>
                    <a:pt x="4463" y="678"/>
                    <a:pt x="4471" y="707"/>
                  </a:cubicBezTo>
                  <a:cubicBezTo>
                    <a:pt x="4495" y="774"/>
                    <a:pt x="4522" y="818"/>
                    <a:pt x="4535" y="818"/>
                  </a:cubicBezTo>
                  <a:cubicBezTo>
                    <a:pt x="4543" y="818"/>
                    <a:pt x="4546" y="797"/>
                    <a:pt x="4536" y="747"/>
                  </a:cubicBezTo>
                  <a:cubicBezTo>
                    <a:pt x="4544" y="747"/>
                    <a:pt x="4552" y="747"/>
                    <a:pt x="4568" y="804"/>
                  </a:cubicBezTo>
                  <a:cubicBezTo>
                    <a:pt x="4576" y="796"/>
                    <a:pt x="4584" y="796"/>
                    <a:pt x="4576" y="731"/>
                  </a:cubicBezTo>
                  <a:lnTo>
                    <a:pt x="4625" y="723"/>
                  </a:lnTo>
                  <a:cubicBezTo>
                    <a:pt x="4633" y="715"/>
                    <a:pt x="4625" y="658"/>
                    <a:pt x="4625" y="658"/>
                  </a:cubicBezTo>
                  <a:cubicBezTo>
                    <a:pt x="4628" y="655"/>
                    <a:pt x="4632" y="653"/>
                    <a:pt x="4634" y="652"/>
                  </a:cubicBezTo>
                  <a:lnTo>
                    <a:pt x="4634" y="652"/>
                  </a:lnTo>
                  <a:cubicBezTo>
                    <a:pt x="4649" y="687"/>
                    <a:pt x="4668" y="696"/>
                    <a:pt x="4690" y="696"/>
                  </a:cubicBezTo>
                  <a:cubicBezTo>
                    <a:pt x="4703" y="696"/>
                    <a:pt x="4716" y="693"/>
                    <a:pt x="4730" y="690"/>
                  </a:cubicBezTo>
                  <a:cubicBezTo>
                    <a:pt x="4751" y="683"/>
                    <a:pt x="4771" y="678"/>
                    <a:pt x="4788" y="678"/>
                  </a:cubicBezTo>
                  <a:cubicBezTo>
                    <a:pt x="4811" y="678"/>
                    <a:pt x="4830" y="687"/>
                    <a:pt x="4844" y="715"/>
                  </a:cubicBezTo>
                  <a:cubicBezTo>
                    <a:pt x="4844" y="715"/>
                    <a:pt x="4852" y="715"/>
                    <a:pt x="4836" y="658"/>
                  </a:cubicBezTo>
                  <a:cubicBezTo>
                    <a:pt x="4816" y="589"/>
                    <a:pt x="4808" y="562"/>
                    <a:pt x="4812" y="562"/>
                  </a:cubicBezTo>
                  <a:lnTo>
                    <a:pt x="4812" y="562"/>
                  </a:lnTo>
                  <a:cubicBezTo>
                    <a:pt x="4815" y="562"/>
                    <a:pt x="4823" y="574"/>
                    <a:pt x="4836" y="593"/>
                  </a:cubicBezTo>
                  <a:cubicBezTo>
                    <a:pt x="4859" y="648"/>
                    <a:pt x="4877" y="674"/>
                    <a:pt x="4885" y="674"/>
                  </a:cubicBezTo>
                  <a:cubicBezTo>
                    <a:pt x="4893" y="674"/>
                    <a:pt x="4889" y="644"/>
                    <a:pt x="4868" y="585"/>
                  </a:cubicBezTo>
                  <a:lnTo>
                    <a:pt x="4868" y="585"/>
                  </a:lnTo>
                  <a:lnTo>
                    <a:pt x="4892" y="642"/>
                  </a:lnTo>
                  <a:cubicBezTo>
                    <a:pt x="4910" y="683"/>
                    <a:pt x="4922" y="701"/>
                    <a:pt x="4927" y="701"/>
                  </a:cubicBezTo>
                  <a:cubicBezTo>
                    <a:pt x="4936" y="701"/>
                    <a:pt x="4926" y="649"/>
                    <a:pt x="4901" y="577"/>
                  </a:cubicBezTo>
                  <a:lnTo>
                    <a:pt x="4901" y="577"/>
                  </a:lnTo>
                  <a:cubicBezTo>
                    <a:pt x="4923" y="611"/>
                    <a:pt x="4942" y="649"/>
                    <a:pt x="4946" y="649"/>
                  </a:cubicBezTo>
                  <a:cubicBezTo>
                    <a:pt x="4947" y="649"/>
                    <a:pt x="4946" y="642"/>
                    <a:pt x="4941" y="626"/>
                  </a:cubicBezTo>
                  <a:cubicBezTo>
                    <a:pt x="4949" y="626"/>
                    <a:pt x="4949" y="626"/>
                    <a:pt x="4990" y="739"/>
                  </a:cubicBezTo>
                  <a:cubicBezTo>
                    <a:pt x="4998" y="780"/>
                    <a:pt x="5014" y="812"/>
                    <a:pt x="5038" y="844"/>
                  </a:cubicBezTo>
                  <a:cubicBezTo>
                    <a:pt x="5030" y="812"/>
                    <a:pt x="5014" y="771"/>
                    <a:pt x="4998" y="731"/>
                  </a:cubicBezTo>
                  <a:lnTo>
                    <a:pt x="5014" y="731"/>
                  </a:lnTo>
                  <a:cubicBezTo>
                    <a:pt x="5014" y="731"/>
                    <a:pt x="5022" y="731"/>
                    <a:pt x="4998" y="674"/>
                  </a:cubicBezTo>
                  <a:cubicBezTo>
                    <a:pt x="4983" y="622"/>
                    <a:pt x="4989" y="611"/>
                    <a:pt x="4996" y="610"/>
                  </a:cubicBezTo>
                  <a:lnTo>
                    <a:pt x="4996" y="610"/>
                  </a:lnTo>
                  <a:cubicBezTo>
                    <a:pt x="5001" y="624"/>
                    <a:pt x="5004" y="633"/>
                    <a:pt x="5004" y="633"/>
                  </a:cubicBezTo>
                  <a:cubicBezTo>
                    <a:pt x="5005" y="633"/>
                    <a:pt x="5003" y="626"/>
                    <a:pt x="4998" y="609"/>
                  </a:cubicBezTo>
                  <a:cubicBezTo>
                    <a:pt x="4997" y="609"/>
                    <a:pt x="4997" y="609"/>
                    <a:pt x="4996" y="610"/>
                  </a:cubicBezTo>
                  <a:lnTo>
                    <a:pt x="4996" y="610"/>
                  </a:lnTo>
                  <a:cubicBezTo>
                    <a:pt x="4990" y="594"/>
                    <a:pt x="4982" y="573"/>
                    <a:pt x="4974" y="553"/>
                  </a:cubicBezTo>
                  <a:cubicBezTo>
                    <a:pt x="4957" y="520"/>
                    <a:pt x="4949" y="480"/>
                    <a:pt x="4941" y="439"/>
                  </a:cubicBezTo>
                  <a:lnTo>
                    <a:pt x="4901" y="326"/>
                  </a:lnTo>
                  <a:cubicBezTo>
                    <a:pt x="4884" y="253"/>
                    <a:pt x="4852" y="172"/>
                    <a:pt x="4811" y="107"/>
                  </a:cubicBezTo>
                  <a:cubicBezTo>
                    <a:pt x="4784" y="79"/>
                    <a:pt x="4759" y="49"/>
                    <a:pt x="4750" y="49"/>
                  </a:cubicBezTo>
                  <a:lnTo>
                    <a:pt x="4750" y="49"/>
                  </a:lnTo>
                  <a:cubicBezTo>
                    <a:pt x="4743" y="49"/>
                    <a:pt x="4745" y="66"/>
                    <a:pt x="4763" y="115"/>
                  </a:cubicBezTo>
                  <a:cubicBezTo>
                    <a:pt x="4763" y="115"/>
                    <a:pt x="4779" y="180"/>
                    <a:pt x="4771" y="180"/>
                  </a:cubicBezTo>
                  <a:cubicBezTo>
                    <a:pt x="4763" y="180"/>
                    <a:pt x="4738" y="123"/>
                    <a:pt x="4738" y="123"/>
                  </a:cubicBezTo>
                  <a:cubicBezTo>
                    <a:pt x="4724" y="89"/>
                    <a:pt x="4710" y="79"/>
                    <a:pt x="4694" y="79"/>
                  </a:cubicBezTo>
                  <a:cubicBezTo>
                    <a:pt x="4683" y="79"/>
                    <a:pt x="4671" y="84"/>
                    <a:pt x="4657" y="90"/>
                  </a:cubicBezTo>
                  <a:cubicBezTo>
                    <a:pt x="4643" y="93"/>
                    <a:pt x="4631" y="96"/>
                    <a:pt x="4620" y="96"/>
                  </a:cubicBezTo>
                  <a:cubicBezTo>
                    <a:pt x="4600" y="96"/>
                    <a:pt x="4584" y="87"/>
                    <a:pt x="4568" y="50"/>
                  </a:cubicBezTo>
                  <a:cubicBezTo>
                    <a:pt x="4549" y="6"/>
                    <a:pt x="4540" y="1"/>
                    <a:pt x="4537" y="1"/>
                  </a:cubicBezTo>
                  <a:close/>
                  <a:moveTo>
                    <a:pt x="968" y="4071"/>
                  </a:moveTo>
                  <a:cubicBezTo>
                    <a:pt x="968" y="4071"/>
                    <a:pt x="1009" y="4112"/>
                    <a:pt x="1058" y="4152"/>
                  </a:cubicBezTo>
                  <a:cubicBezTo>
                    <a:pt x="1066" y="4144"/>
                    <a:pt x="1017" y="4104"/>
                    <a:pt x="976" y="40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2"/>
            <p:cNvSpPr/>
            <p:nvPr/>
          </p:nvSpPr>
          <p:spPr>
            <a:xfrm>
              <a:off x="7738969" y="1583790"/>
              <a:ext cx="35820" cy="52626"/>
            </a:xfrm>
            <a:custGeom>
              <a:avLst/>
              <a:gdLst/>
              <a:ahLst/>
              <a:cxnLst/>
              <a:rect l="l" t="t" r="r" b="b"/>
              <a:pathLst>
                <a:path w="2078" h="3053" extrusionOk="0">
                  <a:moveTo>
                    <a:pt x="1535" y="69"/>
                  </a:moveTo>
                  <a:cubicBezTo>
                    <a:pt x="1535" y="69"/>
                    <a:pt x="1534" y="69"/>
                    <a:pt x="1478" y="93"/>
                  </a:cubicBezTo>
                  <a:cubicBezTo>
                    <a:pt x="1535" y="77"/>
                    <a:pt x="1535" y="77"/>
                    <a:pt x="1535" y="69"/>
                  </a:cubicBezTo>
                  <a:close/>
                  <a:moveTo>
                    <a:pt x="1543" y="85"/>
                  </a:moveTo>
                  <a:lnTo>
                    <a:pt x="1486" y="109"/>
                  </a:lnTo>
                  <a:lnTo>
                    <a:pt x="1486" y="118"/>
                  </a:lnTo>
                  <a:cubicBezTo>
                    <a:pt x="1543" y="93"/>
                    <a:pt x="1543" y="93"/>
                    <a:pt x="1543" y="93"/>
                  </a:cubicBezTo>
                  <a:lnTo>
                    <a:pt x="1543" y="85"/>
                  </a:lnTo>
                  <a:close/>
                  <a:moveTo>
                    <a:pt x="1248" y="145"/>
                  </a:moveTo>
                  <a:cubicBezTo>
                    <a:pt x="1251" y="145"/>
                    <a:pt x="1251" y="147"/>
                    <a:pt x="1251" y="150"/>
                  </a:cubicBezTo>
                  <a:cubicBezTo>
                    <a:pt x="1251" y="150"/>
                    <a:pt x="1251" y="150"/>
                    <a:pt x="1194" y="174"/>
                  </a:cubicBezTo>
                  <a:cubicBezTo>
                    <a:pt x="1180" y="182"/>
                    <a:pt x="1159" y="182"/>
                    <a:pt x="1143" y="188"/>
                  </a:cubicBezTo>
                  <a:lnTo>
                    <a:pt x="1143" y="188"/>
                  </a:lnTo>
                  <a:lnTo>
                    <a:pt x="1194" y="166"/>
                  </a:lnTo>
                  <a:cubicBezTo>
                    <a:pt x="1230" y="151"/>
                    <a:pt x="1243" y="145"/>
                    <a:pt x="1248" y="145"/>
                  </a:cubicBezTo>
                  <a:close/>
                  <a:moveTo>
                    <a:pt x="1226" y="200"/>
                  </a:moveTo>
                  <a:lnTo>
                    <a:pt x="1226" y="200"/>
                  </a:lnTo>
                  <a:cubicBezTo>
                    <a:pt x="1225" y="200"/>
                    <a:pt x="1218" y="202"/>
                    <a:pt x="1202" y="207"/>
                  </a:cubicBezTo>
                  <a:lnTo>
                    <a:pt x="1202" y="209"/>
                  </a:lnTo>
                  <a:lnTo>
                    <a:pt x="1202" y="209"/>
                  </a:lnTo>
                  <a:cubicBezTo>
                    <a:pt x="1217" y="203"/>
                    <a:pt x="1226" y="200"/>
                    <a:pt x="1226" y="200"/>
                  </a:cubicBezTo>
                  <a:close/>
                  <a:moveTo>
                    <a:pt x="1259" y="182"/>
                  </a:moveTo>
                  <a:cubicBezTo>
                    <a:pt x="1259" y="191"/>
                    <a:pt x="1259" y="191"/>
                    <a:pt x="1202" y="215"/>
                  </a:cubicBezTo>
                  <a:lnTo>
                    <a:pt x="1202" y="209"/>
                  </a:lnTo>
                  <a:lnTo>
                    <a:pt x="1202" y="209"/>
                  </a:lnTo>
                  <a:cubicBezTo>
                    <a:pt x="1187" y="214"/>
                    <a:pt x="1166" y="222"/>
                    <a:pt x="1145" y="231"/>
                  </a:cubicBezTo>
                  <a:lnTo>
                    <a:pt x="1032" y="272"/>
                  </a:lnTo>
                  <a:cubicBezTo>
                    <a:pt x="1072" y="255"/>
                    <a:pt x="1105" y="239"/>
                    <a:pt x="1145" y="223"/>
                  </a:cubicBezTo>
                  <a:cubicBezTo>
                    <a:pt x="1258" y="183"/>
                    <a:pt x="1259" y="182"/>
                    <a:pt x="1259" y="182"/>
                  </a:cubicBezTo>
                  <a:close/>
                  <a:moveTo>
                    <a:pt x="1101" y="303"/>
                  </a:moveTo>
                  <a:cubicBezTo>
                    <a:pt x="1105" y="303"/>
                    <a:pt x="1105" y="304"/>
                    <a:pt x="1105" y="304"/>
                  </a:cubicBezTo>
                  <a:cubicBezTo>
                    <a:pt x="1105" y="304"/>
                    <a:pt x="1105" y="304"/>
                    <a:pt x="1048" y="320"/>
                  </a:cubicBezTo>
                  <a:cubicBezTo>
                    <a:pt x="1082" y="306"/>
                    <a:pt x="1096" y="303"/>
                    <a:pt x="1101" y="303"/>
                  </a:cubicBezTo>
                  <a:close/>
                  <a:moveTo>
                    <a:pt x="1129" y="442"/>
                  </a:moveTo>
                  <a:lnTo>
                    <a:pt x="1129" y="442"/>
                  </a:lnTo>
                  <a:cubicBezTo>
                    <a:pt x="1097" y="458"/>
                    <a:pt x="1056" y="474"/>
                    <a:pt x="1016" y="482"/>
                  </a:cubicBezTo>
                  <a:lnTo>
                    <a:pt x="1016" y="474"/>
                  </a:lnTo>
                  <a:cubicBezTo>
                    <a:pt x="1056" y="458"/>
                    <a:pt x="1089" y="450"/>
                    <a:pt x="1129" y="442"/>
                  </a:cubicBezTo>
                  <a:close/>
                  <a:moveTo>
                    <a:pt x="408" y="458"/>
                  </a:moveTo>
                  <a:lnTo>
                    <a:pt x="294" y="499"/>
                  </a:lnTo>
                  <a:cubicBezTo>
                    <a:pt x="335" y="491"/>
                    <a:pt x="375" y="474"/>
                    <a:pt x="408" y="458"/>
                  </a:cubicBezTo>
                  <a:close/>
                  <a:moveTo>
                    <a:pt x="1441" y="518"/>
                  </a:moveTo>
                  <a:cubicBezTo>
                    <a:pt x="1445" y="518"/>
                    <a:pt x="1445" y="520"/>
                    <a:pt x="1445" y="523"/>
                  </a:cubicBezTo>
                  <a:lnTo>
                    <a:pt x="1389" y="539"/>
                  </a:lnTo>
                  <a:lnTo>
                    <a:pt x="1332" y="547"/>
                  </a:lnTo>
                  <a:lnTo>
                    <a:pt x="1332" y="547"/>
                  </a:lnTo>
                  <a:lnTo>
                    <a:pt x="1389" y="531"/>
                  </a:lnTo>
                  <a:cubicBezTo>
                    <a:pt x="1422" y="522"/>
                    <a:pt x="1436" y="518"/>
                    <a:pt x="1441" y="518"/>
                  </a:cubicBezTo>
                  <a:close/>
                  <a:moveTo>
                    <a:pt x="1360" y="564"/>
                  </a:moveTo>
                  <a:cubicBezTo>
                    <a:pt x="1363" y="564"/>
                    <a:pt x="1333" y="573"/>
                    <a:pt x="1275" y="588"/>
                  </a:cubicBezTo>
                  <a:cubicBezTo>
                    <a:pt x="1218" y="604"/>
                    <a:pt x="1162" y="620"/>
                    <a:pt x="1105" y="636"/>
                  </a:cubicBezTo>
                  <a:cubicBezTo>
                    <a:pt x="1105" y="628"/>
                    <a:pt x="1105" y="628"/>
                    <a:pt x="1105" y="628"/>
                  </a:cubicBezTo>
                  <a:lnTo>
                    <a:pt x="1218" y="596"/>
                  </a:lnTo>
                  <a:cubicBezTo>
                    <a:pt x="1313" y="575"/>
                    <a:pt x="1357" y="564"/>
                    <a:pt x="1360" y="564"/>
                  </a:cubicBezTo>
                  <a:close/>
                  <a:moveTo>
                    <a:pt x="1762" y="612"/>
                  </a:moveTo>
                  <a:lnTo>
                    <a:pt x="1705" y="620"/>
                  </a:lnTo>
                  <a:lnTo>
                    <a:pt x="1648" y="636"/>
                  </a:lnTo>
                  <a:lnTo>
                    <a:pt x="1762" y="612"/>
                  </a:lnTo>
                  <a:close/>
                  <a:moveTo>
                    <a:pt x="1555" y="591"/>
                  </a:moveTo>
                  <a:cubicBezTo>
                    <a:pt x="1560" y="591"/>
                    <a:pt x="1534" y="597"/>
                    <a:pt x="1462" y="612"/>
                  </a:cubicBezTo>
                  <a:lnTo>
                    <a:pt x="1348" y="645"/>
                  </a:lnTo>
                  <a:cubicBezTo>
                    <a:pt x="1348" y="645"/>
                    <a:pt x="1405" y="620"/>
                    <a:pt x="1518" y="596"/>
                  </a:cubicBezTo>
                  <a:cubicBezTo>
                    <a:pt x="1539" y="593"/>
                    <a:pt x="1552" y="591"/>
                    <a:pt x="1555" y="591"/>
                  </a:cubicBezTo>
                  <a:close/>
                  <a:moveTo>
                    <a:pt x="1191" y="641"/>
                  </a:moveTo>
                  <a:cubicBezTo>
                    <a:pt x="1198" y="641"/>
                    <a:pt x="1173" y="650"/>
                    <a:pt x="1113" y="669"/>
                  </a:cubicBezTo>
                  <a:lnTo>
                    <a:pt x="1113" y="669"/>
                  </a:lnTo>
                  <a:lnTo>
                    <a:pt x="1113" y="661"/>
                  </a:lnTo>
                  <a:cubicBezTo>
                    <a:pt x="1158" y="648"/>
                    <a:pt x="1186" y="641"/>
                    <a:pt x="1191" y="641"/>
                  </a:cubicBezTo>
                  <a:close/>
                  <a:moveTo>
                    <a:pt x="1291" y="685"/>
                  </a:moveTo>
                  <a:lnTo>
                    <a:pt x="1291" y="693"/>
                  </a:lnTo>
                  <a:cubicBezTo>
                    <a:pt x="1259" y="701"/>
                    <a:pt x="1218" y="718"/>
                    <a:pt x="1178" y="718"/>
                  </a:cubicBezTo>
                  <a:lnTo>
                    <a:pt x="1291" y="685"/>
                  </a:lnTo>
                  <a:close/>
                  <a:moveTo>
                    <a:pt x="2075" y="729"/>
                  </a:moveTo>
                  <a:cubicBezTo>
                    <a:pt x="2070" y="729"/>
                    <a:pt x="2057" y="735"/>
                    <a:pt x="2021" y="750"/>
                  </a:cubicBezTo>
                  <a:lnTo>
                    <a:pt x="2021" y="758"/>
                  </a:lnTo>
                  <a:cubicBezTo>
                    <a:pt x="2078" y="742"/>
                    <a:pt x="2078" y="742"/>
                    <a:pt x="2078" y="734"/>
                  </a:cubicBezTo>
                  <a:cubicBezTo>
                    <a:pt x="2078" y="731"/>
                    <a:pt x="2078" y="729"/>
                    <a:pt x="2075" y="729"/>
                  </a:cubicBezTo>
                  <a:close/>
                  <a:moveTo>
                    <a:pt x="1503" y="737"/>
                  </a:moveTo>
                  <a:cubicBezTo>
                    <a:pt x="1511" y="737"/>
                    <a:pt x="1452" y="755"/>
                    <a:pt x="1364" y="774"/>
                  </a:cubicBezTo>
                  <a:lnTo>
                    <a:pt x="1364" y="766"/>
                  </a:lnTo>
                  <a:cubicBezTo>
                    <a:pt x="1405" y="758"/>
                    <a:pt x="1437" y="742"/>
                    <a:pt x="1478" y="742"/>
                  </a:cubicBezTo>
                  <a:cubicBezTo>
                    <a:pt x="1492" y="738"/>
                    <a:pt x="1500" y="737"/>
                    <a:pt x="1503" y="737"/>
                  </a:cubicBezTo>
                  <a:close/>
                  <a:moveTo>
                    <a:pt x="1664" y="766"/>
                  </a:moveTo>
                  <a:lnTo>
                    <a:pt x="1608" y="782"/>
                  </a:lnTo>
                  <a:cubicBezTo>
                    <a:pt x="1624" y="782"/>
                    <a:pt x="1648" y="774"/>
                    <a:pt x="1664" y="766"/>
                  </a:cubicBezTo>
                  <a:close/>
                  <a:moveTo>
                    <a:pt x="1608" y="782"/>
                  </a:moveTo>
                  <a:lnTo>
                    <a:pt x="1591" y="787"/>
                  </a:lnTo>
                  <a:lnTo>
                    <a:pt x="1591" y="787"/>
                  </a:lnTo>
                  <a:cubicBezTo>
                    <a:pt x="1596" y="786"/>
                    <a:pt x="1601" y="784"/>
                    <a:pt x="1608" y="782"/>
                  </a:cubicBezTo>
                  <a:close/>
                  <a:moveTo>
                    <a:pt x="1486" y="766"/>
                  </a:moveTo>
                  <a:lnTo>
                    <a:pt x="1486" y="774"/>
                  </a:lnTo>
                  <a:cubicBezTo>
                    <a:pt x="1486" y="774"/>
                    <a:pt x="1486" y="774"/>
                    <a:pt x="1429" y="791"/>
                  </a:cubicBezTo>
                  <a:lnTo>
                    <a:pt x="1429" y="782"/>
                  </a:lnTo>
                  <a:lnTo>
                    <a:pt x="1486" y="766"/>
                  </a:lnTo>
                  <a:close/>
                  <a:moveTo>
                    <a:pt x="1591" y="787"/>
                  </a:moveTo>
                  <a:cubicBezTo>
                    <a:pt x="1575" y="791"/>
                    <a:pt x="1563" y="793"/>
                    <a:pt x="1551" y="799"/>
                  </a:cubicBezTo>
                  <a:lnTo>
                    <a:pt x="1591" y="787"/>
                  </a:lnTo>
                  <a:close/>
                  <a:moveTo>
                    <a:pt x="1129" y="807"/>
                  </a:moveTo>
                  <a:lnTo>
                    <a:pt x="1072" y="823"/>
                  </a:lnTo>
                  <a:cubicBezTo>
                    <a:pt x="1072" y="821"/>
                    <a:pt x="1070" y="821"/>
                    <a:pt x="1066" y="821"/>
                  </a:cubicBezTo>
                  <a:cubicBezTo>
                    <a:pt x="1059" y="821"/>
                    <a:pt x="1049" y="822"/>
                    <a:pt x="1047" y="822"/>
                  </a:cubicBezTo>
                  <a:cubicBezTo>
                    <a:pt x="1046" y="822"/>
                    <a:pt x="1051" y="821"/>
                    <a:pt x="1072" y="815"/>
                  </a:cubicBezTo>
                  <a:cubicBezTo>
                    <a:pt x="1089" y="807"/>
                    <a:pt x="1113" y="807"/>
                    <a:pt x="1129" y="807"/>
                  </a:cubicBezTo>
                  <a:close/>
                  <a:moveTo>
                    <a:pt x="1316" y="872"/>
                  </a:moveTo>
                  <a:cubicBezTo>
                    <a:pt x="1316" y="880"/>
                    <a:pt x="1316" y="880"/>
                    <a:pt x="1259" y="896"/>
                  </a:cubicBezTo>
                  <a:cubicBezTo>
                    <a:pt x="1243" y="904"/>
                    <a:pt x="1218" y="904"/>
                    <a:pt x="1202" y="904"/>
                  </a:cubicBezTo>
                  <a:cubicBezTo>
                    <a:pt x="1218" y="896"/>
                    <a:pt x="1243" y="888"/>
                    <a:pt x="1259" y="888"/>
                  </a:cubicBezTo>
                  <a:cubicBezTo>
                    <a:pt x="1315" y="872"/>
                    <a:pt x="1316" y="872"/>
                    <a:pt x="1316" y="872"/>
                  </a:cubicBezTo>
                  <a:close/>
                  <a:moveTo>
                    <a:pt x="1135" y="918"/>
                  </a:moveTo>
                  <a:cubicBezTo>
                    <a:pt x="1123" y="921"/>
                    <a:pt x="1107" y="924"/>
                    <a:pt x="1089" y="928"/>
                  </a:cubicBezTo>
                  <a:cubicBezTo>
                    <a:pt x="1113" y="925"/>
                    <a:pt x="1127" y="921"/>
                    <a:pt x="1135" y="918"/>
                  </a:cubicBezTo>
                  <a:close/>
                  <a:moveTo>
                    <a:pt x="1324" y="936"/>
                  </a:moveTo>
                  <a:lnTo>
                    <a:pt x="1324" y="936"/>
                  </a:lnTo>
                  <a:cubicBezTo>
                    <a:pt x="1308" y="945"/>
                    <a:pt x="1283" y="953"/>
                    <a:pt x="1267" y="953"/>
                  </a:cubicBezTo>
                  <a:cubicBezTo>
                    <a:pt x="1323" y="937"/>
                    <a:pt x="1324" y="936"/>
                    <a:pt x="1324" y="936"/>
                  </a:cubicBezTo>
                  <a:close/>
                  <a:moveTo>
                    <a:pt x="1482" y="960"/>
                  </a:moveTo>
                  <a:cubicBezTo>
                    <a:pt x="1488" y="960"/>
                    <a:pt x="1462" y="969"/>
                    <a:pt x="1389" y="985"/>
                  </a:cubicBezTo>
                  <a:lnTo>
                    <a:pt x="1445" y="969"/>
                  </a:lnTo>
                  <a:cubicBezTo>
                    <a:pt x="1465" y="963"/>
                    <a:pt x="1478" y="960"/>
                    <a:pt x="1482" y="960"/>
                  </a:cubicBezTo>
                  <a:close/>
                  <a:moveTo>
                    <a:pt x="1445" y="993"/>
                  </a:moveTo>
                  <a:lnTo>
                    <a:pt x="1445" y="1001"/>
                  </a:lnTo>
                  <a:cubicBezTo>
                    <a:pt x="1413" y="1009"/>
                    <a:pt x="1372" y="1018"/>
                    <a:pt x="1332" y="1026"/>
                  </a:cubicBezTo>
                  <a:lnTo>
                    <a:pt x="1389" y="1009"/>
                  </a:lnTo>
                  <a:lnTo>
                    <a:pt x="1445" y="993"/>
                  </a:lnTo>
                  <a:close/>
                  <a:moveTo>
                    <a:pt x="156" y="1196"/>
                  </a:moveTo>
                  <a:lnTo>
                    <a:pt x="43" y="1220"/>
                  </a:lnTo>
                  <a:cubicBezTo>
                    <a:pt x="14" y="1224"/>
                    <a:pt x="0" y="1228"/>
                    <a:pt x="7" y="1228"/>
                  </a:cubicBezTo>
                  <a:cubicBezTo>
                    <a:pt x="14" y="1228"/>
                    <a:pt x="43" y="1224"/>
                    <a:pt x="99" y="1212"/>
                  </a:cubicBezTo>
                  <a:cubicBezTo>
                    <a:pt x="156" y="1196"/>
                    <a:pt x="156" y="1196"/>
                    <a:pt x="156" y="1196"/>
                  </a:cubicBezTo>
                  <a:close/>
                  <a:moveTo>
                    <a:pt x="1374" y="1221"/>
                  </a:moveTo>
                  <a:cubicBezTo>
                    <a:pt x="1380" y="1221"/>
                    <a:pt x="1350" y="1228"/>
                    <a:pt x="1283" y="1236"/>
                  </a:cubicBezTo>
                  <a:cubicBezTo>
                    <a:pt x="1338" y="1225"/>
                    <a:pt x="1368" y="1221"/>
                    <a:pt x="1374" y="1221"/>
                  </a:cubicBezTo>
                  <a:close/>
                  <a:moveTo>
                    <a:pt x="1348" y="1245"/>
                  </a:moveTo>
                  <a:lnTo>
                    <a:pt x="1348" y="1253"/>
                  </a:lnTo>
                  <a:cubicBezTo>
                    <a:pt x="1308" y="1261"/>
                    <a:pt x="1267" y="1261"/>
                    <a:pt x="1226" y="1269"/>
                  </a:cubicBezTo>
                  <a:lnTo>
                    <a:pt x="1283" y="1253"/>
                  </a:lnTo>
                  <a:lnTo>
                    <a:pt x="1348" y="1245"/>
                  </a:lnTo>
                  <a:close/>
                  <a:moveTo>
                    <a:pt x="1826" y="1318"/>
                  </a:moveTo>
                  <a:lnTo>
                    <a:pt x="1826" y="1318"/>
                  </a:lnTo>
                  <a:cubicBezTo>
                    <a:pt x="1786" y="1326"/>
                    <a:pt x="1745" y="1334"/>
                    <a:pt x="1705" y="1334"/>
                  </a:cubicBezTo>
                  <a:lnTo>
                    <a:pt x="1705" y="1326"/>
                  </a:lnTo>
                  <a:lnTo>
                    <a:pt x="1826" y="1318"/>
                  </a:lnTo>
                  <a:close/>
                  <a:moveTo>
                    <a:pt x="1405" y="1318"/>
                  </a:moveTo>
                  <a:cubicBezTo>
                    <a:pt x="1405" y="1326"/>
                    <a:pt x="1405" y="1326"/>
                    <a:pt x="1348" y="1334"/>
                  </a:cubicBezTo>
                  <a:lnTo>
                    <a:pt x="1235" y="1350"/>
                  </a:lnTo>
                  <a:lnTo>
                    <a:pt x="1235" y="1350"/>
                  </a:lnTo>
                  <a:lnTo>
                    <a:pt x="1405" y="1318"/>
                  </a:lnTo>
                  <a:close/>
                  <a:moveTo>
                    <a:pt x="1470" y="1415"/>
                  </a:moveTo>
                  <a:cubicBezTo>
                    <a:pt x="1429" y="1423"/>
                    <a:pt x="1389" y="1431"/>
                    <a:pt x="1348" y="1431"/>
                  </a:cubicBezTo>
                  <a:lnTo>
                    <a:pt x="1413" y="1415"/>
                  </a:lnTo>
                  <a:close/>
                  <a:moveTo>
                    <a:pt x="1470" y="1658"/>
                  </a:moveTo>
                  <a:cubicBezTo>
                    <a:pt x="1470" y="1666"/>
                    <a:pt x="1470" y="1666"/>
                    <a:pt x="1405" y="1666"/>
                  </a:cubicBezTo>
                  <a:cubicBezTo>
                    <a:pt x="1386" y="1669"/>
                    <a:pt x="1373" y="1670"/>
                    <a:pt x="1365" y="1670"/>
                  </a:cubicBezTo>
                  <a:cubicBezTo>
                    <a:pt x="1348" y="1670"/>
                    <a:pt x="1348" y="1666"/>
                    <a:pt x="1348" y="1666"/>
                  </a:cubicBezTo>
                  <a:cubicBezTo>
                    <a:pt x="1389" y="1658"/>
                    <a:pt x="1429" y="1658"/>
                    <a:pt x="1470" y="1658"/>
                  </a:cubicBezTo>
                  <a:close/>
                  <a:moveTo>
                    <a:pt x="1321" y="1744"/>
                  </a:moveTo>
                  <a:cubicBezTo>
                    <a:pt x="1334" y="1744"/>
                    <a:pt x="1321" y="1747"/>
                    <a:pt x="1283" y="1747"/>
                  </a:cubicBezTo>
                  <a:cubicBezTo>
                    <a:pt x="1302" y="1745"/>
                    <a:pt x="1315" y="1744"/>
                    <a:pt x="1321" y="1744"/>
                  </a:cubicBezTo>
                  <a:close/>
                  <a:moveTo>
                    <a:pt x="1518" y="1796"/>
                  </a:moveTo>
                  <a:cubicBezTo>
                    <a:pt x="1478" y="1804"/>
                    <a:pt x="1445" y="1804"/>
                    <a:pt x="1405" y="1804"/>
                  </a:cubicBezTo>
                  <a:lnTo>
                    <a:pt x="1518" y="1796"/>
                  </a:lnTo>
                  <a:close/>
                  <a:moveTo>
                    <a:pt x="1989" y="1885"/>
                  </a:moveTo>
                  <a:lnTo>
                    <a:pt x="1932" y="1893"/>
                  </a:lnTo>
                  <a:cubicBezTo>
                    <a:pt x="1989" y="1893"/>
                    <a:pt x="1989" y="1893"/>
                    <a:pt x="1989" y="1885"/>
                  </a:cubicBezTo>
                  <a:close/>
                  <a:moveTo>
                    <a:pt x="1840" y="2076"/>
                  </a:moveTo>
                  <a:cubicBezTo>
                    <a:pt x="1859" y="2076"/>
                    <a:pt x="1859" y="2080"/>
                    <a:pt x="1859" y="2080"/>
                  </a:cubicBezTo>
                  <a:lnTo>
                    <a:pt x="1794" y="2080"/>
                  </a:lnTo>
                  <a:cubicBezTo>
                    <a:pt x="1789" y="2082"/>
                    <a:pt x="1782" y="2083"/>
                    <a:pt x="1776" y="2083"/>
                  </a:cubicBezTo>
                  <a:cubicBezTo>
                    <a:pt x="1762" y="2083"/>
                    <a:pt x="1748" y="2080"/>
                    <a:pt x="1737" y="2080"/>
                  </a:cubicBezTo>
                  <a:lnTo>
                    <a:pt x="1794" y="2080"/>
                  </a:lnTo>
                  <a:cubicBezTo>
                    <a:pt x="1816" y="2077"/>
                    <a:pt x="1830" y="2076"/>
                    <a:pt x="1840" y="2076"/>
                  </a:cubicBezTo>
                  <a:close/>
                  <a:moveTo>
                    <a:pt x="1908" y="2120"/>
                  </a:moveTo>
                  <a:lnTo>
                    <a:pt x="1908" y="2128"/>
                  </a:lnTo>
                  <a:cubicBezTo>
                    <a:pt x="1875" y="2128"/>
                    <a:pt x="1835" y="2128"/>
                    <a:pt x="1794" y="2120"/>
                  </a:cubicBezTo>
                  <a:close/>
                  <a:moveTo>
                    <a:pt x="1494" y="2153"/>
                  </a:moveTo>
                  <a:cubicBezTo>
                    <a:pt x="1551" y="2153"/>
                    <a:pt x="1551" y="2161"/>
                    <a:pt x="1486" y="2161"/>
                  </a:cubicBezTo>
                  <a:cubicBezTo>
                    <a:pt x="1429" y="2161"/>
                    <a:pt x="1429" y="2161"/>
                    <a:pt x="1429" y="2153"/>
                  </a:cubicBezTo>
                  <a:close/>
                  <a:moveTo>
                    <a:pt x="1265" y="2174"/>
                  </a:moveTo>
                  <a:cubicBezTo>
                    <a:pt x="1247" y="2174"/>
                    <a:pt x="1222" y="2175"/>
                    <a:pt x="1186" y="2177"/>
                  </a:cubicBezTo>
                  <a:lnTo>
                    <a:pt x="1243" y="2177"/>
                  </a:lnTo>
                  <a:cubicBezTo>
                    <a:pt x="1252" y="2176"/>
                    <a:pt x="1259" y="2175"/>
                    <a:pt x="1266" y="2174"/>
                  </a:cubicBezTo>
                  <a:lnTo>
                    <a:pt x="1266" y="2174"/>
                  </a:lnTo>
                  <a:cubicBezTo>
                    <a:pt x="1266" y="2174"/>
                    <a:pt x="1265" y="2174"/>
                    <a:pt x="1265" y="2174"/>
                  </a:cubicBezTo>
                  <a:close/>
                  <a:moveTo>
                    <a:pt x="1486" y="2177"/>
                  </a:moveTo>
                  <a:cubicBezTo>
                    <a:pt x="1486" y="2185"/>
                    <a:pt x="1486" y="2185"/>
                    <a:pt x="1429" y="2185"/>
                  </a:cubicBezTo>
                  <a:lnTo>
                    <a:pt x="1429" y="2177"/>
                  </a:lnTo>
                  <a:close/>
                  <a:moveTo>
                    <a:pt x="1486" y="2209"/>
                  </a:moveTo>
                  <a:lnTo>
                    <a:pt x="1486" y="2217"/>
                  </a:lnTo>
                  <a:lnTo>
                    <a:pt x="1421" y="2217"/>
                  </a:lnTo>
                  <a:lnTo>
                    <a:pt x="1486" y="2209"/>
                  </a:lnTo>
                  <a:close/>
                  <a:moveTo>
                    <a:pt x="1599" y="2242"/>
                  </a:moveTo>
                  <a:lnTo>
                    <a:pt x="1599" y="2250"/>
                  </a:lnTo>
                  <a:lnTo>
                    <a:pt x="1478" y="2250"/>
                  </a:lnTo>
                  <a:lnTo>
                    <a:pt x="1599" y="2242"/>
                  </a:lnTo>
                  <a:close/>
                  <a:moveTo>
                    <a:pt x="1462" y="2380"/>
                  </a:moveTo>
                  <a:lnTo>
                    <a:pt x="1518" y="2388"/>
                  </a:lnTo>
                  <a:cubicBezTo>
                    <a:pt x="1575" y="2388"/>
                    <a:pt x="1640" y="2396"/>
                    <a:pt x="1575" y="2396"/>
                  </a:cubicBezTo>
                  <a:lnTo>
                    <a:pt x="1462" y="2388"/>
                  </a:lnTo>
                  <a:cubicBezTo>
                    <a:pt x="1462" y="2388"/>
                    <a:pt x="1397" y="2380"/>
                    <a:pt x="1462" y="2380"/>
                  </a:cubicBezTo>
                  <a:close/>
                  <a:moveTo>
                    <a:pt x="1616" y="2509"/>
                  </a:moveTo>
                  <a:cubicBezTo>
                    <a:pt x="1681" y="2509"/>
                    <a:pt x="1737" y="2509"/>
                    <a:pt x="1794" y="2517"/>
                  </a:cubicBezTo>
                  <a:cubicBezTo>
                    <a:pt x="1794" y="2522"/>
                    <a:pt x="1794" y="2524"/>
                    <a:pt x="1787" y="2524"/>
                  </a:cubicBezTo>
                  <a:cubicBezTo>
                    <a:pt x="1780" y="2524"/>
                    <a:pt x="1766" y="2522"/>
                    <a:pt x="1737" y="2517"/>
                  </a:cubicBezTo>
                  <a:cubicBezTo>
                    <a:pt x="1697" y="2517"/>
                    <a:pt x="1656" y="2517"/>
                    <a:pt x="1616" y="2509"/>
                  </a:cubicBezTo>
                  <a:close/>
                  <a:moveTo>
                    <a:pt x="1032" y="2931"/>
                  </a:moveTo>
                  <a:cubicBezTo>
                    <a:pt x="1072" y="2939"/>
                    <a:pt x="1113" y="2947"/>
                    <a:pt x="1154" y="2947"/>
                  </a:cubicBezTo>
                  <a:cubicBezTo>
                    <a:pt x="1113" y="2939"/>
                    <a:pt x="1072" y="2931"/>
                    <a:pt x="1032" y="2931"/>
                  </a:cubicBezTo>
                  <a:close/>
                  <a:moveTo>
                    <a:pt x="1542" y="2993"/>
                  </a:moveTo>
                  <a:cubicBezTo>
                    <a:pt x="1547" y="2993"/>
                    <a:pt x="1577" y="2997"/>
                    <a:pt x="1632" y="3004"/>
                  </a:cubicBezTo>
                  <a:cubicBezTo>
                    <a:pt x="1672" y="3012"/>
                    <a:pt x="1705" y="3012"/>
                    <a:pt x="1745" y="3028"/>
                  </a:cubicBezTo>
                  <a:cubicBezTo>
                    <a:pt x="1788" y="3037"/>
                    <a:pt x="1801" y="3040"/>
                    <a:pt x="1795" y="3040"/>
                  </a:cubicBezTo>
                  <a:cubicBezTo>
                    <a:pt x="1783" y="3040"/>
                    <a:pt x="1706" y="3028"/>
                    <a:pt x="1632" y="3012"/>
                  </a:cubicBezTo>
                  <a:cubicBezTo>
                    <a:pt x="1565" y="2999"/>
                    <a:pt x="1535" y="2993"/>
                    <a:pt x="1542" y="2993"/>
                  </a:cubicBezTo>
                  <a:close/>
                  <a:moveTo>
                    <a:pt x="1504" y="1"/>
                  </a:moveTo>
                  <a:cubicBezTo>
                    <a:pt x="1501" y="1"/>
                    <a:pt x="1487" y="5"/>
                    <a:pt x="1462" y="12"/>
                  </a:cubicBezTo>
                  <a:cubicBezTo>
                    <a:pt x="1348" y="61"/>
                    <a:pt x="1291" y="85"/>
                    <a:pt x="1291" y="85"/>
                  </a:cubicBezTo>
                  <a:cubicBezTo>
                    <a:pt x="1291" y="85"/>
                    <a:pt x="1291" y="85"/>
                    <a:pt x="1235" y="109"/>
                  </a:cubicBezTo>
                  <a:lnTo>
                    <a:pt x="1235" y="101"/>
                  </a:lnTo>
                  <a:cubicBezTo>
                    <a:pt x="1235" y="101"/>
                    <a:pt x="1235" y="99"/>
                    <a:pt x="1227" y="99"/>
                  </a:cubicBezTo>
                  <a:cubicBezTo>
                    <a:pt x="1220" y="99"/>
                    <a:pt x="1206" y="101"/>
                    <a:pt x="1178" y="109"/>
                  </a:cubicBezTo>
                  <a:cubicBezTo>
                    <a:pt x="1130" y="123"/>
                    <a:pt x="1043" y="154"/>
                    <a:pt x="1049" y="154"/>
                  </a:cubicBezTo>
                  <a:cubicBezTo>
                    <a:pt x="1050" y="154"/>
                    <a:pt x="1055" y="153"/>
                    <a:pt x="1064" y="150"/>
                  </a:cubicBezTo>
                  <a:lnTo>
                    <a:pt x="1064" y="150"/>
                  </a:lnTo>
                  <a:lnTo>
                    <a:pt x="1016" y="174"/>
                  </a:lnTo>
                  <a:cubicBezTo>
                    <a:pt x="925" y="209"/>
                    <a:pt x="883" y="227"/>
                    <a:pt x="888" y="227"/>
                  </a:cubicBezTo>
                  <a:cubicBezTo>
                    <a:pt x="893" y="227"/>
                    <a:pt x="936" y="213"/>
                    <a:pt x="1016" y="182"/>
                  </a:cubicBezTo>
                  <a:cubicBezTo>
                    <a:pt x="1103" y="148"/>
                    <a:pt x="1143" y="132"/>
                    <a:pt x="1145" y="132"/>
                  </a:cubicBezTo>
                  <a:lnTo>
                    <a:pt x="1145" y="132"/>
                  </a:lnTo>
                  <a:cubicBezTo>
                    <a:pt x="1148" y="132"/>
                    <a:pt x="1121" y="144"/>
                    <a:pt x="1072" y="166"/>
                  </a:cubicBezTo>
                  <a:cubicBezTo>
                    <a:pt x="959" y="207"/>
                    <a:pt x="959" y="215"/>
                    <a:pt x="959" y="215"/>
                  </a:cubicBezTo>
                  <a:cubicBezTo>
                    <a:pt x="959" y="223"/>
                    <a:pt x="959" y="223"/>
                    <a:pt x="902" y="239"/>
                  </a:cubicBezTo>
                  <a:cubicBezTo>
                    <a:pt x="870" y="255"/>
                    <a:pt x="829" y="272"/>
                    <a:pt x="797" y="288"/>
                  </a:cubicBezTo>
                  <a:cubicBezTo>
                    <a:pt x="797" y="291"/>
                    <a:pt x="797" y="293"/>
                    <a:pt x="800" y="293"/>
                  </a:cubicBezTo>
                  <a:cubicBezTo>
                    <a:pt x="804" y="293"/>
                    <a:pt x="818" y="287"/>
                    <a:pt x="854" y="272"/>
                  </a:cubicBezTo>
                  <a:cubicBezTo>
                    <a:pt x="874" y="263"/>
                    <a:pt x="887" y="258"/>
                    <a:pt x="890" y="258"/>
                  </a:cubicBezTo>
                  <a:lnTo>
                    <a:pt x="890" y="258"/>
                  </a:lnTo>
                  <a:cubicBezTo>
                    <a:pt x="896" y="258"/>
                    <a:pt x="870" y="273"/>
                    <a:pt x="797" y="304"/>
                  </a:cubicBezTo>
                  <a:lnTo>
                    <a:pt x="797" y="304"/>
                  </a:lnTo>
                  <a:cubicBezTo>
                    <a:pt x="811" y="298"/>
                    <a:pt x="830" y="290"/>
                    <a:pt x="854" y="280"/>
                  </a:cubicBezTo>
                  <a:cubicBezTo>
                    <a:pt x="903" y="262"/>
                    <a:pt x="930" y="254"/>
                    <a:pt x="937" y="254"/>
                  </a:cubicBezTo>
                  <a:cubicBezTo>
                    <a:pt x="946" y="254"/>
                    <a:pt x="918" y="268"/>
                    <a:pt x="854" y="296"/>
                  </a:cubicBezTo>
                  <a:lnTo>
                    <a:pt x="862" y="296"/>
                  </a:lnTo>
                  <a:cubicBezTo>
                    <a:pt x="894" y="288"/>
                    <a:pt x="935" y="272"/>
                    <a:pt x="967" y="255"/>
                  </a:cubicBezTo>
                  <a:cubicBezTo>
                    <a:pt x="1031" y="233"/>
                    <a:pt x="1059" y="223"/>
                    <a:pt x="1061" y="223"/>
                  </a:cubicBezTo>
                  <a:lnTo>
                    <a:pt x="1061" y="223"/>
                  </a:lnTo>
                  <a:cubicBezTo>
                    <a:pt x="1063" y="223"/>
                    <a:pt x="1049" y="229"/>
                    <a:pt x="1024" y="239"/>
                  </a:cubicBezTo>
                  <a:lnTo>
                    <a:pt x="918" y="288"/>
                  </a:lnTo>
                  <a:cubicBezTo>
                    <a:pt x="862" y="304"/>
                    <a:pt x="862" y="312"/>
                    <a:pt x="862" y="312"/>
                  </a:cubicBezTo>
                  <a:cubicBezTo>
                    <a:pt x="862" y="316"/>
                    <a:pt x="862" y="318"/>
                    <a:pt x="866" y="318"/>
                  </a:cubicBezTo>
                  <a:cubicBezTo>
                    <a:pt x="871" y="318"/>
                    <a:pt x="885" y="314"/>
                    <a:pt x="917" y="305"/>
                  </a:cubicBezTo>
                  <a:lnTo>
                    <a:pt x="917" y="305"/>
                  </a:lnTo>
                  <a:lnTo>
                    <a:pt x="862" y="320"/>
                  </a:lnTo>
                  <a:cubicBezTo>
                    <a:pt x="862" y="326"/>
                    <a:pt x="835" y="335"/>
                    <a:pt x="836" y="335"/>
                  </a:cubicBezTo>
                  <a:cubicBezTo>
                    <a:pt x="837" y="335"/>
                    <a:pt x="844" y="333"/>
                    <a:pt x="862" y="328"/>
                  </a:cubicBezTo>
                  <a:lnTo>
                    <a:pt x="862" y="328"/>
                  </a:lnTo>
                  <a:cubicBezTo>
                    <a:pt x="862" y="328"/>
                    <a:pt x="861" y="329"/>
                    <a:pt x="813" y="361"/>
                  </a:cubicBezTo>
                  <a:cubicBezTo>
                    <a:pt x="800" y="367"/>
                    <a:pt x="796" y="369"/>
                    <a:pt x="799" y="369"/>
                  </a:cubicBezTo>
                  <a:cubicBezTo>
                    <a:pt x="809" y="369"/>
                    <a:pt x="896" y="341"/>
                    <a:pt x="983" y="304"/>
                  </a:cubicBezTo>
                  <a:cubicBezTo>
                    <a:pt x="999" y="304"/>
                    <a:pt x="1016" y="296"/>
                    <a:pt x="1040" y="288"/>
                  </a:cubicBezTo>
                  <a:cubicBezTo>
                    <a:pt x="1074" y="273"/>
                    <a:pt x="1088" y="270"/>
                    <a:pt x="1093" y="270"/>
                  </a:cubicBezTo>
                  <a:cubicBezTo>
                    <a:pt x="1097" y="270"/>
                    <a:pt x="1097" y="272"/>
                    <a:pt x="1097" y="272"/>
                  </a:cubicBezTo>
                  <a:lnTo>
                    <a:pt x="983" y="312"/>
                  </a:lnTo>
                  <a:cubicBezTo>
                    <a:pt x="879" y="352"/>
                    <a:pt x="817" y="376"/>
                    <a:pt x="824" y="376"/>
                  </a:cubicBezTo>
                  <a:cubicBezTo>
                    <a:pt x="826" y="376"/>
                    <a:pt x="835" y="374"/>
                    <a:pt x="850" y="369"/>
                  </a:cubicBezTo>
                  <a:lnTo>
                    <a:pt x="850" y="369"/>
                  </a:lnTo>
                  <a:cubicBezTo>
                    <a:pt x="834" y="377"/>
                    <a:pt x="828" y="380"/>
                    <a:pt x="832" y="380"/>
                  </a:cubicBezTo>
                  <a:cubicBezTo>
                    <a:pt x="837" y="380"/>
                    <a:pt x="852" y="376"/>
                    <a:pt x="878" y="369"/>
                  </a:cubicBezTo>
                  <a:cubicBezTo>
                    <a:pt x="878" y="369"/>
                    <a:pt x="991" y="337"/>
                    <a:pt x="1048" y="320"/>
                  </a:cubicBezTo>
                  <a:lnTo>
                    <a:pt x="1048" y="320"/>
                  </a:lnTo>
                  <a:cubicBezTo>
                    <a:pt x="982" y="344"/>
                    <a:pt x="954" y="357"/>
                    <a:pt x="965" y="357"/>
                  </a:cubicBezTo>
                  <a:cubicBezTo>
                    <a:pt x="973" y="357"/>
                    <a:pt x="1001" y="350"/>
                    <a:pt x="1048" y="337"/>
                  </a:cubicBezTo>
                  <a:lnTo>
                    <a:pt x="1048" y="337"/>
                  </a:lnTo>
                  <a:lnTo>
                    <a:pt x="991" y="353"/>
                  </a:lnTo>
                  <a:cubicBezTo>
                    <a:pt x="942" y="374"/>
                    <a:pt x="893" y="395"/>
                    <a:pt x="923" y="395"/>
                  </a:cubicBezTo>
                  <a:cubicBezTo>
                    <a:pt x="928" y="395"/>
                    <a:pt x="934" y="394"/>
                    <a:pt x="943" y="393"/>
                  </a:cubicBezTo>
                  <a:lnTo>
                    <a:pt x="943" y="393"/>
                  </a:lnTo>
                  <a:cubicBezTo>
                    <a:pt x="943" y="409"/>
                    <a:pt x="943" y="418"/>
                    <a:pt x="886" y="434"/>
                  </a:cubicBezTo>
                  <a:cubicBezTo>
                    <a:pt x="870" y="440"/>
                    <a:pt x="868" y="444"/>
                    <a:pt x="876" y="444"/>
                  </a:cubicBezTo>
                  <a:cubicBezTo>
                    <a:pt x="896" y="444"/>
                    <a:pt x="982" y="423"/>
                    <a:pt x="1064" y="393"/>
                  </a:cubicBezTo>
                  <a:lnTo>
                    <a:pt x="1064" y="393"/>
                  </a:lnTo>
                  <a:cubicBezTo>
                    <a:pt x="1008" y="418"/>
                    <a:pt x="1008" y="418"/>
                    <a:pt x="1008" y="426"/>
                  </a:cubicBezTo>
                  <a:cubicBezTo>
                    <a:pt x="1008" y="434"/>
                    <a:pt x="1008" y="434"/>
                    <a:pt x="951" y="458"/>
                  </a:cubicBezTo>
                  <a:cubicBezTo>
                    <a:pt x="987" y="448"/>
                    <a:pt x="1007" y="443"/>
                    <a:pt x="1013" y="443"/>
                  </a:cubicBezTo>
                  <a:cubicBezTo>
                    <a:pt x="1026" y="443"/>
                    <a:pt x="979" y="463"/>
                    <a:pt x="902" y="491"/>
                  </a:cubicBezTo>
                  <a:cubicBezTo>
                    <a:pt x="845" y="515"/>
                    <a:pt x="845" y="515"/>
                    <a:pt x="845" y="523"/>
                  </a:cubicBezTo>
                  <a:cubicBezTo>
                    <a:pt x="874" y="515"/>
                    <a:pt x="888" y="513"/>
                    <a:pt x="895" y="513"/>
                  </a:cubicBezTo>
                  <a:cubicBezTo>
                    <a:pt x="902" y="513"/>
                    <a:pt x="902" y="515"/>
                    <a:pt x="902" y="515"/>
                  </a:cubicBezTo>
                  <a:cubicBezTo>
                    <a:pt x="902" y="521"/>
                    <a:pt x="902" y="525"/>
                    <a:pt x="909" y="525"/>
                  </a:cubicBezTo>
                  <a:cubicBezTo>
                    <a:pt x="915" y="525"/>
                    <a:pt x="928" y="521"/>
                    <a:pt x="954" y="512"/>
                  </a:cubicBezTo>
                  <a:lnTo>
                    <a:pt x="954" y="512"/>
                  </a:lnTo>
                  <a:cubicBezTo>
                    <a:pt x="910" y="531"/>
                    <a:pt x="910" y="532"/>
                    <a:pt x="910" y="539"/>
                  </a:cubicBezTo>
                  <a:cubicBezTo>
                    <a:pt x="926" y="539"/>
                    <a:pt x="951" y="531"/>
                    <a:pt x="967" y="523"/>
                  </a:cubicBezTo>
                  <a:cubicBezTo>
                    <a:pt x="1024" y="507"/>
                    <a:pt x="1024" y="507"/>
                    <a:pt x="1024" y="499"/>
                  </a:cubicBezTo>
                  <a:cubicBezTo>
                    <a:pt x="1045" y="490"/>
                    <a:pt x="1050" y="486"/>
                    <a:pt x="1046" y="486"/>
                  </a:cubicBezTo>
                  <a:lnTo>
                    <a:pt x="1046" y="486"/>
                  </a:lnTo>
                  <a:cubicBezTo>
                    <a:pt x="1040" y="486"/>
                    <a:pt x="1013" y="494"/>
                    <a:pt x="983" y="502"/>
                  </a:cubicBezTo>
                  <a:lnTo>
                    <a:pt x="983" y="502"/>
                  </a:lnTo>
                  <a:cubicBezTo>
                    <a:pt x="993" y="499"/>
                    <a:pt x="1003" y="495"/>
                    <a:pt x="1016" y="491"/>
                  </a:cubicBezTo>
                  <a:cubicBezTo>
                    <a:pt x="1097" y="462"/>
                    <a:pt x="1124" y="457"/>
                    <a:pt x="1133" y="457"/>
                  </a:cubicBezTo>
                  <a:cubicBezTo>
                    <a:pt x="1137" y="457"/>
                    <a:pt x="1137" y="458"/>
                    <a:pt x="1137" y="458"/>
                  </a:cubicBezTo>
                  <a:cubicBezTo>
                    <a:pt x="1137" y="466"/>
                    <a:pt x="1137" y="466"/>
                    <a:pt x="1081" y="491"/>
                  </a:cubicBezTo>
                  <a:cubicBezTo>
                    <a:pt x="1064" y="491"/>
                    <a:pt x="1040" y="499"/>
                    <a:pt x="1024" y="515"/>
                  </a:cubicBezTo>
                  <a:cubicBezTo>
                    <a:pt x="1024" y="515"/>
                    <a:pt x="1024" y="523"/>
                    <a:pt x="967" y="539"/>
                  </a:cubicBezTo>
                  <a:cubicBezTo>
                    <a:pt x="967" y="539"/>
                    <a:pt x="910" y="555"/>
                    <a:pt x="910" y="564"/>
                  </a:cubicBezTo>
                  <a:cubicBezTo>
                    <a:pt x="918" y="572"/>
                    <a:pt x="918" y="580"/>
                    <a:pt x="862" y="596"/>
                  </a:cubicBezTo>
                  <a:cubicBezTo>
                    <a:pt x="862" y="599"/>
                    <a:pt x="862" y="601"/>
                    <a:pt x="864" y="601"/>
                  </a:cubicBezTo>
                  <a:cubicBezTo>
                    <a:pt x="869" y="601"/>
                    <a:pt x="882" y="595"/>
                    <a:pt x="918" y="580"/>
                  </a:cubicBezTo>
                  <a:cubicBezTo>
                    <a:pt x="951" y="570"/>
                    <a:pt x="984" y="561"/>
                    <a:pt x="995" y="561"/>
                  </a:cubicBezTo>
                  <a:cubicBezTo>
                    <a:pt x="1003" y="561"/>
                    <a:pt x="999" y="566"/>
                    <a:pt x="975" y="580"/>
                  </a:cubicBezTo>
                  <a:cubicBezTo>
                    <a:pt x="975" y="584"/>
                    <a:pt x="975" y="589"/>
                    <a:pt x="986" y="589"/>
                  </a:cubicBezTo>
                  <a:cubicBezTo>
                    <a:pt x="994" y="589"/>
                    <a:pt x="1008" y="587"/>
                    <a:pt x="1032" y="580"/>
                  </a:cubicBezTo>
                  <a:lnTo>
                    <a:pt x="1032" y="580"/>
                  </a:lnTo>
                  <a:cubicBezTo>
                    <a:pt x="1032" y="580"/>
                    <a:pt x="1031" y="580"/>
                    <a:pt x="983" y="596"/>
                  </a:cubicBezTo>
                  <a:cubicBezTo>
                    <a:pt x="912" y="620"/>
                    <a:pt x="886" y="632"/>
                    <a:pt x="898" y="632"/>
                  </a:cubicBezTo>
                  <a:cubicBezTo>
                    <a:pt x="907" y="632"/>
                    <a:pt x="936" y="626"/>
                    <a:pt x="983" y="612"/>
                  </a:cubicBezTo>
                  <a:cubicBezTo>
                    <a:pt x="1009" y="605"/>
                    <a:pt x="1023" y="601"/>
                    <a:pt x="1025" y="601"/>
                  </a:cubicBezTo>
                  <a:lnTo>
                    <a:pt x="1025" y="601"/>
                  </a:lnTo>
                  <a:cubicBezTo>
                    <a:pt x="1029" y="601"/>
                    <a:pt x="1014" y="607"/>
                    <a:pt x="983" y="620"/>
                  </a:cubicBezTo>
                  <a:cubicBezTo>
                    <a:pt x="983" y="620"/>
                    <a:pt x="983" y="620"/>
                    <a:pt x="1040" y="612"/>
                  </a:cubicBezTo>
                  <a:cubicBezTo>
                    <a:pt x="1066" y="605"/>
                    <a:pt x="1080" y="601"/>
                    <a:pt x="1082" y="601"/>
                  </a:cubicBezTo>
                  <a:lnTo>
                    <a:pt x="1082" y="601"/>
                  </a:lnTo>
                  <a:cubicBezTo>
                    <a:pt x="1085" y="601"/>
                    <a:pt x="1071" y="607"/>
                    <a:pt x="1040" y="620"/>
                  </a:cubicBezTo>
                  <a:cubicBezTo>
                    <a:pt x="983" y="636"/>
                    <a:pt x="983" y="636"/>
                    <a:pt x="983" y="645"/>
                  </a:cubicBezTo>
                  <a:cubicBezTo>
                    <a:pt x="994" y="642"/>
                    <a:pt x="1003" y="641"/>
                    <a:pt x="1010" y="641"/>
                  </a:cubicBezTo>
                  <a:cubicBezTo>
                    <a:pt x="1047" y="641"/>
                    <a:pt x="1039" y="672"/>
                    <a:pt x="991" y="685"/>
                  </a:cubicBezTo>
                  <a:cubicBezTo>
                    <a:pt x="1048" y="677"/>
                    <a:pt x="1048" y="677"/>
                    <a:pt x="1048" y="677"/>
                  </a:cubicBezTo>
                  <a:lnTo>
                    <a:pt x="1048" y="677"/>
                  </a:lnTo>
                  <a:cubicBezTo>
                    <a:pt x="1000" y="694"/>
                    <a:pt x="984" y="701"/>
                    <a:pt x="990" y="701"/>
                  </a:cubicBezTo>
                  <a:cubicBezTo>
                    <a:pt x="996" y="701"/>
                    <a:pt x="1032" y="692"/>
                    <a:pt x="1082" y="678"/>
                  </a:cubicBezTo>
                  <a:lnTo>
                    <a:pt x="1082" y="678"/>
                  </a:lnTo>
                  <a:cubicBezTo>
                    <a:pt x="1074" y="680"/>
                    <a:pt x="1065" y="683"/>
                    <a:pt x="1056" y="685"/>
                  </a:cubicBezTo>
                  <a:cubicBezTo>
                    <a:pt x="996" y="707"/>
                    <a:pt x="968" y="717"/>
                    <a:pt x="971" y="717"/>
                  </a:cubicBezTo>
                  <a:cubicBezTo>
                    <a:pt x="974" y="717"/>
                    <a:pt x="1003" y="709"/>
                    <a:pt x="1056" y="693"/>
                  </a:cubicBezTo>
                  <a:cubicBezTo>
                    <a:pt x="1106" y="679"/>
                    <a:pt x="1134" y="673"/>
                    <a:pt x="1140" y="673"/>
                  </a:cubicBezTo>
                  <a:cubicBezTo>
                    <a:pt x="1148" y="673"/>
                    <a:pt x="1120" y="683"/>
                    <a:pt x="1056" y="701"/>
                  </a:cubicBezTo>
                  <a:cubicBezTo>
                    <a:pt x="995" y="719"/>
                    <a:pt x="967" y="727"/>
                    <a:pt x="972" y="727"/>
                  </a:cubicBezTo>
                  <a:cubicBezTo>
                    <a:pt x="975" y="727"/>
                    <a:pt x="1004" y="721"/>
                    <a:pt x="1056" y="709"/>
                  </a:cubicBezTo>
                  <a:cubicBezTo>
                    <a:pt x="1174" y="677"/>
                    <a:pt x="1247" y="661"/>
                    <a:pt x="1262" y="661"/>
                  </a:cubicBezTo>
                  <a:cubicBezTo>
                    <a:pt x="1277" y="661"/>
                    <a:pt x="1235" y="677"/>
                    <a:pt x="1121" y="709"/>
                  </a:cubicBezTo>
                  <a:cubicBezTo>
                    <a:pt x="999" y="742"/>
                    <a:pt x="943" y="766"/>
                    <a:pt x="943" y="766"/>
                  </a:cubicBezTo>
                  <a:cubicBezTo>
                    <a:pt x="983" y="758"/>
                    <a:pt x="1024" y="750"/>
                    <a:pt x="1064" y="734"/>
                  </a:cubicBezTo>
                  <a:cubicBezTo>
                    <a:pt x="1118" y="718"/>
                    <a:pt x="1146" y="710"/>
                    <a:pt x="1149" y="710"/>
                  </a:cubicBezTo>
                  <a:lnTo>
                    <a:pt x="1149" y="710"/>
                  </a:lnTo>
                  <a:cubicBezTo>
                    <a:pt x="1153" y="710"/>
                    <a:pt x="1124" y="720"/>
                    <a:pt x="1064" y="742"/>
                  </a:cubicBezTo>
                  <a:cubicBezTo>
                    <a:pt x="948" y="779"/>
                    <a:pt x="911" y="795"/>
                    <a:pt x="931" y="795"/>
                  </a:cubicBezTo>
                  <a:cubicBezTo>
                    <a:pt x="942" y="795"/>
                    <a:pt x="968" y="791"/>
                    <a:pt x="1008" y="782"/>
                  </a:cubicBezTo>
                  <a:cubicBezTo>
                    <a:pt x="1048" y="777"/>
                    <a:pt x="1075" y="774"/>
                    <a:pt x="1087" y="774"/>
                  </a:cubicBezTo>
                  <a:cubicBezTo>
                    <a:pt x="1111" y="774"/>
                    <a:pt x="1086" y="783"/>
                    <a:pt x="1008" y="799"/>
                  </a:cubicBezTo>
                  <a:cubicBezTo>
                    <a:pt x="936" y="814"/>
                    <a:pt x="909" y="820"/>
                    <a:pt x="914" y="820"/>
                  </a:cubicBezTo>
                  <a:cubicBezTo>
                    <a:pt x="917" y="820"/>
                    <a:pt x="930" y="818"/>
                    <a:pt x="951" y="815"/>
                  </a:cubicBezTo>
                  <a:cubicBezTo>
                    <a:pt x="951" y="815"/>
                    <a:pt x="951" y="823"/>
                    <a:pt x="951" y="831"/>
                  </a:cubicBezTo>
                  <a:cubicBezTo>
                    <a:pt x="991" y="823"/>
                    <a:pt x="1032" y="815"/>
                    <a:pt x="1072" y="807"/>
                  </a:cubicBezTo>
                  <a:lnTo>
                    <a:pt x="1072" y="807"/>
                  </a:lnTo>
                  <a:cubicBezTo>
                    <a:pt x="985" y="830"/>
                    <a:pt x="931" y="849"/>
                    <a:pt x="953" y="849"/>
                  </a:cubicBezTo>
                  <a:cubicBezTo>
                    <a:pt x="961" y="849"/>
                    <a:pt x="981" y="846"/>
                    <a:pt x="1016" y="839"/>
                  </a:cubicBezTo>
                  <a:cubicBezTo>
                    <a:pt x="1016" y="843"/>
                    <a:pt x="1016" y="845"/>
                    <a:pt x="1020" y="845"/>
                  </a:cubicBezTo>
                  <a:cubicBezTo>
                    <a:pt x="1025" y="845"/>
                    <a:pt x="1039" y="841"/>
                    <a:pt x="1072" y="831"/>
                  </a:cubicBezTo>
                  <a:cubicBezTo>
                    <a:pt x="1083" y="830"/>
                    <a:pt x="1089" y="829"/>
                    <a:pt x="1093" y="829"/>
                  </a:cubicBezTo>
                  <a:cubicBezTo>
                    <a:pt x="1108" y="829"/>
                    <a:pt x="1062" y="842"/>
                    <a:pt x="1016" y="855"/>
                  </a:cubicBezTo>
                  <a:cubicBezTo>
                    <a:pt x="975" y="873"/>
                    <a:pt x="934" y="886"/>
                    <a:pt x="935" y="886"/>
                  </a:cubicBezTo>
                  <a:cubicBezTo>
                    <a:pt x="936" y="886"/>
                    <a:pt x="943" y="884"/>
                    <a:pt x="959" y="880"/>
                  </a:cubicBezTo>
                  <a:cubicBezTo>
                    <a:pt x="1016" y="864"/>
                    <a:pt x="1072" y="855"/>
                    <a:pt x="1137" y="847"/>
                  </a:cubicBezTo>
                  <a:cubicBezTo>
                    <a:pt x="1151" y="843"/>
                    <a:pt x="1158" y="842"/>
                    <a:pt x="1160" y="842"/>
                  </a:cubicBezTo>
                  <a:lnTo>
                    <a:pt x="1160" y="842"/>
                  </a:lnTo>
                  <a:cubicBezTo>
                    <a:pt x="1167" y="842"/>
                    <a:pt x="1124" y="857"/>
                    <a:pt x="1081" y="864"/>
                  </a:cubicBezTo>
                  <a:cubicBezTo>
                    <a:pt x="1040" y="872"/>
                    <a:pt x="999" y="888"/>
                    <a:pt x="959" y="896"/>
                  </a:cubicBezTo>
                  <a:cubicBezTo>
                    <a:pt x="959" y="901"/>
                    <a:pt x="962" y="905"/>
                    <a:pt x="975" y="905"/>
                  </a:cubicBezTo>
                  <a:cubicBezTo>
                    <a:pt x="984" y="905"/>
                    <a:pt x="1000" y="903"/>
                    <a:pt x="1024" y="896"/>
                  </a:cubicBezTo>
                  <a:cubicBezTo>
                    <a:pt x="1040" y="891"/>
                    <a:pt x="1051" y="889"/>
                    <a:pt x="1058" y="889"/>
                  </a:cubicBezTo>
                  <a:cubicBezTo>
                    <a:pt x="1076" y="889"/>
                    <a:pt x="1065" y="903"/>
                    <a:pt x="1024" y="920"/>
                  </a:cubicBezTo>
                  <a:cubicBezTo>
                    <a:pt x="1024" y="922"/>
                    <a:pt x="1026" y="923"/>
                    <a:pt x="1030" y="923"/>
                  </a:cubicBezTo>
                  <a:cubicBezTo>
                    <a:pt x="1041" y="923"/>
                    <a:pt x="1063" y="918"/>
                    <a:pt x="1074" y="918"/>
                  </a:cubicBezTo>
                  <a:cubicBezTo>
                    <a:pt x="1078" y="918"/>
                    <a:pt x="1081" y="919"/>
                    <a:pt x="1081" y="920"/>
                  </a:cubicBezTo>
                  <a:cubicBezTo>
                    <a:pt x="1081" y="920"/>
                    <a:pt x="1081" y="920"/>
                    <a:pt x="1145" y="912"/>
                  </a:cubicBezTo>
                  <a:lnTo>
                    <a:pt x="1145" y="912"/>
                  </a:lnTo>
                  <a:cubicBezTo>
                    <a:pt x="1145" y="912"/>
                    <a:pt x="1145" y="915"/>
                    <a:pt x="1135" y="918"/>
                  </a:cubicBezTo>
                  <a:lnTo>
                    <a:pt x="1135" y="918"/>
                  </a:lnTo>
                  <a:cubicBezTo>
                    <a:pt x="1158" y="914"/>
                    <a:pt x="1171" y="911"/>
                    <a:pt x="1173" y="911"/>
                  </a:cubicBezTo>
                  <a:lnTo>
                    <a:pt x="1173" y="911"/>
                  </a:lnTo>
                  <a:cubicBezTo>
                    <a:pt x="1178" y="911"/>
                    <a:pt x="1149" y="919"/>
                    <a:pt x="1089" y="936"/>
                  </a:cubicBezTo>
                  <a:cubicBezTo>
                    <a:pt x="1023" y="954"/>
                    <a:pt x="993" y="962"/>
                    <a:pt x="998" y="962"/>
                  </a:cubicBezTo>
                  <a:cubicBezTo>
                    <a:pt x="1002" y="962"/>
                    <a:pt x="1032" y="956"/>
                    <a:pt x="1089" y="945"/>
                  </a:cubicBezTo>
                  <a:lnTo>
                    <a:pt x="1089" y="945"/>
                  </a:lnTo>
                  <a:cubicBezTo>
                    <a:pt x="1049" y="955"/>
                    <a:pt x="1036" y="962"/>
                    <a:pt x="1046" y="962"/>
                  </a:cubicBezTo>
                  <a:cubicBezTo>
                    <a:pt x="1052" y="962"/>
                    <a:pt x="1067" y="959"/>
                    <a:pt x="1089" y="953"/>
                  </a:cubicBezTo>
                  <a:cubicBezTo>
                    <a:pt x="1149" y="940"/>
                    <a:pt x="1194" y="931"/>
                    <a:pt x="1205" y="931"/>
                  </a:cubicBezTo>
                  <a:cubicBezTo>
                    <a:pt x="1214" y="931"/>
                    <a:pt x="1198" y="938"/>
                    <a:pt x="1145" y="953"/>
                  </a:cubicBezTo>
                  <a:cubicBezTo>
                    <a:pt x="1145" y="953"/>
                    <a:pt x="1145" y="953"/>
                    <a:pt x="1202" y="945"/>
                  </a:cubicBezTo>
                  <a:lnTo>
                    <a:pt x="1202" y="945"/>
                  </a:lnTo>
                  <a:cubicBezTo>
                    <a:pt x="1133" y="964"/>
                    <a:pt x="1106" y="975"/>
                    <a:pt x="1121" y="975"/>
                  </a:cubicBezTo>
                  <a:cubicBezTo>
                    <a:pt x="1130" y="975"/>
                    <a:pt x="1157" y="970"/>
                    <a:pt x="1202" y="961"/>
                  </a:cubicBezTo>
                  <a:lnTo>
                    <a:pt x="1202" y="961"/>
                  </a:lnTo>
                  <a:cubicBezTo>
                    <a:pt x="1162" y="978"/>
                    <a:pt x="1123" y="999"/>
                    <a:pt x="1144" y="999"/>
                  </a:cubicBezTo>
                  <a:cubicBezTo>
                    <a:pt x="1153" y="999"/>
                    <a:pt x="1174" y="995"/>
                    <a:pt x="1210" y="985"/>
                  </a:cubicBezTo>
                  <a:lnTo>
                    <a:pt x="1210" y="993"/>
                  </a:lnTo>
                  <a:cubicBezTo>
                    <a:pt x="1174" y="1009"/>
                    <a:pt x="1161" y="1014"/>
                    <a:pt x="1171" y="1014"/>
                  </a:cubicBezTo>
                  <a:cubicBezTo>
                    <a:pt x="1176" y="1014"/>
                    <a:pt x="1189" y="1012"/>
                    <a:pt x="1210" y="1009"/>
                  </a:cubicBezTo>
                  <a:lnTo>
                    <a:pt x="1267" y="1001"/>
                  </a:lnTo>
                  <a:lnTo>
                    <a:pt x="1267" y="1001"/>
                  </a:lnTo>
                  <a:cubicBezTo>
                    <a:pt x="1226" y="1009"/>
                    <a:pt x="1194" y="1018"/>
                    <a:pt x="1154" y="1034"/>
                  </a:cubicBezTo>
                  <a:cubicBezTo>
                    <a:pt x="1154" y="1034"/>
                    <a:pt x="1154" y="1034"/>
                    <a:pt x="1210" y="1018"/>
                  </a:cubicBezTo>
                  <a:cubicBezTo>
                    <a:pt x="1239" y="1009"/>
                    <a:pt x="1253" y="1007"/>
                    <a:pt x="1260" y="1007"/>
                  </a:cubicBezTo>
                  <a:cubicBezTo>
                    <a:pt x="1267" y="1007"/>
                    <a:pt x="1267" y="1009"/>
                    <a:pt x="1267" y="1009"/>
                  </a:cubicBezTo>
                  <a:cubicBezTo>
                    <a:pt x="1235" y="1026"/>
                    <a:pt x="1194" y="1034"/>
                    <a:pt x="1154" y="1042"/>
                  </a:cubicBezTo>
                  <a:lnTo>
                    <a:pt x="1154" y="1050"/>
                  </a:lnTo>
                  <a:cubicBezTo>
                    <a:pt x="1216" y="1037"/>
                    <a:pt x="1247" y="1031"/>
                    <a:pt x="1251" y="1031"/>
                  </a:cubicBezTo>
                  <a:lnTo>
                    <a:pt x="1251" y="1031"/>
                  </a:lnTo>
                  <a:cubicBezTo>
                    <a:pt x="1254" y="1031"/>
                    <a:pt x="1239" y="1035"/>
                    <a:pt x="1210" y="1042"/>
                  </a:cubicBezTo>
                  <a:cubicBezTo>
                    <a:pt x="1154" y="1058"/>
                    <a:pt x="1154" y="1058"/>
                    <a:pt x="1154" y="1058"/>
                  </a:cubicBezTo>
                  <a:cubicBezTo>
                    <a:pt x="1166" y="1056"/>
                    <a:pt x="1172" y="1056"/>
                    <a:pt x="1176" y="1056"/>
                  </a:cubicBezTo>
                  <a:cubicBezTo>
                    <a:pt x="1185" y="1056"/>
                    <a:pt x="1169" y="1060"/>
                    <a:pt x="1160" y="1060"/>
                  </a:cubicBezTo>
                  <a:cubicBezTo>
                    <a:pt x="1156" y="1060"/>
                    <a:pt x="1154" y="1060"/>
                    <a:pt x="1154" y="1058"/>
                  </a:cubicBezTo>
                  <a:lnTo>
                    <a:pt x="1097" y="1074"/>
                  </a:lnTo>
                  <a:cubicBezTo>
                    <a:pt x="1079" y="1079"/>
                    <a:pt x="1072" y="1081"/>
                    <a:pt x="1073" y="1081"/>
                  </a:cubicBezTo>
                  <a:cubicBezTo>
                    <a:pt x="1075" y="1081"/>
                    <a:pt x="1114" y="1072"/>
                    <a:pt x="1154" y="1066"/>
                  </a:cubicBezTo>
                  <a:lnTo>
                    <a:pt x="1154" y="1074"/>
                  </a:lnTo>
                  <a:cubicBezTo>
                    <a:pt x="1154" y="1074"/>
                    <a:pt x="1154" y="1074"/>
                    <a:pt x="1210" y="1058"/>
                  </a:cubicBezTo>
                  <a:cubicBezTo>
                    <a:pt x="1251" y="1050"/>
                    <a:pt x="1291" y="1042"/>
                    <a:pt x="1332" y="1042"/>
                  </a:cubicBezTo>
                  <a:cubicBezTo>
                    <a:pt x="1291" y="1050"/>
                    <a:pt x="1251" y="1058"/>
                    <a:pt x="1218" y="1066"/>
                  </a:cubicBezTo>
                  <a:cubicBezTo>
                    <a:pt x="1194" y="1074"/>
                    <a:pt x="1178" y="1082"/>
                    <a:pt x="1154" y="1082"/>
                  </a:cubicBezTo>
                  <a:cubicBezTo>
                    <a:pt x="1082" y="1098"/>
                    <a:pt x="1078" y="1103"/>
                    <a:pt x="1100" y="1103"/>
                  </a:cubicBezTo>
                  <a:cubicBezTo>
                    <a:pt x="1112" y="1103"/>
                    <a:pt x="1133" y="1102"/>
                    <a:pt x="1154" y="1099"/>
                  </a:cubicBezTo>
                  <a:cubicBezTo>
                    <a:pt x="1208" y="1091"/>
                    <a:pt x="1238" y="1087"/>
                    <a:pt x="1245" y="1087"/>
                  </a:cubicBezTo>
                  <a:cubicBezTo>
                    <a:pt x="1252" y="1087"/>
                    <a:pt x="1224" y="1093"/>
                    <a:pt x="1162" y="1107"/>
                  </a:cubicBezTo>
                  <a:cubicBezTo>
                    <a:pt x="1121" y="1115"/>
                    <a:pt x="1108" y="1118"/>
                    <a:pt x="1114" y="1118"/>
                  </a:cubicBezTo>
                  <a:cubicBezTo>
                    <a:pt x="1126" y="1118"/>
                    <a:pt x="1218" y="1104"/>
                    <a:pt x="1332" y="1082"/>
                  </a:cubicBezTo>
                  <a:lnTo>
                    <a:pt x="1332" y="1082"/>
                  </a:lnTo>
                  <a:cubicBezTo>
                    <a:pt x="1179" y="1119"/>
                    <a:pt x="1125" y="1132"/>
                    <a:pt x="1140" y="1132"/>
                  </a:cubicBezTo>
                  <a:cubicBezTo>
                    <a:pt x="1148" y="1132"/>
                    <a:pt x="1176" y="1129"/>
                    <a:pt x="1218" y="1123"/>
                  </a:cubicBezTo>
                  <a:cubicBezTo>
                    <a:pt x="1242" y="1120"/>
                    <a:pt x="1256" y="1118"/>
                    <a:pt x="1260" y="1118"/>
                  </a:cubicBezTo>
                  <a:cubicBezTo>
                    <a:pt x="1265" y="1118"/>
                    <a:pt x="1252" y="1122"/>
                    <a:pt x="1218" y="1131"/>
                  </a:cubicBezTo>
                  <a:cubicBezTo>
                    <a:pt x="1162" y="1139"/>
                    <a:pt x="1162" y="1147"/>
                    <a:pt x="1162" y="1155"/>
                  </a:cubicBezTo>
                  <a:cubicBezTo>
                    <a:pt x="1162" y="1160"/>
                    <a:pt x="1162" y="1165"/>
                    <a:pt x="1173" y="1165"/>
                  </a:cubicBezTo>
                  <a:cubicBezTo>
                    <a:pt x="1181" y="1165"/>
                    <a:pt x="1194" y="1162"/>
                    <a:pt x="1218" y="1155"/>
                  </a:cubicBezTo>
                  <a:lnTo>
                    <a:pt x="1218" y="1163"/>
                  </a:lnTo>
                  <a:cubicBezTo>
                    <a:pt x="1166" y="1175"/>
                    <a:pt x="1150" y="1181"/>
                    <a:pt x="1160" y="1181"/>
                  </a:cubicBezTo>
                  <a:cubicBezTo>
                    <a:pt x="1172" y="1181"/>
                    <a:pt x="1218" y="1173"/>
                    <a:pt x="1283" y="1155"/>
                  </a:cubicBezTo>
                  <a:lnTo>
                    <a:pt x="1283" y="1163"/>
                  </a:lnTo>
                  <a:lnTo>
                    <a:pt x="1218" y="1180"/>
                  </a:lnTo>
                  <a:cubicBezTo>
                    <a:pt x="1162" y="1188"/>
                    <a:pt x="1162" y="1196"/>
                    <a:pt x="1162" y="1220"/>
                  </a:cubicBezTo>
                  <a:cubicBezTo>
                    <a:pt x="1162" y="1239"/>
                    <a:pt x="1162" y="1247"/>
                    <a:pt x="1186" y="1247"/>
                  </a:cubicBezTo>
                  <a:cubicBezTo>
                    <a:pt x="1203" y="1247"/>
                    <a:pt x="1233" y="1243"/>
                    <a:pt x="1283" y="1236"/>
                  </a:cubicBezTo>
                  <a:lnTo>
                    <a:pt x="1283" y="1236"/>
                  </a:lnTo>
                  <a:cubicBezTo>
                    <a:pt x="1242" y="1248"/>
                    <a:pt x="1196" y="1256"/>
                    <a:pt x="1200" y="1256"/>
                  </a:cubicBezTo>
                  <a:cubicBezTo>
                    <a:pt x="1201" y="1256"/>
                    <a:pt x="1209" y="1255"/>
                    <a:pt x="1226" y="1253"/>
                  </a:cubicBezTo>
                  <a:lnTo>
                    <a:pt x="1226" y="1253"/>
                  </a:lnTo>
                  <a:cubicBezTo>
                    <a:pt x="1226" y="1253"/>
                    <a:pt x="1226" y="1261"/>
                    <a:pt x="1170" y="1277"/>
                  </a:cubicBezTo>
                  <a:cubicBezTo>
                    <a:pt x="1103" y="1290"/>
                    <a:pt x="1090" y="1296"/>
                    <a:pt x="1103" y="1296"/>
                  </a:cubicBezTo>
                  <a:cubicBezTo>
                    <a:pt x="1113" y="1296"/>
                    <a:pt x="1141" y="1292"/>
                    <a:pt x="1170" y="1285"/>
                  </a:cubicBezTo>
                  <a:cubicBezTo>
                    <a:pt x="1211" y="1276"/>
                    <a:pt x="1230" y="1273"/>
                    <a:pt x="1234" y="1273"/>
                  </a:cubicBezTo>
                  <a:lnTo>
                    <a:pt x="1234" y="1273"/>
                  </a:lnTo>
                  <a:cubicBezTo>
                    <a:pt x="1242" y="1273"/>
                    <a:pt x="1206" y="1283"/>
                    <a:pt x="1170" y="1293"/>
                  </a:cubicBezTo>
                  <a:cubicBezTo>
                    <a:pt x="1117" y="1300"/>
                    <a:pt x="1070" y="1312"/>
                    <a:pt x="1084" y="1312"/>
                  </a:cubicBezTo>
                  <a:cubicBezTo>
                    <a:pt x="1087" y="1312"/>
                    <a:pt x="1094" y="1311"/>
                    <a:pt x="1105" y="1309"/>
                  </a:cubicBezTo>
                  <a:cubicBezTo>
                    <a:pt x="1121" y="1307"/>
                    <a:pt x="1137" y="1306"/>
                    <a:pt x="1149" y="1306"/>
                  </a:cubicBezTo>
                  <a:cubicBezTo>
                    <a:pt x="1187" y="1306"/>
                    <a:pt x="1196" y="1316"/>
                    <a:pt x="1105" y="1334"/>
                  </a:cubicBezTo>
                  <a:cubicBezTo>
                    <a:pt x="1124" y="1331"/>
                    <a:pt x="1137" y="1330"/>
                    <a:pt x="1147" y="1330"/>
                  </a:cubicBezTo>
                  <a:cubicBezTo>
                    <a:pt x="1170" y="1330"/>
                    <a:pt x="1170" y="1336"/>
                    <a:pt x="1170" y="1342"/>
                  </a:cubicBezTo>
                  <a:cubicBezTo>
                    <a:pt x="1170" y="1350"/>
                    <a:pt x="1170" y="1350"/>
                    <a:pt x="1105" y="1358"/>
                  </a:cubicBezTo>
                  <a:cubicBezTo>
                    <a:pt x="1048" y="1366"/>
                    <a:pt x="1048" y="1366"/>
                    <a:pt x="1105" y="1366"/>
                  </a:cubicBezTo>
                  <a:cubicBezTo>
                    <a:pt x="1105" y="1366"/>
                    <a:pt x="1226" y="1358"/>
                    <a:pt x="1226" y="1358"/>
                  </a:cubicBezTo>
                  <a:cubicBezTo>
                    <a:pt x="1267" y="1350"/>
                    <a:pt x="1308" y="1342"/>
                    <a:pt x="1348" y="1342"/>
                  </a:cubicBezTo>
                  <a:lnTo>
                    <a:pt x="1283" y="1358"/>
                  </a:lnTo>
                  <a:lnTo>
                    <a:pt x="1170" y="1374"/>
                  </a:lnTo>
                  <a:cubicBezTo>
                    <a:pt x="1170" y="1374"/>
                    <a:pt x="1170" y="1378"/>
                    <a:pt x="1187" y="1378"/>
                  </a:cubicBezTo>
                  <a:cubicBezTo>
                    <a:pt x="1195" y="1378"/>
                    <a:pt x="1208" y="1377"/>
                    <a:pt x="1226" y="1374"/>
                  </a:cubicBezTo>
                  <a:lnTo>
                    <a:pt x="1226" y="1374"/>
                  </a:lnTo>
                  <a:cubicBezTo>
                    <a:pt x="1170" y="1382"/>
                    <a:pt x="1170" y="1391"/>
                    <a:pt x="1170" y="1391"/>
                  </a:cubicBezTo>
                  <a:cubicBezTo>
                    <a:pt x="1170" y="1396"/>
                    <a:pt x="1170" y="1402"/>
                    <a:pt x="1190" y="1402"/>
                  </a:cubicBezTo>
                  <a:cubicBezTo>
                    <a:pt x="1198" y="1402"/>
                    <a:pt x="1210" y="1401"/>
                    <a:pt x="1226" y="1399"/>
                  </a:cubicBezTo>
                  <a:lnTo>
                    <a:pt x="1226" y="1399"/>
                  </a:lnTo>
                  <a:cubicBezTo>
                    <a:pt x="1133" y="1419"/>
                    <a:pt x="1117" y="1433"/>
                    <a:pt x="1177" y="1433"/>
                  </a:cubicBezTo>
                  <a:cubicBezTo>
                    <a:pt x="1190" y="1433"/>
                    <a:pt x="1206" y="1432"/>
                    <a:pt x="1226" y="1431"/>
                  </a:cubicBezTo>
                  <a:lnTo>
                    <a:pt x="1226" y="1431"/>
                  </a:lnTo>
                  <a:cubicBezTo>
                    <a:pt x="1193" y="1441"/>
                    <a:pt x="1179" y="1444"/>
                    <a:pt x="1185" y="1444"/>
                  </a:cubicBezTo>
                  <a:cubicBezTo>
                    <a:pt x="1189" y="1444"/>
                    <a:pt x="1203" y="1443"/>
                    <a:pt x="1226" y="1439"/>
                  </a:cubicBezTo>
                  <a:cubicBezTo>
                    <a:pt x="1283" y="1439"/>
                    <a:pt x="1226" y="1447"/>
                    <a:pt x="1170" y="1463"/>
                  </a:cubicBezTo>
                  <a:cubicBezTo>
                    <a:pt x="1048" y="1480"/>
                    <a:pt x="1048" y="1480"/>
                    <a:pt x="1113" y="1480"/>
                  </a:cubicBezTo>
                  <a:cubicBezTo>
                    <a:pt x="1170" y="1480"/>
                    <a:pt x="1170" y="1480"/>
                    <a:pt x="1170" y="1488"/>
                  </a:cubicBezTo>
                  <a:cubicBezTo>
                    <a:pt x="1210" y="1488"/>
                    <a:pt x="1251" y="1488"/>
                    <a:pt x="1291" y="1480"/>
                  </a:cubicBezTo>
                  <a:lnTo>
                    <a:pt x="1405" y="1463"/>
                  </a:lnTo>
                  <a:cubicBezTo>
                    <a:pt x="1462" y="1463"/>
                    <a:pt x="1405" y="1472"/>
                    <a:pt x="1405" y="1472"/>
                  </a:cubicBezTo>
                  <a:cubicBezTo>
                    <a:pt x="1364" y="1472"/>
                    <a:pt x="1324" y="1472"/>
                    <a:pt x="1291" y="1488"/>
                  </a:cubicBezTo>
                  <a:cubicBezTo>
                    <a:pt x="1226" y="1496"/>
                    <a:pt x="1226" y="1504"/>
                    <a:pt x="1226" y="1504"/>
                  </a:cubicBezTo>
                  <a:lnTo>
                    <a:pt x="1226" y="1520"/>
                  </a:lnTo>
                  <a:cubicBezTo>
                    <a:pt x="1193" y="1530"/>
                    <a:pt x="1179" y="1534"/>
                    <a:pt x="1185" y="1534"/>
                  </a:cubicBezTo>
                  <a:cubicBezTo>
                    <a:pt x="1189" y="1534"/>
                    <a:pt x="1203" y="1532"/>
                    <a:pt x="1226" y="1528"/>
                  </a:cubicBezTo>
                  <a:lnTo>
                    <a:pt x="1291" y="1528"/>
                  </a:lnTo>
                  <a:cubicBezTo>
                    <a:pt x="1183" y="1543"/>
                    <a:pt x="1171" y="1570"/>
                    <a:pt x="1256" y="1570"/>
                  </a:cubicBezTo>
                  <a:cubicBezTo>
                    <a:pt x="1266" y="1570"/>
                    <a:pt x="1278" y="1570"/>
                    <a:pt x="1291" y="1569"/>
                  </a:cubicBezTo>
                  <a:lnTo>
                    <a:pt x="1291" y="1569"/>
                  </a:lnTo>
                  <a:lnTo>
                    <a:pt x="1226" y="1577"/>
                  </a:lnTo>
                  <a:cubicBezTo>
                    <a:pt x="1170" y="1585"/>
                    <a:pt x="1170" y="1585"/>
                    <a:pt x="1170" y="1593"/>
                  </a:cubicBezTo>
                  <a:cubicBezTo>
                    <a:pt x="1170" y="1593"/>
                    <a:pt x="1226" y="1601"/>
                    <a:pt x="1226" y="1609"/>
                  </a:cubicBezTo>
                  <a:cubicBezTo>
                    <a:pt x="1226" y="1621"/>
                    <a:pt x="1226" y="1629"/>
                    <a:pt x="1249" y="1629"/>
                  </a:cubicBezTo>
                  <a:cubicBezTo>
                    <a:pt x="1257" y="1629"/>
                    <a:pt x="1268" y="1628"/>
                    <a:pt x="1283" y="1626"/>
                  </a:cubicBezTo>
                  <a:lnTo>
                    <a:pt x="1283" y="1626"/>
                  </a:lnTo>
                  <a:cubicBezTo>
                    <a:pt x="1283" y="1634"/>
                    <a:pt x="1283" y="1634"/>
                    <a:pt x="1226" y="1642"/>
                  </a:cubicBezTo>
                  <a:cubicBezTo>
                    <a:pt x="1170" y="1642"/>
                    <a:pt x="1170" y="1642"/>
                    <a:pt x="1170" y="1650"/>
                  </a:cubicBezTo>
                  <a:cubicBezTo>
                    <a:pt x="1210" y="1650"/>
                    <a:pt x="1243" y="1642"/>
                    <a:pt x="1283" y="1642"/>
                  </a:cubicBezTo>
                  <a:cubicBezTo>
                    <a:pt x="1310" y="1638"/>
                    <a:pt x="1326" y="1637"/>
                    <a:pt x="1330" y="1637"/>
                  </a:cubicBezTo>
                  <a:cubicBezTo>
                    <a:pt x="1337" y="1637"/>
                    <a:pt x="1321" y="1640"/>
                    <a:pt x="1283" y="1650"/>
                  </a:cubicBezTo>
                  <a:cubicBezTo>
                    <a:pt x="1226" y="1666"/>
                    <a:pt x="1226" y="1674"/>
                    <a:pt x="1283" y="1674"/>
                  </a:cubicBezTo>
                  <a:cubicBezTo>
                    <a:pt x="1283" y="1682"/>
                    <a:pt x="1283" y="1682"/>
                    <a:pt x="1226" y="1690"/>
                  </a:cubicBezTo>
                  <a:cubicBezTo>
                    <a:pt x="1162" y="1699"/>
                    <a:pt x="1105" y="1707"/>
                    <a:pt x="1226" y="1707"/>
                  </a:cubicBezTo>
                  <a:cubicBezTo>
                    <a:pt x="1226" y="1707"/>
                    <a:pt x="1226" y="1707"/>
                    <a:pt x="1162" y="1715"/>
                  </a:cubicBezTo>
                  <a:cubicBezTo>
                    <a:pt x="1121" y="1721"/>
                    <a:pt x="1081" y="1726"/>
                    <a:pt x="1101" y="1726"/>
                  </a:cubicBezTo>
                  <a:cubicBezTo>
                    <a:pt x="1110" y="1726"/>
                    <a:pt x="1128" y="1725"/>
                    <a:pt x="1162" y="1723"/>
                  </a:cubicBezTo>
                  <a:cubicBezTo>
                    <a:pt x="1226" y="1723"/>
                    <a:pt x="1226" y="1731"/>
                    <a:pt x="1162" y="1747"/>
                  </a:cubicBezTo>
                  <a:lnTo>
                    <a:pt x="1223" y="1747"/>
                  </a:lnTo>
                  <a:cubicBezTo>
                    <a:pt x="1196" y="1751"/>
                    <a:pt x="1187" y="1753"/>
                    <a:pt x="1195" y="1753"/>
                  </a:cubicBezTo>
                  <a:cubicBezTo>
                    <a:pt x="1203" y="1753"/>
                    <a:pt x="1233" y="1751"/>
                    <a:pt x="1283" y="1747"/>
                  </a:cubicBezTo>
                  <a:lnTo>
                    <a:pt x="1283" y="1747"/>
                  </a:lnTo>
                  <a:cubicBezTo>
                    <a:pt x="1226" y="1755"/>
                    <a:pt x="1226" y="1763"/>
                    <a:pt x="1226" y="1763"/>
                  </a:cubicBezTo>
                  <a:cubicBezTo>
                    <a:pt x="1226" y="1763"/>
                    <a:pt x="1283" y="1780"/>
                    <a:pt x="1283" y="1796"/>
                  </a:cubicBezTo>
                  <a:cubicBezTo>
                    <a:pt x="1275" y="1820"/>
                    <a:pt x="1275" y="1828"/>
                    <a:pt x="1340" y="1828"/>
                  </a:cubicBezTo>
                  <a:cubicBezTo>
                    <a:pt x="1397" y="1828"/>
                    <a:pt x="1397" y="1828"/>
                    <a:pt x="1340" y="1836"/>
                  </a:cubicBezTo>
                  <a:cubicBezTo>
                    <a:pt x="1275" y="1845"/>
                    <a:pt x="1275" y="1845"/>
                    <a:pt x="1275" y="1845"/>
                  </a:cubicBezTo>
                  <a:cubicBezTo>
                    <a:pt x="1275" y="1853"/>
                    <a:pt x="1275" y="1853"/>
                    <a:pt x="1218" y="1861"/>
                  </a:cubicBezTo>
                  <a:lnTo>
                    <a:pt x="1275" y="1861"/>
                  </a:lnTo>
                  <a:cubicBezTo>
                    <a:pt x="1218" y="1861"/>
                    <a:pt x="1218" y="1869"/>
                    <a:pt x="1275" y="1869"/>
                  </a:cubicBezTo>
                  <a:cubicBezTo>
                    <a:pt x="1235" y="1875"/>
                    <a:pt x="1191" y="1880"/>
                    <a:pt x="1191" y="1880"/>
                  </a:cubicBezTo>
                  <a:cubicBezTo>
                    <a:pt x="1192" y="1880"/>
                    <a:pt x="1199" y="1879"/>
                    <a:pt x="1218" y="1877"/>
                  </a:cubicBezTo>
                  <a:cubicBezTo>
                    <a:pt x="1275" y="1877"/>
                    <a:pt x="1275" y="1885"/>
                    <a:pt x="1332" y="1885"/>
                  </a:cubicBezTo>
                  <a:cubicBezTo>
                    <a:pt x="1332" y="1885"/>
                    <a:pt x="1332" y="1893"/>
                    <a:pt x="1275" y="1893"/>
                  </a:cubicBezTo>
                  <a:cubicBezTo>
                    <a:pt x="1218" y="1901"/>
                    <a:pt x="1275" y="1918"/>
                    <a:pt x="1332" y="1918"/>
                  </a:cubicBezTo>
                  <a:cubicBezTo>
                    <a:pt x="1351" y="1915"/>
                    <a:pt x="1363" y="1914"/>
                    <a:pt x="1370" y="1914"/>
                  </a:cubicBezTo>
                  <a:cubicBezTo>
                    <a:pt x="1382" y="1914"/>
                    <a:pt x="1370" y="1918"/>
                    <a:pt x="1332" y="1918"/>
                  </a:cubicBezTo>
                  <a:cubicBezTo>
                    <a:pt x="1275" y="1918"/>
                    <a:pt x="1275" y="1926"/>
                    <a:pt x="1275" y="1926"/>
                  </a:cubicBezTo>
                  <a:cubicBezTo>
                    <a:pt x="1332" y="1926"/>
                    <a:pt x="1275" y="1934"/>
                    <a:pt x="1210" y="1934"/>
                  </a:cubicBezTo>
                  <a:cubicBezTo>
                    <a:pt x="1154" y="1934"/>
                    <a:pt x="1154" y="1934"/>
                    <a:pt x="1154" y="1942"/>
                  </a:cubicBezTo>
                  <a:cubicBezTo>
                    <a:pt x="1210" y="1942"/>
                    <a:pt x="1210" y="1958"/>
                    <a:pt x="1210" y="1966"/>
                  </a:cubicBezTo>
                  <a:cubicBezTo>
                    <a:pt x="1210" y="1982"/>
                    <a:pt x="1267" y="1982"/>
                    <a:pt x="1389" y="1982"/>
                  </a:cubicBezTo>
                  <a:lnTo>
                    <a:pt x="1502" y="1982"/>
                  </a:lnTo>
                  <a:lnTo>
                    <a:pt x="1389" y="1990"/>
                  </a:lnTo>
                  <a:lnTo>
                    <a:pt x="1202" y="1999"/>
                  </a:lnTo>
                  <a:cubicBezTo>
                    <a:pt x="1216" y="2001"/>
                    <a:pt x="1229" y="2002"/>
                    <a:pt x="1243" y="2002"/>
                  </a:cubicBezTo>
                  <a:cubicBezTo>
                    <a:pt x="1270" y="2002"/>
                    <a:pt x="1297" y="1999"/>
                    <a:pt x="1324" y="1999"/>
                  </a:cubicBezTo>
                  <a:cubicBezTo>
                    <a:pt x="1389" y="1999"/>
                    <a:pt x="1381" y="1999"/>
                    <a:pt x="1324" y="2007"/>
                  </a:cubicBezTo>
                  <a:cubicBezTo>
                    <a:pt x="1267" y="2015"/>
                    <a:pt x="1267" y="2023"/>
                    <a:pt x="1324" y="2023"/>
                  </a:cubicBezTo>
                  <a:cubicBezTo>
                    <a:pt x="1324" y="2023"/>
                    <a:pt x="1324" y="2031"/>
                    <a:pt x="1259" y="2031"/>
                  </a:cubicBezTo>
                  <a:cubicBezTo>
                    <a:pt x="1259" y="2039"/>
                    <a:pt x="1259" y="2039"/>
                    <a:pt x="1324" y="2039"/>
                  </a:cubicBezTo>
                  <a:cubicBezTo>
                    <a:pt x="1343" y="2036"/>
                    <a:pt x="1355" y="2036"/>
                    <a:pt x="1362" y="2036"/>
                  </a:cubicBezTo>
                  <a:cubicBezTo>
                    <a:pt x="1374" y="2036"/>
                    <a:pt x="1362" y="2039"/>
                    <a:pt x="1324" y="2039"/>
                  </a:cubicBezTo>
                  <a:cubicBezTo>
                    <a:pt x="1225" y="2046"/>
                    <a:pt x="1207" y="2058"/>
                    <a:pt x="1233" y="2058"/>
                  </a:cubicBezTo>
                  <a:cubicBezTo>
                    <a:pt x="1239" y="2058"/>
                    <a:pt x="1248" y="2057"/>
                    <a:pt x="1259" y="2055"/>
                  </a:cubicBezTo>
                  <a:cubicBezTo>
                    <a:pt x="1324" y="2055"/>
                    <a:pt x="1316" y="2055"/>
                    <a:pt x="1316" y="2063"/>
                  </a:cubicBezTo>
                  <a:cubicBezTo>
                    <a:pt x="1316" y="2063"/>
                    <a:pt x="1316" y="2072"/>
                    <a:pt x="1381" y="2072"/>
                  </a:cubicBezTo>
                  <a:lnTo>
                    <a:pt x="1381" y="2080"/>
                  </a:lnTo>
                  <a:lnTo>
                    <a:pt x="1259" y="2080"/>
                  </a:lnTo>
                  <a:cubicBezTo>
                    <a:pt x="1259" y="2088"/>
                    <a:pt x="1259" y="2088"/>
                    <a:pt x="1316" y="2096"/>
                  </a:cubicBezTo>
                  <a:cubicBezTo>
                    <a:pt x="1259" y="2096"/>
                    <a:pt x="1194" y="2104"/>
                    <a:pt x="1259" y="2104"/>
                  </a:cubicBezTo>
                  <a:cubicBezTo>
                    <a:pt x="1372" y="2104"/>
                    <a:pt x="1316" y="2112"/>
                    <a:pt x="1251" y="2112"/>
                  </a:cubicBezTo>
                  <a:cubicBezTo>
                    <a:pt x="1137" y="2112"/>
                    <a:pt x="1137" y="2112"/>
                    <a:pt x="1251" y="2120"/>
                  </a:cubicBezTo>
                  <a:cubicBezTo>
                    <a:pt x="1251" y="2128"/>
                    <a:pt x="1308" y="2136"/>
                    <a:pt x="1308" y="2153"/>
                  </a:cubicBezTo>
                  <a:cubicBezTo>
                    <a:pt x="1308" y="2160"/>
                    <a:pt x="1308" y="2167"/>
                    <a:pt x="1266" y="2174"/>
                  </a:cubicBezTo>
                  <a:lnTo>
                    <a:pt x="1266" y="2174"/>
                  </a:lnTo>
                  <a:cubicBezTo>
                    <a:pt x="1308" y="2174"/>
                    <a:pt x="1308" y="2179"/>
                    <a:pt x="1308" y="2185"/>
                  </a:cubicBezTo>
                  <a:cubicBezTo>
                    <a:pt x="1243" y="2193"/>
                    <a:pt x="1299" y="2201"/>
                    <a:pt x="1364" y="2209"/>
                  </a:cubicBezTo>
                  <a:lnTo>
                    <a:pt x="1364" y="2201"/>
                  </a:lnTo>
                  <a:cubicBezTo>
                    <a:pt x="1486" y="2201"/>
                    <a:pt x="1478" y="2201"/>
                    <a:pt x="1421" y="2209"/>
                  </a:cubicBezTo>
                  <a:cubicBezTo>
                    <a:pt x="1401" y="2213"/>
                    <a:pt x="1381" y="2215"/>
                    <a:pt x="1360" y="2215"/>
                  </a:cubicBezTo>
                  <a:cubicBezTo>
                    <a:pt x="1340" y="2215"/>
                    <a:pt x="1320" y="2213"/>
                    <a:pt x="1299" y="2209"/>
                  </a:cubicBezTo>
                  <a:cubicBezTo>
                    <a:pt x="1259" y="2209"/>
                    <a:pt x="1218" y="2217"/>
                    <a:pt x="1178" y="2217"/>
                  </a:cubicBezTo>
                  <a:cubicBezTo>
                    <a:pt x="1178" y="2226"/>
                    <a:pt x="1178" y="2226"/>
                    <a:pt x="1243" y="2226"/>
                  </a:cubicBezTo>
                  <a:lnTo>
                    <a:pt x="1299" y="2226"/>
                  </a:lnTo>
                  <a:cubicBezTo>
                    <a:pt x="1299" y="2234"/>
                    <a:pt x="1299" y="2234"/>
                    <a:pt x="1356" y="2234"/>
                  </a:cubicBezTo>
                  <a:cubicBezTo>
                    <a:pt x="1421" y="2234"/>
                    <a:pt x="1421" y="2242"/>
                    <a:pt x="1413" y="2242"/>
                  </a:cubicBezTo>
                  <a:cubicBezTo>
                    <a:pt x="1356" y="2250"/>
                    <a:pt x="1356" y="2250"/>
                    <a:pt x="1356" y="2250"/>
                  </a:cubicBezTo>
                  <a:lnTo>
                    <a:pt x="1299" y="2250"/>
                  </a:lnTo>
                  <a:lnTo>
                    <a:pt x="1178" y="2258"/>
                  </a:lnTo>
                  <a:lnTo>
                    <a:pt x="1235" y="2258"/>
                  </a:lnTo>
                  <a:cubicBezTo>
                    <a:pt x="1299" y="2258"/>
                    <a:pt x="1283" y="2339"/>
                    <a:pt x="1283" y="2347"/>
                  </a:cubicBezTo>
                  <a:cubicBezTo>
                    <a:pt x="1218" y="2355"/>
                    <a:pt x="1218" y="2363"/>
                    <a:pt x="1283" y="2363"/>
                  </a:cubicBezTo>
                  <a:cubicBezTo>
                    <a:pt x="1340" y="2363"/>
                    <a:pt x="1340" y="2380"/>
                    <a:pt x="1332" y="2404"/>
                  </a:cubicBezTo>
                  <a:cubicBezTo>
                    <a:pt x="1332" y="2428"/>
                    <a:pt x="1324" y="2445"/>
                    <a:pt x="1389" y="2445"/>
                  </a:cubicBezTo>
                  <a:lnTo>
                    <a:pt x="1389" y="2453"/>
                  </a:lnTo>
                  <a:cubicBezTo>
                    <a:pt x="1381" y="2461"/>
                    <a:pt x="1445" y="2469"/>
                    <a:pt x="1445" y="2477"/>
                  </a:cubicBezTo>
                  <a:cubicBezTo>
                    <a:pt x="1483" y="2477"/>
                    <a:pt x="1496" y="2481"/>
                    <a:pt x="1481" y="2481"/>
                  </a:cubicBezTo>
                  <a:cubicBezTo>
                    <a:pt x="1473" y="2481"/>
                    <a:pt x="1459" y="2480"/>
                    <a:pt x="1437" y="2477"/>
                  </a:cubicBezTo>
                  <a:cubicBezTo>
                    <a:pt x="1416" y="2477"/>
                    <a:pt x="1390" y="2473"/>
                    <a:pt x="1364" y="2473"/>
                  </a:cubicBezTo>
                  <a:cubicBezTo>
                    <a:pt x="1351" y="2473"/>
                    <a:pt x="1337" y="2474"/>
                    <a:pt x="1324" y="2477"/>
                  </a:cubicBezTo>
                  <a:cubicBezTo>
                    <a:pt x="1356" y="2485"/>
                    <a:pt x="1397" y="2485"/>
                    <a:pt x="1437" y="2485"/>
                  </a:cubicBezTo>
                  <a:cubicBezTo>
                    <a:pt x="1502" y="2493"/>
                    <a:pt x="1502" y="2493"/>
                    <a:pt x="1502" y="2493"/>
                  </a:cubicBezTo>
                  <a:lnTo>
                    <a:pt x="1437" y="2493"/>
                  </a:lnTo>
                  <a:lnTo>
                    <a:pt x="1316" y="2485"/>
                  </a:lnTo>
                  <a:lnTo>
                    <a:pt x="1316" y="2493"/>
                  </a:lnTo>
                  <a:lnTo>
                    <a:pt x="1372" y="2493"/>
                  </a:lnTo>
                  <a:cubicBezTo>
                    <a:pt x="1372" y="2497"/>
                    <a:pt x="1372" y="2499"/>
                    <a:pt x="1358" y="2499"/>
                  </a:cubicBezTo>
                  <a:cubicBezTo>
                    <a:pt x="1344" y="2499"/>
                    <a:pt x="1316" y="2497"/>
                    <a:pt x="1259" y="2493"/>
                  </a:cubicBezTo>
                  <a:cubicBezTo>
                    <a:pt x="1223" y="2491"/>
                    <a:pt x="1198" y="2490"/>
                    <a:pt x="1183" y="2490"/>
                  </a:cubicBezTo>
                  <a:cubicBezTo>
                    <a:pt x="1148" y="2490"/>
                    <a:pt x="1173" y="2496"/>
                    <a:pt x="1259" y="2501"/>
                  </a:cubicBezTo>
                  <a:lnTo>
                    <a:pt x="1316" y="2509"/>
                  </a:lnTo>
                  <a:cubicBezTo>
                    <a:pt x="1194" y="2509"/>
                    <a:pt x="1308" y="2517"/>
                    <a:pt x="1372" y="2526"/>
                  </a:cubicBezTo>
                  <a:cubicBezTo>
                    <a:pt x="1251" y="2526"/>
                    <a:pt x="1251" y="2526"/>
                    <a:pt x="1372" y="2534"/>
                  </a:cubicBezTo>
                  <a:cubicBezTo>
                    <a:pt x="1429" y="2542"/>
                    <a:pt x="1429" y="2542"/>
                    <a:pt x="1364" y="2542"/>
                  </a:cubicBezTo>
                  <a:cubicBezTo>
                    <a:pt x="1308" y="2542"/>
                    <a:pt x="1308" y="2550"/>
                    <a:pt x="1308" y="2558"/>
                  </a:cubicBezTo>
                  <a:cubicBezTo>
                    <a:pt x="1364" y="2558"/>
                    <a:pt x="1356" y="2582"/>
                    <a:pt x="1356" y="2615"/>
                  </a:cubicBezTo>
                  <a:cubicBezTo>
                    <a:pt x="1348" y="2639"/>
                    <a:pt x="1348" y="2663"/>
                    <a:pt x="1405" y="2663"/>
                  </a:cubicBezTo>
                  <a:cubicBezTo>
                    <a:pt x="1405" y="2671"/>
                    <a:pt x="1405" y="2672"/>
                    <a:pt x="1344" y="2672"/>
                  </a:cubicBezTo>
                  <a:lnTo>
                    <a:pt x="1344" y="2672"/>
                  </a:lnTo>
                  <a:cubicBezTo>
                    <a:pt x="1316" y="2668"/>
                    <a:pt x="1304" y="2666"/>
                    <a:pt x="1303" y="2666"/>
                  </a:cubicBezTo>
                  <a:lnTo>
                    <a:pt x="1303" y="2666"/>
                  </a:lnTo>
                  <a:cubicBezTo>
                    <a:pt x="1303" y="2666"/>
                    <a:pt x="1316" y="2668"/>
                    <a:pt x="1340" y="2672"/>
                  </a:cubicBezTo>
                  <a:cubicBezTo>
                    <a:pt x="1341" y="2672"/>
                    <a:pt x="1343" y="2672"/>
                    <a:pt x="1344" y="2672"/>
                  </a:cubicBezTo>
                  <a:lnTo>
                    <a:pt x="1344" y="2672"/>
                  </a:lnTo>
                  <a:cubicBezTo>
                    <a:pt x="1359" y="2674"/>
                    <a:pt x="1379" y="2676"/>
                    <a:pt x="1405" y="2680"/>
                  </a:cubicBezTo>
                  <a:cubicBezTo>
                    <a:pt x="1438" y="2684"/>
                    <a:pt x="1470" y="2689"/>
                    <a:pt x="1469" y="2689"/>
                  </a:cubicBezTo>
                  <a:cubicBezTo>
                    <a:pt x="1468" y="2689"/>
                    <a:pt x="1448" y="2686"/>
                    <a:pt x="1397" y="2680"/>
                  </a:cubicBezTo>
                  <a:cubicBezTo>
                    <a:pt x="1340" y="2680"/>
                    <a:pt x="1340" y="2688"/>
                    <a:pt x="1340" y="2696"/>
                  </a:cubicBezTo>
                  <a:cubicBezTo>
                    <a:pt x="1332" y="2704"/>
                    <a:pt x="1332" y="2720"/>
                    <a:pt x="1389" y="2728"/>
                  </a:cubicBezTo>
                  <a:cubicBezTo>
                    <a:pt x="1355" y="2724"/>
                    <a:pt x="1326" y="2722"/>
                    <a:pt x="1305" y="2722"/>
                  </a:cubicBezTo>
                  <a:cubicBezTo>
                    <a:pt x="1252" y="2722"/>
                    <a:pt x="1244" y="2733"/>
                    <a:pt x="1324" y="2744"/>
                  </a:cubicBezTo>
                  <a:cubicBezTo>
                    <a:pt x="1324" y="2749"/>
                    <a:pt x="1324" y="2751"/>
                    <a:pt x="1317" y="2751"/>
                  </a:cubicBezTo>
                  <a:cubicBezTo>
                    <a:pt x="1310" y="2751"/>
                    <a:pt x="1295" y="2749"/>
                    <a:pt x="1267" y="2744"/>
                  </a:cubicBezTo>
                  <a:lnTo>
                    <a:pt x="1267" y="2744"/>
                  </a:lnTo>
                  <a:cubicBezTo>
                    <a:pt x="1267" y="2753"/>
                    <a:pt x="1259" y="2753"/>
                    <a:pt x="1324" y="2769"/>
                  </a:cubicBezTo>
                  <a:lnTo>
                    <a:pt x="1316" y="2793"/>
                  </a:lnTo>
                  <a:cubicBezTo>
                    <a:pt x="1316" y="2801"/>
                    <a:pt x="1372" y="2809"/>
                    <a:pt x="1372" y="2809"/>
                  </a:cubicBezTo>
                  <a:cubicBezTo>
                    <a:pt x="1372" y="2817"/>
                    <a:pt x="1372" y="2817"/>
                    <a:pt x="1372" y="2817"/>
                  </a:cubicBezTo>
                  <a:cubicBezTo>
                    <a:pt x="1361" y="2816"/>
                    <a:pt x="1351" y="2815"/>
                    <a:pt x="1344" y="2815"/>
                  </a:cubicBezTo>
                  <a:cubicBezTo>
                    <a:pt x="1307" y="2815"/>
                    <a:pt x="1306" y="2830"/>
                    <a:pt x="1299" y="2850"/>
                  </a:cubicBezTo>
                  <a:cubicBezTo>
                    <a:pt x="1291" y="2874"/>
                    <a:pt x="1291" y="2890"/>
                    <a:pt x="1226" y="2890"/>
                  </a:cubicBezTo>
                  <a:cubicBezTo>
                    <a:pt x="1226" y="2890"/>
                    <a:pt x="1226" y="2890"/>
                    <a:pt x="1291" y="2899"/>
                  </a:cubicBezTo>
                  <a:cubicBezTo>
                    <a:pt x="1363" y="2914"/>
                    <a:pt x="1390" y="2920"/>
                    <a:pt x="1383" y="2920"/>
                  </a:cubicBezTo>
                  <a:cubicBezTo>
                    <a:pt x="1379" y="2920"/>
                    <a:pt x="1364" y="2918"/>
                    <a:pt x="1340" y="2915"/>
                  </a:cubicBezTo>
                  <a:cubicBezTo>
                    <a:pt x="1319" y="2913"/>
                    <a:pt x="1302" y="2913"/>
                    <a:pt x="1288" y="2913"/>
                  </a:cubicBezTo>
                  <a:cubicBezTo>
                    <a:pt x="1233" y="2913"/>
                    <a:pt x="1239" y="2924"/>
                    <a:pt x="1318" y="2936"/>
                  </a:cubicBezTo>
                  <a:lnTo>
                    <a:pt x="1318" y="2936"/>
                  </a:lnTo>
                  <a:lnTo>
                    <a:pt x="1283" y="2931"/>
                  </a:lnTo>
                  <a:cubicBezTo>
                    <a:pt x="1255" y="2927"/>
                    <a:pt x="1236" y="2926"/>
                    <a:pt x="1226" y="2926"/>
                  </a:cubicBezTo>
                  <a:cubicBezTo>
                    <a:pt x="1191" y="2926"/>
                    <a:pt x="1245" y="2943"/>
                    <a:pt x="1332" y="2955"/>
                  </a:cubicBezTo>
                  <a:cubicBezTo>
                    <a:pt x="1304" y="2951"/>
                    <a:pt x="1273" y="2949"/>
                    <a:pt x="1258" y="2949"/>
                  </a:cubicBezTo>
                  <a:cubicBezTo>
                    <a:pt x="1243" y="2949"/>
                    <a:pt x="1243" y="2951"/>
                    <a:pt x="1275" y="2955"/>
                  </a:cubicBezTo>
                  <a:cubicBezTo>
                    <a:pt x="1275" y="2959"/>
                    <a:pt x="1275" y="2961"/>
                    <a:pt x="1266" y="2961"/>
                  </a:cubicBezTo>
                  <a:cubicBezTo>
                    <a:pt x="1254" y="2961"/>
                    <a:pt x="1225" y="2957"/>
                    <a:pt x="1154" y="2947"/>
                  </a:cubicBezTo>
                  <a:lnTo>
                    <a:pt x="1154" y="2955"/>
                  </a:lnTo>
                  <a:cubicBezTo>
                    <a:pt x="1154" y="2955"/>
                    <a:pt x="1145" y="2963"/>
                    <a:pt x="1210" y="2972"/>
                  </a:cubicBezTo>
                  <a:cubicBezTo>
                    <a:pt x="1267" y="2980"/>
                    <a:pt x="1267" y="2980"/>
                    <a:pt x="1267" y="2980"/>
                  </a:cubicBezTo>
                  <a:cubicBezTo>
                    <a:pt x="1256" y="2978"/>
                    <a:pt x="1249" y="2977"/>
                    <a:pt x="1246" y="2977"/>
                  </a:cubicBezTo>
                  <a:cubicBezTo>
                    <a:pt x="1233" y="2977"/>
                    <a:pt x="1278" y="2988"/>
                    <a:pt x="1324" y="2988"/>
                  </a:cubicBezTo>
                  <a:cubicBezTo>
                    <a:pt x="1364" y="2996"/>
                    <a:pt x="1405" y="3004"/>
                    <a:pt x="1445" y="3012"/>
                  </a:cubicBezTo>
                  <a:lnTo>
                    <a:pt x="1559" y="3028"/>
                  </a:lnTo>
                  <a:cubicBezTo>
                    <a:pt x="1640" y="3044"/>
                    <a:pt x="1721" y="3053"/>
                    <a:pt x="1802" y="3053"/>
                  </a:cubicBezTo>
                  <a:cubicBezTo>
                    <a:pt x="1859" y="3053"/>
                    <a:pt x="1924" y="3044"/>
                    <a:pt x="1802" y="3028"/>
                  </a:cubicBezTo>
                  <a:cubicBezTo>
                    <a:pt x="1786" y="3028"/>
                    <a:pt x="1770" y="3020"/>
                    <a:pt x="1745" y="3012"/>
                  </a:cubicBezTo>
                  <a:lnTo>
                    <a:pt x="1810" y="3012"/>
                  </a:lnTo>
                  <a:cubicBezTo>
                    <a:pt x="1824" y="3014"/>
                    <a:pt x="1836" y="3015"/>
                    <a:pt x="1844" y="3015"/>
                  </a:cubicBezTo>
                  <a:cubicBezTo>
                    <a:pt x="1871" y="3015"/>
                    <a:pt x="1875" y="3006"/>
                    <a:pt x="1875" y="2988"/>
                  </a:cubicBezTo>
                  <a:cubicBezTo>
                    <a:pt x="1882" y="2974"/>
                    <a:pt x="1883" y="2961"/>
                    <a:pt x="1918" y="2961"/>
                  </a:cubicBezTo>
                  <a:cubicBezTo>
                    <a:pt x="1926" y="2961"/>
                    <a:pt x="1936" y="2962"/>
                    <a:pt x="1948" y="2963"/>
                  </a:cubicBezTo>
                  <a:lnTo>
                    <a:pt x="2005" y="2963"/>
                  </a:lnTo>
                  <a:cubicBezTo>
                    <a:pt x="1948" y="2955"/>
                    <a:pt x="1948" y="2931"/>
                    <a:pt x="1956" y="2907"/>
                  </a:cubicBezTo>
                  <a:cubicBezTo>
                    <a:pt x="1964" y="2882"/>
                    <a:pt x="1972" y="2858"/>
                    <a:pt x="1908" y="2850"/>
                  </a:cubicBezTo>
                  <a:lnTo>
                    <a:pt x="1916" y="2842"/>
                  </a:lnTo>
                  <a:cubicBezTo>
                    <a:pt x="1932" y="2844"/>
                    <a:pt x="1944" y="2845"/>
                    <a:pt x="1952" y="2845"/>
                  </a:cubicBezTo>
                  <a:cubicBezTo>
                    <a:pt x="1972" y="2845"/>
                    <a:pt x="1972" y="2839"/>
                    <a:pt x="1972" y="2834"/>
                  </a:cubicBezTo>
                  <a:cubicBezTo>
                    <a:pt x="1916" y="2817"/>
                    <a:pt x="1916" y="2809"/>
                    <a:pt x="1916" y="2809"/>
                  </a:cubicBezTo>
                  <a:lnTo>
                    <a:pt x="1916" y="2809"/>
                  </a:lnTo>
                  <a:cubicBezTo>
                    <a:pt x="1948" y="2813"/>
                    <a:pt x="1964" y="2815"/>
                    <a:pt x="1972" y="2815"/>
                  </a:cubicBezTo>
                  <a:cubicBezTo>
                    <a:pt x="1980" y="2815"/>
                    <a:pt x="1980" y="2813"/>
                    <a:pt x="1980" y="2809"/>
                  </a:cubicBezTo>
                  <a:cubicBezTo>
                    <a:pt x="1980" y="2801"/>
                    <a:pt x="1980" y="2793"/>
                    <a:pt x="1924" y="2793"/>
                  </a:cubicBezTo>
                  <a:cubicBezTo>
                    <a:pt x="1924" y="2785"/>
                    <a:pt x="1932" y="2761"/>
                    <a:pt x="1989" y="2753"/>
                  </a:cubicBezTo>
                  <a:cubicBezTo>
                    <a:pt x="2053" y="2753"/>
                    <a:pt x="1997" y="2744"/>
                    <a:pt x="1932" y="2736"/>
                  </a:cubicBezTo>
                  <a:cubicBezTo>
                    <a:pt x="1891" y="2736"/>
                    <a:pt x="1859" y="2728"/>
                    <a:pt x="1818" y="2720"/>
                  </a:cubicBezTo>
                  <a:lnTo>
                    <a:pt x="1818" y="2720"/>
                  </a:lnTo>
                  <a:lnTo>
                    <a:pt x="1932" y="2728"/>
                  </a:lnTo>
                  <a:cubicBezTo>
                    <a:pt x="1997" y="2736"/>
                    <a:pt x="1997" y="2736"/>
                    <a:pt x="1997" y="2736"/>
                  </a:cubicBezTo>
                  <a:lnTo>
                    <a:pt x="1997" y="2728"/>
                  </a:lnTo>
                  <a:cubicBezTo>
                    <a:pt x="1940" y="2720"/>
                    <a:pt x="1940" y="2704"/>
                    <a:pt x="1948" y="2680"/>
                  </a:cubicBezTo>
                  <a:cubicBezTo>
                    <a:pt x="1956" y="2639"/>
                    <a:pt x="1956" y="2631"/>
                    <a:pt x="1899" y="2631"/>
                  </a:cubicBezTo>
                  <a:cubicBezTo>
                    <a:pt x="1835" y="2623"/>
                    <a:pt x="1835" y="2623"/>
                    <a:pt x="1899" y="2615"/>
                  </a:cubicBezTo>
                  <a:cubicBezTo>
                    <a:pt x="2078" y="2599"/>
                    <a:pt x="2078" y="2599"/>
                    <a:pt x="2021" y="2599"/>
                  </a:cubicBezTo>
                  <a:cubicBezTo>
                    <a:pt x="1980" y="2599"/>
                    <a:pt x="1940" y="2599"/>
                    <a:pt x="1899" y="2590"/>
                  </a:cubicBezTo>
                  <a:cubicBezTo>
                    <a:pt x="1786" y="2582"/>
                    <a:pt x="1786" y="2582"/>
                    <a:pt x="1908" y="2582"/>
                  </a:cubicBezTo>
                  <a:cubicBezTo>
                    <a:pt x="1915" y="2583"/>
                    <a:pt x="1922" y="2583"/>
                    <a:pt x="1928" y="2583"/>
                  </a:cubicBezTo>
                  <a:cubicBezTo>
                    <a:pt x="2014" y="2583"/>
                    <a:pt x="1964" y="2533"/>
                    <a:pt x="1851" y="2526"/>
                  </a:cubicBezTo>
                  <a:lnTo>
                    <a:pt x="1916" y="2526"/>
                  </a:lnTo>
                  <a:cubicBezTo>
                    <a:pt x="1972" y="2526"/>
                    <a:pt x="1972" y="2526"/>
                    <a:pt x="1980" y="2509"/>
                  </a:cubicBezTo>
                  <a:lnTo>
                    <a:pt x="1980" y="2501"/>
                  </a:lnTo>
                  <a:cubicBezTo>
                    <a:pt x="1859" y="2493"/>
                    <a:pt x="1924" y="2477"/>
                    <a:pt x="1980" y="2477"/>
                  </a:cubicBezTo>
                  <a:cubicBezTo>
                    <a:pt x="2045" y="2477"/>
                    <a:pt x="2045" y="2477"/>
                    <a:pt x="2045" y="2469"/>
                  </a:cubicBezTo>
                  <a:cubicBezTo>
                    <a:pt x="1924" y="2453"/>
                    <a:pt x="1989" y="2436"/>
                    <a:pt x="2045" y="2436"/>
                  </a:cubicBezTo>
                  <a:lnTo>
                    <a:pt x="2053" y="2428"/>
                  </a:lnTo>
                  <a:cubicBezTo>
                    <a:pt x="1989" y="2420"/>
                    <a:pt x="1989" y="2412"/>
                    <a:pt x="1989" y="2412"/>
                  </a:cubicBezTo>
                  <a:cubicBezTo>
                    <a:pt x="1997" y="2404"/>
                    <a:pt x="1997" y="2396"/>
                    <a:pt x="1932" y="2396"/>
                  </a:cubicBezTo>
                  <a:cubicBezTo>
                    <a:pt x="1918" y="2399"/>
                    <a:pt x="1905" y="2399"/>
                    <a:pt x="1892" y="2399"/>
                  </a:cubicBezTo>
                  <a:cubicBezTo>
                    <a:pt x="1865" y="2399"/>
                    <a:pt x="1840" y="2396"/>
                    <a:pt x="1818" y="2396"/>
                  </a:cubicBezTo>
                  <a:lnTo>
                    <a:pt x="1875" y="2396"/>
                  </a:lnTo>
                  <a:cubicBezTo>
                    <a:pt x="1932" y="2396"/>
                    <a:pt x="1940" y="2388"/>
                    <a:pt x="1940" y="2372"/>
                  </a:cubicBezTo>
                  <a:cubicBezTo>
                    <a:pt x="1940" y="2347"/>
                    <a:pt x="1940" y="2347"/>
                    <a:pt x="2005" y="2339"/>
                  </a:cubicBezTo>
                  <a:lnTo>
                    <a:pt x="1940" y="2339"/>
                  </a:lnTo>
                  <a:cubicBezTo>
                    <a:pt x="1883" y="2331"/>
                    <a:pt x="1883" y="2331"/>
                    <a:pt x="1948" y="2331"/>
                  </a:cubicBezTo>
                  <a:cubicBezTo>
                    <a:pt x="2005" y="2323"/>
                    <a:pt x="2005" y="2315"/>
                    <a:pt x="1948" y="2307"/>
                  </a:cubicBezTo>
                  <a:lnTo>
                    <a:pt x="1948" y="2299"/>
                  </a:lnTo>
                  <a:cubicBezTo>
                    <a:pt x="2070" y="2290"/>
                    <a:pt x="2070" y="2282"/>
                    <a:pt x="1948" y="2274"/>
                  </a:cubicBezTo>
                  <a:cubicBezTo>
                    <a:pt x="2013" y="2274"/>
                    <a:pt x="2013" y="2274"/>
                    <a:pt x="2013" y="2266"/>
                  </a:cubicBezTo>
                  <a:cubicBezTo>
                    <a:pt x="1956" y="2258"/>
                    <a:pt x="1956" y="2250"/>
                    <a:pt x="2013" y="2250"/>
                  </a:cubicBezTo>
                  <a:lnTo>
                    <a:pt x="2013" y="2242"/>
                  </a:lnTo>
                  <a:cubicBezTo>
                    <a:pt x="1956" y="2242"/>
                    <a:pt x="1956" y="2234"/>
                    <a:pt x="1956" y="2234"/>
                  </a:cubicBezTo>
                  <a:cubicBezTo>
                    <a:pt x="1956" y="2226"/>
                    <a:pt x="1956" y="2226"/>
                    <a:pt x="1899" y="2217"/>
                  </a:cubicBezTo>
                  <a:lnTo>
                    <a:pt x="1843" y="2217"/>
                  </a:lnTo>
                  <a:cubicBezTo>
                    <a:pt x="1859" y="2213"/>
                    <a:pt x="1877" y="2211"/>
                    <a:pt x="1896" y="2211"/>
                  </a:cubicBezTo>
                  <a:cubicBezTo>
                    <a:pt x="1916" y="2211"/>
                    <a:pt x="1936" y="2213"/>
                    <a:pt x="1956" y="2217"/>
                  </a:cubicBezTo>
                  <a:cubicBezTo>
                    <a:pt x="1969" y="2219"/>
                    <a:pt x="1979" y="2220"/>
                    <a:pt x="1986" y="2220"/>
                  </a:cubicBezTo>
                  <a:cubicBezTo>
                    <a:pt x="2017" y="2220"/>
                    <a:pt x="1998" y="2208"/>
                    <a:pt x="1899" y="2201"/>
                  </a:cubicBezTo>
                  <a:cubicBezTo>
                    <a:pt x="1839" y="2197"/>
                    <a:pt x="1810" y="2195"/>
                    <a:pt x="1811" y="2195"/>
                  </a:cubicBezTo>
                  <a:lnTo>
                    <a:pt x="1811" y="2195"/>
                  </a:lnTo>
                  <a:cubicBezTo>
                    <a:pt x="1812" y="2195"/>
                    <a:pt x="1843" y="2197"/>
                    <a:pt x="1899" y="2201"/>
                  </a:cubicBezTo>
                  <a:cubicBezTo>
                    <a:pt x="1937" y="2201"/>
                    <a:pt x="1979" y="2205"/>
                    <a:pt x="1983" y="2205"/>
                  </a:cubicBezTo>
                  <a:cubicBezTo>
                    <a:pt x="1985" y="2205"/>
                    <a:pt x="1978" y="2204"/>
                    <a:pt x="1956" y="2201"/>
                  </a:cubicBezTo>
                  <a:cubicBezTo>
                    <a:pt x="1956" y="2201"/>
                    <a:pt x="1964" y="2193"/>
                    <a:pt x="1899" y="2193"/>
                  </a:cubicBezTo>
                  <a:lnTo>
                    <a:pt x="1899" y="2177"/>
                  </a:lnTo>
                  <a:cubicBezTo>
                    <a:pt x="1964" y="2169"/>
                    <a:pt x="1964" y="2169"/>
                    <a:pt x="1964" y="2169"/>
                  </a:cubicBezTo>
                  <a:cubicBezTo>
                    <a:pt x="1908" y="2161"/>
                    <a:pt x="1908" y="2161"/>
                    <a:pt x="1964" y="2161"/>
                  </a:cubicBezTo>
                  <a:cubicBezTo>
                    <a:pt x="2021" y="2161"/>
                    <a:pt x="2029" y="2153"/>
                    <a:pt x="1908" y="2153"/>
                  </a:cubicBezTo>
                  <a:cubicBezTo>
                    <a:pt x="1843" y="2153"/>
                    <a:pt x="1843" y="2145"/>
                    <a:pt x="1908" y="2145"/>
                  </a:cubicBezTo>
                  <a:cubicBezTo>
                    <a:pt x="2029" y="2145"/>
                    <a:pt x="2029" y="2136"/>
                    <a:pt x="1964" y="2136"/>
                  </a:cubicBezTo>
                  <a:lnTo>
                    <a:pt x="1908" y="2136"/>
                  </a:lnTo>
                  <a:cubicBezTo>
                    <a:pt x="1964" y="2128"/>
                    <a:pt x="1972" y="2096"/>
                    <a:pt x="1972" y="2063"/>
                  </a:cubicBezTo>
                  <a:cubicBezTo>
                    <a:pt x="1952" y="2059"/>
                    <a:pt x="1932" y="2057"/>
                    <a:pt x="1913" y="2057"/>
                  </a:cubicBezTo>
                  <a:cubicBezTo>
                    <a:pt x="1893" y="2057"/>
                    <a:pt x="1875" y="2059"/>
                    <a:pt x="1859" y="2063"/>
                  </a:cubicBezTo>
                  <a:cubicBezTo>
                    <a:pt x="1737" y="2063"/>
                    <a:pt x="1794" y="2063"/>
                    <a:pt x="1859" y="2055"/>
                  </a:cubicBezTo>
                  <a:cubicBezTo>
                    <a:pt x="1985" y="2050"/>
                    <a:pt x="2022" y="2044"/>
                    <a:pt x="1970" y="2044"/>
                  </a:cubicBezTo>
                  <a:cubicBezTo>
                    <a:pt x="1948" y="2044"/>
                    <a:pt x="1911" y="2045"/>
                    <a:pt x="1859" y="2047"/>
                  </a:cubicBezTo>
                  <a:cubicBezTo>
                    <a:pt x="1916" y="2039"/>
                    <a:pt x="1916" y="2039"/>
                    <a:pt x="1859" y="2039"/>
                  </a:cubicBezTo>
                  <a:cubicBezTo>
                    <a:pt x="1794" y="2039"/>
                    <a:pt x="1794" y="2039"/>
                    <a:pt x="1859" y="2031"/>
                  </a:cubicBezTo>
                  <a:cubicBezTo>
                    <a:pt x="1916" y="2031"/>
                    <a:pt x="1980" y="2023"/>
                    <a:pt x="1916" y="2023"/>
                  </a:cubicBezTo>
                  <a:cubicBezTo>
                    <a:pt x="1916" y="2023"/>
                    <a:pt x="1916" y="2023"/>
                    <a:pt x="1980" y="2015"/>
                  </a:cubicBezTo>
                  <a:cubicBezTo>
                    <a:pt x="2037" y="2007"/>
                    <a:pt x="1980" y="2007"/>
                    <a:pt x="1916" y="2007"/>
                  </a:cubicBezTo>
                  <a:cubicBezTo>
                    <a:pt x="1802" y="1999"/>
                    <a:pt x="1802" y="1999"/>
                    <a:pt x="1924" y="1999"/>
                  </a:cubicBezTo>
                  <a:cubicBezTo>
                    <a:pt x="2021" y="1999"/>
                    <a:pt x="1993" y="1981"/>
                    <a:pt x="1907" y="1981"/>
                  </a:cubicBezTo>
                  <a:cubicBezTo>
                    <a:pt x="1892" y="1981"/>
                    <a:pt x="1876" y="1981"/>
                    <a:pt x="1859" y="1982"/>
                  </a:cubicBezTo>
                  <a:cubicBezTo>
                    <a:pt x="1745" y="1982"/>
                    <a:pt x="1745" y="1982"/>
                    <a:pt x="1802" y="1974"/>
                  </a:cubicBezTo>
                  <a:lnTo>
                    <a:pt x="1859" y="1974"/>
                  </a:lnTo>
                  <a:cubicBezTo>
                    <a:pt x="1859" y="1966"/>
                    <a:pt x="1867" y="1966"/>
                    <a:pt x="1924" y="1958"/>
                  </a:cubicBezTo>
                  <a:cubicBezTo>
                    <a:pt x="1924" y="1958"/>
                    <a:pt x="1924" y="1958"/>
                    <a:pt x="1867" y="1950"/>
                  </a:cubicBezTo>
                  <a:cubicBezTo>
                    <a:pt x="1745" y="1950"/>
                    <a:pt x="1810" y="1934"/>
                    <a:pt x="1924" y="1926"/>
                  </a:cubicBezTo>
                  <a:lnTo>
                    <a:pt x="1867" y="1926"/>
                  </a:lnTo>
                  <a:cubicBezTo>
                    <a:pt x="1745" y="1926"/>
                    <a:pt x="1689" y="1926"/>
                    <a:pt x="1810" y="1918"/>
                  </a:cubicBezTo>
                  <a:lnTo>
                    <a:pt x="1867" y="1918"/>
                  </a:lnTo>
                  <a:cubicBezTo>
                    <a:pt x="1745" y="1918"/>
                    <a:pt x="1810" y="1901"/>
                    <a:pt x="1932" y="1893"/>
                  </a:cubicBezTo>
                  <a:lnTo>
                    <a:pt x="1810" y="1893"/>
                  </a:lnTo>
                  <a:cubicBezTo>
                    <a:pt x="1810" y="1893"/>
                    <a:pt x="1810" y="1885"/>
                    <a:pt x="1867" y="1885"/>
                  </a:cubicBezTo>
                  <a:cubicBezTo>
                    <a:pt x="1932" y="1877"/>
                    <a:pt x="1989" y="1869"/>
                    <a:pt x="1932" y="1869"/>
                  </a:cubicBezTo>
                  <a:cubicBezTo>
                    <a:pt x="1932" y="1869"/>
                    <a:pt x="1932" y="1869"/>
                    <a:pt x="1989" y="1861"/>
                  </a:cubicBezTo>
                  <a:lnTo>
                    <a:pt x="1989" y="1845"/>
                  </a:lnTo>
                  <a:cubicBezTo>
                    <a:pt x="1932" y="1845"/>
                    <a:pt x="1932" y="1836"/>
                    <a:pt x="1989" y="1836"/>
                  </a:cubicBezTo>
                  <a:cubicBezTo>
                    <a:pt x="1989" y="1836"/>
                    <a:pt x="1989" y="1828"/>
                    <a:pt x="1932" y="1828"/>
                  </a:cubicBezTo>
                  <a:cubicBezTo>
                    <a:pt x="1932" y="1820"/>
                    <a:pt x="1932" y="1812"/>
                    <a:pt x="1989" y="1812"/>
                  </a:cubicBezTo>
                  <a:cubicBezTo>
                    <a:pt x="1932" y="1812"/>
                    <a:pt x="1932" y="1812"/>
                    <a:pt x="1932" y="1804"/>
                  </a:cubicBezTo>
                  <a:lnTo>
                    <a:pt x="1932" y="1796"/>
                  </a:lnTo>
                  <a:cubicBezTo>
                    <a:pt x="1903" y="1800"/>
                    <a:pt x="1889" y="1802"/>
                    <a:pt x="1882" y="1802"/>
                  </a:cubicBezTo>
                  <a:cubicBezTo>
                    <a:pt x="1875" y="1802"/>
                    <a:pt x="1875" y="1800"/>
                    <a:pt x="1875" y="1796"/>
                  </a:cubicBezTo>
                  <a:cubicBezTo>
                    <a:pt x="1875" y="1796"/>
                    <a:pt x="1932" y="1780"/>
                    <a:pt x="1932" y="1772"/>
                  </a:cubicBezTo>
                  <a:cubicBezTo>
                    <a:pt x="1932" y="1768"/>
                    <a:pt x="1932" y="1765"/>
                    <a:pt x="1925" y="1765"/>
                  </a:cubicBezTo>
                  <a:cubicBezTo>
                    <a:pt x="1918" y="1765"/>
                    <a:pt x="1903" y="1768"/>
                    <a:pt x="1875" y="1772"/>
                  </a:cubicBezTo>
                  <a:cubicBezTo>
                    <a:pt x="1875" y="1763"/>
                    <a:pt x="1940" y="1747"/>
                    <a:pt x="1940" y="1739"/>
                  </a:cubicBezTo>
                  <a:cubicBezTo>
                    <a:pt x="1940" y="1730"/>
                    <a:pt x="1940" y="1726"/>
                    <a:pt x="1927" y="1726"/>
                  </a:cubicBezTo>
                  <a:cubicBezTo>
                    <a:pt x="1918" y="1726"/>
                    <a:pt x="1902" y="1728"/>
                    <a:pt x="1875" y="1731"/>
                  </a:cubicBezTo>
                  <a:cubicBezTo>
                    <a:pt x="1828" y="1734"/>
                    <a:pt x="1801" y="1736"/>
                    <a:pt x="1792" y="1736"/>
                  </a:cubicBezTo>
                  <a:cubicBezTo>
                    <a:pt x="1781" y="1736"/>
                    <a:pt x="1809" y="1732"/>
                    <a:pt x="1875" y="1723"/>
                  </a:cubicBezTo>
                  <a:cubicBezTo>
                    <a:pt x="1964" y="1711"/>
                    <a:pt x="1988" y="1704"/>
                    <a:pt x="1972" y="1704"/>
                  </a:cubicBezTo>
                  <a:cubicBezTo>
                    <a:pt x="1966" y="1704"/>
                    <a:pt x="1955" y="1705"/>
                    <a:pt x="1940" y="1707"/>
                  </a:cubicBezTo>
                  <a:lnTo>
                    <a:pt x="1875" y="1707"/>
                  </a:lnTo>
                  <a:cubicBezTo>
                    <a:pt x="1940" y="1699"/>
                    <a:pt x="1940" y="1699"/>
                    <a:pt x="1875" y="1690"/>
                  </a:cubicBezTo>
                  <a:cubicBezTo>
                    <a:pt x="1875" y="1690"/>
                    <a:pt x="1875" y="1690"/>
                    <a:pt x="1940" y="1682"/>
                  </a:cubicBezTo>
                  <a:lnTo>
                    <a:pt x="1940" y="1674"/>
                  </a:lnTo>
                  <a:cubicBezTo>
                    <a:pt x="1927" y="1675"/>
                    <a:pt x="1915" y="1676"/>
                    <a:pt x="1906" y="1676"/>
                  </a:cubicBezTo>
                  <a:cubicBezTo>
                    <a:pt x="1831" y="1676"/>
                    <a:pt x="1882" y="1649"/>
                    <a:pt x="1940" y="1642"/>
                  </a:cubicBezTo>
                  <a:lnTo>
                    <a:pt x="1875" y="1642"/>
                  </a:lnTo>
                  <a:cubicBezTo>
                    <a:pt x="1842" y="1644"/>
                    <a:pt x="1818" y="1645"/>
                    <a:pt x="1805" y="1645"/>
                  </a:cubicBezTo>
                  <a:cubicBezTo>
                    <a:pt x="1771" y="1645"/>
                    <a:pt x="1795" y="1639"/>
                    <a:pt x="1875" y="1634"/>
                  </a:cubicBezTo>
                  <a:cubicBezTo>
                    <a:pt x="1818" y="1634"/>
                    <a:pt x="1818" y="1618"/>
                    <a:pt x="1940" y="1609"/>
                  </a:cubicBezTo>
                  <a:lnTo>
                    <a:pt x="2062" y="1593"/>
                  </a:lnTo>
                  <a:lnTo>
                    <a:pt x="1997" y="1593"/>
                  </a:lnTo>
                  <a:cubicBezTo>
                    <a:pt x="1980" y="1596"/>
                    <a:pt x="1968" y="1597"/>
                    <a:pt x="1960" y="1597"/>
                  </a:cubicBezTo>
                  <a:cubicBezTo>
                    <a:pt x="1940" y="1597"/>
                    <a:pt x="1940" y="1591"/>
                    <a:pt x="1940" y="1585"/>
                  </a:cubicBezTo>
                  <a:cubicBezTo>
                    <a:pt x="1940" y="1577"/>
                    <a:pt x="1883" y="1569"/>
                    <a:pt x="1883" y="1561"/>
                  </a:cubicBezTo>
                  <a:cubicBezTo>
                    <a:pt x="1883" y="1553"/>
                    <a:pt x="1883" y="1545"/>
                    <a:pt x="1940" y="1528"/>
                  </a:cubicBezTo>
                  <a:cubicBezTo>
                    <a:pt x="1940" y="1528"/>
                    <a:pt x="1940" y="1520"/>
                    <a:pt x="1883" y="1520"/>
                  </a:cubicBezTo>
                  <a:cubicBezTo>
                    <a:pt x="1864" y="1523"/>
                    <a:pt x="1851" y="1524"/>
                    <a:pt x="1843" y="1524"/>
                  </a:cubicBezTo>
                  <a:cubicBezTo>
                    <a:pt x="1824" y="1524"/>
                    <a:pt x="1837" y="1518"/>
                    <a:pt x="1883" y="1512"/>
                  </a:cubicBezTo>
                  <a:lnTo>
                    <a:pt x="1883" y="1504"/>
                  </a:lnTo>
                  <a:lnTo>
                    <a:pt x="1818" y="1504"/>
                  </a:lnTo>
                  <a:cubicBezTo>
                    <a:pt x="1883" y="1496"/>
                    <a:pt x="1940" y="1488"/>
                    <a:pt x="1883" y="1488"/>
                  </a:cubicBezTo>
                  <a:cubicBezTo>
                    <a:pt x="1851" y="1492"/>
                    <a:pt x="1835" y="1494"/>
                    <a:pt x="1826" y="1494"/>
                  </a:cubicBezTo>
                  <a:cubicBezTo>
                    <a:pt x="1818" y="1494"/>
                    <a:pt x="1818" y="1492"/>
                    <a:pt x="1818" y="1488"/>
                  </a:cubicBezTo>
                  <a:cubicBezTo>
                    <a:pt x="1881" y="1472"/>
                    <a:pt x="1876" y="1358"/>
                    <a:pt x="1824" y="1358"/>
                  </a:cubicBezTo>
                  <a:cubicBezTo>
                    <a:pt x="1822" y="1358"/>
                    <a:pt x="1820" y="1358"/>
                    <a:pt x="1818" y="1358"/>
                  </a:cubicBezTo>
                  <a:lnTo>
                    <a:pt x="1818" y="1342"/>
                  </a:lnTo>
                  <a:lnTo>
                    <a:pt x="1818" y="1334"/>
                  </a:lnTo>
                  <a:cubicBezTo>
                    <a:pt x="1940" y="1318"/>
                    <a:pt x="1875" y="1309"/>
                    <a:pt x="1818" y="1301"/>
                  </a:cubicBezTo>
                  <a:cubicBezTo>
                    <a:pt x="1799" y="1304"/>
                    <a:pt x="1787" y="1305"/>
                    <a:pt x="1778" y="1305"/>
                  </a:cubicBezTo>
                  <a:cubicBezTo>
                    <a:pt x="1762" y="1305"/>
                    <a:pt x="1762" y="1301"/>
                    <a:pt x="1762" y="1301"/>
                  </a:cubicBezTo>
                  <a:cubicBezTo>
                    <a:pt x="1854" y="1288"/>
                    <a:pt x="1871" y="1275"/>
                    <a:pt x="1844" y="1275"/>
                  </a:cubicBezTo>
                  <a:cubicBezTo>
                    <a:pt x="1837" y="1275"/>
                    <a:pt x="1829" y="1276"/>
                    <a:pt x="1818" y="1277"/>
                  </a:cubicBezTo>
                  <a:cubicBezTo>
                    <a:pt x="1768" y="1280"/>
                    <a:pt x="1738" y="1282"/>
                    <a:pt x="1730" y="1282"/>
                  </a:cubicBezTo>
                  <a:cubicBezTo>
                    <a:pt x="1718" y="1282"/>
                    <a:pt x="1747" y="1278"/>
                    <a:pt x="1818" y="1269"/>
                  </a:cubicBezTo>
                  <a:cubicBezTo>
                    <a:pt x="1889" y="1255"/>
                    <a:pt x="1916" y="1246"/>
                    <a:pt x="1893" y="1246"/>
                  </a:cubicBezTo>
                  <a:cubicBezTo>
                    <a:pt x="1876" y="1246"/>
                    <a:pt x="1833" y="1251"/>
                    <a:pt x="1762" y="1261"/>
                  </a:cubicBezTo>
                  <a:cubicBezTo>
                    <a:pt x="1735" y="1264"/>
                    <a:pt x="1719" y="1266"/>
                    <a:pt x="1714" y="1266"/>
                  </a:cubicBezTo>
                  <a:cubicBezTo>
                    <a:pt x="1708" y="1266"/>
                    <a:pt x="1724" y="1262"/>
                    <a:pt x="1762" y="1253"/>
                  </a:cubicBezTo>
                  <a:cubicBezTo>
                    <a:pt x="1834" y="1237"/>
                    <a:pt x="1860" y="1232"/>
                    <a:pt x="1855" y="1232"/>
                  </a:cubicBezTo>
                  <a:lnTo>
                    <a:pt x="1855" y="1232"/>
                  </a:lnTo>
                  <a:cubicBezTo>
                    <a:pt x="1852" y="1232"/>
                    <a:pt x="1839" y="1233"/>
                    <a:pt x="1818" y="1236"/>
                  </a:cubicBezTo>
                  <a:cubicBezTo>
                    <a:pt x="1764" y="1244"/>
                    <a:pt x="1734" y="1248"/>
                    <a:pt x="1728" y="1248"/>
                  </a:cubicBezTo>
                  <a:cubicBezTo>
                    <a:pt x="1721" y="1248"/>
                    <a:pt x="1751" y="1242"/>
                    <a:pt x="1818" y="1228"/>
                  </a:cubicBezTo>
                  <a:cubicBezTo>
                    <a:pt x="1885" y="1209"/>
                    <a:pt x="1912" y="1201"/>
                    <a:pt x="1901" y="1201"/>
                  </a:cubicBezTo>
                  <a:cubicBezTo>
                    <a:pt x="1893" y="1201"/>
                    <a:pt x="1865" y="1205"/>
                    <a:pt x="1818" y="1212"/>
                  </a:cubicBezTo>
                  <a:cubicBezTo>
                    <a:pt x="1783" y="1217"/>
                    <a:pt x="1758" y="1219"/>
                    <a:pt x="1743" y="1219"/>
                  </a:cubicBezTo>
                  <a:cubicBezTo>
                    <a:pt x="1707" y="1219"/>
                    <a:pt x="1732" y="1207"/>
                    <a:pt x="1818" y="1196"/>
                  </a:cubicBezTo>
                  <a:cubicBezTo>
                    <a:pt x="1818" y="1190"/>
                    <a:pt x="1845" y="1181"/>
                    <a:pt x="1843" y="1181"/>
                  </a:cubicBezTo>
                  <a:lnTo>
                    <a:pt x="1843" y="1181"/>
                  </a:lnTo>
                  <a:cubicBezTo>
                    <a:pt x="1843" y="1181"/>
                    <a:pt x="1836" y="1183"/>
                    <a:pt x="1818" y="1188"/>
                  </a:cubicBezTo>
                  <a:lnTo>
                    <a:pt x="1875" y="1172"/>
                  </a:lnTo>
                  <a:lnTo>
                    <a:pt x="1875" y="1163"/>
                  </a:lnTo>
                  <a:lnTo>
                    <a:pt x="1818" y="1172"/>
                  </a:lnTo>
                  <a:cubicBezTo>
                    <a:pt x="1818" y="1172"/>
                    <a:pt x="1875" y="1139"/>
                    <a:pt x="1875" y="1107"/>
                  </a:cubicBezTo>
                  <a:cubicBezTo>
                    <a:pt x="1870" y="1079"/>
                    <a:pt x="1868" y="1066"/>
                    <a:pt x="1849" y="1066"/>
                  </a:cubicBezTo>
                  <a:cubicBezTo>
                    <a:pt x="1840" y="1066"/>
                    <a:pt x="1828" y="1069"/>
                    <a:pt x="1810" y="1074"/>
                  </a:cubicBezTo>
                  <a:cubicBezTo>
                    <a:pt x="1757" y="1089"/>
                    <a:pt x="1727" y="1095"/>
                    <a:pt x="1720" y="1095"/>
                  </a:cubicBezTo>
                  <a:cubicBezTo>
                    <a:pt x="1712" y="1095"/>
                    <a:pt x="1742" y="1084"/>
                    <a:pt x="1810" y="1066"/>
                  </a:cubicBezTo>
                  <a:cubicBezTo>
                    <a:pt x="1810" y="1066"/>
                    <a:pt x="1867" y="1050"/>
                    <a:pt x="1867" y="1042"/>
                  </a:cubicBezTo>
                  <a:cubicBezTo>
                    <a:pt x="1867" y="1034"/>
                    <a:pt x="1867" y="1026"/>
                    <a:pt x="1924" y="1009"/>
                  </a:cubicBezTo>
                  <a:lnTo>
                    <a:pt x="1924" y="1009"/>
                  </a:lnTo>
                  <a:cubicBezTo>
                    <a:pt x="1896" y="1013"/>
                    <a:pt x="1875" y="1015"/>
                    <a:pt x="1859" y="1015"/>
                  </a:cubicBezTo>
                  <a:cubicBezTo>
                    <a:pt x="1805" y="1015"/>
                    <a:pt x="1815" y="996"/>
                    <a:pt x="1859" y="977"/>
                  </a:cubicBezTo>
                  <a:cubicBezTo>
                    <a:pt x="1859" y="969"/>
                    <a:pt x="1859" y="969"/>
                    <a:pt x="1802" y="969"/>
                  </a:cubicBezTo>
                  <a:cubicBezTo>
                    <a:pt x="1779" y="972"/>
                    <a:pt x="1765" y="974"/>
                    <a:pt x="1761" y="974"/>
                  </a:cubicBezTo>
                  <a:cubicBezTo>
                    <a:pt x="1755" y="974"/>
                    <a:pt x="1769" y="970"/>
                    <a:pt x="1802" y="961"/>
                  </a:cubicBezTo>
                  <a:cubicBezTo>
                    <a:pt x="1846" y="955"/>
                    <a:pt x="1890" y="929"/>
                    <a:pt x="1855" y="929"/>
                  </a:cubicBezTo>
                  <a:cubicBezTo>
                    <a:pt x="1845" y="929"/>
                    <a:pt x="1828" y="931"/>
                    <a:pt x="1802" y="936"/>
                  </a:cubicBezTo>
                  <a:lnTo>
                    <a:pt x="1859" y="920"/>
                  </a:lnTo>
                  <a:cubicBezTo>
                    <a:pt x="1881" y="914"/>
                    <a:pt x="1886" y="911"/>
                    <a:pt x="1880" y="911"/>
                  </a:cubicBezTo>
                  <a:cubicBezTo>
                    <a:pt x="1871" y="911"/>
                    <a:pt x="1834" y="918"/>
                    <a:pt x="1794" y="928"/>
                  </a:cubicBezTo>
                  <a:cubicBezTo>
                    <a:pt x="1747" y="938"/>
                    <a:pt x="1719" y="944"/>
                    <a:pt x="1716" y="944"/>
                  </a:cubicBezTo>
                  <a:cubicBezTo>
                    <a:pt x="1711" y="944"/>
                    <a:pt x="1754" y="933"/>
                    <a:pt x="1859" y="904"/>
                  </a:cubicBezTo>
                  <a:cubicBezTo>
                    <a:pt x="1931" y="889"/>
                    <a:pt x="1957" y="883"/>
                    <a:pt x="1952" y="883"/>
                  </a:cubicBezTo>
                  <a:lnTo>
                    <a:pt x="1952" y="883"/>
                  </a:lnTo>
                  <a:cubicBezTo>
                    <a:pt x="1950" y="883"/>
                    <a:pt x="1936" y="885"/>
                    <a:pt x="1916" y="888"/>
                  </a:cubicBezTo>
                  <a:cubicBezTo>
                    <a:pt x="1871" y="893"/>
                    <a:pt x="1830" y="903"/>
                    <a:pt x="1828" y="903"/>
                  </a:cubicBezTo>
                  <a:cubicBezTo>
                    <a:pt x="1826" y="903"/>
                    <a:pt x="1833" y="901"/>
                    <a:pt x="1851" y="896"/>
                  </a:cubicBezTo>
                  <a:cubicBezTo>
                    <a:pt x="1851" y="893"/>
                    <a:pt x="1851" y="891"/>
                    <a:pt x="1845" y="891"/>
                  </a:cubicBezTo>
                  <a:cubicBezTo>
                    <a:pt x="1836" y="891"/>
                    <a:pt x="1809" y="897"/>
                    <a:pt x="1737" y="912"/>
                  </a:cubicBezTo>
                  <a:cubicBezTo>
                    <a:pt x="1709" y="916"/>
                    <a:pt x="1695" y="918"/>
                    <a:pt x="1688" y="918"/>
                  </a:cubicBezTo>
                  <a:cubicBezTo>
                    <a:pt x="1681" y="918"/>
                    <a:pt x="1681" y="916"/>
                    <a:pt x="1681" y="912"/>
                  </a:cubicBezTo>
                  <a:cubicBezTo>
                    <a:pt x="1737" y="904"/>
                    <a:pt x="1737" y="904"/>
                    <a:pt x="1794" y="896"/>
                  </a:cubicBezTo>
                  <a:cubicBezTo>
                    <a:pt x="1794" y="896"/>
                    <a:pt x="1794" y="896"/>
                    <a:pt x="1794" y="888"/>
                  </a:cubicBezTo>
                  <a:cubicBezTo>
                    <a:pt x="1826" y="872"/>
                    <a:pt x="1867" y="855"/>
                    <a:pt x="1908" y="847"/>
                  </a:cubicBezTo>
                  <a:cubicBezTo>
                    <a:pt x="1933" y="840"/>
                    <a:pt x="1947" y="836"/>
                    <a:pt x="1945" y="836"/>
                  </a:cubicBezTo>
                  <a:lnTo>
                    <a:pt x="1945" y="836"/>
                  </a:lnTo>
                  <a:cubicBezTo>
                    <a:pt x="1941" y="836"/>
                    <a:pt x="1913" y="842"/>
                    <a:pt x="1851" y="855"/>
                  </a:cubicBezTo>
                  <a:cubicBezTo>
                    <a:pt x="1775" y="877"/>
                    <a:pt x="1750" y="884"/>
                    <a:pt x="1739" y="884"/>
                  </a:cubicBezTo>
                  <a:cubicBezTo>
                    <a:pt x="1734" y="884"/>
                    <a:pt x="1732" y="882"/>
                    <a:pt x="1729" y="880"/>
                  </a:cubicBezTo>
                  <a:cubicBezTo>
                    <a:pt x="1729" y="872"/>
                    <a:pt x="1729" y="872"/>
                    <a:pt x="1794" y="855"/>
                  </a:cubicBezTo>
                  <a:cubicBezTo>
                    <a:pt x="1851" y="847"/>
                    <a:pt x="1851" y="847"/>
                    <a:pt x="1851" y="839"/>
                  </a:cubicBezTo>
                  <a:cubicBezTo>
                    <a:pt x="1745" y="839"/>
                    <a:pt x="1648" y="855"/>
                    <a:pt x="1551" y="880"/>
                  </a:cubicBezTo>
                  <a:cubicBezTo>
                    <a:pt x="1498" y="891"/>
                    <a:pt x="1470" y="897"/>
                    <a:pt x="1466" y="897"/>
                  </a:cubicBezTo>
                  <a:cubicBezTo>
                    <a:pt x="1462" y="897"/>
                    <a:pt x="1490" y="889"/>
                    <a:pt x="1551" y="872"/>
                  </a:cubicBezTo>
                  <a:cubicBezTo>
                    <a:pt x="1616" y="864"/>
                    <a:pt x="1608" y="855"/>
                    <a:pt x="1608" y="855"/>
                  </a:cubicBezTo>
                  <a:lnTo>
                    <a:pt x="1608" y="855"/>
                  </a:lnTo>
                  <a:cubicBezTo>
                    <a:pt x="1596" y="857"/>
                    <a:pt x="1589" y="858"/>
                    <a:pt x="1585" y="858"/>
                  </a:cubicBezTo>
                  <a:cubicBezTo>
                    <a:pt x="1576" y="858"/>
                    <a:pt x="1592" y="853"/>
                    <a:pt x="1602" y="853"/>
                  </a:cubicBezTo>
                  <a:cubicBezTo>
                    <a:pt x="1605" y="853"/>
                    <a:pt x="1608" y="854"/>
                    <a:pt x="1608" y="855"/>
                  </a:cubicBezTo>
                  <a:cubicBezTo>
                    <a:pt x="1640" y="847"/>
                    <a:pt x="1656" y="845"/>
                    <a:pt x="1664" y="845"/>
                  </a:cubicBezTo>
                  <a:cubicBezTo>
                    <a:pt x="1672" y="845"/>
                    <a:pt x="1672" y="847"/>
                    <a:pt x="1672" y="847"/>
                  </a:cubicBezTo>
                  <a:lnTo>
                    <a:pt x="1729" y="831"/>
                  </a:lnTo>
                  <a:cubicBezTo>
                    <a:pt x="1790" y="814"/>
                    <a:pt x="1818" y="806"/>
                    <a:pt x="1814" y="806"/>
                  </a:cubicBezTo>
                  <a:lnTo>
                    <a:pt x="1814" y="806"/>
                  </a:lnTo>
                  <a:cubicBezTo>
                    <a:pt x="1810" y="806"/>
                    <a:pt x="1782" y="812"/>
                    <a:pt x="1729" y="823"/>
                  </a:cubicBezTo>
                  <a:cubicBezTo>
                    <a:pt x="1706" y="826"/>
                    <a:pt x="1692" y="828"/>
                    <a:pt x="1688" y="828"/>
                  </a:cubicBezTo>
                  <a:cubicBezTo>
                    <a:pt x="1682" y="828"/>
                    <a:pt x="1696" y="824"/>
                    <a:pt x="1729" y="815"/>
                  </a:cubicBezTo>
                  <a:cubicBezTo>
                    <a:pt x="1775" y="802"/>
                    <a:pt x="1822" y="788"/>
                    <a:pt x="1806" y="788"/>
                  </a:cubicBezTo>
                  <a:cubicBezTo>
                    <a:pt x="1803" y="788"/>
                    <a:pt x="1796" y="789"/>
                    <a:pt x="1786" y="791"/>
                  </a:cubicBezTo>
                  <a:cubicBezTo>
                    <a:pt x="1786" y="791"/>
                    <a:pt x="1786" y="782"/>
                    <a:pt x="1843" y="766"/>
                  </a:cubicBezTo>
                  <a:cubicBezTo>
                    <a:pt x="1843" y="763"/>
                    <a:pt x="1843" y="761"/>
                    <a:pt x="1838" y="761"/>
                  </a:cubicBezTo>
                  <a:cubicBezTo>
                    <a:pt x="1832" y="761"/>
                    <a:pt x="1816" y="765"/>
                    <a:pt x="1778" y="774"/>
                  </a:cubicBezTo>
                  <a:cubicBezTo>
                    <a:pt x="1749" y="778"/>
                    <a:pt x="1735" y="780"/>
                    <a:pt x="1728" y="780"/>
                  </a:cubicBezTo>
                  <a:cubicBezTo>
                    <a:pt x="1721" y="780"/>
                    <a:pt x="1721" y="778"/>
                    <a:pt x="1721" y="774"/>
                  </a:cubicBezTo>
                  <a:cubicBezTo>
                    <a:pt x="1721" y="774"/>
                    <a:pt x="1721" y="774"/>
                    <a:pt x="1664" y="782"/>
                  </a:cubicBezTo>
                  <a:cubicBezTo>
                    <a:pt x="1635" y="794"/>
                    <a:pt x="1605" y="802"/>
                    <a:pt x="1575" y="802"/>
                  </a:cubicBezTo>
                  <a:cubicBezTo>
                    <a:pt x="1564" y="802"/>
                    <a:pt x="1554" y="801"/>
                    <a:pt x="1543" y="799"/>
                  </a:cubicBezTo>
                  <a:cubicBezTo>
                    <a:pt x="1524" y="801"/>
                    <a:pt x="1511" y="803"/>
                    <a:pt x="1507" y="803"/>
                  </a:cubicBezTo>
                  <a:cubicBezTo>
                    <a:pt x="1499" y="803"/>
                    <a:pt x="1524" y="796"/>
                    <a:pt x="1599" y="774"/>
                  </a:cubicBezTo>
                  <a:cubicBezTo>
                    <a:pt x="1664" y="766"/>
                    <a:pt x="1664" y="758"/>
                    <a:pt x="1656" y="758"/>
                  </a:cubicBezTo>
                  <a:cubicBezTo>
                    <a:pt x="1656" y="758"/>
                    <a:pt x="1656" y="750"/>
                    <a:pt x="1721" y="734"/>
                  </a:cubicBezTo>
                  <a:cubicBezTo>
                    <a:pt x="1739" y="729"/>
                    <a:pt x="1745" y="727"/>
                    <a:pt x="1744" y="727"/>
                  </a:cubicBezTo>
                  <a:lnTo>
                    <a:pt x="1744" y="727"/>
                  </a:lnTo>
                  <a:cubicBezTo>
                    <a:pt x="1742" y="727"/>
                    <a:pt x="1701" y="736"/>
                    <a:pt x="1656" y="742"/>
                  </a:cubicBezTo>
                  <a:lnTo>
                    <a:pt x="1543" y="774"/>
                  </a:lnTo>
                  <a:cubicBezTo>
                    <a:pt x="1543" y="774"/>
                    <a:pt x="1656" y="734"/>
                    <a:pt x="1713" y="726"/>
                  </a:cubicBezTo>
                  <a:cubicBezTo>
                    <a:pt x="1778" y="708"/>
                    <a:pt x="1808" y="700"/>
                    <a:pt x="1804" y="700"/>
                  </a:cubicBezTo>
                  <a:lnTo>
                    <a:pt x="1804" y="700"/>
                  </a:lnTo>
                  <a:cubicBezTo>
                    <a:pt x="1800" y="700"/>
                    <a:pt x="1769" y="706"/>
                    <a:pt x="1713" y="718"/>
                  </a:cubicBezTo>
                  <a:cubicBezTo>
                    <a:pt x="1678" y="728"/>
                    <a:pt x="1643" y="735"/>
                    <a:pt x="1635" y="735"/>
                  </a:cubicBezTo>
                  <a:cubicBezTo>
                    <a:pt x="1629" y="735"/>
                    <a:pt x="1635" y="732"/>
                    <a:pt x="1656" y="726"/>
                  </a:cubicBezTo>
                  <a:cubicBezTo>
                    <a:pt x="1656" y="718"/>
                    <a:pt x="1656" y="709"/>
                    <a:pt x="1713" y="693"/>
                  </a:cubicBezTo>
                  <a:cubicBezTo>
                    <a:pt x="1741" y="685"/>
                    <a:pt x="1741" y="683"/>
                    <a:pt x="1734" y="683"/>
                  </a:cubicBezTo>
                  <a:cubicBezTo>
                    <a:pt x="1727" y="683"/>
                    <a:pt x="1713" y="685"/>
                    <a:pt x="1713" y="685"/>
                  </a:cubicBezTo>
                  <a:cubicBezTo>
                    <a:pt x="1690" y="691"/>
                    <a:pt x="1675" y="694"/>
                    <a:pt x="1668" y="694"/>
                  </a:cubicBezTo>
                  <a:cubicBezTo>
                    <a:pt x="1655" y="694"/>
                    <a:pt x="1668" y="685"/>
                    <a:pt x="1705" y="669"/>
                  </a:cubicBezTo>
                  <a:cubicBezTo>
                    <a:pt x="1767" y="642"/>
                    <a:pt x="1795" y="630"/>
                    <a:pt x="1789" y="630"/>
                  </a:cubicBezTo>
                  <a:lnTo>
                    <a:pt x="1789" y="630"/>
                  </a:lnTo>
                  <a:cubicBezTo>
                    <a:pt x="1784" y="630"/>
                    <a:pt x="1756" y="638"/>
                    <a:pt x="1705" y="653"/>
                  </a:cubicBezTo>
                  <a:cubicBezTo>
                    <a:pt x="1676" y="661"/>
                    <a:pt x="1648" y="667"/>
                    <a:pt x="1641" y="667"/>
                  </a:cubicBezTo>
                  <a:cubicBezTo>
                    <a:pt x="1634" y="667"/>
                    <a:pt x="1648" y="661"/>
                    <a:pt x="1705" y="645"/>
                  </a:cubicBezTo>
                  <a:cubicBezTo>
                    <a:pt x="1729" y="638"/>
                    <a:pt x="1733" y="635"/>
                    <a:pt x="1725" y="635"/>
                  </a:cubicBezTo>
                  <a:cubicBezTo>
                    <a:pt x="1714" y="635"/>
                    <a:pt x="1681" y="640"/>
                    <a:pt x="1648" y="645"/>
                  </a:cubicBezTo>
                  <a:lnTo>
                    <a:pt x="1413" y="701"/>
                  </a:lnTo>
                  <a:cubicBezTo>
                    <a:pt x="1389" y="708"/>
                    <a:pt x="1371" y="713"/>
                    <a:pt x="1356" y="718"/>
                  </a:cubicBezTo>
                  <a:lnTo>
                    <a:pt x="1356" y="718"/>
                  </a:lnTo>
                  <a:cubicBezTo>
                    <a:pt x="1389" y="701"/>
                    <a:pt x="1429" y="685"/>
                    <a:pt x="1470" y="677"/>
                  </a:cubicBezTo>
                  <a:cubicBezTo>
                    <a:pt x="1526" y="661"/>
                    <a:pt x="1526" y="661"/>
                    <a:pt x="1526" y="661"/>
                  </a:cubicBezTo>
                  <a:lnTo>
                    <a:pt x="1526" y="669"/>
                  </a:lnTo>
                  <a:cubicBezTo>
                    <a:pt x="1567" y="661"/>
                    <a:pt x="1608" y="645"/>
                    <a:pt x="1640" y="628"/>
                  </a:cubicBezTo>
                  <a:cubicBezTo>
                    <a:pt x="1675" y="618"/>
                    <a:pt x="1688" y="611"/>
                    <a:pt x="1680" y="611"/>
                  </a:cubicBezTo>
                  <a:cubicBezTo>
                    <a:pt x="1675" y="611"/>
                    <a:pt x="1662" y="614"/>
                    <a:pt x="1640" y="620"/>
                  </a:cubicBezTo>
                  <a:cubicBezTo>
                    <a:pt x="1697" y="604"/>
                    <a:pt x="1697" y="596"/>
                    <a:pt x="1697" y="588"/>
                  </a:cubicBezTo>
                  <a:cubicBezTo>
                    <a:pt x="1697" y="580"/>
                    <a:pt x="1697" y="572"/>
                    <a:pt x="1753" y="547"/>
                  </a:cubicBezTo>
                  <a:cubicBezTo>
                    <a:pt x="1753" y="544"/>
                    <a:pt x="1752" y="542"/>
                    <a:pt x="1746" y="542"/>
                  </a:cubicBezTo>
                  <a:cubicBezTo>
                    <a:pt x="1738" y="542"/>
                    <a:pt x="1722" y="546"/>
                    <a:pt x="1689" y="555"/>
                  </a:cubicBezTo>
                  <a:cubicBezTo>
                    <a:pt x="1632" y="572"/>
                    <a:pt x="1603" y="578"/>
                    <a:pt x="1596" y="578"/>
                  </a:cubicBezTo>
                  <a:cubicBezTo>
                    <a:pt x="1589" y="578"/>
                    <a:pt x="1603" y="572"/>
                    <a:pt x="1632" y="564"/>
                  </a:cubicBezTo>
                  <a:cubicBezTo>
                    <a:pt x="1728" y="536"/>
                    <a:pt x="1778" y="485"/>
                    <a:pt x="1721" y="485"/>
                  </a:cubicBezTo>
                  <a:cubicBezTo>
                    <a:pt x="1711" y="485"/>
                    <a:pt x="1698" y="487"/>
                    <a:pt x="1681" y="491"/>
                  </a:cubicBezTo>
                  <a:cubicBezTo>
                    <a:pt x="1730" y="469"/>
                    <a:pt x="1730" y="448"/>
                    <a:pt x="1693" y="448"/>
                  </a:cubicBezTo>
                  <a:cubicBezTo>
                    <a:pt x="1687" y="448"/>
                    <a:pt x="1680" y="449"/>
                    <a:pt x="1672" y="450"/>
                  </a:cubicBezTo>
                  <a:lnTo>
                    <a:pt x="1672" y="442"/>
                  </a:lnTo>
                  <a:cubicBezTo>
                    <a:pt x="1708" y="426"/>
                    <a:pt x="1722" y="421"/>
                    <a:pt x="1712" y="421"/>
                  </a:cubicBezTo>
                  <a:cubicBezTo>
                    <a:pt x="1706" y="421"/>
                    <a:pt x="1693" y="423"/>
                    <a:pt x="1672" y="426"/>
                  </a:cubicBezTo>
                  <a:cubicBezTo>
                    <a:pt x="1658" y="430"/>
                    <a:pt x="1644" y="434"/>
                    <a:pt x="1631" y="437"/>
                  </a:cubicBezTo>
                  <a:lnTo>
                    <a:pt x="1631" y="437"/>
                  </a:lnTo>
                  <a:cubicBezTo>
                    <a:pt x="1671" y="424"/>
                    <a:pt x="1664" y="416"/>
                    <a:pt x="1664" y="401"/>
                  </a:cubicBezTo>
                  <a:cubicBezTo>
                    <a:pt x="1664" y="394"/>
                    <a:pt x="1664" y="390"/>
                    <a:pt x="1659" y="390"/>
                  </a:cubicBezTo>
                  <a:cubicBezTo>
                    <a:pt x="1653" y="390"/>
                    <a:pt x="1639" y="396"/>
                    <a:pt x="1608" y="409"/>
                  </a:cubicBezTo>
                  <a:cubicBezTo>
                    <a:pt x="1543" y="409"/>
                    <a:pt x="1599" y="393"/>
                    <a:pt x="1664" y="377"/>
                  </a:cubicBezTo>
                  <a:cubicBezTo>
                    <a:pt x="1721" y="361"/>
                    <a:pt x="1749" y="351"/>
                    <a:pt x="1741" y="351"/>
                  </a:cubicBezTo>
                  <a:cubicBezTo>
                    <a:pt x="1733" y="351"/>
                    <a:pt x="1689" y="361"/>
                    <a:pt x="1599" y="385"/>
                  </a:cubicBezTo>
                  <a:cubicBezTo>
                    <a:pt x="1543" y="401"/>
                    <a:pt x="1514" y="407"/>
                    <a:pt x="1507" y="407"/>
                  </a:cubicBezTo>
                  <a:cubicBezTo>
                    <a:pt x="1500" y="407"/>
                    <a:pt x="1514" y="401"/>
                    <a:pt x="1543" y="393"/>
                  </a:cubicBezTo>
                  <a:cubicBezTo>
                    <a:pt x="1576" y="384"/>
                    <a:pt x="1590" y="380"/>
                    <a:pt x="1595" y="380"/>
                  </a:cubicBezTo>
                  <a:cubicBezTo>
                    <a:pt x="1599" y="380"/>
                    <a:pt x="1599" y="382"/>
                    <a:pt x="1599" y="385"/>
                  </a:cubicBezTo>
                  <a:lnTo>
                    <a:pt x="1713" y="345"/>
                  </a:lnTo>
                  <a:lnTo>
                    <a:pt x="1713" y="345"/>
                  </a:lnTo>
                  <a:cubicBezTo>
                    <a:pt x="1713" y="345"/>
                    <a:pt x="1712" y="345"/>
                    <a:pt x="1656" y="361"/>
                  </a:cubicBezTo>
                  <a:cubicBezTo>
                    <a:pt x="1656" y="361"/>
                    <a:pt x="1656" y="359"/>
                    <a:pt x="1649" y="359"/>
                  </a:cubicBezTo>
                  <a:cubicBezTo>
                    <a:pt x="1642" y="359"/>
                    <a:pt x="1628" y="361"/>
                    <a:pt x="1599" y="369"/>
                  </a:cubicBezTo>
                  <a:cubicBezTo>
                    <a:pt x="1543" y="385"/>
                    <a:pt x="1486" y="401"/>
                    <a:pt x="1429" y="426"/>
                  </a:cubicBezTo>
                  <a:cubicBezTo>
                    <a:pt x="1396" y="435"/>
                    <a:pt x="1382" y="439"/>
                    <a:pt x="1376" y="439"/>
                  </a:cubicBezTo>
                  <a:cubicBezTo>
                    <a:pt x="1372" y="439"/>
                    <a:pt x="1372" y="437"/>
                    <a:pt x="1372" y="434"/>
                  </a:cubicBezTo>
                  <a:cubicBezTo>
                    <a:pt x="1429" y="409"/>
                    <a:pt x="1486" y="393"/>
                    <a:pt x="1543" y="377"/>
                  </a:cubicBezTo>
                  <a:cubicBezTo>
                    <a:pt x="1583" y="369"/>
                    <a:pt x="1616" y="361"/>
                    <a:pt x="1656" y="345"/>
                  </a:cubicBezTo>
                  <a:cubicBezTo>
                    <a:pt x="1671" y="340"/>
                    <a:pt x="1674" y="338"/>
                    <a:pt x="1667" y="338"/>
                  </a:cubicBezTo>
                  <a:cubicBezTo>
                    <a:pt x="1648" y="338"/>
                    <a:pt x="1561" y="353"/>
                    <a:pt x="1478" y="377"/>
                  </a:cubicBezTo>
                  <a:lnTo>
                    <a:pt x="1535" y="361"/>
                  </a:lnTo>
                  <a:cubicBezTo>
                    <a:pt x="1591" y="345"/>
                    <a:pt x="1591" y="337"/>
                    <a:pt x="1591" y="328"/>
                  </a:cubicBezTo>
                  <a:cubicBezTo>
                    <a:pt x="1591" y="325"/>
                    <a:pt x="1591" y="323"/>
                    <a:pt x="1587" y="323"/>
                  </a:cubicBezTo>
                  <a:cubicBezTo>
                    <a:pt x="1582" y="323"/>
                    <a:pt x="1568" y="327"/>
                    <a:pt x="1535" y="337"/>
                  </a:cubicBezTo>
                  <a:cubicBezTo>
                    <a:pt x="1494" y="353"/>
                    <a:pt x="1453" y="361"/>
                    <a:pt x="1421" y="369"/>
                  </a:cubicBezTo>
                  <a:cubicBezTo>
                    <a:pt x="1381" y="385"/>
                    <a:pt x="1340" y="401"/>
                    <a:pt x="1308" y="409"/>
                  </a:cubicBezTo>
                  <a:lnTo>
                    <a:pt x="1413" y="361"/>
                  </a:lnTo>
                  <a:cubicBezTo>
                    <a:pt x="1526" y="320"/>
                    <a:pt x="1583" y="288"/>
                    <a:pt x="1583" y="280"/>
                  </a:cubicBezTo>
                  <a:cubicBezTo>
                    <a:pt x="1575" y="272"/>
                    <a:pt x="1575" y="255"/>
                    <a:pt x="1632" y="239"/>
                  </a:cubicBezTo>
                  <a:cubicBezTo>
                    <a:pt x="1632" y="235"/>
                    <a:pt x="1632" y="231"/>
                    <a:pt x="1625" y="231"/>
                  </a:cubicBezTo>
                  <a:cubicBezTo>
                    <a:pt x="1618" y="231"/>
                    <a:pt x="1603" y="235"/>
                    <a:pt x="1575" y="247"/>
                  </a:cubicBezTo>
                  <a:lnTo>
                    <a:pt x="1575" y="239"/>
                  </a:lnTo>
                  <a:cubicBezTo>
                    <a:pt x="1607" y="224"/>
                    <a:pt x="1618" y="215"/>
                    <a:pt x="1606" y="215"/>
                  </a:cubicBezTo>
                  <a:cubicBezTo>
                    <a:pt x="1600" y="215"/>
                    <a:pt x="1587" y="217"/>
                    <a:pt x="1567" y="223"/>
                  </a:cubicBezTo>
                  <a:cubicBezTo>
                    <a:pt x="1553" y="227"/>
                    <a:pt x="1546" y="229"/>
                    <a:pt x="1543" y="229"/>
                  </a:cubicBezTo>
                  <a:cubicBezTo>
                    <a:pt x="1535" y="229"/>
                    <a:pt x="1567" y="215"/>
                    <a:pt x="1567" y="215"/>
                  </a:cubicBezTo>
                  <a:cubicBezTo>
                    <a:pt x="1620" y="192"/>
                    <a:pt x="1648" y="180"/>
                    <a:pt x="1646" y="180"/>
                  </a:cubicBezTo>
                  <a:lnTo>
                    <a:pt x="1646" y="180"/>
                  </a:lnTo>
                  <a:cubicBezTo>
                    <a:pt x="1644" y="180"/>
                    <a:pt x="1601" y="196"/>
                    <a:pt x="1510" y="231"/>
                  </a:cubicBezTo>
                  <a:cubicBezTo>
                    <a:pt x="1470" y="239"/>
                    <a:pt x="1437" y="264"/>
                    <a:pt x="1397" y="280"/>
                  </a:cubicBezTo>
                  <a:lnTo>
                    <a:pt x="1405" y="288"/>
                  </a:lnTo>
                  <a:lnTo>
                    <a:pt x="1340" y="304"/>
                  </a:lnTo>
                  <a:cubicBezTo>
                    <a:pt x="1299" y="304"/>
                    <a:pt x="1267" y="312"/>
                    <a:pt x="1226" y="328"/>
                  </a:cubicBezTo>
                  <a:cubicBezTo>
                    <a:pt x="1210" y="337"/>
                    <a:pt x="1186" y="345"/>
                    <a:pt x="1170" y="345"/>
                  </a:cubicBezTo>
                  <a:lnTo>
                    <a:pt x="1283" y="304"/>
                  </a:lnTo>
                  <a:lnTo>
                    <a:pt x="1453" y="247"/>
                  </a:lnTo>
                  <a:cubicBezTo>
                    <a:pt x="1530" y="220"/>
                    <a:pt x="1577" y="196"/>
                    <a:pt x="1567" y="196"/>
                  </a:cubicBezTo>
                  <a:lnTo>
                    <a:pt x="1567" y="196"/>
                  </a:lnTo>
                  <a:cubicBezTo>
                    <a:pt x="1562" y="196"/>
                    <a:pt x="1544" y="202"/>
                    <a:pt x="1510" y="215"/>
                  </a:cubicBezTo>
                  <a:cubicBezTo>
                    <a:pt x="1502" y="215"/>
                    <a:pt x="1502" y="215"/>
                    <a:pt x="1559" y="191"/>
                  </a:cubicBezTo>
                  <a:cubicBezTo>
                    <a:pt x="1585" y="179"/>
                    <a:pt x="1599" y="173"/>
                    <a:pt x="1596" y="173"/>
                  </a:cubicBezTo>
                  <a:lnTo>
                    <a:pt x="1596" y="173"/>
                  </a:lnTo>
                  <a:cubicBezTo>
                    <a:pt x="1591" y="173"/>
                    <a:pt x="1563" y="181"/>
                    <a:pt x="1502" y="199"/>
                  </a:cubicBezTo>
                  <a:cubicBezTo>
                    <a:pt x="1451" y="217"/>
                    <a:pt x="1423" y="225"/>
                    <a:pt x="1418" y="225"/>
                  </a:cubicBezTo>
                  <a:cubicBezTo>
                    <a:pt x="1412" y="225"/>
                    <a:pt x="1440" y="213"/>
                    <a:pt x="1502" y="191"/>
                  </a:cubicBezTo>
                  <a:cubicBezTo>
                    <a:pt x="1581" y="157"/>
                    <a:pt x="1601" y="139"/>
                    <a:pt x="1587" y="139"/>
                  </a:cubicBezTo>
                  <a:cubicBezTo>
                    <a:pt x="1581" y="139"/>
                    <a:pt x="1568" y="142"/>
                    <a:pt x="1551" y="150"/>
                  </a:cubicBezTo>
                  <a:cubicBezTo>
                    <a:pt x="1494" y="170"/>
                    <a:pt x="1466" y="178"/>
                    <a:pt x="1459" y="178"/>
                  </a:cubicBezTo>
                  <a:cubicBezTo>
                    <a:pt x="1451" y="178"/>
                    <a:pt x="1466" y="170"/>
                    <a:pt x="1494" y="158"/>
                  </a:cubicBezTo>
                  <a:cubicBezTo>
                    <a:pt x="1531" y="142"/>
                    <a:pt x="1544" y="133"/>
                    <a:pt x="1531" y="133"/>
                  </a:cubicBezTo>
                  <a:cubicBezTo>
                    <a:pt x="1524" y="133"/>
                    <a:pt x="1509" y="136"/>
                    <a:pt x="1486" y="142"/>
                  </a:cubicBezTo>
                  <a:cubicBezTo>
                    <a:pt x="1529" y="129"/>
                    <a:pt x="1573" y="112"/>
                    <a:pt x="1565" y="112"/>
                  </a:cubicBezTo>
                  <a:lnTo>
                    <a:pt x="1565" y="112"/>
                  </a:lnTo>
                  <a:cubicBezTo>
                    <a:pt x="1563" y="112"/>
                    <a:pt x="1556" y="114"/>
                    <a:pt x="1543" y="118"/>
                  </a:cubicBezTo>
                  <a:cubicBezTo>
                    <a:pt x="1543" y="118"/>
                    <a:pt x="1543" y="116"/>
                    <a:pt x="1539" y="116"/>
                  </a:cubicBezTo>
                  <a:cubicBezTo>
                    <a:pt x="1534" y="116"/>
                    <a:pt x="1520" y="119"/>
                    <a:pt x="1486" y="134"/>
                  </a:cubicBezTo>
                  <a:lnTo>
                    <a:pt x="1372" y="174"/>
                  </a:lnTo>
                  <a:cubicBezTo>
                    <a:pt x="1340" y="191"/>
                    <a:pt x="1299" y="207"/>
                    <a:pt x="1259" y="215"/>
                  </a:cubicBezTo>
                  <a:cubicBezTo>
                    <a:pt x="1249" y="220"/>
                    <a:pt x="1243" y="222"/>
                    <a:pt x="1242" y="222"/>
                  </a:cubicBezTo>
                  <a:cubicBezTo>
                    <a:pt x="1235" y="222"/>
                    <a:pt x="1293" y="186"/>
                    <a:pt x="1429" y="134"/>
                  </a:cubicBezTo>
                  <a:lnTo>
                    <a:pt x="1535" y="85"/>
                  </a:lnTo>
                  <a:lnTo>
                    <a:pt x="1421" y="126"/>
                  </a:lnTo>
                  <a:cubicBezTo>
                    <a:pt x="1421" y="118"/>
                    <a:pt x="1421" y="118"/>
                    <a:pt x="1478" y="93"/>
                  </a:cubicBezTo>
                  <a:lnTo>
                    <a:pt x="1478" y="93"/>
                  </a:lnTo>
                  <a:cubicBezTo>
                    <a:pt x="1414" y="116"/>
                    <a:pt x="1386" y="126"/>
                    <a:pt x="1384" y="126"/>
                  </a:cubicBezTo>
                  <a:cubicBezTo>
                    <a:pt x="1382" y="126"/>
                    <a:pt x="1396" y="120"/>
                    <a:pt x="1421" y="109"/>
                  </a:cubicBezTo>
                  <a:cubicBezTo>
                    <a:pt x="1484" y="83"/>
                    <a:pt x="1509" y="71"/>
                    <a:pt x="1502" y="71"/>
                  </a:cubicBezTo>
                  <a:lnTo>
                    <a:pt x="1502" y="71"/>
                  </a:lnTo>
                  <a:cubicBezTo>
                    <a:pt x="1496" y="71"/>
                    <a:pt x="1468" y="79"/>
                    <a:pt x="1421" y="93"/>
                  </a:cubicBezTo>
                  <a:cubicBezTo>
                    <a:pt x="1364" y="118"/>
                    <a:pt x="1336" y="130"/>
                    <a:pt x="1335" y="130"/>
                  </a:cubicBezTo>
                  <a:cubicBezTo>
                    <a:pt x="1334" y="130"/>
                    <a:pt x="1360" y="118"/>
                    <a:pt x="1413" y="93"/>
                  </a:cubicBezTo>
                  <a:cubicBezTo>
                    <a:pt x="1453" y="77"/>
                    <a:pt x="1494" y="61"/>
                    <a:pt x="1526" y="45"/>
                  </a:cubicBezTo>
                  <a:lnTo>
                    <a:pt x="1526" y="45"/>
                  </a:lnTo>
                  <a:lnTo>
                    <a:pt x="1470" y="61"/>
                  </a:lnTo>
                  <a:cubicBezTo>
                    <a:pt x="1410" y="87"/>
                    <a:pt x="1381" y="96"/>
                    <a:pt x="1376" y="96"/>
                  </a:cubicBezTo>
                  <a:cubicBezTo>
                    <a:pt x="1372" y="96"/>
                    <a:pt x="1386" y="89"/>
                    <a:pt x="1413" y="77"/>
                  </a:cubicBezTo>
                  <a:cubicBezTo>
                    <a:pt x="1448" y="67"/>
                    <a:pt x="1461" y="60"/>
                    <a:pt x="1453" y="60"/>
                  </a:cubicBezTo>
                  <a:cubicBezTo>
                    <a:pt x="1448" y="60"/>
                    <a:pt x="1435" y="63"/>
                    <a:pt x="1413" y="69"/>
                  </a:cubicBezTo>
                  <a:cubicBezTo>
                    <a:pt x="1405" y="61"/>
                    <a:pt x="1405" y="61"/>
                    <a:pt x="1462" y="37"/>
                  </a:cubicBezTo>
                  <a:cubicBezTo>
                    <a:pt x="1522" y="15"/>
                    <a:pt x="1550" y="5"/>
                    <a:pt x="1546" y="5"/>
                  </a:cubicBezTo>
                  <a:lnTo>
                    <a:pt x="1546" y="5"/>
                  </a:lnTo>
                  <a:cubicBezTo>
                    <a:pt x="1543" y="5"/>
                    <a:pt x="1515" y="13"/>
                    <a:pt x="1462" y="28"/>
                  </a:cubicBezTo>
                  <a:cubicBezTo>
                    <a:pt x="1435" y="40"/>
                    <a:pt x="1421" y="46"/>
                    <a:pt x="1419" y="46"/>
                  </a:cubicBezTo>
                  <a:cubicBezTo>
                    <a:pt x="1417" y="46"/>
                    <a:pt x="1431" y="38"/>
                    <a:pt x="1462" y="20"/>
                  </a:cubicBezTo>
                  <a:cubicBezTo>
                    <a:pt x="1493" y="7"/>
                    <a:pt x="1507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2"/>
            <p:cNvSpPr/>
            <p:nvPr/>
          </p:nvSpPr>
          <p:spPr>
            <a:xfrm>
              <a:off x="6981674" y="1236110"/>
              <a:ext cx="733163" cy="205247"/>
            </a:xfrm>
            <a:custGeom>
              <a:avLst/>
              <a:gdLst/>
              <a:ahLst/>
              <a:cxnLst/>
              <a:rect l="l" t="t" r="r" b="b"/>
              <a:pathLst>
                <a:path w="42533" h="11907" extrusionOk="0">
                  <a:moveTo>
                    <a:pt x="1783" y="334"/>
                  </a:moveTo>
                  <a:lnTo>
                    <a:pt x="1815" y="399"/>
                  </a:lnTo>
                  <a:lnTo>
                    <a:pt x="1864" y="416"/>
                  </a:lnTo>
                  <a:cubicBezTo>
                    <a:pt x="1880" y="359"/>
                    <a:pt x="1880" y="359"/>
                    <a:pt x="1832" y="343"/>
                  </a:cubicBezTo>
                  <a:lnTo>
                    <a:pt x="1783" y="334"/>
                  </a:lnTo>
                  <a:close/>
                  <a:moveTo>
                    <a:pt x="996" y="436"/>
                  </a:moveTo>
                  <a:cubicBezTo>
                    <a:pt x="1013" y="436"/>
                    <a:pt x="1033" y="441"/>
                    <a:pt x="1053" y="448"/>
                  </a:cubicBezTo>
                  <a:cubicBezTo>
                    <a:pt x="1102" y="464"/>
                    <a:pt x="1102" y="464"/>
                    <a:pt x="1086" y="521"/>
                  </a:cubicBezTo>
                  <a:cubicBezTo>
                    <a:pt x="1053" y="545"/>
                    <a:pt x="1013" y="553"/>
                    <a:pt x="972" y="553"/>
                  </a:cubicBezTo>
                  <a:lnTo>
                    <a:pt x="940" y="480"/>
                  </a:lnTo>
                  <a:cubicBezTo>
                    <a:pt x="949" y="447"/>
                    <a:pt x="970" y="436"/>
                    <a:pt x="996" y="436"/>
                  </a:cubicBezTo>
                  <a:close/>
                  <a:moveTo>
                    <a:pt x="1541" y="581"/>
                  </a:moveTo>
                  <a:cubicBezTo>
                    <a:pt x="1555" y="581"/>
                    <a:pt x="1575" y="587"/>
                    <a:pt x="1605" y="594"/>
                  </a:cubicBezTo>
                  <a:cubicBezTo>
                    <a:pt x="1653" y="610"/>
                    <a:pt x="1702" y="618"/>
                    <a:pt x="1686" y="675"/>
                  </a:cubicBezTo>
                  <a:lnTo>
                    <a:pt x="1637" y="667"/>
                  </a:lnTo>
                  <a:cubicBezTo>
                    <a:pt x="1642" y="648"/>
                    <a:pt x="1639" y="640"/>
                    <a:pt x="1633" y="640"/>
                  </a:cubicBezTo>
                  <a:cubicBezTo>
                    <a:pt x="1621" y="640"/>
                    <a:pt x="1599" y="675"/>
                    <a:pt x="1621" y="724"/>
                  </a:cubicBezTo>
                  <a:lnTo>
                    <a:pt x="1596" y="837"/>
                  </a:lnTo>
                  <a:cubicBezTo>
                    <a:pt x="1540" y="813"/>
                    <a:pt x="1507" y="756"/>
                    <a:pt x="1523" y="699"/>
                  </a:cubicBezTo>
                  <a:cubicBezTo>
                    <a:pt x="1512" y="609"/>
                    <a:pt x="1509" y="581"/>
                    <a:pt x="1541" y="581"/>
                  </a:cubicBezTo>
                  <a:close/>
                  <a:moveTo>
                    <a:pt x="680" y="1275"/>
                  </a:moveTo>
                  <a:cubicBezTo>
                    <a:pt x="640" y="1299"/>
                    <a:pt x="615" y="1340"/>
                    <a:pt x="599" y="1380"/>
                  </a:cubicBezTo>
                  <a:lnTo>
                    <a:pt x="648" y="1397"/>
                  </a:lnTo>
                  <a:cubicBezTo>
                    <a:pt x="651" y="1397"/>
                    <a:pt x="654" y="1397"/>
                    <a:pt x="657" y="1397"/>
                  </a:cubicBezTo>
                  <a:cubicBezTo>
                    <a:pt x="699" y="1397"/>
                    <a:pt x="714" y="1344"/>
                    <a:pt x="729" y="1291"/>
                  </a:cubicBezTo>
                  <a:lnTo>
                    <a:pt x="680" y="1275"/>
                  </a:lnTo>
                  <a:close/>
                  <a:moveTo>
                    <a:pt x="4420" y="1546"/>
                  </a:moveTo>
                  <a:cubicBezTo>
                    <a:pt x="4431" y="1546"/>
                    <a:pt x="4442" y="1548"/>
                    <a:pt x="4450" y="1551"/>
                  </a:cubicBezTo>
                  <a:cubicBezTo>
                    <a:pt x="4499" y="1567"/>
                    <a:pt x="4483" y="1624"/>
                    <a:pt x="4369" y="1648"/>
                  </a:cubicBezTo>
                  <a:lnTo>
                    <a:pt x="4272" y="1624"/>
                  </a:lnTo>
                  <a:cubicBezTo>
                    <a:pt x="4285" y="1577"/>
                    <a:pt x="4365" y="1546"/>
                    <a:pt x="4420" y="1546"/>
                  </a:cubicBezTo>
                  <a:close/>
                  <a:moveTo>
                    <a:pt x="4630" y="1700"/>
                  </a:moveTo>
                  <a:cubicBezTo>
                    <a:pt x="4592" y="1700"/>
                    <a:pt x="4565" y="1728"/>
                    <a:pt x="4556" y="1761"/>
                  </a:cubicBezTo>
                  <a:cubicBezTo>
                    <a:pt x="4540" y="1818"/>
                    <a:pt x="4588" y="1834"/>
                    <a:pt x="4686" y="1859"/>
                  </a:cubicBezTo>
                  <a:cubicBezTo>
                    <a:pt x="4696" y="1861"/>
                    <a:pt x="4706" y="1862"/>
                    <a:pt x="4716" y="1862"/>
                  </a:cubicBezTo>
                  <a:cubicBezTo>
                    <a:pt x="4746" y="1862"/>
                    <a:pt x="4775" y="1853"/>
                    <a:pt x="4799" y="1834"/>
                  </a:cubicBezTo>
                  <a:cubicBezTo>
                    <a:pt x="4815" y="1778"/>
                    <a:pt x="4767" y="1761"/>
                    <a:pt x="4718" y="1745"/>
                  </a:cubicBezTo>
                  <a:cubicBezTo>
                    <a:pt x="4685" y="1712"/>
                    <a:pt x="4655" y="1700"/>
                    <a:pt x="4630" y="1700"/>
                  </a:cubicBezTo>
                  <a:close/>
                  <a:moveTo>
                    <a:pt x="6866" y="1904"/>
                  </a:moveTo>
                  <a:cubicBezTo>
                    <a:pt x="6883" y="1904"/>
                    <a:pt x="6903" y="1909"/>
                    <a:pt x="6923" y="1915"/>
                  </a:cubicBezTo>
                  <a:lnTo>
                    <a:pt x="6907" y="1972"/>
                  </a:lnTo>
                  <a:lnTo>
                    <a:pt x="6842" y="2021"/>
                  </a:lnTo>
                  <a:lnTo>
                    <a:pt x="6810" y="1948"/>
                  </a:lnTo>
                  <a:cubicBezTo>
                    <a:pt x="6819" y="1914"/>
                    <a:pt x="6840" y="1904"/>
                    <a:pt x="6866" y="1904"/>
                  </a:cubicBezTo>
                  <a:close/>
                  <a:moveTo>
                    <a:pt x="7139" y="2077"/>
                  </a:moveTo>
                  <a:lnTo>
                    <a:pt x="7139" y="2077"/>
                  </a:lnTo>
                  <a:cubicBezTo>
                    <a:pt x="7149" y="2077"/>
                    <a:pt x="7141" y="2106"/>
                    <a:pt x="7126" y="2159"/>
                  </a:cubicBezTo>
                  <a:cubicBezTo>
                    <a:pt x="7110" y="2232"/>
                    <a:pt x="7053" y="2297"/>
                    <a:pt x="6980" y="2305"/>
                  </a:cubicBezTo>
                  <a:lnTo>
                    <a:pt x="6875" y="2272"/>
                  </a:lnTo>
                  <a:lnTo>
                    <a:pt x="7012" y="2191"/>
                  </a:lnTo>
                  <a:cubicBezTo>
                    <a:pt x="7090" y="2114"/>
                    <a:pt x="7126" y="2077"/>
                    <a:pt x="7139" y="2077"/>
                  </a:cubicBezTo>
                  <a:close/>
                  <a:moveTo>
                    <a:pt x="8316" y="2196"/>
                  </a:moveTo>
                  <a:cubicBezTo>
                    <a:pt x="8340" y="2196"/>
                    <a:pt x="8321" y="2221"/>
                    <a:pt x="8269" y="2288"/>
                  </a:cubicBezTo>
                  <a:lnTo>
                    <a:pt x="8139" y="2378"/>
                  </a:lnTo>
                  <a:cubicBezTo>
                    <a:pt x="8091" y="2361"/>
                    <a:pt x="8156" y="2313"/>
                    <a:pt x="8237" y="2215"/>
                  </a:cubicBezTo>
                  <a:cubicBezTo>
                    <a:pt x="8277" y="2204"/>
                    <a:pt x="8303" y="2196"/>
                    <a:pt x="8316" y="2196"/>
                  </a:cubicBezTo>
                  <a:close/>
                  <a:moveTo>
                    <a:pt x="9339" y="2272"/>
                  </a:moveTo>
                  <a:lnTo>
                    <a:pt x="9315" y="2386"/>
                  </a:lnTo>
                  <a:lnTo>
                    <a:pt x="9331" y="2329"/>
                  </a:lnTo>
                  <a:lnTo>
                    <a:pt x="9339" y="2272"/>
                  </a:lnTo>
                  <a:close/>
                  <a:moveTo>
                    <a:pt x="8569" y="2556"/>
                  </a:moveTo>
                  <a:lnTo>
                    <a:pt x="8618" y="2572"/>
                  </a:lnTo>
                  <a:cubicBezTo>
                    <a:pt x="8603" y="2622"/>
                    <a:pt x="8589" y="2672"/>
                    <a:pt x="8553" y="2672"/>
                  </a:cubicBezTo>
                  <a:cubicBezTo>
                    <a:pt x="8548" y="2672"/>
                    <a:pt x="8542" y="2671"/>
                    <a:pt x="8537" y="2670"/>
                  </a:cubicBezTo>
                  <a:lnTo>
                    <a:pt x="8488" y="2653"/>
                  </a:lnTo>
                  <a:cubicBezTo>
                    <a:pt x="8504" y="2613"/>
                    <a:pt x="8529" y="2580"/>
                    <a:pt x="8569" y="2556"/>
                  </a:cubicBezTo>
                  <a:close/>
                  <a:moveTo>
                    <a:pt x="11989" y="2697"/>
                  </a:moveTo>
                  <a:cubicBezTo>
                    <a:pt x="11971" y="2697"/>
                    <a:pt x="11979" y="2715"/>
                    <a:pt x="11999" y="2759"/>
                  </a:cubicBezTo>
                  <a:lnTo>
                    <a:pt x="12096" y="2783"/>
                  </a:lnTo>
                  <a:cubicBezTo>
                    <a:pt x="12112" y="2726"/>
                    <a:pt x="12112" y="2726"/>
                    <a:pt x="12064" y="2718"/>
                  </a:cubicBezTo>
                  <a:cubicBezTo>
                    <a:pt x="12025" y="2705"/>
                    <a:pt x="12001" y="2697"/>
                    <a:pt x="11989" y="2697"/>
                  </a:cubicBezTo>
                  <a:close/>
                  <a:moveTo>
                    <a:pt x="10046" y="2755"/>
                  </a:moveTo>
                  <a:cubicBezTo>
                    <a:pt x="10085" y="2755"/>
                    <a:pt x="10094" y="2818"/>
                    <a:pt x="10029" y="2897"/>
                  </a:cubicBezTo>
                  <a:lnTo>
                    <a:pt x="9931" y="2872"/>
                  </a:lnTo>
                  <a:cubicBezTo>
                    <a:pt x="9946" y="2821"/>
                    <a:pt x="9960" y="2764"/>
                    <a:pt x="9998" y="2764"/>
                  </a:cubicBezTo>
                  <a:cubicBezTo>
                    <a:pt x="10002" y="2764"/>
                    <a:pt x="10007" y="2765"/>
                    <a:pt x="10012" y="2767"/>
                  </a:cubicBezTo>
                  <a:cubicBezTo>
                    <a:pt x="10025" y="2759"/>
                    <a:pt x="10036" y="2755"/>
                    <a:pt x="10046" y="2755"/>
                  </a:cubicBezTo>
                  <a:close/>
                  <a:moveTo>
                    <a:pt x="10410" y="2880"/>
                  </a:moveTo>
                  <a:lnTo>
                    <a:pt x="10458" y="2888"/>
                  </a:lnTo>
                  <a:cubicBezTo>
                    <a:pt x="10507" y="2905"/>
                    <a:pt x="10507" y="2905"/>
                    <a:pt x="10491" y="2961"/>
                  </a:cubicBezTo>
                  <a:lnTo>
                    <a:pt x="10442" y="2945"/>
                  </a:lnTo>
                  <a:lnTo>
                    <a:pt x="10410" y="2880"/>
                  </a:lnTo>
                  <a:close/>
                  <a:moveTo>
                    <a:pt x="11001" y="2856"/>
                  </a:moveTo>
                  <a:cubicBezTo>
                    <a:pt x="11001" y="2897"/>
                    <a:pt x="11001" y="2945"/>
                    <a:pt x="11026" y="2986"/>
                  </a:cubicBezTo>
                  <a:cubicBezTo>
                    <a:pt x="11032" y="2988"/>
                    <a:pt x="11037" y="2989"/>
                    <a:pt x="11043" y="2989"/>
                  </a:cubicBezTo>
                  <a:cubicBezTo>
                    <a:pt x="11078" y="2989"/>
                    <a:pt x="11091" y="2945"/>
                    <a:pt x="11091" y="2945"/>
                  </a:cubicBezTo>
                  <a:cubicBezTo>
                    <a:pt x="11091" y="2945"/>
                    <a:pt x="11107" y="2880"/>
                    <a:pt x="11058" y="2872"/>
                  </a:cubicBezTo>
                  <a:lnTo>
                    <a:pt x="11001" y="2856"/>
                  </a:lnTo>
                  <a:close/>
                  <a:moveTo>
                    <a:pt x="9533" y="3014"/>
                  </a:moveTo>
                  <a:cubicBezTo>
                    <a:pt x="9545" y="3014"/>
                    <a:pt x="9557" y="3015"/>
                    <a:pt x="9566" y="3018"/>
                  </a:cubicBezTo>
                  <a:lnTo>
                    <a:pt x="9550" y="3075"/>
                  </a:lnTo>
                  <a:cubicBezTo>
                    <a:pt x="9543" y="3072"/>
                    <a:pt x="9534" y="3071"/>
                    <a:pt x="9526" y="3071"/>
                  </a:cubicBezTo>
                  <a:cubicBezTo>
                    <a:pt x="9503" y="3071"/>
                    <a:pt x="9480" y="3079"/>
                    <a:pt x="9466" y="3079"/>
                  </a:cubicBezTo>
                  <a:cubicBezTo>
                    <a:pt x="9453" y="3079"/>
                    <a:pt x="9446" y="3073"/>
                    <a:pt x="9453" y="3051"/>
                  </a:cubicBezTo>
                  <a:cubicBezTo>
                    <a:pt x="9414" y="3037"/>
                    <a:pt x="9480" y="3014"/>
                    <a:pt x="9533" y="3014"/>
                  </a:cubicBezTo>
                  <a:close/>
                  <a:moveTo>
                    <a:pt x="11244" y="3300"/>
                  </a:moveTo>
                  <a:cubicBezTo>
                    <a:pt x="11250" y="3300"/>
                    <a:pt x="11255" y="3301"/>
                    <a:pt x="11261" y="3302"/>
                  </a:cubicBezTo>
                  <a:cubicBezTo>
                    <a:pt x="11310" y="3310"/>
                    <a:pt x="11358" y="3326"/>
                    <a:pt x="11342" y="3383"/>
                  </a:cubicBezTo>
                  <a:cubicBezTo>
                    <a:pt x="11342" y="3383"/>
                    <a:pt x="11328" y="3432"/>
                    <a:pt x="11286" y="3432"/>
                  </a:cubicBezTo>
                  <a:cubicBezTo>
                    <a:pt x="11283" y="3432"/>
                    <a:pt x="11280" y="3432"/>
                    <a:pt x="11277" y="3432"/>
                  </a:cubicBezTo>
                  <a:cubicBezTo>
                    <a:pt x="11228" y="3415"/>
                    <a:pt x="11196" y="3342"/>
                    <a:pt x="11196" y="3342"/>
                  </a:cubicBezTo>
                  <a:cubicBezTo>
                    <a:pt x="11196" y="3316"/>
                    <a:pt x="11218" y="3300"/>
                    <a:pt x="11244" y="3300"/>
                  </a:cubicBezTo>
                  <a:close/>
                  <a:moveTo>
                    <a:pt x="12129" y="3546"/>
                  </a:moveTo>
                  <a:cubicBezTo>
                    <a:pt x="12142" y="3546"/>
                    <a:pt x="12164" y="3552"/>
                    <a:pt x="12201" y="3561"/>
                  </a:cubicBezTo>
                  <a:cubicBezTo>
                    <a:pt x="12258" y="3578"/>
                    <a:pt x="12242" y="3634"/>
                    <a:pt x="12242" y="3634"/>
                  </a:cubicBezTo>
                  <a:cubicBezTo>
                    <a:pt x="12238" y="3650"/>
                    <a:pt x="12231" y="3656"/>
                    <a:pt x="12224" y="3656"/>
                  </a:cubicBezTo>
                  <a:cubicBezTo>
                    <a:pt x="12203" y="3656"/>
                    <a:pt x="12172" y="3614"/>
                    <a:pt x="12137" y="3602"/>
                  </a:cubicBezTo>
                  <a:cubicBezTo>
                    <a:pt x="12116" y="3562"/>
                    <a:pt x="12109" y="3546"/>
                    <a:pt x="12129" y="3546"/>
                  </a:cubicBezTo>
                  <a:close/>
                  <a:moveTo>
                    <a:pt x="13060" y="3635"/>
                  </a:moveTo>
                  <a:cubicBezTo>
                    <a:pt x="13080" y="3635"/>
                    <a:pt x="13107" y="3670"/>
                    <a:pt x="13118" y="3748"/>
                  </a:cubicBezTo>
                  <a:cubicBezTo>
                    <a:pt x="13107" y="3791"/>
                    <a:pt x="13103" y="3805"/>
                    <a:pt x="13088" y="3805"/>
                  </a:cubicBezTo>
                  <a:cubicBezTo>
                    <a:pt x="13080" y="3805"/>
                    <a:pt x="13069" y="3802"/>
                    <a:pt x="13053" y="3796"/>
                  </a:cubicBezTo>
                  <a:cubicBezTo>
                    <a:pt x="13028" y="3756"/>
                    <a:pt x="13028" y="3707"/>
                    <a:pt x="13037" y="3667"/>
                  </a:cubicBezTo>
                  <a:cubicBezTo>
                    <a:pt x="13039" y="3646"/>
                    <a:pt x="13049" y="3635"/>
                    <a:pt x="13060" y="3635"/>
                  </a:cubicBezTo>
                  <a:close/>
                  <a:moveTo>
                    <a:pt x="13434" y="3780"/>
                  </a:moveTo>
                  <a:lnTo>
                    <a:pt x="13482" y="3788"/>
                  </a:lnTo>
                  <a:cubicBezTo>
                    <a:pt x="13468" y="3839"/>
                    <a:pt x="13453" y="3896"/>
                    <a:pt x="13416" y="3896"/>
                  </a:cubicBezTo>
                  <a:cubicBezTo>
                    <a:pt x="13411" y="3896"/>
                    <a:pt x="13407" y="3895"/>
                    <a:pt x="13401" y="3894"/>
                  </a:cubicBezTo>
                  <a:lnTo>
                    <a:pt x="13369" y="3821"/>
                  </a:lnTo>
                  <a:lnTo>
                    <a:pt x="13434" y="3780"/>
                  </a:lnTo>
                  <a:close/>
                  <a:moveTo>
                    <a:pt x="11585" y="4632"/>
                  </a:moveTo>
                  <a:cubicBezTo>
                    <a:pt x="11553" y="4656"/>
                    <a:pt x="11520" y="4688"/>
                    <a:pt x="11504" y="4737"/>
                  </a:cubicBezTo>
                  <a:cubicBezTo>
                    <a:pt x="11497" y="4763"/>
                    <a:pt x="11505" y="4779"/>
                    <a:pt x="11523" y="4779"/>
                  </a:cubicBezTo>
                  <a:cubicBezTo>
                    <a:pt x="11545" y="4779"/>
                    <a:pt x="11582" y="4757"/>
                    <a:pt x="11626" y="4705"/>
                  </a:cubicBezTo>
                  <a:cubicBezTo>
                    <a:pt x="11642" y="4648"/>
                    <a:pt x="11642" y="4648"/>
                    <a:pt x="11585" y="4632"/>
                  </a:cubicBezTo>
                  <a:close/>
                  <a:moveTo>
                    <a:pt x="16636" y="4794"/>
                  </a:moveTo>
                  <a:lnTo>
                    <a:pt x="16685" y="4802"/>
                  </a:lnTo>
                  <a:cubicBezTo>
                    <a:pt x="16671" y="4859"/>
                    <a:pt x="16656" y="4910"/>
                    <a:pt x="16620" y="4910"/>
                  </a:cubicBezTo>
                  <a:cubicBezTo>
                    <a:pt x="16615" y="4910"/>
                    <a:pt x="16610" y="4909"/>
                    <a:pt x="16604" y="4907"/>
                  </a:cubicBezTo>
                  <a:lnTo>
                    <a:pt x="16572" y="4834"/>
                  </a:lnTo>
                  <a:lnTo>
                    <a:pt x="16636" y="4794"/>
                  </a:lnTo>
                  <a:close/>
                  <a:moveTo>
                    <a:pt x="18801" y="4899"/>
                  </a:moveTo>
                  <a:lnTo>
                    <a:pt x="18850" y="4915"/>
                  </a:lnTo>
                  <a:cubicBezTo>
                    <a:pt x="18835" y="4965"/>
                    <a:pt x="18821" y="5015"/>
                    <a:pt x="18785" y="5015"/>
                  </a:cubicBezTo>
                  <a:cubicBezTo>
                    <a:pt x="18780" y="5015"/>
                    <a:pt x="18774" y="5015"/>
                    <a:pt x="18769" y="5013"/>
                  </a:cubicBezTo>
                  <a:lnTo>
                    <a:pt x="18720" y="4996"/>
                  </a:lnTo>
                  <a:cubicBezTo>
                    <a:pt x="18736" y="4956"/>
                    <a:pt x="18769" y="4923"/>
                    <a:pt x="18801" y="4899"/>
                  </a:cubicBezTo>
                  <a:close/>
                  <a:moveTo>
                    <a:pt x="17844" y="5069"/>
                  </a:moveTo>
                  <a:cubicBezTo>
                    <a:pt x="17893" y="5078"/>
                    <a:pt x="17893" y="5078"/>
                    <a:pt x="17877" y="5134"/>
                  </a:cubicBezTo>
                  <a:cubicBezTo>
                    <a:pt x="17861" y="5175"/>
                    <a:pt x="17836" y="5215"/>
                    <a:pt x="17796" y="5240"/>
                  </a:cubicBezTo>
                  <a:cubicBezTo>
                    <a:pt x="17747" y="5223"/>
                    <a:pt x="17828" y="5126"/>
                    <a:pt x="17844" y="5069"/>
                  </a:cubicBezTo>
                  <a:close/>
                  <a:moveTo>
                    <a:pt x="19352" y="5426"/>
                  </a:moveTo>
                  <a:lnTo>
                    <a:pt x="19401" y="5434"/>
                  </a:lnTo>
                  <a:cubicBezTo>
                    <a:pt x="19387" y="5492"/>
                    <a:pt x="19372" y="5542"/>
                    <a:pt x="19336" y="5542"/>
                  </a:cubicBezTo>
                  <a:cubicBezTo>
                    <a:pt x="19331" y="5542"/>
                    <a:pt x="19326" y="5542"/>
                    <a:pt x="19320" y="5540"/>
                  </a:cubicBezTo>
                  <a:lnTo>
                    <a:pt x="19288" y="5467"/>
                  </a:lnTo>
                  <a:lnTo>
                    <a:pt x="19352" y="5426"/>
                  </a:lnTo>
                  <a:close/>
                  <a:moveTo>
                    <a:pt x="22819" y="6388"/>
                  </a:moveTo>
                  <a:cubicBezTo>
                    <a:pt x="22825" y="6388"/>
                    <a:pt x="22832" y="6389"/>
                    <a:pt x="22839" y="6391"/>
                  </a:cubicBezTo>
                  <a:cubicBezTo>
                    <a:pt x="22936" y="6423"/>
                    <a:pt x="22936" y="6423"/>
                    <a:pt x="22920" y="6480"/>
                  </a:cubicBezTo>
                  <a:cubicBezTo>
                    <a:pt x="22912" y="6507"/>
                    <a:pt x="22886" y="6516"/>
                    <a:pt x="22856" y="6516"/>
                  </a:cubicBezTo>
                  <a:cubicBezTo>
                    <a:pt x="22822" y="6516"/>
                    <a:pt x="22783" y="6505"/>
                    <a:pt x="22758" y="6496"/>
                  </a:cubicBezTo>
                  <a:cubicBezTo>
                    <a:pt x="22729" y="6446"/>
                    <a:pt x="22765" y="6388"/>
                    <a:pt x="22819" y="6388"/>
                  </a:cubicBezTo>
                  <a:close/>
                  <a:moveTo>
                    <a:pt x="24898" y="6902"/>
                  </a:moveTo>
                  <a:lnTo>
                    <a:pt x="24947" y="6918"/>
                  </a:lnTo>
                  <a:cubicBezTo>
                    <a:pt x="24933" y="6968"/>
                    <a:pt x="24918" y="7018"/>
                    <a:pt x="24882" y="7018"/>
                  </a:cubicBezTo>
                  <a:cubicBezTo>
                    <a:pt x="24877" y="7018"/>
                    <a:pt x="24871" y="7017"/>
                    <a:pt x="24866" y="7015"/>
                  </a:cubicBezTo>
                  <a:lnTo>
                    <a:pt x="24817" y="7007"/>
                  </a:lnTo>
                  <a:cubicBezTo>
                    <a:pt x="24833" y="6967"/>
                    <a:pt x="24858" y="6926"/>
                    <a:pt x="24898" y="6902"/>
                  </a:cubicBezTo>
                  <a:close/>
                  <a:moveTo>
                    <a:pt x="29155" y="7719"/>
                  </a:moveTo>
                  <a:cubicBezTo>
                    <a:pt x="29160" y="7719"/>
                    <a:pt x="29165" y="7719"/>
                    <a:pt x="29171" y="7721"/>
                  </a:cubicBezTo>
                  <a:cubicBezTo>
                    <a:pt x="29220" y="7737"/>
                    <a:pt x="29220" y="7737"/>
                    <a:pt x="29203" y="7794"/>
                  </a:cubicBezTo>
                  <a:cubicBezTo>
                    <a:pt x="29203" y="7794"/>
                    <a:pt x="29191" y="7837"/>
                    <a:pt x="29155" y="7837"/>
                  </a:cubicBezTo>
                  <a:cubicBezTo>
                    <a:pt x="29150" y="7837"/>
                    <a:pt x="29145" y="7836"/>
                    <a:pt x="29139" y="7834"/>
                  </a:cubicBezTo>
                  <a:lnTo>
                    <a:pt x="29106" y="7761"/>
                  </a:lnTo>
                  <a:cubicBezTo>
                    <a:pt x="29113" y="7734"/>
                    <a:pt x="29131" y="7719"/>
                    <a:pt x="29155" y="7719"/>
                  </a:cubicBezTo>
                  <a:close/>
                  <a:moveTo>
                    <a:pt x="29787" y="7826"/>
                  </a:moveTo>
                  <a:lnTo>
                    <a:pt x="29836" y="7842"/>
                  </a:lnTo>
                  <a:cubicBezTo>
                    <a:pt x="29822" y="7892"/>
                    <a:pt x="29807" y="7942"/>
                    <a:pt x="29771" y="7942"/>
                  </a:cubicBezTo>
                  <a:cubicBezTo>
                    <a:pt x="29766" y="7942"/>
                    <a:pt x="29760" y="7941"/>
                    <a:pt x="29755" y="7940"/>
                  </a:cubicBezTo>
                  <a:lnTo>
                    <a:pt x="29722" y="7875"/>
                  </a:lnTo>
                  <a:lnTo>
                    <a:pt x="29787" y="7826"/>
                  </a:lnTo>
                  <a:close/>
                  <a:moveTo>
                    <a:pt x="30090" y="8300"/>
                  </a:moveTo>
                  <a:cubicBezTo>
                    <a:pt x="30116" y="8300"/>
                    <a:pt x="30129" y="8319"/>
                    <a:pt x="30120" y="8353"/>
                  </a:cubicBezTo>
                  <a:cubicBezTo>
                    <a:pt x="30108" y="8394"/>
                    <a:pt x="30105" y="8406"/>
                    <a:pt x="30085" y="8406"/>
                  </a:cubicBezTo>
                  <a:cubicBezTo>
                    <a:pt x="30078" y="8406"/>
                    <a:pt x="30068" y="8404"/>
                    <a:pt x="30055" y="8402"/>
                  </a:cubicBezTo>
                  <a:cubicBezTo>
                    <a:pt x="29957" y="8369"/>
                    <a:pt x="29957" y="8369"/>
                    <a:pt x="30022" y="8329"/>
                  </a:cubicBezTo>
                  <a:cubicBezTo>
                    <a:pt x="30049" y="8309"/>
                    <a:pt x="30072" y="8300"/>
                    <a:pt x="30090" y="8300"/>
                  </a:cubicBezTo>
                  <a:close/>
                  <a:moveTo>
                    <a:pt x="30371" y="8426"/>
                  </a:moveTo>
                  <a:lnTo>
                    <a:pt x="30420" y="8434"/>
                  </a:lnTo>
                  <a:cubicBezTo>
                    <a:pt x="30468" y="8450"/>
                    <a:pt x="30468" y="8450"/>
                    <a:pt x="30452" y="8507"/>
                  </a:cubicBezTo>
                  <a:lnTo>
                    <a:pt x="30403" y="8499"/>
                  </a:lnTo>
                  <a:lnTo>
                    <a:pt x="30371" y="8426"/>
                  </a:lnTo>
                  <a:close/>
                  <a:moveTo>
                    <a:pt x="30865" y="8564"/>
                  </a:moveTo>
                  <a:lnTo>
                    <a:pt x="30914" y="8580"/>
                  </a:lnTo>
                  <a:cubicBezTo>
                    <a:pt x="30971" y="8588"/>
                    <a:pt x="30971" y="8588"/>
                    <a:pt x="30955" y="8645"/>
                  </a:cubicBezTo>
                  <a:lnTo>
                    <a:pt x="30906" y="8637"/>
                  </a:lnTo>
                  <a:lnTo>
                    <a:pt x="30865" y="8564"/>
                  </a:lnTo>
                  <a:close/>
                  <a:moveTo>
                    <a:pt x="30772" y="8630"/>
                  </a:moveTo>
                  <a:cubicBezTo>
                    <a:pt x="30765" y="8630"/>
                    <a:pt x="30754" y="8634"/>
                    <a:pt x="30736" y="8645"/>
                  </a:cubicBezTo>
                  <a:cubicBezTo>
                    <a:pt x="30742" y="8647"/>
                    <a:pt x="30748" y="8648"/>
                    <a:pt x="30753" y="8648"/>
                  </a:cubicBezTo>
                  <a:cubicBezTo>
                    <a:pt x="30777" y="8648"/>
                    <a:pt x="30786" y="8630"/>
                    <a:pt x="30772" y="8630"/>
                  </a:cubicBezTo>
                  <a:close/>
                  <a:moveTo>
                    <a:pt x="30202" y="8650"/>
                  </a:moveTo>
                  <a:lnTo>
                    <a:pt x="30202" y="8650"/>
                  </a:lnTo>
                  <a:cubicBezTo>
                    <a:pt x="30198" y="8658"/>
                    <a:pt x="30195" y="8667"/>
                    <a:pt x="30193" y="8677"/>
                  </a:cubicBezTo>
                  <a:cubicBezTo>
                    <a:pt x="30194" y="8681"/>
                    <a:pt x="30196" y="8685"/>
                    <a:pt x="30197" y="8688"/>
                  </a:cubicBezTo>
                  <a:lnTo>
                    <a:pt x="30197" y="8688"/>
                  </a:lnTo>
                  <a:cubicBezTo>
                    <a:pt x="30197" y="8678"/>
                    <a:pt x="30199" y="8665"/>
                    <a:pt x="30202" y="8650"/>
                  </a:cubicBezTo>
                  <a:close/>
                  <a:moveTo>
                    <a:pt x="31401" y="8588"/>
                  </a:moveTo>
                  <a:lnTo>
                    <a:pt x="31449" y="8596"/>
                  </a:lnTo>
                  <a:cubicBezTo>
                    <a:pt x="31498" y="8612"/>
                    <a:pt x="31482" y="8669"/>
                    <a:pt x="31482" y="8669"/>
                  </a:cubicBezTo>
                  <a:cubicBezTo>
                    <a:pt x="31482" y="8669"/>
                    <a:pt x="31469" y="8713"/>
                    <a:pt x="31434" y="8713"/>
                  </a:cubicBezTo>
                  <a:cubicBezTo>
                    <a:pt x="31428" y="8713"/>
                    <a:pt x="31423" y="8712"/>
                    <a:pt x="31417" y="8710"/>
                  </a:cubicBezTo>
                  <a:cubicBezTo>
                    <a:pt x="31401" y="8677"/>
                    <a:pt x="31392" y="8629"/>
                    <a:pt x="31401" y="8588"/>
                  </a:cubicBezTo>
                  <a:close/>
                  <a:moveTo>
                    <a:pt x="30197" y="8688"/>
                  </a:moveTo>
                  <a:cubicBezTo>
                    <a:pt x="30196" y="8711"/>
                    <a:pt x="30201" y="8722"/>
                    <a:pt x="30203" y="8722"/>
                  </a:cubicBezTo>
                  <a:cubicBezTo>
                    <a:pt x="30205" y="8722"/>
                    <a:pt x="30206" y="8710"/>
                    <a:pt x="30197" y="8688"/>
                  </a:cubicBezTo>
                  <a:close/>
                  <a:moveTo>
                    <a:pt x="33478" y="9136"/>
                  </a:moveTo>
                  <a:cubicBezTo>
                    <a:pt x="33489" y="9136"/>
                    <a:pt x="33495" y="9144"/>
                    <a:pt x="33492" y="9164"/>
                  </a:cubicBezTo>
                  <a:cubicBezTo>
                    <a:pt x="33476" y="9204"/>
                    <a:pt x="33444" y="9237"/>
                    <a:pt x="33411" y="9261"/>
                  </a:cubicBezTo>
                  <a:cubicBezTo>
                    <a:pt x="33411" y="9261"/>
                    <a:pt x="33382" y="9280"/>
                    <a:pt x="33365" y="9280"/>
                  </a:cubicBezTo>
                  <a:cubicBezTo>
                    <a:pt x="33355" y="9280"/>
                    <a:pt x="33349" y="9274"/>
                    <a:pt x="33355" y="9253"/>
                  </a:cubicBezTo>
                  <a:lnTo>
                    <a:pt x="33371" y="9196"/>
                  </a:lnTo>
                  <a:cubicBezTo>
                    <a:pt x="33413" y="9164"/>
                    <a:pt x="33456" y="9136"/>
                    <a:pt x="33478" y="9136"/>
                  </a:cubicBezTo>
                  <a:close/>
                  <a:moveTo>
                    <a:pt x="35195" y="9383"/>
                  </a:moveTo>
                  <a:cubicBezTo>
                    <a:pt x="35244" y="9399"/>
                    <a:pt x="35244" y="9399"/>
                    <a:pt x="35227" y="9456"/>
                  </a:cubicBezTo>
                  <a:cubicBezTo>
                    <a:pt x="35213" y="9508"/>
                    <a:pt x="35164" y="9546"/>
                    <a:pt x="35112" y="9546"/>
                  </a:cubicBezTo>
                  <a:cubicBezTo>
                    <a:pt x="35107" y="9546"/>
                    <a:pt x="35103" y="9546"/>
                    <a:pt x="35098" y="9545"/>
                  </a:cubicBezTo>
                  <a:cubicBezTo>
                    <a:pt x="35049" y="9529"/>
                    <a:pt x="35082" y="9415"/>
                    <a:pt x="35195" y="9383"/>
                  </a:cubicBezTo>
                  <a:close/>
                  <a:moveTo>
                    <a:pt x="42253" y="11183"/>
                  </a:moveTo>
                  <a:cubicBezTo>
                    <a:pt x="42291" y="11183"/>
                    <a:pt x="42248" y="11262"/>
                    <a:pt x="42151" y="11329"/>
                  </a:cubicBezTo>
                  <a:cubicBezTo>
                    <a:pt x="42112" y="11380"/>
                    <a:pt x="42091" y="11407"/>
                    <a:pt x="42085" y="11407"/>
                  </a:cubicBezTo>
                  <a:cubicBezTo>
                    <a:pt x="42078" y="11407"/>
                    <a:pt x="42086" y="11378"/>
                    <a:pt x="42103" y="11320"/>
                  </a:cubicBezTo>
                  <a:cubicBezTo>
                    <a:pt x="42117" y="11270"/>
                    <a:pt x="42132" y="11213"/>
                    <a:pt x="42169" y="11213"/>
                  </a:cubicBezTo>
                  <a:cubicBezTo>
                    <a:pt x="42174" y="11213"/>
                    <a:pt x="42179" y="11213"/>
                    <a:pt x="42184" y="11215"/>
                  </a:cubicBezTo>
                  <a:cubicBezTo>
                    <a:pt x="42217" y="11192"/>
                    <a:pt x="42240" y="11183"/>
                    <a:pt x="42253" y="11183"/>
                  </a:cubicBezTo>
                  <a:close/>
                  <a:moveTo>
                    <a:pt x="470" y="1"/>
                  </a:moveTo>
                  <a:cubicBezTo>
                    <a:pt x="458" y="1"/>
                    <a:pt x="442" y="13"/>
                    <a:pt x="413" y="34"/>
                  </a:cubicBezTo>
                  <a:cubicBezTo>
                    <a:pt x="380" y="148"/>
                    <a:pt x="364" y="205"/>
                    <a:pt x="413" y="221"/>
                  </a:cubicBezTo>
                  <a:cubicBezTo>
                    <a:pt x="469" y="229"/>
                    <a:pt x="469" y="229"/>
                    <a:pt x="453" y="286"/>
                  </a:cubicBezTo>
                  <a:lnTo>
                    <a:pt x="348" y="262"/>
                  </a:lnTo>
                  <a:cubicBezTo>
                    <a:pt x="319" y="254"/>
                    <a:pt x="286" y="250"/>
                    <a:pt x="254" y="250"/>
                  </a:cubicBezTo>
                  <a:cubicBezTo>
                    <a:pt x="213" y="250"/>
                    <a:pt x="173" y="256"/>
                    <a:pt x="137" y="270"/>
                  </a:cubicBezTo>
                  <a:cubicBezTo>
                    <a:pt x="38" y="298"/>
                    <a:pt x="0" y="389"/>
                    <a:pt x="69" y="389"/>
                  </a:cubicBezTo>
                  <a:cubicBezTo>
                    <a:pt x="79" y="389"/>
                    <a:pt x="91" y="387"/>
                    <a:pt x="105" y="383"/>
                  </a:cubicBezTo>
                  <a:lnTo>
                    <a:pt x="145" y="456"/>
                  </a:lnTo>
                  <a:cubicBezTo>
                    <a:pt x="119" y="548"/>
                    <a:pt x="135" y="600"/>
                    <a:pt x="163" y="600"/>
                  </a:cubicBezTo>
                  <a:cubicBezTo>
                    <a:pt x="187" y="600"/>
                    <a:pt x="220" y="562"/>
                    <a:pt x="242" y="480"/>
                  </a:cubicBezTo>
                  <a:cubicBezTo>
                    <a:pt x="268" y="390"/>
                    <a:pt x="281" y="347"/>
                    <a:pt x="289" y="347"/>
                  </a:cubicBezTo>
                  <a:cubicBezTo>
                    <a:pt x="296" y="347"/>
                    <a:pt x="300" y="379"/>
                    <a:pt x="307" y="440"/>
                  </a:cubicBezTo>
                  <a:cubicBezTo>
                    <a:pt x="275" y="553"/>
                    <a:pt x="332" y="570"/>
                    <a:pt x="380" y="578"/>
                  </a:cubicBezTo>
                  <a:cubicBezTo>
                    <a:pt x="429" y="594"/>
                    <a:pt x="429" y="594"/>
                    <a:pt x="413" y="651"/>
                  </a:cubicBezTo>
                  <a:cubicBezTo>
                    <a:pt x="397" y="707"/>
                    <a:pt x="429" y="764"/>
                    <a:pt x="486" y="789"/>
                  </a:cubicBezTo>
                  <a:cubicBezTo>
                    <a:pt x="503" y="794"/>
                    <a:pt x="514" y="798"/>
                    <a:pt x="522" y="798"/>
                  </a:cubicBezTo>
                  <a:cubicBezTo>
                    <a:pt x="536" y="798"/>
                    <a:pt x="540" y="785"/>
                    <a:pt x="551" y="748"/>
                  </a:cubicBezTo>
                  <a:cubicBezTo>
                    <a:pt x="536" y="721"/>
                    <a:pt x="541" y="707"/>
                    <a:pt x="554" y="707"/>
                  </a:cubicBezTo>
                  <a:cubicBezTo>
                    <a:pt x="576" y="707"/>
                    <a:pt x="621" y="747"/>
                    <a:pt x="632" y="829"/>
                  </a:cubicBezTo>
                  <a:cubicBezTo>
                    <a:pt x="646" y="862"/>
                    <a:pt x="654" y="880"/>
                    <a:pt x="661" y="880"/>
                  </a:cubicBezTo>
                  <a:cubicBezTo>
                    <a:pt x="670" y="880"/>
                    <a:pt x="679" y="852"/>
                    <a:pt x="697" y="789"/>
                  </a:cubicBezTo>
                  <a:cubicBezTo>
                    <a:pt x="711" y="739"/>
                    <a:pt x="737" y="716"/>
                    <a:pt x="764" y="716"/>
                  </a:cubicBezTo>
                  <a:cubicBezTo>
                    <a:pt x="800" y="716"/>
                    <a:pt x="837" y="756"/>
                    <a:pt x="851" y="829"/>
                  </a:cubicBezTo>
                  <a:lnTo>
                    <a:pt x="948" y="853"/>
                  </a:lnTo>
                  <a:cubicBezTo>
                    <a:pt x="953" y="855"/>
                    <a:pt x="958" y="856"/>
                    <a:pt x="962" y="856"/>
                  </a:cubicBezTo>
                  <a:cubicBezTo>
                    <a:pt x="1000" y="856"/>
                    <a:pt x="1014" y="799"/>
                    <a:pt x="1029" y="748"/>
                  </a:cubicBezTo>
                  <a:cubicBezTo>
                    <a:pt x="1047" y="685"/>
                    <a:pt x="1055" y="657"/>
                    <a:pt x="1064" y="657"/>
                  </a:cubicBezTo>
                  <a:cubicBezTo>
                    <a:pt x="1071" y="657"/>
                    <a:pt x="1079" y="675"/>
                    <a:pt x="1094" y="707"/>
                  </a:cubicBezTo>
                  <a:cubicBezTo>
                    <a:pt x="1110" y="748"/>
                    <a:pt x="1118" y="789"/>
                    <a:pt x="1110" y="837"/>
                  </a:cubicBezTo>
                  <a:cubicBezTo>
                    <a:pt x="1094" y="894"/>
                    <a:pt x="1151" y="902"/>
                    <a:pt x="1199" y="918"/>
                  </a:cubicBezTo>
                  <a:cubicBezTo>
                    <a:pt x="1225" y="927"/>
                    <a:pt x="1264" y="938"/>
                    <a:pt x="1298" y="938"/>
                  </a:cubicBezTo>
                  <a:cubicBezTo>
                    <a:pt x="1328" y="938"/>
                    <a:pt x="1354" y="929"/>
                    <a:pt x="1361" y="902"/>
                  </a:cubicBezTo>
                  <a:lnTo>
                    <a:pt x="1361" y="902"/>
                  </a:lnTo>
                  <a:lnTo>
                    <a:pt x="1345" y="959"/>
                  </a:lnTo>
                  <a:cubicBezTo>
                    <a:pt x="1378" y="970"/>
                    <a:pt x="1381" y="1000"/>
                    <a:pt x="1385" y="1000"/>
                  </a:cubicBezTo>
                  <a:cubicBezTo>
                    <a:pt x="1387" y="1000"/>
                    <a:pt x="1389" y="993"/>
                    <a:pt x="1394" y="975"/>
                  </a:cubicBezTo>
                  <a:cubicBezTo>
                    <a:pt x="1451" y="991"/>
                    <a:pt x="1491" y="1024"/>
                    <a:pt x="1532" y="1072"/>
                  </a:cubicBezTo>
                  <a:cubicBezTo>
                    <a:pt x="1554" y="1095"/>
                    <a:pt x="1585" y="1106"/>
                    <a:pt x="1615" y="1106"/>
                  </a:cubicBezTo>
                  <a:cubicBezTo>
                    <a:pt x="1693" y="1106"/>
                    <a:pt x="1765" y="1035"/>
                    <a:pt x="1678" y="918"/>
                  </a:cubicBezTo>
                  <a:lnTo>
                    <a:pt x="1678" y="918"/>
                  </a:lnTo>
                  <a:lnTo>
                    <a:pt x="1726" y="934"/>
                  </a:lnTo>
                  <a:cubicBezTo>
                    <a:pt x="1732" y="936"/>
                    <a:pt x="1738" y="937"/>
                    <a:pt x="1743" y="937"/>
                  </a:cubicBezTo>
                  <a:cubicBezTo>
                    <a:pt x="1779" y="937"/>
                    <a:pt x="1791" y="894"/>
                    <a:pt x="1791" y="894"/>
                  </a:cubicBezTo>
                  <a:cubicBezTo>
                    <a:pt x="1800" y="858"/>
                    <a:pt x="1819" y="847"/>
                    <a:pt x="1842" y="847"/>
                  </a:cubicBezTo>
                  <a:cubicBezTo>
                    <a:pt x="1861" y="847"/>
                    <a:pt x="1883" y="854"/>
                    <a:pt x="1905" y="861"/>
                  </a:cubicBezTo>
                  <a:cubicBezTo>
                    <a:pt x="1905" y="861"/>
                    <a:pt x="1888" y="918"/>
                    <a:pt x="1880" y="975"/>
                  </a:cubicBezTo>
                  <a:cubicBezTo>
                    <a:pt x="1819" y="1077"/>
                    <a:pt x="1828" y="1146"/>
                    <a:pt x="1868" y="1146"/>
                  </a:cubicBezTo>
                  <a:cubicBezTo>
                    <a:pt x="1891" y="1146"/>
                    <a:pt x="1924" y="1122"/>
                    <a:pt x="1960" y="1066"/>
                  </a:cubicBezTo>
                  <a:lnTo>
                    <a:pt x="1960" y="1066"/>
                  </a:lnTo>
                  <a:cubicBezTo>
                    <a:pt x="1956" y="1081"/>
                    <a:pt x="1951" y="1102"/>
                    <a:pt x="1945" y="1121"/>
                  </a:cubicBezTo>
                  <a:cubicBezTo>
                    <a:pt x="1934" y="1158"/>
                    <a:pt x="1952" y="1174"/>
                    <a:pt x="1999" y="1174"/>
                  </a:cubicBezTo>
                  <a:cubicBezTo>
                    <a:pt x="2024" y="1174"/>
                    <a:pt x="2057" y="1170"/>
                    <a:pt x="2099" y="1161"/>
                  </a:cubicBezTo>
                  <a:cubicBezTo>
                    <a:pt x="2101" y="1162"/>
                    <a:pt x="2103" y="1162"/>
                    <a:pt x="2105" y="1162"/>
                  </a:cubicBezTo>
                  <a:cubicBezTo>
                    <a:pt x="2154" y="1162"/>
                    <a:pt x="2230" y="1070"/>
                    <a:pt x="2245" y="1016"/>
                  </a:cubicBezTo>
                  <a:cubicBezTo>
                    <a:pt x="2245" y="987"/>
                    <a:pt x="2270" y="965"/>
                    <a:pt x="2297" y="965"/>
                  </a:cubicBezTo>
                  <a:cubicBezTo>
                    <a:pt x="2301" y="965"/>
                    <a:pt x="2306" y="966"/>
                    <a:pt x="2310" y="967"/>
                  </a:cubicBezTo>
                  <a:cubicBezTo>
                    <a:pt x="2359" y="983"/>
                    <a:pt x="2359" y="983"/>
                    <a:pt x="2342" y="1040"/>
                  </a:cubicBezTo>
                  <a:cubicBezTo>
                    <a:pt x="2324" y="1106"/>
                    <a:pt x="2349" y="1144"/>
                    <a:pt x="2389" y="1144"/>
                  </a:cubicBezTo>
                  <a:cubicBezTo>
                    <a:pt x="2418" y="1144"/>
                    <a:pt x="2454" y="1124"/>
                    <a:pt x="2488" y="1080"/>
                  </a:cubicBezTo>
                  <a:lnTo>
                    <a:pt x="2488" y="1080"/>
                  </a:lnTo>
                  <a:lnTo>
                    <a:pt x="2472" y="1137"/>
                  </a:lnTo>
                  <a:cubicBezTo>
                    <a:pt x="2464" y="1194"/>
                    <a:pt x="2496" y="1267"/>
                    <a:pt x="2756" y="1275"/>
                  </a:cubicBezTo>
                  <a:cubicBezTo>
                    <a:pt x="2959" y="1332"/>
                    <a:pt x="3113" y="1372"/>
                    <a:pt x="3096" y="1429"/>
                  </a:cubicBezTo>
                  <a:cubicBezTo>
                    <a:pt x="3092" y="1444"/>
                    <a:pt x="3104" y="1450"/>
                    <a:pt x="3127" y="1450"/>
                  </a:cubicBezTo>
                  <a:cubicBezTo>
                    <a:pt x="3192" y="1450"/>
                    <a:pt x="3341" y="1398"/>
                    <a:pt x="3437" y="1332"/>
                  </a:cubicBezTo>
                  <a:lnTo>
                    <a:pt x="3437" y="1332"/>
                  </a:lnTo>
                  <a:cubicBezTo>
                    <a:pt x="3421" y="1397"/>
                    <a:pt x="3469" y="1405"/>
                    <a:pt x="3575" y="1437"/>
                  </a:cubicBezTo>
                  <a:cubicBezTo>
                    <a:pt x="3721" y="1478"/>
                    <a:pt x="3721" y="1478"/>
                    <a:pt x="3704" y="1534"/>
                  </a:cubicBezTo>
                  <a:cubicBezTo>
                    <a:pt x="3663" y="1584"/>
                    <a:pt x="3643" y="1608"/>
                    <a:pt x="3650" y="1608"/>
                  </a:cubicBezTo>
                  <a:cubicBezTo>
                    <a:pt x="3657" y="1608"/>
                    <a:pt x="3690" y="1586"/>
                    <a:pt x="3753" y="1543"/>
                  </a:cubicBezTo>
                  <a:cubicBezTo>
                    <a:pt x="3776" y="1515"/>
                    <a:pt x="3805" y="1503"/>
                    <a:pt x="3832" y="1503"/>
                  </a:cubicBezTo>
                  <a:cubicBezTo>
                    <a:pt x="3899" y="1503"/>
                    <a:pt x="3963" y="1575"/>
                    <a:pt x="3940" y="1656"/>
                  </a:cubicBezTo>
                  <a:cubicBezTo>
                    <a:pt x="3923" y="1713"/>
                    <a:pt x="3972" y="1729"/>
                    <a:pt x="4077" y="1753"/>
                  </a:cubicBezTo>
                  <a:cubicBezTo>
                    <a:pt x="4102" y="1738"/>
                    <a:pt x="4130" y="1732"/>
                    <a:pt x="4162" y="1732"/>
                  </a:cubicBezTo>
                  <a:cubicBezTo>
                    <a:pt x="4215" y="1732"/>
                    <a:pt x="4276" y="1749"/>
                    <a:pt x="4337" y="1770"/>
                  </a:cubicBezTo>
                  <a:cubicBezTo>
                    <a:pt x="4393" y="1784"/>
                    <a:pt x="4429" y="1794"/>
                    <a:pt x="4453" y="1794"/>
                  </a:cubicBezTo>
                  <a:cubicBezTo>
                    <a:pt x="4495" y="1794"/>
                    <a:pt x="4503" y="1766"/>
                    <a:pt x="4523" y="1688"/>
                  </a:cubicBezTo>
                  <a:cubicBezTo>
                    <a:pt x="4538" y="1619"/>
                    <a:pt x="4566" y="1598"/>
                    <a:pt x="4607" y="1598"/>
                  </a:cubicBezTo>
                  <a:cubicBezTo>
                    <a:pt x="4633" y="1598"/>
                    <a:pt x="4664" y="1606"/>
                    <a:pt x="4702" y="1616"/>
                  </a:cubicBezTo>
                  <a:cubicBezTo>
                    <a:pt x="4750" y="1632"/>
                    <a:pt x="4799" y="1648"/>
                    <a:pt x="4783" y="1705"/>
                  </a:cubicBezTo>
                  <a:cubicBezTo>
                    <a:pt x="4783" y="1705"/>
                    <a:pt x="4823" y="1770"/>
                    <a:pt x="4872" y="1786"/>
                  </a:cubicBezTo>
                  <a:cubicBezTo>
                    <a:pt x="4921" y="1802"/>
                    <a:pt x="4969" y="1818"/>
                    <a:pt x="4953" y="1875"/>
                  </a:cubicBezTo>
                  <a:cubicBezTo>
                    <a:pt x="4986" y="1924"/>
                    <a:pt x="5034" y="1956"/>
                    <a:pt x="5091" y="1972"/>
                  </a:cubicBezTo>
                  <a:cubicBezTo>
                    <a:pt x="5188" y="1997"/>
                    <a:pt x="5285" y="2029"/>
                    <a:pt x="5269" y="2086"/>
                  </a:cubicBezTo>
                  <a:cubicBezTo>
                    <a:pt x="5283" y="2088"/>
                    <a:pt x="5292" y="2090"/>
                    <a:pt x="5300" y="2090"/>
                  </a:cubicBezTo>
                  <a:cubicBezTo>
                    <a:pt x="5319" y="2090"/>
                    <a:pt x="5322" y="2078"/>
                    <a:pt x="5334" y="2037"/>
                  </a:cubicBezTo>
                  <a:cubicBezTo>
                    <a:pt x="5343" y="2006"/>
                    <a:pt x="5367" y="1980"/>
                    <a:pt x="5417" y="1980"/>
                  </a:cubicBezTo>
                  <a:cubicBezTo>
                    <a:pt x="5458" y="1980"/>
                    <a:pt x="5517" y="1998"/>
                    <a:pt x="5602" y="2045"/>
                  </a:cubicBezTo>
                  <a:cubicBezTo>
                    <a:pt x="5664" y="2066"/>
                    <a:pt x="5749" y="2090"/>
                    <a:pt x="5806" y="2090"/>
                  </a:cubicBezTo>
                  <a:cubicBezTo>
                    <a:pt x="5839" y="2090"/>
                    <a:pt x="5863" y="2082"/>
                    <a:pt x="5869" y="2061"/>
                  </a:cubicBezTo>
                  <a:cubicBezTo>
                    <a:pt x="5918" y="2070"/>
                    <a:pt x="5918" y="2070"/>
                    <a:pt x="5902" y="2126"/>
                  </a:cubicBezTo>
                  <a:cubicBezTo>
                    <a:pt x="5882" y="2199"/>
                    <a:pt x="5909" y="2237"/>
                    <a:pt x="5961" y="2237"/>
                  </a:cubicBezTo>
                  <a:cubicBezTo>
                    <a:pt x="5997" y="2237"/>
                    <a:pt x="6044" y="2219"/>
                    <a:pt x="6096" y="2183"/>
                  </a:cubicBezTo>
                  <a:cubicBezTo>
                    <a:pt x="6103" y="2160"/>
                    <a:pt x="6115" y="2149"/>
                    <a:pt x="6129" y="2149"/>
                  </a:cubicBezTo>
                  <a:cubicBezTo>
                    <a:pt x="6151" y="2149"/>
                    <a:pt x="6178" y="2172"/>
                    <a:pt x="6202" y="2215"/>
                  </a:cubicBezTo>
                  <a:cubicBezTo>
                    <a:pt x="6242" y="2215"/>
                    <a:pt x="6283" y="2207"/>
                    <a:pt x="6315" y="2183"/>
                  </a:cubicBezTo>
                  <a:cubicBezTo>
                    <a:pt x="6343" y="2162"/>
                    <a:pt x="6359" y="2150"/>
                    <a:pt x="6374" y="2150"/>
                  </a:cubicBezTo>
                  <a:cubicBezTo>
                    <a:pt x="6395" y="2150"/>
                    <a:pt x="6414" y="2172"/>
                    <a:pt x="6461" y="2224"/>
                  </a:cubicBezTo>
                  <a:cubicBezTo>
                    <a:pt x="6445" y="2280"/>
                    <a:pt x="6502" y="2297"/>
                    <a:pt x="6550" y="2305"/>
                  </a:cubicBezTo>
                  <a:cubicBezTo>
                    <a:pt x="6559" y="2303"/>
                    <a:pt x="6570" y="2302"/>
                    <a:pt x="6583" y="2302"/>
                  </a:cubicBezTo>
                  <a:cubicBezTo>
                    <a:pt x="6744" y="2302"/>
                    <a:pt x="7218" y="2432"/>
                    <a:pt x="7248" y="2499"/>
                  </a:cubicBezTo>
                  <a:cubicBezTo>
                    <a:pt x="7292" y="2471"/>
                    <a:pt x="7306" y="2463"/>
                    <a:pt x="7327" y="2463"/>
                  </a:cubicBezTo>
                  <a:cubicBezTo>
                    <a:pt x="7336" y="2463"/>
                    <a:pt x="7346" y="2464"/>
                    <a:pt x="7361" y="2467"/>
                  </a:cubicBezTo>
                  <a:cubicBezTo>
                    <a:pt x="7368" y="2523"/>
                    <a:pt x="7384" y="2547"/>
                    <a:pt x="7403" y="2547"/>
                  </a:cubicBezTo>
                  <a:cubicBezTo>
                    <a:pt x="7428" y="2547"/>
                    <a:pt x="7456" y="2507"/>
                    <a:pt x="7475" y="2442"/>
                  </a:cubicBezTo>
                  <a:lnTo>
                    <a:pt x="7426" y="2426"/>
                  </a:lnTo>
                  <a:lnTo>
                    <a:pt x="7377" y="2410"/>
                  </a:lnTo>
                  <a:cubicBezTo>
                    <a:pt x="7390" y="2367"/>
                    <a:pt x="7418" y="2346"/>
                    <a:pt x="7446" y="2346"/>
                  </a:cubicBezTo>
                  <a:cubicBezTo>
                    <a:pt x="7493" y="2346"/>
                    <a:pt x="7537" y="2402"/>
                    <a:pt x="7507" y="2507"/>
                  </a:cubicBezTo>
                  <a:cubicBezTo>
                    <a:pt x="7520" y="2577"/>
                    <a:pt x="7526" y="2609"/>
                    <a:pt x="7541" y="2609"/>
                  </a:cubicBezTo>
                  <a:cubicBezTo>
                    <a:pt x="7555" y="2609"/>
                    <a:pt x="7575" y="2585"/>
                    <a:pt x="7612" y="2540"/>
                  </a:cubicBezTo>
                  <a:cubicBezTo>
                    <a:pt x="7648" y="2493"/>
                    <a:pt x="7677" y="2471"/>
                    <a:pt x="7701" y="2471"/>
                  </a:cubicBezTo>
                  <a:cubicBezTo>
                    <a:pt x="7730" y="2471"/>
                    <a:pt x="7749" y="2508"/>
                    <a:pt x="7758" y="2580"/>
                  </a:cubicBezTo>
                  <a:cubicBezTo>
                    <a:pt x="7742" y="2638"/>
                    <a:pt x="7734" y="2666"/>
                    <a:pt x="7740" y="2666"/>
                  </a:cubicBezTo>
                  <a:cubicBezTo>
                    <a:pt x="7747" y="2666"/>
                    <a:pt x="7767" y="2640"/>
                    <a:pt x="7807" y="2588"/>
                  </a:cubicBezTo>
                  <a:cubicBezTo>
                    <a:pt x="7888" y="2487"/>
                    <a:pt x="7971" y="2432"/>
                    <a:pt x="8026" y="2432"/>
                  </a:cubicBezTo>
                  <a:cubicBezTo>
                    <a:pt x="8081" y="2432"/>
                    <a:pt x="8107" y="2487"/>
                    <a:pt x="8075" y="2605"/>
                  </a:cubicBezTo>
                  <a:cubicBezTo>
                    <a:pt x="8042" y="2718"/>
                    <a:pt x="8075" y="2791"/>
                    <a:pt x="8123" y="2807"/>
                  </a:cubicBezTo>
                  <a:cubicBezTo>
                    <a:pt x="8127" y="2808"/>
                    <a:pt x="8130" y="2808"/>
                    <a:pt x="8134" y="2808"/>
                  </a:cubicBezTo>
                  <a:cubicBezTo>
                    <a:pt x="8181" y="2808"/>
                    <a:pt x="8189" y="2755"/>
                    <a:pt x="8204" y="2702"/>
                  </a:cubicBezTo>
                  <a:cubicBezTo>
                    <a:pt x="8197" y="2642"/>
                    <a:pt x="8203" y="2613"/>
                    <a:pt x="8219" y="2613"/>
                  </a:cubicBezTo>
                  <a:cubicBezTo>
                    <a:pt x="8238" y="2613"/>
                    <a:pt x="8270" y="2652"/>
                    <a:pt x="8310" y="2726"/>
                  </a:cubicBezTo>
                  <a:cubicBezTo>
                    <a:pt x="8376" y="2874"/>
                    <a:pt x="8445" y="2934"/>
                    <a:pt x="8539" y="2934"/>
                  </a:cubicBezTo>
                  <a:cubicBezTo>
                    <a:pt x="8583" y="2934"/>
                    <a:pt x="8633" y="2920"/>
                    <a:pt x="8691" y="2897"/>
                  </a:cubicBezTo>
                  <a:cubicBezTo>
                    <a:pt x="8765" y="2878"/>
                    <a:pt x="8832" y="2870"/>
                    <a:pt x="8881" y="2870"/>
                  </a:cubicBezTo>
                  <a:cubicBezTo>
                    <a:pt x="8982" y="2870"/>
                    <a:pt x="9011" y="2904"/>
                    <a:pt x="8885" y="2953"/>
                  </a:cubicBezTo>
                  <a:cubicBezTo>
                    <a:pt x="8804" y="3009"/>
                    <a:pt x="8774" y="3030"/>
                    <a:pt x="8790" y="3030"/>
                  </a:cubicBezTo>
                  <a:cubicBezTo>
                    <a:pt x="8800" y="3030"/>
                    <a:pt x="8826" y="3022"/>
                    <a:pt x="8869" y="3010"/>
                  </a:cubicBezTo>
                  <a:lnTo>
                    <a:pt x="9120" y="3075"/>
                  </a:lnTo>
                  <a:cubicBezTo>
                    <a:pt x="9127" y="3076"/>
                    <a:pt x="9134" y="3076"/>
                    <a:pt x="9140" y="3076"/>
                  </a:cubicBezTo>
                  <a:cubicBezTo>
                    <a:pt x="9195" y="3076"/>
                    <a:pt x="9236" y="3045"/>
                    <a:pt x="9250" y="2994"/>
                  </a:cubicBezTo>
                  <a:cubicBezTo>
                    <a:pt x="9267" y="3086"/>
                    <a:pt x="9313" y="3153"/>
                    <a:pt x="9384" y="3153"/>
                  </a:cubicBezTo>
                  <a:cubicBezTo>
                    <a:pt x="9414" y="3153"/>
                    <a:pt x="9447" y="3142"/>
                    <a:pt x="9485" y="3115"/>
                  </a:cubicBezTo>
                  <a:lnTo>
                    <a:pt x="9583" y="3148"/>
                  </a:lnTo>
                  <a:cubicBezTo>
                    <a:pt x="9600" y="3150"/>
                    <a:pt x="9612" y="3152"/>
                    <a:pt x="9623" y="3152"/>
                  </a:cubicBezTo>
                  <a:cubicBezTo>
                    <a:pt x="9646" y="3152"/>
                    <a:pt x="9659" y="3143"/>
                    <a:pt x="9704" y="3115"/>
                  </a:cubicBezTo>
                  <a:cubicBezTo>
                    <a:pt x="9719" y="3104"/>
                    <a:pt x="9732" y="3100"/>
                    <a:pt x="9744" y="3100"/>
                  </a:cubicBezTo>
                  <a:cubicBezTo>
                    <a:pt x="9784" y="3100"/>
                    <a:pt x="9809" y="3156"/>
                    <a:pt x="9834" y="3213"/>
                  </a:cubicBezTo>
                  <a:cubicBezTo>
                    <a:pt x="9858" y="3267"/>
                    <a:pt x="9883" y="3322"/>
                    <a:pt x="9900" y="3322"/>
                  </a:cubicBezTo>
                  <a:cubicBezTo>
                    <a:pt x="9906" y="3322"/>
                    <a:pt x="9911" y="3316"/>
                    <a:pt x="9915" y="3302"/>
                  </a:cubicBezTo>
                  <a:cubicBezTo>
                    <a:pt x="9931" y="3237"/>
                    <a:pt x="10053" y="3213"/>
                    <a:pt x="10118" y="3164"/>
                  </a:cubicBezTo>
                  <a:cubicBezTo>
                    <a:pt x="10131" y="3156"/>
                    <a:pt x="10143" y="3152"/>
                    <a:pt x="10153" y="3152"/>
                  </a:cubicBezTo>
                  <a:cubicBezTo>
                    <a:pt x="10192" y="3152"/>
                    <a:pt x="10202" y="3205"/>
                    <a:pt x="10150" y="3237"/>
                  </a:cubicBezTo>
                  <a:cubicBezTo>
                    <a:pt x="10134" y="3294"/>
                    <a:pt x="10134" y="3294"/>
                    <a:pt x="10215" y="3383"/>
                  </a:cubicBezTo>
                  <a:cubicBezTo>
                    <a:pt x="10242" y="3388"/>
                    <a:pt x="10287" y="3400"/>
                    <a:pt x="10324" y="3400"/>
                  </a:cubicBezTo>
                  <a:cubicBezTo>
                    <a:pt x="10353" y="3400"/>
                    <a:pt x="10378" y="3392"/>
                    <a:pt x="10385" y="3367"/>
                  </a:cubicBezTo>
                  <a:cubicBezTo>
                    <a:pt x="10389" y="3353"/>
                    <a:pt x="10408" y="3348"/>
                    <a:pt x="10436" y="3348"/>
                  </a:cubicBezTo>
                  <a:cubicBezTo>
                    <a:pt x="10525" y="3348"/>
                    <a:pt x="10703" y="3408"/>
                    <a:pt x="10734" y="3464"/>
                  </a:cubicBezTo>
                  <a:lnTo>
                    <a:pt x="10831" y="3488"/>
                  </a:lnTo>
                  <a:cubicBezTo>
                    <a:pt x="10838" y="3491"/>
                    <a:pt x="10846" y="3492"/>
                    <a:pt x="10854" y="3492"/>
                  </a:cubicBezTo>
                  <a:cubicBezTo>
                    <a:pt x="10891" y="3492"/>
                    <a:pt x="10934" y="3469"/>
                    <a:pt x="10971" y="3469"/>
                  </a:cubicBezTo>
                  <a:cubicBezTo>
                    <a:pt x="10979" y="3469"/>
                    <a:pt x="10986" y="3470"/>
                    <a:pt x="10993" y="3472"/>
                  </a:cubicBezTo>
                  <a:cubicBezTo>
                    <a:pt x="11001" y="3474"/>
                    <a:pt x="11008" y="3474"/>
                    <a:pt x="11016" y="3474"/>
                  </a:cubicBezTo>
                  <a:cubicBezTo>
                    <a:pt x="11051" y="3474"/>
                    <a:pt x="11088" y="3460"/>
                    <a:pt x="11115" y="3440"/>
                  </a:cubicBezTo>
                  <a:cubicBezTo>
                    <a:pt x="11164" y="3456"/>
                    <a:pt x="11212" y="3472"/>
                    <a:pt x="11196" y="3529"/>
                  </a:cubicBezTo>
                  <a:cubicBezTo>
                    <a:pt x="11234" y="3479"/>
                    <a:pt x="11255" y="3453"/>
                    <a:pt x="11267" y="3453"/>
                  </a:cubicBezTo>
                  <a:cubicBezTo>
                    <a:pt x="11281" y="3453"/>
                    <a:pt x="11285" y="3485"/>
                    <a:pt x="11293" y="3553"/>
                  </a:cubicBezTo>
                  <a:cubicBezTo>
                    <a:pt x="11277" y="3612"/>
                    <a:pt x="11268" y="3641"/>
                    <a:pt x="11276" y="3641"/>
                  </a:cubicBezTo>
                  <a:cubicBezTo>
                    <a:pt x="11283" y="3641"/>
                    <a:pt x="11303" y="3616"/>
                    <a:pt x="11342" y="3569"/>
                  </a:cubicBezTo>
                  <a:cubicBezTo>
                    <a:pt x="11371" y="3548"/>
                    <a:pt x="11387" y="3536"/>
                    <a:pt x="11400" y="3536"/>
                  </a:cubicBezTo>
                  <a:cubicBezTo>
                    <a:pt x="11415" y="3536"/>
                    <a:pt x="11425" y="3554"/>
                    <a:pt x="11447" y="3594"/>
                  </a:cubicBezTo>
                  <a:cubicBezTo>
                    <a:pt x="11438" y="3626"/>
                    <a:pt x="11450" y="3645"/>
                    <a:pt x="11465" y="3645"/>
                  </a:cubicBezTo>
                  <a:cubicBezTo>
                    <a:pt x="11476" y="3645"/>
                    <a:pt x="11489" y="3634"/>
                    <a:pt x="11496" y="3610"/>
                  </a:cubicBezTo>
                  <a:cubicBezTo>
                    <a:pt x="11538" y="3555"/>
                    <a:pt x="11602" y="3525"/>
                    <a:pt x="11649" y="3525"/>
                  </a:cubicBezTo>
                  <a:cubicBezTo>
                    <a:pt x="11693" y="3525"/>
                    <a:pt x="11722" y="3551"/>
                    <a:pt x="11707" y="3610"/>
                  </a:cubicBezTo>
                  <a:cubicBezTo>
                    <a:pt x="11747" y="3610"/>
                    <a:pt x="11788" y="3602"/>
                    <a:pt x="11820" y="3578"/>
                  </a:cubicBezTo>
                  <a:cubicBezTo>
                    <a:pt x="11859" y="3527"/>
                    <a:pt x="11880" y="3500"/>
                    <a:pt x="11887" y="3500"/>
                  </a:cubicBezTo>
                  <a:lnTo>
                    <a:pt x="11887" y="3500"/>
                  </a:lnTo>
                  <a:cubicBezTo>
                    <a:pt x="11896" y="3500"/>
                    <a:pt x="11890" y="3531"/>
                    <a:pt x="11877" y="3594"/>
                  </a:cubicBezTo>
                  <a:cubicBezTo>
                    <a:pt x="11886" y="3666"/>
                    <a:pt x="11905" y="3700"/>
                    <a:pt x="11934" y="3700"/>
                  </a:cubicBezTo>
                  <a:cubicBezTo>
                    <a:pt x="11957" y="3700"/>
                    <a:pt x="11987" y="3678"/>
                    <a:pt x="12023" y="3634"/>
                  </a:cubicBezTo>
                  <a:cubicBezTo>
                    <a:pt x="12035" y="3625"/>
                    <a:pt x="12050" y="3621"/>
                    <a:pt x="12064" y="3621"/>
                  </a:cubicBezTo>
                  <a:cubicBezTo>
                    <a:pt x="12087" y="3621"/>
                    <a:pt x="12110" y="3633"/>
                    <a:pt x="12120" y="3659"/>
                  </a:cubicBezTo>
                  <a:cubicBezTo>
                    <a:pt x="12183" y="3722"/>
                    <a:pt x="12344" y="3809"/>
                    <a:pt x="12424" y="3809"/>
                  </a:cubicBezTo>
                  <a:cubicBezTo>
                    <a:pt x="12457" y="3809"/>
                    <a:pt x="12476" y="3794"/>
                    <a:pt x="12469" y="3756"/>
                  </a:cubicBezTo>
                  <a:lnTo>
                    <a:pt x="12469" y="3756"/>
                  </a:lnTo>
                  <a:lnTo>
                    <a:pt x="12574" y="3780"/>
                  </a:lnTo>
                  <a:cubicBezTo>
                    <a:pt x="12626" y="3837"/>
                    <a:pt x="12664" y="3864"/>
                    <a:pt x="12702" y="3864"/>
                  </a:cubicBezTo>
                  <a:cubicBezTo>
                    <a:pt x="12724" y="3864"/>
                    <a:pt x="12745" y="3855"/>
                    <a:pt x="12769" y="3837"/>
                  </a:cubicBezTo>
                  <a:lnTo>
                    <a:pt x="12834" y="3796"/>
                  </a:lnTo>
                  <a:lnTo>
                    <a:pt x="12834" y="3796"/>
                  </a:lnTo>
                  <a:cubicBezTo>
                    <a:pt x="12818" y="3853"/>
                    <a:pt x="12850" y="3918"/>
                    <a:pt x="12907" y="3942"/>
                  </a:cubicBezTo>
                  <a:cubicBezTo>
                    <a:pt x="12920" y="3945"/>
                    <a:pt x="12930" y="3946"/>
                    <a:pt x="12937" y="3946"/>
                  </a:cubicBezTo>
                  <a:cubicBezTo>
                    <a:pt x="12957" y="3946"/>
                    <a:pt x="12960" y="3935"/>
                    <a:pt x="12972" y="3894"/>
                  </a:cubicBezTo>
                  <a:cubicBezTo>
                    <a:pt x="12953" y="3852"/>
                    <a:pt x="12961" y="3839"/>
                    <a:pt x="12981" y="3839"/>
                  </a:cubicBezTo>
                  <a:cubicBezTo>
                    <a:pt x="12995" y="3839"/>
                    <a:pt x="13016" y="3846"/>
                    <a:pt x="13037" y="3853"/>
                  </a:cubicBezTo>
                  <a:cubicBezTo>
                    <a:pt x="13093" y="3878"/>
                    <a:pt x="13118" y="3934"/>
                    <a:pt x="13101" y="3991"/>
                  </a:cubicBezTo>
                  <a:lnTo>
                    <a:pt x="13150" y="4007"/>
                  </a:lnTo>
                  <a:cubicBezTo>
                    <a:pt x="13167" y="3946"/>
                    <a:pt x="13189" y="3923"/>
                    <a:pt x="13204" y="3923"/>
                  </a:cubicBezTo>
                  <a:cubicBezTo>
                    <a:pt x="13216" y="3923"/>
                    <a:pt x="13222" y="3940"/>
                    <a:pt x="13215" y="3967"/>
                  </a:cubicBezTo>
                  <a:cubicBezTo>
                    <a:pt x="13239" y="4015"/>
                    <a:pt x="13296" y="4056"/>
                    <a:pt x="13353" y="4064"/>
                  </a:cubicBezTo>
                  <a:cubicBezTo>
                    <a:pt x="13357" y="4048"/>
                    <a:pt x="13363" y="4042"/>
                    <a:pt x="13369" y="4042"/>
                  </a:cubicBezTo>
                  <a:lnTo>
                    <a:pt x="13369" y="4042"/>
                  </a:lnTo>
                  <a:cubicBezTo>
                    <a:pt x="13379" y="4042"/>
                    <a:pt x="13385" y="4066"/>
                    <a:pt x="13365" y="4066"/>
                  </a:cubicBezTo>
                  <a:cubicBezTo>
                    <a:pt x="13362" y="4066"/>
                    <a:pt x="13358" y="4066"/>
                    <a:pt x="13353" y="4064"/>
                  </a:cubicBezTo>
                  <a:lnTo>
                    <a:pt x="13337" y="4121"/>
                  </a:lnTo>
                  <a:cubicBezTo>
                    <a:pt x="13347" y="4145"/>
                    <a:pt x="13357" y="4155"/>
                    <a:pt x="13365" y="4155"/>
                  </a:cubicBezTo>
                  <a:cubicBezTo>
                    <a:pt x="13380" y="4155"/>
                    <a:pt x="13391" y="4118"/>
                    <a:pt x="13401" y="4080"/>
                  </a:cubicBezTo>
                  <a:lnTo>
                    <a:pt x="13499" y="4105"/>
                  </a:lnTo>
                  <a:cubicBezTo>
                    <a:pt x="13518" y="4111"/>
                    <a:pt x="13538" y="4116"/>
                    <a:pt x="13553" y="4116"/>
                  </a:cubicBezTo>
                  <a:cubicBezTo>
                    <a:pt x="13577" y="4116"/>
                    <a:pt x="13588" y="4104"/>
                    <a:pt x="13564" y="4064"/>
                  </a:cubicBezTo>
                  <a:cubicBezTo>
                    <a:pt x="13578" y="4007"/>
                    <a:pt x="13592" y="3956"/>
                    <a:pt x="13629" y="3956"/>
                  </a:cubicBezTo>
                  <a:cubicBezTo>
                    <a:pt x="13634" y="3956"/>
                    <a:pt x="13639" y="3957"/>
                    <a:pt x="13645" y="3959"/>
                  </a:cubicBezTo>
                  <a:cubicBezTo>
                    <a:pt x="13649" y="3942"/>
                    <a:pt x="13656" y="3937"/>
                    <a:pt x="13662" y="3937"/>
                  </a:cubicBezTo>
                  <a:lnTo>
                    <a:pt x="13662" y="3937"/>
                  </a:lnTo>
                  <a:cubicBezTo>
                    <a:pt x="13674" y="3937"/>
                    <a:pt x="13682" y="3961"/>
                    <a:pt x="13659" y="3961"/>
                  </a:cubicBezTo>
                  <a:cubicBezTo>
                    <a:pt x="13655" y="3961"/>
                    <a:pt x="13651" y="3960"/>
                    <a:pt x="13645" y="3959"/>
                  </a:cubicBezTo>
                  <a:lnTo>
                    <a:pt x="13645" y="3959"/>
                  </a:lnTo>
                  <a:cubicBezTo>
                    <a:pt x="13628" y="4015"/>
                    <a:pt x="13612" y="4072"/>
                    <a:pt x="13669" y="4088"/>
                  </a:cubicBezTo>
                  <a:cubicBezTo>
                    <a:pt x="13718" y="4105"/>
                    <a:pt x="13701" y="4161"/>
                    <a:pt x="13701" y="4161"/>
                  </a:cubicBezTo>
                  <a:cubicBezTo>
                    <a:pt x="13652" y="4220"/>
                    <a:pt x="13711" y="4244"/>
                    <a:pt x="13779" y="4244"/>
                  </a:cubicBezTo>
                  <a:cubicBezTo>
                    <a:pt x="13823" y="4244"/>
                    <a:pt x="13870" y="4234"/>
                    <a:pt x="13896" y="4218"/>
                  </a:cubicBezTo>
                  <a:cubicBezTo>
                    <a:pt x="13957" y="4179"/>
                    <a:pt x="14000" y="4158"/>
                    <a:pt x="14027" y="4158"/>
                  </a:cubicBezTo>
                  <a:cubicBezTo>
                    <a:pt x="14061" y="4158"/>
                    <a:pt x="14068" y="4191"/>
                    <a:pt x="14050" y="4259"/>
                  </a:cubicBezTo>
                  <a:cubicBezTo>
                    <a:pt x="14040" y="4294"/>
                    <a:pt x="14045" y="4310"/>
                    <a:pt x="14061" y="4310"/>
                  </a:cubicBezTo>
                  <a:cubicBezTo>
                    <a:pt x="14095" y="4310"/>
                    <a:pt x="14178" y="4233"/>
                    <a:pt x="14245" y="4121"/>
                  </a:cubicBezTo>
                  <a:lnTo>
                    <a:pt x="14342" y="3967"/>
                  </a:lnTo>
                  <a:lnTo>
                    <a:pt x="14293" y="4137"/>
                  </a:lnTo>
                  <a:cubicBezTo>
                    <a:pt x="14288" y="4294"/>
                    <a:pt x="14283" y="4350"/>
                    <a:pt x="14330" y="4350"/>
                  </a:cubicBezTo>
                  <a:cubicBezTo>
                    <a:pt x="14356" y="4350"/>
                    <a:pt x="14397" y="4333"/>
                    <a:pt x="14463" y="4307"/>
                  </a:cubicBezTo>
                  <a:cubicBezTo>
                    <a:pt x="14511" y="4294"/>
                    <a:pt x="14538" y="4286"/>
                    <a:pt x="14553" y="4286"/>
                  </a:cubicBezTo>
                  <a:cubicBezTo>
                    <a:pt x="14574" y="4286"/>
                    <a:pt x="14570" y="4302"/>
                    <a:pt x="14561" y="4340"/>
                  </a:cubicBezTo>
                  <a:cubicBezTo>
                    <a:pt x="14545" y="4396"/>
                    <a:pt x="14593" y="4405"/>
                    <a:pt x="14747" y="4453"/>
                  </a:cubicBezTo>
                  <a:cubicBezTo>
                    <a:pt x="14820" y="4473"/>
                    <a:pt x="14869" y="4486"/>
                    <a:pt x="14901" y="4486"/>
                  </a:cubicBezTo>
                  <a:cubicBezTo>
                    <a:pt x="14934" y="4486"/>
                    <a:pt x="14950" y="4473"/>
                    <a:pt x="14958" y="4445"/>
                  </a:cubicBezTo>
                  <a:lnTo>
                    <a:pt x="15063" y="4478"/>
                  </a:lnTo>
                  <a:cubicBezTo>
                    <a:pt x="15071" y="4534"/>
                    <a:pt x="15096" y="4560"/>
                    <a:pt x="15122" y="4560"/>
                  </a:cubicBezTo>
                  <a:cubicBezTo>
                    <a:pt x="15154" y="4560"/>
                    <a:pt x="15186" y="4518"/>
                    <a:pt x="15177" y="4445"/>
                  </a:cubicBezTo>
                  <a:lnTo>
                    <a:pt x="15177" y="4445"/>
                  </a:lnTo>
                  <a:lnTo>
                    <a:pt x="15274" y="4469"/>
                  </a:lnTo>
                  <a:lnTo>
                    <a:pt x="15258" y="4526"/>
                  </a:lnTo>
                  <a:cubicBezTo>
                    <a:pt x="15242" y="4591"/>
                    <a:pt x="15339" y="4615"/>
                    <a:pt x="15745" y="4729"/>
                  </a:cubicBezTo>
                  <a:cubicBezTo>
                    <a:pt x="15982" y="4794"/>
                    <a:pt x="16107" y="4829"/>
                    <a:pt x="16177" y="4829"/>
                  </a:cubicBezTo>
                  <a:cubicBezTo>
                    <a:pt x="16238" y="4829"/>
                    <a:pt x="16256" y="4802"/>
                    <a:pt x="16272" y="4745"/>
                  </a:cubicBezTo>
                  <a:cubicBezTo>
                    <a:pt x="16307" y="4702"/>
                    <a:pt x="16337" y="4681"/>
                    <a:pt x="16356" y="4681"/>
                  </a:cubicBezTo>
                  <a:cubicBezTo>
                    <a:pt x="16380" y="4681"/>
                    <a:pt x="16387" y="4714"/>
                    <a:pt x="16369" y="4778"/>
                  </a:cubicBezTo>
                  <a:cubicBezTo>
                    <a:pt x="16357" y="4820"/>
                    <a:pt x="16372" y="4871"/>
                    <a:pt x="16387" y="4871"/>
                  </a:cubicBezTo>
                  <a:cubicBezTo>
                    <a:pt x="16392" y="4871"/>
                    <a:pt x="16397" y="4865"/>
                    <a:pt x="16401" y="4850"/>
                  </a:cubicBezTo>
                  <a:cubicBezTo>
                    <a:pt x="16458" y="4867"/>
                    <a:pt x="16507" y="4899"/>
                    <a:pt x="16539" y="4948"/>
                  </a:cubicBezTo>
                  <a:cubicBezTo>
                    <a:pt x="16598" y="5028"/>
                    <a:pt x="16644" y="5055"/>
                    <a:pt x="16677" y="5055"/>
                  </a:cubicBezTo>
                  <a:cubicBezTo>
                    <a:pt x="16707" y="5055"/>
                    <a:pt x="16726" y="5032"/>
                    <a:pt x="16734" y="5005"/>
                  </a:cubicBezTo>
                  <a:cubicBezTo>
                    <a:pt x="16727" y="4952"/>
                    <a:pt x="16729" y="4933"/>
                    <a:pt x="16735" y="4933"/>
                  </a:cubicBezTo>
                  <a:cubicBezTo>
                    <a:pt x="16744" y="4933"/>
                    <a:pt x="16763" y="4974"/>
                    <a:pt x="16782" y="5013"/>
                  </a:cubicBezTo>
                  <a:cubicBezTo>
                    <a:pt x="16813" y="5067"/>
                    <a:pt x="16839" y="5122"/>
                    <a:pt x="16856" y="5122"/>
                  </a:cubicBezTo>
                  <a:cubicBezTo>
                    <a:pt x="16862" y="5122"/>
                    <a:pt x="16867" y="5116"/>
                    <a:pt x="16871" y="5102"/>
                  </a:cubicBezTo>
                  <a:cubicBezTo>
                    <a:pt x="16891" y="5087"/>
                    <a:pt x="16933" y="5080"/>
                    <a:pt x="16982" y="5080"/>
                  </a:cubicBezTo>
                  <a:cubicBezTo>
                    <a:pt x="17095" y="5080"/>
                    <a:pt x="17243" y="5120"/>
                    <a:pt x="17220" y="5199"/>
                  </a:cubicBezTo>
                  <a:lnTo>
                    <a:pt x="17317" y="5223"/>
                  </a:lnTo>
                  <a:cubicBezTo>
                    <a:pt x="17324" y="5200"/>
                    <a:pt x="17344" y="5192"/>
                    <a:pt x="17373" y="5192"/>
                  </a:cubicBezTo>
                  <a:cubicBezTo>
                    <a:pt x="17415" y="5192"/>
                    <a:pt x="17474" y="5209"/>
                    <a:pt x="17536" y="5223"/>
                  </a:cubicBezTo>
                  <a:cubicBezTo>
                    <a:pt x="17634" y="5248"/>
                    <a:pt x="17682" y="5264"/>
                    <a:pt x="17666" y="5321"/>
                  </a:cubicBezTo>
                  <a:cubicBezTo>
                    <a:pt x="17624" y="5352"/>
                    <a:pt x="17630" y="5366"/>
                    <a:pt x="17668" y="5366"/>
                  </a:cubicBezTo>
                  <a:cubicBezTo>
                    <a:pt x="17690" y="5366"/>
                    <a:pt x="17723" y="5362"/>
                    <a:pt x="17763" y="5353"/>
                  </a:cubicBezTo>
                  <a:cubicBezTo>
                    <a:pt x="17765" y="5353"/>
                    <a:pt x="17767" y="5354"/>
                    <a:pt x="17769" y="5354"/>
                  </a:cubicBezTo>
                  <a:cubicBezTo>
                    <a:pt x="17815" y="5354"/>
                    <a:pt x="17883" y="5278"/>
                    <a:pt x="17936" y="5278"/>
                  </a:cubicBezTo>
                  <a:cubicBezTo>
                    <a:pt x="17941" y="5278"/>
                    <a:pt x="17945" y="5279"/>
                    <a:pt x="17950" y="5280"/>
                  </a:cubicBezTo>
                  <a:cubicBezTo>
                    <a:pt x="17964" y="5222"/>
                    <a:pt x="18005" y="5190"/>
                    <a:pt x="18060" y="5190"/>
                  </a:cubicBezTo>
                  <a:cubicBezTo>
                    <a:pt x="18067" y="5190"/>
                    <a:pt x="18073" y="5190"/>
                    <a:pt x="18080" y="5191"/>
                  </a:cubicBezTo>
                  <a:lnTo>
                    <a:pt x="18063" y="5248"/>
                  </a:lnTo>
                  <a:lnTo>
                    <a:pt x="18031" y="5361"/>
                  </a:lnTo>
                  <a:cubicBezTo>
                    <a:pt x="18051" y="5368"/>
                    <a:pt x="18071" y="5373"/>
                    <a:pt x="18089" y="5373"/>
                  </a:cubicBezTo>
                  <a:cubicBezTo>
                    <a:pt x="18114" y="5373"/>
                    <a:pt x="18135" y="5362"/>
                    <a:pt x="18144" y="5329"/>
                  </a:cubicBezTo>
                  <a:cubicBezTo>
                    <a:pt x="18177" y="5402"/>
                    <a:pt x="18234" y="5418"/>
                    <a:pt x="18331" y="5442"/>
                  </a:cubicBezTo>
                  <a:cubicBezTo>
                    <a:pt x="18392" y="5463"/>
                    <a:pt x="18453" y="5480"/>
                    <a:pt x="18506" y="5480"/>
                  </a:cubicBezTo>
                  <a:cubicBezTo>
                    <a:pt x="18537" y="5480"/>
                    <a:pt x="18566" y="5474"/>
                    <a:pt x="18590" y="5459"/>
                  </a:cubicBezTo>
                  <a:cubicBezTo>
                    <a:pt x="18607" y="5547"/>
                    <a:pt x="18747" y="5612"/>
                    <a:pt x="18863" y="5612"/>
                  </a:cubicBezTo>
                  <a:cubicBezTo>
                    <a:pt x="18918" y="5612"/>
                    <a:pt x="18967" y="5598"/>
                    <a:pt x="18996" y="5564"/>
                  </a:cubicBezTo>
                  <a:cubicBezTo>
                    <a:pt x="19002" y="5541"/>
                    <a:pt x="19014" y="5530"/>
                    <a:pt x="19028" y="5530"/>
                  </a:cubicBezTo>
                  <a:cubicBezTo>
                    <a:pt x="19049" y="5530"/>
                    <a:pt x="19074" y="5553"/>
                    <a:pt x="19093" y="5596"/>
                  </a:cubicBezTo>
                  <a:cubicBezTo>
                    <a:pt x="19111" y="5637"/>
                    <a:pt x="19119" y="5655"/>
                    <a:pt x="19133" y="5655"/>
                  </a:cubicBezTo>
                  <a:cubicBezTo>
                    <a:pt x="19145" y="5655"/>
                    <a:pt x="19161" y="5643"/>
                    <a:pt x="19190" y="5621"/>
                  </a:cubicBezTo>
                  <a:cubicBezTo>
                    <a:pt x="19203" y="5613"/>
                    <a:pt x="19215" y="5609"/>
                    <a:pt x="19226" y="5609"/>
                  </a:cubicBezTo>
                  <a:cubicBezTo>
                    <a:pt x="19268" y="5609"/>
                    <a:pt x="19296" y="5666"/>
                    <a:pt x="19328" y="5718"/>
                  </a:cubicBezTo>
                  <a:cubicBezTo>
                    <a:pt x="19339" y="5808"/>
                    <a:pt x="19366" y="5843"/>
                    <a:pt x="19403" y="5843"/>
                  </a:cubicBezTo>
                  <a:cubicBezTo>
                    <a:pt x="19419" y="5843"/>
                    <a:pt x="19438" y="5836"/>
                    <a:pt x="19458" y="5823"/>
                  </a:cubicBezTo>
                  <a:cubicBezTo>
                    <a:pt x="19495" y="5813"/>
                    <a:pt x="19533" y="5809"/>
                    <a:pt x="19570" y="5809"/>
                  </a:cubicBezTo>
                  <a:cubicBezTo>
                    <a:pt x="19622" y="5809"/>
                    <a:pt x="19674" y="5817"/>
                    <a:pt x="19725" y="5832"/>
                  </a:cubicBezTo>
                  <a:cubicBezTo>
                    <a:pt x="19839" y="5799"/>
                    <a:pt x="19888" y="5815"/>
                    <a:pt x="19855" y="5742"/>
                  </a:cubicBezTo>
                  <a:cubicBezTo>
                    <a:pt x="19871" y="5702"/>
                    <a:pt x="19896" y="5669"/>
                    <a:pt x="19936" y="5645"/>
                  </a:cubicBezTo>
                  <a:cubicBezTo>
                    <a:pt x="19962" y="5638"/>
                    <a:pt x="19981" y="5635"/>
                    <a:pt x="19994" y="5635"/>
                  </a:cubicBezTo>
                  <a:cubicBezTo>
                    <a:pt x="20037" y="5635"/>
                    <a:pt x="20025" y="5662"/>
                    <a:pt x="19994" y="5662"/>
                  </a:cubicBezTo>
                  <a:cubicBezTo>
                    <a:pt x="19991" y="5662"/>
                    <a:pt x="19988" y="5662"/>
                    <a:pt x="19985" y="5661"/>
                  </a:cubicBezTo>
                  <a:cubicBezTo>
                    <a:pt x="19871" y="5686"/>
                    <a:pt x="19920" y="5702"/>
                    <a:pt x="19952" y="5775"/>
                  </a:cubicBezTo>
                  <a:cubicBezTo>
                    <a:pt x="19985" y="5848"/>
                    <a:pt x="20090" y="5872"/>
                    <a:pt x="20139" y="5888"/>
                  </a:cubicBezTo>
                  <a:lnTo>
                    <a:pt x="20334" y="5945"/>
                  </a:lnTo>
                  <a:cubicBezTo>
                    <a:pt x="20415" y="6003"/>
                    <a:pt x="20466" y="6029"/>
                    <a:pt x="20497" y="6029"/>
                  </a:cubicBezTo>
                  <a:cubicBezTo>
                    <a:pt x="20518" y="6029"/>
                    <a:pt x="20530" y="6017"/>
                    <a:pt x="20536" y="5994"/>
                  </a:cubicBezTo>
                  <a:lnTo>
                    <a:pt x="20552" y="5937"/>
                  </a:lnTo>
                  <a:cubicBezTo>
                    <a:pt x="20565" y="6036"/>
                    <a:pt x="20892" y="6150"/>
                    <a:pt x="21081" y="6150"/>
                  </a:cubicBezTo>
                  <a:cubicBezTo>
                    <a:pt x="21138" y="6150"/>
                    <a:pt x="21182" y="6140"/>
                    <a:pt x="21201" y="6115"/>
                  </a:cubicBezTo>
                  <a:lnTo>
                    <a:pt x="21201" y="6115"/>
                  </a:lnTo>
                  <a:lnTo>
                    <a:pt x="21185" y="6180"/>
                  </a:lnTo>
                  <a:cubicBezTo>
                    <a:pt x="21169" y="6237"/>
                    <a:pt x="21217" y="6245"/>
                    <a:pt x="21315" y="6277"/>
                  </a:cubicBezTo>
                  <a:cubicBezTo>
                    <a:pt x="21452" y="6286"/>
                    <a:pt x="21590" y="6302"/>
                    <a:pt x="21728" y="6326"/>
                  </a:cubicBezTo>
                  <a:cubicBezTo>
                    <a:pt x="21862" y="6364"/>
                    <a:pt x="21971" y="6394"/>
                    <a:pt x="22034" y="6394"/>
                  </a:cubicBezTo>
                  <a:cubicBezTo>
                    <a:pt x="22067" y="6394"/>
                    <a:pt x="22087" y="6386"/>
                    <a:pt x="22093" y="6367"/>
                  </a:cubicBezTo>
                  <a:cubicBezTo>
                    <a:pt x="22142" y="6383"/>
                    <a:pt x="22142" y="6383"/>
                    <a:pt x="22125" y="6440"/>
                  </a:cubicBezTo>
                  <a:cubicBezTo>
                    <a:pt x="22060" y="6480"/>
                    <a:pt x="22109" y="6496"/>
                    <a:pt x="22166" y="6513"/>
                  </a:cubicBezTo>
                  <a:cubicBezTo>
                    <a:pt x="22169" y="6513"/>
                    <a:pt x="22172" y="6513"/>
                    <a:pt x="22175" y="6513"/>
                  </a:cubicBezTo>
                  <a:cubicBezTo>
                    <a:pt x="22217" y="6513"/>
                    <a:pt x="22232" y="6460"/>
                    <a:pt x="22247" y="6407"/>
                  </a:cubicBezTo>
                  <a:cubicBezTo>
                    <a:pt x="22253" y="6385"/>
                    <a:pt x="22265" y="6374"/>
                    <a:pt x="22282" y="6374"/>
                  </a:cubicBezTo>
                  <a:cubicBezTo>
                    <a:pt x="22307" y="6374"/>
                    <a:pt x="22344" y="6399"/>
                    <a:pt x="22393" y="6448"/>
                  </a:cubicBezTo>
                  <a:cubicBezTo>
                    <a:pt x="22485" y="6527"/>
                    <a:pt x="22598" y="6568"/>
                    <a:pt x="22711" y="6568"/>
                  </a:cubicBezTo>
                  <a:cubicBezTo>
                    <a:pt x="22738" y="6568"/>
                    <a:pt x="22764" y="6566"/>
                    <a:pt x="22790" y="6561"/>
                  </a:cubicBezTo>
                  <a:cubicBezTo>
                    <a:pt x="22839" y="6577"/>
                    <a:pt x="22887" y="6586"/>
                    <a:pt x="22871" y="6650"/>
                  </a:cubicBezTo>
                  <a:cubicBezTo>
                    <a:pt x="22897" y="6713"/>
                    <a:pt x="22961" y="6753"/>
                    <a:pt x="23025" y="6753"/>
                  </a:cubicBezTo>
                  <a:cubicBezTo>
                    <a:pt x="23059" y="6753"/>
                    <a:pt x="23094" y="6741"/>
                    <a:pt x="23123" y="6715"/>
                  </a:cubicBezTo>
                  <a:cubicBezTo>
                    <a:pt x="23171" y="6731"/>
                    <a:pt x="23171" y="6731"/>
                    <a:pt x="23155" y="6788"/>
                  </a:cubicBezTo>
                  <a:cubicBezTo>
                    <a:pt x="23175" y="6832"/>
                    <a:pt x="23179" y="6871"/>
                    <a:pt x="23198" y="6871"/>
                  </a:cubicBezTo>
                  <a:cubicBezTo>
                    <a:pt x="23210" y="6871"/>
                    <a:pt x="23228" y="6854"/>
                    <a:pt x="23260" y="6813"/>
                  </a:cubicBezTo>
                  <a:cubicBezTo>
                    <a:pt x="23286" y="6807"/>
                    <a:pt x="23313" y="6805"/>
                    <a:pt x="23339" y="6805"/>
                  </a:cubicBezTo>
                  <a:cubicBezTo>
                    <a:pt x="23436" y="6805"/>
                    <a:pt x="23533" y="6840"/>
                    <a:pt x="23609" y="6910"/>
                  </a:cubicBezTo>
                  <a:cubicBezTo>
                    <a:pt x="23632" y="6917"/>
                    <a:pt x="23655" y="6925"/>
                    <a:pt x="23674" y="6925"/>
                  </a:cubicBezTo>
                  <a:cubicBezTo>
                    <a:pt x="23696" y="6925"/>
                    <a:pt x="23714" y="6916"/>
                    <a:pt x="23723" y="6886"/>
                  </a:cubicBezTo>
                  <a:lnTo>
                    <a:pt x="23739" y="6821"/>
                  </a:lnTo>
                  <a:cubicBezTo>
                    <a:pt x="23747" y="6890"/>
                    <a:pt x="23751" y="6922"/>
                    <a:pt x="23766" y="6922"/>
                  </a:cubicBezTo>
                  <a:cubicBezTo>
                    <a:pt x="23778" y="6922"/>
                    <a:pt x="23798" y="6898"/>
                    <a:pt x="23836" y="6853"/>
                  </a:cubicBezTo>
                  <a:cubicBezTo>
                    <a:pt x="23843" y="6828"/>
                    <a:pt x="23857" y="6815"/>
                    <a:pt x="23869" y="6815"/>
                  </a:cubicBezTo>
                  <a:cubicBezTo>
                    <a:pt x="23883" y="6815"/>
                    <a:pt x="23894" y="6834"/>
                    <a:pt x="23885" y="6869"/>
                  </a:cubicBezTo>
                  <a:cubicBezTo>
                    <a:pt x="23901" y="6902"/>
                    <a:pt x="23933" y="6934"/>
                    <a:pt x="23966" y="6950"/>
                  </a:cubicBezTo>
                  <a:cubicBezTo>
                    <a:pt x="24160" y="6975"/>
                    <a:pt x="24347" y="6999"/>
                    <a:pt x="24533" y="7048"/>
                  </a:cubicBezTo>
                  <a:cubicBezTo>
                    <a:pt x="24808" y="7120"/>
                    <a:pt x="24962" y="7166"/>
                    <a:pt x="25037" y="7166"/>
                  </a:cubicBezTo>
                  <a:cubicBezTo>
                    <a:pt x="25070" y="7166"/>
                    <a:pt x="25088" y="7157"/>
                    <a:pt x="25093" y="7137"/>
                  </a:cubicBezTo>
                  <a:cubicBezTo>
                    <a:pt x="25124" y="7120"/>
                    <a:pt x="25142" y="7110"/>
                    <a:pt x="25155" y="7110"/>
                  </a:cubicBezTo>
                  <a:cubicBezTo>
                    <a:pt x="25172" y="7110"/>
                    <a:pt x="25180" y="7127"/>
                    <a:pt x="25198" y="7169"/>
                  </a:cubicBezTo>
                  <a:cubicBezTo>
                    <a:pt x="25222" y="7218"/>
                    <a:pt x="25271" y="7258"/>
                    <a:pt x="25328" y="7267"/>
                  </a:cubicBezTo>
                  <a:cubicBezTo>
                    <a:pt x="25377" y="7283"/>
                    <a:pt x="25425" y="7299"/>
                    <a:pt x="25409" y="7356"/>
                  </a:cubicBezTo>
                  <a:cubicBezTo>
                    <a:pt x="25455" y="7325"/>
                    <a:pt x="25472" y="7314"/>
                    <a:pt x="25491" y="7314"/>
                  </a:cubicBezTo>
                  <a:cubicBezTo>
                    <a:pt x="25501" y="7314"/>
                    <a:pt x="25513" y="7317"/>
                    <a:pt x="25531" y="7323"/>
                  </a:cubicBezTo>
                  <a:cubicBezTo>
                    <a:pt x="25521" y="7357"/>
                    <a:pt x="25534" y="7376"/>
                    <a:pt x="25560" y="7376"/>
                  </a:cubicBezTo>
                  <a:cubicBezTo>
                    <a:pt x="25578" y="7376"/>
                    <a:pt x="25602" y="7367"/>
                    <a:pt x="25628" y="7348"/>
                  </a:cubicBezTo>
                  <a:cubicBezTo>
                    <a:pt x="25667" y="7301"/>
                    <a:pt x="25687" y="7277"/>
                    <a:pt x="25694" y="7277"/>
                  </a:cubicBezTo>
                  <a:lnTo>
                    <a:pt x="25694" y="7277"/>
                  </a:lnTo>
                  <a:cubicBezTo>
                    <a:pt x="25701" y="7277"/>
                    <a:pt x="25693" y="7305"/>
                    <a:pt x="25677" y="7364"/>
                  </a:cubicBezTo>
                  <a:cubicBezTo>
                    <a:pt x="25664" y="7407"/>
                    <a:pt x="25742" y="7475"/>
                    <a:pt x="25761" y="7475"/>
                  </a:cubicBezTo>
                  <a:cubicBezTo>
                    <a:pt x="25767" y="7475"/>
                    <a:pt x="25767" y="7468"/>
                    <a:pt x="25758" y="7453"/>
                  </a:cubicBezTo>
                  <a:cubicBezTo>
                    <a:pt x="25774" y="7388"/>
                    <a:pt x="25879" y="7421"/>
                    <a:pt x="25944" y="7372"/>
                  </a:cubicBezTo>
                  <a:cubicBezTo>
                    <a:pt x="25993" y="7388"/>
                    <a:pt x="26041" y="7404"/>
                    <a:pt x="26025" y="7461"/>
                  </a:cubicBezTo>
                  <a:cubicBezTo>
                    <a:pt x="26045" y="7506"/>
                    <a:pt x="26152" y="7526"/>
                    <a:pt x="26247" y="7526"/>
                  </a:cubicBezTo>
                  <a:cubicBezTo>
                    <a:pt x="26308" y="7526"/>
                    <a:pt x="26365" y="7518"/>
                    <a:pt x="26390" y="7502"/>
                  </a:cubicBezTo>
                  <a:cubicBezTo>
                    <a:pt x="26397" y="7476"/>
                    <a:pt x="26411" y="7464"/>
                    <a:pt x="26423" y="7464"/>
                  </a:cubicBezTo>
                  <a:cubicBezTo>
                    <a:pt x="26437" y="7464"/>
                    <a:pt x="26448" y="7482"/>
                    <a:pt x="26439" y="7518"/>
                  </a:cubicBezTo>
                  <a:cubicBezTo>
                    <a:pt x="26422" y="7575"/>
                    <a:pt x="26471" y="7583"/>
                    <a:pt x="26528" y="7599"/>
                  </a:cubicBezTo>
                  <a:cubicBezTo>
                    <a:pt x="26543" y="7589"/>
                    <a:pt x="26554" y="7585"/>
                    <a:pt x="26561" y="7585"/>
                  </a:cubicBezTo>
                  <a:cubicBezTo>
                    <a:pt x="26585" y="7585"/>
                    <a:pt x="26573" y="7629"/>
                    <a:pt x="26560" y="7672"/>
                  </a:cubicBezTo>
                  <a:cubicBezTo>
                    <a:pt x="26495" y="7713"/>
                    <a:pt x="26544" y="7729"/>
                    <a:pt x="26641" y="7753"/>
                  </a:cubicBezTo>
                  <a:cubicBezTo>
                    <a:pt x="26657" y="7743"/>
                    <a:pt x="26681" y="7739"/>
                    <a:pt x="26710" y="7739"/>
                  </a:cubicBezTo>
                  <a:cubicBezTo>
                    <a:pt x="26801" y="7739"/>
                    <a:pt x="26944" y="7779"/>
                    <a:pt x="27055" y="7810"/>
                  </a:cubicBezTo>
                  <a:cubicBezTo>
                    <a:pt x="27140" y="7832"/>
                    <a:pt x="27204" y="7842"/>
                    <a:pt x="27256" y="7842"/>
                  </a:cubicBezTo>
                  <a:cubicBezTo>
                    <a:pt x="27358" y="7842"/>
                    <a:pt x="27415" y="7804"/>
                    <a:pt x="27501" y="7745"/>
                  </a:cubicBezTo>
                  <a:lnTo>
                    <a:pt x="27582" y="7648"/>
                  </a:lnTo>
                  <a:lnTo>
                    <a:pt x="27549" y="7761"/>
                  </a:lnTo>
                  <a:cubicBezTo>
                    <a:pt x="27541" y="7826"/>
                    <a:pt x="27541" y="7883"/>
                    <a:pt x="27549" y="7948"/>
                  </a:cubicBezTo>
                  <a:cubicBezTo>
                    <a:pt x="27556" y="7950"/>
                    <a:pt x="27562" y="7950"/>
                    <a:pt x="27568" y="7950"/>
                  </a:cubicBezTo>
                  <a:cubicBezTo>
                    <a:pt x="27610" y="7950"/>
                    <a:pt x="27623" y="7900"/>
                    <a:pt x="27630" y="7850"/>
                  </a:cubicBezTo>
                  <a:cubicBezTo>
                    <a:pt x="27637" y="7824"/>
                    <a:pt x="27650" y="7811"/>
                    <a:pt x="27670" y="7811"/>
                  </a:cubicBezTo>
                  <a:cubicBezTo>
                    <a:pt x="27697" y="7811"/>
                    <a:pt x="27737" y="7838"/>
                    <a:pt x="27785" y="7891"/>
                  </a:cubicBezTo>
                  <a:cubicBezTo>
                    <a:pt x="27835" y="7942"/>
                    <a:pt x="27873" y="7967"/>
                    <a:pt x="27910" y="7967"/>
                  </a:cubicBezTo>
                  <a:cubicBezTo>
                    <a:pt x="27933" y="7967"/>
                    <a:pt x="27955" y="7958"/>
                    <a:pt x="27979" y="7940"/>
                  </a:cubicBezTo>
                  <a:cubicBezTo>
                    <a:pt x="28044" y="7948"/>
                    <a:pt x="28093" y="7988"/>
                    <a:pt x="28117" y="8045"/>
                  </a:cubicBezTo>
                  <a:cubicBezTo>
                    <a:pt x="28130" y="8047"/>
                    <a:pt x="28140" y="8049"/>
                    <a:pt x="28147" y="8049"/>
                  </a:cubicBezTo>
                  <a:cubicBezTo>
                    <a:pt x="28167" y="8049"/>
                    <a:pt x="28170" y="8037"/>
                    <a:pt x="28182" y="7996"/>
                  </a:cubicBezTo>
                  <a:cubicBezTo>
                    <a:pt x="28188" y="7973"/>
                    <a:pt x="28200" y="7962"/>
                    <a:pt x="28214" y="7962"/>
                  </a:cubicBezTo>
                  <a:cubicBezTo>
                    <a:pt x="28235" y="7962"/>
                    <a:pt x="28260" y="7985"/>
                    <a:pt x="28279" y="8029"/>
                  </a:cubicBezTo>
                  <a:cubicBezTo>
                    <a:pt x="28296" y="8120"/>
                    <a:pt x="28374" y="8167"/>
                    <a:pt x="28424" y="8167"/>
                  </a:cubicBezTo>
                  <a:cubicBezTo>
                    <a:pt x="28445" y="8167"/>
                    <a:pt x="28461" y="8159"/>
                    <a:pt x="28466" y="8142"/>
                  </a:cubicBezTo>
                  <a:cubicBezTo>
                    <a:pt x="28475" y="8106"/>
                    <a:pt x="28493" y="8095"/>
                    <a:pt x="28517" y="8095"/>
                  </a:cubicBezTo>
                  <a:cubicBezTo>
                    <a:pt x="28536" y="8095"/>
                    <a:pt x="28557" y="8103"/>
                    <a:pt x="28579" y="8110"/>
                  </a:cubicBezTo>
                  <a:cubicBezTo>
                    <a:pt x="28601" y="8119"/>
                    <a:pt x="28625" y="8124"/>
                    <a:pt x="28649" y="8124"/>
                  </a:cubicBezTo>
                  <a:cubicBezTo>
                    <a:pt x="28685" y="8124"/>
                    <a:pt x="28720" y="8113"/>
                    <a:pt x="28749" y="8094"/>
                  </a:cubicBezTo>
                  <a:lnTo>
                    <a:pt x="28847" y="8118"/>
                  </a:lnTo>
                  <a:cubicBezTo>
                    <a:pt x="28891" y="8133"/>
                    <a:pt x="28841" y="8168"/>
                    <a:pt x="28795" y="8168"/>
                  </a:cubicBezTo>
                  <a:cubicBezTo>
                    <a:pt x="28791" y="8168"/>
                    <a:pt x="28786" y="8167"/>
                    <a:pt x="28782" y="8167"/>
                  </a:cubicBezTo>
                  <a:lnTo>
                    <a:pt x="28782" y="8167"/>
                  </a:lnTo>
                  <a:lnTo>
                    <a:pt x="28814" y="8231"/>
                  </a:lnTo>
                  <a:cubicBezTo>
                    <a:pt x="28868" y="8249"/>
                    <a:pt x="28906" y="8262"/>
                    <a:pt x="28941" y="8262"/>
                  </a:cubicBezTo>
                  <a:cubicBezTo>
                    <a:pt x="28970" y="8262"/>
                    <a:pt x="28996" y="8253"/>
                    <a:pt x="29025" y="8231"/>
                  </a:cubicBezTo>
                  <a:cubicBezTo>
                    <a:pt x="29064" y="8185"/>
                    <a:pt x="29084" y="8160"/>
                    <a:pt x="29092" y="8160"/>
                  </a:cubicBezTo>
                  <a:lnTo>
                    <a:pt x="29092" y="8160"/>
                  </a:lnTo>
                  <a:cubicBezTo>
                    <a:pt x="29100" y="8160"/>
                    <a:pt x="29094" y="8189"/>
                    <a:pt x="29082" y="8248"/>
                  </a:cubicBezTo>
                  <a:cubicBezTo>
                    <a:pt x="29069" y="8291"/>
                    <a:pt x="29086" y="8345"/>
                    <a:pt x="29123" y="8345"/>
                  </a:cubicBezTo>
                  <a:cubicBezTo>
                    <a:pt x="29135" y="8345"/>
                    <a:pt x="29148" y="8340"/>
                    <a:pt x="29163" y="8329"/>
                  </a:cubicBezTo>
                  <a:cubicBezTo>
                    <a:pt x="29192" y="8294"/>
                    <a:pt x="29214" y="8281"/>
                    <a:pt x="29231" y="8281"/>
                  </a:cubicBezTo>
                  <a:cubicBezTo>
                    <a:pt x="29261" y="8281"/>
                    <a:pt x="29271" y="8325"/>
                    <a:pt x="29260" y="8361"/>
                  </a:cubicBezTo>
                  <a:cubicBezTo>
                    <a:pt x="29214" y="8416"/>
                    <a:pt x="29194" y="8440"/>
                    <a:pt x="29229" y="8440"/>
                  </a:cubicBezTo>
                  <a:cubicBezTo>
                    <a:pt x="29255" y="8440"/>
                    <a:pt x="29312" y="8426"/>
                    <a:pt x="29414" y="8402"/>
                  </a:cubicBezTo>
                  <a:cubicBezTo>
                    <a:pt x="29511" y="8426"/>
                    <a:pt x="29722" y="8426"/>
                    <a:pt x="29876" y="8467"/>
                  </a:cubicBezTo>
                  <a:cubicBezTo>
                    <a:pt x="30071" y="8523"/>
                    <a:pt x="30176" y="8548"/>
                    <a:pt x="30209" y="8621"/>
                  </a:cubicBezTo>
                  <a:cubicBezTo>
                    <a:pt x="30206" y="8631"/>
                    <a:pt x="30203" y="8641"/>
                    <a:pt x="30202" y="8650"/>
                  </a:cubicBezTo>
                  <a:lnTo>
                    <a:pt x="30202" y="8650"/>
                  </a:lnTo>
                  <a:cubicBezTo>
                    <a:pt x="30219" y="8606"/>
                    <a:pt x="30242" y="8590"/>
                    <a:pt x="30279" y="8590"/>
                  </a:cubicBezTo>
                  <a:cubicBezTo>
                    <a:pt x="30312" y="8590"/>
                    <a:pt x="30357" y="8603"/>
                    <a:pt x="30420" y="8621"/>
                  </a:cubicBezTo>
                  <a:cubicBezTo>
                    <a:pt x="30471" y="8662"/>
                    <a:pt x="30535" y="8686"/>
                    <a:pt x="30599" y="8686"/>
                  </a:cubicBezTo>
                  <a:cubicBezTo>
                    <a:pt x="30647" y="8686"/>
                    <a:pt x="30694" y="8673"/>
                    <a:pt x="30736" y="8645"/>
                  </a:cubicBezTo>
                  <a:lnTo>
                    <a:pt x="30638" y="8621"/>
                  </a:lnTo>
                  <a:cubicBezTo>
                    <a:pt x="30655" y="8560"/>
                    <a:pt x="30675" y="8533"/>
                    <a:pt x="30701" y="8533"/>
                  </a:cubicBezTo>
                  <a:cubicBezTo>
                    <a:pt x="30728" y="8533"/>
                    <a:pt x="30760" y="8560"/>
                    <a:pt x="30801" y="8604"/>
                  </a:cubicBezTo>
                  <a:cubicBezTo>
                    <a:pt x="30849" y="8612"/>
                    <a:pt x="30833" y="8669"/>
                    <a:pt x="30817" y="8726"/>
                  </a:cubicBezTo>
                  <a:cubicBezTo>
                    <a:pt x="30801" y="8791"/>
                    <a:pt x="30833" y="8848"/>
                    <a:pt x="30890" y="8872"/>
                  </a:cubicBezTo>
                  <a:cubicBezTo>
                    <a:pt x="30911" y="8879"/>
                    <a:pt x="30931" y="8886"/>
                    <a:pt x="30946" y="8886"/>
                  </a:cubicBezTo>
                  <a:cubicBezTo>
                    <a:pt x="30965" y="8886"/>
                    <a:pt x="30973" y="8873"/>
                    <a:pt x="30955" y="8831"/>
                  </a:cubicBezTo>
                  <a:cubicBezTo>
                    <a:pt x="30966" y="8790"/>
                    <a:pt x="30970" y="8779"/>
                    <a:pt x="30989" y="8779"/>
                  </a:cubicBezTo>
                  <a:cubicBezTo>
                    <a:pt x="30997" y="8779"/>
                    <a:pt x="31006" y="8781"/>
                    <a:pt x="31020" y="8783"/>
                  </a:cubicBezTo>
                  <a:cubicBezTo>
                    <a:pt x="31042" y="8792"/>
                    <a:pt x="31064" y="8797"/>
                    <a:pt x="31086" y="8797"/>
                  </a:cubicBezTo>
                  <a:cubicBezTo>
                    <a:pt x="31120" y="8797"/>
                    <a:pt x="31152" y="8786"/>
                    <a:pt x="31182" y="8767"/>
                  </a:cubicBezTo>
                  <a:cubicBezTo>
                    <a:pt x="31190" y="8737"/>
                    <a:pt x="31208" y="8727"/>
                    <a:pt x="31231" y="8727"/>
                  </a:cubicBezTo>
                  <a:cubicBezTo>
                    <a:pt x="31252" y="8727"/>
                    <a:pt x="31277" y="8735"/>
                    <a:pt x="31303" y="8742"/>
                  </a:cubicBezTo>
                  <a:cubicBezTo>
                    <a:pt x="31328" y="8783"/>
                    <a:pt x="31376" y="8823"/>
                    <a:pt x="31433" y="8839"/>
                  </a:cubicBezTo>
                  <a:lnTo>
                    <a:pt x="31433" y="8839"/>
                  </a:lnTo>
                  <a:cubicBezTo>
                    <a:pt x="31429" y="8855"/>
                    <a:pt x="31423" y="8875"/>
                    <a:pt x="31417" y="8896"/>
                  </a:cubicBezTo>
                  <a:cubicBezTo>
                    <a:pt x="31409" y="8937"/>
                    <a:pt x="31417" y="8985"/>
                    <a:pt x="31433" y="9026"/>
                  </a:cubicBezTo>
                  <a:cubicBezTo>
                    <a:pt x="31436" y="9027"/>
                    <a:pt x="31439" y="9027"/>
                    <a:pt x="31442" y="9027"/>
                  </a:cubicBezTo>
                  <a:cubicBezTo>
                    <a:pt x="31484" y="9027"/>
                    <a:pt x="31498" y="8977"/>
                    <a:pt x="31498" y="8977"/>
                  </a:cubicBezTo>
                  <a:cubicBezTo>
                    <a:pt x="31499" y="8973"/>
                    <a:pt x="31508" y="8971"/>
                    <a:pt x="31522" y="8971"/>
                  </a:cubicBezTo>
                  <a:cubicBezTo>
                    <a:pt x="31696" y="8971"/>
                    <a:pt x="32725" y="9256"/>
                    <a:pt x="32860" y="9294"/>
                  </a:cubicBezTo>
                  <a:cubicBezTo>
                    <a:pt x="32917" y="9351"/>
                    <a:pt x="32998" y="9388"/>
                    <a:pt x="33040" y="9388"/>
                  </a:cubicBezTo>
                  <a:cubicBezTo>
                    <a:pt x="33063" y="9388"/>
                    <a:pt x="33074" y="9376"/>
                    <a:pt x="33063" y="9350"/>
                  </a:cubicBezTo>
                  <a:cubicBezTo>
                    <a:pt x="33067" y="9335"/>
                    <a:pt x="33087" y="9329"/>
                    <a:pt x="33120" y="9329"/>
                  </a:cubicBezTo>
                  <a:cubicBezTo>
                    <a:pt x="33211" y="9329"/>
                    <a:pt x="33401" y="9380"/>
                    <a:pt x="33622" y="9439"/>
                  </a:cubicBezTo>
                  <a:cubicBezTo>
                    <a:pt x="33886" y="9513"/>
                    <a:pt x="34094" y="9573"/>
                    <a:pt x="34187" y="9573"/>
                  </a:cubicBezTo>
                  <a:cubicBezTo>
                    <a:pt x="34217" y="9573"/>
                    <a:pt x="34234" y="9567"/>
                    <a:pt x="34238" y="9553"/>
                  </a:cubicBezTo>
                  <a:lnTo>
                    <a:pt x="34384" y="9594"/>
                  </a:lnTo>
                  <a:cubicBezTo>
                    <a:pt x="34473" y="9602"/>
                    <a:pt x="34563" y="9602"/>
                    <a:pt x="34652" y="9602"/>
                  </a:cubicBezTo>
                  <a:cubicBezTo>
                    <a:pt x="34680" y="9584"/>
                    <a:pt x="34705" y="9576"/>
                    <a:pt x="34719" y="9576"/>
                  </a:cubicBezTo>
                  <a:cubicBezTo>
                    <a:pt x="34738" y="9576"/>
                    <a:pt x="34737" y="9590"/>
                    <a:pt x="34700" y="9618"/>
                  </a:cubicBezTo>
                  <a:cubicBezTo>
                    <a:pt x="34684" y="9675"/>
                    <a:pt x="34668" y="9731"/>
                    <a:pt x="34717" y="9748"/>
                  </a:cubicBezTo>
                  <a:cubicBezTo>
                    <a:pt x="34734" y="9752"/>
                    <a:pt x="34749" y="9753"/>
                    <a:pt x="34762" y="9753"/>
                  </a:cubicBezTo>
                  <a:cubicBezTo>
                    <a:pt x="34827" y="9753"/>
                    <a:pt x="34841" y="9706"/>
                    <a:pt x="34855" y="9658"/>
                  </a:cubicBezTo>
                  <a:cubicBezTo>
                    <a:pt x="34855" y="9630"/>
                    <a:pt x="34879" y="9608"/>
                    <a:pt x="34907" y="9608"/>
                  </a:cubicBezTo>
                  <a:cubicBezTo>
                    <a:pt x="34911" y="9608"/>
                    <a:pt x="34915" y="9609"/>
                    <a:pt x="34919" y="9610"/>
                  </a:cubicBezTo>
                  <a:cubicBezTo>
                    <a:pt x="34968" y="9626"/>
                    <a:pt x="34968" y="9626"/>
                    <a:pt x="34952" y="9683"/>
                  </a:cubicBezTo>
                  <a:cubicBezTo>
                    <a:pt x="34936" y="9739"/>
                    <a:pt x="34919" y="9796"/>
                    <a:pt x="34919" y="9796"/>
                  </a:cubicBezTo>
                  <a:lnTo>
                    <a:pt x="34968" y="9812"/>
                  </a:lnTo>
                  <a:cubicBezTo>
                    <a:pt x="34975" y="9786"/>
                    <a:pt x="34993" y="9770"/>
                    <a:pt x="35017" y="9770"/>
                  </a:cubicBezTo>
                  <a:cubicBezTo>
                    <a:pt x="35022" y="9770"/>
                    <a:pt x="35027" y="9770"/>
                    <a:pt x="35033" y="9772"/>
                  </a:cubicBezTo>
                  <a:cubicBezTo>
                    <a:pt x="35082" y="9780"/>
                    <a:pt x="35082" y="9780"/>
                    <a:pt x="35049" y="9902"/>
                  </a:cubicBezTo>
                  <a:cubicBezTo>
                    <a:pt x="35036" y="9963"/>
                    <a:pt x="35044" y="9993"/>
                    <a:pt x="35067" y="9993"/>
                  </a:cubicBezTo>
                  <a:cubicBezTo>
                    <a:pt x="35087" y="9993"/>
                    <a:pt x="35117" y="9971"/>
                    <a:pt x="35154" y="9926"/>
                  </a:cubicBezTo>
                  <a:lnTo>
                    <a:pt x="35268" y="9893"/>
                  </a:lnTo>
                  <a:cubicBezTo>
                    <a:pt x="35274" y="9944"/>
                    <a:pt x="35298" y="9961"/>
                    <a:pt x="35328" y="9961"/>
                  </a:cubicBezTo>
                  <a:cubicBezTo>
                    <a:pt x="35375" y="9961"/>
                    <a:pt x="35439" y="9918"/>
                    <a:pt x="35479" y="9893"/>
                  </a:cubicBezTo>
                  <a:cubicBezTo>
                    <a:pt x="35492" y="9965"/>
                    <a:pt x="35513" y="10000"/>
                    <a:pt x="35543" y="10000"/>
                  </a:cubicBezTo>
                  <a:cubicBezTo>
                    <a:pt x="35567" y="10000"/>
                    <a:pt x="35597" y="9977"/>
                    <a:pt x="35633" y="9934"/>
                  </a:cubicBezTo>
                  <a:cubicBezTo>
                    <a:pt x="35640" y="9909"/>
                    <a:pt x="35653" y="9897"/>
                    <a:pt x="35669" y="9897"/>
                  </a:cubicBezTo>
                  <a:cubicBezTo>
                    <a:pt x="35689" y="9897"/>
                    <a:pt x="35712" y="9917"/>
                    <a:pt x="35730" y="9958"/>
                  </a:cubicBezTo>
                  <a:cubicBezTo>
                    <a:pt x="35763" y="10031"/>
                    <a:pt x="35819" y="10048"/>
                    <a:pt x="35917" y="10072"/>
                  </a:cubicBezTo>
                  <a:cubicBezTo>
                    <a:pt x="35927" y="10065"/>
                    <a:pt x="35944" y="10062"/>
                    <a:pt x="35968" y="10062"/>
                  </a:cubicBezTo>
                  <a:cubicBezTo>
                    <a:pt x="36094" y="10062"/>
                    <a:pt x="36393" y="10145"/>
                    <a:pt x="36727" y="10234"/>
                  </a:cubicBezTo>
                  <a:cubicBezTo>
                    <a:pt x="37074" y="10328"/>
                    <a:pt x="37332" y="10398"/>
                    <a:pt x="37438" y="10398"/>
                  </a:cubicBezTo>
                  <a:cubicBezTo>
                    <a:pt x="37468" y="10398"/>
                    <a:pt x="37486" y="10393"/>
                    <a:pt x="37490" y="10380"/>
                  </a:cubicBezTo>
                  <a:cubicBezTo>
                    <a:pt x="37538" y="10396"/>
                    <a:pt x="37538" y="10396"/>
                    <a:pt x="37579" y="10469"/>
                  </a:cubicBezTo>
                  <a:cubicBezTo>
                    <a:pt x="37571" y="10495"/>
                    <a:pt x="37578" y="10511"/>
                    <a:pt x="37594" y="10511"/>
                  </a:cubicBezTo>
                  <a:cubicBezTo>
                    <a:pt x="37614" y="10511"/>
                    <a:pt x="37648" y="10489"/>
                    <a:pt x="37692" y="10437"/>
                  </a:cubicBezTo>
                  <a:cubicBezTo>
                    <a:pt x="37729" y="10409"/>
                    <a:pt x="37750" y="10379"/>
                    <a:pt x="37756" y="10379"/>
                  </a:cubicBezTo>
                  <a:lnTo>
                    <a:pt x="37756" y="10379"/>
                  </a:lnTo>
                  <a:cubicBezTo>
                    <a:pt x="37760" y="10379"/>
                    <a:pt x="37755" y="10396"/>
                    <a:pt x="37741" y="10445"/>
                  </a:cubicBezTo>
                  <a:cubicBezTo>
                    <a:pt x="37725" y="10510"/>
                    <a:pt x="37822" y="10534"/>
                    <a:pt x="38025" y="10591"/>
                  </a:cubicBezTo>
                  <a:cubicBezTo>
                    <a:pt x="38123" y="10618"/>
                    <a:pt x="38247" y="10649"/>
                    <a:pt x="38322" y="10649"/>
                  </a:cubicBezTo>
                  <a:cubicBezTo>
                    <a:pt x="38359" y="10649"/>
                    <a:pt x="38384" y="10642"/>
                    <a:pt x="38389" y="10623"/>
                  </a:cubicBezTo>
                  <a:cubicBezTo>
                    <a:pt x="38439" y="10613"/>
                    <a:pt x="38467" y="10607"/>
                    <a:pt x="38477" y="10607"/>
                  </a:cubicBezTo>
                  <a:cubicBezTo>
                    <a:pt x="38491" y="10607"/>
                    <a:pt x="38475" y="10617"/>
                    <a:pt x="38438" y="10639"/>
                  </a:cubicBezTo>
                  <a:cubicBezTo>
                    <a:pt x="38374" y="10717"/>
                    <a:pt x="38509" y="10815"/>
                    <a:pt x="38657" y="10815"/>
                  </a:cubicBezTo>
                  <a:cubicBezTo>
                    <a:pt x="38695" y="10815"/>
                    <a:pt x="38734" y="10808"/>
                    <a:pt x="38771" y="10793"/>
                  </a:cubicBezTo>
                  <a:cubicBezTo>
                    <a:pt x="38819" y="10802"/>
                    <a:pt x="38868" y="10818"/>
                    <a:pt x="38860" y="10875"/>
                  </a:cubicBezTo>
                  <a:cubicBezTo>
                    <a:pt x="38904" y="10888"/>
                    <a:pt x="38951" y="10894"/>
                    <a:pt x="39000" y="10894"/>
                  </a:cubicBezTo>
                  <a:cubicBezTo>
                    <a:pt x="39039" y="10894"/>
                    <a:pt x="39079" y="10890"/>
                    <a:pt x="39119" y="10883"/>
                  </a:cubicBezTo>
                  <a:lnTo>
                    <a:pt x="39468" y="10980"/>
                  </a:lnTo>
                  <a:cubicBezTo>
                    <a:pt x="39504" y="10988"/>
                    <a:pt x="39541" y="10992"/>
                    <a:pt x="39577" y="10992"/>
                  </a:cubicBezTo>
                  <a:cubicBezTo>
                    <a:pt x="39614" y="10992"/>
                    <a:pt x="39650" y="10988"/>
                    <a:pt x="39687" y="10980"/>
                  </a:cubicBezTo>
                  <a:lnTo>
                    <a:pt x="39735" y="10988"/>
                  </a:lnTo>
                  <a:cubicBezTo>
                    <a:pt x="39719" y="11045"/>
                    <a:pt x="39971" y="11118"/>
                    <a:pt x="40319" y="11207"/>
                  </a:cubicBezTo>
                  <a:cubicBezTo>
                    <a:pt x="40668" y="11304"/>
                    <a:pt x="40968" y="11385"/>
                    <a:pt x="41000" y="11450"/>
                  </a:cubicBezTo>
                  <a:cubicBezTo>
                    <a:pt x="41010" y="11452"/>
                    <a:pt x="41020" y="11453"/>
                    <a:pt x="41030" y="11453"/>
                  </a:cubicBezTo>
                  <a:cubicBezTo>
                    <a:pt x="41060" y="11453"/>
                    <a:pt x="41089" y="11444"/>
                    <a:pt x="41114" y="11426"/>
                  </a:cubicBezTo>
                  <a:cubicBezTo>
                    <a:pt x="41155" y="11372"/>
                    <a:pt x="41188" y="11350"/>
                    <a:pt x="41216" y="11350"/>
                  </a:cubicBezTo>
                  <a:cubicBezTo>
                    <a:pt x="41242" y="11350"/>
                    <a:pt x="41264" y="11370"/>
                    <a:pt x="41284" y="11402"/>
                  </a:cubicBezTo>
                  <a:cubicBezTo>
                    <a:pt x="41304" y="11488"/>
                    <a:pt x="41379" y="11536"/>
                    <a:pt x="41455" y="11536"/>
                  </a:cubicBezTo>
                  <a:cubicBezTo>
                    <a:pt x="41501" y="11536"/>
                    <a:pt x="41548" y="11519"/>
                    <a:pt x="41584" y="11483"/>
                  </a:cubicBezTo>
                  <a:lnTo>
                    <a:pt x="41584" y="11483"/>
                  </a:lnTo>
                  <a:lnTo>
                    <a:pt x="41568" y="11539"/>
                  </a:lnTo>
                  <a:cubicBezTo>
                    <a:pt x="41576" y="11603"/>
                    <a:pt x="41619" y="11632"/>
                    <a:pt x="41670" y="11632"/>
                  </a:cubicBezTo>
                  <a:cubicBezTo>
                    <a:pt x="41724" y="11632"/>
                    <a:pt x="41786" y="11601"/>
                    <a:pt x="41827" y="11547"/>
                  </a:cubicBezTo>
                  <a:cubicBezTo>
                    <a:pt x="41859" y="11604"/>
                    <a:pt x="41885" y="11661"/>
                    <a:pt x="41926" y="11661"/>
                  </a:cubicBezTo>
                  <a:cubicBezTo>
                    <a:pt x="41937" y="11661"/>
                    <a:pt x="41950" y="11656"/>
                    <a:pt x="41965" y="11645"/>
                  </a:cubicBezTo>
                  <a:cubicBezTo>
                    <a:pt x="42014" y="11661"/>
                    <a:pt x="42014" y="11661"/>
                    <a:pt x="41981" y="11774"/>
                  </a:cubicBezTo>
                  <a:cubicBezTo>
                    <a:pt x="41973" y="11831"/>
                    <a:pt x="41957" y="11888"/>
                    <a:pt x="42006" y="11904"/>
                  </a:cubicBezTo>
                  <a:cubicBezTo>
                    <a:pt x="42011" y="11906"/>
                    <a:pt x="42016" y="11907"/>
                    <a:pt x="42020" y="11907"/>
                  </a:cubicBezTo>
                  <a:cubicBezTo>
                    <a:pt x="42058" y="11907"/>
                    <a:pt x="42072" y="11850"/>
                    <a:pt x="42087" y="11799"/>
                  </a:cubicBezTo>
                  <a:lnTo>
                    <a:pt x="42184" y="11831"/>
                  </a:lnTo>
                  <a:cubicBezTo>
                    <a:pt x="42216" y="11831"/>
                    <a:pt x="42249" y="11815"/>
                    <a:pt x="42249" y="11783"/>
                  </a:cubicBezTo>
                  <a:cubicBezTo>
                    <a:pt x="42258" y="11750"/>
                    <a:pt x="42278" y="11742"/>
                    <a:pt x="42302" y="11742"/>
                  </a:cubicBezTo>
                  <a:cubicBezTo>
                    <a:pt x="42320" y="11742"/>
                    <a:pt x="42341" y="11747"/>
                    <a:pt x="42362" y="11750"/>
                  </a:cubicBezTo>
                  <a:cubicBezTo>
                    <a:pt x="42357" y="11769"/>
                    <a:pt x="42360" y="11777"/>
                    <a:pt x="42366" y="11777"/>
                  </a:cubicBezTo>
                  <a:cubicBezTo>
                    <a:pt x="42378" y="11777"/>
                    <a:pt x="42400" y="11742"/>
                    <a:pt x="42379" y="11693"/>
                  </a:cubicBezTo>
                  <a:cubicBezTo>
                    <a:pt x="42394" y="11640"/>
                    <a:pt x="42409" y="11587"/>
                    <a:pt x="42451" y="11587"/>
                  </a:cubicBezTo>
                  <a:cubicBezTo>
                    <a:pt x="42453" y="11587"/>
                    <a:pt x="42456" y="11587"/>
                    <a:pt x="42460" y="11588"/>
                  </a:cubicBezTo>
                  <a:cubicBezTo>
                    <a:pt x="42460" y="11588"/>
                    <a:pt x="42476" y="11531"/>
                    <a:pt x="42492" y="11474"/>
                  </a:cubicBezTo>
                  <a:cubicBezTo>
                    <a:pt x="42516" y="11361"/>
                    <a:pt x="42533" y="11304"/>
                    <a:pt x="42451" y="11215"/>
                  </a:cubicBezTo>
                  <a:cubicBezTo>
                    <a:pt x="42324" y="11143"/>
                    <a:pt x="42220" y="11075"/>
                    <a:pt x="42158" y="11075"/>
                  </a:cubicBezTo>
                  <a:cubicBezTo>
                    <a:pt x="42130" y="11075"/>
                    <a:pt x="42111" y="11090"/>
                    <a:pt x="42103" y="11126"/>
                  </a:cubicBezTo>
                  <a:cubicBezTo>
                    <a:pt x="42070" y="11150"/>
                    <a:pt x="42030" y="11158"/>
                    <a:pt x="41989" y="11158"/>
                  </a:cubicBezTo>
                  <a:cubicBezTo>
                    <a:pt x="41933" y="11142"/>
                    <a:pt x="41900" y="11069"/>
                    <a:pt x="41900" y="11069"/>
                  </a:cubicBezTo>
                  <a:cubicBezTo>
                    <a:pt x="41916" y="11012"/>
                    <a:pt x="41714" y="10964"/>
                    <a:pt x="41470" y="10899"/>
                  </a:cubicBezTo>
                  <a:cubicBezTo>
                    <a:pt x="41170" y="10818"/>
                    <a:pt x="41016" y="10777"/>
                    <a:pt x="40984" y="10704"/>
                  </a:cubicBezTo>
                  <a:cubicBezTo>
                    <a:pt x="40968" y="10672"/>
                    <a:pt x="40935" y="10639"/>
                    <a:pt x="40903" y="10623"/>
                  </a:cubicBezTo>
                  <a:cubicBezTo>
                    <a:pt x="40899" y="10636"/>
                    <a:pt x="40880" y="10642"/>
                    <a:pt x="40849" y="10642"/>
                  </a:cubicBezTo>
                  <a:cubicBezTo>
                    <a:pt x="40746" y="10642"/>
                    <a:pt x="40506" y="10578"/>
                    <a:pt x="40238" y="10510"/>
                  </a:cubicBezTo>
                  <a:cubicBezTo>
                    <a:pt x="39961" y="10432"/>
                    <a:pt x="39684" y="10355"/>
                    <a:pt x="39574" y="10355"/>
                  </a:cubicBezTo>
                  <a:cubicBezTo>
                    <a:pt x="39545" y="10355"/>
                    <a:pt x="39528" y="10360"/>
                    <a:pt x="39525" y="10372"/>
                  </a:cubicBezTo>
                  <a:lnTo>
                    <a:pt x="39427" y="10348"/>
                  </a:lnTo>
                  <a:cubicBezTo>
                    <a:pt x="39444" y="10291"/>
                    <a:pt x="39338" y="10266"/>
                    <a:pt x="39241" y="10234"/>
                  </a:cubicBezTo>
                  <a:cubicBezTo>
                    <a:pt x="39201" y="10247"/>
                    <a:pt x="39160" y="10253"/>
                    <a:pt x="39122" y="10253"/>
                  </a:cubicBezTo>
                  <a:cubicBezTo>
                    <a:pt x="39090" y="10253"/>
                    <a:pt x="39059" y="10249"/>
                    <a:pt x="39030" y="10242"/>
                  </a:cubicBezTo>
                  <a:cubicBezTo>
                    <a:pt x="39046" y="10185"/>
                    <a:pt x="38989" y="10169"/>
                    <a:pt x="38892" y="10145"/>
                  </a:cubicBezTo>
                  <a:cubicBezTo>
                    <a:pt x="38846" y="10129"/>
                    <a:pt x="38810" y="10119"/>
                    <a:pt x="38784" y="10119"/>
                  </a:cubicBezTo>
                  <a:cubicBezTo>
                    <a:pt x="38756" y="10119"/>
                    <a:pt x="38739" y="10131"/>
                    <a:pt x="38730" y="10161"/>
                  </a:cubicBezTo>
                  <a:cubicBezTo>
                    <a:pt x="38544" y="10112"/>
                    <a:pt x="38365" y="10048"/>
                    <a:pt x="38195" y="9950"/>
                  </a:cubicBezTo>
                  <a:cubicBezTo>
                    <a:pt x="38183" y="9926"/>
                    <a:pt x="38166" y="9916"/>
                    <a:pt x="38146" y="9916"/>
                  </a:cubicBezTo>
                  <a:cubicBezTo>
                    <a:pt x="38113" y="9916"/>
                    <a:pt x="38073" y="9941"/>
                    <a:pt x="38033" y="9966"/>
                  </a:cubicBezTo>
                  <a:cubicBezTo>
                    <a:pt x="38018" y="10025"/>
                    <a:pt x="37971" y="10057"/>
                    <a:pt x="37920" y="10057"/>
                  </a:cubicBezTo>
                  <a:cubicBezTo>
                    <a:pt x="37914" y="10057"/>
                    <a:pt x="37909" y="10056"/>
                    <a:pt x="37903" y="10056"/>
                  </a:cubicBezTo>
                  <a:cubicBezTo>
                    <a:pt x="37903" y="10056"/>
                    <a:pt x="37919" y="9999"/>
                    <a:pt x="37935" y="9942"/>
                  </a:cubicBezTo>
                  <a:cubicBezTo>
                    <a:pt x="38000" y="9902"/>
                    <a:pt x="38000" y="9902"/>
                    <a:pt x="37895" y="9869"/>
                  </a:cubicBezTo>
                  <a:lnTo>
                    <a:pt x="37798" y="9845"/>
                  </a:lnTo>
                  <a:cubicBezTo>
                    <a:pt x="37793" y="9859"/>
                    <a:pt x="37774" y="9866"/>
                    <a:pt x="37741" y="9866"/>
                  </a:cubicBezTo>
                  <a:cubicBezTo>
                    <a:pt x="37645" y="9866"/>
                    <a:pt x="37440" y="9812"/>
                    <a:pt x="37181" y="9739"/>
                  </a:cubicBezTo>
                  <a:cubicBezTo>
                    <a:pt x="36869" y="9654"/>
                    <a:pt x="36704" y="9609"/>
                    <a:pt x="36627" y="9609"/>
                  </a:cubicBezTo>
                  <a:cubicBezTo>
                    <a:pt x="36595" y="9609"/>
                    <a:pt x="36578" y="9617"/>
                    <a:pt x="36573" y="9634"/>
                  </a:cubicBezTo>
                  <a:cubicBezTo>
                    <a:pt x="36567" y="9656"/>
                    <a:pt x="36556" y="9667"/>
                    <a:pt x="36538" y="9667"/>
                  </a:cubicBezTo>
                  <a:cubicBezTo>
                    <a:pt x="36507" y="9667"/>
                    <a:pt x="36456" y="9638"/>
                    <a:pt x="36371" y="9577"/>
                  </a:cubicBezTo>
                  <a:cubicBezTo>
                    <a:pt x="36191" y="9398"/>
                    <a:pt x="36140" y="9347"/>
                    <a:pt x="36102" y="9347"/>
                  </a:cubicBezTo>
                  <a:cubicBezTo>
                    <a:pt x="36086" y="9347"/>
                    <a:pt x="36073" y="9355"/>
                    <a:pt x="36054" y="9366"/>
                  </a:cubicBezTo>
                  <a:cubicBezTo>
                    <a:pt x="36103" y="9383"/>
                    <a:pt x="36087" y="9439"/>
                    <a:pt x="36071" y="9496"/>
                  </a:cubicBezTo>
                  <a:cubicBezTo>
                    <a:pt x="36056" y="9549"/>
                    <a:pt x="36037" y="9576"/>
                    <a:pt x="36020" y="9576"/>
                  </a:cubicBezTo>
                  <a:cubicBezTo>
                    <a:pt x="36000" y="9576"/>
                    <a:pt x="35982" y="9541"/>
                    <a:pt x="35973" y="9472"/>
                  </a:cubicBezTo>
                  <a:cubicBezTo>
                    <a:pt x="35998" y="9380"/>
                    <a:pt x="35566" y="9273"/>
                    <a:pt x="35320" y="9273"/>
                  </a:cubicBezTo>
                  <a:cubicBezTo>
                    <a:pt x="35242" y="9273"/>
                    <a:pt x="35182" y="9284"/>
                    <a:pt x="35163" y="9310"/>
                  </a:cubicBezTo>
                  <a:cubicBezTo>
                    <a:pt x="35167" y="9295"/>
                    <a:pt x="35172" y="9277"/>
                    <a:pt x="35179" y="9253"/>
                  </a:cubicBezTo>
                  <a:cubicBezTo>
                    <a:pt x="35195" y="9196"/>
                    <a:pt x="35146" y="9180"/>
                    <a:pt x="34944" y="9123"/>
                  </a:cubicBezTo>
                  <a:lnTo>
                    <a:pt x="34798" y="9083"/>
                  </a:lnTo>
                  <a:cubicBezTo>
                    <a:pt x="34789" y="9114"/>
                    <a:pt x="34761" y="9126"/>
                    <a:pt x="34725" y="9126"/>
                  </a:cubicBezTo>
                  <a:cubicBezTo>
                    <a:pt x="34631" y="9126"/>
                    <a:pt x="34486" y="9043"/>
                    <a:pt x="34498" y="9002"/>
                  </a:cubicBezTo>
                  <a:cubicBezTo>
                    <a:pt x="34465" y="8929"/>
                    <a:pt x="34465" y="8929"/>
                    <a:pt x="34360" y="8904"/>
                  </a:cubicBezTo>
                  <a:cubicBezTo>
                    <a:pt x="34322" y="8920"/>
                    <a:pt x="34283" y="8926"/>
                    <a:pt x="34243" y="8926"/>
                  </a:cubicBezTo>
                  <a:cubicBezTo>
                    <a:pt x="34094" y="8926"/>
                    <a:pt x="33950" y="8836"/>
                    <a:pt x="33963" y="8791"/>
                  </a:cubicBezTo>
                  <a:lnTo>
                    <a:pt x="33865" y="8767"/>
                  </a:lnTo>
                  <a:cubicBezTo>
                    <a:pt x="33826" y="8780"/>
                    <a:pt x="33787" y="8788"/>
                    <a:pt x="33748" y="8788"/>
                  </a:cubicBezTo>
                  <a:cubicBezTo>
                    <a:pt x="33714" y="8788"/>
                    <a:pt x="33680" y="8782"/>
                    <a:pt x="33646" y="8767"/>
                  </a:cubicBezTo>
                  <a:cubicBezTo>
                    <a:pt x="33573" y="8746"/>
                    <a:pt x="33525" y="8732"/>
                    <a:pt x="33498" y="8732"/>
                  </a:cubicBezTo>
                  <a:cubicBezTo>
                    <a:pt x="33472" y="8732"/>
                    <a:pt x="33468" y="8746"/>
                    <a:pt x="33484" y="8783"/>
                  </a:cubicBezTo>
                  <a:cubicBezTo>
                    <a:pt x="33469" y="8836"/>
                    <a:pt x="33454" y="8889"/>
                    <a:pt x="33412" y="8889"/>
                  </a:cubicBezTo>
                  <a:cubicBezTo>
                    <a:pt x="33409" y="8889"/>
                    <a:pt x="33406" y="8889"/>
                    <a:pt x="33403" y="8888"/>
                  </a:cubicBezTo>
                  <a:lnTo>
                    <a:pt x="33419" y="8831"/>
                  </a:lnTo>
                  <a:cubicBezTo>
                    <a:pt x="33436" y="8767"/>
                    <a:pt x="33290" y="8726"/>
                    <a:pt x="33087" y="8677"/>
                  </a:cubicBezTo>
                  <a:cubicBezTo>
                    <a:pt x="32836" y="8604"/>
                    <a:pt x="32738" y="8580"/>
                    <a:pt x="32706" y="8507"/>
                  </a:cubicBezTo>
                  <a:lnTo>
                    <a:pt x="32641" y="8548"/>
                  </a:lnTo>
                  <a:cubicBezTo>
                    <a:pt x="32615" y="8567"/>
                    <a:pt x="32590" y="8576"/>
                    <a:pt x="32570" y="8576"/>
                  </a:cubicBezTo>
                  <a:cubicBezTo>
                    <a:pt x="32542" y="8576"/>
                    <a:pt x="32526" y="8557"/>
                    <a:pt x="32536" y="8523"/>
                  </a:cubicBezTo>
                  <a:cubicBezTo>
                    <a:pt x="32510" y="8465"/>
                    <a:pt x="32379" y="8417"/>
                    <a:pt x="32266" y="8417"/>
                  </a:cubicBezTo>
                  <a:cubicBezTo>
                    <a:pt x="32238" y="8417"/>
                    <a:pt x="32211" y="8420"/>
                    <a:pt x="32187" y="8426"/>
                  </a:cubicBezTo>
                  <a:lnTo>
                    <a:pt x="32090" y="8402"/>
                  </a:lnTo>
                  <a:cubicBezTo>
                    <a:pt x="32085" y="8321"/>
                    <a:pt x="32020" y="8271"/>
                    <a:pt x="31952" y="8271"/>
                  </a:cubicBezTo>
                  <a:cubicBezTo>
                    <a:pt x="31911" y="8271"/>
                    <a:pt x="31869" y="8289"/>
                    <a:pt x="31838" y="8329"/>
                  </a:cubicBezTo>
                  <a:cubicBezTo>
                    <a:pt x="31855" y="8272"/>
                    <a:pt x="31806" y="8256"/>
                    <a:pt x="31757" y="8248"/>
                  </a:cubicBezTo>
                  <a:cubicBezTo>
                    <a:pt x="31739" y="8252"/>
                    <a:pt x="31718" y="8253"/>
                    <a:pt x="31696" y="8253"/>
                  </a:cubicBezTo>
                  <a:cubicBezTo>
                    <a:pt x="31583" y="8253"/>
                    <a:pt x="31444" y="8206"/>
                    <a:pt x="31457" y="8158"/>
                  </a:cubicBezTo>
                  <a:lnTo>
                    <a:pt x="31409" y="8150"/>
                  </a:lnTo>
                  <a:cubicBezTo>
                    <a:pt x="31379" y="8170"/>
                    <a:pt x="31344" y="8181"/>
                    <a:pt x="31310" y="8181"/>
                  </a:cubicBezTo>
                  <a:cubicBezTo>
                    <a:pt x="31287" y="8181"/>
                    <a:pt x="31266" y="8176"/>
                    <a:pt x="31247" y="8167"/>
                  </a:cubicBezTo>
                  <a:cubicBezTo>
                    <a:pt x="31224" y="8157"/>
                    <a:pt x="31201" y="8152"/>
                    <a:pt x="31177" y="8152"/>
                  </a:cubicBezTo>
                  <a:cubicBezTo>
                    <a:pt x="31141" y="8152"/>
                    <a:pt x="31106" y="8163"/>
                    <a:pt x="31076" y="8183"/>
                  </a:cubicBezTo>
                  <a:cubicBezTo>
                    <a:pt x="31052" y="8201"/>
                    <a:pt x="31023" y="8210"/>
                    <a:pt x="30993" y="8210"/>
                  </a:cubicBezTo>
                  <a:cubicBezTo>
                    <a:pt x="30983" y="8210"/>
                    <a:pt x="30973" y="8209"/>
                    <a:pt x="30963" y="8207"/>
                  </a:cubicBezTo>
                  <a:cubicBezTo>
                    <a:pt x="30914" y="8199"/>
                    <a:pt x="30979" y="8150"/>
                    <a:pt x="31044" y="8110"/>
                  </a:cubicBezTo>
                  <a:cubicBezTo>
                    <a:pt x="31111" y="8091"/>
                    <a:pt x="31088" y="8069"/>
                    <a:pt x="31021" y="8069"/>
                  </a:cubicBezTo>
                  <a:cubicBezTo>
                    <a:pt x="30975" y="8069"/>
                    <a:pt x="30907" y="8080"/>
                    <a:pt x="30833" y="8110"/>
                  </a:cubicBezTo>
                  <a:cubicBezTo>
                    <a:pt x="30742" y="8145"/>
                    <a:pt x="30696" y="8164"/>
                    <a:pt x="30688" y="8164"/>
                  </a:cubicBezTo>
                  <a:cubicBezTo>
                    <a:pt x="30679" y="8164"/>
                    <a:pt x="30714" y="8143"/>
                    <a:pt x="30784" y="8102"/>
                  </a:cubicBezTo>
                  <a:cubicBezTo>
                    <a:pt x="30836" y="8063"/>
                    <a:pt x="30887" y="8030"/>
                    <a:pt x="30846" y="8030"/>
                  </a:cubicBezTo>
                  <a:cubicBezTo>
                    <a:pt x="30835" y="8030"/>
                    <a:pt x="30818" y="8032"/>
                    <a:pt x="30793" y="8037"/>
                  </a:cubicBezTo>
                  <a:cubicBezTo>
                    <a:pt x="30793" y="8037"/>
                    <a:pt x="30772" y="8032"/>
                    <a:pt x="30748" y="8032"/>
                  </a:cubicBezTo>
                  <a:cubicBezTo>
                    <a:pt x="30720" y="8032"/>
                    <a:pt x="30688" y="8039"/>
                    <a:pt x="30679" y="8069"/>
                  </a:cubicBezTo>
                  <a:lnTo>
                    <a:pt x="30533" y="8029"/>
                  </a:lnTo>
                  <a:cubicBezTo>
                    <a:pt x="30484" y="7972"/>
                    <a:pt x="30420" y="7931"/>
                    <a:pt x="30347" y="7915"/>
                  </a:cubicBezTo>
                  <a:cubicBezTo>
                    <a:pt x="30317" y="7937"/>
                    <a:pt x="30301" y="7949"/>
                    <a:pt x="30290" y="7949"/>
                  </a:cubicBezTo>
                  <a:cubicBezTo>
                    <a:pt x="30275" y="7949"/>
                    <a:pt x="30267" y="7931"/>
                    <a:pt x="30249" y="7891"/>
                  </a:cubicBezTo>
                  <a:cubicBezTo>
                    <a:pt x="30257" y="7865"/>
                    <a:pt x="30250" y="7847"/>
                    <a:pt x="30238" y="7847"/>
                  </a:cubicBezTo>
                  <a:cubicBezTo>
                    <a:pt x="30224" y="7847"/>
                    <a:pt x="30202" y="7871"/>
                    <a:pt x="30184" y="7931"/>
                  </a:cubicBezTo>
                  <a:cubicBezTo>
                    <a:pt x="30167" y="7949"/>
                    <a:pt x="30145" y="7957"/>
                    <a:pt x="30123" y="7957"/>
                  </a:cubicBezTo>
                  <a:cubicBezTo>
                    <a:pt x="30084" y="7957"/>
                    <a:pt x="30046" y="7932"/>
                    <a:pt x="30030" y="7891"/>
                  </a:cubicBezTo>
                  <a:cubicBezTo>
                    <a:pt x="30051" y="7819"/>
                    <a:pt x="30039" y="7786"/>
                    <a:pt x="30023" y="7786"/>
                  </a:cubicBezTo>
                  <a:cubicBezTo>
                    <a:pt x="30014" y="7786"/>
                    <a:pt x="30004" y="7797"/>
                    <a:pt x="29998" y="7818"/>
                  </a:cubicBezTo>
                  <a:cubicBezTo>
                    <a:pt x="29971" y="7838"/>
                    <a:pt x="29939" y="7852"/>
                    <a:pt x="29906" y="7852"/>
                  </a:cubicBezTo>
                  <a:cubicBezTo>
                    <a:pt x="29899" y="7852"/>
                    <a:pt x="29892" y="7852"/>
                    <a:pt x="29884" y="7850"/>
                  </a:cubicBezTo>
                  <a:cubicBezTo>
                    <a:pt x="29901" y="7794"/>
                    <a:pt x="29455" y="7664"/>
                    <a:pt x="29001" y="7542"/>
                  </a:cubicBezTo>
                  <a:cubicBezTo>
                    <a:pt x="28996" y="7542"/>
                    <a:pt x="28991" y="7541"/>
                    <a:pt x="28986" y="7541"/>
                  </a:cubicBezTo>
                  <a:cubicBezTo>
                    <a:pt x="28935" y="7541"/>
                    <a:pt x="28886" y="7580"/>
                    <a:pt x="28871" y="7631"/>
                  </a:cubicBezTo>
                  <a:cubicBezTo>
                    <a:pt x="28858" y="7678"/>
                    <a:pt x="28853" y="7696"/>
                    <a:pt x="28849" y="7696"/>
                  </a:cubicBezTo>
                  <a:cubicBezTo>
                    <a:pt x="28844" y="7696"/>
                    <a:pt x="28842" y="7658"/>
                    <a:pt x="28822" y="7615"/>
                  </a:cubicBezTo>
                  <a:cubicBezTo>
                    <a:pt x="28822" y="7516"/>
                    <a:pt x="28795" y="7463"/>
                    <a:pt x="28769" y="7463"/>
                  </a:cubicBezTo>
                  <a:cubicBezTo>
                    <a:pt x="28746" y="7463"/>
                    <a:pt x="28725" y="7504"/>
                    <a:pt x="28725" y="7591"/>
                  </a:cubicBezTo>
                  <a:cubicBezTo>
                    <a:pt x="28733" y="7654"/>
                    <a:pt x="28737" y="7686"/>
                    <a:pt x="28732" y="7686"/>
                  </a:cubicBezTo>
                  <a:cubicBezTo>
                    <a:pt x="28726" y="7686"/>
                    <a:pt x="28710" y="7650"/>
                    <a:pt x="28676" y="7575"/>
                  </a:cubicBezTo>
                  <a:cubicBezTo>
                    <a:pt x="28654" y="7535"/>
                    <a:pt x="28644" y="7516"/>
                    <a:pt x="28629" y="7516"/>
                  </a:cubicBezTo>
                  <a:cubicBezTo>
                    <a:pt x="28616" y="7516"/>
                    <a:pt x="28600" y="7528"/>
                    <a:pt x="28571" y="7550"/>
                  </a:cubicBezTo>
                  <a:cubicBezTo>
                    <a:pt x="28564" y="7575"/>
                    <a:pt x="28551" y="7586"/>
                    <a:pt x="28540" y="7586"/>
                  </a:cubicBezTo>
                  <a:cubicBezTo>
                    <a:pt x="28525" y="7586"/>
                    <a:pt x="28513" y="7566"/>
                    <a:pt x="28522" y="7534"/>
                  </a:cubicBezTo>
                  <a:cubicBezTo>
                    <a:pt x="28499" y="7481"/>
                    <a:pt x="28475" y="7428"/>
                    <a:pt x="28458" y="7428"/>
                  </a:cubicBezTo>
                  <a:cubicBezTo>
                    <a:pt x="28451" y="7428"/>
                    <a:pt x="28446" y="7435"/>
                    <a:pt x="28441" y="7453"/>
                  </a:cubicBezTo>
                  <a:cubicBezTo>
                    <a:pt x="28401" y="7437"/>
                    <a:pt x="28368" y="7404"/>
                    <a:pt x="28360" y="7364"/>
                  </a:cubicBezTo>
                  <a:cubicBezTo>
                    <a:pt x="28345" y="7337"/>
                    <a:pt x="28326" y="7326"/>
                    <a:pt x="28306" y="7326"/>
                  </a:cubicBezTo>
                  <a:cubicBezTo>
                    <a:pt x="28271" y="7326"/>
                    <a:pt x="28230" y="7355"/>
                    <a:pt x="28190" y="7380"/>
                  </a:cubicBezTo>
                  <a:cubicBezTo>
                    <a:pt x="28116" y="7411"/>
                    <a:pt x="28064" y="7425"/>
                    <a:pt x="28034" y="7425"/>
                  </a:cubicBezTo>
                  <a:cubicBezTo>
                    <a:pt x="27994" y="7425"/>
                    <a:pt x="27997" y="7396"/>
                    <a:pt x="28044" y="7340"/>
                  </a:cubicBezTo>
                  <a:cubicBezTo>
                    <a:pt x="28086" y="7285"/>
                    <a:pt x="28034" y="7256"/>
                    <a:pt x="27963" y="7256"/>
                  </a:cubicBezTo>
                  <a:cubicBezTo>
                    <a:pt x="27898" y="7256"/>
                    <a:pt x="27815" y="7281"/>
                    <a:pt x="27776" y="7331"/>
                  </a:cubicBezTo>
                  <a:cubicBezTo>
                    <a:pt x="27730" y="7387"/>
                    <a:pt x="27711" y="7410"/>
                    <a:pt x="27705" y="7410"/>
                  </a:cubicBezTo>
                  <a:cubicBezTo>
                    <a:pt x="27701" y="7410"/>
                    <a:pt x="27705" y="7397"/>
                    <a:pt x="27712" y="7372"/>
                  </a:cubicBezTo>
                  <a:cubicBezTo>
                    <a:pt x="27728" y="7340"/>
                    <a:pt x="27712" y="7307"/>
                    <a:pt x="27679" y="7299"/>
                  </a:cubicBezTo>
                  <a:cubicBezTo>
                    <a:pt x="27630" y="7283"/>
                    <a:pt x="27582" y="7275"/>
                    <a:pt x="27598" y="7218"/>
                  </a:cubicBezTo>
                  <a:cubicBezTo>
                    <a:pt x="27577" y="7215"/>
                    <a:pt x="27557" y="7213"/>
                    <a:pt x="27536" y="7213"/>
                  </a:cubicBezTo>
                  <a:cubicBezTo>
                    <a:pt x="27500" y="7213"/>
                    <a:pt x="27464" y="7219"/>
                    <a:pt x="27428" y="7234"/>
                  </a:cubicBezTo>
                  <a:cubicBezTo>
                    <a:pt x="27397" y="7254"/>
                    <a:pt x="27363" y="7263"/>
                    <a:pt x="27330" y="7263"/>
                  </a:cubicBezTo>
                  <a:cubicBezTo>
                    <a:pt x="27238" y="7263"/>
                    <a:pt x="27150" y="7195"/>
                    <a:pt x="27144" y="7088"/>
                  </a:cubicBezTo>
                  <a:lnTo>
                    <a:pt x="27031" y="7121"/>
                  </a:lnTo>
                  <a:cubicBezTo>
                    <a:pt x="26983" y="7178"/>
                    <a:pt x="26940" y="7219"/>
                    <a:pt x="26920" y="7219"/>
                  </a:cubicBezTo>
                  <a:cubicBezTo>
                    <a:pt x="26907" y="7219"/>
                    <a:pt x="26904" y="7199"/>
                    <a:pt x="26917" y="7153"/>
                  </a:cubicBezTo>
                  <a:lnTo>
                    <a:pt x="26933" y="7096"/>
                  </a:lnTo>
                  <a:lnTo>
                    <a:pt x="26933" y="7096"/>
                  </a:lnTo>
                  <a:cubicBezTo>
                    <a:pt x="26912" y="7122"/>
                    <a:pt x="26883" y="7133"/>
                    <a:pt x="26852" y="7133"/>
                  </a:cubicBezTo>
                  <a:cubicBezTo>
                    <a:pt x="26768" y="7133"/>
                    <a:pt x="26674" y="7050"/>
                    <a:pt x="26698" y="6967"/>
                  </a:cubicBezTo>
                  <a:cubicBezTo>
                    <a:pt x="26714" y="6910"/>
                    <a:pt x="26714" y="6910"/>
                    <a:pt x="26666" y="6894"/>
                  </a:cubicBezTo>
                  <a:lnTo>
                    <a:pt x="26649" y="6950"/>
                  </a:lnTo>
                  <a:cubicBezTo>
                    <a:pt x="26635" y="7001"/>
                    <a:pt x="26620" y="7058"/>
                    <a:pt x="26583" y="7058"/>
                  </a:cubicBezTo>
                  <a:cubicBezTo>
                    <a:pt x="26578" y="7058"/>
                    <a:pt x="26574" y="7058"/>
                    <a:pt x="26568" y="7056"/>
                  </a:cubicBezTo>
                  <a:cubicBezTo>
                    <a:pt x="26520" y="7040"/>
                    <a:pt x="26471" y="7023"/>
                    <a:pt x="26487" y="6967"/>
                  </a:cubicBezTo>
                  <a:cubicBezTo>
                    <a:pt x="26458" y="6913"/>
                    <a:pt x="26432" y="6864"/>
                    <a:pt x="26414" y="6864"/>
                  </a:cubicBezTo>
                  <a:cubicBezTo>
                    <a:pt x="26408" y="6864"/>
                    <a:pt x="26402" y="6870"/>
                    <a:pt x="26398" y="6886"/>
                  </a:cubicBezTo>
                  <a:cubicBezTo>
                    <a:pt x="26366" y="6869"/>
                    <a:pt x="26333" y="6837"/>
                    <a:pt x="26317" y="6796"/>
                  </a:cubicBezTo>
                  <a:lnTo>
                    <a:pt x="26114" y="6740"/>
                  </a:lnTo>
                  <a:cubicBezTo>
                    <a:pt x="26092" y="6756"/>
                    <a:pt x="26066" y="6763"/>
                    <a:pt x="26043" y="6763"/>
                  </a:cubicBezTo>
                  <a:cubicBezTo>
                    <a:pt x="25996" y="6763"/>
                    <a:pt x="25958" y="6736"/>
                    <a:pt x="25968" y="6699"/>
                  </a:cubicBezTo>
                  <a:cubicBezTo>
                    <a:pt x="25948" y="6693"/>
                    <a:pt x="25928" y="6691"/>
                    <a:pt x="25908" y="6691"/>
                  </a:cubicBezTo>
                  <a:cubicBezTo>
                    <a:pt x="25872" y="6691"/>
                    <a:pt x="25838" y="6700"/>
                    <a:pt x="25806" y="6715"/>
                  </a:cubicBezTo>
                  <a:cubicBezTo>
                    <a:pt x="25701" y="6691"/>
                    <a:pt x="25652" y="6675"/>
                    <a:pt x="25668" y="6618"/>
                  </a:cubicBezTo>
                  <a:cubicBezTo>
                    <a:pt x="25677" y="6587"/>
                    <a:pt x="25681" y="6573"/>
                    <a:pt x="25673" y="6573"/>
                  </a:cubicBezTo>
                  <a:cubicBezTo>
                    <a:pt x="25666" y="6573"/>
                    <a:pt x="25649" y="6583"/>
                    <a:pt x="25620" y="6602"/>
                  </a:cubicBezTo>
                  <a:cubicBezTo>
                    <a:pt x="25610" y="6635"/>
                    <a:pt x="25589" y="6646"/>
                    <a:pt x="25564" y="6646"/>
                  </a:cubicBezTo>
                  <a:cubicBezTo>
                    <a:pt x="25546" y="6646"/>
                    <a:pt x="25526" y="6641"/>
                    <a:pt x="25506" y="6634"/>
                  </a:cubicBezTo>
                  <a:lnTo>
                    <a:pt x="25409" y="6610"/>
                  </a:lnTo>
                  <a:cubicBezTo>
                    <a:pt x="25398" y="6647"/>
                    <a:pt x="25395" y="6660"/>
                    <a:pt x="25378" y="6660"/>
                  </a:cubicBezTo>
                  <a:cubicBezTo>
                    <a:pt x="25369" y="6660"/>
                    <a:pt x="25356" y="6656"/>
                    <a:pt x="25336" y="6650"/>
                  </a:cubicBezTo>
                  <a:cubicBezTo>
                    <a:pt x="25287" y="6634"/>
                    <a:pt x="25158" y="6537"/>
                    <a:pt x="25109" y="6521"/>
                  </a:cubicBezTo>
                  <a:cubicBezTo>
                    <a:pt x="25043" y="6503"/>
                    <a:pt x="25006" y="6493"/>
                    <a:pt x="24986" y="6493"/>
                  </a:cubicBezTo>
                  <a:cubicBezTo>
                    <a:pt x="24961" y="6493"/>
                    <a:pt x="24969" y="6511"/>
                    <a:pt x="24987" y="6553"/>
                  </a:cubicBezTo>
                  <a:cubicBezTo>
                    <a:pt x="25020" y="6563"/>
                    <a:pt x="25029" y="6586"/>
                    <a:pt x="25012" y="6586"/>
                  </a:cubicBezTo>
                  <a:cubicBezTo>
                    <a:pt x="25000" y="6586"/>
                    <a:pt x="24976" y="6574"/>
                    <a:pt x="24939" y="6537"/>
                  </a:cubicBezTo>
                  <a:cubicBezTo>
                    <a:pt x="24833" y="6480"/>
                    <a:pt x="24720" y="6431"/>
                    <a:pt x="24606" y="6383"/>
                  </a:cubicBezTo>
                  <a:cubicBezTo>
                    <a:pt x="24513" y="6359"/>
                    <a:pt x="24464" y="6347"/>
                    <a:pt x="24437" y="6347"/>
                  </a:cubicBezTo>
                  <a:cubicBezTo>
                    <a:pt x="24408" y="6347"/>
                    <a:pt x="24404" y="6361"/>
                    <a:pt x="24395" y="6391"/>
                  </a:cubicBezTo>
                  <a:cubicBezTo>
                    <a:pt x="24403" y="6452"/>
                    <a:pt x="24396" y="6481"/>
                    <a:pt x="24386" y="6481"/>
                  </a:cubicBezTo>
                  <a:cubicBezTo>
                    <a:pt x="24373" y="6481"/>
                    <a:pt x="24355" y="6444"/>
                    <a:pt x="24347" y="6375"/>
                  </a:cubicBezTo>
                  <a:cubicBezTo>
                    <a:pt x="24300" y="6282"/>
                    <a:pt x="24264" y="6245"/>
                    <a:pt x="24239" y="6245"/>
                  </a:cubicBezTo>
                  <a:cubicBezTo>
                    <a:pt x="24225" y="6245"/>
                    <a:pt x="24215" y="6257"/>
                    <a:pt x="24209" y="6277"/>
                  </a:cubicBezTo>
                  <a:cubicBezTo>
                    <a:pt x="24164" y="6305"/>
                    <a:pt x="24150" y="6314"/>
                    <a:pt x="24130" y="6314"/>
                  </a:cubicBezTo>
                  <a:cubicBezTo>
                    <a:pt x="24121" y="6314"/>
                    <a:pt x="24111" y="6312"/>
                    <a:pt x="24096" y="6310"/>
                  </a:cubicBezTo>
                  <a:cubicBezTo>
                    <a:pt x="24106" y="6267"/>
                    <a:pt x="24088" y="6249"/>
                    <a:pt x="24041" y="6249"/>
                  </a:cubicBezTo>
                  <a:cubicBezTo>
                    <a:pt x="24018" y="6249"/>
                    <a:pt x="23987" y="6253"/>
                    <a:pt x="23950" y="6261"/>
                  </a:cubicBezTo>
                  <a:cubicBezTo>
                    <a:pt x="23893" y="6253"/>
                    <a:pt x="23893" y="6253"/>
                    <a:pt x="23909" y="6196"/>
                  </a:cubicBezTo>
                  <a:lnTo>
                    <a:pt x="23812" y="6164"/>
                  </a:lnTo>
                  <a:cubicBezTo>
                    <a:pt x="23782" y="6185"/>
                    <a:pt x="23744" y="6193"/>
                    <a:pt x="23702" y="6193"/>
                  </a:cubicBezTo>
                  <a:cubicBezTo>
                    <a:pt x="23564" y="6193"/>
                    <a:pt x="23391" y="6098"/>
                    <a:pt x="23366" y="6042"/>
                  </a:cubicBezTo>
                  <a:cubicBezTo>
                    <a:pt x="23356" y="6040"/>
                    <a:pt x="23347" y="6039"/>
                    <a:pt x="23337" y="6039"/>
                  </a:cubicBezTo>
                  <a:cubicBezTo>
                    <a:pt x="23307" y="6039"/>
                    <a:pt x="23277" y="6050"/>
                    <a:pt x="23252" y="6075"/>
                  </a:cubicBezTo>
                  <a:cubicBezTo>
                    <a:pt x="23216" y="6118"/>
                    <a:pt x="23185" y="6139"/>
                    <a:pt x="23165" y="6139"/>
                  </a:cubicBezTo>
                  <a:cubicBezTo>
                    <a:pt x="23138" y="6139"/>
                    <a:pt x="23129" y="6106"/>
                    <a:pt x="23147" y="6042"/>
                  </a:cubicBezTo>
                  <a:cubicBezTo>
                    <a:pt x="23164" y="5983"/>
                    <a:pt x="23172" y="5955"/>
                    <a:pt x="23164" y="5955"/>
                  </a:cubicBezTo>
                  <a:lnTo>
                    <a:pt x="23164" y="5955"/>
                  </a:lnTo>
                  <a:cubicBezTo>
                    <a:pt x="23157" y="5955"/>
                    <a:pt x="23137" y="5979"/>
                    <a:pt x="23098" y="6026"/>
                  </a:cubicBezTo>
                  <a:cubicBezTo>
                    <a:pt x="23084" y="6037"/>
                    <a:pt x="23061" y="6042"/>
                    <a:pt x="23034" y="6042"/>
                  </a:cubicBezTo>
                  <a:cubicBezTo>
                    <a:pt x="22939" y="6042"/>
                    <a:pt x="22800" y="5980"/>
                    <a:pt x="22863" y="5904"/>
                  </a:cubicBezTo>
                  <a:lnTo>
                    <a:pt x="22896" y="5791"/>
                  </a:lnTo>
                  <a:lnTo>
                    <a:pt x="22896" y="5791"/>
                  </a:lnTo>
                  <a:cubicBezTo>
                    <a:pt x="22871" y="5809"/>
                    <a:pt x="22842" y="5818"/>
                    <a:pt x="22812" y="5818"/>
                  </a:cubicBezTo>
                  <a:cubicBezTo>
                    <a:pt x="22802" y="5818"/>
                    <a:pt x="22792" y="5817"/>
                    <a:pt x="22782" y="5815"/>
                  </a:cubicBezTo>
                  <a:cubicBezTo>
                    <a:pt x="22774" y="5843"/>
                    <a:pt x="22759" y="5855"/>
                    <a:pt x="22729" y="5855"/>
                  </a:cubicBezTo>
                  <a:cubicBezTo>
                    <a:pt x="22697" y="5855"/>
                    <a:pt x="22647" y="5841"/>
                    <a:pt x="22571" y="5815"/>
                  </a:cubicBezTo>
                  <a:cubicBezTo>
                    <a:pt x="22466" y="5791"/>
                    <a:pt x="22255" y="5791"/>
                    <a:pt x="22158" y="5767"/>
                  </a:cubicBezTo>
                  <a:cubicBezTo>
                    <a:pt x="22052" y="5742"/>
                    <a:pt x="21906" y="5694"/>
                    <a:pt x="21874" y="5629"/>
                  </a:cubicBezTo>
                  <a:cubicBezTo>
                    <a:pt x="21837" y="5617"/>
                    <a:pt x="21801" y="5611"/>
                    <a:pt x="21765" y="5611"/>
                  </a:cubicBezTo>
                  <a:cubicBezTo>
                    <a:pt x="21728" y="5611"/>
                    <a:pt x="21692" y="5617"/>
                    <a:pt x="21655" y="5629"/>
                  </a:cubicBezTo>
                  <a:cubicBezTo>
                    <a:pt x="21633" y="5643"/>
                    <a:pt x="21607" y="5649"/>
                    <a:pt x="21583" y="5649"/>
                  </a:cubicBezTo>
                  <a:cubicBezTo>
                    <a:pt x="21537" y="5649"/>
                    <a:pt x="21498" y="5626"/>
                    <a:pt x="21509" y="5588"/>
                  </a:cubicBezTo>
                  <a:lnTo>
                    <a:pt x="21460" y="5572"/>
                  </a:lnTo>
                  <a:cubicBezTo>
                    <a:pt x="21419" y="5584"/>
                    <a:pt x="21377" y="5591"/>
                    <a:pt x="21336" y="5591"/>
                  </a:cubicBezTo>
                  <a:cubicBezTo>
                    <a:pt x="21321" y="5591"/>
                    <a:pt x="21305" y="5590"/>
                    <a:pt x="21290" y="5588"/>
                  </a:cubicBezTo>
                  <a:cubicBezTo>
                    <a:pt x="21303" y="5543"/>
                    <a:pt x="21285" y="5487"/>
                    <a:pt x="21244" y="5487"/>
                  </a:cubicBezTo>
                  <a:cubicBezTo>
                    <a:pt x="21234" y="5487"/>
                    <a:pt x="21222" y="5491"/>
                    <a:pt x="21209" y="5499"/>
                  </a:cubicBezTo>
                  <a:cubicBezTo>
                    <a:pt x="21201" y="5532"/>
                    <a:pt x="21185" y="5544"/>
                    <a:pt x="21158" y="5544"/>
                  </a:cubicBezTo>
                  <a:cubicBezTo>
                    <a:pt x="21132" y="5544"/>
                    <a:pt x="21096" y="5532"/>
                    <a:pt x="21047" y="5515"/>
                  </a:cubicBezTo>
                  <a:cubicBezTo>
                    <a:pt x="20963" y="5439"/>
                    <a:pt x="19506" y="5032"/>
                    <a:pt x="19323" y="5032"/>
                  </a:cubicBezTo>
                  <a:cubicBezTo>
                    <a:pt x="19311" y="5032"/>
                    <a:pt x="19305" y="5034"/>
                    <a:pt x="19304" y="5037"/>
                  </a:cubicBezTo>
                  <a:lnTo>
                    <a:pt x="19150" y="4996"/>
                  </a:lnTo>
                  <a:lnTo>
                    <a:pt x="19004" y="4948"/>
                  </a:lnTo>
                  <a:cubicBezTo>
                    <a:pt x="19029" y="4861"/>
                    <a:pt x="18879" y="4836"/>
                    <a:pt x="18735" y="4836"/>
                  </a:cubicBezTo>
                  <a:cubicBezTo>
                    <a:pt x="18690" y="4836"/>
                    <a:pt x="18645" y="4839"/>
                    <a:pt x="18607" y="4842"/>
                  </a:cubicBezTo>
                  <a:cubicBezTo>
                    <a:pt x="18577" y="4862"/>
                    <a:pt x="18542" y="4873"/>
                    <a:pt x="18506" y="4873"/>
                  </a:cubicBezTo>
                  <a:cubicBezTo>
                    <a:pt x="18482" y="4873"/>
                    <a:pt x="18459" y="4868"/>
                    <a:pt x="18436" y="4859"/>
                  </a:cubicBezTo>
                  <a:cubicBezTo>
                    <a:pt x="18462" y="4764"/>
                    <a:pt x="18378" y="4718"/>
                    <a:pt x="18286" y="4718"/>
                  </a:cubicBezTo>
                  <a:cubicBezTo>
                    <a:pt x="18261" y="4718"/>
                    <a:pt x="18234" y="4722"/>
                    <a:pt x="18209" y="4729"/>
                  </a:cubicBezTo>
                  <a:cubicBezTo>
                    <a:pt x="18172" y="4777"/>
                    <a:pt x="18141" y="4800"/>
                    <a:pt x="18120" y="4800"/>
                  </a:cubicBezTo>
                  <a:cubicBezTo>
                    <a:pt x="18095" y="4800"/>
                    <a:pt x="18086" y="4767"/>
                    <a:pt x="18104" y="4705"/>
                  </a:cubicBezTo>
                  <a:cubicBezTo>
                    <a:pt x="18121" y="4641"/>
                    <a:pt x="18102" y="4604"/>
                    <a:pt x="18060" y="4604"/>
                  </a:cubicBezTo>
                  <a:cubicBezTo>
                    <a:pt x="18021" y="4604"/>
                    <a:pt x="17963" y="4635"/>
                    <a:pt x="17893" y="4705"/>
                  </a:cubicBezTo>
                  <a:cubicBezTo>
                    <a:pt x="17864" y="4722"/>
                    <a:pt x="17848" y="4732"/>
                    <a:pt x="17837" y="4732"/>
                  </a:cubicBezTo>
                  <a:cubicBezTo>
                    <a:pt x="17822" y="4732"/>
                    <a:pt x="17814" y="4716"/>
                    <a:pt x="17796" y="4680"/>
                  </a:cubicBezTo>
                  <a:cubicBezTo>
                    <a:pt x="17780" y="4596"/>
                    <a:pt x="17754" y="4560"/>
                    <a:pt x="17733" y="4560"/>
                  </a:cubicBezTo>
                  <a:cubicBezTo>
                    <a:pt x="17722" y="4560"/>
                    <a:pt x="17712" y="4571"/>
                    <a:pt x="17707" y="4591"/>
                  </a:cubicBezTo>
                  <a:cubicBezTo>
                    <a:pt x="17670" y="4634"/>
                    <a:pt x="17641" y="4657"/>
                    <a:pt x="17617" y="4657"/>
                  </a:cubicBezTo>
                  <a:cubicBezTo>
                    <a:pt x="17589" y="4657"/>
                    <a:pt x="17570" y="4622"/>
                    <a:pt x="17561" y="4551"/>
                  </a:cubicBezTo>
                  <a:cubicBezTo>
                    <a:pt x="17521" y="4472"/>
                    <a:pt x="17503" y="4435"/>
                    <a:pt x="17482" y="4435"/>
                  </a:cubicBezTo>
                  <a:cubicBezTo>
                    <a:pt x="17464" y="4435"/>
                    <a:pt x="17444" y="4462"/>
                    <a:pt x="17407" y="4510"/>
                  </a:cubicBezTo>
                  <a:cubicBezTo>
                    <a:pt x="17372" y="4545"/>
                    <a:pt x="17329" y="4561"/>
                    <a:pt x="17286" y="4561"/>
                  </a:cubicBezTo>
                  <a:cubicBezTo>
                    <a:pt x="17210" y="4561"/>
                    <a:pt x="17136" y="4509"/>
                    <a:pt x="17115" y="4421"/>
                  </a:cubicBezTo>
                  <a:cubicBezTo>
                    <a:pt x="17074" y="4415"/>
                    <a:pt x="17045" y="4375"/>
                    <a:pt x="17027" y="4375"/>
                  </a:cubicBezTo>
                  <a:cubicBezTo>
                    <a:pt x="17020" y="4375"/>
                    <a:pt x="17014" y="4381"/>
                    <a:pt x="17009" y="4396"/>
                  </a:cubicBezTo>
                  <a:lnTo>
                    <a:pt x="16977" y="4323"/>
                  </a:lnTo>
                  <a:lnTo>
                    <a:pt x="16880" y="4299"/>
                  </a:lnTo>
                  <a:lnTo>
                    <a:pt x="16863" y="4356"/>
                  </a:lnTo>
                  <a:cubicBezTo>
                    <a:pt x="16636" y="4259"/>
                    <a:pt x="16409" y="4178"/>
                    <a:pt x="16182" y="4105"/>
                  </a:cubicBezTo>
                  <a:cubicBezTo>
                    <a:pt x="15826" y="4005"/>
                    <a:pt x="15660" y="3960"/>
                    <a:pt x="15595" y="3960"/>
                  </a:cubicBezTo>
                  <a:cubicBezTo>
                    <a:pt x="15559" y="3960"/>
                    <a:pt x="15555" y="3973"/>
                    <a:pt x="15566" y="3999"/>
                  </a:cubicBezTo>
                  <a:cubicBezTo>
                    <a:pt x="15573" y="4056"/>
                    <a:pt x="15559" y="4082"/>
                    <a:pt x="15538" y="4082"/>
                  </a:cubicBezTo>
                  <a:cubicBezTo>
                    <a:pt x="15513" y="4082"/>
                    <a:pt x="15478" y="4040"/>
                    <a:pt x="15469" y="3967"/>
                  </a:cubicBezTo>
                  <a:cubicBezTo>
                    <a:pt x="15396" y="3918"/>
                    <a:pt x="15315" y="3878"/>
                    <a:pt x="15234" y="3845"/>
                  </a:cubicBezTo>
                  <a:cubicBezTo>
                    <a:pt x="15136" y="3813"/>
                    <a:pt x="15039" y="3788"/>
                    <a:pt x="15055" y="3732"/>
                  </a:cubicBezTo>
                  <a:lnTo>
                    <a:pt x="14999" y="3715"/>
                  </a:lnTo>
                  <a:cubicBezTo>
                    <a:pt x="14960" y="3742"/>
                    <a:pt x="14905" y="3754"/>
                    <a:pt x="14845" y="3754"/>
                  </a:cubicBezTo>
                  <a:cubicBezTo>
                    <a:pt x="14704" y="3754"/>
                    <a:pt x="14530" y="3692"/>
                    <a:pt x="14439" y="3618"/>
                  </a:cubicBezTo>
                  <a:cubicBezTo>
                    <a:pt x="14391" y="3601"/>
                    <a:pt x="14344" y="3593"/>
                    <a:pt x="14296" y="3593"/>
                  </a:cubicBezTo>
                  <a:cubicBezTo>
                    <a:pt x="14254" y="3593"/>
                    <a:pt x="14213" y="3599"/>
                    <a:pt x="14172" y="3610"/>
                  </a:cubicBezTo>
                  <a:cubicBezTo>
                    <a:pt x="14126" y="3623"/>
                    <a:pt x="14099" y="3631"/>
                    <a:pt x="14081" y="3631"/>
                  </a:cubicBezTo>
                  <a:cubicBezTo>
                    <a:pt x="14053" y="3631"/>
                    <a:pt x="14045" y="3613"/>
                    <a:pt x="14026" y="3569"/>
                  </a:cubicBezTo>
                  <a:cubicBezTo>
                    <a:pt x="14037" y="3529"/>
                    <a:pt x="13893" y="3441"/>
                    <a:pt x="13800" y="3441"/>
                  </a:cubicBezTo>
                  <a:cubicBezTo>
                    <a:pt x="13763" y="3441"/>
                    <a:pt x="13735" y="3454"/>
                    <a:pt x="13726" y="3488"/>
                  </a:cubicBezTo>
                  <a:lnTo>
                    <a:pt x="13693" y="3415"/>
                  </a:lnTo>
                  <a:cubicBezTo>
                    <a:pt x="13681" y="3388"/>
                    <a:pt x="13664" y="3377"/>
                    <a:pt x="13647" y="3377"/>
                  </a:cubicBezTo>
                  <a:cubicBezTo>
                    <a:pt x="13619" y="3377"/>
                    <a:pt x="13590" y="3407"/>
                    <a:pt x="13580" y="3448"/>
                  </a:cubicBezTo>
                  <a:cubicBezTo>
                    <a:pt x="13566" y="3495"/>
                    <a:pt x="13549" y="3519"/>
                    <a:pt x="13533" y="3519"/>
                  </a:cubicBezTo>
                  <a:cubicBezTo>
                    <a:pt x="13510" y="3519"/>
                    <a:pt x="13491" y="3468"/>
                    <a:pt x="13491" y="3359"/>
                  </a:cubicBezTo>
                  <a:cubicBezTo>
                    <a:pt x="13511" y="3287"/>
                    <a:pt x="13499" y="3254"/>
                    <a:pt x="13483" y="3254"/>
                  </a:cubicBezTo>
                  <a:cubicBezTo>
                    <a:pt x="13474" y="3254"/>
                    <a:pt x="13464" y="3265"/>
                    <a:pt x="13458" y="3286"/>
                  </a:cubicBezTo>
                  <a:cubicBezTo>
                    <a:pt x="13419" y="3315"/>
                    <a:pt x="13379" y="3342"/>
                    <a:pt x="13347" y="3342"/>
                  </a:cubicBezTo>
                  <a:cubicBezTo>
                    <a:pt x="13326" y="3342"/>
                    <a:pt x="13309" y="3331"/>
                    <a:pt x="13296" y="3302"/>
                  </a:cubicBezTo>
                  <a:cubicBezTo>
                    <a:pt x="13281" y="3299"/>
                    <a:pt x="13265" y="3296"/>
                    <a:pt x="13250" y="3296"/>
                  </a:cubicBezTo>
                  <a:cubicBezTo>
                    <a:pt x="13215" y="3296"/>
                    <a:pt x="13181" y="3313"/>
                    <a:pt x="13158" y="3391"/>
                  </a:cubicBezTo>
                  <a:cubicBezTo>
                    <a:pt x="13149" y="3423"/>
                    <a:pt x="13129" y="3432"/>
                    <a:pt x="13105" y="3432"/>
                  </a:cubicBezTo>
                  <a:cubicBezTo>
                    <a:pt x="13087" y="3432"/>
                    <a:pt x="13066" y="3427"/>
                    <a:pt x="13045" y="3424"/>
                  </a:cubicBezTo>
                  <a:cubicBezTo>
                    <a:pt x="13061" y="3367"/>
                    <a:pt x="13061" y="3367"/>
                    <a:pt x="13126" y="3318"/>
                  </a:cubicBezTo>
                  <a:lnTo>
                    <a:pt x="13028" y="3294"/>
                  </a:lnTo>
                  <a:cubicBezTo>
                    <a:pt x="12980" y="3278"/>
                    <a:pt x="12891" y="3197"/>
                    <a:pt x="12907" y="3140"/>
                  </a:cubicBezTo>
                  <a:cubicBezTo>
                    <a:pt x="12892" y="3105"/>
                    <a:pt x="12873" y="3084"/>
                    <a:pt x="12859" y="3084"/>
                  </a:cubicBezTo>
                  <a:cubicBezTo>
                    <a:pt x="12843" y="3084"/>
                    <a:pt x="12833" y="3111"/>
                    <a:pt x="12842" y="3180"/>
                  </a:cubicBezTo>
                  <a:cubicBezTo>
                    <a:pt x="12820" y="3258"/>
                    <a:pt x="12813" y="3282"/>
                    <a:pt x="12779" y="3282"/>
                  </a:cubicBezTo>
                  <a:cubicBezTo>
                    <a:pt x="12764" y="3282"/>
                    <a:pt x="12743" y="3277"/>
                    <a:pt x="12712" y="3269"/>
                  </a:cubicBezTo>
                  <a:cubicBezTo>
                    <a:pt x="12664" y="3253"/>
                    <a:pt x="12615" y="3237"/>
                    <a:pt x="12631" y="3180"/>
                  </a:cubicBezTo>
                  <a:cubicBezTo>
                    <a:pt x="12647" y="3124"/>
                    <a:pt x="12647" y="3124"/>
                    <a:pt x="12542" y="3099"/>
                  </a:cubicBezTo>
                  <a:cubicBezTo>
                    <a:pt x="12523" y="3094"/>
                    <a:pt x="12504" y="3092"/>
                    <a:pt x="12483" y="3092"/>
                  </a:cubicBezTo>
                  <a:cubicBezTo>
                    <a:pt x="12348" y="3092"/>
                    <a:pt x="12191" y="3201"/>
                    <a:pt x="12120" y="3286"/>
                  </a:cubicBezTo>
                  <a:cubicBezTo>
                    <a:pt x="12104" y="3346"/>
                    <a:pt x="12096" y="3376"/>
                    <a:pt x="12089" y="3376"/>
                  </a:cubicBezTo>
                  <a:cubicBezTo>
                    <a:pt x="12082" y="3376"/>
                    <a:pt x="12076" y="3343"/>
                    <a:pt x="12064" y="3278"/>
                  </a:cubicBezTo>
                  <a:cubicBezTo>
                    <a:pt x="12080" y="3221"/>
                    <a:pt x="12031" y="3205"/>
                    <a:pt x="11983" y="3188"/>
                  </a:cubicBezTo>
                  <a:cubicBezTo>
                    <a:pt x="11978" y="3205"/>
                    <a:pt x="11972" y="3210"/>
                    <a:pt x="11967" y="3210"/>
                  </a:cubicBezTo>
                  <a:cubicBezTo>
                    <a:pt x="11956" y="3210"/>
                    <a:pt x="11950" y="3186"/>
                    <a:pt x="11970" y="3186"/>
                  </a:cubicBezTo>
                  <a:cubicBezTo>
                    <a:pt x="11973" y="3186"/>
                    <a:pt x="11977" y="3187"/>
                    <a:pt x="11983" y="3188"/>
                  </a:cubicBezTo>
                  <a:cubicBezTo>
                    <a:pt x="11992" y="3156"/>
                    <a:pt x="12011" y="3147"/>
                    <a:pt x="12036" y="3147"/>
                  </a:cubicBezTo>
                  <a:cubicBezTo>
                    <a:pt x="12054" y="3147"/>
                    <a:pt x="12075" y="3152"/>
                    <a:pt x="12096" y="3156"/>
                  </a:cubicBezTo>
                  <a:lnTo>
                    <a:pt x="12112" y="3099"/>
                  </a:lnTo>
                  <a:cubicBezTo>
                    <a:pt x="12103" y="3027"/>
                    <a:pt x="12084" y="2993"/>
                    <a:pt x="12055" y="2993"/>
                  </a:cubicBezTo>
                  <a:cubicBezTo>
                    <a:pt x="12032" y="2993"/>
                    <a:pt x="12002" y="3015"/>
                    <a:pt x="11966" y="3059"/>
                  </a:cubicBezTo>
                  <a:cubicBezTo>
                    <a:pt x="11937" y="3081"/>
                    <a:pt x="11921" y="3093"/>
                    <a:pt x="11909" y="3093"/>
                  </a:cubicBezTo>
                  <a:cubicBezTo>
                    <a:pt x="11895" y="3093"/>
                    <a:pt x="11887" y="3075"/>
                    <a:pt x="11869" y="3034"/>
                  </a:cubicBezTo>
                  <a:cubicBezTo>
                    <a:pt x="11839" y="2980"/>
                    <a:pt x="11813" y="2925"/>
                    <a:pt x="11795" y="2925"/>
                  </a:cubicBezTo>
                  <a:cubicBezTo>
                    <a:pt x="11789" y="2925"/>
                    <a:pt x="11784" y="2931"/>
                    <a:pt x="11780" y="2945"/>
                  </a:cubicBezTo>
                  <a:cubicBezTo>
                    <a:pt x="11731" y="2929"/>
                    <a:pt x="11683" y="2897"/>
                    <a:pt x="11650" y="2848"/>
                  </a:cubicBezTo>
                  <a:cubicBezTo>
                    <a:pt x="11601" y="2836"/>
                    <a:pt x="11563" y="2826"/>
                    <a:pt x="11535" y="2826"/>
                  </a:cubicBezTo>
                  <a:cubicBezTo>
                    <a:pt x="11506" y="2826"/>
                    <a:pt x="11488" y="2836"/>
                    <a:pt x="11480" y="2864"/>
                  </a:cubicBezTo>
                  <a:cubicBezTo>
                    <a:pt x="11475" y="2896"/>
                    <a:pt x="11455" y="2905"/>
                    <a:pt x="11429" y="2905"/>
                  </a:cubicBezTo>
                  <a:cubicBezTo>
                    <a:pt x="11410" y="2905"/>
                    <a:pt x="11387" y="2900"/>
                    <a:pt x="11366" y="2897"/>
                  </a:cubicBezTo>
                  <a:cubicBezTo>
                    <a:pt x="11345" y="2889"/>
                    <a:pt x="11323" y="2882"/>
                    <a:pt x="11304" y="2882"/>
                  </a:cubicBezTo>
                  <a:cubicBezTo>
                    <a:pt x="11281" y="2882"/>
                    <a:pt x="11262" y="2893"/>
                    <a:pt x="11253" y="2929"/>
                  </a:cubicBezTo>
                  <a:cubicBezTo>
                    <a:pt x="11240" y="2974"/>
                    <a:pt x="11196" y="3009"/>
                    <a:pt x="11130" y="3009"/>
                  </a:cubicBezTo>
                  <a:cubicBezTo>
                    <a:pt x="11113" y="3009"/>
                    <a:pt x="11094" y="3007"/>
                    <a:pt x="11074" y="3002"/>
                  </a:cubicBezTo>
                  <a:cubicBezTo>
                    <a:pt x="11037" y="3009"/>
                    <a:pt x="11011" y="3015"/>
                    <a:pt x="10992" y="3015"/>
                  </a:cubicBezTo>
                  <a:cubicBezTo>
                    <a:pt x="10951" y="3015"/>
                    <a:pt x="10948" y="2989"/>
                    <a:pt x="10937" y="2905"/>
                  </a:cubicBezTo>
                  <a:cubicBezTo>
                    <a:pt x="10953" y="2840"/>
                    <a:pt x="10904" y="2832"/>
                    <a:pt x="10856" y="2815"/>
                  </a:cubicBezTo>
                  <a:cubicBezTo>
                    <a:pt x="10815" y="2799"/>
                    <a:pt x="10783" y="2767"/>
                    <a:pt x="10774" y="2726"/>
                  </a:cubicBezTo>
                  <a:cubicBezTo>
                    <a:pt x="10762" y="2706"/>
                    <a:pt x="10751" y="2697"/>
                    <a:pt x="10742" y="2697"/>
                  </a:cubicBezTo>
                  <a:cubicBezTo>
                    <a:pt x="10724" y="2697"/>
                    <a:pt x="10713" y="2736"/>
                    <a:pt x="10701" y="2775"/>
                  </a:cubicBezTo>
                  <a:lnTo>
                    <a:pt x="10677" y="2888"/>
                  </a:lnTo>
                  <a:cubicBezTo>
                    <a:pt x="10620" y="2872"/>
                    <a:pt x="10604" y="2742"/>
                    <a:pt x="10620" y="2686"/>
                  </a:cubicBezTo>
                  <a:cubicBezTo>
                    <a:pt x="10612" y="2620"/>
                    <a:pt x="10608" y="2587"/>
                    <a:pt x="10602" y="2587"/>
                  </a:cubicBezTo>
                  <a:cubicBezTo>
                    <a:pt x="10596" y="2587"/>
                    <a:pt x="10588" y="2618"/>
                    <a:pt x="10572" y="2678"/>
                  </a:cubicBezTo>
                  <a:cubicBezTo>
                    <a:pt x="10562" y="2711"/>
                    <a:pt x="10535" y="2739"/>
                    <a:pt x="10498" y="2739"/>
                  </a:cubicBezTo>
                  <a:cubicBezTo>
                    <a:pt x="10472" y="2739"/>
                    <a:pt x="10442" y="2727"/>
                    <a:pt x="10410" y="2694"/>
                  </a:cubicBezTo>
                  <a:cubicBezTo>
                    <a:pt x="10304" y="2661"/>
                    <a:pt x="10207" y="2637"/>
                    <a:pt x="10223" y="2580"/>
                  </a:cubicBezTo>
                  <a:cubicBezTo>
                    <a:pt x="10212" y="2553"/>
                    <a:pt x="10186" y="2536"/>
                    <a:pt x="10160" y="2536"/>
                  </a:cubicBezTo>
                  <a:cubicBezTo>
                    <a:pt x="10148" y="2536"/>
                    <a:pt x="10136" y="2540"/>
                    <a:pt x="10126" y="2548"/>
                  </a:cubicBezTo>
                  <a:cubicBezTo>
                    <a:pt x="10103" y="2565"/>
                    <a:pt x="10080" y="2574"/>
                    <a:pt x="10055" y="2574"/>
                  </a:cubicBezTo>
                  <a:cubicBezTo>
                    <a:pt x="10011" y="2574"/>
                    <a:pt x="9958" y="2545"/>
                    <a:pt x="9874" y="2483"/>
                  </a:cubicBezTo>
                  <a:cubicBezTo>
                    <a:pt x="9752" y="2378"/>
                    <a:pt x="9698" y="2332"/>
                    <a:pt x="9668" y="2332"/>
                  </a:cubicBezTo>
                  <a:cubicBezTo>
                    <a:pt x="9645" y="2332"/>
                    <a:pt x="9637" y="2360"/>
                    <a:pt x="9623" y="2410"/>
                  </a:cubicBezTo>
                  <a:cubicBezTo>
                    <a:pt x="9614" y="2446"/>
                    <a:pt x="9605" y="2480"/>
                    <a:pt x="9596" y="2480"/>
                  </a:cubicBezTo>
                  <a:cubicBezTo>
                    <a:pt x="9589" y="2480"/>
                    <a:pt x="9582" y="2459"/>
                    <a:pt x="9575" y="2402"/>
                  </a:cubicBezTo>
                  <a:cubicBezTo>
                    <a:pt x="9561" y="2372"/>
                    <a:pt x="9542" y="2361"/>
                    <a:pt x="9517" y="2361"/>
                  </a:cubicBezTo>
                  <a:cubicBezTo>
                    <a:pt x="9480" y="2361"/>
                    <a:pt x="9430" y="2383"/>
                    <a:pt x="9364" y="2402"/>
                  </a:cubicBezTo>
                  <a:cubicBezTo>
                    <a:pt x="9299" y="2459"/>
                    <a:pt x="9258" y="2540"/>
                    <a:pt x="9250" y="2621"/>
                  </a:cubicBezTo>
                  <a:cubicBezTo>
                    <a:pt x="9233" y="2682"/>
                    <a:pt x="9225" y="2711"/>
                    <a:pt x="9207" y="2711"/>
                  </a:cubicBezTo>
                  <a:cubicBezTo>
                    <a:pt x="9192" y="2711"/>
                    <a:pt x="9169" y="2690"/>
                    <a:pt x="9129" y="2653"/>
                  </a:cubicBezTo>
                  <a:cubicBezTo>
                    <a:pt x="9080" y="2629"/>
                    <a:pt x="9048" y="2564"/>
                    <a:pt x="9064" y="2507"/>
                  </a:cubicBezTo>
                  <a:cubicBezTo>
                    <a:pt x="9072" y="2475"/>
                    <a:pt x="9096" y="2459"/>
                    <a:pt x="9129" y="2459"/>
                  </a:cubicBezTo>
                  <a:lnTo>
                    <a:pt x="9177" y="2475"/>
                  </a:lnTo>
                  <a:cubicBezTo>
                    <a:pt x="9193" y="2418"/>
                    <a:pt x="9210" y="2361"/>
                    <a:pt x="9112" y="2337"/>
                  </a:cubicBezTo>
                  <a:cubicBezTo>
                    <a:pt x="9093" y="2294"/>
                    <a:pt x="9068" y="2271"/>
                    <a:pt x="9048" y="2271"/>
                  </a:cubicBezTo>
                  <a:cubicBezTo>
                    <a:pt x="9034" y="2271"/>
                    <a:pt x="9022" y="2282"/>
                    <a:pt x="9015" y="2305"/>
                  </a:cubicBezTo>
                  <a:cubicBezTo>
                    <a:pt x="8975" y="2232"/>
                    <a:pt x="8877" y="2207"/>
                    <a:pt x="8780" y="2183"/>
                  </a:cubicBezTo>
                  <a:cubicBezTo>
                    <a:pt x="8683" y="2151"/>
                    <a:pt x="8529" y="2110"/>
                    <a:pt x="8496" y="2037"/>
                  </a:cubicBezTo>
                  <a:cubicBezTo>
                    <a:pt x="8448" y="2025"/>
                    <a:pt x="8409" y="2015"/>
                    <a:pt x="8382" y="2015"/>
                  </a:cubicBezTo>
                  <a:cubicBezTo>
                    <a:pt x="8354" y="2015"/>
                    <a:pt x="8338" y="2025"/>
                    <a:pt x="8334" y="2053"/>
                  </a:cubicBezTo>
                  <a:cubicBezTo>
                    <a:pt x="8316" y="2120"/>
                    <a:pt x="8294" y="2145"/>
                    <a:pt x="8278" y="2145"/>
                  </a:cubicBezTo>
                  <a:cubicBezTo>
                    <a:pt x="8265" y="2145"/>
                    <a:pt x="8257" y="2128"/>
                    <a:pt x="8261" y="2102"/>
                  </a:cubicBezTo>
                  <a:cubicBezTo>
                    <a:pt x="8247" y="1994"/>
                    <a:pt x="7803" y="1811"/>
                    <a:pt x="7611" y="1811"/>
                  </a:cubicBezTo>
                  <a:cubicBezTo>
                    <a:pt x="7573" y="1811"/>
                    <a:pt x="7545" y="1818"/>
                    <a:pt x="7531" y="1834"/>
                  </a:cubicBezTo>
                  <a:lnTo>
                    <a:pt x="7434" y="1810"/>
                  </a:lnTo>
                  <a:cubicBezTo>
                    <a:pt x="7370" y="1739"/>
                    <a:pt x="7168" y="1674"/>
                    <a:pt x="7055" y="1674"/>
                  </a:cubicBezTo>
                  <a:cubicBezTo>
                    <a:pt x="7025" y="1674"/>
                    <a:pt x="7002" y="1678"/>
                    <a:pt x="6988" y="1688"/>
                  </a:cubicBezTo>
                  <a:lnTo>
                    <a:pt x="6834" y="1648"/>
                  </a:lnTo>
                  <a:cubicBezTo>
                    <a:pt x="6783" y="1591"/>
                    <a:pt x="6744" y="1564"/>
                    <a:pt x="6707" y="1564"/>
                  </a:cubicBezTo>
                  <a:cubicBezTo>
                    <a:pt x="6685" y="1564"/>
                    <a:pt x="6663" y="1573"/>
                    <a:pt x="6639" y="1591"/>
                  </a:cubicBezTo>
                  <a:cubicBezTo>
                    <a:pt x="6589" y="1619"/>
                    <a:pt x="6569" y="1656"/>
                    <a:pt x="6565" y="1656"/>
                  </a:cubicBezTo>
                  <a:cubicBezTo>
                    <a:pt x="6563" y="1656"/>
                    <a:pt x="6564" y="1649"/>
                    <a:pt x="6567" y="1632"/>
                  </a:cubicBezTo>
                  <a:cubicBezTo>
                    <a:pt x="6583" y="1575"/>
                    <a:pt x="6485" y="1551"/>
                    <a:pt x="6291" y="1494"/>
                  </a:cubicBezTo>
                  <a:cubicBezTo>
                    <a:pt x="6196" y="1467"/>
                    <a:pt x="6145" y="1453"/>
                    <a:pt x="6122" y="1453"/>
                  </a:cubicBezTo>
                  <a:cubicBezTo>
                    <a:pt x="6095" y="1453"/>
                    <a:pt x="6103" y="1471"/>
                    <a:pt x="6121" y="1510"/>
                  </a:cubicBezTo>
                  <a:cubicBezTo>
                    <a:pt x="5910" y="1510"/>
                    <a:pt x="5926" y="1453"/>
                    <a:pt x="5934" y="1397"/>
                  </a:cubicBezTo>
                  <a:cubicBezTo>
                    <a:pt x="5975" y="1348"/>
                    <a:pt x="5971" y="1316"/>
                    <a:pt x="5944" y="1316"/>
                  </a:cubicBezTo>
                  <a:cubicBezTo>
                    <a:pt x="5918" y="1316"/>
                    <a:pt x="5869" y="1348"/>
                    <a:pt x="5821" y="1429"/>
                  </a:cubicBezTo>
                  <a:cubicBezTo>
                    <a:pt x="5781" y="1476"/>
                    <a:pt x="5738" y="1495"/>
                    <a:pt x="5706" y="1495"/>
                  </a:cubicBezTo>
                  <a:cubicBezTo>
                    <a:pt x="5672" y="1495"/>
                    <a:pt x="5650" y="1474"/>
                    <a:pt x="5658" y="1445"/>
                  </a:cubicBezTo>
                  <a:cubicBezTo>
                    <a:pt x="5668" y="1413"/>
                    <a:pt x="5687" y="1404"/>
                    <a:pt x="5712" y="1404"/>
                  </a:cubicBezTo>
                  <a:cubicBezTo>
                    <a:pt x="5730" y="1404"/>
                    <a:pt x="5751" y="1409"/>
                    <a:pt x="5772" y="1413"/>
                  </a:cubicBezTo>
                  <a:lnTo>
                    <a:pt x="5804" y="1299"/>
                  </a:lnTo>
                  <a:cubicBezTo>
                    <a:pt x="5787" y="1293"/>
                    <a:pt x="5775" y="1290"/>
                    <a:pt x="5765" y="1290"/>
                  </a:cubicBezTo>
                  <a:cubicBezTo>
                    <a:pt x="5747" y="1290"/>
                    <a:pt x="5732" y="1301"/>
                    <a:pt x="5691" y="1332"/>
                  </a:cubicBezTo>
                  <a:cubicBezTo>
                    <a:pt x="5681" y="1330"/>
                    <a:pt x="5671" y="1329"/>
                    <a:pt x="5661" y="1329"/>
                  </a:cubicBezTo>
                  <a:cubicBezTo>
                    <a:pt x="5628" y="1329"/>
                    <a:pt x="5594" y="1339"/>
                    <a:pt x="5569" y="1364"/>
                  </a:cubicBezTo>
                  <a:cubicBezTo>
                    <a:pt x="5513" y="1397"/>
                    <a:pt x="5488" y="1470"/>
                    <a:pt x="5529" y="1534"/>
                  </a:cubicBezTo>
                  <a:cubicBezTo>
                    <a:pt x="5547" y="1576"/>
                    <a:pt x="5539" y="1589"/>
                    <a:pt x="5520" y="1589"/>
                  </a:cubicBezTo>
                  <a:cubicBezTo>
                    <a:pt x="5505" y="1589"/>
                    <a:pt x="5485" y="1582"/>
                    <a:pt x="5464" y="1575"/>
                  </a:cubicBezTo>
                  <a:cubicBezTo>
                    <a:pt x="5375" y="1494"/>
                    <a:pt x="5391" y="1437"/>
                    <a:pt x="5456" y="1388"/>
                  </a:cubicBezTo>
                  <a:lnTo>
                    <a:pt x="5456" y="1388"/>
                  </a:lnTo>
                  <a:cubicBezTo>
                    <a:pt x="5462" y="1390"/>
                    <a:pt x="5467" y="1391"/>
                    <a:pt x="5472" y="1391"/>
                  </a:cubicBezTo>
                  <a:cubicBezTo>
                    <a:pt x="5508" y="1391"/>
                    <a:pt x="5523" y="1341"/>
                    <a:pt x="5537" y="1291"/>
                  </a:cubicBezTo>
                  <a:cubicBezTo>
                    <a:pt x="5542" y="1275"/>
                    <a:pt x="5521" y="1267"/>
                    <a:pt x="5488" y="1267"/>
                  </a:cubicBezTo>
                  <a:cubicBezTo>
                    <a:pt x="5409" y="1267"/>
                    <a:pt x="5254" y="1312"/>
                    <a:pt x="5196" y="1380"/>
                  </a:cubicBezTo>
                  <a:lnTo>
                    <a:pt x="5204" y="1324"/>
                  </a:lnTo>
                  <a:cubicBezTo>
                    <a:pt x="5221" y="1267"/>
                    <a:pt x="5123" y="1234"/>
                    <a:pt x="5026" y="1210"/>
                  </a:cubicBezTo>
                  <a:cubicBezTo>
                    <a:pt x="4973" y="1198"/>
                    <a:pt x="4935" y="1188"/>
                    <a:pt x="4907" y="1188"/>
                  </a:cubicBezTo>
                  <a:cubicBezTo>
                    <a:pt x="4880" y="1188"/>
                    <a:pt x="4864" y="1198"/>
                    <a:pt x="4856" y="1226"/>
                  </a:cubicBezTo>
                  <a:cubicBezTo>
                    <a:pt x="4841" y="1279"/>
                    <a:pt x="4833" y="1333"/>
                    <a:pt x="4785" y="1333"/>
                  </a:cubicBezTo>
                  <a:cubicBezTo>
                    <a:pt x="4782" y="1333"/>
                    <a:pt x="4778" y="1332"/>
                    <a:pt x="4775" y="1332"/>
                  </a:cubicBezTo>
                  <a:lnTo>
                    <a:pt x="4775" y="1332"/>
                  </a:lnTo>
                  <a:cubicBezTo>
                    <a:pt x="4831" y="1340"/>
                    <a:pt x="4815" y="1397"/>
                    <a:pt x="4799" y="1461"/>
                  </a:cubicBezTo>
                  <a:cubicBezTo>
                    <a:pt x="4750" y="1413"/>
                    <a:pt x="4710" y="1356"/>
                    <a:pt x="4677" y="1299"/>
                  </a:cubicBezTo>
                  <a:cubicBezTo>
                    <a:pt x="4613" y="1153"/>
                    <a:pt x="4483" y="1048"/>
                    <a:pt x="4329" y="1016"/>
                  </a:cubicBezTo>
                  <a:cubicBezTo>
                    <a:pt x="4223" y="991"/>
                    <a:pt x="4077" y="951"/>
                    <a:pt x="4045" y="878"/>
                  </a:cubicBezTo>
                  <a:cubicBezTo>
                    <a:pt x="3992" y="866"/>
                    <a:pt x="3954" y="855"/>
                    <a:pt x="3926" y="855"/>
                  </a:cubicBezTo>
                  <a:cubicBezTo>
                    <a:pt x="3899" y="855"/>
                    <a:pt x="3883" y="866"/>
                    <a:pt x="3875" y="894"/>
                  </a:cubicBezTo>
                  <a:lnTo>
                    <a:pt x="3777" y="870"/>
                  </a:lnTo>
                  <a:cubicBezTo>
                    <a:pt x="3757" y="824"/>
                    <a:pt x="3709" y="798"/>
                    <a:pt x="3671" y="798"/>
                  </a:cubicBezTo>
                  <a:cubicBezTo>
                    <a:pt x="3648" y="798"/>
                    <a:pt x="3630" y="808"/>
                    <a:pt x="3623" y="829"/>
                  </a:cubicBezTo>
                  <a:cubicBezTo>
                    <a:pt x="3608" y="838"/>
                    <a:pt x="3595" y="842"/>
                    <a:pt x="3583" y="842"/>
                  </a:cubicBezTo>
                  <a:cubicBezTo>
                    <a:pt x="3543" y="842"/>
                    <a:pt x="3515" y="801"/>
                    <a:pt x="3477" y="789"/>
                  </a:cubicBezTo>
                  <a:cubicBezTo>
                    <a:pt x="3443" y="720"/>
                    <a:pt x="3425" y="684"/>
                    <a:pt x="3416" y="684"/>
                  </a:cubicBezTo>
                  <a:cubicBezTo>
                    <a:pt x="3406" y="684"/>
                    <a:pt x="3408" y="730"/>
                    <a:pt x="3413" y="829"/>
                  </a:cubicBezTo>
                  <a:cubicBezTo>
                    <a:pt x="3396" y="894"/>
                    <a:pt x="3477" y="975"/>
                    <a:pt x="3534" y="991"/>
                  </a:cubicBezTo>
                  <a:lnTo>
                    <a:pt x="3680" y="1032"/>
                  </a:lnTo>
                  <a:lnTo>
                    <a:pt x="3518" y="1048"/>
                  </a:lnTo>
                  <a:cubicBezTo>
                    <a:pt x="3508" y="1045"/>
                    <a:pt x="3497" y="1044"/>
                    <a:pt x="3484" y="1044"/>
                  </a:cubicBezTo>
                  <a:cubicBezTo>
                    <a:pt x="3425" y="1044"/>
                    <a:pt x="3345" y="1074"/>
                    <a:pt x="3332" y="1121"/>
                  </a:cubicBezTo>
                  <a:cubicBezTo>
                    <a:pt x="3332" y="1121"/>
                    <a:pt x="3317" y="1170"/>
                    <a:pt x="3276" y="1170"/>
                  </a:cubicBezTo>
                  <a:cubicBezTo>
                    <a:pt x="3273" y="1170"/>
                    <a:pt x="3270" y="1170"/>
                    <a:pt x="3267" y="1170"/>
                  </a:cubicBezTo>
                  <a:lnTo>
                    <a:pt x="3299" y="1048"/>
                  </a:lnTo>
                  <a:cubicBezTo>
                    <a:pt x="3356" y="1016"/>
                    <a:pt x="3388" y="959"/>
                    <a:pt x="3396" y="894"/>
                  </a:cubicBezTo>
                  <a:cubicBezTo>
                    <a:pt x="3385" y="804"/>
                    <a:pt x="3316" y="730"/>
                    <a:pt x="3264" y="730"/>
                  </a:cubicBezTo>
                  <a:cubicBezTo>
                    <a:pt x="3240" y="730"/>
                    <a:pt x="3220" y="745"/>
                    <a:pt x="3210" y="780"/>
                  </a:cubicBezTo>
                  <a:cubicBezTo>
                    <a:pt x="3161" y="764"/>
                    <a:pt x="3161" y="764"/>
                    <a:pt x="3129" y="691"/>
                  </a:cubicBezTo>
                  <a:cubicBezTo>
                    <a:pt x="3136" y="665"/>
                    <a:pt x="3130" y="649"/>
                    <a:pt x="3113" y="649"/>
                  </a:cubicBezTo>
                  <a:cubicBezTo>
                    <a:pt x="3093" y="649"/>
                    <a:pt x="3059" y="671"/>
                    <a:pt x="3015" y="724"/>
                  </a:cubicBezTo>
                  <a:cubicBezTo>
                    <a:pt x="2980" y="770"/>
                    <a:pt x="2950" y="793"/>
                    <a:pt x="2926" y="793"/>
                  </a:cubicBezTo>
                  <a:cubicBezTo>
                    <a:pt x="2896" y="793"/>
                    <a:pt x="2875" y="756"/>
                    <a:pt x="2861" y="683"/>
                  </a:cubicBezTo>
                  <a:cubicBezTo>
                    <a:pt x="2813" y="581"/>
                    <a:pt x="2690" y="523"/>
                    <a:pt x="2622" y="523"/>
                  </a:cubicBezTo>
                  <a:cubicBezTo>
                    <a:pt x="2598" y="523"/>
                    <a:pt x="2582" y="531"/>
                    <a:pt x="2578" y="545"/>
                  </a:cubicBezTo>
                  <a:cubicBezTo>
                    <a:pt x="2563" y="597"/>
                    <a:pt x="2524" y="617"/>
                    <a:pt x="2484" y="617"/>
                  </a:cubicBezTo>
                  <a:cubicBezTo>
                    <a:pt x="2436" y="617"/>
                    <a:pt x="2384" y="589"/>
                    <a:pt x="2367" y="553"/>
                  </a:cubicBezTo>
                  <a:cubicBezTo>
                    <a:pt x="2352" y="508"/>
                    <a:pt x="2315" y="485"/>
                    <a:pt x="2278" y="485"/>
                  </a:cubicBezTo>
                  <a:cubicBezTo>
                    <a:pt x="2255" y="485"/>
                    <a:pt x="2231" y="494"/>
                    <a:pt x="2213" y="513"/>
                  </a:cubicBezTo>
                  <a:cubicBezTo>
                    <a:pt x="2225" y="462"/>
                    <a:pt x="2208" y="411"/>
                    <a:pt x="2169" y="411"/>
                  </a:cubicBezTo>
                  <a:cubicBezTo>
                    <a:pt x="2158" y="411"/>
                    <a:pt x="2146" y="415"/>
                    <a:pt x="2132" y="424"/>
                  </a:cubicBezTo>
                  <a:cubicBezTo>
                    <a:pt x="2132" y="424"/>
                    <a:pt x="2127" y="422"/>
                    <a:pt x="2122" y="422"/>
                  </a:cubicBezTo>
                  <a:cubicBezTo>
                    <a:pt x="2109" y="422"/>
                    <a:pt x="2093" y="430"/>
                    <a:pt x="2115" y="480"/>
                  </a:cubicBezTo>
                  <a:lnTo>
                    <a:pt x="1986" y="570"/>
                  </a:lnTo>
                  <a:cubicBezTo>
                    <a:pt x="2034" y="586"/>
                    <a:pt x="2018" y="643"/>
                    <a:pt x="2002" y="699"/>
                  </a:cubicBezTo>
                  <a:cubicBezTo>
                    <a:pt x="1999" y="709"/>
                    <a:pt x="1991" y="714"/>
                    <a:pt x="1979" y="714"/>
                  </a:cubicBezTo>
                  <a:cubicBezTo>
                    <a:pt x="1925" y="714"/>
                    <a:pt x="1791" y="609"/>
                    <a:pt x="1751" y="448"/>
                  </a:cubicBezTo>
                  <a:lnTo>
                    <a:pt x="1678" y="302"/>
                  </a:lnTo>
                  <a:lnTo>
                    <a:pt x="1645" y="424"/>
                  </a:lnTo>
                  <a:cubicBezTo>
                    <a:pt x="1596" y="407"/>
                    <a:pt x="1548" y="391"/>
                    <a:pt x="1564" y="334"/>
                  </a:cubicBezTo>
                  <a:cubicBezTo>
                    <a:pt x="1580" y="278"/>
                    <a:pt x="1580" y="278"/>
                    <a:pt x="1532" y="262"/>
                  </a:cubicBezTo>
                  <a:cubicBezTo>
                    <a:pt x="1527" y="260"/>
                    <a:pt x="1523" y="260"/>
                    <a:pt x="1519" y="260"/>
                  </a:cubicBezTo>
                  <a:cubicBezTo>
                    <a:pt x="1491" y="260"/>
                    <a:pt x="1467" y="282"/>
                    <a:pt x="1467" y="310"/>
                  </a:cubicBezTo>
                  <a:cubicBezTo>
                    <a:pt x="1449" y="373"/>
                    <a:pt x="1441" y="401"/>
                    <a:pt x="1432" y="401"/>
                  </a:cubicBezTo>
                  <a:cubicBezTo>
                    <a:pt x="1424" y="401"/>
                    <a:pt x="1416" y="383"/>
                    <a:pt x="1402" y="351"/>
                  </a:cubicBezTo>
                  <a:cubicBezTo>
                    <a:pt x="1389" y="280"/>
                    <a:pt x="1368" y="246"/>
                    <a:pt x="1339" y="246"/>
                  </a:cubicBezTo>
                  <a:cubicBezTo>
                    <a:pt x="1315" y="246"/>
                    <a:pt x="1285" y="270"/>
                    <a:pt x="1248" y="318"/>
                  </a:cubicBezTo>
                  <a:cubicBezTo>
                    <a:pt x="1232" y="373"/>
                    <a:pt x="1224" y="401"/>
                    <a:pt x="1218" y="401"/>
                  </a:cubicBezTo>
                  <a:cubicBezTo>
                    <a:pt x="1212" y="401"/>
                    <a:pt x="1208" y="369"/>
                    <a:pt x="1199" y="302"/>
                  </a:cubicBezTo>
                  <a:cubicBezTo>
                    <a:pt x="1215" y="245"/>
                    <a:pt x="1183" y="180"/>
                    <a:pt x="1126" y="156"/>
                  </a:cubicBezTo>
                  <a:lnTo>
                    <a:pt x="1110" y="221"/>
                  </a:lnTo>
                  <a:cubicBezTo>
                    <a:pt x="1098" y="279"/>
                    <a:pt x="1077" y="303"/>
                    <a:pt x="1055" y="303"/>
                  </a:cubicBezTo>
                  <a:cubicBezTo>
                    <a:pt x="1034" y="303"/>
                    <a:pt x="1012" y="281"/>
                    <a:pt x="996" y="245"/>
                  </a:cubicBezTo>
                  <a:cubicBezTo>
                    <a:pt x="1007" y="208"/>
                    <a:pt x="990" y="192"/>
                    <a:pt x="945" y="192"/>
                  </a:cubicBezTo>
                  <a:cubicBezTo>
                    <a:pt x="921" y="192"/>
                    <a:pt x="890" y="196"/>
                    <a:pt x="851" y="205"/>
                  </a:cubicBezTo>
                  <a:cubicBezTo>
                    <a:pt x="745" y="180"/>
                    <a:pt x="697" y="172"/>
                    <a:pt x="713" y="107"/>
                  </a:cubicBezTo>
                  <a:cubicBezTo>
                    <a:pt x="729" y="50"/>
                    <a:pt x="737" y="21"/>
                    <a:pt x="731" y="21"/>
                  </a:cubicBezTo>
                  <a:lnTo>
                    <a:pt x="731" y="21"/>
                  </a:lnTo>
                  <a:cubicBezTo>
                    <a:pt x="724" y="21"/>
                    <a:pt x="704" y="48"/>
                    <a:pt x="664" y="99"/>
                  </a:cubicBezTo>
                  <a:cubicBezTo>
                    <a:pt x="637" y="116"/>
                    <a:pt x="621" y="126"/>
                    <a:pt x="606" y="126"/>
                  </a:cubicBezTo>
                  <a:cubicBezTo>
                    <a:pt x="584" y="126"/>
                    <a:pt x="562" y="106"/>
                    <a:pt x="510" y="59"/>
                  </a:cubicBezTo>
                  <a:cubicBezTo>
                    <a:pt x="492" y="19"/>
                    <a:pt x="484" y="1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2"/>
            <p:cNvSpPr/>
            <p:nvPr/>
          </p:nvSpPr>
          <p:spPr>
            <a:xfrm>
              <a:off x="7535790" y="1186949"/>
              <a:ext cx="86670" cy="62624"/>
            </a:xfrm>
            <a:custGeom>
              <a:avLst/>
              <a:gdLst/>
              <a:ahLst/>
              <a:cxnLst/>
              <a:rect l="l" t="t" r="r" b="b"/>
              <a:pathLst>
                <a:path w="5028" h="3633" extrusionOk="0">
                  <a:moveTo>
                    <a:pt x="1444" y="0"/>
                  </a:moveTo>
                  <a:cubicBezTo>
                    <a:pt x="1427" y="8"/>
                    <a:pt x="1427" y="8"/>
                    <a:pt x="1452" y="65"/>
                  </a:cubicBezTo>
                  <a:lnTo>
                    <a:pt x="1476" y="57"/>
                  </a:lnTo>
                  <a:cubicBezTo>
                    <a:pt x="1452" y="0"/>
                    <a:pt x="1452" y="0"/>
                    <a:pt x="1444" y="0"/>
                  </a:cubicBezTo>
                  <a:close/>
                  <a:moveTo>
                    <a:pt x="2822" y="227"/>
                  </a:moveTo>
                  <a:cubicBezTo>
                    <a:pt x="2814" y="292"/>
                    <a:pt x="2806" y="349"/>
                    <a:pt x="2790" y="349"/>
                  </a:cubicBezTo>
                  <a:lnTo>
                    <a:pt x="2781" y="341"/>
                  </a:lnTo>
                  <a:cubicBezTo>
                    <a:pt x="2790" y="300"/>
                    <a:pt x="2798" y="268"/>
                    <a:pt x="2814" y="227"/>
                  </a:cubicBezTo>
                  <a:close/>
                  <a:moveTo>
                    <a:pt x="1614" y="446"/>
                  </a:moveTo>
                  <a:lnTo>
                    <a:pt x="1614" y="446"/>
                  </a:lnTo>
                  <a:cubicBezTo>
                    <a:pt x="1619" y="465"/>
                    <a:pt x="1620" y="471"/>
                    <a:pt x="1619" y="471"/>
                  </a:cubicBezTo>
                  <a:cubicBezTo>
                    <a:pt x="1618" y="471"/>
                    <a:pt x="1609" y="446"/>
                    <a:pt x="1614" y="446"/>
                  </a:cubicBezTo>
                  <a:close/>
                  <a:moveTo>
                    <a:pt x="1322" y="487"/>
                  </a:moveTo>
                  <a:cubicBezTo>
                    <a:pt x="1322" y="487"/>
                    <a:pt x="1322" y="487"/>
                    <a:pt x="1322" y="487"/>
                  </a:cubicBezTo>
                  <a:cubicBezTo>
                    <a:pt x="1322" y="487"/>
                    <a:pt x="1322" y="487"/>
                    <a:pt x="1322" y="487"/>
                  </a:cubicBezTo>
                  <a:close/>
                  <a:moveTo>
                    <a:pt x="1427" y="446"/>
                  </a:moveTo>
                  <a:lnTo>
                    <a:pt x="1419" y="454"/>
                  </a:lnTo>
                  <a:cubicBezTo>
                    <a:pt x="1436" y="487"/>
                    <a:pt x="1460" y="527"/>
                    <a:pt x="1476" y="560"/>
                  </a:cubicBezTo>
                  <a:cubicBezTo>
                    <a:pt x="1484" y="560"/>
                    <a:pt x="1460" y="503"/>
                    <a:pt x="1460" y="503"/>
                  </a:cubicBezTo>
                  <a:cubicBezTo>
                    <a:pt x="1460" y="503"/>
                    <a:pt x="1436" y="446"/>
                    <a:pt x="1427" y="446"/>
                  </a:cubicBezTo>
                  <a:close/>
                  <a:moveTo>
                    <a:pt x="1087" y="470"/>
                  </a:moveTo>
                  <a:lnTo>
                    <a:pt x="1111" y="519"/>
                  </a:lnTo>
                  <a:lnTo>
                    <a:pt x="1144" y="576"/>
                  </a:lnTo>
                  <a:lnTo>
                    <a:pt x="1087" y="470"/>
                  </a:lnTo>
                  <a:close/>
                  <a:moveTo>
                    <a:pt x="1914" y="568"/>
                  </a:moveTo>
                  <a:cubicBezTo>
                    <a:pt x="1922" y="600"/>
                    <a:pt x="1930" y="641"/>
                    <a:pt x="1930" y="681"/>
                  </a:cubicBezTo>
                  <a:lnTo>
                    <a:pt x="1914" y="624"/>
                  </a:lnTo>
                  <a:lnTo>
                    <a:pt x="1906" y="568"/>
                  </a:lnTo>
                  <a:close/>
                  <a:moveTo>
                    <a:pt x="1965" y="650"/>
                  </a:moveTo>
                  <a:cubicBezTo>
                    <a:pt x="1968" y="650"/>
                    <a:pt x="1976" y="676"/>
                    <a:pt x="1971" y="681"/>
                  </a:cubicBezTo>
                  <a:cubicBezTo>
                    <a:pt x="1965" y="658"/>
                    <a:pt x="1964" y="650"/>
                    <a:pt x="1965" y="650"/>
                  </a:cubicBezTo>
                  <a:close/>
                  <a:moveTo>
                    <a:pt x="1417" y="645"/>
                  </a:moveTo>
                  <a:cubicBezTo>
                    <a:pt x="1421" y="645"/>
                    <a:pt x="1426" y="656"/>
                    <a:pt x="1444" y="697"/>
                  </a:cubicBezTo>
                  <a:lnTo>
                    <a:pt x="1403" y="649"/>
                  </a:lnTo>
                  <a:lnTo>
                    <a:pt x="1411" y="649"/>
                  </a:lnTo>
                  <a:cubicBezTo>
                    <a:pt x="1413" y="647"/>
                    <a:pt x="1415" y="645"/>
                    <a:pt x="1417" y="645"/>
                  </a:cubicBezTo>
                  <a:close/>
                  <a:moveTo>
                    <a:pt x="1834" y="539"/>
                  </a:moveTo>
                  <a:cubicBezTo>
                    <a:pt x="1837" y="539"/>
                    <a:pt x="1850" y="566"/>
                    <a:pt x="1873" y="633"/>
                  </a:cubicBezTo>
                  <a:cubicBezTo>
                    <a:pt x="1890" y="689"/>
                    <a:pt x="1890" y="689"/>
                    <a:pt x="1882" y="697"/>
                  </a:cubicBezTo>
                  <a:cubicBezTo>
                    <a:pt x="1865" y="657"/>
                    <a:pt x="1849" y="616"/>
                    <a:pt x="1841" y="584"/>
                  </a:cubicBezTo>
                  <a:lnTo>
                    <a:pt x="1841" y="576"/>
                  </a:lnTo>
                  <a:cubicBezTo>
                    <a:pt x="1834" y="552"/>
                    <a:pt x="1832" y="539"/>
                    <a:pt x="1834" y="539"/>
                  </a:cubicBezTo>
                  <a:close/>
                  <a:moveTo>
                    <a:pt x="2863" y="608"/>
                  </a:moveTo>
                  <a:cubicBezTo>
                    <a:pt x="2854" y="649"/>
                    <a:pt x="2846" y="689"/>
                    <a:pt x="2830" y="722"/>
                  </a:cubicBezTo>
                  <a:lnTo>
                    <a:pt x="2838" y="665"/>
                  </a:lnTo>
                  <a:lnTo>
                    <a:pt x="2854" y="608"/>
                  </a:lnTo>
                  <a:close/>
                  <a:moveTo>
                    <a:pt x="2433" y="657"/>
                  </a:moveTo>
                  <a:cubicBezTo>
                    <a:pt x="2433" y="697"/>
                    <a:pt x="2433" y="738"/>
                    <a:pt x="2425" y="778"/>
                  </a:cubicBezTo>
                  <a:lnTo>
                    <a:pt x="2417" y="714"/>
                  </a:lnTo>
                  <a:lnTo>
                    <a:pt x="2425" y="657"/>
                  </a:lnTo>
                  <a:close/>
                  <a:moveTo>
                    <a:pt x="1343" y="651"/>
                  </a:moveTo>
                  <a:cubicBezTo>
                    <a:pt x="1348" y="651"/>
                    <a:pt x="1374" y="702"/>
                    <a:pt x="1403" y="778"/>
                  </a:cubicBezTo>
                  <a:lnTo>
                    <a:pt x="1395" y="787"/>
                  </a:lnTo>
                  <a:cubicBezTo>
                    <a:pt x="1363" y="730"/>
                    <a:pt x="1338" y="681"/>
                    <a:pt x="1346" y="673"/>
                  </a:cubicBezTo>
                  <a:cubicBezTo>
                    <a:pt x="1342" y="658"/>
                    <a:pt x="1341" y="651"/>
                    <a:pt x="1343" y="651"/>
                  </a:cubicBezTo>
                  <a:close/>
                  <a:moveTo>
                    <a:pt x="2611" y="616"/>
                  </a:moveTo>
                  <a:cubicBezTo>
                    <a:pt x="2619" y="616"/>
                    <a:pt x="2619" y="616"/>
                    <a:pt x="2611" y="673"/>
                  </a:cubicBezTo>
                  <a:cubicBezTo>
                    <a:pt x="2611" y="714"/>
                    <a:pt x="2603" y="754"/>
                    <a:pt x="2595" y="795"/>
                  </a:cubicBezTo>
                  <a:cubicBezTo>
                    <a:pt x="2595" y="738"/>
                    <a:pt x="2603" y="673"/>
                    <a:pt x="2611" y="616"/>
                  </a:cubicBezTo>
                  <a:close/>
                  <a:moveTo>
                    <a:pt x="1752" y="722"/>
                  </a:moveTo>
                  <a:cubicBezTo>
                    <a:pt x="1760" y="722"/>
                    <a:pt x="1776" y="778"/>
                    <a:pt x="1776" y="778"/>
                  </a:cubicBezTo>
                  <a:cubicBezTo>
                    <a:pt x="1782" y="797"/>
                    <a:pt x="1782" y="804"/>
                    <a:pt x="1781" y="804"/>
                  </a:cubicBezTo>
                  <a:cubicBezTo>
                    <a:pt x="1778" y="804"/>
                    <a:pt x="1765" y="778"/>
                    <a:pt x="1760" y="778"/>
                  </a:cubicBezTo>
                  <a:cubicBezTo>
                    <a:pt x="1736" y="730"/>
                    <a:pt x="1736" y="730"/>
                    <a:pt x="1752" y="722"/>
                  </a:cubicBezTo>
                  <a:close/>
                  <a:moveTo>
                    <a:pt x="1614" y="762"/>
                  </a:moveTo>
                  <a:cubicBezTo>
                    <a:pt x="1622" y="762"/>
                    <a:pt x="1630" y="762"/>
                    <a:pt x="1646" y="819"/>
                  </a:cubicBezTo>
                  <a:cubicBezTo>
                    <a:pt x="1646" y="819"/>
                    <a:pt x="1671" y="868"/>
                    <a:pt x="1663" y="876"/>
                  </a:cubicBezTo>
                  <a:cubicBezTo>
                    <a:pt x="1655" y="876"/>
                    <a:pt x="1630" y="827"/>
                    <a:pt x="1630" y="827"/>
                  </a:cubicBezTo>
                  <a:lnTo>
                    <a:pt x="1630" y="819"/>
                  </a:lnTo>
                  <a:cubicBezTo>
                    <a:pt x="1606" y="770"/>
                    <a:pt x="1614" y="762"/>
                    <a:pt x="1614" y="762"/>
                  </a:cubicBezTo>
                  <a:close/>
                  <a:moveTo>
                    <a:pt x="1038" y="724"/>
                  </a:moveTo>
                  <a:cubicBezTo>
                    <a:pt x="1040" y="724"/>
                    <a:pt x="1054" y="750"/>
                    <a:pt x="1087" y="811"/>
                  </a:cubicBezTo>
                  <a:cubicBezTo>
                    <a:pt x="1111" y="860"/>
                    <a:pt x="1136" y="916"/>
                    <a:pt x="1136" y="916"/>
                  </a:cubicBezTo>
                  <a:cubicBezTo>
                    <a:pt x="1135" y="917"/>
                    <a:pt x="1135" y="917"/>
                    <a:pt x="1134" y="917"/>
                  </a:cubicBezTo>
                  <a:cubicBezTo>
                    <a:pt x="1124" y="917"/>
                    <a:pt x="1100" y="861"/>
                    <a:pt x="1046" y="762"/>
                  </a:cubicBezTo>
                  <a:cubicBezTo>
                    <a:pt x="1040" y="738"/>
                    <a:pt x="1036" y="724"/>
                    <a:pt x="1038" y="724"/>
                  </a:cubicBezTo>
                  <a:close/>
                  <a:moveTo>
                    <a:pt x="3365" y="835"/>
                  </a:moveTo>
                  <a:lnTo>
                    <a:pt x="3365" y="835"/>
                  </a:lnTo>
                  <a:cubicBezTo>
                    <a:pt x="3381" y="843"/>
                    <a:pt x="3381" y="843"/>
                    <a:pt x="3349" y="900"/>
                  </a:cubicBezTo>
                  <a:cubicBezTo>
                    <a:pt x="3331" y="937"/>
                    <a:pt x="3317" y="941"/>
                    <a:pt x="3308" y="941"/>
                  </a:cubicBezTo>
                  <a:cubicBezTo>
                    <a:pt x="3305" y="941"/>
                    <a:pt x="3302" y="941"/>
                    <a:pt x="3300" y="941"/>
                  </a:cubicBezTo>
                  <a:cubicBezTo>
                    <a:pt x="3325" y="884"/>
                    <a:pt x="3365" y="835"/>
                    <a:pt x="3365" y="835"/>
                  </a:cubicBezTo>
                  <a:close/>
                  <a:moveTo>
                    <a:pt x="892" y="933"/>
                  </a:moveTo>
                  <a:lnTo>
                    <a:pt x="933" y="981"/>
                  </a:lnTo>
                  <a:lnTo>
                    <a:pt x="965" y="1030"/>
                  </a:lnTo>
                  <a:lnTo>
                    <a:pt x="917" y="989"/>
                  </a:lnTo>
                  <a:cubicBezTo>
                    <a:pt x="884" y="941"/>
                    <a:pt x="884" y="941"/>
                    <a:pt x="892" y="933"/>
                  </a:cubicBezTo>
                  <a:close/>
                  <a:moveTo>
                    <a:pt x="1241" y="924"/>
                  </a:moveTo>
                  <a:cubicBezTo>
                    <a:pt x="1273" y="981"/>
                    <a:pt x="1306" y="1030"/>
                    <a:pt x="1298" y="1030"/>
                  </a:cubicBezTo>
                  <a:lnTo>
                    <a:pt x="1290" y="1038"/>
                  </a:lnTo>
                  <a:cubicBezTo>
                    <a:pt x="1265" y="1006"/>
                    <a:pt x="1249" y="965"/>
                    <a:pt x="1233" y="933"/>
                  </a:cubicBezTo>
                  <a:lnTo>
                    <a:pt x="1241" y="924"/>
                  </a:lnTo>
                  <a:close/>
                  <a:moveTo>
                    <a:pt x="3665" y="989"/>
                  </a:moveTo>
                  <a:lnTo>
                    <a:pt x="3665" y="997"/>
                  </a:lnTo>
                  <a:cubicBezTo>
                    <a:pt x="3635" y="1035"/>
                    <a:pt x="3598" y="1079"/>
                    <a:pt x="3586" y="1079"/>
                  </a:cubicBezTo>
                  <a:cubicBezTo>
                    <a:pt x="3586" y="1079"/>
                    <a:pt x="3585" y="1079"/>
                    <a:pt x="3584" y="1078"/>
                  </a:cubicBezTo>
                  <a:cubicBezTo>
                    <a:pt x="3608" y="1046"/>
                    <a:pt x="3633" y="1014"/>
                    <a:pt x="3665" y="989"/>
                  </a:cubicBezTo>
                  <a:close/>
                  <a:moveTo>
                    <a:pt x="1460" y="1014"/>
                  </a:moveTo>
                  <a:lnTo>
                    <a:pt x="1492" y="1070"/>
                  </a:lnTo>
                  <a:cubicBezTo>
                    <a:pt x="1487" y="1070"/>
                    <a:pt x="1497" y="1098"/>
                    <a:pt x="1492" y="1098"/>
                  </a:cubicBezTo>
                  <a:cubicBezTo>
                    <a:pt x="1490" y="1098"/>
                    <a:pt x="1486" y="1093"/>
                    <a:pt x="1476" y="1078"/>
                  </a:cubicBezTo>
                  <a:lnTo>
                    <a:pt x="1476" y="1070"/>
                  </a:lnTo>
                  <a:cubicBezTo>
                    <a:pt x="1476" y="1071"/>
                    <a:pt x="1475" y="1071"/>
                    <a:pt x="1474" y="1071"/>
                  </a:cubicBezTo>
                  <a:cubicBezTo>
                    <a:pt x="1466" y="1071"/>
                    <a:pt x="1452" y="1021"/>
                    <a:pt x="1460" y="1014"/>
                  </a:cubicBezTo>
                  <a:close/>
                  <a:moveTo>
                    <a:pt x="986" y="986"/>
                  </a:moveTo>
                  <a:cubicBezTo>
                    <a:pt x="987" y="986"/>
                    <a:pt x="1006" y="1010"/>
                    <a:pt x="1038" y="1054"/>
                  </a:cubicBezTo>
                  <a:cubicBezTo>
                    <a:pt x="1079" y="1095"/>
                    <a:pt x="1111" y="1143"/>
                    <a:pt x="1136" y="1200"/>
                  </a:cubicBezTo>
                  <a:lnTo>
                    <a:pt x="1127" y="1208"/>
                  </a:lnTo>
                  <a:lnTo>
                    <a:pt x="1063" y="1103"/>
                  </a:lnTo>
                  <a:cubicBezTo>
                    <a:pt x="1009" y="1022"/>
                    <a:pt x="985" y="986"/>
                    <a:pt x="986" y="986"/>
                  </a:cubicBezTo>
                  <a:close/>
                  <a:moveTo>
                    <a:pt x="4376" y="1305"/>
                  </a:moveTo>
                  <a:cubicBezTo>
                    <a:pt x="4378" y="1305"/>
                    <a:pt x="4379" y="1305"/>
                    <a:pt x="4379" y="1305"/>
                  </a:cubicBezTo>
                  <a:cubicBezTo>
                    <a:pt x="4379" y="1314"/>
                    <a:pt x="4379" y="1314"/>
                    <a:pt x="4330" y="1346"/>
                  </a:cubicBezTo>
                  <a:cubicBezTo>
                    <a:pt x="4330" y="1346"/>
                    <a:pt x="4281" y="1378"/>
                    <a:pt x="4273" y="1378"/>
                  </a:cubicBezTo>
                  <a:lnTo>
                    <a:pt x="4322" y="1338"/>
                  </a:lnTo>
                  <a:cubicBezTo>
                    <a:pt x="4357" y="1309"/>
                    <a:pt x="4371" y="1305"/>
                    <a:pt x="4376" y="1305"/>
                  </a:cubicBezTo>
                  <a:close/>
                  <a:moveTo>
                    <a:pt x="4484" y="1370"/>
                  </a:moveTo>
                  <a:lnTo>
                    <a:pt x="4484" y="1378"/>
                  </a:lnTo>
                  <a:cubicBezTo>
                    <a:pt x="4441" y="1407"/>
                    <a:pt x="4391" y="1436"/>
                    <a:pt x="4381" y="1436"/>
                  </a:cubicBezTo>
                  <a:cubicBezTo>
                    <a:pt x="4379" y="1436"/>
                    <a:pt x="4379" y="1436"/>
                    <a:pt x="4379" y="1435"/>
                  </a:cubicBezTo>
                  <a:lnTo>
                    <a:pt x="4427" y="1395"/>
                  </a:lnTo>
                  <a:lnTo>
                    <a:pt x="4484" y="1370"/>
                  </a:lnTo>
                  <a:close/>
                  <a:moveTo>
                    <a:pt x="812" y="1402"/>
                  </a:moveTo>
                  <a:cubicBezTo>
                    <a:pt x="820" y="1402"/>
                    <a:pt x="863" y="1439"/>
                    <a:pt x="892" y="1484"/>
                  </a:cubicBezTo>
                  <a:lnTo>
                    <a:pt x="884" y="1492"/>
                  </a:lnTo>
                  <a:cubicBezTo>
                    <a:pt x="836" y="1460"/>
                    <a:pt x="803" y="1403"/>
                    <a:pt x="811" y="1403"/>
                  </a:cubicBezTo>
                  <a:cubicBezTo>
                    <a:pt x="811" y="1402"/>
                    <a:pt x="812" y="1402"/>
                    <a:pt x="812" y="1402"/>
                  </a:cubicBezTo>
                  <a:close/>
                  <a:moveTo>
                    <a:pt x="395" y="1308"/>
                  </a:moveTo>
                  <a:cubicBezTo>
                    <a:pt x="418" y="1318"/>
                    <a:pt x="443" y="1325"/>
                    <a:pt x="471" y="1330"/>
                  </a:cubicBezTo>
                  <a:lnTo>
                    <a:pt x="487" y="1314"/>
                  </a:lnTo>
                  <a:lnTo>
                    <a:pt x="511" y="1370"/>
                  </a:lnTo>
                  <a:cubicBezTo>
                    <a:pt x="511" y="1370"/>
                    <a:pt x="544" y="1419"/>
                    <a:pt x="592" y="1460"/>
                  </a:cubicBezTo>
                  <a:cubicBezTo>
                    <a:pt x="592" y="1460"/>
                    <a:pt x="641" y="1492"/>
                    <a:pt x="641" y="1500"/>
                  </a:cubicBezTo>
                  <a:cubicBezTo>
                    <a:pt x="641" y="1500"/>
                    <a:pt x="592" y="1460"/>
                    <a:pt x="544" y="1427"/>
                  </a:cubicBezTo>
                  <a:cubicBezTo>
                    <a:pt x="495" y="1387"/>
                    <a:pt x="455" y="1354"/>
                    <a:pt x="406" y="1314"/>
                  </a:cubicBezTo>
                  <a:cubicBezTo>
                    <a:pt x="402" y="1312"/>
                    <a:pt x="399" y="1310"/>
                    <a:pt x="395" y="1308"/>
                  </a:cubicBezTo>
                  <a:close/>
                  <a:moveTo>
                    <a:pt x="133" y="1503"/>
                  </a:moveTo>
                  <a:cubicBezTo>
                    <a:pt x="130" y="1503"/>
                    <a:pt x="130" y="1505"/>
                    <a:pt x="130" y="1508"/>
                  </a:cubicBezTo>
                  <a:lnTo>
                    <a:pt x="122" y="1516"/>
                  </a:lnTo>
                  <a:lnTo>
                    <a:pt x="179" y="1533"/>
                  </a:lnTo>
                  <a:lnTo>
                    <a:pt x="187" y="1524"/>
                  </a:lnTo>
                  <a:cubicBezTo>
                    <a:pt x="151" y="1509"/>
                    <a:pt x="138" y="1503"/>
                    <a:pt x="133" y="1503"/>
                  </a:cubicBezTo>
                  <a:close/>
                  <a:moveTo>
                    <a:pt x="908" y="1441"/>
                  </a:moveTo>
                  <a:lnTo>
                    <a:pt x="908" y="1441"/>
                  </a:lnTo>
                  <a:cubicBezTo>
                    <a:pt x="895" y="1441"/>
                    <a:pt x="926" y="1477"/>
                    <a:pt x="957" y="1508"/>
                  </a:cubicBezTo>
                  <a:cubicBezTo>
                    <a:pt x="990" y="1530"/>
                    <a:pt x="1000" y="1537"/>
                    <a:pt x="1009" y="1537"/>
                  </a:cubicBezTo>
                  <a:cubicBezTo>
                    <a:pt x="1013" y="1537"/>
                    <a:pt x="1017" y="1535"/>
                    <a:pt x="1022" y="1533"/>
                  </a:cubicBezTo>
                  <a:cubicBezTo>
                    <a:pt x="1022" y="1524"/>
                    <a:pt x="982" y="1484"/>
                    <a:pt x="982" y="1484"/>
                  </a:cubicBezTo>
                  <a:cubicBezTo>
                    <a:pt x="954" y="1456"/>
                    <a:pt x="941" y="1447"/>
                    <a:pt x="936" y="1447"/>
                  </a:cubicBezTo>
                  <a:cubicBezTo>
                    <a:pt x="934" y="1447"/>
                    <a:pt x="933" y="1449"/>
                    <a:pt x="933" y="1451"/>
                  </a:cubicBezTo>
                  <a:cubicBezTo>
                    <a:pt x="920" y="1444"/>
                    <a:pt x="912" y="1441"/>
                    <a:pt x="908" y="1441"/>
                  </a:cubicBezTo>
                  <a:close/>
                  <a:moveTo>
                    <a:pt x="4186" y="1623"/>
                  </a:moveTo>
                  <a:cubicBezTo>
                    <a:pt x="4192" y="1623"/>
                    <a:pt x="4180" y="1632"/>
                    <a:pt x="4152" y="1646"/>
                  </a:cubicBezTo>
                  <a:cubicBezTo>
                    <a:pt x="4119" y="1668"/>
                    <a:pt x="4108" y="1675"/>
                    <a:pt x="4102" y="1675"/>
                  </a:cubicBezTo>
                  <a:cubicBezTo>
                    <a:pt x="4099" y="1675"/>
                    <a:pt x="4098" y="1673"/>
                    <a:pt x="4095" y="1670"/>
                  </a:cubicBezTo>
                  <a:cubicBezTo>
                    <a:pt x="4087" y="1662"/>
                    <a:pt x="4087" y="1662"/>
                    <a:pt x="4144" y="1638"/>
                  </a:cubicBezTo>
                  <a:cubicBezTo>
                    <a:pt x="4167" y="1628"/>
                    <a:pt x="4181" y="1623"/>
                    <a:pt x="4186" y="1623"/>
                  </a:cubicBezTo>
                  <a:close/>
                  <a:moveTo>
                    <a:pt x="4176" y="1687"/>
                  </a:moveTo>
                  <a:cubicBezTo>
                    <a:pt x="4176" y="1695"/>
                    <a:pt x="4176" y="1695"/>
                    <a:pt x="4119" y="1727"/>
                  </a:cubicBezTo>
                  <a:lnTo>
                    <a:pt x="4119" y="1719"/>
                  </a:lnTo>
                  <a:lnTo>
                    <a:pt x="4168" y="1687"/>
                  </a:lnTo>
                  <a:close/>
                  <a:moveTo>
                    <a:pt x="389" y="1663"/>
                  </a:moveTo>
                  <a:cubicBezTo>
                    <a:pt x="397" y="1663"/>
                    <a:pt x="411" y="1669"/>
                    <a:pt x="438" y="1687"/>
                  </a:cubicBezTo>
                  <a:cubicBezTo>
                    <a:pt x="424" y="1680"/>
                    <a:pt x="417" y="1678"/>
                    <a:pt x="414" y="1678"/>
                  </a:cubicBezTo>
                  <a:lnTo>
                    <a:pt x="414" y="1678"/>
                  </a:lnTo>
                  <a:cubicBezTo>
                    <a:pt x="406" y="1678"/>
                    <a:pt x="444" y="1701"/>
                    <a:pt x="487" y="1719"/>
                  </a:cubicBezTo>
                  <a:lnTo>
                    <a:pt x="592" y="1776"/>
                  </a:lnTo>
                  <a:cubicBezTo>
                    <a:pt x="552" y="1768"/>
                    <a:pt x="511" y="1751"/>
                    <a:pt x="479" y="1735"/>
                  </a:cubicBezTo>
                  <a:cubicBezTo>
                    <a:pt x="373" y="1687"/>
                    <a:pt x="365" y="1687"/>
                    <a:pt x="382" y="1670"/>
                  </a:cubicBezTo>
                  <a:cubicBezTo>
                    <a:pt x="382" y="1667"/>
                    <a:pt x="383" y="1663"/>
                    <a:pt x="389" y="1663"/>
                  </a:cubicBezTo>
                  <a:close/>
                  <a:moveTo>
                    <a:pt x="4200" y="1751"/>
                  </a:moveTo>
                  <a:lnTo>
                    <a:pt x="4200" y="1760"/>
                  </a:lnTo>
                  <a:cubicBezTo>
                    <a:pt x="4208" y="1768"/>
                    <a:pt x="4208" y="1768"/>
                    <a:pt x="4152" y="1792"/>
                  </a:cubicBezTo>
                  <a:lnTo>
                    <a:pt x="4200" y="1751"/>
                  </a:lnTo>
                  <a:close/>
                  <a:moveTo>
                    <a:pt x="4112" y="1783"/>
                  </a:moveTo>
                  <a:cubicBezTo>
                    <a:pt x="4110" y="1783"/>
                    <a:pt x="4103" y="1785"/>
                    <a:pt x="4087" y="1792"/>
                  </a:cubicBezTo>
                  <a:cubicBezTo>
                    <a:pt x="4087" y="1793"/>
                    <a:pt x="4088" y="1793"/>
                    <a:pt x="4089" y="1793"/>
                  </a:cubicBezTo>
                  <a:cubicBezTo>
                    <a:pt x="4095" y="1793"/>
                    <a:pt x="4115" y="1783"/>
                    <a:pt x="4112" y="1783"/>
                  </a:cubicBezTo>
                  <a:close/>
                  <a:moveTo>
                    <a:pt x="341" y="1747"/>
                  </a:moveTo>
                  <a:cubicBezTo>
                    <a:pt x="348" y="1747"/>
                    <a:pt x="359" y="1752"/>
                    <a:pt x="390" y="1768"/>
                  </a:cubicBezTo>
                  <a:cubicBezTo>
                    <a:pt x="390" y="1768"/>
                    <a:pt x="438" y="1800"/>
                    <a:pt x="438" y="1808"/>
                  </a:cubicBezTo>
                  <a:lnTo>
                    <a:pt x="382" y="1792"/>
                  </a:lnTo>
                  <a:cubicBezTo>
                    <a:pt x="325" y="1768"/>
                    <a:pt x="333" y="1760"/>
                    <a:pt x="333" y="1751"/>
                  </a:cubicBezTo>
                  <a:cubicBezTo>
                    <a:pt x="336" y="1748"/>
                    <a:pt x="338" y="1747"/>
                    <a:pt x="341" y="1747"/>
                  </a:cubicBezTo>
                  <a:close/>
                  <a:moveTo>
                    <a:pt x="3958" y="1778"/>
                  </a:moveTo>
                  <a:cubicBezTo>
                    <a:pt x="3944" y="1785"/>
                    <a:pt x="3925" y="1795"/>
                    <a:pt x="3900" y="1808"/>
                  </a:cubicBezTo>
                  <a:cubicBezTo>
                    <a:pt x="3895" y="1813"/>
                    <a:pt x="3890" y="1817"/>
                    <a:pt x="3885" y="1820"/>
                  </a:cubicBezTo>
                  <a:lnTo>
                    <a:pt x="3885" y="1820"/>
                  </a:lnTo>
                  <a:cubicBezTo>
                    <a:pt x="3898" y="1812"/>
                    <a:pt x="3919" y="1800"/>
                    <a:pt x="3949" y="1784"/>
                  </a:cubicBezTo>
                  <a:cubicBezTo>
                    <a:pt x="3952" y="1782"/>
                    <a:pt x="3955" y="1780"/>
                    <a:pt x="3958" y="1778"/>
                  </a:cubicBezTo>
                  <a:close/>
                  <a:moveTo>
                    <a:pt x="3885" y="1820"/>
                  </a:moveTo>
                  <a:cubicBezTo>
                    <a:pt x="3871" y="1829"/>
                    <a:pt x="3865" y="1834"/>
                    <a:pt x="3866" y="1834"/>
                  </a:cubicBezTo>
                  <a:cubicBezTo>
                    <a:pt x="3867" y="1834"/>
                    <a:pt x="3874" y="1829"/>
                    <a:pt x="3885" y="1820"/>
                  </a:cubicBezTo>
                  <a:close/>
                  <a:moveTo>
                    <a:pt x="4338" y="1776"/>
                  </a:moveTo>
                  <a:lnTo>
                    <a:pt x="4338" y="1784"/>
                  </a:lnTo>
                  <a:cubicBezTo>
                    <a:pt x="4346" y="1792"/>
                    <a:pt x="4290" y="1816"/>
                    <a:pt x="4290" y="1816"/>
                  </a:cubicBezTo>
                  <a:cubicBezTo>
                    <a:pt x="4290" y="1816"/>
                    <a:pt x="4248" y="1834"/>
                    <a:pt x="4236" y="1834"/>
                  </a:cubicBezTo>
                  <a:cubicBezTo>
                    <a:pt x="4234" y="1834"/>
                    <a:pt x="4233" y="1834"/>
                    <a:pt x="4233" y="1832"/>
                  </a:cubicBezTo>
                  <a:cubicBezTo>
                    <a:pt x="4265" y="1816"/>
                    <a:pt x="4298" y="1792"/>
                    <a:pt x="4338" y="1776"/>
                  </a:cubicBezTo>
                  <a:close/>
                  <a:moveTo>
                    <a:pt x="770" y="1994"/>
                  </a:moveTo>
                  <a:lnTo>
                    <a:pt x="770" y="1994"/>
                  </a:lnTo>
                  <a:cubicBezTo>
                    <a:pt x="779" y="1998"/>
                    <a:pt x="784" y="1999"/>
                    <a:pt x="784" y="1999"/>
                  </a:cubicBezTo>
                  <a:cubicBezTo>
                    <a:pt x="785" y="1999"/>
                    <a:pt x="780" y="1997"/>
                    <a:pt x="770" y="1994"/>
                  </a:cubicBezTo>
                  <a:close/>
                  <a:moveTo>
                    <a:pt x="2100" y="1865"/>
                  </a:moveTo>
                  <a:lnTo>
                    <a:pt x="2133" y="1978"/>
                  </a:lnTo>
                  <a:cubicBezTo>
                    <a:pt x="2143" y="2002"/>
                    <a:pt x="2149" y="2016"/>
                    <a:pt x="2150" y="2016"/>
                  </a:cubicBezTo>
                  <a:cubicBezTo>
                    <a:pt x="2152" y="2016"/>
                    <a:pt x="2144" y="1988"/>
                    <a:pt x="2125" y="1922"/>
                  </a:cubicBezTo>
                  <a:cubicBezTo>
                    <a:pt x="2101" y="1866"/>
                    <a:pt x="2100" y="1865"/>
                    <a:pt x="2100" y="1865"/>
                  </a:cubicBezTo>
                  <a:close/>
                  <a:moveTo>
                    <a:pt x="4455" y="2091"/>
                  </a:moveTo>
                  <a:cubicBezTo>
                    <a:pt x="4463" y="2091"/>
                    <a:pt x="4459" y="2093"/>
                    <a:pt x="4435" y="2100"/>
                  </a:cubicBezTo>
                  <a:cubicBezTo>
                    <a:pt x="4395" y="2108"/>
                    <a:pt x="4362" y="2116"/>
                    <a:pt x="4322" y="2124"/>
                  </a:cubicBezTo>
                  <a:cubicBezTo>
                    <a:pt x="4322" y="2124"/>
                    <a:pt x="4306" y="2126"/>
                    <a:pt x="4297" y="2126"/>
                  </a:cubicBezTo>
                  <a:cubicBezTo>
                    <a:pt x="4287" y="2126"/>
                    <a:pt x="4285" y="2124"/>
                    <a:pt x="4314" y="2116"/>
                  </a:cubicBezTo>
                  <a:lnTo>
                    <a:pt x="4379" y="2100"/>
                  </a:lnTo>
                  <a:cubicBezTo>
                    <a:pt x="4411" y="2095"/>
                    <a:pt x="4444" y="2091"/>
                    <a:pt x="4455" y="2091"/>
                  </a:cubicBezTo>
                  <a:close/>
                  <a:moveTo>
                    <a:pt x="1144" y="2141"/>
                  </a:moveTo>
                  <a:lnTo>
                    <a:pt x="1249" y="2197"/>
                  </a:lnTo>
                  <a:lnTo>
                    <a:pt x="1249" y="2189"/>
                  </a:lnTo>
                  <a:cubicBezTo>
                    <a:pt x="1217" y="2173"/>
                    <a:pt x="1176" y="2149"/>
                    <a:pt x="1144" y="2141"/>
                  </a:cubicBezTo>
                  <a:close/>
                  <a:moveTo>
                    <a:pt x="4719" y="2319"/>
                  </a:moveTo>
                  <a:cubicBezTo>
                    <a:pt x="4719" y="2327"/>
                    <a:pt x="4719" y="2327"/>
                    <a:pt x="4654" y="2343"/>
                  </a:cubicBezTo>
                  <a:cubicBezTo>
                    <a:pt x="4638" y="2347"/>
                    <a:pt x="4618" y="2349"/>
                    <a:pt x="4598" y="2349"/>
                  </a:cubicBezTo>
                  <a:cubicBezTo>
                    <a:pt x="4577" y="2349"/>
                    <a:pt x="4557" y="2347"/>
                    <a:pt x="4541" y="2343"/>
                  </a:cubicBezTo>
                  <a:cubicBezTo>
                    <a:pt x="4598" y="2327"/>
                    <a:pt x="4654" y="2319"/>
                    <a:pt x="4711" y="2319"/>
                  </a:cubicBezTo>
                  <a:close/>
                  <a:moveTo>
                    <a:pt x="4397" y="3483"/>
                  </a:moveTo>
                  <a:cubicBezTo>
                    <a:pt x="4399" y="3483"/>
                    <a:pt x="4425" y="3496"/>
                    <a:pt x="4476" y="3519"/>
                  </a:cubicBezTo>
                  <a:lnTo>
                    <a:pt x="4484" y="3519"/>
                  </a:lnTo>
                  <a:cubicBezTo>
                    <a:pt x="4533" y="3543"/>
                    <a:pt x="4590" y="3559"/>
                    <a:pt x="4590" y="3568"/>
                  </a:cubicBezTo>
                  <a:cubicBezTo>
                    <a:pt x="4623" y="3590"/>
                    <a:pt x="4632" y="3598"/>
                    <a:pt x="4626" y="3598"/>
                  </a:cubicBezTo>
                  <a:cubicBezTo>
                    <a:pt x="4615" y="3598"/>
                    <a:pt x="4546" y="3565"/>
                    <a:pt x="4476" y="3527"/>
                  </a:cubicBezTo>
                  <a:cubicBezTo>
                    <a:pt x="4421" y="3498"/>
                    <a:pt x="4395" y="3483"/>
                    <a:pt x="4397" y="3483"/>
                  </a:cubicBezTo>
                  <a:close/>
                  <a:moveTo>
                    <a:pt x="2076" y="57"/>
                  </a:moveTo>
                  <a:cubicBezTo>
                    <a:pt x="2071" y="132"/>
                    <a:pt x="2051" y="164"/>
                    <a:pt x="2026" y="164"/>
                  </a:cubicBezTo>
                  <a:cubicBezTo>
                    <a:pt x="2011" y="164"/>
                    <a:pt x="1994" y="152"/>
                    <a:pt x="1979" y="130"/>
                  </a:cubicBezTo>
                  <a:cubicBezTo>
                    <a:pt x="1963" y="130"/>
                    <a:pt x="1946" y="130"/>
                    <a:pt x="1946" y="195"/>
                  </a:cubicBezTo>
                  <a:cubicBezTo>
                    <a:pt x="1942" y="228"/>
                    <a:pt x="1940" y="244"/>
                    <a:pt x="1936" y="244"/>
                  </a:cubicBezTo>
                  <a:cubicBezTo>
                    <a:pt x="1932" y="244"/>
                    <a:pt x="1926" y="230"/>
                    <a:pt x="1914" y="203"/>
                  </a:cubicBezTo>
                  <a:cubicBezTo>
                    <a:pt x="1909" y="167"/>
                    <a:pt x="1885" y="136"/>
                    <a:pt x="1868" y="136"/>
                  </a:cubicBezTo>
                  <a:cubicBezTo>
                    <a:pt x="1855" y="136"/>
                    <a:pt x="1846" y="156"/>
                    <a:pt x="1857" y="211"/>
                  </a:cubicBezTo>
                  <a:lnTo>
                    <a:pt x="1841" y="154"/>
                  </a:lnTo>
                  <a:cubicBezTo>
                    <a:pt x="1834" y="138"/>
                    <a:pt x="1829" y="131"/>
                    <a:pt x="1826" y="131"/>
                  </a:cubicBezTo>
                  <a:lnTo>
                    <a:pt x="1826" y="131"/>
                  </a:lnTo>
                  <a:cubicBezTo>
                    <a:pt x="1818" y="131"/>
                    <a:pt x="1821" y="171"/>
                    <a:pt x="1833" y="211"/>
                  </a:cubicBezTo>
                  <a:cubicBezTo>
                    <a:pt x="1844" y="263"/>
                    <a:pt x="1848" y="293"/>
                    <a:pt x="1845" y="293"/>
                  </a:cubicBezTo>
                  <a:cubicBezTo>
                    <a:pt x="1841" y="293"/>
                    <a:pt x="1827" y="251"/>
                    <a:pt x="1800" y="154"/>
                  </a:cubicBezTo>
                  <a:cubicBezTo>
                    <a:pt x="1786" y="88"/>
                    <a:pt x="1775" y="60"/>
                    <a:pt x="1771" y="60"/>
                  </a:cubicBezTo>
                  <a:lnTo>
                    <a:pt x="1771" y="60"/>
                  </a:lnTo>
                  <a:cubicBezTo>
                    <a:pt x="1768" y="60"/>
                    <a:pt x="1769" y="74"/>
                    <a:pt x="1776" y="97"/>
                  </a:cubicBezTo>
                  <a:cubicBezTo>
                    <a:pt x="1782" y="144"/>
                    <a:pt x="1784" y="186"/>
                    <a:pt x="1775" y="186"/>
                  </a:cubicBezTo>
                  <a:cubicBezTo>
                    <a:pt x="1772" y="186"/>
                    <a:pt x="1767" y="179"/>
                    <a:pt x="1760" y="162"/>
                  </a:cubicBezTo>
                  <a:lnTo>
                    <a:pt x="1760" y="162"/>
                  </a:lnTo>
                  <a:cubicBezTo>
                    <a:pt x="1752" y="162"/>
                    <a:pt x="1744" y="170"/>
                    <a:pt x="1776" y="284"/>
                  </a:cubicBezTo>
                  <a:cubicBezTo>
                    <a:pt x="1792" y="341"/>
                    <a:pt x="1784" y="341"/>
                    <a:pt x="1776" y="349"/>
                  </a:cubicBezTo>
                  <a:cubicBezTo>
                    <a:pt x="1760" y="308"/>
                    <a:pt x="1752" y="268"/>
                    <a:pt x="1752" y="227"/>
                  </a:cubicBezTo>
                  <a:lnTo>
                    <a:pt x="1736" y="235"/>
                  </a:lnTo>
                  <a:cubicBezTo>
                    <a:pt x="1727" y="235"/>
                    <a:pt x="1687" y="179"/>
                    <a:pt x="1671" y="122"/>
                  </a:cubicBezTo>
                  <a:cubicBezTo>
                    <a:pt x="1661" y="100"/>
                    <a:pt x="1654" y="87"/>
                    <a:pt x="1652" y="87"/>
                  </a:cubicBezTo>
                  <a:lnTo>
                    <a:pt x="1652" y="87"/>
                  </a:lnTo>
                  <a:cubicBezTo>
                    <a:pt x="1647" y="87"/>
                    <a:pt x="1654" y="117"/>
                    <a:pt x="1679" y="187"/>
                  </a:cubicBezTo>
                  <a:cubicBezTo>
                    <a:pt x="1711" y="300"/>
                    <a:pt x="1711" y="300"/>
                    <a:pt x="1695" y="300"/>
                  </a:cubicBezTo>
                  <a:cubicBezTo>
                    <a:pt x="1693" y="302"/>
                    <a:pt x="1691" y="304"/>
                    <a:pt x="1688" y="304"/>
                  </a:cubicBezTo>
                  <a:cubicBezTo>
                    <a:pt x="1682" y="304"/>
                    <a:pt x="1674" y="293"/>
                    <a:pt x="1663" y="251"/>
                  </a:cubicBezTo>
                  <a:cubicBezTo>
                    <a:pt x="1646" y="195"/>
                    <a:pt x="1646" y="195"/>
                    <a:pt x="1622" y="195"/>
                  </a:cubicBezTo>
                  <a:cubicBezTo>
                    <a:pt x="1598" y="203"/>
                    <a:pt x="1622" y="381"/>
                    <a:pt x="1655" y="495"/>
                  </a:cubicBezTo>
                  <a:cubicBezTo>
                    <a:pt x="1675" y="551"/>
                    <a:pt x="1685" y="580"/>
                    <a:pt x="1684" y="580"/>
                  </a:cubicBezTo>
                  <a:cubicBezTo>
                    <a:pt x="1683" y="580"/>
                    <a:pt x="1671" y="551"/>
                    <a:pt x="1646" y="495"/>
                  </a:cubicBezTo>
                  <a:cubicBezTo>
                    <a:pt x="1634" y="451"/>
                    <a:pt x="1626" y="446"/>
                    <a:pt x="1619" y="446"/>
                  </a:cubicBezTo>
                  <a:cubicBezTo>
                    <a:pt x="1618" y="446"/>
                    <a:pt x="1616" y="446"/>
                    <a:pt x="1614" y="446"/>
                  </a:cubicBezTo>
                  <a:cubicBezTo>
                    <a:pt x="1590" y="389"/>
                    <a:pt x="1598" y="389"/>
                    <a:pt x="1606" y="389"/>
                  </a:cubicBezTo>
                  <a:lnTo>
                    <a:pt x="1590" y="333"/>
                  </a:lnTo>
                  <a:cubicBezTo>
                    <a:pt x="1566" y="277"/>
                    <a:pt x="1552" y="248"/>
                    <a:pt x="1547" y="248"/>
                  </a:cubicBezTo>
                  <a:lnTo>
                    <a:pt x="1547" y="248"/>
                  </a:lnTo>
                  <a:cubicBezTo>
                    <a:pt x="1543" y="248"/>
                    <a:pt x="1549" y="279"/>
                    <a:pt x="1565" y="341"/>
                  </a:cubicBezTo>
                  <a:cubicBezTo>
                    <a:pt x="1569" y="369"/>
                    <a:pt x="1571" y="383"/>
                    <a:pt x="1569" y="383"/>
                  </a:cubicBezTo>
                  <a:cubicBezTo>
                    <a:pt x="1567" y="383"/>
                    <a:pt x="1561" y="369"/>
                    <a:pt x="1549" y="341"/>
                  </a:cubicBezTo>
                  <a:cubicBezTo>
                    <a:pt x="1526" y="306"/>
                    <a:pt x="1504" y="268"/>
                    <a:pt x="1500" y="268"/>
                  </a:cubicBezTo>
                  <a:lnTo>
                    <a:pt x="1500" y="268"/>
                  </a:lnTo>
                  <a:cubicBezTo>
                    <a:pt x="1499" y="268"/>
                    <a:pt x="1501" y="275"/>
                    <a:pt x="1509" y="292"/>
                  </a:cubicBezTo>
                  <a:cubicBezTo>
                    <a:pt x="1509" y="292"/>
                    <a:pt x="1508" y="292"/>
                    <a:pt x="1506" y="292"/>
                  </a:cubicBezTo>
                  <a:cubicBezTo>
                    <a:pt x="1501" y="292"/>
                    <a:pt x="1485" y="288"/>
                    <a:pt x="1460" y="243"/>
                  </a:cubicBezTo>
                  <a:cubicBezTo>
                    <a:pt x="1444" y="251"/>
                    <a:pt x="1436" y="251"/>
                    <a:pt x="1452" y="308"/>
                  </a:cubicBezTo>
                  <a:cubicBezTo>
                    <a:pt x="1476" y="365"/>
                    <a:pt x="1468" y="365"/>
                    <a:pt x="1460" y="373"/>
                  </a:cubicBezTo>
                  <a:cubicBezTo>
                    <a:pt x="1452" y="373"/>
                    <a:pt x="1444" y="373"/>
                    <a:pt x="1468" y="430"/>
                  </a:cubicBezTo>
                  <a:cubicBezTo>
                    <a:pt x="1484" y="487"/>
                    <a:pt x="1500" y="543"/>
                    <a:pt x="1484" y="551"/>
                  </a:cubicBezTo>
                  <a:cubicBezTo>
                    <a:pt x="1488" y="579"/>
                    <a:pt x="1490" y="595"/>
                    <a:pt x="1486" y="595"/>
                  </a:cubicBezTo>
                  <a:cubicBezTo>
                    <a:pt x="1482" y="595"/>
                    <a:pt x="1468" y="567"/>
                    <a:pt x="1436" y="503"/>
                  </a:cubicBezTo>
                  <a:cubicBezTo>
                    <a:pt x="1417" y="459"/>
                    <a:pt x="1408" y="454"/>
                    <a:pt x="1401" y="454"/>
                  </a:cubicBezTo>
                  <a:cubicBezTo>
                    <a:pt x="1399" y="454"/>
                    <a:pt x="1397" y="454"/>
                    <a:pt x="1395" y="454"/>
                  </a:cubicBezTo>
                  <a:cubicBezTo>
                    <a:pt x="1395" y="454"/>
                    <a:pt x="1395" y="455"/>
                    <a:pt x="1394" y="455"/>
                  </a:cubicBezTo>
                  <a:cubicBezTo>
                    <a:pt x="1390" y="455"/>
                    <a:pt x="1380" y="450"/>
                    <a:pt x="1355" y="406"/>
                  </a:cubicBezTo>
                  <a:cubicBezTo>
                    <a:pt x="1346" y="392"/>
                    <a:pt x="1341" y="387"/>
                    <a:pt x="1340" y="387"/>
                  </a:cubicBezTo>
                  <a:lnTo>
                    <a:pt x="1340" y="387"/>
                  </a:lnTo>
                  <a:cubicBezTo>
                    <a:pt x="1335" y="387"/>
                    <a:pt x="1353" y="427"/>
                    <a:pt x="1371" y="462"/>
                  </a:cubicBezTo>
                  <a:lnTo>
                    <a:pt x="1419" y="576"/>
                  </a:lnTo>
                  <a:lnTo>
                    <a:pt x="1419" y="576"/>
                  </a:lnTo>
                  <a:cubicBezTo>
                    <a:pt x="1387" y="527"/>
                    <a:pt x="1355" y="470"/>
                    <a:pt x="1330" y="414"/>
                  </a:cubicBezTo>
                  <a:cubicBezTo>
                    <a:pt x="1303" y="363"/>
                    <a:pt x="1289" y="339"/>
                    <a:pt x="1287" y="339"/>
                  </a:cubicBezTo>
                  <a:lnTo>
                    <a:pt x="1287" y="339"/>
                  </a:lnTo>
                  <a:cubicBezTo>
                    <a:pt x="1285" y="339"/>
                    <a:pt x="1297" y="367"/>
                    <a:pt x="1322" y="422"/>
                  </a:cubicBezTo>
                  <a:cubicBezTo>
                    <a:pt x="1340" y="463"/>
                    <a:pt x="1353" y="505"/>
                    <a:pt x="1343" y="505"/>
                  </a:cubicBezTo>
                  <a:cubicBezTo>
                    <a:pt x="1340" y="505"/>
                    <a:pt x="1333" y="500"/>
                    <a:pt x="1322" y="487"/>
                  </a:cubicBezTo>
                  <a:cubicBezTo>
                    <a:pt x="1316" y="489"/>
                    <a:pt x="1311" y="492"/>
                    <a:pt x="1305" y="492"/>
                  </a:cubicBezTo>
                  <a:cubicBezTo>
                    <a:pt x="1293" y="492"/>
                    <a:pt x="1281" y="483"/>
                    <a:pt x="1265" y="446"/>
                  </a:cubicBezTo>
                  <a:cubicBezTo>
                    <a:pt x="1256" y="431"/>
                    <a:pt x="1250" y="426"/>
                    <a:pt x="1248" y="426"/>
                  </a:cubicBezTo>
                  <a:lnTo>
                    <a:pt x="1248" y="426"/>
                  </a:lnTo>
                  <a:cubicBezTo>
                    <a:pt x="1241" y="426"/>
                    <a:pt x="1249" y="454"/>
                    <a:pt x="1249" y="454"/>
                  </a:cubicBezTo>
                  <a:cubicBezTo>
                    <a:pt x="1258" y="485"/>
                    <a:pt x="1260" y="499"/>
                    <a:pt x="1251" y="499"/>
                  </a:cubicBezTo>
                  <a:cubicBezTo>
                    <a:pt x="1245" y="499"/>
                    <a:pt x="1231" y="489"/>
                    <a:pt x="1209" y="470"/>
                  </a:cubicBezTo>
                  <a:cubicBezTo>
                    <a:pt x="1163" y="433"/>
                    <a:pt x="1137" y="412"/>
                    <a:pt x="1128" y="412"/>
                  </a:cubicBezTo>
                  <a:lnTo>
                    <a:pt x="1128" y="412"/>
                  </a:lnTo>
                  <a:cubicBezTo>
                    <a:pt x="1118" y="412"/>
                    <a:pt x="1130" y="439"/>
                    <a:pt x="1160" y="495"/>
                  </a:cubicBezTo>
                  <a:cubicBezTo>
                    <a:pt x="1179" y="523"/>
                    <a:pt x="1195" y="554"/>
                    <a:pt x="1192" y="554"/>
                  </a:cubicBezTo>
                  <a:cubicBezTo>
                    <a:pt x="1190" y="554"/>
                    <a:pt x="1179" y="539"/>
                    <a:pt x="1152" y="495"/>
                  </a:cubicBezTo>
                  <a:cubicBezTo>
                    <a:pt x="1143" y="482"/>
                    <a:pt x="1138" y="476"/>
                    <a:pt x="1135" y="476"/>
                  </a:cubicBezTo>
                  <a:lnTo>
                    <a:pt x="1135" y="476"/>
                  </a:lnTo>
                  <a:cubicBezTo>
                    <a:pt x="1128" y="476"/>
                    <a:pt x="1140" y="518"/>
                    <a:pt x="1152" y="560"/>
                  </a:cubicBezTo>
                  <a:cubicBezTo>
                    <a:pt x="1184" y="633"/>
                    <a:pt x="1225" y="706"/>
                    <a:pt x="1265" y="778"/>
                  </a:cubicBezTo>
                  <a:cubicBezTo>
                    <a:pt x="1300" y="838"/>
                    <a:pt x="1313" y="861"/>
                    <a:pt x="1308" y="861"/>
                  </a:cubicBezTo>
                  <a:cubicBezTo>
                    <a:pt x="1304" y="861"/>
                    <a:pt x="1293" y="851"/>
                    <a:pt x="1273" y="835"/>
                  </a:cubicBezTo>
                  <a:cubicBezTo>
                    <a:pt x="1273" y="835"/>
                    <a:pt x="1233" y="787"/>
                    <a:pt x="1200" y="738"/>
                  </a:cubicBezTo>
                  <a:cubicBezTo>
                    <a:pt x="1176" y="689"/>
                    <a:pt x="1176" y="681"/>
                    <a:pt x="1176" y="681"/>
                  </a:cubicBezTo>
                  <a:lnTo>
                    <a:pt x="1184" y="681"/>
                  </a:lnTo>
                  <a:cubicBezTo>
                    <a:pt x="1162" y="629"/>
                    <a:pt x="1132" y="583"/>
                    <a:pt x="1115" y="583"/>
                  </a:cubicBezTo>
                  <a:cubicBezTo>
                    <a:pt x="1114" y="583"/>
                    <a:pt x="1112" y="583"/>
                    <a:pt x="1111" y="584"/>
                  </a:cubicBezTo>
                  <a:cubicBezTo>
                    <a:pt x="1093" y="562"/>
                    <a:pt x="1081" y="551"/>
                    <a:pt x="1077" y="551"/>
                  </a:cubicBezTo>
                  <a:lnTo>
                    <a:pt x="1077" y="551"/>
                  </a:lnTo>
                  <a:cubicBezTo>
                    <a:pt x="1072" y="551"/>
                    <a:pt x="1078" y="566"/>
                    <a:pt x="1095" y="592"/>
                  </a:cubicBezTo>
                  <a:cubicBezTo>
                    <a:pt x="1072" y="564"/>
                    <a:pt x="1057" y="555"/>
                    <a:pt x="1045" y="555"/>
                  </a:cubicBezTo>
                  <a:cubicBezTo>
                    <a:pt x="1036" y="555"/>
                    <a:pt x="1029" y="561"/>
                    <a:pt x="1022" y="568"/>
                  </a:cubicBezTo>
                  <a:cubicBezTo>
                    <a:pt x="1015" y="571"/>
                    <a:pt x="1008" y="574"/>
                    <a:pt x="998" y="574"/>
                  </a:cubicBezTo>
                  <a:cubicBezTo>
                    <a:pt x="983" y="574"/>
                    <a:pt x="965" y="567"/>
                    <a:pt x="941" y="543"/>
                  </a:cubicBezTo>
                  <a:lnTo>
                    <a:pt x="941" y="543"/>
                  </a:lnTo>
                  <a:cubicBezTo>
                    <a:pt x="925" y="551"/>
                    <a:pt x="917" y="551"/>
                    <a:pt x="949" y="608"/>
                  </a:cubicBezTo>
                  <a:cubicBezTo>
                    <a:pt x="992" y="665"/>
                    <a:pt x="1007" y="689"/>
                    <a:pt x="1005" y="689"/>
                  </a:cubicBezTo>
                  <a:cubicBezTo>
                    <a:pt x="1004" y="689"/>
                    <a:pt x="995" y="677"/>
                    <a:pt x="982" y="657"/>
                  </a:cubicBezTo>
                  <a:cubicBezTo>
                    <a:pt x="946" y="614"/>
                    <a:pt x="900" y="595"/>
                    <a:pt x="864" y="595"/>
                  </a:cubicBezTo>
                  <a:cubicBezTo>
                    <a:pt x="819" y="595"/>
                    <a:pt x="791" y="627"/>
                    <a:pt x="828" y="681"/>
                  </a:cubicBezTo>
                  <a:lnTo>
                    <a:pt x="811" y="697"/>
                  </a:lnTo>
                  <a:cubicBezTo>
                    <a:pt x="796" y="685"/>
                    <a:pt x="781" y="679"/>
                    <a:pt x="768" y="679"/>
                  </a:cubicBezTo>
                  <a:cubicBezTo>
                    <a:pt x="740" y="679"/>
                    <a:pt x="724" y="707"/>
                    <a:pt x="746" y="746"/>
                  </a:cubicBezTo>
                  <a:lnTo>
                    <a:pt x="722" y="762"/>
                  </a:lnTo>
                  <a:cubicBezTo>
                    <a:pt x="698" y="745"/>
                    <a:pt x="682" y="736"/>
                    <a:pt x="675" y="736"/>
                  </a:cubicBezTo>
                  <a:lnTo>
                    <a:pt x="675" y="736"/>
                  </a:lnTo>
                  <a:cubicBezTo>
                    <a:pt x="666" y="736"/>
                    <a:pt x="671" y="751"/>
                    <a:pt x="690" y="778"/>
                  </a:cubicBezTo>
                  <a:cubicBezTo>
                    <a:pt x="713" y="819"/>
                    <a:pt x="740" y="852"/>
                    <a:pt x="739" y="852"/>
                  </a:cubicBezTo>
                  <a:cubicBezTo>
                    <a:pt x="739" y="852"/>
                    <a:pt x="734" y="847"/>
                    <a:pt x="722" y="835"/>
                  </a:cubicBezTo>
                  <a:cubicBezTo>
                    <a:pt x="703" y="812"/>
                    <a:pt x="689" y="804"/>
                    <a:pt x="677" y="804"/>
                  </a:cubicBezTo>
                  <a:cubicBezTo>
                    <a:pt x="664" y="804"/>
                    <a:pt x="654" y="814"/>
                    <a:pt x="641" y="827"/>
                  </a:cubicBezTo>
                  <a:cubicBezTo>
                    <a:pt x="609" y="843"/>
                    <a:pt x="609" y="851"/>
                    <a:pt x="657" y="884"/>
                  </a:cubicBezTo>
                  <a:cubicBezTo>
                    <a:pt x="663" y="911"/>
                    <a:pt x="661" y="922"/>
                    <a:pt x="655" y="922"/>
                  </a:cubicBezTo>
                  <a:cubicBezTo>
                    <a:pt x="643" y="922"/>
                    <a:pt x="618" y="893"/>
                    <a:pt x="592" y="868"/>
                  </a:cubicBezTo>
                  <a:cubicBezTo>
                    <a:pt x="558" y="827"/>
                    <a:pt x="537" y="806"/>
                    <a:pt x="532" y="806"/>
                  </a:cubicBezTo>
                  <a:lnTo>
                    <a:pt x="532" y="806"/>
                  </a:lnTo>
                  <a:cubicBezTo>
                    <a:pt x="526" y="806"/>
                    <a:pt x="551" y="845"/>
                    <a:pt x="617" y="924"/>
                  </a:cubicBezTo>
                  <a:cubicBezTo>
                    <a:pt x="663" y="981"/>
                    <a:pt x="676" y="1005"/>
                    <a:pt x="668" y="1005"/>
                  </a:cubicBezTo>
                  <a:cubicBezTo>
                    <a:pt x="663" y="1005"/>
                    <a:pt x="651" y="996"/>
                    <a:pt x="633" y="981"/>
                  </a:cubicBezTo>
                  <a:cubicBezTo>
                    <a:pt x="592" y="941"/>
                    <a:pt x="600" y="933"/>
                    <a:pt x="609" y="924"/>
                  </a:cubicBezTo>
                  <a:lnTo>
                    <a:pt x="528" y="843"/>
                  </a:lnTo>
                  <a:cubicBezTo>
                    <a:pt x="519" y="843"/>
                    <a:pt x="519" y="843"/>
                    <a:pt x="552" y="892"/>
                  </a:cubicBezTo>
                  <a:cubicBezTo>
                    <a:pt x="552" y="892"/>
                    <a:pt x="544" y="900"/>
                    <a:pt x="584" y="949"/>
                  </a:cubicBezTo>
                  <a:cubicBezTo>
                    <a:pt x="617" y="997"/>
                    <a:pt x="657" y="1046"/>
                    <a:pt x="706" y="1078"/>
                  </a:cubicBezTo>
                  <a:cubicBezTo>
                    <a:pt x="755" y="1119"/>
                    <a:pt x="746" y="1119"/>
                    <a:pt x="746" y="1127"/>
                  </a:cubicBezTo>
                  <a:cubicBezTo>
                    <a:pt x="690" y="1095"/>
                    <a:pt x="641" y="1054"/>
                    <a:pt x="609" y="1006"/>
                  </a:cubicBezTo>
                  <a:cubicBezTo>
                    <a:pt x="617" y="997"/>
                    <a:pt x="576" y="957"/>
                    <a:pt x="528" y="916"/>
                  </a:cubicBezTo>
                  <a:cubicBezTo>
                    <a:pt x="521" y="909"/>
                    <a:pt x="517" y="905"/>
                    <a:pt x="515" y="905"/>
                  </a:cubicBezTo>
                  <a:lnTo>
                    <a:pt x="515" y="905"/>
                  </a:lnTo>
                  <a:cubicBezTo>
                    <a:pt x="503" y="905"/>
                    <a:pt x="548" y="1003"/>
                    <a:pt x="617" y="1078"/>
                  </a:cubicBezTo>
                  <a:lnTo>
                    <a:pt x="576" y="1038"/>
                  </a:lnTo>
                  <a:cubicBezTo>
                    <a:pt x="554" y="1016"/>
                    <a:pt x="540" y="1008"/>
                    <a:pt x="528" y="1008"/>
                  </a:cubicBezTo>
                  <a:cubicBezTo>
                    <a:pt x="518" y="1008"/>
                    <a:pt x="511" y="1014"/>
                    <a:pt x="503" y="1022"/>
                  </a:cubicBezTo>
                  <a:cubicBezTo>
                    <a:pt x="495" y="1038"/>
                    <a:pt x="487" y="1038"/>
                    <a:pt x="528" y="1078"/>
                  </a:cubicBezTo>
                  <a:cubicBezTo>
                    <a:pt x="576" y="1119"/>
                    <a:pt x="617" y="1160"/>
                    <a:pt x="617" y="1168"/>
                  </a:cubicBezTo>
                  <a:cubicBezTo>
                    <a:pt x="617" y="1167"/>
                    <a:pt x="617" y="1167"/>
                    <a:pt x="618" y="1167"/>
                  </a:cubicBezTo>
                  <a:cubicBezTo>
                    <a:pt x="625" y="1167"/>
                    <a:pt x="669" y="1204"/>
                    <a:pt x="706" y="1241"/>
                  </a:cubicBezTo>
                  <a:cubicBezTo>
                    <a:pt x="706" y="1241"/>
                    <a:pt x="649" y="1216"/>
                    <a:pt x="600" y="1184"/>
                  </a:cubicBezTo>
                  <a:cubicBezTo>
                    <a:pt x="532" y="1132"/>
                    <a:pt x="479" y="1105"/>
                    <a:pt x="445" y="1105"/>
                  </a:cubicBezTo>
                  <a:cubicBezTo>
                    <a:pt x="432" y="1105"/>
                    <a:pt x="421" y="1110"/>
                    <a:pt x="414" y="1119"/>
                  </a:cubicBezTo>
                  <a:cubicBezTo>
                    <a:pt x="404" y="1124"/>
                    <a:pt x="394" y="1135"/>
                    <a:pt x="376" y="1135"/>
                  </a:cubicBezTo>
                  <a:cubicBezTo>
                    <a:pt x="365" y="1135"/>
                    <a:pt x="351" y="1131"/>
                    <a:pt x="333" y="1119"/>
                  </a:cubicBezTo>
                  <a:lnTo>
                    <a:pt x="333" y="1119"/>
                  </a:lnTo>
                  <a:cubicBezTo>
                    <a:pt x="317" y="1135"/>
                    <a:pt x="309" y="1143"/>
                    <a:pt x="357" y="1176"/>
                  </a:cubicBezTo>
                  <a:lnTo>
                    <a:pt x="349" y="1192"/>
                  </a:lnTo>
                  <a:cubicBezTo>
                    <a:pt x="330" y="1184"/>
                    <a:pt x="317" y="1180"/>
                    <a:pt x="309" y="1180"/>
                  </a:cubicBezTo>
                  <a:cubicBezTo>
                    <a:pt x="292" y="1180"/>
                    <a:pt x="298" y="1195"/>
                    <a:pt x="325" y="1216"/>
                  </a:cubicBezTo>
                  <a:cubicBezTo>
                    <a:pt x="349" y="1237"/>
                    <a:pt x="347" y="1241"/>
                    <a:pt x="338" y="1241"/>
                  </a:cubicBezTo>
                  <a:cubicBezTo>
                    <a:pt x="332" y="1241"/>
                    <a:pt x="323" y="1239"/>
                    <a:pt x="316" y="1239"/>
                  </a:cubicBezTo>
                  <a:cubicBezTo>
                    <a:pt x="313" y="1239"/>
                    <a:pt x="310" y="1239"/>
                    <a:pt x="309" y="1241"/>
                  </a:cubicBezTo>
                  <a:cubicBezTo>
                    <a:pt x="263" y="1216"/>
                    <a:pt x="237" y="1202"/>
                    <a:pt x="234" y="1202"/>
                  </a:cubicBezTo>
                  <a:lnTo>
                    <a:pt x="234" y="1202"/>
                  </a:lnTo>
                  <a:cubicBezTo>
                    <a:pt x="231" y="1202"/>
                    <a:pt x="266" y="1226"/>
                    <a:pt x="349" y="1281"/>
                  </a:cubicBezTo>
                  <a:cubicBezTo>
                    <a:pt x="356" y="1286"/>
                    <a:pt x="363" y="1291"/>
                    <a:pt x="370" y="1295"/>
                  </a:cubicBezTo>
                  <a:lnTo>
                    <a:pt x="370" y="1295"/>
                  </a:lnTo>
                  <a:cubicBezTo>
                    <a:pt x="331" y="1276"/>
                    <a:pt x="302" y="1265"/>
                    <a:pt x="291" y="1265"/>
                  </a:cubicBezTo>
                  <a:cubicBezTo>
                    <a:pt x="277" y="1265"/>
                    <a:pt x="287" y="1279"/>
                    <a:pt x="333" y="1314"/>
                  </a:cubicBezTo>
                  <a:cubicBezTo>
                    <a:pt x="330" y="1316"/>
                    <a:pt x="328" y="1318"/>
                    <a:pt x="325" y="1318"/>
                  </a:cubicBezTo>
                  <a:cubicBezTo>
                    <a:pt x="319" y="1318"/>
                    <a:pt x="306" y="1311"/>
                    <a:pt x="268" y="1289"/>
                  </a:cubicBezTo>
                  <a:cubicBezTo>
                    <a:pt x="251" y="1278"/>
                    <a:pt x="238" y="1271"/>
                    <a:pt x="234" y="1271"/>
                  </a:cubicBezTo>
                  <a:lnTo>
                    <a:pt x="234" y="1271"/>
                  </a:lnTo>
                  <a:cubicBezTo>
                    <a:pt x="227" y="1271"/>
                    <a:pt x="246" y="1291"/>
                    <a:pt x="309" y="1338"/>
                  </a:cubicBezTo>
                  <a:cubicBezTo>
                    <a:pt x="359" y="1379"/>
                    <a:pt x="381" y="1399"/>
                    <a:pt x="372" y="1399"/>
                  </a:cubicBezTo>
                  <a:cubicBezTo>
                    <a:pt x="364" y="1399"/>
                    <a:pt x="339" y="1387"/>
                    <a:pt x="292" y="1362"/>
                  </a:cubicBezTo>
                  <a:cubicBezTo>
                    <a:pt x="251" y="1344"/>
                    <a:pt x="221" y="1337"/>
                    <a:pt x="203" y="1337"/>
                  </a:cubicBezTo>
                  <a:cubicBezTo>
                    <a:pt x="171" y="1337"/>
                    <a:pt x="172" y="1358"/>
                    <a:pt x="203" y="1378"/>
                  </a:cubicBezTo>
                  <a:cubicBezTo>
                    <a:pt x="284" y="1428"/>
                    <a:pt x="293" y="1449"/>
                    <a:pt x="268" y="1449"/>
                  </a:cubicBezTo>
                  <a:cubicBezTo>
                    <a:pt x="260" y="1449"/>
                    <a:pt x="249" y="1447"/>
                    <a:pt x="236" y="1443"/>
                  </a:cubicBezTo>
                  <a:cubicBezTo>
                    <a:pt x="214" y="1434"/>
                    <a:pt x="201" y="1430"/>
                    <a:pt x="195" y="1430"/>
                  </a:cubicBezTo>
                  <a:lnTo>
                    <a:pt x="195" y="1430"/>
                  </a:lnTo>
                  <a:cubicBezTo>
                    <a:pt x="185" y="1430"/>
                    <a:pt x="194" y="1442"/>
                    <a:pt x="219" y="1468"/>
                  </a:cubicBezTo>
                  <a:cubicBezTo>
                    <a:pt x="189" y="1447"/>
                    <a:pt x="155" y="1430"/>
                    <a:pt x="146" y="1430"/>
                  </a:cubicBezTo>
                  <a:lnTo>
                    <a:pt x="146" y="1430"/>
                  </a:lnTo>
                  <a:cubicBezTo>
                    <a:pt x="141" y="1430"/>
                    <a:pt x="145" y="1436"/>
                    <a:pt x="163" y="1451"/>
                  </a:cubicBezTo>
                  <a:cubicBezTo>
                    <a:pt x="163" y="1451"/>
                    <a:pt x="155" y="1460"/>
                    <a:pt x="211" y="1484"/>
                  </a:cubicBezTo>
                  <a:lnTo>
                    <a:pt x="309" y="1557"/>
                  </a:lnTo>
                  <a:cubicBezTo>
                    <a:pt x="309" y="1556"/>
                    <a:pt x="310" y="1555"/>
                    <a:pt x="311" y="1555"/>
                  </a:cubicBezTo>
                  <a:cubicBezTo>
                    <a:pt x="323" y="1555"/>
                    <a:pt x="372" y="1577"/>
                    <a:pt x="414" y="1605"/>
                  </a:cubicBezTo>
                  <a:cubicBezTo>
                    <a:pt x="435" y="1618"/>
                    <a:pt x="438" y="1624"/>
                    <a:pt x="425" y="1624"/>
                  </a:cubicBezTo>
                  <a:cubicBezTo>
                    <a:pt x="403" y="1624"/>
                    <a:pt x="334" y="1606"/>
                    <a:pt x="228" y="1565"/>
                  </a:cubicBezTo>
                  <a:lnTo>
                    <a:pt x="114" y="1524"/>
                  </a:lnTo>
                  <a:lnTo>
                    <a:pt x="219" y="1581"/>
                  </a:lnTo>
                  <a:cubicBezTo>
                    <a:pt x="216" y="1585"/>
                    <a:pt x="214" y="1588"/>
                    <a:pt x="208" y="1588"/>
                  </a:cubicBezTo>
                  <a:cubicBezTo>
                    <a:pt x="200" y="1588"/>
                    <a:pt x="186" y="1583"/>
                    <a:pt x="155" y="1565"/>
                  </a:cubicBezTo>
                  <a:cubicBezTo>
                    <a:pt x="124" y="1550"/>
                    <a:pt x="112" y="1544"/>
                    <a:pt x="106" y="1544"/>
                  </a:cubicBezTo>
                  <a:cubicBezTo>
                    <a:pt x="103" y="1544"/>
                    <a:pt x="101" y="1546"/>
                    <a:pt x="98" y="1549"/>
                  </a:cubicBezTo>
                  <a:cubicBezTo>
                    <a:pt x="98" y="1549"/>
                    <a:pt x="90" y="1557"/>
                    <a:pt x="146" y="1581"/>
                  </a:cubicBezTo>
                  <a:cubicBezTo>
                    <a:pt x="215" y="1618"/>
                    <a:pt x="239" y="1631"/>
                    <a:pt x="232" y="1631"/>
                  </a:cubicBezTo>
                  <a:cubicBezTo>
                    <a:pt x="228" y="1631"/>
                    <a:pt x="215" y="1627"/>
                    <a:pt x="195" y="1622"/>
                  </a:cubicBezTo>
                  <a:cubicBezTo>
                    <a:pt x="146" y="1601"/>
                    <a:pt x="119" y="1590"/>
                    <a:pt x="111" y="1590"/>
                  </a:cubicBezTo>
                  <a:lnTo>
                    <a:pt x="111" y="1590"/>
                  </a:lnTo>
                  <a:cubicBezTo>
                    <a:pt x="101" y="1590"/>
                    <a:pt x="127" y="1609"/>
                    <a:pt x="187" y="1646"/>
                  </a:cubicBezTo>
                  <a:cubicBezTo>
                    <a:pt x="242" y="1671"/>
                    <a:pt x="268" y="1684"/>
                    <a:pt x="265" y="1684"/>
                  </a:cubicBezTo>
                  <a:cubicBezTo>
                    <a:pt x="261" y="1684"/>
                    <a:pt x="233" y="1673"/>
                    <a:pt x="179" y="1654"/>
                  </a:cubicBezTo>
                  <a:cubicBezTo>
                    <a:pt x="132" y="1634"/>
                    <a:pt x="85" y="1620"/>
                    <a:pt x="70" y="1620"/>
                  </a:cubicBezTo>
                  <a:cubicBezTo>
                    <a:pt x="67" y="1620"/>
                    <a:pt x="65" y="1620"/>
                    <a:pt x="65" y="1622"/>
                  </a:cubicBezTo>
                  <a:lnTo>
                    <a:pt x="114" y="1646"/>
                  </a:lnTo>
                  <a:cubicBezTo>
                    <a:pt x="193" y="1680"/>
                    <a:pt x="213" y="1694"/>
                    <a:pt x="199" y="1694"/>
                  </a:cubicBezTo>
                  <a:cubicBezTo>
                    <a:pt x="193" y="1694"/>
                    <a:pt x="180" y="1691"/>
                    <a:pt x="163" y="1687"/>
                  </a:cubicBezTo>
                  <a:cubicBezTo>
                    <a:pt x="141" y="1677"/>
                    <a:pt x="128" y="1673"/>
                    <a:pt x="122" y="1673"/>
                  </a:cubicBezTo>
                  <a:lnTo>
                    <a:pt x="122" y="1673"/>
                  </a:lnTo>
                  <a:cubicBezTo>
                    <a:pt x="112" y="1673"/>
                    <a:pt x="121" y="1686"/>
                    <a:pt x="146" y="1711"/>
                  </a:cubicBezTo>
                  <a:cubicBezTo>
                    <a:pt x="142" y="1720"/>
                    <a:pt x="140" y="1726"/>
                    <a:pt x="130" y="1726"/>
                  </a:cubicBezTo>
                  <a:cubicBezTo>
                    <a:pt x="121" y="1726"/>
                    <a:pt x="107" y="1722"/>
                    <a:pt x="82" y="1711"/>
                  </a:cubicBezTo>
                  <a:cubicBezTo>
                    <a:pt x="31" y="1692"/>
                    <a:pt x="5" y="1681"/>
                    <a:pt x="3" y="1681"/>
                  </a:cubicBezTo>
                  <a:lnTo>
                    <a:pt x="3" y="1681"/>
                  </a:lnTo>
                  <a:cubicBezTo>
                    <a:pt x="0" y="1681"/>
                    <a:pt x="26" y="1694"/>
                    <a:pt x="82" y="1719"/>
                  </a:cubicBezTo>
                  <a:cubicBezTo>
                    <a:pt x="130" y="1751"/>
                    <a:pt x="130" y="1751"/>
                    <a:pt x="65" y="1751"/>
                  </a:cubicBezTo>
                  <a:cubicBezTo>
                    <a:pt x="42" y="1745"/>
                    <a:pt x="28" y="1741"/>
                    <a:pt x="23" y="1741"/>
                  </a:cubicBezTo>
                  <a:lnTo>
                    <a:pt x="23" y="1741"/>
                  </a:lnTo>
                  <a:cubicBezTo>
                    <a:pt x="17" y="1741"/>
                    <a:pt x="29" y="1749"/>
                    <a:pt x="57" y="1768"/>
                  </a:cubicBezTo>
                  <a:cubicBezTo>
                    <a:pt x="156" y="1803"/>
                    <a:pt x="212" y="1826"/>
                    <a:pt x="225" y="1826"/>
                  </a:cubicBezTo>
                  <a:cubicBezTo>
                    <a:pt x="227" y="1826"/>
                    <a:pt x="228" y="1825"/>
                    <a:pt x="228" y="1824"/>
                  </a:cubicBezTo>
                  <a:cubicBezTo>
                    <a:pt x="231" y="1821"/>
                    <a:pt x="232" y="1820"/>
                    <a:pt x="236" y="1820"/>
                  </a:cubicBezTo>
                  <a:cubicBezTo>
                    <a:pt x="242" y="1820"/>
                    <a:pt x="253" y="1825"/>
                    <a:pt x="284" y="1841"/>
                  </a:cubicBezTo>
                  <a:cubicBezTo>
                    <a:pt x="284" y="1841"/>
                    <a:pt x="284" y="1849"/>
                    <a:pt x="276" y="1857"/>
                  </a:cubicBezTo>
                  <a:cubicBezTo>
                    <a:pt x="276" y="1865"/>
                    <a:pt x="276" y="1873"/>
                    <a:pt x="317" y="1905"/>
                  </a:cubicBezTo>
                  <a:cubicBezTo>
                    <a:pt x="353" y="1936"/>
                    <a:pt x="425" y="1966"/>
                    <a:pt x="440" y="1966"/>
                  </a:cubicBezTo>
                  <a:cubicBezTo>
                    <a:pt x="444" y="1966"/>
                    <a:pt x="443" y="1962"/>
                    <a:pt x="430" y="1954"/>
                  </a:cubicBezTo>
                  <a:lnTo>
                    <a:pt x="430" y="1954"/>
                  </a:lnTo>
                  <a:lnTo>
                    <a:pt x="495" y="1970"/>
                  </a:lnTo>
                  <a:cubicBezTo>
                    <a:pt x="566" y="1999"/>
                    <a:pt x="608" y="2012"/>
                    <a:pt x="617" y="2012"/>
                  </a:cubicBezTo>
                  <a:cubicBezTo>
                    <a:pt x="630" y="2012"/>
                    <a:pt x="591" y="1991"/>
                    <a:pt x="495" y="1954"/>
                  </a:cubicBezTo>
                  <a:cubicBezTo>
                    <a:pt x="405" y="1918"/>
                    <a:pt x="365" y="1902"/>
                    <a:pt x="367" y="1902"/>
                  </a:cubicBezTo>
                  <a:lnTo>
                    <a:pt x="367" y="1902"/>
                  </a:lnTo>
                  <a:cubicBezTo>
                    <a:pt x="368" y="1902"/>
                    <a:pt x="396" y="1912"/>
                    <a:pt x="446" y="1930"/>
                  </a:cubicBezTo>
                  <a:cubicBezTo>
                    <a:pt x="514" y="1954"/>
                    <a:pt x="541" y="1961"/>
                    <a:pt x="554" y="1961"/>
                  </a:cubicBezTo>
                  <a:cubicBezTo>
                    <a:pt x="563" y="1961"/>
                    <a:pt x="565" y="1957"/>
                    <a:pt x="568" y="1954"/>
                  </a:cubicBezTo>
                  <a:cubicBezTo>
                    <a:pt x="568" y="1952"/>
                    <a:pt x="568" y="1951"/>
                    <a:pt x="569" y="1951"/>
                  </a:cubicBezTo>
                  <a:cubicBezTo>
                    <a:pt x="572" y="1951"/>
                    <a:pt x="583" y="1958"/>
                    <a:pt x="625" y="1970"/>
                  </a:cubicBezTo>
                  <a:cubicBezTo>
                    <a:pt x="657" y="1995"/>
                    <a:pt x="698" y="2003"/>
                    <a:pt x="738" y="2003"/>
                  </a:cubicBezTo>
                  <a:cubicBezTo>
                    <a:pt x="746" y="2003"/>
                    <a:pt x="746" y="2003"/>
                    <a:pt x="690" y="1978"/>
                  </a:cubicBezTo>
                  <a:cubicBezTo>
                    <a:pt x="659" y="1970"/>
                    <a:pt x="645" y="1961"/>
                    <a:pt x="656" y="1961"/>
                  </a:cubicBezTo>
                  <a:cubicBezTo>
                    <a:pt x="665" y="1961"/>
                    <a:pt x="694" y="1968"/>
                    <a:pt x="746" y="1987"/>
                  </a:cubicBezTo>
                  <a:cubicBezTo>
                    <a:pt x="756" y="1989"/>
                    <a:pt x="764" y="1992"/>
                    <a:pt x="770" y="1994"/>
                  </a:cubicBezTo>
                  <a:lnTo>
                    <a:pt x="770" y="1994"/>
                  </a:lnTo>
                  <a:cubicBezTo>
                    <a:pt x="756" y="1988"/>
                    <a:pt x="733" y="1978"/>
                    <a:pt x="698" y="1962"/>
                  </a:cubicBezTo>
                  <a:cubicBezTo>
                    <a:pt x="629" y="1933"/>
                    <a:pt x="605" y="1915"/>
                    <a:pt x="622" y="1915"/>
                  </a:cubicBezTo>
                  <a:cubicBezTo>
                    <a:pt x="633" y="1915"/>
                    <a:pt x="662" y="1922"/>
                    <a:pt x="706" y="1938"/>
                  </a:cubicBezTo>
                  <a:lnTo>
                    <a:pt x="714" y="1930"/>
                  </a:lnTo>
                  <a:cubicBezTo>
                    <a:pt x="682" y="1905"/>
                    <a:pt x="649" y="1881"/>
                    <a:pt x="609" y="1873"/>
                  </a:cubicBezTo>
                  <a:cubicBezTo>
                    <a:pt x="542" y="1842"/>
                    <a:pt x="517" y="1831"/>
                    <a:pt x="523" y="1831"/>
                  </a:cubicBezTo>
                  <a:lnTo>
                    <a:pt x="523" y="1831"/>
                  </a:lnTo>
                  <a:cubicBezTo>
                    <a:pt x="526" y="1831"/>
                    <a:pt x="539" y="1835"/>
                    <a:pt x="560" y="1841"/>
                  </a:cubicBezTo>
                  <a:cubicBezTo>
                    <a:pt x="592" y="1849"/>
                    <a:pt x="633" y="1865"/>
                    <a:pt x="665" y="1881"/>
                  </a:cubicBezTo>
                  <a:cubicBezTo>
                    <a:pt x="697" y="1899"/>
                    <a:pt x="711" y="1905"/>
                    <a:pt x="718" y="1905"/>
                  </a:cubicBezTo>
                  <a:cubicBezTo>
                    <a:pt x="725" y="1905"/>
                    <a:pt x="727" y="1901"/>
                    <a:pt x="730" y="1897"/>
                  </a:cubicBezTo>
                  <a:cubicBezTo>
                    <a:pt x="730" y="1889"/>
                    <a:pt x="738" y="1881"/>
                    <a:pt x="682" y="1857"/>
                  </a:cubicBezTo>
                  <a:lnTo>
                    <a:pt x="682" y="1857"/>
                  </a:lnTo>
                  <a:lnTo>
                    <a:pt x="738" y="1881"/>
                  </a:lnTo>
                  <a:cubicBezTo>
                    <a:pt x="738" y="1880"/>
                    <a:pt x="739" y="1880"/>
                    <a:pt x="740" y="1880"/>
                  </a:cubicBezTo>
                  <a:cubicBezTo>
                    <a:pt x="746" y="1880"/>
                    <a:pt x="763" y="1888"/>
                    <a:pt x="764" y="1888"/>
                  </a:cubicBezTo>
                  <a:cubicBezTo>
                    <a:pt x="764" y="1888"/>
                    <a:pt x="758" y="1884"/>
                    <a:pt x="738" y="1873"/>
                  </a:cubicBezTo>
                  <a:cubicBezTo>
                    <a:pt x="738" y="1873"/>
                    <a:pt x="740" y="1872"/>
                    <a:pt x="745" y="1872"/>
                  </a:cubicBezTo>
                  <a:cubicBezTo>
                    <a:pt x="753" y="1872"/>
                    <a:pt x="769" y="1875"/>
                    <a:pt x="803" y="1889"/>
                  </a:cubicBezTo>
                  <a:cubicBezTo>
                    <a:pt x="810" y="1891"/>
                    <a:pt x="814" y="1892"/>
                    <a:pt x="818" y="1892"/>
                  </a:cubicBezTo>
                  <a:cubicBezTo>
                    <a:pt x="849" y="1892"/>
                    <a:pt x="760" y="1829"/>
                    <a:pt x="657" y="1792"/>
                  </a:cubicBezTo>
                  <a:lnTo>
                    <a:pt x="657" y="1784"/>
                  </a:lnTo>
                  <a:cubicBezTo>
                    <a:pt x="665" y="1776"/>
                    <a:pt x="609" y="1751"/>
                    <a:pt x="609" y="1751"/>
                  </a:cubicBezTo>
                  <a:cubicBezTo>
                    <a:pt x="560" y="1719"/>
                    <a:pt x="560" y="1711"/>
                    <a:pt x="568" y="1703"/>
                  </a:cubicBezTo>
                  <a:lnTo>
                    <a:pt x="568" y="1703"/>
                  </a:lnTo>
                  <a:cubicBezTo>
                    <a:pt x="568" y="1703"/>
                    <a:pt x="617" y="1735"/>
                    <a:pt x="673" y="1768"/>
                  </a:cubicBezTo>
                  <a:cubicBezTo>
                    <a:pt x="757" y="1816"/>
                    <a:pt x="812" y="1843"/>
                    <a:pt x="820" y="1843"/>
                  </a:cubicBezTo>
                  <a:cubicBezTo>
                    <a:pt x="827" y="1843"/>
                    <a:pt x="800" y="1824"/>
                    <a:pt x="730" y="1784"/>
                  </a:cubicBezTo>
                  <a:lnTo>
                    <a:pt x="730" y="1784"/>
                  </a:lnTo>
                  <a:lnTo>
                    <a:pt x="787" y="1816"/>
                  </a:lnTo>
                  <a:cubicBezTo>
                    <a:pt x="807" y="1826"/>
                    <a:pt x="819" y="1832"/>
                    <a:pt x="823" y="1832"/>
                  </a:cubicBezTo>
                  <a:cubicBezTo>
                    <a:pt x="829" y="1832"/>
                    <a:pt x="819" y="1820"/>
                    <a:pt x="795" y="1792"/>
                  </a:cubicBezTo>
                  <a:cubicBezTo>
                    <a:pt x="746" y="1760"/>
                    <a:pt x="698" y="1719"/>
                    <a:pt x="649" y="1695"/>
                  </a:cubicBezTo>
                  <a:cubicBezTo>
                    <a:pt x="600" y="1662"/>
                    <a:pt x="600" y="1654"/>
                    <a:pt x="600" y="1654"/>
                  </a:cubicBezTo>
                  <a:cubicBezTo>
                    <a:pt x="603" y="1651"/>
                    <a:pt x="605" y="1650"/>
                    <a:pt x="608" y="1650"/>
                  </a:cubicBezTo>
                  <a:cubicBezTo>
                    <a:pt x="614" y="1650"/>
                    <a:pt x="625" y="1657"/>
                    <a:pt x="657" y="1678"/>
                  </a:cubicBezTo>
                  <a:cubicBezTo>
                    <a:pt x="700" y="1707"/>
                    <a:pt x="725" y="1720"/>
                    <a:pt x="732" y="1720"/>
                  </a:cubicBezTo>
                  <a:cubicBezTo>
                    <a:pt x="741" y="1720"/>
                    <a:pt x="720" y="1699"/>
                    <a:pt x="665" y="1662"/>
                  </a:cubicBezTo>
                  <a:lnTo>
                    <a:pt x="665" y="1662"/>
                  </a:lnTo>
                  <a:lnTo>
                    <a:pt x="722" y="1695"/>
                  </a:lnTo>
                  <a:cubicBezTo>
                    <a:pt x="750" y="1713"/>
                    <a:pt x="777" y="1729"/>
                    <a:pt x="791" y="1729"/>
                  </a:cubicBezTo>
                  <a:cubicBezTo>
                    <a:pt x="802" y="1729"/>
                    <a:pt x="806" y="1719"/>
                    <a:pt x="795" y="1695"/>
                  </a:cubicBezTo>
                  <a:cubicBezTo>
                    <a:pt x="805" y="1680"/>
                    <a:pt x="815" y="1668"/>
                    <a:pt x="831" y="1668"/>
                  </a:cubicBezTo>
                  <a:cubicBezTo>
                    <a:pt x="842" y="1668"/>
                    <a:pt x="857" y="1674"/>
                    <a:pt x="876" y="1687"/>
                  </a:cubicBezTo>
                  <a:cubicBezTo>
                    <a:pt x="883" y="1691"/>
                    <a:pt x="888" y="1693"/>
                    <a:pt x="889" y="1693"/>
                  </a:cubicBezTo>
                  <a:cubicBezTo>
                    <a:pt x="901" y="1693"/>
                    <a:pt x="831" y="1618"/>
                    <a:pt x="755" y="1549"/>
                  </a:cubicBezTo>
                  <a:lnTo>
                    <a:pt x="755" y="1549"/>
                  </a:lnTo>
                  <a:cubicBezTo>
                    <a:pt x="781" y="1570"/>
                    <a:pt x="795" y="1578"/>
                    <a:pt x="804" y="1578"/>
                  </a:cubicBezTo>
                  <a:cubicBezTo>
                    <a:pt x="812" y="1578"/>
                    <a:pt x="816" y="1572"/>
                    <a:pt x="819" y="1565"/>
                  </a:cubicBezTo>
                  <a:cubicBezTo>
                    <a:pt x="823" y="1559"/>
                    <a:pt x="824" y="1555"/>
                    <a:pt x="828" y="1555"/>
                  </a:cubicBezTo>
                  <a:cubicBezTo>
                    <a:pt x="835" y="1555"/>
                    <a:pt x="846" y="1564"/>
                    <a:pt x="876" y="1589"/>
                  </a:cubicBezTo>
                  <a:cubicBezTo>
                    <a:pt x="920" y="1629"/>
                    <a:pt x="942" y="1649"/>
                    <a:pt x="944" y="1649"/>
                  </a:cubicBezTo>
                  <a:cubicBezTo>
                    <a:pt x="946" y="1649"/>
                    <a:pt x="926" y="1627"/>
                    <a:pt x="884" y="1581"/>
                  </a:cubicBezTo>
                  <a:cubicBezTo>
                    <a:pt x="845" y="1549"/>
                    <a:pt x="834" y="1534"/>
                    <a:pt x="843" y="1534"/>
                  </a:cubicBezTo>
                  <a:lnTo>
                    <a:pt x="843" y="1534"/>
                  </a:lnTo>
                  <a:cubicBezTo>
                    <a:pt x="854" y="1534"/>
                    <a:pt x="895" y="1557"/>
                    <a:pt x="949" y="1597"/>
                  </a:cubicBezTo>
                  <a:cubicBezTo>
                    <a:pt x="973" y="1621"/>
                    <a:pt x="986" y="1628"/>
                    <a:pt x="994" y="1628"/>
                  </a:cubicBezTo>
                  <a:cubicBezTo>
                    <a:pt x="999" y="1628"/>
                    <a:pt x="1003" y="1625"/>
                    <a:pt x="1006" y="1622"/>
                  </a:cubicBezTo>
                  <a:cubicBezTo>
                    <a:pt x="965" y="1581"/>
                    <a:pt x="973" y="1573"/>
                    <a:pt x="990" y="1565"/>
                  </a:cubicBezTo>
                  <a:cubicBezTo>
                    <a:pt x="998" y="1549"/>
                    <a:pt x="998" y="1549"/>
                    <a:pt x="909" y="1468"/>
                  </a:cubicBezTo>
                  <a:cubicBezTo>
                    <a:pt x="819" y="1387"/>
                    <a:pt x="828" y="1387"/>
                    <a:pt x="836" y="1378"/>
                  </a:cubicBezTo>
                  <a:cubicBezTo>
                    <a:pt x="839" y="1375"/>
                    <a:pt x="841" y="1372"/>
                    <a:pt x="845" y="1372"/>
                  </a:cubicBezTo>
                  <a:cubicBezTo>
                    <a:pt x="852" y="1372"/>
                    <a:pt x="864" y="1379"/>
                    <a:pt x="892" y="1403"/>
                  </a:cubicBezTo>
                  <a:cubicBezTo>
                    <a:pt x="892" y="1403"/>
                    <a:pt x="933" y="1436"/>
                    <a:pt x="946" y="1436"/>
                  </a:cubicBezTo>
                  <a:cubicBezTo>
                    <a:pt x="947" y="1436"/>
                    <a:pt x="948" y="1436"/>
                    <a:pt x="949" y="1435"/>
                  </a:cubicBezTo>
                  <a:cubicBezTo>
                    <a:pt x="949" y="1433"/>
                    <a:pt x="950" y="1431"/>
                    <a:pt x="952" y="1431"/>
                  </a:cubicBezTo>
                  <a:cubicBezTo>
                    <a:pt x="957" y="1431"/>
                    <a:pt x="970" y="1440"/>
                    <a:pt x="998" y="1468"/>
                  </a:cubicBezTo>
                  <a:cubicBezTo>
                    <a:pt x="998" y="1468"/>
                    <a:pt x="1036" y="1493"/>
                    <a:pt x="1050" y="1493"/>
                  </a:cubicBezTo>
                  <a:cubicBezTo>
                    <a:pt x="1052" y="1493"/>
                    <a:pt x="1054" y="1493"/>
                    <a:pt x="1055" y="1492"/>
                  </a:cubicBezTo>
                  <a:cubicBezTo>
                    <a:pt x="1058" y="1489"/>
                    <a:pt x="1062" y="1485"/>
                    <a:pt x="1070" y="1485"/>
                  </a:cubicBezTo>
                  <a:cubicBezTo>
                    <a:pt x="1080" y="1485"/>
                    <a:pt x="1095" y="1492"/>
                    <a:pt x="1119" y="1516"/>
                  </a:cubicBezTo>
                  <a:cubicBezTo>
                    <a:pt x="1127" y="1516"/>
                    <a:pt x="1127" y="1516"/>
                    <a:pt x="1079" y="1468"/>
                  </a:cubicBezTo>
                  <a:cubicBezTo>
                    <a:pt x="1046" y="1435"/>
                    <a:pt x="1018" y="1396"/>
                    <a:pt x="1040" y="1396"/>
                  </a:cubicBezTo>
                  <a:cubicBezTo>
                    <a:pt x="1045" y="1396"/>
                    <a:pt x="1052" y="1398"/>
                    <a:pt x="1063" y="1403"/>
                  </a:cubicBezTo>
                  <a:cubicBezTo>
                    <a:pt x="1079" y="1395"/>
                    <a:pt x="1095" y="1387"/>
                    <a:pt x="1055" y="1338"/>
                  </a:cubicBezTo>
                  <a:lnTo>
                    <a:pt x="1055" y="1338"/>
                  </a:lnTo>
                  <a:cubicBezTo>
                    <a:pt x="1055" y="1338"/>
                    <a:pt x="1055" y="1339"/>
                    <a:pt x="1095" y="1378"/>
                  </a:cubicBezTo>
                  <a:cubicBezTo>
                    <a:pt x="1133" y="1420"/>
                    <a:pt x="1157" y="1441"/>
                    <a:pt x="1164" y="1441"/>
                  </a:cubicBezTo>
                  <a:cubicBezTo>
                    <a:pt x="1172" y="1441"/>
                    <a:pt x="1158" y="1414"/>
                    <a:pt x="1119" y="1362"/>
                  </a:cubicBezTo>
                  <a:cubicBezTo>
                    <a:pt x="1097" y="1340"/>
                    <a:pt x="1090" y="1327"/>
                    <a:pt x="1094" y="1327"/>
                  </a:cubicBezTo>
                  <a:lnTo>
                    <a:pt x="1094" y="1327"/>
                  </a:lnTo>
                  <a:cubicBezTo>
                    <a:pt x="1098" y="1327"/>
                    <a:pt x="1109" y="1336"/>
                    <a:pt x="1127" y="1354"/>
                  </a:cubicBezTo>
                  <a:cubicBezTo>
                    <a:pt x="1127" y="1354"/>
                    <a:pt x="1136" y="1354"/>
                    <a:pt x="1103" y="1297"/>
                  </a:cubicBezTo>
                  <a:cubicBezTo>
                    <a:pt x="1086" y="1272"/>
                    <a:pt x="1078" y="1260"/>
                    <a:pt x="1081" y="1260"/>
                  </a:cubicBezTo>
                  <a:lnTo>
                    <a:pt x="1081" y="1260"/>
                  </a:lnTo>
                  <a:cubicBezTo>
                    <a:pt x="1084" y="1260"/>
                    <a:pt x="1096" y="1270"/>
                    <a:pt x="1119" y="1289"/>
                  </a:cubicBezTo>
                  <a:cubicBezTo>
                    <a:pt x="1147" y="1317"/>
                    <a:pt x="1156" y="1326"/>
                    <a:pt x="1161" y="1326"/>
                  </a:cubicBezTo>
                  <a:cubicBezTo>
                    <a:pt x="1164" y="1326"/>
                    <a:pt x="1166" y="1324"/>
                    <a:pt x="1168" y="1322"/>
                  </a:cubicBezTo>
                  <a:cubicBezTo>
                    <a:pt x="1145" y="1287"/>
                    <a:pt x="1175" y="1253"/>
                    <a:pt x="1209" y="1253"/>
                  </a:cubicBezTo>
                  <a:cubicBezTo>
                    <a:pt x="1223" y="1253"/>
                    <a:pt x="1237" y="1259"/>
                    <a:pt x="1249" y="1273"/>
                  </a:cubicBezTo>
                  <a:cubicBezTo>
                    <a:pt x="1217" y="1224"/>
                    <a:pt x="1217" y="1224"/>
                    <a:pt x="1225" y="1216"/>
                  </a:cubicBezTo>
                  <a:lnTo>
                    <a:pt x="1225" y="1216"/>
                  </a:lnTo>
                  <a:cubicBezTo>
                    <a:pt x="1252" y="1249"/>
                    <a:pt x="1264" y="1263"/>
                    <a:pt x="1266" y="1263"/>
                  </a:cubicBezTo>
                  <a:cubicBezTo>
                    <a:pt x="1270" y="1263"/>
                    <a:pt x="1242" y="1221"/>
                    <a:pt x="1200" y="1160"/>
                  </a:cubicBezTo>
                  <a:lnTo>
                    <a:pt x="1192" y="1168"/>
                  </a:lnTo>
                  <a:lnTo>
                    <a:pt x="1184" y="1168"/>
                  </a:lnTo>
                  <a:cubicBezTo>
                    <a:pt x="1150" y="1122"/>
                    <a:pt x="1137" y="1096"/>
                    <a:pt x="1144" y="1096"/>
                  </a:cubicBezTo>
                  <a:lnTo>
                    <a:pt x="1144" y="1096"/>
                  </a:lnTo>
                  <a:cubicBezTo>
                    <a:pt x="1152" y="1096"/>
                    <a:pt x="1185" y="1130"/>
                    <a:pt x="1241" y="1208"/>
                  </a:cubicBezTo>
                  <a:cubicBezTo>
                    <a:pt x="1277" y="1252"/>
                    <a:pt x="1295" y="1274"/>
                    <a:pt x="1297" y="1274"/>
                  </a:cubicBezTo>
                  <a:cubicBezTo>
                    <a:pt x="1298" y="1274"/>
                    <a:pt x="1282" y="1250"/>
                    <a:pt x="1249" y="1200"/>
                  </a:cubicBezTo>
                  <a:cubicBezTo>
                    <a:pt x="1215" y="1145"/>
                    <a:pt x="1201" y="1119"/>
                    <a:pt x="1206" y="1119"/>
                  </a:cubicBezTo>
                  <a:lnTo>
                    <a:pt x="1206" y="1119"/>
                  </a:lnTo>
                  <a:cubicBezTo>
                    <a:pt x="1210" y="1119"/>
                    <a:pt x="1230" y="1141"/>
                    <a:pt x="1265" y="1184"/>
                  </a:cubicBezTo>
                  <a:cubicBezTo>
                    <a:pt x="1302" y="1233"/>
                    <a:pt x="1320" y="1257"/>
                    <a:pt x="1321" y="1257"/>
                  </a:cubicBezTo>
                  <a:cubicBezTo>
                    <a:pt x="1322" y="1257"/>
                    <a:pt x="1306" y="1233"/>
                    <a:pt x="1273" y="1184"/>
                  </a:cubicBezTo>
                  <a:cubicBezTo>
                    <a:pt x="1202" y="1065"/>
                    <a:pt x="1167" y="994"/>
                    <a:pt x="1178" y="994"/>
                  </a:cubicBezTo>
                  <a:lnTo>
                    <a:pt x="1178" y="994"/>
                  </a:lnTo>
                  <a:cubicBezTo>
                    <a:pt x="1185" y="994"/>
                    <a:pt x="1216" y="1030"/>
                    <a:pt x="1273" y="1111"/>
                  </a:cubicBezTo>
                  <a:cubicBezTo>
                    <a:pt x="1298" y="1168"/>
                    <a:pt x="1338" y="1216"/>
                    <a:pt x="1379" y="1257"/>
                  </a:cubicBezTo>
                  <a:cubicBezTo>
                    <a:pt x="1371" y="1224"/>
                    <a:pt x="1346" y="1184"/>
                    <a:pt x="1322" y="1151"/>
                  </a:cubicBezTo>
                  <a:cubicBezTo>
                    <a:pt x="1286" y="1103"/>
                    <a:pt x="1269" y="1078"/>
                    <a:pt x="1272" y="1078"/>
                  </a:cubicBezTo>
                  <a:lnTo>
                    <a:pt x="1272" y="1078"/>
                  </a:lnTo>
                  <a:cubicBezTo>
                    <a:pt x="1275" y="1078"/>
                    <a:pt x="1298" y="1103"/>
                    <a:pt x="1338" y="1151"/>
                  </a:cubicBezTo>
                  <a:cubicBezTo>
                    <a:pt x="1397" y="1223"/>
                    <a:pt x="1427" y="1255"/>
                    <a:pt x="1437" y="1255"/>
                  </a:cubicBezTo>
                  <a:cubicBezTo>
                    <a:pt x="1445" y="1255"/>
                    <a:pt x="1435" y="1227"/>
                    <a:pt x="1411" y="1176"/>
                  </a:cubicBezTo>
                  <a:cubicBezTo>
                    <a:pt x="1394" y="1112"/>
                    <a:pt x="1391" y="1079"/>
                    <a:pt x="1397" y="1079"/>
                  </a:cubicBezTo>
                  <a:lnTo>
                    <a:pt x="1397" y="1079"/>
                  </a:lnTo>
                  <a:cubicBezTo>
                    <a:pt x="1403" y="1079"/>
                    <a:pt x="1416" y="1106"/>
                    <a:pt x="1436" y="1160"/>
                  </a:cubicBezTo>
                  <a:cubicBezTo>
                    <a:pt x="1463" y="1223"/>
                    <a:pt x="1477" y="1249"/>
                    <a:pt x="1481" y="1249"/>
                  </a:cubicBezTo>
                  <a:cubicBezTo>
                    <a:pt x="1483" y="1249"/>
                    <a:pt x="1479" y="1233"/>
                    <a:pt x="1468" y="1208"/>
                  </a:cubicBezTo>
                  <a:lnTo>
                    <a:pt x="1500" y="1200"/>
                  </a:lnTo>
                  <a:cubicBezTo>
                    <a:pt x="1494" y="1167"/>
                    <a:pt x="1482" y="1134"/>
                    <a:pt x="1465" y="1106"/>
                  </a:cubicBezTo>
                  <a:lnTo>
                    <a:pt x="1465" y="1106"/>
                  </a:lnTo>
                  <a:cubicBezTo>
                    <a:pt x="1498" y="1154"/>
                    <a:pt x="1522" y="1186"/>
                    <a:pt x="1528" y="1186"/>
                  </a:cubicBezTo>
                  <a:cubicBezTo>
                    <a:pt x="1533" y="1186"/>
                    <a:pt x="1528" y="1169"/>
                    <a:pt x="1509" y="1127"/>
                  </a:cubicBezTo>
                  <a:lnTo>
                    <a:pt x="1525" y="1119"/>
                  </a:lnTo>
                  <a:cubicBezTo>
                    <a:pt x="1533" y="1119"/>
                    <a:pt x="1533" y="1119"/>
                    <a:pt x="1509" y="1062"/>
                  </a:cubicBezTo>
                  <a:cubicBezTo>
                    <a:pt x="1501" y="1044"/>
                    <a:pt x="1500" y="1037"/>
                    <a:pt x="1503" y="1037"/>
                  </a:cubicBezTo>
                  <a:lnTo>
                    <a:pt x="1503" y="1037"/>
                  </a:lnTo>
                  <a:cubicBezTo>
                    <a:pt x="1509" y="1037"/>
                    <a:pt x="1535" y="1070"/>
                    <a:pt x="1557" y="1103"/>
                  </a:cubicBezTo>
                  <a:cubicBezTo>
                    <a:pt x="1579" y="1142"/>
                    <a:pt x="1602" y="1177"/>
                    <a:pt x="1606" y="1177"/>
                  </a:cubicBezTo>
                  <a:cubicBezTo>
                    <a:pt x="1607" y="1177"/>
                    <a:pt x="1605" y="1169"/>
                    <a:pt x="1598" y="1151"/>
                  </a:cubicBezTo>
                  <a:cubicBezTo>
                    <a:pt x="1573" y="1103"/>
                    <a:pt x="1549" y="1046"/>
                    <a:pt x="1533" y="989"/>
                  </a:cubicBezTo>
                  <a:cubicBezTo>
                    <a:pt x="1528" y="971"/>
                    <a:pt x="1527" y="964"/>
                    <a:pt x="1530" y="964"/>
                  </a:cubicBezTo>
                  <a:lnTo>
                    <a:pt x="1530" y="964"/>
                  </a:lnTo>
                  <a:cubicBezTo>
                    <a:pt x="1535" y="964"/>
                    <a:pt x="1554" y="999"/>
                    <a:pt x="1565" y="1038"/>
                  </a:cubicBezTo>
                  <a:cubicBezTo>
                    <a:pt x="1582" y="1070"/>
                    <a:pt x="1606" y="1111"/>
                    <a:pt x="1630" y="1143"/>
                  </a:cubicBezTo>
                  <a:cubicBezTo>
                    <a:pt x="1638" y="1135"/>
                    <a:pt x="1646" y="1135"/>
                    <a:pt x="1622" y="1078"/>
                  </a:cubicBezTo>
                  <a:cubicBezTo>
                    <a:pt x="1608" y="1046"/>
                    <a:pt x="1615" y="1027"/>
                    <a:pt x="1629" y="1027"/>
                  </a:cubicBezTo>
                  <a:cubicBezTo>
                    <a:pt x="1639" y="1027"/>
                    <a:pt x="1652" y="1038"/>
                    <a:pt x="1663" y="1062"/>
                  </a:cubicBezTo>
                  <a:lnTo>
                    <a:pt x="1679" y="1054"/>
                  </a:lnTo>
                  <a:cubicBezTo>
                    <a:pt x="1687" y="1054"/>
                    <a:pt x="1671" y="997"/>
                    <a:pt x="1679" y="997"/>
                  </a:cubicBezTo>
                  <a:cubicBezTo>
                    <a:pt x="1679" y="997"/>
                    <a:pt x="1679" y="997"/>
                    <a:pt x="1663" y="933"/>
                  </a:cubicBezTo>
                  <a:cubicBezTo>
                    <a:pt x="1671" y="933"/>
                    <a:pt x="1679" y="933"/>
                    <a:pt x="1703" y="989"/>
                  </a:cubicBezTo>
                  <a:cubicBezTo>
                    <a:pt x="1683" y="931"/>
                    <a:pt x="1672" y="903"/>
                    <a:pt x="1674" y="903"/>
                  </a:cubicBezTo>
                  <a:lnTo>
                    <a:pt x="1674" y="903"/>
                  </a:lnTo>
                  <a:cubicBezTo>
                    <a:pt x="1675" y="903"/>
                    <a:pt x="1687" y="929"/>
                    <a:pt x="1711" y="981"/>
                  </a:cubicBezTo>
                  <a:cubicBezTo>
                    <a:pt x="1736" y="1038"/>
                    <a:pt x="1748" y="1066"/>
                    <a:pt x="1749" y="1066"/>
                  </a:cubicBezTo>
                  <a:cubicBezTo>
                    <a:pt x="1750" y="1066"/>
                    <a:pt x="1740" y="1038"/>
                    <a:pt x="1719" y="981"/>
                  </a:cubicBezTo>
                  <a:cubicBezTo>
                    <a:pt x="1711" y="952"/>
                    <a:pt x="1707" y="938"/>
                    <a:pt x="1709" y="938"/>
                  </a:cubicBezTo>
                  <a:lnTo>
                    <a:pt x="1709" y="938"/>
                  </a:lnTo>
                  <a:cubicBezTo>
                    <a:pt x="1712" y="938"/>
                    <a:pt x="1720" y="950"/>
                    <a:pt x="1736" y="973"/>
                  </a:cubicBezTo>
                  <a:cubicBezTo>
                    <a:pt x="1744" y="1001"/>
                    <a:pt x="1750" y="1016"/>
                    <a:pt x="1752" y="1016"/>
                  </a:cubicBezTo>
                  <a:cubicBezTo>
                    <a:pt x="1754" y="1016"/>
                    <a:pt x="1752" y="1001"/>
                    <a:pt x="1744" y="973"/>
                  </a:cubicBezTo>
                  <a:cubicBezTo>
                    <a:pt x="1718" y="901"/>
                    <a:pt x="1709" y="849"/>
                    <a:pt x="1715" y="849"/>
                  </a:cubicBezTo>
                  <a:lnTo>
                    <a:pt x="1715" y="849"/>
                  </a:lnTo>
                  <a:cubicBezTo>
                    <a:pt x="1719" y="849"/>
                    <a:pt x="1729" y="867"/>
                    <a:pt x="1744" y="908"/>
                  </a:cubicBezTo>
                  <a:cubicBezTo>
                    <a:pt x="1744" y="908"/>
                    <a:pt x="1752" y="908"/>
                    <a:pt x="1744" y="851"/>
                  </a:cubicBezTo>
                  <a:cubicBezTo>
                    <a:pt x="1727" y="794"/>
                    <a:pt x="1719" y="765"/>
                    <a:pt x="1719" y="765"/>
                  </a:cubicBezTo>
                  <a:lnTo>
                    <a:pt x="1719" y="765"/>
                  </a:lnTo>
                  <a:cubicBezTo>
                    <a:pt x="1720" y="765"/>
                    <a:pt x="1728" y="792"/>
                    <a:pt x="1744" y="843"/>
                  </a:cubicBezTo>
                  <a:cubicBezTo>
                    <a:pt x="1768" y="900"/>
                    <a:pt x="1782" y="928"/>
                    <a:pt x="1786" y="928"/>
                  </a:cubicBezTo>
                  <a:cubicBezTo>
                    <a:pt x="1790" y="928"/>
                    <a:pt x="1784" y="900"/>
                    <a:pt x="1768" y="843"/>
                  </a:cubicBezTo>
                  <a:cubicBezTo>
                    <a:pt x="1768" y="843"/>
                    <a:pt x="1764" y="816"/>
                    <a:pt x="1770" y="816"/>
                  </a:cubicBezTo>
                  <a:cubicBezTo>
                    <a:pt x="1773" y="816"/>
                    <a:pt x="1777" y="821"/>
                    <a:pt x="1784" y="835"/>
                  </a:cubicBezTo>
                  <a:cubicBezTo>
                    <a:pt x="1802" y="867"/>
                    <a:pt x="1828" y="896"/>
                    <a:pt x="1840" y="896"/>
                  </a:cubicBezTo>
                  <a:cubicBezTo>
                    <a:pt x="1850" y="896"/>
                    <a:pt x="1851" y="877"/>
                    <a:pt x="1833" y="827"/>
                  </a:cubicBezTo>
                  <a:lnTo>
                    <a:pt x="1849" y="827"/>
                  </a:lnTo>
                  <a:cubicBezTo>
                    <a:pt x="1861" y="851"/>
                    <a:pt x="1869" y="863"/>
                    <a:pt x="1873" y="863"/>
                  </a:cubicBezTo>
                  <a:cubicBezTo>
                    <a:pt x="1877" y="863"/>
                    <a:pt x="1878" y="848"/>
                    <a:pt x="1873" y="819"/>
                  </a:cubicBezTo>
                  <a:lnTo>
                    <a:pt x="1865" y="754"/>
                  </a:lnTo>
                  <a:lnTo>
                    <a:pt x="1865" y="754"/>
                  </a:lnTo>
                  <a:cubicBezTo>
                    <a:pt x="1873" y="795"/>
                    <a:pt x="1890" y="835"/>
                    <a:pt x="1914" y="868"/>
                  </a:cubicBezTo>
                  <a:cubicBezTo>
                    <a:pt x="1914" y="868"/>
                    <a:pt x="1914" y="868"/>
                    <a:pt x="1906" y="811"/>
                  </a:cubicBezTo>
                  <a:cubicBezTo>
                    <a:pt x="1882" y="754"/>
                    <a:pt x="1890" y="754"/>
                    <a:pt x="1898" y="754"/>
                  </a:cubicBezTo>
                  <a:cubicBezTo>
                    <a:pt x="1914" y="787"/>
                    <a:pt x="1930" y="827"/>
                    <a:pt x="1938" y="868"/>
                  </a:cubicBezTo>
                  <a:lnTo>
                    <a:pt x="1946" y="860"/>
                  </a:lnTo>
                  <a:cubicBezTo>
                    <a:pt x="1927" y="793"/>
                    <a:pt x="1922" y="766"/>
                    <a:pt x="1925" y="766"/>
                  </a:cubicBezTo>
                  <a:lnTo>
                    <a:pt x="1925" y="766"/>
                  </a:lnTo>
                  <a:cubicBezTo>
                    <a:pt x="1926" y="766"/>
                    <a:pt x="1932" y="779"/>
                    <a:pt x="1938" y="803"/>
                  </a:cubicBezTo>
                  <a:cubicBezTo>
                    <a:pt x="1963" y="860"/>
                    <a:pt x="1963" y="860"/>
                    <a:pt x="1971" y="860"/>
                  </a:cubicBezTo>
                  <a:cubicBezTo>
                    <a:pt x="1968" y="841"/>
                    <a:pt x="1968" y="834"/>
                    <a:pt x="1969" y="834"/>
                  </a:cubicBezTo>
                  <a:lnTo>
                    <a:pt x="1969" y="834"/>
                  </a:lnTo>
                  <a:cubicBezTo>
                    <a:pt x="1971" y="834"/>
                    <a:pt x="1976" y="860"/>
                    <a:pt x="1971" y="860"/>
                  </a:cubicBezTo>
                  <a:lnTo>
                    <a:pt x="1987" y="916"/>
                  </a:lnTo>
                  <a:cubicBezTo>
                    <a:pt x="1992" y="933"/>
                    <a:pt x="1994" y="940"/>
                    <a:pt x="1995" y="940"/>
                  </a:cubicBezTo>
                  <a:cubicBezTo>
                    <a:pt x="1998" y="940"/>
                    <a:pt x="1990" y="900"/>
                    <a:pt x="1979" y="860"/>
                  </a:cubicBezTo>
                  <a:lnTo>
                    <a:pt x="1995" y="851"/>
                  </a:lnTo>
                  <a:cubicBezTo>
                    <a:pt x="2003" y="851"/>
                    <a:pt x="2011" y="851"/>
                    <a:pt x="1987" y="795"/>
                  </a:cubicBezTo>
                  <a:cubicBezTo>
                    <a:pt x="1979" y="754"/>
                    <a:pt x="1971" y="714"/>
                    <a:pt x="1971" y="681"/>
                  </a:cubicBezTo>
                  <a:lnTo>
                    <a:pt x="1971" y="681"/>
                  </a:lnTo>
                  <a:cubicBezTo>
                    <a:pt x="1971" y="722"/>
                    <a:pt x="1987" y="754"/>
                    <a:pt x="2003" y="795"/>
                  </a:cubicBezTo>
                  <a:cubicBezTo>
                    <a:pt x="2011" y="795"/>
                    <a:pt x="2019" y="851"/>
                    <a:pt x="2019" y="851"/>
                  </a:cubicBezTo>
                  <a:cubicBezTo>
                    <a:pt x="2026" y="902"/>
                    <a:pt x="2033" y="920"/>
                    <a:pt x="2038" y="920"/>
                  </a:cubicBezTo>
                  <a:cubicBezTo>
                    <a:pt x="2046" y="920"/>
                    <a:pt x="2052" y="885"/>
                    <a:pt x="2052" y="851"/>
                  </a:cubicBezTo>
                  <a:cubicBezTo>
                    <a:pt x="2048" y="790"/>
                    <a:pt x="2048" y="759"/>
                    <a:pt x="2051" y="759"/>
                  </a:cubicBezTo>
                  <a:lnTo>
                    <a:pt x="2051" y="759"/>
                  </a:lnTo>
                  <a:cubicBezTo>
                    <a:pt x="2054" y="759"/>
                    <a:pt x="2060" y="788"/>
                    <a:pt x="2068" y="843"/>
                  </a:cubicBezTo>
                  <a:cubicBezTo>
                    <a:pt x="2075" y="877"/>
                    <a:pt x="2079" y="892"/>
                    <a:pt x="2081" y="892"/>
                  </a:cubicBezTo>
                  <a:cubicBezTo>
                    <a:pt x="2087" y="892"/>
                    <a:pt x="2077" y="793"/>
                    <a:pt x="2060" y="665"/>
                  </a:cubicBezTo>
                  <a:lnTo>
                    <a:pt x="2036" y="487"/>
                  </a:lnTo>
                  <a:lnTo>
                    <a:pt x="2068" y="665"/>
                  </a:lnTo>
                  <a:cubicBezTo>
                    <a:pt x="2096" y="802"/>
                    <a:pt x="2108" y="859"/>
                    <a:pt x="2113" y="859"/>
                  </a:cubicBezTo>
                  <a:cubicBezTo>
                    <a:pt x="2117" y="859"/>
                    <a:pt x="2117" y="829"/>
                    <a:pt x="2117" y="778"/>
                  </a:cubicBezTo>
                  <a:cubicBezTo>
                    <a:pt x="2121" y="750"/>
                    <a:pt x="2123" y="736"/>
                    <a:pt x="2125" y="736"/>
                  </a:cubicBezTo>
                  <a:cubicBezTo>
                    <a:pt x="2127" y="736"/>
                    <a:pt x="2129" y="750"/>
                    <a:pt x="2133" y="778"/>
                  </a:cubicBezTo>
                  <a:cubicBezTo>
                    <a:pt x="2141" y="835"/>
                    <a:pt x="2149" y="835"/>
                    <a:pt x="2165" y="835"/>
                  </a:cubicBezTo>
                  <a:cubicBezTo>
                    <a:pt x="2190" y="835"/>
                    <a:pt x="2198" y="835"/>
                    <a:pt x="2190" y="770"/>
                  </a:cubicBezTo>
                  <a:lnTo>
                    <a:pt x="2206" y="770"/>
                  </a:lnTo>
                  <a:cubicBezTo>
                    <a:pt x="2212" y="818"/>
                    <a:pt x="2217" y="838"/>
                    <a:pt x="2220" y="838"/>
                  </a:cubicBezTo>
                  <a:cubicBezTo>
                    <a:pt x="2225" y="838"/>
                    <a:pt x="2224" y="788"/>
                    <a:pt x="2214" y="714"/>
                  </a:cubicBezTo>
                  <a:lnTo>
                    <a:pt x="2222" y="714"/>
                  </a:lnTo>
                  <a:lnTo>
                    <a:pt x="2230" y="770"/>
                  </a:lnTo>
                  <a:cubicBezTo>
                    <a:pt x="2236" y="818"/>
                    <a:pt x="2247" y="831"/>
                    <a:pt x="2271" y="831"/>
                  </a:cubicBezTo>
                  <a:cubicBezTo>
                    <a:pt x="2280" y="831"/>
                    <a:pt x="2290" y="829"/>
                    <a:pt x="2303" y="827"/>
                  </a:cubicBezTo>
                  <a:cubicBezTo>
                    <a:pt x="2311" y="827"/>
                    <a:pt x="2318" y="827"/>
                    <a:pt x="2324" y="827"/>
                  </a:cubicBezTo>
                  <a:cubicBezTo>
                    <a:pt x="2370" y="827"/>
                    <a:pt x="2376" y="821"/>
                    <a:pt x="2376" y="714"/>
                  </a:cubicBezTo>
                  <a:cubicBezTo>
                    <a:pt x="2376" y="653"/>
                    <a:pt x="2378" y="622"/>
                    <a:pt x="2380" y="622"/>
                  </a:cubicBezTo>
                  <a:cubicBezTo>
                    <a:pt x="2382" y="622"/>
                    <a:pt x="2384" y="653"/>
                    <a:pt x="2384" y="714"/>
                  </a:cubicBezTo>
                  <a:cubicBezTo>
                    <a:pt x="2390" y="754"/>
                    <a:pt x="2396" y="797"/>
                    <a:pt x="2396" y="797"/>
                  </a:cubicBezTo>
                  <a:cubicBezTo>
                    <a:pt x="2396" y="797"/>
                    <a:pt x="2395" y="790"/>
                    <a:pt x="2392" y="770"/>
                  </a:cubicBezTo>
                  <a:lnTo>
                    <a:pt x="2392" y="770"/>
                  </a:lnTo>
                  <a:cubicBezTo>
                    <a:pt x="2392" y="770"/>
                    <a:pt x="2409" y="770"/>
                    <a:pt x="2417" y="835"/>
                  </a:cubicBezTo>
                  <a:cubicBezTo>
                    <a:pt x="2427" y="886"/>
                    <a:pt x="2433" y="904"/>
                    <a:pt x="2437" y="904"/>
                  </a:cubicBezTo>
                  <a:cubicBezTo>
                    <a:pt x="2442" y="904"/>
                    <a:pt x="2444" y="868"/>
                    <a:pt x="2449" y="835"/>
                  </a:cubicBezTo>
                  <a:cubicBezTo>
                    <a:pt x="2446" y="785"/>
                    <a:pt x="2445" y="766"/>
                    <a:pt x="2446" y="766"/>
                  </a:cubicBezTo>
                  <a:lnTo>
                    <a:pt x="2446" y="766"/>
                  </a:lnTo>
                  <a:cubicBezTo>
                    <a:pt x="2446" y="766"/>
                    <a:pt x="2449" y="802"/>
                    <a:pt x="2449" y="835"/>
                  </a:cubicBezTo>
                  <a:cubicBezTo>
                    <a:pt x="2455" y="881"/>
                    <a:pt x="2461" y="923"/>
                    <a:pt x="2463" y="923"/>
                  </a:cubicBezTo>
                  <a:cubicBezTo>
                    <a:pt x="2465" y="923"/>
                    <a:pt x="2465" y="916"/>
                    <a:pt x="2465" y="900"/>
                  </a:cubicBezTo>
                  <a:cubicBezTo>
                    <a:pt x="2470" y="863"/>
                    <a:pt x="2485" y="829"/>
                    <a:pt x="2497" y="829"/>
                  </a:cubicBezTo>
                  <a:cubicBezTo>
                    <a:pt x="2506" y="829"/>
                    <a:pt x="2514" y="848"/>
                    <a:pt x="2514" y="900"/>
                  </a:cubicBezTo>
                  <a:lnTo>
                    <a:pt x="2522" y="900"/>
                  </a:lnTo>
                  <a:cubicBezTo>
                    <a:pt x="2528" y="859"/>
                    <a:pt x="2534" y="848"/>
                    <a:pt x="2543" y="848"/>
                  </a:cubicBezTo>
                  <a:cubicBezTo>
                    <a:pt x="2546" y="848"/>
                    <a:pt x="2550" y="849"/>
                    <a:pt x="2554" y="851"/>
                  </a:cubicBezTo>
                  <a:cubicBezTo>
                    <a:pt x="2571" y="851"/>
                    <a:pt x="2579" y="851"/>
                    <a:pt x="2571" y="908"/>
                  </a:cubicBezTo>
                  <a:cubicBezTo>
                    <a:pt x="2566" y="942"/>
                    <a:pt x="2564" y="958"/>
                    <a:pt x="2567" y="958"/>
                  </a:cubicBezTo>
                  <a:cubicBezTo>
                    <a:pt x="2569" y="958"/>
                    <a:pt x="2575" y="944"/>
                    <a:pt x="2587" y="916"/>
                  </a:cubicBezTo>
                  <a:cubicBezTo>
                    <a:pt x="2587" y="916"/>
                    <a:pt x="2611" y="795"/>
                    <a:pt x="2619" y="795"/>
                  </a:cubicBezTo>
                  <a:cubicBezTo>
                    <a:pt x="2619" y="754"/>
                    <a:pt x="2627" y="714"/>
                    <a:pt x="2644" y="681"/>
                  </a:cubicBezTo>
                  <a:lnTo>
                    <a:pt x="2644" y="681"/>
                  </a:lnTo>
                  <a:lnTo>
                    <a:pt x="2636" y="738"/>
                  </a:lnTo>
                  <a:cubicBezTo>
                    <a:pt x="2627" y="803"/>
                    <a:pt x="2619" y="860"/>
                    <a:pt x="2619" y="860"/>
                  </a:cubicBezTo>
                  <a:cubicBezTo>
                    <a:pt x="2627" y="860"/>
                    <a:pt x="2636" y="860"/>
                    <a:pt x="2644" y="803"/>
                  </a:cubicBezTo>
                  <a:cubicBezTo>
                    <a:pt x="2644" y="860"/>
                    <a:pt x="2652" y="868"/>
                    <a:pt x="2668" y="868"/>
                  </a:cubicBezTo>
                  <a:cubicBezTo>
                    <a:pt x="2676" y="868"/>
                    <a:pt x="2692" y="868"/>
                    <a:pt x="2709" y="811"/>
                  </a:cubicBezTo>
                  <a:lnTo>
                    <a:pt x="2709" y="811"/>
                  </a:lnTo>
                  <a:cubicBezTo>
                    <a:pt x="2700" y="875"/>
                    <a:pt x="2707" y="907"/>
                    <a:pt x="2721" y="907"/>
                  </a:cubicBezTo>
                  <a:cubicBezTo>
                    <a:pt x="2733" y="907"/>
                    <a:pt x="2750" y="881"/>
                    <a:pt x="2765" y="827"/>
                  </a:cubicBezTo>
                  <a:cubicBezTo>
                    <a:pt x="2769" y="800"/>
                    <a:pt x="2773" y="786"/>
                    <a:pt x="2775" y="786"/>
                  </a:cubicBezTo>
                  <a:lnTo>
                    <a:pt x="2775" y="786"/>
                  </a:lnTo>
                  <a:cubicBezTo>
                    <a:pt x="2777" y="786"/>
                    <a:pt x="2778" y="802"/>
                    <a:pt x="2773" y="835"/>
                  </a:cubicBezTo>
                  <a:cubicBezTo>
                    <a:pt x="2773" y="864"/>
                    <a:pt x="2773" y="878"/>
                    <a:pt x="2775" y="878"/>
                  </a:cubicBezTo>
                  <a:cubicBezTo>
                    <a:pt x="2777" y="878"/>
                    <a:pt x="2781" y="864"/>
                    <a:pt x="2790" y="835"/>
                  </a:cubicBezTo>
                  <a:cubicBezTo>
                    <a:pt x="2794" y="820"/>
                    <a:pt x="2797" y="813"/>
                    <a:pt x="2799" y="813"/>
                  </a:cubicBezTo>
                  <a:lnTo>
                    <a:pt x="2799" y="813"/>
                  </a:lnTo>
                  <a:cubicBezTo>
                    <a:pt x="2805" y="813"/>
                    <a:pt x="2804" y="859"/>
                    <a:pt x="2798" y="900"/>
                  </a:cubicBezTo>
                  <a:cubicBezTo>
                    <a:pt x="2783" y="972"/>
                    <a:pt x="2780" y="1002"/>
                    <a:pt x="2785" y="1002"/>
                  </a:cubicBezTo>
                  <a:cubicBezTo>
                    <a:pt x="2789" y="1002"/>
                    <a:pt x="2796" y="988"/>
                    <a:pt x="2806" y="965"/>
                  </a:cubicBezTo>
                  <a:cubicBezTo>
                    <a:pt x="2825" y="921"/>
                    <a:pt x="2839" y="916"/>
                    <a:pt x="2844" y="916"/>
                  </a:cubicBezTo>
                  <a:cubicBezTo>
                    <a:pt x="2846" y="916"/>
                    <a:pt x="2846" y="916"/>
                    <a:pt x="2846" y="916"/>
                  </a:cubicBezTo>
                  <a:cubicBezTo>
                    <a:pt x="2871" y="884"/>
                    <a:pt x="2887" y="843"/>
                    <a:pt x="2895" y="803"/>
                  </a:cubicBezTo>
                  <a:cubicBezTo>
                    <a:pt x="2903" y="762"/>
                    <a:pt x="2919" y="730"/>
                    <a:pt x="2936" y="689"/>
                  </a:cubicBezTo>
                  <a:cubicBezTo>
                    <a:pt x="2943" y="675"/>
                    <a:pt x="2946" y="670"/>
                    <a:pt x="2948" y="670"/>
                  </a:cubicBezTo>
                  <a:lnTo>
                    <a:pt x="2948" y="670"/>
                  </a:lnTo>
                  <a:cubicBezTo>
                    <a:pt x="2952" y="670"/>
                    <a:pt x="2944" y="697"/>
                    <a:pt x="2944" y="697"/>
                  </a:cubicBezTo>
                  <a:cubicBezTo>
                    <a:pt x="2919" y="730"/>
                    <a:pt x="2911" y="770"/>
                    <a:pt x="2911" y="811"/>
                  </a:cubicBezTo>
                  <a:cubicBezTo>
                    <a:pt x="2895" y="868"/>
                    <a:pt x="2911" y="876"/>
                    <a:pt x="2919" y="876"/>
                  </a:cubicBezTo>
                  <a:lnTo>
                    <a:pt x="2944" y="892"/>
                  </a:lnTo>
                  <a:cubicBezTo>
                    <a:pt x="2944" y="926"/>
                    <a:pt x="2946" y="942"/>
                    <a:pt x="2950" y="942"/>
                  </a:cubicBezTo>
                  <a:cubicBezTo>
                    <a:pt x="2954" y="942"/>
                    <a:pt x="2960" y="928"/>
                    <a:pt x="2968" y="900"/>
                  </a:cubicBezTo>
                  <a:lnTo>
                    <a:pt x="2992" y="843"/>
                  </a:lnTo>
                  <a:lnTo>
                    <a:pt x="2992" y="843"/>
                  </a:lnTo>
                  <a:cubicBezTo>
                    <a:pt x="2974" y="908"/>
                    <a:pt x="2987" y="946"/>
                    <a:pt x="3012" y="946"/>
                  </a:cubicBezTo>
                  <a:cubicBezTo>
                    <a:pt x="3031" y="946"/>
                    <a:pt x="3057" y="925"/>
                    <a:pt x="3081" y="876"/>
                  </a:cubicBezTo>
                  <a:lnTo>
                    <a:pt x="3081" y="876"/>
                  </a:lnTo>
                  <a:cubicBezTo>
                    <a:pt x="3065" y="908"/>
                    <a:pt x="3065" y="900"/>
                    <a:pt x="3057" y="933"/>
                  </a:cubicBezTo>
                  <a:cubicBezTo>
                    <a:pt x="3033" y="989"/>
                    <a:pt x="3041" y="989"/>
                    <a:pt x="3049" y="997"/>
                  </a:cubicBezTo>
                  <a:cubicBezTo>
                    <a:pt x="3050" y="998"/>
                    <a:pt x="3051" y="998"/>
                    <a:pt x="3052" y="998"/>
                  </a:cubicBezTo>
                  <a:cubicBezTo>
                    <a:pt x="3063" y="998"/>
                    <a:pt x="3094" y="970"/>
                    <a:pt x="3113" y="970"/>
                  </a:cubicBezTo>
                  <a:cubicBezTo>
                    <a:pt x="3117" y="970"/>
                    <a:pt x="3120" y="971"/>
                    <a:pt x="3122" y="973"/>
                  </a:cubicBezTo>
                  <a:cubicBezTo>
                    <a:pt x="3133" y="977"/>
                    <a:pt x="3143" y="982"/>
                    <a:pt x="3154" y="982"/>
                  </a:cubicBezTo>
                  <a:cubicBezTo>
                    <a:pt x="3167" y="982"/>
                    <a:pt x="3181" y="973"/>
                    <a:pt x="3195" y="941"/>
                  </a:cubicBezTo>
                  <a:cubicBezTo>
                    <a:pt x="3203" y="941"/>
                    <a:pt x="3203" y="941"/>
                    <a:pt x="3171" y="997"/>
                  </a:cubicBezTo>
                  <a:cubicBezTo>
                    <a:pt x="3138" y="1046"/>
                    <a:pt x="3146" y="1054"/>
                    <a:pt x="3154" y="1054"/>
                  </a:cubicBezTo>
                  <a:cubicBezTo>
                    <a:pt x="3179" y="1022"/>
                    <a:pt x="3195" y="989"/>
                    <a:pt x="3211" y="949"/>
                  </a:cubicBezTo>
                  <a:cubicBezTo>
                    <a:pt x="3227" y="925"/>
                    <a:pt x="3235" y="913"/>
                    <a:pt x="3238" y="913"/>
                  </a:cubicBezTo>
                  <a:lnTo>
                    <a:pt x="3238" y="913"/>
                  </a:lnTo>
                  <a:cubicBezTo>
                    <a:pt x="3242" y="913"/>
                    <a:pt x="3240" y="927"/>
                    <a:pt x="3236" y="957"/>
                  </a:cubicBezTo>
                  <a:cubicBezTo>
                    <a:pt x="3226" y="996"/>
                    <a:pt x="3228" y="1018"/>
                    <a:pt x="3242" y="1018"/>
                  </a:cubicBezTo>
                  <a:cubicBezTo>
                    <a:pt x="3251" y="1018"/>
                    <a:pt x="3265" y="1008"/>
                    <a:pt x="3284" y="989"/>
                  </a:cubicBezTo>
                  <a:lnTo>
                    <a:pt x="3284" y="989"/>
                  </a:lnTo>
                  <a:cubicBezTo>
                    <a:pt x="3284" y="997"/>
                    <a:pt x="3292" y="997"/>
                    <a:pt x="3260" y="1054"/>
                  </a:cubicBezTo>
                  <a:cubicBezTo>
                    <a:pt x="3245" y="1089"/>
                    <a:pt x="3233" y="1123"/>
                    <a:pt x="3243" y="1123"/>
                  </a:cubicBezTo>
                  <a:cubicBezTo>
                    <a:pt x="3249" y="1123"/>
                    <a:pt x="3264" y="1109"/>
                    <a:pt x="3292" y="1070"/>
                  </a:cubicBezTo>
                  <a:lnTo>
                    <a:pt x="3292" y="1070"/>
                  </a:lnTo>
                  <a:cubicBezTo>
                    <a:pt x="3300" y="1078"/>
                    <a:pt x="3300" y="1078"/>
                    <a:pt x="3268" y="1127"/>
                  </a:cubicBezTo>
                  <a:cubicBezTo>
                    <a:pt x="3254" y="1160"/>
                    <a:pt x="3237" y="1191"/>
                    <a:pt x="3238" y="1191"/>
                  </a:cubicBezTo>
                  <a:cubicBezTo>
                    <a:pt x="3239" y="1191"/>
                    <a:pt x="3249" y="1176"/>
                    <a:pt x="3276" y="1135"/>
                  </a:cubicBezTo>
                  <a:cubicBezTo>
                    <a:pt x="3293" y="1118"/>
                    <a:pt x="3307" y="1110"/>
                    <a:pt x="3316" y="1110"/>
                  </a:cubicBezTo>
                  <a:cubicBezTo>
                    <a:pt x="3328" y="1110"/>
                    <a:pt x="3331" y="1126"/>
                    <a:pt x="3317" y="1160"/>
                  </a:cubicBezTo>
                  <a:cubicBezTo>
                    <a:pt x="3317" y="1162"/>
                    <a:pt x="3317" y="1164"/>
                    <a:pt x="3319" y="1164"/>
                  </a:cubicBezTo>
                  <a:cubicBezTo>
                    <a:pt x="3323" y="1164"/>
                    <a:pt x="3334" y="1154"/>
                    <a:pt x="3357" y="1119"/>
                  </a:cubicBezTo>
                  <a:lnTo>
                    <a:pt x="3390" y="1070"/>
                  </a:lnTo>
                  <a:lnTo>
                    <a:pt x="3390" y="1070"/>
                  </a:lnTo>
                  <a:cubicBezTo>
                    <a:pt x="3361" y="1124"/>
                    <a:pt x="3346" y="1150"/>
                    <a:pt x="3349" y="1150"/>
                  </a:cubicBezTo>
                  <a:cubicBezTo>
                    <a:pt x="3352" y="1150"/>
                    <a:pt x="3370" y="1126"/>
                    <a:pt x="3406" y="1078"/>
                  </a:cubicBezTo>
                  <a:cubicBezTo>
                    <a:pt x="3421" y="1056"/>
                    <a:pt x="3430" y="1046"/>
                    <a:pt x="3433" y="1046"/>
                  </a:cubicBezTo>
                  <a:lnTo>
                    <a:pt x="3433" y="1046"/>
                  </a:lnTo>
                  <a:cubicBezTo>
                    <a:pt x="3437" y="1046"/>
                    <a:pt x="3431" y="1060"/>
                    <a:pt x="3414" y="1087"/>
                  </a:cubicBezTo>
                  <a:cubicBezTo>
                    <a:pt x="3381" y="1135"/>
                    <a:pt x="3390" y="1143"/>
                    <a:pt x="3390" y="1143"/>
                  </a:cubicBezTo>
                  <a:cubicBezTo>
                    <a:pt x="3390" y="1143"/>
                    <a:pt x="3418" y="1133"/>
                    <a:pt x="3445" y="1133"/>
                  </a:cubicBezTo>
                  <a:cubicBezTo>
                    <a:pt x="3458" y="1133"/>
                    <a:pt x="3471" y="1135"/>
                    <a:pt x="3479" y="1143"/>
                  </a:cubicBezTo>
                  <a:cubicBezTo>
                    <a:pt x="3502" y="1166"/>
                    <a:pt x="3517" y="1181"/>
                    <a:pt x="3533" y="1181"/>
                  </a:cubicBezTo>
                  <a:cubicBezTo>
                    <a:pt x="3545" y="1181"/>
                    <a:pt x="3558" y="1173"/>
                    <a:pt x="3576" y="1151"/>
                  </a:cubicBezTo>
                  <a:cubicBezTo>
                    <a:pt x="3599" y="1132"/>
                    <a:pt x="3611" y="1122"/>
                    <a:pt x="3614" y="1122"/>
                  </a:cubicBezTo>
                  <a:lnTo>
                    <a:pt x="3614" y="1122"/>
                  </a:lnTo>
                  <a:cubicBezTo>
                    <a:pt x="3617" y="1122"/>
                    <a:pt x="3609" y="1134"/>
                    <a:pt x="3592" y="1160"/>
                  </a:cubicBezTo>
                  <a:cubicBezTo>
                    <a:pt x="3552" y="1208"/>
                    <a:pt x="3560" y="1216"/>
                    <a:pt x="3568" y="1224"/>
                  </a:cubicBezTo>
                  <a:cubicBezTo>
                    <a:pt x="3568" y="1224"/>
                    <a:pt x="3576" y="1233"/>
                    <a:pt x="3536" y="1273"/>
                  </a:cubicBezTo>
                  <a:cubicBezTo>
                    <a:pt x="3576" y="1241"/>
                    <a:pt x="3576" y="1241"/>
                    <a:pt x="3584" y="1241"/>
                  </a:cubicBezTo>
                  <a:cubicBezTo>
                    <a:pt x="3562" y="1267"/>
                    <a:pt x="3552" y="1279"/>
                    <a:pt x="3555" y="1279"/>
                  </a:cubicBezTo>
                  <a:cubicBezTo>
                    <a:pt x="3558" y="1279"/>
                    <a:pt x="3570" y="1271"/>
                    <a:pt x="3592" y="1257"/>
                  </a:cubicBezTo>
                  <a:cubicBezTo>
                    <a:pt x="3637" y="1212"/>
                    <a:pt x="3659" y="1190"/>
                    <a:pt x="3660" y="1190"/>
                  </a:cubicBezTo>
                  <a:lnTo>
                    <a:pt x="3660" y="1190"/>
                  </a:lnTo>
                  <a:cubicBezTo>
                    <a:pt x="3661" y="1190"/>
                    <a:pt x="3641" y="1212"/>
                    <a:pt x="3600" y="1257"/>
                  </a:cubicBezTo>
                  <a:cubicBezTo>
                    <a:pt x="3571" y="1292"/>
                    <a:pt x="3546" y="1332"/>
                    <a:pt x="3550" y="1332"/>
                  </a:cubicBezTo>
                  <a:cubicBezTo>
                    <a:pt x="3551" y="1332"/>
                    <a:pt x="3557" y="1327"/>
                    <a:pt x="3568" y="1314"/>
                  </a:cubicBezTo>
                  <a:cubicBezTo>
                    <a:pt x="3608" y="1265"/>
                    <a:pt x="3617" y="1281"/>
                    <a:pt x="3665" y="1241"/>
                  </a:cubicBezTo>
                  <a:lnTo>
                    <a:pt x="3665" y="1241"/>
                  </a:lnTo>
                  <a:cubicBezTo>
                    <a:pt x="3665" y="1249"/>
                    <a:pt x="3673" y="1249"/>
                    <a:pt x="3633" y="1297"/>
                  </a:cubicBezTo>
                  <a:cubicBezTo>
                    <a:pt x="3616" y="1317"/>
                    <a:pt x="3617" y="1325"/>
                    <a:pt x="3627" y="1325"/>
                  </a:cubicBezTo>
                  <a:cubicBezTo>
                    <a:pt x="3642" y="1325"/>
                    <a:pt x="3677" y="1309"/>
                    <a:pt x="3706" y="1289"/>
                  </a:cubicBezTo>
                  <a:cubicBezTo>
                    <a:pt x="3728" y="1271"/>
                    <a:pt x="3740" y="1263"/>
                    <a:pt x="3743" y="1263"/>
                  </a:cubicBezTo>
                  <a:lnTo>
                    <a:pt x="3743" y="1263"/>
                  </a:lnTo>
                  <a:cubicBezTo>
                    <a:pt x="3746" y="1263"/>
                    <a:pt x="3736" y="1275"/>
                    <a:pt x="3714" y="1297"/>
                  </a:cubicBezTo>
                  <a:cubicBezTo>
                    <a:pt x="3673" y="1338"/>
                    <a:pt x="3673" y="1338"/>
                    <a:pt x="3681" y="1346"/>
                  </a:cubicBezTo>
                  <a:cubicBezTo>
                    <a:pt x="3694" y="1338"/>
                    <a:pt x="3700" y="1334"/>
                    <a:pt x="3701" y="1334"/>
                  </a:cubicBezTo>
                  <a:lnTo>
                    <a:pt x="3701" y="1334"/>
                  </a:lnTo>
                  <a:cubicBezTo>
                    <a:pt x="3706" y="1334"/>
                    <a:pt x="3671" y="1364"/>
                    <a:pt x="3641" y="1395"/>
                  </a:cubicBezTo>
                  <a:cubicBezTo>
                    <a:pt x="3592" y="1427"/>
                    <a:pt x="3592" y="1435"/>
                    <a:pt x="3600" y="1443"/>
                  </a:cubicBezTo>
                  <a:cubicBezTo>
                    <a:pt x="3618" y="1432"/>
                    <a:pt x="3631" y="1427"/>
                    <a:pt x="3642" y="1427"/>
                  </a:cubicBezTo>
                  <a:cubicBezTo>
                    <a:pt x="3661" y="1427"/>
                    <a:pt x="3671" y="1441"/>
                    <a:pt x="3681" y="1451"/>
                  </a:cubicBezTo>
                  <a:cubicBezTo>
                    <a:pt x="3685" y="1457"/>
                    <a:pt x="3691" y="1460"/>
                    <a:pt x="3699" y="1460"/>
                  </a:cubicBezTo>
                  <a:cubicBezTo>
                    <a:pt x="3725" y="1460"/>
                    <a:pt x="3776" y="1429"/>
                    <a:pt x="3852" y="1378"/>
                  </a:cubicBezTo>
                  <a:lnTo>
                    <a:pt x="3949" y="1305"/>
                  </a:lnTo>
                  <a:lnTo>
                    <a:pt x="3860" y="1387"/>
                  </a:lnTo>
                  <a:cubicBezTo>
                    <a:pt x="3811" y="1419"/>
                    <a:pt x="3722" y="1500"/>
                    <a:pt x="3722" y="1500"/>
                  </a:cubicBezTo>
                  <a:cubicBezTo>
                    <a:pt x="3723" y="1501"/>
                    <a:pt x="3724" y="1501"/>
                    <a:pt x="3725" y="1501"/>
                  </a:cubicBezTo>
                  <a:cubicBezTo>
                    <a:pt x="3737" y="1501"/>
                    <a:pt x="3775" y="1465"/>
                    <a:pt x="3819" y="1435"/>
                  </a:cubicBezTo>
                  <a:cubicBezTo>
                    <a:pt x="3840" y="1418"/>
                    <a:pt x="3852" y="1409"/>
                    <a:pt x="3856" y="1409"/>
                  </a:cubicBezTo>
                  <a:lnTo>
                    <a:pt x="3856" y="1409"/>
                  </a:lnTo>
                  <a:cubicBezTo>
                    <a:pt x="3862" y="1409"/>
                    <a:pt x="3854" y="1424"/>
                    <a:pt x="3835" y="1451"/>
                  </a:cubicBezTo>
                  <a:cubicBezTo>
                    <a:pt x="3812" y="1480"/>
                    <a:pt x="3802" y="1492"/>
                    <a:pt x="3809" y="1492"/>
                  </a:cubicBezTo>
                  <a:cubicBezTo>
                    <a:pt x="3814" y="1492"/>
                    <a:pt x="3828" y="1486"/>
                    <a:pt x="3852" y="1476"/>
                  </a:cubicBezTo>
                  <a:lnTo>
                    <a:pt x="3852" y="1476"/>
                  </a:lnTo>
                  <a:cubicBezTo>
                    <a:pt x="3852" y="1476"/>
                    <a:pt x="3852" y="1484"/>
                    <a:pt x="3811" y="1524"/>
                  </a:cubicBezTo>
                  <a:cubicBezTo>
                    <a:pt x="3811" y="1527"/>
                    <a:pt x="3811" y="1529"/>
                    <a:pt x="3813" y="1529"/>
                  </a:cubicBezTo>
                  <a:cubicBezTo>
                    <a:pt x="3817" y="1529"/>
                    <a:pt x="3827" y="1522"/>
                    <a:pt x="3860" y="1500"/>
                  </a:cubicBezTo>
                  <a:cubicBezTo>
                    <a:pt x="3882" y="1482"/>
                    <a:pt x="3895" y="1473"/>
                    <a:pt x="3899" y="1473"/>
                  </a:cubicBezTo>
                  <a:lnTo>
                    <a:pt x="3899" y="1473"/>
                  </a:lnTo>
                  <a:cubicBezTo>
                    <a:pt x="3904" y="1473"/>
                    <a:pt x="3895" y="1486"/>
                    <a:pt x="3868" y="1508"/>
                  </a:cubicBezTo>
                  <a:cubicBezTo>
                    <a:pt x="3810" y="1561"/>
                    <a:pt x="3793" y="1586"/>
                    <a:pt x="3802" y="1586"/>
                  </a:cubicBezTo>
                  <a:cubicBezTo>
                    <a:pt x="3807" y="1586"/>
                    <a:pt x="3819" y="1579"/>
                    <a:pt x="3835" y="1565"/>
                  </a:cubicBezTo>
                  <a:cubicBezTo>
                    <a:pt x="3862" y="1547"/>
                    <a:pt x="3877" y="1541"/>
                    <a:pt x="3884" y="1541"/>
                  </a:cubicBezTo>
                  <a:cubicBezTo>
                    <a:pt x="3891" y="1541"/>
                    <a:pt x="3892" y="1545"/>
                    <a:pt x="3892" y="1549"/>
                  </a:cubicBezTo>
                  <a:cubicBezTo>
                    <a:pt x="3895" y="1549"/>
                    <a:pt x="3897" y="1550"/>
                    <a:pt x="3902" y="1550"/>
                  </a:cubicBezTo>
                  <a:cubicBezTo>
                    <a:pt x="3909" y="1550"/>
                    <a:pt x="3923" y="1547"/>
                    <a:pt x="3957" y="1533"/>
                  </a:cubicBezTo>
                  <a:lnTo>
                    <a:pt x="3965" y="1541"/>
                  </a:lnTo>
                  <a:cubicBezTo>
                    <a:pt x="3965" y="1549"/>
                    <a:pt x="3908" y="1573"/>
                    <a:pt x="3908" y="1573"/>
                  </a:cubicBezTo>
                  <a:lnTo>
                    <a:pt x="3860" y="1614"/>
                  </a:lnTo>
                  <a:cubicBezTo>
                    <a:pt x="3863" y="1617"/>
                    <a:pt x="3867" y="1621"/>
                    <a:pt x="3874" y="1621"/>
                  </a:cubicBezTo>
                  <a:cubicBezTo>
                    <a:pt x="3883" y="1621"/>
                    <a:pt x="3898" y="1615"/>
                    <a:pt x="3925" y="1597"/>
                  </a:cubicBezTo>
                  <a:cubicBezTo>
                    <a:pt x="3976" y="1570"/>
                    <a:pt x="4002" y="1556"/>
                    <a:pt x="4005" y="1556"/>
                  </a:cubicBezTo>
                  <a:lnTo>
                    <a:pt x="4005" y="1556"/>
                  </a:lnTo>
                  <a:cubicBezTo>
                    <a:pt x="4007" y="1556"/>
                    <a:pt x="3983" y="1572"/>
                    <a:pt x="3933" y="1605"/>
                  </a:cubicBezTo>
                  <a:cubicBezTo>
                    <a:pt x="3894" y="1631"/>
                    <a:pt x="3856" y="1662"/>
                    <a:pt x="3865" y="1662"/>
                  </a:cubicBezTo>
                  <a:cubicBezTo>
                    <a:pt x="3868" y="1662"/>
                    <a:pt x="3874" y="1659"/>
                    <a:pt x="3884" y="1654"/>
                  </a:cubicBezTo>
                  <a:cubicBezTo>
                    <a:pt x="3926" y="1632"/>
                    <a:pt x="3944" y="1623"/>
                    <a:pt x="3946" y="1623"/>
                  </a:cubicBezTo>
                  <a:lnTo>
                    <a:pt x="3946" y="1623"/>
                  </a:lnTo>
                  <a:cubicBezTo>
                    <a:pt x="3951" y="1623"/>
                    <a:pt x="3922" y="1643"/>
                    <a:pt x="3892" y="1662"/>
                  </a:cubicBezTo>
                  <a:cubicBezTo>
                    <a:pt x="3832" y="1695"/>
                    <a:pt x="3806" y="1708"/>
                    <a:pt x="3816" y="1708"/>
                  </a:cubicBezTo>
                  <a:cubicBezTo>
                    <a:pt x="3824" y="1708"/>
                    <a:pt x="3851" y="1701"/>
                    <a:pt x="3900" y="1687"/>
                  </a:cubicBezTo>
                  <a:cubicBezTo>
                    <a:pt x="3908" y="1695"/>
                    <a:pt x="3973" y="1687"/>
                    <a:pt x="3981" y="1711"/>
                  </a:cubicBezTo>
                  <a:cubicBezTo>
                    <a:pt x="3997" y="1734"/>
                    <a:pt x="4005" y="1750"/>
                    <a:pt x="3958" y="1778"/>
                  </a:cubicBezTo>
                  <a:lnTo>
                    <a:pt x="3958" y="1778"/>
                  </a:lnTo>
                  <a:cubicBezTo>
                    <a:pt x="3981" y="1768"/>
                    <a:pt x="3993" y="1764"/>
                    <a:pt x="4000" y="1764"/>
                  </a:cubicBezTo>
                  <a:cubicBezTo>
                    <a:pt x="4009" y="1764"/>
                    <a:pt x="4011" y="1769"/>
                    <a:pt x="4014" y="1776"/>
                  </a:cubicBezTo>
                  <a:cubicBezTo>
                    <a:pt x="3994" y="1800"/>
                    <a:pt x="3998" y="1808"/>
                    <a:pt x="4014" y="1808"/>
                  </a:cubicBezTo>
                  <a:cubicBezTo>
                    <a:pt x="4030" y="1808"/>
                    <a:pt x="4058" y="1800"/>
                    <a:pt x="4087" y="1792"/>
                  </a:cubicBezTo>
                  <a:lnTo>
                    <a:pt x="4079" y="1776"/>
                  </a:lnTo>
                  <a:cubicBezTo>
                    <a:pt x="4133" y="1753"/>
                    <a:pt x="4161" y="1742"/>
                    <a:pt x="4171" y="1742"/>
                  </a:cubicBezTo>
                  <a:lnTo>
                    <a:pt x="4171" y="1742"/>
                  </a:lnTo>
                  <a:cubicBezTo>
                    <a:pt x="4181" y="1742"/>
                    <a:pt x="4169" y="1755"/>
                    <a:pt x="4144" y="1776"/>
                  </a:cubicBezTo>
                  <a:cubicBezTo>
                    <a:pt x="4144" y="1776"/>
                    <a:pt x="4095" y="1808"/>
                    <a:pt x="4038" y="1832"/>
                  </a:cubicBezTo>
                  <a:cubicBezTo>
                    <a:pt x="3998" y="1849"/>
                    <a:pt x="3965" y="1865"/>
                    <a:pt x="3933" y="1897"/>
                  </a:cubicBezTo>
                  <a:cubicBezTo>
                    <a:pt x="3936" y="1900"/>
                    <a:pt x="3938" y="1902"/>
                    <a:pt x="3941" y="1902"/>
                  </a:cubicBezTo>
                  <a:cubicBezTo>
                    <a:pt x="3947" y="1902"/>
                    <a:pt x="3959" y="1897"/>
                    <a:pt x="3990" y="1881"/>
                  </a:cubicBezTo>
                  <a:cubicBezTo>
                    <a:pt x="4027" y="1860"/>
                    <a:pt x="4040" y="1852"/>
                    <a:pt x="4044" y="1852"/>
                  </a:cubicBezTo>
                  <a:cubicBezTo>
                    <a:pt x="4046" y="1852"/>
                    <a:pt x="4046" y="1854"/>
                    <a:pt x="4046" y="1857"/>
                  </a:cubicBezTo>
                  <a:cubicBezTo>
                    <a:pt x="4051" y="1861"/>
                    <a:pt x="4053" y="1866"/>
                    <a:pt x="4065" y="1866"/>
                  </a:cubicBezTo>
                  <a:cubicBezTo>
                    <a:pt x="4073" y="1866"/>
                    <a:pt x="4087" y="1864"/>
                    <a:pt x="4111" y="1857"/>
                  </a:cubicBezTo>
                  <a:cubicBezTo>
                    <a:pt x="4143" y="1839"/>
                    <a:pt x="4157" y="1833"/>
                    <a:pt x="4163" y="1833"/>
                  </a:cubicBezTo>
                  <a:cubicBezTo>
                    <a:pt x="4168" y="1833"/>
                    <a:pt x="4168" y="1837"/>
                    <a:pt x="4168" y="1841"/>
                  </a:cubicBezTo>
                  <a:cubicBezTo>
                    <a:pt x="4119" y="1873"/>
                    <a:pt x="4127" y="1889"/>
                    <a:pt x="4127" y="1889"/>
                  </a:cubicBezTo>
                  <a:lnTo>
                    <a:pt x="4071" y="1914"/>
                  </a:lnTo>
                  <a:cubicBezTo>
                    <a:pt x="4014" y="1938"/>
                    <a:pt x="3965" y="1962"/>
                    <a:pt x="3965" y="1962"/>
                  </a:cubicBezTo>
                  <a:cubicBezTo>
                    <a:pt x="3965" y="1963"/>
                    <a:pt x="3966" y="1964"/>
                    <a:pt x="3968" y="1964"/>
                  </a:cubicBezTo>
                  <a:cubicBezTo>
                    <a:pt x="3980" y="1964"/>
                    <a:pt x="4022" y="1946"/>
                    <a:pt x="4022" y="1946"/>
                  </a:cubicBezTo>
                  <a:cubicBezTo>
                    <a:pt x="4026" y="1944"/>
                    <a:pt x="4030" y="1944"/>
                    <a:pt x="4034" y="1944"/>
                  </a:cubicBezTo>
                  <a:cubicBezTo>
                    <a:pt x="4085" y="1944"/>
                    <a:pt x="4128" y="2086"/>
                    <a:pt x="4135" y="2108"/>
                  </a:cubicBezTo>
                  <a:cubicBezTo>
                    <a:pt x="4098" y="2130"/>
                    <a:pt x="4089" y="2144"/>
                    <a:pt x="4101" y="2144"/>
                  </a:cubicBezTo>
                  <a:cubicBezTo>
                    <a:pt x="4108" y="2144"/>
                    <a:pt x="4119" y="2141"/>
                    <a:pt x="4135" y="2132"/>
                  </a:cubicBezTo>
                  <a:cubicBezTo>
                    <a:pt x="4147" y="2130"/>
                    <a:pt x="4157" y="2128"/>
                    <a:pt x="4165" y="2128"/>
                  </a:cubicBezTo>
                  <a:cubicBezTo>
                    <a:pt x="4201" y="2128"/>
                    <a:pt x="4203" y="2156"/>
                    <a:pt x="4217" y="2189"/>
                  </a:cubicBezTo>
                  <a:cubicBezTo>
                    <a:pt x="4223" y="2236"/>
                    <a:pt x="4230" y="2266"/>
                    <a:pt x="4264" y="2266"/>
                  </a:cubicBezTo>
                  <a:cubicBezTo>
                    <a:pt x="4271" y="2266"/>
                    <a:pt x="4280" y="2265"/>
                    <a:pt x="4290" y="2262"/>
                  </a:cubicBezTo>
                  <a:cubicBezTo>
                    <a:pt x="4290" y="2262"/>
                    <a:pt x="4290" y="2270"/>
                    <a:pt x="4290" y="2287"/>
                  </a:cubicBezTo>
                  <a:cubicBezTo>
                    <a:pt x="4298" y="2303"/>
                    <a:pt x="4354" y="2303"/>
                    <a:pt x="4354" y="2311"/>
                  </a:cubicBezTo>
                  <a:cubicBezTo>
                    <a:pt x="4371" y="2308"/>
                    <a:pt x="4383" y="2307"/>
                    <a:pt x="4391" y="2307"/>
                  </a:cubicBezTo>
                  <a:cubicBezTo>
                    <a:pt x="4410" y="2307"/>
                    <a:pt x="4400" y="2313"/>
                    <a:pt x="4354" y="2319"/>
                  </a:cubicBezTo>
                  <a:cubicBezTo>
                    <a:pt x="4314" y="2319"/>
                    <a:pt x="4273" y="2335"/>
                    <a:pt x="4241" y="2351"/>
                  </a:cubicBezTo>
                  <a:cubicBezTo>
                    <a:pt x="4241" y="2354"/>
                    <a:pt x="4246" y="2355"/>
                    <a:pt x="4254" y="2355"/>
                  </a:cubicBezTo>
                  <a:cubicBezTo>
                    <a:pt x="4275" y="2355"/>
                    <a:pt x="4317" y="2349"/>
                    <a:pt x="4362" y="2343"/>
                  </a:cubicBezTo>
                  <a:cubicBezTo>
                    <a:pt x="4391" y="2335"/>
                    <a:pt x="4405" y="2333"/>
                    <a:pt x="4412" y="2333"/>
                  </a:cubicBezTo>
                  <a:cubicBezTo>
                    <a:pt x="4419" y="2333"/>
                    <a:pt x="4419" y="2335"/>
                    <a:pt x="4419" y="2335"/>
                  </a:cubicBezTo>
                  <a:cubicBezTo>
                    <a:pt x="4419" y="2343"/>
                    <a:pt x="4419" y="2343"/>
                    <a:pt x="4362" y="2359"/>
                  </a:cubicBezTo>
                  <a:lnTo>
                    <a:pt x="4241" y="2376"/>
                  </a:lnTo>
                  <a:lnTo>
                    <a:pt x="4241" y="2384"/>
                  </a:lnTo>
                  <a:cubicBezTo>
                    <a:pt x="4262" y="2381"/>
                    <a:pt x="4277" y="2380"/>
                    <a:pt x="4287" y="2380"/>
                  </a:cubicBezTo>
                  <a:cubicBezTo>
                    <a:pt x="4306" y="2380"/>
                    <a:pt x="4306" y="2384"/>
                    <a:pt x="4306" y="2384"/>
                  </a:cubicBezTo>
                  <a:cubicBezTo>
                    <a:pt x="4306" y="2392"/>
                    <a:pt x="4306" y="2392"/>
                    <a:pt x="4184" y="2408"/>
                  </a:cubicBezTo>
                  <a:cubicBezTo>
                    <a:pt x="4101" y="2420"/>
                    <a:pt x="4079" y="2428"/>
                    <a:pt x="4117" y="2428"/>
                  </a:cubicBezTo>
                  <a:cubicBezTo>
                    <a:pt x="4131" y="2428"/>
                    <a:pt x="4154" y="2427"/>
                    <a:pt x="4184" y="2424"/>
                  </a:cubicBezTo>
                  <a:lnTo>
                    <a:pt x="4249" y="2424"/>
                  </a:lnTo>
                  <a:cubicBezTo>
                    <a:pt x="4127" y="2449"/>
                    <a:pt x="4249" y="2449"/>
                    <a:pt x="4306" y="2449"/>
                  </a:cubicBezTo>
                  <a:cubicBezTo>
                    <a:pt x="4221" y="2467"/>
                    <a:pt x="4199" y="2476"/>
                    <a:pt x="4245" y="2476"/>
                  </a:cubicBezTo>
                  <a:cubicBezTo>
                    <a:pt x="4261" y="2476"/>
                    <a:pt x="4283" y="2475"/>
                    <a:pt x="4314" y="2473"/>
                  </a:cubicBezTo>
                  <a:cubicBezTo>
                    <a:pt x="4330" y="2471"/>
                    <a:pt x="4342" y="2470"/>
                    <a:pt x="4349" y="2470"/>
                  </a:cubicBezTo>
                  <a:cubicBezTo>
                    <a:pt x="4366" y="2470"/>
                    <a:pt x="4354" y="2475"/>
                    <a:pt x="4314" y="2481"/>
                  </a:cubicBezTo>
                  <a:cubicBezTo>
                    <a:pt x="4257" y="2497"/>
                    <a:pt x="4257" y="2505"/>
                    <a:pt x="4257" y="2522"/>
                  </a:cubicBezTo>
                  <a:cubicBezTo>
                    <a:pt x="4314" y="2522"/>
                    <a:pt x="4314" y="2570"/>
                    <a:pt x="4314" y="2635"/>
                  </a:cubicBezTo>
                  <a:cubicBezTo>
                    <a:pt x="4314" y="2700"/>
                    <a:pt x="4314" y="2741"/>
                    <a:pt x="4371" y="2741"/>
                  </a:cubicBezTo>
                  <a:cubicBezTo>
                    <a:pt x="4371" y="2749"/>
                    <a:pt x="4371" y="2749"/>
                    <a:pt x="4314" y="2757"/>
                  </a:cubicBezTo>
                  <a:cubicBezTo>
                    <a:pt x="4249" y="2757"/>
                    <a:pt x="4249" y="2765"/>
                    <a:pt x="4371" y="2773"/>
                  </a:cubicBezTo>
                  <a:cubicBezTo>
                    <a:pt x="4427" y="2781"/>
                    <a:pt x="4484" y="2781"/>
                    <a:pt x="4371" y="2781"/>
                  </a:cubicBezTo>
                  <a:cubicBezTo>
                    <a:pt x="4306" y="2781"/>
                    <a:pt x="4306" y="2789"/>
                    <a:pt x="4306" y="2822"/>
                  </a:cubicBezTo>
                  <a:cubicBezTo>
                    <a:pt x="4306" y="2846"/>
                    <a:pt x="4298" y="2870"/>
                    <a:pt x="4362" y="2878"/>
                  </a:cubicBezTo>
                  <a:cubicBezTo>
                    <a:pt x="4396" y="2888"/>
                    <a:pt x="4410" y="2892"/>
                    <a:pt x="4402" y="2892"/>
                  </a:cubicBezTo>
                  <a:cubicBezTo>
                    <a:pt x="4397" y="2892"/>
                    <a:pt x="4381" y="2890"/>
                    <a:pt x="4354" y="2886"/>
                  </a:cubicBezTo>
                  <a:cubicBezTo>
                    <a:pt x="4330" y="2883"/>
                    <a:pt x="4308" y="2881"/>
                    <a:pt x="4290" y="2881"/>
                  </a:cubicBezTo>
                  <a:cubicBezTo>
                    <a:pt x="4221" y="2881"/>
                    <a:pt x="4200" y="2903"/>
                    <a:pt x="4290" y="2935"/>
                  </a:cubicBezTo>
                  <a:cubicBezTo>
                    <a:pt x="4290" y="2935"/>
                    <a:pt x="4290" y="2939"/>
                    <a:pt x="4270" y="2939"/>
                  </a:cubicBezTo>
                  <a:cubicBezTo>
                    <a:pt x="4261" y="2939"/>
                    <a:pt x="4246" y="2938"/>
                    <a:pt x="4225" y="2935"/>
                  </a:cubicBezTo>
                  <a:lnTo>
                    <a:pt x="4225" y="2935"/>
                  </a:lnTo>
                  <a:cubicBezTo>
                    <a:pt x="4225" y="2943"/>
                    <a:pt x="4225" y="2951"/>
                    <a:pt x="4281" y="2984"/>
                  </a:cubicBezTo>
                  <a:cubicBezTo>
                    <a:pt x="4281" y="2992"/>
                    <a:pt x="4273" y="3016"/>
                    <a:pt x="4265" y="3032"/>
                  </a:cubicBezTo>
                  <a:cubicBezTo>
                    <a:pt x="4265" y="3049"/>
                    <a:pt x="4322" y="3073"/>
                    <a:pt x="4322" y="3073"/>
                  </a:cubicBezTo>
                  <a:cubicBezTo>
                    <a:pt x="4322" y="3076"/>
                    <a:pt x="4322" y="3079"/>
                    <a:pt x="4322" y="3081"/>
                  </a:cubicBezTo>
                  <a:cubicBezTo>
                    <a:pt x="4313" y="3079"/>
                    <a:pt x="4306" y="3077"/>
                    <a:pt x="4299" y="3077"/>
                  </a:cubicBezTo>
                  <a:cubicBezTo>
                    <a:pt x="4260" y="3077"/>
                    <a:pt x="4247" y="3113"/>
                    <a:pt x="4233" y="3154"/>
                  </a:cubicBezTo>
                  <a:cubicBezTo>
                    <a:pt x="4225" y="3198"/>
                    <a:pt x="4211" y="3236"/>
                    <a:pt x="4166" y="3236"/>
                  </a:cubicBezTo>
                  <a:cubicBezTo>
                    <a:pt x="4161" y="3236"/>
                    <a:pt x="4157" y="3236"/>
                    <a:pt x="4152" y="3235"/>
                  </a:cubicBezTo>
                  <a:lnTo>
                    <a:pt x="4152" y="3235"/>
                  </a:lnTo>
                  <a:cubicBezTo>
                    <a:pt x="4152" y="3235"/>
                    <a:pt x="4144" y="3243"/>
                    <a:pt x="4200" y="3259"/>
                  </a:cubicBezTo>
                  <a:cubicBezTo>
                    <a:pt x="4279" y="3293"/>
                    <a:pt x="4300" y="3308"/>
                    <a:pt x="4285" y="3308"/>
                  </a:cubicBezTo>
                  <a:cubicBezTo>
                    <a:pt x="4279" y="3308"/>
                    <a:pt x="4266" y="3305"/>
                    <a:pt x="4249" y="3300"/>
                  </a:cubicBezTo>
                  <a:cubicBezTo>
                    <a:pt x="4218" y="3293"/>
                    <a:pt x="4194" y="3290"/>
                    <a:pt x="4178" y="3290"/>
                  </a:cubicBezTo>
                  <a:cubicBezTo>
                    <a:pt x="4136" y="3290"/>
                    <a:pt x="4151" y="3311"/>
                    <a:pt x="4233" y="3341"/>
                  </a:cubicBezTo>
                  <a:lnTo>
                    <a:pt x="4176" y="3324"/>
                  </a:lnTo>
                  <a:cubicBezTo>
                    <a:pt x="4145" y="3315"/>
                    <a:pt x="4125" y="3311"/>
                    <a:pt x="4116" y="3311"/>
                  </a:cubicBezTo>
                  <a:cubicBezTo>
                    <a:pt x="4090" y="3311"/>
                    <a:pt x="4134" y="3340"/>
                    <a:pt x="4217" y="3381"/>
                  </a:cubicBezTo>
                  <a:cubicBezTo>
                    <a:pt x="4181" y="3371"/>
                    <a:pt x="4142" y="3361"/>
                    <a:pt x="4132" y="3361"/>
                  </a:cubicBezTo>
                  <a:lnTo>
                    <a:pt x="4132" y="3361"/>
                  </a:lnTo>
                  <a:cubicBezTo>
                    <a:pt x="4126" y="3361"/>
                    <a:pt x="4131" y="3364"/>
                    <a:pt x="4152" y="3373"/>
                  </a:cubicBezTo>
                  <a:cubicBezTo>
                    <a:pt x="4152" y="3375"/>
                    <a:pt x="4152" y="3377"/>
                    <a:pt x="4148" y="3377"/>
                  </a:cubicBezTo>
                  <a:cubicBezTo>
                    <a:pt x="4141" y="3377"/>
                    <a:pt x="4117" y="3369"/>
                    <a:pt x="4038" y="3341"/>
                  </a:cubicBezTo>
                  <a:cubicBezTo>
                    <a:pt x="3998" y="3324"/>
                    <a:pt x="3965" y="3308"/>
                    <a:pt x="3925" y="3300"/>
                  </a:cubicBezTo>
                  <a:lnTo>
                    <a:pt x="3925" y="3300"/>
                  </a:lnTo>
                  <a:cubicBezTo>
                    <a:pt x="3957" y="3324"/>
                    <a:pt x="3990" y="3341"/>
                    <a:pt x="4030" y="3349"/>
                  </a:cubicBezTo>
                  <a:lnTo>
                    <a:pt x="4022" y="3365"/>
                  </a:lnTo>
                  <a:cubicBezTo>
                    <a:pt x="4022" y="3365"/>
                    <a:pt x="4022" y="3373"/>
                    <a:pt x="4079" y="3389"/>
                  </a:cubicBezTo>
                  <a:cubicBezTo>
                    <a:pt x="4135" y="3413"/>
                    <a:pt x="4127" y="3422"/>
                    <a:pt x="4127" y="3430"/>
                  </a:cubicBezTo>
                  <a:cubicBezTo>
                    <a:pt x="4113" y="3423"/>
                    <a:pt x="4106" y="3421"/>
                    <a:pt x="4104" y="3421"/>
                  </a:cubicBezTo>
                  <a:lnTo>
                    <a:pt x="4104" y="3421"/>
                  </a:lnTo>
                  <a:cubicBezTo>
                    <a:pt x="4100" y="3421"/>
                    <a:pt x="4142" y="3442"/>
                    <a:pt x="4184" y="3454"/>
                  </a:cubicBezTo>
                  <a:cubicBezTo>
                    <a:pt x="4241" y="3478"/>
                    <a:pt x="4290" y="3503"/>
                    <a:pt x="4290" y="3511"/>
                  </a:cubicBezTo>
                  <a:lnTo>
                    <a:pt x="4395" y="3559"/>
                  </a:lnTo>
                  <a:cubicBezTo>
                    <a:pt x="4468" y="3592"/>
                    <a:pt x="4549" y="3616"/>
                    <a:pt x="4622" y="3632"/>
                  </a:cubicBezTo>
                  <a:cubicBezTo>
                    <a:pt x="4695" y="3624"/>
                    <a:pt x="4760" y="3616"/>
                    <a:pt x="4654" y="3576"/>
                  </a:cubicBezTo>
                  <a:cubicBezTo>
                    <a:pt x="4654" y="3576"/>
                    <a:pt x="4598" y="3543"/>
                    <a:pt x="4606" y="3535"/>
                  </a:cubicBezTo>
                  <a:cubicBezTo>
                    <a:pt x="4606" y="3532"/>
                    <a:pt x="4613" y="3532"/>
                    <a:pt x="4623" y="3532"/>
                  </a:cubicBezTo>
                  <a:cubicBezTo>
                    <a:pt x="4642" y="3532"/>
                    <a:pt x="4671" y="3535"/>
                    <a:pt x="4671" y="3535"/>
                  </a:cubicBezTo>
                  <a:cubicBezTo>
                    <a:pt x="4681" y="3540"/>
                    <a:pt x="4690" y="3542"/>
                    <a:pt x="4697" y="3542"/>
                  </a:cubicBezTo>
                  <a:cubicBezTo>
                    <a:pt x="4726" y="3542"/>
                    <a:pt x="4741" y="3510"/>
                    <a:pt x="4760" y="3478"/>
                  </a:cubicBezTo>
                  <a:cubicBezTo>
                    <a:pt x="4784" y="3422"/>
                    <a:pt x="4784" y="3397"/>
                    <a:pt x="4849" y="3397"/>
                  </a:cubicBezTo>
                  <a:cubicBezTo>
                    <a:pt x="4868" y="3400"/>
                    <a:pt x="4881" y="3401"/>
                    <a:pt x="4891" y="3401"/>
                  </a:cubicBezTo>
                  <a:cubicBezTo>
                    <a:pt x="4910" y="3401"/>
                    <a:pt x="4914" y="3397"/>
                    <a:pt x="4914" y="3397"/>
                  </a:cubicBezTo>
                  <a:cubicBezTo>
                    <a:pt x="4857" y="3381"/>
                    <a:pt x="4873" y="3324"/>
                    <a:pt x="4889" y="3259"/>
                  </a:cubicBezTo>
                  <a:cubicBezTo>
                    <a:pt x="4914" y="3186"/>
                    <a:pt x="4922" y="3122"/>
                    <a:pt x="4865" y="3114"/>
                  </a:cubicBezTo>
                  <a:lnTo>
                    <a:pt x="4865" y="3089"/>
                  </a:lnTo>
                  <a:cubicBezTo>
                    <a:pt x="4876" y="3091"/>
                    <a:pt x="4884" y="3091"/>
                    <a:pt x="4892" y="3091"/>
                  </a:cubicBezTo>
                  <a:cubicBezTo>
                    <a:pt x="4925" y="3091"/>
                    <a:pt x="4930" y="3078"/>
                    <a:pt x="4930" y="3065"/>
                  </a:cubicBezTo>
                  <a:cubicBezTo>
                    <a:pt x="4873" y="3032"/>
                    <a:pt x="4881" y="3016"/>
                    <a:pt x="4881" y="3016"/>
                  </a:cubicBezTo>
                  <a:lnTo>
                    <a:pt x="4881" y="3016"/>
                  </a:lnTo>
                  <a:cubicBezTo>
                    <a:pt x="4892" y="3018"/>
                    <a:pt x="4900" y="3018"/>
                    <a:pt x="4907" y="3018"/>
                  </a:cubicBezTo>
                  <a:cubicBezTo>
                    <a:pt x="4938" y="3018"/>
                    <a:pt x="4940" y="3005"/>
                    <a:pt x="4946" y="2992"/>
                  </a:cubicBezTo>
                  <a:cubicBezTo>
                    <a:pt x="4946" y="2976"/>
                    <a:pt x="4946" y="2959"/>
                    <a:pt x="4889" y="2959"/>
                  </a:cubicBezTo>
                  <a:cubicBezTo>
                    <a:pt x="4898" y="2911"/>
                    <a:pt x="4922" y="2878"/>
                    <a:pt x="4962" y="2854"/>
                  </a:cubicBezTo>
                  <a:cubicBezTo>
                    <a:pt x="5019" y="2846"/>
                    <a:pt x="4962" y="2838"/>
                    <a:pt x="4906" y="2822"/>
                  </a:cubicBezTo>
                  <a:cubicBezTo>
                    <a:pt x="4841" y="2822"/>
                    <a:pt x="4784" y="2814"/>
                    <a:pt x="4784" y="2797"/>
                  </a:cubicBezTo>
                  <a:lnTo>
                    <a:pt x="4784" y="2797"/>
                  </a:lnTo>
                  <a:lnTo>
                    <a:pt x="4906" y="2805"/>
                  </a:lnTo>
                  <a:cubicBezTo>
                    <a:pt x="4929" y="2809"/>
                    <a:pt x="4943" y="2811"/>
                    <a:pt x="4951" y="2811"/>
                  </a:cubicBezTo>
                  <a:cubicBezTo>
                    <a:pt x="4962" y="2811"/>
                    <a:pt x="4962" y="2807"/>
                    <a:pt x="4962" y="2797"/>
                  </a:cubicBezTo>
                  <a:lnTo>
                    <a:pt x="4971" y="2773"/>
                  </a:lnTo>
                  <a:cubicBezTo>
                    <a:pt x="4906" y="2773"/>
                    <a:pt x="4914" y="2724"/>
                    <a:pt x="4914" y="2659"/>
                  </a:cubicBezTo>
                  <a:cubicBezTo>
                    <a:pt x="4914" y="2570"/>
                    <a:pt x="4914" y="2546"/>
                    <a:pt x="4849" y="2546"/>
                  </a:cubicBezTo>
                  <a:cubicBezTo>
                    <a:pt x="4836" y="2548"/>
                    <a:pt x="4825" y="2549"/>
                    <a:pt x="4818" y="2549"/>
                  </a:cubicBezTo>
                  <a:cubicBezTo>
                    <a:pt x="4795" y="2549"/>
                    <a:pt x="4806" y="2538"/>
                    <a:pt x="4849" y="2514"/>
                  </a:cubicBezTo>
                  <a:cubicBezTo>
                    <a:pt x="5027" y="2441"/>
                    <a:pt x="5027" y="2432"/>
                    <a:pt x="4971" y="2432"/>
                  </a:cubicBezTo>
                  <a:cubicBezTo>
                    <a:pt x="4971" y="2441"/>
                    <a:pt x="4914" y="2449"/>
                    <a:pt x="4849" y="2457"/>
                  </a:cubicBezTo>
                  <a:cubicBezTo>
                    <a:pt x="4819" y="2459"/>
                    <a:pt x="4796" y="2460"/>
                    <a:pt x="4782" y="2460"/>
                  </a:cubicBezTo>
                  <a:cubicBezTo>
                    <a:pt x="4744" y="2460"/>
                    <a:pt x="4766" y="2452"/>
                    <a:pt x="4849" y="2441"/>
                  </a:cubicBezTo>
                  <a:cubicBezTo>
                    <a:pt x="4964" y="2425"/>
                    <a:pt x="4905" y="2301"/>
                    <a:pt x="4796" y="2301"/>
                  </a:cubicBezTo>
                  <a:cubicBezTo>
                    <a:pt x="4789" y="2301"/>
                    <a:pt x="4783" y="2302"/>
                    <a:pt x="4776" y="2303"/>
                  </a:cubicBezTo>
                  <a:lnTo>
                    <a:pt x="4833" y="2287"/>
                  </a:lnTo>
                  <a:cubicBezTo>
                    <a:pt x="4889" y="2278"/>
                    <a:pt x="4889" y="2270"/>
                    <a:pt x="4889" y="2230"/>
                  </a:cubicBezTo>
                  <a:lnTo>
                    <a:pt x="4881" y="2205"/>
                  </a:lnTo>
                  <a:cubicBezTo>
                    <a:pt x="4864" y="2209"/>
                    <a:pt x="4850" y="2211"/>
                    <a:pt x="4840" y="2211"/>
                  </a:cubicBezTo>
                  <a:cubicBezTo>
                    <a:pt x="4783" y="2211"/>
                    <a:pt x="4825" y="2162"/>
                    <a:pt x="4873" y="2149"/>
                  </a:cubicBezTo>
                  <a:cubicBezTo>
                    <a:pt x="4930" y="2124"/>
                    <a:pt x="4930" y="2124"/>
                    <a:pt x="4930" y="2108"/>
                  </a:cubicBezTo>
                  <a:cubicBezTo>
                    <a:pt x="4808" y="2108"/>
                    <a:pt x="4857" y="2051"/>
                    <a:pt x="4914" y="2035"/>
                  </a:cubicBezTo>
                  <a:lnTo>
                    <a:pt x="4906" y="2011"/>
                  </a:lnTo>
                  <a:cubicBezTo>
                    <a:pt x="4895" y="2012"/>
                    <a:pt x="4886" y="2013"/>
                    <a:pt x="4878" y="2013"/>
                  </a:cubicBezTo>
                  <a:cubicBezTo>
                    <a:pt x="4846" y="2013"/>
                    <a:pt x="4841" y="2001"/>
                    <a:pt x="4841" y="1995"/>
                  </a:cubicBezTo>
                  <a:cubicBezTo>
                    <a:pt x="4836" y="1975"/>
                    <a:pt x="4834" y="1964"/>
                    <a:pt x="4821" y="1964"/>
                  </a:cubicBezTo>
                  <a:cubicBezTo>
                    <a:pt x="4812" y="1964"/>
                    <a:pt x="4798" y="1969"/>
                    <a:pt x="4776" y="1978"/>
                  </a:cubicBezTo>
                  <a:cubicBezTo>
                    <a:pt x="4730" y="1992"/>
                    <a:pt x="4683" y="2005"/>
                    <a:pt x="4668" y="2005"/>
                  </a:cubicBezTo>
                  <a:cubicBezTo>
                    <a:pt x="4664" y="2005"/>
                    <a:pt x="4662" y="2004"/>
                    <a:pt x="4662" y="2003"/>
                  </a:cubicBezTo>
                  <a:lnTo>
                    <a:pt x="4719" y="1987"/>
                  </a:lnTo>
                  <a:cubicBezTo>
                    <a:pt x="4776" y="1970"/>
                    <a:pt x="4768" y="1946"/>
                    <a:pt x="4760" y="1905"/>
                  </a:cubicBezTo>
                  <a:cubicBezTo>
                    <a:pt x="4744" y="1865"/>
                    <a:pt x="4744" y="1849"/>
                    <a:pt x="4792" y="1816"/>
                  </a:cubicBezTo>
                  <a:lnTo>
                    <a:pt x="4792" y="1816"/>
                  </a:lnTo>
                  <a:lnTo>
                    <a:pt x="4735" y="1832"/>
                  </a:lnTo>
                  <a:cubicBezTo>
                    <a:pt x="4721" y="1835"/>
                    <a:pt x="4711" y="1836"/>
                    <a:pt x="4703" y="1836"/>
                  </a:cubicBezTo>
                  <a:cubicBezTo>
                    <a:pt x="4682" y="1836"/>
                    <a:pt x="4691" y="1826"/>
                    <a:pt x="4727" y="1808"/>
                  </a:cubicBezTo>
                  <a:cubicBezTo>
                    <a:pt x="4779" y="1786"/>
                    <a:pt x="4777" y="1750"/>
                    <a:pt x="4727" y="1750"/>
                  </a:cubicBezTo>
                  <a:cubicBezTo>
                    <a:pt x="4722" y="1750"/>
                    <a:pt x="4717" y="1751"/>
                    <a:pt x="4711" y="1751"/>
                  </a:cubicBezTo>
                  <a:lnTo>
                    <a:pt x="4703" y="1735"/>
                  </a:lnTo>
                  <a:cubicBezTo>
                    <a:pt x="4782" y="1696"/>
                    <a:pt x="4802" y="1672"/>
                    <a:pt x="4766" y="1672"/>
                  </a:cubicBezTo>
                  <a:cubicBezTo>
                    <a:pt x="4751" y="1672"/>
                    <a:pt x="4724" y="1677"/>
                    <a:pt x="4687" y="1687"/>
                  </a:cubicBezTo>
                  <a:cubicBezTo>
                    <a:pt x="4744" y="1662"/>
                    <a:pt x="4744" y="1654"/>
                    <a:pt x="4735" y="1646"/>
                  </a:cubicBezTo>
                  <a:lnTo>
                    <a:pt x="4735" y="1646"/>
                  </a:lnTo>
                  <a:cubicBezTo>
                    <a:pt x="4729" y="1647"/>
                    <a:pt x="4724" y="1647"/>
                    <a:pt x="4719" y="1647"/>
                  </a:cubicBezTo>
                  <a:cubicBezTo>
                    <a:pt x="4676" y="1647"/>
                    <a:pt x="4669" y="1619"/>
                    <a:pt x="4719" y="1597"/>
                  </a:cubicBezTo>
                  <a:lnTo>
                    <a:pt x="4711" y="1589"/>
                  </a:lnTo>
                  <a:cubicBezTo>
                    <a:pt x="4694" y="1594"/>
                    <a:pt x="4681" y="1596"/>
                    <a:pt x="4673" y="1596"/>
                  </a:cubicBezTo>
                  <a:cubicBezTo>
                    <a:pt x="4654" y="1596"/>
                    <a:pt x="4652" y="1587"/>
                    <a:pt x="4646" y="1581"/>
                  </a:cubicBezTo>
                  <a:cubicBezTo>
                    <a:pt x="4646" y="1576"/>
                    <a:pt x="4644" y="1572"/>
                    <a:pt x="4630" y="1572"/>
                  </a:cubicBezTo>
                  <a:cubicBezTo>
                    <a:pt x="4621" y="1572"/>
                    <a:pt x="4605" y="1574"/>
                    <a:pt x="4581" y="1581"/>
                  </a:cubicBezTo>
                  <a:cubicBezTo>
                    <a:pt x="4547" y="1596"/>
                    <a:pt x="4534" y="1599"/>
                    <a:pt x="4528" y="1599"/>
                  </a:cubicBezTo>
                  <a:cubicBezTo>
                    <a:pt x="4525" y="1599"/>
                    <a:pt x="4525" y="1597"/>
                    <a:pt x="4525" y="1597"/>
                  </a:cubicBezTo>
                  <a:cubicBezTo>
                    <a:pt x="4517" y="1589"/>
                    <a:pt x="4581" y="1565"/>
                    <a:pt x="4638" y="1549"/>
                  </a:cubicBezTo>
                  <a:cubicBezTo>
                    <a:pt x="4677" y="1543"/>
                    <a:pt x="4685" y="1530"/>
                    <a:pt x="4648" y="1530"/>
                  </a:cubicBezTo>
                  <a:cubicBezTo>
                    <a:pt x="4631" y="1530"/>
                    <a:pt x="4604" y="1533"/>
                    <a:pt x="4565" y="1541"/>
                  </a:cubicBezTo>
                  <a:cubicBezTo>
                    <a:pt x="4512" y="1556"/>
                    <a:pt x="4483" y="1564"/>
                    <a:pt x="4480" y="1564"/>
                  </a:cubicBezTo>
                  <a:cubicBezTo>
                    <a:pt x="4477" y="1564"/>
                    <a:pt x="4505" y="1554"/>
                    <a:pt x="4565" y="1533"/>
                  </a:cubicBezTo>
                  <a:cubicBezTo>
                    <a:pt x="4612" y="1519"/>
                    <a:pt x="4658" y="1506"/>
                    <a:pt x="4638" y="1506"/>
                  </a:cubicBezTo>
                  <a:cubicBezTo>
                    <a:pt x="4634" y="1506"/>
                    <a:pt x="4626" y="1507"/>
                    <a:pt x="4614" y="1508"/>
                  </a:cubicBezTo>
                  <a:cubicBezTo>
                    <a:pt x="4614" y="1508"/>
                    <a:pt x="4614" y="1503"/>
                    <a:pt x="4603" y="1503"/>
                  </a:cubicBezTo>
                  <a:cubicBezTo>
                    <a:pt x="4595" y="1503"/>
                    <a:pt x="4581" y="1506"/>
                    <a:pt x="4557" y="1516"/>
                  </a:cubicBezTo>
                  <a:lnTo>
                    <a:pt x="4541" y="1492"/>
                  </a:lnTo>
                  <a:cubicBezTo>
                    <a:pt x="4590" y="1451"/>
                    <a:pt x="4581" y="1443"/>
                    <a:pt x="4581" y="1435"/>
                  </a:cubicBezTo>
                  <a:lnTo>
                    <a:pt x="4581" y="1435"/>
                  </a:lnTo>
                  <a:cubicBezTo>
                    <a:pt x="4559" y="1441"/>
                    <a:pt x="4546" y="1445"/>
                    <a:pt x="4541" y="1445"/>
                  </a:cubicBezTo>
                  <a:cubicBezTo>
                    <a:pt x="4532" y="1445"/>
                    <a:pt x="4543" y="1436"/>
                    <a:pt x="4573" y="1411"/>
                  </a:cubicBezTo>
                  <a:cubicBezTo>
                    <a:pt x="4595" y="1400"/>
                    <a:pt x="4607" y="1392"/>
                    <a:pt x="4604" y="1392"/>
                  </a:cubicBezTo>
                  <a:lnTo>
                    <a:pt x="4604" y="1392"/>
                  </a:lnTo>
                  <a:cubicBezTo>
                    <a:pt x="4601" y="1392"/>
                    <a:pt x="4575" y="1404"/>
                    <a:pt x="4517" y="1435"/>
                  </a:cubicBezTo>
                  <a:cubicBezTo>
                    <a:pt x="4495" y="1444"/>
                    <a:pt x="4481" y="1449"/>
                    <a:pt x="4474" y="1449"/>
                  </a:cubicBezTo>
                  <a:cubicBezTo>
                    <a:pt x="4462" y="1449"/>
                    <a:pt x="4470" y="1436"/>
                    <a:pt x="4500" y="1411"/>
                  </a:cubicBezTo>
                  <a:cubicBezTo>
                    <a:pt x="4569" y="1374"/>
                    <a:pt x="4593" y="1357"/>
                    <a:pt x="4585" y="1357"/>
                  </a:cubicBezTo>
                  <a:lnTo>
                    <a:pt x="4585" y="1357"/>
                  </a:lnTo>
                  <a:cubicBezTo>
                    <a:pt x="4581" y="1357"/>
                    <a:pt x="4569" y="1362"/>
                    <a:pt x="4549" y="1370"/>
                  </a:cubicBezTo>
                  <a:cubicBezTo>
                    <a:pt x="4515" y="1385"/>
                    <a:pt x="4501" y="1388"/>
                    <a:pt x="4496" y="1388"/>
                  </a:cubicBezTo>
                  <a:cubicBezTo>
                    <a:pt x="4492" y="1388"/>
                    <a:pt x="4492" y="1387"/>
                    <a:pt x="4492" y="1387"/>
                  </a:cubicBezTo>
                  <a:cubicBezTo>
                    <a:pt x="4541" y="1354"/>
                    <a:pt x="4508" y="1281"/>
                    <a:pt x="4460" y="1208"/>
                  </a:cubicBezTo>
                  <a:cubicBezTo>
                    <a:pt x="4459" y="1207"/>
                    <a:pt x="4457" y="1207"/>
                    <a:pt x="4455" y="1207"/>
                  </a:cubicBezTo>
                  <a:cubicBezTo>
                    <a:pt x="4439" y="1207"/>
                    <a:pt x="4397" y="1229"/>
                    <a:pt x="4354" y="1257"/>
                  </a:cubicBezTo>
                  <a:cubicBezTo>
                    <a:pt x="4310" y="1288"/>
                    <a:pt x="4293" y="1300"/>
                    <a:pt x="4292" y="1300"/>
                  </a:cubicBezTo>
                  <a:cubicBezTo>
                    <a:pt x="4290" y="1300"/>
                    <a:pt x="4318" y="1277"/>
                    <a:pt x="4346" y="1249"/>
                  </a:cubicBezTo>
                  <a:cubicBezTo>
                    <a:pt x="4423" y="1193"/>
                    <a:pt x="4455" y="1162"/>
                    <a:pt x="4448" y="1162"/>
                  </a:cubicBezTo>
                  <a:lnTo>
                    <a:pt x="4448" y="1162"/>
                  </a:lnTo>
                  <a:cubicBezTo>
                    <a:pt x="4441" y="1162"/>
                    <a:pt x="4403" y="1187"/>
                    <a:pt x="4338" y="1241"/>
                  </a:cubicBezTo>
                  <a:cubicBezTo>
                    <a:pt x="4291" y="1276"/>
                    <a:pt x="4266" y="1294"/>
                    <a:pt x="4264" y="1294"/>
                  </a:cubicBezTo>
                  <a:cubicBezTo>
                    <a:pt x="4262" y="1294"/>
                    <a:pt x="4284" y="1274"/>
                    <a:pt x="4330" y="1233"/>
                  </a:cubicBezTo>
                  <a:cubicBezTo>
                    <a:pt x="4357" y="1206"/>
                    <a:pt x="4366" y="1194"/>
                    <a:pt x="4362" y="1194"/>
                  </a:cubicBezTo>
                  <a:lnTo>
                    <a:pt x="4362" y="1194"/>
                  </a:lnTo>
                  <a:cubicBezTo>
                    <a:pt x="4357" y="1194"/>
                    <a:pt x="4344" y="1202"/>
                    <a:pt x="4322" y="1216"/>
                  </a:cubicBezTo>
                  <a:cubicBezTo>
                    <a:pt x="4301" y="1231"/>
                    <a:pt x="4287" y="1237"/>
                    <a:pt x="4283" y="1237"/>
                  </a:cubicBezTo>
                  <a:cubicBezTo>
                    <a:pt x="4277" y="1237"/>
                    <a:pt x="4287" y="1226"/>
                    <a:pt x="4314" y="1208"/>
                  </a:cubicBezTo>
                  <a:cubicBezTo>
                    <a:pt x="4350" y="1178"/>
                    <a:pt x="4381" y="1144"/>
                    <a:pt x="4376" y="1144"/>
                  </a:cubicBezTo>
                  <a:lnTo>
                    <a:pt x="4376" y="1144"/>
                  </a:lnTo>
                  <a:cubicBezTo>
                    <a:pt x="4374" y="1144"/>
                    <a:pt x="4367" y="1149"/>
                    <a:pt x="4354" y="1160"/>
                  </a:cubicBezTo>
                  <a:cubicBezTo>
                    <a:pt x="4354" y="1160"/>
                    <a:pt x="4346" y="1151"/>
                    <a:pt x="4395" y="1103"/>
                  </a:cubicBezTo>
                  <a:cubicBezTo>
                    <a:pt x="4410" y="1088"/>
                    <a:pt x="4412" y="1082"/>
                    <a:pt x="4405" y="1082"/>
                  </a:cubicBezTo>
                  <a:lnTo>
                    <a:pt x="4405" y="1082"/>
                  </a:lnTo>
                  <a:cubicBezTo>
                    <a:pt x="4394" y="1082"/>
                    <a:pt x="4361" y="1099"/>
                    <a:pt x="4330" y="1119"/>
                  </a:cubicBezTo>
                  <a:cubicBezTo>
                    <a:pt x="4281" y="1140"/>
                    <a:pt x="4254" y="1150"/>
                    <a:pt x="4245" y="1150"/>
                  </a:cubicBezTo>
                  <a:cubicBezTo>
                    <a:pt x="4234" y="1150"/>
                    <a:pt x="4258" y="1132"/>
                    <a:pt x="4314" y="1095"/>
                  </a:cubicBezTo>
                  <a:cubicBezTo>
                    <a:pt x="4364" y="1061"/>
                    <a:pt x="4369" y="1043"/>
                    <a:pt x="4349" y="1043"/>
                  </a:cubicBezTo>
                  <a:cubicBezTo>
                    <a:pt x="4330" y="1043"/>
                    <a:pt x="4288" y="1059"/>
                    <a:pt x="4241" y="1095"/>
                  </a:cubicBezTo>
                  <a:cubicBezTo>
                    <a:pt x="4184" y="1133"/>
                    <a:pt x="4160" y="1148"/>
                    <a:pt x="4159" y="1148"/>
                  </a:cubicBezTo>
                  <a:cubicBezTo>
                    <a:pt x="4157" y="1148"/>
                    <a:pt x="4167" y="1141"/>
                    <a:pt x="4184" y="1127"/>
                  </a:cubicBezTo>
                  <a:cubicBezTo>
                    <a:pt x="4233" y="1087"/>
                    <a:pt x="4225" y="1078"/>
                    <a:pt x="4225" y="1078"/>
                  </a:cubicBezTo>
                  <a:cubicBezTo>
                    <a:pt x="4225" y="1070"/>
                    <a:pt x="4217" y="1062"/>
                    <a:pt x="4265" y="1030"/>
                  </a:cubicBezTo>
                  <a:cubicBezTo>
                    <a:pt x="4265" y="1030"/>
                    <a:pt x="4264" y="1029"/>
                    <a:pt x="4259" y="1029"/>
                  </a:cubicBezTo>
                  <a:cubicBezTo>
                    <a:pt x="4251" y="1029"/>
                    <a:pt x="4234" y="1031"/>
                    <a:pt x="4200" y="1046"/>
                  </a:cubicBezTo>
                  <a:cubicBezTo>
                    <a:pt x="4171" y="1062"/>
                    <a:pt x="4152" y="1069"/>
                    <a:pt x="4143" y="1069"/>
                  </a:cubicBezTo>
                  <a:cubicBezTo>
                    <a:pt x="4117" y="1069"/>
                    <a:pt x="4150" y="1021"/>
                    <a:pt x="4208" y="957"/>
                  </a:cubicBezTo>
                  <a:lnTo>
                    <a:pt x="4208" y="957"/>
                  </a:lnTo>
                  <a:lnTo>
                    <a:pt x="4152" y="981"/>
                  </a:lnTo>
                  <a:cubicBezTo>
                    <a:pt x="4097" y="1026"/>
                    <a:pt x="4058" y="1058"/>
                    <a:pt x="4054" y="1058"/>
                  </a:cubicBezTo>
                  <a:cubicBezTo>
                    <a:pt x="4052" y="1058"/>
                    <a:pt x="4063" y="1045"/>
                    <a:pt x="4095" y="1014"/>
                  </a:cubicBezTo>
                  <a:lnTo>
                    <a:pt x="4144" y="973"/>
                  </a:lnTo>
                  <a:lnTo>
                    <a:pt x="4144" y="973"/>
                  </a:lnTo>
                  <a:cubicBezTo>
                    <a:pt x="4115" y="994"/>
                    <a:pt x="4097" y="1003"/>
                    <a:pt x="4088" y="1003"/>
                  </a:cubicBezTo>
                  <a:cubicBezTo>
                    <a:pt x="4066" y="1003"/>
                    <a:pt x="4096" y="950"/>
                    <a:pt x="4160" y="892"/>
                  </a:cubicBezTo>
                  <a:cubicBezTo>
                    <a:pt x="4200" y="851"/>
                    <a:pt x="4200" y="851"/>
                    <a:pt x="4192" y="843"/>
                  </a:cubicBezTo>
                  <a:lnTo>
                    <a:pt x="4192" y="843"/>
                  </a:lnTo>
                  <a:lnTo>
                    <a:pt x="4152" y="884"/>
                  </a:lnTo>
                  <a:cubicBezTo>
                    <a:pt x="4111" y="924"/>
                    <a:pt x="4063" y="965"/>
                    <a:pt x="4063" y="965"/>
                  </a:cubicBezTo>
                  <a:cubicBezTo>
                    <a:pt x="4054" y="957"/>
                    <a:pt x="4046" y="949"/>
                    <a:pt x="4087" y="908"/>
                  </a:cubicBezTo>
                  <a:cubicBezTo>
                    <a:pt x="4117" y="872"/>
                    <a:pt x="4142" y="836"/>
                    <a:pt x="4137" y="836"/>
                  </a:cubicBezTo>
                  <a:lnTo>
                    <a:pt x="4137" y="836"/>
                  </a:lnTo>
                  <a:cubicBezTo>
                    <a:pt x="4135" y="836"/>
                    <a:pt x="4130" y="841"/>
                    <a:pt x="4119" y="851"/>
                  </a:cubicBezTo>
                  <a:cubicBezTo>
                    <a:pt x="4119" y="851"/>
                    <a:pt x="4111" y="843"/>
                    <a:pt x="4152" y="795"/>
                  </a:cubicBezTo>
                  <a:lnTo>
                    <a:pt x="4119" y="762"/>
                  </a:lnTo>
                  <a:cubicBezTo>
                    <a:pt x="4100" y="779"/>
                    <a:pt x="4087" y="786"/>
                    <a:pt x="4081" y="786"/>
                  </a:cubicBezTo>
                  <a:cubicBezTo>
                    <a:pt x="4072" y="786"/>
                    <a:pt x="4079" y="770"/>
                    <a:pt x="4103" y="746"/>
                  </a:cubicBezTo>
                  <a:cubicBezTo>
                    <a:pt x="4103" y="746"/>
                    <a:pt x="4100" y="743"/>
                    <a:pt x="4092" y="743"/>
                  </a:cubicBezTo>
                  <a:cubicBezTo>
                    <a:pt x="4082" y="743"/>
                    <a:pt x="4065" y="748"/>
                    <a:pt x="4038" y="770"/>
                  </a:cubicBezTo>
                  <a:cubicBezTo>
                    <a:pt x="4030" y="754"/>
                    <a:pt x="4022" y="746"/>
                    <a:pt x="4063" y="706"/>
                  </a:cubicBezTo>
                  <a:cubicBezTo>
                    <a:pt x="4084" y="680"/>
                    <a:pt x="4094" y="668"/>
                    <a:pt x="4092" y="668"/>
                  </a:cubicBezTo>
                  <a:lnTo>
                    <a:pt x="4092" y="668"/>
                  </a:lnTo>
                  <a:cubicBezTo>
                    <a:pt x="4090" y="668"/>
                    <a:pt x="4078" y="678"/>
                    <a:pt x="4054" y="697"/>
                  </a:cubicBezTo>
                  <a:cubicBezTo>
                    <a:pt x="4025" y="726"/>
                    <a:pt x="4013" y="731"/>
                    <a:pt x="4005" y="731"/>
                  </a:cubicBezTo>
                  <a:cubicBezTo>
                    <a:pt x="4002" y="731"/>
                    <a:pt x="4000" y="730"/>
                    <a:pt x="3998" y="730"/>
                  </a:cubicBezTo>
                  <a:cubicBezTo>
                    <a:pt x="3990" y="722"/>
                    <a:pt x="3990" y="714"/>
                    <a:pt x="3990" y="714"/>
                  </a:cubicBezTo>
                  <a:cubicBezTo>
                    <a:pt x="3949" y="754"/>
                    <a:pt x="3949" y="754"/>
                    <a:pt x="3941" y="754"/>
                  </a:cubicBezTo>
                  <a:cubicBezTo>
                    <a:pt x="3933" y="746"/>
                    <a:pt x="3949" y="681"/>
                    <a:pt x="3941" y="673"/>
                  </a:cubicBezTo>
                  <a:cubicBezTo>
                    <a:pt x="3935" y="667"/>
                    <a:pt x="3931" y="663"/>
                    <a:pt x="3927" y="663"/>
                  </a:cubicBezTo>
                  <a:cubicBezTo>
                    <a:pt x="3920" y="663"/>
                    <a:pt x="3913" y="675"/>
                    <a:pt x="3892" y="706"/>
                  </a:cubicBezTo>
                  <a:cubicBezTo>
                    <a:pt x="3897" y="710"/>
                    <a:pt x="3884" y="731"/>
                    <a:pt x="3878" y="731"/>
                  </a:cubicBezTo>
                  <a:cubicBezTo>
                    <a:pt x="3875" y="731"/>
                    <a:pt x="3875" y="723"/>
                    <a:pt x="3884" y="697"/>
                  </a:cubicBezTo>
                  <a:cubicBezTo>
                    <a:pt x="3876" y="697"/>
                    <a:pt x="3892" y="633"/>
                    <a:pt x="3868" y="608"/>
                  </a:cubicBezTo>
                  <a:cubicBezTo>
                    <a:pt x="3854" y="598"/>
                    <a:pt x="3847" y="592"/>
                    <a:pt x="3840" y="592"/>
                  </a:cubicBezTo>
                  <a:cubicBezTo>
                    <a:pt x="3830" y="592"/>
                    <a:pt x="3822" y="604"/>
                    <a:pt x="3803" y="633"/>
                  </a:cubicBezTo>
                  <a:cubicBezTo>
                    <a:pt x="3772" y="683"/>
                    <a:pt x="3754" y="708"/>
                    <a:pt x="3751" y="708"/>
                  </a:cubicBezTo>
                  <a:cubicBezTo>
                    <a:pt x="3747" y="708"/>
                    <a:pt x="3761" y="679"/>
                    <a:pt x="3795" y="624"/>
                  </a:cubicBezTo>
                  <a:cubicBezTo>
                    <a:pt x="3830" y="559"/>
                    <a:pt x="3840" y="531"/>
                    <a:pt x="3835" y="531"/>
                  </a:cubicBezTo>
                  <a:lnTo>
                    <a:pt x="3835" y="531"/>
                  </a:lnTo>
                  <a:cubicBezTo>
                    <a:pt x="3832" y="531"/>
                    <a:pt x="3823" y="541"/>
                    <a:pt x="3811" y="560"/>
                  </a:cubicBezTo>
                  <a:cubicBezTo>
                    <a:pt x="3771" y="600"/>
                    <a:pt x="3771" y="600"/>
                    <a:pt x="3763" y="600"/>
                  </a:cubicBezTo>
                  <a:cubicBezTo>
                    <a:pt x="3782" y="571"/>
                    <a:pt x="3787" y="556"/>
                    <a:pt x="3777" y="556"/>
                  </a:cubicBezTo>
                  <a:lnTo>
                    <a:pt x="3777" y="556"/>
                  </a:lnTo>
                  <a:cubicBezTo>
                    <a:pt x="3771" y="556"/>
                    <a:pt x="3758" y="563"/>
                    <a:pt x="3738" y="576"/>
                  </a:cubicBezTo>
                  <a:cubicBezTo>
                    <a:pt x="3730" y="576"/>
                    <a:pt x="3730" y="576"/>
                    <a:pt x="3763" y="527"/>
                  </a:cubicBezTo>
                  <a:lnTo>
                    <a:pt x="3746" y="511"/>
                  </a:lnTo>
                  <a:cubicBezTo>
                    <a:pt x="3720" y="540"/>
                    <a:pt x="3701" y="551"/>
                    <a:pt x="3688" y="551"/>
                  </a:cubicBezTo>
                  <a:cubicBezTo>
                    <a:pt x="3659" y="551"/>
                    <a:pt x="3657" y="501"/>
                    <a:pt x="3673" y="462"/>
                  </a:cubicBezTo>
                  <a:cubicBezTo>
                    <a:pt x="3673" y="462"/>
                    <a:pt x="3673" y="462"/>
                    <a:pt x="3671" y="462"/>
                  </a:cubicBezTo>
                  <a:cubicBezTo>
                    <a:pt x="3667" y="462"/>
                    <a:pt x="3655" y="466"/>
                    <a:pt x="3625" y="503"/>
                  </a:cubicBezTo>
                  <a:cubicBezTo>
                    <a:pt x="3594" y="549"/>
                    <a:pt x="3576" y="572"/>
                    <a:pt x="3571" y="572"/>
                  </a:cubicBezTo>
                  <a:cubicBezTo>
                    <a:pt x="3567" y="572"/>
                    <a:pt x="3579" y="545"/>
                    <a:pt x="3608" y="495"/>
                  </a:cubicBezTo>
                  <a:cubicBezTo>
                    <a:pt x="3642" y="441"/>
                    <a:pt x="3658" y="415"/>
                    <a:pt x="3656" y="415"/>
                  </a:cubicBezTo>
                  <a:lnTo>
                    <a:pt x="3656" y="415"/>
                  </a:lnTo>
                  <a:cubicBezTo>
                    <a:pt x="3654" y="415"/>
                    <a:pt x="3636" y="439"/>
                    <a:pt x="3600" y="487"/>
                  </a:cubicBezTo>
                  <a:cubicBezTo>
                    <a:pt x="3588" y="502"/>
                    <a:pt x="3576" y="509"/>
                    <a:pt x="3568" y="509"/>
                  </a:cubicBezTo>
                  <a:cubicBezTo>
                    <a:pt x="3549" y="509"/>
                    <a:pt x="3547" y="473"/>
                    <a:pt x="3592" y="406"/>
                  </a:cubicBezTo>
                  <a:lnTo>
                    <a:pt x="3649" y="300"/>
                  </a:lnTo>
                  <a:lnTo>
                    <a:pt x="3649" y="300"/>
                  </a:lnTo>
                  <a:cubicBezTo>
                    <a:pt x="3619" y="337"/>
                    <a:pt x="3606" y="341"/>
                    <a:pt x="3602" y="341"/>
                  </a:cubicBezTo>
                  <a:cubicBezTo>
                    <a:pt x="3601" y="341"/>
                    <a:pt x="3600" y="341"/>
                    <a:pt x="3600" y="341"/>
                  </a:cubicBezTo>
                  <a:cubicBezTo>
                    <a:pt x="3586" y="374"/>
                    <a:pt x="3577" y="385"/>
                    <a:pt x="3566" y="385"/>
                  </a:cubicBezTo>
                  <a:cubicBezTo>
                    <a:pt x="3558" y="385"/>
                    <a:pt x="3549" y="380"/>
                    <a:pt x="3536" y="373"/>
                  </a:cubicBezTo>
                  <a:cubicBezTo>
                    <a:pt x="3534" y="372"/>
                    <a:pt x="3531" y="372"/>
                    <a:pt x="3529" y="372"/>
                  </a:cubicBezTo>
                  <a:cubicBezTo>
                    <a:pt x="3510" y="372"/>
                    <a:pt x="3471" y="391"/>
                    <a:pt x="3448" y="391"/>
                  </a:cubicBezTo>
                  <a:cubicBezTo>
                    <a:pt x="3444" y="391"/>
                    <a:pt x="3441" y="390"/>
                    <a:pt x="3438" y="389"/>
                  </a:cubicBezTo>
                  <a:cubicBezTo>
                    <a:pt x="3422" y="381"/>
                    <a:pt x="3398" y="365"/>
                    <a:pt x="3414" y="308"/>
                  </a:cubicBezTo>
                  <a:cubicBezTo>
                    <a:pt x="3412" y="308"/>
                    <a:pt x="3410" y="308"/>
                    <a:pt x="3407" y="308"/>
                  </a:cubicBezTo>
                  <a:cubicBezTo>
                    <a:pt x="3400" y="308"/>
                    <a:pt x="3388" y="312"/>
                    <a:pt x="3357" y="349"/>
                  </a:cubicBezTo>
                  <a:cubicBezTo>
                    <a:pt x="3343" y="370"/>
                    <a:pt x="3332" y="381"/>
                    <a:pt x="3325" y="381"/>
                  </a:cubicBezTo>
                  <a:cubicBezTo>
                    <a:pt x="3317" y="381"/>
                    <a:pt x="3316" y="364"/>
                    <a:pt x="3325" y="333"/>
                  </a:cubicBezTo>
                  <a:lnTo>
                    <a:pt x="3317" y="324"/>
                  </a:lnTo>
                  <a:cubicBezTo>
                    <a:pt x="3276" y="373"/>
                    <a:pt x="3268" y="373"/>
                    <a:pt x="3268" y="373"/>
                  </a:cubicBezTo>
                  <a:cubicBezTo>
                    <a:pt x="3286" y="331"/>
                    <a:pt x="3299" y="290"/>
                    <a:pt x="3292" y="290"/>
                  </a:cubicBezTo>
                  <a:lnTo>
                    <a:pt x="3292" y="290"/>
                  </a:lnTo>
                  <a:cubicBezTo>
                    <a:pt x="3290" y="290"/>
                    <a:pt x="3285" y="295"/>
                    <a:pt x="3276" y="308"/>
                  </a:cubicBezTo>
                  <a:cubicBezTo>
                    <a:pt x="3257" y="352"/>
                    <a:pt x="3248" y="357"/>
                    <a:pt x="3237" y="357"/>
                  </a:cubicBezTo>
                  <a:cubicBezTo>
                    <a:pt x="3234" y="357"/>
                    <a:pt x="3231" y="357"/>
                    <a:pt x="3227" y="357"/>
                  </a:cubicBezTo>
                  <a:cubicBezTo>
                    <a:pt x="3234" y="300"/>
                    <a:pt x="3042" y="223"/>
                    <a:pt x="2950" y="223"/>
                  </a:cubicBezTo>
                  <a:cubicBezTo>
                    <a:pt x="2925" y="223"/>
                    <a:pt x="2907" y="229"/>
                    <a:pt x="2903" y="243"/>
                  </a:cubicBezTo>
                  <a:lnTo>
                    <a:pt x="2879" y="235"/>
                  </a:lnTo>
                  <a:lnTo>
                    <a:pt x="2854" y="235"/>
                  </a:lnTo>
                  <a:cubicBezTo>
                    <a:pt x="2862" y="179"/>
                    <a:pt x="2854" y="159"/>
                    <a:pt x="2839" y="159"/>
                  </a:cubicBezTo>
                  <a:cubicBezTo>
                    <a:pt x="2821" y="159"/>
                    <a:pt x="2795" y="185"/>
                    <a:pt x="2773" y="211"/>
                  </a:cubicBezTo>
                  <a:cubicBezTo>
                    <a:pt x="2760" y="263"/>
                    <a:pt x="2753" y="268"/>
                    <a:pt x="2746" y="268"/>
                  </a:cubicBezTo>
                  <a:cubicBezTo>
                    <a:pt x="2744" y="268"/>
                    <a:pt x="2743" y="268"/>
                    <a:pt x="2741" y="268"/>
                  </a:cubicBezTo>
                  <a:cubicBezTo>
                    <a:pt x="2751" y="198"/>
                    <a:pt x="2743" y="168"/>
                    <a:pt x="2729" y="168"/>
                  </a:cubicBezTo>
                  <a:cubicBezTo>
                    <a:pt x="2721" y="168"/>
                    <a:pt x="2710" y="181"/>
                    <a:pt x="2700" y="203"/>
                  </a:cubicBezTo>
                  <a:cubicBezTo>
                    <a:pt x="2688" y="260"/>
                    <a:pt x="2680" y="288"/>
                    <a:pt x="2677" y="288"/>
                  </a:cubicBezTo>
                  <a:cubicBezTo>
                    <a:pt x="2674" y="288"/>
                    <a:pt x="2676" y="260"/>
                    <a:pt x="2684" y="203"/>
                  </a:cubicBezTo>
                  <a:cubicBezTo>
                    <a:pt x="2688" y="147"/>
                    <a:pt x="2687" y="117"/>
                    <a:pt x="2681" y="117"/>
                  </a:cubicBezTo>
                  <a:cubicBezTo>
                    <a:pt x="2674" y="117"/>
                    <a:pt x="2661" y="159"/>
                    <a:pt x="2644" y="251"/>
                  </a:cubicBezTo>
                  <a:cubicBezTo>
                    <a:pt x="2636" y="280"/>
                    <a:pt x="2631" y="294"/>
                    <a:pt x="2628" y="294"/>
                  </a:cubicBezTo>
                  <a:cubicBezTo>
                    <a:pt x="2625" y="294"/>
                    <a:pt x="2623" y="280"/>
                    <a:pt x="2619" y="251"/>
                  </a:cubicBezTo>
                  <a:cubicBezTo>
                    <a:pt x="2619" y="179"/>
                    <a:pt x="2616" y="150"/>
                    <a:pt x="2614" y="150"/>
                  </a:cubicBezTo>
                  <a:cubicBezTo>
                    <a:pt x="2613" y="150"/>
                    <a:pt x="2611" y="164"/>
                    <a:pt x="2611" y="187"/>
                  </a:cubicBezTo>
                  <a:cubicBezTo>
                    <a:pt x="2599" y="247"/>
                    <a:pt x="2591" y="278"/>
                    <a:pt x="2586" y="278"/>
                  </a:cubicBezTo>
                  <a:cubicBezTo>
                    <a:pt x="2581" y="278"/>
                    <a:pt x="2579" y="247"/>
                    <a:pt x="2579" y="187"/>
                  </a:cubicBezTo>
                  <a:cubicBezTo>
                    <a:pt x="2575" y="125"/>
                    <a:pt x="2573" y="94"/>
                    <a:pt x="2570" y="94"/>
                  </a:cubicBezTo>
                  <a:cubicBezTo>
                    <a:pt x="2566" y="94"/>
                    <a:pt x="2562" y="123"/>
                    <a:pt x="2554" y="179"/>
                  </a:cubicBezTo>
                  <a:cubicBezTo>
                    <a:pt x="2546" y="239"/>
                    <a:pt x="2532" y="270"/>
                    <a:pt x="2520" y="270"/>
                  </a:cubicBezTo>
                  <a:cubicBezTo>
                    <a:pt x="2508" y="270"/>
                    <a:pt x="2498" y="239"/>
                    <a:pt x="2498" y="179"/>
                  </a:cubicBezTo>
                  <a:cubicBezTo>
                    <a:pt x="2487" y="179"/>
                    <a:pt x="2480" y="150"/>
                    <a:pt x="2476" y="150"/>
                  </a:cubicBezTo>
                  <a:cubicBezTo>
                    <a:pt x="2474" y="150"/>
                    <a:pt x="2473" y="157"/>
                    <a:pt x="2473" y="179"/>
                  </a:cubicBezTo>
                  <a:lnTo>
                    <a:pt x="2465" y="114"/>
                  </a:lnTo>
                  <a:lnTo>
                    <a:pt x="2449" y="114"/>
                  </a:lnTo>
                  <a:lnTo>
                    <a:pt x="2449" y="170"/>
                  </a:lnTo>
                  <a:cubicBezTo>
                    <a:pt x="2441" y="170"/>
                    <a:pt x="2384" y="114"/>
                    <a:pt x="2311" y="106"/>
                  </a:cubicBezTo>
                  <a:cubicBezTo>
                    <a:pt x="2206" y="114"/>
                    <a:pt x="2190" y="114"/>
                    <a:pt x="2206" y="170"/>
                  </a:cubicBezTo>
                  <a:cubicBezTo>
                    <a:pt x="2214" y="231"/>
                    <a:pt x="2214" y="262"/>
                    <a:pt x="2209" y="262"/>
                  </a:cubicBezTo>
                  <a:cubicBezTo>
                    <a:pt x="2204" y="262"/>
                    <a:pt x="2194" y="231"/>
                    <a:pt x="2182" y="170"/>
                  </a:cubicBezTo>
                  <a:cubicBezTo>
                    <a:pt x="2173" y="170"/>
                    <a:pt x="2149" y="114"/>
                    <a:pt x="2133" y="114"/>
                  </a:cubicBezTo>
                  <a:cubicBezTo>
                    <a:pt x="2109" y="114"/>
                    <a:pt x="2092" y="114"/>
                    <a:pt x="2084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2"/>
            <p:cNvSpPr/>
            <p:nvPr/>
          </p:nvSpPr>
          <p:spPr>
            <a:xfrm>
              <a:off x="7286036" y="1440254"/>
              <a:ext cx="99581" cy="45386"/>
            </a:xfrm>
            <a:custGeom>
              <a:avLst/>
              <a:gdLst/>
              <a:ahLst/>
              <a:cxnLst/>
              <a:rect l="l" t="t" r="r" b="b"/>
              <a:pathLst>
                <a:path w="5777" h="2633" extrusionOk="0">
                  <a:moveTo>
                    <a:pt x="1710" y="1"/>
                  </a:moveTo>
                  <a:cubicBezTo>
                    <a:pt x="1704" y="1"/>
                    <a:pt x="1704" y="13"/>
                    <a:pt x="1704" y="61"/>
                  </a:cubicBezTo>
                  <a:lnTo>
                    <a:pt x="1720" y="61"/>
                  </a:lnTo>
                  <a:cubicBezTo>
                    <a:pt x="1728" y="4"/>
                    <a:pt x="1728" y="4"/>
                    <a:pt x="1720" y="4"/>
                  </a:cubicBezTo>
                  <a:cubicBezTo>
                    <a:pt x="1716" y="2"/>
                    <a:pt x="1712" y="1"/>
                    <a:pt x="1710" y="1"/>
                  </a:cubicBezTo>
                  <a:close/>
                  <a:moveTo>
                    <a:pt x="1306" y="256"/>
                  </a:moveTo>
                  <a:lnTo>
                    <a:pt x="1298" y="377"/>
                  </a:lnTo>
                  <a:cubicBezTo>
                    <a:pt x="1306" y="345"/>
                    <a:pt x="1306" y="353"/>
                    <a:pt x="1306" y="321"/>
                  </a:cubicBezTo>
                  <a:lnTo>
                    <a:pt x="1306" y="256"/>
                  </a:lnTo>
                  <a:close/>
                  <a:moveTo>
                    <a:pt x="196" y="377"/>
                  </a:moveTo>
                  <a:lnTo>
                    <a:pt x="187" y="386"/>
                  </a:lnTo>
                  <a:lnTo>
                    <a:pt x="204" y="442"/>
                  </a:lnTo>
                  <a:lnTo>
                    <a:pt x="212" y="442"/>
                  </a:lnTo>
                  <a:cubicBezTo>
                    <a:pt x="204" y="377"/>
                    <a:pt x="204" y="377"/>
                    <a:pt x="196" y="377"/>
                  </a:cubicBezTo>
                  <a:close/>
                  <a:moveTo>
                    <a:pt x="1695" y="475"/>
                  </a:moveTo>
                  <a:lnTo>
                    <a:pt x="1695" y="475"/>
                  </a:lnTo>
                  <a:cubicBezTo>
                    <a:pt x="1693" y="496"/>
                    <a:pt x="1691" y="504"/>
                    <a:pt x="1690" y="504"/>
                  </a:cubicBezTo>
                  <a:cubicBezTo>
                    <a:pt x="1688" y="504"/>
                    <a:pt x="1690" y="475"/>
                    <a:pt x="1695" y="475"/>
                  </a:cubicBezTo>
                  <a:close/>
                  <a:moveTo>
                    <a:pt x="1550" y="402"/>
                  </a:moveTo>
                  <a:cubicBezTo>
                    <a:pt x="1550" y="442"/>
                    <a:pt x="1550" y="483"/>
                    <a:pt x="1550" y="523"/>
                  </a:cubicBezTo>
                  <a:cubicBezTo>
                    <a:pt x="1558" y="523"/>
                    <a:pt x="1558" y="458"/>
                    <a:pt x="1558" y="458"/>
                  </a:cubicBezTo>
                  <a:cubicBezTo>
                    <a:pt x="1558" y="458"/>
                    <a:pt x="1566" y="402"/>
                    <a:pt x="1558" y="402"/>
                  </a:cubicBezTo>
                  <a:close/>
                  <a:moveTo>
                    <a:pt x="2693" y="507"/>
                  </a:moveTo>
                  <a:cubicBezTo>
                    <a:pt x="2693" y="548"/>
                    <a:pt x="2677" y="588"/>
                    <a:pt x="2660" y="621"/>
                  </a:cubicBezTo>
                  <a:lnTo>
                    <a:pt x="2652" y="621"/>
                  </a:lnTo>
                  <a:cubicBezTo>
                    <a:pt x="2660" y="580"/>
                    <a:pt x="2677" y="540"/>
                    <a:pt x="2685" y="507"/>
                  </a:cubicBezTo>
                  <a:close/>
                  <a:moveTo>
                    <a:pt x="1468" y="572"/>
                  </a:moveTo>
                  <a:cubicBezTo>
                    <a:pt x="1477" y="572"/>
                    <a:pt x="1477" y="572"/>
                    <a:pt x="1477" y="629"/>
                  </a:cubicBezTo>
                  <a:lnTo>
                    <a:pt x="1468" y="629"/>
                  </a:lnTo>
                  <a:lnTo>
                    <a:pt x="1460" y="572"/>
                  </a:lnTo>
                  <a:close/>
                  <a:moveTo>
                    <a:pt x="966" y="540"/>
                  </a:moveTo>
                  <a:lnTo>
                    <a:pt x="966" y="596"/>
                  </a:lnTo>
                  <a:lnTo>
                    <a:pt x="958" y="661"/>
                  </a:lnTo>
                  <a:lnTo>
                    <a:pt x="950" y="596"/>
                  </a:lnTo>
                  <a:cubicBezTo>
                    <a:pt x="950" y="540"/>
                    <a:pt x="958" y="540"/>
                    <a:pt x="966" y="540"/>
                  </a:cubicBezTo>
                  <a:close/>
                  <a:moveTo>
                    <a:pt x="1158" y="446"/>
                  </a:moveTo>
                  <a:lnTo>
                    <a:pt x="1158" y="446"/>
                  </a:lnTo>
                  <a:cubicBezTo>
                    <a:pt x="1159" y="446"/>
                    <a:pt x="1157" y="475"/>
                    <a:pt x="1152" y="548"/>
                  </a:cubicBezTo>
                  <a:cubicBezTo>
                    <a:pt x="1152" y="604"/>
                    <a:pt x="1144" y="661"/>
                    <a:pt x="1144" y="661"/>
                  </a:cubicBezTo>
                  <a:cubicBezTo>
                    <a:pt x="1136" y="604"/>
                    <a:pt x="1144" y="540"/>
                    <a:pt x="1152" y="483"/>
                  </a:cubicBezTo>
                  <a:cubicBezTo>
                    <a:pt x="1156" y="460"/>
                    <a:pt x="1157" y="446"/>
                    <a:pt x="1158" y="446"/>
                  </a:cubicBezTo>
                  <a:close/>
                  <a:moveTo>
                    <a:pt x="1410" y="542"/>
                  </a:moveTo>
                  <a:cubicBezTo>
                    <a:pt x="1415" y="542"/>
                    <a:pt x="1418" y="596"/>
                    <a:pt x="1412" y="686"/>
                  </a:cubicBezTo>
                  <a:lnTo>
                    <a:pt x="1395" y="686"/>
                  </a:lnTo>
                  <a:cubicBezTo>
                    <a:pt x="1395" y="645"/>
                    <a:pt x="1395" y="604"/>
                    <a:pt x="1404" y="564"/>
                  </a:cubicBezTo>
                  <a:cubicBezTo>
                    <a:pt x="1406" y="549"/>
                    <a:pt x="1408" y="542"/>
                    <a:pt x="1410" y="542"/>
                  </a:cubicBezTo>
                  <a:close/>
                  <a:moveTo>
                    <a:pt x="3560" y="750"/>
                  </a:moveTo>
                  <a:lnTo>
                    <a:pt x="3560" y="750"/>
                  </a:lnTo>
                  <a:cubicBezTo>
                    <a:pt x="3566" y="750"/>
                    <a:pt x="3560" y="776"/>
                    <a:pt x="3558" y="776"/>
                  </a:cubicBezTo>
                  <a:cubicBezTo>
                    <a:pt x="3558" y="776"/>
                    <a:pt x="3558" y="769"/>
                    <a:pt x="3560" y="750"/>
                  </a:cubicBezTo>
                  <a:close/>
                  <a:moveTo>
                    <a:pt x="1836" y="641"/>
                  </a:moveTo>
                  <a:cubicBezTo>
                    <a:pt x="1839" y="641"/>
                    <a:pt x="1841" y="670"/>
                    <a:pt x="1841" y="742"/>
                  </a:cubicBezTo>
                  <a:cubicBezTo>
                    <a:pt x="1833" y="799"/>
                    <a:pt x="1833" y="799"/>
                    <a:pt x="1825" y="799"/>
                  </a:cubicBezTo>
                  <a:cubicBezTo>
                    <a:pt x="1825" y="758"/>
                    <a:pt x="1825" y="718"/>
                    <a:pt x="1833" y="677"/>
                  </a:cubicBezTo>
                  <a:cubicBezTo>
                    <a:pt x="1833" y="654"/>
                    <a:pt x="1835" y="641"/>
                    <a:pt x="1836" y="641"/>
                  </a:cubicBezTo>
                  <a:close/>
                  <a:moveTo>
                    <a:pt x="139" y="686"/>
                  </a:moveTo>
                  <a:cubicBezTo>
                    <a:pt x="147" y="686"/>
                    <a:pt x="147" y="686"/>
                    <a:pt x="155" y="742"/>
                  </a:cubicBezTo>
                  <a:cubicBezTo>
                    <a:pt x="155" y="742"/>
                    <a:pt x="155" y="807"/>
                    <a:pt x="155" y="807"/>
                  </a:cubicBezTo>
                  <a:lnTo>
                    <a:pt x="131" y="742"/>
                  </a:lnTo>
                  <a:cubicBezTo>
                    <a:pt x="123" y="686"/>
                    <a:pt x="131" y="686"/>
                    <a:pt x="139" y="686"/>
                  </a:cubicBezTo>
                  <a:close/>
                  <a:moveTo>
                    <a:pt x="1882" y="686"/>
                  </a:moveTo>
                  <a:lnTo>
                    <a:pt x="1890" y="694"/>
                  </a:lnTo>
                  <a:cubicBezTo>
                    <a:pt x="1890" y="726"/>
                    <a:pt x="1882" y="767"/>
                    <a:pt x="1874" y="807"/>
                  </a:cubicBezTo>
                  <a:lnTo>
                    <a:pt x="1874" y="750"/>
                  </a:lnTo>
                  <a:lnTo>
                    <a:pt x="1882" y="686"/>
                  </a:lnTo>
                  <a:close/>
                  <a:moveTo>
                    <a:pt x="1912" y="786"/>
                  </a:moveTo>
                  <a:cubicBezTo>
                    <a:pt x="1913" y="786"/>
                    <a:pt x="1912" y="815"/>
                    <a:pt x="1906" y="815"/>
                  </a:cubicBezTo>
                  <a:cubicBezTo>
                    <a:pt x="1909" y="794"/>
                    <a:pt x="1911" y="786"/>
                    <a:pt x="1912" y="786"/>
                  </a:cubicBezTo>
                  <a:close/>
                  <a:moveTo>
                    <a:pt x="1209" y="726"/>
                  </a:moveTo>
                  <a:lnTo>
                    <a:pt x="1209" y="726"/>
                  </a:lnTo>
                  <a:cubicBezTo>
                    <a:pt x="1217" y="767"/>
                    <a:pt x="1217" y="807"/>
                    <a:pt x="1201" y="848"/>
                  </a:cubicBezTo>
                  <a:cubicBezTo>
                    <a:pt x="1201" y="807"/>
                    <a:pt x="1201" y="767"/>
                    <a:pt x="1209" y="726"/>
                  </a:cubicBezTo>
                  <a:close/>
                  <a:moveTo>
                    <a:pt x="1712" y="783"/>
                  </a:moveTo>
                  <a:cubicBezTo>
                    <a:pt x="1720" y="783"/>
                    <a:pt x="1712" y="848"/>
                    <a:pt x="1712" y="848"/>
                  </a:cubicBezTo>
                  <a:cubicBezTo>
                    <a:pt x="1709" y="865"/>
                    <a:pt x="1707" y="871"/>
                    <a:pt x="1706" y="871"/>
                  </a:cubicBezTo>
                  <a:cubicBezTo>
                    <a:pt x="1703" y="871"/>
                    <a:pt x="1701" y="840"/>
                    <a:pt x="1695" y="840"/>
                  </a:cubicBezTo>
                  <a:cubicBezTo>
                    <a:pt x="1695" y="783"/>
                    <a:pt x="1695" y="783"/>
                    <a:pt x="1712" y="783"/>
                  </a:cubicBezTo>
                  <a:close/>
                  <a:moveTo>
                    <a:pt x="1582" y="767"/>
                  </a:moveTo>
                  <a:cubicBezTo>
                    <a:pt x="1582" y="767"/>
                    <a:pt x="1590" y="767"/>
                    <a:pt x="1590" y="823"/>
                  </a:cubicBezTo>
                  <a:cubicBezTo>
                    <a:pt x="1590" y="823"/>
                    <a:pt x="1582" y="888"/>
                    <a:pt x="1582" y="888"/>
                  </a:cubicBezTo>
                  <a:cubicBezTo>
                    <a:pt x="1574" y="880"/>
                    <a:pt x="1566" y="823"/>
                    <a:pt x="1566" y="823"/>
                  </a:cubicBezTo>
                  <a:cubicBezTo>
                    <a:pt x="1574" y="767"/>
                    <a:pt x="1582" y="767"/>
                    <a:pt x="1582" y="767"/>
                  </a:cubicBezTo>
                  <a:close/>
                  <a:moveTo>
                    <a:pt x="999" y="633"/>
                  </a:moveTo>
                  <a:cubicBezTo>
                    <a:pt x="1001" y="633"/>
                    <a:pt x="1003" y="663"/>
                    <a:pt x="1006" y="718"/>
                  </a:cubicBezTo>
                  <a:cubicBezTo>
                    <a:pt x="1006" y="775"/>
                    <a:pt x="1006" y="840"/>
                    <a:pt x="998" y="896"/>
                  </a:cubicBezTo>
                  <a:lnTo>
                    <a:pt x="982" y="896"/>
                  </a:lnTo>
                  <a:lnTo>
                    <a:pt x="990" y="775"/>
                  </a:lnTo>
                  <a:cubicBezTo>
                    <a:pt x="995" y="677"/>
                    <a:pt x="997" y="633"/>
                    <a:pt x="999" y="633"/>
                  </a:cubicBezTo>
                  <a:close/>
                  <a:moveTo>
                    <a:pt x="220" y="677"/>
                  </a:moveTo>
                  <a:cubicBezTo>
                    <a:pt x="228" y="677"/>
                    <a:pt x="228" y="677"/>
                    <a:pt x="236" y="734"/>
                  </a:cubicBezTo>
                  <a:cubicBezTo>
                    <a:pt x="234" y="718"/>
                    <a:pt x="232" y="711"/>
                    <a:pt x="231" y="711"/>
                  </a:cubicBezTo>
                  <a:lnTo>
                    <a:pt x="231" y="711"/>
                  </a:lnTo>
                  <a:cubicBezTo>
                    <a:pt x="229" y="711"/>
                    <a:pt x="233" y="753"/>
                    <a:pt x="244" y="799"/>
                  </a:cubicBezTo>
                  <a:lnTo>
                    <a:pt x="260" y="913"/>
                  </a:lnTo>
                  <a:cubicBezTo>
                    <a:pt x="244" y="880"/>
                    <a:pt x="228" y="840"/>
                    <a:pt x="228" y="799"/>
                  </a:cubicBezTo>
                  <a:cubicBezTo>
                    <a:pt x="204" y="677"/>
                    <a:pt x="204" y="677"/>
                    <a:pt x="220" y="677"/>
                  </a:cubicBezTo>
                  <a:close/>
                  <a:moveTo>
                    <a:pt x="641" y="831"/>
                  </a:moveTo>
                  <a:cubicBezTo>
                    <a:pt x="658" y="872"/>
                    <a:pt x="658" y="913"/>
                    <a:pt x="650" y="953"/>
                  </a:cubicBezTo>
                  <a:lnTo>
                    <a:pt x="633" y="953"/>
                  </a:lnTo>
                  <a:cubicBezTo>
                    <a:pt x="625" y="913"/>
                    <a:pt x="633" y="872"/>
                    <a:pt x="641" y="831"/>
                  </a:cubicBezTo>
                  <a:close/>
                  <a:moveTo>
                    <a:pt x="2701" y="880"/>
                  </a:moveTo>
                  <a:cubicBezTo>
                    <a:pt x="2701" y="921"/>
                    <a:pt x="2685" y="961"/>
                    <a:pt x="2668" y="994"/>
                  </a:cubicBezTo>
                  <a:lnTo>
                    <a:pt x="2677" y="937"/>
                  </a:lnTo>
                  <a:lnTo>
                    <a:pt x="2693" y="880"/>
                  </a:lnTo>
                  <a:close/>
                  <a:moveTo>
                    <a:pt x="1347" y="921"/>
                  </a:moveTo>
                  <a:lnTo>
                    <a:pt x="1347" y="977"/>
                  </a:lnTo>
                  <a:cubicBezTo>
                    <a:pt x="1341" y="977"/>
                    <a:pt x="1336" y="1006"/>
                    <a:pt x="1333" y="1006"/>
                  </a:cubicBezTo>
                  <a:cubicBezTo>
                    <a:pt x="1332" y="1006"/>
                    <a:pt x="1331" y="999"/>
                    <a:pt x="1331" y="977"/>
                  </a:cubicBezTo>
                  <a:cubicBezTo>
                    <a:pt x="1323" y="977"/>
                    <a:pt x="1339" y="921"/>
                    <a:pt x="1347" y="921"/>
                  </a:cubicBezTo>
                  <a:close/>
                  <a:moveTo>
                    <a:pt x="4039" y="977"/>
                  </a:moveTo>
                  <a:cubicBezTo>
                    <a:pt x="4027" y="1005"/>
                    <a:pt x="4021" y="1017"/>
                    <a:pt x="4020" y="1017"/>
                  </a:cubicBezTo>
                  <a:cubicBezTo>
                    <a:pt x="4020" y="1017"/>
                    <a:pt x="4026" y="1003"/>
                    <a:pt x="4039" y="977"/>
                  </a:cubicBezTo>
                  <a:close/>
                  <a:moveTo>
                    <a:pt x="2312" y="896"/>
                  </a:moveTo>
                  <a:lnTo>
                    <a:pt x="2320" y="904"/>
                  </a:lnTo>
                  <a:cubicBezTo>
                    <a:pt x="2312" y="945"/>
                    <a:pt x="2304" y="977"/>
                    <a:pt x="2287" y="1018"/>
                  </a:cubicBezTo>
                  <a:lnTo>
                    <a:pt x="2295" y="961"/>
                  </a:lnTo>
                  <a:lnTo>
                    <a:pt x="2312" y="896"/>
                  </a:lnTo>
                  <a:close/>
                  <a:moveTo>
                    <a:pt x="2482" y="880"/>
                  </a:moveTo>
                  <a:cubicBezTo>
                    <a:pt x="2490" y="888"/>
                    <a:pt x="2490" y="888"/>
                    <a:pt x="2474" y="945"/>
                  </a:cubicBezTo>
                  <a:cubicBezTo>
                    <a:pt x="2466" y="1002"/>
                    <a:pt x="2449" y="1058"/>
                    <a:pt x="2449" y="1058"/>
                  </a:cubicBezTo>
                  <a:cubicBezTo>
                    <a:pt x="2458" y="1002"/>
                    <a:pt x="2466" y="937"/>
                    <a:pt x="2482" y="880"/>
                  </a:cubicBezTo>
                  <a:close/>
                  <a:moveTo>
                    <a:pt x="1858" y="985"/>
                  </a:moveTo>
                  <a:lnTo>
                    <a:pt x="1850" y="1042"/>
                  </a:lnTo>
                  <a:cubicBezTo>
                    <a:pt x="1850" y="1061"/>
                    <a:pt x="1850" y="1069"/>
                    <a:pt x="1851" y="1069"/>
                  </a:cubicBezTo>
                  <a:cubicBezTo>
                    <a:pt x="1854" y="1069"/>
                    <a:pt x="1858" y="1025"/>
                    <a:pt x="1858" y="985"/>
                  </a:cubicBezTo>
                  <a:close/>
                  <a:moveTo>
                    <a:pt x="680" y="930"/>
                  </a:moveTo>
                  <a:cubicBezTo>
                    <a:pt x="675" y="930"/>
                    <a:pt x="676" y="970"/>
                    <a:pt x="682" y="1010"/>
                  </a:cubicBezTo>
                  <a:cubicBezTo>
                    <a:pt x="682" y="1075"/>
                    <a:pt x="690" y="1075"/>
                    <a:pt x="706" y="1075"/>
                  </a:cubicBezTo>
                  <a:cubicBezTo>
                    <a:pt x="706" y="1075"/>
                    <a:pt x="714" y="1010"/>
                    <a:pt x="714" y="1010"/>
                  </a:cubicBezTo>
                  <a:cubicBezTo>
                    <a:pt x="706" y="953"/>
                    <a:pt x="698" y="953"/>
                    <a:pt x="690" y="953"/>
                  </a:cubicBezTo>
                  <a:cubicBezTo>
                    <a:pt x="685" y="936"/>
                    <a:pt x="682" y="930"/>
                    <a:pt x="680" y="930"/>
                  </a:cubicBezTo>
                  <a:close/>
                  <a:moveTo>
                    <a:pt x="2310" y="1011"/>
                  </a:moveTo>
                  <a:cubicBezTo>
                    <a:pt x="2310" y="1011"/>
                    <a:pt x="2308" y="1046"/>
                    <a:pt x="2304" y="1083"/>
                  </a:cubicBezTo>
                  <a:cubicBezTo>
                    <a:pt x="2307" y="1031"/>
                    <a:pt x="2309" y="1011"/>
                    <a:pt x="2310" y="1011"/>
                  </a:cubicBezTo>
                  <a:close/>
                  <a:moveTo>
                    <a:pt x="4225" y="1010"/>
                  </a:moveTo>
                  <a:cubicBezTo>
                    <a:pt x="4201" y="1067"/>
                    <a:pt x="4176" y="1115"/>
                    <a:pt x="4168" y="1115"/>
                  </a:cubicBezTo>
                  <a:lnTo>
                    <a:pt x="4185" y="1058"/>
                  </a:lnTo>
                  <a:lnTo>
                    <a:pt x="4217" y="1010"/>
                  </a:lnTo>
                  <a:close/>
                  <a:moveTo>
                    <a:pt x="4120" y="1018"/>
                  </a:moveTo>
                  <a:cubicBezTo>
                    <a:pt x="4120" y="1018"/>
                    <a:pt x="4120" y="1018"/>
                    <a:pt x="4095" y="1075"/>
                  </a:cubicBezTo>
                  <a:cubicBezTo>
                    <a:pt x="4095" y="1075"/>
                    <a:pt x="4074" y="1124"/>
                    <a:pt x="4065" y="1124"/>
                  </a:cubicBezTo>
                  <a:cubicBezTo>
                    <a:pt x="4064" y="1124"/>
                    <a:pt x="4063" y="1124"/>
                    <a:pt x="4063" y="1123"/>
                  </a:cubicBezTo>
                  <a:lnTo>
                    <a:pt x="4087" y="1067"/>
                  </a:lnTo>
                  <a:cubicBezTo>
                    <a:pt x="4112" y="1018"/>
                    <a:pt x="4120" y="1018"/>
                    <a:pt x="4120" y="1018"/>
                  </a:cubicBezTo>
                  <a:close/>
                  <a:moveTo>
                    <a:pt x="3155" y="1042"/>
                  </a:moveTo>
                  <a:cubicBezTo>
                    <a:pt x="3171" y="1042"/>
                    <a:pt x="3171" y="1042"/>
                    <a:pt x="3155" y="1099"/>
                  </a:cubicBezTo>
                  <a:cubicBezTo>
                    <a:pt x="3137" y="1140"/>
                    <a:pt x="3128" y="1151"/>
                    <a:pt x="3121" y="1151"/>
                  </a:cubicBezTo>
                  <a:cubicBezTo>
                    <a:pt x="3119" y="1151"/>
                    <a:pt x="3117" y="1150"/>
                    <a:pt x="3114" y="1148"/>
                  </a:cubicBezTo>
                  <a:cubicBezTo>
                    <a:pt x="3122" y="1107"/>
                    <a:pt x="3131" y="1075"/>
                    <a:pt x="3155" y="1042"/>
                  </a:cubicBezTo>
                  <a:close/>
                  <a:moveTo>
                    <a:pt x="3447" y="1091"/>
                  </a:moveTo>
                  <a:cubicBezTo>
                    <a:pt x="3439" y="1131"/>
                    <a:pt x="3422" y="1172"/>
                    <a:pt x="3398" y="1204"/>
                  </a:cubicBezTo>
                  <a:lnTo>
                    <a:pt x="3390" y="1204"/>
                  </a:lnTo>
                  <a:cubicBezTo>
                    <a:pt x="3406" y="1164"/>
                    <a:pt x="3422" y="1123"/>
                    <a:pt x="3439" y="1091"/>
                  </a:cubicBezTo>
                  <a:close/>
                  <a:moveTo>
                    <a:pt x="4108" y="1374"/>
                  </a:moveTo>
                  <a:lnTo>
                    <a:pt x="4108" y="1374"/>
                  </a:lnTo>
                  <a:cubicBezTo>
                    <a:pt x="4112" y="1374"/>
                    <a:pt x="4109" y="1389"/>
                    <a:pt x="4095" y="1415"/>
                  </a:cubicBezTo>
                  <a:cubicBezTo>
                    <a:pt x="4072" y="1456"/>
                    <a:pt x="4065" y="1468"/>
                    <a:pt x="4064" y="1468"/>
                  </a:cubicBezTo>
                  <a:cubicBezTo>
                    <a:pt x="4063" y="1468"/>
                    <a:pt x="4063" y="1466"/>
                    <a:pt x="4063" y="1464"/>
                  </a:cubicBezTo>
                  <a:cubicBezTo>
                    <a:pt x="4047" y="1464"/>
                    <a:pt x="4047" y="1464"/>
                    <a:pt x="4079" y="1407"/>
                  </a:cubicBezTo>
                  <a:cubicBezTo>
                    <a:pt x="4094" y="1385"/>
                    <a:pt x="4104" y="1374"/>
                    <a:pt x="4108" y="1374"/>
                  </a:cubicBezTo>
                  <a:close/>
                  <a:moveTo>
                    <a:pt x="4120" y="1431"/>
                  </a:moveTo>
                  <a:lnTo>
                    <a:pt x="4128" y="1440"/>
                  </a:lnTo>
                  <a:cubicBezTo>
                    <a:pt x="4136" y="1440"/>
                    <a:pt x="4136" y="1440"/>
                    <a:pt x="4112" y="1496"/>
                  </a:cubicBezTo>
                  <a:lnTo>
                    <a:pt x="4103" y="1488"/>
                  </a:lnTo>
                  <a:lnTo>
                    <a:pt x="4120" y="1431"/>
                  </a:lnTo>
                  <a:close/>
                  <a:moveTo>
                    <a:pt x="4306" y="1399"/>
                  </a:moveTo>
                  <a:cubicBezTo>
                    <a:pt x="4306" y="1407"/>
                    <a:pt x="4282" y="1456"/>
                    <a:pt x="4282" y="1456"/>
                  </a:cubicBezTo>
                  <a:cubicBezTo>
                    <a:pt x="4282" y="1456"/>
                    <a:pt x="4261" y="1505"/>
                    <a:pt x="4251" y="1505"/>
                  </a:cubicBezTo>
                  <a:cubicBezTo>
                    <a:pt x="4251" y="1505"/>
                    <a:pt x="4250" y="1505"/>
                    <a:pt x="4249" y="1504"/>
                  </a:cubicBezTo>
                  <a:cubicBezTo>
                    <a:pt x="4249" y="1504"/>
                    <a:pt x="4274" y="1448"/>
                    <a:pt x="4298" y="1399"/>
                  </a:cubicBezTo>
                  <a:close/>
                  <a:moveTo>
                    <a:pt x="4193" y="1472"/>
                  </a:moveTo>
                  <a:cubicBezTo>
                    <a:pt x="4193" y="1472"/>
                    <a:pt x="4193" y="1472"/>
                    <a:pt x="4168" y="1529"/>
                  </a:cubicBezTo>
                  <a:lnTo>
                    <a:pt x="4160" y="1529"/>
                  </a:lnTo>
                  <a:lnTo>
                    <a:pt x="4185" y="1472"/>
                  </a:lnTo>
                  <a:close/>
                  <a:moveTo>
                    <a:pt x="4136" y="1548"/>
                  </a:moveTo>
                  <a:lnTo>
                    <a:pt x="4136" y="1548"/>
                  </a:lnTo>
                  <a:cubicBezTo>
                    <a:pt x="4135" y="1548"/>
                    <a:pt x="4130" y="1553"/>
                    <a:pt x="4120" y="1569"/>
                  </a:cubicBezTo>
                  <a:cubicBezTo>
                    <a:pt x="4125" y="1569"/>
                    <a:pt x="4138" y="1548"/>
                    <a:pt x="4136" y="1548"/>
                  </a:cubicBezTo>
                  <a:close/>
                  <a:moveTo>
                    <a:pt x="4866" y="1488"/>
                  </a:moveTo>
                  <a:cubicBezTo>
                    <a:pt x="4874" y="1488"/>
                    <a:pt x="4874" y="1488"/>
                    <a:pt x="4841" y="1545"/>
                  </a:cubicBezTo>
                  <a:cubicBezTo>
                    <a:pt x="4811" y="1590"/>
                    <a:pt x="4774" y="1635"/>
                    <a:pt x="4769" y="1635"/>
                  </a:cubicBezTo>
                  <a:cubicBezTo>
                    <a:pt x="4769" y="1635"/>
                    <a:pt x="4768" y="1635"/>
                    <a:pt x="4768" y="1634"/>
                  </a:cubicBezTo>
                  <a:cubicBezTo>
                    <a:pt x="4793" y="1577"/>
                    <a:pt x="4825" y="1529"/>
                    <a:pt x="4866" y="1488"/>
                  </a:cubicBezTo>
                  <a:close/>
                  <a:moveTo>
                    <a:pt x="4561" y="1536"/>
                  </a:moveTo>
                  <a:lnTo>
                    <a:pt x="4561" y="1536"/>
                  </a:lnTo>
                  <a:cubicBezTo>
                    <a:pt x="4563" y="1536"/>
                    <a:pt x="4560" y="1543"/>
                    <a:pt x="4549" y="1561"/>
                  </a:cubicBezTo>
                  <a:cubicBezTo>
                    <a:pt x="4525" y="1594"/>
                    <a:pt x="4509" y="1626"/>
                    <a:pt x="4485" y="1658"/>
                  </a:cubicBezTo>
                  <a:cubicBezTo>
                    <a:pt x="4485" y="1658"/>
                    <a:pt x="4468" y="1678"/>
                    <a:pt x="4465" y="1678"/>
                  </a:cubicBezTo>
                  <a:cubicBezTo>
                    <a:pt x="4462" y="1678"/>
                    <a:pt x="4464" y="1671"/>
                    <a:pt x="4476" y="1650"/>
                  </a:cubicBezTo>
                  <a:lnTo>
                    <a:pt x="4509" y="1602"/>
                  </a:lnTo>
                  <a:cubicBezTo>
                    <a:pt x="4531" y="1569"/>
                    <a:pt x="4557" y="1536"/>
                    <a:pt x="4561" y="1536"/>
                  </a:cubicBezTo>
                  <a:close/>
                  <a:moveTo>
                    <a:pt x="269" y="1569"/>
                  </a:moveTo>
                  <a:cubicBezTo>
                    <a:pt x="269" y="1569"/>
                    <a:pt x="269" y="1634"/>
                    <a:pt x="277" y="1691"/>
                  </a:cubicBezTo>
                  <a:lnTo>
                    <a:pt x="285" y="1691"/>
                  </a:lnTo>
                  <a:cubicBezTo>
                    <a:pt x="285" y="1650"/>
                    <a:pt x="285" y="1610"/>
                    <a:pt x="269" y="1569"/>
                  </a:cubicBezTo>
                  <a:close/>
                  <a:moveTo>
                    <a:pt x="4008" y="1637"/>
                  </a:moveTo>
                  <a:cubicBezTo>
                    <a:pt x="4001" y="1650"/>
                    <a:pt x="3992" y="1668"/>
                    <a:pt x="3982" y="1691"/>
                  </a:cubicBezTo>
                  <a:cubicBezTo>
                    <a:pt x="3972" y="1715"/>
                    <a:pt x="3966" y="1729"/>
                    <a:pt x="3966" y="1729"/>
                  </a:cubicBezTo>
                  <a:cubicBezTo>
                    <a:pt x="3966" y="1729"/>
                    <a:pt x="3978" y="1703"/>
                    <a:pt x="4006" y="1642"/>
                  </a:cubicBezTo>
                  <a:cubicBezTo>
                    <a:pt x="4007" y="1640"/>
                    <a:pt x="4008" y="1639"/>
                    <a:pt x="4008" y="1637"/>
                  </a:cubicBezTo>
                  <a:close/>
                  <a:moveTo>
                    <a:pt x="1582" y="1967"/>
                  </a:moveTo>
                  <a:cubicBezTo>
                    <a:pt x="1582" y="1967"/>
                    <a:pt x="1566" y="2031"/>
                    <a:pt x="1566" y="2088"/>
                  </a:cubicBezTo>
                  <a:cubicBezTo>
                    <a:pt x="1562" y="2113"/>
                    <a:pt x="1562" y="2128"/>
                    <a:pt x="1564" y="2128"/>
                  </a:cubicBezTo>
                  <a:cubicBezTo>
                    <a:pt x="1566" y="2128"/>
                    <a:pt x="1573" y="2101"/>
                    <a:pt x="1582" y="2031"/>
                  </a:cubicBezTo>
                  <a:cubicBezTo>
                    <a:pt x="1582" y="1975"/>
                    <a:pt x="1582" y="1975"/>
                    <a:pt x="1582" y="1967"/>
                  </a:cubicBezTo>
                  <a:close/>
                  <a:moveTo>
                    <a:pt x="5723" y="2064"/>
                  </a:moveTo>
                  <a:cubicBezTo>
                    <a:pt x="5728" y="2064"/>
                    <a:pt x="5668" y="2127"/>
                    <a:pt x="5603" y="2185"/>
                  </a:cubicBezTo>
                  <a:cubicBezTo>
                    <a:pt x="5564" y="2229"/>
                    <a:pt x="5543" y="2251"/>
                    <a:pt x="5543" y="2251"/>
                  </a:cubicBezTo>
                  <a:cubicBezTo>
                    <a:pt x="5542" y="2251"/>
                    <a:pt x="5562" y="2227"/>
                    <a:pt x="5603" y="2177"/>
                  </a:cubicBezTo>
                  <a:cubicBezTo>
                    <a:pt x="5633" y="2140"/>
                    <a:pt x="5670" y="2095"/>
                    <a:pt x="5682" y="2095"/>
                  </a:cubicBezTo>
                  <a:cubicBezTo>
                    <a:pt x="5683" y="2095"/>
                    <a:pt x="5684" y="2096"/>
                    <a:pt x="5684" y="2096"/>
                  </a:cubicBezTo>
                  <a:cubicBezTo>
                    <a:pt x="5709" y="2074"/>
                    <a:pt x="5721" y="2064"/>
                    <a:pt x="5723" y="2064"/>
                  </a:cubicBezTo>
                  <a:close/>
                  <a:moveTo>
                    <a:pt x="1838" y="156"/>
                  </a:moveTo>
                  <a:cubicBezTo>
                    <a:pt x="1836" y="156"/>
                    <a:pt x="1833" y="186"/>
                    <a:pt x="1833" y="256"/>
                  </a:cubicBezTo>
                  <a:cubicBezTo>
                    <a:pt x="1820" y="352"/>
                    <a:pt x="1818" y="372"/>
                    <a:pt x="1813" y="372"/>
                  </a:cubicBezTo>
                  <a:cubicBezTo>
                    <a:pt x="1812" y="372"/>
                    <a:pt x="1811" y="371"/>
                    <a:pt x="1809" y="369"/>
                  </a:cubicBezTo>
                  <a:cubicBezTo>
                    <a:pt x="1801" y="369"/>
                    <a:pt x="1793" y="369"/>
                    <a:pt x="1793" y="313"/>
                  </a:cubicBezTo>
                  <a:cubicBezTo>
                    <a:pt x="1801" y="248"/>
                    <a:pt x="1801" y="248"/>
                    <a:pt x="1785" y="248"/>
                  </a:cubicBezTo>
                  <a:cubicBezTo>
                    <a:pt x="1760" y="248"/>
                    <a:pt x="1728" y="418"/>
                    <a:pt x="1712" y="540"/>
                  </a:cubicBezTo>
                  <a:cubicBezTo>
                    <a:pt x="1708" y="600"/>
                    <a:pt x="1706" y="631"/>
                    <a:pt x="1705" y="631"/>
                  </a:cubicBezTo>
                  <a:cubicBezTo>
                    <a:pt x="1704" y="631"/>
                    <a:pt x="1704" y="600"/>
                    <a:pt x="1704" y="540"/>
                  </a:cubicBezTo>
                  <a:cubicBezTo>
                    <a:pt x="1712" y="483"/>
                    <a:pt x="1704" y="475"/>
                    <a:pt x="1695" y="475"/>
                  </a:cubicBezTo>
                  <a:cubicBezTo>
                    <a:pt x="1695" y="418"/>
                    <a:pt x="1704" y="418"/>
                    <a:pt x="1712" y="418"/>
                  </a:cubicBezTo>
                  <a:lnTo>
                    <a:pt x="1720" y="361"/>
                  </a:lnTo>
                  <a:cubicBezTo>
                    <a:pt x="1720" y="300"/>
                    <a:pt x="1718" y="270"/>
                    <a:pt x="1714" y="270"/>
                  </a:cubicBezTo>
                  <a:cubicBezTo>
                    <a:pt x="1710" y="270"/>
                    <a:pt x="1704" y="300"/>
                    <a:pt x="1695" y="361"/>
                  </a:cubicBezTo>
                  <a:cubicBezTo>
                    <a:pt x="1688" y="389"/>
                    <a:pt x="1685" y="403"/>
                    <a:pt x="1684" y="403"/>
                  </a:cubicBezTo>
                  <a:cubicBezTo>
                    <a:pt x="1683" y="403"/>
                    <a:pt x="1683" y="387"/>
                    <a:pt x="1679" y="353"/>
                  </a:cubicBezTo>
                  <a:cubicBezTo>
                    <a:pt x="1679" y="313"/>
                    <a:pt x="1675" y="269"/>
                    <a:pt x="1673" y="269"/>
                  </a:cubicBezTo>
                  <a:cubicBezTo>
                    <a:pt x="1672" y="269"/>
                    <a:pt x="1671" y="277"/>
                    <a:pt x="1671" y="296"/>
                  </a:cubicBezTo>
                  <a:cubicBezTo>
                    <a:pt x="1671" y="296"/>
                    <a:pt x="1655" y="288"/>
                    <a:pt x="1655" y="231"/>
                  </a:cubicBezTo>
                  <a:cubicBezTo>
                    <a:pt x="1639" y="231"/>
                    <a:pt x="1631" y="231"/>
                    <a:pt x="1622" y="288"/>
                  </a:cubicBezTo>
                  <a:cubicBezTo>
                    <a:pt x="1622" y="345"/>
                    <a:pt x="1614" y="345"/>
                    <a:pt x="1606" y="345"/>
                  </a:cubicBezTo>
                  <a:cubicBezTo>
                    <a:pt x="1598" y="345"/>
                    <a:pt x="1590" y="345"/>
                    <a:pt x="1590" y="402"/>
                  </a:cubicBezTo>
                  <a:cubicBezTo>
                    <a:pt x="1582" y="467"/>
                    <a:pt x="1574" y="523"/>
                    <a:pt x="1558" y="523"/>
                  </a:cubicBezTo>
                  <a:cubicBezTo>
                    <a:pt x="1551" y="546"/>
                    <a:pt x="1547" y="560"/>
                    <a:pt x="1545" y="560"/>
                  </a:cubicBezTo>
                  <a:cubicBezTo>
                    <a:pt x="1541" y="560"/>
                    <a:pt x="1541" y="531"/>
                    <a:pt x="1541" y="458"/>
                  </a:cubicBezTo>
                  <a:cubicBezTo>
                    <a:pt x="1550" y="394"/>
                    <a:pt x="1541" y="394"/>
                    <a:pt x="1533" y="394"/>
                  </a:cubicBezTo>
                  <a:cubicBezTo>
                    <a:pt x="1533" y="394"/>
                    <a:pt x="1525" y="394"/>
                    <a:pt x="1517" y="337"/>
                  </a:cubicBezTo>
                  <a:cubicBezTo>
                    <a:pt x="1517" y="317"/>
                    <a:pt x="1516" y="308"/>
                    <a:pt x="1515" y="308"/>
                  </a:cubicBezTo>
                  <a:cubicBezTo>
                    <a:pt x="1513" y="308"/>
                    <a:pt x="1509" y="349"/>
                    <a:pt x="1509" y="394"/>
                  </a:cubicBezTo>
                  <a:lnTo>
                    <a:pt x="1501" y="515"/>
                  </a:lnTo>
                  <a:cubicBezTo>
                    <a:pt x="1493" y="450"/>
                    <a:pt x="1493" y="394"/>
                    <a:pt x="1501" y="329"/>
                  </a:cubicBezTo>
                  <a:cubicBezTo>
                    <a:pt x="1497" y="272"/>
                    <a:pt x="1495" y="244"/>
                    <a:pt x="1494" y="244"/>
                  </a:cubicBezTo>
                  <a:cubicBezTo>
                    <a:pt x="1493" y="244"/>
                    <a:pt x="1493" y="272"/>
                    <a:pt x="1493" y="329"/>
                  </a:cubicBezTo>
                  <a:cubicBezTo>
                    <a:pt x="1487" y="373"/>
                    <a:pt x="1482" y="414"/>
                    <a:pt x="1476" y="414"/>
                  </a:cubicBezTo>
                  <a:cubicBezTo>
                    <a:pt x="1474" y="414"/>
                    <a:pt x="1471" y="406"/>
                    <a:pt x="1468" y="386"/>
                  </a:cubicBezTo>
                  <a:cubicBezTo>
                    <a:pt x="1452" y="386"/>
                    <a:pt x="1436" y="386"/>
                    <a:pt x="1436" y="329"/>
                  </a:cubicBezTo>
                  <a:cubicBezTo>
                    <a:pt x="1436" y="307"/>
                    <a:pt x="1435" y="300"/>
                    <a:pt x="1434" y="300"/>
                  </a:cubicBezTo>
                  <a:cubicBezTo>
                    <a:pt x="1432" y="300"/>
                    <a:pt x="1428" y="329"/>
                    <a:pt x="1428" y="329"/>
                  </a:cubicBezTo>
                  <a:cubicBezTo>
                    <a:pt x="1420" y="356"/>
                    <a:pt x="1414" y="370"/>
                    <a:pt x="1408" y="370"/>
                  </a:cubicBezTo>
                  <a:cubicBezTo>
                    <a:pt x="1402" y="370"/>
                    <a:pt x="1396" y="354"/>
                    <a:pt x="1387" y="321"/>
                  </a:cubicBezTo>
                  <a:cubicBezTo>
                    <a:pt x="1371" y="260"/>
                    <a:pt x="1363" y="229"/>
                    <a:pt x="1358" y="229"/>
                  </a:cubicBezTo>
                  <a:cubicBezTo>
                    <a:pt x="1353" y="229"/>
                    <a:pt x="1351" y="260"/>
                    <a:pt x="1347" y="321"/>
                  </a:cubicBezTo>
                  <a:cubicBezTo>
                    <a:pt x="1344" y="301"/>
                    <a:pt x="1342" y="294"/>
                    <a:pt x="1339" y="294"/>
                  </a:cubicBezTo>
                  <a:cubicBezTo>
                    <a:pt x="1333" y="294"/>
                    <a:pt x="1326" y="337"/>
                    <a:pt x="1314" y="377"/>
                  </a:cubicBezTo>
                  <a:cubicBezTo>
                    <a:pt x="1306" y="434"/>
                    <a:pt x="1306" y="556"/>
                    <a:pt x="1298" y="613"/>
                  </a:cubicBezTo>
                  <a:cubicBezTo>
                    <a:pt x="1298" y="685"/>
                    <a:pt x="1298" y="714"/>
                    <a:pt x="1295" y="714"/>
                  </a:cubicBezTo>
                  <a:cubicBezTo>
                    <a:pt x="1292" y="714"/>
                    <a:pt x="1289" y="700"/>
                    <a:pt x="1282" y="677"/>
                  </a:cubicBezTo>
                  <a:cubicBezTo>
                    <a:pt x="1274" y="637"/>
                    <a:pt x="1274" y="596"/>
                    <a:pt x="1274" y="556"/>
                  </a:cubicBezTo>
                  <a:cubicBezTo>
                    <a:pt x="1274" y="491"/>
                    <a:pt x="1282" y="491"/>
                    <a:pt x="1282" y="491"/>
                  </a:cubicBezTo>
                  <a:lnTo>
                    <a:pt x="1290" y="491"/>
                  </a:lnTo>
                  <a:cubicBezTo>
                    <a:pt x="1290" y="434"/>
                    <a:pt x="1290" y="377"/>
                    <a:pt x="1274" y="369"/>
                  </a:cubicBezTo>
                  <a:cubicBezTo>
                    <a:pt x="1270" y="341"/>
                    <a:pt x="1268" y="327"/>
                    <a:pt x="1266" y="327"/>
                  </a:cubicBezTo>
                  <a:cubicBezTo>
                    <a:pt x="1264" y="327"/>
                    <a:pt x="1262" y="341"/>
                    <a:pt x="1258" y="369"/>
                  </a:cubicBezTo>
                  <a:cubicBezTo>
                    <a:pt x="1258" y="313"/>
                    <a:pt x="1241" y="313"/>
                    <a:pt x="1225" y="313"/>
                  </a:cubicBezTo>
                  <a:cubicBezTo>
                    <a:pt x="1209" y="304"/>
                    <a:pt x="1185" y="304"/>
                    <a:pt x="1185" y="248"/>
                  </a:cubicBezTo>
                  <a:cubicBezTo>
                    <a:pt x="1168" y="248"/>
                    <a:pt x="1160" y="248"/>
                    <a:pt x="1160" y="304"/>
                  </a:cubicBezTo>
                  <a:cubicBezTo>
                    <a:pt x="1160" y="375"/>
                    <a:pt x="1158" y="404"/>
                    <a:pt x="1155" y="404"/>
                  </a:cubicBezTo>
                  <a:cubicBezTo>
                    <a:pt x="1154" y="404"/>
                    <a:pt x="1152" y="389"/>
                    <a:pt x="1152" y="361"/>
                  </a:cubicBezTo>
                  <a:cubicBezTo>
                    <a:pt x="1147" y="285"/>
                    <a:pt x="1108" y="235"/>
                    <a:pt x="1076" y="235"/>
                  </a:cubicBezTo>
                  <a:cubicBezTo>
                    <a:pt x="1058" y="235"/>
                    <a:pt x="1042" y="253"/>
                    <a:pt x="1039" y="296"/>
                  </a:cubicBezTo>
                  <a:lnTo>
                    <a:pt x="1023" y="296"/>
                  </a:lnTo>
                  <a:cubicBezTo>
                    <a:pt x="1014" y="268"/>
                    <a:pt x="1000" y="254"/>
                    <a:pt x="987" y="254"/>
                  </a:cubicBezTo>
                  <a:cubicBezTo>
                    <a:pt x="974" y="254"/>
                    <a:pt x="962" y="268"/>
                    <a:pt x="958" y="296"/>
                  </a:cubicBezTo>
                  <a:lnTo>
                    <a:pt x="933" y="296"/>
                  </a:lnTo>
                  <a:cubicBezTo>
                    <a:pt x="925" y="268"/>
                    <a:pt x="919" y="254"/>
                    <a:pt x="915" y="254"/>
                  </a:cubicBezTo>
                  <a:cubicBezTo>
                    <a:pt x="911" y="254"/>
                    <a:pt x="909" y="268"/>
                    <a:pt x="909" y="296"/>
                  </a:cubicBezTo>
                  <a:cubicBezTo>
                    <a:pt x="903" y="336"/>
                    <a:pt x="902" y="380"/>
                    <a:pt x="901" y="380"/>
                  </a:cubicBezTo>
                  <a:cubicBezTo>
                    <a:pt x="901" y="380"/>
                    <a:pt x="901" y="372"/>
                    <a:pt x="901" y="353"/>
                  </a:cubicBezTo>
                  <a:cubicBezTo>
                    <a:pt x="901" y="296"/>
                    <a:pt x="885" y="296"/>
                    <a:pt x="852" y="296"/>
                  </a:cubicBezTo>
                  <a:cubicBezTo>
                    <a:pt x="828" y="296"/>
                    <a:pt x="828" y="296"/>
                    <a:pt x="836" y="353"/>
                  </a:cubicBezTo>
                  <a:cubicBezTo>
                    <a:pt x="829" y="372"/>
                    <a:pt x="823" y="380"/>
                    <a:pt x="818" y="380"/>
                  </a:cubicBezTo>
                  <a:cubicBezTo>
                    <a:pt x="808" y="380"/>
                    <a:pt x="804" y="336"/>
                    <a:pt x="804" y="296"/>
                  </a:cubicBezTo>
                  <a:cubicBezTo>
                    <a:pt x="804" y="241"/>
                    <a:pt x="800" y="211"/>
                    <a:pt x="797" y="211"/>
                  </a:cubicBezTo>
                  <a:cubicBezTo>
                    <a:pt x="792" y="211"/>
                    <a:pt x="787" y="255"/>
                    <a:pt x="787" y="353"/>
                  </a:cubicBezTo>
                  <a:cubicBezTo>
                    <a:pt x="787" y="423"/>
                    <a:pt x="785" y="453"/>
                    <a:pt x="781" y="453"/>
                  </a:cubicBezTo>
                  <a:cubicBezTo>
                    <a:pt x="778" y="453"/>
                    <a:pt x="775" y="437"/>
                    <a:pt x="771" y="410"/>
                  </a:cubicBezTo>
                  <a:cubicBezTo>
                    <a:pt x="771" y="353"/>
                    <a:pt x="779" y="353"/>
                    <a:pt x="779" y="353"/>
                  </a:cubicBezTo>
                  <a:cubicBezTo>
                    <a:pt x="779" y="353"/>
                    <a:pt x="779" y="296"/>
                    <a:pt x="779" y="231"/>
                  </a:cubicBezTo>
                  <a:cubicBezTo>
                    <a:pt x="771" y="231"/>
                    <a:pt x="771" y="231"/>
                    <a:pt x="763" y="296"/>
                  </a:cubicBezTo>
                  <a:cubicBezTo>
                    <a:pt x="763" y="296"/>
                    <a:pt x="755" y="296"/>
                    <a:pt x="755" y="353"/>
                  </a:cubicBezTo>
                  <a:cubicBezTo>
                    <a:pt x="747" y="410"/>
                    <a:pt x="755" y="475"/>
                    <a:pt x="763" y="531"/>
                  </a:cubicBezTo>
                  <a:cubicBezTo>
                    <a:pt x="779" y="596"/>
                    <a:pt x="771" y="596"/>
                    <a:pt x="763" y="596"/>
                  </a:cubicBezTo>
                  <a:cubicBezTo>
                    <a:pt x="747" y="531"/>
                    <a:pt x="739" y="475"/>
                    <a:pt x="747" y="410"/>
                  </a:cubicBezTo>
                  <a:cubicBezTo>
                    <a:pt x="747" y="377"/>
                    <a:pt x="747" y="337"/>
                    <a:pt x="747" y="296"/>
                  </a:cubicBezTo>
                  <a:cubicBezTo>
                    <a:pt x="745" y="284"/>
                    <a:pt x="743" y="278"/>
                    <a:pt x="740" y="278"/>
                  </a:cubicBezTo>
                  <a:cubicBezTo>
                    <a:pt x="728" y="278"/>
                    <a:pt x="708" y="376"/>
                    <a:pt x="714" y="475"/>
                  </a:cubicBezTo>
                  <a:cubicBezTo>
                    <a:pt x="706" y="450"/>
                    <a:pt x="714" y="467"/>
                    <a:pt x="706" y="418"/>
                  </a:cubicBezTo>
                  <a:cubicBezTo>
                    <a:pt x="706" y="353"/>
                    <a:pt x="690" y="353"/>
                    <a:pt x="674" y="353"/>
                  </a:cubicBezTo>
                  <a:cubicBezTo>
                    <a:pt x="658" y="353"/>
                    <a:pt x="650" y="353"/>
                    <a:pt x="658" y="418"/>
                  </a:cubicBezTo>
                  <a:cubicBezTo>
                    <a:pt x="666" y="458"/>
                    <a:pt x="666" y="499"/>
                    <a:pt x="658" y="540"/>
                  </a:cubicBezTo>
                  <a:cubicBezTo>
                    <a:pt x="666" y="572"/>
                    <a:pt x="674" y="613"/>
                    <a:pt x="674" y="653"/>
                  </a:cubicBezTo>
                  <a:cubicBezTo>
                    <a:pt x="674" y="653"/>
                    <a:pt x="658" y="596"/>
                    <a:pt x="641" y="540"/>
                  </a:cubicBezTo>
                  <a:cubicBezTo>
                    <a:pt x="617" y="418"/>
                    <a:pt x="601" y="361"/>
                    <a:pt x="568" y="361"/>
                  </a:cubicBezTo>
                  <a:cubicBezTo>
                    <a:pt x="552" y="361"/>
                    <a:pt x="536" y="361"/>
                    <a:pt x="520" y="304"/>
                  </a:cubicBezTo>
                  <a:cubicBezTo>
                    <a:pt x="504" y="304"/>
                    <a:pt x="496" y="304"/>
                    <a:pt x="504" y="361"/>
                  </a:cubicBezTo>
                  <a:lnTo>
                    <a:pt x="487" y="361"/>
                  </a:lnTo>
                  <a:cubicBezTo>
                    <a:pt x="479" y="333"/>
                    <a:pt x="473" y="319"/>
                    <a:pt x="469" y="319"/>
                  </a:cubicBezTo>
                  <a:cubicBezTo>
                    <a:pt x="465" y="319"/>
                    <a:pt x="463" y="333"/>
                    <a:pt x="463" y="361"/>
                  </a:cubicBezTo>
                  <a:cubicBezTo>
                    <a:pt x="463" y="383"/>
                    <a:pt x="461" y="390"/>
                    <a:pt x="459" y="390"/>
                  </a:cubicBezTo>
                  <a:cubicBezTo>
                    <a:pt x="454" y="390"/>
                    <a:pt x="447" y="361"/>
                    <a:pt x="447" y="361"/>
                  </a:cubicBezTo>
                  <a:cubicBezTo>
                    <a:pt x="432" y="311"/>
                    <a:pt x="424" y="283"/>
                    <a:pt x="422" y="283"/>
                  </a:cubicBezTo>
                  <a:lnTo>
                    <a:pt x="422" y="283"/>
                  </a:lnTo>
                  <a:cubicBezTo>
                    <a:pt x="419" y="283"/>
                    <a:pt x="425" y="327"/>
                    <a:pt x="439" y="426"/>
                  </a:cubicBezTo>
                  <a:cubicBezTo>
                    <a:pt x="447" y="467"/>
                    <a:pt x="455" y="507"/>
                    <a:pt x="479" y="540"/>
                  </a:cubicBezTo>
                  <a:lnTo>
                    <a:pt x="496" y="540"/>
                  </a:lnTo>
                  <a:lnTo>
                    <a:pt x="487" y="604"/>
                  </a:lnTo>
                  <a:cubicBezTo>
                    <a:pt x="471" y="637"/>
                    <a:pt x="471" y="677"/>
                    <a:pt x="479" y="718"/>
                  </a:cubicBezTo>
                  <a:cubicBezTo>
                    <a:pt x="479" y="718"/>
                    <a:pt x="479" y="783"/>
                    <a:pt x="479" y="783"/>
                  </a:cubicBezTo>
                  <a:cubicBezTo>
                    <a:pt x="479" y="783"/>
                    <a:pt x="471" y="718"/>
                    <a:pt x="463" y="661"/>
                  </a:cubicBezTo>
                  <a:cubicBezTo>
                    <a:pt x="463" y="604"/>
                    <a:pt x="455" y="540"/>
                    <a:pt x="447" y="483"/>
                  </a:cubicBezTo>
                  <a:cubicBezTo>
                    <a:pt x="437" y="409"/>
                    <a:pt x="421" y="358"/>
                    <a:pt x="414" y="358"/>
                  </a:cubicBezTo>
                  <a:lnTo>
                    <a:pt x="414" y="358"/>
                  </a:lnTo>
                  <a:cubicBezTo>
                    <a:pt x="409" y="358"/>
                    <a:pt x="408" y="379"/>
                    <a:pt x="414" y="426"/>
                  </a:cubicBezTo>
                  <a:cubicBezTo>
                    <a:pt x="406" y="426"/>
                    <a:pt x="406" y="426"/>
                    <a:pt x="390" y="369"/>
                  </a:cubicBezTo>
                  <a:cubicBezTo>
                    <a:pt x="387" y="342"/>
                    <a:pt x="383" y="326"/>
                    <a:pt x="381" y="326"/>
                  </a:cubicBezTo>
                  <a:lnTo>
                    <a:pt x="381" y="326"/>
                  </a:lnTo>
                  <a:cubicBezTo>
                    <a:pt x="378" y="326"/>
                    <a:pt x="377" y="356"/>
                    <a:pt x="382" y="426"/>
                  </a:cubicBezTo>
                  <a:cubicBezTo>
                    <a:pt x="386" y="487"/>
                    <a:pt x="386" y="517"/>
                    <a:pt x="383" y="517"/>
                  </a:cubicBezTo>
                  <a:cubicBezTo>
                    <a:pt x="380" y="517"/>
                    <a:pt x="374" y="487"/>
                    <a:pt x="366" y="426"/>
                  </a:cubicBezTo>
                  <a:cubicBezTo>
                    <a:pt x="347" y="357"/>
                    <a:pt x="329" y="330"/>
                    <a:pt x="318" y="330"/>
                  </a:cubicBezTo>
                  <a:cubicBezTo>
                    <a:pt x="310" y="330"/>
                    <a:pt x="306" y="345"/>
                    <a:pt x="309" y="369"/>
                  </a:cubicBezTo>
                  <a:cubicBezTo>
                    <a:pt x="319" y="442"/>
                    <a:pt x="314" y="471"/>
                    <a:pt x="305" y="471"/>
                  </a:cubicBezTo>
                  <a:cubicBezTo>
                    <a:pt x="299" y="471"/>
                    <a:pt x="291" y="457"/>
                    <a:pt x="285" y="434"/>
                  </a:cubicBezTo>
                  <a:cubicBezTo>
                    <a:pt x="281" y="406"/>
                    <a:pt x="277" y="392"/>
                    <a:pt x="274" y="392"/>
                  </a:cubicBezTo>
                  <a:cubicBezTo>
                    <a:pt x="271" y="392"/>
                    <a:pt x="269" y="406"/>
                    <a:pt x="269" y="434"/>
                  </a:cubicBezTo>
                  <a:cubicBezTo>
                    <a:pt x="263" y="394"/>
                    <a:pt x="253" y="350"/>
                    <a:pt x="248" y="350"/>
                  </a:cubicBezTo>
                  <a:cubicBezTo>
                    <a:pt x="246" y="350"/>
                    <a:pt x="244" y="358"/>
                    <a:pt x="244" y="377"/>
                  </a:cubicBezTo>
                  <a:cubicBezTo>
                    <a:pt x="244" y="377"/>
                    <a:pt x="236" y="377"/>
                    <a:pt x="252" y="434"/>
                  </a:cubicBezTo>
                  <a:lnTo>
                    <a:pt x="252" y="556"/>
                  </a:lnTo>
                  <a:cubicBezTo>
                    <a:pt x="269" y="596"/>
                    <a:pt x="277" y="637"/>
                    <a:pt x="277" y="669"/>
                  </a:cubicBezTo>
                  <a:cubicBezTo>
                    <a:pt x="279" y="687"/>
                    <a:pt x="278" y="695"/>
                    <a:pt x="275" y="695"/>
                  </a:cubicBezTo>
                  <a:cubicBezTo>
                    <a:pt x="267" y="695"/>
                    <a:pt x="241" y="630"/>
                    <a:pt x="212" y="499"/>
                  </a:cubicBezTo>
                  <a:lnTo>
                    <a:pt x="179" y="386"/>
                  </a:lnTo>
                  <a:lnTo>
                    <a:pt x="179" y="386"/>
                  </a:lnTo>
                  <a:cubicBezTo>
                    <a:pt x="187" y="442"/>
                    <a:pt x="196" y="499"/>
                    <a:pt x="196" y="499"/>
                  </a:cubicBezTo>
                  <a:cubicBezTo>
                    <a:pt x="187" y="499"/>
                    <a:pt x="179" y="499"/>
                    <a:pt x="171" y="442"/>
                  </a:cubicBezTo>
                  <a:cubicBezTo>
                    <a:pt x="163" y="386"/>
                    <a:pt x="163" y="386"/>
                    <a:pt x="155" y="386"/>
                  </a:cubicBezTo>
                  <a:cubicBezTo>
                    <a:pt x="155" y="386"/>
                    <a:pt x="147" y="386"/>
                    <a:pt x="155" y="442"/>
                  </a:cubicBezTo>
                  <a:cubicBezTo>
                    <a:pt x="165" y="515"/>
                    <a:pt x="169" y="544"/>
                    <a:pt x="167" y="544"/>
                  </a:cubicBezTo>
                  <a:cubicBezTo>
                    <a:pt x="165" y="544"/>
                    <a:pt x="162" y="530"/>
                    <a:pt x="155" y="507"/>
                  </a:cubicBezTo>
                  <a:cubicBezTo>
                    <a:pt x="143" y="446"/>
                    <a:pt x="135" y="416"/>
                    <a:pt x="132" y="416"/>
                  </a:cubicBezTo>
                  <a:lnTo>
                    <a:pt x="132" y="416"/>
                  </a:lnTo>
                  <a:cubicBezTo>
                    <a:pt x="129" y="416"/>
                    <a:pt x="131" y="446"/>
                    <a:pt x="139" y="507"/>
                  </a:cubicBezTo>
                  <a:cubicBezTo>
                    <a:pt x="147" y="564"/>
                    <a:pt x="151" y="592"/>
                    <a:pt x="150" y="592"/>
                  </a:cubicBezTo>
                  <a:cubicBezTo>
                    <a:pt x="149" y="592"/>
                    <a:pt x="143" y="564"/>
                    <a:pt x="131" y="507"/>
                  </a:cubicBezTo>
                  <a:cubicBezTo>
                    <a:pt x="123" y="467"/>
                    <a:pt x="114" y="426"/>
                    <a:pt x="98" y="394"/>
                  </a:cubicBezTo>
                  <a:lnTo>
                    <a:pt x="98" y="394"/>
                  </a:lnTo>
                  <a:lnTo>
                    <a:pt x="106" y="450"/>
                  </a:lnTo>
                  <a:cubicBezTo>
                    <a:pt x="116" y="518"/>
                    <a:pt x="117" y="548"/>
                    <a:pt x="113" y="548"/>
                  </a:cubicBezTo>
                  <a:cubicBezTo>
                    <a:pt x="110" y="548"/>
                    <a:pt x="105" y="534"/>
                    <a:pt x="98" y="507"/>
                  </a:cubicBezTo>
                  <a:cubicBezTo>
                    <a:pt x="94" y="480"/>
                    <a:pt x="90" y="466"/>
                    <a:pt x="87" y="466"/>
                  </a:cubicBezTo>
                  <a:cubicBezTo>
                    <a:pt x="84" y="466"/>
                    <a:pt x="82" y="482"/>
                    <a:pt x="82" y="515"/>
                  </a:cubicBezTo>
                  <a:cubicBezTo>
                    <a:pt x="66" y="515"/>
                    <a:pt x="58" y="515"/>
                    <a:pt x="50" y="458"/>
                  </a:cubicBezTo>
                  <a:cubicBezTo>
                    <a:pt x="37" y="398"/>
                    <a:pt x="31" y="367"/>
                    <a:pt x="30" y="367"/>
                  </a:cubicBezTo>
                  <a:lnTo>
                    <a:pt x="30" y="367"/>
                  </a:lnTo>
                  <a:cubicBezTo>
                    <a:pt x="29" y="367"/>
                    <a:pt x="33" y="398"/>
                    <a:pt x="41" y="458"/>
                  </a:cubicBezTo>
                  <a:cubicBezTo>
                    <a:pt x="41" y="487"/>
                    <a:pt x="41" y="501"/>
                    <a:pt x="38" y="501"/>
                  </a:cubicBezTo>
                  <a:cubicBezTo>
                    <a:pt x="35" y="501"/>
                    <a:pt x="29" y="487"/>
                    <a:pt x="17" y="458"/>
                  </a:cubicBezTo>
                  <a:cubicBezTo>
                    <a:pt x="9" y="430"/>
                    <a:pt x="5" y="416"/>
                    <a:pt x="3" y="416"/>
                  </a:cubicBezTo>
                  <a:cubicBezTo>
                    <a:pt x="1" y="416"/>
                    <a:pt x="1" y="430"/>
                    <a:pt x="1" y="458"/>
                  </a:cubicBezTo>
                  <a:cubicBezTo>
                    <a:pt x="9" y="523"/>
                    <a:pt x="17" y="580"/>
                    <a:pt x="41" y="637"/>
                  </a:cubicBezTo>
                  <a:cubicBezTo>
                    <a:pt x="50" y="637"/>
                    <a:pt x="50" y="637"/>
                    <a:pt x="58" y="694"/>
                  </a:cubicBezTo>
                  <a:lnTo>
                    <a:pt x="41" y="694"/>
                  </a:lnTo>
                  <a:cubicBezTo>
                    <a:pt x="33" y="694"/>
                    <a:pt x="33" y="694"/>
                    <a:pt x="25" y="758"/>
                  </a:cubicBezTo>
                  <a:cubicBezTo>
                    <a:pt x="25" y="804"/>
                    <a:pt x="36" y="891"/>
                    <a:pt x="40" y="891"/>
                  </a:cubicBezTo>
                  <a:cubicBezTo>
                    <a:pt x="41" y="891"/>
                    <a:pt x="41" y="885"/>
                    <a:pt x="41" y="872"/>
                  </a:cubicBezTo>
                  <a:lnTo>
                    <a:pt x="58" y="929"/>
                  </a:lnTo>
                  <a:cubicBezTo>
                    <a:pt x="74" y="1018"/>
                    <a:pt x="86" y="1063"/>
                    <a:pt x="90" y="1063"/>
                  </a:cubicBezTo>
                  <a:cubicBezTo>
                    <a:pt x="94" y="1063"/>
                    <a:pt x="90" y="1018"/>
                    <a:pt x="74" y="929"/>
                  </a:cubicBezTo>
                  <a:cubicBezTo>
                    <a:pt x="56" y="835"/>
                    <a:pt x="48" y="793"/>
                    <a:pt x="50" y="793"/>
                  </a:cubicBezTo>
                  <a:lnTo>
                    <a:pt x="50" y="793"/>
                  </a:lnTo>
                  <a:cubicBezTo>
                    <a:pt x="51" y="793"/>
                    <a:pt x="59" y="821"/>
                    <a:pt x="74" y="872"/>
                  </a:cubicBezTo>
                  <a:cubicBezTo>
                    <a:pt x="88" y="979"/>
                    <a:pt x="96" y="986"/>
                    <a:pt x="103" y="986"/>
                  </a:cubicBezTo>
                  <a:cubicBezTo>
                    <a:pt x="104" y="986"/>
                    <a:pt x="105" y="985"/>
                    <a:pt x="106" y="985"/>
                  </a:cubicBezTo>
                  <a:cubicBezTo>
                    <a:pt x="114" y="985"/>
                    <a:pt x="114" y="985"/>
                    <a:pt x="123" y="1050"/>
                  </a:cubicBezTo>
                  <a:cubicBezTo>
                    <a:pt x="131" y="1091"/>
                    <a:pt x="139" y="1123"/>
                    <a:pt x="155" y="1164"/>
                  </a:cubicBezTo>
                  <a:cubicBezTo>
                    <a:pt x="163" y="1164"/>
                    <a:pt x="163" y="1164"/>
                    <a:pt x="155" y="1107"/>
                  </a:cubicBezTo>
                  <a:cubicBezTo>
                    <a:pt x="148" y="1080"/>
                    <a:pt x="146" y="1064"/>
                    <a:pt x="147" y="1064"/>
                  </a:cubicBezTo>
                  <a:lnTo>
                    <a:pt x="147" y="1064"/>
                  </a:lnTo>
                  <a:cubicBezTo>
                    <a:pt x="150" y="1064"/>
                    <a:pt x="161" y="1094"/>
                    <a:pt x="179" y="1164"/>
                  </a:cubicBezTo>
                  <a:cubicBezTo>
                    <a:pt x="186" y="1187"/>
                    <a:pt x="190" y="1201"/>
                    <a:pt x="191" y="1201"/>
                  </a:cubicBezTo>
                  <a:cubicBezTo>
                    <a:pt x="192" y="1201"/>
                    <a:pt x="186" y="1171"/>
                    <a:pt x="171" y="1099"/>
                  </a:cubicBezTo>
                  <a:cubicBezTo>
                    <a:pt x="163" y="1042"/>
                    <a:pt x="161" y="1014"/>
                    <a:pt x="165" y="1014"/>
                  </a:cubicBezTo>
                  <a:lnTo>
                    <a:pt x="165" y="1014"/>
                  </a:lnTo>
                  <a:cubicBezTo>
                    <a:pt x="169" y="1014"/>
                    <a:pt x="179" y="1042"/>
                    <a:pt x="196" y="1099"/>
                  </a:cubicBezTo>
                  <a:lnTo>
                    <a:pt x="204" y="1099"/>
                  </a:lnTo>
                  <a:cubicBezTo>
                    <a:pt x="212" y="1058"/>
                    <a:pt x="204" y="1018"/>
                    <a:pt x="196" y="977"/>
                  </a:cubicBezTo>
                  <a:cubicBezTo>
                    <a:pt x="181" y="911"/>
                    <a:pt x="175" y="883"/>
                    <a:pt x="176" y="883"/>
                  </a:cubicBezTo>
                  <a:lnTo>
                    <a:pt x="176" y="883"/>
                  </a:lnTo>
                  <a:cubicBezTo>
                    <a:pt x="177" y="883"/>
                    <a:pt x="181" y="897"/>
                    <a:pt x="187" y="921"/>
                  </a:cubicBezTo>
                  <a:cubicBezTo>
                    <a:pt x="204" y="961"/>
                    <a:pt x="212" y="1002"/>
                    <a:pt x="220" y="1042"/>
                  </a:cubicBezTo>
                  <a:cubicBezTo>
                    <a:pt x="228" y="1099"/>
                    <a:pt x="236" y="1099"/>
                    <a:pt x="236" y="1099"/>
                  </a:cubicBezTo>
                  <a:cubicBezTo>
                    <a:pt x="244" y="1099"/>
                    <a:pt x="260" y="1091"/>
                    <a:pt x="252" y="1034"/>
                  </a:cubicBezTo>
                  <a:lnTo>
                    <a:pt x="252" y="1034"/>
                  </a:lnTo>
                  <a:lnTo>
                    <a:pt x="260" y="1091"/>
                  </a:lnTo>
                  <a:cubicBezTo>
                    <a:pt x="266" y="1091"/>
                    <a:pt x="271" y="1120"/>
                    <a:pt x="272" y="1120"/>
                  </a:cubicBezTo>
                  <a:cubicBezTo>
                    <a:pt x="272" y="1120"/>
                    <a:pt x="271" y="1113"/>
                    <a:pt x="269" y="1091"/>
                  </a:cubicBezTo>
                  <a:lnTo>
                    <a:pt x="269" y="1091"/>
                  </a:lnTo>
                  <a:cubicBezTo>
                    <a:pt x="269" y="1091"/>
                    <a:pt x="277" y="1091"/>
                    <a:pt x="293" y="1148"/>
                  </a:cubicBezTo>
                  <a:cubicBezTo>
                    <a:pt x="298" y="1160"/>
                    <a:pt x="301" y="1166"/>
                    <a:pt x="304" y="1166"/>
                  </a:cubicBezTo>
                  <a:cubicBezTo>
                    <a:pt x="316" y="1166"/>
                    <a:pt x="311" y="1067"/>
                    <a:pt x="285" y="969"/>
                  </a:cubicBezTo>
                  <a:cubicBezTo>
                    <a:pt x="293" y="969"/>
                    <a:pt x="285" y="913"/>
                    <a:pt x="285" y="913"/>
                  </a:cubicBezTo>
                  <a:cubicBezTo>
                    <a:pt x="277" y="856"/>
                    <a:pt x="285" y="856"/>
                    <a:pt x="293" y="848"/>
                  </a:cubicBezTo>
                  <a:cubicBezTo>
                    <a:pt x="293" y="848"/>
                    <a:pt x="301" y="913"/>
                    <a:pt x="309" y="969"/>
                  </a:cubicBezTo>
                  <a:cubicBezTo>
                    <a:pt x="318" y="1072"/>
                    <a:pt x="330" y="1135"/>
                    <a:pt x="336" y="1135"/>
                  </a:cubicBezTo>
                  <a:cubicBezTo>
                    <a:pt x="339" y="1135"/>
                    <a:pt x="340" y="1115"/>
                    <a:pt x="337" y="1073"/>
                  </a:cubicBezTo>
                  <a:lnTo>
                    <a:pt x="337" y="1073"/>
                  </a:lnTo>
                  <a:cubicBezTo>
                    <a:pt x="338" y="1078"/>
                    <a:pt x="340" y="1083"/>
                    <a:pt x="341" y="1091"/>
                  </a:cubicBezTo>
                  <a:cubicBezTo>
                    <a:pt x="345" y="1118"/>
                    <a:pt x="349" y="1132"/>
                    <a:pt x="352" y="1132"/>
                  </a:cubicBezTo>
                  <a:cubicBezTo>
                    <a:pt x="356" y="1132"/>
                    <a:pt x="358" y="1116"/>
                    <a:pt x="358" y="1083"/>
                  </a:cubicBezTo>
                  <a:cubicBezTo>
                    <a:pt x="358" y="1026"/>
                    <a:pt x="358" y="969"/>
                    <a:pt x="350" y="904"/>
                  </a:cubicBezTo>
                  <a:cubicBezTo>
                    <a:pt x="341" y="848"/>
                    <a:pt x="350" y="848"/>
                    <a:pt x="350" y="848"/>
                  </a:cubicBezTo>
                  <a:cubicBezTo>
                    <a:pt x="358" y="848"/>
                    <a:pt x="358" y="848"/>
                    <a:pt x="358" y="904"/>
                  </a:cubicBezTo>
                  <a:cubicBezTo>
                    <a:pt x="366" y="965"/>
                    <a:pt x="374" y="996"/>
                    <a:pt x="379" y="996"/>
                  </a:cubicBezTo>
                  <a:cubicBezTo>
                    <a:pt x="384" y="996"/>
                    <a:pt x="386" y="965"/>
                    <a:pt x="382" y="904"/>
                  </a:cubicBezTo>
                  <a:lnTo>
                    <a:pt x="382" y="904"/>
                  </a:lnTo>
                  <a:lnTo>
                    <a:pt x="390" y="961"/>
                  </a:lnTo>
                  <a:cubicBezTo>
                    <a:pt x="396" y="1006"/>
                    <a:pt x="405" y="1047"/>
                    <a:pt x="418" y="1047"/>
                  </a:cubicBezTo>
                  <a:cubicBezTo>
                    <a:pt x="424" y="1047"/>
                    <a:pt x="431" y="1038"/>
                    <a:pt x="439" y="1018"/>
                  </a:cubicBezTo>
                  <a:cubicBezTo>
                    <a:pt x="463" y="1018"/>
                    <a:pt x="487" y="1018"/>
                    <a:pt x="487" y="1075"/>
                  </a:cubicBezTo>
                  <a:cubicBezTo>
                    <a:pt x="489" y="1087"/>
                    <a:pt x="491" y="1093"/>
                    <a:pt x="493" y="1093"/>
                  </a:cubicBezTo>
                  <a:cubicBezTo>
                    <a:pt x="501" y="1093"/>
                    <a:pt x="512" y="995"/>
                    <a:pt x="512" y="896"/>
                  </a:cubicBezTo>
                  <a:cubicBezTo>
                    <a:pt x="518" y="944"/>
                    <a:pt x="524" y="957"/>
                    <a:pt x="530" y="957"/>
                  </a:cubicBezTo>
                  <a:cubicBezTo>
                    <a:pt x="532" y="957"/>
                    <a:pt x="534" y="955"/>
                    <a:pt x="536" y="953"/>
                  </a:cubicBezTo>
                  <a:cubicBezTo>
                    <a:pt x="560" y="953"/>
                    <a:pt x="560" y="953"/>
                    <a:pt x="560" y="1018"/>
                  </a:cubicBezTo>
                  <a:cubicBezTo>
                    <a:pt x="564" y="1075"/>
                    <a:pt x="566" y="1103"/>
                    <a:pt x="567" y="1103"/>
                  </a:cubicBezTo>
                  <a:cubicBezTo>
                    <a:pt x="568" y="1103"/>
                    <a:pt x="568" y="1075"/>
                    <a:pt x="568" y="1018"/>
                  </a:cubicBezTo>
                  <a:cubicBezTo>
                    <a:pt x="568" y="971"/>
                    <a:pt x="572" y="950"/>
                    <a:pt x="577" y="950"/>
                  </a:cubicBezTo>
                  <a:cubicBezTo>
                    <a:pt x="585" y="950"/>
                    <a:pt x="596" y="1000"/>
                    <a:pt x="601" y="1075"/>
                  </a:cubicBezTo>
                  <a:cubicBezTo>
                    <a:pt x="609" y="1131"/>
                    <a:pt x="617" y="1131"/>
                    <a:pt x="625" y="1131"/>
                  </a:cubicBezTo>
                  <a:cubicBezTo>
                    <a:pt x="633" y="1075"/>
                    <a:pt x="641" y="1075"/>
                    <a:pt x="658" y="1075"/>
                  </a:cubicBezTo>
                  <a:cubicBezTo>
                    <a:pt x="674" y="1075"/>
                    <a:pt x="674" y="1075"/>
                    <a:pt x="666" y="953"/>
                  </a:cubicBezTo>
                  <a:cubicBezTo>
                    <a:pt x="658" y="831"/>
                    <a:pt x="666" y="831"/>
                    <a:pt x="674" y="831"/>
                  </a:cubicBezTo>
                  <a:cubicBezTo>
                    <a:pt x="682" y="831"/>
                    <a:pt x="690" y="831"/>
                    <a:pt x="698" y="896"/>
                  </a:cubicBezTo>
                  <a:cubicBezTo>
                    <a:pt x="698" y="896"/>
                    <a:pt x="706" y="953"/>
                    <a:pt x="714" y="953"/>
                  </a:cubicBezTo>
                  <a:cubicBezTo>
                    <a:pt x="723" y="953"/>
                    <a:pt x="731" y="953"/>
                    <a:pt x="731" y="1010"/>
                  </a:cubicBezTo>
                  <a:cubicBezTo>
                    <a:pt x="731" y="1010"/>
                    <a:pt x="739" y="1067"/>
                    <a:pt x="755" y="1067"/>
                  </a:cubicBezTo>
                  <a:cubicBezTo>
                    <a:pt x="771" y="1067"/>
                    <a:pt x="779" y="1067"/>
                    <a:pt x="787" y="1131"/>
                  </a:cubicBezTo>
                  <a:cubicBezTo>
                    <a:pt x="796" y="1131"/>
                    <a:pt x="796" y="1131"/>
                    <a:pt x="787" y="1067"/>
                  </a:cubicBezTo>
                  <a:cubicBezTo>
                    <a:pt x="787" y="1026"/>
                    <a:pt x="787" y="986"/>
                    <a:pt x="799" y="986"/>
                  </a:cubicBezTo>
                  <a:cubicBezTo>
                    <a:pt x="804" y="986"/>
                    <a:pt x="810" y="993"/>
                    <a:pt x="820" y="1010"/>
                  </a:cubicBezTo>
                  <a:cubicBezTo>
                    <a:pt x="828" y="1010"/>
                    <a:pt x="852" y="1010"/>
                    <a:pt x="852" y="953"/>
                  </a:cubicBezTo>
                  <a:cubicBezTo>
                    <a:pt x="852" y="953"/>
                    <a:pt x="852" y="953"/>
                    <a:pt x="860" y="1010"/>
                  </a:cubicBezTo>
                  <a:cubicBezTo>
                    <a:pt x="864" y="1071"/>
                    <a:pt x="868" y="1101"/>
                    <a:pt x="873" y="1101"/>
                  </a:cubicBezTo>
                  <a:cubicBezTo>
                    <a:pt x="877" y="1101"/>
                    <a:pt x="881" y="1071"/>
                    <a:pt x="885" y="1010"/>
                  </a:cubicBezTo>
                  <a:cubicBezTo>
                    <a:pt x="885" y="981"/>
                    <a:pt x="887" y="967"/>
                    <a:pt x="890" y="967"/>
                  </a:cubicBezTo>
                  <a:cubicBezTo>
                    <a:pt x="893" y="967"/>
                    <a:pt x="897" y="981"/>
                    <a:pt x="901" y="1010"/>
                  </a:cubicBezTo>
                  <a:cubicBezTo>
                    <a:pt x="901" y="1010"/>
                    <a:pt x="909" y="1010"/>
                    <a:pt x="909" y="953"/>
                  </a:cubicBezTo>
                  <a:cubicBezTo>
                    <a:pt x="913" y="925"/>
                    <a:pt x="915" y="910"/>
                    <a:pt x="918" y="910"/>
                  </a:cubicBezTo>
                  <a:cubicBezTo>
                    <a:pt x="921" y="910"/>
                    <a:pt x="925" y="925"/>
                    <a:pt x="933" y="953"/>
                  </a:cubicBezTo>
                  <a:cubicBezTo>
                    <a:pt x="933" y="1010"/>
                    <a:pt x="941" y="1018"/>
                    <a:pt x="950" y="1018"/>
                  </a:cubicBezTo>
                  <a:cubicBezTo>
                    <a:pt x="950" y="985"/>
                    <a:pt x="972" y="969"/>
                    <a:pt x="994" y="969"/>
                  </a:cubicBezTo>
                  <a:cubicBezTo>
                    <a:pt x="1016" y="969"/>
                    <a:pt x="1039" y="985"/>
                    <a:pt x="1039" y="1018"/>
                  </a:cubicBezTo>
                  <a:cubicBezTo>
                    <a:pt x="1047" y="961"/>
                    <a:pt x="1047" y="961"/>
                    <a:pt x="1047" y="961"/>
                  </a:cubicBezTo>
                  <a:cubicBezTo>
                    <a:pt x="1053" y="1004"/>
                    <a:pt x="1057" y="1023"/>
                    <a:pt x="1059" y="1023"/>
                  </a:cubicBezTo>
                  <a:cubicBezTo>
                    <a:pt x="1063" y="1023"/>
                    <a:pt x="1063" y="972"/>
                    <a:pt x="1063" y="896"/>
                  </a:cubicBezTo>
                  <a:lnTo>
                    <a:pt x="1047" y="896"/>
                  </a:lnTo>
                  <a:cubicBezTo>
                    <a:pt x="1047" y="843"/>
                    <a:pt x="1052" y="815"/>
                    <a:pt x="1057" y="815"/>
                  </a:cubicBezTo>
                  <a:cubicBezTo>
                    <a:pt x="1064" y="815"/>
                    <a:pt x="1071" y="861"/>
                    <a:pt x="1071" y="961"/>
                  </a:cubicBezTo>
                  <a:cubicBezTo>
                    <a:pt x="1075" y="1022"/>
                    <a:pt x="1077" y="1052"/>
                    <a:pt x="1079" y="1052"/>
                  </a:cubicBezTo>
                  <a:cubicBezTo>
                    <a:pt x="1081" y="1052"/>
                    <a:pt x="1083" y="1022"/>
                    <a:pt x="1087" y="961"/>
                  </a:cubicBezTo>
                  <a:cubicBezTo>
                    <a:pt x="1087" y="900"/>
                    <a:pt x="1089" y="870"/>
                    <a:pt x="1092" y="870"/>
                  </a:cubicBezTo>
                  <a:cubicBezTo>
                    <a:pt x="1095" y="870"/>
                    <a:pt x="1100" y="900"/>
                    <a:pt x="1104" y="961"/>
                  </a:cubicBezTo>
                  <a:cubicBezTo>
                    <a:pt x="1104" y="1022"/>
                    <a:pt x="1104" y="1052"/>
                    <a:pt x="1105" y="1052"/>
                  </a:cubicBezTo>
                  <a:cubicBezTo>
                    <a:pt x="1106" y="1052"/>
                    <a:pt x="1108" y="1022"/>
                    <a:pt x="1112" y="961"/>
                  </a:cubicBezTo>
                  <a:cubicBezTo>
                    <a:pt x="1116" y="826"/>
                    <a:pt x="1126" y="748"/>
                    <a:pt x="1133" y="748"/>
                  </a:cubicBezTo>
                  <a:cubicBezTo>
                    <a:pt x="1139" y="748"/>
                    <a:pt x="1144" y="797"/>
                    <a:pt x="1144" y="904"/>
                  </a:cubicBezTo>
                  <a:cubicBezTo>
                    <a:pt x="1136" y="961"/>
                    <a:pt x="1144" y="1026"/>
                    <a:pt x="1160" y="1083"/>
                  </a:cubicBezTo>
                  <a:cubicBezTo>
                    <a:pt x="1168" y="1042"/>
                    <a:pt x="1168" y="1002"/>
                    <a:pt x="1168" y="961"/>
                  </a:cubicBezTo>
                  <a:cubicBezTo>
                    <a:pt x="1164" y="900"/>
                    <a:pt x="1164" y="870"/>
                    <a:pt x="1166" y="870"/>
                  </a:cubicBezTo>
                  <a:lnTo>
                    <a:pt x="1166" y="870"/>
                  </a:lnTo>
                  <a:cubicBezTo>
                    <a:pt x="1168" y="870"/>
                    <a:pt x="1173" y="900"/>
                    <a:pt x="1177" y="961"/>
                  </a:cubicBezTo>
                  <a:cubicBezTo>
                    <a:pt x="1190" y="1064"/>
                    <a:pt x="1199" y="1110"/>
                    <a:pt x="1208" y="1110"/>
                  </a:cubicBezTo>
                  <a:cubicBezTo>
                    <a:pt x="1215" y="1110"/>
                    <a:pt x="1222" y="1080"/>
                    <a:pt x="1233" y="1026"/>
                  </a:cubicBezTo>
                  <a:cubicBezTo>
                    <a:pt x="1245" y="970"/>
                    <a:pt x="1257" y="942"/>
                    <a:pt x="1263" y="942"/>
                  </a:cubicBezTo>
                  <a:lnTo>
                    <a:pt x="1263" y="942"/>
                  </a:lnTo>
                  <a:cubicBezTo>
                    <a:pt x="1270" y="942"/>
                    <a:pt x="1270" y="972"/>
                    <a:pt x="1258" y="1034"/>
                  </a:cubicBezTo>
                  <a:cubicBezTo>
                    <a:pt x="1248" y="1101"/>
                    <a:pt x="1244" y="1128"/>
                    <a:pt x="1246" y="1128"/>
                  </a:cubicBezTo>
                  <a:cubicBezTo>
                    <a:pt x="1247" y="1128"/>
                    <a:pt x="1251" y="1114"/>
                    <a:pt x="1258" y="1091"/>
                  </a:cubicBezTo>
                  <a:lnTo>
                    <a:pt x="1290" y="1091"/>
                  </a:lnTo>
                  <a:cubicBezTo>
                    <a:pt x="1306" y="1058"/>
                    <a:pt x="1306" y="1018"/>
                    <a:pt x="1306" y="977"/>
                  </a:cubicBezTo>
                  <a:cubicBezTo>
                    <a:pt x="1306" y="1052"/>
                    <a:pt x="1312" y="1102"/>
                    <a:pt x="1321" y="1102"/>
                  </a:cubicBezTo>
                  <a:cubicBezTo>
                    <a:pt x="1326" y="1102"/>
                    <a:pt x="1332" y="1081"/>
                    <a:pt x="1339" y="1034"/>
                  </a:cubicBezTo>
                  <a:lnTo>
                    <a:pt x="1347" y="1042"/>
                  </a:lnTo>
                  <a:cubicBezTo>
                    <a:pt x="1355" y="1042"/>
                    <a:pt x="1355" y="1042"/>
                    <a:pt x="1363" y="977"/>
                  </a:cubicBezTo>
                  <a:cubicBezTo>
                    <a:pt x="1365" y="962"/>
                    <a:pt x="1367" y="955"/>
                    <a:pt x="1370" y="955"/>
                  </a:cubicBezTo>
                  <a:cubicBezTo>
                    <a:pt x="1376" y="955"/>
                    <a:pt x="1381" y="1001"/>
                    <a:pt x="1387" y="1042"/>
                  </a:cubicBezTo>
                  <a:cubicBezTo>
                    <a:pt x="1387" y="1082"/>
                    <a:pt x="1391" y="1126"/>
                    <a:pt x="1394" y="1126"/>
                  </a:cubicBezTo>
                  <a:cubicBezTo>
                    <a:pt x="1395" y="1126"/>
                    <a:pt x="1395" y="1118"/>
                    <a:pt x="1395" y="1099"/>
                  </a:cubicBezTo>
                  <a:cubicBezTo>
                    <a:pt x="1404" y="1042"/>
                    <a:pt x="1412" y="985"/>
                    <a:pt x="1420" y="929"/>
                  </a:cubicBezTo>
                  <a:cubicBezTo>
                    <a:pt x="1422" y="909"/>
                    <a:pt x="1425" y="902"/>
                    <a:pt x="1427" y="902"/>
                  </a:cubicBezTo>
                  <a:cubicBezTo>
                    <a:pt x="1431" y="902"/>
                    <a:pt x="1434" y="946"/>
                    <a:pt x="1428" y="985"/>
                  </a:cubicBezTo>
                  <a:cubicBezTo>
                    <a:pt x="1420" y="1026"/>
                    <a:pt x="1428" y="1067"/>
                    <a:pt x="1436" y="1107"/>
                  </a:cubicBezTo>
                  <a:cubicBezTo>
                    <a:pt x="1444" y="1107"/>
                    <a:pt x="1452" y="1107"/>
                    <a:pt x="1452" y="1050"/>
                  </a:cubicBezTo>
                  <a:cubicBezTo>
                    <a:pt x="1456" y="1019"/>
                    <a:pt x="1468" y="1005"/>
                    <a:pt x="1478" y="1005"/>
                  </a:cubicBezTo>
                  <a:cubicBezTo>
                    <a:pt x="1490" y="1005"/>
                    <a:pt x="1501" y="1021"/>
                    <a:pt x="1501" y="1050"/>
                  </a:cubicBezTo>
                  <a:lnTo>
                    <a:pt x="1517" y="1058"/>
                  </a:lnTo>
                  <a:cubicBezTo>
                    <a:pt x="1525" y="1058"/>
                    <a:pt x="1532" y="1001"/>
                    <a:pt x="1540" y="1001"/>
                  </a:cubicBezTo>
                  <a:cubicBezTo>
                    <a:pt x="1540" y="1001"/>
                    <a:pt x="1541" y="1001"/>
                    <a:pt x="1541" y="1002"/>
                  </a:cubicBezTo>
                  <a:cubicBezTo>
                    <a:pt x="1541" y="1002"/>
                    <a:pt x="1541" y="1002"/>
                    <a:pt x="1558" y="937"/>
                  </a:cubicBezTo>
                  <a:cubicBezTo>
                    <a:pt x="1558" y="945"/>
                    <a:pt x="1566" y="945"/>
                    <a:pt x="1566" y="1002"/>
                  </a:cubicBezTo>
                  <a:cubicBezTo>
                    <a:pt x="1574" y="941"/>
                    <a:pt x="1578" y="910"/>
                    <a:pt x="1579" y="910"/>
                  </a:cubicBezTo>
                  <a:lnTo>
                    <a:pt x="1579" y="910"/>
                  </a:lnTo>
                  <a:cubicBezTo>
                    <a:pt x="1580" y="910"/>
                    <a:pt x="1578" y="941"/>
                    <a:pt x="1574" y="1002"/>
                  </a:cubicBezTo>
                  <a:cubicBezTo>
                    <a:pt x="1574" y="1063"/>
                    <a:pt x="1574" y="1093"/>
                    <a:pt x="1575" y="1093"/>
                  </a:cubicBezTo>
                  <a:cubicBezTo>
                    <a:pt x="1576" y="1093"/>
                    <a:pt x="1578" y="1063"/>
                    <a:pt x="1582" y="1002"/>
                  </a:cubicBezTo>
                  <a:cubicBezTo>
                    <a:pt x="1590" y="974"/>
                    <a:pt x="1594" y="960"/>
                    <a:pt x="1596" y="960"/>
                  </a:cubicBezTo>
                  <a:cubicBezTo>
                    <a:pt x="1598" y="960"/>
                    <a:pt x="1598" y="976"/>
                    <a:pt x="1598" y="1010"/>
                  </a:cubicBezTo>
                  <a:cubicBezTo>
                    <a:pt x="1594" y="1038"/>
                    <a:pt x="1594" y="1052"/>
                    <a:pt x="1596" y="1052"/>
                  </a:cubicBezTo>
                  <a:lnTo>
                    <a:pt x="1596" y="1052"/>
                  </a:lnTo>
                  <a:cubicBezTo>
                    <a:pt x="1598" y="1052"/>
                    <a:pt x="1602" y="1038"/>
                    <a:pt x="1606" y="1010"/>
                  </a:cubicBezTo>
                  <a:cubicBezTo>
                    <a:pt x="1616" y="936"/>
                    <a:pt x="1629" y="885"/>
                    <a:pt x="1636" y="885"/>
                  </a:cubicBezTo>
                  <a:cubicBezTo>
                    <a:pt x="1640" y="885"/>
                    <a:pt x="1642" y="906"/>
                    <a:pt x="1639" y="953"/>
                  </a:cubicBezTo>
                  <a:cubicBezTo>
                    <a:pt x="1639" y="953"/>
                    <a:pt x="1639" y="953"/>
                    <a:pt x="1655" y="896"/>
                  </a:cubicBezTo>
                  <a:cubicBezTo>
                    <a:pt x="1663" y="835"/>
                    <a:pt x="1667" y="805"/>
                    <a:pt x="1668" y="805"/>
                  </a:cubicBezTo>
                  <a:lnTo>
                    <a:pt x="1668" y="805"/>
                  </a:lnTo>
                  <a:cubicBezTo>
                    <a:pt x="1669" y="805"/>
                    <a:pt x="1667" y="835"/>
                    <a:pt x="1663" y="896"/>
                  </a:cubicBezTo>
                  <a:cubicBezTo>
                    <a:pt x="1659" y="957"/>
                    <a:pt x="1659" y="988"/>
                    <a:pt x="1662" y="988"/>
                  </a:cubicBezTo>
                  <a:cubicBezTo>
                    <a:pt x="1665" y="988"/>
                    <a:pt x="1671" y="957"/>
                    <a:pt x="1679" y="896"/>
                  </a:cubicBezTo>
                  <a:cubicBezTo>
                    <a:pt x="1679" y="896"/>
                    <a:pt x="1683" y="871"/>
                    <a:pt x="1688" y="871"/>
                  </a:cubicBezTo>
                  <a:cubicBezTo>
                    <a:pt x="1690" y="871"/>
                    <a:pt x="1693" y="877"/>
                    <a:pt x="1695" y="896"/>
                  </a:cubicBezTo>
                  <a:cubicBezTo>
                    <a:pt x="1700" y="935"/>
                    <a:pt x="1713" y="973"/>
                    <a:pt x="1724" y="973"/>
                  </a:cubicBezTo>
                  <a:cubicBezTo>
                    <a:pt x="1731" y="973"/>
                    <a:pt x="1736" y="954"/>
                    <a:pt x="1736" y="904"/>
                  </a:cubicBezTo>
                  <a:lnTo>
                    <a:pt x="1752" y="913"/>
                  </a:lnTo>
                  <a:cubicBezTo>
                    <a:pt x="1756" y="941"/>
                    <a:pt x="1760" y="955"/>
                    <a:pt x="1764" y="955"/>
                  </a:cubicBezTo>
                  <a:cubicBezTo>
                    <a:pt x="1768" y="955"/>
                    <a:pt x="1772" y="941"/>
                    <a:pt x="1777" y="913"/>
                  </a:cubicBezTo>
                  <a:lnTo>
                    <a:pt x="1793" y="856"/>
                  </a:lnTo>
                  <a:lnTo>
                    <a:pt x="1793" y="856"/>
                  </a:lnTo>
                  <a:cubicBezTo>
                    <a:pt x="1785" y="896"/>
                    <a:pt x="1785" y="937"/>
                    <a:pt x="1793" y="977"/>
                  </a:cubicBezTo>
                  <a:cubicBezTo>
                    <a:pt x="1801" y="977"/>
                    <a:pt x="1801" y="977"/>
                    <a:pt x="1809" y="913"/>
                  </a:cubicBezTo>
                  <a:cubicBezTo>
                    <a:pt x="1809" y="856"/>
                    <a:pt x="1817" y="856"/>
                    <a:pt x="1817" y="856"/>
                  </a:cubicBezTo>
                  <a:cubicBezTo>
                    <a:pt x="1825" y="896"/>
                    <a:pt x="1825" y="937"/>
                    <a:pt x="1825" y="977"/>
                  </a:cubicBezTo>
                  <a:cubicBezTo>
                    <a:pt x="1835" y="911"/>
                    <a:pt x="1841" y="883"/>
                    <a:pt x="1844" y="883"/>
                  </a:cubicBezTo>
                  <a:lnTo>
                    <a:pt x="1844" y="883"/>
                  </a:lnTo>
                  <a:cubicBezTo>
                    <a:pt x="1845" y="883"/>
                    <a:pt x="1845" y="897"/>
                    <a:pt x="1841" y="921"/>
                  </a:cubicBezTo>
                  <a:cubicBezTo>
                    <a:pt x="1841" y="985"/>
                    <a:pt x="1850" y="985"/>
                    <a:pt x="1858" y="985"/>
                  </a:cubicBezTo>
                  <a:lnTo>
                    <a:pt x="1874" y="985"/>
                  </a:lnTo>
                  <a:cubicBezTo>
                    <a:pt x="1876" y="988"/>
                    <a:pt x="1878" y="989"/>
                    <a:pt x="1880" y="989"/>
                  </a:cubicBezTo>
                  <a:cubicBezTo>
                    <a:pt x="1886" y="989"/>
                    <a:pt x="1890" y="977"/>
                    <a:pt x="1890" y="929"/>
                  </a:cubicBezTo>
                  <a:cubicBezTo>
                    <a:pt x="1890" y="888"/>
                    <a:pt x="1898" y="848"/>
                    <a:pt x="1906" y="815"/>
                  </a:cubicBezTo>
                  <a:lnTo>
                    <a:pt x="1906" y="815"/>
                  </a:lnTo>
                  <a:cubicBezTo>
                    <a:pt x="1898" y="856"/>
                    <a:pt x="1898" y="896"/>
                    <a:pt x="1898" y="937"/>
                  </a:cubicBezTo>
                  <a:cubicBezTo>
                    <a:pt x="1906" y="937"/>
                    <a:pt x="1898" y="994"/>
                    <a:pt x="1898" y="994"/>
                  </a:cubicBezTo>
                  <a:cubicBezTo>
                    <a:pt x="1891" y="1047"/>
                    <a:pt x="1893" y="1066"/>
                    <a:pt x="1899" y="1066"/>
                  </a:cubicBezTo>
                  <a:cubicBezTo>
                    <a:pt x="1907" y="1066"/>
                    <a:pt x="1921" y="1034"/>
                    <a:pt x="1931" y="1002"/>
                  </a:cubicBezTo>
                  <a:cubicBezTo>
                    <a:pt x="1943" y="942"/>
                    <a:pt x="1951" y="914"/>
                    <a:pt x="1954" y="914"/>
                  </a:cubicBezTo>
                  <a:lnTo>
                    <a:pt x="1954" y="914"/>
                  </a:lnTo>
                  <a:cubicBezTo>
                    <a:pt x="1957" y="914"/>
                    <a:pt x="1955" y="944"/>
                    <a:pt x="1947" y="1002"/>
                  </a:cubicBezTo>
                  <a:cubicBezTo>
                    <a:pt x="1942" y="1036"/>
                    <a:pt x="1942" y="1051"/>
                    <a:pt x="1943" y="1051"/>
                  </a:cubicBezTo>
                  <a:cubicBezTo>
                    <a:pt x="1948" y="1051"/>
                    <a:pt x="1970" y="954"/>
                    <a:pt x="1987" y="831"/>
                  </a:cubicBezTo>
                  <a:lnTo>
                    <a:pt x="2020" y="653"/>
                  </a:lnTo>
                  <a:lnTo>
                    <a:pt x="1995" y="831"/>
                  </a:lnTo>
                  <a:cubicBezTo>
                    <a:pt x="1981" y="970"/>
                    <a:pt x="1975" y="1027"/>
                    <a:pt x="1981" y="1027"/>
                  </a:cubicBezTo>
                  <a:cubicBezTo>
                    <a:pt x="1985" y="1027"/>
                    <a:pt x="1995" y="1000"/>
                    <a:pt x="2012" y="953"/>
                  </a:cubicBezTo>
                  <a:cubicBezTo>
                    <a:pt x="2020" y="925"/>
                    <a:pt x="2024" y="910"/>
                    <a:pt x="2025" y="910"/>
                  </a:cubicBezTo>
                  <a:lnTo>
                    <a:pt x="2025" y="910"/>
                  </a:lnTo>
                  <a:cubicBezTo>
                    <a:pt x="2026" y="910"/>
                    <a:pt x="2024" y="925"/>
                    <a:pt x="2020" y="953"/>
                  </a:cubicBezTo>
                  <a:cubicBezTo>
                    <a:pt x="2012" y="1018"/>
                    <a:pt x="2020" y="1018"/>
                    <a:pt x="2036" y="1018"/>
                  </a:cubicBezTo>
                  <a:cubicBezTo>
                    <a:pt x="2043" y="1020"/>
                    <a:pt x="2048" y="1022"/>
                    <a:pt x="2053" y="1022"/>
                  </a:cubicBezTo>
                  <a:cubicBezTo>
                    <a:pt x="2065" y="1022"/>
                    <a:pt x="2071" y="1010"/>
                    <a:pt x="2077" y="969"/>
                  </a:cubicBezTo>
                  <a:lnTo>
                    <a:pt x="2085" y="969"/>
                  </a:lnTo>
                  <a:cubicBezTo>
                    <a:pt x="2081" y="1017"/>
                    <a:pt x="2083" y="1037"/>
                    <a:pt x="2087" y="1037"/>
                  </a:cubicBezTo>
                  <a:cubicBezTo>
                    <a:pt x="2093" y="1037"/>
                    <a:pt x="2104" y="987"/>
                    <a:pt x="2109" y="913"/>
                  </a:cubicBezTo>
                  <a:lnTo>
                    <a:pt x="2125" y="913"/>
                  </a:lnTo>
                  <a:lnTo>
                    <a:pt x="2117" y="977"/>
                  </a:lnTo>
                  <a:cubicBezTo>
                    <a:pt x="2109" y="1034"/>
                    <a:pt x="2117" y="1034"/>
                    <a:pt x="2174" y="1050"/>
                  </a:cubicBezTo>
                  <a:cubicBezTo>
                    <a:pt x="2188" y="1052"/>
                    <a:pt x="2199" y="1054"/>
                    <a:pt x="2208" y="1054"/>
                  </a:cubicBezTo>
                  <a:cubicBezTo>
                    <a:pt x="2235" y="1054"/>
                    <a:pt x="2243" y="1036"/>
                    <a:pt x="2255" y="945"/>
                  </a:cubicBezTo>
                  <a:cubicBezTo>
                    <a:pt x="2267" y="889"/>
                    <a:pt x="2275" y="861"/>
                    <a:pt x="2278" y="861"/>
                  </a:cubicBezTo>
                  <a:lnTo>
                    <a:pt x="2278" y="861"/>
                  </a:lnTo>
                  <a:cubicBezTo>
                    <a:pt x="2281" y="861"/>
                    <a:pt x="2279" y="891"/>
                    <a:pt x="2271" y="953"/>
                  </a:cubicBezTo>
                  <a:cubicBezTo>
                    <a:pt x="2268" y="974"/>
                    <a:pt x="2265" y="995"/>
                    <a:pt x="2263" y="1010"/>
                  </a:cubicBezTo>
                  <a:lnTo>
                    <a:pt x="2263" y="1010"/>
                  </a:lnTo>
                  <a:cubicBezTo>
                    <a:pt x="2263" y="1010"/>
                    <a:pt x="2279" y="1010"/>
                    <a:pt x="2271" y="1075"/>
                  </a:cubicBezTo>
                  <a:cubicBezTo>
                    <a:pt x="2271" y="1128"/>
                    <a:pt x="2274" y="1147"/>
                    <a:pt x="2279" y="1147"/>
                  </a:cubicBezTo>
                  <a:cubicBezTo>
                    <a:pt x="2285" y="1147"/>
                    <a:pt x="2294" y="1115"/>
                    <a:pt x="2304" y="1083"/>
                  </a:cubicBezTo>
                  <a:lnTo>
                    <a:pt x="2304" y="1083"/>
                  </a:lnTo>
                  <a:cubicBezTo>
                    <a:pt x="2304" y="1124"/>
                    <a:pt x="2299" y="1170"/>
                    <a:pt x="2303" y="1170"/>
                  </a:cubicBezTo>
                  <a:cubicBezTo>
                    <a:pt x="2305" y="1170"/>
                    <a:pt x="2307" y="1163"/>
                    <a:pt x="2312" y="1148"/>
                  </a:cubicBezTo>
                  <a:cubicBezTo>
                    <a:pt x="2321" y="1116"/>
                    <a:pt x="2340" y="1087"/>
                    <a:pt x="2351" y="1087"/>
                  </a:cubicBezTo>
                  <a:cubicBezTo>
                    <a:pt x="2359" y="1087"/>
                    <a:pt x="2363" y="1105"/>
                    <a:pt x="2352" y="1156"/>
                  </a:cubicBezTo>
                  <a:lnTo>
                    <a:pt x="2368" y="1156"/>
                  </a:lnTo>
                  <a:cubicBezTo>
                    <a:pt x="2375" y="1112"/>
                    <a:pt x="2386" y="1107"/>
                    <a:pt x="2394" y="1107"/>
                  </a:cubicBezTo>
                  <a:cubicBezTo>
                    <a:pt x="2397" y="1107"/>
                    <a:pt x="2399" y="1107"/>
                    <a:pt x="2401" y="1107"/>
                  </a:cubicBezTo>
                  <a:cubicBezTo>
                    <a:pt x="2417" y="1107"/>
                    <a:pt x="2425" y="1115"/>
                    <a:pt x="2409" y="1172"/>
                  </a:cubicBezTo>
                  <a:cubicBezTo>
                    <a:pt x="2401" y="1200"/>
                    <a:pt x="2399" y="1215"/>
                    <a:pt x="2402" y="1215"/>
                  </a:cubicBezTo>
                  <a:cubicBezTo>
                    <a:pt x="2405" y="1215"/>
                    <a:pt x="2413" y="1200"/>
                    <a:pt x="2425" y="1172"/>
                  </a:cubicBezTo>
                  <a:cubicBezTo>
                    <a:pt x="2425" y="1172"/>
                    <a:pt x="2426" y="1172"/>
                    <a:pt x="2426" y="1172"/>
                  </a:cubicBezTo>
                  <a:cubicBezTo>
                    <a:pt x="2435" y="1172"/>
                    <a:pt x="2466" y="1058"/>
                    <a:pt x="2466" y="1058"/>
                  </a:cubicBezTo>
                  <a:cubicBezTo>
                    <a:pt x="2474" y="1026"/>
                    <a:pt x="2482" y="985"/>
                    <a:pt x="2506" y="945"/>
                  </a:cubicBezTo>
                  <a:lnTo>
                    <a:pt x="2506" y="945"/>
                  </a:lnTo>
                  <a:lnTo>
                    <a:pt x="2490" y="1010"/>
                  </a:lnTo>
                  <a:lnTo>
                    <a:pt x="2466" y="1123"/>
                  </a:lnTo>
                  <a:cubicBezTo>
                    <a:pt x="2467" y="1123"/>
                    <a:pt x="2469" y="1124"/>
                    <a:pt x="2471" y="1124"/>
                  </a:cubicBezTo>
                  <a:cubicBezTo>
                    <a:pt x="2477" y="1124"/>
                    <a:pt x="2485" y="1118"/>
                    <a:pt x="2498" y="1067"/>
                  </a:cubicBezTo>
                  <a:lnTo>
                    <a:pt x="2498" y="1067"/>
                  </a:lnTo>
                  <a:cubicBezTo>
                    <a:pt x="2490" y="1131"/>
                    <a:pt x="2498" y="1131"/>
                    <a:pt x="2506" y="1131"/>
                  </a:cubicBezTo>
                  <a:cubicBezTo>
                    <a:pt x="2511" y="1134"/>
                    <a:pt x="2515" y="1135"/>
                    <a:pt x="2518" y="1135"/>
                  </a:cubicBezTo>
                  <a:cubicBezTo>
                    <a:pt x="2528" y="1135"/>
                    <a:pt x="2537" y="1124"/>
                    <a:pt x="2555" y="1083"/>
                  </a:cubicBezTo>
                  <a:lnTo>
                    <a:pt x="2555" y="1083"/>
                  </a:lnTo>
                  <a:cubicBezTo>
                    <a:pt x="2542" y="1147"/>
                    <a:pt x="2547" y="1179"/>
                    <a:pt x="2560" y="1179"/>
                  </a:cubicBezTo>
                  <a:cubicBezTo>
                    <a:pt x="2571" y="1179"/>
                    <a:pt x="2588" y="1153"/>
                    <a:pt x="2604" y="1099"/>
                  </a:cubicBezTo>
                  <a:cubicBezTo>
                    <a:pt x="2611" y="1072"/>
                    <a:pt x="2617" y="1057"/>
                    <a:pt x="2620" y="1057"/>
                  </a:cubicBezTo>
                  <a:lnTo>
                    <a:pt x="2620" y="1057"/>
                  </a:lnTo>
                  <a:cubicBezTo>
                    <a:pt x="2624" y="1057"/>
                    <a:pt x="2624" y="1074"/>
                    <a:pt x="2620" y="1107"/>
                  </a:cubicBezTo>
                  <a:cubicBezTo>
                    <a:pt x="2616" y="1135"/>
                    <a:pt x="2614" y="1150"/>
                    <a:pt x="2615" y="1150"/>
                  </a:cubicBezTo>
                  <a:cubicBezTo>
                    <a:pt x="2616" y="1150"/>
                    <a:pt x="2620" y="1135"/>
                    <a:pt x="2628" y="1107"/>
                  </a:cubicBezTo>
                  <a:cubicBezTo>
                    <a:pt x="2635" y="1092"/>
                    <a:pt x="2639" y="1085"/>
                    <a:pt x="2641" y="1085"/>
                  </a:cubicBezTo>
                  <a:lnTo>
                    <a:pt x="2641" y="1085"/>
                  </a:lnTo>
                  <a:cubicBezTo>
                    <a:pt x="2648" y="1085"/>
                    <a:pt x="2642" y="1131"/>
                    <a:pt x="2636" y="1172"/>
                  </a:cubicBezTo>
                  <a:cubicBezTo>
                    <a:pt x="2622" y="1244"/>
                    <a:pt x="2619" y="1274"/>
                    <a:pt x="2624" y="1274"/>
                  </a:cubicBezTo>
                  <a:cubicBezTo>
                    <a:pt x="2627" y="1274"/>
                    <a:pt x="2634" y="1260"/>
                    <a:pt x="2644" y="1237"/>
                  </a:cubicBezTo>
                  <a:cubicBezTo>
                    <a:pt x="2663" y="1193"/>
                    <a:pt x="2672" y="1188"/>
                    <a:pt x="2679" y="1188"/>
                  </a:cubicBezTo>
                  <a:cubicBezTo>
                    <a:pt x="2681" y="1188"/>
                    <a:pt x="2683" y="1188"/>
                    <a:pt x="2685" y="1188"/>
                  </a:cubicBezTo>
                  <a:cubicBezTo>
                    <a:pt x="2709" y="1156"/>
                    <a:pt x="2725" y="1115"/>
                    <a:pt x="2725" y="1075"/>
                  </a:cubicBezTo>
                  <a:cubicBezTo>
                    <a:pt x="2741" y="1042"/>
                    <a:pt x="2749" y="1002"/>
                    <a:pt x="2766" y="961"/>
                  </a:cubicBezTo>
                  <a:cubicBezTo>
                    <a:pt x="2773" y="947"/>
                    <a:pt x="2777" y="941"/>
                    <a:pt x="2778" y="941"/>
                  </a:cubicBezTo>
                  <a:lnTo>
                    <a:pt x="2778" y="941"/>
                  </a:lnTo>
                  <a:cubicBezTo>
                    <a:pt x="2781" y="941"/>
                    <a:pt x="2771" y="969"/>
                    <a:pt x="2766" y="969"/>
                  </a:cubicBezTo>
                  <a:cubicBezTo>
                    <a:pt x="2749" y="1002"/>
                    <a:pt x="2741" y="1042"/>
                    <a:pt x="2741" y="1083"/>
                  </a:cubicBezTo>
                  <a:cubicBezTo>
                    <a:pt x="2733" y="1140"/>
                    <a:pt x="2741" y="1148"/>
                    <a:pt x="2749" y="1148"/>
                  </a:cubicBezTo>
                  <a:lnTo>
                    <a:pt x="2774" y="1156"/>
                  </a:lnTo>
                  <a:cubicBezTo>
                    <a:pt x="2778" y="1189"/>
                    <a:pt x="2782" y="1205"/>
                    <a:pt x="2787" y="1205"/>
                  </a:cubicBezTo>
                  <a:cubicBezTo>
                    <a:pt x="2792" y="1205"/>
                    <a:pt x="2798" y="1191"/>
                    <a:pt x="2806" y="1164"/>
                  </a:cubicBezTo>
                  <a:cubicBezTo>
                    <a:pt x="2809" y="1148"/>
                    <a:pt x="2811" y="1139"/>
                    <a:pt x="2812" y="1133"/>
                  </a:cubicBezTo>
                  <a:lnTo>
                    <a:pt x="2812" y="1133"/>
                  </a:lnTo>
                  <a:cubicBezTo>
                    <a:pt x="2810" y="1180"/>
                    <a:pt x="2825" y="1205"/>
                    <a:pt x="2844" y="1205"/>
                  </a:cubicBezTo>
                  <a:cubicBezTo>
                    <a:pt x="2862" y="1205"/>
                    <a:pt x="2885" y="1182"/>
                    <a:pt x="2904" y="1131"/>
                  </a:cubicBezTo>
                  <a:lnTo>
                    <a:pt x="2904" y="1131"/>
                  </a:lnTo>
                  <a:cubicBezTo>
                    <a:pt x="2895" y="1164"/>
                    <a:pt x="2895" y="1156"/>
                    <a:pt x="2887" y="1188"/>
                  </a:cubicBezTo>
                  <a:cubicBezTo>
                    <a:pt x="2871" y="1245"/>
                    <a:pt x="2879" y="1253"/>
                    <a:pt x="2887" y="1253"/>
                  </a:cubicBezTo>
                  <a:cubicBezTo>
                    <a:pt x="2888" y="1254"/>
                    <a:pt x="2889" y="1254"/>
                    <a:pt x="2890" y="1254"/>
                  </a:cubicBezTo>
                  <a:cubicBezTo>
                    <a:pt x="2901" y="1254"/>
                    <a:pt x="2931" y="1220"/>
                    <a:pt x="2948" y="1220"/>
                  </a:cubicBezTo>
                  <a:cubicBezTo>
                    <a:pt x="2950" y="1220"/>
                    <a:pt x="2951" y="1220"/>
                    <a:pt x="2952" y="1221"/>
                  </a:cubicBezTo>
                  <a:cubicBezTo>
                    <a:pt x="2961" y="1223"/>
                    <a:pt x="2969" y="1226"/>
                    <a:pt x="2978" y="1226"/>
                  </a:cubicBezTo>
                  <a:cubicBezTo>
                    <a:pt x="2993" y="1226"/>
                    <a:pt x="3007" y="1217"/>
                    <a:pt x="3017" y="1180"/>
                  </a:cubicBezTo>
                  <a:cubicBezTo>
                    <a:pt x="3025" y="1180"/>
                    <a:pt x="3025" y="1180"/>
                    <a:pt x="3009" y="1237"/>
                  </a:cubicBezTo>
                  <a:cubicBezTo>
                    <a:pt x="2985" y="1294"/>
                    <a:pt x="2985" y="1294"/>
                    <a:pt x="2993" y="1294"/>
                  </a:cubicBezTo>
                  <a:cubicBezTo>
                    <a:pt x="3017" y="1261"/>
                    <a:pt x="3025" y="1221"/>
                    <a:pt x="3033" y="1180"/>
                  </a:cubicBezTo>
                  <a:cubicBezTo>
                    <a:pt x="3041" y="1154"/>
                    <a:pt x="3047" y="1141"/>
                    <a:pt x="3051" y="1141"/>
                  </a:cubicBezTo>
                  <a:cubicBezTo>
                    <a:pt x="3055" y="1141"/>
                    <a:pt x="3058" y="1158"/>
                    <a:pt x="3058" y="1188"/>
                  </a:cubicBezTo>
                  <a:cubicBezTo>
                    <a:pt x="3053" y="1225"/>
                    <a:pt x="3059" y="1244"/>
                    <a:pt x="3071" y="1244"/>
                  </a:cubicBezTo>
                  <a:cubicBezTo>
                    <a:pt x="3080" y="1244"/>
                    <a:pt x="3092" y="1233"/>
                    <a:pt x="3106" y="1213"/>
                  </a:cubicBezTo>
                  <a:cubicBezTo>
                    <a:pt x="3114" y="1213"/>
                    <a:pt x="3114" y="1213"/>
                    <a:pt x="3098" y="1269"/>
                  </a:cubicBezTo>
                  <a:cubicBezTo>
                    <a:pt x="3093" y="1308"/>
                    <a:pt x="3088" y="1344"/>
                    <a:pt x="3096" y="1344"/>
                  </a:cubicBezTo>
                  <a:cubicBezTo>
                    <a:pt x="3101" y="1344"/>
                    <a:pt x="3111" y="1328"/>
                    <a:pt x="3131" y="1285"/>
                  </a:cubicBezTo>
                  <a:cubicBezTo>
                    <a:pt x="3139" y="1285"/>
                    <a:pt x="3139" y="1285"/>
                    <a:pt x="3114" y="1342"/>
                  </a:cubicBezTo>
                  <a:cubicBezTo>
                    <a:pt x="3110" y="1376"/>
                    <a:pt x="3102" y="1409"/>
                    <a:pt x="3105" y="1409"/>
                  </a:cubicBezTo>
                  <a:cubicBezTo>
                    <a:pt x="3107" y="1409"/>
                    <a:pt x="3114" y="1393"/>
                    <a:pt x="3131" y="1350"/>
                  </a:cubicBezTo>
                  <a:cubicBezTo>
                    <a:pt x="3145" y="1325"/>
                    <a:pt x="3156" y="1312"/>
                    <a:pt x="3164" y="1312"/>
                  </a:cubicBezTo>
                  <a:cubicBezTo>
                    <a:pt x="3173" y="1312"/>
                    <a:pt x="3176" y="1331"/>
                    <a:pt x="3171" y="1367"/>
                  </a:cubicBezTo>
                  <a:cubicBezTo>
                    <a:pt x="3179" y="1367"/>
                    <a:pt x="3187" y="1367"/>
                    <a:pt x="3204" y="1310"/>
                  </a:cubicBezTo>
                  <a:cubicBezTo>
                    <a:pt x="3212" y="1277"/>
                    <a:pt x="3212" y="1285"/>
                    <a:pt x="3228" y="1253"/>
                  </a:cubicBezTo>
                  <a:lnTo>
                    <a:pt x="3228" y="1253"/>
                  </a:lnTo>
                  <a:cubicBezTo>
                    <a:pt x="3211" y="1315"/>
                    <a:pt x="3203" y="1345"/>
                    <a:pt x="3205" y="1345"/>
                  </a:cubicBezTo>
                  <a:cubicBezTo>
                    <a:pt x="3206" y="1345"/>
                    <a:pt x="3216" y="1317"/>
                    <a:pt x="3236" y="1261"/>
                  </a:cubicBezTo>
                  <a:cubicBezTo>
                    <a:pt x="3244" y="1233"/>
                    <a:pt x="3250" y="1219"/>
                    <a:pt x="3252" y="1219"/>
                  </a:cubicBezTo>
                  <a:lnTo>
                    <a:pt x="3252" y="1219"/>
                  </a:lnTo>
                  <a:cubicBezTo>
                    <a:pt x="3254" y="1219"/>
                    <a:pt x="3252" y="1233"/>
                    <a:pt x="3244" y="1261"/>
                  </a:cubicBezTo>
                  <a:cubicBezTo>
                    <a:pt x="3228" y="1326"/>
                    <a:pt x="3236" y="1326"/>
                    <a:pt x="3236" y="1326"/>
                  </a:cubicBezTo>
                  <a:cubicBezTo>
                    <a:pt x="3243" y="1326"/>
                    <a:pt x="3278" y="1298"/>
                    <a:pt x="3308" y="1298"/>
                  </a:cubicBezTo>
                  <a:cubicBezTo>
                    <a:pt x="3314" y="1298"/>
                    <a:pt x="3320" y="1299"/>
                    <a:pt x="3325" y="1302"/>
                  </a:cubicBezTo>
                  <a:cubicBezTo>
                    <a:pt x="3345" y="1308"/>
                    <a:pt x="3360" y="1314"/>
                    <a:pt x="3371" y="1314"/>
                  </a:cubicBezTo>
                  <a:cubicBezTo>
                    <a:pt x="3388" y="1314"/>
                    <a:pt x="3400" y="1303"/>
                    <a:pt x="3414" y="1269"/>
                  </a:cubicBezTo>
                  <a:cubicBezTo>
                    <a:pt x="3426" y="1246"/>
                    <a:pt x="3432" y="1234"/>
                    <a:pt x="3433" y="1234"/>
                  </a:cubicBezTo>
                  <a:lnTo>
                    <a:pt x="3433" y="1234"/>
                  </a:lnTo>
                  <a:cubicBezTo>
                    <a:pt x="3435" y="1234"/>
                    <a:pt x="3431" y="1248"/>
                    <a:pt x="3422" y="1277"/>
                  </a:cubicBezTo>
                  <a:cubicBezTo>
                    <a:pt x="3406" y="1334"/>
                    <a:pt x="3414" y="1342"/>
                    <a:pt x="3422" y="1342"/>
                  </a:cubicBezTo>
                  <a:cubicBezTo>
                    <a:pt x="3431" y="1342"/>
                    <a:pt x="3431" y="1350"/>
                    <a:pt x="3414" y="1407"/>
                  </a:cubicBezTo>
                  <a:cubicBezTo>
                    <a:pt x="3439" y="1350"/>
                    <a:pt x="3439" y="1350"/>
                    <a:pt x="3447" y="1350"/>
                  </a:cubicBezTo>
                  <a:cubicBezTo>
                    <a:pt x="3434" y="1381"/>
                    <a:pt x="3430" y="1397"/>
                    <a:pt x="3433" y="1397"/>
                  </a:cubicBezTo>
                  <a:cubicBezTo>
                    <a:pt x="3436" y="1397"/>
                    <a:pt x="3444" y="1385"/>
                    <a:pt x="3455" y="1358"/>
                  </a:cubicBezTo>
                  <a:cubicBezTo>
                    <a:pt x="3479" y="1306"/>
                    <a:pt x="3491" y="1279"/>
                    <a:pt x="3492" y="1279"/>
                  </a:cubicBezTo>
                  <a:lnTo>
                    <a:pt x="3492" y="1279"/>
                  </a:lnTo>
                  <a:cubicBezTo>
                    <a:pt x="3493" y="1279"/>
                    <a:pt x="3483" y="1306"/>
                    <a:pt x="3463" y="1358"/>
                  </a:cubicBezTo>
                  <a:cubicBezTo>
                    <a:pt x="3451" y="1400"/>
                    <a:pt x="3444" y="1445"/>
                    <a:pt x="3447" y="1445"/>
                  </a:cubicBezTo>
                  <a:cubicBezTo>
                    <a:pt x="3448" y="1445"/>
                    <a:pt x="3450" y="1439"/>
                    <a:pt x="3455" y="1423"/>
                  </a:cubicBezTo>
                  <a:cubicBezTo>
                    <a:pt x="3479" y="1367"/>
                    <a:pt x="3487" y="1375"/>
                    <a:pt x="3520" y="1318"/>
                  </a:cubicBezTo>
                  <a:lnTo>
                    <a:pt x="3520" y="1318"/>
                  </a:lnTo>
                  <a:cubicBezTo>
                    <a:pt x="3520" y="1318"/>
                    <a:pt x="3528" y="1326"/>
                    <a:pt x="3503" y="1383"/>
                  </a:cubicBezTo>
                  <a:cubicBezTo>
                    <a:pt x="3501" y="1402"/>
                    <a:pt x="3505" y="1410"/>
                    <a:pt x="3512" y="1410"/>
                  </a:cubicBezTo>
                  <a:cubicBezTo>
                    <a:pt x="3526" y="1410"/>
                    <a:pt x="3552" y="1380"/>
                    <a:pt x="3568" y="1342"/>
                  </a:cubicBezTo>
                  <a:cubicBezTo>
                    <a:pt x="3580" y="1316"/>
                    <a:pt x="3587" y="1304"/>
                    <a:pt x="3590" y="1303"/>
                  </a:cubicBezTo>
                  <a:lnTo>
                    <a:pt x="3590" y="1303"/>
                  </a:lnTo>
                  <a:cubicBezTo>
                    <a:pt x="3593" y="1304"/>
                    <a:pt x="3589" y="1320"/>
                    <a:pt x="3576" y="1350"/>
                  </a:cubicBezTo>
                  <a:cubicBezTo>
                    <a:pt x="3552" y="1399"/>
                    <a:pt x="3560" y="1407"/>
                    <a:pt x="3568" y="1407"/>
                  </a:cubicBezTo>
                  <a:cubicBezTo>
                    <a:pt x="3575" y="1393"/>
                    <a:pt x="3579" y="1387"/>
                    <a:pt x="3580" y="1387"/>
                  </a:cubicBezTo>
                  <a:lnTo>
                    <a:pt x="3580" y="1387"/>
                  </a:lnTo>
                  <a:cubicBezTo>
                    <a:pt x="3583" y="1387"/>
                    <a:pt x="3569" y="1423"/>
                    <a:pt x="3552" y="1464"/>
                  </a:cubicBezTo>
                  <a:cubicBezTo>
                    <a:pt x="3520" y="1521"/>
                    <a:pt x="3528" y="1521"/>
                    <a:pt x="3544" y="1529"/>
                  </a:cubicBezTo>
                  <a:cubicBezTo>
                    <a:pt x="3558" y="1496"/>
                    <a:pt x="3572" y="1488"/>
                    <a:pt x="3584" y="1488"/>
                  </a:cubicBezTo>
                  <a:cubicBezTo>
                    <a:pt x="3593" y="1488"/>
                    <a:pt x="3602" y="1493"/>
                    <a:pt x="3609" y="1496"/>
                  </a:cubicBezTo>
                  <a:cubicBezTo>
                    <a:pt x="3613" y="1498"/>
                    <a:pt x="3616" y="1499"/>
                    <a:pt x="3620" y="1499"/>
                  </a:cubicBezTo>
                  <a:cubicBezTo>
                    <a:pt x="3649" y="1499"/>
                    <a:pt x="3680" y="1445"/>
                    <a:pt x="3731" y="1358"/>
                  </a:cubicBezTo>
                  <a:lnTo>
                    <a:pt x="3779" y="1245"/>
                  </a:lnTo>
                  <a:lnTo>
                    <a:pt x="3739" y="1358"/>
                  </a:lnTo>
                  <a:lnTo>
                    <a:pt x="3674" y="1529"/>
                  </a:lnTo>
                  <a:cubicBezTo>
                    <a:pt x="3690" y="1496"/>
                    <a:pt x="3714" y="1456"/>
                    <a:pt x="3722" y="1423"/>
                  </a:cubicBezTo>
                  <a:cubicBezTo>
                    <a:pt x="3734" y="1396"/>
                    <a:pt x="3742" y="1382"/>
                    <a:pt x="3745" y="1382"/>
                  </a:cubicBezTo>
                  <a:lnTo>
                    <a:pt x="3745" y="1382"/>
                  </a:lnTo>
                  <a:cubicBezTo>
                    <a:pt x="3749" y="1382"/>
                    <a:pt x="3747" y="1398"/>
                    <a:pt x="3739" y="1431"/>
                  </a:cubicBezTo>
                  <a:cubicBezTo>
                    <a:pt x="3734" y="1462"/>
                    <a:pt x="3735" y="1478"/>
                    <a:pt x="3740" y="1478"/>
                  </a:cubicBezTo>
                  <a:cubicBezTo>
                    <a:pt x="3744" y="1478"/>
                    <a:pt x="3752" y="1466"/>
                    <a:pt x="3763" y="1440"/>
                  </a:cubicBezTo>
                  <a:cubicBezTo>
                    <a:pt x="3771" y="1448"/>
                    <a:pt x="3779" y="1448"/>
                    <a:pt x="3763" y="1504"/>
                  </a:cubicBezTo>
                  <a:cubicBezTo>
                    <a:pt x="3763" y="1504"/>
                    <a:pt x="3763" y="1504"/>
                    <a:pt x="3787" y="1456"/>
                  </a:cubicBezTo>
                  <a:cubicBezTo>
                    <a:pt x="3799" y="1427"/>
                    <a:pt x="3808" y="1413"/>
                    <a:pt x="3811" y="1413"/>
                  </a:cubicBezTo>
                  <a:lnTo>
                    <a:pt x="3811" y="1413"/>
                  </a:lnTo>
                  <a:cubicBezTo>
                    <a:pt x="3814" y="1413"/>
                    <a:pt x="3812" y="1427"/>
                    <a:pt x="3803" y="1456"/>
                  </a:cubicBezTo>
                  <a:cubicBezTo>
                    <a:pt x="3778" y="1527"/>
                    <a:pt x="3775" y="1557"/>
                    <a:pt x="3782" y="1557"/>
                  </a:cubicBezTo>
                  <a:cubicBezTo>
                    <a:pt x="3787" y="1557"/>
                    <a:pt x="3794" y="1547"/>
                    <a:pt x="3803" y="1529"/>
                  </a:cubicBezTo>
                  <a:cubicBezTo>
                    <a:pt x="3821" y="1488"/>
                    <a:pt x="3830" y="1476"/>
                    <a:pt x="3834" y="1476"/>
                  </a:cubicBezTo>
                  <a:cubicBezTo>
                    <a:pt x="3835" y="1476"/>
                    <a:pt x="3836" y="1478"/>
                    <a:pt x="3836" y="1480"/>
                  </a:cubicBezTo>
                  <a:cubicBezTo>
                    <a:pt x="3838" y="1480"/>
                    <a:pt x="3840" y="1480"/>
                    <a:pt x="3842" y="1480"/>
                  </a:cubicBezTo>
                  <a:cubicBezTo>
                    <a:pt x="3849" y="1480"/>
                    <a:pt x="3859" y="1476"/>
                    <a:pt x="3885" y="1431"/>
                  </a:cubicBezTo>
                  <a:lnTo>
                    <a:pt x="3893" y="1440"/>
                  </a:lnTo>
                  <a:cubicBezTo>
                    <a:pt x="3900" y="1440"/>
                    <a:pt x="3872" y="1489"/>
                    <a:pt x="3862" y="1489"/>
                  </a:cubicBezTo>
                  <a:cubicBezTo>
                    <a:pt x="3861" y="1489"/>
                    <a:pt x="3861" y="1489"/>
                    <a:pt x="3860" y="1488"/>
                  </a:cubicBezTo>
                  <a:lnTo>
                    <a:pt x="3844" y="1545"/>
                  </a:lnTo>
                  <a:cubicBezTo>
                    <a:pt x="3850" y="1548"/>
                    <a:pt x="3853" y="1551"/>
                    <a:pt x="3857" y="1551"/>
                  </a:cubicBezTo>
                  <a:cubicBezTo>
                    <a:pt x="3864" y="1551"/>
                    <a:pt x="3872" y="1541"/>
                    <a:pt x="3893" y="1504"/>
                  </a:cubicBezTo>
                  <a:cubicBezTo>
                    <a:pt x="3921" y="1453"/>
                    <a:pt x="3935" y="1426"/>
                    <a:pt x="3936" y="1426"/>
                  </a:cubicBezTo>
                  <a:lnTo>
                    <a:pt x="3936" y="1426"/>
                  </a:lnTo>
                  <a:cubicBezTo>
                    <a:pt x="3938" y="1426"/>
                    <a:pt x="3926" y="1455"/>
                    <a:pt x="3901" y="1512"/>
                  </a:cubicBezTo>
                  <a:cubicBezTo>
                    <a:pt x="3883" y="1548"/>
                    <a:pt x="3865" y="1588"/>
                    <a:pt x="3870" y="1588"/>
                  </a:cubicBezTo>
                  <a:cubicBezTo>
                    <a:pt x="3871" y="1588"/>
                    <a:pt x="3876" y="1582"/>
                    <a:pt x="3885" y="1569"/>
                  </a:cubicBezTo>
                  <a:cubicBezTo>
                    <a:pt x="3908" y="1526"/>
                    <a:pt x="3919" y="1510"/>
                    <a:pt x="3922" y="1510"/>
                  </a:cubicBezTo>
                  <a:lnTo>
                    <a:pt x="3922" y="1510"/>
                  </a:lnTo>
                  <a:cubicBezTo>
                    <a:pt x="3927" y="1510"/>
                    <a:pt x="3915" y="1544"/>
                    <a:pt x="3901" y="1577"/>
                  </a:cubicBezTo>
                  <a:cubicBezTo>
                    <a:pt x="3872" y="1631"/>
                    <a:pt x="3858" y="1657"/>
                    <a:pt x="3860" y="1657"/>
                  </a:cubicBezTo>
                  <a:cubicBezTo>
                    <a:pt x="3863" y="1657"/>
                    <a:pt x="3881" y="1633"/>
                    <a:pt x="3917" y="1585"/>
                  </a:cubicBezTo>
                  <a:cubicBezTo>
                    <a:pt x="3918" y="1586"/>
                    <a:pt x="3919" y="1587"/>
                    <a:pt x="3920" y="1587"/>
                  </a:cubicBezTo>
                  <a:cubicBezTo>
                    <a:pt x="3932" y="1587"/>
                    <a:pt x="3967" y="1560"/>
                    <a:pt x="3985" y="1560"/>
                  </a:cubicBezTo>
                  <a:cubicBezTo>
                    <a:pt x="3987" y="1560"/>
                    <a:pt x="3988" y="1560"/>
                    <a:pt x="3990" y="1561"/>
                  </a:cubicBezTo>
                  <a:cubicBezTo>
                    <a:pt x="4014" y="1577"/>
                    <a:pt x="4029" y="1585"/>
                    <a:pt x="4008" y="1637"/>
                  </a:cubicBezTo>
                  <a:lnTo>
                    <a:pt x="4008" y="1637"/>
                  </a:lnTo>
                  <a:cubicBezTo>
                    <a:pt x="4026" y="1605"/>
                    <a:pt x="4035" y="1597"/>
                    <a:pt x="4043" y="1597"/>
                  </a:cubicBezTo>
                  <a:cubicBezTo>
                    <a:pt x="4047" y="1597"/>
                    <a:pt x="4050" y="1600"/>
                    <a:pt x="4055" y="1602"/>
                  </a:cubicBezTo>
                  <a:cubicBezTo>
                    <a:pt x="4052" y="1624"/>
                    <a:pt x="4055" y="1633"/>
                    <a:pt x="4061" y="1633"/>
                  </a:cubicBezTo>
                  <a:cubicBezTo>
                    <a:pt x="4074" y="1633"/>
                    <a:pt x="4098" y="1601"/>
                    <a:pt x="4120" y="1569"/>
                  </a:cubicBezTo>
                  <a:lnTo>
                    <a:pt x="4112" y="1561"/>
                  </a:lnTo>
                  <a:cubicBezTo>
                    <a:pt x="4139" y="1502"/>
                    <a:pt x="4153" y="1476"/>
                    <a:pt x="4158" y="1476"/>
                  </a:cubicBezTo>
                  <a:lnTo>
                    <a:pt x="4158" y="1476"/>
                  </a:lnTo>
                  <a:cubicBezTo>
                    <a:pt x="4162" y="1476"/>
                    <a:pt x="4159" y="1492"/>
                    <a:pt x="4152" y="1521"/>
                  </a:cubicBezTo>
                  <a:cubicBezTo>
                    <a:pt x="4144" y="1553"/>
                    <a:pt x="4128" y="1594"/>
                    <a:pt x="4103" y="1626"/>
                  </a:cubicBezTo>
                  <a:cubicBezTo>
                    <a:pt x="4079" y="1667"/>
                    <a:pt x="4071" y="1699"/>
                    <a:pt x="4063" y="1740"/>
                  </a:cubicBezTo>
                  <a:cubicBezTo>
                    <a:pt x="4063" y="1742"/>
                    <a:pt x="4064" y="1743"/>
                    <a:pt x="4065" y="1743"/>
                  </a:cubicBezTo>
                  <a:cubicBezTo>
                    <a:pt x="4069" y="1743"/>
                    <a:pt x="4078" y="1732"/>
                    <a:pt x="4095" y="1691"/>
                  </a:cubicBezTo>
                  <a:cubicBezTo>
                    <a:pt x="4120" y="1642"/>
                    <a:pt x="4120" y="1642"/>
                    <a:pt x="4128" y="1642"/>
                  </a:cubicBezTo>
                  <a:cubicBezTo>
                    <a:pt x="4130" y="1642"/>
                    <a:pt x="4131" y="1643"/>
                    <a:pt x="4133" y="1643"/>
                  </a:cubicBezTo>
                  <a:cubicBezTo>
                    <a:pt x="4138" y="1643"/>
                    <a:pt x="4144" y="1638"/>
                    <a:pt x="4168" y="1602"/>
                  </a:cubicBezTo>
                  <a:cubicBezTo>
                    <a:pt x="4194" y="1558"/>
                    <a:pt x="4204" y="1553"/>
                    <a:pt x="4207" y="1553"/>
                  </a:cubicBezTo>
                  <a:cubicBezTo>
                    <a:pt x="4208" y="1553"/>
                    <a:pt x="4209" y="1553"/>
                    <a:pt x="4209" y="1553"/>
                  </a:cubicBezTo>
                  <a:cubicBezTo>
                    <a:pt x="4193" y="1610"/>
                    <a:pt x="4201" y="1618"/>
                    <a:pt x="4201" y="1618"/>
                  </a:cubicBezTo>
                  <a:lnTo>
                    <a:pt x="4176" y="1667"/>
                  </a:lnTo>
                  <a:cubicBezTo>
                    <a:pt x="4144" y="1723"/>
                    <a:pt x="4128" y="1780"/>
                    <a:pt x="4128" y="1780"/>
                  </a:cubicBezTo>
                  <a:cubicBezTo>
                    <a:pt x="4128" y="1780"/>
                    <a:pt x="4160" y="1731"/>
                    <a:pt x="4160" y="1731"/>
                  </a:cubicBezTo>
                  <a:cubicBezTo>
                    <a:pt x="4166" y="1718"/>
                    <a:pt x="4178" y="1713"/>
                    <a:pt x="4194" y="1713"/>
                  </a:cubicBezTo>
                  <a:cubicBezTo>
                    <a:pt x="4243" y="1713"/>
                    <a:pt x="4326" y="1766"/>
                    <a:pt x="4339" y="1772"/>
                  </a:cubicBezTo>
                  <a:cubicBezTo>
                    <a:pt x="4330" y="1808"/>
                    <a:pt x="4331" y="1826"/>
                    <a:pt x="4337" y="1826"/>
                  </a:cubicBezTo>
                  <a:cubicBezTo>
                    <a:pt x="4343" y="1826"/>
                    <a:pt x="4352" y="1814"/>
                    <a:pt x="4363" y="1788"/>
                  </a:cubicBezTo>
                  <a:cubicBezTo>
                    <a:pt x="4374" y="1765"/>
                    <a:pt x="4388" y="1757"/>
                    <a:pt x="4402" y="1757"/>
                  </a:cubicBezTo>
                  <a:cubicBezTo>
                    <a:pt x="4418" y="1757"/>
                    <a:pt x="4435" y="1767"/>
                    <a:pt x="4452" y="1780"/>
                  </a:cubicBezTo>
                  <a:cubicBezTo>
                    <a:pt x="4473" y="1793"/>
                    <a:pt x="4490" y="1803"/>
                    <a:pt x="4506" y="1803"/>
                  </a:cubicBezTo>
                  <a:cubicBezTo>
                    <a:pt x="4521" y="1803"/>
                    <a:pt x="4534" y="1795"/>
                    <a:pt x="4549" y="1772"/>
                  </a:cubicBezTo>
                  <a:lnTo>
                    <a:pt x="4566" y="1780"/>
                  </a:lnTo>
                  <a:cubicBezTo>
                    <a:pt x="4567" y="1781"/>
                    <a:pt x="4569" y="1781"/>
                    <a:pt x="4571" y="1781"/>
                  </a:cubicBezTo>
                  <a:cubicBezTo>
                    <a:pt x="4587" y="1781"/>
                    <a:pt x="4616" y="1755"/>
                    <a:pt x="4627" y="1755"/>
                  </a:cubicBezTo>
                  <a:cubicBezTo>
                    <a:pt x="4629" y="1755"/>
                    <a:pt x="4630" y="1755"/>
                    <a:pt x="4630" y="1756"/>
                  </a:cubicBezTo>
                  <a:cubicBezTo>
                    <a:pt x="4647" y="1731"/>
                    <a:pt x="4657" y="1719"/>
                    <a:pt x="4658" y="1719"/>
                  </a:cubicBezTo>
                  <a:lnTo>
                    <a:pt x="4658" y="1719"/>
                  </a:lnTo>
                  <a:cubicBezTo>
                    <a:pt x="4659" y="1719"/>
                    <a:pt x="4651" y="1731"/>
                    <a:pt x="4630" y="1756"/>
                  </a:cubicBezTo>
                  <a:cubicBezTo>
                    <a:pt x="4606" y="1788"/>
                    <a:pt x="4590" y="1829"/>
                    <a:pt x="4574" y="1861"/>
                  </a:cubicBezTo>
                  <a:cubicBezTo>
                    <a:pt x="4575" y="1862"/>
                    <a:pt x="4576" y="1862"/>
                    <a:pt x="4577" y="1862"/>
                  </a:cubicBezTo>
                  <a:cubicBezTo>
                    <a:pt x="4594" y="1862"/>
                    <a:pt x="4617" y="1817"/>
                    <a:pt x="4647" y="1772"/>
                  </a:cubicBezTo>
                  <a:cubicBezTo>
                    <a:pt x="4672" y="1728"/>
                    <a:pt x="4682" y="1723"/>
                    <a:pt x="4686" y="1723"/>
                  </a:cubicBezTo>
                  <a:cubicBezTo>
                    <a:pt x="4687" y="1723"/>
                    <a:pt x="4687" y="1723"/>
                    <a:pt x="4687" y="1723"/>
                  </a:cubicBezTo>
                  <a:cubicBezTo>
                    <a:pt x="4695" y="1723"/>
                    <a:pt x="4695" y="1723"/>
                    <a:pt x="4663" y="1780"/>
                  </a:cubicBezTo>
                  <a:lnTo>
                    <a:pt x="4598" y="1877"/>
                  </a:lnTo>
                  <a:lnTo>
                    <a:pt x="4606" y="1885"/>
                  </a:lnTo>
                  <a:cubicBezTo>
                    <a:pt x="4625" y="1841"/>
                    <a:pt x="4634" y="1836"/>
                    <a:pt x="4637" y="1836"/>
                  </a:cubicBezTo>
                  <a:cubicBezTo>
                    <a:pt x="4638" y="1836"/>
                    <a:pt x="4639" y="1837"/>
                    <a:pt x="4639" y="1837"/>
                  </a:cubicBezTo>
                  <a:cubicBezTo>
                    <a:pt x="4647" y="1837"/>
                    <a:pt x="4647" y="1837"/>
                    <a:pt x="4582" y="1942"/>
                  </a:cubicBezTo>
                  <a:cubicBezTo>
                    <a:pt x="4548" y="1993"/>
                    <a:pt x="4534" y="2019"/>
                    <a:pt x="4538" y="2019"/>
                  </a:cubicBezTo>
                  <a:cubicBezTo>
                    <a:pt x="4541" y="2019"/>
                    <a:pt x="4559" y="1997"/>
                    <a:pt x="4590" y="1950"/>
                  </a:cubicBezTo>
                  <a:lnTo>
                    <a:pt x="4639" y="1910"/>
                  </a:lnTo>
                  <a:lnTo>
                    <a:pt x="4639" y="1910"/>
                  </a:lnTo>
                  <a:cubicBezTo>
                    <a:pt x="4617" y="1944"/>
                    <a:pt x="4612" y="1957"/>
                    <a:pt x="4615" y="1957"/>
                  </a:cubicBezTo>
                  <a:cubicBezTo>
                    <a:pt x="4621" y="1957"/>
                    <a:pt x="4665" y="1902"/>
                    <a:pt x="4687" y="1869"/>
                  </a:cubicBezTo>
                  <a:lnTo>
                    <a:pt x="4687" y="1869"/>
                  </a:lnTo>
                  <a:cubicBezTo>
                    <a:pt x="4657" y="1925"/>
                    <a:pt x="4645" y="1954"/>
                    <a:pt x="4650" y="1954"/>
                  </a:cubicBezTo>
                  <a:cubicBezTo>
                    <a:pt x="4655" y="1954"/>
                    <a:pt x="4673" y="1931"/>
                    <a:pt x="4703" y="1885"/>
                  </a:cubicBezTo>
                  <a:cubicBezTo>
                    <a:pt x="4719" y="1862"/>
                    <a:pt x="4729" y="1850"/>
                    <a:pt x="4732" y="1850"/>
                  </a:cubicBezTo>
                  <a:lnTo>
                    <a:pt x="4732" y="1850"/>
                  </a:lnTo>
                  <a:cubicBezTo>
                    <a:pt x="4736" y="1850"/>
                    <a:pt x="4732" y="1864"/>
                    <a:pt x="4720" y="1894"/>
                  </a:cubicBezTo>
                  <a:cubicBezTo>
                    <a:pt x="4687" y="1950"/>
                    <a:pt x="4695" y="1950"/>
                    <a:pt x="4703" y="1958"/>
                  </a:cubicBezTo>
                  <a:cubicBezTo>
                    <a:pt x="4718" y="1941"/>
                    <a:pt x="4733" y="1934"/>
                    <a:pt x="4748" y="1934"/>
                  </a:cubicBezTo>
                  <a:cubicBezTo>
                    <a:pt x="4774" y="1934"/>
                    <a:pt x="4799" y="1954"/>
                    <a:pt x="4825" y="1975"/>
                  </a:cubicBezTo>
                  <a:cubicBezTo>
                    <a:pt x="4856" y="1995"/>
                    <a:pt x="4880" y="2016"/>
                    <a:pt x="4902" y="2016"/>
                  </a:cubicBezTo>
                  <a:cubicBezTo>
                    <a:pt x="4915" y="2016"/>
                    <a:pt x="4927" y="2009"/>
                    <a:pt x="4939" y="1991"/>
                  </a:cubicBezTo>
                  <a:cubicBezTo>
                    <a:pt x="4947" y="1991"/>
                    <a:pt x="4947" y="1991"/>
                    <a:pt x="4914" y="2048"/>
                  </a:cubicBezTo>
                  <a:cubicBezTo>
                    <a:pt x="4900" y="2069"/>
                    <a:pt x="4893" y="2083"/>
                    <a:pt x="4897" y="2083"/>
                  </a:cubicBezTo>
                  <a:cubicBezTo>
                    <a:pt x="4902" y="2083"/>
                    <a:pt x="4922" y="2061"/>
                    <a:pt x="4963" y="2007"/>
                  </a:cubicBezTo>
                  <a:cubicBezTo>
                    <a:pt x="4981" y="1989"/>
                    <a:pt x="4998" y="1968"/>
                    <a:pt x="5004" y="1961"/>
                  </a:cubicBezTo>
                  <a:lnTo>
                    <a:pt x="5004" y="1961"/>
                  </a:lnTo>
                  <a:cubicBezTo>
                    <a:pt x="4999" y="1967"/>
                    <a:pt x="4987" y="1983"/>
                    <a:pt x="4963" y="2015"/>
                  </a:cubicBezTo>
                  <a:cubicBezTo>
                    <a:pt x="4930" y="2064"/>
                    <a:pt x="4947" y="2072"/>
                    <a:pt x="4963" y="2088"/>
                  </a:cubicBezTo>
                  <a:cubicBezTo>
                    <a:pt x="4972" y="2092"/>
                    <a:pt x="4983" y="2101"/>
                    <a:pt x="4996" y="2101"/>
                  </a:cubicBezTo>
                  <a:cubicBezTo>
                    <a:pt x="5007" y="2101"/>
                    <a:pt x="5021" y="2095"/>
                    <a:pt x="5036" y="2072"/>
                  </a:cubicBezTo>
                  <a:cubicBezTo>
                    <a:pt x="5060" y="2052"/>
                    <a:pt x="5072" y="2042"/>
                    <a:pt x="5073" y="2042"/>
                  </a:cubicBezTo>
                  <a:lnTo>
                    <a:pt x="5073" y="2042"/>
                  </a:lnTo>
                  <a:cubicBezTo>
                    <a:pt x="5074" y="2042"/>
                    <a:pt x="5064" y="2052"/>
                    <a:pt x="5044" y="2072"/>
                  </a:cubicBezTo>
                  <a:cubicBezTo>
                    <a:pt x="4989" y="2138"/>
                    <a:pt x="4967" y="2190"/>
                    <a:pt x="4988" y="2190"/>
                  </a:cubicBezTo>
                  <a:cubicBezTo>
                    <a:pt x="4997" y="2190"/>
                    <a:pt x="5016" y="2179"/>
                    <a:pt x="5044" y="2153"/>
                  </a:cubicBezTo>
                  <a:lnTo>
                    <a:pt x="5044" y="2153"/>
                  </a:lnTo>
                  <a:cubicBezTo>
                    <a:pt x="5044" y="2153"/>
                    <a:pt x="5052" y="2161"/>
                    <a:pt x="5020" y="2210"/>
                  </a:cubicBezTo>
                  <a:cubicBezTo>
                    <a:pt x="5020" y="2210"/>
                    <a:pt x="5021" y="2211"/>
                    <a:pt x="5024" y="2211"/>
                  </a:cubicBezTo>
                  <a:cubicBezTo>
                    <a:pt x="5030" y="2211"/>
                    <a:pt x="5044" y="2207"/>
                    <a:pt x="5076" y="2185"/>
                  </a:cubicBezTo>
                  <a:lnTo>
                    <a:pt x="5117" y="2210"/>
                  </a:lnTo>
                  <a:cubicBezTo>
                    <a:pt x="5118" y="2212"/>
                    <a:pt x="5121" y="2214"/>
                    <a:pt x="5124" y="2214"/>
                  </a:cubicBezTo>
                  <a:cubicBezTo>
                    <a:pt x="5140" y="2214"/>
                    <a:pt x="5174" y="2185"/>
                    <a:pt x="5174" y="2185"/>
                  </a:cubicBezTo>
                  <a:lnTo>
                    <a:pt x="5174" y="2185"/>
                  </a:lnTo>
                  <a:cubicBezTo>
                    <a:pt x="5141" y="2234"/>
                    <a:pt x="5166" y="2258"/>
                    <a:pt x="5198" y="2291"/>
                  </a:cubicBezTo>
                  <a:cubicBezTo>
                    <a:pt x="5239" y="2323"/>
                    <a:pt x="5263" y="2356"/>
                    <a:pt x="5230" y="2404"/>
                  </a:cubicBezTo>
                  <a:cubicBezTo>
                    <a:pt x="5230" y="2404"/>
                    <a:pt x="5239" y="2404"/>
                    <a:pt x="5279" y="2364"/>
                  </a:cubicBezTo>
                  <a:cubicBezTo>
                    <a:pt x="5325" y="2318"/>
                    <a:pt x="5347" y="2298"/>
                    <a:pt x="5351" y="2298"/>
                  </a:cubicBezTo>
                  <a:lnTo>
                    <a:pt x="5351" y="2298"/>
                  </a:lnTo>
                  <a:cubicBezTo>
                    <a:pt x="5354" y="2298"/>
                    <a:pt x="5345" y="2310"/>
                    <a:pt x="5328" y="2331"/>
                  </a:cubicBezTo>
                  <a:cubicBezTo>
                    <a:pt x="5291" y="2387"/>
                    <a:pt x="5280" y="2416"/>
                    <a:pt x="5293" y="2416"/>
                  </a:cubicBezTo>
                  <a:cubicBezTo>
                    <a:pt x="5302" y="2416"/>
                    <a:pt x="5325" y="2399"/>
                    <a:pt x="5360" y="2364"/>
                  </a:cubicBezTo>
                  <a:lnTo>
                    <a:pt x="5360" y="2364"/>
                  </a:lnTo>
                  <a:lnTo>
                    <a:pt x="5320" y="2404"/>
                  </a:lnTo>
                  <a:cubicBezTo>
                    <a:pt x="5288" y="2447"/>
                    <a:pt x="5281" y="2464"/>
                    <a:pt x="5289" y="2464"/>
                  </a:cubicBezTo>
                  <a:cubicBezTo>
                    <a:pt x="5300" y="2464"/>
                    <a:pt x="5339" y="2434"/>
                    <a:pt x="5384" y="2388"/>
                  </a:cubicBezTo>
                  <a:lnTo>
                    <a:pt x="5384" y="2388"/>
                  </a:lnTo>
                  <a:cubicBezTo>
                    <a:pt x="5361" y="2424"/>
                    <a:pt x="5337" y="2460"/>
                    <a:pt x="5342" y="2460"/>
                  </a:cubicBezTo>
                  <a:cubicBezTo>
                    <a:pt x="5344" y="2460"/>
                    <a:pt x="5350" y="2455"/>
                    <a:pt x="5360" y="2445"/>
                  </a:cubicBezTo>
                  <a:lnTo>
                    <a:pt x="5360" y="2445"/>
                  </a:lnTo>
                  <a:cubicBezTo>
                    <a:pt x="5368" y="2453"/>
                    <a:pt x="5368" y="2453"/>
                    <a:pt x="5287" y="2542"/>
                  </a:cubicBezTo>
                  <a:cubicBezTo>
                    <a:pt x="5263" y="2566"/>
                    <a:pt x="5239" y="2599"/>
                    <a:pt x="5214" y="2631"/>
                  </a:cubicBezTo>
                  <a:cubicBezTo>
                    <a:pt x="5215" y="2632"/>
                    <a:pt x="5216" y="2632"/>
                    <a:pt x="5217" y="2632"/>
                  </a:cubicBezTo>
                  <a:cubicBezTo>
                    <a:pt x="5228" y="2632"/>
                    <a:pt x="5265" y="2588"/>
                    <a:pt x="5295" y="2550"/>
                  </a:cubicBezTo>
                  <a:lnTo>
                    <a:pt x="5312" y="2558"/>
                  </a:lnTo>
                  <a:cubicBezTo>
                    <a:pt x="5312" y="2558"/>
                    <a:pt x="5312" y="2559"/>
                    <a:pt x="5312" y="2559"/>
                  </a:cubicBezTo>
                  <a:cubicBezTo>
                    <a:pt x="5314" y="2559"/>
                    <a:pt x="5322" y="2554"/>
                    <a:pt x="5352" y="2518"/>
                  </a:cubicBezTo>
                  <a:cubicBezTo>
                    <a:pt x="5377" y="2488"/>
                    <a:pt x="5390" y="2479"/>
                    <a:pt x="5396" y="2479"/>
                  </a:cubicBezTo>
                  <a:cubicBezTo>
                    <a:pt x="5400" y="2479"/>
                    <a:pt x="5401" y="2482"/>
                    <a:pt x="5401" y="2485"/>
                  </a:cubicBezTo>
                  <a:cubicBezTo>
                    <a:pt x="5389" y="2497"/>
                    <a:pt x="5385" y="2502"/>
                    <a:pt x="5385" y="2502"/>
                  </a:cubicBezTo>
                  <a:cubicBezTo>
                    <a:pt x="5387" y="2502"/>
                    <a:pt x="5418" y="2471"/>
                    <a:pt x="5441" y="2437"/>
                  </a:cubicBezTo>
                  <a:cubicBezTo>
                    <a:pt x="5479" y="2399"/>
                    <a:pt x="5516" y="2355"/>
                    <a:pt x="5522" y="2355"/>
                  </a:cubicBezTo>
                  <a:cubicBezTo>
                    <a:pt x="5522" y="2355"/>
                    <a:pt x="5522" y="2355"/>
                    <a:pt x="5522" y="2356"/>
                  </a:cubicBezTo>
                  <a:lnTo>
                    <a:pt x="5603" y="2267"/>
                  </a:lnTo>
                  <a:cubicBezTo>
                    <a:pt x="5660" y="2210"/>
                    <a:pt x="5709" y="2145"/>
                    <a:pt x="5749" y="2072"/>
                  </a:cubicBezTo>
                  <a:cubicBezTo>
                    <a:pt x="5765" y="2031"/>
                    <a:pt x="5777" y="1993"/>
                    <a:pt x="5765" y="1993"/>
                  </a:cubicBezTo>
                  <a:lnTo>
                    <a:pt x="5765" y="1993"/>
                  </a:lnTo>
                  <a:cubicBezTo>
                    <a:pt x="5759" y="1993"/>
                    <a:pt x="5744" y="2006"/>
                    <a:pt x="5717" y="2039"/>
                  </a:cubicBezTo>
                  <a:cubicBezTo>
                    <a:pt x="5717" y="2039"/>
                    <a:pt x="5677" y="2073"/>
                    <a:pt x="5669" y="2073"/>
                  </a:cubicBezTo>
                  <a:cubicBezTo>
                    <a:pt x="5669" y="2073"/>
                    <a:pt x="5668" y="2073"/>
                    <a:pt x="5668" y="2072"/>
                  </a:cubicBezTo>
                  <a:cubicBezTo>
                    <a:pt x="5660" y="2072"/>
                    <a:pt x="5693" y="2015"/>
                    <a:pt x="5693" y="2015"/>
                  </a:cubicBezTo>
                  <a:cubicBezTo>
                    <a:pt x="5733" y="1975"/>
                    <a:pt x="5709" y="1950"/>
                    <a:pt x="5684" y="1926"/>
                  </a:cubicBezTo>
                  <a:cubicBezTo>
                    <a:pt x="5652" y="1894"/>
                    <a:pt x="5636" y="1877"/>
                    <a:pt x="5668" y="1829"/>
                  </a:cubicBezTo>
                  <a:cubicBezTo>
                    <a:pt x="5701" y="1780"/>
                    <a:pt x="5693" y="1772"/>
                    <a:pt x="5693" y="1772"/>
                  </a:cubicBezTo>
                  <a:lnTo>
                    <a:pt x="5693" y="1772"/>
                  </a:lnTo>
                  <a:cubicBezTo>
                    <a:pt x="5681" y="1790"/>
                    <a:pt x="5668" y="1797"/>
                    <a:pt x="5654" y="1797"/>
                  </a:cubicBezTo>
                  <a:cubicBezTo>
                    <a:pt x="5631" y="1797"/>
                    <a:pt x="5608" y="1776"/>
                    <a:pt x="5587" y="1756"/>
                  </a:cubicBezTo>
                  <a:cubicBezTo>
                    <a:pt x="5561" y="1730"/>
                    <a:pt x="5535" y="1707"/>
                    <a:pt x="5509" y="1707"/>
                  </a:cubicBezTo>
                  <a:cubicBezTo>
                    <a:pt x="5495" y="1707"/>
                    <a:pt x="5480" y="1714"/>
                    <a:pt x="5466" y="1731"/>
                  </a:cubicBezTo>
                  <a:lnTo>
                    <a:pt x="5457" y="1723"/>
                  </a:lnTo>
                  <a:cubicBezTo>
                    <a:pt x="5498" y="1675"/>
                    <a:pt x="5482" y="1667"/>
                    <a:pt x="5474" y="1658"/>
                  </a:cubicBezTo>
                  <a:lnTo>
                    <a:pt x="5474" y="1658"/>
                  </a:lnTo>
                  <a:cubicBezTo>
                    <a:pt x="5441" y="1680"/>
                    <a:pt x="5423" y="1684"/>
                    <a:pt x="5415" y="1684"/>
                  </a:cubicBezTo>
                  <a:cubicBezTo>
                    <a:pt x="5411" y="1684"/>
                    <a:pt x="5409" y="1683"/>
                    <a:pt x="5409" y="1683"/>
                  </a:cubicBezTo>
                  <a:cubicBezTo>
                    <a:pt x="5449" y="1634"/>
                    <a:pt x="5441" y="1634"/>
                    <a:pt x="5433" y="1618"/>
                  </a:cubicBezTo>
                  <a:cubicBezTo>
                    <a:pt x="5428" y="1616"/>
                    <a:pt x="5425" y="1614"/>
                    <a:pt x="5422" y="1614"/>
                  </a:cubicBezTo>
                  <a:cubicBezTo>
                    <a:pt x="5414" y="1614"/>
                    <a:pt x="5405" y="1624"/>
                    <a:pt x="5376" y="1658"/>
                  </a:cubicBezTo>
                  <a:cubicBezTo>
                    <a:pt x="5352" y="1626"/>
                    <a:pt x="5336" y="1594"/>
                    <a:pt x="5352" y="1553"/>
                  </a:cubicBezTo>
                  <a:cubicBezTo>
                    <a:pt x="5360" y="1534"/>
                    <a:pt x="5361" y="1527"/>
                    <a:pt x="5357" y="1527"/>
                  </a:cubicBezTo>
                  <a:lnTo>
                    <a:pt x="5357" y="1527"/>
                  </a:lnTo>
                  <a:cubicBezTo>
                    <a:pt x="5350" y="1527"/>
                    <a:pt x="5323" y="1558"/>
                    <a:pt x="5295" y="1585"/>
                  </a:cubicBezTo>
                  <a:cubicBezTo>
                    <a:pt x="5265" y="1630"/>
                    <a:pt x="5228" y="1676"/>
                    <a:pt x="5217" y="1676"/>
                  </a:cubicBezTo>
                  <a:cubicBezTo>
                    <a:pt x="5216" y="1676"/>
                    <a:pt x="5215" y="1675"/>
                    <a:pt x="5214" y="1675"/>
                  </a:cubicBezTo>
                  <a:lnTo>
                    <a:pt x="5287" y="1577"/>
                  </a:lnTo>
                  <a:cubicBezTo>
                    <a:pt x="5328" y="1537"/>
                    <a:pt x="5328" y="1537"/>
                    <a:pt x="5312" y="1521"/>
                  </a:cubicBezTo>
                  <a:lnTo>
                    <a:pt x="5303" y="1512"/>
                  </a:lnTo>
                  <a:cubicBezTo>
                    <a:pt x="5290" y="1532"/>
                    <a:pt x="5277" y="1540"/>
                    <a:pt x="5263" y="1540"/>
                  </a:cubicBezTo>
                  <a:cubicBezTo>
                    <a:pt x="5243" y="1540"/>
                    <a:pt x="5222" y="1524"/>
                    <a:pt x="5198" y="1504"/>
                  </a:cubicBezTo>
                  <a:cubicBezTo>
                    <a:pt x="5168" y="1483"/>
                    <a:pt x="5150" y="1471"/>
                    <a:pt x="5134" y="1471"/>
                  </a:cubicBezTo>
                  <a:cubicBezTo>
                    <a:pt x="5120" y="1471"/>
                    <a:pt x="5108" y="1481"/>
                    <a:pt x="5093" y="1504"/>
                  </a:cubicBezTo>
                  <a:cubicBezTo>
                    <a:pt x="5078" y="1526"/>
                    <a:pt x="5069" y="1536"/>
                    <a:pt x="5064" y="1536"/>
                  </a:cubicBezTo>
                  <a:cubicBezTo>
                    <a:pt x="5058" y="1536"/>
                    <a:pt x="5059" y="1520"/>
                    <a:pt x="5068" y="1488"/>
                  </a:cubicBezTo>
                  <a:cubicBezTo>
                    <a:pt x="5111" y="1371"/>
                    <a:pt x="5126" y="1331"/>
                    <a:pt x="5119" y="1331"/>
                  </a:cubicBezTo>
                  <a:lnTo>
                    <a:pt x="5119" y="1331"/>
                  </a:lnTo>
                  <a:cubicBezTo>
                    <a:pt x="5116" y="1331"/>
                    <a:pt x="5107" y="1342"/>
                    <a:pt x="5093" y="1358"/>
                  </a:cubicBezTo>
                  <a:cubicBezTo>
                    <a:pt x="5101" y="1358"/>
                    <a:pt x="5068" y="1407"/>
                    <a:pt x="5036" y="1456"/>
                  </a:cubicBezTo>
                  <a:cubicBezTo>
                    <a:pt x="5005" y="1506"/>
                    <a:pt x="4987" y="1531"/>
                    <a:pt x="4983" y="1531"/>
                  </a:cubicBezTo>
                  <a:cubicBezTo>
                    <a:pt x="4978" y="1531"/>
                    <a:pt x="4990" y="1502"/>
                    <a:pt x="5020" y="1448"/>
                  </a:cubicBezTo>
                  <a:cubicBezTo>
                    <a:pt x="5055" y="1395"/>
                    <a:pt x="5035" y="1366"/>
                    <a:pt x="5000" y="1366"/>
                  </a:cubicBezTo>
                  <a:cubicBezTo>
                    <a:pt x="4969" y="1366"/>
                    <a:pt x="4928" y="1387"/>
                    <a:pt x="4898" y="1431"/>
                  </a:cubicBezTo>
                  <a:lnTo>
                    <a:pt x="4930" y="1383"/>
                  </a:lnTo>
                  <a:cubicBezTo>
                    <a:pt x="4955" y="1326"/>
                    <a:pt x="4955" y="1326"/>
                    <a:pt x="4930" y="1310"/>
                  </a:cubicBezTo>
                  <a:lnTo>
                    <a:pt x="4906" y="1294"/>
                  </a:lnTo>
                  <a:cubicBezTo>
                    <a:pt x="4886" y="1329"/>
                    <a:pt x="4872" y="1342"/>
                    <a:pt x="4863" y="1342"/>
                  </a:cubicBezTo>
                  <a:cubicBezTo>
                    <a:pt x="4849" y="1342"/>
                    <a:pt x="4853" y="1300"/>
                    <a:pt x="4874" y="1269"/>
                  </a:cubicBezTo>
                  <a:cubicBezTo>
                    <a:pt x="4898" y="1213"/>
                    <a:pt x="4898" y="1213"/>
                    <a:pt x="4882" y="1204"/>
                  </a:cubicBezTo>
                  <a:lnTo>
                    <a:pt x="4882" y="1204"/>
                  </a:lnTo>
                  <a:cubicBezTo>
                    <a:pt x="4857" y="1235"/>
                    <a:pt x="4839" y="1246"/>
                    <a:pt x="4829" y="1246"/>
                  </a:cubicBezTo>
                  <a:cubicBezTo>
                    <a:pt x="4808" y="1246"/>
                    <a:pt x="4812" y="1204"/>
                    <a:pt x="4833" y="1172"/>
                  </a:cubicBezTo>
                  <a:lnTo>
                    <a:pt x="4825" y="1164"/>
                  </a:lnTo>
                  <a:cubicBezTo>
                    <a:pt x="4800" y="1194"/>
                    <a:pt x="4787" y="1202"/>
                    <a:pt x="4779" y="1202"/>
                  </a:cubicBezTo>
                  <a:cubicBezTo>
                    <a:pt x="4774" y="1202"/>
                    <a:pt x="4771" y="1199"/>
                    <a:pt x="4768" y="1196"/>
                  </a:cubicBezTo>
                  <a:cubicBezTo>
                    <a:pt x="4760" y="1193"/>
                    <a:pt x="4754" y="1191"/>
                    <a:pt x="4749" y="1191"/>
                  </a:cubicBezTo>
                  <a:cubicBezTo>
                    <a:pt x="4741" y="1191"/>
                    <a:pt x="4735" y="1200"/>
                    <a:pt x="4720" y="1237"/>
                  </a:cubicBezTo>
                  <a:cubicBezTo>
                    <a:pt x="4689" y="1282"/>
                    <a:pt x="4659" y="1335"/>
                    <a:pt x="4655" y="1335"/>
                  </a:cubicBezTo>
                  <a:cubicBezTo>
                    <a:pt x="4655" y="1335"/>
                    <a:pt x="4655" y="1335"/>
                    <a:pt x="4655" y="1334"/>
                  </a:cubicBezTo>
                  <a:lnTo>
                    <a:pt x="4679" y="1285"/>
                  </a:lnTo>
                  <a:cubicBezTo>
                    <a:pt x="4712" y="1237"/>
                    <a:pt x="4695" y="1221"/>
                    <a:pt x="4671" y="1204"/>
                  </a:cubicBezTo>
                  <a:cubicBezTo>
                    <a:pt x="4639" y="1188"/>
                    <a:pt x="4622" y="1180"/>
                    <a:pt x="4647" y="1123"/>
                  </a:cubicBezTo>
                  <a:lnTo>
                    <a:pt x="4647" y="1123"/>
                  </a:lnTo>
                  <a:lnTo>
                    <a:pt x="4614" y="1172"/>
                  </a:lnTo>
                  <a:cubicBezTo>
                    <a:pt x="4595" y="1191"/>
                    <a:pt x="4585" y="1201"/>
                    <a:pt x="4582" y="1201"/>
                  </a:cubicBezTo>
                  <a:cubicBezTo>
                    <a:pt x="4579" y="1201"/>
                    <a:pt x="4585" y="1189"/>
                    <a:pt x="4598" y="1164"/>
                  </a:cubicBezTo>
                  <a:cubicBezTo>
                    <a:pt x="4613" y="1129"/>
                    <a:pt x="4609" y="1109"/>
                    <a:pt x="4595" y="1109"/>
                  </a:cubicBezTo>
                  <a:cubicBezTo>
                    <a:pt x="4586" y="1109"/>
                    <a:pt x="4573" y="1116"/>
                    <a:pt x="4558" y="1131"/>
                  </a:cubicBezTo>
                  <a:lnTo>
                    <a:pt x="4541" y="1123"/>
                  </a:lnTo>
                  <a:cubicBezTo>
                    <a:pt x="4572" y="1067"/>
                    <a:pt x="4579" y="1036"/>
                    <a:pt x="4569" y="1036"/>
                  </a:cubicBezTo>
                  <a:lnTo>
                    <a:pt x="4569" y="1036"/>
                  </a:lnTo>
                  <a:cubicBezTo>
                    <a:pt x="4560" y="1036"/>
                    <a:pt x="4539" y="1058"/>
                    <a:pt x="4509" y="1107"/>
                  </a:cubicBezTo>
                  <a:cubicBezTo>
                    <a:pt x="4541" y="1050"/>
                    <a:pt x="4533" y="1050"/>
                    <a:pt x="4525" y="1042"/>
                  </a:cubicBezTo>
                  <a:lnTo>
                    <a:pt x="4525" y="1042"/>
                  </a:lnTo>
                  <a:cubicBezTo>
                    <a:pt x="4509" y="1062"/>
                    <a:pt x="4495" y="1071"/>
                    <a:pt x="4486" y="1071"/>
                  </a:cubicBezTo>
                  <a:cubicBezTo>
                    <a:pt x="4474" y="1071"/>
                    <a:pt x="4473" y="1052"/>
                    <a:pt x="4493" y="1018"/>
                  </a:cubicBezTo>
                  <a:lnTo>
                    <a:pt x="4485" y="1018"/>
                  </a:lnTo>
                  <a:cubicBezTo>
                    <a:pt x="4462" y="1052"/>
                    <a:pt x="4451" y="1062"/>
                    <a:pt x="4444" y="1062"/>
                  </a:cubicBezTo>
                  <a:cubicBezTo>
                    <a:pt x="4441" y="1062"/>
                    <a:pt x="4438" y="1061"/>
                    <a:pt x="4436" y="1058"/>
                  </a:cubicBezTo>
                  <a:cubicBezTo>
                    <a:pt x="4434" y="1058"/>
                    <a:pt x="4432" y="1058"/>
                    <a:pt x="4429" y="1058"/>
                  </a:cubicBezTo>
                  <a:cubicBezTo>
                    <a:pt x="4422" y="1058"/>
                    <a:pt x="4412" y="1063"/>
                    <a:pt x="4387" y="1099"/>
                  </a:cubicBezTo>
                  <a:cubicBezTo>
                    <a:pt x="4355" y="1148"/>
                    <a:pt x="4347" y="1148"/>
                    <a:pt x="4347" y="1148"/>
                  </a:cubicBezTo>
                  <a:cubicBezTo>
                    <a:pt x="4339" y="1148"/>
                    <a:pt x="4379" y="1091"/>
                    <a:pt x="4412" y="1042"/>
                  </a:cubicBezTo>
                  <a:cubicBezTo>
                    <a:pt x="4430" y="1024"/>
                    <a:pt x="4435" y="1010"/>
                    <a:pt x="4428" y="1010"/>
                  </a:cubicBezTo>
                  <a:lnTo>
                    <a:pt x="4428" y="1010"/>
                  </a:lnTo>
                  <a:cubicBezTo>
                    <a:pt x="4420" y="1010"/>
                    <a:pt x="4395" y="1030"/>
                    <a:pt x="4355" y="1083"/>
                  </a:cubicBezTo>
                  <a:cubicBezTo>
                    <a:pt x="4318" y="1131"/>
                    <a:pt x="4300" y="1156"/>
                    <a:pt x="4299" y="1156"/>
                  </a:cubicBezTo>
                  <a:cubicBezTo>
                    <a:pt x="4298" y="1156"/>
                    <a:pt x="4314" y="1131"/>
                    <a:pt x="4347" y="1083"/>
                  </a:cubicBezTo>
                  <a:cubicBezTo>
                    <a:pt x="4376" y="1042"/>
                    <a:pt x="4400" y="1006"/>
                    <a:pt x="4398" y="1006"/>
                  </a:cubicBezTo>
                  <a:lnTo>
                    <a:pt x="4398" y="1006"/>
                  </a:lnTo>
                  <a:cubicBezTo>
                    <a:pt x="4396" y="1006"/>
                    <a:pt x="4391" y="1012"/>
                    <a:pt x="4379" y="1026"/>
                  </a:cubicBezTo>
                  <a:cubicBezTo>
                    <a:pt x="4379" y="1026"/>
                    <a:pt x="4378" y="1026"/>
                    <a:pt x="4377" y="1026"/>
                  </a:cubicBezTo>
                  <a:cubicBezTo>
                    <a:pt x="4372" y="1026"/>
                    <a:pt x="4358" y="1031"/>
                    <a:pt x="4339" y="1075"/>
                  </a:cubicBezTo>
                  <a:lnTo>
                    <a:pt x="4322" y="1058"/>
                  </a:lnTo>
                  <a:cubicBezTo>
                    <a:pt x="4330" y="1002"/>
                    <a:pt x="4322" y="994"/>
                    <a:pt x="4322" y="994"/>
                  </a:cubicBezTo>
                  <a:cubicBezTo>
                    <a:pt x="4307" y="1017"/>
                    <a:pt x="4299" y="1029"/>
                    <a:pt x="4296" y="1029"/>
                  </a:cubicBezTo>
                  <a:cubicBezTo>
                    <a:pt x="4294" y="1029"/>
                    <a:pt x="4298" y="1015"/>
                    <a:pt x="4306" y="985"/>
                  </a:cubicBezTo>
                  <a:cubicBezTo>
                    <a:pt x="4316" y="961"/>
                    <a:pt x="4321" y="948"/>
                    <a:pt x="4319" y="948"/>
                  </a:cubicBezTo>
                  <a:lnTo>
                    <a:pt x="4319" y="948"/>
                  </a:lnTo>
                  <a:cubicBezTo>
                    <a:pt x="4316" y="948"/>
                    <a:pt x="4302" y="973"/>
                    <a:pt x="4274" y="1034"/>
                  </a:cubicBezTo>
                  <a:cubicBezTo>
                    <a:pt x="4258" y="1058"/>
                    <a:pt x="4248" y="1070"/>
                    <a:pt x="4245" y="1070"/>
                  </a:cubicBezTo>
                  <a:cubicBezTo>
                    <a:pt x="4241" y="1070"/>
                    <a:pt x="4245" y="1055"/>
                    <a:pt x="4258" y="1026"/>
                  </a:cubicBezTo>
                  <a:cubicBezTo>
                    <a:pt x="4286" y="960"/>
                    <a:pt x="4295" y="932"/>
                    <a:pt x="4293" y="932"/>
                  </a:cubicBezTo>
                  <a:lnTo>
                    <a:pt x="4293" y="932"/>
                  </a:lnTo>
                  <a:cubicBezTo>
                    <a:pt x="4291" y="932"/>
                    <a:pt x="4284" y="946"/>
                    <a:pt x="4274" y="969"/>
                  </a:cubicBezTo>
                  <a:cubicBezTo>
                    <a:pt x="4249" y="1006"/>
                    <a:pt x="4239" y="1010"/>
                    <a:pt x="4235" y="1010"/>
                  </a:cubicBezTo>
                  <a:cubicBezTo>
                    <a:pt x="4234" y="1010"/>
                    <a:pt x="4233" y="1010"/>
                    <a:pt x="4233" y="1010"/>
                  </a:cubicBezTo>
                  <a:cubicBezTo>
                    <a:pt x="4258" y="961"/>
                    <a:pt x="4201" y="921"/>
                    <a:pt x="4144" y="896"/>
                  </a:cubicBezTo>
                  <a:cubicBezTo>
                    <a:pt x="4143" y="896"/>
                    <a:pt x="4143" y="896"/>
                    <a:pt x="4142" y="896"/>
                  </a:cubicBezTo>
                  <a:cubicBezTo>
                    <a:pt x="4132" y="896"/>
                    <a:pt x="4102" y="948"/>
                    <a:pt x="4079" y="994"/>
                  </a:cubicBezTo>
                  <a:cubicBezTo>
                    <a:pt x="4059" y="1042"/>
                    <a:pt x="4051" y="1059"/>
                    <a:pt x="4050" y="1059"/>
                  </a:cubicBezTo>
                  <a:cubicBezTo>
                    <a:pt x="4050" y="1059"/>
                    <a:pt x="4062" y="1026"/>
                    <a:pt x="4071" y="994"/>
                  </a:cubicBezTo>
                  <a:cubicBezTo>
                    <a:pt x="4108" y="907"/>
                    <a:pt x="4122" y="865"/>
                    <a:pt x="4119" y="865"/>
                  </a:cubicBezTo>
                  <a:lnTo>
                    <a:pt x="4119" y="865"/>
                  </a:lnTo>
                  <a:cubicBezTo>
                    <a:pt x="4115" y="865"/>
                    <a:pt x="4095" y="905"/>
                    <a:pt x="4063" y="985"/>
                  </a:cubicBezTo>
                  <a:cubicBezTo>
                    <a:pt x="4043" y="1042"/>
                    <a:pt x="4033" y="1071"/>
                    <a:pt x="4032" y="1071"/>
                  </a:cubicBezTo>
                  <a:cubicBezTo>
                    <a:pt x="4031" y="1071"/>
                    <a:pt x="4039" y="1042"/>
                    <a:pt x="4055" y="985"/>
                  </a:cubicBezTo>
                  <a:cubicBezTo>
                    <a:pt x="4063" y="956"/>
                    <a:pt x="4067" y="942"/>
                    <a:pt x="4065" y="942"/>
                  </a:cubicBezTo>
                  <a:lnTo>
                    <a:pt x="4065" y="942"/>
                  </a:lnTo>
                  <a:cubicBezTo>
                    <a:pt x="4062" y="942"/>
                    <a:pt x="4054" y="954"/>
                    <a:pt x="4039" y="977"/>
                  </a:cubicBezTo>
                  <a:cubicBezTo>
                    <a:pt x="4050" y="931"/>
                    <a:pt x="4062" y="889"/>
                    <a:pt x="4059" y="889"/>
                  </a:cubicBezTo>
                  <a:lnTo>
                    <a:pt x="4059" y="889"/>
                  </a:lnTo>
                  <a:cubicBezTo>
                    <a:pt x="4057" y="889"/>
                    <a:pt x="4054" y="896"/>
                    <a:pt x="4047" y="913"/>
                  </a:cubicBezTo>
                  <a:cubicBezTo>
                    <a:pt x="4047" y="913"/>
                    <a:pt x="4039" y="913"/>
                    <a:pt x="4055" y="848"/>
                  </a:cubicBezTo>
                  <a:cubicBezTo>
                    <a:pt x="4062" y="831"/>
                    <a:pt x="4064" y="824"/>
                    <a:pt x="4063" y="824"/>
                  </a:cubicBezTo>
                  <a:lnTo>
                    <a:pt x="4063" y="824"/>
                  </a:lnTo>
                  <a:cubicBezTo>
                    <a:pt x="4060" y="824"/>
                    <a:pt x="4037" y="862"/>
                    <a:pt x="4014" y="896"/>
                  </a:cubicBezTo>
                  <a:cubicBezTo>
                    <a:pt x="3983" y="944"/>
                    <a:pt x="3964" y="968"/>
                    <a:pt x="3960" y="968"/>
                  </a:cubicBezTo>
                  <a:cubicBezTo>
                    <a:pt x="3955" y="968"/>
                    <a:pt x="3965" y="942"/>
                    <a:pt x="3990" y="888"/>
                  </a:cubicBezTo>
                  <a:cubicBezTo>
                    <a:pt x="4014" y="843"/>
                    <a:pt x="4018" y="824"/>
                    <a:pt x="4010" y="824"/>
                  </a:cubicBezTo>
                  <a:lnTo>
                    <a:pt x="4010" y="824"/>
                  </a:lnTo>
                  <a:cubicBezTo>
                    <a:pt x="3998" y="824"/>
                    <a:pt x="3966" y="860"/>
                    <a:pt x="3933" y="921"/>
                  </a:cubicBezTo>
                  <a:cubicBezTo>
                    <a:pt x="3923" y="944"/>
                    <a:pt x="3915" y="963"/>
                    <a:pt x="3909" y="977"/>
                  </a:cubicBezTo>
                  <a:cubicBezTo>
                    <a:pt x="3933" y="921"/>
                    <a:pt x="3925" y="921"/>
                    <a:pt x="3925" y="921"/>
                  </a:cubicBezTo>
                  <a:cubicBezTo>
                    <a:pt x="3917" y="913"/>
                    <a:pt x="3909" y="913"/>
                    <a:pt x="3933" y="856"/>
                  </a:cubicBezTo>
                  <a:lnTo>
                    <a:pt x="3933" y="856"/>
                  </a:lnTo>
                  <a:cubicBezTo>
                    <a:pt x="3933" y="856"/>
                    <a:pt x="3925" y="856"/>
                    <a:pt x="3893" y="904"/>
                  </a:cubicBezTo>
                  <a:cubicBezTo>
                    <a:pt x="3871" y="938"/>
                    <a:pt x="3857" y="952"/>
                    <a:pt x="3850" y="952"/>
                  </a:cubicBezTo>
                  <a:cubicBezTo>
                    <a:pt x="3837" y="952"/>
                    <a:pt x="3850" y="898"/>
                    <a:pt x="3876" y="823"/>
                  </a:cubicBezTo>
                  <a:lnTo>
                    <a:pt x="3876" y="823"/>
                  </a:lnTo>
                  <a:lnTo>
                    <a:pt x="3836" y="872"/>
                  </a:lnTo>
                  <a:cubicBezTo>
                    <a:pt x="3807" y="940"/>
                    <a:pt x="3783" y="985"/>
                    <a:pt x="3780" y="985"/>
                  </a:cubicBezTo>
                  <a:cubicBezTo>
                    <a:pt x="3778" y="985"/>
                    <a:pt x="3784" y="966"/>
                    <a:pt x="3803" y="921"/>
                  </a:cubicBezTo>
                  <a:lnTo>
                    <a:pt x="3828" y="864"/>
                  </a:lnTo>
                  <a:lnTo>
                    <a:pt x="3828" y="864"/>
                  </a:lnTo>
                  <a:cubicBezTo>
                    <a:pt x="3808" y="904"/>
                    <a:pt x="3795" y="921"/>
                    <a:pt x="3788" y="921"/>
                  </a:cubicBezTo>
                  <a:cubicBezTo>
                    <a:pt x="3776" y="921"/>
                    <a:pt x="3786" y="867"/>
                    <a:pt x="3812" y="799"/>
                  </a:cubicBezTo>
                  <a:cubicBezTo>
                    <a:pt x="3836" y="742"/>
                    <a:pt x="3836" y="742"/>
                    <a:pt x="3828" y="734"/>
                  </a:cubicBezTo>
                  <a:lnTo>
                    <a:pt x="3828" y="734"/>
                  </a:lnTo>
                  <a:lnTo>
                    <a:pt x="3812" y="791"/>
                  </a:lnTo>
                  <a:cubicBezTo>
                    <a:pt x="3795" y="831"/>
                    <a:pt x="3779" y="864"/>
                    <a:pt x="3755" y="904"/>
                  </a:cubicBezTo>
                  <a:cubicBezTo>
                    <a:pt x="3747" y="896"/>
                    <a:pt x="3747" y="896"/>
                    <a:pt x="3763" y="840"/>
                  </a:cubicBezTo>
                  <a:cubicBezTo>
                    <a:pt x="3775" y="798"/>
                    <a:pt x="3787" y="753"/>
                    <a:pt x="3783" y="753"/>
                  </a:cubicBezTo>
                  <a:lnTo>
                    <a:pt x="3783" y="753"/>
                  </a:lnTo>
                  <a:cubicBezTo>
                    <a:pt x="3781" y="753"/>
                    <a:pt x="3778" y="759"/>
                    <a:pt x="3771" y="775"/>
                  </a:cubicBezTo>
                  <a:cubicBezTo>
                    <a:pt x="3771" y="775"/>
                    <a:pt x="3771" y="775"/>
                    <a:pt x="3779" y="718"/>
                  </a:cubicBezTo>
                  <a:lnTo>
                    <a:pt x="3755" y="702"/>
                  </a:lnTo>
                  <a:cubicBezTo>
                    <a:pt x="3744" y="728"/>
                    <a:pt x="3734" y="740"/>
                    <a:pt x="3729" y="740"/>
                  </a:cubicBezTo>
                  <a:cubicBezTo>
                    <a:pt x="3724" y="740"/>
                    <a:pt x="3726" y="724"/>
                    <a:pt x="3739" y="694"/>
                  </a:cubicBezTo>
                  <a:cubicBezTo>
                    <a:pt x="3739" y="694"/>
                    <a:pt x="3738" y="693"/>
                    <a:pt x="3736" y="693"/>
                  </a:cubicBezTo>
                  <a:cubicBezTo>
                    <a:pt x="3731" y="693"/>
                    <a:pt x="3715" y="698"/>
                    <a:pt x="3690" y="742"/>
                  </a:cubicBezTo>
                  <a:cubicBezTo>
                    <a:pt x="3682" y="734"/>
                    <a:pt x="3674" y="734"/>
                    <a:pt x="3690" y="677"/>
                  </a:cubicBezTo>
                  <a:lnTo>
                    <a:pt x="3690" y="677"/>
                  </a:lnTo>
                  <a:cubicBezTo>
                    <a:pt x="3666" y="726"/>
                    <a:pt x="3658" y="726"/>
                    <a:pt x="3649" y="726"/>
                  </a:cubicBezTo>
                  <a:lnTo>
                    <a:pt x="3641" y="718"/>
                  </a:lnTo>
                  <a:cubicBezTo>
                    <a:pt x="3617" y="775"/>
                    <a:pt x="3617" y="775"/>
                    <a:pt x="3609" y="775"/>
                  </a:cubicBezTo>
                  <a:cubicBezTo>
                    <a:pt x="3601" y="767"/>
                    <a:pt x="3609" y="702"/>
                    <a:pt x="3601" y="702"/>
                  </a:cubicBezTo>
                  <a:cubicBezTo>
                    <a:pt x="3594" y="699"/>
                    <a:pt x="3589" y="698"/>
                    <a:pt x="3585" y="698"/>
                  </a:cubicBezTo>
                  <a:cubicBezTo>
                    <a:pt x="3575" y="698"/>
                    <a:pt x="3572" y="709"/>
                    <a:pt x="3560" y="750"/>
                  </a:cubicBezTo>
                  <a:cubicBezTo>
                    <a:pt x="3552" y="742"/>
                    <a:pt x="3552" y="677"/>
                    <a:pt x="3528" y="669"/>
                  </a:cubicBezTo>
                  <a:cubicBezTo>
                    <a:pt x="3521" y="667"/>
                    <a:pt x="3516" y="665"/>
                    <a:pt x="3512" y="665"/>
                  </a:cubicBezTo>
                  <a:cubicBezTo>
                    <a:pt x="3502" y="665"/>
                    <a:pt x="3499" y="677"/>
                    <a:pt x="3487" y="718"/>
                  </a:cubicBezTo>
                  <a:cubicBezTo>
                    <a:pt x="3471" y="774"/>
                    <a:pt x="3461" y="802"/>
                    <a:pt x="3459" y="802"/>
                  </a:cubicBezTo>
                  <a:cubicBezTo>
                    <a:pt x="3457" y="802"/>
                    <a:pt x="3463" y="772"/>
                    <a:pt x="3479" y="710"/>
                  </a:cubicBezTo>
                  <a:cubicBezTo>
                    <a:pt x="3494" y="641"/>
                    <a:pt x="3497" y="611"/>
                    <a:pt x="3493" y="611"/>
                  </a:cubicBezTo>
                  <a:lnTo>
                    <a:pt x="3493" y="611"/>
                  </a:lnTo>
                  <a:cubicBezTo>
                    <a:pt x="3491" y="611"/>
                    <a:pt x="3485" y="623"/>
                    <a:pt x="3479" y="645"/>
                  </a:cubicBezTo>
                  <a:cubicBezTo>
                    <a:pt x="3447" y="702"/>
                    <a:pt x="3447" y="702"/>
                    <a:pt x="3439" y="702"/>
                  </a:cubicBezTo>
                  <a:cubicBezTo>
                    <a:pt x="3452" y="671"/>
                    <a:pt x="3455" y="655"/>
                    <a:pt x="3451" y="655"/>
                  </a:cubicBezTo>
                  <a:lnTo>
                    <a:pt x="3451" y="655"/>
                  </a:lnTo>
                  <a:cubicBezTo>
                    <a:pt x="3447" y="655"/>
                    <a:pt x="3437" y="667"/>
                    <a:pt x="3422" y="694"/>
                  </a:cubicBezTo>
                  <a:cubicBezTo>
                    <a:pt x="3414" y="686"/>
                    <a:pt x="3414" y="686"/>
                    <a:pt x="3431" y="629"/>
                  </a:cubicBezTo>
                  <a:lnTo>
                    <a:pt x="3422" y="629"/>
                  </a:lnTo>
                  <a:cubicBezTo>
                    <a:pt x="3401" y="668"/>
                    <a:pt x="3386" y="682"/>
                    <a:pt x="3375" y="682"/>
                  </a:cubicBezTo>
                  <a:cubicBezTo>
                    <a:pt x="3357" y="682"/>
                    <a:pt x="3352" y="640"/>
                    <a:pt x="3358" y="604"/>
                  </a:cubicBezTo>
                  <a:cubicBezTo>
                    <a:pt x="3358" y="604"/>
                    <a:pt x="3357" y="604"/>
                    <a:pt x="3356" y="604"/>
                  </a:cubicBezTo>
                  <a:cubicBezTo>
                    <a:pt x="3353" y="604"/>
                    <a:pt x="3344" y="609"/>
                    <a:pt x="3325" y="653"/>
                  </a:cubicBezTo>
                  <a:cubicBezTo>
                    <a:pt x="3306" y="708"/>
                    <a:pt x="3294" y="734"/>
                    <a:pt x="3290" y="734"/>
                  </a:cubicBezTo>
                  <a:cubicBezTo>
                    <a:pt x="3286" y="734"/>
                    <a:pt x="3292" y="704"/>
                    <a:pt x="3309" y="645"/>
                  </a:cubicBezTo>
                  <a:lnTo>
                    <a:pt x="3309" y="645"/>
                  </a:lnTo>
                  <a:cubicBezTo>
                    <a:pt x="3297" y="666"/>
                    <a:pt x="3285" y="677"/>
                    <a:pt x="3277" y="677"/>
                  </a:cubicBezTo>
                  <a:cubicBezTo>
                    <a:pt x="3263" y="677"/>
                    <a:pt x="3259" y="644"/>
                    <a:pt x="3285" y="572"/>
                  </a:cubicBezTo>
                  <a:lnTo>
                    <a:pt x="3325" y="458"/>
                  </a:lnTo>
                  <a:lnTo>
                    <a:pt x="3325" y="458"/>
                  </a:lnTo>
                  <a:cubicBezTo>
                    <a:pt x="3301" y="515"/>
                    <a:pt x="3293" y="515"/>
                    <a:pt x="3293" y="515"/>
                  </a:cubicBezTo>
                  <a:cubicBezTo>
                    <a:pt x="3280" y="559"/>
                    <a:pt x="3272" y="564"/>
                    <a:pt x="3258" y="564"/>
                  </a:cubicBezTo>
                  <a:cubicBezTo>
                    <a:pt x="3254" y="564"/>
                    <a:pt x="3249" y="564"/>
                    <a:pt x="3244" y="564"/>
                  </a:cubicBezTo>
                  <a:cubicBezTo>
                    <a:pt x="3243" y="563"/>
                    <a:pt x="3243" y="563"/>
                    <a:pt x="3241" y="563"/>
                  </a:cubicBezTo>
                  <a:cubicBezTo>
                    <a:pt x="3230" y="563"/>
                    <a:pt x="3193" y="597"/>
                    <a:pt x="3175" y="597"/>
                  </a:cubicBezTo>
                  <a:cubicBezTo>
                    <a:pt x="3174" y="597"/>
                    <a:pt x="3172" y="597"/>
                    <a:pt x="3171" y="596"/>
                  </a:cubicBezTo>
                  <a:cubicBezTo>
                    <a:pt x="3163" y="588"/>
                    <a:pt x="3139" y="580"/>
                    <a:pt x="3147" y="523"/>
                  </a:cubicBezTo>
                  <a:cubicBezTo>
                    <a:pt x="3145" y="523"/>
                    <a:pt x="3144" y="523"/>
                    <a:pt x="3142" y="523"/>
                  </a:cubicBezTo>
                  <a:cubicBezTo>
                    <a:pt x="3137" y="523"/>
                    <a:pt x="3131" y="528"/>
                    <a:pt x="3106" y="572"/>
                  </a:cubicBezTo>
                  <a:cubicBezTo>
                    <a:pt x="3095" y="598"/>
                    <a:pt x="3085" y="611"/>
                    <a:pt x="3080" y="611"/>
                  </a:cubicBezTo>
                  <a:cubicBezTo>
                    <a:pt x="3074" y="611"/>
                    <a:pt x="3073" y="594"/>
                    <a:pt x="3082" y="564"/>
                  </a:cubicBezTo>
                  <a:lnTo>
                    <a:pt x="3074" y="564"/>
                  </a:lnTo>
                  <a:cubicBezTo>
                    <a:pt x="3049" y="613"/>
                    <a:pt x="3041" y="613"/>
                    <a:pt x="3041" y="613"/>
                  </a:cubicBezTo>
                  <a:cubicBezTo>
                    <a:pt x="3053" y="571"/>
                    <a:pt x="3061" y="526"/>
                    <a:pt x="3055" y="526"/>
                  </a:cubicBezTo>
                  <a:lnTo>
                    <a:pt x="3055" y="526"/>
                  </a:lnTo>
                  <a:cubicBezTo>
                    <a:pt x="3052" y="526"/>
                    <a:pt x="3048" y="532"/>
                    <a:pt x="3041" y="548"/>
                  </a:cubicBezTo>
                  <a:cubicBezTo>
                    <a:pt x="3030" y="589"/>
                    <a:pt x="3022" y="600"/>
                    <a:pt x="3016" y="600"/>
                  </a:cubicBezTo>
                  <a:cubicBezTo>
                    <a:pt x="3013" y="600"/>
                    <a:pt x="3011" y="599"/>
                    <a:pt x="3009" y="596"/>
                  </a:cubicBezTo>
                  <a:cubicBezTo>
                    <a:pt x="3009" y="554"/>
                    <a:pt x="2879" y="503"/>
                    <a:pt x="2805" y="503"/>
                  </a:cubicBezTo>
                  <a:cubicBezTo>
                    <a:pt x="2780" y="503"/>
                    <a:pt x="2762" y="509"/>
                    <a:pt x="2758" y="523"/>
                  </a:cubicBezTo>
                  <a:lnTo>
                    <a:pt x="2741" y="515"/>
                  </a:lnTo>
                  <a:lnTo>
                    <a:pt x="2717" y="507"/>
                  </a:lnTo>
                  <a:cubicBezTo>
                    <a:pt x="2728" y="456"/>
                    <a:pt x="2724" y="438"/>
                    <a:pt x="2714" y="438"/>
                  </a:cubicBezTo>
                  <a:cubicBezTo>
                    <a:pt x="2701" y="438"/>
                    <a:pt x="2678" y="464"/>
                    <a:pt x="2660" y="491"/>
                  </a:cubicBezTo>
                  <a:cubicBezTo>
                    <a:pt x="2644" y="548"/>
                    <a:pt x="2636" y="548"/>
                    <a:pt x="2628" y="548"/>
                  </a:cubicBezTo>
                  <a:cubicBezTo>
                    <a:pt x="2642" y="475"/>
                    <a:pt x="2640" y="446"/>
                    <a:pt x="2630" y="446"/>
                  </a:cubicBezTo>
                  <a:lnTo>
                    <a:pt x="2630" y="446"/>
                  </a:lnTo>
                  <a:cubicBezTo>
                    <a:pt x="2623" y="446"/>
                    <a:pt x="2613" y="460"/>
                    <a:pt x="2604" y="483"/>
                  </a:cubicBezTo>
                  <a:cubicBezTo>
                    <a:pt x="2588" y="539"/>
                    <a:pt x="2578" y="567"/>
                    <a:pt x="2574" y="567"/>
                  </a:cubicBezTo>
                  <a:cubicBezTo>
                    <a:pt x="2571" y="567"/>
                    <a:pt x="2575" y="537"/>
                    <a:pt x="2587" y="475"/>
                  </a:cubicBezTo>
                  <a:cubicBezTo>
                    <a:pt x="2599" y="422"/>
                    <a:pt x="2603" y="392"/>
                    <a:pt x="2599" y="392"/>
                  </a:cubicBezTo>
                  <a:lnTo>
                    <a:pt x="2599" y="392"/>
                  </a:lnTo>
                  <a:cubicBezTo>
                    <a:pt x="2594" y="392"/>
                    <a:pt x="2577" y="432"/>
                    <a:pt x="2547" y="523"/>
                  </a:cubicBezTo>
                  <a:cubicBezTo>
                    <a:pt x="2539" y="552"/>
                    <a:pt x="2535" y="566"/>
                    <a:pt x="2534" y="566"/>
                  </a:cubicBezTo>
                  <a:cubicBezTo>
                    <a:pt x="2533" y="566"/>
                    <a:pt x="2535" y="552"/>
                    <a:pt x="2539" y="523"/>
                  </a:cubicBezTo>
                  <a:cubicBezTo>
                    <a:pt x="2548" y="451"/>
                    <a:pt x="2549" y="422"/>
                    <a:pt x="2545" y="422"/>
                  </a:cubicBezTo>
                  <a:lnTo>
                    <a:pt x="2545" y="422"/>
                  </a:lnTo>
                  <a:cubicBezTo>
                    <a:pt x="2542" y="422"/>
                    <a:pt x="2537" y="435"/>
                    <a:pt x="2531" y="458"/>
                  </a:cubicBezTo>
                  <a:cubicBezTo>
                    <a:pt x="2519" y="518"/>
                    <a:pt x="2511" y="547"/>
                    <a:pt x="2507" y="547"/>
                  </a:cubicBezTo>
                  <a:cubicBezTo>
                    <a:pt x="2504" y="547"/>
                    <a:pt x="2506" y="516"/>
                    <a:pt x="2514" y="458"/>
                  </a:cubicBezTo>
                  <a:cubicBezTo>
                    <a:pt x="2518" y="397"/>
                    <a:pt x="2521" y="366"/>
                    <a:pt x="2517" y="366"/>
                  </a:cubicBezTo>
                  <a:lnTo>
                    <a:pt x="2517" y="366"/>
                  </a:lnTo>
                  <a:cubicBezTo>
                    <a:pt x="2514" y="366"/>
                    <a:pt x="2506" y="395"/>
                    <a:pt x="2490" y="450"/>
                  </a:cubicBezTo>
                  <a:cubicBezTo>
                    <a:pt x="2474" y="505"/>
                    <a:pt x="2461" y="532"/>
                    <a:pt x="2452" y="532"/>
                  </a:cubicBezTo>
                  <a:cubicBezTo>
                    <a:pt x="2444" y="532"/>
                    <a:pt x="2441" y="501"/>
                    <a:pt x="2449" y="442"/>
                  </a:cubicBezTo>
                  <a:cubicBezTo>
                    <a:pt x="2444" y="437"/>
                    <a:pt x="2442" y="409"/>
                    <a:pt x="2439" y="409"/>
                  </a:cubicBezTo>
                  <a:cubicBezTo>
                    <a:pt x="2438" y="409"/>
                    <a:pt x="2436" y="416"/>
                    <a:pt x="2433" y="434"/>
                  </a:cubicBezTo>
                  <a:lnTo>
                    <a:pt x="2433" y="377"/>
                  </a:lnTo>
                  <a:lnTo>
                    <a:pt x="2425" y="369"/>
                  </a:lnTo>
                  <a:lnTo>
                    <a:pt x="2409" y="426"/>
                  </a:lnTo>
                  <a:cubicBezTo>
                    <a:pt x="2409" y="426"/>
                    <a:pt x="2377" y="361"/>
                    <a:pt x="2320" y="345"/>
                  </a:cubicBezTo>
                  <a:cubicBezTo>
                    <a:pt x="2292" y="339"/>
                    <a:pt x="2272" y="336"/>
                    <a:pt x="2259" y="336"/>
                  </a:cubicBezTo>
                  <a:cubicBezTo>
                    <a:pt x="2233" y="336"/>
                    <a:pt x="2228" y="349"/>
                    <a:pt x="2222" y="386"/>
                  </a:cubicBezTo>
                  <a:cubicBezTo>
                    <a:pt x="2218" y="446"/>
                    <a:pt x="2212" y="477"/>
                    <a:pt x="2209" y="477"/>
                  </a:cubicBezTo>
                  <a:cubicBezTo>
                    <a:pt x="2206" y="477"/>
                    <a:pt x="2206" y="446"/>
                    <a:pt x="2214" y="386"/>
                  </a:cubicBezTo>
                  <a:cubicBezTo>
                    <a:pt x="2206" y="386"/>
                    <a:pt x="2198" y="321"/>
                    <a:pt x="2182" y="321"/>
                  </a:cubicBezTo>
                  <a:cubicBezTo>
                    <a:pt x="2166" y="313"/>
                    <a:pt x="2158" y="313"/>
                    <a:pt x="2166" y="256"/>
                  </a:cubicBezTo>
                  <a:lnTo>
                    <a:pt x="2158" y="248"/>
                  </a:lnTo>
                  <a:cubicBezTo>
                    <a:pt x="2140" y="315"/>
                    <a:pt x="2119" y="343"/>
                    <a:pt x="2102" y="343"/>
                  </a:cubicBezTo>
                  <a:cubicBezTo>
                    <a:pt x="2088" y="343"/>
                    <a:pt x="2076" y="325"/>
                    <a:pt x="2068" y="296"/>
                  </a:cubicBezTo>
                  <a:cubicBezTo>
                    <a:pt x="2065" y="296"/>
                    <a:pt x="2062" y="296"/>
                    <a:pt x="2059" y="296"/>
                  </a:cubicBezTo>
                  <a:cubicBezTo>
                    <a:pt x="2048" y="296"/>
                    <a:pt x="2039" y="301"/>
                    <a:pt x="2020" y="345"/>
                  </a:cubicBezTo>
                  <a:cubicBezTo>
                    <a:pt x="2012" y="373"/>
                    <a:pt x="2008" y="388"/>
                    <a:pt x="2006" y="388"/>
                  </a:cubicBezTo>
                  <a:cubicBezTo>
                    <a:pt x="2004" y="388"/>
                    <a:pt x="2004" y="373"/>
                    <a:pt x="2004" y="345"/>
                  </a:cubicBezTo>
                  <a:cubicBezTo>
                    <a:pt x="2008" y="307"/>
                    <a:pt x="1996" y="268"/>
                    <a:pt x="1982" y="268"/>
                  </a:cubicBezTo>
                  <a:cubicBezTo>
                    <a:pt x="1972" y="268"/>
                    <a:pt x="1962" y="287"/>
                    <a:pt x="1955" y="337"/>
                  </a:cubicBezTo>
                  <a:lnTo>
                    <a:pt x="1955" y="272"/>
                  </a:lnTo>
                  <a:cubicBezTo>
                    <a:pt x="1955" y="255"/>
                    <a:pt x="1954" y="249"/>
                    <a:pt x="1952" y="249"/>
                  </a:cubicBezTo>
                  <a:cubicBezTo>
                    <a:pt x="1947" y="249"/>
                    <a:pt x="1939" y="289"/>
                    <a:pt x="1939" y="329"/>
                  </a:cubicBezTo>
                  <a:cubicBezTo>
                    <a:pt x="1931" y="384"/>
                    <a:pt x="1926" y="414"/>
                    <a:pt x="1923" y="414"/>
                  </a:cubicBezTo>
                  <a:cubicBezTo>
                    <a:pt x="1920" y="414"/>
                    <a:pt x="1922" y="370"/>
                    <a:pt x="1931" y="272"/>
                  </a:cubicBezTo>
                  <a:cubicBezTo>
                    <a:pt x="1935" y="200"/>
                    <a:pt x="1935" y="170"/>
                    <a:pt x="1931" y="170"/>
                  </a:cubicBezTo>
                  <a:lnTo>
                    <a:pt x="1931" y="170"/>
                  </a:lnTo>
                  <a:cubicBezTo>
                    <a:pt x="1929" y="170"/>
                    <a:pt x="1926" y="184"/>
                    <a:pt x="1922" y="207"/>
                  </a:cubicBezTo>
                  <a:cubicBezTo>
                    <a:pt x="1917" y="247"/>
                    <a:pt x="1907" y="287"/>
                    <a:pt x="1902" y="287"/>
                  </a:cubicBezTo>
                  <a:cubicBezTo>
                    <a:pt x="1900" y="287"/>
                    <a:pt x="1898" y="281"/>
                    <a:pt x="1898" y="264"/>
                  </a:cubicBezTo>
                  <a:cubicBezTo>
                    <a:pt x="1890" y="264"/>
                    <a:pt x="1882" y="264"/>
                    <a:pt x="1874" y="377"/>
                  </a:cubicBezTo>
                  <a:cubicBezTo>
                    <a:pt x="1866" y="442"/>
                    <a:pt x="1858" y="442"/>
                    <a:pt x="1850" y="442"/>
                  </a:cubicBezTo>
                  <a:cubicBezTo>
                    <a:pt x="1850" y="402"/>
                    <a:pt x="1858" y="361"/>
                    <a:pt x="1866" y="321"/>
                  </a:cubicBezTo>
                  <a:lnTo>
                    <a:pt x="1858" y="321"/>
                  </a:lnTo>
                  <a:cubicBezTo>
                    <a:pt x="1841" y="280"/>
                    <a:pt x="1841" y="240"/>
                    <a:pt x="1841" y="199"/>
                  </a:cubicBezTo>
                  <a:cubicBezTo>
                    <a:pt x="1841" y="172"/>
                    <a:pt x="1840" y="156"/>
                    <a:pt x="1838" y="1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2"/>
            <p:cNvSpPr/>
            <p:nvPr/>
          </p:nvSpPr>
          <p:spPr>
            <a:xfrm>
              <a:off x="7299878" y="1485088"/>
              <a:ext cx="36630" cy="41766"/>
            </a:xfrm>
            <a:custGeom>
              <a:avLst/>
              <a:gdLst/>
              <a:ahLst/>
              <a:cxnLst/>
              <a:rect l="l" t="t" r="r" b="b"/>
              <a:pathLst>
                <a:path w="2125" h="2423" extrusionOk="0">
                  <a:moveTo>
                    <a:pt x="1261" y="1"/>
                  </a:moveTo>
                  <a:cubicBezTo>
                    <a:pt x="960" y="1"/>
                    <a:pt x="678" y="181"/>
                    <a:pt x="560" y="484"/>
                  </a:cubicBezTo>
                  <a:lnTo>
                    <a:pt x="195" y="1376"/>
                  </a:lnTo>
                  <a:cubicBezTo>
                    <a:pt x="1" y="1879"/>
                    <a:pt x="365" y="2422"/>
                    <a:pt x="901" y="2422"/>
                  </a:cubicBezTo>
                  <a:cubicBezTo>
                    <a:pt x="1217" y="2422"/>
                    <a:pt x="1492" y="2236"/>
                    <a:pt x="1614" y="1944"/>
                  </a:cubicBezTo>
                  <a:lnTo>
                    <a:pt x="1971" y="1044"/>
                  </a:lnTo>
                  <a:cubicBezTo>
                    <a:pt x="2125" y="655"/>
                    <a:pt x="1938" y="209"/>
                    <a:pt x="1541" y="55"/>
                  </a:cubicBezTo>
                  <a:cubicBezTo>
                    <a:pt x="1449" y="18"/>
                    <a:pt x="1354" y="1"/>
                    <a:pt x="1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2"/>
            <p:cNvSpPr/>
            <p:nvPr/>
          </p:nvSpPr>
          <p:spPr>
            <a:xfrm>
              <a:off x="7429711" y="1525648"/>
              <a:ext cx="36630" cy="41732"/>
            </a:xfrm>
            <a:custGeom>
              <a:avLst/>
              <a:gdLst/>
              <a:ahLst/>
              <a:cxnLst/>
              <a:rect l="l" t="t" r="r" b="b"/>
              <a:pathLst>
                <a:path w="2125" h="2421" extrusionOk="0">
                  <a:moveTo>
                    <a:pt x="1265" y="0"/>
                  </a:moveTo>
                  <a:cubicBezTo>
                    <a:pt x="963" y="0"/>
                    <a:pt x="676" y="184"/>
                    <a:pt x="552" y="483"/>
                  </a:cubicBezTo>
                  <a:lnTo>
                    <a:pt x="195" y="1383"/>
                  </a:lnTo>
                  <a:cubicBezTo>
                    <a:pt x="1" y="1877"/>
                    <a:pt x="366" y="2420"/>
                    <a:pt x="901" y="2420"/>
                  </a:cubicBezTo>
                  <a:cubicBezTo>
                    <a:pt x="1217" y="2420"/>
                    <a:pt x="1493" y="2234"/>
                    <a:pt x="1614" y="1942"/>
                  </a:cubicBezTo>
                  <a:lnTo>
                    <a:pt x="1971" y="1042"/>
                  </a:lnTo>
                  <a:cubicBezTo>
                    <a:pt x="2125" y="653"/>
                    <a:pt x="1938" y="215"/>
                    <a:pt x="1541" y="53"/>
                  </a:cubicBezTo>
                  <a:cubicBezTo>
                    <a:pt x="1451" y="17"/>
                    <a:pt x="1357" y="0"/>
                    <a:pt x="1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2"/>
            <p:cNvSpPr/>
            <p:nvPr/>
          </p:nvSpPr>
          <p:spPr>
            <a:xfrm>
              <a:off x="7307566" y="1499447"/>
              <a:ext cx="81689" cy="110975"/>
            </a:xfrm>
            <a:custGeom>
              <a:avLst/>
              <a:gdLst/>
              <a:ahLst/>
              <a:cxnLst/>
              <a:rect l="l" t="t" r="r" b="b"/>
              <a:pathLst>
                <a:path w="4739" h="6438" extrusionOk="0">
                  <a:moveTo>
                    <a:pt x="3527" y="0"/>
                  </a:moveTo>
                  <a:lnTo>
                    <a:pt x="3527" y="8"/>
                  </a:lnTo>
                  <a:cubicBezTo>
                    <a:pt x="3519" y="16"/>
                    <a:pt x="3568" y="49"/>
                    <a:pt x="3625" y="81"/>
                  </a:cubicBezTo>
                  <a:lnTo>
                    <a:pt x="3633" y="65"/>
                  </a:lnTo>
                  <a:cubicBezTo>
                    <a:pt x="3600" y="41"/>
                    <a:pt x="3568" y="24"/>
                    <a:pt x="3527" y="0"/>
                  </a:cubicBezTo>
                  <a:close/>
                  <a:moveTo>
                    <a:pt x="4298" y="470"/>
                  </a:moveTo>
                  <a:lnTo>
                    <a:pt x="4354" y="486"/>
                  </a:lnTo>
                  <a:cubicBezTo>
                    <a:pt x="4403" y="519"/>
                    <a:pt x="4403" y="527"/>
                    <a:pt x="4395" y="535"/>
                  </a:cubicBezTo>
                  <a:cubicBezTo>
                    <a:pt x="4392" y="538"/>
                    <a:pt x="4390" y="540"/>
                    <a:pt x="4387" y="540"/>
                  </a:cubicBezTo>
                  <a:cubicBezTo>
                    <a:pt x="4380" y="540"/>
                    <a:pt x="4369" y="534"/>
                    <a:pt x="4338" y="519"/>
                  </a:cubicBezTo>
                  <a:cubicBezTo>
                    <a:pt x="4338" y="519"/>
                    <a:pt x="4290" y="478"/>
                    <a:pt x="4298" y="470"/>
                  </a:cubicBezTo>
                  <a:close/>
                  <a:moveTo>
                    <a:pt x="4119" y="533"/>
                  </a:moveTo>
                  <a:cubicBezTo>
                    <a:pt x="4139" y="533"/>
                    <a:pt x="4186" y="549"/>
                    <a:pt x="4233" y="576"/>
                  </a:cubicBezTo>
                  <a:cubicBezTo>
                    <a:pt x="4338" y="624"/>
                    <a:pt x="4338" y="624"/>
                    <a:pt x="4330" y="649"/>
                  </a:cubicBezTo>
                  <a:cubicBezTo>
                    <a:pt x="4326" y="652"/>
                    <a:pt x="4323" y="656"/>
                    <a:pt x="4316" y="656"/>
                  </a:cubicBezTo>
                  <a:cubicBezTo>
                    <a:pt x="4307" y="656"/>
                    <a:pt x="4292" y="650"/>
                    <a:pt x="4265" y="632"/>
                  </a:cubicBezTo>
                  <a:lnTo>
                    <a:pt x="4273" y="624"/>
                  </a:lnTo>
                  <a:cubicBezTo>
                    <a:pt x="4286" y="633"/>
                    <a:pt x="4292" y="636"/>
                    <a:pt x="4293" y="636"/>
                  </a:cubicBezTo>
                  <a:cubicBezTo>
                    <a:pt x="4296" y="636"/>
                    <a:pt x="4258" y="610"/>
                    <a:pt x="4217" y="592"/>
                  </a:cubicBezTo>
                  <a:lnTo>
                    <a:pt x="4111" y="535"/>
                  </a:lnTo>
                  <a:cubicBezTo>
                    <a:pt x="4113" y="534"/>
                    <a:pt x="4115" y="533"/>
                    <a:pt x="4119" y="533"/>
                  </a:cubicBezTo>
                  <a:close/>
                  <a:moveTo>
                    <a:pt x="4517" y="795"/>
                  </a:moveTo>
                  <a:lnTo>
                    <a:pt x="4508" y="803"/>
                  </a:lnTo>
                  <a:cubicBezTo>
                    <a:pt x="4541" y="824"/>
                    <a:pt x="4552" y="832"/>
                    <a:pt x="4558" y="832"/>
                  </a:cubicBezTo>
                  <a:cubicBezTo>
                    <a:pt x="4561" y="832"/>
                    <a:pt x="4563" y="830"/>
                    <a:pt x="4565" y="827"/>
                  </a:cubicBezTo>
                  <a:lnTo>
                    <a:pt x="4573" y="819"/>
                  </a:lnTo>
                  <a:lnTo>
                    <a:pt x="4517" y="795"/>
                  </a:lnTo>
                  <a:close/>
                  <a:moveTo>
                    <a:pt x="3586" y="1016"/>
                  </a:moveTo>
                  <a:cubicBezTo>
                    <a:pt x="3575" y="1016"/>
                    <a:pt x="3569" y="1025"/>
                    <a:pt x="3560" y="1038"/>
                  </a:cubicBezTo>
                  <a:cubicBezTo>
                    <a:pt x="3552" y="1046"/>
                    <a:pt x="3600" y="1086"/>
                    <a:pt x="3600" y="1086"/>
                  </a:cubicBezTo>
                  <a:cubicBezTo>
                    <a:pt x="3627" y="1104"/>
                    <a:pt x="3642" y="1110"/>
                    <a:pt x="3651" y="1110"/>
                  </a:cubicBezTo>
                  <a:cubicBezTo>
                    <a:pt x="3658" y="1110"/>
                    <a:pt x="3662" y="1106"/>
                    <a:pt x="3665" y="1103"/>
                  </a:cubicBezTo>
                  <a:cubicBezTo>
                    <a:pt x="3673" y="1105"/>
                    <a:pt x="3679" y="1106"/>
                    <a:pt x="3683" y="1106"/>
                  </a:cubicBezTo>
                  <a:cubicBezTo>
                    <a:pt x="3711" y="1106"/>
                    <a:pt x="3675" y="1066"/>
                    <a:pt x="3633" y="1038"/>
                  </a:cubicBezTo>
                  <a:cubicBezTo>
                    <a:pt x="3610" y="1023"/>
                    <a:pt x="3596" y="1016"/>
                    <a:pt x="3586" y="1016"/>
                  </a:cubicBezTo>
                  <a:close/>
                  <a:moveTo>
                    <a:pt x="3722" y="1013"/>
                  </a:moveTo>
                  <a:cubicBezTo>
                    <a:pt x="3771" y="1046"/>
                    <a:pt x="3811" y="1103"/>
                    <a:pt x="3803" y="1111"/>
                  </a:cubicBezTo>
                  <a:cubicBezTo>
                    <a:pt x="3802" y="1112"/>
                    <a:pt x="3801" y="1112"/>
                    <a:pt x="3799" y="1112"/>
                  </a:cubicBezTo>
                  <a:cubicBezTo>
                    <a:pt x="3785" y="1112"/>
                    <a:pt x="3742" y="1081"/>
                    <a:pt x="3706" y="1038"/>
                  </a:cubicBezTo>
                  <a:lnTo>
                    <a:pt x="3722" y="1013"/>
                  </a:lnTo>
                  <a:close/>
                  <a:moveTo>
                    <a:pt x="3422" y="1524"/>
                  </a:moveTo>
                  <a:lnTo>
                    <a:pt x="3503" y="1613"/>
                  </a:lnTo>
                  <a:cubicBezTo>
                    <a:pt x="3578" y="1684"/>
                    <a:pt x="3610" y="1713"/>
                    <a:pt x="3604" y="1713"/>
                  </a:cubicBezTo>
                  <a:cubicBezTo>
                    <a:pt x="3600" y="1713"/>
                    <a:pt x="3577" y="1698"/>
                    <a:pt x="3536" y="1670"/>
                  </a:cubicBezTo>
                  <a:cubicBezTo>
                    <a:pt x="3487" y="1638"/>
                    <a:pt x="3438" y="1597"/>
                    <a:pt x="3406" y="1549"/>
                  </a:cubicBezTo>
                  <a:lnTo>
                    <a:pt x="3422" y="1524"/>
                  </a:lnTo>
                  <a:close/>
                  <a:moveTo>
                    <a:pt x="3633" y="1646"/>
                  </a:moveTo>
                  <a:lnTo>
                    <a:pt x="3681" y="1670"/>
                  </a:lnTo>
                  <a:cubicBezTo>
                    <a:pt x="3730" y="1711"/>
                    <a:pt x="3730" y="1719"/>
                    <a:pt x="3722" y="1727"/>
                  </a:cubicBezTo>
                  <a:lnTo>
                    <a:pt x="3673" y="1695"/>
                  </a:lnTo>
                  <a:lnTo>
                    <a:pt x="3633" y="1646"/>
                  </a:lnTo>
                  <a:close/>
                  <a:moveTo>
                    <a:pt x="1798" y="1623"/>
                  </a:moveTo>
                  <a:cubicBezTo>
                    <a:pt x="1790" y="1623"/>
                    <a:pt x="1806" y="1647"/>
                    <a:pt x="1857" y="1703"/>
                  </a:cubicBezTo>
                  <a:cubicBezTo>
                    <a:pt x="1891" y="1731"/>
                    <a:pt x="1901" y="1739"/>
                    <a:pt x="1907" y="1739"/>
                  </a:cubicBezTo>
                  <a:cubicBezTo>
                    <a:pt x="1910" y="1739"/>
                    <a:pt x="1911" y="1738"/>
                    <a:pt x="1914" y="1735"/>
                  </a:cubicBezTo>
                  <a:cubicBezTo>
                    <a:pt x="1890" y="1703"/>
                    <a:pt x="1857" y="1670"/>
                    <a:pt x="1833" y="1646"/>
                  </a:cubicBezTo>
                  <a:cubicBezTo>
                    <a:pt x="1815" y="1631"/>
                    <a:pt x="1802" y="1623"/>
                    <a:pt x="1798" y="1623"/>
                  </a:cubicBezTo>
                  <a:close/>
                  <a:moveTo>
                    <a:pt x="3244" y="1849"/>
                  </a:moveTo>
                  <a:cubicBezTo>
                    <a:pt x="3276" y="1873"/>
                    <a:pt x="3300" y="1897"/>
                    <a:pt x="3325" y="1930"/>
                  </a:cubicBezTo>
                  <a:lnTo>
                    <a:pt x="3325" y="1938"/>
                  </a:lnTo>
                  <a:cubicBezTo>
                    <a:pt x="3276" y="1905"/>
                    <a:pt x="3227" y="1865"/>
                    <a:pt x="3236" y="1857"/>
                  </a:cubicBezTo>
                  <a:lnTo>
                    <a:pt x="3244" y="1849"/>
                  </a:lnTo>
                  <a:close/>
                  <a:moveTo>
                    <a:pt x="2977" y="1938"/>
                  </a:moveTo>
                  <a:cubicBezTo>
                    <a:pt x="2980" y="1938"/>
                    <a:pt x="2986" y="1942"/>
                    <a:pt x="3000" y="1954"/>
                  </a:cubicBezTo>
                  <a:lnTo>
                    <a:pt x="3000" y="1946"/>
                  </a:lnTo>
                  <a:cubicBezTo>
                    <a:pt x="3001" y="1945"/>
                    <a:pt x="3002" y="1945"/>
                    <a:pt x="3002" y="1945"/>
                  </a:cubicBezTo>
                  <a:cubicBezTo>
                    <a:pt x="3013" y="1945"/>
                    <a:pt x="3040" y="1995"/>
                    <a:pt x="3033" y="2003"/>
                  </a:cubicBezTo>
                  <a:lnTo>
                    <a:pt x="2984" y="1970"/>
                  </a:lnTo>
                  <a:cubicBezTo>
                    <a:pt x="2990" y="1964"/>
                    <a:pt x="2971" y="1938"/>
                    <a:pt x="2977" y="1938"/>
                  </a:cubicBezTo>
                  <a:close/>
                  <a:moveTo>
                    <a:pt x="3441" y="1880"/>
                  </a:moveTo>
                  <a:cubicBezTo>
                    <a:pt x="3452" y="1880"/>
                    <a:pt x="3493" y="1927"/>
                    <a:pt x="3576" y="2003"/>
                  </a:cubicBezTo>
                  <a:cubicBezTo>
                    <a:pt x="3591" y="2028"/>
                    <a:pt x="3599" y="2043"/>
                    <a:pt x="3595" y="2043"/>
                  </a:cubicBezTo>
                  <a:cubicBezTo>
                    <a:pt x="3590" y="2043"/>
                    <a:pt x="3568" y="2022"/>
                    <a:pt x="3519" y="1978"/>
                  </a:cubicBezTo>
                  <a:lnTo>
                    <a:pt x="3438" y="1881"/>
                  </a:lnTo>
                  <a:cubicBezTo>
                    <a:pt x="3439" y="1880"/>
                    <a:pt x="3440" y="1880"/>
                    <a:pt x="3441" y="1880"/>
                  </a:cubicBezTo>
                  <a:close/>
                  <a:moveTo>
                    <a:pt x="3511" y="2262"/>
                  </a:moveTo>
                  <a:lnTo>
                    <a:pt x="3535" y="2282"/>
                  </a:lnTo>
                  <a:lnTo>
                    <a:pt x="3535" y="2282"/>
                  </a:lnTo>
                  <a:cubicBezTo>
                    <a:pt x="3531" y="2278"/>
                    <a:pt x="3524" y="2272"/>
                    <a:pt x="3511" y="2262"/>
                  </a:cubicBezTo>
                  <a:close/>
                  <a:moveTo>
                    <a:pt x="3535" y="2282"/>
                  </a:moveTo>
                  <a:cubicBezTo>
                    <a:pt x="3542" y="2289"/>
                    <a:pt x="3545" y="2293"/>
                    <a:pt x="3560" y="2303"/>
                  </a:cubicBezTo>
                  <a:lnTo>
                    <a:pt x="3535" y="2282"/>
                  </a:lnTo>
                  <a:close/>
                  <a:moveTo>
                    <a:pt x="3171" y="2205"/>
                  </a:moveTo>
                  <a:cubicBezTo>
                    <a:pt x="3219" y="2246"/>
                    <a:pt x="3268" y="2278"/>
                    <a:pt x="3260" y="2286"/>
                  </a:cubicBezTo>
                  <a:cubicBezTo>
                    <a:pt x="3274" y="2303"/>
                    <a:pt x="3276" y="2311"/>
                    <a:pt x="3270" y="2311"/>
                  </a:cubicBezTo>
                  <a:cubicBezTo>
                    <a:pt x="3259" y="2311"/>
                    <a:pt x="3216" y="2280"/>
                    <a:pt x="3163" y="2222"/>
                  </a:cubicBezTo>
                  <a:lnTo>
                    <a:pt x="3171" y="2205"/>
                  </a:lnTo>
                  <a:close/>
                  <a:moveTo>
                    <a:pt x="3146" y="2335"/>
                  </a:moveTo>
                  <a:lnTo>
                    <a:pt x="3203" y="2359"/>
                  </a:lnTo>
                  <a:lnTo>
                    <a:pt x="3195" y="2367"/>
                  </a:lnTo>
                  <a:cubicBezTo>
                    <a:pt x="3192" y="2370"/>
                    <a:pt x="3190" y="2372"/>
                    <a:pt x="3187" y="2372"/>
                  </a:cubicBezTo>
                  <a:cubicBezTo>
                    <a:pt x="3181" y="2372"/>
                    <a:pt x="3171" y="2365"/>
                    <a:pt x="3138" y="2343"/>
                  </a:cubicBezTo>
                  <a:lnTo>
                    <a:pt x="3146" y="2335"/>
                  </a:lnTo>
                  <a:close/>
                  <a:moveTo>
                    <a:pt x="2828" y="2333"/>
                  </a:moveTo>
                  <a:cubicBezTo>
                    <a:pt x="2843" y="2333"/>
                    <a:pt x="2879" y="2351"/>
                    <a:pt x="2879" y="2351"/>
                  </a:cubicBezTo>
                  <a:lnTo>
                    <a:pt x="2887" y="2351"/>
                  </a:lnTo>
                  <a:cubicBezTo>
                    <a:pt x="2927" y="2392"/>
                    <a:pt x="2919" y="2400"/>
                    <a:pt x="2919" y="2400"/>
                  </a:cubicBezTo>
                  <a:cubicBezTo>
                    <a:pt x="2916" y="2403"/>
                    <a:pt x="2913" y="2407"/>
                    <a:pt x="2907" y="2407"/>
                  </a:cubicBezTo>
                  <a:cubicBezTo>
                    <a:pt x="2899" y="2407"/>
                    <a:pt x="2887" y="2400"/>
                    <a:pt x="2863" y="2376"/>
                  </a:cubicBezTo>
                  <a:cubicBezTo>
                    <a:pt x="2863" y="2376"/>
                    <a:pt x="2814" y="2343"/>
                    <a:pt x="2822" y="2335"/>
                  </a:cubicBezTo>
                  <a:cubicBezTo>
                    <a:pt x="2823" y="2334"/>
                    <a:pt x="2825" y="2333"/>
                    <a:pt x="2828" y="2333"/>
                  </a:cubicBezTo>
                  <a:close/>
                  <a:moveTo>
                    <a:pt x="2704" y="2509"/>
                  </a:moveTo>
                  <a:lnTo>
                    <a:pt x="2704" y="2509"/>
                  </a:lnTo>
                  <a:cubicBezTo>
                    <a:pt x="2708" y="2509"/>
                    <a:pt x="2721" y="2515"/>
                    <a:pt x="2728" y="2515"/>
                  </a:cubicBezTo>
                  <a:cubicBezTo>
                    <a:pt x="2730" y="2515"/>
                    <a:pt x="2732" y="2514"/>
                    <a:pt x="2733" y="2513"/>
                  </a:cubicBezTo>
                  <a:cubicBezTo>
                    <a:pt x="2790" y="2546"/>
                    <a:pt x="2790" y="2546"/>
                    <a:pt x="2773" y="2562"/>
                  </a:cubicBezTo>
                  <a:cubicBezTo>
                    <a:pt x="2773" y="2563"/>
                    <a:pt x="2772" y="2563"/>
                    <a:pt x="2770" y="2563"/>
                  </a:cubicBezTo>
                  <a:cubicBezTo>
                    <a:pt x="2758" y="2563"/>
                    <a:pt x="2725" y="2530"/>
                    <a:pt x="2725" y="2530"/>
                  </a:cubicBezTo>
                  <a:cubicBezTo>
                    <a:pt x="2705" y="2513"/>
                    <a:pt x="2701" y="2509"/>
                    <a:pt x="2704" y="2509"/>
                  </a:cubicBezTo>
                  <a:close/>
                  <a:moveTo>
                    <a:pt x="3154" y="2505"/>
                  </a:moveTo>
                  <a:cubicBezTo>
                    <a:pt x="3146" y="2513"/>
                    <a:pt x="3187" y="2554"/>
                    <a:pt x="3187" y="2554"/>
                  </a:cubicBezTo>
                  <a:cubicBezTo>
                    <a:pt x="3187" y="2554"/>
                    <a:pt x="3225" y="2580"/>
                    <a:pt x="3240" y="2580"/>
                  </a:cubicBezTo>
                  <a:cubicBezTo>
                    <a:pt x="3241" y="2580"/>
                    <a:pt x="3243" y="2579"/>
                    <a:pt x="3244" y="2578"/>
                  </a:cubicBezTo>
                  <a:lnTo>
                    <a:pt x="3252" y="2570"/>
                  </a:lnTo>
                  <a:cubicBezTo>
                    <a:pt x="3219" y="2546"/>
                    <a:pt x="3187" y="2522"/>
                    <a:pt x="3154" y="2505"/>
                  </a:cubicBezTo>
                  <a:close/>
                  <a:moveTo>
                    <a:pt x="2449" y="2643"/>
                  </a:moveTo>
                  <a:lnTo>
                    <a:pt x="2449" y="2643"/>
                  </a:lnTo>
                  <a:cubicBezTo>
                    <a:pt x="2467" y="2658"/>
                    <a:pt x="2471" y="2663"/>
                    <a:pt x="2468" y="2663"/>
                  </a:cubicBezTo>
                  <a:cubicBezTo>
                    <a:pt x="2465" y="2663"/>
                    <a:pt x="2444" y="2648"/>
                    <a:pt x="2449" y="2643"/>
                  </a:cubicBezTo>
                  <a:close/>
                  <a:moveTo>
                    <a:pt x="2636" y="2700"/>
                  </a:moveTo>
                  <a:lnTo>
                    <a:pt x="2636" y="2700"/>
                  </a:lnTo>
                  <a:cubicBezTo>
                    <a:pt x="2676" y="2724"/>
                    <a:pt x="2709" y="2749"/>
                    <a:pt x="2733" y="2773"/>
                  </a:cubicBezTo>
                  <a:cubicBezTo>
                    <a:pt x="2755" y="2792"/>
                    <a:pt x="2766" y="2803"/>
                    <a:pt x="2761" y="2803"/>
                  </a:cubicBezTo>
                  <a:cubicBezTo>
                    <a:pt x="2755" y="2803"/>
                    <a:pt x="2728" y="2788"/>
                    <a:pt x="2676" y="2749"/>
                  </a:cubicBezTo>
                  <a:cubicBezTo>
                    <a:pt x="2627" y="2716"/>
                    <a:pt x="2627" y="2716"/>
                    <a:pt x="2636" y="2700"/>
                  </a:cubicBezTo>
                  <a:close/>
                  <a:moveTo>
                    <a:pt x="2546" y="2805"/>
                  </a:moveTo>
                  <a:cubicBezTo>
                    <a:pt x="2561" y="2820"/>
                    <a:pt x="2564" y="2825"/>
                    <a:pt x="2562" y="2825"/>
                  </a:cubicBezTo>
                  <a:cubicBezTo>
                    <a:pt x="2559" y="2825"/>
                    <a:pt x="2541" y="2810"/>
                    <a:pt x="2546" y="2805"/>
                  </a:cubicBezTo>
                  <a:close/>
                  <a:moveTo>
                    <a:pt x="2579" y="2765"/>
                  </a:moveTo>
                  <a:lnTo>
                    <a:pt x="2636" y="2797"/>
                  </a:lnTo>
                  <a:lnTo>
                    <a:pt x="2668" y="2846"/>
                  </a:lnTo>
                  <a:lnTo>
                    <a:pt x="2660" y="2854"/>
                  </a:lnTo>
                  <a:cubicBezTo>
                    <a:pt x="2619" y="2813"/>
                    <a:pt x="2571" y="2773"/>
                    <a:pt x="2579" y="2765"/>
                  </a:cubicBezTo>
                  <a:close/>
                  <a:moveTo>
                    <a:pt x="3381" y="2959"/>
                  </a:moveTo>
                  <a:cubicBezTo>
                    <a:pt x="3373" y="2967"/>
                    <a:pt x="3365" y="2984"/>
                    <a:pt x="3365" y="2984"/>
                  </a:cubicBezTo>
                  <a:cubicBezTo>
                    <a:pt x="3392" y="3005"/>
                    <a:pt x="3401" y="3012"/>
                    <a:pt x="3407" y="3012"/>
                  </a:cubicBezTo>
                  <a:cubicBezTo>
                    <a:pt x="3409" y="3012"/>
                    <a:pt x="3411" y="3011"/>
                    <a:pt x="3414" y="3008"/>
                  </a:cubicBezTo>
                  <a:cubicBezTo>
                    <a:pt x="3438" y="2992"/>
                    <a:pt x="3438" y="2992"/>
                    <a:pt x="3381" y="2959"/>
                  </a:cubicBezTo>
                  <a:close/>
                  <a:moveTo>
                    <a:pt x="1963" y="3194"/>
                  </a:moveTo>
                  <a:lnTo>
                    <a:pt x="2011" y="3227"/>
                  </a:lnTo>
                  <a:lnTo>
                    <a:pt x="2044" y="3284"/>
                  </a:lnTo>
                  <a:lnTo>
                    <a:pt x="2036" y="3292"/>
                  </a:lnTo>
                  <a:cubicBezTo>
                    <a:pt x="1995" y="3243"/>
                    <a:pt x="1955" y="3203"/>
                    <a:pt x="1963" y="3194"/>
                  </a:cubicBezTo>
                  <a:close/>
                  <a:moveTo>
                    <a:pt x="1760" y="3373"/>
                  </a:moveTo>
                  <a:cubicBezTo>
                    <a:pt x="1768" y="3373"/>
                    <a:pt x="1841" y="3462"/>
                    <a:pt x="1882" y="3511"/>
                  </a:cubicBezTo>
                  <a:cubicBezTo>
                    <a:pt x="1873" y="3511"/>
                    <a:pt x="1873" y="3511"/>
                    <a:pt x="1833" y="3470"/>
                  </a:cubicBezTo>
                  <a:cubicBezTo>
                    <a:pt x="1800" y="3438"/>
                    <a:pt x="1776" y="3413"/>
                    <a:pt x="1760" y="3373"/>
                  </a:cubicBezTo>
                  <a:close/>
                  <a:moveTo>
                    <a:pt x="1573" y="3689"/>
                  </a:moveTo>
                  <a:lnTo>
                    <a:pt x="1622" y="3721"/>
                  </a:lnTo>
                  <a:lnTo>
                    <a:pt x="1655" y="3778"/>
                  </a:lnTo>
                  <a:lnTo>
                    <a:pt x="1646" y="3786"/>
                  </a:lnTo>
                  <a:cubicBezTo>
                    <a:pt x="1606" y="3738"/>
                    <a:pt x="1565" y="3697"/>
                    <a:pt x="1573" y="3689"/>
                  </a:cubicBezTo>
                  <a:close/>
                  <a:moveTo>
                    <a:pt x="1938" y="3851"/>
                  </a:moveTo>
                  <a:cubicBezTo>
                    <a:pt x="1971" y="3876"/>
                    <a:pt x="1995" y="3908"/>
                    <a:pt x="2011" y="3940"/>
                  </a:cubicBezTo>
                  <a:lnTo>
                    <a:pt x="2003" y="3948"/>
                  </a:lnTo>
                  <a:cubicBezTo>
                    <a:pt x="1963" y="3908"/>
                    <a:pt x="1922" y="3859"/>
                    <a:pt x="1930" y="3859"/>
                  </a:cubicBezTo>
                  <a:lnTo>
                    <a:pt x="1938" y="3851"/>
                  </a:lnTo>
                  <a:close/>
                  <a:moveTo>
                    <a:pt x="1006" y="4127"/>
                  </a:moveTo>
                  <a:cubicBezTo>
                    <a:pt x="1071" y="4151"/>
                    <a:pt x="1119" y="4192"/>
                    <a:pt x="1111" y="4192"/>
                  </a:cubicBezTo>
                  <a:cubicBezTo>
                    <a:pt x="1106" y="4194"/>
                    <a:pt x="1102" y="4196"/>
                    <a:pt x="1098" y="4196"/>
                  </a:cubicBezTo>
                  <a:cubicBezTo>
                    <a:pt x="1089" y="4196"/>
                    <a:pt x="1076" y="4189"/>
                    <a:pt x="1038" y="4167"/>
                  </a:cubicBezTo>
                  <a:cubicBezTo>
                    <a:pt x="990" y="4143"/>
                    <a:pt x="998" y="4127"/>
                    <a:pt x="1006" y="4127"/>
                  </a:cubicBezTo>
                  <a:close/>
                  <a:moveTo>
                    <a:pt x="763" y="4362"/>
                  </a:moveTo>
                  <a:lnTo>
                    <a:pt x="901" y="4403"/>
                  </a:lnTo>
                  <a:cubicBezTo>
                    <a:pt x="844" y="4403"/>
                    <a:pt x="795" y="4386"/>
                    <a:pt x="755" y="4370"/>
                  </a:cubicBezTo>
                  <a:lnTo>
                    <a:pt x="763" y="4362"/>
                  </a:lnTo>
                  <a:close/>
                  <a:moveTo>
                    <a:pt x="1325" y="4493"/>
                  </a:moveTo>
                  <a:cubicBezTo>
                    <a:pt x="1326" y="4493"/>
                    <a:pt x="1336" y="4494"/>
                    <a:pt x="1363" y="4500"/>
                  </a:cubicBezTo>
                  <a:cubicBezTo>
                    <a:pt x="1357" y="4500"/>
                    <a:pt x="1323" y="4493"/>
                    <a:pt x="1325" y="4493"/>
                  </a:cubicBezTo>
                  <a:close/>
                  <a:moveTo>
                    <a:pt x="1144" y="4621"/>
                  </a:moveTo>
                  <a:cubicBezTo>
                    <a:pt x="1042" y="4625"/>
                    <a:pt x="992" y="4628"/>
                    <a:pt x="980" y="4628"/>
                  </a:cubicBezTo>
                  <a:cubicBezTo>
                    <a:pt x="967" y="4628"/>
                    <a:pt x="994" y="4625"/>
                    <a:pt x="1046" y="4621"/>
                  </a:cubicBezTo>
                  <a:close/>
                  <a:moveTo>
                    <a:pt x="1393" y="4626"/>
                  </a:moveTo>
                  <a:lnTo>
                    <a:pt x="1393" y="4626"/>
                  </a:lnTo>
                  <a:cubicBezTo>
                    <a:pt x="1391" y="4626"/>
                    <a:pt x="1371" y="4628"/>
                    <a:pt x="1340" y="4630"/>
                  </a:cubicBezTo>
                  <a:lnTo>
                    <a:pt x="1340" y="4630"/>
                  </a:lnTo>
                  <a:cubicBezTo>
                    <a:pt x="1345" y="4630"/>
                    <a:pt x="1350" y="4630"/>
                    <a:pt x="1355" y="4630"/>
                  </a:cubicBezTo>
                  <a:cubicBezTo>
                    <a:pt x="1383" y="4627"/>
                    <a:pt x="1394" y="4626"/>
                    <a:pt x="1393" y="4626"/>
                  </a:cubicBezTo>
                  <a:close/>
                  <a:moveTo>
                    <a:pt x="1340" y="4630"/>
                  </a:moveTo>
                  <a:cubicBezTo>
                    <a:pt x="1339" y="4630"/>
                    <a:pt x="1338" y="4630"/>
                    <a:pt x="1336" y="4630"/>
                  </a:cubicBezTo>
                  <a:lnTo>
                    <a:pt x="1336" y="4630"/>
                  </a:lnTo>
                  <a:cubicBezTo>
                    <a:pt x="1338" y="4630"/>
                    <a:pt x="1339" y="4630"/>
                    <a:pt x="1340" y="4630"/>
                  </a:cubicBezTo>
                  <a:close/>
                  <a:moveTo>
                    <a:pt x="1160" y="4654"/>
                  </a:moveTo>
                  <a:lnTo>
                    <a:pt x="1160" y="4654"/>
                  </a:lnTo>
                  <a:cubicBezTo>
                    <a:pt x="1115" y="4661"/>
                    <a:pt x="1090" y="4663"/>
                    <a:pt x="1083" y="4663"/>
                  </a:cubicBezTo>
                  <a:cubicBezTo>
                    <a:pt x="1073" y="4663"/>
                    <a:pt x="1099" y="4659"/>
                    <a:pt x="1160" y="4654"/>
                  </a:cubicBezTo>
                  <a:close/>
                  <a:moveTo>
                    <a:pt x="1176" y="4670"/>
                  </a:moveTo>
                  <a:cubicBezTo>
                    <a:pt x="1100" y="4680"/>
                    <a:pt x="1068" y="4683"/>
                    <a:pt x="1064" y="4683"/>
                  </a:cubicBezTo>
                  <a:cubicBezTo>
                    <a:pt x="1058" y="4683"/>
                    <a:pt x="1117" y="4675"/>
                    <a:pt x="1176" y="4670"/>
                  </a:cubicBezTo>
                  <a:close/>
                  <a:moveTo>
                    <a:pt x="1192" y="4686"/>
                  </a:moveTo>
                  <a:cubicBezTo>
                    <a:pt x="1192" y="4686"/>
                    <a:pt x="1192" y="4686"/>
                    <a:pt x="1095" y="4703"/>
                  </a:cubicBezTo>
                  <a:cubicBezTo>
                    <a:pt x="1063" y="4703"/>
                    <a:pt x="1030" y="4711"/>
                    <a:pt x="998" y="4711"/>
                  </a:cubicBezTo>
                  <a:lnTo>
                    <a:pt x="1095" y="4694"/>
                  </a:lnTo>
                  <a:cubicBezTo>
                    <a:pt x="1128" y="4686"/>
                    <a:pt x="1160" y="4686"/>
                    <a:pt x="1192" y="4686"/>
                  </a:cubicBezTo>
                  <a:close/>
                  <a:moveTo>
                    <a:pt x="1314" y="4694"/>
                  </a:moveTo>
                  <a:lnTo>
                    <a:pt x="1314" y="4694"/>
                  </a:lnTo>
                  <a:cubicBezTo>
                    <a:pt x="1225" y="4711"/>
                    <a:pt x="1144" y="4727"/>
                    <a:pt x="1136" y="4727"/>
                  </a:cubicBezTo>
                  <a:lnTo>
                    <a:pt x="1225" y="4711"/>
                  </a:lnTo>
                  <a:lnTo>
                    <a:pt x="1314" y="4694"/>
                  </a:lnTo>
                  <a:close/>
                  <a:moveTo>
                    <a:pt x="1477" y="4704"/>
                  </a:moveTo>
                  <a:lnTo>
                    <a:pt x="1477" y="4704"/>
                  </a:lnTo>
                  <a:cubicBezTo>
                    <a:pt x="1476" y="4704"/>
                    <a:pt x="1466" y="4706"/>
                    <a:pt x="1444" y="4711"/>
                  </a:cubicBezTo>
                  <a:cubicBezTo>
                    <a:pt x="1411" y="4711"/>
                    <a:pt x="1387" y="4719"/>
                    <a:pt x="1363" y="4735"/>
                  </a:cubicBezTo>
                  <a:cubicBezTo>
                    <a:pt x="1421" y="4717"/>
                    <a:pt x="1480" y="4704"/>
                    <a:pt x="1477" y="4704"/>
                  </a:cubicBezTo>
                  <a:close/>
                  <a:moveTo>
                    <a:pt x="805" y="4831"/>
                  </a:moveTo>
                  <a:cubicBezTo>
                    <a:pt x="821" y="4831"/>
                    <a:pt x="805" y="4838"/>
                    <a:pt x="755" y="4848"/>
                  </a:cubicBezTo>
                  <a:cubicBezTo>
                    <a:pt x="703" y="4864"/>
                    <a:pt x="684" y="4870"/>
                    <a:pt x="675" y="4870"/>
                  </a:cubicBezTo>
                  <a:cubicBezTo>
                    <a:pt x="670" y="4870"/>
                    <a:pt x="668" y="4868"/>
                    <a:pt x="665" y="4865"/>
                  </a:cubicBezTo>
                  <a:cubicBezTo>
                    <a:pt x="649" y="4857"/>
                    <a:pt x="649" y="4857"/>
                    <a:pt x="738" y="4840"/>
                  </a:cubicBezTo>
                  <a:cubicBezTo>
                    <a:pt x="772" y="4834"/>
                    <a:pt x="795" y="4831"/>
                    <a:pt x="805" y="4831"/>
                  </a:cubicBezTo>
                  <a:close/>
                  <a:moveTo>
                    <a:pt x="787" y="4873"/>
                  </a:moveTo>
                  <a:lnTo>
                    <a:pt x="787" y="4873"/>
                  </a:lnTo>
                  <a:cubicBezTo>
                    <a:pt x="795" y="4881"/>
                    <a:pt x="795" y="4881"/>
                    <a:pt x="714" y="4905"/>
                  </a:cubicBezTo>
                  <a:lnTo>
                    <a:pt x="714" y="4897"/>
                  </a:lnTo>
                  <a:lnTo>
                    <a:pt x="787" y="4873"/>
                  </a:lnTo>
                  <a:close/>
                  <a:moveTo>
                    <a:pt x="844" y="4913"/>
                  </a:moveTo>
                  <a:lnTo>
                    <a:pt x="852" y="4921"/>
                  </a:lnTo>
                  <a:cubicBezTo>
                    <a:pt x="860" y="4921"/>
                    <a:pt x="860" y="4921"/>
                    <a:pt x="787" y="4946"/>
                  </a:cubicBezTo>
                  <a:lnTo>
                    <a:pt x="779" y="4946"/>
                  </a:lnTo>
                  <a:lnTo>
                    <a:pt x="844" y="4913"/>
                  </a:lnTo>
                  <a:close/>
                  <a:moveTo>
                    <a:pt x="721" y="4948"/>
                  </a:moveTo>
                  <a:cubicBezTo>
                    <a:pt x="717" y="4948"/>
                    <a:pt x="705" y="4950"/>
                    <a:pt x="682" y="4954"/>
                  </a:cubicBezTo>
                  <a:cubicBezTo>
                    <a:pt x="683" y="4955"/>
                    <a:pt x="686" y="4956"/>
                    <a:pt x="689" y="4956"/>
                  </a:cubicBezTo>
                  <a:cubicBezTo>
                    <a:pt x="704" y="4956"/>
                    <a:pt x="731" y="4948"/>
                    <a:pt x="721" y="4948"/>
                  </a:cubicBezTo>
                  <a:close/>
                  <a:moveTo>
                    <a:pt x="1055" y="4905"/>
                  </a:moveTo>
                  <a:cubicBezTo>
                    <a:pt x="1063" y="4913"/>
                    <a:pt x="990" y="4938"/>
                    <a:pt x="990" y="4938"/>
                  </a:cubicBezTo>
                  <a:cubicBezTo>
                    <a:pt x="965" y="4954"/>
                    <a:pt x="941" y="4962"/>
                    <a:pt x="917" y="4962"/>
                  </a:cubicBezTo>
                  <a:cubicBezTo>
                    <a:pt x="917" y="4962"/>
                    <a:pt x="982" y="4930"/>
                    <a:pt x="1055" y="4905"/>
                  </a:cubicBezTo>
                  <a:close/>
                  <a:moveTo>
                    <a:pt x="1614" y="5002"/>
                  </a:moveTo>
                  <a:cubicBezTo>
                    <a:pt x="1622" y="5011"/>
                    <a:pt x="1622" y="5011"/>
                    <a:pt x="1590" y="5059"/>
                  </a:cubicBezTo>
                  <a:cubicBezTo>
                    <a:pt x="1560" y="5104"/>
                    <a:pt x="1523" y="5149"/>
                    <a:pt x="1511" y="5149"/>
                  </a:cubicBezTo>
                  <a:cubicBezTo>
                    <a:pt x="1510" y="5149"/>
                    <a:pt x="1509" y="5149"/>
                    <a:pt x="1509" y="5148"/>
                  </a:cubicBezTo>
                  <a:cubicBezTo>
                    <a:pt x="1533" y="5092"/>
                    <a:pt x="1565" y="5043"/>
                    <a:pt x="1614" y="5002"/>
                  </a:cubicBezTo>
                  <a:close/>
                  <a:moveTo>
                    <a:pt x="1301" y="5049"/>
                  </a:moveTo>
                  <a:cubicBezTo>
                    <a:pt x="1303" y="5049"/>
                    <a:pt x="1297" y="5054"/>
                    <a:pt x="1282" y="5067"/>
                  </a:cubicBezTo>
                  <a:cubicBezTo>
                    <a:pt x="1249" y="5092"/>
                    <a:pt x="1217" y="5124"/>
                    <a:pt x="1184" y="5148"/>
                  </a:cubicBezTo>
                  <a:cubicBezTo>
                    <a:pt x="1184" y="5148"/>
                    <a:pt x="1163" y="5161"/>
                    <a:pt x="1158" y="5161"/>
                  </a:cubicBezTo>
                  <a:cubicBezTo>
                    <a:pt x="1154" y="5161"/>
                    <a:pt x="1157" y="5156"/>
                    <a:pt x="1176" y="5140"/>
                  </a:cubicBezTo>
                  <a:lnTo>
                    <a:pt x="1225" y="5100"/>
                  </a:lnTo>
                  <a:cubicBezTo>
                    <a:pt x="1263" y="5072"/>
                    <a:pt x="1298" y="5049"/>
                    <a:pt x="1301" y="5049"/>
                  </a:cubicBezTo>
                  <a:close/>
                  <a:moveTo>
                    <a:pt x="2996" y="5786"/>
                  </a:moveTo>
                  <a:cubicBezTo>
                    <a:pt x="3004" y="5786"/>
                    <a:pt x="2954" y="5856"/>
                    <a:pt x="2895" y="5927"/>
                  </a:cubicBezTo>
                  <a:cubicBezTo>
                    <a:pt x="2863" y="5970"/>
                    <a:pt x="2847" y="5993"/>
                    <a:pt x="2845" y="5993"/>
                  </a:cubicBezTo>
                  <a:cubicBezTo>
                    <a:pt x="2844" y="5993"/>
                    <a:pt x="2858" y="5968"/>
                    <a:pt x="2887" y="5919"/>
                  </a:cubicBezTo>
                  <a:cubicBezTo>
                    <a:pt x="2917" y="5866"/>
                    <a:pt x="2947" y="5820"/>
                    <a:pt x="2958" y="5820"/>
                  </a:cubicBezTo>
                  <a:cubicBezTo>
                    <a:pt x="2959" y="5820"/>
                    <a:pt x="2959" y="5821"/>
                    <a:pt x="2960" y="5821"/>
                  </a:cubicBezTo>
                  <a:cubicBezTo>
                    <a:pt x="2982" y="5797"/>
                    <a:pt x="2994" y="5786"/>
                    <a:pt x="2996" y="5786"/>
                  </a:cubicBezTo>
                  <a:close/>
                  <a:moveTo>
                    <a:pt x="4166" y="199"/>
                  </a:moveTo>
                  <a:cubicBezTo>
                    <a:pt x="4152" y="199"/>
                    <a:pt x="4187" y="226"/>
                    <a:pt x="4273" y="276"/>
                  </a:cubicBezTo>
                  <a:cubicBezTo>
                    <a:pt x="4365" y="321"/>
                    <a:pt x="4405" y="341"/>
                    <a:pt x="4402" y="341"/>
                  </a:cubicBezTo>
                  <a:cubicBezTo>
                    <a:pt x="4399" y="341"/>
                    <a:pt x="4372" y="329"/>
                    <a:pt x="4322" y="308"/>
                  </a:cubicBezTo>
                  <a:cubicBezTo>
                    <a:pt x="4260" y="275"/>
                    <a:pt x="4232" y="264"/>
                    <a:pt x="4219" y="264"/>
                  </a:cubicBezTo>
                  <a:cubicBezTo>
                    <a:pt x="4210" y="264"/>
                    <a:pt x="4208" y="269"/>
                    <a:pt x="4208" y="276"/>
                  </a:cubicBezTo>
                  <a:cubicBezTo>
                    <a:pt x="4206" y="278"/>
                    <a:pt x="4204" y="280"/>
                    <a:pt x="4201" y="280"/>
                  </a:cubicBezTo>
                  <a:cubicBezTo>
                    <a:pt x="4194" y="280"/>
                    <a:pt x="4181" y="273"/>
                    <a:pt x="4144" y="251"/>
                  </a:cubicBezTo>
                  <a:cubicBezTo>
                    <a:pt x="4101" y="230"/>
                    <a:pt x="4053" y="209"/>
                    <a:pt x="4036" y="209"/>
                  </a:cubicBezTo>
                  <a:cubicBezTo>
                    <a:pt x="4033" y="209"/>
                    <a:pt x="4031" y="210"/>
                    <a:pt x="4030" y="211"/>
                  </a:cubicBezTo>
                  <a:cubicBezTo>
                    <a:pt x="4022" y="227"/>
                    <a:pt x="4022" y="227"/>
                    <a:pt x="4079" y="251"/>
                  </a:cubicBezTo>
                  <a:cubicBezTo>
                    <a:pt x="4109" y="264"/>
                    <a:pt x="4118" y="275"/>
                    <a:pt x="4105" y="275"/>
                  </a:cubicBezTo>
                  <a:cubicBezTo>
                    <a:pt x="4094" y="275"/>
                    <a:pt x="4064" y="266"/>
                    <a:pt x="4014" y="243"/>
                  </a:cubicBezTo>
                  <a:cubicBezTo>
                    <a:pt x="3994" y="238"/>
                    <a:pt x="3981" y="234"/>
                    <a:pt x="3977" y="234"/>
                  </a:cubicBezTo>
                  <a:lnTo>
                    <a:pt x="3977" y="234"/>
                  </a:lnTo>
                  <a:cubicBezTo>
                    <a:pt x="3970" y="234"/>
                    <a:pt x="3994" y="247"/>
                    <a:pt x="4063" y="284"/>
                  </a:cubicBezTo>
                  <a:cubicBezTo>
                    <a:pt x="4120" y="318"/>
                    <a:pt x="4141" y="337"/>
                    <a:pt x="4124" y="337"/>
                  </a:cubicBezTo>
                  <a:cubicBezTo>
                    <a:pt x="4113" y="337"/>
                    <a:pt x="4084" y="328"/>
                    <a:pt x="4038" y="308"/>
                  </a:cubicBezTo>
                  <a:lnTo>
                    <a:pt x="4030" y="332"/>
                  </a:lnTo>
                  <a:cubicBezTo>
                    <a:pt x="4022" y="341"/>
                    <a:pt x="4079" y="373"/>
                    <a:pt x="4127" y="397"/>
                  </a:cubicBezTo>
                  <a:cubicBezTo>
                    <a:pt x="4196" y="434"/>
                    <a:pt x="4220" y="447"/>
                    <a:pt x="4213" y="447"/>
                  </a:cubicBezTo>
                  <a:cubicBezTo>
                    <a:pt x="4209" y="447"/>
                    <a:pt x="4196" y="443"/>
                    <a:pt x="4176" y="438"/>
                  </a:cubicBezTo>
                  <a:cubicBezTo>
                    <a:pt x="4135" y="422"/>
                    <a:pt x="4103" y="405"/>
                    <a:pt x="4063" y="389"/>
                  </a:cubicBezTo>
                  <a:cubicBezTo>
                    <a:pt x="4038" y="373"/>
                    <a:pt x="4024" y="367"/>
                    <a:pt x="4015" y="367"/>
                  </a:cubicBezTo>
                  <a:cubicBezTo>
                    <a:pt x="4006" y="367"/>
                    <a:pt x="4002" y="373"/>
                    <a:pt x="3998" y="381"/>
                  </a:cubicBezTo>
                  <a:cubicBezTo>
                    <a:pt x="3998" y="389"/>
                    <a:pt x="3981" y="405"/>
                    <a:pt x="4038" y="438"/>
                  </a:cubicBezTo>
                  <a:lnTo>
                    <a:pt x="3981" y="405"/>
                  </a:lnTo>
                  <a:cubicBezTo>
                    <a:pt x="3980" y="407"/>
                    <a:pt x="3978" y="407"/>
                    <a:pt x="3975" y="407"/>
                  </a:cubicBezTo>
                  <a:cubicBezTo>
                    <a:pt x="3967" y="407"/>
                    <a:pt x="3954" y="402"/>
                    <a:pt x="3952" y="402"/>
                  </a:cubicBezTo>
                  <a:lnTo>
                    <a:pt x="3952" y="402"/>
                  </a:lnTo>
                  <a:cubicBezTo>
                    <a:pt x="3951" y="402"/>
                    <a:pt x="3956" y="405"/>
                    <a:pt x="3973" y="414"/>
                  </a:cubicBezTo>
                  <a:cubicBezTo>
                    <a:pt x="3973" y="414"/>
                    <a:pt x="3973" y="421"/>
                    <a:pt x="3954" y="421"/>
                  </a:cubicBezTo>
                  <a:cubicBezTo>
                    <a:pt x="3945" y="421"/>
                    <a:pt x="3930" y="419"/>
                    <a:pt x="3908" y="414"/>
                  </a:cubicBezTo>
                  <a:cubicBezTo>
                    <a:pt x="3906" y="413"/>
                    <a:pt x="3903" y="413"/>
                    <a:pt x="3901" y="413"/>
                  </a:cubicBezTo>
                  <a:cubicBezTo>
                    <a:pt x="3851" y="413"/>
                    <a:pt x="3938" y="496"/>
                    <a:pt x="4054" y="527"/>
                  </a:cubicBezTo>
                  <a:lnTo>
                    <a:pt x="4046" y="535"/>
                  </a:lnTo>
                  <a:cubicBezTo>
                    <a:pt x="4038" y="543"/>
                    <a:pt x="4087" y="576"/>
                    <a:pt x="4087" y="576"/>
                  </a:cubicBezTo>
                  <a:cubicBezTo>
                    <a:pt x="4144" y="608"/>
                    <a:pt x="4135" y="616"/>
                    <a:pt x="4127" y="624"/>
                  </a:cubicBezTo>
                  <a:lnTo>
                    <a:pt x="4022" y="559"/>
                  </a:lnTo>
                  <a:cubicBezTo>
                    <a:pt x="3946" y="509"/>
                    <a:pt x="3892" y="482"/>
                    <a:pt x="3879" y="482"/>
                  </a:cubicBezTo>
                  <a:cubicBezTo>
                    <a:pt x="3868" y="482"/>
                    <a:pt x="3891" y="505"/>
                    <a:pt x="3965" y="551"/>
                  </a:cubicBezTo>
                  <a:lnTo>
                    <a:pt x="3908" y="519"/>
                  </a:lnTo>
                  <a:cubicBezTo>
                    <a:pt x="3891" y="510"/>
                    <a:pt x="3879" y="506"/>
                    <a:pt x="3872" y="506"/>
                  </a:cubicBezTo>
                  <a:cubicBezTo>
                    <a:pt x="3860" y="506"/>
                    <a:pt x="3866" y="520"/>
                    <a:pt x="3892" y="551"/>
                  </a:cubicBezTo>
                  <a:cubicBezTo>
                    <a:pt x="3884" y="559"/>
                    <a:pt x="3981" y="632"/>
                    <a:pt x="4030" y="657"/>
                  </a:cubicBezTo>
                  <a:cubicBezTo>
                    <a:pt x="4087" y="689"/>
                    <a:pt x="4079" y="697"/>
                    <a:pt x="4079" y="697"/>
                  </a:cubicBezTo>
                  <a:cubicBezTo>
                    <a:pt x="4075" y="704"/>
                    <a:pt x="4073" y="708"/>
                    <a:pt x="4069" y="708"/>
                  </a:cubicBezTo>
                  <a:cubicBezTo>
                    <a:pt x="4062" y="708"/>
                    <a:pt x="4050" y="700"/>
                    <a:pt x="4022" y="681"/>
                  </a:cubicBezTo>
                  <a:cubicBezTo>
                    <a:pt x="3979" y="655"/>
                    <a:pt x="3952" y="643"/>
                    <a:pt x="3942" y="643"/>
                  </a:cubicBezTo>
                  <a:cubicBezTo>
                    <a:pt x="3928" y="643"/>
                    <a:pt x="3948" y="667"/>
                    <a:pt x="4006" y="705"/>
                  </a:cubicBezTo>
                  <a:lnTo>
                    <a:pt x="3949" y="681"/>
                  </a:lnTo>
                  <a:cubicBezTo>
                    <a:pt x="3925" y="665"/>
                    <a:pt x="3898" y="651"/>
                    <a:pt x="3880" y="651"/>
                  </a:cubicBezTo>
                  <a:cubicBezTo>
                    <a:pt x="3862" y="651"/>
                    <a:pt x="3852" y="665"/>
                    <a:pt x="3860" y="705"/>
                  </a:cubicBezTo>
                  <a:cubicBezTo>
                    <a:pt x="3843" y="728"/>
                    <a:pt x="3829" y="751"/>
                    <a:pt x="3806" y="751"/>
                  </a:cubicBezTo>
                  <a:cubicBezTo>
                    <a:pt x="3796" y="751"/>
                    <a:pt x="3785" y="747"/>
                    <a:pt x="3771" y="738"/>
                  </a:cubicBezTo>
                  <a:cubicBezTo>
                    <a:pt x="3763" y="734"/>
                    <a:pt x="3758" y="732"/>
                    <a:pt x="3755" y="732"/>
                  </a:cubicBezTo>
                  <a:cubicBezTo>
                    <a:pt x="3735" y="732"/>
                    <a:pt x="3806" y="821"/>
                    <a:pt x="3884" y="892"/>
                  </a:cubicBezTo>
                  <a:cubicBezTo>
                    <a:pt x="3860" y="876"/>
                    <a:pt x="3846" y="870"/>
                    <a:pt x="3836" y="870"/>
                  </a:cubicBezTo>
                  <a:cubicBezTo>
                    <a:pt x="3825" y="870"/>
                    <a:pt x="3819" y="876"/>
                    <a:pt x="3811" y="884"/>
                  </a:cubicBezTo>
                  <a:cubicBezTo>
                    <a:pt x="3803" y="900"/>
                    <a:pt x="3799" y="908"/>
                    <a:pt x="3791" y="908"/>
                  </a:cubicBezTo>
                  <a:cubicBezTo>
                    <a:pt x="3783" y="908"/>
                    <a:pt x="3771" y="900"/>
                    <a:pt x="3746" y="884"/>
                  </a:cubicBezTo>
                  <a:cubicBezTo>
                    <a:pt x="3699" y="848"/>
                    <a:pt x="3675" y="830"/>
                    <a:pt x="3672" y="830"/>
                  </a:cubicBezTo>
                  <a:lnTo>
                    <a:pt x="3672" y="830"/>
                  </a:lnTo>
                  <a:cubicBezTo>
                    <a:pt x="3670" y="830"/>
                    <a:pt x="3692" y="850"/>
                    <a:pt x="3738" y="892"/>
                  </a:cubicBezTo>
                  <a:cubicBezTo>
                    <a:pt x="3784" y="929"/>
                    <a:pt x="3789" y="948"/>
                    <a:pt x="3769" y="948"/>
                  </a:cubicBezTo>
                  <a:cubicBezTo>
                    <a:pt x="3750" y="948"/>
                    <a:pt x="3708" y="931"/>
                    <a:pt x="3657" y="900"/>
                  </a:cubicBezTo>
                  <a:cubicBezTo>
                    <a:pt x="3633" y="884"/>
                    <a:pt x="3619" y="878"/>
                    <a:pt x="3610" y="878"/>
                  </a:cubicBezTo>
                  <a:cubicBezTo>
                    <a:pt x="3600" y="878"/>
                    <a:pt x="3596" y="884"/>
                    <a:pt x="3592" y="892"/>
                  </a:cubicBezTo>
                  <a:cubicBezTo>
                    <a:pt x="3633" y="932"/>
                    <a:pt x="3617" y="949"/>
                    <a:pt x="3608" y="973"/>
                  </a:cubicBezTo>
                  <a:cubicBezTo>
                    <a:pt x="3592" y="997"/>
                    <a:pt x="3592" y="997"/>
                    <a:pt x="3690" y="1062"/>
                  </a:cubicBezTo>
                  <a:cubicBezTo>
                    <a:pt x="3787" y="1127"/>
                    <a:pt x="3779" y="1135"/>
                    <a:pt x="3771" y="1159"/>
                  </a:cubicBezTo>
                  <a:cubicBezTo>
                    <a:pt x="3767" y="1163"/>
                    <a:pt x="3763" y="1167"/>
                    <a:pt x="3756" y="1167"/>
                  </a:cubicBezTo>
                  <a:cubicBezTo>
                    <a:pt x="3747" y="1167"/>
                    <a:pt x="3733" y="1161"/>
                    <a:pt x="3706" y="1143"/>
                  </a:cubicBezTo>
                  <a:cubicBezTo>
                    <a:pt x="3706" y="1143"/>
                    <a:pt x="3664" y="1125"/>
                    <a:pt x="3647" y="1125"/>
                  </a:cubicBezTo>
                  <a:cubicBezTo>
                    <a:pt x="3644" y="1125"/>
                    <a:pt x="3642" y="1126"/>
                    <a:pt x="3641" y="1127"/>
                  </a:cubicBezTo>
                  <a:cubicBezTo>
                    <a:pt x="3637" y="1131"/>
                    <a:pt x="3635" y="1137"/>
                    <a:pt x="3627" y="1137"/>
                  </a:cubicBezTo>
                  <a:cubicBezTo>
                    <a:pt x="3619" y="1137"/>
                    <a:pt x="3604" y="1131"/>
                    <a:pt x="3576" y="1111"/>
                  </a:cubicBezTo>
                  <a:cubicBezTo>
                    <a:pt x="3576" y="1111"/>
                    <a:pt x="3554" y="1104"/>
                    <a:pt x="3535" y="1104"/>
                  </a:cubicBezTo>
                  <a:cubicBezTo>
                    <a:pt x="3526" y="1104"/>
                    <a:pt x="3517" y="1105"/>
                    <a:pt x="3511" y="1111"/>
                  </a:cubicBezTo>
                  <a:cubicBezTo>
                    <a:pt x="3502" y="1120"/>
                    <a:pt x="3495" y="1130"/>
                    <a:pt x="3482" y="1130"/>
                  </a:cubicBezTo>
                  <a:cubicBezTo>
                    <a:pt x="3472" y="1130"/>
                    <a:pt x="3459" y="1124"/>
                    <a:pt x="3438" y="1111"/>
                  </a:cubicBezTo>
                  <a:lnTo>
                    <a:pt x="3438" y="1111"/>
                  </a:lnTo>
                  <a:cubicBezTo>
                    <a:pt x="3430" y="1119"/>
                    <a:pt x="3430" y="1119"/>
                    <a:pt x="3479" y="1151"/>
                  </a:cubicBezTo>
                  <a:cubicBezTo>
                    <a:pt x="3527" y="1192"/>
                    <a:pt x="3568" y="1232"/>
                    <a:pt x="3495" y="1232"/>
                  </a:cubicBezTo>
                  <a:cubicBezTo>
                    <a:pt x="3479" y="1249"/>
                    <a:pt x="3463" y="1281"/>
                    <a:pt x="3511" y="1313"/>
                  </a:cubicBezTo>
                  <a:cubicBezTo>
                    <a:pt x="3508" y="1316"/>
                    <a:pt x="3507" y="1318"/>
                    <a:pt x="3504" y="1318"/>
                  </a:cubicBezTo>
                  <a:cubicBezTo>
                    <a:pt x="3498" y="1318"/>
                    <a:pt x="3487" y="1311"/>
                    <a:pt x="3454" y="1289"/>
                  </a:cubicBezTo>
                  <a:cubicBezTo>
                    <a:pt x="3415" y="1259"/>
                    <a:pt x="3388" y="1246"/>
                    <a:pt x="3377" y="1246"/>
                  </a:cubicBezTo>
                  <a:cubicBezTo>
                    <a:pt x="3360" y="1246"/>
                    <a:pt x="3374" y="1274"/>
                    <a:pt x="3422" y="1322"/>
                  </a:cubicBezTo>
                  <a:cubicBezTo>
                    <a:pt x="3452" y="1342"/>
                    <a:pt x="3464" y="1355"/>
                    <a:pt x="3455" y="1355"/>
                  </a:cubicBezTo>
                  <a:cubicBezTo>
                    <a:pt x="3449" y="1355"/>
                    <a:pt x="3436" y="1350"/>
                    <a:pt x="3414" y="1338"/>
                  </a:cubicBezTo>
                  <a:lnTo>
                    <a:pt x="3414" y="1338"/>
                  </a:lnTo>
                  <a:cubicBezTo>
                    <a:pt x="3414" y="1338"/>
                    <a:pt x="3406" y="1354"/>
                    <a:pt x="3446" y="1395"/>
                  </a:cubicBezTo>
                  <a:cubicBezTo>
                    <a:pt x="3471" y="1419"/>
                    <a:pt x="3481" y="1429"/>
                    <a:pt x="3471" y="1429"/>
                  </a:cubicBezTo>
                  <a:cubicBezTo>
                    <a:pt x="3466" y="1429"/>
                    <a:pt x="3452" y="1425"/>
                    <a:pt x="3430" y="1419"/>
                  </a:cubicBezTo>
                  <a:cubicBezTo>
                    <a:pt x="3403" y="1401"/>
                    <a:pt x="3389" y="1395"/>
                    <a:pt x="3380" y="1395"/>
                  </a:cubicBezTo>
                  <a:cubicBezTo>
                    <a:pt x="3373" y="1395"/>
                    <a:pt x="3369" y="1399"/>
                    <a:pt x="3365" y="1403"/>
                  </a:cubicBezTo>
                  <a:cubicBezTo>
                    <a:pt x="3394" y="1453"/>
                    <a:pt x="3339" y="1536"/>
                    <a:pt x="3287" y="1536"/>
                  </a:cubicBezTo>
                  <a:cubicBezTo>
                    <a:pt x="3280" y="1536"/>
                    <a:pt x="3274" y="1535"/>
                    <a:pt x="3268" y="1532"/>
                  </a:cubicBezTo>
                  <a:lnTo>
                    <a:pt x="3268" y="1532"/>
                  </a:lnTo>
                  <a:cubicBezTo>
                    <a:pt x="3309" y="1573"/>
                    <a:pt x="3309" y="1573"/>
                    <a:pt x="3300" y="1581"/>
                  </a:cubicBezTo>
                  <a:cubicBezTo>
                    <a:pt x="3266" y="1562"/>
                    <a:pt x="3247" y="1554"/>
                    <a:pt x="3241" y="1554"/>
                  </a:cubicBezTo>
                  <a:cubicBezTo>
                    <a:pt x="3228" y="1554"/>
                    <a:pt x="3267" y="1589"/>
                    <a:pt x="3333" y="1638"/>
                  </a:cubicBezTo>
                  <a:lnTo>
                    <a:pt x="3341" y="1630"/>
                  </a:lnTo>
                  <a:lnTo>
                    <a:pt x="3349" y="1622"/>
                  </a:lnTo>
                  <a:cubicBezTo>
                    <a:pt x="3400" y="1655"/>
                    <a:pt x="3418" y="1680"/>
                    <a:pt x="3403" y="1680"/>
                  </a:cubicBezTo>
                  <a:cubicBezTo>
                    <a:pt x="3390" y="1680"/>
                    <a:pt x="3350" y="1660"/>
                    <a:pt x="3284" y="1605"/>
                  </a:cubicBezTo>
                  <a:cubicBezTo>
                    <a:pt x="3236" y="1579"/>
                    <a:pt x="3210" y="1565"/>
                    <a:pt x="3204" y="1565"/>
                  </a:cubicBezTo>
                  <a:lnTo>
                    <a:pt x="3204" y="1565"/>
                  </a:lnTo>
                  <a:cubicBezTo>
                    <a:pt x="3197" y="1565"/>
                    <a:pt x="3219" y="1586"/>
                    <a:pt x="3268" y="1630"/>
                  </a:cubicBezTo>
                  <a:cubicBezTo>
                    <a:pt x="3319" y="1671"/>
                    <a:pt x="3338" y="1695"/>
                    <a:pt x="3325" y="1695"/>
                  </a:cubicBezTo>
                  <a:cubicBezTo>
                    <a:pt x="3316" y="1695"/>
                    <a:pt x="3289" y="1682"/>
                    <a:pt x="3244" y="1654"/>
                  </a:cubicBezTo>
                  <a:cubicBezTo>
                    <a:pt x="3196" y="1618"/>
                    <a:pt x="3172" y="1600"/>
                    <a:pt x="3170" y="1600"/>
                  </a:cubicBezTo>
                  <a:lnTo>
                    <a:pt x="3170" y="1600"/>
                  </a:lnTo>
                  <a:cubicBezTo>
                    <a:pt x="3167" y="1600"/>
                    <a:pt x="3190" y="1620"/>
                    <a:pt x="3236" y="1662"/>
                  </a:cubicBezTo>
                  <a:cubicBezTo>
                    <a:pt x="3345" y="1761"/>
                    <a:pt x="3396" y="1821"/>
                    <a:pt x="3377" y="1821"/>
                  </a:cubicBezTo>
                  <a:cubicBezTo>
                    <a:pt x="3365" y="1821"/>
                    <a:pt x="3324" y="1797"/>
                    <a:pt x="3252" y="1743"/>
                  </a:cubicBezTo>
                  <a:cubicBezTo>
                    <a:pt x="3166" y="1679"/>
                    <a:pt x="3112" y="1653"/>
                    <a:pt x="3095" y="1653"/>
                  </a:cubicBezTo>
                  <a:cubicBezTo>
                    <a:pt x="3092" y="1653"/>
                    <a:pt x="3091" y="1653"/>
                    <a:pt x="3090" y="1654"/>
                  </a:cubicBezTo>
                  <a:cubicBezTo>
                    <a:pt x="3090" y="1662"/>
                    <a:pt x="3130" y="1695"/>
                    <a:pt x="3179" y="1735"/>
                  </a:cubicBezTo>
                  <a:cubicBezTo>
                    <a:pt x="3237" y="1771"/>
                    <a:pt x="3260" y="1789"/>
                    <a:pt x="3252" y="1789"/>
                  </a:cubicBezTo>
                  <a:cubicBezTo>
                    <a:pt x="3246" y="1789"/>
                    <a:pt x="3218" y="1777"/>
                    <a:pt x="3171" y="1751"/>
                  </a:cubicBezTo>
                  <a:cubicBezTo>
                    <a:pt x="3097" y="1716"/>
                    <a:pt x="3054" y="1699"/>
                    <a:pt x="3034" y="1699"/>
                  </a:cubicBezTo>
                  <a:cubicBezTo>
                    <a:pt x="3009" y="1699"/>
                    <a:pt x="3024" y="1728"/>
                    <a:pt x="3065" y="1784"/>
                  </a:cubicBezTo>
                  <a:cubicBezTo>
                    <a:pt x="3103" y="1844"/>
                    <a:pt x="3110" y="1881"/>
                    <a:pt x="3096" y="1881"/>
                  </a:cubicBezTo>
                  <a:cubicBezTo>
                    <a:pt x="3086" y="1881"/>
                    <a:pt x="3064" y="1861"/>
                    <a:pt x="3033" y="1816"/>
                  </a:cubicBezTo>
                  <a:cubicBezTo>
                    <a:pt x="2988" y="1767"/>
                    <a:pt x="2968" y="1745"/>
                    <a:pt x="2964" y="1745"/>
                  </a:cubicBezTo>
                  <a:lnTo>
                    <a:pt x="2964" y="1745"/>
                  </a:lnTo>
                  <a:cubicBezTo>
                    <a:pt x="2962" y="1745"/>
                    <a:pt x="2970" y="1759"/>
                    <a:pt x="2984" y="1784"/>
                  </a:cubicBezTo>
                  <a:lnTo>
                    <a:pt x="2952" y="1824"/>
                  </a:lnTo>
                  <a:cubicBezTo>
                    <a:pt x="2944" y="1832"/>
                    <a:pt x="2984" y="1881"/>
                    <a:pt x="3033" y="1913"/>
                  </a:cubicBezTo>
                  <a:cubicBezTo>
                    <a:pt x="2979" y="1880"/>
                    <a:pt x="2935" y="1860"/>
                    <a:pt x="2917" y="1860"/>
                  </a:cubicBezTo>
                  <a:cubicBezTo>
                    <a:pt x="2899" y="1860"/>
                    <a:pt x="2904" y="1878"/>
                    <a:pt x="2944" y="1922"/>
                  </a:cubicBezTo>
                  <a:lnTo>
                    <a:pt x="2927" y="1938"/>
                  </a:lnTo>
                  <a:cubicBezTo>
                    <a:pt x="2927" y="1946"/>
                    <a:pt x="2927" y="1946"/>
                    <a:pt x="2960" y="1995"/>
                  </a:cubicBezTo>
                  <a:cubicBezTo>
                    <a:pt x="2975" y="2013"/>
                    <a:pt x="2978" y="2020"/>
                    <a:pt x="2972" y="2020"/>
                  </a:cubicBezTo>
                  <a:cubicBezTo>
                    <a:pt x="2962" y="2020"/>
                    <a:pt x="2930" y="2002"/>
                    <a:pt x="2895" y="1986"/>
                  </a:cubicBezTo>
                  <a:cubicBezTo>
                    <a:pt x="2857" y="1965"/>
                    <a:pt x="2823" y="1943"/>
                    <a:pt x="2816" y="1943"/>
                  </a:cubicBezTo>
                  <a:lnTo>
                    <a:pt x="2816" y="1943"/>
                  </a:lnTo>
                  <a:cubicBezTo>
                    <a:pt x="2813" y="1943"/>
                    <a:pt x="2817" y="1949"/>
                    <a:pt x="2830" y="1962"/>
                  </a:cubicBezTo>
                  <a:cubicBezTo>
                    <a:pt x="2879" y="2003"/>
                    <a:pt x="2919" y="2051"/>
                    <a:pt x="2952" y="2100"/>
                  </a:cubicBezTo>
                  <a:cubicBezTo>
                    <a:pt x="2966" y="2117"/>
                    <a:pt x="2968" y="2124"/>
                    <a:pt x="2963" y="2124"/>
                  </a:cubicBezTo>
                  <a:cubicBezTo>
                    <a:pt x="2954" y="2124"/>
                    <a:pt x="2921" y="2102"/>
                    <a:pt x="2895" y="2076"/>
                  </a:cubicBezTo>
                  <a:cubicBezTo>
                    <a:pt x="2871" y="2043"/>
                    <a:pt x="2830" y="2027"/>
                    <a:pt x="2790" y="2011"/>
                  </a:cubicBezTo>
                  <a:lnTo>
                    <a:pt x="2790" y="2011"/>
                  </a:lnTo>
                  <a:cubicBezTo>
                    <a:pt x="2782" y="2019"/>
                    <a:pt x="2765" y="2035"/>
                    <a:pt x="2814" y="2076"/>
                  </a:cubicBezTo>
                  <a:cubicBezTo>
                    <a:pt x="2851" y="2107"/>
                    <a:pt x="2831" y="2143"/>
                    <a:pt x="2798" y="2143"/>
                  </a:cubicBezTo>
                  <a:cubicBezTo>
                    <a:pt x="2788" y="2143"/>
                    <a:pt x="2776" y="2140"/>
                    <a:pt x="2765" y="2132"/>
                  </a:cubicBezTo>
                  <a:lnTo>
                    <a:pt x="2749" y="2149"/>
                  </a:lnTo>
                  <a:cubicBezTo>
                    <a:pt x="2741" y="2157"/>
                    <a:pt x="2773" y="2205"/>
                    <a:pt x="2773" y="2213"/>
                  </a:cubicBezTo>
                  <a:cubicBezTo>
                    <a:pt x="2773" y="2213"/>
                    <a:pt x="2765" y="2222"/>
                    <a:pt x="2798" y="2270"/>
                  </a:cubicBezTo>
                  <a:cubicBezTo>
                    <a:pt x="2794" y="2273"/>
                    <a:pt x="2791" y="2277"/>
                    <a:pt x="2786" y="2277"/>
                  </a:cubicBezTo>
                  <a:cubicBezTo>
                    <a:pt x="2778" y="2277"/>
                    <a:pt x="2765" y="2270"/>
                    <a:pt x="2741" y="2246"/>
                  </a:cubicBezTo>
                  <a:lnTo>
                    <a:pt x="2741" y="2246"/>
                  </a:lnTo>
                  <a:cubicBezTo>
                    <a:pt x="2784" y="2293"/>
                    <a:pt x="2804" y="2315"/>
                    <a:pt x="2799" y="2315"/>
                  </a:cubicBezTo>
                  <a:cubicBezTo>
                    <a:pt x="2795" y="2315"/>
                    <a:pt x="2771" y="2297"/>
                    <a:pt x="2725" y="2262"/>
                  </a:cubicBezTo>
                  <a:cubicBezTo>
                    <a:pt x="2681" y="2227"/>
                    <a:pt x="2659" y="2208"/>
                    <a:pt x="2657" y="2208"/>
                  </a:cubicBezTo>
                  <a:lnTo>
                    <a:pt x="2657" y="2208"/>
                  </a:lnTo>
                  <a:cubicBezTo>
                    <a:pt x="2655" y="2208"/>
                    <a:pt x="2675" y="2229"/>
                    <a:pt x="2717" y="2270"/>
                  </a:cubicBezTo>
                  <a:cubicBezTo>
                    <a:pt x="2740" y="2299"/>
                    <a:pt x="2750" y="2310"/>
                    <a:pt x="2743" y="2310"/>
                  </a:cubicBezTo>
                  <a:cubicBezTo>
                    <a:pt x="2738" y="2310"/>
                    <a:pt x="2724" y="2305"/>
                    <a:pt x="2700" y="2295"/>
                  </a:cubicBezTo>
                  <a:cubicBezTo>
                    <a:pt x="2679" y="2276"/>
                    <a:pt x="2665" y="2268"/>
                    <a:pt x="2661" y="2268"/>
                  </a:cubicBezTo>
                  <a:lnTo>
                    <a:pt x="2661" y="2268"/>
                  </a:lnTo>
                  <a:cubicBezTo>
                    <a:pt x="2656" y="2268"/>
                    <a:pt x="2666" y="2280"/>
                    <a:pt x="2692" y="2303"/>
                  </a:cubicBezTo>
                  <a:cubicBezTo>
                    <a:pt x="2747" y="2357"/>
                    <a:pt x="2776" y="2405"/>
                    <a:pt x="2761" y="2405"/>
                  </a:cubicBezTo>
                  <a:cubicBezTo>
                    <a:pt x="2754" y="2405"/>
                    <a:pt x="2737" y="2394"/>
                    <a:pt x="2709" y="2367"/>
                  </a:cubicBezTo>
                  <a:lnTo>
                    <a:pt x="2709" y="2367"/>
                  </a:lnTo>
                  <a:cubicBezTo>
                    <a:pt x="2709" y="2367"/>
                    <a:pt x="2700" y="2376"/>
                    <a:pt x="2741" y="2424"/>
                  </a:cubicBezTo>
                  <a:cubicBezTo>
                    <a:pt x="2782" y="2470"/>
                    <a:pt x="2803" y="2492"/>
                    <a:pt x="2801" y="2492"/>
                  </a:cubicBezTo>
                  <a:cubicBezTo>
                    <a:pt x="2799" y="2492"/>
                    <a:pt x="2776" y="2472"/>
                    <a:pt x="2733" y="2432"/>
                  </a:cubicBezTo>
                  <a:cubicBezTo>
                    <a:pt x="2691" y="2404"/>
                    <a:pt x="2665" y="2390"/>
                    <a:pt x="2657" y="2390"/>
                  </a:cubicBezTo>
                  <a:cubicBezTo>
                    <a:pt x="2645" y="2390"/>
                    <a:pt x="2663" y="2414"/>
                    <a:pt x="2709" y="2465"/>
                  </a:cubicBezTo>
                  <a:cubicBezTo>
                    <a:pt x="2709" y="2465"/>
                    <a:pt x="2733" y="2489"/>
                    <a:pt x="2718" y="2489"/>
                  </a:cubicBezTo>
                  <a:cubicBezTo>
                    <a:pt x="2713" y="2489"/>
                    <a:pt x="2705" y="2487"/>
                    <a:pt x="2692" y="2481"/>
                  </a:cubicBezTo>
                  <a:cubicBezTo>
                    <a:pt x="2674" y="2473"/>
                    <a:pt x="2651" y="2469"/>
                    <a:pt x="2633" y="2469"/>
                  </a:cubicBezTo>
                  <a:cubicBezTo>
                    <a:pt x="2593" y="2469"/>
                    <a:pt x="2570" y="2488"/>
                    <a:pt x="2636" y="2538"/>
                  </a:cubicBezTo>
                  <a:lnTo>
                    <a:pt x="2619" y="2554"/>
                  </a:lnTo>
                  <a:cubicBezTo>
                    <a:pt x="2599" y="2545"/>
                    <a:pt x="2585" y="2541"/>
                    <a:pt x="2577" y="2541"/>
                  </a:cubicBezTo>
                  <a:cubicBezTo>
                    <a:pt x="2562" y="2541"/>
                    <a:pt x="2566" y="2555"/>
                    <a:pt x="2587" y="2586"/>
                  </a:cubicBezTo>
                  <a:lnTo>
                    <a:pt x="2627" y="2635"/>
                  </a:lnTo>
                  <a:cubicBezTo>
                    <a:pt x="2584" y="2599"/>
                    <a:pt x="2540" y="2569"/>
                    <a:pt x="2526" y="2569"/>
                  </a:cubicBezTo>
                  <a:cubicBezTo>
                    <a:pt x="2524" y="2569"/>
                    <a:pt x="2523" y="2569"/>
                    <a:pt x="2522" y="2570"/>
                  </a:cubicBezTo>
                  <a:cubicBezTo>
                    <a:pt x="2514" y="2578"/>
                    <a:pt x="2514" y="2578"/>
                    <a:pt x="2554" y="2619"/>
                  </a:cubicBezTo>
                  <a:cubicBezTo>
                    <a:pt x="2611" y="2651"/>
                    <a:pt x="2603" y="2659"/>
                    <a:pt x="2595" y="2667"/>
                  </a:cubicBezTo>
                  <a:cubicBezTo>
                    <a:pt x="2594" y="2668"/>
                    <a:pt x="2593" y="2669"/>
                    <a:pt x="2591" y="2669"/>
                  </a:cubicBezTo>
                  <a:cubicBezTo>
                    <a:pt x="2575" y="2669"/>
                    <a:pt x="2526" y="2639"/>
                    <a:pt x="2490" y="2603"/>
                  </a:cubicBezTo>
                  <a:lnTo>
                    <a:pt x="2482" y="2611"/>
                  </a:lnTo>
                  <a:cubicBezTo>
                    <a:pt x="2537" y="2661"/>
                    <a:pt x="2555" y="2683"/>
                    <a:pt x="2551" y="2683"/>
                  </a:cubicBezTo>
                  <a:cubicBezTo>
                    <a:pt x="2548" y="2683"/>
                    <a:pt x="2537" y="2675"/>
                    <a:pt x="2522" y="2659"/>
                  </a:cubicBezTo>
                  <a:cubicBezTo>
                    <a:pt x="2491" y="2641"/>
                    <a:pt x="2474" y="2636"/>
                    <a:pt x="2464" y="2636"/>
                  </a:cubicBezTo>
                  <a:cubicBezTo>
                    <a:pt x="2456" y="2636"/>
                    <a:pt x="2453" y="2640"/>
                    <a:pt x="2449" y="2643"/>
                  </a:cubicBezTo>
                  <a:lnTo>
                    <a:pt x="2409" y="2603"/>
                  </a:lnTo>
                  <a:cubicBezTo>
                    <a:pt x="2394" y="2594"/>
                    <a:pt x="2386" y="2591"/>
                    <a:pt x="2384" y="2591"/>
                  </a:cubicBezTo>
                  <a:lnTo>
                    <a:pt x="2384" y="2591"/>
                  </a:lnTo>
                  <a:cubicBezTo>
                    <a:pt x="2376" y="2591"/>
                    <a:pt x="2411" y="2621"/>
                    <a:pt x="2441" y="2651"/>
                  </a:cubicBezTo>
                  <a:lnTo>
                    <a:pt x="2425" y="2667"/>
                  </a:lnTo>
                  <a:cubicBezTo>
                    <a:pt x="2417" y="2676"/>
                    <a:pt x="2409" y="2684"/>
                    <a:pt x="2465" y="2716"/>
                  </a:cubicBezTo>
                  <a:cubicBezTo>
                    <a:pt x="2506" y="2757"/>
                    <a:pt x="2554" y="2797"/>
                    <a:pt x="2546" y="2805"/>
                  </a:cubicBezTo>
                  <a:cubicBezTo>
                    <a:pt x="2502" y="2768"/>
                    <a:pt x="2464" y="2731"/>
                    <a:pt x="2452" y="2731"/>
                  </a:cubicBezTo>
                  <a:cubicBezTo>
                    <a:pt x="2451" y="2731"/>
                    <a:pt x="2450" y="2732"/>
                    <a:pt x="2449" y="2732"/>
                  </a:cubicBezTo>
                  <a:cubicBezTo>
                    <a:pt x="2448" y="2733"/>
                    <a:pt x="2447" y="2733"/>
                    <a:pt x="2446" y="2733"/>
                  </a:cubicBezTo>
                  <a:cubicBezTo>
                    <a:pt x="2433" y="2733"/>
                    <a:pt x="2392" y="2700"/>
                    <a:pt x="2392" y="2700"/>
                  </a:cubicBezTo>
                  <a:cubicBezTo>
                    <a:pt x="2365" y="2669"/>
                    <a:pt x="2348" y="2658"/>
                    <a:pt x="2340" y="2658"/>
                  </a:cubicBezTo>
                  <a:cubicBezTo>
                    <a:pt x="2324" y="2658"/>
                    <a:pt x="2339" y="2700"/>
                    <a:pt x="2360" y="2732"/>
                  </a:cubicBezTo>
                  <a:cubicBezTo>
                    <a:pt x="2400" y="2785"/>
                    <a:pt x="2415" y="2812"/>
                    <a:pt x="2407" y="2812"/>
                  </a:cubicBezTo>
                  <a:cubicBezTo>
                    <a:pt x="2400" y="2812"/>
                    <a:pt x="2376" y="2794"/>
                    <a:pt x="2336" y="2757"/>
                  </a:cubicBezTo>
                  <a:cubicBezTo>
                    <a:pt x="2315" y="2736"/>
                    <a:pt x="2304" y="2727"/>
                    <a:pt x="2301" y="2727"/>
                  </a:cubicBezTo>
                  <a:lnTo>
                    <a:pt x="2301" y="2727"/>
                  </a:lnTo>
                  <a:cubicBezTo>
                    <a:pt x="2292" y="2727"/>
                    <a:pt x="2352" y="2806"/>
                    <a:pt x="2449" y="2903"/>
                  </a:cubicBezTo>
                  <a:lnTo>
                    <a:pt x="2571" y="3032"/>
                  </a:lnTo>
                  <a:lnTo>
                    <a:pt x="2441" y="2911"/>
                  </a:lnTo>
                  <a:cubicBezTo>
                    <a:pt x="2339" y="2826"/>
                    <a:pt x="2293" y="2788"/>
                    <a:pt x="2282" y="2788"/>
                  </a:cubicBezTo>
                  <a:lnTo>
                    <a:pt x="2282" y="2788"/>
                  </a:lnTo>
                  <a:cubicBezTo>
                    <a:pt x="2274" y="2788"/>
                    <a:pt x="2290" y="2814"/>
                    <a:pt x="2319" y="2862"/>
                  </a:cubicBezTo>
                  <a:cubicBezTo>
                    <a:pt x="2333" y="2893"/>
                    <a:pt x="2339" y="2907"/>
                    <a:pt x="2335" y="2907"/>
                  </a:cubicBezTo>
                  <a:cubicBezTo>
                    <a:pt x="2332" y="2907"/>
                    <a:pt x="2322" y="2897"/>
                    <a:pt x="2303" y="2878"/>
                  </a:cubicBezTo>
                  <a:cubicBezTo>
                    <a:pt x="2279" y="2858"/>
                    <a:pt x="2265" y="2850"/>
                    <a:pt x="2253" y="2850"/>
                  </a:cubicBezTo>
                  <a:cubicBezTo>
                    <a:pt x="2242" y="2850"/>
                    <a:pt x="2234" y="2858"/>
                    <a:pt x="2222" y="2870"/>
                  </a:cubicBezTo>
                  <a:cubicBezTo>
                    <a:pt x="2198" y="2886"/>
                    <a:pt x="2190" y="2894"/>
                    <a:pt x="2238" y="2943"/>
                  </a:cubicBezTo>
                  <a:lnTo>
                    <a:pt x="2222" y="2951"/>
                  </a:lnTo>
                  <a:cubicBezTo>
                    <a:pt x="2191" y="2928"/>
                    <a:pt x="2172" y="2918"/>
                    <a:pt x="2164" y="2918"/>
                  </a:cubicBezTo>
                  <a:cubicBezTo>
                    <a:pt x="2148" y="2918"/>
                    <a:pt x="2181" y="2961"/>
                    <a:pt x="2246" y="3016"/>
                  </a:cubicBezTo>
                  <a:lnTo>
                    <a:pt x="2230" y="3032"/>
                  </a:lnTo>
                  <a:lnTo>
                    <a:pt x="2190" y="2984"/>
                  </a:lnTo>
                  <a:cubicBezTo>
                    <a:pt x="2172" y="2969"/>
                    <a:pt x="2158" y="2962"/>
                    <a:pt x="2145" y="2962"/>
                  </a:cubicBezTo>
                  <a:cubicBezTo>
                    <a:pt x="2123" y="2962"/>
                    <a:pt x="2101" y="2983"/>
                    <a:pt x="2060" y="3024"/>
                  </a:cubicBezTo>
                  <a:cubicBezTo>
                    <a:pt x="1987" y="3089"/>
                    <a:pt x="1979" y="3097"/>
                    <a:pt x="2060" y="3186"/>
                  </a:cubicBezTo>
                  <a:cubicBezTo>
                    <a:pt x="2103" y="3234"/>
                    <a:pt x="2121" y="3259"/>
                    <a:pt x="2115" y="3259"/>
                  </a:cubicBezTo>
                  <a:cubicBezTo>
                    <a:pt x="2109" y="3259"/>
                    <a:pt x="2085" y="3240"/>
                    <a:pt x="2044" y="3203"/>
                  </a:cubicBezTo>
                  <a:cubicBezTo>
                    <a:pt x="2016" y="3169"/>
                    <a:pt x="1985" y="3144"/>
                    <a:pt x="1980" y="3144"/>
                  </a:cubicBezTo>
                  <a:lnTo>
                    <a:pt x="1980" y="3144"/>
                  </a:lnTo>
                  <a:cubicBezTo>
                    <a:pt x="1978" y="3144"/>
                    <a:pt x="1982" y="3149"/>
                    <a:pt x="1995" y="3162"/>
                  </a:cubicBezTo>
                  <a:cubicBezTo>
                    <a:pt x="1995" y="3162"/>
                    <a:pt x="1991" y="3166"/>
                    <a:pt x="1981" y="3166"/>
                  </a:cubicBezTo>
                  <a:cubicBezTo>
                    <a:pt x="1971" y="3166"/>
                    <a:pt x="1955" y="3162"/>
                    <a:pt x="1930" y="3146"/>
                  </a:cubicBezTo>
                  <a:cubicBezTo>
                    <a:pt x="1891" y="3123"/>
                    <a:pt x="1869" y="3115"/>
                    <a:pt x="1859" y="3115"/>
                  </a:cubicBezTo>
                  <a:cubicBezTo>
                    <a:pt x="1841" y="3115"/>
                    <a:pt x="1866" y="3146"/>
                    <a:pt x="1898" y="3178"/>
                  </a:cubicBezTo>
                  <a:cubicBezTo>
                    <a:pt x="1937" y="3211"/>
                    <a:pt x="1950" y="3222"/>
                    <a:pt x="1947" y="3222"/>
                  </a:cubicBezTo>
                  <a:cubicBezTo>
                    <a:pt x="1944" y="3222"/>
                    <a:pt x="1917" y="3204"/>
                    <a:pt x="1890" y="3186"/>
                  </a:cubicBezTo>
                  <a:cubicBezTo>
                    <a:pt x="1851" y="3159"/>
                    <a:pt x="1817" y="3135"/>
                    <a:pt x="1811" y="3135"/>
                  </a:cubicBezTo>
                  <a:lnTo>
                    <a:pt x="1811" y="3135"/>
                  </a:lnTo>
                  <a:cubicBezTo>
                    <a:pt x="1808" y="3135"/>
                    <a:pt x="1812" y="3141"/>
                    <a:pt x="1825" y="3154"/>
                  </a:cubicBezTo>
                  <a:cubicBezTo>
                    <a:pt x="1853" y="3194"/>
                    <a:pt x="1854" y="3245"/>
                    <a:pt x="1824" y="3245"/>
                  </a:cubicBezTo>
                  <a:cubicBezTo>
                    <a:pt x="1811" y="3245"/>
                    <a:pt x="1793" y="3235"/>
                    <a:pt x="1768" y="3211"/>
                  </a:cubicBezTo>
                  <a:lnTo>
                    <a:pt x="1752" y="3227"/>
                  </a:lnTo>
                  <a:cubicBezTo>
                    <a:pt x="1792" y="3267"/>
                    <a:pt x="1776" y="3284"/>
                    <a:pt x="1760" y="3300"/>
                  </a:cubicBezTo>
                  <a:cubicBezTo>
                    <a:pt x="1753" y="3303"/>
                    <a:pt x="1748" y="3306"/>
                    <a:pt x="1741" y="3306"/>
                  </a:cubicBezTo>
                  <a:cubicBezTo>
                    <a:pt x="1732" y="3306"/>
                    <a:pt x="1719" y="3300"/>
                    <a:pt x="1695" y="3276"/>
                  </a:cubicBezTo>
                  <a:cubicBezTo>
                    <a:pt x="1681" y="3254"/>
                    <a:pt x="1671" y="3244"/>
                    <a:pt x="1667" y="3244"/>
                  </a:cubicBezTo>
                  <a:lnTo>
                    <a:pt x="1667" y="3244"/>
                  </a:lnTo>
                  <a:cubicBezTo>
                    <a:pt x="1662" y="3244"/>
                    <a:pt x="1665" y="3260"/>
                    <a:pt x="1679" y="3292"/>
                  </a:cubicBezTo>
                  <a:cubicBezTo>
                    <a:pt x="1671" y="3300"/>
                    <a:pt x="1744" y="3389"/>
                    <a:pt x="1736" y="3397"/>
                  </a:cubicBezTo>
                  <a:cubicBezTo>
                    <a:pt x="1776" y="3446"/>
                    <a:pt x="1809" y="3494"/>
                    <a:pt x="1800" y="3503"/>
                  </a:cubicBezTo>
                  <a:lnTo>
                    <a:pt x="1760" y="3462"/>
                  </a:lnTo>
                  <a:lnTo>
                    <a:pt x="1679" y="3373"/>
                  </a:lnTo>
                  <a:lnTo>
                    <a:pt x="1679" y="3373"/>
                  </a:lnTo>
                  <a:cubicBezTo>
                    <a:pt x="1663" y="3381"/>
                    <a:pt x="1655" y="3389"/>
                    <a:pt x="1695" y="3430"/>
                  </a:cubicBezTo>
                  <a:cubicBezTo>
                    <a:pt x="1669" y="3408"/>
                    <a:pt x="1655" y="3400"/>
                    <a:pt x="1644" y="3400"/>
                  </a:cubicBezTo>
                  <a:cubicBezTo>
                    <a:pt x="1635" y="3400"/>
                    <a:pt x="1630" y="3406"/>
                    <a:pt x="1622" y="3413"/>
                  </a:cubicBezTo>
                  <a:cubicBezTo>
                    <a:pt x="1606" y="3430"/>
                    <a:pt x="1590" y="3446"/>
                    <a:pt x="1622" y="3494"/>
                  </a:cubicBezTo>
                  <a:cubicBezTo>
                    <a:pt x="1590" y="3466"/>
                    <a:pt x="1564" y="3453"/>
                    <a:pt x="1546" y="3453"/>
                  </a:cubicBezTo>
                  <a:cubicBezTo>
                    <a:pt x="1513" y="3453"/>
                    <a:pt x="1507" y="3494"/>
                    <a:pt x="1549" y="3551"/>
                  </a:cubicBezTo>
                  <a:cubicBezTo>
                    <a:pt x="1572" y="3579"/>
                    <a:pt x="1579" y="3593"/>
                    <a:pt x="1573" y="3593"/>
                  </a:cubicBezTo>
                  <a:cubicBezTo>
                    <a:pt x="1567" y="3593"/>
                    <a:pt x="1554" y="3585"/>
                    <a:pt x="1533" y="3567"/>
                  </a:cubicBezTo>
                  <a:cubicBezTo>
                    <a:pt x="1511" y="3553"/>
                    <a:pt x="1499" y="3545"/>
                    <a:pt x="1495" y="3545"/>
                  </a:cubicBezTo>
                  <a:lnTo>
                    <a:pt x="1495" y="3545"/>
                  </a:lnTo>
                  <a:cubicBezTo>
                    <a:pt x="1491" y="3545"/>
                    <a:pt x="1499" y="3557"/>
                    <a:pt x="1517" y="3584"/>
                  </a:cubicBezTo>
                  <a:cubicBezTo>
                    <a:pt x="1528" y="3601"/>
                    <a:pt x="1530" y="3608"/>
                    <a:pt x="1524" y="3608"/>
                  </a:cubicBezTo>
                  <a:cubicBezTo>
                    <a:pt x="1514" y="3608"/>
                    <a:pt x="1483" y="3585"/>
                    <a:pt x="1452" y="3559"/>
                  </a:cubicBezTo>
                  <a:cubicBezTo>
                    <a:pt x="1404" y="3516"/>
                    <a:pt x="1380" y="3498"/>
                    <a:pt x="1372" y="3498"/>
                  </a:cubicBezTo>
                  <a:lnTo>
                    <a:pt x="1372" y="3498"/>
                  </a:lnTo>
                  <a:cubicBezTo>
                    <a:pt x="1365" y="3498"/>
                    <a:pt x="1372" y="3512"/>
                    <a:pt x="1387" y="3535"/>
                  </a:cubicBezTo>
                  <a:cubicBezTo>
                    <a:pt x="1403" y="3600"/>
                    <a:pt x="1387" y="3608"/>
                    <a:pt x="1379" y="3616"/>
                  </a:cubicBezTo>
                  <a:cubicBezTo>
                    <a:pt x="1403" y="3673"/>
                    <a:pt x="1395" y="3681"/>
                    <a:pt x="1444" y="3721"/>
                  </a:cubicBezTo>
                  <a:cubicBezTo>
                    <a:pt x="1468" y="3754"/>
                    <a:pt x="1492" y="3786"/>
                    <a:pt x="1509" y="3819"/>
                  </a:cubicBezTo>
                  <a:cubicBezTo>
                    <a:pt x="1518" y="3841"/>
                    <a:pt x="1518" y="3848"/>
                    <a:pt x="1514" y="3848"/>
                  </a:cubicBezTo>
                  <a:cubicBezTo>
                    <a:pt x="1508" y="3848"/>
                    <a:pt x="1496" y="3832"/>
                    <a:pt x="1500" y="3827"/>
                  </a:cubicBezTo>
                  <a:cubicBezTo>
                    <a:pt x="1484" y="3770"/>
                    <a:pt x="1468" y="3770"/>
                    <a:pt x="1419" y="3738"/>
                  </a:cubicBezTo>
                  <a:cubicBezTo>
                    <a:pt x="1399" y="3717"/>
                    <a:pt x="1383" y="3711"/>
                    <a:pt x="1371" y="3711"/>
                  </a:cubicBezTo>
                  <a:cubicBezTo>
                    <a:pt x="1359" y="3711"/>
                    <a:pt x="1350" y="3717"/>
                    <a:pt x="1346" y="3721"/>
                  </a:cubicBezTo>
                  <a:lnTo>
                    <a:pt x="1314" y="3746"/>
                  </a:lnTo>
                  <a:cubicBezTo>
                    <a:pt x="1291" y="3737"/>
                    <a:pt x="1275" y="3733"/>
                    <a:pt x="1266" y="3733"/>
                  </a:cubicBezTo>
                  <a:cubicBezTo>
                    <a:pt x="1250" y="3733"/>
                    <a:pt x="1256" y="3747"/>
                    <a:pt x="1282" y="3778"/>
                  </a:cubicBezTo>
                  <a:lnTo>
                    <a:pt x="1314" y="3819"/>
                  </a:lnTo>
                  <a:cubicBezTo>
                    <a:pt x="1290" y="3795"/>
                    <a:pt x="1265" y="3785"/>
                    <a:pt x="1242" y="3785"/>
                  </a:cubicBezTo>
                  <a:cubicBezTo>
                    <a:pt x="1187" y="3785"/>
                    <a:pt x="1151" y="3845"/>
                    <a:pt x="1209" y="3908"/>
                  </a:cubicBezTo>
                  <a:lnTo>
                    <a:pt x="1168" y="3867"/>
                  </a:lnTo>
                  <a:cubicBezTo>
                    <a:pt x="1145" y="3840"/>
                    <a:pt x="1133" y="3831"/>
                    <a:pt x="1122" y="3831"/>
                  </a:cubicBezTo>
                  <a:cubicBezTo>
                    <a:pt x="1113" y="3831"/>
                    <a:pt x="1106" y="3836"/>
                    <a:pt x="1095" y="3843"/>
                  </a:cubicBezTo>
                  <a:cubicBezTo>
                    <a:pt x="1087" y="3843"/>
                    <a:pt x="1095" y="3916"/>
                    <a:pt x="1071" y="3932"/>
                  </a:cubicBezTo>
                  <a:cubicBezTo>
                    <a:pt x="1038" y="3957"/>
                    <a:pt x="1014" y="3981"/>
                    <a:pt x="1063" y="4013"/>
                  </a:cubicBezTo>
                  <a:cubicBezTo>
                    <a:pt x="1060" y="4016"/>
                    <a:pt x="1058" y="4018"/>
                    <a:pt x="1056" y="4018"/>
                  </a:cubicBezTo>
                  <a:cubicBezTo>
                    <a:pt x="1050" y="4018"/>
                    <a:pt x="1040" y="4009"/>
                    <a:pt x="1006" y="3981"/>
                  </a:cubicBezTo>
                  <a:cubicBezTo>
                    <a:pt x="982" y="3957"/>
                    <a:pt x="969" y="3950"/>
                    <a:pt x="961" y="3950"/>
                  </a:cubicBezTo>
                  <a:cubicBezTo>
                    <a:pt x="956" y="3950"/>
                    <a:pt x="952" y="3953"/>
                    <a:pt x="949" y="3957"/>
                  </a:cubicBezTo>
                  <a:cubicBezTo>
                    <a:pt x="941" y="3957"/>
                    <a:pt x="990" y="3997"/>
                    <a:pt x="1038" y="4030"/>
                  </a:cubicBezTo>
                  <a:cubicBezTo>
                    <a:pt x="1069" y="4055"/>
                    <a:pt x="1077" y="4068"/>
                    <a:pt x="1063" y="4068"/>
                  </a:cubicBezTo>
                  <a:cubicBezTo>
                    <a:pt x="1055" y="4068"/>
                    <a:pt x="1038" y="4063"/>
                    <a:pt x="1014" y="4054"/>
                  </a:cubicBezTo>
                  <a:cubicBezTo>
                    <a:pt x="997" y="4047"/>
                    <a:pt x="981" y="4044"/>
                    <a:pt x="968" y="4044"/>
                  </a:cubicBezTo>
                  <a:cubicBezTo>
                    <a:pt x="933" y="4044"/>
                    <a:pt x="919" y="4067"/>
                    <a:pt x="949" y="4103"/>
                  </a:cubicBezTo>
                  <a:cubicBezTo>
                    <a:pt x="946" y="4103"/>
                    <a:pt x="944" y="4103"/>
                    <a:pt x="939" y="4103"/>
                  </a:cubicBezTo>
                  <a:cubicBezTo>
                    <a:pt x="930" y="4103"/>
                    <a:pt x="914" y="4100"/>
                    <a:pt x="876" y="4078"/>
                  </a:cubicBezTo>
                  <a:cubicBezTo>
                    <a:pt x="847" y="4067"/>
                    <a:pt x="814" y="4058"/>
                    <a:pt x="796" y="4058"/>
                  </a:cubicBezTo>
                  <a:cubicBezTo>
                    <a:pt x="774" y="4058"/>
                    <a:pt x="775" y="4071"/>
                    <a:pt x="828" y="4111"/>
                  </a:cubicBezTo>
                  <a:cubicBezTo>
                    <a:pt x="825" y="4113"/>
                    <a:pt x="823" y="4115"/>
                    <a:pt x="820" y="4115"/>
                  </a:cubicBezTo>
                  <a:cubicBezTo>
                    <a:pt x="813" y="4115"/>
                    <a:pt x="801" y="4108"/>
                    <a:pt x="763" y="4086"/>
                  </a:cubicBezTo>
                  <a:cubicBezTo>
                    <a:pt x="729" y="4074"/>
                    <a:pt x="695" y="4061"/>
                    <a:pt x="686" y="4061"/>
                  </a:cubicBezTo>
                  <a:cubicBezTo>
                    <a:pt x="679" y="4061"/>
                    <a:pt x="692" y="4072"/>
                    <a:pt x="746" y="4103"/>
                  </a:cubicBezTo>
                  <a:cubicBezTo>
                    <a:pt x="777" y="4133"/>
                    <a:pt x="771" y="4149"/>
                    <a:pt x="733" y="4149"/>
                  </a:cubicBezTo>
                  <a:cubicBezTo>
                    <a:pt x="720" y="4149"/>
                    <a:pt x="703" y="4147"/>
                    <a:pt x="682" y="4143"/>
                  </a:cubicBezTo>
                  <a:lnTo>
                    <a:pt x="682" y="4143"/>
                  </a:lnTo>
                  <a:cubicBezTo>
                    <a:pt x="673" y="4151"/>
                    <a:pt x="657" y="4159"/>
                    <a:pt x="722" y="4184"/>
                  </a:cubicBezTo>
                  <a:lnTo>
                    <a:pt x="787" y="4208"/>
                  </a:lnTo>
                  <a:cubicBezTo>
                    <a:pt x="721" y="4189"/>
                    <a:pt x="687" y="4178"/>
                    <a:pt x="682" y="4178"/>
                  </a:cubicBezTo>
                  <a:lnTo>
                    <a:pt x="682" y="4178"/>
                  </a:lnTo>
                  <a:cubicBezTo>
                    <a:pt x="677" y="4178"/>
                    <a:pt x="707" y="4191"/>
                    <a:pt x="771" y="4216"/>
                  </a:cubicBezTo>
                  <a:cubicBezTo>
                    <a:pt x="808" y="4230"/>
                    <a:pt x="822" y="4239"/>
                    <a:pt x="813" y="4239"/>
                  </a:cubicBezTo>
                  <a:cubicBezTo>
                    <a:pt x="807" y="4239"/>
                    <a:pt x="790" y="4234"/>
                    <a:pt x="763" y="4224"/>
                  </a:cubicBezTo>
                  <a:cubicBezTo>
                    <a:pt x="726" y="4216"/>
                    <a:pt x="706" y="4214"/>
                    <a:pt x="695" y="4214"/>
                  </a:cubicBezTo>
                  <a:cubicBezTo>
                    <a:pt x="684" y="4214"/>
                    <a:pt x="682" y="4216"/>
                    <a:pt x="682" y="4216"/>
                  </a:cubicBezTo>
                  <a:cubicBezTo>
                    <a:pt x="673" y="4224"/>
                    <a:pt x="698" y="4273"/>
                    <a:pt x="657" y="4305"/>
                  </a:cubicBezTo>
                  <a:cubicBezTo>
                    <a:pt x="584" y="4346"/>
                    <a:pt x="560" y="4362"/>
                    <a:pt x="633" y="4378"/>
                  </a:cubicBezTo>
                  <a:cubicBezTo>
                    <a:pt x="679" y="4394"/>
                    <a:pt x="696" y="4399"/>
                    <a:pt x="680" y="4399"/>
                  </a:cubicBezTo>
                  <a:cubicBezTo>
                    <a:pt x="670" y="4399"/>
                    <a:pt x="649" y="4397"/>
                    <a:pt x="617" y="4394"/>
                  </a:cubicBezTo>
                  <a:cubicBezTo>
                    <a:pt x="582" y="4388"/>
                    <a:pt x="560" y="4385"/>
                    <a:pt x="544" y="4385"/>
                  </a:cubicBezTo>
                  <a:cubicBezTo>
                    <a:pt x="523" y="4385"/>
                    <a:pt x="516" y="4390"/>
                    <a:pt x="511" y="4394"/>
                  </a:cubicBezTo>
                  <a:cubicBezTo>
                    <a:pt x="507" y="4398"/>
                    <a:pt x="503" y="4400"/>
                    <a:pt x="490" y="4400"/>
                  </a:cubicBezTo>
                  <a:cubicBezTo>
                    <a:pt x="477" y="4400"/>
                    <a:pt x="455" y="4398"/>
                    <a:pt x="414" y="4394"/>
                  </a:cubicBezTo>
                  <a:lnTo>
                    <a:pt x="414" y="4394"/>
                  </a:lnTo>
                  <a:cubicBezTo>
                    <a:pt x="487" y="4411"/>
                    <a:pt x="487" y="4411"/>
                    <a:pt x="479" y="4419"/>
                  </a:cubicBezTo>
                  <a:cubicBezTo>
                    <a:pt x="448" y="4413"/>
                    <a:pt x="428" y="4410"/>
                    <a:pt x="418" y="4410"/>
                  </a:cubicBezTo>
                  <a:cubicBezTo>
                    <a:pt x="403" y="4410"/>
                    <a:pt x="418" y="4417"/>
                    <a:pt x="463" y="4427"/>
                  </a:cubicBezTo>
                  <a:cubicBezTo>
                    <a:pt x="540" y="4443"/>
                    <a:pt x="580" y="4449"/>
                    <a:pt x="580" y="4449"/>
                  </a:cubicBezTo>
                  <a:cubicBezTo>
                    <a:pt x="580" y="4449"/>
                    <a:pt x="540" y="4443"/>
                    <a:pt x="455" y="4435"/>
                  </a:cubicBezTo>
                  <a:cubicBezTo>
                    <a:pt x="425" y="4432"/>
                    <a:pt x="392" y="4431"/>
                    <a:pt x="366" y="4431"/>
                  </a:cubicBezTo>
                  <a:cubicBezTo>
                    <a:pt x="313" y="4431"/>
                    <a:pt x="284" y="4435"/>
                    <a:pt x="349" y="4435"/>
                  </a:cubicBezTo>
                  <a:cubicBezTo>
                    <a:pt x="398" y="4443"/>
                    <a:pt x="446" y="4459"/>
                    <a:pt x="495" y="4475"/>
                  </a:cubicBezTo>
                  <a:cubicBezTo>
                    <a:pt x="490" y="4475"/>
                    <a:pt x="484" y="4479"/>
                    <a:pt x="455" y="4479"/>
                  </a:cubicBezTo>
                  <a:cubicBezTo>
                    <a:pt x="440" y="4479"/>
                    <a:pt x="419" y="4478"/>
                    <a:pt x="390" y="4475"/>
                  </a:cubicBezTo>
                  <a:lnTo>
                    <a:pt x="390" y="4475"/>
                  </a:lnTo>
                  <a:cubicBezTo>
                    <a:pt x="292" y="4475"/>
                    <a:pt x="333" y="4508"/>
                    <a:pt x="414" y="4524"/>
                  </a:cubicBezTo>
                  <a:cubicBezTo>
                    <a:pt x="479" y="4524"/>
                    <a:pt x="497" y="4528"/>
                    <a:pt x="473" y="4528"/>
                  </a:cubicBezTo>
                  <a:cubicBezTo>
                    <a:pt x="461" y="4528"/>
                    <a:pt x="438" y="4527"/>
                    <a:pt x="406" y="4524"/>
                  </a:cubicBezTo>
                  <a:cubicBezTo>
                    <a:pt x="317" y="4524"/>
                    <a:pt x="309" y="4524"/>
                    <a:pt x="301" y="4532"/>
                  </a:cubicBezTo>
                  <a:cubicBezTo>
                    <a:pt x="341" y="4536"/>
                    <a:pt x="339" y="4538"/>
                    <a:pt x="315" y="4538"/>
                  </a:cubicBezTo>
                  <a:cubicBezTo>
                    <a:pt x="290" y="4538"/>
                    <a:pt x="244" y="4536"/>
                    <a:pt x="195" y="4532"/>
                  </a:cubicBezTo>
                  <a:cubicBezTo>
                    <a:pt x="171" y="4530"/>
                    <a:pt x="153" y="4529"/>
                    <a:pt x="139" y="4529"/>
                  </a:cubicBezTo>
                  <a:cubicBezTo>
                    <a:pt x="105" y="4529"/>
                    <a:pt x="93" y="4535"/>
                    <a:pt x="82" y="4540"/>
                  </a:cubicBezTo>
                  <a:cubicBezTo>
                    <a:pt x="171" y="4557"/>
                    <a:pt x="122" y="4573"/>
                    <a:pt x="98" y="4597"/>
                  </a:cubicBezTo>
                  <a:cubicBezTo>
                    <a:pt x="49" y="4621"/>
                    <a:pt x="138" y="4630"/>
                    <a:pt x="333" y="4638"/>
                  </a:cubicBezTo>
                  <a:lnTo>
                    <a:pt x="317" y="4638"/>
                  </a:lnTo>
                  <a:lnTo>
                    <a:pt x="1" y="4654"/>
                  </a:lnTo>
                  <a:cubicBezTo>
                    <a:pt x="33" y="4658"/>
                    <a:pt x="65" y="4660"/>
                    <a:pt x="98" y="4660"/>
                  </a:cubicBezTo>
                  <a:cubicBezTo>
                    <a:pt x="130" y="4660"/>
                    <a:pt x="163" y="4658"/>
                    <a:pt x="195" y="4654"/>
                  </a:cubicBezTo>
                  <a:lnTo>
                    <a:pt x="268" y="4654"/>
                  </a:lnTo>
                  <a:cubicBezTo>
                    <a:pt x="284" y="4654"/>
                    <a:pt x="252" y="4662"/>
                    <a:pt x="171" y="4670"/>
                  </a:cubicBezTo>
                  <a:cubicBezTo>
                    <a:pt x="41" y="4686"/>
                    <a:pt x="82" y="4694"/>
                    <a:pt x="179" y="4694"/>
                  </a:cubicBezTo>
                  <a:cubicBezTo>
                    <a:pt x="187" y="4694"/>
                    <a:pt x="195" y="4703"/>
                    <a:pt x="98" y="4711"/>
                  </a:cubicBezTo>
                  <a:cubicBezTo>
                    <a:pt x="102" y="4715"/>
                    <a:pt x="104" y="4717"/>
                    <a:pt x="118" y="4717"/>
                  </a:cubicBezTo>
                  <a:cubicBezTo>
                    <a:pt x="132" y="4717"/>
                    <a:pt x="159" y="4715"/>
                    <a:pt x="211" y="4711"/>
                  </a:cubicBezTo>
                  <a:cubicBezTo>
                    <a:pt x="242" y="4708"/>
                    <a:pt x="265" y="4707"/>
                    <a:pt x="279" y="4707"/>
                  </a:cubicBezTo>
                  <a:cubicBezTo>
                    <a:pt x="312" y="4707"/>
                    <a:pt x="296" y="4713"/>
                    <a:pt x="228" y="4719"/>
                  </a:cubicBezTo>
                  <a:cubicBezTo>
                    <a:pt x="61" y="4739"/>
                    <a:pt x="53" y="4753"/>
                    <a:pt x="110" y="4753"/>
                  </a:cubicBezTo>
                  <a:cubicBezTo>
                    <a:pt x="122" y="4753"/>
                    <a:pt x="137" y="4753"/>
                    <a:pt x="155" y="4751"/>
                  </a:cubicBezTo>
                  <a:cubicBezTo>
                    <a:pt x="190" y="4748"/>
                    <a:pt x="214" y="4748"/>
                    <a:pt x="231" y="4748"/>
                  </a:cubicBezTo>
                  <a:cubicBezTo>
                    <a:pt x="265" y="4748"/>
                    <a:pt x="271" y="4751"/>
                    <a:pt x="276" y="4751"/>
                  </a:cubicBezTo>
                  <a:cubicBezTo>
                    <a:pt x="276" y="4757"/>
                    <a:pt x="280" y="4763"/>
                    <a:pt x="320" y="4763"/>
                  </a:cubicBezTo>
                  <a:cubicBezTo>
                    <a:pt x="336" y="4763"/>
                    <a:pt x="359" y="4762"/>
                    <a:pt x="390" y="4759"/>
                  </a:cubicBezTo>
                  <a:lnTo>
                    <a:pt x="406" y="4767"/>
                  </a:lnTo>
                  <a:cubicBezTo>
                    <a:pt x="373" y="4775"/>
                    <a:pt x="341" y="4775"/>
                    <a:pt x="301" y="4775"/>
                  </a:cubicBezTo>
                  <a:lnTo>
                    <a:pt x="211" y="4792"/>
                  </a:lnTo>
                  <a:cubicBezTo>
                    <a:pt x="223" y="4797"/>
                    <a:pt x="230" y="4803"/>
                    <a:pt x="271" y="4803"/>
                  </a:cubicBezTo>
                  <a:cubicBezTo>
                    <a:pt x="288" y="4803"/>
                    <a:pt x="310" y="4802"/>
                    <a:pt x="341" y="4800"/>
                  </a:cubicBezTo>
                  <a:cubicBezTo>
                    <a:pt x="438" y="4792"/>
                    <a:pt x="487" y="4786"/>
                    <a:pt x="488" y="4786"/>
                  </a:cubicBezTo>
                  <a:lnTo>
                    <a:pt x="488" y="4786"/>
                  </a:lnTo>
                  <a:cubicBezTo>
                    <a:pt x="489" y="4786"/>
                    <a:pt x="442" y="4792"/>
                    <a:pt x="349" y="4808"/>
                  </a:cubicBezTo>
                  <a:cubicBezTo>
                    <a:pt x="265" y="4815"/>
                    <a:pt x="194" y="4834"/>
                    <a:pt x="237" y="4834"/>
                  </a:cubicBezTo>
                  <a:cubicBezTo>
                    <a:pt x="244" y="4834"/>
                    <a:pt x="255" y="4833"/>
                    <a:pt x="268" y="4832"/>
                  </a:cubicBezTo>
                  <a:cubicBezTo>
                    <a:pt x="340" y="4823"/>
                    <a:pt x="374" y="4820"/>
                    <a:pt x="384" y="4820"/>
                  </a:cubicBezTo>
                  <a:cubicBezTo>
                    <a:pt x="401" y="4820"/>
                    <a:pt x="346" y="4830"/>
                    <a:pt x="284" y="4840"/>
                  </a:cubicBezTo>
                  <a:cubicBezTo>
                    <a:pt x="166" y="4856"/>
                    <a:pt x="123" y="4861"/>
                    <a:pt x="163" y="4861"/>
                  </a:cubicBezTo>
                  <a:cubicBezTo>
                    <a:pt x="186" y="4861"/>
                    <a:pt x="237" y="4860"/>
                    <a:pt x="317" y="4857"/>
                  </a:cubicBezTo>
                  <a:cubicBezTo>
                    <a:pt x="333" y="4865"/>
                    <a:pt x="455" y="4873"/>
                    <a:pt x="471" y="4889"/>
                  </a:cubicBezTo>
                  <a:cubicBezTo>
                    <a:pt x="503" y="4913"/>
                    <a:pt x="519" y="4921"/>
                    <a:pt x="446" y="4946"/>
                  </a:cubicBezTo>
                  <a:cubicBezTo>
                    <a:pt x="345" y="4971"/>
                    <a:pt x="310" y="4984"/>
                    <a:pt x="316" y="4984"/>
                  </a:cubicBezTo>
                  <a:cubicBezTo>
                    <a:pt x="320" y="4984"/>
                    <a:pt x="338" y="4979"/>
                    <a:pt x="365" y="4970"/>
                  </a:cubicBezTo>
                  <a:cubicBezTo>
                    <a:pt x="465" y="4945"/>
                    <a:pt x="506" y="4936"/>
                    <a:pt x="529" y="4936"/>
                  </a:cubicBezTo>
                  <a:cubicBezTo>
                    <a:pt x="544" y="4936"/>
                    <a:pt x="551" y="4939"/>
                    <a:pt x="560" y="4946"/>
                  </a:cubicBezTo>
                  <a:cubicBezTo>
                    <a:pt x="534" y="4965"/>
                    <a:pt x="541" y="4971"/>
                    <a:pt x="564" y="4971"/>
                  </a:cubicBezTo>
                  <a:cubicBezTo>
                    <a:pt x="590" y="4971"/>
                    <a:pt x="638" y="4963"/>
                    <a:pt x="682" y="4954"/>
                  </a:cubicBezTo>
                  <a:lnTo>
                    <a:pt x="673" y="4946"/>
                  </a:lnTo>
                  <a:cubicBezTo>
                    <a:pt x="751" y="4921"/>
                    <a:pt x="789" y="4911"/>
                    <a:pt x="801" y="4911"/>
                  </a:cubicBezTo>
                  <a:cubicBezTo>
                    <a:pt x="813" y="4911"/>
                    <a:pt x="799" y="4921"/>
                    <a:pt x="771" y="4938"/>
                  </a:cubicBezTo>
                  <a:cubicBezTo>
                    <a:pt x="722" y="4962"/>
                    <a:pt x="673" y="4978"/>
                    <a:pt x="625" y="4986"/>
                  </a:cubicBezTo>
                  <a:cubicBezTo>
                    <a:pt x="552" y="5011"/>
                    <a:pt x="487" y="5043"/>
                    <a:pt x="495" y="5051"/>
                  </a:cubicBezTo>
                  <a:cubicBezTo>
                    <a:pt x="498" y="5054"/>
                    <a:pt x="501" y="5056"/>
                    <a:pt x="505" y="5056"/>
                  </a:cubicBezTo>
                  <a:cubicBezTo>
                    <a:pt x="515" y="5056"/>
                    <a:pt x="533" y="5048"/>
                    <a:pt x="576" y="5027"/>
                  </a:cubicBezTo>
                  <a:cubicBezTo>
                    <a:pt x="622" y="5011"/>
                    <a:pt x="639" y="5006"/>
                    <a:pt x="648" y="5006"/>
                  </a:cubicBezTo>
                  <a:cubicBezTo>
                    <a:pt x="652" y="5006"/>
                    <a:pt x="654" y="5008"/>
                    <a:pt x="657" y="5011"/>
                  </a:cubicBezTo>
                  <a:cubicBezTo>
                    <a:pt x="661" y="5014"/>
                    <a:pt x="664" y="5016"/>
                    <a:pt x="673" y="5016"/>
                  </a:cubicBezTo>
                  <a:cubicBezTo>
                    <a:pt x="685" y="5016"/>
                    <a:pt x="707" y="5012"/>
                    <a:pt x="755" y="5002"/>
                  </a:cubicBezTo>
                  <a:cubicBezTo>
                    <a:pt x="790" y="4985"/>
                    <a:pt x="809" y="4979"/>
                    <a:pt x="820" y="4979"/>
                  </a:cubicBezTo>
                  <a:cubicBezTo>
                    <a:pt x="828" y="4979"/>
                    <a:pt x="832" y="4983"/>
                    <a:pt x="836" y="4986"/>
                  </a:cubicBezTo>
                  <a:cubicBezTo>
                    <a:pt x="771" y="5019"/>
                    <a:pt x="787" y="5027"/>
                    <a:pt x="787" y="5027"/>
                  </a:cubicBezTo>
                  <a:lnTo>
                    <a:pt x="722" y="5051"/>
                  </a:lnTo>
                  <a:cubicBezTo>
                    <a:pt x="673" y="5075"/>
                    <a:pt x="633" y="5092"/>
                    <a:pt x="592" y="5116"/>
                  </a:cubicBezTo>
                  <a:cubicBezTo>
                    <a:pt x="593" y="5117"/>
                    <a:pt x="595" y="5117"/>
                    <a:pt x="597" y="5117"/>
                  </a:cubicBezTo>
                  <a:cubicBezTo>
                    <a:pt x="616" y="5117"/>
                    <a:pt x="673" y="5092"/>
                    <a:pt x="673" y="5092"/>
                  </a:cubicBezTo>
                  <a:cubicBezTo>
                    <a:pt x="679" y="5090"/>
                    <a:pt x="685" y="5089"/>
                    <a:pt x="693" y="5089"/>
                  </a:cubicBezTo>
                  <a:cubicBezTo>
                    <a:pt x="770" y="5089"/>
                    <a:pt x="935" y="5198"/>
                    <a:pt x="957" y="5213"/>
                  </a:cubicBezTo>
                  <a:cubicBezTo>
                    <a:pt x="937" y="5243"/>
                    <a:pt x="939" y="5261"/>
                    <a:pt x="952" y="5261"/>
                  </a:cubicBezTo>
                  <a:cubicBezTo>
                    <a:pt x="961" y="5261"/>
                    <a:pt x="974" y="5253"/>
                    <a:pt x="990" y="5238"/>
                  </a:cubicBezTo>
                  <a:cubicBezTo>
                    <a:pt x="1011" y="5222"/>
                    <a:pt x="1029" y="5216"/>
                    <a:pt x="1045" y="5216"/>
                  </a:cubicBezTo>
                  <a:cubicBezTo>
                    <a:pt x="1073" y="5216"/>
                    <a:pt x="1097" y="5234"/>
                    <a:pt x="1128" y="5254"/>
                  </a:cubicBezTo>
                  <a:cubicBezTo>
                    <a:pt x="1162" y="5278"/>
                    <a:pt x="1190" y="5297"/>
                    <a:pt x="1216" y="5297"/>
                  </a:cubicBezTo>
                  <a:cubicBezTo>
                    <a:pt x="1233" y="5297"/>
                    <a:pt x="1249" y="5289"/>
                    <a:pt x="1265" y="5270"/>
                  </a:cubicBezTo>
                  <a:lnTo>
                    <a:pt x="1290" y="5286"/>
                  </a:lnTo>
                  <a:cubicBezTo>
                    <a:pt x="1290" y="5287"/>
                    <a:pt x="1292" y="5287"/>
                    <a:pt x="1293" y="5287"/>
                  </a:cubicBezTo>
                  <a:cubicBezTo>
                    <a:pt x="1306" y="5287"/>
                    <a:pt x="1345" y="5261"/>
                    <a:pt x="1353" y="5261"/>
                  </a:cubicBezTo>
                  <a:cubicBezTo>
                    <a:pt x="1354" y="5261"/>
                    <a:pt x="1355" y="5261"/>
                    <a:pt x="1355" y="5262"/>
                  </a:cubicBezTo>
                  <a:cubicBezTo>
                    <a:pt x="1374" y="5243"/>
                    <a:pt x="1386" y="5232"/>
                    <a:pt x="1389" y="5232"/>
                  </a:cubicBezTo>
                  <a:lnTo>
                    <a:pt x="1389" y="5232"/>
                  </a:lnTo>
                  <a:cubicBezTo>
                    <a:pt x="1392" y="5232"/>
                    <a:pt x="1384" y="5245"/>
                    <a:pt x="1363" y="5270"/>
                  </a:cubicBezTo>
                  <a:cubicBezTo>
                    <a:pt x="1330" y="5319"/>
                    <a:pt x="1298" y="5367"/>
                    <a:pt x="1306" y="5375"/>
                  </a:cubicBezTo>
                  <a:cubicBezTo>
                    <a:pt x="1307" y="5376"/>
                    <a:pt x="1308" y="5376"/>
                    <a:pt x="1310" y="5376"/>
                  </a:cubicBezTo>
                  <a:cubicBezTo>
                    <a:pt x="1327" y="5376"/>
                    <a:pt x="1357" y="5331"/>
                    <a:pt x="1387" y="5278"/>
                  </a:cubicBezTo>
                  <a:cubicBezTo>
                    <a:pt x="1411" y="5242"/>
                    <a:pt x="1422" y="5237"/>
                    <a:pt x="1426" y="5237"/>
                  </a:cubicBezTo>
                  <a:cubicBezTo>
                    <a:pt x="1427" y="5237"/>
                    <a:pt x="1428" y="5238"/>
                    <a:pt x="1428" y="5238"/>
                  </a:cubicBezTo>
                  <a:cubicBezTo>
                    <a:pt x="1428" y="5238"/>
                    <a:pt x="1436" y="5238"/>
                    <a:pt x="1403" y="5294"/>
                  </a:cubicBezTo>
                  <a:lnTo>
                    <a:pt x="1338" y="5392"/>
                  </a:lnTo>
                  <a:lnTo>
                    <a:pt x="1346" y="5400"/>
                  </a:lnTo>
                  <a:cubicBezTo>
                    <a:pt x="1379" y="5351"/>
                    <a:pt x="1387" y="5351"/>
                    <a:pt x="1387" y="5351"/>
                  </a:cubicBezTo>
                  <a:lnTo>
                    <a:pt x="1387" y="5351"/>
                  </a:lnTo>
                  <a:cubicBezTo>
                    <a:pt x="1395" y="5359"/>
                    <a:pt x="1395" y="5359"/>
                    <a:pt x="1338" y="5465"/>
                  </a:cubicBezTo>
                  <a:cubicBezTo>
                    <a:pt x="1305" y="5515"/>
                    <a:pt x="1291" y="5542"/>
                    <a:pt x="1295" y="5542"/>
                  </a:cubicBezTo>
                  <a:cubicBezTo>
                    <a:pt x="1299" y="5542"/>
                    <a:pt x="1320" y="5519"/>
                    <a:pt x="1355" y="5473"/>
                  </a:cubicBezTo>
                  <a:lnTo>
                    <a:pt x="1403" y="5440"/>
                  </a:lnTo>
                  <a:lnTo>
                    <a:pt x="1403" y="5440"/>
                  </a:lnTo>
                  <a:cubicBezTo>
                    <a:pt x="1387" y="5476"/>
                    <a:pt x="1385" y="5490"/>
                    <a:pt x="1392" y="5490"/>
                  </a:cubicBezTo>
                  <a:cubicBezTo>
                    <a:pt x="1405" y="5490"/>
                    <a:pt x="1449" y="5440"/>
                    <a:pt x="1476" y="5408"/>
                  </a:cubicBezTo>
                  <a:lnTo>
                    <a:pt x="1476" y="5408"/>
                  </a:lnTo>
                  <a:cubicBezTo>
                    <a:pt x="1446" y="5469"/>
                    <a:pt x="1434" y="5500"/>
                    <a:pt x="1441" y="5500"/>
                  </a:cubicBezTo>
                  <a:cubicBezTo>
                    <a:pt x="1447" y="5500"/>
                    <a:pt x="1467" y="5477"/>
                    <a:pt x="1500" y="5432"/>
                  </a:cubicBezTo>
                  <a:cubicBezTo>
                    <a:pt x="1516" y="5406"/>
                    <a:pt x="1525" y="5393"/>
                    <a:pt x="1529" y="5393"/>
                  </a:cubicBezTo>
                  <a:lnTo>
                    <a:pt x="1529" y="5393"/>
                  </a:lnTo>
                  <a:cubicBezTo>
                    <a:pt x="1533" y="5393"/>
                    <a:pt x="1530" y="5410"/>
                    <a:pt x="1517" y="5440"/>
                  </a:cubicBezTo>
                  <a:cubicBezTo>
                    <a:pt x="1500" y="5497"/>
                    <a:pt x="1509" y="5505"/>
                    <a:pt x="1525" y="5521"/>
                  </a:cubicBezTo>
                  <a:cubicBezTo>
                    <a:pt x="1537" y="5506"/>
                    <a:pt x="1553" y="5500"/>
                    <a:pt x="1570" y="5500"/>
                  </a:cubicBezTo>
                  <a:cubicBezTo>
                    <a:pt x="1607" y="5500"/>
                    <a:pt x="1656" y="5531"/>
                    <a:pt x="1711" y="5570"/>
                  </a:cubicBezTo>
                  <a:cubicBezTo>
                    <a:pt x="1766" y="5603"/>
                    <a:pt x="1810" y="5633"/>
                    <a:pt x="1843" y="5633"/>
                  </a:cubicBezTo>
                  <a:cubicBezTo>
                    <a:pt x="1858" y="5633"/>
                    <a:pt x="1871" y="5626"/>
                    <a:pt x="1882" y="5611"/>
                  </a:cubicBezTo>
                  <a:cubicBezTo>
                    <a:pt x="1890" y="5611"/>
                    <a:pt x="1890" y="5611"/>
                    <a:pt x="1865" y="5675"/>
                  </a:cubicBezTo>
                  <a:cubicBezTo>
                    <a:pt x="1855" y="5697"/>
                    <a:pt x="1850" y="5711"/>
                    <a:pt x="1855" y="5711"/>
                  </a:cubicBezTo>
                  <a:cubicBezTo>
                    <a:pt x="1861" y="5711"/>
                    <a:pt x="1881" y="5689"/>
                    <a:pt x="1922" y="5635"/>
                  </a:cubicBezTo>
                  <a:cubicBezTo>
                    <a:pt x="1945" y="5607"/>
                    <a:pt x="1963" y="5579"/>
                    <a:pt x="1964" y="5579"/>
                  </a:cubicBezTo>
                  <a:lnTo>
                    <a:pt x="1964" y="5579"/>
                  </a:lnTo>
                  <a:cubicBezTo>
                    <a:pt x="1964" y="5579"/>
                    <a:pt x="1954" y="5594"/>
                    <a:pt x="1930" y="5635"/>
                  </a:cubicBezTo>
                  <a:cubicBezTo>
                    <a:pt x="1898" y="5692"/>
                    <a:pt x="1914" y="5700"/>
                    <a:pt x="1955" y="5724"/>
                  </a:cubicBezTo>
                  <a:cubicBezTo>
                    <a:pt x="1968" y="5737"/>
                    <a:pt x="1986" y="5751"/>
                    <a:pt x="2005" y="5751"/>
                  </a:cubicBezTo>
                  <a:cubicBezTo>
                    <a:pt x="2021" y="5751"/>
                    <a:pt x="2037" y="5742"/>
                    <a:pt x="2052" y="5716"/>
                  </a:cubicBezTo>
                  <a:cubicBezTo>
                    <a:pt x="2075" y="5701"/>
                    <a:pt x="2087" y="5693"/>
                    <a:pt x="2089" y="5693"/>
                  </a:cubicBezTo>
                  <a:lnTo>
                    <a:pt x="2089" y="5693"/>
                  </a:lnTo>
                  <a:cubicBezTo>
                    <a:pt x="2091" y="5693"/>
                    <a:pt x="2081" y="5703"/>
                    <a:pt x="2060" y="5724"/>
                  </a:cubicBezTo>
                  <a:cubicBezTo>
                    <a:pt x="2008" y="5793"/>
                    <a:pt x="2001" y="5855"/>
                    <a:pt x="2034" y="5855"/>
                  </a:cubicBezTo>
                  <a:cubicBezTo>
                    <a:pt x="2047" y="5855"/>
                    <a:pt x="2067" y="5845"/>
                    <a:pt x="2092" y="5821"/>
                  </a:cubicBezTo>
                  <a:lnTo>
                    <a:pt x="2092" y="5821"/>
                  </a:lnTo>
                  <a:cubicBezTo>
                    <a:pt x="2100" y="5829"/>
                    <a:pt x="2109" y="5829"/>
                    <a:pt x="2084" y="5886"/>
                  </a:cubicBezTo>
                  <a:cubicBezTo>
                    <a:pt x="2087" y="5886"/>
                    <a:pt x="2090" y="5887"/>
                    <a:pt x="2094" y="5887"/>
                  </a:cubicBezTo>
                  <a:cubicBezTo>
                    <a:pt x="2103" y="5887"/>
                    <a:pt x="2119" y="5884"/>
                    <a:pt x="2157" y="5862"/>
                  </a:cubicBezTo>
                  <a:lnTo>
                    <a:pt x="2222" y="5911"/>
                  </a:lnTo>
                  <a:cubicBezTo>
                    <a:pt x="2224" y="5911"/>
                    <a:pt x="2227" y="5912"/>
                    <a:pt x="2229" y="5912"/>
                  </a:cubicBezTo>
                  <a:cubicBezTo>
                    <a:pt x="2255" y="5912"/>
                    <a:pt x="2295" y="5878"/>
                    <a:pt x="2295" y="5878"/>
                  </a:cubicBezTo>
                  <a:lnTo>
                    <a:pt x="2303" y="5886"/>
                  </a:lnTo>
                  <a:cubicBezTo>
                    <a:pt x="2271" y="5935"/>
                    <a:pt x="2319" y="5967"/>
                    <a:pt x="2384" y="6016"/>
                  </a:cubicBezTo>
                  <a:cubicBezTo>
                    <a:pt x="2449" y="6056"/>
                    <a:pt x="2506" y="6097"/>
                    <a:pt x="2490" y="6154"/>
                  </a:cubicBezTo>
                  <a:cubicBezTo>
                    <a:pt x="2490" y="6154"/>
                    <a:pt x="2498" y="6154"/>
                    <a:pt x="2538" y="6113"/>
                  </a:cubicBezTo>
                  <a:cubicBezTo>
                    <a:pt x="2573" y="6061"/>
                    <a:pt x="2594" y="6039"/>
                    <a:pt x="2602" y="6039"/>
                  </a:cubicBezTo>
                  <a:lnTo>
                    <a:pt x="2602" y="6039"/>
                  </a:lnTo>
                  <a:cubicBezTo>
                    <a:pt x="2609" y="6039"/>
                    <a:pt x="2606" y="6055"/>
                    <a:pt x="2595" y="6081"/>
                  </a:cubicBezTo>
                  <a:cubicBezTo>
                    <a:pt x="2563" y="6141"/>
                    <a:pt x="2562" y="6175"/>
                    <a:pt x="2581" y="6175"/>
                  </a:cubicBezTo>
                  <a:cubicBezTo>
                    <a:pt x="2595" y="6175"/>
                    <a:pt x="2620" y="6155"/>
                    <a:pt x="2652" y="6113"/>
                  </a:cubicBezTo>
                  <a:lnTo>
                    <a:pt x="2652" y="6113"/>
                  </a:lnTo>
                  <a:lnTo>
                    <a:pt x="2619" y="6170"/>
                  </a:lnTo>
                  <a:cubicBezTo>
                    <a:pt x="2598" y="6215"/>
                    <a:pt x="2597" y="6235"/>
                    <a:pt x="2608" y="6235"/>
                  </a:cubicBezTo>
                  <a:cubicBezTo>
                    <a:pt x="2623" y="6235"/>
                    <a:pt x="2659" y="6201"/>
                    <a:pt x="2700" y="6146"/>
                  </a:cubicBezTo>
                  <a:lnTo>
                    <a:pt x="2700" y="6146"/>
                  </a:lnTo>
                  <a:cubicBezTo>
                    <a:pt x="2682" y="6189"/>
                    <a:pt x="2663" y="6232"/>
                    <a:pt x="2674" y="6232"/>
                  </a:cubicBezTo>
                  <a:cubicBezTo>
                    <a:pt x="2677" y="6232"/>
                    <a:pt x="2683" y="6228"/>
                    <a:pt x="2692" y="6219"/>
                  </a:cubicBezTo>
                  <a:lnTo>
                    <a:pt x="2692" y="6219"/>
                  </a:lnTo>
                  <a:cubicBezTo>
                    <a:pt x="2709" y="6227"/>
                    <a:pt x="2709" y="6227"/>
                    <a:pt x="2644" y="6324"/>
                  </a:cubicBezTo>
                  <a:cubicBezTo>
                    <a:pt x="2611" y="6373"/>
                    <a:pt x="2579" y="6429"/>
                    <a:pt x="2587" y="6438"/>
                  </a:cubicBezTo>
                  <a:cubicBezTo>
                    <a:pt x="2603" y="6438"/>
                    <a:pt x="2627" y="6389"/>
                    <a:pt x="2660" y="6340"/>
                  </a:cubicBezTo>
                  <a:lnTo>
                    <a:pt x="2676" y="6348"/>
                  </a:lnTo>
                  <a:cubicBezTo>
                    <a:pt x="2676" y="6348"/>
                    <a:pt x="2677" y="6349"/>
                    <a:pt x="2679" y="6349"/>
                  </a:cubicBezTo>
                  <a:cubicBezTo>
                    <a:pt x="2685" y="6349"/>
                    <a:pt x="2698" y="6344"/>
                    <a:pt x="2717" y="6308"/>
                  </a:cubicBezTo>
                  <a:cubicBezTo>
                    <a:pt x="2738" y="6271"/>
                    <a:pt x="2748" y="6262"/>
                    <a:pt x="2758" y="6262"/>
                  </a:cubicBezTo>
                  <a:cubicBezTo>
                    <a:pt x="2763" y="6262"/>
                    <a:pt x="2768" y="6264"/>
                    <a:pt x="2773" y="6267"/>
                  </a:cubicBezTo>
                  <a:cubicBezTo>
                    <a:pt x="2763" y="6283"/>
                    <a:pt x="2760" y="6289"/>
                    <a:pt x="2761" y="6289"/>
                  </a:cubicBezTo>
                  <a:cubicBezTo>
                    <a:pt x="2764" y="6289"/>
                    <a:pt x="2787" y="6258"/>
                    <a:pt x="2798" y="6219"/>
                  </a:cubicBezTo>
                  <a:cubicBezTo>
                    <a:pt x="2828" y="6166"/>
                    <a:pt x="2858" y="6120"/>
                    <a:pt x="2869" y="6120"/>
                  </a:cubicBezTo>
                  <a:cubicBezTo>
                    <a:pt x="2869" y="6120"/>
                    <a:pt x="2870" y="6121"/>
                    <a:pt x="2871" y="6121"/>
                  </a:cubicBezTo>
                  <a:cubicBezTo>
                    <a:pt x="2871" y="6121"/>
                    <a:pt x="2903" y="6073"/>
                    <a:pt x="2936" y="6016"/>
                  </a:cubicBezTo>
                  <a:cubicBezTo>
                    <a:pt x="2984" y="5951"/>
                    <a:pt x="3017" y="5878"/>
                    <a:pt x="3041" y="5797"/>
                  </a:cubicBezTo>
                  <a:cubicBezTo>
                    <a:pt x="3036" y="5750"/>
                    <a:pt x="3034" y="5704"/>
                    <a:pt x="3018" y="5704"/>
                  </a:cubicBezTo>
                  <a:cubicBezTo>
                    <a:pt x="3010" y="5704"/>
                    <a:pt x="2997" y="5719"/>
                    <a:pt x="2976" y="5757"/>
                  </a:cubicBezTo>
                  <a:cubicBezTo>
                    <a:pt x="2976" y="5757"/>
                    <a:pt x="2942" y="5798"/>
                    <a:pt x="2930" y="5798"/>
                  </a:cubicBezTo>
                  <a:cubicBezTo>
                    <a:pt x="2929" y="5798"/>
                    <a:pt x="2928" y="5798"/>
                    <a:pt x="2927" y="5797"/>
                  </a:cubicBezTo>
                  <a:cubicBezTo>
                    <a:pt x="2911" y="5789"/>
                    <a:pt x="2936" y="5732"/>
                    <a:pt x="2936" y="5732"/>
                  </a:cubicBezTo>
                  <a:cubicBezTo>
                    <a:pt x="2968" y="5684"/>
                    <a:pt x="2927" y="5659"/>
                    <a:pt x="2887" y="5627"/>
                  </a:cubicBezTo>
                  <a:cubicBezTo>
                    <a:pt x="2830" y="5586"/>
                    <a:pt x="2798" y="5570"/>
                    <a:pt x="2822" y="5513"/>
                  </a:cubicBezTo>
                  <a:cubicBezTo>
                    <a:pt x="2838" y="5457"/>
                    <a:pt x="2830" y="5448"/>
                    <a:pt x="2830" y="5448"/>
                  </a:cubicBezTo>
                  <a:lnTo>
                    <a:pt x="2830" y="5448"/>
                  </a:lnTo>
                  <a:cubicBezTo>
                    <a:pt x="2819" y="5465"/>
                    <a:pt x="2805" y="5472"/>
                    <a:pt x="2788" y="5472"/>
                  </a:cubicBezTo>
                  <a:cubicBezTo>
                    <a:pt x="2757" y="5472"/>
                    <a:pt x="2718" y="5448"/>
                    <a:pt x="2676" y="5416"/>
                  </a:cubicBezTo>
                  <a:cubicBezTo>
                    <a:pt x="2632" y="5389"/>
                    <a:pt x="2589" y="5361"/>
                    <a:pt x="2555" y="5361"/>
                  </a:cubicBezTo>
                  <a:cubicBezTo>
                    <a:pt x="2539" y="5361"/>
                    <a:pt x="2525" y="5368"/>
                    <a:pt x="2514" y="5384"/>
                  </a:cubicBezTo>
                  <a:lnTo>
                    <a:pt x="2498" y="5367"/>
                  </a:lnTo>
                  <a:cubicBezTo>
                    <a:pt x="2530" y="5319"/>
                    <a:pt x="2514" y="5311"/>
                    <a:pt x="2490" y="5294"/>
                  </a:cubicBezTo>
                  <a:cubicBezTo>
                    <a:pt x="2463" y="5317"/>
                    <a:pt x="2446" y="5322"/>
                    <a:pt x="2436" y="5322"/>
                  </a:cubicBezTo>
                  <a:cubicBezTo>
                    <a:pt x="2428" y="5322"/>
                    <a:pt x="2425" y="5319"/>
                    <a:pt x="2425" y="5319"/>
                  </a:cubicBezTo>
                  <a:cubicBezTo>
                    <a:pt x="2457" y="5270"/>
                    <a:pt x="2441" y="5262"/>
                    <a:pt x="2425" y="5254"/>
                  </a:cubicBezTo>
                  <a:cubicBezTo>
                    <a:pt x="2418" y="5247"/>
                    <a:pt x="2413" y="5242"/>
                    <a:pt x="2407" y="5242"/>
                  </a:cubicBezTo>
                  <a:cubicBezTo>
                    <a:pt x="2398" y="5242"/>
                    <a:pt x="2387" y="5253"/>
                    <a:pt x="2368" y="5286"/>
                  </a:cubicBezTo>
                  <a:cubicBezTo>
                    <a:pt x="2327" y="5262"/>
                    <a:pt x="2295" y="5213"/>
                    <a:pt x="2295" y="5165"/>
                  </a:cubicBezTo>
                  <a:cubicBezTo>
                    <a:pt x="2303" y="5145"/>
                    <a:pt x="2304" y="5137"/>
                    <a:pt x="2300" y="5137"/>
                  </a:cubicBezTo>
                  <a:lnTo>
                    <a:pt x="2300" y="5137"/>
                  </a:lnTo>
                  <a:cubicBezTo>
                    <a:pt x="2291" y="5137"/>
                    <a:pt x="2265" y="5165"/>
                    <a:pt x="2238" y="5197"/>
                  </a:cubicBezTo>
                  <a:cubicBezTo>
                    <a:pt x="2208" y="5242"/>
                    <a:pt x="2171" y="5287"/>
                    <a:pt x="2160" y="5287"/>
                  </a:cubicBezTo>
                  <a:cubicBezTo>
                    <a:pt x="2159" y="5287"/>
                    <a:pt x="2158" y="5287"/>
                    <a:pt x="2157" y="5286"/>
                  </a:cubicBezTo>
                  <a:lnTo>
                    <a:pt x="2214" y="5181"/>
                  </a:lnTo>
                  <a:cubicBezTo>
                    <a:pt x="2254" y="5140"/>
                    <a:pt x="2254" y="5140"/>
                    <a:pt x="2238" y="5124"/>
                  </a:cubicBezTo>
                  <a:lnTo>
                    <a:pt x="2222" y="5116"/>
                  </a:lnTo>
                  <a:cubicBezTo>
                    <a:pt x="2210" y="5133"/>
                    <a:pt x="2197" y="5140"/>
                    <a:pt x="2181" y="5140"/>
                  </a:cubicBezTo>
                  <a:cubicBezTo>
                    <a:pt x="2153" y="5140"/>
                    <a:pt x="2118" y="5118"/>
                    <a:pt x="2076" y="5092"/>
                  </a:cubicBezTo>
                  <a:cubicBezTo>
                    <a:pt x="2023" y="5058"/>
                    <a:pt x="1993" y="5039"/>
                    <a:pt x="1971" y="5039"/>
                  </a:cubicBezTo>
                  <a:cubicBezTo>
                    <a:pt x="1955" y="5039"/>
                    <a:pt x="1943" y="5048"/>
                    <a:pt x="1930" y="5067"/>
                  </a:cubicBezTo>
                  <a:cubicBezTo>
                    <a:pt x="1916" y="5089"/>
                    <a:pt x="1906" y="5101"/>
                    <a:pt x="1900" y="5101"/>
                  </a:cubicBezTo>
                  <a:cubicBezTo>
                    <a:pt x="1892" y="5101"/>
                    <a:pt x="1890" y="5083"/>
                    <a:pt x="1890" y="5043"/>
                  </a:cubicBezTo>
                  <a:cubicBezTo>
                    <a:pt x="1917" y="4916"/>
                    <a:pt x="1926" y="4875"/>
                    <a:pt x="1916" y="4875"/>
                  </a:cubicBezTo>
                  <a:lnTo>
                    <a:pt x="1916" y="4875"/>
                  </a:lnTo>
                  <a:cubicBezTo>
                    <a:pt x="1911" y="4875"/>
                    <a:pt x="1903" y="4884"/>
                    <a:pt x="1890" y="4897"/>
                  </a:cubicBezTo>
                  <a:cubicBezTo>
                    <a:pt x="1898" y="4905"/>
                    <a:pt x="1865" y="4954"/>
                    <a:pt x="1841" y="5002"/>
                  </a:cubicBezTo>
                  <a:cubicBezTo>
                    <a:pt x="1810" y="5053"/>
                    <a:pt x="1792" y="5078"/>
                    <a:pt x="1787" y="5078"/>
                  </a:cubicBezTo>
                  <a:cubicBezTo>
                    <a:pt x="1781" y="5078"/>
                    <a:pt x="1791" y="5049"/>
                    <a:pt x="1817" y="4994"/>
                  </a:cubicBezTo>
                  <a:cubicBezTo>
                    <a:pt x="1856" y="4931"/>
                    <a:pt x="1809" y="4890"/>
                    <a:pt x="1750" y="4890"/>
                  </a:cubicBezTo>
                  <a:cubicBezTo>
                    <a:pt x="1711" y="4890"/>
                    <a:pt x="1667" y="4907"/>
                    <a:pt x="1638" y="4946"/>
                  </a:cubicBezTo>
                  <a:lnTo>
                    <a:pt x="1671" y="4897"/>
                  </a:lnTo>
                  <a:cubicBezTo>
                    <a:pt x="1703" y="4848"/>
                    <a:pt x="1671" y="4824"/>
                    <a:pt x="1671" y="4824"/>
                  </a:cubicBezTo>
                  <a:lnTo>
                    <a:pt x="1663" y="4816"/>
                  </a:lnTo>
                  <a:cubicBezTo>
                    <a:pt x="1637" y="4855"/>
                    <a:pt x="1624" y="4869"/>
                    <a:pt x="1620" y="4869"/>
                  </a:cubicBezTo>
                  <a:cubicBezTo>
                    <a:pt x="1615" y="4869"/>
                    <a:pt x="1630" y="4837"/>
                    <a:pt x="1655" y="4808"/>
                  </a:cubicBezTo>
                  <a:cubicBezTo>
                    <a:pt x="1687" y="4760"/>
                    <a:pt x="1687" y="4759"/>
                    <a:pt x="1687" y="4759"/>
                  </a:cubicBezTo>
                  <a:lnTo>
                    <a:pt x="1687" y="4759"/>
                  </a:lnTo>
                  <a:cubicBezTo>
                    <a:pt x="1654" y="4789"/>
                    <a:pt x="1638" y="4800"/>
                    <a:pt x="1632" y="4800"/>
                  </a:cubicBezTo>
                  <a:cubicBezTo>
                    <a:pt x="1623" y="4800"/>
                    <a:pt x="1645" y="4769"/>
                    <a:pt x="1671" y="4743"/>
                  </a:cubicBezTo>
                  <a:lnTo>
                    <a:pt x="1671" y="4743"/>
                  </a:lnTo>
                  <a:cubicBezTo>
                    <a:pt x="1637" y="4771"/>
                    <a:pt x="1627" y="4780"/>
                    <a:pt x="1621" y="4780"/>
                  </a:cubicBezTo>
                  <a:cubicBezTo>
                    <a:pt x="1618" y="4780"/>
                    <a:pt x="1616" y="4778"/>
                    <a:pt x="1614" y="4775"/>
                  </a:cubicBezTo>
                  <a:cubicBezTo>
                    <a:pt x="1614" y="4775"/>
                    <a:pt x="1613" y="4775"/>
                    <a:pt x="1612" y="4775"/>
                  </a:cubicBezTo>
                  <a:cubicBezTo>
                    <a:pt x="1608" y="4775"/>
                    <a:pt x="1596" y="4780"/>
                    <a:pt x="1565" y="4816"/>
                  </a:cubicBezTo>
                  <a:cubicBezTo>
                    <a:pt x="1533" y="4840"/>
                    <a:pt x="1500" y="4873"/>
                    <a:pt x="1460" y="4889"/>
                  </a:cubicBezTo>
                  <a:lnTo>
                    <a:pt x="1509" y="4848"/>
                  </a:lnTo>
                  <a:cubicBezTo>
                    <a:pt x="1557" y="4808"/>
                    <a:pt x="1557" y="4808"/>
                    <a:pt x="1541" y="4800"/>
                  </a:cubicBezTo>
                  <a:cubicBezTo>
                    <a:pt x="1533" y="4792"/>
                    <a:pt x="1525" y="4784"/>
                    <a:pt x="1581" y="4743"/>
                  </a:cubicBezTo>
                  <a:lnTo>
                    <a:pt x="1581" y="4743"/>
                  </a:lnTo>
                  <a:lnTo>
                    <a:pt x="1525" y="4784"/>
                  </a:lnTo>
                  <a:cubicBezTo>
                    <a:pt x="1496" y="4798"/>
                    <a:pt x="1480" y="4804"/>
                    <a:pt x="1476" y="4804"/>
                  </a:cubicBezTo>
                  <a:cubicBezTo>
                    <a:pt x="1471" y="4804"/>
                    <a:pt x="1485" y="4794"/>
                    <a:pt x="1517" y="4775"/>
                  </a:cubicBezTo>
                  <a:cubicBezTo>
                    <a:pt x="1551" y="4756"/>
                    <a:pt x="1562" y="4745"/>
                    <a:pt x="1550" y="4745"/>
                  </a:cubicBezTo>
                  <a:cubicBezTo>
                    <a:pt x="1543" y="4745"/>
                    <a:pt x="1526" y="4750"/>
                    <a:pt x="1500" y="4759"/>
                  </a:cubicBezTo>
                  <a:cubicBezTo>
                    <a:pt x="1563" y="4726"/>
                    <a:pt x="1594" y="4710"/>
                    <a:pt x="1589" y="4710"/>
                  </a:cubicBezTo>
                  <a:lnTo>
                    <a:pt x="1589" y="4710"/>
                  </a:lnTo>
                  <a:cubicBezTo>
                    <a:pt x="1585" y="4710"/>
                    <a:pt x="1551" y="4724"/>
                    <a:pt x="1484" y="4751"/>
                  </a:cubicBezTo>
                  <a:cubicBezTo>
                    <a:pt x="1549" y="4719"/>
                    <a:pt x="1549" y="4719"/>
                    <a:pt x="1549" y="4719"/>
                  </a:cubicBezTo>
                  <a:lnTo>
                    <a:pt x="1549" y="4719"/>
                  </a:lnTo>
                  <a:cubicBezTo>
                    <a:pt x="1519" y="4729"/>
                    <a:pt x="1499" y="4733"/>
                    <a:pt x="1493" y="4733"/>
                  </a:cubicBezTo>
                  <a:cubicBezTo>
                    <a:pt x="1484" y="4733"/>
                    <a:pt x="1499" y="4725"/>
                    <a:pt x="1541" y="4711"/>
                  </a:cubicBezTo>
                  <a:lnTo>
                    <a:pt x="1541" y="4703"/>
                  </a:lnTo>
                  <a:cubicBezTo>
                    <a:pt x="1492" y="4724"/>
                    <a:pt x="1473" y="4728"/>
                    <a:pt x="1465" y="4728"/>
                  </a:cubicBezTo>
                  <a:cubicBezTo>
                    <a:pt x="1461" y="4728"/>
                    <a:pt x="1460" y="4727"/>
                    <a:pt x="1460" y="4727"/>
                  </a:cubicBezTo>
                  <a:cubicBezTo>
                    <a:pt x="1460" y="4727"/>
                    <a:pt x="1460" y="4727"/>
                    <a:pt x="1379" y="4751"/>
                  </a:cubicBezTo>
                  <a:cubicBezTo>
                    <a:pt x="1355" y="4759"/>
                    <a:pt x="1330" y="4767"/>
                    <a:pt x="1298" y="4767"/>
                  </a:cubicBezTo>
                  <a:cubicBezTo>
                    <a:pt x="1298" y="4767"/>
                    <a:pt x="1379" y="4743"/>
                    <a:pt x="1452" y="4719"/>
                  </a:cubicBezTo>
                  <a:cubicBezTo>
                    <a:pt x="1484" y="4708"/>
                    <a:pt x="1502" y="4702"/>
                    <a:pt x="1499" y="4702"/>
                  </a:cubicBezTo>
                  <a:lnTo>
                    <a:pt x="1499" y="4702"/>
                  </a:lnTo>
                  <a:cubicBezTo>
                    <a:pt x="1495" y="4702"/>
                    <a:pt x="1458" y="4712"/>
                    <a:pt x="1371" y="4735"/>
                  </a:cubicBezTo>
                  <a:cubicBezTo>
                    <a:pt x="1290" y="4755"/>
                    <a:pt x="1247" y="4765"/>
                    <a:pt x="1245" y="4765"/>
                  </a:cubicBezTo>
                  <a:cubicBezTo>
                    <a:pt x="1243" y="4765"/>
                    <a:pt x="1282" y="4755"/>
                    <a:pt x="1363" y="4735"/>
                  </a:cubicBezTo>
                  <a:lnTo>
                    <a:pt x="1355" y="4727"/>
                  </a:lnTo>
                  <a:cubicBezTo>
                    <a:pt x="1428" y="4703"/>
                    <a:pt x="1428" y="4703"/>
                    <a:pt x="1428" y="4694"/>
                  </a:cubicBezTo>
                  <a:lnTo>
                    <a:pt x="1428" y="4694"/>
                  </a:lnTo>
                  <a:cubicBezTo>
                    <a:pt x="1383" y="4707"/>
                    <a:pt x="1361" y="4713"/>
                    <a:pt x="1360" y="4713"/>
                  </a:cubicBezTo>
                  <a:cubicBezTo>
                    <a:pt x="1359" y="4713"/>
                    <a:pt x="1379" y="4707"/>
                    <a:pt x="1419" y="4694"/>
                  </a:cubicBezTo>
                  <a:cubicBezTo>
                    <a:pt x="1455" y="4684"/>
                    <a:pt x="1475" y="4678"/>
                    <a:pt x="1472" y="4678"/>
                  </a:cubicBezTo>
                  <a:lnTo>
                    <a:pt x="1472" y="4678"/>
                  </a:lnTo>
                  <a:cubicBezTo>
                    <a:pt x="1470" y="4678"/>
                    <a:pt x="1430" y="4688"/>
                    <a:pt x="1338" y="4711"/>
                  </a:cubicBezTo>
                  <a:cubicBezTo>
                    <a:pt x="1298" y="4718"/>
                    <a:pt x="1275" y="4722"/>
                    <a:pt x="1269" y="4722"/>
                  </a:cubicBezTo>
                  <a:cubicBezTo>
                    <a:pt x="1262" y="4722"/>
                    <a:pt x="1281" y="4716"/>
                    <a:pt x="1330" y="4703"/>
                  </a:cubicBezTo>
                  <a:cubicBezTo>
                    <a:pt x="1430" y="4684"/>
                    <a:pt x="1471" y="4676"/>
                    <a:pt x="1470" y="4676"/>
                  </a:cubicBezTo>
                  <a:lnTo>
                    <a:pt x="1470" y="4676"/>
                  </a:lnTo>
                  <a:cubicBezTo>
                    <a:pt x="1470" y="4676"/>
                    <a:pt x="1448" y="4680"/>
                    <a:pt x="1411" y="4686"/>
                  </a:cubicBezTo>
                  <a:cubicBezTo>
                    <a:pt x="1379" y="4694"/>
                    <a:pt x="1355" y="4694"/>
                    <a:pt x="1322" y="4703"/>
                  </a:cubicBezTo>
                  <a:cubicBezTo>
                    <a:pt x="1403" y="4678"/>
                    <a:pt x="1387" y="4670"/>
                    <a:pt x="1371" y="4654"/>
                  </a:cubicBezTo>
                  <a:lnTo>
                    <a:pt x="1371" y="4654"/>
                  </a:lnTo>
                  <a:cubicBezTo>
                    <a:pt x="1371" y="4654"/>
                    <a:pt x="1273" y="4662"/>
                    <a:pt x="1176" y="4670"/>
                  </a:cubicBezTo>
                  <a:cubicBezTo>
                    <a:pt x="1340" y="4652"/>
                    <a:pt x="1412" y="4641"/>
                    <a:pt x="1390" y="4641"/>
                  </a:cubicBezTo>
                  <a:cubicBezTo>
                    <a:pt x="1377" y="4641"/>
                    <a:pt x="1326" y="4645"/>
                    <a:pt x="1238" y="4655"/>
                  </a:cubicBezTo>
                  <a:lnTo>
                    <a:pt x="1238" y="4655"/>
                  </a:lnTo>
                  <a:cubicBezTo>
                    <a:pt x="1232" y="4654"/>
                    <a:pt x="1206" y="4654"/>
                    <a:pt x="1160" y="4654"/>
                  </a:cubicBezTo>
                  <a:cubicBezTo>
                    <a:pt x="1196" y="4651"/>
                    <a:pt x="1231" y="4648"/>
                    <a:pt x="1257" y="4646"/>
                  </a:cubicBezTo>
                  <a:lnTo>
                    <a:pt x="1257" y="4646"/>
                  </a:lnTo>
                  <a:cubicBezTo>
                    <a:pt x="1284" y="4639"/>
                    <a:pt x="1310" y="4633"/>
                    <a:pt x="1336" y="4630"/>
                  </a:cubicBezTo>
                  <a:lnTo>
                    <a:pt x="1336" y="4630"/>
                  </a:lnTo>
                  <a:cubicBezTo>
                    <a:pt x="1309" y="4632"/>
                    <a:pt x="1275" y="4635"/>
                    <a:pt x="1241" y="4638"/>
                  </a:cubicBezTo>
                  <a:cubicBezTo>
                    <a:pt x="1022" y="4638"/>
                    <a:pt x="1022" y="4638"/>
                    <a:pt x="1233" y="4630"/>
                  </a:cubicBezTo>
                  <a:cubicBezTo>
                    <a:pt x="1428" y="4621"/>
                    <a:pt x="1363" y="4621"/>
                    <a:pt x="1192" y="4621"/>
                  </a:cubicBezTo>
                  <a:lnTo>
                    <a:pt x="1152" y="4621"/>
                  </a:lnTo>
                  <a:cubicBezTo>
                    <a:pt x="1160" y="4613"/>
                    <a:pt x="1160" y="4613"/>
                    <a:pt x="1265" y="4613"/>
                  </a:cubicBezTo>
                  <a:cubicBezTo>
                    <a:pt x="1233" y="4605"/>
                    <a:pt x="1200" y="4605"/>
                    <a:pt x="1176" y="4605"/>
                  </a:cubicBezTo>
                  <a:cubicBezTo>
                    <a:pt x="982" y="4605"/>
                    <a:pt x="1095" y="4597"/>
                    <a:pt x="1298" y="4597"/>
                  </a:cubicBezTo>
                  <a:lnTo>
                    <a:pt x="1209" y="4589"/>
                  </a:lnTo>
                  <a:cubicBezTo>
                    <a:pt x="1014" y="4581"/>
                    <a:pt x="925" y="4581"/>
                    <a:pt x="1119" y="4581"/>
                  </a:cubicBezTo>
                  <a:lnTo>
                    <a:pt x="1217" y="4581"/>
                  </a:lnTo>
                  <a:cubicBezTo>
                    <a:pt x="1087" y="4581"/>
                    <a:pt x="1098" y="4574"/>
                    <a:pt x="1175" y="4574"/>
                  </a:cubicBezTo>
                  <a:cubicBezTo>
                    <a:pt x="1213" y="4574"/>
                    <a:pt x="1268" y="4575"/>
                    <a:pt x="1330" y="4581"/>
                  </a:cubicBezTo>
                  <a:lnTo>
                    <a:pt x="1428" y="4581"/>
                  </a:lnTo>
                  <a:lnTo>
                    <a:pt x="1330" y="4573"/>
                  </a:lnTo>
                  <a:cubicBezTo>
                    <a:pt x="1241" y="4573"/>
                    <a:pt x="1144" y="4565"/>
                    <a:pt x="1152" y="4565"/>
                  </a:cubicBezTo>
                  <a:cubicBezTo>
                    <a:pt x="1152" y="4565"/>
                    <a:pt x="1155" y="4561"/>
                    <a:pt x="1184" y="4561"/>
                  </a:cubicBezTo>
                  <a:cubicBezTo>
                    <a:pt x="1199" y="4561"/>
                    <a:pt x="1219" y="4562"/>
                    <a:pt x="1249" y="4565"/>
                  </a:cubicBezTo>
                  <a:cubicBezTo>
                    <a:pt x="1298" y="4569"/>
                    <a:pt x="1344" y="4571"/>
                    <a:pt x="1368" y="4571"/>
                  </a:cubicBezTo>
                  <a:cubicBezTo>
                    <a:pt x="1391" y="4571"/>
                    <a:pt x="1391" y="4569"/>
                    <a:pt x="1346" y="4565"/>
                  </a:cubicBezTo>
                  <a:cubicBezTo>
                    <a:pt x="1379" y="4565"/>
                    <a:pt x="1411" y="4565"/>
                    <a:pt x="1444" y="4573"/>
                  </a:cubicBezTo>
                  <a:lnTo>
                    <a:pt x="1452" y="4565"/>
                  </a:lnTo>
                  <a:cubicBezTo>
                    <a:pt x="1405" y="4560"/>
                    <a:pt x="1388" y="4555"/>
                    <a:pt x="1397" y="4555"/>
                  </a:cubicBezTo>
                  <a:cubicBezTo>
                    <a:pt x="1404" y="4555"/>
                    <a:pt x="1426" y="4558"/>
                    <a:pt x="1460" y="4565"/>
                  </a:cubicBezTo>
                  <a:cubicBezTo>
                    <a:pt x="1460" y="4565"/>
                    <a:pt x="1468" y="4557"/>
                    <a:pt x="1387" y="4548"/>
                  </a:cubicBezTo>
                  <a:cubicBezTo>
                    <a:pt x="1391" y="4544"/>
                    <a:pt x="1393" y="4542"/>
                    <a:pt x="1404" y="4542"/>
                  </a:cubicBezTo>
                  <a:cubicBezTo>
                    <a:pt x="1415" y="4542"/>
                    <a:pt x="1436" y="4544"/>
                    <a:pt x="1476" y="4548"/>
                  </a:cubicBezTo>
                  <a:cubicBezTo>
                    <a:pt x="1521" y="4557"/>
                    <a:pt x="1543" y="4561"/>
                    <a:pt x="1544" y="4561"/>
                  </a:cubicBezTo>
                  <a:cubicBezTo>
                    <a:pt x="1545" y="4561"/>
                    <a:pt x="1525" y="4557"/>
                    <a:pt x="1484" y="4548"/>
                  </a:cubicBezTo>
                  <a:cubicBezTo>
                    <a:pt x="1403" y="4540"/>
                    <a:pt x="1403" y="4540"/>
                    <a:pt x="1403" y="4532"/>
                  </a:cubicBezTo>
                  <a:lnTo>
                    <a:pt x="1411" y="4532"/>
                  </a:lnTo>
                  <a:cubicBezTo>
                    <a:pt x="1330" y="4516"/>
                    <a:pt x="1330" y="4516"/>
                    <a:pt x="1338" y="4516"/>
                  </a:cubicBezTo>
                  <a:cubicBezTo>
                    <a:pt x="1338" y="4516"/>
                    <a:pt x="1428" y="4524"/>
                    <a:pt x="1428" y="4524"/>
                  </a:cubicBezTo>
                  <a:cubicBezTo>
                    <a:pt x="1444" y="4516"/>
                    <a:pt x="1444" y="4516"/>
                    <a:pt x="1363" y="4500"/>
                  </a:cubicBezTo>
                  <a:lnTo>
                    <a:pt x="1363" y="4500"/>
                  </a:lnTo>
                  <a:cubicBezTo>
                    <a:pt x="1371" y="4500"/>
                    <a:pt x="1452" y="4508"/>
                    <a:pt x="1460" y="4508"/>
                  </a:cubicBezTo>
                  <a:cubicBezTo>
                    <a:pt x="1476" y="4500"/>
                    <a:pt x="1476" y="4500"/>
                    <a:pt x="1403" y="4475"/>
                  </a:cubicBezTo>
                  <a:cubicBezTo>
                    <a:pt x="1330" y="4455"/>
                    <a:pt x="1296" y="4445"/>
                    <a:pt x="1298" y="4445"/>
                  </a:cubicBezTo>
                  <a:lnTo>
                    <a:pt x="1298" y="4445"/>
                  </a:lnTo>
                  <a:cubicBezTo>
                    <a:pt x="1300" y="4445"/>
                    <a:pt x="1338" y="4455"/>
                    <a:pt x="1411" y="4475"/>
                  </a:cubicBezTo>
                  <a:cubicBezTo>
                    <a:pt x="1489" y="4498"/>
                    <a:pt x="1525" y="4508"/>
                    <a:pt x="1529" y="4508"/>
                  </a:cubicBezTo>
                  <a:cubicBezTo>
                    <a:pt x="1533" y="4508"/>
                    <a:pt x="1516" y="4502"/>
                    <a:pt x="1484" y="4492"/>
                  </a:cubicBezTo>
                  <a:cubicBezTo>
                    <a:pt x="1419" y="4467"/>
                    <a:pt x="1419" y="4467"/>
                    <a:pt x="1428" y="4467"/>
                  </a:cubicBezTo>
                  <a:cubicBezTo>
                    <a:pt x="1457" y="4475"/>
                    <a:pt x="1473" y="4479"/>
                    <a:pt x="1476" y="4479"/>
                  </a:cubicBezTo>
                  <a:cubicBezTo>
                    <a:pt x="1481" y="4479"/>
                    <a:pt x="1467" y="4473"/>
                    <a:pt x="1436" y="4459"/>
                  </a:cubicBezTo>
                  <a:lnTo>
                    <a:pt x="1436" y="4459"/>
                  </a:lnTo>
                  <a:cubicBezTo>
                    <a:pt x="1436" y="4459"/>
                    <a:pt x="1436" y="4460"/>
                    <a:pt x="1500" y="4484"/>
                  </a:cubicBezTo>
                  <a:lnTo>
                    <a:pt x="1509" y="4475"/>
                  </a:lnTo>
                  <a:cubicBezTo>
                    <a:pt x="1448" y="4447"/>
                    <a:pt x="1440" y="4437"/>
                    <a:pt x="1454" y="4437"/>
                  </a:cubicBezTo>
                  <a:cubicBezTo>
                    <a:pt x="1468" y="4437"/>
                    <a:pt x="1505" y="4447"/>
                    <a:pt x="1533" y="4459"/>
                  </a:cubicBezTo>
                  <a:cubicBezTo>
                    <a:pt x="1533" y="4459"/>
                    <a:pt x="1541" y="4459"/>
                    <a:pt x="1484" y="4427"/>
                  </a:cubicBezTo>
                  <a:cubicBezTo>
                    <a:pt x="1426" y="4398"/>
                    <a:pt x="1397" y="4381"/>
                    <a:pt x="1400" y="4381"/>
                  </a:cubicBezTo>
                  <a:lnTo>
                    <a:pt x="1400" y="4381"/>
                  </a:lnTo>
                  <a:cubicBezTo>
                    <a:pt x="1403" y="4381"/>
                    <a:pt x="1434" y="4395"/>
                    <a:pt x="1492" y="4427"/>
                  </a:cubicBezTo>
                  <a:cubicBezTo>
                    <a:pt x="1465" y="4411"/>
                    <a:pt x="1457" y="4399"/>
                    <a:pt x="1467" y="4399"/>
                  </a:cubicBezTo>
                  <a:cubicBezTo>
                    <a:pt x="1478" y="4399"/>
                    <a:pt x="1511" y="4413"/>
                    <a:pt x="1565" y="4451"/>
                  </a:cubicBezTo>
                  <a:lnTo>
                    <a:pt x="1671" y="4516"/>
                  </a:lnTo>
                  <a:cubicBezTo>
                    <a:pt x="1622" y="4484"/>
                    <a:pt x="1622" y="4475"/>
                    <a:pt x="1622" y="4475"/>
                  </a:cubicBezTo>
                  <a:cubicBezTo>
                    <a:pt x="1565" y="4443"/>
                    <a:pt x="1573" y="4443"/>
                    <a:pt x="1582" y="4435"/>
                  </a:cubicBezTo>
                  <a:cubicBezTo>
                    <a:pt x="1590" y="4435"/>
                    <a:pt x="1549" y="4386"/>
                    <a:pt x="1557" y="4378"/>
                  </a:cubicBezTo>
                  <a:cubicBezTo>
                    <a:pt x="1560" y="4378"/>
                    <a:pt x="1564" y="4377"/>
                    <a:pt x="1569" y="4377"/>
                  </a:cubicBezTo>
                  <a:cubicBezTo>
                    <a:pt x="1580" y="4377"/>
                    <a:pt x="1598" y="4381"/>
                    <a:pt x="1630" y="4403"/>
                  </a:cubicBezTo>
                  <a:cubicBezTo>
                    <a:pt x="1630" y="4403"/>
                    <a:pt x="1638" y="4403"/>
                    <a:pt x="1598" y="4354"/>
                  </a:cubicBezTo>
                  <a:cubicBezTo>
                    <a:pt x="1575" y="4332"/>
                    <a:pt x="1568" y="4319"/>
                    <a:pt x="1572" y="4319"/>
                  </a:cubicBezTo>
                  <a:lnTo>
                    <a:pt x="1572" y="4319"/>
                  </a:lnTo>
                  <a:cubicBezTo>
                    <a:pt x="1576" y="4319"/>
                    <a:pt x="1588" y="4327"/>
                    <a:pt x="1606" y="4346"/>
                  </a:cubicBezTo>
                  <a:lnTo>
                    <a:pt x="1614" y="4346"/>
                  </a:lnTo>
                  <a:cubicBezTo>
                    <a:pt x="1582" y="4298"/>
                    <a:pt x="1582" y="4297"/>
                    <a:pt x="1582" y="4297"/>
                  </a:cubicBezTo>
                  <a:lnTo>
                    <a:pt x="1582" y="4297"/>
                  </a:lnTo>
                  <a:cubicBezTo>
                    <a:pt x="1610" y="4326"/>
                    <a:pt x="1643" y="4354"/>
                    <a:pt x="1645" y="4354"/>
                  </a:cubicBezTo>
                  <a:cubicBezTo>
                    <a:pt x="1646" y="4354"/>
                    <a:pt x="1642" y="4350"/>
                    <a:pt x="1630" y="4338"/>
                  </a:cubicBezTo>
                  <a:cubicBezTo>
                    <a:pt x="1590" y="4289"/>
                    <a:pt x="1598" y="4289"/>
                    <a:pt x="1606" y="4281"/>
                  </a:cubicBezTo>
                  <a:lnTo>
                    <a:pt x="1606" y="4281"/>
                  </a:lnTo>
                  <a:cubicBezTo>
                    <a:pt x="1609" y="4283"/>
                    <a:pt x="1613" y="4284"/>
                    <a:pt x="1617" y="4284"/>
                  </a:cubicBezTo>
                  <a:cubicBezTo>
                    <a:pt x="1690" y="4284"/>
                    <a:pt x="1960" y="4060"/>
                    <a:pt x="1922" y="4021"/>
                  </a:cubicBezTo>
                  <a:lnTo>
                    <a:pt x="1955" y="3997"/>
                  </a:lnTo>
                  <a:lnTo>
                    <a:pt x="1979" y="3973"/>
                  </a:lnTo>
                  <a:cubicBezTo>
                    <a:pt x="2005" y="4001"/>
                    <a:pt x="2023" y="4012"/>
                    <a:pt x="2035" y="4012"/>
                  </a:cubicBezTo>
                  <a:cubicBezTo>
                    <a:pt x="2063" y="4012"/>
                    <a:pt x="2063" y="3960"/>
                    <a:pt x="2052" y="3916"/>
                  </a:cubicBezTo>
                  <a:cubicBezTo>
                    <a:pt x="2019" y="3859"/>
                    <a:pt x="2027" y="3851"/>
                    <a:pt x="2036" y="3843"/>
                  </a:cubicBezTo>
                  <a:lnTo>
                    <a:pt x="2036" y="3843"/>
                  </a:lnTo>
                  <a:cubicBezTo>
                    <a:pt x="2074" y="3885"/>
                    <a:pt x="2101" y="3902"/>
                    <a:pt x="2117" y="3902"/>
                  </a:cubicBezTo>
                  <a:cubicBezTo>
                    <a:pt x="2135" y="3902"/>
                    <a:pt x="2138" y="3881"/>
                    <a:pt x="2125" y="3851"/>
                  </a:cubicBezTo>
                  <a:cubicBezTo>
                    <a:pt x="2086" y="3799"/>
                    <a:pt x="2070" y="3773"/>
                    <a:pt x="2076" y="3773"/>
                  </a:cubicBezTo>
                  <a:lnTo>
                    <a:pt x="2076" y="3773"/>
                  </a:lnTo>
                  <a:cubicBezTo>
                    <a:pt x="2081" y="3773"/>
                    <a:pt x="2103" y="3793"/>
                    <a:pt x="2141" y="3835"/>
                  </a:cubicBezTo>
                  <a:cubicBezTo>
                    <a:pt x="2174" y="3871"/>
                    <a:pt x="2197" y="3890"/>
                    <a:pt x="2207" y="3890"/>
                  </a:cubicBezTo>
                  <a:cubicBezTo>
                    <a:pt x="2221" y="3890"/>
                    <a:pt x="2204" y="3849"/>
                    <a:pt x="2141" y="3762"/>
                  </a:cubicBezTo>
                  <a:cubicBezTo>
                    <a:pt x="2123" y="3735"/>
                    <a:pt x="2115" y="3723"/>
                    <a:pt x="2120" y="3723"/>
                  </a:cubicBezTo>
                  <a:lnTo>
                    <a:pt x="2120" y="3723"/>
                  </a:lnTo>
                  <a:cubicBezTo>
                    <a:pt x="2123" y="3723"/>
                    <a:pt x="2135" y="3731"/>
                    <a:pt x="2157" y="3746"/>
                  </a:cubicBezTo>
                  <a:cubicBezTo>
                    <a:pt x="2205" y="3789"/>
                    <a:pt x="2229" y="3807"/>
                    <a:pt x="2236" y="3807"/>
                  </a:cubicBezTo>
                  <a:cubicBezTo>
                    <a:pt x="2241" y="3807"/>
                    <a:pt x="2233" y="3793"/>
                    <a:pt x="2214" y="3770"/>
                  </a:cubicBezTo>
                  <a:cubicBezTo>
                    <a:pt x="2175" y="3722"/>
                    <a:pt x="2159" y="3698"/>
                    <a:pt x="2166" y="3698"/>
                  </a:cubicBezTo>
                  <a:lnTo>
                    <a:pt x="2166" y="3698"/>
                  </a:lnTo>
                  <a:cubicBezTo>
                    <a:pt x="2173" y="3698"/>
                    <a:pt x="2197" y="3716"/>
                    <a:pt x="2238" y="3754"/>
                  </a:cubicBezTo>
                  <a:cubicBezTo>
                    <a:pt x="2287" y="3784"/>
                    <a:pt x="2313" y="3800"/>
                    <a:pt x="2320" y="3800"/>
                  </a:cubicBezTo>
                  <a:cubicBezTo>
                    <a:pt x="2328" y="3800"/>
                    <a:pt x="2310" y="3778"/>
                    <a:pt x="2271" y="3730"/>
                  </a:cubicBezTo>
                  <a:cubicBezTo>
                    <a:pt x="2226" y="3670"/>
                    <a:pt x="2221" y="3635"/>
                    <a:pt x="2244" y="3635"/>
                  </a:cubicBezTo>
                  <a:cubicBezTo>
                    <a:pt x="2258" y="3635"/>
                    <a:pt x="2285" y="3649"/>
                    <a:pt x="2319" y="3681"/>
                  </a:cubicBezTo>
                  <a:cubicBezTo>
                    <a:pt x="2320" y="3680"/>
                    <a:pt x="2322" y="3680"/>
                    <a:pt x="2324" y="3680"/>
                  </a:cubicBezTo>
                  <a:cubicBezTo>
                    <a:pt x="2331" y="3680"/>
                    <a:pt x="2345" y="3686"/>
                    <a:pt x="2350" y="3686"/>
                  </a:cubicBezTo>
                  <a:cubicBezTo>
                    <a:pt x="2354" y="3686"/>
                    <a:pt x="2352" y="3681"/>
                    <a:pt x="2336" y="3665"/>
                  </a:cubicBezTo>
                  <a:lnTo>
                    <a:pt x="2336" y="3665"/>
                  </a:lnTo>
                  <a:lnTo>
                    <a:pt x="2392" y="3697"/>
                  </a:lnTo>
                  <a:lnTo>
                    <a:pt x="2409" y="3681"/>
                  </a:lnTo>
                  <a:lnTo>
                    <a:pt x="2368" y="3640"/>
                  </a:lnTo>
                  <a:cubicBezTo>
                    <a:pt x="2425" y="3624"/>
                    <a:pt x="2482" y="3600"/>
                    <a:pt x="2530" y="3567"/>
                  </a:cubicBezTo>
                  <a:cubicBezTo>
                    <a:pt x="2627" y="3478"/>
                    <a:pt x="2644" y="3462"/>
                    <a:pt x="2595" y="3430"/>
                  </a:cubicBezTo>
                  <a:cubicBezTo>
                    <a:pt x="2542" y="3385"/>
                    <a:pt x="2522" y="3360"/>
                    <a:pt x="2532" y="3360"/>
                  </a:cubicBezTo>
                  <a:lnTo>
                    <a:pt x="2532" y="3360"/>
                  </a:lnTo>
                  <a:cubicBezTo>
                    <a:pt x="2540" y="3360"/>
                    <a:pt x="2567" y="3377"/>
                    <a:pt x="2611" y="3413"/>
                  </a:cubicBezTo>
                  <a:cubicBezTo>
                    <a:pt x="2612" y="3412"/>
                    <a:pt x="2615" y="3412"/>
                    <a:pt x="2618" y="3412"/>
                  </a:cubicBezTo>
                  <a:cubicBezTo>
                    <a:pt x="2630" y="3412"/>
                    <a:pt x="2654" y="3419"/>
                    <a:pt x="2673" y="3419"/>
                  </a:cubicBezTo>
                  <a:cubicBezTo>
                    <a:pt x="2681" y="3419"/>
                    <a:pt x="2688" y="3418"/>
                    <a:pt x="2692" y="3413"/>
                  </a:cubicBezTo>
                  <a:cubicBezTo>
                    <a:pt x="2701" y="3405"/>
                    <a:pt x="2712" y="3396"/>
                    <a:pt x="2727" y="3396"/>
                  </a:cubicBezTo>
                  <a:cubicBezTo>
                    <a:pt x="2739" y="3396"/>
                    <a:pt x="2755" y="3403"/>
                    <a:pt x="2773" y="3421"/>
                  </a:cubicBezTo>
                  <a:lnTo>
                    <a:pt x="2782" y="3413"/>
                  </a:lnTo>
                  <a:cubicBezTo>
                    <a:pt x="2718" y="3321"/>
                    <a:pt x="2753" y="3272"/>
                    <a:pt x="2806" y="3272"/>
                  </a:cubicBezTo>
                  <a:cubicBezTo>
                    <a:pt x="2814" y="3272"/>
                    <a:pt x="2822" y="3273"/>
                    <a:pt x="2830" y="3276"/>
                  </a:cubicBezTo>
                  <a:cubicBezTo>
                    <a:pt x="2846" y="3259"/>
                    <a:pt x="2854" y="3251"/>
                    <a:pt x="2830" y="3194"/>
                  </a:cubicBezTo>
                  <a:cubicBezTo>
                    <a:pt x="2816" y="3162"/>
                    <a:pt x="2810" y="3148"/>
                    <a:pt x="2817" y="3148"/>
                  </a:cubicBezTo>
                  <a:lnTo>
                    <a:pt x="2817" y="3148"/>
                  </a:lnTo>
                  <a:cubicBezTo>
                    <a:pt x="2822" y="3148"/>
                    <a:pt x="2834" y="3156"/>
                    <a:pt x="2854" y="3170"/>
                  </a:cubicBezTo>
                  <a:cubicBezTo>
                    <a:pt x="2873" y="3186"/>
                    <a:pt x="2897" y="3194"/>
                    <a:pt x="2916" y="3194"/>
                  </a:cubicBezTo>
                  <a:cubicBezTo>
                    <a:pt x="2945" y="3194"/>
                    <a:pt x="2958" y="3172"/>
                    <a:pt x="2903" y="3121"/>
                  </a:cubicBezTo>
                  <a:lnTo>
                    <a:pt x="2903" y="3121"/>
                  </a:lnTo>
                  <a:lnTo>
                    <a:pt x="2960" y="3146"/>
                  </a:lnTo>
                  <a:cubicBezTo>
                    <a:pt x="2971" y="3153"/>
                    <a:pt x="2978" y="3156"/>
                    <a:pt x="2981" y="3156"/>
                  </a:cubicBezTo>
                  <a:cubicBezTo>
                    <a:pt x="2993" y="3156"/>
                    <a:pt x="2965" y="3120"/>
                    <a:pt x="2927" y="3089"/>
                  </a:cubicBezTo>
                  <a:cubicBezTo>
                    <a:pt x="2889" y="3050"/>
                    <a:pt x="2870" y="3028"/>
                    <a:pt x="2877" y="3028"/>
                  </a:cubicBezTo>
                  <a:lnTo>
                    <a:pt x="2877" y="3028"/>
                  </a:lnTo>
                  <a:cubicBezTo>
                    <a:pt x="2884" y="3028"/>
                    <a:pt x="2921" y="3054"/>
                    <a:pt x="2992" y="3113"/>
                  </a:cubicBezTo>
                  <a:cubicBezTo>
                    <a:pt x="3041" y="3158"/>
                    <a:pt x="3066" y="3176"/>
                    <a:pt x="3070" y="3176"/>
                  </a:cubicBezTo>
                  <a:cubicBezTo>
                    <a:pt x="3073" y="3176"/>
                    <a:pt x="3063" y="3164"/>
                    <a:pt x="3041" y="3146"/>
                  </a:cubicBezTo>
                  <a:cubicBezTo>
                    <a:pt x="3016" y="3108"/>
                    <a:pt x="2991" y="3070"/>
                    <a:pt x="3003" y="3070"/>
                  </a:cubicBezTo>
                  <a:lnTo>
                    <a:pt x="3003" y="3070"/>
                  </a:lnTo>
                  <a:cubicBezTo>
                    <a:pt x="3007" y="3070"/>
                    <a:pt x="3014" y="3074"/>
                    <a:pt x="3025" y="3081"/>
                  </a:cubicBezTo>
                  <a:cubicBezTo>
                    <a:pt x="3033" y="3073"/>
                    <a:pt x="3041" y="3065"/>
                    <a:pt x="2952" y="2984"/>
                  </a:cubicBezTo>
                  <a:cubicBezTo>
                    <a:pt x="2911" y="2943"/>
                    <a:pt x="2919" y="2935"/>
                    <a:pt x="2927" y="2927"/>
                  </a:cubicBezTo>
                  <a:lnTo>
                    <a:pt x="2927" y="2927"/>
                  </a:lnTo>
                  <a:cubicBezTo>
                    <a:pt x="2960" y="2951"/>
                    <a:pt x="2984" y="2984"/>
                    <a:pt x="3009" y="3016"/>
                  </a:cubicBezTo>
                  <a:cubicBezTo>
                    <a:pt x="3012" y="3013"/>
                    <a:pt x="3017" y="3007"/>
                    <a:pt x="3025" y="3000"/>
                  </a:cubicBezTo>
                  <a:cubicBezTo>
                    <a:pt x="3026" y="2999"/>
                    <a:pt x="3029" y="2998"/>
                    <a:pt x="3033" y="2998"/>
                  </a:cubicBezTo>
                  <a:cubicBezTo>
                    <a:pt x="3052" y="2998"/>
                    <a:pt x="3098" y="3015"/>
                    <a:pt x="3138" y="3049"/>
                  </a:cubicBezTo>
                  <a:cubicBezTo>
                    <a:pt x="3156" y="3060"/>
                    <a:pt x="3168" y="3067"/>
                    <a:pt x="3172" y="3067"/>
                  </a:cubicBezTo>
                  <a:cubicBezTo>
                    <a:pt x="3179" y="3067"/>
                    <a:pt x="3160" y="3047"/>
                    <a:pt x="3098" y="3000"/>
                  </a:cubicBezTo>
                  <a:cubicBezTo>
                    <a:pt x="3009" y="2927"/>
                    <a:pt x="3009" y="2927"/>
                    <a:pt x="3025" y="2903"/>
                  </a:cubicBezTo>
                  <a:cubicBezTo>
                    <a:pt x="3028" y="2899"/>
                    <a:pt x="3031" y="2896"/>
                    <a:pt x="3037" y="2896"/>
                  </a:cubicBezTo>
                  <a:cubicBezTo>
                    <a:pt x="3046" y="2896"/>
                    <a:pt x="3061" y="2903"/>
                    <a:pt x="3090" y="2927"/>
                  </a:cubicBezTo>
                  <a:cubicBezTo>
                    <a:pt x="3114" y="2952"/>
                    <a:pt x="3124" y="2961"/>
                    <a:pt x="3132" y="2961"/>
                  </a:cubicBezTo>
                  <a:cubicBezTo>
                    <a:pt x="3136" y="2961"/>
                    <a:pt x="3140" y="2958"/>
                    <a:pt x="3146" y="2951"/>
                  </a:cubicBezTo>
                  <a:cubicBezTo>
                    <a:pt x="3179" y="2927"/>
                    <a:pt x="3065" y="2781"/>
                    <a:pt x="2984" y="2692"/>
                  </a:cubicBezTo>
                  <a:cubicBezTo>
                    <a:pt x="2938" y="2654"/>
                    <a:pt x="2914" y="2636"/>
                    <a:pt x="2915" y="2636"/>
                  </a:cubicBezTo>
                  <a:lnTo>
                    <a:pt x="2915" y="2636"/>
                  </a:lnTo>
                  <a:cubicBezTo>
                    <a:pt x="2917" y="2636"/>
                    <a:pt x="2941" y="2652"/>
                    <a:pt x="2992" y="2684"/>
                  </a:cubicBezTo>
                  <a:cubicBezTo>
                    <a:pt x="3016" y="2708"/>
                    <a:pt x="3029" y="2715"/>
                    <a:pt x="3037" y="2715"/>
                  </a:cubicBezTo>
                  <a:cubicBezTo>
                    <a:pt x="3042" y="2715"/>
                    <a:pt x="3046" y="2711"/>
                    <a:pt x="3049" y="2708"/>
                  </a:cubicBezTo>
                  <a:cubicBezTo>
                    <a:pt x="3034" y="2693"/>
                    <a:pt x="3031" y="2688"/>
                    <a:pt x="3033" y="2688"/>
                  </a:cubicBezTo>
                  <a:lnTo>
                    <a:pt x="3033" y="2688"/>
                  </a:lnTo>
                  <a:cubicBezTo>
                    <a:pt x="3037" y="2688"/>
                    <a:pt x="3054" y="2703"/>
                    <a:pt x="3049" y="2708"/>
                  </a:cubicBezTo>
                  <a:cubicBezTo>
                    <a:pt x="3098" y="2749"/>
                    <a:pt x="3090" y="2757"/>
                    <a:pt x="3081" y="2765"/>
                  </a:cubicBezTo>
                  <a:lnTo>
                    <a:pt x="3122" y="2805"/>
                  </a:lnTo>
                  <a:cubicBezTo>
                    <a:pt x="3168" y="2833"/>
                    <a:pt x="3194" y="2848"/>
                    <a:pt x="3202" y="2848"/>
                  </a:cubicBezTo>
                  <a:cubicBezTo>
                    <a:pt x="3212" y="2848"/>
                    <a:pt x="3192" y="2823"/>
                    <a:pt x="3146" y="2773"/>
                  </a:cubicBezTo>
                  <a:cubicBezTo>
                    <a:pt x="3128" y="2750"/>
                    <a:pt x="3120" y="2740"/>
                    <a:pt x="3125" y="2740"/>
                  </a:cubicBezTo>
                  <a:lnTo>
                    <a:pt x="3125" y="2740"/>
                  </a:lnTo>
                  <a:cubicBezTo>
                    <a:pt x="3129" y="2740"/>
                    <a:pt x="3141" y="2746"/>
                    <a:pt x="3163" y="2757"/>
                  </a:cubicBezTo>
                  <a:cubicBezTo>
                    <a:pt x="3200" y="2778"/>
                    <a:pt x="3235" y="2800"/>
                    <a:pt x="3241" y="2800"/>
                  </a:cubicBezTo>
                  <a:cubicBezTo>
                    <a:pt x="3245" y="2800"/>
                    <a:pt x="3241" y="2794"/>
                    <a:pt x="3227" y="2781"/>
                  </a:cubicBezTo>
                  <a:cubicBezTo>
                    <a:pt x="3227" y="2781"/>
                    <a:pt x="3233" y="2776"/>
                    <a:pt x="3246" y="2776"/>
                  </a:cubicBezTo>
                  <a:cubicBezTo>
                    <a:pt x="3257" y="2776"/>
                    <a:pt x="3271" y="2779"/>
                    <a:pt x="3292" y="2789"/>
                  </a:cubicBezTo>
                  <a:cubicBezTo>
                    <a:pt x="3309" y="2773"/>
                    <a:pt x="3317" y="2765"/>
                    <a:pt x="3276" y="2724"/>
                  </a:cubicBezTo>
                  <a:cubicBezTo>
                    <a:pt x="3227" y="2692"/>
                    <a:pt x="3236" y="2676"/>
                    <a:pt x="3244" y="2667"/>
                  </a:cubicBezTo>
                  <a:cubicBezTo>
                    <a:pt x="3252" y="2659"/>
                    <a:pt x="3260" y="2651"/>
                    <a:pt x="3211" y="2611"/>
                  </a:cubicBezTo>
                  <a:cubicBezTo>
                    <a:pt x="3171" y="2578"/>
                    <a:pt x="3130" y="2530"/>
                    <a:pt x="3146" y="2513"/>
                  </a:cubicBezTo>
                  <a:cubicBezTo>
                    <a:pt x="3131" y="2486"/>
                    <a:pt x="3123" y="2472"/>
                    <a:pt x="3130" y="2472"/>
                  </a:cubicBezTo>
                  <a:lnTo>
                    <a:pt x="3130" y="2472"/>
                  </a:lnTo>
                  <a:cubicBezTo>
                    <a:pt x="3139" y="2472"/>
                    <a:pt x="3165" y="2488"/>
                    <a:pt x="3219" y="2522"/>
                  </a:cubicBezTo>
                  <a:cubicBezTo>
                    <a:pt x="3243" y="2546"/>
                    <a:pt x="3256" y="2552"/>
                    <a:pt x="3264" y="2552"/>
                  </a:cubicBezTo>
                  <a:cubicBezTo>
                    <a:pt x="3269" y="2552"/>
                    <a:pt x="3273" y="2549"/>
                    <a:pt x="3276" y="2546"/>
                  </a:cubicBezTo>
                  <a:cubicBezTo>
                    <a:pt x="3276" y="2546"/>
                    <a:pt x="3277" y="2545"/>
                    <a:pt x="3283" y="2545"/>
                  </a:cubicBezTo>
                  <a:cubicBezTo>
                    <a:pt x="3290" y="2545"/>
                    <a:pt x="3307" y="2547"/>
                    <a:pt x="3341" y="2562"/>
                  </a:cubicBezTo>
                  <a:cubicBezTo>
                    <a:pt x="3356" y="2570"/>
                    <a:pt x="3363" y="2574"/>
                    <a:pt x="3366" y="2574"/>
                  </a:cubicBezTo>
                  <a:cubicBezTo>
                    <a:pt x="3372" y="2574"/>
                    <a:pt x="3336" y="2546"/>
                    <a:pt x="3300" y="2522"/>
                  </a:cubicBezTo>
                  <a:lnTo>
                    <a:pt x="3211" y="2440"/>
                  </a:lnTo>
                  <a:lnTo>
                    <a:pt x="3211" y="2440"/>
                  </a:lnTo>
                  <a:cubicBezTo>
                    <a:pt x="3268" y="2465"/>
                    <a:pt x="3317" y="2497"/>
                    <a:pt x="3365" y="2538"/>
                  </a:cubicBezTo>
                  <a:cubicBezTo>
                    <a:pt x="3412" y="2569"/>
                    <a:pt x="3437" y="2585"/>
                    <a:pt x="3439" y="2585"/>
                  </a:cubicBezTo>
                  <a:cubicBezTo>
                    <a:pt x="3442" y="2585"/>
                    <a:pt x="3419" y="2567"/>
                    <a:pt x="3373" y="2530"/>
                  </a:cubicBezTo>
                  <a:cubicBezTo>
                    <a:pt x="3334" y="2497"/>
                    <a:pt x="3300" y="2458"/>
                    <a:pt x="3323" y="2458"/>
                  </a:cubicBezTo>
                  <a:cubicBezTo>
                    <a:pt x="3329" y="2458"/>
                    <a:pt x="3337" y="2460"/>
                    <a:pt x="3349" y="2465"/>
                  </a:cubicBezTo>
                  <a:cubicBezTo>
                    <a:pt x="3359" y="2455"/>
                    <a:pt x="3368" y="2443"/>
                    <a:pt x="3385" y="2443"/>
                  </a:cubicBezTo>
                  <a:cubicBezTo>
                    <a:pt x="3396" y="2443"/>
                    <a:pt x="3410" y="2448"/>
                    <a:pt x="3430" y="2465"/>
                  </a:cubicBezTo>
                  <a:cubicBezTo>
                    <a:pt x="3442" y="2473"/>
                    <a:pt x="3449" y="2476"/>
                    <a:pt x="3452" y="2476"/>
                  </a:cubicBezTo>
                  <a:cubicBezTo>
                    <a:pt x="3461" y="2476"/>
                    <a:pt x="3438" y="2449"/>
                    <a:pt x="3438" y="2449"/>
                  </a:cubicBezTo>
                  <a:cubicBezTo>
                    <a:pt x="3413" y="2410"/>
                    <a:pt x="3412" y="2397"/>
                    <a:pt x="3445" y="2397"/>
                  </a:cubicBezTo>
                  <a:cubicBezTo>
                    <a:pt x="3453" y="2397"/>
                    <a:pt x="3465" y="2398"/>
                    <a:pt x="3479" y="2400"/>
                  </a:cubicBezTo>
                  <a:cubicBezTo>
                    <a:pt x="3534" y="2413"/>
                    <a:pt x="3567" y="2421"/>
                    <a:pt x="3581" y="2421"/>
                  </a:cubicBezTo>
                  <a:cubicBezTo>
                    <a:pt x="3601" y="2421"/>
                    <a:pt x="3578" y="2403"/>
                    <a:pt x="3519" y="2359"/>
                  </a:cubicBezTo>
                  <a:cubicBezTo>
                    <a:pt x="3491" y="2335"/>
                    <a:pt x="3462" y="2314"/>
                    <a:pt x="3465" y="2314"/>
                  </a:cubicBezTo>
                  <a:lnTo>
                    <a:pt x="3465" y="2314"/>
                  </a:lnTo>
                  <a:cubicBezTo>
                    <a:pt x="3467" y="2314"/>
                    <a:pt x="3484" y="2325"/>
                    <a:pt x="3527" y="2351"/>
                  </a:cubicBezTo>
                  <a:cubicBezTo>
                    <a:pt x="3538" y="2356"/>
                    <a:pt x="3545" y="2358"/>
                    <a:pt x="3549" y="2358"/>
                  </a:cubicBezTo>
                  <a:cubicBezTo>
                    <a:pt x="3570" y="2358"/>
                    <a:pt x="3538" y="2318"/>
                    <a:pt x="3511" y="2278"/>
                  </a:cubicBezTo>
                  <a:cubicBezTo>
                    <a:pt x="3454" y="2222"/>
                    <a:pt x="3398" y="2165"/>
                    <a:pt x="3333" y="2116"/>
                  </a:cubicBezTo>
                  <a:cubicBezTo>
                    <a:pt x="3271" y="2070"/>
                    <a:pt x="3249" y="2053"/>
                    <a:pt x="3257" y="2053"/>
                  </a:cubicBezTo>
                  <a:lnTo>
                    <a:pt x="3257" y="2053"/>
                  </a:lnTo>
                  <a:cubicBezTo>
                    <a:pt x="3262" y="2053"/>
                    <a:pt x="3277" y="2059"/>
                    <a:pt x="3300" y="2067"/>
                  </a:cubicBezTo>
                  <a:cubicBezTo>
                    <a:pt x="3302" y="2065"/>
                    <a:pt x="3305" y="2063"/>
                    <a:pt x="3309" y="2063"/>
                  </a:cubicBezTo>
                  <a:cubicBezTo>
                    <a:pt x="3326" y="2063"/>
                    <a:pt x="3366" y="2090"/>
                    <a:pt x="3406" y="2116"/>
                  </a:cubicBezTo>
                  <a:cubicBezTo>
                    <a:pt x="3454" y="2157"/>
                    <a:pt x="3446" y="2165"/>
                    <a:pt x="3446" y="2165"/>
                  </a:cubicBezTo>
                  <a:lnTo>
                    <a:pt x="3438" y="2173"/>
                  </a:lnTo>
                  <a:cubicBezTo>
                    <a:pt x="3478" y="2206"/>
                    <a:pt x="3518" y="2234"/>
                    <a:pt x="3540" y="2234"/>
                  </a:cubicBezTo>
                  <a:cubicBezTo>
                    <a:pt x="3545" y="2234"/>
                    <a:pt x="3549" y="2233"/>
                    <a:pt x="3552" y="2230"/>
                  </a:cubicBezTo>
                  <a:cubicBezTo>
                    <a:pt x="3571" y="2239"/>
                    <a:pt x="3584" y="2244"/>
                    <a:pt x="3590" y="2244"/>
                  </a:cubicBezTo>
                  <a:cubicBezTo>
                    <a:pt x="3599" y="2244"/>
                    <a:pt x="3593" y="2233"/>
                    <a:pt x="3568" y="2213"/>
                  </a:cubicBezTo>
                  <a:lnTo>
                    <a:pt x="3568" y="2213"/>
                  </a:lnTo>
                  <a:cubicBezTo>
                    <a:pt x="3586" y="2222"/>
                    <a:pt x="3599" y="2226"/>
                    <a:pt x="3610" y="2226"/>
                  </a:cubicBezTo>
                  <a:cubicBezTo>
                    <a:pt x="3629" y="2226"/>
                    <a:pt x="3639" y="2216"/>
                    <a:pt x="3649" y="2205"/>
                  </a:cubicBezTo>
                  <a:cubicBezTo>
                    <a:pt x="3660" y="2184"/>
                    <a:pt x="3685" y="2169"/>
                    <a:pt x="3710" y="2169"/>
                  </a:cubicBezTo>
                  <a:cubicBezTo>
                    <a:pt x="3723" y="2169"/>
                    <a:pt x="3736" y="2173"/>
                    <a:pt x="3746" y="2181"/>
                  </a:cubicBezTo>
                  <a:cubicBezTo>
                    <a:pt x="3754" y="2165"/>
                    <a:pt x="3763" y="2157"/>
                    <a:pt x="3714" y="2116"/>
                  </a:cubicBezTo>
                  <a:cubicBezTo>
                    <a:pt x="3660" y="2072"/>
                    <a:pt x="3638" y="2051"/>
                    <a:pt x="3641" y="2051"/>
                  </a:cubicBezTo>
                  <a:lnTo>
                    <a:pt x="3641" y="2051"/>
                  </a:lnTo>
                  <a:cubicBezTo>
                    <a:pt x="3643" y="2051"/>
                    <a:pt x="3654" y="2060"/>
                    <a:pt x="3673" y="2076"/>
                  </a:cubicBezTo>
                  <a:cubicBezTo>
                    <a:pt x="3698" y="2089"/>
                    <a:pt x="3725" y="2095"/>
                    <a:pt x="3750" y="2095"/>
                  </a:cubicBezTo>
                  <a:cubicBezTo>
                    <a:pt x="3834" y="2095"/>
                    <a:pt x="3904" y="2032"/>
                    <a:pt x="3836" y="1970"/>
                  </a:cubicBezTo>
                  <a:lnTo>
                    <a:pt x="3852" y="1954"/>
                  </a:lnTo>
                  <a:cubicBezTo>
                    <a:pt x="3859" y="1956"/>
                    <a:pt x="3867" y="1957"/>
                    <a:pt x="3874" y="1957"/>
                  </a:cubicBezTo>
                  <a:cubicBezTo>
                    <a:pt x="3925" y="1957"/>
                    <a:pt x="3952" y="1908"/>
                    <a:pt x="3917" y="1865"/>
                  </a:cubicBezTo>
                  <a:lnTo>
                    <a:pt x="3941" y="1840"/>
                  </a:lnTo>
                  <a:cubicBezTo>
                    <a:pt x="3956" y="1845"/>
                    <a:pt x="3967" y="1847"/>
                    <a:pt x="3975" y="1847"/>
                  </a:cubicBezTo>
                  <a:cubicBezTo>
                    <a:pt x="3999" y="1847"/>
                    <a:pt x="3995" y="1830"/>
                    <a:pt x="3965" y="1800"/>
                  </a:cubicBezTo>
                  <a:cubicBezTo>
                    <a:pt x="3936" y="1765"/>
                    <a:pt x="3903" y="1738"/>
                    <a:pt x="3904" y="1738"/>
                  </a:cubicBezTo>
                  <a:lnTo>
                    <a:pt x="3904" y="1738"/>
                  </a:lnTo>
                  <a:cubicBezTo>
                    <a:pt x="3905" y="1738"/>
                    <a:pt x="3911" y="1742"/>
                    <a:pt x="3925" y="1751"/>
                  </a:cubicBezTo>
                  <a:cubicBezTo>
                    <a:pt x="3943" y="1766"/>
                    <a:pt x="3957" y="1773"/>
                    <a:pt x="3968" y="1773"/>
                  </a:cubicBezTo>
                  <a:cubicBezTo>
                    <a:pt x="3987" y="1773"/>
                    <a:pt x="3999" y="1755"/>
                    <a:pt x="4014" y="1735"/>
                  </a:cubicBezTo>
                  <a:cubicBezTo>
                    <a:pt x="4046" y="1695"/>
                    <a:pt x="4046" y="1695"/>
                    <a:pt x="3990" y="1670"/>
                  </a:cubicBezTo>
                  <a:cubicBezTo>
                    <a:pt x="3979" y="1638"/>
                    <a:pt x="3984" y="1626"/>
                    <a:pt x="3997" y="1626"/>
                  </a:cubicBezTo>
                  <a:cubicBezTo>
                    <a:pt x="4014" y="1626"/>
                    <a:pt x="4044" y="1644"/>
                    <a:pt x="4071" y="1662"/>
                  </a:cubicBezTo>
                  <a:cubicBezTo>
                    <a:pt x="4108" y="1696"/>
                    <a:pt x="4132" y="1713"/>
                    <a:pt x="4138" y="1713"/>
                  </a:cubicBezTo>
                  <a:cubicBezTo>
                    <a:pt x="4145" y="1713"/>
                    <a:pt x="4115" y="1680"/>
                    <a:pt x="4030" y="1613"/>
                  </a:cubicBezTo>
                  <a:cubicBezTo>
                    <a:pt x="3969" y="1558"/>
                    <a:pt x="3957" y="1533"/>
                    <a:pt x="3972" y="1533"/>
                  </a:cubicBezTo>
                  <a:cubicBezTo>
                    <a:pt x="3978" y="1533"/>
                    <a:pt x="3990" y="1538"/>
                    <a:pt x="4006" y="1549"/>
                  </a:cubicBezTo>
                  <a:cubicBezTo>
                    <a:pt x="4054" y="1581"/>
                    <a:pt x="4046" y="1597"/>
                    <a:pt x="4038" y="1605"/>
                  </a:cubicBezTo>
                  <a:lnTo>
                    <a:pt x="4135" y="1670"/>
                  </a:lnTo>
                  <a:cubicBezTo>
                    <a:pt x="4144" y="1662"/>
                    <a:pt x="4144" y="1662"/>
                    <a:pt x="4103" y="1613"/>
                  </a:cubicBezTo>
                  <a:cubicBezTo>
                    <a:pt x="4103" y="1613"/>
                    <a:pt x="4111" y="1605"/>
                    <a:pt x="4071" y="1565"/>
                  </a:cubicBezTo>
                  <a:cubicBezTo>
                    <a:pt x="4022" y="1524"/>
                    <a:pt x="3973" y="1484"/>
                    <a:pt x="3917" y="1468"/>
                  </a:cubicBezTo>
                  <a:cubicBezTo>
                    <a:pt x="3860" y="1443"/>
                    <a:pt x="3868" y="1427"/>
                    <a:pt x="3876" y="1419"/>
                  </a:cubicBezTo>
                  <a:lnTo>
                    <a:pt x="3876" y="1419"/>
                  </a:lnTo>
                  <a:cubicBezTo>
                    <a:pt x="3933" y="1435"/>
                    <a:pt x="3990" y="1468"/>
                    <a:pt x="4030" y="1516"/>
                  </a:cubicBezTo>
                  <a:cubicBezTo>
                    <a:pt x="4022" y="1524"/>
                    <a:pt x="4079" y="1557"/>
                    <a:pt x="4127" y="1589"/>
                  </a:cubicBezTo>
                  <a:cubicBezTo>
                    <a:pt x="4133" y="1593"/>
                    <a:pt x="4137" y="1595"/>
                    <a:pt x="4140" y="1595"/>
                  </a:cubicBezTo>
                  <a:cubicBezTo>
                    <a:pt x="4160" y="1595"/>
                    <a:pt x="4099" y="1499"/>
                    <a:pt x="4014" y="1435"/>
                  </a:cubicBezTo>
                  <a:lnTo>
                    <a:pt x="4014" y="1435"/>
                  </a:lnTo>
                  <a:lnTo>
                    <a:pt x="4071" y="1468"/>
                  </a:lnTo>
                  <a:cubicBezTo>
                    <a:pt x="4088" y="1479"/>
                    <a:pt x="4100" y="1484"/>
                    <a:pt x="4110" y="1484"/>
                  </a:cubicBezTo>
                  <a:cubicBezTo>
                    <a:pt x="4126" y="1484"/>
                    <a:pt x="4133" y="1470"/>
                    <a:pt x="4144" y="1459"/>
                  </a:cubicBezTo>
                  <a:cubicBezTo>
                    <a:pt x="4160" y="1443"/>
                    <a:pt x="4168" y="1427"/>
                    <a:pt x="4111" y="1395"/>
                  </a:cubicBezTo>
                  <a:cubicBezTo>
                    <a:pt x="4063" y="1362"/>
                    <a:pt x="4014" y="1330"/>
                    <a:pt x="4022" y="1322"/>
                  </a:cubicBezTo>
                  <a:lnTo>
                    <a:pt x="4022" y="1322"/>
                  </a:lnTo>
                  <a:cubicBezTo>
                    <a:pt x="4021" y="1322"/>
                    <a:pt x="4020" y="1323"/>
                    <a:pt x="4018" y="1323"/>
                  </a:cubicBezTo>
                  <a:cubicBezTo>
                    <a:pt x="4004" y="1323"/>
                    <a:pt x="3960" y="1294"/>
                    <a:pt x="3917" y="1265"/>
                  </a:cubicBezTo>
                  <a:lnTo>
                    <a:pt x="3917" y="1265"/>
                  </a:lnTo>
                  <a:cubicBezTo>
                    <a:pt x="3957" y="1273"/>
                    <a:pt x="3998" y="1289"/>
                    <a:pt x="4038" y="1305"/>
                  </a:cubicBezTo>
                  <a:cubicBezTo>
                    <a:pt x="4106" y="1330"/>
                    <a:pt x="4156" y="1345"/>
                    <a:pt x="4191" y="1345"/>
                  </a:cubicBezTo>
                  <a:cubicBezTo>
                    <a:pt x="4215" y="1345"/>
                    <a:pt x="4231" y="1338"/>
                    <a:pt x="4241" y="1322"/>
                  </a:cubicBezTo>
                  <a:cubicBezTo>
                    <a:pt x="4252" y="1300"/>
                    <a:pt x="4273" y="1286"/>
                    <a:pt x="4296" y="1286"/>
                  </a:cubicBezTo>
                  <a:cubicBezTo>
                    <a:pt x="4308" y="1286"/>
                    <a:pt x="4319" y="1289"/>
                    <a:pt x="4330" y="1297"/>
                  </a:cubicBezTo>
                  <a:cubicBezTo>
                    <a:pt x="4346" y="1273"/>
                    <a:pt x="4354" y="1265"/>
                    <a:pt x="4298" y="1232"/>
                  </a:cubicBezTo>
                  <a:lnTo>
                    <a:pt x="4314" y="1216"/>
                  </a:lnTo>
                  <a:cubicBezTo>
                    <a:pt x="4330" y="1223"/>
                    <a:pt x="4343" y="1226"/>
                    <a:pt x="4352" y="1226"/>
                  </a:cubicBezTo>
                  <a:cubicBezTo>
                    <a:pt x="4375" y="1226"/>
                    <a:pt x="4373" y="1207"/>
                    <a:pt x="4338" y="1184"/>
                  </a:cubicBezTo>
                  <a:cubicBezTo>
                    <a:pt x="4314" y="1163"/>
                    <a:pt x="4316" y="1159"/>
                    <a:pt x="4325" y="1159"/>
                  </a:cubicBezTo>
                  <a:lnTo>
                    <a:pt x="4325" y="1159"/>
                  </a:lnTo>
                  <a:cubicBezTo>
                    <a:pt x="4331" y="1159"/>
                    <a:pt x="4340" y="1161"/>
                    <a:pt x="4347" y="1161"/>
                  </a:cubicBezTo>
                  <a:cubicBezTo>
                    <a:pt x="4350" y="1161"/>
                    <a:pt x="4353" y="1161"/>
                    <a:pt x="4354" y="1159"/>
                  </a:cubicBezTo>
                  <a:cubicBezTo>
                    <a:pt x="4400" y="1176"/>
                    <a:pt x="4427" y="1186"/>
                    <a:pt x="4434" y="1186"/>
                  </a:cubicBezTo>
                  <a:cubicBezTo>
                    <a:pt x="4443" y="1186"/>
                    <a:pt x="4406" y="1164"/>
                    <a:pt x="4314" y="1111"/>
                  </a:cubicBezTo>
                  <a:cubicBezTo>
                    <a:pt x="4267" y="1091"/>
                    <a:pt x="4215" y="1076"/>
                    <a:pt x="4198" y="1076"/>
                  </a:cubicBezTo>
                  <a:cubicBezTo>
                    <a:pt x="4194" y="1076"/>
                    <a:pt x="4192" y="1077"/>
                    <a:pt x="4192" y="1078"/>
                  </a:cubicBezTo>
                  <a:lnTo>
                    <a:pt x="4168" y="1111"/>
                  </a:lnTo>
                  <a:lnTo>
                    <a:pt x="4135" y="1046"/>
                  </a:lnTo>
                  <a:cubicBezTo>
                    <a:pt x="4144" y="1038"/>
                    <a:pt x="4103" y="989"/>
                    <a:pt x="4054" y="957"/>
                  </a:cubicBezTo>
                  <a:cubicBezTo>
                    <a:pt x="4054" y="957"/>
                    <a:pt x="4006" y="924"/>
                    <a:pt x="4014" y="916"/>
                  </a:cubicBezTo>
                  <a:lnTo>
                    <a:pt x="4014" y="916"/>
                  </a:lnTo>
                  <a:lnTo>
                    <a:pt x="4111" y="981"/>
                  </a:lnTo>
                  <a:cubicBezTo>
                    <a:pt x="4160" y="1022"/>
                    <a:pt x="4208" y="1054"/>
                    <a:pt x="4257" y="1086"/>
                  </a:cubicBezTo>
                  <a:cubicBezTo>
                    <a:pt x="4308" y="1110"/>
                    <a:pt x="4351" y="1122"/>
                    <a:pt x="4371" y="1122"/>
                  </a:cubicBezTo>
                  <a:cubicBezTo>
                    <a:pt x="4393" y="1122"/>
                    <a:pt x="4389" y="1108"/>
                    <a:pt x="4338" y="1078"/>
                  </a:cubicBezTo>
                  <a:cubicBezTo>
                    <a:pt x="4338" y="1071"/>
                    <a:pt x="4338" y="1067"/>
                    <a:pt x="4344" y="1067"/>
                  </a:cubicBezTo>
                  <a:cubicBezTo>
                    <a:pt x="4351" y="1067"/>
                    <a:pt x="4367" y="1073"/>
                    <a:pt x="4403" y="1086"/>
                  </a:cubicBezTo>
                  <a:cubicBezTo>
                    <a:pt x="4421" y="1098"/>
                    <a:pt x="4433" y="1105"/>
                    <a:pt x="4437" y="1105"/>
                  </a:cubicBezTo>
                  <a:cubicBezTo>
                    <a:pt x="4444" y="1105"/>
                    <a:pt x="4425" y="1084"/>
                    <a:pt x="4363" y="1038"/>
                  </a:cubicBezTo>
                  <a:cubicBezTo>
                    <a:pt x="4306" y="995"/>
                    <a:pt x="4285" y="975"/>
                    <a:pt x="4298" y="975"/>
                  </a:cubicBezTo>
                  <a:cubicBezTo>
                    <a:pt x="4308" y="975"/>
                    <a:pt x="4335" y="985"/>
                    <a:pt x="4379" y="1005"/>
                  </a:cubicBezTo>
                  <a:cubicBezTo>
                    <a:pt x="4413" y="1018"/>
                    <a:pt x="4439" y="1022"/>
                    <a:pt x="4459" y="1022"/>
                  </a:cubicBezTo>
                  <a:cubicBezTo>
                    <a:pt x="4504" y="1022"/>
                    <a:pt x="4508" y="996"/>
                    <a:pt x="4468" y="973"/>
                  </a:cubicBezTo>
                  <a:cubicBezTo>
                    <a:pt x="4393" y="929"/>
                    <a:pt x="4385" y="900"/>
                    <a:pt x="4412" y="900"/>
                  </a:cubicBezTo>
                  <a:cubicBezTo>
                    <a:pt x="4420" y="900"/>
                    <a:pt x="4431" y="903"/>
                    <a:pt x="4444" y="908"/>
                  </a:cubicBezTo>
                  <a:cubicBezTo>
                    <a:pt x="4462" y="913"/>
                    <a:pt x="4475" y="916"/>
                    <a:pt x="4483" y="916"/>
                  </a:cubicBezTo>
                  <a:cubicBezTo>
                    <a:pt x="4501" y="916"/>
                    <a:pt x="4496" y="903"/>
                    <a:pt x="4468" y="876"/>
                  </a:cubicBezTo>
                  <a:lnTo>
                    <a:pt x="4468" y="876"/>
                  </a:lnTo>
                  <a:cubicBezTo>
                    <a:pt x="4496" y="894"/>
                    <a:pt x="4527" y="908"/>
                    <a:pt x="4540" y="908"/>
                  </a:cubicBezTo>
                  <a:cubicBezTo>
                    <a:pt x="4550" y="908"/>
                    <a:pt x="4550" y="901"/>
                    <a:pt x="4533" y="884"/>
                  </a:cubicBezTo>
                  <a:cubicBezTo>
                    <a:pt x="4533" y="884"/>
                    <a:pt x="4533" y="876"/>
                    <a:pt x="4476" y="859"/>
                  </a:cubicBezTo>
                  <a:lnTo>
                    <a:pt x="4387" y="778"/>
                  </a:lnTo>
                  <a:cubicBezTo>
                    <a:pt x="4386" y="779"/>
                    <a:pt x="4385" y="780"/>
                    <a:pt x="4383" y="780"/>
                  </a:cubicBezTo>
                  <a:cubicBezTo>
                    <a:pt x="4368" y="780"/>
                    <a:pt x="4325" y="751"/>
                    <a:pt x="4281" y="722"/>
                  </a:cubicBezTo>
                  <a:cubicBezTo>
                    <a:pt x="4257" y="711"/>
                    <a:pt x="4258" y="704"/>
                    <a:pt x="4280" y="704"/>
                  </a:cubicBezTo>
                  <a:cubicBezTo>
                    <a:pt x="4309" y="704"/>
                    <a:pt x="4375" y="717"/>
                    <a:pt x="4468" y="754"/>
                  </a:cubicBezTo>
                  <a:lnTo>
                    <a:pt x="4590" y="795"/>
                  </a:lnTo>
                  <a:lnTo>
                    <a:pt x="4484" y="738"/>
                  </a:lnTo>
                  <a:cubicBezTo>
                    <a:pt x="4489" y="733"/>
                    <a:pt x="4491" y="727"/>
                    <a:pt x="4501" y="727"/>
                  </a:cubicBezTo>
                  <a:cubicBezTo>
                    <a:pt x="4509" y="727"/>
                    <a:pt x="4523" y="731"/>
                    <a:pt x="4549" y="746"/>
                  </a:cubicBezTo>
                  <a:cubicBezTo>
                    <a:pt x="4577" y="765"/>
                    <a:pt x="4589" y="773"/>
                    <a:pt x="4596" y="773"/>
                  </a:cubicBezTo>
                  <a:cubicBezTo>
                    <a:pt x="4600" y="773"/>
                    <a:pt x="4602" y="769"/>
                    <a:pt x="4606" y="762"/>
                  </a:cubicBezTo>
                  <a:cubicBezTo>
                    <a:pt x="4606" y="762"/>
                    <a:pt x="4614" y="754"/>
                    <a:pt x="4557" y="722"/>
                  </a:cubicBezTo>
                  <a:cubicBezTo>
                    <a:pt x="4498" y="687"/>
                    <a:pt x="4475" y="674"/>
                    <a:pt x="4478" y="674"/>
                  </a:cubicBezTo>
                  <a:lnTo>
                    <a:pt x="4478" y="674"/>
                  </a:lnTo>
                  <a:cubicBezTo>
                    <a:pt x="4481" y="674"/>
                    <a:pt x="4494" y="680"/>
                    <a:pt x="4517" y="689"/>
                  </a:cubicBezTo>
                  <a:cubicBezTo>
                    <a:pt x="4558" y="708"/>
                    <a:pt x="4585" y="717"/>
                    <a:pt x="4595" y="717"/>
                  </a:cubicBezTo>
                  <a:cubicBezTo>
                    <a:pt x="4612" y="717"/>
                    <a:pt x="4592" y="696"/>
                    <a:pt x="4533" y="657"/>
                  </a:cubicBezTo>
                  <a:cubicBezTo>
                    <a:pt x="4478" y="627"/>
                    <a:pt x="4452" y="613"/>
                    <a:pt x="4455" y="613"/>
                  </a:cubicBezTo>
                  <a:lnTo>
                    <a:pt x="4455" y="613"/>
                  </a:lnTo>
                  <a:cubicBezTo>
                    <a:pt x="4458" y="613"/>
                    <a:pt x="4486" y="625"/>
                    <a:pt x="4541" y="649"/>
                  </a:cubicBezTo>
                  <a:cubicBezTo>
                    <a:pt x="4579" y="667"/>
                    <a:pt x="4621" y="686"/>
                    <a:pt x="4642" y="686"/>
                  </a:cubicBezTo>
                  <a:cubicBezTo>
                    <a:pt x="4648" y="686"/>
                    <a:pt x="4653" y="685"/>
                    <a:pt x="4654" y="681"/>
                  </a:cubicBezTo>
                  <a:lnTo>
                    <a:pt x="4606" y="657"/>
                  </a:lnTo>
                  <a:cubicBezTo>
                    <a:pt x="4535" y="614"/>
                    <a:pt x="4516" y="595"/>
                    <a:pt x="4527" y="595"/>
                  </a:cubicBezTo>
                  <a:cubicBezTo>
                    <a:pt x="4533" y="595"/>
                    <a:pt x="4546" y="600"/>
                    <a:pt x="4565" y="608"/>
                  </a:cubicBezTo>
                  <a:cubicBezTo>
                    <a:pt x="4583" y="617"/>
                    <a:pt x="4595" y="621"/>
                    <a:pt x="4602" y="621"/>
                  </a:cubicBezTo>
                  <a:cubicBezTo>
                    <a:pt x="4613" y="621"/>
                    <a:pt x="4607" y="607"/>
                    <a:pt x="4581" y="576"/>
                  </a:cubicBezTo>
                  <a:cubicBezTo>
                    <a:pt x="4590" y="563"/>
                    <a:pt x="4594" y="554"/>
                    <a:pt x="4605" y="554"/>
                  </a:cubicBezTo>
                  <a:cubicBezTo>
                    <a:pt x="4614" y="554"/>
                    <a:pt x="4628" y="561"/>
                    <a:pt x="4654" y="576"/>
                  </a:cubicBezTo>
                  <a:cubicBezTo>
                    <a:pt x="4704" y="602"/>
                    <a:pt x="4730" y="616"/>
                    <a:pt x="4734" y="616"/>
                  </a:cubicBezTo>
                  <a:cubicBezTo>
                    <a:pt x="4738" y="616"/>
                    <a:pt x="4714" y="598"/>
                    <a:pt x="4663" y="559"/>
                  </a:cubicBezTo>
                  <a:cubicBezTo>
                    <a:pt x="4630" y="538"/>
                    <a:pt x="4619" y="531"/>
                    <a:pt x="4635" y="531"/>
                  </a:cubicBezTo>
                  <a:cubicBezTo>
                    <a:pt x="4643" y="531"/>
                    <a:pt x="4657" y="532"/>
                    <a:pt x="4679" y="535"/>
                  </a:cubicBezTo>
                  <a:cubicBezTo>
                    <a:pt x="4701" y="541"/>
                    <a:pt x="4714" y="545"/>
                    <a:pt x="4720" y="545"/>
                  </a:cubicBezTo>
                  <a:cubicBezTo>
                    <a:pt x="4728" y="545"/>
                    <a:pt x="4717" y="536"/>
                    <a:pt x="4687" y="511"/>
                  </a:cubicBezTo>
                  <a:cubicBezTo>
                    <a:pt x="4595" y="461"/>
                    <a:pt x="4546" y="436"/>
                    <a:pt x="4530" y="436"/>
                  </a:cubicBezTo>
                  <a:cubicBezTo>
                    <a:pt x="4527" y="436"/>
                    <a:pt x="4526" y="437"/>
                    <a:pt x="4525" y="438"/>
                  </a:cubicBezTo>
                  <a:cubicBezTo>
                    <a:pt x="4525" y="441"/>
                    <a:pt x="4524" y="442"/>
                    <a:pt x="4521" y="442"/>
                  </a:cubicBezTo>
                  <a:cubicBezTo>
                    <a:pt x="4515" y="442"/>
                    <a:pt x="4500" y="435"/>
                    <a:pt x="4468" y="414"/>
                  </a:cubicBezTo>
                  <a:lnTo>
                    <a:pt x="4484" y="397"/>
                  </a:lnTo>
                  <a:cubicBezTo>
                    <a:pt x="4484" y="389"/>
                    <a:pt x="4492" y="373"/>
                    <a:pt x="4452" y="332"/>
                  </a:cubicBezTo>
                  <a:cubicBezTo>
                    <a:pt x="4422" y="297"/>
                    <a:pt x="4358" y="257"/>
                    <a:pt x="4341" y="257"/>
                  </a:cubicBezTo>
                  <a:cubicBezTo>
                    <a:pt x="4337" y="257"/>
                    <a:pt x="4336" y="260"/>
                    <a:pt x="4339" y="265"/>
                  </a:cubicBezTo>
                  <a:lnTo>
                    <a:pt x="4339" y="265"/>
                  </a:lnTo>
                  <a:lnTo>
                    <a:pt x="4290" y="251"/>
                  </a:lnTo>
                  <a:cubicBezTo>
                    <a:pt x="4218" y="216"/>
                    <a:pt x="4176" y="199"/>
                    <a:pt x="4166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2"/>
            <p:cNvSpPr/>
            <p:nvPr/>
          </p:nvSpPr>
          <p:spPr>
            <a:xfrm>
              <a:off x="7328113" y="1616404"/>
              <a:ext cx="73811" cy="49299"/>
            </a:xfrm>
            <a:custGeom>
              <a:avLst/>
              <a:gdLst/>
              <a:ahLst/>
              <a:cxnLst/>
              <a:rect l="l" t="t" r="r" b="b"/>
              <a:pathLst>
                <a:path w="4282" h="2860" extrusionOk="0">
                  <a:moveTo>
                    <a:pt x="3583" y="25"/>
                  </a:moveTo>
                  <a:lnTo>
                    <a:pt x="3583" y="25"/>
                  </a:lnTo>
                  <a:cubicBezTo>
                    <a:pt x="3590" y="25"/>
                    <a:pt x="3666" y="60"/>
                    <a:pt x="3738" y="98"/>
                  </a:cubicBezTo>
                  <a:cubicBezTo>
                    <a:pt x="3793" y="128"/>
                    <a:pt x="3819" y="142"/>
                    <a:pt x="3816" y="142"/>
                  </a:cubicBezTo>
                  <a:cubicBezTo>
                    <a:pt x="3813" y="142"/>
                    <a:pt x="3785" y="130"/>
                    <a:pt x="3730" y="107"/>
                  </a:cubicBezTo>
                  <a:cubicBezTo>
                    <a:pt x="3698" y="90"/>
                    <a:pt x="3657" y="74"/>
                    <a:pt x="3625" y="50"/>
                  </a:cubicBezTo>
                  <a:cubicBezTo>
                    <a:pt x="3591" y="32"/>
                    <a:pt x="3580" y="25"/>
                    <a:pt x="3583" y="25"/>
                  </a:cubicBezTo>
                  <a:close/>
                  <a:moveTo>
                    <a:pt x="3310" y="540"/>
                  </a:moveTo>
                  <a:cubicBezTo>
                    <a:pt x="3313" y="540"/>
                    <a:pt x="3323" y="549"/>
                    <a:pt x="3357" y="577"/>
                  </a:cubicBezTo>
                  <a:cubicBezTo>
                    <a:pt x="3389" y="601"/>
                    <a:pt x="3414" y="634"/>
                    <a:pt x="3438" y="666"/>
                  </a:cubicBezTo>
                  <a:cubicBezTo>
                    <a:pt x="3389" y="625"/>
                    <a:pt x="3349" y="585"/>
                    <a:pt x="3308" y="544"/>
                  </a:cubicBezTo>
                  <a:cubicBezTo>
                    <a:pt x="3308" y="542"/>
                    <a:pt x="3308" y="540"/>
                    <a:pt x="3310" y="540"/>
                  </a:cubicBezTo>
                  <a:close/>
                  <a:moveTo>
                    <a:pt x="1622" y="747"/>
                  </a:moveTo>
                  <a:cubicBezTo>
                    <a:pt x="1614" y="747"/>
                    <a:pt x="1614" y="747"/>
                    <a:pt x="1606" y="804"/>
                  </a:cubicBezTo>
                  <a:lnTo>
                    <a:pt x="1614" y="812"/>
                  </a:lnTo>
                  <a:cubicBezTo>
                    <a:pt x="1622" y="747"/>
                    <a:pt x="1622" y="747"/>
                    <a:pt x="1622" y="747"/>
                  </a:cubicBezTo>
                  <a:close/>
                  <a:moveTo>
                    <a:pt x="803" y="779"/>
                  </a:moveTo>
                  <a:cubicBezTo>
                    <a:pt x="801" y="779"/>
                    <a:pt x="796" y="784"/>
                    <a:pt x="771" y="828"/>
                  </a:cubicBezTo>
                  <a:cubicBezTo>
                    <a:pt x="811" y="780"/>
                    <a:pt x="811" y="780"/>
                    <a:pt x="803" y="780"/>
                  </a:cubicBezTo>
                  <a:cubicBezTo>
                    <a:pt x="803" y="780"/>
                    <a:pt x="803" y="779"/>
                    <a:pt x="803" y="779"/>
                  </a:cubicBezTo>
                  <a:close/>
                  <a:moveTo>
                    <a:pt x="819" y="788"/>
                  </a:moveTo>
                  <a:lnTo>
                    <a:pt x="787" y="844"/>
                  </a:lnTo>
                  <a:lnTo>
                    <a:pt x="795" y="844"/>
                  </a:lnTo>
                  <a:cubicBezTo>
                    <a:pt x="827" y="796"/>
                    <a:pt x="827" y="796"/>
                    <a:pt x="819" y="788"/>
                  </a:cubicBezTo>
                  <a:close/>
                  <a:moveTo>
                    <a:pt x="857" y="785"/>
                  </a:moveTo>
                  <a:cubicBezTo>
                    <a:pt x="856" y="785"/>
                    <a:pt x="852" y="791"/>
                    <a:pt x="844" y="804"/>
                  </a:cubicBezTo>
                  <a:cubicBezTo>
                    <a:pt x="844" y="804"/>
                    <a:pt x="835" y="804"/>
                    <a:pt x="811" y="861"/>
                  </a:cubicBezTo>
                  <a:cubicBezTo>
                    <a:pt x="835" y="825"/>
                    <a:pt x="859" y="785"/>
                    <a:pt x="857" y="785"/>
                  </a:cubicBezTo>
                  <a:close/>
                  <a:moveTo>
                    <a:pt x="3355" y="787"/>
                  </a:moveTo>
                  <a:lnTo>
                    <a:pt x="3355" y="787"/>
                  </a:lnTo>
                  <a:cubicBezTo>
                    <a:pt x="3356" y="787"/>
                    <a:pt x="3362" y="792"/>
                    <a:pt x="3373" y="804"/>
                  </a:cubicBezTo>
                  <a:lnTo>
                    <a:pt x="3454" y="893"/>
                  </a:lnTo>
                  <a:cubicBezTo>
                    <a:pt x="3454" y="893"/>
                    <a:pt x="3469" y="911"/>
                    <a:pt x="3466" y="911"/>
                  </a:cubicBezTo>
                  <a:cubicBezTo>
                    <a:pt x="3465" y="911"/>
                    <a:pt x="3460" y="907"/>
                    <a:pt x="3446" y="893"/>
                  </a:cubicBezTo>
                  <a:lnTo>
                    <a:pt x="3406" y="852"/>
                  </a:lnTo>
                  <a:cubicBezTo>
                    <a:pt x="3377" y="818"/>
                    <a:pt x="3352" y="787"/>
                    <a:pt x="3355" y="787"/>
                  </a:cubicBezTo>
                  <a:close/>
                  <a:moveTo>
                    <a:pt x="2895" y="836"/>
                  </a:moveTo>
                  <a:cubicBezTo>
                    <a:pt x="2895" y="836"/>
                    <a:pt x="2895" y="837"/>
                    <a:pt x="2935" y="885"/>
                  </a:cubicBezTo>
                  <a:cubicBezTo>
                    <a:pt x="2935" y="885"/>
                    <a:pt x="2968" y="934"/>
                    <a:pt x="2960" y="934"/>
                  </a:cubicBezTo>
                  <a:lnTo>
                    <a:pt x="2960" y="934"/>
                  </a:lnTo>
                  <a:lnTo>
                    <a:pt x="2927" y="885"/>
                  </a:lnTo>
                  <a:cubicBezTo>
                    <a:pt x="2895" y="837"/>
                    <a:pt x="2895" y="836"/>
                    <a:pt x="2895" y="836"/>
                  </a:cubicBezTo>
                  <a:close/>
                  <a:moveTo>
                    <a:pt x="3219" y="917"/>
                  </a:moveTo>
                  <a:cubicBezTo>
                    <a:pt x="3219" y="917"/>
                    <a:pt x="3260" y="958"/>
                    <a:pt x="3260" y="958"/>
                  </a:cubicBezTo>
                  <a:cubicBezTo>
                    <a:pt x="3260" y="958"/>
                    <a:pt x="3300" y="1007"/>
                    <a:pt x="3292" y="1007"/>
                  </a:cubicBezTo>
                  <a:lnTo>
                    <a:pt x="3211" y="917"/>
                  </a:lnTo>
                  <a:close/>
                  <a:moveTo>
                    <a:pt x="1362" y="1039"/>
                  </a:moveTo>
                  <a:lnTo>
                    <a:pt x="1362" y="1039"/>
                  </a:lnTo>
                  <a:cubicBezTo>
                    <a:pt x="1359" y="1049"/>
                    <a:pt x="1357" y="1059"/>
                    <a:pt x="1354" y="1067"/>
                  </a:cubicBezTo>
                  <a:lnTo>
                    <a:pt x="1354" y="1067"/>
                  </a:lnTo>
                  <a:cubicBezTo>
                    <a:pt x="1356" y="1061"/>
                    <a:pt x="1358" y="1055"/>
                    <a:pt x="1362" y="1039"/>
                  </a:cubicBezTo>
                  <a:close/>
                  <a:moveTo>
                    <a:pt x="2530" y="982"/>
                  </a:moveTo>
                  <a:cubicBezTo>
                    <a:pt x="2558" y="1039"/>
                    <a:pt x="2571" y="1067"/>
                    <a:pt x="2570" y="1067"/>
                  </a:cubicBezTo>
                  <a:cubicBezTo>
                    <a:pt x="2569" y="1067"/>
                    <a:pt x="2554" y="1039"/>
                    <a:pt x="2530" y="982"/>
                  </a:cubicBezTo>
                  <a:close/>
                  <a:moveTo>
                    <a:pt x="1354" y="1067"/>
                  </a:moveTo>
                  <a:lnTo>
                    <a:pt x="1354" y="1067"/>
                  </a:lnTo>
                  <a:cubicBezTo>
                    <a:pt x="1354" y="1067"/>
                    <a:pt x="1354" y="1067"/>
                    <a:pt x="1354" y="1067"/>
                  </a:cubicBezTo>
                  <a:lnTo>
                    <a:pt x="1354" y="1067"/>
                  </a:lnTo>
                  <a:cubicBezTo>
                    <a:pt x="1354" y="1067"/>
                    <a:pt x="1354" y="1067"/>
                    <a:pt x="1354" y="1067"/>
                  </a:cubicBezTo>
                  <a:close/>
                  <a:moveTo>
                    <a:pt x="3258" y="1035"/>
                  </a:moveTo>
                  <a:cubicBezTo>
                    <a:pt x="3262" y="1035"/>
                    <a:pt x="3269" y="1045"/>
                    <a:pt x="3292" y="1080"/>
                  </a:cubicBezTo>
                  <a:lnTo>
                    <a:pt x="3292" y="1088"/>
                  </a:lnTo>
                  <a:lnTo>
                    <a:pt x="3252" y="1039"/>
                  </a:lnTo>
                  <a:cubicBezTo>
                    <a:pt x="3254" y="1037"/>
                    <a:pt x="3256" y="1035"/>
                    <a:pt x="3258" y="1035"/>
                  </a:cubicBezTo>
                  <a:close/>
                  <a:moveTo>
                    <a:pt x="607" y="998"/>
                  </a:moveTo>
                  <a:cubicBezTo>
                    <a:pt x="608" y="998"/>
                    <a:pt x="608" y="998"/>
                    <a:pt x="608" y="998"/>
                  </a:cubicBezTo>
                  <a:cubicBezTo>
                    <a:pt x="617" y="1007"/>
                    <a:pt x="617" y="1007"/>
                    <a:pt x="576" y="1055"/>
                  </a:cubicBezTo>
                  <a:cubicBezTo>
                    <a:pt x="576" y="1055"/>
                    <a:pt x="544" y="1096"/>
                    <a:pt x="535" y="1096"/>
                  </a:cubicBezTo>
                  <a:lnTo>
                    <a:pt x="568" y="1039"/>
                  </a:lnTo>
                  <a:cubicBezTo>
                    <a:pt x="592" y="1002"/>
                    <a:pt x="603" y="998"/>
                    <a:pt x="607" y="998"/>
                  </a:cubicBezTo>
                  <a:close/>
                  <a:moveTo>
                    <a:pt x="1354" y="1067"/>
                  </a:moveTo>
                  <a:cubicBezTo>
                    <a:pt x="1352" y="1073"/>
                    <a:pt x="1350" y="1080"/>
                    <a:pt x="1346" y="1096"/>
                  </a:cubicBezTo>
                  <a:cubicBezTo>
                    <a:pt x="1346" y="1096"/>
                    <a:pt x="1349" y="1085"/>
                    <a:pt x="1354" y="1067"/>
                  </a:cubicBezTo>
                  <a:close/>
                  <a:moveTo>
                    <a:pt x="3211" y="1063"/>
                  </a:moveTo>
                  <a:cubicBezTo>
                    <a:pt x="3219" y="1063"/>
                    <a:pt x="3219" y="1063"/>
                    <a:pt x="3252" y="1112"/>
                  </a:cubicBezTo>
                  <a:lnTo>
                    <a:pt x="3211" y="1063"/>
                  </a:lnTo>
                  <a:close/>
                  <a:moveTo>
                    <a:pt x="1379" y="1047"/>
                  </a:moveTo>
                  <a:cubicBezTo>
                    <a:pt x="1374" y="1080"/>
                    <a:pt x="1367" y="1113"/>
                    <a:pt x="1366" y="1113"/>
                  </a:cubicBezTo>
                  <a:cubicBezTo>
                    <a:pt x="1365" y="1113"/>
                    <a:pt x="1368" y="1095"/>
                    <a:pt x="1379" y="1047"/>
                  </a:cubicBezTo>
                  <a:close/>
                  <a:moveTo>
                    <a:pt x="3159" y="1044"/>
                  </a:moveTo>
                  <a:cubicBezTo>
                    <a:pt x="3161" y="1044"/>
                    <a:pt x="3171" y="1056"/>
                    <a:pt x="3187" y="1080"/>
                  </a:cubicBezTo>
                  <a:cubicBezTo>
                    <a:pt x="3219" y="1128"/>
                    <a:pt x="3219" y="1128"/>
                    <a:pt x="3219" y="1128"/>
                  </a:cubicBezTo>
                  <a:cubicBezTo>
                    <a:pt x="3217" y="1131"/>
                    <a:pt x="3215" y="1132"/>
                    <a:pt x="3213" y="1132"/>
                  </a:cubicBezTo>
                  <a:cubicBezTo>
                    <a:pt x="3208" y="1132"/>
                    <a:pt x="3202" y="1122"/>
                    <a:pt x="3179" y="1088"/>
                  </a:cubicBezTo>
                  <a:cubicBezTo>
                    <a:pt x="3162" y="1058"/>
                    <a:pt x="3156" y="1044"/>
                    <a:pt x="3159" y="1044"/>
                  </a:cubicBezTo>
                  <a:close/>
                  <a:moveTo>
                    <a:pt x="3296" y="1121"/>
                  </a:moveTo>
                  <a:cubicBezTo>
                    <a:pt x="3294" y="1121"/>
                    <a:pt x="3297" y="1127"/>
                    <a:pt x="3308" y="1144"/>
                  </a:cubicBezTo>
                  <a:cubicBezTo>
                    <a:pt x="3314" y="1139"/>
                    <a:pt x="3299" y="1121"/>
                    <a:pt x="3296" y="1121"/>
                  </a:cubicBezTo>
                  <a:close/>
                  <a:moveTo>
                    <a:pt x="2117" y="1112"/>
                  </a:moveTo>
                  <a:lnTo>
                    <a:pt x="2117" y="1112"/>
                  </a:lnTo>
                  <a:cubicBezTo>
                    <a:pt x="2125" y="1144"/>
                    <a:pt x="2133" y="1185"/>
                    <a:pt x="2133" y="1225"/>
                  </a:cubicBezTo>
                  <a:lnTo>
                    <a:pt x="2125" y="1225"/>
                  </a:lnTo>
                  <a:lnTo>
                    <a:pt x="2117" y="1112"/>
                  </a:lnTo>
                  <a:close/>
                  <a:moveTo>
                    <a:pt x="649" y="1031"/>
                  </a:moveTo>
                  <a:cubicBezTo>
                    <a:pt x="649" y="1039"/>
                    <a:pt x="657" y="1039"/>
                    <a:pt x="625" y="1088"/>
                  </a:cubicBezTo>
                  <a:lnTo>
                    <a:pt x="617" y="1088"/>
                  </a:lnTo>
                  <a:cubicBezTo>
                    <a:pt x="627" y="1072"/>
                    <a:pt x="631" y="1066"/>
                    <a:pt x="630" y="1066"/>
                  </a:cubicBezTo>
                  <a:lnTo>
                    <a:pt x="630" y="1066"/>
                  </a:lnTo>
                  <a:cubicBezTo>
                    <a:pt x="629" y="1066"/>
                    <a:pt x="606" y="1097"/>
                    <a:pt x="584" y="1136"/>
                  </a:cubicBezTo>
                  <a:lnTo>
                    <a:pt x="519" y="1234"/>
                  </a:lnTo>
                  <a:cubicBezTo>
                    <a:pt x="535" y="1193"/>
                    <a:pt x="552" y="1161"/>
                    <a:pt x="576" y="1128"/>
                  </a:cubicBezTo>
                  <a:cubicBezTo>
                    <a:pt x="641" y="1031"/>
                    <a:pt x="641" y="1031"/>
                    <a:pt x="649" y="1031"/>
                  </a:cubicBezTo>
                  <a:close/>
                  <a:moveTo>
                    <a:pt x="1476" y="1144"/>
                  </a:moveTo>
                  <a:lnTo>
                    <a:pt x="1460" y="1258"/>
                  </a:lnTo>
                  <a:cubicBezTo>
                    <a:pt x="1468" y="1242"/>
                    <a:pt x="1476" y="1225"/>
                    <a:pt x="1476" y="1201"/>
                  </a:cubicBezTo>
                  <a:cubicBezTo>
                    <a:pt x="1484" y="1185"/>
                    <a:pt x="1484" y="1161"/>
                    <a:pt x="1484" y="1144"/>
                  </a:cubicBezTo>
                  <a:close/>
                  <a:moveTo>
                    <a:pt x="1103" y="1185"/>
                  </a:moveTo>
                  <a:lnTo>
                    <a:pt x="1087" y="1242"/>
                  </a:lnTo>
                  <a:lnTo>
                    <a:pt x="1054" y="1298"/>
                  </a:lnTo>
                  <a:lnTo>
                    <a:pt x="1079" y="1234"/>
                  </a:lnTo>
                  <a:cubicBezTo>
                    <a:pt x="1095" y="1185"/>
                    <a:pt x="1103" y="1185"/>
                    <a:pt x="1103" y="1185"/>
                  </a:cubicBezTo>
                  <a:close/>
                  <a:moveTo>
                    <a:pt x="3328" y="1251"/>
                  </a:moveTo>
                  <a:cubicBezTo>
                    <a:pt x="3337" y="1266"/>
                    <a:pt x="3352" y="1286"/>
                    <a:pt x="3373" y="1315"/>
                  </a:cubicBezTo>
                  <a:cubicBezTo>
                    <a:pt x="3390" y="1332"/>
                    <a:pt x="3400" y="1343"/>
                    <a:pt x="3400" y="1343"/>
                  </a:cubicBezTo>
                  <a:cubicBezTo>
                    <a:pt x="3401" y="1343"/>
                    <a:pt x="3383" y="1322"/>
                    <a:pt x="3341" y="1266"/>
                  </a:cubicBezTo>
                  <a:cubicBezTo>
                    <a:pt x="3336" y="1260"/>
                    <a:pt x="3332" y="1256"/>
                    <a:pt x="3328" y="1251"/>
                  </a:cubicBezTo>
                  <a:close/>
                  <a:moveTo>
                    <a:pt x="1248" y="1140"/>
                  </a:moveTo>
                  <a:cubicBezTo>
                    <a:pt x="1250" y="1140"/>
                    <a:pt x="1240" y="1167"/>
                    <a:pt x="1217" y="1234"/>
                  </a:cubicBezTo>
                  <a:cubicBezTo>
                    <a:pt x="1192" y="1290"/>
                    <a:pt x="1168" y="1347"/>
                    <a:pt x="1168" y="1347"/>
                  </a:cubicBezTo>
                  <a:cubicBezTo>
                    <a:pt x="1184" y="1290"/>
                    <a:pt x="1208" y="1234"/>
                    <a:pt x="1233" y="1177"/>
                  </a:cubicBezTo>
                  <a:lnTo>
                    <a:pt x="1225" y="1177"/>
                  </a:lnTo>
                  <a:cubicBezTo>
                    <a:pt x="1238" y="1153"/>
                    <a:pt x="1246" y="1140"/>
                    <a:pt x="1248" y="1140"/>
                  </a:cubicBezTo>
                  <a:close/>
                  <a:moveTo>
                    <a:pt x="1395" y="1298"/>
                  </a:moveTo>
                  <a:lnTo>
                    <a:pt x="1403" y="1307"/>
                  </a:lnTo>
                  <a:cubicBezTo>
                    <a:pt x="1403" y="1307"/>
                    <a:pt x="1403" y="1307"/>
                    <a:pt x="1395" y="1363"/>
                  </a:cubicBezTo>
                  <a:lnTo>
                    <a:pt x="1387" y="1363"/>
                  </a:lnTo>
                  <a:lnTo>
                    <a:pt x="1395" y="1298"/>
                  </a:lnTo>
                  <a:close/>
                  <a:moveTo>
                    <a:pt x="2733" y="1298"/>
                  </a:moveTo>
                  <a:cubicBezTo>
                    <a:pt x="2749" y="1331"/>
                    <a:pt x="2765" y="1363"/>
                    <a:pt x="2773" y="1404"/>
                  </a:cubicBezTo>
                  <a:lnTo>
                    <a:pt x="2725" y="1298"/>
                  </a:lnTo>
                  <a:close/>
                  <a:moveTo>
                    <a:pt x="1370" y="1268"/>
                  </a:moveTo>
                  <a:lnTo>
                    <a:pt x="1370" y="1268"/>
                  </a:lnTo>
                  <a:cubicBezTo>
                    <a:pt x="1373" y="1268"/>
                    <a:pt x="1362" y="1323"/>
                    <a:pt x="1338" y="1412"/>
                  </a:cubicBezTo>
                  <a:lnTo>
                    <a:pt x="1330" y="1404"/>
                  </a:lnTo>
                  <a:cubicBezTo>
                    <a:pt x="1338" y="1363"/>
                    <a:pt x="1346" y="1331"/>
                    <a:pt x="1362" y="1290"/>
                  </a:cubicBezTo>
                  <a:cubicBezTo>
                    <a:pt x="1367" y="1275"/>
                    <a:pt x="1369" y="1268"/>
                    <a:pt x="1370" y="1268"/>
                  </a:cubicBezTo>
                  <a:close/>
                  <a:moveTo>
                    <a:pt x="787" y="1347"/>
                  </a:moveTo>
                  <a:cubicBezTo>
                    <a:pt x="771" y="1388"/>
                    <a:pt x="754" y="1420"/>
                    <a:pt x="730" y="1452"/>
                  </a:cubicBezTo>
                  <a:lnTo>
                    <a:pt x="722" y="1444"/>
                  </a:lnTo>
                  <a:cubicBezTo>
                    <a:pt x="738" y="1412"/>
                    <a:pt x="754" y="1379"/>
                    <a:pt x="787" y="1347"/>
                  </a:cubicBezTo>
                  <a:close/>
                  <a:moveTo>
                    <a:pt x="2293" y="1489"/>
                  </a:moveTo>
                  <a:lnTo>
                    <a:pt x="2293" y="1489"/>
                  </a:lnTo>
                  <a:cubicBezTo>
                    <a:pt x="2295" y="1489"/>
                    <a:pt x="2300" y="1517"/>
                    <a:pt x="2295" y="1517"/>
                  </a:cubicBezTo>
                  <a:cubicBezTo>
                    <a:pt x="2292" y="1496"/>
                    <a:pt x="2292" y="1489"/>
                    <a:pt x="2293" y="1489"/>
                  </a:cubicBezTo>
                  <a:close/>
                  <a:moveTo>
                    <a:pt x="1090" y="1283"/>
                  </a:moveTo>
                  <a:lnTo>
                    <a:pt x="1090" y="1283"/>
                  </a:lnTo>
                  <a:cubicBezTo>
                    <a:pt x="1091" y="1283"/>
                    <a:pt x="1081" y="1312"/>
                    <a:pt x="1062" y="1363"/>
                  </a:cubicBezTo>
                  <a:cubicBezTo>
                    <a:pt x="1046" y="1420"/>
                    <a:pt x="1022" y="1477"/>
                    <a:pt x="990" y="1525"/>
                  </a:cubicBezTo>
                  <a:lnTo>
                    <a:pt x="981" y="1525"/>
                  </a:lnTo>
                  <a:cubicBezTo>
                    <a:pt x="981" y="1525"/>
                    <a:pt x="1006" y="1469"/>
                    <a:pt x="1030" y="1412"/>
                  </a:cubicBezTo>
                  <a:cubicBezTo>
                    <a:pt x="1070" y="1324"/>
                    <a:pt x="1088" y="1283"/>
                    <a:pt x="1090" y="1283"/>
                  </a:cubicBezTo>
                  <a:close/>
                  <a:moveTo>
                    <a:pt x="2562" y="1404"/>
                  </a:moveTo>
                  <a:cubicBezTo>
                    <a:pt x="2571" y="1404"/>
                    <a:pt x="2571" y="1404"/>
                    <a:pt x="2587" y="1461"/>
                  </a:cubicBezTo>
                  <a:cubicBezTo>
                    <a:pt x="2611" y="1517"/>
                    <a:pt x="2595" y="1517"/>
                    <a:pt x="2595" y="1525"/>
                  </a:cubicBezTo>
                  <a:cubicBezTo>
                    <a:pt x="2571" y="1485"/>
                    <a:pt x="2562" y="1444"/>
                    <a:pt x="2562" y="1404"/>
                  </a:cubicBezTo>
                  <a:close/>
                  <a:moveTo>
                    <a:pt x="1200" y="1420"/>
                  </a:moveTo>
                  <a:cubicBezTo>
                    <a:pt x="1192" y="1461"/>
                    <a:pt x="1176" y="1501"/>
                    <a:pt x="1160" y="1534"/>
                  </a:cubicBezTo>
                  <a:lnTo>
                    <a:pt x="1152" y="1534"/>
                  </a:lnTo>
                  <a:cubicBezTo>
                    <a:pt x="1176" y="1477"/>
                    <a:pt x="1192" y="1420"/>
                    <a:pt x="1192" y="1420"/>
                  </a:cubicBezTo>
                  <a:close/>
                  <a:moveTo>
                    <a:pt x="1631" y="1383"/>
                  </a:moveTo>
                  <a:cubicBezTo>
                    <a:pt x="1634" y="1383"/>
                    <a:pt x="1635" y="1413"/>
                    <a:pt x="1630" y="1485"/>
                  </a:cubicBezTo>
                  <a:cubicBezTo>
                    <a:pt x="1622" y="1542"/>
                    <a:pt x="1622" y="1542"/>
                    <a:pt x="1622" y="1542"/>
                  </a:cubicBezTo>
                  <a:cubicBezTo>
                    <a:pt x="1622" y="1542"/>
                    <a:pt x="1622" y="1485"/>
                    <a:pt x="1622" y="1420"/>
                  </a:cubicBezTo>
                  <a:cubicBezTo>
                    <a:pt x="1625" y="1397"/>
                    <a:pt x="1629" y="1383"/>
                    <a:pt x="1631" y="1383"/>
                  </a:cubicBezTo>
                  <a:close/>
                  <a:moveTo>
                    <a:pt x="1671" y="1428"/>
                  </a:moveTo>
                  <a:cubicBezTo>
                    <a:pt x="1662" y="1469"/>
                    <a:pt x="1662" y="1509"/>
                    <a:pt x="1654" y="1550"/>
                  </a:cubicBezTo>
                  <a:lnTo>
                    <a:pt x="1654" y="1493"/>
                  </a:lnTo>
                  <a:lnTo>
                    <a:pt x="1662" y="1428"/>
                  </a:lnTo>
                  <a:close/>
                  <a:moveTo>
                    <a:pt x="2230" y="1461"/>
                  </a:moveTo>
                  <a:cubicBezTo>
                    <a:pt x="2238" y="1501"/>
                    <a:pt x="2246" y="1542"/>
                    <a:pt x="2246" y="1574"/>
                  </a:cubicBezTo>
                  <a:lnTo>
                    <a:pt x="2230" y="1517"/>
                  </a:lnTo>
                  <a:lnTo>
                    <a:pt x="2230" y="1461"/>
                  </a:lnTo>
                  <a:close/>
                  <a:moveTo>
                    <a:pt x="765" y="1443"/>
                  </a:moveTo>
                  <a:cubicBezTo>
                    <a:pt x="759" y="1443"/>
                    <a:pt x="739" y="1478"/>
                    <a:pt x="722" y="1517"/>
                  </a:cubicBezTo>
                  <a:cubicBezTo>
                    <a:pt x="698" y="1574"/>
                    <a:pt x="698" y="1574"/>
                    <a:pt x="706" y="1582"/>
                  </a:cubicBezTo>
                  <a:cubicBezTo>
                    <a:pt x="714" y="1582"/>
                    <a:pt x="746" y="1534"/>
                    <a:pt x="746" y="1534"/>
                  </a:cubicBezTo>
                  <a:cubicBezTo>
                    <a:pt x="771" y="1477"/>
                    <a:pt x="763" y="1477"/>
                    <a:pt x="763" y="1469"/>
                  </a:cubicBezTo>
                  <a:cubicBezTo>
                    <a:pt x="768" y="1451"/>
                    <a:pt x="768" y="1443"/>
                    <a:pt x="765" y="1443"/>
                  </a:cubicBezTo>
                  <a:close/>
                  <a:moveTo>
                    <a:pt x="1533" y="1525"/>
                  </a:moveTo>
                  <a:cubicBezTo>
                    <a:pt x="1533" y="1550"/>
                    <a:pt x="1533" y="1566"/>
                    <a:pt x="1533" y="1582"/>
                  </a:cubicBezTo>
                  <a:cubicBezTo>
                    <a:pt x="1530" y="1604"/>
                    <a:pt x="1528" y="1611"/>
                    <a:pt x="1527" y="1611"/>
                  </a:cubicBezTo>
                  <a:cubicBezTo>
                    <a:pt x="1525" y="1611"/>
                    <a:pt x="1525" y="1582"/>
                    <a:pt x="1525" y="1582"/>
                  </a:cubicBezTo>
                  <a:cubicBezTo>
                    <a:pt x="1525" y="1525"/>
                    <a:pt x="1525" y="1525"/>
                    <a:pt x="1533" y="1525"/>
                  </a:cubicBezTo>
                  <a:close/>
                  <a:moveTo>
                    <a:pt x="1444" y="1501"/>
                  </a:moveTo>
                  <a:cubicBezTo>
                    <a:pt x="1452" y="1501"/>
                    <a:pt x="1452" y="1501"/>
                    <a:pt x="1444" y="1566"/>
                  </a:cubicBezTo>
                  <a:cubicBezTo>
                    <a:pt x="1444" y="1566"/>
                    <a:pt x="1435" y="1623"/>
                    <a:pt x="1427" y="1623"/>
                  </a:cubicBezTo>
                  <a:cubicBezTo>
                    <a:pt x="1427" y="1598"/>
                    <a:pt x="1427" y="1582"/>
                    <a:pt x="1427" y="1558"/>
                  </a:cubicBezTo>
                  <a:cubicBezTo>
                    <a:pt x="1435" y="1501"/>
                    <a:pt x="1444" y="1501"/>
                    <a:pt x="1444" y="1501"/>
                  </a:cubicBezTo>
                  <a:close/>
                  <a:moveTo>
                    <a:pt x="1979" y="1582"/>
                  </a:moveTo>
                  <a:cubicBezTo>
                    <a:pt x="1987" y="1623"/>
                    <a:pt x="1987" y="1663"/>
                    <a:pt x="1979" y="1704"/>
                  </a:cubicBezTo>
                  <a:lnTo>
                    <a:pt x="1971" y="1639"/>
                  </a:lnTo>
                  <a:lnTo>
                    <a:pt x="1979" y="1582"/>
                  </a:lnTo>
                  <a:close/>
                  <a:moveTo>
                    <a:pt x="2092" y="1525"/>
                  </a:moveTo>
                  <a:cubicBezTo>
                    <a:pt x="2092" y="1525"/>
                    <a:pt x="2092" y="1526"/>
                    <a:pt x="2100" y="1582"/>
                  </a:cubicBezTo>
                  <a:cubicBezTo>
                    <a:pt x="2100" y="1647"/>
                    <a:pt x="2108" y="1704"/>
                    <a:pt x="2108" y="1704"/>
                  </a:cubicBezTo>
                  <a:cubicBezTo>
                    <a:pt x="2100" y="1704"/>
                    <a:pt x="2092" y="1582"/>
                    <a:pt x="2092" y="1525"/>
                  </a:cubicBezTo>
                  <a:close/>
                  <a:moveTo>
                    <a:pt x="1249" y="1631"/>
                  </a:moveTo>
                  <a:lnTo>
                    <a:pt x="1233" y="1688"/>
                  </a:lnTo>
                  <a:cubicBezTo>
                    <a:pt x="1227" y="1688"/>
                    <a:pt x="1218" y="1713"/>
                    <a:pt x="1218" y="1713"/>
                  </a:cubicBezTo>
                  <a:cubicBezTo>
                    <a:pt x="1217" y="1713"/>
                    <a:pt x="1219" y="1707"/>
                    <a:pt x="1225" y="1688"/>
                  </a:cubicBezTo>
                  <a:lnTo>
                    <a:pt x="1225" y="1679"/>
                  </a:lnTo>
                  <a:cubicBezTo>
                    <a:pt x="1225" y="1663"/>
                    <a:pt x="1233" y="1647"/>
                    <a:pt x="1249" y="1631"/>
                  </a:cubicBezTo>
                  <a:close/>
                  <a:moveTo>
                    <a:pt x="1638" y="1728"/>
                  </a:moveTo>
                  <a:lnTo>
                    <a:pt x="1630" y="1793"/>
                  </a:lnTo>
                  <a:cubicBezTo>
                    <a:pt x="1630" y="1809"/>
                    <a:pt x="1631" y="1816"/>
                    <a:pt x="1632" y="1816"/>
                  </a:cubicBezTo>
                  <a:cubicBezTo>
                    <a:pt x="1634" y="1816"/>
                    <a:pt x="1638" y="1774"/>
                    <a:pt x="1638" y="1728"/>
                  </a:cubicBezTo>
                  <a:close/>
                  <a:moveTo>
                    <a:pt x="81" y="1720"/>
                  </a:moveTo>
                  <a:cubicBezTo>
                    <a:pt x="81" y="1720"/>
                    <a:pt x="41" y="1761"/>
                    <a:pt x="0" y="1809"/>
                  </a:cubicBezTo>
                  <a:lnTo>
                    <a:pt x="8" y="1817"/>
                  </a:lnTo>
                  <a:cubicBezTo>
                    <a:pt x="9" y="1818"/>
                    <a:pt x="10" y="1818"/>
                    <a:pt x="11" y="1818"/>
                  </a:cubicBezTo>
                  <a:cubicBezTo>
                    <a:pt x="21" y="1818"/>
                    <a:pt x="51" y="1773"/>
                    <a:pt x="81" y="1728"/>
                  </a:cubicBezTo>
                  <a:lnTo>
                    <a:pt x="81" y="1720"/>
                  </a:lnTo>
                  <a:close/>
                  <a:moveTo>
                    <a:pt x="3510" y="0"/>
                  </a:moveTo>
                  <a:cubicBezTo>
                    <a:pt x="3497" y="0"/>
                    <a:pt x="3507" y="7"/>
                    <a:pt x="3568" y="34"/>
                  </a:cubicBezTo>
                  <a:cubicBezTo>
                    <a:pt x="3568" y="34"/>
                    <a:pt x="3616" y="66"/>
                    <a:pt x="3616" y="66"/>
                  </a:cubicBezTo>
                  <a:cubicBezTo>
                    <a:pt x="3592" y="66"/>
                    <a:pt x="3576" y="58"/>
                    <a:pt x="3560" y="50"/>
                  </a:cubicBezTo>
                  <a:cubicBezTo>
                    <a:pt x="3539" y="41"/>
                    <a:pt x="3525" y="37"/>
                    <a:pt x="3514" y="37"/>
                  </a:cubicBezTo>
                  <a:cubicBezTo>
                    <a:pt x="3497" y="37"/>
                    <a:pt x="3492" y="48"/>
                    <a:pt x="3487" y="58"/>
                  </a:cubicBezTo>
                  <a:cubicBezTo>
                    <a:pt x="3478" y="67"/>
                    <a:pt x="3471" y="73"/>
                    <a:pt x="3458" y="73"/>
                  </a:cubicBezTo>
                  <a:cubicBezTo>
                    <a:pt x="3447" y="73"/>
                    <a:pt x="3431" y="69"/>
                    <a:pt x="3406" y="58"/>
                  </a:cubicBezTo>
                  <a:cubicBezTo>
                    <a:pt x="3376" y="43"/>
                    <a:pt x="3362" y="40"/>
                    <a:pt x="3355" y="40"/>
                  </a:cubicBezTo>
                  <a:cubicBezTo>
                    <a:pt x="3350" y="40"/>
                    <a:pt x="3349" y="42"/>
                    <a:pt x="3349" y="42"/>
                  </a:cubicBezTo>
                  <a:cubicBezTo>
                    <a:pt x="3406" y="66"/>
                    <a:pt x="3389" y="82"/>
                    <a:pt x="3381" y="107"/>
                  </a:cubicBezTo>
                  <a:cubicBezTo>
                    <a:pt x="3365" y="131"/>
                    <a:pt x="3349" y="147"/>
                    <a:pt x="3398" y="180"/>
                  </a:cubicBezTo>
                  <a:lnTo>
                    <a:pt x="3389" y="188"/>
                  </a:lnTo>
                  <a:cubicBezTo>
                    <a:pt x="3357" y="166"/>
                    <a:pt x="3346" y="162"/>
                    <a:pt x="3340" y="162"/>
                  </a:cubicBezTo>
                  <a:cubicBezTo>
                    <a:pt x="3337" y="162"/>
                    <a:pt x="3335" y="163"/>
                    <a:pt x="3333" y="163"/>
                  </a:cubicBezTo>
                  <a:cubicBezTo>
                    <a:pt x="3381" y="204"/>
                    <a:pt x="3373" y="212"/>
                    <a:pt x="3373" y="212"/>
                  </a:cubicBezTo>
                  <a:cubicBezTo>
                    <a:pt x="3341" y="190"/>
                    <a:pt x="3326" y="183"/>
                    <a:pt x="3320" y="183"/>
                  </a:cubicBezTo>
                  <a:cubicBezTo>
                    <a:pt x="3317" y="183"/>
                    <a:pt x="3316" y="185"/>
                    <a:pt x="3316" y="188"/>
                  </a:cubicBezTo>
                  <a:cubicBezTo>
                    <a:pt x="3308" y="196"/>
                    <a:pt x="3308" y="196"/>
                    <a:pt x="3357" y="228"/>
                  </a:cubicBezTo>
                  <a:cubicBezTo>
                    <a:pt x="3357" y="228"/>
                    <a:pt x="3350" y="239"/>
                    <a:pt x="3328" y="239"/>
                  </a:cubicBezTo>
                  <a:cubicBezTo>
                    <a:pt x="3317" y="239"/>
                    <a:pt x="3303" y="236"/>
                    <a:pt x="3284" y="228"/>
                  </a:cubicBezTo>
                  <a:cubicBezTo>
                    <a:pt x="3269" y="220"/>
                    <a:pt x="3262" y="216"/>
                    <a:pt x="3259" y="216"/>
                  </a:cubicBezTo>
                  <a:lnTo>
                    <a:pt x="3259" y="216"/>
                  </a:lnTo>
                  <a:cubicBezTo>
                    <a:pt x="3253" y="216"/>
                    <a:pt x="3289" y="245"/>
                    <a:pt x="3325" y="269"/>
                  </a:cubicBezTo>
                  <a:cubicBezTo>
                    <a:pt x="3357" y="293"/>
                    <a:pt x="3389" y="317"/>
                    <a:pt x="3414" y="342"/>
                  </a:cubicBezTo>
                  <a:lnTo>
                    <a:pt x="3316" y="277"/>
                  </a:lnTo>
                  <a:cubicBezTo>
                    <a:pt x="3288" y="249"/>
                    <a:pt x="3280" y="240"/>
                    <a:pt x="3274" y="240"/>
                  </a:cubicBezTo>
                  <a:cubicBezTo>
                    <a:pt x="3272" y="240"/>
                    <a:pt x="3270" y="242"/>
                    <a:pt x="3268" y="244"/>
                  </a:cubicBezTo>
                  <a:lnTo>
                    <a:pt x="3260" y="253"/>
                  </a:lnTo>
                  <a:cubicBezTo>
                    <a:pt x="3308" y="285"/>
                    <a:pt x="3300" y="301"/>
                    <a:pt x="3284" y="317"/>
                  </a:cubicBezTo>
                  <a:cubicBezTo>
                    <a:pt x="3252" y="342"/>
                    <a:pt x="3243" y="350"/>
                    <a:pt x="3292" y="390"/>
                  </a:cubicBezTo>
                  <a:cubicBezTo>
                    <a:pt x="3319" y="409"/>
                    <a:pt x="3331" y="419"/>
                    <a:pt x="3327" y="419"/>
                  </a:cubicBezTo>
                  <a:cubicBezTo>
                    <a:pt x="3323" y="419"/>
                    <a:pt x="3309" y="413"/>
                    <a:pt x="3284" y="398"/>
                  </a:cubicBezTo>
                  <a:cubicBezTo>
                    <a:pt x="3190" y="339"/>
                    <a:pt x="3154" y="316"/>
                    <a:pt x="3148" y="316"/>
                  </a:cubicBezTo>
                  <a:lnTo>
                    <a:pt x="3148" y="316"/>
                  </a:lnTo>
                  <a:cubicBezTo>
                    <a:pt x="3145" y="316"/>
                    <a:pt x="3155" y="326"/>
                    <a:pt x="3171" y="342"/>
                  </a:cubicBezTo>
                  <a:cubicBezTo>
                    <a:pt x="3203" y="366"/>
                    <a:pt x="3235" y="390"/>
                    <a:pt x="3268" y="415"/>
                  </a:cubicBezTo>
                  <a:cubicBezTo>
                    <a:pt x="3314" y="456"/>
                    <a:pt x="3336" y="477"/>
                    <a:pt x="3334" y="477"/>
                  </a:cubicBezTo>
                  <a:cubicBezTo>
                    <a:pt x="3331" y="477"/>
                    <a:pt x="3307" y="458"/>
                    <a:pt x="3260" y="423"/>
                  </a:cubicBezTo>
                  <a:cubicBezTo>
                    <a:pt x="3234" y="402"/>
                    <a:pt x="3216" y="393"/>
                    <a:pt x="3205" y="393"/>
                  </a:cubicBezTo>
                  <a:cubicBezTo>
                    <a:pt x="3178" y="393"/>
                    <a:pt x="3196" y="446"/>
                    <a:pt x="3260" y="504"/>
                  </a:cubicBezTo>
                  <a:lnTo>
                    <a:pt x="3211" y="463"/>
                  </a:lnTo>
                  <a:cubicBezTo>
                    <a:pt x="3187" y="439"/>
                    <a:pt x="3174" y="432"/>
                    <a:pt x="3166" y="432"/>
                  </a:cubicBezTo>
                  <a:cubicBezTo>
                    <a:pt x="3161" y="432"/>
                    <a:pt x="3158" y="436"/>
                    <a:pt x="3154" y="439"/>
                  </a:cubicBezTo>
                  <a:lnTo>
                    <a:pt x="3146" y="447"/>
                  </a:lnTo>
                  <a:cubicBezTo>
                    <a:pt x="3189" y="486"/>
                    <a:pt x="3196" y="501"/>
                    <a:pt x="3188" y="501"/>
                  </a:cubicBezTo>
                  <a:cubicBezTo>
                    <a:pt x="3178" y="501"/>
                    <a:pt x="3151" y="484"/>
                    <a:pt x="3130" y="463"/>
                  </a:cubicBezTo>
                  <a:cubicBezTo>
                    <a:pt x="3096" y="435"/>
                    <a:pt x="3086" y="427"/>
                    <a:pt x="3080" y="427"/>
                  </a:cubicBezTo>
                  <a:cubicBezTo>
                    <a:pt x="3077" y="427"/>
                    <a:pt x="3076" y="428"/>
                    <a:pt x="3073" y="431"/>
                  </a:cubicBezTo>
                  <a:cubicBezTo>
                    <a:pt x="3111" y="473"/>
                    <a:pt x="3119" y="488"/>
                    <a:pt x="3111" y="488"/>
                  </a:cubicBezTo>
                  <a:cubicBezTo>
                    <a:pt x="3103" y="488"/>
                    <a:pt x="3075" y="469"/>
                    <a:pt x="3049" y="447"/>
                  </a:cubicBezTo>
                  <a:lnTo>
                    <a:pt x="3049" y="455"/>
                  </a:lnTo>
                  <a:cubicBezTo>
                    <a:pt x="3089" y="496"/>
                    <a:pt x="3081" y="504"/>
                    <a:pt x="3081" y="504"/>
                  </a:cubicBezTo>
                  <a:cubicBezTo>
                    <a:pt x="3065" y="512"/>
                    <a:pt x="3065" y="512"/>
                    <a:pt x="3114" y="553"/>
                  </a:cubicBezTo>
                  <a:cubicBezTo>
                    <a:pt x="3138" y="585"/>
                    <a:pt x="3171" y="609"/>
                    <a:pt x="3195" y="642"/>
                  </a:cubicBezTo>
                  <a:lnTo>
                    <a:pt x="3146" y="601"/>
                  </a:lnTo>
                  <a:cubicBezTo>
                    <a:pt x="3121" y="576"/>
                    <a:pt x="3109" y="567"/>
                    <a:pt x="3101" y="567"/>
                  </a:cubicBezTo>
                  <a:cubicBezTo>
                    <a:pt x="3096" y="567"/>
                    <a:pt x="3093" y="571"/>
                    <a:pt x="3089" y="577"/>
                  </a:cubicBezTo>
                  <a:cubicBezTo>
                    <a:pt x="3083" y="580"/>
                    <a:pt x="3078" y="583"/>
                    <a:pt x="3072" y="583"/>
                  </a:cubicBezTo>
                  <a:cubicBezTo>
                    <a:pt x="3061" y="583"/>
                    <a:pt x="3047" y="575"/>
                    <a:pt x="3016" y="544"/>
                  </a:cubicBezTo>
                  <a:lnTo>
                    <a:pt x="3016" y="544"/>
                  </a:lnTo>
                  <a:lnTo>
                    <a:pt x="3057" y="593"/>
                  </a:lnTo>
                  <a:cubicBezTo>
                    <a:pt x="3078" y="618"/>
                    <a:pt x="3086" y="631"/>
                    <a:pt x="3083" y="631"/>
                  </a:cubicBezTo>
                  <a:cubicBezTo>
                    <a:pt x="3080" y="631"/>
                    <a:pt x="3068" y="621"/>
                    <a:pt x="3049" y="601"/>
                  </a:cubicBezTo>
                  <a:cubicBezTo>
                    <a:pt x="3031" y="584"/>
                    <a:pt x="3018" y="575"/>
                    <a:pt x="3012" y="575"/>
                  </a:cubicBezTo>
                  <a:cubicBezTo>
                    <a:pt x="3003" y="575"/>
                    <a:pt x="3006" y="590"/>
                    <a:pt x="3025" y="617"/>
                  </a:cubicBezTo>
                  <a:cubicBezTo>
                    <a:pt x="2986" y="579"/>
                    <a:pt x="2962" y="558"/>
                    <a:pt x="2956" y="558"/>
                  </a:cubicBezTo>
                  <a:lnTo>
                    <a:pt x="2956" y="558"/>
                  </a:lnTo>
                  <a:cubicBezTo>
                    <a:pt x="2950" y="558"/>
                    <a:pt x="2966" y="583"/>
                    <a:pt x="3008" y="634"/>
                  </a:cubicBezTo>
                  <a:cubicBezTo>
                    <a:pt x="2980" y="599"/>
                    <a:pt x="2967" y="589"/>
                    <a:pt x="2962" y="589"/>
                  </a:cubicBezTo>
                  <a:cubicBezTo>
                    <a:pt x="2960" y="589"/>
                    <a:pt x="2960" y="591"/>
                    <a:pt x="2960" y="593"/>
                  </a:cubicBezTo>
                  <a:cubicBezTo>
                    <a:pt x="2977" y="619"/>
                    <a:pt x="2981" y="634"/>
                    <a:pt x="2975" y="634"/>
                  </a:cubicBezTo>
                  <a:cubicBezTo>
                    <a:pt x="2970" y="634"/>
                    <a:pt x="2958" y="623"/>
                    <a:pt x="2943" y="601"/>
                  </a:cubicBezTo>
                  <a:lnTo>
                    <a:pt x="2935" y="601"/>
                  </a:lnTo>
                  <a:cubicBezTo>
                    <a:pt x="2976" y="650"/>
                    <a:pt x="2968" y="658"/>
                    <a:pt x="2968" y="658"/>
                  </a:cubicBezTo>
                  <a:cubicBezTo>
                    <a:pt x="2960" y="658"/>
                    <a:pt x="2960" y="658"/>
                    <a:pt x="2992" y="707"/>
                  </a:cubicBezTo>
                  <a:cubicBezTo>
                    <a:pt x="3025" y="755"/>
                    <a:pt x="3025" y="763"/>
                    <a:pt x="3025" y="763"/>
                  </a:cubicBezTo>
                  <a:cubicBezTo>
                    <a:pt x="3000" y="731"/>
                    <a:pt x="2976" y="698"/>
                    <a:pt x="2952" y="666"/>
                  </a:cubicBezTo>
                  <a:cubicBezTo>
                    <a:pt x="2938" y="646"/>
                    <a:pt x="2929" y="635"/>
                    <a:pt x="2927" y="635"/>
                  </a:cubicBezTo>
                  <a:lnTo>
                    <a:pt x="2927" y="635"/>
                  </a:lnTo>
                  <a:cubicBezTo>
                    <a:pt x="2925" y="635"/>
                    <a:pt x="2937" y="660"/>
                    <a:pt x="2976" y="723"/>
                  </a:cubicBezTo>
                  <a:cubicBezTo>
                    <a:pt x="2947" y="688"/>
                    <a:pt x="2923" y="654"/>
                    <a:pt x="2922" y="654"/>
                  </a:cubicBezTo>
                  <a:lnTo>
                    <a:pt x="2922" y="654"/>
                  </a:lnTo>
                  <a:cubicBezTo>
                    <a:pt x="2922" y="654"/>
                    <a:pt x="2926" y="660"/>
                    <a:pt x="2935" y="674"/>
                  </a:cubicBezTo>
                  <a:cubicBezTo>
                    <a:pt x="2935" y="674"/>
                    <a:pt x="2927" y="682"/>
                    <a:pt x="2968" y="731"/>
                  </a:cubicBezTo>
                  <a:lnTo>
                    <a:pt x="2960" y="731"/>
                  </a:lnTo>
                  <a:cubicBezTo>
                    <a:pt x="2911" y="690"/>
                    <a:pt x="2911" y="690"/>
                    <a:pt x="2903" y="690"/>
                  </a:cubicBezTo>
                  <a:cubicBezTo>
                    <a:pt x="2920" y="720"/>
                    <a:pt x="2928" y="734"/>
                    <a:pt x="2927" y="734"/>
                  </a:cubicBezTo>
                  <a:cubicBezTo>
                    <a:pt x="2927" y="734"/>
                    <a:pt x="2919" y="722"/>
                    <a:pt x="2903" y="698"/>
                  </a:cubicBezTo>
                  <a:cubicBezTo>
                    <a:pt x="2886" y="678"/>
                    <a:pt x="2876" y="666"/>
                    <a:pt x="2876" y="666"/>
                  </a:cubicBezTo>
                  <a:lnTo>
                    <a:pt x="2876" y="666"/>
                  </a:lnTo>
                  <a:cubicBezTo>
                    <a:pt x="2875" y="666"/>
                    <a:pt x="2893" y="690"/>
                    <a:pt x="2935" y="747"/>
                  </a:cubicBezTo>
                  <a:cubicBezTo>
                    <a:pt x="2949" y="773"/>
                    <a:pt x="2955" y="788"/>
                    <a:pt x="2951" y="788"/>
                  </a:cubicBezTo>
                  <a:cubicBezTo>
                    <a:pt x="2948" y="788"/>
                    <a:pt x="2938" y="778"/>
                    <a:pt x="2919" y="755"/>
                  </a:cubicBezTo>
                  <a:cubicBezTo>
                    <a:pt x="2881" y="698"/>
                    <a:pt x="2863" y="675"/>
                    <a:pt x="2860" y="675"/>
                  </a:cubicBezTo>
                  <a:lnTo>
                    <a:pt x="2860" y="675"/>
                  </a:lnTo>
                  <a:cubicBezTo>
                    <a:pt x="2859" y="675"/>
                    <a:pt x="2865" y="686"/>
                    <a:pt x="2879" y="707"/>
                  </a:cubicBezTo>
                  <a:cubicBezTo>
                    <a:pt x="2911" y="755"/>
                    <a:pt x="2911" y="763"/>
                    <a:pt x="2911" y="763"/>
                  </a:cubicBezTo>
                  <a:cubicBezTo>
                    <a:pt x="2935" y="788"/>
                    <a:pt x="2952" y="828"/>
                    <a:pt x="2976" y="861"/>
                  </a:cubicBezTo>
                  <a:lnTo>
                    <a:pt x="2935" y="812"/>
                  </a:lnTo>
                  <a:lnTo>
                    <a:pt x="2903" y="763"/>
                  </a:lnTo>
                  <a:lnTo>
                    <a:pt x="2911" y="763"/>
                  </a:lnTo>
                  <a:cubicBezTo>
                    <a:pt x="2895" y="739"/>
                    <a:pt x="2879" y="731"/>
                    <a:pt x="2862" y="731"/>
                  </a:cubicBezTo>
                  <a:cubicBezTo>
                    <a:pt x="2846" y="731"/>
                    <a:pt x="2830" y="739"/>
                    <a:pt x="2814" y="747"/>
                  </a:cubicBezTo>
                  <a:cubicBezTo>
                    <a:pt x="2830" y="780"/>
                    <a:pt x="2846" y="812"/>
                    <a:pt x="2871" y="844"/>
                  </a:cubicBezTo>
                  <a:cubicBezTo>
                    <a:pt x="2899" y="891"/>
                    <a:pt x="2909" y="907"/>
                    <a:pt x="2908" y="907"/>
                  </a:cubicBezTo>
                  <a:cubicBezTo>
                    <a:pt x="2907" y="907"/>
                    <a:pt x="2889" y="880"/>
                    <a:pt x="2871" y="852"/>
                  </a:cubicBezTo>
                  <a:cubicBezTo>
                    <a:pt x="2819" y="777"/>
                    <a:pt x="2790" y="740"/>
                    <a:pt x="2788" y="740"/>
                  </a:cubicBezTo>
                  <a:lnTo>
                    <a:pt x="2788" y="740"/>
                  </a:lnTo>
                  <a:cubicBezTo>
                    <a:pt x="2785" y="740"/>
                    <a:pt x="2809" y="779"/>
                    <a:pt x="2862" y="852"/>
                  </a:cubicBezTo>
                  <a:cubicBezTo>
                    <a:pt x="2899" y="901"/>
                    <a:pt x="2915" y="925"/>
                    <a:pt x="2913" y="925"/>
                  </a:cubicBezTo>
                  <a:cubicBezTo>
                    <a:pt x="2911" y="925"/>
                    <a:pt x="2891" y="901"/>
                    <a:pt x="2854" y="852"/>
                  </a:cubicBezTo>
                  <a:cubicBezTo>
                    <a:pt x="2839" y="829"/>
                    <a:pt x="2831" y="817"/>
                    <a:pt x="2830" y="817"/>
                  </a:cubicBezTo>
                  <a:lnTo>
                    <a:pt x="2830" y="817"/>
                  </a:lnTo>
                  <a:cubicBezTo>
                    <a:pt x="2829" y="817"/>
                    <a:pt x="2837" y="831"/>
                    <a:pt x="2854" y="861"/>
                  </a:cubicBezTo>
                  <a:cubicBezTo>
                    <a:pt x="2871" y="885"/>
                    <a:pt x="2877" y="897"/>
                    <a:pt x="2875" y="897"/>
                  </a:cubicBezTo>
                  <a:cubicBezTo>
                    <a:pt x="2873" y="897"/>
                    <a:pt x="2862" y="885"/>
                    <a:pt x="2846" y="861"/>
                  </a:cubicBezTo>
                  <a:cubicBezTo>
                    <a:pt x="2823" y="826"/>
                    <a:pt x="2796" y="792"/>
                    <a:pt x="2794" y="792"/>
                  </a:cubicBezTo>
                  <a:lnTo>
                    <a:pt x="2794" y="792"/>
                  </a:lnTo>
                  <a:cubicBezTo>
                    <a:pt x="2793" y="792"/>
                    <a:pt x="2796" y="798"/>
                    <a:pt x="2806" y="812"/>
                  </a:cubicBezTo>
                  <a:cubicBezTo>
                    <a:pt x="2806" y="812"/>
                    <a:pt x="2806" y="812"/>
                    <a:pt x="2805" y="812"/>
                  </a:cubicBezTo>
                  <a:cubicBezTo>
                    <a:pt x="2804" y="812"/>
                    <a:pt x="2797" y="807"/>
                    <a:pt x="2765" y="763"/>
                  </a:cubicBezTo>
                  <a:cubicBezTo>
                    <a:pt x="2756" y="750"/>
                    <a:pt x="2752" y="745"/>
                    <a:pt x="2752" y="745"/>
                  </a:cubicBezTo>
                  <a:lnTo>
                    <a:pt x="2752" y="745"/>
                  </a:lnTo>
                  <a:cubicBezTo>
                    <a:pt x="2750" y="745"/>
                    <a:pt x="2772" y="785"/>
                    <a:pt x="2789" y="820"/>
                  </a:cubicBezTo>
                  <a:cubicBezTo>
                    <a:pt x="2818" y="878"/>
                    <a:pt x="2830" y="906"/>
                    <a:pt x="2828" y="906"/>
                  </a:cubicBezTo>
                  <a:cubicBezTo>
                    <a:pt x="2825" y="906"/>
                    <a:pt x="2809" y="880"/>
                    <a:pt x="2781" y="828"/>
                  </a:cubicBezTo>
                  <a:cubicBezTo>
                    <a:pt x="2761" y="790"/>
                    <a:pt x="2749" y="774"/>
                    <a:pt x="2744" y="774"/>
                  </a:cubicBezTo>
                  <a:lnTo>
                    <a:pt x="2744" y="774"/>
                  </a:lnTo>
                  <a:cubicBezTo>
                    <a:pt x="2737" y="774"/>
                    <a:pt x="2753" y="823"/>
                    <a:pt x="2789" y="885"/>
                  </a:cubicBezTo>
                  <a:cubicBezTo>
                    <a:pt x="2799" y="902"/>
                    <a:pt x="2807" y="917"/>
                    <a:pt x="2813" y="929"/>
                  </a:cubicBezTo>
                  <a:lnTo>
                    <a:pt x="2813" y="929"/>
                  </a:lnTo>
                  <a:cubicBezTo>
                    <a:pt x="2788" y="893"/>
                    <a:pt x="2781" y="893"/>
                    <a:pt x="2781" y="893"/>
                  </a:cubicBezTo>
                  <a:cubicBezTo>
                    <a:pt x="2781" y="893"/>
                    <a:pt x="2773" y="893"/>
                    <a:pt x="2749" y="844"/>
                  </a:cubicBezTo>
                  <a:lnTo>
                    <a:pt x="2749" y="844"/>
                  </a:lnTo>
                  <a:cubicBezTo>
                    <a:pt x="2749" y="844"/>
                    <a:pt x="2741" y="844"/>
                    <a:pt x="2765" y="901"/>
                  </a:cubicBezTo>
                  <a:cubicBezTo>
                    <a:pt x="2784" y="943"/>
                    <a:pt x="2790" y="960"/>
                    <a:pt x="2786" y="960"/>
                  </a:cubicBezTo>
                  <a:cubicBezTo>
                    <a:pt x="2779" y="960"/>
                    <a:pt x="2751" y="919"/>
                    <a:pt x="2716" y="861"/>
                  </a:cubicBezTo>
                  <a:lnTo>
                    <a:pt x="2716" y="861"/>
                  </a:lnTo>
                  <a:lnTo>
                    <a:pt x="2733" y="909"/>
                  </a:lnTo>
                  <a:cubicBezTo>
                    <a:pt x="2768" y="975"/>
                    <a:pt x="2791" y="1022"/>
                    <a:pt x="2789" y="1022"/>
                  </a:cubicBezTo>
                  <a:cubicBezTo>
                    <a:pt x="2788" y="1022"/>
                    <a:pt x="2778" y="1005"/>
                    <a:pt x="2757" y="966"/>
                  </a:cubicBezTo>
                  <a:lnTo>
                    <a:pt x="2725" y="917"/>
                  </a:lnTo>
                  <a:lnTo>
                    <a:pt x="2725" y="917"/>
                  </a:lnTo>
                  <a:cubicBezTo>
                    <a:pt x="2747" y="958"/>
                    <a:pt x="2754" y="976"/>
                    <a:pt x="2751" y="976"/>
                  </a:cubicBezTo>
                  <a:cubicBezTo>
                    <a:pt x="2747" y="976"/>
                    <a:pt x="2719" y="933"/>
                    <a:pt x="2684" y="869"/>
                  </a:cubicBezTo>
                  <a:cubicBezTo>
                    <a:pt x="2652" y="821"/>
                    <a:pt x="2652" y="820"/>
                    <a:pt x="2652" y="820"/>
                  </a:cubicBezTo>
                  <a:lnTo>
                    <a:pt x="2652" y="820"/>
                  </a:lnTo>
                  <a:lnTo>
                    <a:pt x="2676" y="869"/>
                  </a:lnTo>
                  <a:cubicBezTo>
                    <a:pt x="2700" y="909"/>
                    <a:pt x="2716" y="942"/>
                    <a:pt x="2733" y="982"/>
                  </a:cubicBezTo>
                  <a:cubicBezTo>
                    <a:pt x="2725" y="982"/>
                    <a:pt x="2725" y="982"/>
                    <a:pt x="2692" y="934"/>
                  </a:cubicBezTo>
                  <a:cubicBezTo>
                    <a:pt x="2669" y="893"/>
                    <a:pt x="2650" y="857"/>
                    <a:pt x="2650" y="857"/>
                  </a:cubicBezTo>
                  <a:lnTo>
                    <a:pt x="2650" y="857"/>
                  </a:lnTo>
                  <a:cubicBezTo>
                    <a:pt x="2650" y="857"/>
                    <a:pt x="2653" y="863"/>
                    <a:pt x="2660" y="877"/>
                  </a:cubicBezTo>
                  <a:cubicBezTo>
                    <a:pt x="2660" y="877"/>
                    <a:pt x="2652" y="877"/>
                    <a:pt x="2627" y="828"/>
                  </a:cubicBezTo>
                  <a:lnTo>
                    <a:pt x="2611" y="836"/>
                  </a:lnTo>
                  <a:cubicBezTo>
                    <a:pt x="2624" y="862"/>
                    <a:pt x="2628" y="876"/>
                    <a:pt x="2625" y="876"/>
                  </a:cubicBezTo>
                  <a:cubicBezTo>
                    <a:pt x="2623" y="876"/>
                    <a:pt x="2615" y="864"/>
                    <a:pt x="2603" y="836"/>
                  </a:cubicBezTo>
                  <a:lnTo>
                    <a:pt x="2603" y="836"/>
                  </a:lnTo>
                  <a:cubicBezTo>
                    <a:pt x="2603" y="836"/>
                    <a:pt x="2595" y="836"/>
                    <a:pt x="2611" y="893"/>
                  </a:cubicBezTo>
                  <a:cubicBezTo>
                    <a:pt x="2611" y="895"/>
                    <a:pt x="2610" y="897"/>
                    <a:pt x="2609" y="897"/>
                  </a:cubicBezTo>
                  <a:cubicBezTo>
                    <a:pt x="2605" y="897"/>
                    <a:pt x="2596" y="886"/>
                    <a:pt x="2579" y="844"/>
                  </a:cubicBezTo>
                  <a:cubicBezTo>
                    <a:pt x="2566" y="816"/>
                    <a:pt x="2560" y="802"/>
                    <a:pt x="2559" y="802"/>
                  </a:cubicBezTo>
                  <a:lnTo>
                    <a:pt x="2559" y="802"/>
                  </a:lnTo>
                  <a:cubicBezTo>
                    <a:pt x="2558" y="802"/>
                    <a:pt x="2562" y="816"/>
                    <a:pt x="2571" y="844"/>
                  </a:cubicBezTo>
                  <a:cubicBezTo>
                    <a:pt x="2603" y="901"/>
                    <a:pt x="2595" y="901"/>
                    <a:pt x="2595" y="901"/>
                  </a:cubicBezTo>
                  <a:lnTo>
                    <a:pt x="2587" y="909"/>
                  </a:lnTo>
                  <a:cubicBezTo>
                    <a:pt x="2611" y="958"/>
                    <a:pt x="2611" y="958"/>
                    <a:pt x="2611" y="958"/>
                  </a:cubicBezTo>
                  <a:cubicBezTo>
                    <a:pt x="2611" y="958"/>
                    <a:pt x="2610" y="959"/>
                    <a:pt x="2609" y="959"/>
                  </a:cubicBezTo>
                  <a:cubicBezTo>
                    <a:pt x="2599" y="959"/>
                    <a:pt x="2570" y="909"/>
                    <a:pt x="2562" y="909"/>
                  </a:cubicBezTo>
                  <a:lnTo>
                    <a:pt x="2562" y="909"/>
                  </a:lnTo>
                  <a:cubicBezTo>
                    <a:pt x="2554" y="917"/>
                    <a:pt x="2554" y="917"/>
                    <a:pt x="2579" y="966"/>
                  </a:cubicBezTo>
                  <a:cubicBezTo>
                    <a:pt x="2584" y="966"/>
                    <a:pt x="2598" y="994"/>
                    <a:pt x="2594" y="994"/>
                  </a:cubicBezTo>
                  <a:cubicBezTo>
                    <a:pt x="2593" y="994"/>
                    <a:pt x="2588" y="989"/>
                    <a:pt x="2579" y="974"/>
                  </a:cubicBezTo>
                  <a:cubicBezTo>
                    <a:pt x="2571" y="974"/>
                    <a:pt x="2542" y="925"/>
                    <a:pt x="2525" y="925"/>
                  </a:cubicBezTo>
                  <a:cubicBezTo>
                    <a:pt x="2524" y="925"/>
                    <a:pt x="2523" y="925"/>
                    <a:pt x="2522" y="925"/>
                  </a:cubicBezTo>
                  <a:cubicBezTo>
                    <a:pt x="2514" y="925"/>
                    <a:pt x="2514" y="925"/>
                    <a:pt x="2530" y="982"/>
                  </a:cubicBezTo>
                  <a:cubicBezTo>
                    <a:pt x="2497" y="921"/>
                    <a:pt x="2483" y="896"/>
                    <a:pt x="2482" y="896"/>
                  </a:cubicBezTo>
                  <a:lnTo>
                    <a:pt x="2482" y="896"/>
                  </a:lnTo>
                  <a:cubicBezTo>
                    <a:pt x="2481" y="896"/>
                    <a:pt x="2487" y="910"/>
                    <a:pt x="2498" y="934"/>
                  </a:cubicBezTo>
                  <a:cubicBezTo>
                    <a:pt x="2514" y="990"/>
                    <a:pt x="2514" y="990"/>
                    <a:pt x="2514" y="990"/>
                  </a:cubicBezTo>
                  <a:cubicBezTo>
                    <a:pt x="2502" y="962"/>
                    <a:pt x="2496" y="948"/>
                    <a:pt x="2494" y="948"/>
                  </a:cubicBezTo>
                  <a:lnTo>
                    <a:pt x="2494" y="948"/>
                  </a:lnTo>
                  <a:cubicBezTo>
                    <a:pt x="2491" y="948"/>
                    <a:pt x="2494" y="962"/>
                    <a:pt x="2498" y="990"/>
                  </a:cubicBezTo>
                  <a:cubicBezTo>
                    <a:pt x="2498" y="990"/>
                    <a:pt x="2498" y="990"/>
                    <a:pt x="2473" y="942"/>
                  </a:cubicBezTo>
                  <a:lnTo>
                    <a:pt x="2465" y="942"/>
                  </a:lnTo>
                  <a:cubicBezTo>
                    <a:pt x="2483" y="992"/>
                    <a:pt x="2484" y="1010"/>
                    <a:pt x="2476" y="1010"/>
                  </a:cubicBezTo>
                  <a:cubicBezTo>
                    <a:pt x="2467" y="1010"/>
                    <a:pt x="2446" y="981"/>
                    <a:pt x="2433" y="950"/>
                  </a:cubicBezTo>
                  <a:lnTo>
                    <a:pt x="2433" y="950"/>
                  </a:lnTo>
                  <a:cubicBezTo>
                    <a:pt x="2433" y="950"/>
                    <a:pt x="2433" y="951"/>
                    <a:pt x="2449" y="1007"/>
                  </a:cubicBezTo>
                  <a:cubicBezTo>
                    <a:pt x="2465" y="1063"/>
                    <a:pt x="2473" y="1092"/>
                    <a:pt x="2472" y="1092"/>
                  </a:cubicBezTo>
                  <a:cubicBezTo>
                    <a:pt x="2471" y="1092"/>
                    <a:pt x="2461" y="1063"/>
                    <a:pt x="2441" y="1007"/>
                  </a:cubicBezTo>
                  <a:cubicBezTo>
                    <a:pt x="2421" y="950"/>
                    <a:pt x="2410" y="921"/>
                    <a:pt x="2409" y="921"/>
                  </a:cubicBezTo>
                  <a:lnTo>
                    <a:pt x="2409" y="921"/>
                  </a:lnTo>
                  <a:cubicBezTo>
                    <a:pt x="2408" y="921"/>
                    <a:pt x="2416" y="950"/>
                    <a:pt x="2433" y="1007"/>
                  </a:cubicBezTo>
                  <a:cubicBezTo>
                    <a:pt x="2440" y="1031"/>
                    <a:pt x="2441" y="1047"/>
                    <a:pt x="2436" y="1047"/>
                  </a:cubicBezTo>
                  <a:cubicBezTo>
                    <a:pt x="2430" y="1047"/>
                    <a:pt x="2415" y="1022"/>
                    <a:pt x="2392" y="958"/>
                  </a:cubicBezTo>
                  <a:lnTo>
                    <a:pt x="2360" y="845"/>
                  </a:lnTo>
                  <a:lnTo>
                    <a:pt x="2360" y="845"/>
                  </a:lnTo>
                  <a:cubicBezTo>
                    <a:pt x="2376" y="901"/>
                    <a:pt x="2368" y="901"/>
                    <a:pt x="2368" y="901"/>
                  </a:cubicBezTo>
                  <a:cubicBezTo>
                    <a:pt x="2392" y="958"/>
                    <a:pt x="2384" y="958"/>
                    <a:pt x="2376" y="958"/>
                  </a:cubicBezTo>
                  <a:cubicBezTo>
                    <a:pt x="2368" y="966"/>
                    <a:pt x="2368" y="1023"/>
                    <a:pt x="2360" y="1023"/>
                  </a:cubicBezTo>
                  <a:cubicBezTo>
                    <a:pt x="2352" y="1023"/>
                    <a:pt x="2344" y="1023"/>
                    <a:pt x="2319" y="966"/>
                  </a:cubicBezTo>
                  <a:lnTo>
                    <a:pt x="2319" y="966"/>
                  </a:lnTo>
                  <a:cubicBezTo>
                    <a:pt x="2319" y="974"/>
                    <a:pt x="2311" y="974"/>
                    <a:pt x="2327" y="1031"/>
                  </a:cubicBezTo>
                  <a:cubicBezTo>
                    <a:pt x="2331" y="1059"/>
                    <a:pt x="2331" y="1073"/>
                    <a:pt x="2328" y="1073"/>
                  </a:cubicBezTo>
                  <a:cubicBezTo>
                    <a:pt x="2325" y="1073"/>
                    <a:pt x="2319" y="1059"/>
                    <a:pt x="2311" y="1031"/>
                  </a:cubicBezTo>
                  <a:lnTo>
                    <a:pt x="2311" y="1031"/>
                  </a:lnTo>
                  <a:cubicBezTo>
                    <a:pt x="2319" y="1096"/>
                    <a:pt x="2311" y="1096"/>
                    <a:pt x="2311" y="1096"/>
                  </a:cubicBezTo>
                  <a:cubicBezTo>
                    <a:pt x="2300" y="1051"/>
                    <a:pt x="2289" y="1010"/>
                    <a:pt x="2286" y="1010"/>
                  </a:cubicBezTo>
                  <a:lnTo>
                    <a:pt x="2286" y="1010"/>
                  </a:lnTo>
                  <a:cubicBezTo>
                    <a:pt x="2284" y="1010"/>
                    <a:pt x="2284" y="1019"/>
                    <a:pt x="2287" y="1039"/>
                  </a:cubicBezTo>
                  <a:cubicBezTo>
                    <a:pt x="2303" y="1096"/>
                    <a:pt x="2303" y="1096"/>
                    <a:pt x="2295" y="1096"/>
                  </a:cubicBezTo>
                  <a:cubicBezTo>
                    <a:pt x="2284" y="1069"/>
                    <a:pt x="2250" y="1057"/>
                    <a:pt x="2217" y="1057"/>
                  </a:cubicBezTo>
                  <a:cubicBezTo>
                    <a:pt x="2180" y="1057"/>
                    <a:pt x="2145" y="1073"/>
                    <a:pt x="2149" y="1104"/>
                  </a:cubicBezTo>
                  <a:lnTo>
                    <a:pt x="2141" y="1104"/>
                  </a:lnTo>
                  <a:lnTo>
                    <a:pt x="2133" y="1112"/>
                  </a:lnTo>
                  <a:cubicBezTo>
                    <a:pt x="2122" y="1060"/>
                    <a:pt x="2115" y="1040"/>
                    <a:pt x="2110" y="1040"/>
                  </a:cubicBezTo>
                  <a:cubicBezTo>
                    <a:pt x="2103" y="1040"/>
                    <a:pt x="2100" y="1075"/>
                    <a:pt x="2100" y="1112"/>
                  </a:cubicBezTo>
                  <a:cubicBezTo>
                    <a:pt x="2100" y="1169"/>
                    <a:pt x="2100" y="1169"/>
                    <a:pt x="2092" y="1169"/>
                  </a:cubicBezTo>
                  <a:cubicBezTo>
                    <a:pt x="2083" y="1098"/>
                    <a:pt x="2076" y="1069"/>
                    <a:pt x="2072" y="1069"/>
                  </a:cubicBezTo>
                  <a:cubicBezTo>
                    <a:pt x="2069" y="1069"/>
                    <a:pt x="2068" y="1085"/>
                    <a:pt x="2068" y="1112"/>
                  </a:cubicBezTo>
                  <a:cubicBezTo>
                    <a:pt x="2072" y="1169"/>
                    <a:pt x="2072" y="1197"/>
                    <a:pt x="2070" y="1197"/>
                  </a:cubicBezTo>
                  <a:cubicBezTo>
                    <a:pt x="2068" y="1197"/>
                    <a:pt x="2064" y="1169"/>
                    <a:pt x="2060" y="1112"/>
                  </a:cubicBezTo>
                  <a:cubicBezTo>
                    <a:pt x="2052" y="1057"/>
                    <a:pt x="2047" y="1027"/>
                    <a:pt x="2043" y="1027"/>
                  </a:cubicBezTo>
                  <a:lnTo>
                    <a:pt x="2043" y="1027"/>
                  </a:lnTo>
                  <a:cubicBezTo>
                    <a:pt x="2040" y="1027"/>
                    <a:pt x="2039" y="1071"/>
                    <a:pt x="2044" y="1169"/>
                  </a:cubicBezTo>
                  <a:cubicBezTo>
                    <a:pt x="2048" y="1197"/>
                    <a:pt x="2050" y="1211"/>
                    <a:pt x="2049" y="1211"/>
                  </a:cubicBezTo>
                  <a:cubicBezTo>
                    <a:pt x="2048" y="1211"/>
                    <a:pt x="2044" y="1197"/>
                    <a:pt x="2035" y="1169"/>
                  </a:cubicBezTo>
                  <a:cubicBezTo>
                    <a:pt x="2026" y="1098"/>
                    <a:pt x="2022" y="1069"/>
                    <a:pt x="2022" y="1069"/>
                  </a:cubicBezTo>
                  <a:lnTo>
                    <a:pt x="2022" y="1069"/>
                  </a:lnTo>
                  <a:cubicBezTo>
                    <a:pt x="2022" y="1069"/>
                    <a:pt x="2024" y="1085"/>
                    <a:pt x="2027" y="1112"/>
                  </a:cubicBezTo>
                  <a:cubicBezTo>
                    <a:pt x="2031" y="1169"/>
                    <a:pt x="2031" y="1197"/>
                    <a:pt x="2028" y="1197"/>
                  </a:cubicBezTo>
                  <a:cubicBezTo>
                    <a:pt x="2025" y="1197"/>
                    <a:pt x="2019" y="1169"/>
                    <a:pt x="2011" y="1112"/>
                  </a:cubicBezTo>
                  <a:cubicBezTo>
                    <a:pt x="2003" y="1051"/>
                    <a:pt x="1999" y="1021"/>
                    <a:pt x="1998" y="1021"/>
                  </a:cubicBezTo>
                  <a:lnTo>
                    <a:pt x="1998" y="1021"/>
                  </a:lnTo>
                  <a:cubicBezTo>
                    <a:pt x="1997" y="1021"/>
                    <a:pt x="1999" y="1051"/>
                    <a:pt x="2003" y="1112"/>
                  </a:cubicBezTo>
                  <a:cubicBezTo>
                    <a:pt x="2003" y="1169"/>
                    <a:pt x="1999" y="1197"/>
                    <a:pt x="1994" y="1197"/>
                  </a:cubicBezTo>
                  <a:cubicBezTo>
                    <a:pt x="1989" y="1197"/>
                    <a:pt x="1983" y="1169"/>
                    <a:pt x="1979" y="1112"/>
                  </a:cubicBezTo>
                  <a:cubicBezTo>
                    <a:pt x="1973" y="1112"/>
                    <a:pt x="1968" y="1083"/>
                    <a:pt x="1967" y="1081"/>
                  </a:cubicBezTo>
                  <a:lnTo>
                    <a:pt x="1967" y="1081"/>
                  </a:lnTo>
                  <a:lnTo>
                    <a:pt x="1962" y="1047"/>
                  </a:lnTo>
                  <a:lnTo>
                    <a:pt x="1954" y="1047"/>
                  </a:lnTo>
                  <a:lnTo>
                    <a:pt x="1954" y="1104"/>
                  </a:lnTo>
                  <a:cubicBezTo>
                    <a:pt x="1954" y="1104"/>
                    <a:pt x="1930" y="1047"/>
                    <a:pt x="1898" y="1047"/>
                  </a:cubicBezTo>
                  <a:cubicBezTo>
                    <a:pt x="1886" y="1045"/>
                    <a:pt x="1878" y="1043"/>
                    <a:pt x="1871" y="1043"/>
                  </a:cubicBezTo>
                  <a:cubicBezTo>
                    <a:pt x="1854" y="1043"/>
                    <a:pt x="1851" y="1055"/>
                    <a:pt x="1857" y="1096"/>
                  </a:cubicBezTo>
                  <a:cubicBezTo>
                    <a:pt x="1857" y="1157"/>
                    <a:pt x="1855" y="1187"/>
                    <a:pt x="1853" y="1187"/>
                  </a:cubicBezTo>
                  <a:cubicBezTo>
                    <a:pt x="1851" y="1187"/>
                    <a:pt x="1849" y="1157"/>
                    <a:pt x="1849" y="1096"/>
                  </a:cubicBezTo>
                  <a:cubicBezTo>
                    <a:pt x="1841" y="1096"/>
                    <a:pt x="1833" y="1039"/>
                    <a:pt x="1825" y="1039"/>
                  </a:cubicBezTo>
                  <a:cubicBezTo>
                    <a:pt x="1817" y="1031"/>
                    <a:pt x="1808" y="1031"/>
                    <a:pt x="1817" y="974"/>
                  </a:cubicBezTo>
                  <a:lnTo>
                    <a:pt x="1808" y="974"/>
                  </a:lnTo>
                  <a:cubicBezTo>
                    <a:pt x="1804" y="1043"/>
                    <a:pt x="1794" y="1071"/>
                    <a:pt x="1785" y="1071"/>
                  </a:cubicBezTo>
                  <a:cubicBezTo>
                    <a:pt x="1778" y="1071"/>
                    <a:pt x="1771" y="1055"/>
                    <a:pt x="1768" y="1031"/>
                  </a:cubicBezTo>
                  <a:cubicBezTo>
                    <a:pt x="1766" y="1029"/>
                    <a:pt x="1763" y="1027"/>
                    <a:pt x="1761" y="1027"/>
                  </a:cubicBezTo>
                  <a:cubicBezTo>
                    <a:pt x="1755" y="1027"/>
                    <a:pt x="1749" y="1038"/>
                    <a:pt x="1744" y="1080"/>
                  </a:cubicBezTo>
                  <a:cubicBezTo>
                    <a:pt x="1739" y="1112"/>
                    <a:pt x="1735" y="1128"/>
                    <a:pt x="1732" y="1128"/>
                  </a:cubicBezTo>
                  <a:cubicBezTo>
                    <a:pt x="1729" y="1128"/>
                    <a:pt x="1727" y="1112"/>
                    <a:pt x="1727" y="1080"/>
                  </a:cubicBezTo>
                  <a:cubicBezTo>
                    <a:pt x="1732" y="1046"/>
                    <a:pt x="1729" y="1011"/>
                    <a:pt x="1723" y="1011"/>
                  </a:cubicBezTo>
                  <a:cubicBezTo>
                    <a:pt x="1719" y="1011"/>
                    <a:pt x="1714" y="1029"/>
                    <a:pt x="1711" y="1080"/>
                  </a:cubicBezTo>
                  <a:lnTo>
                    <a:pt x="1711" y="1015"/>
                  </a:lnTo>
                  <a:cubicBezTo>
                    <a:pt x="1711" y="998"/>
                    <a:pt x="1710" y="991"/>
                    <a:pt x="1709" y="991"/>
                  </a:cubicBezTo>
                  <a:cubicBezTo>
                    <a:pt x="1706" y="991"/>
                    <a:pt x="1701" y="1031"/>
                    <a:pt x="1695" y="1071"/>
                  </a:cubicBezTo>
                  <a:cubicBezTo>
                    <a:pt x="1691" y="1126"/>
                    <a:pt x="1688" y="1157"/>
                    <a:pt x="1686" y="1157"/>
                  </a:cubicBezTo>
                  <a:cubicBezTo>
                    <a:pt x="1684" y="1157"/>
                    <a:pt x="1686" y="1112"/>
                    <a:pt x="1695" y="1015"/>
                  </a:cubicBezTo>
                  <a:cubicBezTo>
                    <a:pt x="1700" y="944"/>
                    <a:pt x="1702" y="915"/>
                    <a:pt x="1701" y="915"/>
                  </a:cubicBezTo>
                  <a:lnTo>
                    <a:pt x="1701" y="915"/>
                  </a:lnTo>
                  <a:cubicBezTo>
                    <a:pt x="1700" y="915"/>
                    <a:pt x="1698" y="931"/>
                    <a:pt x="1695" y="958"/>
                  </a:cubicBezTo>
                  <a:cubicBezTo>
                    <a:pt x="1689" y="998"/>
                    <a:pt x="1683" y="1038"/>
                    <a:pt x="1681" y="1038"/>
                  </a:cubicBezTo>
                  <a:cubicBezTo>
                    <a:pt x="1679" y="1038"/>
                    <a:pt x="1679" y="1031"/>
                    <a:pt x="1679" y="1015"/>
                  </a:cubicBezTo>
                  <a:cubicBezTo>
                    <a:pt x="1677" y="1013"/>
                    <a:pt x="1676" y="1012"/>
                    <a:pt x="1675" y="1012"/>
                  </a:cubicBezTo>
                  <a:cubicBezTo>
                    <a:pt x="1670" y="1012"/>
                    <a:pt x="1669" y="1032"/>
                    <a:pt x="1662" y="1128"/>
                  </a:cubicBezTo>
                  <a:cubicBezTo>
                    <a:pt x="1654" y="1185"/>
                    <a:pt x="1646" y="1185"/>
                    <a:pt x="1646" y="1185"/>
                  </a:cubicBezTo>
                  <a:cubicBezTo>
                    <a:pt x="1654" y="1128"/>
                    <a:pt x="1654" y="1128"/>
                    <a:pt x="1662" y="1071"/>
                  </a:cubicBezTo>
                  <a:lnTo>
                    <a:pt x="1654" y="1063"/>
                  </a:lnTo>
                  <a:cubicBezTo>
                    <a:pt x="1646" y="1023"/>
                    <a:pt x="1646" y="982"/>
                    <a:pt x="1654" y="942"/>
                  </a:cubicBezTo>
                  <a:cubicBezTo>
                    <a:pt x="1654" y="919"/>
                    <a:pt x="1654" y="905"/>
                    <a:pt x="1654" y="905"/>
                  </a:cubicBezTo>
                  <a:cubicBezTo>
                    <a:pt x="1653" y="905"/>
                    <a:pt x="1651" y="934"/>
                    <a:pt x="1646" y="1007"/>
                  </a:cubicBezTo>
                  <a:cubicBezTo>
                    <a:pt x="1630" y="1120"/>
                    <a:pt x="1630" y="1120"/>
                    <a:pt x="1622" y="1120"/>
                  </a:cubicBezTo>
                  <a:cubicBezTo>
                    <a:pt x="1622" y="1120"/>
                    <a:pt x="1614" y="1120"/>
                    <a:pt x="1622" y="1055"/>
                  </a:cubicBezTo>
                  <a:cubicBezTo>
                    <a:pt x="1630" y="998"/>
                    <a:pt x="1630" y="998"/>
                    <a:pt x="1622" y="998"/>
                  </a:cubicBezTo>
                  <a:cubicBezTo>
                    <a:pt x="1590" y="1096"/>
                    <a:pt x="1565" y="1193"/>
                    <a:pt x="1557" y="1290"/>
                  </a:cubicBezTo>
                  <a:cubicBezTo>
                    <a:pt x="1549" y="1347"/>
                    <a:pt x="1545" y="1375"/>
                    <a:pt x="1544" y="1375"/>
                  </a:cubicBezTo>
                  <a:cubicBezTo>
                    <a:pt x="1543" y="1375"/>
                    <a:pt x="1545" y="1347"/>
                    <a:pt x="1549" y="1290"/>
                  </a:cubicBezTo>
                  <a:cubicBezTo>
                    <a:pt x="1557" y="1225"/>
                    <a:pt x="1557" y="1225"/>
                    <a:pt x="1549" y="1225"/>
                  </a:cubicBezTo>
                  <a:cubicBezTo>
                    <a:pt x="1557" y="1169"/>
                    <a:pt x="1565" y="1169"/>
                    <a:pt x="1565" y="1169"/>
                  </a:cubicBezTo>
                  <a:lnTo>
                    <a:pt x="1573" y="1112"/>
                  </a:lnTo>
                  <a:cubicBezTo>
                    <a:pt x="1582" y="1050"/>
                    <a:pt x="1586" y="1020"/>
                    <a:pt x="1584" y="1020"/>
                  </a:cubicBezTo>
                  <a:lnTo>
                    <a:pt x="1584" y="1020"/>
                  </a:lnTo>
                  <a:cubicBezTo>
                    <a:pt x="1583" y="1020"/>
                    <a:pt x="1577" y="1048"/>
                    <a:pt x="1565" y="1104"/>
                  </a:cubicBezTo>
                  <a:cubicBezTo>
                    <a:pt x="1557" y="1132"/>
                    <a:pt x="1553" y="1146"/>
                    <a:pt x="1552" y="1146"/>
                  </a:cubicBezTo>
                  <a:cubicBezTo>
                    <a:pt x="1551" y="1146"/>
                    <a:pt x="1553" y="1132"/>
                    <a:pt x="1557" y="1104"/>
                  </a:cubicBezTo>
                  <a:cubicBezTo>
                    <a:pt x="1557" y="1063"/>
                    <a:pt x="1561" y="1017"/>
                    <a:pt x="1561" y="1017"/>
                  </a:cubicBezTo>
                  <a:lnTo>
                    <a:pt x="1561" y="1017"/>
                  </a:lnTo>
                  <a:cubicBezTo>
                    <a:pt x="1560" y="1017"/>
                    <a:pt x="1559" y="1023"/>
                    <a:pt x="1557" y="1039"/>
                  </a:cubicBezTo>
                  <a:cubicBezTo>
                    <a:pt x="1557" y="1039"/>
                    <a:pt x="1549" y="1039"/>
                    <a:pt x="1557" y="982"/>
                  </a:cubicBezTo>
                  <a:cubicBezTo>
                    <a:pt x="1555" y="980"/>
                    <a:pt x="1553" y="979"/>
                    <a:pt x="1551" y="979"/>
                  </a:cubicBezTo>
                  <a:cubicBezTo>
                    <a:pt x="1545" y="979"/>
                    <a:pt x="1539" y="991"/>
                    <a:pt x="1533" y="1039"/>
                  </a:cubicBezTo>
                  <a:cubicBezTo>
                    <a:pt x="1525" y="1096"/>
                    <a:pt x="1517" y="1096"/>
                    <a:pt x="1517" y="1096"/>
                  </a:cubicBezTo>
                  <a:cubicBezTo>
                    <a:pt x="1517" y="1094"/>
                    <a:pt x="1516" y="1092"/>
                    <a:pt x="1515" y="1092"/>
                  </a:cubicBezTo>
                  <a:cubicBezTo>
                    <a:pt x="1512" y="1092"/>
                    <a:pt x="1506" y="1105"/>
                    <a:pt x="1500" y="1152"/>
                  </a:cubicBezTo>
                  <a:cubicBezTo>
                    <a:pt x="1484" y="1209"/>
                    <a:pt x="1476" y="1266"/>
                    <a:pt x="1468" y="1266"/>
                  </a:cubicBezTo>
                  <a:cubicBezTo>
                    <a:pt x="1458" y="1289"/>
                    <a:pt x="1452" y="1303"/>
                    <a:pt x="1450" y="1303"/>
                  </a:cubicBezTo>
                  <a:cubicBezTo>
                    <a:pt x="1446" y="1303"/>
                    <a:pt x="1450" y="1273"/>
                    <a:pt x="1460" y="1201"/>
                  </a:cubicBezTo>
                  <a:cubicBezTo>
                    <a:pt x="1476" y="1144"/>
                    <a:pt x="1468" y="1144"/>
                    <a:pt x="1468" y="1136"/>
                  </a:cubicBezTo>
                  <a:cubicBezTo>
                    <a:pt x="1468" y="1136"/>
                    <a:pt x="1460" y="1136"/>
                    <a:pt x="1468" y="1080"/>
                  </a:cubicBezTo>
                  <a:cubicBezTo>
                    <a:pt x="1470" y="1063"/>
                    <a:pt x="1471" y="1056"/>
                    <a:pt x="1471" y="1056"/>
                  </a:cubicBezTo>
                  <a:lnTo>
                    <a:pt x="1471" y="1056"/>
                  </a:lnTo>
                  <a:cubicBezTo>
                    <a:pt x="1471" y="1056"/>
                    <a:pt x="1463" y="1096"/>
                    <a:pt x="1452" y="1136"/>
                  </a:cubicBezTo>
                  <a:cubicBezTo>
                    <a:pt x="1444" y="1193"/>
                    <a:pt x="1427" y="1250"/>
                    <a:pt x="1427" y="1250"/>
                  </a:cubicBezTo>
                  <a:cubicBezTo>
                    <a:pt x="1435" y="1193"/>
                    <a:pt x="1444" y="1136"/>
                    <a:pt x="1460" y="1071"/>
                  </a:cubicBezTo>
                  <a:cubicBezTo>
                    <a:pt x="1468" y="1015"/>
                    <a:pt x="1472" y="986"/>
                    <a:pt x="1471" y="986"/>
                  </a:cubicBezTo>
                  <a:lnTo>
                    <a:pt x="1471" y="986"/>
                  </a:lnTo>
                  <a:cubicBezTo>
                    <a:pt x="1470" y="986"/>
                    <a:pt x="1464" y="1015"/>
                    <a:pt x="1452" y="1071"/>
                  </a:cubicBezTo>
                  <a:cubicBezTo>
                    <a:pt x="1446" y="1116"/>
                    <a:pt x="1437" y="1157"/>
                    <a:pt x="1431" y="1157"/>
                  </a:cubicBezTo>
                  <a:cubicBezTo>
                    <a:pt x="1429" y="1157"/>
                    <a:pt x="1427" y="1148"/>
                    <a:pt x="1427" y="1128"/>
                  </a:cubicBezTo>
                  <a:cubicBezTo>
                    <a:pt x="1419" y="1128"/>
                    <a:pt x="1411" y="1120"/>
                    <a:pt x="1427" y="1063"/>
                  </a:cubicBezTo>
                  <a:cubicBezTo>
                    <a:pt x="1430" y="1044"/>
                    <a:pt x="1430" y="1038"/>
                    <a:pt x="1429" y="1038"/>
                  </a:cubicBezTo>
                  <a:lnTo>
                    <a:pt x="1429" y="1038"/>
                  </a:lnTo>
                  <a:cubicBezTo>
                    <a:pt x="1426" y="1038"/>
                    <a:pt x="1419" y="1063"/>
                    <a:pt x="1419" y="1063"/>
                  </a:cubicBezTo>
                  <a:cubicBezTo>
                    <a:pt x="1411" y="1091"/>
                    <a:pt x="1405" y="1105"/>
                    <a:pt x="1402" y="1105"/>
                  </a:cubicBezTo>
                  <a:cubicBezTo>
                    <a:pt x="1399" y="1105"/>
                    <a:pt x="1399" y="1089"/>
                    <a:pt x="1403" y="1055"/>
                  </a:cubicBezTo>
                  <a:cubicBezTo>
                    <a:pt x="1407" y="993"/>
                    <a:pt x="1409" y="963"/>
                    <a:pt x="1406" y="963"/>
                  </a:cubicBezTo>
                  <a:lnTo>
                    <a:pt x="1406" y="963"/>
                  </a:lnTo>
                  <a:cubicBezTo>
                    <a:pt x="1403" y="963"/>
                    <a:pt x="1395" y="991"/>
                    <a:pt x="1379" y="1047"/>
                  </a:cubicBezTo>
                  <a:cubicBezTo>
                    <a:pt x="1381" y="1030"/>
                    <a:pt x="1381" y="1023"/>
                    <a:pt x="1380" y="1023"/>
                  </a:cubicBezTo>
                  <a:lnTo>
                    <a:pt x="1380" y="1023"/>
                  </a:lnTo>
                  <a:cubicBezTo>
                    <a:pt x="1376" y="1023"/>
                    <a:pt x="1363" y="1062"/>
                    <a:pt x="1346" y="1096"/>
                  </a:cubicBezTo>
                  <a:cubicBezTo>
                    <a:pt x="1330" y="1152"/>
                    <a:pt x="1298" y="1274"/>
                    <a:pt x="1281" y="1331"/>
                  </a:cubicBezTo>
                  <a:cubicBezTo>
                    <a:pt x="1263" y="1395"/>
                    <a:pt x="1255" y="1423"/>
                    <a:pt x="1253" y="1423"/>
                  </a:cubicBezTo>
                  <a:cubicBezTo>
                    <a:pt x="1252" y="1423"/>
                    <a:pt x="1254" y="1407"/>
                    <a:pt x="1257" y="1379"/>
                  </a:cubicBezTo>
                  <a:cubicBezTo>
                    <a:pt x="1257" y="1339"/>
                    <a:pt x="1265" y="1298"/>
                    <a:pt x="1281" y="1266"/>
                  </a:cubicBezTo>
                  <a:cubicBezTo>
                    <a:pt x="1298" y="1209"/>
                    <a:pt x="1298" y="1209"/>
                    <a:pt x="1298" y="1209"/>
                  </a:cubicBezTo>
                  <a:lnTo>
                    <a:pt x="1306" y="1209"/>
                  </a:lnTo>
                  <a:cubicBezTo>
                    <a:pt x="1322" y="1169"/>
                    <a:pt x="1330" y="1128"/>
                    <a:pt x="1330" y="1088"/>
                  </a:cubicBezTo>
                  <a:cubicBezTo>
                    <a:pt x="1334" y="1059"/>
                    <a:pt x="1336" y="1045"/>
                    <a:pt x="1335" y="1045"/>
                  </a:cubicBezTo>
                  <a:lnTo>
                    <a:pt x="1335" y="1045"/>
                  </a:lnTo>
                  <a:cubicBezTo>
                    <a:pt x="1334" y="1045"/>
                    <a:pt x="1330" y="1059"/>
                    <a:pt x="1322" y="1088"/>
                  </a:cubicBezTo>
                  <a:cubicBezTo>
                    <a:pt x="1330" y="1031"/>
                    <a:pt x="1330" y="1023"/>
                    <a:pt x="1322" y="1023"/>
                  </a:cubicBezTo>
                  <a:cubicBezTo>
                    <a:pt x="1314" y="1023"/>
                    <a:pt x="1298" y="1015"/>
                    <a:pt x="1314" y="958"/>
                  </a:cubicBezTo>
                  <a:cubicBezTo>
                    <a:pt x="1312" y="956"/>
                    <a:pt x="1310" y="954"/>
                    <a:pt x="1308" y="954"/>
                  </a:cubicBezTo>
                  <a:cubicBezTo>
                    <a:pt x="1304" y="954"/>
                    <a:pt x="1299" y="965"/>
                    <a:pt x="1281" y="1007"/>
                  </a:cubicBezTo>
                  <a:cubicBezTo>
                    <a:pt x="1275" y="1030"/>
                    <a:pt x="1269" y="1049"/>
                    <a:pt x="1265" y="1063"/>
                  </a:cubicBezTo>
                  <a:cubicBezTo>
                    <a:pt x="1287" y="988"/>
                    <a:pt x="1283" y="928"/>
                    <a:pt x="1265" y="928"/>
                  </a:cubicBezTo>
                  <a:cubicBezTo>
                    <a:pt x="1255" y="928"/>
                    <a:pt x="1241" y="944"/>
                    <a:pt x="1225" y="982"/>
                  </a:cubicBezTo>
                  <a:lnTo>
                    <a:pt x="1217" y="974"/>
                  </a:lnTo>
                  <a:cubicBezTo>
                    <a:pt x="1225" y="944"/>
                    <a:pt x="1225" y="927"/>
                    <a:pt x="1217" y="927"/>
                  </a:cubicBezTo>
                  <a:lnTo>
                    <a:pt x="1217" y="927"/>
                  </a:lnTo>
                  <a:cubicBezTo>
                    <a:pt x="1211" y="927"/>
                    <a:pt x="1199" y="940"/>
                    <a:pt x="1184" y="966"/>
                  </a:cubicBezTo>
                  <a:lnTo>
                    <a:pt x="1176" y="958"/>
                  </a:lnTo>
                  <a:cubicBezTo>
                    <a:pt x="1185" y="928"/>
                    <a:pt x="1189" y="911"/>
                    <a:pt x="1186" y="911"/>
                  </a:cubicBezTo>
                  <a:lnTo>
                    <a:pt x="1186" y="911"/>
                  </a:lnTo>
                  <a:cubicBezTo>
                    <a:pt x="1183" y="911"/>
                    <a:pt x="1175" y="923"/>
                    <a:pt x="1160" y="950"/>
                  </a:cubicBezTo>
                  <a:cubicBezTo>
                    <a:pt x="1143" y="990"/>
                    <a:pt x="1129" y="1030"/>
                    <a:pt x="1129" y="1030"/>
                  </a:cubicBezTo>
                  <a:cubicBezTo>
                    <a:pt x="1129" y="1030"/>
                    <a:pt x="1131" y="1023"/>
                    <a:pt x="1135" y="1007"/>
                  </a:cubicBezTo>
                  <a:cubicBezTo>
                    <a:pt x="1160" y="950"/>
                    <a:pt x="1152" y="942"/>
                    <a:pt x="1135" y="934"/>
                  </a:cubicBezTo>
                  <a:cubicBezTo>
                    <a:pt x="1133" y="931"/>
                    <a:pt x="1132" y="930"/>
                    <a:pt x="1130" y="930"/>
                  </a:cubicBezTo>
                  <a:cubicBezTo>
                    <a:pt x="1126" y="930"/>
                    <a:pt x="1121" y="941"/>
                    <a:pt x="1103" y="982"/>
                  </a:cubicBezTo>
                  <a:cubicBezTo>
                    <a:pt x="1094" y="995"/>
                    <a:pt x="1090" y="1001"/>
                    <a:pt x="1088" y="1001"/>
                  </a:cubicBezTo>
                  <a:cubicBezTo>
                    <a:pt x="1084" y="1001"/>
                    <a:pt x="1101" y="961"/>
                    <a:pt x="1119" y="925"/>
                  </a:cubicBezTo>
                  <a:cubicBezTo>
                    <a:pt x="1141" y="874"/>
                    <a:pt x="1152" y="846"/>
                    <a:pt x="1150" y="846"/>
                  </a:cubicBezTo>
                  <a:lnTo>
                    <a:pt x="1150" y="846"/>
                  </a:lnTo>
                  <a:cubicBezTo>
                    <a:pt x="1147" y="846"/>
                    <a:pt x="1127" y="886"/>
                    <a:pt x="1087" y="974"/>
                  </a:cubicBezTo>
                  <a:cubicBezTo>
                    <a:pt x="1059" y="1035"/>
                    <a:pt x="1044" y="1061"/>
                    <a:pt x="1040" y="1061"/>
                  </a:cubicBezTo>
                  <a:cubicBezTo>
                    <a:pt x="1037" y="1061"/>
                    <a:pt x="1039" y="1047"/>
                    <a:pt x="1046" y="1023"/>
                  </a:cubicBezTo>
                  <a:cubicBezTo>
                    <a:pt x="1064" y="982"/>
                    <a:pt x="1073" y="970"/>
                    <a:pt x="1077" y="970"/>
                  </a:cubicBezTo>
                  <a:cubicBezTo>
                    <a:pt x="1078" y="970"/>
                    <a:pt x="1079" y="972"/>
                    <a:pt x="1079" y="974"/>
                  </a:cubicBezTo>
                  <a:lnTo>
                    <a:pt x="1127" y="861"/>
                  </a:lnTo>
                  <a:lnTo>
                    <a:pt x="1127" y="861"/>
                  </a:lnTo>
                  <a:cubicBezTo>
                    <a:pt x="1127" y="861"/>
                    <a:pt x="1127" y="861"/>
                    <a:pt x="1095" y="909"/>
                  </a:cubicBezTo>
                  <a:cubicBezTo>
                    <a:pt x="1095" y="909"/>
                    <a:pt x="1095" y="909"/>
                    <a:pt x="1071" y="966"/>
                  </a:cubicBezTo>
                  <a:cubicBezTo>
                    <a:pt x="1038" y="1015"/>
                    <a:pt x="1014" y="1071"/>
                    <a:pt x="998" y="1128"/>
                  </a:cubicBezTo>
                  <a:cubicBezTo>
                    <a:pt x="980" y="1169"/>
                    <a:pt x="975" y="1181"/>
                    <a:pt x="971" y="1181"/>
                  </a:cubicBezTo>
                  <a:cubicBezTo>
                    <a:pt x="969" y="1181"/>
                    <a:pt x="967" y="1179"/>
                    <a:pt x="965" y="1177"/>
                  </a:cubicBezTo>
                  <a:cubicBezTo>
                    <a:pt x="981" y="1120"/>
                    <a:pt x="1006" y="1063"/>
                    <a:pt x="1038" y="1015"/>
                  </a:cubicBezTo>
                  <a:cubicBezTo>
                    <a:pt x="1054" y="982"/>
                    <a:pt x="1071" y="942"/>
                    <a:pt x="1087" y="909"/>
                  </a:cubicBezTo>
                  <a:cubicBezTo>
                    <a:pt x="1092" y="898"/>
                    <a:pt x="1093" y="893"/>
                    <a:pt x="1091" y="893"/>
                  </a:cubicBezTo>
                  <a:lnTo>
                    <a:pt x="1091" y="893"/>
                  </a:lnTo>
                  <a:cubicBezTo>
                    <a:pt x="1087" y="893"/>
                    <a:pt x="1062" y="929"/>
                    <a:pt x="1033" y="979"/>
                  </a:cubicBezTo>
                  <a:lnTo>
                    <a:pt x="1033" y="979"/>
                  </a:lnTo>
                  <a:cubicBezTo>
                    <a:pt x="1043" y="947"/>
                    <a:pt x="1037" y="942"/>
                    <a:pt x="1030" y="942"/>
                  </a:cubicBezTo>
                  <a:cubicBezTo>
                    <a:pt x="1028" y="939"/>
                    <a:pt x="1026" y="938"/>
                    <a:pt x="1024" y="938"/>
                  </a:cubicBezTo>
                  <a:cubicBezTo>
                    <a:pt x="1020" y="938"/>
                    <a:pt x="1013" y="949"/>
                    <a:pt x="990" y="990"/>
                  </a:cubicBezTo>
                  <a:cubicBezTo>
                    <a:pt x="981" y="1023"/>
                    <a:pt x="957" y="1063"/>
                    <a:pt x="941" y="1096"/>
                  </a:cubicBezTo>
                  <a:cubicBezTo>
                    <a:pt x="925" y="1128"/>
                    <a:pt x="908" y="1169"/>
                    <a:pt x="892" y="1201"/>
                  </a:cubicBezTo>
                  <a:cubicBezTo>
                    <a:pt x="892" y="1201"/>
                    <a:pt x="908" y="1144"/>
                    <a:pt x="933" y="1088"/>
                  </a:cubicBezTo>
                  <a:cubicBezTo>
                    <a:pt x="973" y="974"/>
                    <a:pt x="998" y="917"/>
                    <a:pt x="981" y="909"/>
                  </a:cubicBezTo>
                  <a:cubicBezTo>
                    <a:pt x="973" y="909"/>
                    <a:pt x="965" y="901"/>
                    <a:pt x="990" y="844"/>
                  </a:cubicBezTo>
                  <a:cubicBezTo>
                    <a:pt x="987" y="842"/>
                    <a:pt x="986" y="841"/>
                    <a:pt x="984" y="841"/>
                  </a:cubicBezTo>
                  <a:cubicBezTo>
                    <a:pt x="979" y="841"/>
                    <a:pt x="973" y="852"/>
                    <a:pt x="949" y="893"/>
                  </a:cubicBezTo>
                  <a:lnTo>
                    <a:pt x="949" y="885"/>
                  </a:lnTo>
                  <a:cubicBezTo>
                    <a:pt x="962" y="855"/>
                    <a:pt x="966" y="841"/>
                    <a:pt x="962" y="841"/>
                  </a:cubicBezTo>
                  <a:lnTo>
                    <a:pt x="962" y="841"/>
                  </a:lnTo>
                  <a:cubicBezTo>
                    <a:pt x="958" y="841"/>
                    <a:pt x="948" y="853"/>
                    <a:pt x="933" y="877"/>
                  </a:cubicBezTo>
                  <a:cubicBezTo>
                    <a:pt x="922" y="893"/>
                    <a:pt x="919" y="898"/>
                    <a:pt x="918" y="898"/>
                  </a:cubicBezTo>
                  <a:cubicBezTo>
                    <a:pt x="917" y="898"/>
                    <a:pt x="930" y="874"/>
                    <a:pt x="925" y="869"/>
                  </a:cubicBezTo>
                  <a:cubicBezTo>
                    <a:pt x="950" y="821"/>
                    <a:pt x="964" y="795"/>
                    <a:pt x="964" y="795"/>
                  </a:cubicBezTo>
                  <a:lnTo>
                    <a:pt x="964" y="795"/>
                  </a:lnTo>
                  <a:cubicBezTo>
                    <a:pt x="963" y="795"/>
                    <a:pt x="941" y="833"/>
                    <a:pt x="892" y="917"/>
                  </a:cubicBezTo>
                  <a:cubicBezTo>
                    <a:pt x="868" y="958"/>
                    <a:pt x="852" y="990"/>
                    <a:pt x="844" y="1031"/>
                  </a:cubicBezTo>
                  <a:lnTo>
                    <a:pt x="852" y="1039"/>
                  </a:lnTo>
                  <a:lnTo>
                    <a:pt x="819" y="1088"/>
                  </a:lnTo>
                  <a:cubicBezTo>
                    <a:pt x="787" y="1112"/>
                    <a:pt x="763" y="1144"/>
                    <a:pt x="746" y="1185"/>
                  </a:cubicBezTo>
                  <a:cubicBezTo>
                    <a:pt x="746" y="1185"/>
                    <a:pt x="714" y="1234"/>
                    <a:pt x="714" y="1234"/>
                  </a:cubicBezTo>
                  <a:lnTo>
                    <a:pt x="771" y="1128"/>
                  </a:lnTo>
                  <a:cubicBezTo>
                    <a:pt x="803" y="1080"/>
                    <a:pt x="835" y="1023"/>
                    <a:pt x="860" y="974"/>
                  </a:cubicBezTo>
                  <a:cubicBezTo>
                    <a:pt x="896" y="906"/>
                    <a:pt x="919" y="856"/>
                    <a:pt x="914" y="856"/>
                  </a:cubicBezTo>
                  <a:lnTo>
                    <a:pt x="914" y="856"/>
                  </a:lnTo>
                  <a:cubicBezTo>
                    <a:pt x="911" y="856"/>
                    <a:pt x="899" y="871"/>
                    <a:pt x="876" y="909"/>
                  </a:cubicBezTo>
                  <a:cubicBezTo>
                    <a:pt x="876" y="909"/>
                    <a:pt x="876" y="909"/>
                    <a:pt x="900" y="852"/>
                  </a:cubicBezTo>
                  <a:lnTo>
                    <a:pt x="900" y="852"/>
                  </a:lnTo>
                  <a:cubicBezTo>
                    <a:pt x="892" y="865"/>
                    <a:pt x="881" y="881"/>
                    <a:pt x="868" y="901"/>
                  </a:cubicBezTo>
                  <a:cubicBezTo>
                    <a:pt x="837" y="952"/>
                    <a:pt x="819" y="976"/>
                    <a:pt x="815" y="976"/>
                  </a:cubicBezTo>
                  <a:cubicBezTo>
                    <a:pt x="810" y="976"/>
                    <a:pt x="822" y="948"/>
                    <a:pt x="852" y="893"/>
                  </a:cubicBezTo>
                  <a:cubicBezTo>
                    <a:pt x="887" y="827"/>
                    <a:pt x="897" y="800"/>
                    <a:pt x="892" y="800"/>
                  </a:cubicBezTo>
                  <a:lnTo>
                    <a:pt x="892" y="800"/>
                  </a:lnTo>
                  <a:cubicBezTo>
                    <a:pt x="889" y="800"/>
                    <a:pt x="880" y="810"/>
                    <a:pt x="868" y="828"/>
                  </a:cubicBezTo>
                  <a:cubicBezTo>
                    <a:pt x="832" y="886"/>
                    <a:pt x="814" y="910"/>
                    <a:pt x="810" y="910"/>
                  </a:cubicBezTo>
                  <a:cubicBezTo>
                    <a:pt x="806" y="910"/>
                    <a:pt x="813" y="894"/>
                    <a:pt x="827" y="869"/>
                  </a:cubicBezTo>
                  <a:cubicBezTo>
                    <a:pt x="840" y="839"/>
                    <a:pt x="846" y="825"/>
                    <a:pt x="843" y="825"/>
                  </a:cubicBezTo>
                  <a:lnTo>
                    <a:pt x="843" y="825"/>
                  </a:lnTo>
                  <a:cubicBezTo>
                    <a:pt x="841" y="825"/>
                    <a:pt x="831" y="837"/>
                    <a:pt x="811" y="861"/>
                  </a:cubicBezTo>
                  <a:lnTo>
                    <a:pt x="738" y="950"/>
                  </a:lnTo>
                  <a:cubicBezTo>
                    <a:pt x="722" y="990"/>
                    <a:pt x="698" y="1023"/>
                    <a:pt x="673" y="1055"/>
                  </a:cubicBezTo>
                  <a:cubicBezTo>
                    <a:pt x="666" y="1067"/>
                    <a:pt x="661" y="1072"/>
                    <a:pt x="659" y="1072"/>
                  </a:cubicBezTo>
                  <a:cubicBezTo>
                    <a:pt x="653" y="1072"/>
                    <a:pt x="680" y="1011"/>
                    <a:pt x="754" y="893"/>
                  </a:cubicBezTo>
                  <a:lnTo>
                    <a:pt x="811" y="788"/>
                  </a:lnTo>
                  <a:lnTo>
                    <a:pt x="811" y="788"/>
                  </a:lnTo>
                  <a:lnTo>
                    <a:pt x="746" y="885"/>
                  </a:lnTo>
                  <a:cubicBezTo>
                    <a:pt x="746" y="885"/>
                    <a:pt x="738" y="877"/>
                    <a:pt x="771" y="828"/>
                  </a:cubicBezTo>
                  <a:lnTo>
                    <a:pt x="771" y="828"/>
                  </a:lnTo>
                  <a:cubicBezTo>
                    <a:pt x="729" y="883"/>
                    <a:pt x="711" y="907"/>
                    <a:pt x="709" y="907"/>
                  </a:cubicBezTo>
                  <a:cubicBezTo>
                    <a:pt x="708" y="907"/>
                    <a:pt x="716" y="893"/>
                    <a:pt x="730" y="869"/>
                  </a:cubicBezTo>
                  <a:cubicBezTo>
                    <a:pt x="764" y="818"/>
                    <a:pt x="780" y="792"/>
                    <a:pt x="777" y="792"/>
                  </a:cubicBezTo>
                  <a:lnTo>
                    <a:pt x="777" y="792"/>
                  </a:lnTo>
                  <a:cubicBezTo>
                    <a:pt x="775" y="792"/>
                    <a:pt x="757" y="814"/>
                    <a:pt x="722" y="861"/>
                  </a:cubicBezTo>
                  <a:cubicBezTo>
                    <a:pt x="746" y="828"/>
                    <a:pt x="763" y="796"/>
                    <a:pt x="779" y="755"/>
                  </a:cubicBezTo>
                  <a:lnTo>
                    <a:pt x="779" y="755"/>
                  </a:lnTo>
                  <a:lnTo>
                    <a:pt x="746" y="804"/>
                  </a:lnTo>
                  <a:cubicBezTo>
                    <a:pt x="708" y="861"/>
                    <a:pt x="690" y="884"/>
                    <a:pt x="687" y="884"/>
                  </a:cubicBezTo>
                  <a:cubicBezTo>
                    <a:pt x="686" y="884"/>
                    <a:pt x="692" y="873"/>
                    <a:pt x="706" y="852"/>
                  </a:cubicBezTo>
                  <a:cubicBezTo>
                    <a:pt x="723" y="822"/>
                    <a:pt x="731" y="808"/>
                    <a:pt x="729" y="808"/>
                  </a:cubicBezTo>
                  <a:lnTo>
                    <a:pt x="729" y="808"/>
                  </a:lnTo>
                  <a:cubicBezTo>
                    <a:pt x="726" y="808"/>
                    <a:pt x="716" y="818"/>
                    <a:pt x="698" y="836"/>
                  </a:cubicBezTo>
                  <a:cubicBezTo>
                    <a:pt x="690" y="836"/>
                    <a:pt x="690" y="828"/>
                    <a:pt x="722" y="788"/>
                  </a:cubicBezTo>
                  <a:cubicBezTo>
                    <a:pt x="759" y="738"/>
                    <a:pt x="777" y="714"/>
                    <a:pt x="777" y="714"/>
                  </a:cubicBezTo>
                  <a:lnTo>
                    <a:pt x="777" y="714"/>
                  </a:lnTo>
                  <a:cubicBezTo>
                    <a:pt x="776" y="714"/>
                    <a:pt x="758" y="736"/>
                    <a:pt x="722" y="780"/>
                  </a:cubicBezTo>
                  <a:cubicBezTo>
                    <a:pt x="702" y="803"/>
                    <a:pt x="692" y="815"/>
                    <a:pt x="691" y="815"/>
                  </a:cubicBezTo>
                  <a:cubicBezTo>
                    <a:pt x="689" y="815"/>
                    <a:pt x="697" y="801"/>
                    <a:pt x="714" y="771"/>
                  </a:cubicBezTo>
                  <a:cubicBezTo>
                    <a:pt x="730" y="747"/>
                    <a:pt x="738" y="735"/>
                    <a:pt x="737" y="735"/>
                  </a:cubicBezTo>
                  <a:lnTo>
                    <a:pt x="737" y="735"/>
                  </a:lnTo>
                  <a:cubicBezTo>
                    <a:pt x="736" y="735"/>
                    <a:pt x="726" y="747"/>
                    <a:pt x="706" y="771"/>
                  </a:cubicBezTo>
                  <a:cubicBezTo>
                    <a:pt x="665" y="812"/>
                    <a:pt x="633" y="861"/>
                    <a:pt x="600" y="917"/>
                  </a:cubicBezTo>
                  <a:cubicBezTo>
                    <a:pt x="600" y="917"/>
                    <a:pt x="600" y="917"/>
                    <a:pt x="568" y="966"/>
                  </a:cubicBezTo>
                  <a:lnTo>
                    <a:pt x="560" y="958"/>
                  </a:lnTo>
                  <a:cubicBezTo>
                    <a:pt x="560" y="958"/>
                    <a:pt x="559" y="957"/>
                    <a:pt x="557" y="957"/>
                  </a:cubicBezTo>
                  <a:cubicBezTo>
                    <a:pt x="553" y="957"/>
                    <a:pt x="540" y="961"/>
                    <a:pt x="511" y="990"/>
                  </a:cubicBezTo>
                  <a:cubicBezTo>
                    <a:pt x="478" y="1030"/>
                    <a:pt x="422" y="1098"/>
                    <a:pt x="427" y="1098"/>
                  </a:cubicBezTo>
                  <a:cubicBezTo>
                    <a:pt x="427" y="1098"/>
                    <a:pt x="431" y="1095"/>
                    <a:pt x="438" y="1088"/>
                  </a:cubicBezTo>
                  <a:lnTo>
                    <a:pt x="438" y="1088"/>
                  </a:lnTo>
                  <a:lnTo>
                    <a:pt x="406" y="1136"/>
                  </a:lnTo>
                  <a:cubicBezTo>
                    <a:pt x="352" y="1211"/>
                    <a:pt x="327" y="1250"/>
                    <a:pt x="331" y="1250"/>
                  </a:cubicBezTo>
                  <a:cubicBezTo>
                    <a:pt x="334" y="1250"/>
                    <a:pt x="363" y="1215"/>
                    <a:pt x="414" y="1144"/>
                  </a:cubicBezTo>
                  <a:cubicBezTo>
                    <a:pt x="471" y="1069"/>
                    <a:pt x="497" y="1035"/>
                    <a:pt x="499" y="1035"/>
                  </a:cubicBezTo>
                  <a:lnTo>
                    <a:pt x="499" y="1035"/>
                  </a:lnTo>
                  <a:cubicBezTo>
                    <a:pt x="500" y="1035"/>
                    <a:pt x="484" y="1059"/>
                    <a:pt x="454" y="1104"/>
                  </a:cubicBezTo>
                  <a:cubicBezTo>
                    <a:pt x="381" y="1193"/>
                    <a:pt x="390" y="1201"/>
                    <a:pt x="390" y="1201"/>
                  </a:cubicBezTo>
                  <a:cubicBezTo>
                    <a:pt x="398" y="1209"/>
                    <a:pt x="398" y="1209"/>
                    <a:pt x="357" y="1258"/>
                  </a:cubicBezTo>
                  <a:cubicBezTo>
                    <a:pt x="333" y="1282"/>
                    <a:pt x="308" y="1323"/>
                    <a:pt x="292" y="1355"/>
                  </a:cubicBezTo>
                  <a:cubicBezTo>
                    <a:pt x="295" y="1358"/>
                    <a:pt x="296" y="1359"/>
                    <a:pt x="298" y="1359"/>
                  </a:cubicBezTo>
                  <a:cubicBezTo>
                    <a:pt x="303" y="1359"/>
                    <a:pt x="310" y="1349"/>
                    <a:pt x="333" y="1315"/>
                  </a:cubicBezTo>
                  <a:cubicBezTo>
                    <a:pt x="346" y="1295"/>
                    <a:pt x="355" y="1283"/>
                    <a:pt x="357" y="1283"/>
                  </a:cubicBezTo>
                  <a:lnTo>
                    <a:pt x="357" y="1283"/>
                  </a:lnTo>
                  <a:cubicBezTo>
                    <a:pt x="360" y="1283"/>
                    <a:pt x="347" y="1309"/>
                    <a:pt x="308" y="1371"/>
                  </a:cubicBezTo>
                  <a:cubicBezTo>
                    <a:pt x="295" y="1392"/>
                    <a:pt x="287" y="1403"/>
                    <a:pt x="288" y="1403"/>
                  </a:cubicBezTo>
                  <a:cubicBezTo>
                    <a:pt x="289" y="1403"/>
                    <a:pt x="306" y="1380"/>
                    <a:pt x="349" y="1323"/>
                  </a:cubicBezTo>
                  <a:cubicBezTo>
                    <a:pt x="380" y="1277"/>
                    <a:pt x="397" y="1255"/>
                    <a:pt x="401" y="1255"/>
                  </a:cubicBezTo>
                  <a:lnTo>
                    <a:pt x="401" y="1255"/>
                  </a:lnTo>
                  <a:cubicBezTo>
                    <a:pt x="405" y="1255"/>
                    <a:pt x="391" y="1283"/>
                    <a:pt x="357" y="1339"/>
                  </a:cubicBezTo>
                  <a:lnTo>
                    <a:pt x="365" y="1339"/>
                  </a:lnTo>
                  <a:cubicBezTo>
                    <a:pt x="398" y="1315"/>
                    <a:pt x="422" y="1282"/>
                    <a:pt x="438" y="1250"/>
                  </a:cubicBezTo>
                  <a:cubicBezTo>
                    <a:pt x="481" y="1193"/>
                    <a:pt x="499" y="1169"/>
                    <a:pt x="499" y="1169"/>
                  </a:cubicBezTo>
                  <a:lnTo>
                    <a:pt x="499" y="1169"/>
                  </a:lnTo>
                  <a:cubicBezTo>
                    <a:pt x="500" y="1169"/>
                    <a:pt x="492" y="1181"/>
                    <a:pt x="479" y="1201"/>
                  </a:cubicBezTo>
                  <a:lnTo>
                    <a:pt x="414" y="1307"/>
                  </a:lnTo>
                  <a:cubicBezTo>
                    <a:pt x="381" y="1355"/>
                    <a:pt x="381" y="1355"/>
                    <a:pt x="390" y="1363"/>
                  </a:cubicBezTo>
                  <a:cubicBezTo>
                    <a:pt x="392" y="1363"/>
                    <a:pt x="394" y="1364"/>
                    <a:pt x="396" y="1364"/>
                  </a:cubicBezTo>
                  <a:cubicBezTo>
                    <a:pt x="401" y="1364"/>
                    <a:pt x="407" y="1362"/>
                    <a:pt x="417" y="1350"/>
                  </a:cubicBezTo>
                  <a:lnTo>
                    <a:pt x="417" y="1350"/>
                  </a:lnTo>
                  <a:cubicBezTo>
                    <a:pt x="415" y="1356"/>
                    <a:pt x="412" y="1361"/>
                    <a:pt x="406" y="1371"/>
                  </a:cubicBezTo>
                  <a:cubicBezTo>
                    <a:pt x="406" y="1371"/>
                    <a:pt x="414" y="1379"/>
                    <a:pt x="390" y="1436"/>
                  </a:cubicBezTo>
                  <a:cubicBezTo>
                    <a:pt x="384" y="1448"/>
                    <a:pt x="384" y="1454"/>
                    <a:pt x="386" y="1454"/>
                  </a:cubicBezTo>
                  <a:cubicBezTo>
                    <a:pt x="396" y="1454"/>
                    <a:pt x="450" y="1380"/>
                    <a:pt x="495" y="1290"/>
                  </a:cubicBezTo>
                  <a:cubicBezTo>
                    <a:pt x="496" y="1291"/>
                    <a:pt x="496" y="1291"/>
                    <a:pt x="497" y="1291"/>
                  </a:cubicBezTo>
                  <a:cubicBezTo>
                    <a:pt x="508" y="1291"/>
                    <a:pt x="535" y="1250"/>
                    <a:pt x="535" y="1250"/>
                  </a:cubicBezTo>
                  <a:cubicBezTo>
                    <a:pt x="561" y="1206"/>
                    <a:pt x="571" y="1201"/>
                    <a:pt x="575" y="1201"/>
                  </a:cubicBezTo>
                  <a:cubicBezTo>
                    <a:pt x="576" y="1201"/>
                    <a:pt x="576" y="1201"/>
                    <a:pt x="576" y="1201"/>
                  </a:cubicBezTo>
                  <a:cubicBezTo>
                    <a:pt x="576" y="1201"/>
                    <a:pt x="544" y="1250"/>
                    <a:pt x="511" y="1307"/>
                  </a:cubicBezTo>
                  <a:cubicBezTo>
                    <a:pt x="449" y="1393"/>
                    <a:pt x="417" y="1448"/>
                    <a:pt x="423" y="1448"/>
                  </a:cubicBezTo>
                  <a:cubicBezTo>
                    <a:pt x="425" y="1448"/>
                    <a:pt x="437" y="1435"/>
                    <a:pt x="457" y="1407"/>
                  </a:cubicBezTo>
                  <a:lnTo>
                    <a:pt x="457" y="1407"/>
                  </a:lnTo>
                  <a:cubicBezTo>
                    <a:pt x="456" y="1408"/>
                    <a:pt x="455" y="1410"/>
                    <a:pt x="454" y="1412"/>
                  </a:cubicBezTo>
                  <a:cubicBezTo>
                    <a:pt x="437" y="1437"/>
                    <a:pt x="432" y="1449"/>
                    <a:pt x="436" y="1449"/>
                  </a:cubicBezTo>
                  <a:cubicBezTo>
                    <a:pt x="439" y="1449"/>
                    <a:pt x="451" y="1439"/>
                    <a:pt x="471" y="1420"/>
                  </a:cubicBezTo>
                  <a:cubicBezTo>
                    <a:pt x="503" y="1371"/>
                    <a:pt x="544" y="1323"/>
                    <a:pt x="568" y="1274"/>
                  </a:cubicBezTo>
                  <a:cubicBezTo>
                    <a:pt x="600" y="1225"/>
                    <a:pt x="608" y="1225"/>
                    <a:pt x="608" y="1225"/>
                  </a:cubicBezTo>
                  <a:lnTo>
                    <a:pt x="608" y="1225"/>
                  </a:lnTo>
                  <a:cubicBezTo>
                    <a:pt x="608" y="1234"/>
                    <a:pt x="608" y="1234"/>
                    <a:pt x="576" y="1282"/>
                  </a:cubicBezTo>
                  <a:cubicBezTo>
                    <a:pt x="546" y="1333"/>
                    <a:pt x="535" y="1359"/>
                    <a:pt x="539" y="1359"/>
                  </a:cubicBezTo>
                  <a:cubicBezTo>
                    <a:pt x="543" y="1359"/>
                    <a:pt x="561" y="1337"/>
                    <a:pt x="592" y="1291"/>
                  </a:cubicBezTo>
                  <a:lnTo>
                    <a:pt x="592" y="1291"/>
                  </a:lnTo>
                  <a:lnTo>
                    <a:pt x="560" y="1339"/>
                  </a:lnTo>
                  <a:cubicBezTo>
                    <a:pt x="535" y="1383"/>
                    <a:pt x="514" y="1422"/>
                    <a:pt x="533" y="1422"/>
                  </a:cubicBezTo>
                  <a:cubicBezTo>
                    <a:pt x="539" y="1422"/>
                    <a:pt x="547" y="1419"/>
                    <a:pt x="560" y="1412"/>
                  </a:cubicBezTo>
                  <a:cubicBezTo>
                    <a:pt x="576" y="1420"/>
                    <a:pt x="584" y="1436"/>
                    <a:pt x="560" y="1485"/>
                  </a:cubicBezTo>
                  <a:cubicBezTo>
                    <a:pt x="554" y="1494"/>
                    <a:pt x="552" y="1499"/>
                    <a:pt x="553" y="1499"/>
                  </a:cubicBezTo>
                  <a:cubicBezTo>
                    <a:pt x="558" y="1499"/>
                    <a:pt x="621" y="1426"/>
                    <a:pt x="673" y="1347"/>
                  </a:cubicBezTo>
                  <a:lnTo>
                    <a:pt x="673" y="1347"/>
                  </a:lnTo>
                  <a:cubicBezTo>
                    <a:pt x="641" y="1396"/>
                    <a:pt x="649" y="1404"/>
                    <a:pt x="657" y="1404"/>
                  </a:cubicBezTo>
                  <a:cubicBezTo>
                    <a:pt x="673" y="1412"/>
                    <a:pt x="673" y="1412"/>
                    <a:pt x="641" y="1469"/>
                  </a:cubicBezTo>
                  <a:cubicBezTo>
                    <a:pt x="613" y="1521"/>
                    <a:pt x="598" y="1548"/>
                    <a:pt x="599" y="1548"/>
                  </a:cubicBezTo>
                  <a:lnTo>
                    <a:pt x="599" y="1548"/>
                  </a:lnTo>
                  <a:cubicBezTo>
                    <a:pt x="600" y="1548"/>
                    <a:pt x="617" y="1521"/>
                    <a:pt x="649" y="1469"/>
                  </a:cubicBezTo>
                  <a:cubicBezTo>
                    <a:pt x="669" y="1434"/>
                    <a:pt x="680" y="1419"/>
                    <a:pt x="683" y="1419"/>
                  </a:cubicBezTo>
                  <a:lnTo>
                    <a:pt x="683" y="1419"/>
                  </a:lnTo>
                  <a:cubicBezTo>
                    <a:pt x="689" y="1419"/>
                    <a:pt x="669" y="1466"/>
                    <a:pt x="633" y="1534"/>
                  </a:cubicBezTo>
                  <a:cubicBezTo>
                    <a:pt x="608" y="1590"/>
                    <a:pt x="617" y="1590"/>
                    <a:pt x="625" y="1598"/>
                  </a:cubicBezTo>
                  <a:cubicBezTo>
                    <a:pt x="648" y="1564"/>
                    <a:pt x="658" y="1554"/>
                    <a:pt x="666" y="1554"/>
                  </a:cubicBezTo>
                  <a:cubicBezTo>
                    <a:pt x="669" y="1554"/>
                    <a:pt x="671" y="1556"/>
                    <a:pt x="673" y="1558"/>
                  </a:cubicBezTo>
                  <a:cubicBezTo>
                    <a:pt x="677" y="1560"/>
                    <a:pt x="680" y="1561"/>
                    <a:pt x="682" y="1561"/>
                  </a:cubicBezTo>
                  <a:cubicBezTo>
                    <a:pt x="692" y="1561"/>
                    <a:pt x="700" y="1543"/>
                    <a:pt x="738" y="1461"/>
                  </a:cubicBezTo>
                  <a:cubicBezTo>
                    <a:pt x="783" y="1378"/>
                    <a:pt x="792" y="1360"/>
                    <a:pt x="798" y="1360"/>
                  </a:cubicBezTo>
                  <a:cubicBezTo>
                    <a:pt x="800" y="1360"/>
                    <a:pt x="801" y="1362"/>
                    <a:pt x="803" y="1363"/>
                  </a:cubicBezTo>
                  <a:cubicBezTo>
                    <a:pt x="811" y="1363"/>
                    <a:pt x="819" y="1363"/>
                    <a:pt x="787" y="1420"/>
                  </a:cubicBezTo>
                  <a:cubicBezTo>
                    <a:pt x="787" y="1420"/>
                    <a:pt x="771" y="1477"/>
                    <a:pt x="771" y="1477"/>
                  </a:cubicBezTo>
                  <a:cubicBezTo>
                    <a:pt x="779" y="1485"/>
                    <a:pt x="779" y="1485"/>
                    <a:pt x="754" y="1542"/>
                  </a:cubicBezTo>
                  <a:cubicBezTo>
                    <a:pt x="754" y="1542"/>
                    <a:pt x="738" y="1598"/>
                    <a:pt x="746" y="1598"/>
                  </a:cubicBezTo>
                  <a:cubicBezTo>
                    <a:pt x="754" y="1607"/>
                    <a:pt x="763" y="1615"/>
                    <a:pt x="738" y="1671"/>
                  </a:cubicBezTo>
                  <a:cubicBezTo>
                    <a:pt x="746" y="1671"/>
                    <a:pt x="746" y="1671"/>
                    <a:pt x="771" y="1615"/>
                  </a:cubicBezTo>
                  <a:cubicBezTo>
                    <a:pt x="787" y="1577"/>
                    <a:pt x="806" y="1543"/>
                    <a:pt x="815" y="1543"/>
                  </a:cubicBezTo>
                  <a:cubicBezTo>
                    <a:pt x="820" y="1543"/>
                    <a:pt x="822" y="1552"/>
                    <a:pt x="819" y="1574"/>
                  </a:cubicBezTo>
                  <a:cubicBezTo>
                    <a:pt x="822" y="1576"/>
                    <a:pt x="825" y="1578"/>
                    <a:pt x="828" y="1578"/>
                  </a:cubicBezTo>
                  <a:cubicBezTo>
                    <a:pt x="837" y="1578"/>
                    <a:pt x="851" y="1568"/>
                    <a:pt x="868" y="1534"/>
                  </a:cubicBezTo>
                  <a:lnTo>
                    <a:pt x="868" y="1534"/>
                  </a:lnTo>
                  <a:cubicBezTo>
                    <a:pt x="868" y="1534"/>
                    <a:pt x="868" y="1534"/>
                    <a:pt x="852" y="1590"/>
                  </a:cubicBezTo>
                  <a:cubicBezTo>
                    <a:pt x="826" y="1645"/>
                    <a:pt x="816" y="1674"/>
                    <a:pt x="821" y="1674"/>
                  </a:cubicBezTo>
                  <a:cubicBezTo>
                    <a:pt x="825" y="1674"/>
                    <a:pt x="841" y="1649"/>
                    <a:pt x="868" y="1598"/>
                  </a:cubicBezTo>
                  <a:cubicBezTo>
                    <a:pt x="880" y="1571"/>
                    <a:pt x="886" y="1557"/>
                    <a:pt x="887" y="1557"/>
                  </a:cubicBezTo>
                  <a:lnTo>
                    <a:pt x="887" y="1557"/>
                  </a:lnTo>
                  <a:cubicBezTo>
                    <a:pt x="888" y="1557"/>
                    <a:pt x="884" y="1573"/>
                    <a:pt x="876" y="1607"/>
                  </a:cubicBezTo>
                  <a:cubicBezTo>
                    <a:pt x="876" y="1607"/>
                    <a:pt x="884" y="1607"/>
                    <a:pt x="908" y="1550"/>
                  </a:cubicBezTo>
                  <a:cubicBezTo>
                    <a:pt x="920" y="1526"/>
                    <a:pt x="926" y="1514"/>
                    <a:pt x="928" y="1514"/>
                  </a:cubicBezTo>
                  <a:lnTo>
                    <a:pt x="928" y="1514"/>
                  </a:lnTo>
                  <a:cubicBezTo>
                    <a:pt x="931" y="1514"/>
                    <a:pt x="929" y="1528"/>
                    <a:pt x="925" y="1558"/>
                  </a:cubicBezTo>
                  <a:cubicBezTo>
                    <a:pt x="900" y="1615"/>
                    <a:pt x="908" y="1615"/>
                    <a:pt x="908" y="1623"/>
                  </a:cubicBezTo>
                  <a:cubicBezTo>
                    <a:pt x="921" y="1604"/>
                    <a:pt x="938" y="1594"/>
                    <a:pt x="952" y="1594"/>
                  </a:cubicBezTo>
                  <a:cubicBezTo>
                    <a:pt x="974" y="1594"/>
                    <a:pt x="991" y="1616"/>
                    <a:pt x="981" y="1655"/>
                  </a:cubicBezTo>
                  <a:cubicBezTo>
                    <a:pt x="1006" y="1598"/>
                    <a:pt x="1006" y="1598"/>
                    <a:pt x="1014" y="1598"/>
                  </a:cubicBezTo>
                  <a:cubicBezTo>
                    <a:pt x="998" y="1644"/>
                    <a:pt x="992" y="1663"/>
                    <a:pt x="993" y="1663"/>
                  </a:cubicBezTo>
                  <a:cubicBezTo>
                    <a:pt x="995" y="1663"/>
                    <a:pt x="1014" y="1618"/>
                    <a:pt x="1038" y="1550"/>
                  </a:cubicBezTo>
                  <a:lnTo>
                    <a:pt x="1030" y="1542"/>
                  </a:lnTo>
                  <a:cubicBezTo>
                    <a:pt x="1048" y="1492"/>
                    <a:pt x="1061" y="1466"/>
                    <a:pt x="1064" y="1466"/>
                  </a:cubicBezTo>
                  <a:lnTo>
                    <a:pt x="1064" y="1466"/>
                  </a:lnTo>
                  <a:cubicBezTo>
                    <a:pt x="1069" y="1466"/>
                    <a:pt x="1059" y="1510"/>
                    <a:pt x="1022" y="1607"/>
                  </a:cubicBezTo>
                  <a:cubicBezTo>
                    <a:pt x="1005" y="1664"/>
                    <a:pt x="997" y="1693"/>
                    <a:pt x="1000" y="1693"/>
                  </a:cubicBezTo>
                  <a:cubicBezTo>
                    <a:pt x="1002" y="1693"/>
                    <a:pt x="1014" y="1666"/>
                    <a:pt x="1038" y="1615"/>
                  </a:cubicBezTo>
                  <a:cubicBezTo>
                    <a:pt x="1058" y="1558"/>
                    <a:pt x="1071" y="1529"/>
                    <a:pt x="1073" y="1529"/>
                  </a:cubicBezTo>
                  <a:lnTo>
                    <a:pt x="1073" y="1529"/>
                  </a:lnTo>
                  <a:cubicBezTo>
                    <a:pt x="1075" y="1529"/>
                    <a:pt x="1067" y="1558"/>
                    <a:pt x="1046" y="1615"/>
                  </a:cubicBezTo>
                  <a:cubicBezTo>
                    <a:pt x="1030" y="1672"/>
                    <a:pt x="1022" y="1701"/>
                    <a:pt x="1023" y="1701"/>
                  </a:cubicBezTo>
                  <a:cubicBezTo>
                    <a:pt x="1024" y="1701"/>
                    <a:pt x="1034" y="1674"/>
                    <a:pt x="1054" y="1623"/>
                  </a:cubicBezTo>
                  <a:cubicBezTo>
                    <a:pt x="1099" y="1497"/>
                    <a:pt x="1129" y="1426"/>
                    <a:pt x="1135" y="1426"/>
                  </a:cubicBezTo>
                  <a:lnTo>
                    <a:pt x="1135" y="1426"/>
                  </a:lnTo>
                  <a:cubicBezTo>
                    <a:pt x="1139" y="1426"/>
                    <a:pt x="1128" y="1473"/>
                    <a:pt x="1095" y="1574"/>
                  </a:cubicBezTo>
                  <a:cubicBezTo>
                    <a:pt x="1079" y="1631"/>
                    <a:pt x="1062" y="1688"/>
                    <a:pt x="1054" y="1752"/>
                  </a:cubicBezTo>
                  <a:cubicBezTo>
                    <a:pt x="1071" y="1712"/>
                    <a:pt x="1087" y="1679"/>
                    <a:pt x="1095" y="1639"/>
                  </a:cubicBezTo>
                  <a:cubicBezTo>
                    <a:pt x="1111" y="1579"/>
                    <a:pt x="1119" y="1551"/>
                    <a:pt x="1120" y="1551"/>
                  </a:cubicBezTo>
                  <a:lnTo>
                    <a:pt x="1120" y="1551"/>
                  </a:lnTo>
                  <a:cubicBezTo>
                    <a:pt x="1121" y="1551"/>
                    <a:pt x="1115" y="1581"/>
                    <a:pt x="1103" y="1639"/>
                  </a:cubicBezTo>
                  <a:cubicBezTo>
                    <a:pt x="1085" y="1741"/>
                    <a:pt x="1079" y="1787"/>
                    <a:pt x="1087" y="1787"/>
                  </a:cubicBezTo>
                  <a:cubicBezTo>
                    <a:pt x="1093" y="1787"/>
                    <a:pt x="1106" y="1761"/>
                    <a:pt x="1127" y="1712"/>
                  </a:cubicBezTo>
                  <a:cubicBezTo>
                    <a:pt x="1155" y="1661"/>
                    <a:pt x="1171" y="1637"/>
                    <a:pt x="1175" y="1637"/>
                  </a:cubicBezTo>
                  <a:lnTo>
                    <a:pt x="1175" y="1637"/>
                  </a:lnTo>
                  <a:cubicBezTo>
                    <a:pt x="1181" y="1637"/>
                    <a:pt x="1173" y="1665"/>
                    <a:pt x="1152" y="1720"/>
                  </a:cubicBezTo>
                  <a:cubicBezTo>
                    <a:pt x="1123" y="1787"/>
                    <a:pt x="1111" y="1814"/>
                    <a:pt x="1113" y="1814"/>
                  </a:cubicBezTo>
                  <a:cubicBezTo>
                    <a:pt x="1114" y="1814"/>
                    <a:pt x="1122" y="1800"/>
                    <a:pt x="1135" y="1777"/>
                  </a:cubicBezTo>
                  <a:lnTo>
                    <a:pt x="1160" y="1793"/>
                  </a:lnTo>
                  <a:cubicBezTo>
                    <a:pt x="1175" y="1755"/>
                    <a:pt x="1190" y="1724"/>
                    <a:pt x="1199" y="1686"/>
                  </a:cubicBezTo>
                  <a:lnTo>
                    <a:pt x="1199" y="1686"/>
                  </a:lnTo>
                  <a:cubicBezTo>
                    <a:pt x="1184" y="1755"/>
                    <a:pt x="1176" y="1804"/>
                    <a:pt x="1182" y="1804"/>
                  </a:cubicBezTo>
                  <a:cubicBezTo>
                    <a:pt x="1185" y="1804"/>
                    <a:pt x="1194" y="1786"/>
                    <a:pt x="1208" y="1744"/>
                  </a:cubicBezTo>
                  <a:lnTo>
                    <a:pt x="1225" y="1744"/>
                  </a:lnTo>
                  <a:cubicBezTo>
                    <a:pt x="1225" y="1747"/>
                    <a:pt x="1225" y="1748"/>
                    <a:pt x="1225" y="1748"/>
                  </a:cubicBezTo>
                  <a:cubicBezTo>
                    <a:pt x="1226" y="1748"/>
                    <a:pt x="1231" y="1737"/>
                    <a:pt x="1249" y="1696"/>
                  </a:cubicBezTo>
                  <a:cubicBezTo>
                    <a:pt x="1254" y="1679"/>
                    <a:pt x="1256" y="1672"/>
                    <a:pt x="1258" y="1672"/>
                  </a:cubicBezTo>
                  <a:lnTo>
                    <a:pt x="1258" y="1672"/>
                  </a:lnTo>
                  <a:cubicBezTo>
                    <a:pt x="1260" y="1672"/>
                    <a:pt x="1255" y="1712"/>
                    <a:pt x="1249" y="1752"/>
                  </a:cubicBezTo>
                  <a:cubicBezTo>
                    <a:pt x="1243" y="1799"/>
                    <a:pt x="1237" y="1841"/>
                    <a:pt x="1238" y="1841"/>
                  </a:cubicBezTo>
                  <a:cubicBezTo>
                    <a:pt x="1238" y="1841"/>
                    <a:pt x="1239" y="1834"/>
                    <a:pt x="1241" y="1817"/>
                  </a:cubicBezTo>
                  <a:cubicBezTo>
                    <a:pt x="1257" y="1761"/>
                    <a:pt x="1281" y="1704"/>
                    <a:pt x="1298" y="1647"/>
                  </a:cubicBezTo>
                  <a:cubicBezTo>
                    <a:pt x="1305" y="1630"/>
                    <a:pt x="1309" y="1624"/>
                    <a:pt x="1311" y="1624"/>
                  </a:cubicBezTo>
                  <a:lnTo>
                    <a:pt x="1311" y="1624"/>
                  </a:lnTo>
                  <a:cubicBezTo>
                    <a:pt x="1316" y="1624"/>
                    <a:pt x="1307" y="1664"/>
                    <a:pt x="1290" y="1704"/>
                  </a:cubicBezTo>
                  <a:cubicBezTo>
                    <a:pt x="1281" y="1744"/>
                    <a:pt x="1273" y="1785"/>
                    <a:pt x="1273" y="1825"/>
                  </a:cubicBezTo>
                  <a:cubicBezTo>
                    <a:pt x="1275" y="1825"/>
                    <a:pt x="1277" y="1826"/>
                    <a:pt x="1279" y="1826"/>
                  </a:cubicBezTo>
                  <a:cubicBezTo>
                    <a:pt x="1285" y="1826"/>
                    <a:pt x="1293" y="1821"/>
                    <a:pt x="1306" y="1777"/>
                  </a:cubicBezTo>
                  <a:cubicBezTo>
                    <a:pt x="1313" y="1748"/>
                    <a:pt x="1322" y="1735"/>
                    <a:pt x="1330" y="1735"/>
                  </a:cubicBezTo>
                  <a:cubicBezTo>
                    <a:pt x="1339" y="1735"/>
                    <a:pt x="1346" y="1754"/>
                    <a:pt x="1346" y="1785"/>
                  </a:cubicBezTo>
                  <a:lnTo>
                    <a:pt x="1354" y="1785"/>
                  </a:lnTo>
                  <a:cubicBezTo>
                    <a:pt x="1355" y="1785"/>
                    <a:pt x="1355" y="1786"/>
                    <a:pt x="1356" y="1786"/>
                  </a:cubicBezTo>
                  <a:cubicBezTo>
                    <a:pt x="1364" y="1786"/>
                    <a:pt x="1377" y="1736"/>
                    <a:pt x="1379" y="1736"/>
                  </a:cubicBezTo>
                  <a:cubicBezTo>
                    <a:pt x="1379" y="1736"/>
                    <a:pt x="1379" y="1736"/>
                    <a:pt x="1379" y="1736"/>
                  </a:cubicBezTo>
                  <a:cubicBezTo>
                    <a:pt x="1379" y="1736"/>
                    <a:pt x="1387" y="1736"/>
                    <a:pt x="1403" y="1679"/>
                  </a:cubicBezTo>
                  <a:cubicBezTo>
                    <a:pt x="1411" y="1679"/>
                    <a:pt x="1411" y="1679"/>
                    <a:pt x="1403" y="1736"/>
                  </a:cubicBezTo>
                  <a:cubicBezTo>
                    <a:pt x="1415" y="1680"/>
                    <a:pt x="1421" y="1652"/>
                    <a:pt x="1422" y="1652"/>
                  </a:cubicBezTo>
                  <a:lnTo>
                    <a:pt x="1422" y="1652"/>
                  </a:lnTo>
                  <a:cubicBezTo>
                    <a:pt x="1423" y="1652"/>
                    <a:pt x="1419" y="1682"/>
                    <a:pt x="1411" y="1744"/>
                  </a:cubicBezTo>
                  <a:cubicBezTo>
                    <a:pt x="1403" y="1801"/>
                    <a:pt x="1399" y="1829"/>
                    <a:pt x="1400" y="1829"/>
                  </a:cubicBezTo>
                  <a:cubicBezTo>
                    <a:pt x="1401" y="1829"/>
                    <a:pt x="1407" y="1801"/>
                    <a:pt x="1419" y="1744"/>
                  </a:cubicBezTo>
                  <a:cubicBezTo>
                    <a:pt x="1427" y="1716"/>
                    <a:pt x="1431" y="1702"/>
                    <a:pt x="1432" y="1702"/>
                  </a:cubicBezTo>
                  <a:lnTo>
                    <a:pt x="1432" y="1702"/>
                  </a:lnTo>
                  <a:cubicBezTo>
                    <a:pt x="1433" y="1702"/>
                    <a:pt x="1431" y="1716"/>
                    <a:pt x="1427" y="1744"/>
                  </a:cubicBezTo>
                  <a:cubicBezTo>
                    <a:pt x="1423" y="1774"/>
                    <a:pt x="1421" y="1790"/>
                    <a:pt x="1422" y="1790"/>
                  </a:cubicBezTo>
                  <a:cubicBezTo>
                    <a:pt x="1424" y="1790"/>
                    <a:pt x="1428" y="1776"/>
                    <a:pt x="1435" y="1744"/>
                  </a:cubicBezTo>
                  <a:cubicBezTo>
                    <a:pt x="1450" y="1676"/>
                    <a:pt x="1465" y="1628"/>
                    <a:pt x="1469" y="1628"/>
                  </a:cubicBezTo>
                  <a:lnTo>
                    <a:pt x="1469" y="1628"/>
                  </a:lnTo>
                  <a:cubicBezTo>
                    <a:pt x="1471" y="1628"/>
                    <a:pt x="1469" y="1648"/>
                    <a:pt x="1460" y="1696"/>
                  </a:cubicBezTo>
                  <a:cubicBezTo>
                    <a:pt x="1460" y="1696"/>
                    <a:pt x="1468" y="1696"/>
                    <a:pt x="1484" y="1639"/>
                  </a:cubicBezTo>
                  <a:lnTo>
                    <a:pt x="1484" y="1639"/>
                  </a:lnTo>
                  <a:cubicBezTo>
                    <a:pt x="1480" y="1700"/>
                    <a:pt x="1480" y="1730"/>
                    <a:pt x="1483" y="1730"/>
                  </a:cubicBezTo>
                  <a:cubicBezTo>
                    <a:pt x="1486" y="1730"/>
                    <a:pt x="1492" y="1700"/>
                    <a:pt x="1500" y="1639"/>
                  </a:cubicBezTo>
                  <a:cubicBezTo>
                    <a:pt x="1500" y="1639"/>
                    <a:pt x="1507" y="1616"/>
                    <a:pt x="1512" y="1616"/>
                  </a:cubicBezTo>
                  <a:cubicBezTo>
                    <a:pt x="1514" y="1616"/>
                    <a:pt x="1517" y="1623"/>
                    <a:pt x="1517" y="1647"/>
                  </a:cubicBezTo>
                  <a:cubicBezTo>
                    <a:pt x="1517" y="1680"/>
                    <a:pt x="1525" y="1716"/>
                    <a:pt x="1533" y="1716"/>
                  </a:cubicBezTo>
                  <a:cubicBezTo>
                    <a:pt x="1539" y="1716"/>
                    <a:pt x="1546" y="1698"/>
                    <a:pt x="1549" y="1647"/>
                  </a:cubicBezTo>
                  <a:lnTo>
                    <a:pt x="1557" y="1655"/>
                  </a:lnTo>
                  <a:cubicBezTo>
                    <a:pt x="1561" y="1684"/>
                    <a:pt x="1563" y="1698"/>
                    <a:pt x="1566" y="1698"/>
                  </a:cubicBezTo>
                  <a:cubicBezTo>
                    <a:pt x="1569" y="1698"/>
                    <a:pt x="1573" y="1684"/>
                    <a:pt x="1581" y="1655"/>
                  </a:cubicBezTo>
                  <a:lnTo>
                    <a:pt x="1585" y="1633"/>
                  </a:lnTo>
                  <a:lnTo>
                    <a:pt x="1585" y="1633"/>
                  </a:lnTo>
                  <a:cubicBezTo>
                    <a:pt x="1582" y="1662"/>
                    <a:pt x="1584" y="1691"/>
                    <a:pt x="1590" y="1720"/>
                  </a:cubicBezTo>
                  <a:cubicBezTo>
                    <a:pt x="1590" y="1720"/>
                    <a:pt x="1590" y="1720"/>
                    <a:pt x="1598" y="1663"/>
                  </a:cubicBezTo>
                  <a:cubicBezTo>
                    <a:pt x="1598" y="1615"/>
                    <a:pt x="1602" y="1603"/>
                    <a:pt x="1608" y="1603"/>
                  </a:cubicBezTo>
                  <a:cubicBezTo>
                    <a:pt x="1610" y="1603"/>
                    <a:pt x="1612" y="1604"/>
                    <a:pt x="1614" y="1607"/>
                  </a:cubicBezTo>
                  <a:cubicBezTo>
                    <a:pt x="1614" y="1647"/>
                    <a:pt x="1614" y="1688"/>
                    <a:pt x="1606" y="1728"/>
                  </a:cubicBezTo>
                  <a:lnTo>
                    <a:pt x="1614" y="1728"/>
                  </a:lnTo>
                  <a:cubicBezTo>
                    <a:pt x="1619" y="1656"/>
                    <a:pt x="1623" y="1627"/>
                    <a:pt x="1625" y="1627"/>
                  </a:cubicBezTo>
                  <a:lnTo>
                    <a:pt x="1625" y="1627"/>
                  </a:lnTo>
                  <a:cubicBezTo>
                    <a:pt x="1626" y="1627"/>
                    <a:pt x="1625" y="1640"/>
                    <a:pt x="1622" y="1663"/>
                  </a:cubicBezTo>
                  <a:cubicBezTo>
                    <a:pt x="1622" y="1728"/>
                    <a:pt x="1630" y="1728"/>
                    <a:pt x="1638" y="1728"/>
                  </a:cubicBezTo>
                  <a:lnTo>
                    <a:pt x="1646" y="1728"/>
                  </a:lnTo>
                  <a:cubicBezTo>
                    <a:pt x="1648" y="1730"/>
                    <a:pt x="1650" y="1732"/>
                    <a:pt x="1652" y="1732"/>
                  </a:cubicBezTo>
                  <a:cubicBezTo>
                    <a:pt x="1658" y="1732"/>
                    <a:pt x="1662" y="1719"/>
                    <a:pt x="1662" y="1671"/>
                  </a:cubicBezTo>
                  <a:cubicBezTo>
                    <a:pt x="1662" y="1631"/>
                    <a:pt x="1662" y="1590"/>
                    <a:pt x="1671" y="1558"/>
                  </a:cubicBezTo>
                  <a:cubicBezTo>
                    <a:pt x="1673" y="1536"/>
                    <a:pt x="1675" y="1529"/>
                    <a:pt x="1676" y="1529"/>
                  </a:cubicBezTo>
                  <a:lnTo>
                    <a:pt x="1676" y="1529"/>
                  </a:lnTo>
                  <a:cubicBezTo>
                    <a:pt x="1678" y="1529"/>
                    <a:pt x="1676" y="1558"/>
                    <a:pt x="1671" y="1558"/>
                  </a:cubicBezTo>
                  <a:cubicBezTo>
                    <a:pt x="1671" y="1590"/>
                    <a:pt x="1671" y="1631"/>
                    <a:pt x="1671" y="1671"/>
                  </a:cubicBezTo>
                  <a:cubicBezTo>
                    <a:pt x="1679" y="1671"/>
                    <a:pt x="1671" y="1736"/>
                    <a:pt x="1671" y="1736"/>
                  </a:cubicBezTo>
                  <a:cubicBezTo>
                    <a:pt x="1664" y="1788"/>
                    <a:pt x="1666" y="1808"/>
                    <a:pt x="1671" y="1808"/>
                  </a:cubicBezTo>
                  <a:cubicBezTo>
                    <a:pt x="1678" y="1808"/>
                    <a:pt x="1690" y="1773"/>
                    <a:pt x="1695" y="1736"/>
                  </a:cubicBezTo>
                  <a:cubicBezTo>
                    <a:pt x="1703" y="1680"/>
                    <a:pt x="1707" y="1652"/>
                    <a:pt x="1709" y="1652"/>
                  </a:cubicBezTo>
                  <a:cubicBezTo>
                    <a:pt x="1711" y="1652"/>
                    <a:pt x="1711" y="1682"/>
                    <a:pt x="1711" y="1744"/>
                  </a:cubicBezTo>
                  <a:cubicBezTo>
                    <a:pt x="1709" y="1776"/>
                    <a:pt x="1708" y="1790"/>
                    <a:pt x="1709" y="1790"/>
                  </a:cubicBezTo>
                  <a:cubicBezTo>
                    <a:pt x="1712" y="1790"/>
                    <a:pt x="1724" y="1695"/>
                    <a:pt x="1735" y="1566"/>
                  </a:cubicBezTo>
                  <a:cubicBezTo>
                    <a:pt x="1735" y="1705"/>
                    <a:pt x="1735" y="1762"/>
                    <a:pt x="1739" y="1762"/>
                  </a:cubicBezTo>
                  <a:cubicBezTo>
                    <a:pt x="1741" y="1762"/>
                    <a:pt x="1745" y="1734"/>
                    <a:pt x="1752" y="1688"/>
                  </a:cubicBezTo>
                  <a:cubicBezTo>
                    <a:pt x="1760" y="1659"/>
                    <a:pt x="1764" y="1645"/>
                    <a:pt x="1765" y="1645"/>
                  </a:cubicBezTo>
                  <a:lnTo>
                    <a:pt x="1765" y="1645"/>
                  </a:lnTo>
                  <a:cubicBezTo>
                    <a:pt x="1766" y="1645"/>
                    <a:pt x="1764" y="1659"/>
                    <a:pt x="1760" y="1688"/>
                  </a:cubicBezTo>
                  <a:cubicBezTo>
                    <a:pt x="1760" y="1752"/>
                    <a:pt x="1768" y="1752"/>
                    <a:pt x="1784" y="1752"/>
                  </a:cubicBezTo>
                  <a:cubicBezTo>
                    <a:pt x="1800" y="1752"/>
                    <a:pt x="1800" y="1752"/>
                    <a:pt x="1808" y="1696"/>
                  </a:cubicBezTo>
                  <a:lnTo>
                    <a:pt x="1817" y="1696"/>
                  </a:lnTo>
                  <a:cubicBezTo>
                    <a:pt x="1817" y="1741"/>
                    <a:pt x="1819" y="1761"/>
                    <a:pt x="1821" y="1761"/>
                  </a:cubicBezTo>
                  <a:cubicBezTo>
                    <a:pt x="1825" y="1761"/>
                    <a:pt x="1830" y="1707"/>
                    <a:pt x="1825" y="1631"/>
                  </a:cubicBezTo>
                  <a:lnTo>
                    <a:pt x="1825" y="1631"/>
                  </a:lnTo>
                  <a:lnTo>
                    <a:pt x="1833" y="1639"/>
                  </a:lnTo>
                  <a:lnTo>
                    <a:pt x="1833" y="1696"/>
                  </a:lnTo>
                  <a:cubicBezTo>
                    <a:pt x="1833" y="1752"/>
                    <a:pt x="1849" y="1752"/>
                    <a:pt x="1889" y="1761"/>
                  </a:cubicBezTo>
                  <a:cubicBezTo>
                    <a:pt x="1938" y="1761"/>
                    <a:pt x="1946" y="1761"/>
                    <a:pt x="1938" y="1647"/>
                  </a:cubicBezTo>
                  <a:cubicBezTo>
                    <a:pt x="1938" y="1586"/>
                    <a:pt x="1940" y="1556"/>
                    <a:pt x="1942" y="1556"/>
                  </a:cubicBezTo>
                  <a:cubicBezTo>
                    <a:pt x="1944" y="1556"/>
                    <a:pt x="1946" y="1586"/>
                    <a:pt x="1946" y="1647"/>
                  </a:cubicBezTo>
                  <a:cubicBezTo>
                    <a:pt x="1949" y="1668"/>
                    <a:pt x="1952" y="1689"/>
                    <a:pt x="1954" y="1704"/>
                  </a:cubicBezTo>
                  <a:lnTo>
                    <a:pt x="1954" y="1704"/>
                  </a:lnTo>
                  <a:cubicBezTo>
                    <a:pt x="1954" y="1704"/>
                    <a:pt x="1971" y="1704"/>
                    <a:pt x="1979" y="1761"/>
                  </a:cubicBezTo>
                  <a:cubicBezTo>
                    <a:pt x="1986" y="1813"/>
                    <a:pt x="1991" y="1832"/>
                    <a:pt x="1994" y="1832"/>
                  </a:cubicBezTo>
                  <a:cubicBezTo>
                    <a:pt x="1999" y="1832"/>
                    <a:pt x="2000" y="1798"/>
                    <a:pt x="1995" y="1761"/>
                  </a:cubicBezTo>
                  <a:cubicBezTo>
                    <a:pt x="1991" y="1713"/>
                    <a:pt x="1991" y="1695"/>
                    <a:pt x="1992" y="1695"/>
                  </a:cubicBezTo>
                  <a:lnTo>
                    <a:pt x="1992" y="1695"/>
                  </a:lnTo>
                  <a:cubicBezTo>
                    <a:pt x="1994" y="1695"/>
                    <a:pt x="1998" y="1728"/>
                    <a:pt x="2003" y="1761"/>
                  </a:cubicBezTo>
                  <a:cubicBezTo>
                    <a:pt x="2009" y="1807"/>
                    <a:pt x="2015" y="1849"/>
                    <a:pt x="2017" y="1849"/>
                  </a:cubicBezTo>
                  <a:cubicBezTo>
                    <a:pt x="2019" y="1849"/>
                    <a:pt x="2019" y="1842"/>
                    <a:pt x="2019" y="1825"/>
                  </a:cubicBezTo>
                  <a:cubicBezTo>
                    <a:pt x="2019" y="1788"/>
                    <a:pt x="2027" y="1754"/>
                    <a:pt x="2037" y="1754"/>
                  </a:cubicBezTo>
                  <a:cubicBezTo>
                    <a:pt x="2044" y="1754"/>
                    <a:pt x="2053" y="1773"/>
                    <a:pt x="2060" y="1825"/>
                  </a:cubicBezTo>
                  <a:lnTo>
                    <a:pt x="2068" y="1825"/>
                  </a:lnTo>
                  <a:cubicBezTo>
                    <a:pt x="2060" y="1769"/>
                    <a:pt x="2076" y="1769"/>
                    <a:pt x="2084" y="1769"/>
                  </a:cubicBezTo>
                  <a:cubicBezTo>
                    <a:pt x="2092" y="1769"/>
                    <a:pt x="2100" y="1769"/>
                    <a:pt x="2108" y="1825"/>
                  </a:cubicBezTo>
                  <a:cubicBezTo>
                    <a:pt x="2108" y="1854"/>
                    <a:pt x="2110" y="1868"/>
                    <a:pt x="2112" y="1868"/>
                  </a:cubicBezTo>
                  <a:cubicBezTo>
                    <a:pt x="2114" y="1868"/>
                    <a:pt x="2117" y="1854"/>
                    <a:pt x="2117" y="1825"/>
                  </a:cubicBezTo>
                  <a:cubicBezTo>
                    <a:pt x="2125" y="1825"/>
                    <a:pt x="2117" y="1704"/>
                    <a:pt x="2125" y="1704"/>
                  </a:cubicBezTo>
                  <a:cubicBezTo>
                    <a:pt x="2117" y="1663"/>
                    <a:pt x="2117" y="1623"/>
                    <a:pt x="2117" y="1582"/>
                  </a:cubicBezTo>
                  <a:lnTo>
                    <a:pt x="2117" y="1582"/>
                  </a:lnTo>
                  <a:lnTo>
                    <a:pt x="2125" y="1647"/>
                  </a:lnTo>
                  <a:lnTo>
                    <a:pt x="2141" y="1761"/>
                  </a:lnTo>
                  <a:cubicBezTo>
                    <a:pt x="2141" y="1761"/>
                    <a:pt x="2149" y="1761"/>
                    <a:pt x="2141" y="1704"/>
                  </a:cubicBezTo>
                  <a:lnTo>
                    <a:pt x="2141" y="1704"/>
                  </a:lnTo>
                  <a:cubicBezTo>
                    <a:pt x="2157" y="1761"/>
                    <a:pt x="2157" y="1761"/>
                    <a:pt x="2173" y="1761"/>
                  </a:cubicBezTo>
                  <a:cubicBezTo>
                    <a:pt x="2181" y="1761"/>
                    <a:pt x="2189" y="1761"/>
                    <a:pt x="2189" y="1704"/>
                  </a:cubicBezTo>
                  <a:cubicBezTo>
                    <a:pt x="2201" y="1760"/>
                    <a:pt x="2215" y="1788"/>
                    <a:pt x="2224" y="1788"/>
                  </a:cubicBezTo>
                  <a:cubicBezTo>
                    <a:pt x="2234" y="1788"/>
                    <a:pt x="2238" y="1758"/>
                    <a:pt x="2230" y="1696"/>
                  </a:cubicBezTo>
                  <a:cubicBezTo>
                    <a:pt x="2226" y="1667"/>
                    <a:pt x="2226" y="1653"/>
                    <a:pt x="2229" y="1653"/>
                  </a:cubicBezTo>
                  <a:lnTo>
                    <a:pt x="2229" y="1653"/>
                  </a:lnTo>
                  <a:cubicBezTo>
                    <a:pt x="2232" y="1653"/>
                    <a:pt x="2238" y="1667"/>
                    <a:pt x="2246" y="1696"/>
                  </a:cubicBezTo>
                  <a:cubicBezTo>
                    <a:pt x="2250" y="1728"/>
                    <a:pt x="2252" y="1744"/>
                    <a:pt x="2253" y="1744"/>
                  </a:cubicBezTo>
                  <a:cubicBezTo>
                    <a:pt x="2254" y="1744"/>
                    <a:pt x="2254" y="1728"/>
                    <a:pt x="2254" y="1696"/>
                  </a:cubicBezTo>
                  <a:cubicBezTo>
                    <a:pt x="2252" y="1679"/>
                    <a:pt x="2252" y="1672"/>
                    <a:pt x="2253" y="1672"/>
                  </a:cubicBezTo>
                  <a:lnTo>
                    <a:pt x="2253" y="1672"/>
                  </a:lnTo>
                  <a:cubicBezTo>
                    <a:pt x="2256" y="1672"/>
                    <a:pt x="2267" y="1712"/>
                    <a:pt x="2279" y="1752"/>
                  </a:cubicBezTo>
                  <a:cubicBezTo>
                    <a:pt x="2293" y="1823"/>
                    <a:pt x="2301" y="1852"/>
                    <a:pt x="2305" y="1852"/>
                  </a:cubicBezTo>
                  <a:cubicBezTo>
                    <a:pt x="2307" y="1852"/>
                    <a:pt x="2306" y="1837"/>
                    <a:pt x="2303" y="1809"/>
                  </a:cubicBezTo>
                  <a:cubicBezTo>
                    <a:pt x="2303" y="1752"/>
                    <a:pt x="2319" y="1752"/>
                    <a:pt x="2319" y="1752"/>
                  </a:cubicBezTo>
                  <a:cubicBezTo>
                    <a:pt x="2327" y="1712"/>
                    <a:pt x="2319" y="1671"/>
                    <a:pt x="2311" y="1631"/>
                  </a:cubicBezTo>
                  <a:cubicBezTo>
                    <a:pt x="2310" y="1620"/>
                    <a:pt x="2308" y="1609"/>
                    <a:pt x="2307" y="1599"/>
                  </a:cubicBezTo>
                  <a:lnTo>
                    <a:pt x="2307" y="1599"/>
                  </a:lnTo>
                  <a:cubicBezTo>
                    <a:pt x="2310" y="1610"/>
                    <a:pt x="2314" y="1621"/>
                    <a:pt x="2319" y="1631"/>
                  </a:cubicBezTo>
                  <a:cubicBezTo>
                    <a:pt x="2335" y="1688"/>
                    <a:pt x="2352" y="1688"/>
                    <a:pt x="2352" y="1688"/>
                  </a:cubicBezTo>
                  <a:lnTo>
                    <a:pt x="2376" y="1688"/>
                  </a:lnTo>
                  <a:cubicBezTo>
                    <a:pt x="2387" y="1714"/>
                    <a:pt x="2395" y="1726"/>
                    <a:pt x="2399" y="1726"/>
                  </a:cubicBezTo>
                  <a:cubicBezTo>
                    <a:pt x="2403" y="1726"/>
                    <a:pt x="2401" y="1710"/>
                    <a:pt x="2392" y="1679"/>
                  </a:cubicBezTo>
                  <a:cubicBezTo>
                    <a:pt x="2386" y="1640"/>
                    <a:pt x="2390" y="1643"/>
                    <a:pt x="2387" y="1633"/>
                  </a:cubicBezTo>
                  <a:lnTo>
                    <a:pt x="2387" y="1633"/>
                  </a:lnTo>
                  <a:cubicBezTo>
                    <a:pt x="2402" y="1681"/>
                    <a:pt x="2422" y="1704"/>
                    <a:pt x="2436" y="1704"/>
                  </a:cubicBezTo>
                  <a:cubicBezTo>
                    <a:pt x="2452" y="1704"/>
                    <a:pt x="2462" y="1673"/>
                    <a:pt x="2449" y="1615"/>
                  </a:cubicBezTo>
                  <a:lnTo>
                    <a:pt x="2449" y="1615"/>
                  </a:lnTo>
                  <a:cubicBezTo>
                    <a:pt x="2457" y="1647"/>
                    <a:pt x="2457" y="1639"/>
                    <a:pt x="2465" y="1671"/>
                  </a:cubicBezTo>
                  <a:cubicBezTo>
                    <a:pt x="2481" y="1728"/>
                    <a:pt x="2481" y="1728"/>
                    <a:pt x="2498" y="1728"/>
                  </a:cubicBezTo>
                  <a:cubicBezTo>
                    <a:pt x="2506" y="1728"/>
                    <a:pt x="2506" y="1663"/>
                    <a:pt x="2522" y="1663"/>
                  </a:cubicBezTo>
                  <a:cubicBezTo>
                    <a:pt x="2546" y="1655"/>
                    <a:pt x="2562" y="1655"/>
                    <a:pt x="2538" y="1598"/>
                  </a:cubicBezTo>
                  <a:cubicBezTo>
                    <a:pt x="2540" y="1596"/>
                    <a:pt x="2542" y="1595"/>
                    <a:pt x="2543" y="1595"/>
                  </a:cubicBezTo>
                  <a:cubicBezTo>
                    <a:pt x="2547" y="1595"/>
                    <a:pt x="2550" y="1607"/>
                    <a:pt x="2562" y="1655"/>
                  </a:cubicBezTo>
                  <a:cubicBezTo>
                    <a:pt x="2574" y="1696"/>
                    <a:pt x="2577" y="1708"/>
                    <a:pt x="2581" y="1708"/>
                  </a:cubicBezTo>
                  <a:cubicBezTo>
                    <a:pt x="2583" y="1708"/>
                    <a:pt x="2585" y="1706"/>
                    <a:pt x="2587" y="1704"/>
                  </a:cubicBezTo>
                  <a:cubicBezTo>
                    <a:pt x="2579" y="1671"/>
                    <a:pt x="2571" y="1631"/>
                    <a:pt x="2554" y="1590"/>
                  </a:cubicBezTo>
                  <a:cubicBezTo>
                    <a:pt x="2546" y="1562"/>
                    <a:pt x="2544" y="1548"/>
                    <a:pt x="2547" y="1548"/>
                  </a:cubicBezTo>
                  <a:lnTo>
                    <a:pt x="2547" y="1548"/>
                  </a:lnTo>
                  <a:cubicBezTo>
                    <a:pt x="2550" y="1548"/>
                    <a:pt x="2558" y="1562"/>
                    <a:pt x="2571" y="1590"/>
                  </a:cubicBezTo>
                  <a:cubicBezTo>
                    <a:pt x="2586" y="1617"/>
                    <a:pt x="2597" y="1629"/>
                    <a:pt x="2604" y="1629"/>
                  </a:cubicBezTo>
                  <a:cubicBezTo>
                    <a:pt x="2613" y="1629"/>
                    <a:pt x="2615" y="1613"/>
                    <a:pt x="2611" y="1582"/>
                  </a:cubicBezTo>
                  <a:cubicBezTo>
                    <a:pt x="2613" y="1580"/>
                    <a:pt x="2616" y="1578"/>
                    <a:pt x="2618" y="1578"/>
                  </a:cubicBezTo>
                  <a:cubicBezTo>
                    <a:pt x="2624" y="1578"/>
                    <a:pt x="2632" y="1590"/>
                    <a:pt x="2644" y="1631"/>
                  </a:cubicBezTo>
                  <a:cubicBezTo>
                    <a:pt x="2657" y="1663"/>
                    <a:pt x="2674" y="1695"/>
                    <a:pt x="2679" y="1695"/>
                  </a:cubicBezTo>
                  <a:cubicBezTo>
                    <a:pt x="2684" y="1695"/>
                    <a:pt x="2682" y="1676"/>
                    <a:pt x="2668" y="1623"/>
                  </a:cubicBezTo>
                  <a:cubicBezTo>
                    <a:pt x="2676" y="1623"/>
                    <a:pt x="2676" y="1623"/>
                    <a:pt x="2692" y="1679"/>
                  </a:cubicBezTo>
                  <a:cubicBezTo>
                    <a:pt x="2706" y="1712"/>
                    <a:pt x="2720" y="1745"/>
                    <a:pt x="2723" y="1745"/>
                  </a:cubicBezTo>
                  <a:cubicBezTo>
                    <a:pt x="2726" y="1745"/>
                    <a:pt x="2722" y="1727"/>
                    <a:pt x="2708" y="1679"/>
                  </a:cubicBezTo>
                  <a:cubicBezTo>
                    <a:pt x="2700" y="1645"/>
                    <a:pt x="2700" y="1629"/>
                    <a:pt x="2708" y="1629"/>
                  </a:cubicBezTo>
                  <a:lnTo>
                    <a:pt x="2708" y="1629"/>
                  </a:lnTo>
                  <a:cubicBezTo>
                    <a:pt x="2714" y="1629"/>
                    <a:pt x="2726" y="1641"/>
                    <a:pt x="2741" y="1663"/>
                  </a:cubicBezTo>
                  <a:cubicBezTo>
                    <a:pt x="2749" y="1663"/>
                    <a:pt x="2757" y="1663"/>
                    <a:pt x="2733" y="1607"/>
                  </a:cubicBezTo>
                  <a:lnTo>
                    <a:pt x="2710" y="1554"/>
                  </a:lnTo>
                  <a:lnTo>
                    <a:pt x="2710" y="1554"/>
                  </a:lnTo>
                  <a:cubicBezTo>
                    <a:pt x="2733" y="1608"/>
                    <a:pt x="2745" y="1635"/>
                    <a:pt x="2746" y="1635"/>
                  </a:cubicBezTo>
                  <a:cubicBezTo>
                    <a:pt x="2747" y="1635"/>
                    <a:pt x="2737" y="1607"/>
                    <a:pt x="2716" y="1550"/>
                  </a:cubicBezTo>
                  <a:cubicBezTo>
                    <a:pt x="2708" y="1521"/>
                    <a:pt x="2704" y="1507"/>
                    <a:pt x="2705" y="1507"/>
                  </a:cubicBezTo>
                  <a:lnTo>
                    <a:pt x="2705" y="1507"/>
                  </a:lnTo>
                  <a:cubicBezTo>
                    <a:pt x="2706" y="1507"/>
                    <a:pt x="2712" y="1521"/>
                    <a:pt x="2725" y="1550"/>
                  </a:cubicBezTo>
                  <a:cubicBezTo>
                    <a:pt x="2744" y="1594"/>
                    <a:pt x="2753" y="1599"/>
                    <a:pt x="2756" y="1599"/>
                  </a:cubicBezTo>
                  <a:cubicBezTo>
                    <a:pt x="2757" y="1599"/>
                    <a:pt x="2757" y="1598"/>
                    <a:pt x="2757" y="1598"/>
                  </a:cubicBezTo>
                  <a:cubicBezTo>
                    <a:pt x="2765" y="1598"/>
                    <a:pt x="2765" y="1534"/>
                    <a:pt x="2789" y="1525"/>
                  </a:cubicBezTo>
                  <a:cubicBezTo>
                    <a:pt x="2830" y="1517"/>
                    <a:pt x="2846" y="1509"/>
                    <a:pt x="2822" y="1452"/>
                  </a:cubicBezTo>
                  <a:cubicBezTo>
                    <a:pt x="2810" y="1424"/>
                    <a:pt x="2804" y="1410"/>
                    <a:pt x="2805" y="1410"/>
                  </a:cubicBezTo>
                  <a:lnTo>
                    <a:pt x="2805" y="1410"/>
                  </a:lnTo>
                  <a:cubicBezTo>
                    <a:pt x="2806" y="1410"/>
                    <a:pt x="2814" y="1424"/>
                    <a:pt x="2830" y="1452"/>
                  </a:cubicBezTo>
                  <a:cubicBezTo>
                    <a:pt x="2862" y="1501"/>
                    <a:pt x="2862" y="1501"/>
                    <a:pt x="2871" y="1501"/>
                  </a:cubicBezTo>
                  <a:cubicBezTo>
                    <a:pt x="2873" y="1499"/>
                    <a:pt x="2874" y="1497"/>
                    <a:pt x="2876" y="1497"/>
                  </a:cubicBezTo>
                  <a:cubicBezTo>
                    <a:pt x="2880" y="1497"/>
                    <a:pt x="2885" y="1509"/>
                    <a:pt x="2903" y="1550"/>
                  </a:cubicBezTo>
                  <a:cubicBezTo>
                    <a:pt x="2887" y="1494"/>
                    <a:pt x="2887" y="1493"/>
                    <a:pt x="2887" y="1493"/>
                  </a:cubicBezTo>
                  <a:lnTo>
                    <a:pt x="2887" y="1493"/>
                  </a:lnTo>
                  <a:cubicBezTo>
                    <a:pt x="2902" y="1516"/>
                    <a:pt x="2910" y="1529"/>
                    <a:pt x="2913" y="1529"/>
                  </a:cubicBezTo>
                  <a:cubicBezTo>
                    <a:pt x="2915" y="1529"/>
                    <a:pt x="2911" y="1514"/>
                    <a:pt x="2903" y="1485"/>
                  </a:cubicBezTo>
                  <a:lnTo>
                    <a:pt x="2903" y="1485"/>
                  </a:lnTo>
                  <a:cubicBezTo>
                    <a:pt x="2925" y="1524"/>
                    <a:pt x="2951" y="1559"/>
                    <a:pt x="2955" y="1559"/>
                  </a:cubicBezTo>
                  <a:cubicBezTo>
                    <a:pt x="2957" y="1559"/>
                    <a:pt x="2954" y="1551"/>
                    <a:pt x="2943" y="1534"/>
                  </a:cubicBezTo>
                  <a:cubicBezTo>
                    <a:pt x="2927" y="1501"/>
                    <a:pt x="2911" y="1461"/>
                    <a:pt x="2903" y="1420"/>
                  </a:cubicBezTo>
                  <a:cubicBezTo>
                    <a:pt x="2911" y="1420"/>
                    <a:pt x="2911" y="1420"/>
                    <a:pt x="2943" y="1469"/>
                  </a:cubicBezTo>
                  <a:cubicBezTo>
                    <a:pt x="2952" y="1484"/>
                    <a:pt x="2958" y="1491"/>
                    <a:pt x="2961" y="1491"/>
                  </a:cubicBezTo>
                  <a:cubicBezTo>
                    <a:pt x="2970" y="1491"/>
                    <a:pt x="2961" y="1445"/>
                    <a:pt x="2943" y="1404"/>
                  </a:cubicBezTo>
                  <a:cubicBezTo>
                    <a:pt x="2931" y="1379"/>
                    <a:pt x="2927" y="1364"/>
                    <a:pt x="2930" y="1364"/>
                  </a:cubicBezTo>
                  <a:lnTo>
                    <a:pt x="2930" y="1364"/>
                  </a:lnTo>
                  <a:cubicBezTo>
                    <a:pt x="2932" y="1364"/>
                    <a:pt x="2940" y="1377"/>
                    <a:pt x="2952" y="1404"/>
                  </a:cubicBezTo>
                  <a:cubicBezTo>
                    <a:pt x="2976" y="1452"/>
                    <a:pt x="2984" y="1452"/>
                    <a:pt x="2992" y="1452"/>
                  </a:cubicBezTo>
                  <a:cubicBezTo>
                    <a:pt x="2985" y="1436"/>
                    <a:pt x="2982" y="1429"/>
                    <a:pt x="2982" y="1429"/>
                  </a:cubicBezTo>
                  <a:lnTo>
                    <a:pt x="2982" y="1429"/>
                  </a:lnTo>
                  <a:cubicBezTo>
                    <a:pt x="2983" y="1429"/>
                    <a:pt x="3002" y="1467"/>
                    <a:pt x="3025" y="1501"/>
                  </a:cubicBezTo>
                  <a:cubicBezTo>
                    <a:pt x="3042" y="1542"/>
                    <a:pt x="3047" y="1554"/>
                    <a:pt x="3055" y="1554"/>
                  </a:cubicBezTo>
                  <a:cubicBezTo>
                    <a:pt x="3057" y="1554"/>
                    <a:pt x="3061" y="1552"/>
                    <a:pt x="3065" y="1550"/>
                  </a:cubicBezTo>
                  <a:cubicBezTo>
                    <a:pt x="3041" y="1493"/>
                    <a:pt x="3057" y="1485"/>
                    <a:pt x="3073" y="1477"/>
                  </a:cubicBezTo>
                  <a:cubicBezTo>
                    <a:pt x="3098" y="1469"/>
                    <a:pt x="3073" y="1412"/>
                    <a:pt x="3025" y="1307"/>
                  </a:cubicBezTo>
                  <a:lnTo>
                    <a:pt x="3025" y="1307"/>
                  </a:lnTo>
                  <a:lnTo>
                    <a:pt x="3122" y="1452"/>
                  </a:lnTo>
                  <a:cubicBezTo>
                    <a:pt x="3106" y="1420"/>
                    <a:pt x="3089" y="1388"/>
                    <a:pt x="3065" y="1355"/>
                  </a:cubicBezTo>
                  <a:cubicBezTo>
                    <a:pt x="3048" y="1326"/>
                    <a:pt x="3042" y="1312"/>
                    <a:pt x="3046" y="1312"/>
                  </a:cubicBezTo>
                  <a:lnTo>
                    <a:pt x="3046" y="1312"/>
                  </a:lnTo>
                  <a:cubicBezTo>
                    <a:pt x="3050" y="1312"/>
                    <a:pt x="3062" y="1324"/>
                    <a:pt x="3081" y="1347"/>
                  </a:cubicBezTo>
                  <a:cubicBezTo>
                    <a:pt x="3100" y="1366"/>
                    <a:pt x="3110" y="1376"/>
                    <a:pt x="3113" y="1376"/>
                  </a:cubicBezTo>
                  <a:cubicBezTo>
                    <a:pt x="3117" y="1376"/>
                    <a:pt x="3111" y="1362"/>
                    <a:pt x="3098" y="1331"/>
                  </a:cubicBezTo>
                  <a:cubicBezTo>
                    <a:pt x="3106" y="1331"/>
                    <a:pt x="3106" y="1331"/>
                    <a:pt x="3146" y="1379"/>
                  </a:cubicBezTo>
                  <a:cubicBezTo>
                    <a:pt x="3146" y="1371"/>
                    <a:pt x="3146" y="1371"/>
                    <a:pt x="3114" y="1323"/>
                  </a:cubicBezTo>
                  <a:cubicBezTo>
                    <a:pt x="3098" y="1298"/>
                    <a:pt x="3091" y="1286"/>
                    <a:pt x="3095" y="1286"/>
                  </a:cubicBezTo>
                  <a:lnTo>
                    <a:pt x="3095" y="1286"/>
                  </a:lnTo>
                  <a:cubicBezTo>
                    <a:pt x="3098" y="1286"/>
                    <a:pt x="3110" y="1298"/>
                    <a:pt x="3130" y="1323"/>
                  </a:cubicBezTo>
                  <a:cubicBezTo>
                    <a:pt x="3166" y="1377"/>
                    <a:pt x="3187" y="1398"/>
                    <a:pt x="3193" y="1398"/>
                  </a:cubicBezTo>
                  <a:cubicBezTo>
                    <a:pt x="3198" y="1398"/>
                    <a:pt x="3193" y="1385"/>
                    <a:pt x="3179" y="1363"/>
                  </a:cubicBezTo>
                  <a:cubicBezTo>
                    <a:pt x="3146" y="1307"/>
                    <a:pt x="3146" y="1307"/>
                    <a:pt x="3154" y="1307"/>
                  </a:cubicBezTo>
                  <a:cubicBezTo>
                    <a:pt x="3154" y="1298"/>
                    <a:pt x="3162" y="1298"/>
                    <a:pt x="3138" y="1250"/>
                  </a:cubicBezTo>
                  <a:lnTo>
                    <a:pt x="3146" y="1242"/>
                  </a:lnTo>
                  <a:cubicBezTo>
                    <a:pt x="3154" y="1258"/>
                    <a:pt x="3171" y="1274"/>
                    <a:pt x="3171" y="1298"/>
                  </a:cubicBezTo>
                  <a:lnTo>
                    <a:pt x="3211" y="1339"/>
                  </a:lnTo>
                  <a:cubicBezTo>
                    <a:pt x="3219" y="1339"/>
                    <a:pt x="3227" y="1331"/>
                    <a:pt x="3195" y="1282"/>
                  </a:cubicBezTo>
                  <a:cubicBezTo>
                    <a:pt x="3162" y="1234"/>
                    <a:pt x="3146" y="1209"/>
                    <a:pt x="3147" y="1209"/>
                  </a:cubicBezTo>
                  <a:lnTo>
                    <a:pt x="3147" y="1209"/>
                  </a:lnTo>
                  <a:cubicBezTo>
                    <a:pt x="3148" y="1209"/>
                    <a:pt x="3166" y="1234"/>
                    <a:pt x="3203" y="1282"/>
                  </a:cubicBezTo>
                  <a:cubicBezTo>
                    <a:pt x="3225" y="1315"/>
                    <a:pt x="3251" y="1348"/>
                    <a:pt x="3255" y="1348"/>
                  </a:cubicBezTo>
                  <a:cubicBezTo>
                    <a:pt x="3257" y="1348"/>
                    <a:pt x="3254" y="1341"/>
                    <a:pt x="3243" y="1323"/>
                  </a:cubicBezTo>
                  <a:cubicBezTo>
                    <a:pt x="3215" y="1280"/>
                    <a:pt x="3207" y="1264"/>
                    <a:pt x="3209" y="1264"/>
                  </a:cubicBezTo>
                  <a:lnTo>
                    <a:pt x="3209" y="1264"/>
                  </a:lnTo>
                  <a:cubicBezTo>
                    <a:pt x="3213" y="1264"/>
                    <a:pt x="3233" y="1291"/>
                    <a:pt x="3252" y="1323"/>
                  </a:cubicBezTo>
                  <a:cubicBezTo>
                    <a:pt x="3283" y="1370"/>
                    <a:pt x="3299" y="1394"/>
                    <a:pt x="3302" y="1394"/>
                  </a:cubicBezTo>
                  <a:cubicBezTo>
                    <a:pt x="3305" y="1394"/>
                    <a:pt x="3293" y="1365"/>
                    <a:pt x="3268" y="1307"/>
                  </a:cubicBezTo>
                  <a:cubicBezTo>
                    <a:pt x="3276" y="1307"/>
                    <a:pt x="3260" y="1242"/>
                    <a:pt x="3276" y="1234"/>
                  </a:cubicBezTo>
                  <a:cubicBezTo>
                    <a:pt x="3282" y="1230"/>
                    <a:pt x="3287" y="1227"/>
                    <a:pt x="3293" y="1227"/>
                  </a:cubicBezTo>
                  <a:cubicBezTo>
                    <a:pt x="3301" y="1227"/>
                    <a:pt x="3311" y="1233"/>
                    <a:pt x="3328" y="1251"/>
                  </a:cubicBezTo>
                  <a:lnTo>
                    <a:pt x="3328" y="1251"/>
                  </a:lnTo>
                  <a:cubicBezTo>
                    <a:pt x="3306" y="1217"/>
                    <a:pt x="3313" y="1215"/>
                    <a:pt x="3325" y="1209"/>
                  </a:cubicBezTo>
                  <a:lnTo>
                    <a:pt x="3325" y="1209"/>
                  </a:lnTo>
                  <a:cubicBezTo>
                    <a:pt x="3336" y="1217"/>
                    <a:pt x="3342" y="1220"/>
                    <a:pt x="3346" y="1220"/>
                  </a:cubicBezTo>
                  <a:cubicBezTo>
                    <a:pt x="3359" y="1220"/>
                    <a:pt x="3333" y="1182"/>
                    <a:pt x="3308" y="1144"/>
                  </a:cubicBezTo>
                  <a:lnTo>
                    <a:pt x="3300" y="1144"/>
                  </a:lnTo>
                  <a:cubicBezTo>
                    <a:pt x="3256" y="1090"/>
                    <a:pt x="3242" y="1066"/>
                    <a:pt x="3246" y="1066"/>
                  </a:cubicBezTo>
                  <a:lnTo>
                    <a:pt x="3246" y="1066"/>
                  </a:lnTo>
                  <a:cubicBezTo>
                    <a:pt x="3249" y="1066"/>
                    <a:pt x="3260" y="1077"/>
                    <a:pt x="3276" y="1096"/>
                  </a:cubicBezTo>
                  <a:cubicBezTo>
                    <a:pt x="3308" y="1120"/>
                    <a:pt x="3333" y="1152"/>
                    <a:pt x="3357" y="1185"/>
                  </a:cubicBezTo>
                  <a:cubicBezTo>
                    <a:pt x="3381" y="1217"/>
                    <a:pt x="3406" y="1242"/>
                    <a:pt x="3438" y="1266"/>
                  </a:cubicBezTo>
                  <a:cubicBezTo>
                    <a:pt x="3446" y="1266"/>
                    <a:pt x="3446" y="1266"/>
                    <a:pt x="3406" y="1217"/>
                  </a:cubicBezTo>
                  <a:cubicBezTo>
                    <a:pt x="3373" y="1177"/>
                    <a:pt x="3373" y="1177"/>
                    <a:pt x="3373" y="1169"/>
                  </a:cubicBezTo>
                  <a:cubicBezTo>
                    <a:pt x="3381" y="1169"/>
                    <a:pt x="3381" y="1161"/>
                    <a:pt x="3349" y="1112"/>
                  </a:cubicBezTo>
                  <a:cubicBezTo>
                    <a:pt x="3308" y="1071"/>
                    <a:pt x="3316" y="1063"/>
                    <a:pt x="3316" y="1063"/>
                  </a:cubicBezTo>
                  <a:lnTo>
                    <a:pt x="3316" y="1063"/>
                  </a:lnTo>
                  <a:cubicBezTo>
                    <a:pt x="3365" y="1104"/>
                    <a:pt x="3373" y="1104"/>
                    <a:pt x="3373" y="1104"/>
                  </a:cubicBezTo>
                  <a:lnTo>
                    <a:pt x="3406" y="1144"/>
                  </a:lnTo>
                  <a:cubicBezTo>
                    <a:pt x="3446" y="1193"/>
                    <a:pt x="3487" y="1234"/>
                    <a:pt x="3487" y="1234"/>
                  </a:cubicBezTo>
                  <a:cubicBezTo>
                    <a:pt x="3495" y="1234"/>
                    <a:pt x="3454" y="1185"/>
                    <a:pt x="3454" y="1185"/>
                  </a:cubicBezTo>
                  <a:cubicBezTo>
                    <a:pt x="3422" y="1144"/>
                    <a:pt x="3519" y="1063"/>
                    <a:pt x="3535" y="1055"/>
                  </a:cubicBezTo>
                  <a:cubicBezTo>
                    <a:pt x="3556" y="1069"/>
                    <a:pt x="3569" y="1075"/>
                    <a:pt x="3575" y="1075"/>
                  </a:cubicBezTo>
                  <a:cubicBezTo>
                    <a:pt x="3582" y="1075"/>
                    <a:pt x="3575" y="1063"/>
                    <a:pt x="3552" y="1039"/>
                  </a:cubicBezTo>
                  <a:cubicBezTo>
                    <a:pt x="3511" y="998"/>
                    <a:pt x="3527" y="982"/>
                    <a:pt x="3552" y="958"/>
                  </a:cubicBezTo>
                  <a:cubicBezTo>
                    <a:pt x="3576" y="934"/>
                    <a:pt x="3600" y="917"/>
                    <a:pt x="3552" y="877"/>
                  </a:cubicBezTo>
                  <a:lnTo>
                    <a:pt x="3568" y="869"/>
                  </a:lnTo>
                  <a:cubicBezTo>
                    <a:pt x="3576" y="861"/>
                    <a:pt x="3535" y="812"/>
                    <a:pt x="3543" y="812"/>
                  </a:cubicBezTo>
                  <a:cubicBezTo>
                    <a:pt x="3522" y="787"/>
                    <a:pt x="3512" y="774"/>
                    <a:pt x="3513" y="774"/>
                  </a:cubicBezTo>
                  <a:lnTo>
                    <a:pt x="3513" y="774"/>
                  </a:lnTo>
                  <a:cubicBezTo>
                    <a:pt x="3514" y="774"/>
                    <a:pt x="3524" y="785"/>
                    <a:pt x="3543" y="804"/>
                  </a:cubicBezTo>
                  <a:cubicBezTo>
                    <a:pt x="3576" y="836"/>
                    <a:pt x="3600" y="861"/>
                    <a:pt x="3641" y="885"/>
                  </a:cubicBezTo>
                  <a:cubicBezTo>
                    <a:pt x="3649" y="877"/>
                    <a:pt x="3600" y="836"/>
                    <a:pt x="3560" y="796"/>
                  </a:cubicBezTo>
                  <a:cubicBezTo>
                    <a:pt x="3511" y="755"/>
                    <a:pt x="3519" y="755"/>
                    <a:pt x="3519" y="755"/>
                  </a:cubicBezTo>
                  <a:cubicBezTo>
                    <a:pt x="3519" y="753"/>
                    <a:pt x="3519" y="751"/>
                    <a:pt x="3521" y="751"/>
                  </a:cubicBezTo>
                  <a:cubicBezTo>
                    <a:pt x="3524" y="751"/>
                    <a:pt x="3534" y="760"/>
                    <a:pt x="3568" y="788"/>
                  </a:cubicBezTo>
                  <a:lnTo>
                    <a:pt x="3657" y="869"/>
                  </a:lnTo>
                  <a:cubicBezTo>
                    <a:pt x="3616" y="828"/>
                    <a:pt x="3616" y="820"/>
                    <a:pt x="3616" y="820"/>
                  </a:cubicBezTo>
                  <a:lnTo>
                    <a:pt x="3616" y="820"/>
                  </a:lnTo>
                  <a:cubicBezTo>
                    <a:pt x="3616" y="820"/>
                    <a:pt x="3617" y="821"/>
                    <a:pt x="3714" y="901"/>
                  </a:cubicBezTo>
                  <a:cubicBezTo>
                    <a:pt x="3757" y="937"/>
                    <a:pt x="3779" y="955"/>
                    <a:pt x="3782" y="955"/>
                  </a:cubicBezTo>
                  <a:cubicBezTo>
                    <a:pt x="3784" y="955"/>
                    <a:pt x="3763" y="935"/>
                    <a:pt x="3722" y="893"/>
                  </a:cubicBezTo>
                  <a:lnTo>
                    <a:pt x="3681" y="844"/>
                  </a:lnTo>
                  <a:lnTo>
                    <a:pt x="3681" y="844"/>
                  </a:lnTo>
                  <a:cubicBezTo>
                    <a:pt x="3709" y="865"/>
                    <a:pt x="3722" y="874"/>
                    <a:pt x="3725" y="874"/>
                  </a:cubicBezTo>
                  <a:cubicBezTo>
                    <a:pt x="3731" y="874"/>
                    <a:pt x="3678" y="822"/>
                    <a:pt x="3649" y="788"/>
                  </a:cubicBezTo>
                  <a:lnTo>
                    <a:pt x="3649" y="788"/>
                  </a:lnTo>
                  <a:cubicBezTo>
                    <a:pt x="3696" y="823"/>
                    <a:pt x="3721" y="841"/>
                    <a:pt x="3724" y="841"/>
                  </a:cubicBezTo>
                  <a:cubicBezTo>
                    <a:pt x="3727" y="841"/>
                    <a:pt x="3707" y="821"/>
                    <a:pt x="3665" y="780"/>
                  </a:cubicBezTo>
                  <a:cubicBezTo>
                    <a:pt x="3639" y="758"/>
                    <a:pt x="3627" y="748"/>
                    <a:pt x="3629" y="748"/>
                  </a:cubicBezTo>
                  <a:lnTo>
                    <a:pt x="3629" y="748"/>
                  </a:lnTo>
                  <a:cubicBezTo>
                    <a:pt x="3630" y="748"/>
                    <a:pt x="3642" y="756"/>
                    <a:pt x="3665" y="771"/>
                  </a:cubicBezTo>
                  <a:cubicBezTo>
                    <a:pt x="3703" y="793"/>
                    <a:pt x="3716" y="800"/>
                    <a:pt x="3722" y="800"/>
                  </a:cubicBezTo>
                  <a:cubicBezTo>
                    <a:pt x="3725" y="800"/>
                    <a:pt x="3727" y="798"/>
                    <a:pt x="3730" y="796"/>
                  </a:cubicBezTo>
                  <a:cubicBezTo>
                    <a:pt x="3689" y="755"/>
                    <a:pt x="3714" y="731"/>
                    <a:pt x="3738" y="698"/>
                  </a:cubicBezTo>
                  <a:cubicBezTo>
                    <a:pt x="3770" y="666"/>
                    <a:pt x="3787" y="642"/>
                    <a:pt x="3738" y="601"/>
                  </a:cubicBezTo>
                  <a:cubicBezTo>
                    <a:pt x="3746" y="601"/>
                    <a:pt x="3746" y="601"/>
                    <a:pt x="3795" y="634"/>
                  </a:cubicBezTo>
                  <a:cubicBezTo>
                    <a:pt x="3814" y="647"/>
                    <a:pt x="3827" y="654"/>
                    <a:pt x="3830" y="654"/>
                  </a:cubicBezTo>
                  <a:cubicBezTo>
                    <a:pt x="3833" y="654"/>
                    <a:pt x="3813" y="637"/>
                    <a:pt x="3754" y="593"/>
                  </a:cubicBezTo>
                  <a:cubicBezTo>
                    <a:pt x="3726" y="569"/>
                    <a:pt x="3697" y="548"/>
                    <a:pt x="3698" y="548"/>
                  </a:cubicBezTo>
                  <a:lnTo>
                    <a:pt x="3698" y="548"/>
                  </a:lnTo>
                  <a:cubicBezTo>
                    <a:pt x="3699" y="548"/>
                    <a:pt x="3714" y="558"/>
                    <a:pt x="3754" y="585"/>
                  </a:cubicBezTo>
                  <a:cubicBezTo>
                    <a:pt x="3783" y="601"/>
                    <a:pt x="3797" y="607"/>
                    <a:pt x="3806" y="607"/>
                  </a:cubicBezTo>
                  <a:cubicBezTo>
                    <a:pt x="3815" y="607"/>
                    <a:pt x="3819" y="601"/>
                    <a:pt x="3827" y="593"/>
                  </a:cubicBezTo>
                  <a:cubicBezTo>
                    <a:pt x="3835" y="585"/>
                    <a:pt x="3852" y="569"/>
                    <a:pt x="3803" y="536"/>
                  </a:cubicBezTo>
                  <a:cubicBezTo>
                    <a:pt x="3777" y="515"/>
                    <a:pt x="3765" y="505"/>
                    <a:pt x="3767" y="505"/>
                  </a:cubicBezTo>
                  <a:lnTo>
                    <a:pt x="3767" y="505"/>
                  </a:lnTo>
                  <a:cubicBezTo>
                    <a:pt x="3768" y="505"/>
                    <a:pt x="3780" y="513"/>
                    <a:pt x="3803" y="528"/>
                  </a:cubicBezTo>
                  <a:cubicBezTo>
                    <a:pt x="3854" y="567"/>
                    <a:pt x="3897" y="587"/>
                    <a:pt x="3912" y="587"/>
                  </a:cubicBezTo>
                  <a:cubicBezTo>
                    <a:pt x="3926" y="587"/>
                    <a:pt x="3918" y="571"/>
                    <a:pt x="3876" y="536"/>
                  </a:cubicBezTo>
                  <a:cubicBezTo>
                    <a:pt x="3876" y="534"/>
                    <a:pt x="3877" y="532"/>
                    <a:pt x="3880" y="532"/>
                  </a:cubicBezTo>
                  <a:cubicBezTo>
                    <a:pt x="3886" y="532"/>
                    <a:pt x="3900" y="539"/>
                    <a:pt x="3933" y="561"/>
                  </a:cubicBezTo>
                  <a:cubicBezTo>
                    <a:pt x="3933" y="553"/>
                    <a:pt x="3941" y="553"/>
                    <a:pt x="3900" y="504"/>
                  </a:cubicBezTo>
                  <a:lnTo>
                    <a:pt x="3916" y="480"/>
                  </a:lnTo>
                  <a:cubicBezTo>
                    <a:pt x="3925" y="471"/>
                    <a:pt x="3876" y="431"/>
                    <a:pt x="3876" y="431"/>
                  </a:cubicBezTo>
                  <a:lnTo>
                    <a:pt x="3884" y="423"/>
                  </a:lnTo>
                  <a:cubicBezTo>
                    <a:pt x="3901" y="434"/>
                    <a:pt x="3914" y="438"/>
                    <a:pt x="3924" y="438"/>
                  </a:cubicBezTo>
                  <a:cubicBezTo>
                    <a:pt x="3944" y="438"/>
                    <a:pt x="3954" y="422"/>
                    <a:pt x="3965" y="407"/>
                  </a:cubicBezTo>
                  <a:cubicBezTo>
                    <a:pt x="3984" y="381"/>
                    <a:pt x="3998" y="361"/>
                    <a:pt x="4030" y="361"/>
                  </a:cubicBezTo>
                  <a:cubicBezTo>
                    <a:pt x="4039" y="361"/>
                    <a:pt x="4050" y="362"/>
                    <a:pt x="4062" y="366"/>
                  </a:cubicBezTo>
                  <a:cubicBezTo>
                    <a:pt x="4062" y="366"/>
                    <a:pt x="4062" y="366"/>
                    <a:pt x="4014" y="334"/>
                  </a:cubicBezTo>
                  <a:cubicBezTo>
                    <a:pt x="3945" y="296"/>
                    <a:pt x="3921" y="280"/>
                    <a:pt x="3929" y="280"/>
                  </a:cubicBezTo>
                  <a:lnTo>
                    <a:pt x="3929" y="280"/>
                  </a:lnTo>
                  <a:cubicBezTo>
                    <a:pt x="3933" y="280"/>
                    <a:pt x="3945" y="285"/>
                    <a:pt x="3965" y="293"/>
                  </a:cubicBezTo>
                  <a:cubicBezTo>
                    <a:pt x="4011" y="313"/>
                    <a:pt x="4040" y="322"/>
                    <a:pt x="4051" y="322"/>
                  </a:cubicBezTo>
                  <a:cubicBezTo>
                    <a:pt x="4066" y="322"/>
                    <a:pt x="4044" y="302"/>
                    <a:pt x="3981" y="269"/>
                  </a:cubicBezTo>
                  <a:lnTo>
                    <a:pt x="3981" y="269"/>
                  </a:lnTo>
                  <a:lnTo>
                    <a:pt x="4038" y="293"/>
                  </a:lnTo>
                  <a:cubicBezTo>
                    <a:pt x="4071" y="308"/>
                    <a:pt x="4090" y="315"/>
                    <a:pt x="4097" y="315"/>
                  </a:cubicBezTo>
                  <a:cubicBezTo>
                    <a:pt x="4112" y="315"/>
                    <a:pt x="4070" y="283"/>
                    <a:pt x="3998" y="244"/>
                  </a:cubicBezTo>
                  <a:lnTo>
                    <a:pt x="3998" y="244"/>
                  </a:lnTo>
                  <a:cubicBezTo>
                    <a:pt x="4034" y="255"/>
                    <a:pt x="4070" y="269"/>
                    <a:pt x="4077" y="269"/>
                  </a:cubicBezTo>
                  <a:cubicBezTo>
                    <a:pt x="4080" y="269"/>
                    <a:pt x="4075" y="264"/>
                    <a:pt x="4054" y="253"/>
                  </a:cubicBezTo>
                  <a:cubicBezTo>
                    <a:pt x="4062" y="253"/>
                    <a:pt x="4062" y="253"/>
                    <a:pt x="4168" y="301"/>
                  </a:cubicBezTo>
                  <a:cubicBezTo>
                    <a:pt x="4200" y="317"/>
                    <a:pt x="4241" y="334"/>
                    <a:pt x="4281" y="342"/>
                  </a:cubicBezTo>
                  <a:cubicBezTo>
                    <a:pt x="4249" y="317"/>
                    <a:pt x="4208" y="301"/>
                    <a:pt x="4176" y="293"/>
                  </a:cubicBezTo>
                  <a:lnTo>
                    <a:pt x="4176" y="277"/>
                  </a:lnTo>
                  <a:cubicBezTo>
                    <a:pt x="4176" y="277"/>
                    <a:pt x="4184" y="277"/>
                    <a:pt x="4127" y="253"/>
                  </a:cubicBezTo>
                  <a:cubicBezTo>
                    <a:pt x="4070" y="228"/>
                    <a:pt x="4070" y="220"/>
                    <a:pt x="4079" y="220"/>
                  </a:cubicBezTo>
                  <a:lnTo>
                    <a:pt x="4079" y="220"/>
                  </a:lnTo>
                  <a:cubicBezTo>
                    <a:pt x="4093" y="226"/>
                    <a:pt x="4100" y="229"/>
                    <a:pt x="4102" y="229"/>
                  </a:cubicBezTo>
                  <a:cubicBezTo>
                    <a:pt x="4106" y="229"/>
                    <a:pt x="4064" y="208"/>
                    <a:pt x="4022" y="196"/>
                  </a:cubicBezTo>
                  <a:cubicBezTo>
                    <a:pt x="3981" y="180"/>
                    <a:pt x="3949" y="163"/>
                    <a:pt x="3916" y="147"/>
                  </a:cubicBezTo>
                  <a:lnTo>
                    <a:pt x="3803" y="98"/>
                  </a:lnTo>
                  <a:cubicBezTo>
                    <a:pt x="3730" y="66"/>
                    <a:pt x="3657" y="34"/>
                    <a:pt x="3576" y="9"/>
                  </a:cubicBezTo>
                  <a:cubicBezTo>
                    <a:pt x="3550" y="6"/>
                    <a:pt x="3522" y="0"/>
                    <a:pt x="3510" y="0"/>
                  </a:cubicBezTo>
                  <a:close/>
                  <a:moveTo>
                    <a:pt x="1330" y="2701"/>
                  </a:moveTo>
                  <a:cubicBezTo>
                    <a:pt x="1322" y="2742"/>
                    <a:pt x="1314" y="2782"/>
                    <a:pt x="1306" y="2823"/>
                  </a:cubicBezTo>
                  <a:cubicBezTo>
                    <a:pt x="1302" y="2846"/>
                    <a:pt x="1302" y="2860"/>
                    <a:pt x="1304" y="2860"/>
                  </a:cubicBezTo>
                  <a:cubicBezTo>
                    <a:pt x="1307" y="2860"/>
                    <a:pt x="1316" y="2832"/>
                    <a:pt x="1330" y="2766"/>
                  </a:cubicBezTo>
                  <a:cubicBezTo>
                    <a:pt x="1338" y="2701"/>
                    <a:pt x="1338" y="2701"/>
                    <a:pt x="1330" y="27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2"/>
            <p:cNvSpPr/>
            <p:nvPr/>
          </p:nvSpPr>
          <p:spPr>
            <a:xfrm>
              <a:off x="7654729" y="1709021"/>
              <a:ext cx="82464" cy="37767"/>
            </a:xfrm>
            <a:custGeom>
              <a:avLst/>
              <a:gdLst/>
              <a:ahLst/>
              <a:cxnLst/>
              <a:rect l="l" t="t" r="r" b="b"/>
              <a:pathLst>
                <a:path w="4784" h="2191" extrusionOk="0">
                  <a:moveTo>
                    <a:pt x="803" y="60"/>
                  </a:moveTo>
                  <a:lnTo>
                    <a:pt x="779" y="117"/>
                  </a:lnTo>
                  <a:cubicBezTo>
                    <a:pt x="811" y="68"/>
                    <a:pt x="811" y="68"/>
                    <a:pt x="811" y="68"/>
                  </a:cubicBezTo>
                  <a:lnTo>
                    <a:pt x="803" y="60"/>
                  </a:lnTo>
                  <a:close/>
                  <a:moveTo>
                    <a:pt x="1779" y="186"/>
                  </a:moveTo>
                  <a:cubicBezTo>
                    <a:pt x="1775" y="186"/>
                    <a:pt x="1771" y="198"/>
                    <a:pt x="1760" y="239"/>
                  </a:cubicBezTo>
                  <a:lnTo>
                    <a:pt x="1768" y="247"/>
                  </a:lnTo>
                  <a:cubicBezTo>
                    <a:pt x="1784" y="190"/>
                    <a:pt x="1784" y="190"/>
                    <a:pt x="1784" y="190"/>
                  </a:cubicBezTo>
                  <a:cubicBezTo>
                    <a:pt x="1782" y="188"/>
                    <a:pt x="1780" y="186"/>
                    <a:pt x="1779" y="186"/>
                  </a:cubicBezTo>
                  <a:close/>
                  <a:moveTo>
                    <a:pt x="586" y="267"/>
                  </a:moveTo>
                  <a:cubicBezTo>
                    <a:pt x="588" y="267"/>
                    <a:pt x="590" y="269"/>
                    <a:pt x="592" y="271"/>
                  </a:cubicBezTo>
                  <a:cubicBezTo>
                    <a:pt x="592" y="271"/>
                    <a:pt x="592" y="271"/>
                    <a:pt x="560" y="320"/>
                  </a:cubicBezTo>
                  <a:cubicBezTo>
                    <a:pt x="560" y="320"/>
                    <a:pt x="519" y="368"/>
                    <a:pt x="519" y="368"/>
                  </a:cubicBezTo>
                  <a:lnTo>
                    <a:pt x="543" y="312"/>
                  </a:lnTo>
                  <a:cubicBezTo>
                    <a:pt x="572" y="277"/>
                    <a:pt x="581" y="267"/>
                    <a:pt x="586" y="267"/>
                  </a:cubicBezTo>
                  <a:close/>
                  <a:moveTo>
                    <a:pt x="628" y="300"/>
                  </a:moveTo>
                  <a:cubicBezTo>
                    <a:pt x="629" y="300"/>
                    <a:pt x="631" y="302"/>
                    <a:pt x="633" y="304"/>
                  </a:cubicBezTo>
                  <a:cubicBezTo>
                    <a:pt x="633" y="312"/>
                    <a:pt x="641" y="312"/>
                    <a:pt x="608" y="360"/>
                  </a:cubicBezTo>
                  <a:lnTo>
                    <a:pt x="600" y="360"/>
                  </a:lnTo>
                  <a:cubicBezTo>
                    <a:pt x="610" y="345"/>
                    <a:pt x="614" y="339"/>
                    <a:pt x="614" y="339"/>
                  </a:cubicBezTo>
                  <a:lnTo>
                    <a:pt x="614" y="339"/>
                  </a:lnTo>
                  <a:cubicBezTo>
                    <a:pt x="612" y="339"/>
                    <a:pt x="590" y="370"/>
                    <a:pt x="568" y="409"/>
                  </a:cubicBezTo>
                  <a:lnTo>
                    <a:pt x="503" y="506"/>
                  </a:lnTo>
                  <a:cubicBezTo>
                    <a:pt x="519" y="466"/>
                    <a:pt x="535" y="433"/>
                    <a:pt x="560" y="401"/>
                  </a:cubicBezTo>
                  <a:cubicBezTo>
                    <a:pt x="610" y="318"/>
                    <a:pt x="621" y="300"/>
                    <a:pt x="628" y="300"/>
                  </a:cubicBezTo>
                  <a:close/>
                  <a:moveTo>
                    <a:pt x="1135" y="506"/>
                  </a:moveTo>
                  <a:lnTo>
                    <a:pt x="1103" y="563"/>
                  </a:lnTo>
                  <a:lnTo>
                    <a:pt x="1070" y="612"/>
                  </a:lnTo>
                  <a:lnTo>
                    <a:pt x="1095" y="555"/>
                  </a:lnTo>
                  <a:cubicBezTo>
                    <a:pt x="1127" y="506"/>
                    <a:pt x="1127" y="506"/>
                    <a:pt x="1135" y="506"/>
                  </a:cubicBezTo>
                  <a:close/>
                  <a:moveTo>
                    <a:pt x="1557" y="539"/>
                  </a:moveTo>
                  <a:lnTo>
                    <a:pt x="1516" y="652"/>
                  </a:lnTo>
                  <a:cubicBezTo>
                    <a:pt x="1517" y="653"/>
                    <a:pt x="1517" y="653"/>
                    <a:pt x="1518" y="653"/>
                  </a:cubicBezTo>
                  <a:cubicBezTo>
                    <a:pt x="1527" y="653"/>
                    <a:pt x="1541" y="604"/>
                    <a:pt x="1541" y="604"/>
                  </a:cubicBezTo>
                  <a:cubicBezTo>
                    <a:pt x="1549" y="579"/>
                    <a:pt x="1557" y="563"/>
                    <a:pt x="1557" y="547"/>
                  </a:cubicBezTo>
                  <a:lnTo>
                    <a:pt x="1557" y="539"/>
                  </a:lnTo>
                  <a:close/>
                  <a:moveTo>
                    <a:pt x="1622" y="644"/>
                  </a:moveTo>
                  <a:lnTo>
                    <a:pt x="1622" y="644"/>
                  </a:lnTo>
                  <a:cubicBezTo>
                    <a:pt x="1616" y="663"/>
                    <a:pt x="1614" y="669"/>
                    <a:pt x="1613" y="669"/>
                  </a:cubicBezTo>
                  <a:cubicBezTo>
                    <a:pt x="1611" y="669"/>
                    <a:pt x="1616" y="644"/>
                    <a:pt x="1622" y="644"/>
                  </a:cubicBezTo>
                  <a:close/>
                  <a:moveTo>
                    <a:pt x="1295" y="491"/>
                  </a:moveTo>
                  <a:cubicBezTo>
                    <a:pt x="1296" y="491"/>
                    <a:pt x="1283" y="516"/>
                    <a:pt x="1249" y="579"/>
                  </a:cubicBezTo>
                  <a:lnTo>
                    <a:pt x="1192" y="685"/>
                  </a:lnTo>
                  <a:cubicBezTo>
                    <a:pt x="1208" y="628"/>
                    <a:pt x="1241" y="571"/>
                    <a:pt x="1273" y="523"/>
                  </a:cubicBezTo>
                  <a:cubicBezTo>
                    <a:pt x="1286" y="503"/>
                    <a:pt x="1294" y="491"/>
                    <a:pt x="1295" y="491"/>
                  </a:cubicBezTo>
                  <a:close/>
                  <a:moveTo>
                    <a:pt x="3370" y="672"/>
                  </a:moveTo>
                  <a:cubicBezTo>
                    <a:pt x="3369" y="672"/>
                    <a:pt x="3370" y="682"/>
                    <a:pt x="3372" y="699"/>
                  </a:cubicBezTo>
                  <a:lnTo>
                    <a:pt x="3372" y="699"/>
                  </a:lnTo>
                  <a:cubicBezTo>
                    <a:pt x="3371" y="680"/>
                    <a:pt x="3370" y="672"/>
                    <a:pt x="3370" y="672"/>
                  </a:cubicBezTo>
                  <a:close/>
                  <a:moveTo>
                    <a:pt x="3372" y="699"/>
                  </a:moveTo>
                  <a:cubicBezTo>
                    <a:pt x="3372" y="703"/>
                    <a:pt x="3372" y="709"/>
                    <a:pt x="3372" y="715"/>
                  </a:cubicBezTo>
                  <a:lnTo>
                    <a:pt x="3372" y="715"/>
                  </a:lnTo>
                  <a:cubicBezTo>
                    <a:pt x="3373" y="713"/>
                    <a:pt x="3373" y="711"/>
                    <a:pt x="3373" y="709"/>
                  </a:cubicBezTo>
                  <a:cubicBezTo>
                    <a:pt x="3373" y="705"/>
                    <a:pt x="3372" y="702"/>
                    <a:pt x="3372" y="699"/>
                  </a:cubicBezTo>
                  <a:close/>
                  <a:moveTo>
                    <a:pt x="779" y="636"/>
                  </a:moveTo>
                  <a:cubicBezTo>
                    <a:pt x="770" y="677"/>
                    <a:pt x="746" y="709"/>
                    <a:pt x="722" y="741"/>
                  </a:cubicBezTo>
                  <a:lnTo>
                    <a:pt x="714" y="733"/>
                  </a:lnTo>
                  <a:cubicBezTo>
                    <a:pt x="730" y="693"/>
                    <a:pt x="754" y="660"/>
                    <a:pt x="779" y="636"/>
                  </a:cubicBezTo>
                  <a:close/>
                  <a:moveTo>
                    <a:pt x="1443" y="685"/>
                  </a:moveTo>
                  <a:cubicBezTo>
                    <a:pt x="1452" y="685"/>
                    <a:pt x="1452" y="685"/>
                    <a:pt x="1427" y="741"/>
                  </a:cubicBezTo>
                  <a:lnTo>
                    <a:pt x="1419" y="741"/>
                  </a:lnTo>
                  <a:lnTo>
                    <a:pt x="1443" y="685"/>
                  </a:lnTo>
                  <a:close/>
                  <a:moveTo>
                    <a:pt x="1417" y="643"/>
                  </a:moveTo>
                  <a:cubicBezTo>
                    <a:pt x="1422" y="643"/>
                    <a:pt x="1399" y="694"/>
                    <a:pt x="1362" y="774"/>
                  </a:cubicBezTo>
                  <a:lnTo>
                    <a:pt x="1354" y="774"/>
                  </a:lnTo>
                  <a:cubicBezTo>
                    <a:pt x="1370" y="733"/>
                    <a:pt x="1387" y="701"/>
                    <a:pt x="1403" y="660"/>
                  </a:cubicBezTo>
                  <a:cubicBezTo>
                    <a:pt x="1411" y="648"/>
                    <a:pt x="1415" y="643"/>
                    <a:pt x="1417" y="643"/>
                  </a:cubicBezTo>
                  <a:close/>
                  <a:moveTo>
                    <a:pt x="4545" y="613"/>
                  </a:moveTo>
                  <a:cubicBezTo>
                    <a:pt x="4547" y="613"/>
                    <a:pt x="4572" y="694"/>
                    <a:pt x="4589" y="774"/>
                  </a:cubicBezTo>
                  <a:cubicBezTo>
                    <a:pt x="4573" y="733"/>
                    <a:pt x="4557" y="701"/>
                    <a:pt x="4557" y="660"/>
                  </a:cubicBezTo>
                  <a:cubicBezTo>
                    <a:pt x="4547" y="627"/>
                    <a:pt x="4544" y="613"/>
                    <a:pt x="4545" y="613"/>
                  </a:cubicBezTo>
                  <a:close/>
                  <a:moveTo>
                    <a:pt x="2887" y="782"/>
                  </a:moveTo>
                  <a:cubicBezTo>
                    <a:pt x="2892" y="782"/>
                    <a:pt x="2890" y="811"/>
                    <a:pt x="2888" y="811"/>
                  </a:cubicBezTo>
                  <a:cubicBezTo>
                    <a:pt x="2887" y="811"/>
                    <a:pt x="2887" y="804"/>
                    <a:pt x="2887" y="782"/>
                  </a:cubicBezTo>
                  <a:close/>
                  <a:moveTo>
                    <a:pt x="2303" y="709"/>
                  </a:moveTo>
                  <a:cubicBezTo>
                    <a:pt x="2295" y="750"/>
                    <a:pt x="2287" y="782"/>
                    <a:pt x="2270" y="822"/>
                  </a:cubicBezTo>
                  <a:cubicBezTo>
                    <a:pt x="2279" y="766"/>
                    <a:pt x="2295" y="709"/>
                    <a:pt x="2295" y="709"/>
                  </a:cubicBezTo>
                  <a:close/>
                  <a:moveTo>
                    <a:pt x="1111" y="611"/>
                  </a:moveTo>
                  <a:cubicBezTo>
                    <a:pt x="1113" y="611"/>
                    <a:pt x="1101" y="637"/>
                    <a:pt x="1079" y="685"/>
                  </a:cubicBezTo>
                  <a:cubicBezTo>
                    <a:pt x="1046" y="741"/>
                    <a:pt x="1022" y="790"/>
                    <a:pt x="989" y="839"/>
                  </a:cubicBezTo>
                  <a:lnTo>
                    <a:pt x="973" y="831"/>
                  </a:lnTo>
                  <a:lnTo>
                    <a:pt x="1038" y="733"/>
                  </a:lnTo>
                  <a:cubicBezTo>
                    <a:pt x="1087" y="649"/>
                    <a:pt x="1109" y="611"/>
                    <a:pt x="1111" y="611"/>
                  </a:cubicBezTo>
                  <a:close/>
                  <a:moveTo>
                    <a:pt x="757" y="732"/>
                  </a:moveTo>
                  <a:cubicBezTo>
                    <a:pt x="750" y="732"/>
                    <a:pt x="728" y="767"/>
                    <a:pt x="706" y="806"/>
                  </a:cubicBezTo>
                  <a:cubicBezTo>
                    <a:pt x="681" y="855"/>
                    <a:pt x="681" y="855"/>
                    <a:pt x="689" y="863"/>
                  </a:cubicBezTo>
                  <a:cubicBezTo>
                    <a:pt x="690" y="864"/>
                    <a:pt x="691" y="864"/>
                    <a:pt x="692" y="864"/>
                  </a:cubicBezTo>
                  <a:cubicBezTo>
                    <a:pt x="702" y="864"/>
                    <a:pt x="730" y="822"/>
                    <a:pt x="730" y="822"/>
                  </a:cubicBezTo>
                  <a:cubicBezTo>
                    <a:pt x="762" y="766"/>
                    <a:pt x="754" y="766"/>
                    <a:pt x="754" y="758"/>
                  </a:cubicBezTo>
                  <a:cubicBezTo>
                    <a:pt x="759" y="740"/>
                    <a:pt x="760" y="732"/>
                    <a:pt x="757" y="732"/>
                  </a:cubicBezTo>
                  <a:close/>
                  <a:moveTo>
                    <a:pt x="3081" y="806"/>
                  </a:moveTo>
                  <a:cubicBezTo>
                    <a:pt x="3074" y="837"/>
                    <a:pt x="3073" y="839"/>
                    <a:pt x="3073" y="865"/>
                  </a:cubicBezTo>
                  <a:lnTo>
                    <a:pt x="3073" y="865"/>
                  </a:lnTo>
                  <a:cubicBezTo>
                    <a:pt x="3076" y="855"/>
                    <a:pt x="3079" y="836"/>
                    <a:pt x="3081" y="806"/>
                  </a:cubicBezTo>
                  <a:close/>
                  <a:moveTo>
                    <a:pt x="2830" y="774"/>
                  </a:moveTo>
                  <a:lnTo>
                    <a:pt x="2830" y="774"/>
                  </a:lnTo>
                  <a:cubicBezTo>
                    <a:pt x="2830" y="835"/>
                    <a:pt x="2828" y="865"/>
                    <a:pt x="2827" y="865"/>
                  </a:cubicBezTo>
                  <a:cubicBezTo>
                    <a:pt x="2826" y="865"/>
                    <a:pt x="2826" y="835"/>
                    <a:pt x="2830" y="774"/>
                  </a:cubicBezTo>
                  <a:close/>
                  <a:moveTo>
                    <a:pt x="1208" y="758"/>
                  </a:moveTo>
                  <a:lnTo>
                    <a:pt x="1208" y="766"/>
                  </a:lnTo>
                  <a:cubicBezTo>
                    <a:pt x="1200" y="798"/>
                    <a:pt x="1176" y="839"/>
                    <a:pt x="1160" y="871"/>
                  </a:cubicBezTo>
                  <a:lnTo>
                    <a:pt x="1152" y="863"/>
                  </a:lnTo>
                  <a:lnTo>
                    <a:pt x="1208" y="758"/>
                  </a:lnTo>
                  <a:close/>
                  <a:moveTo>
                    <a:pt x="3357" y="766"/>
                  </a:moveTo>
                  <a:cubicBezTo>
                    <a:pt x="3365" y="806"/>
                    <a:pt x="3365" y="847"/>
                    <a:pt x="3357" y="887"/>
                  </a:cubicBezTo>
                  <a:lnTo>
                    <a:pt x="3349" y="831"/>
                  </a:lnTo>
                  <a:lnTo>
                    <a:pt x="3357" y="766"/>
                  </a:lnTo>
                  <a:close/>
                  <a:moveTo>
                    <a:pt x="3300" y="822"/>
                  </a:moveTo>
                  <a:cubicBezTo>
                    <a:pt x="3300" y="822"/>
                    <a:pt x="3300" y="822"/>
                    <a:pt x="3308" y="887"/>
                  </a:cubicBezTo>
                  <a:cubicBezTo>
                    <a:pt x="3308" y="887"/>
                    <a:pt x="3308" y="944"/>
                    <a:pt x="3300" y="944"/>
                  </a:cubicBezTo>
                  <a:lnTo>
                    <a:pt x="3292" y="887"/>
                  </a:lnTo>
                  <a:cubicBezTo>
                    <a:pt x="3292" y="822"/>
                    <a:pt x="3300" y="822"/>
                    <a:pt x="3300" y="822"/>
                  </a:cubicBezTo>
                  <a:close/>
                  <a:moveTo>
                    <a:pt x="1681" y="818"/>
                  </a:moveTo>
                  <a:cubicBezTo>
                    <a:pt x="1681" y="818"/>
                    <a:pt x="1673" y="848"/>
                    <a:pt x="1654" y="920"/>
                  </a:cubicBezTo>
                  <a:cubicBezTo>
                    <a:pt x="1642" y="961"/>
                    <a:pt x="1639" y="972"/>
                    <a:pt x="1635" y="972"/>
                  </a:cubicBezTo>
                  <a:cubicBezTo>
                    <a:pt x="1634" y="972"/>
                    <a:pt x="1632" y="971"/>
                    <a:pt x="1630" y="968"/>
                  </a:cubicBezTo>
                  <a:lnTo>
                    <a:pt x="1670" y="855"/>
                  </a:lnTo>
                  <a:cubicBezTo>
                    <a:pt x="1677" y="832"/>
                    <a:pt x="1681" y="818"/>
                    <a:pt x="1681" y="818"/>
                  </a:cubicBezTo>
                  <a:close/>
                  <a:moveTo>
                    <a:pt x="1711" y="871"/>
                  </a:moveTo>
                  <a:cubicBezTo>
                    <a:pt x="1703" y="912"/>
                    <a:pt x="1687" y="952"/>
                    <a:pt x="1670" y="985"/>
                  </a:cubicBezTo>
                  <a:lnTo>
                    <a:pt x="1679" y="928"/>
                  </a:lnTo>
                  <a:lnTo>
                    <a:pt x="1703" y="871"/>
                  </a:lnTo>
                  <a:close/>
                  <a:moveTo>
                    <a:pt x="1702" y="969"/>
                  </a:moveTo>
                  <a:cubicBezTo>
                    <a:pt x="1702" y="969"/>
                    <a:pt x="1696" y="993"/>
                    <a:pt x="1695" y="993"/>
                  </a:cubicBezTo>
                  <a:cubicBezTo>
                    <a:pt x="1695" y="993"/>
                    <a:pt x="1695" y="993"/>
                    <a:pt x="1695" y="993"/>
                  </a:cubicBezTo>
                  <a:cubicBezTo>
                    <a:pt x="1700" y="975"/>
                    <a:pt x="1702" y="969"/>
                    <a:pt x="1702" y="969"/>
                  </a:cubicBezTo>
                  <a:close/>
                  <a:moveTo>
                    <a:pt x="3892" y="822"/>
                  </a:moveTo>
                  <a:cubicBezTo>
                    <a:pt x="3892" y="822"/>
                    <a:pt x="3892" y="823"/>
                    <a:pt x="3908" y="879"/>
                  </a:cubicBezTo>
                  <a:cubicBezTo>
                    <a:pt x="3916" y="920"/>
                    <a:pt x="3916" y="960"/>
                    <a:pt x="3916" y="1001"/>
                  </a:cubicBezTo>
                  <a:cubicBezTo>
                    <a:pt x="3900" y="944"/>
                    <a:pt x="3892" y="879"/>
                    <a:pt x="3892" y="822"/>
                  </a:cubicBezTo>
                  <a:close/>
                  <a:moveTo>
                    <a:pt x="1460" y="887"/>
                  </a:moveTo>
                  <a:lnTo>
                    <a:pt x="1460" y="887"/>
                  </a:lnTo>
                  <a:cubicBezTo>
                    <a:pt x="1468" y="895"/>
                    <a:pt x="1468" y="895"/>
                    <a:pt x="1452" y="952"/>
                  </a:cubicBezTo>
                  <a:cubicBezTo>
                    <a:pt x="1452" y="952"/>
                    <a:pt x="1427" y="1009"/>
                    <a:pt x="1419" y="1009"/>
                  </a:cubicBezTo>
                  <a:cubicBezTo>
                    <a:pt x="1419" y="1001"/>
                    <a:pt x="1435" y="944"/>
                    <a:pt x="1435" y="944"/>
                  </a:cubicBezTo>
                  <a:cubicBezTo>
                    <a:pt x="1451" y="887"/>
                    <a:pt x="1460" y="887"/>
                    <a:pt x="1460" y="887"/>
                  </a:cubicBezTo>
                  <a:close/>
                  <a:moveTo>
                    <a:pt x="1543" y="932"/>
                  </a:moveTo>
                  <a:cubicBezTo>
                    <a:pt x="1545" y="932"/>
                    <a:pt x="1547" y="934"/>
                    <a:pt x="1549" y="936"/>
                  </a:cubicBezTo>
                  <a:cubicBezTo>
                    <a:pt x="1557" y="936"/>
                    <a:pt x="1533" y="993"/>
                    <a:pt x="1533" y="993"/>
                  </a:cubicBezTo>
                  <a:cubicBezTo>
                    <a:pt x="1527" y="1011"/>
                    <a:pt x="1525" y="1018"/>
                    <a:pt x="1525" y="1018"/>
                  </a:cubicBezTo>
                  <a:cubicBezTo>
                    <a:pt x="1524" y="1018"/>
                    <a:pt x="1530" y="990"/>
                    <a:pt x="1524" y="985"/>
                  </a:cubicBezTo>
                  <a:cubicBezTo>
                    <a:pt x="1536" y="943"/>
                    <a:pt x="1539" y="932"/>
                    <a:pt x="1543" y="932"/>
                  </a:cubicBezTo>
                  <a:close/>
                  <a:moveTo>
                    <a:pt x="1233" y="977"/>
                  </a:moveTo>
                  <a:lnTo>
                    <a:pt x="1208" y="1033"/>
                  </a:lnTo>
                  <a:cubicBezTo>
                    <a:pt x="1208" y="1033"/>
                    <a:pt x="1195" y="1053"/>
                    <a:pt x="1192" y="1053"/>
                  </a:cubicBezTo>
                  <a:cubicBezTo>
                    <a:pt x="1190" y="1053"/>
                    <a:pt x="1191" y="1046"/>
                    <a:pt x="1200" y="1025"/>
                  </a:cubicBezTo>
                  <a:cubicBezTo>
                    <a:pt x="1200" y="1025"/>
                    <a:pt x="1233" y="977"/>
                    <a:pt x="1233" y="977"/>
                  </a:cubicBezTo>
                  <a:close/>
                  <a:moveTo>
                    <a:pt x="65" y="1001"/>
                  </a:moveTo>
                  <a:cubicBezTo>
                    <a:pt x="65" y="1001"/>
                    <a:pt x="33" y="1041"/>
                    <a:pt x="0" y="1098"/>
                  </a:cubicBezTo>
                  <a:cubicBezTo>
                    <a:pt x="33" y="1074"/>
                    <a:pt x="57" y="1041"/>
                    <a:pt x="73" y="1001"/>
                  </a:cubicBezTo>
                  <a:close/>
                  <a:moveTo>
                    <a:pt x="2352" y="1130"/>
                  </a:moveTo>
                  <a:lnTo>
                    <a:pt x="2352" y="1130"/>
                  </a:lnTo>
                  <a:cubicBezTo>
                    <a:pt x="2354" y="1130"/>
                    <a:pt x="2349" y="1155"/>
                    <a:pt x="2343" y="1155"/>
                  </a:cubicBezTo>
                  <a:cubicBezTo>
                    <a:pt x="2349" y="1136"/>
                    <a:pt x="2351" y="1130"/>
                    <a:pt x="2352" y="1130"/>
                  </a:cubicBezTo>
                  <a:close/>
                  <a:moveTo>
                    <a:pt x="3543" y="1074"/>
                  </a:moveTo>
                  <a:cubicBezTo>
                    <a:pt x="3551" y="1074"/>
                    <a:pt x="3560" y="1131"/>
                    <a:pt x="3560" y="1131"/>
                  </a:cubicBezTo>
                  <a:cubicBezTo>
                    <a:pt x="3560" y="1131"/>
                    <a:pt x="3560" y="1187"/>
                    <a:pt x="3560" y="1187"/>
                  </a:cubicBezTo>
                  <a:cubicBezTo>
                    <a:pt x="3560" y="1187"/>
                    <a:pt x="3551" y="1131"/>
                    <a:pt x="3543" y="1074"/>
                  </a:cubicBezTo>
                  <a:close/>
                  <a:moveTo>
                    <a:pt x="2295" y="1074"/>
                  </a:moveTo>
                  <a:cubicBezTo>
                    <a:pt x="2295" y="1114"/>
                    <a:pt x="2287" y="1155"/>
                    <a:pt x="2270" y="1195"/>
                  </a:cubicBezTo>
                  <a:lnTo>
                    <a:pt x="2279" y="1131"/>
                  </a:lnTo>
                  <a:lnTo>
                    <a:pt x="2295" y="1074"/>
                  </a:lnTo>
                  <a:close/>
                  <a:moveTo>
                    <a:pt x="3754" y="1066"/>
                  </a:moveTo>
                  <a:cubicBezTo>
                    <a:pt x="3754" y="1066"/>
                    <a:pt x="3762" y="1122"/>
                    <a:pt x="3770" y="1187"/>
                  </a:cubicBezTo>
                  <a:cubicBezTo>
                    <a:pt x="3770" y="1187"/>
                    <a:pt x="3770" y="1213"/>
                    <a:pt x="3768" y="1213"/>
                  </a:cubicBezTo>
                  <a:cubicBezTo>
                    <a:pt x="3767" y="1213"/>
                    <a:pt x="3765" y="1206"/>
                    <a:pt x="3762" y="1187"/>
                  </a:cubicBezTo>
                  <a:lnTo>
                    <a:pt x="3754" y="1122"/>
                  </a:lnTo>
                  <a:cubicBezTo>
                    <a:pt x="3754" y="1102"/>
                    <a:pt x="3754" y="1081"/>
                    <a:pt x="3754" y="1066"/>
                  </a:cubicBezTo>
                  <a:close/>
                  <a:moveTo>
                    <a:pt x="1995" y="1106"/>
                  </a:moveTo>
                  <a:lnTo>
                    <a:pt x="1995" y="1106"/>
                  </a:lnTo>
                  <a:cubicBezTo>
                    <a:pt x="1987" y="1147"/>
                    <a:pt x="1979" y="1187"/>
                    <a:pt x="1962" y="1220"/>
                  </a:cubicBezTo>
                  <a:lnTo>
                    <a:pt x="1970" y="1163"/>
                  </a:lnTo>
                  <a:lnTo>
                    <a:pt x="1995" y="1106"/>
                  </a:lnTo>
                  <a:close/>
                  <a:moveTo>
                    <a:pt x="3413" y="1145"/>
                  </a:moveTo>
                  <a:cubicBezTo>
                    <a:pt x="3414" y="1145"/>
                    <a:pt x="3414" y="1159"/>
                    <a:pt x="3414" y="1187"/>
                  </a:cubicBezTo>
                  <a:cubicBezTo>
                    <a:pt x="3422" y="1244"/>
                    <a:pt x="3422" y="1244"/>
                    <a:pt x="3414" y="1244"/>
                  </a:cubicBezTo>
                  <a:cubicBezTo>
                    <a:pt x="3405" y="1244"/>
                    <a:pt x="3405" y="1244"/>
                    <a:pt x="3405" y="1187"/>
                  </a:cubicBezTo>
                  <a:cubicBezTo>
                    <a:pt x="3410" y="1159"/>
                    <a:pt x="3412" y="1145"/>
                    <a:pt x="3413" y="1145"/>
                  </a:cubicBezTo>
                  <a:close/>
                  <a:moveTo>
                    <a:pt x="3446" y="1187"/>
                  </a:moveTo>
                  <a:cubicBezTo>
                    <a:pt x="3454" y="1187"/>
                    <a:pt x="3454" y="1187"/>
                    <a:pt x="3462" y="1244"/>
                  </a:cubicBezTo>
                  <a:lnTo>
                    <a:pt x="3454" y="1244"/>
                  </a:lnTo>
                  <a:lnTo>
                    <a:pt x="3446" y="1187"/>
                  </a:lnTo>
                  <a:close/>
                  <a:moveTo>
                    <a:pt x="2870" y="1139"/>
                  </a:moveTo>
                  <a:cubicBezTo>
                    <a:pt x="2870" y="1179"/>
                    <a:pt x="2870" y="1220"/>
                    <a:pt x="2862" y="1252"/>
                  </a:cubicBezTo>
                  <a:lnTo>
                    <a:pt x="2854" y="1252"/>
                  </a:lnTo>
                  <a:cubicBezTo>
                    <a:pt x="2862" y="1195"/>
                    <a:pt x="2870" y="1139"/>
                    <a:pt x="2870" y="1139"/>
                  </a:cubicBezTo>
                  <a:close/>
                  <a:moveTo>
                    <a:pt x="3503" y="1187"/>
                  </a:moveTo>
                  <a:cubicBezTo>
                    <a:pt x="3511" y="1187"/>
                    <a:pt x="3511" y="1187"/>
                    <a:pt x="3511" y="1252"/>
                  </a:cubicBezTo>
                  <a:lnTo>
                    <a:pt x="3495" y="1187"/>
                  </a:lnTo>
                  <a:close/>
                  <a:moveTo>
                    <a:pt x="2124" y="1090"/>
                  </a:moveTo>
                  <a:cubicBezTo>
                    <a:pt x="2133" y="1090"/>
                    <a:pt x="2133" y="1090"/>
                    <a:pt x="2116" y="1147"/>
                  </a:cubicBezTo>
                  <a:cubicBezTo>
                    <a:pt x="2108" y="1204"/>
                    <a:pt x="2092" y="1260"/>
                    <a:pt x="2092" y="1260"/>
                  </a:cubicBezTo>
                  <a:cubicBezTo>
                    <a:pt x="2084" y="1260"/>
                    <a:pt x="2116" y="1147"/>
                    <a:pt x="2124" y="1090"/>
                  </a:cubicBezTo>
                  <a:close/>
                  <a:moveTo>
                    <a:pt x="2651" y="1155"/>
                  </a:moveTo>
                  <a:lnTo>
                    <a:pt x="2651" y="1163"/>
                  </a:lnTo>
                  <a:cubicBezTo>
                    <a:pt x="2660" y="1163"/>
                    <a:pt x="2660" y="1163"/>
                    <a:pt x="2651" y="1220"/>
                  </a:cubicBezTo>
                  <a:cubicBezTo>
                    <a:pt x="2651" y="1277"/>
                    <a:pt x="2635" y="1277"/>
                    <a:pt x="2635" y="1277"/>
                  </a:cubicBezTo>
                  <a:cubicBezTo>
                    <a:pt x="2627" y="1236"/>
                    <a:pt x="2635" y="1195"/>
                    <a:pt x="2651" y="1155"/>
                  </a:cubicBezTo>
                  <a:close/>
                  <a:moveTo>
                    <a:pt x="3496" y="1284"/>
                  </a:moveTo>
                  <a:lnTo>
                    <a:pt x="3496" y="1284"/>
                  </a:lnTo>
                  <a:cubicBezTo>
                    <a:pt x="3496" y="1284"/>
                    <a:pt x="3495" y="1290"/>
                    <a:pt x="3495" y="1309"/>
                  </a:cubicBezTo>
                  <a:cubicBezTo>
                    <a:pt x="3500" y="1309"/>
                    <a:pt x="3498" y="1284"/>
                    <a:pt x="3496" y="1284"/>
                  </a:cubicBezTo>
                  <a:close/>
                  <a:moveTo>
                    <a:pt x="3446" y="1432"/>
                  </a:moveTo>
                  <a:cubicBezTo>
                    <a:pt x="3446" y="1447"/>
                    <a:pt x="3446" y="1465"/>
                    <a:pt x="3446" y="1487"/>
                  </a:cubicBezTo>
                  <a:cubicBezTo>
                    <a:pt x="3453" y="1511"/>
                    <a:pt x="3455" y="1525"/>
                    <a:pt x="3455" y="1525"/>
                  </a:cubicBezTo>
                  <a:cubicBezTo>
                    <a:pt x="3456" y="1525"/>
                    <a:pt x="3451" y="1497"/>
                    <a:pt x="3446" y="1432"/>
                  </a:cubicBezTo>
                  <a:close/>
                  <a:moveTo>
                    <a:pt x="697" y="1"/>
                  </a:moveTo>
                  <a:cubicBezTo>
                    <a:pt x="697" y="1"/>
                    <a:pt x="689" y="13"/>
                    <a:pt x="673" y="36"/>
                  </a:cubicBezTo>
                  <a:cubicBezTo>
                    <a:pt x="633" y="85"/>
                    <a:pt x="600" y="133"/>
                    <a:pt x="568" y="182"/>
                  </a:cubicBezTo>
                  <a:cubicBezTo>
                    <a:pt x="576" y="190"/>
                    <a:pt x="576" y="190"/>
                    <a:pt x="543" y="239"/>
                  </a:cubicBezTo>
                  <a:lnTo>
                    <a:pt x="535" y="231"/>
                  </a:lnTo>
                  <a:cubicBezTo>
                    <a:pt x="533" y="231"/>
                    <a:pt x="531" y="230"/>
                    <a:pt x="529" y="230"/>
                  </a:cubicBezTo>
                  <a:cubicBezTo>
                    <a:pt x="523" y="230"/>
                    <a:pt x="513" y="234"/>
                    <a:pt x="479" y="263"/>
                  </a:cubicBezTo>
                  <a:cubicBezTo>
                    <a:pt x="445" y="303"/>
                    <a:pt x="395" y="371"/>
                    <a:pt x="401" y="371"/>
                  </a:cubicBezTo>
                  <a:cubicBezTo>
                    <a:pt x="403" y="371"/>
                    <a:pt x="407" y="368"/>
                    <a:pt x="414" y="360"/>
                  </a:cubicBezTo>
                  <a:lnTo>
                    <a:pt x="414" y="360"/>
                  </a:lnTo>
                  <a:lnTo>
                    <a:pt x="381" y="409"/>
                  </a:lnTo>
                  <a:cubicBezTo>
                    <a:pt x="327" y="484"/>
                    <a:pt x="303" y="523"/>
                    <a:pt x="307" y="523"/>
                  </a:cubicBezTo>
                  <a:cubicBezTo>
                    <a:pt x="310" y="523"/>
                    <a:pt x="338" y="488"/>
                    <a:pt x="389" y="417"/>
                  </a:cubicBezTo>
                  <a:cubicBezTo>
                    <a:pt x="447" y="337"/>
                    <a:pt x="474" y="301"/>
                    <a:pt x="474" y="301"/>
                  </a:cubicBezTo>
                  <a:lnTo>
                    <a:pt x="474" y="301"/>
                  </a:lnTo>
                  <a:cubicBezTo>
                    <a:pt x="475" y="301"/>
                    <a:pt x="459" y="325"/>
                    <a:pt x="430" y="368"/>
                  </a:cubicBezTo>
                  <a:cubicBezTo>
                    <a:pt x="357" y="466"/>
                    <a:pt x="365" y="474"/>
                    <a:pt x="365" y="474"/>
                  </a:cubicBezTo>
                  <a:cubicBezTo>
                    <a:pt x="373" y="482"/>
                    <a:pt x="373" y="482"/>
                    <a:pt x="341" y="531"/>
                  </a:cubicBezTo>
                  <a:cubicBezTo>
                    <a:pt x="316" y="563"/>
                    <a:pt x="292" y="595"/>
                    <a:pt x="276" y="636"/>
                  </a:cubicBezTo>
                  <a:cubicBezTo>
                    <a:pt x="284" y="636"/>
                    <a:pt x="284" y="636"/>
                    <a:pt x="316" y="587"/>
                  </a:cubicBezTo>
                  <a:cubicBezTo>
                    <a:pt x="330" y="568"/>
                    <a:pt x="339" y="556"/>
                    <a:pt x="341" y="556"/>
                  </a:cubicBezTo>
                  <a:lnTo>
                    <a:pt x="341" y="556"/>
                  </a:lnTo>
                  <a:cubicBezTo>
                    <a:pt x="343" y="556"/>
                    <a:pt x="331" y="581"/>
                    <a:pt x="292" y="644"/>
                  </a:cubicBezTo>
                  <a:cubicBezTo>
                    <a:pt x="279" y="664"/>
                    <a:pt x="271" y="676"/>
                    <a:pt x="271" y="676"/>
                  </a:cubicBezTo>
                  <a:cubicBezTo>
                    <a:pt x="272" y="676"/>
                    <a:pt x="290" y="652"/>
                    <a:pt x="333" y="595"/>
                  </a:cubicBezTo>
                  <a:cubicBezTo>
                    <a:pt x="363" y="550"/>
                    <a:pt x="381" y="527"/>
                    <a:pt x="385" y="527"/>
                  </a:cubicBezTo>
                  <a:lnTo>
                    <a:pt x="385" y="527"/>
                  </a:lnTo>
                  <a:cubicBezTo>
                    <a:pt x="389" y="527"/>
                    <a:pt x="375" y="556"/>
                    <a:pt x="341" y="612"/>
                  </a:cubicBezTo>
                  <a:lnTo>
                    <a:pt x="349" y="612"/>
                  </a:lnTo>
                  <a:cubicBezTo>
                    <a:pt x="381" y="587"/>
                    <a:pt x="406" y="555"/>
                    <a:pt x="422" y="523"/>
                  </a:cubicBezTo>
                  <a:cubicBezTo>
                    <a:pt x="464" y="462"/>
                    <a:pt x="482" y="436"/>
                    <a:pt x="483" y="436"/>
                  </a:cubicBezTo>
                  <a:lnTo>
                    <a:pt x="483" y="436"/>
                  </a:lnTo>
                  <a:cubicBezTo>
                    <a:pt x="484" y="436"/>
                    <a:pt x="476" y="450"/>
                    <a:pt x="462" y="474"/>
                  </a:cubicBezTo>
                  <a:lnTo>
                    <a:pt x="398" y="579"/>
                  </a:lnTo>
                  <a:cubicBezTo>
                    <a:pt x="365" y="628"/>
                    <a:pt x="373" y="628"/>
                    <a:pt x="373" y="636"/>
                  </a:cubicBezTo>
                  <a:cubicBezTo>
                    <a:pt x="375" y="636"/>
                    <a:pt x="377" y="637"/>
                    <a:pt x="380" y="637"/>
                  </a:cubicBezTo>
                  <a:cubicBezTo>
                    <a:pt x="387" y="637"/>
                    <a:pt x="397" y="632"/>
                    <a:pt x="422" y="596"/>
                  </a:cubicBezTo>
                  <a:lnTo>
                    <a:pt x="422" y="596"/>
                  </a:lnTo>
                  <a:lnTo>
                    <a:pt x="389" y="644"/>
                  </a:lnTo>
                  <a:cubicBezTo>
                    <a:pt x="389" y="644"/>
                    <a:pt x="398" y="652"/>
                    <a:pt x="373" y="709"/>
                  </a:cubicBezTo>
                  <a:cubicBezTo>
                    <a:pt x="368" y="721"/>
                    <a:pt x="368" y="727"/>
                    <a:pt x="371" y="727"/>
                  </a:cubicBezTo>
                  <a:cubicBezTo>
                    <a:pt x="382" y="727"/>
                    <a:pt x="440" y="652"/>
                    <a:pt x="479" y="563"/>
                  </a:cubicBezTo>
                  <a:cubicBezTo>
                    <a:pt x="479" y="563"/>
                    <a:pt x="479" y="563"/>
                    <a:pt x="487" y="571"/>
                  </a:cubicBezTo>
                  <a:cubicBezTo>
                    <a:pt x="487" y="571"/>
                    <a:pt x="519" y="523"/>
                    <a:pt x="519" y="523"/>
                  </a:cubicBezTo>
                  <a:cubicBezTo>
                    <a:pt x="552" y="474"/>
                    <a:pt x="560" y="474"/>
                    <a:pt x="560" y="474"/>
                  </a:cubicBezTo>
                  <a:lnTo>
                    <a:pt x="560" y="474"/>
                  </a:lnTo>
                  <a:lnTo>
                    <a:pt x="495" y="579"/>
                  </a:lnTo>
                  <a:cubicBezTo>
                    <a:pt x="432" y="666"/>
                    <a:pt x="401" y="721"/>
                    <a:pt x="406" y="721"/>
                  </a:cubicBezTo>
                  <a:cubicBezTo>
                    <a:pt x="410" y="721"/>
                    <a:pt x="431" y="695"/>
                    <a:pt x="470" y="636"/>
                  </a:cubicBezTo>
                  <a:lnTo>
                    <a:pt x="470" y="636"/>
                  </a:lnTo>
                  <a:cubicBezTo>
                    <a:pt x="454" y="660"/>
                    <a:pt x="454" y="660"/>
                    <a:pt x="438" y="685"/>
                  </a:cubicBezTo>
                  <a:cubicBezTo>
                    <a:pt x="420" y="711"/>
                    <a:pt x="415" y="725"/>
                    <a:pt x="420" y="725"/>
                  </a:cubicBezTo>
                  <a:cubicBezTo>
                    <a:pt x="424" y="725"/>
                    <a:pt x="436" y="715"/>
                    <a:pt x="454" y="693"/>
                  </a:cubicBezTo>
                  <a:cubicBezTo>
                    <a:pt x="495" y="652"/>
                    <a:pt x="527" y="604"/>
                    <a:pt x="560" y="555"/>
                  </a:cubicBezTo>
                  <a:cubicBezTo>
                    <a:pt x="585" y="511"/>
                    <a:pt x="590" y="506"/>
                    <a:pt x="592" y="506"/>
                  </a:cubicBezTo>
                  <a:cubicBezTo>
                    <a:pt x="592" y="506"/>
                    <a:pt x="592" y="506"/>
                    <a:pt x="592" y="506"/>
                  </a:cubicBezTo>
                  <a:cubicBezTo>
                    <a:pt x="600" y="506"/>
                    <a:pt x="600" y="506"/>
                    <a:pt x="568" y="555"/>
                  </a:cubicBezTo>
                  <a:cubicBezTo>
                    <a:pt x="533" y="611"/>
                    <a:pt x="520" y="639"/>
                    <a:pt x="524" y="639"/>
                  </a:cubicBezTo>
                  <a:cubicBezTo>
                    <a:pt x="527" y="639"/>
                    <a:pt x="545" y="617"/>
                    <a:pt x="576" y="571"/>
                  </a:cubicBezTo>
                  <a:lnTo>
                    <a:pt x="576" y="571"/>
                  </a:lnTo>
                  <a:lnTo>
                    <a:pt x="543" y="620"/>
                  </a:lnTo>
                  <a:cubicBezTo>
                    <a:pt x="524" y="658"/>
                    <a:pt x="500" y="702"/>
                    <a:pt x="519" y="702"/>
                  </a:cubicBezTo>
                  <a:cubicBezTo>
                    <a:pt x="524" y="702"/>
                    <a:pt x="532" y="699"/>
                    <a:pt x="543" y="693"/>
                  </a:cubicBezTo>
                  <a:cubicBezTo>
                    <a:pt x="560" y="701"/>
                    <a:pt x="576" y="709"/>
                    <a:pt x="543" y="766"/>
                  </a:cubicBezTo>
                  <a:cubicBezTo>
                    <a:pt x="537" y="775"/>
                    <a:pt x="535" y="779"/>
                    <a:pt x="537" y="779"/>
                  </a:cubicBezTo>
                  <a:cubicBezTo>
                    <a:pt x="542" y="779"/>
                    <a:pt x="606" y="706"/>
                    <a:pt x="665" y="628"/>
                  </a:cubicBezTo>
                  <a:lnTo>
                    <a:pt x="665" y="628"/>
                  </a:lnTo>
                  <a:cubicBezTo>
                    <a:pt x="633" y="677"/>
                    <a:pt x="633" y="685"/>
                    <a:pt x="649" y="693"/>
                  </a:cubicBezTo>
                  <a:cubicBezTo>
                    <a:pt x="657" y="701"/>
                    <a:pt x="657" y="701"/>
                    <a:pt x="625" y="750"/>
                  </a:cubicBezTo>
                  <a:cubicBezTo>
                    <a:pt x="592" y="798"/>
                    <a:pt x="576" y="822"/>
                    <a:pt x="577" y="822"/>
                  </a:cubicBezTo>
                  <a:cubicBezTo>
                    <a:pt x="578" y="822"/>
                    <a:pt x="596" y="798"/>
                    <a:pt x="633" y="750"/>
                  </a:cubicBezTo>
                  <a:cubicBezTo>
                    <a:pt x="655" y="716"/>
                    <a:pt x="668" y="701"/>
                    <a:pt x="673" y="701"/>
                  </a:cubicBezTo>
                  <a:lnTo>
                    <a:pt x="673" y="701"/>
                  </a:lnTo>
                  <a:cubicBezTo>
                    <a:pt x="681" y="701"/>
                    <a:pt x="661" y="751"/>
                    <a:pt x="625" y="814"/>
                  </a:cubicBezTo>
                  <a:cubicBezTo>
                    <a:pt x="592" y="871"/>
                    <a:pt x="592" y="871"/>
                    <a:pt x="608" y="879"/>
                  </a:cubicBezTo>
                  <a:cubicBezTo>
                    <a:pt x="628" y="849"/>
                    <a:pt x="639" y="841"/>
                    <a:pt x="646" y="841"/>
                  </a:cubicBezTo>
                  <a:cubicBezTo>
                    <a:pt x="651" y="841"/>
                    <a:pt x="654" y="844"/>
                    <a:pt x="657" y="847"/>
                  </a:cubicBezTo>
                  <a:cubicBezTo>
                    <a:pt x="660" y="849"/>
                    <a:pt x="663" y="850"/>
                    <a:pt x="666" y="850"/>
                  </a:cubicBezTo>
                  <a:cubicBezTo>
                    <a:pt x="676" y="850"/>
                    <a:pt x="685" y="832"/>
                    <a:pt x="730" y="750"/>
                  </a:cubicBezTo>
                  <a:cubicBezTo>
                    <a:pt x="774" y="667"/>
                    <a:pt x="789" y="649"/>
                    <a:pt x="797" y="649"/>
                  </a:cubicBezTo>
                  <a:cubicBezTo>
                    <a:pt x="799" y="649"/>
                    <a:pt x="801" y="650"/>
                    <a:pt x="803" y="652"/>
                  </a:cubicBezTo>
                  <a:cubicBezTo>
                    <a:pt x="811" y="660"/>
                    <a:pt x="811" y="660"/>
                    <a:pt x="779" y="709"/>
                  </a:cubicBezTo>
                  <a:cubicBezTo>
                    <a:pt x="779" y="709"/>
                    <a:pt x="754" y="766"/>
                    <a:pt x="762" y="774"/>
                  </a:cubicBezTo>
                  <a:cubicBezTo>
                    <a:pt x="770" y="774"/>
                    <a:pt x="770" y="774"/>
                    <a:pt x="738" y="831"/>
                  </a:cubicBezTo>
                  <a:cubicBezTo>
                    <a:pt x="738" y="831"/>
                    <a:pt x="714" y="887"/>
                    <a:pt x="730" y="895"/>
                  </a:cubicBezTo>
                  <a:cubicBezTo>
                    <a:pt x="738" y="895"/>
                    <a:pt x="746" y="904"/>
                    <a:pt x="714" y="960"/>
                  </a:cubicBezTo>
                  <a:cubicBezTo>
                    <a:pt x="722" y="960"/>
                    <a:pt x="722" y="960"/>
                    <a:pt x="746" y="904"/>
                  </a:cubicBezTo>
                  <a:cubicBezTo>
                    <a:pt x="767" y="872"/>
                    <a:pt x="789" y="840"/>
                    <a:pt x="798" y="840"/>
                  </a:cubicBezTo>
                  <a:cubicBezTo>
                    <a:pt x="804" y="840"/>
                    <a:pt x="806" y="849"/>
                    <a:pt x="803" y="871"/>
                  </a:cubicBezTo>
                  <a:cubicBezTo>
                    <a:pt x="806" y="871"/>
                    <a:pt x="810" y="873"/>
                    <a:pt x="815" y="873"/>
                  </a:cubicBezTo>
                  <a:cubicBezTo>
                    <a:pt x="824" y="873"/>
                    <a:pt x="836" y="867"/>
                    <a:pt x="852" y="831"/>
                  </a:cubicBezTo>
                  <a:cubicBezTo>
                    <a:pt x="860" y="831"/>
                    <a:pt x="860" y="831"/>
                    <a:pt x="827" y="887"/>
                  </a:cubicBezTo>
                  <a:cubicBezTo>
                    <a:pt x="802" y="942"/>
                    <a:pt x="792" y="971"/>
                    <a:pt x="797" y="971"/>
                  </a:cubicBezTo>
                  <a:cubicBezTo>
                    <a:pt x="802" y="971"/>
                    <a:pt x="820" y="946"/>
                    <a:pt x="852" y="895"/>
                  </a:cubicBezTo>
                  <a:cubicBezTo>
                    <a:pt x="863" y="872"/>
                    <a:pt x="871" y="860"/>
                    <a:pt x="874" y="860"/>
                  </a:cubicBezTo>
                  <a:lnTo>
                    <a:pt x="874" y="860"/>
                  </a:lnTo>
                  <a:cubicBezTo>
                    <a:pt x="876" y="860"/>
                    <a:pt x="872" y="874"/>
                    <a:pt x="860" y="904"/>
                  </a:cubicBezTo>
                  <a:cubicBezTo>
                    <a:pt x="860" y="904"/>
                    <a:pt x="868" y="904"/>
                    <a:pt x="900" y="855"/>
                  </a:cubicBezTo>
                  <a:cubicBezTo>
                    <a:pt x="912" y="832"/>
                    <a:pt x="918" y="819"/>
                    <a:pt x="919" y="819"/>
                  </a:cubicBezTo>
                  <a:lnTo>
                    <a:pt x="919" y="819"/>
                  </a:lnTo>
                  <a:cubicBezTo>
                    <a:pt x="921" y="819"/>
                    <a:pt x="917" y="834"/>
                    <a:pt x="908" y="863"/>
                  </a:cubicBezTo>
                  <a:cubicBezTo>
                    <a:pt x="884" y="920"/>
                    <a:pt x="884" y="920"/>
                    <a:pt x="892" y="928"/>
                  </a:cubicBezTo>
                  <a:cubicBezTo>
                    <a:pt x="906" y="911"/>
                    <a:pt x="921" y="904"/>
                    <a:pt x="933" y="904"/>
                  </a:cubicBezTo>
                  <a:cubicBezTo>
                    <a:pt x="957" y="904"/>
                    <a:pt x="973" y="931"/>
                    <a:pt x="957" y="968"/>
                  </a:cubicBezTo>
                  <a:cubicBezTo>
                    <a:pt x="980" y="927"/>
                    <a:pt x="987" y="916"/>
                    <a:pt x="992" y="916"/>
                  </a:cubicBezTo>
                  <a:cubicBezTo>
                    <a:pt x="994" y="916"/>
                    <a:pt x="995" y="918"/>
                    <a:pt x="997" y="920"/>
                  </a:cubicBezTo>
                  <a:cubicBezTo>
                    <a:pt x="978" y="961"/>
                    <a:pt x="972" y="979"/>
                    <a:pt x="974" y="979"/>
                  </a:cubicBezTo>
                  <a:cubicBezTo>
                    <a:pt x="977" y="979"/>
                    <a:pt x="1000" y="935"/>
                    <a:pt x="1030" y="871"/>
                  </a:cubicBezTo>
                  <a:lnTo>
                    <a:pt x="1022" y="863"/>
                  </a:lnTo>
                  <a:cubicBezTo>
                    <a:pt x="1043" y="818"/>
                    <a:pt x="1058" y="793"/>
                    <a:pt x="1061" y="793"/>
                  </a:cubicBezTo>
                  <a:lnTo>
                    <a:pt x="1061" y="793"/>
                  </a:lnTo>
                  <a:cubicBezTo>
                    <a:pt x="1066" y="793"/>
                    <a:pt x="1052" y="836"/>
                    <a:pt x="1006" y="928"/>
                  </a:cubicBezTo>
                  <a:cubicBezTo>
                    <a:pt x="985" y="981"/>
                    <a:pt x="975" y="1007"/>
                    <a:pt x="977" y="1007"/>
                  </a:cubicBezTo>
                  <a:cubicBezTo>
                    <a:pt x="979" y="1007"/>
                    <a:pt x="993" y="981"/>
                    <a:pt x="1022" y="928"/>
                  </a:cubicBezTo>
                  <a:cubicBezTo>
                    <a:pt x="1049" y="877"/>
                    <a:pt x="1063" y="853"/>
                    <a:pt x="1065" y="853"/>
                  </a:cubicBezTo>
                  <a:lnTo>
                    <a:pt x="1065" y="853"/>
                  </a:lnTo>
                  <a:cubicBezTo>
                    <a:pt x="1067" y="853"/>
                    <a:pt x="1055" y="881"/>
                    <a:pt x="1030" y="936"/>
                  </a:cubicBezTo>
                  <a:cubicBezTo>
                    <a:pt x="1005" y="994"/>
                    <a:pt x="993" y="1022"/>
                    <a:pt x="995" y="1022"/>
                  </a:cubicBezTo>
                  <a:cubicBezTo>
                    <a:pt x="996" y="1022"/>
                    <a:pt x="1010" y="996"/>
                    <a:pt x="1038" y="944"/>
                  </a:cubicBezTo>
                  <a:cubicBezTo>
                    <a:pt x="1101" y="828"/>
                    <a:pt x="1139" y="761"/>
                    <a:pt x="1144" y="761"/>
                  </a:cubicBezTo>
                  <a:lnTo>
                    <a:pt x="1144" y="761"/>
                  </a:lnTo>
                  <a:cubicBezTo>
                    <a:pt x="1148" y="761"/>
                    <a:pt x="1130" y="805"/>
                    <a:pt x="1087" y="904"/>
                  </a:cubicBezTo>
                  <a:cubicBezTo>
                    <a:pt x="1054" y="952"/>
                    <a:pt x="1038" y="1009"/>
                    <a:pt x="1022" y="1066"/>
                  </a:cubicBezTo>
                  <a:cubicBezTo>
                    <a:pt x="1046" y="1033"/>
                    <a:pt x="1062" y="1001"/>
                    <a:pt x="1079" y="960"/>
                  </a:cubicBezTo>
                  <a:cubicBezTo>
                    <a:pt x="1098" y="909"/>
                    <a:pt x="1111" y="882"/>
                    <a:pt x="1113" y="882"/>
                  </a:cubicBezTo>
                  <a:lnTo>
                    <a:pt x="1113" y="882"/>
                  </a:lnTo>
                  <a:cubicBezTo>
                    <a:pt x="1115" y="882"/>
                    <a:pt x="1107" y="911"/>
                    <a:pt x="1087" y="968"/>
                  </a:cubicBezTo>
                  <a:cubicBezTo>
                    <a:pt x="1054" y="1066"/>
                    <a:pt x="1043" y="1111"/>
                    <a:pt x="1052" y="1111"/>
                  </a:cubicBezTo>
                  <a:cubicBezTo>
                    <a:pt x="1058" y="1111"/>
                    <a:pt x="1075" y="1086"/>
                    <a:pt x="1103" y="1041"/>
                  </a:cubicBezTo>
                  <a:cubicBezTo>
                    <a:pt x="1133" y="996"/>
                    <a:pt x="1153" y="973"/>
                    <a:pt x="1159" y="973"/>
                  </a:cubicBezTo>
                  <a:lnTo>
                    <a:pt x="1159" y="973"/>
                  </a:lnTo>
                  <a:cubicBezTo>
                    <a:pt x="1165" y="973"/>
                    <a:pt x="1153" y="1002"/>
                    <a:pt x="1119" y="1058"/>
                  </a:cubicBezTo>
                  <a:cubicBezTo>
                    <a:pt x="1086" y="1115"/>
                    <a:pt x="1072" y="1138"/>
                    <a:pt x="1073" y="1138"/>
                  </a:cubicBezTo>
                  <a:cubicBezTo>
                    <a:pt x="1073" y="1138"/>
                    <a:pt x="1081" y="1126"/>
                    <a:pt x="1095" y="1106"/>
                  </a:cubicBezTo>
                  <a:lnTo>
                    <a:pt x="1119" y="1122"/>
                  </a:lnTo>
                  <a:cubicBezTo>
                    <a:pt x="1135" y="1101"/>
                    <a:pt x="1151" y="1080"/>
                    <a:pt x="1162" y="1056"/>
                  </a:cubicBezTo>
                  <a:lnTo>
                    <a:pt x="1162" y="1056"/>
                  </a:lnTo>
                  <a:cubicBezTo>
                    <a:pt x="1146" y="1106"/>
                    <a:pt x="1139" y="1138"/>
                    <a:pt x="1146" y="1138"/>
                  </a:cubicBezTo>
                  <a:cubicBezTo>
                    <a:pt x="1151" y="1138"/>
                    <a:pt x="1163" y="1121"/>
                    <a:pt x="1184" y="1082"/>
                  </a:cubicBezTo>
                  <a:lnTo>
                    <a:pt x="1192" y="1090"/>
                  </a:lnTo>
                  <a:cubicBezTo>
                    <a:pt x="1192" y="1090"/>
                    <a:pt x="1192" y="1090"/>
                    <a:pt x="1224" y="1041"/>
                  </a:cubicBezTo>
                  <a:cubicBezTo>
                    <a:pt x="1231" y="1026"/>
                    <a:pt x="1235" y="1019"/>
                    <a:pt x="1236" y="1019"/>
                  </a:cubicBezTo>
                  <a:lnTo>
                    <a:pt x="1236" y="1019"/>
                  </a:lnTo>
                  <a:cubicBezTo>
                    <a:pt x="1240" y="1019"/>
                    <a:pt x="1228" y="1065"/>
                    <a:pt x="1216" y="1106"/>
                  </a:cubicBezTo>
                  <a:cubicBezTo>
                    <a:pt x="1210" y="1127"/>
                    <a:pt x="1205" y="1148"/>
                    <a:pt x="1200" y="1163"/>
                  </a:cubicBezTo>
                  <a:lnTo>
                    <a:pt x="1200" y="1163"/>
                  </a:lnTo>
                  <a:cubicBezTo>
                    <a:pt x="1224" y="1106"/>
                    <a:pt x="1257" y="1058"/>
                    <a:pt x="1289" y="1009"/>
                  </a:cubicBezTo>
                  <a:cubicBezTo>
                    <a:pt x="1296" y="992"/>
                    <a:pt x="1300" y="985"/>
                    <a:pt x="1301" y="985"/>
                  </a:cubicBezTo>
                  <a:lnTo>
                    <a:pt x="1301" y="985"/>
                  </a:lnTo>
                  <a:cubicBezTo>
                    <a:pt x="1303" y="985"/>
                    <a:pt x="1288" y="1026"/>
                    <a:pt x="1265" y="1066"/>
                  </a:cubicBezTo>
                  <a:cubicBezTo>
                    <a:pt x="1249" y="1098"/>
                    <a:pt x="1241" y="1139"/>
                    <a:pt x="1233" y="1179"/>
                  </a:cubicBezTo>
                  <a:cubicBezTo>
                    <a:pt x="1234" y="1179"/>
                    <a:pt x="1236" y="1180"/>
                    <a:pt x="1238" y="1180"/>
                  </a:cubicBezTo>
                  <a:cubicBezTo>
                    <a:pt x="1245" y="1180"/>
                    <a:pt x="1254" y="1175"/>
                    <a:pt x="1273" y="1131"/>
                  </a:cubicBezTo>
                  <a:cubicBezTo>
                    <a:pt x="1280" y="1106"/>
                    <a:pt x="1290" y="1095"/>
                    <a:pt x="1298" y="1095"/>
                  </a:cubicBezTo>
                  <a:cubicBezTo>
                    <a:pt x="1308" y="1095"/>
                    <a:pt x="1315" y="1114"/>
                    <a:pt x="1306" y="1147"/>
                  </a:cubicBezTo>
                  <a:lnTo>
                    <a:pt x="1314" y="1155"/>
                  </a:lnTo>
                  <a:cubicBezTo>
                    <a:pt x="1322" y="1155"/>
                    <a:pt x="1346" y="1106"/>
                    <a:pt x="1354" y="1106"/>
                  </a:cubicBezTo>
                  <a:cubicBezTo>
                    <a:pt x="1354" y="1106"/>
                    <a:pt x="1354" y="1106"/>
                    <a:pt x="1387" y="1058"/>
                  </a:cubicBezTo>
                  <a:lnTo>
                    <a:pt x="1387" y="1058"/>
                  </a:lnTo>
                  <a:cubicBezTo>
                    <a:pt x="1387" y="1058"/>
                    <a:pt x="1395" y="1058"/>
                    <a:pt x="1370" y="1114"/>
                  </a:cubicBezTo>
                  <a:cubicBezTo>
                    <a:pt x="1394" y="1063"/>
                    <a:pt x="1406" y="1036"/>
                    <a:pt x="1409" y="1036"/>
                  </a:cubicBezTo>
                  <a:lnTo>
                    <a:pt x="1409" y="1036"/>
                  </a:lnTo>
                  <a:cubicBezTo>
                    <a:pt x="1411" y="1036"/>
                    <a:pt x="1403" y="1065"/>
                    <a:pt x="1387" y="1122"/>
                  </a:cubicBezTo>
                  <a:cubicBezTo>
                    <a:pt x="1398" y="1095"/>
                    <a:pt x="1404" y="1081"/>
                    <a:pt x="1406" y="1081"/>
                  </a:cubicBezTo>
                  <a:lnTo>
                    <a:pt x="1406" y="1081"/>
                  </a:lnTo>
                  <a:cubicBezTo>
                    <a:pt x="1407" y="1081"/>
                    <a:pt x="1403" y="1097"/>
                    <a:pt x="1395" y="1131"/>
                  </a:cubicBezTo>
                  <a:cubicBezTo>
                    <a:pt x="1386" y="1156"/>
                    <a:pt x="1382" y="1170"/>
                    <a:pt x="1384" y="1170"/>
                  </a:cubicBezTo>
                  <a:cubicBezTo>
                    <a:pt x="1385" y="1170"/>
                    <a:pt x="1391" y="1158"/>
                    <a:pt x="1403" y="1131"/>
                  </a:cubicBezTo>
                  <a:cubicBezTo>
                    <a:pt x="1432" y="1062"/>
                    <a:pt x="1456" y="1017"/>
                    <a:pt x="1461" y="1017"/>
                  </a:cubicBezTo>
                  <a:lnTo>
                    <a:pt x="1461" y="1017"/>
                  </a:lnTo>
                  <a:cubicBezTo>
                    <a:pt x="1464" y="1017"/>
                    <a:pt x="1460" y="1037"/>
                    <a:pt x="1443" y="1082"/>
                  </a:cubicBezTo>
                  <a:cubicBezTo>
                    <a:pt x="1443" y="1082"/>
                    <a:pt x="1452" y="1082"/>
                    <a:pt x="1476" y="1033"/>
                  </a:cubicBezTo>
                  <a:lnTo>
                    <a:pt x="1476" y="1033"/>
                  </a:lnTo>
                  <a:cubicBezTo>
                    <a:pt x="1459" y="1091"/>
                    <a:pt x="1453" y="1119"/>
                    <a:pt x="1457" y="1119"/>
                  </a:cubicBezTo>
                  <a:cubicBezTo>
                    <a:pt x="1460" y="1119"/>
                    <a:pt x="1472" y="1093"/>
                    <a:pt x="1492" y="1041"/>
                  </a:cubicBezTo>
                  <a:cubicBezTo>
                    <a:pt x="1492" y="1041"/>
                    <a:pt x="1503" y="1016"/>
                    <a:pt x="1505" y="1016"/>
                  </a:cubicBezTo>
                  <a:lnTo>
                    <a:pt x="1505" y="1016"/>
                  </a:lnTo>
                  <a:cubicBezTo>
                    <a:pt x="1506" y="1016"/>
                    <a:pt x="1506" y="1022"/>
                    <a:pt x="1500" y="1041"/>
                  </a:cubicBezTo>
                  <a:cubicBezTo>
                    <a:pt x="1495" y="1081"/>
                    <a:pt x="1496" y="1123"/>
                    <a:pt x="1507" y="1123"/>
                  </a:cubicBezTo>
                  <a:cubicBezTo>
                    <a:pt x="1514" y="1123"/>
                    <a:pt x="1525" y="1105"/>
                    <a:pt x="1541" y="1058"/>
                  </a:cubicBezTo>
                  <a:lnTo>
                    <a:pt x="1549" y="1066"/>
                  </a:lnTo>
                  <a:cubicBezTo>
                    <a:pt x="1544" y="1096"/>
                    <a:pt x="1542" y="1113"/>
                    <a:pt x="1546" y="1113"/>
                  </a:cubicBezTo>
                  <a:cubicBezTo>
                    <a:pt x="1550" y="1113"/>
                    <a:pt x="1558" y="1100"/>
                    <a:pt x="1573" y="1074"/>
                  </a:cubicBezTo>
                  <a:lnTo>
                    <a:pt x="1589" y="1017"/>
                  </a:lnTo>
                  <a:lnTo>
                    <a:pt x="1589" y="1017"/>
                  </a:lnTo>
                  <a:cubicBezTo>
                    <a:pt x="1581" y="1058"/>
                    <a:pt x="1565" y="1098"/>
                    <a:pt x="1565" y="1139"/>
                  </a:cubicBezTo>
                  <a:cubicBezTo>
                    <a:pt x="1573" y="1139"/>
                    <a:pt x="1573" y="1139"/>
                    <a:pt x="1589" y="1082"/>
                  </a:cubicBezTo>
                  <a:cubicBezTo>
                    <a:pt x="1606" y="1025"/>
                    <a:pt x="1606" y="1025"/>
                    <a:pt x="1614" y="1025"/>
                  </a:cubicBezTo>
                  <a:cubicBezTo>
                    <a:pt x="1614" y="1066"/>
                    <a:pt x="1597" y="1106"/>
                    <a:pt x="1581" y="1147"/>
                  </a:cubicBezTo>
                  <a:lnTo>
                    <a:pt x="1589" y="1147"/>
                  </a:lnTo>
                  <a:cubicBezTo>
                    <a:pt x="1612" y="1082"/>
                    <a:pt x="1622" y="1054"/>
                    <a:pt x="1624" y="1054"/>
                  </a:cubicBezTo>
                  <a:lnTo>
                    <a:pt x="1624" y="1054"/>
                  </a:lnTo>
                  <a:cubicBezTo>
                    <a:pt x="1625" y="1054"/>
                    <a:pt x="1621" y="1070"/>
                    <a:pt x="1614" y="1098"/>
                  </a:cubicBezTo>
                  <a:cubicBezTo>
                    <a:pt x="1597" y="1155"/>
                    <a:pt x="1606" y="1155"/>
                    <a:pt x="1614" y="1155"/>
                  </a:cubicBezTo>
                  <a:cubicBezTo>
                    <a:pt x="1619" y="1137"/>
                    <a:pt x="1621" y="1131"/>
                    <a:pt x="1621" y="1131"/>
                  </a:cubicBezTo>
                  <a:lnTo>
                    <a:pt x="1621" y="1131"/>
                  </a:lnTo>
                  <a:cubicBezTo>
                    <a:pt x="1621" y="1131"/>
                    <a:pt x="1615" y="1156"/>
                    <a:pt x="1614" y="1156"/>
                  </a:cubicBezTo>
                  <a:cubicBezTo>
                    <a:pt x="1614" y="1156"/>
                    <a:pt x="1614" y="1155"/>
                    <a:pt x="1614" y="1155"/>
                  </a:cubicBezTo>
                  <a:lnTo>
                    <a:pt x="1589" y="1212"/>
                  </a:lnTo>
                  <a:cubicBezTo>
                    <a:pt x="1587" y="1232"/>
                    <a:pt x="1587" y="1241"/>
                    <a:pt x="1588" y="1241"/>
                  </a:cubicBezTo>
                  <a:cubicBezTo>
                    <a:pt x="1592" y="1241"/>
                    <a:pt x="1603" y="1202"/>
                    <a:pt x="1614" y="1163"/>
                  </a:cubicBezTo>
                  <a:lnTo>
                    <a:pt x="1622" y="1163"/>
                  </a:lnTo>
                  <a:cubicBezTo>
                    <a:pt x="1623" y="1163"/>
                    <a:pt x="1625" y="1163"/>
                    <a:pt x="1627" y="1163"/>
                  </a:cubicBezTo>
                  <a:cubicBezTo>
                    <a:pt x="1633" y="1163"/>
                    <a:pt x="1640" y="1158"/>
                    <a:pt x="1646" y="1106"/>
                  </a:cubicBezTo>
                  <a:cubicBezTo>
                    <a:pt x="1662" y="1066"/>
                    <a:pt x="1670" y="1033"/>
                    <a:pt x="1695" y="993"/>
                  </a:cubicBezTo>
                  <a:lnTo>
                    <a:pt x="1695" y="993"/>
                  </a:lnTo>
                  <a:cubicBezTo>
                    <a:pt x="1679" y="1033"/>
                    <a:pt x="1662" y="1074"/>
                    <a:pt x="1662" y="1114"/>
                  </a:cubicBezTo>
                  <a:cubicBezTo>
                    <a:pt x="1662" y="1114"/>
                    <a:pt x="1646" y="1171"/>
                    <a:pt x="1646" y="1171"/>
                  </a:cubicBezTo>
                  <a:cubicBezTo>
                    <a:pt x="1628" y="1221"/>
                    <a:pt x="1626" y="1240"/>
                    <a:pt x="1632" y="1240"/>
                  </a:cubicBezTo>
                  <a:cubicBezTo>
                    <a:pt x="1638" y="1240"/>
                    <a:pt x="1657" y="1211"/>
                    <a:pt x="1670" y="1179"/>
                  </a:cubicBezTo>
                  <a:cubicBezTo>
                    <a:pt x="1690" y="1124"/>
                    <a:pt x="1702" y="1098"/>
                    <a:pt x="1705" y="1098"/>
                  </a:cubicBezTo>
                  <a:lnTo>
                    <a:pt x="1705" y="1098"/>
                  </a:lnTo>
                  <a:cubicBezTo>
                    <a:pt x="1707" y="1098"/>
                    <a:pt x="1700" y="1129"/>
                    <a:pt x="1679" y="1187"/>
                  </a:cubicBezTo>
                  <a:cubicBezTo>
                    <a:pt x="1669" y="1219"/>
                    <a:pt x="1667" y="1233"/>
                    <a:pt x="1669" y="1233"/>
                  </a:cubicBezTo>
                  <a:cubicBezTo>
                    <a:pt x="1674" y="1233"/>
                    <a:pt x="1711" y="1140"/>
                    <a:pt x="1752" y="1017"/>
                  </a:cubicBezTo>
                  <a:lnTo>
                    <a:pt x="1808" y="847"/>
                  </a:lnTo>
                  <a:lnTo>
                    <a:pt x="1752" y="1025"/>
                  </a:lnTo>
                  <a:cubicBezTo>
                    <a:pt x="1713" y="1160"/>
                    <a:pt x="1700" y="1215"/>
                    <a:pt x="1706" y="1215"/>
                  </a:cubicBezTo>
                  <a:cubicBezTo>
                    <a:pt x="1711" y="1215"/>
                    <a:pt x="1724" y="1190"/>
                    <a:pt x="1743" y="1147"/>
                  </a:cubicBezTo>
                  <a:cubicBezTo>
                    <a:pt x="1756" y="1118"/>
                    <a:pt x="1762" y="1104"/>
                    <a:pt x="1763" y="1104"/>
                  </a:cubicBezTo>
                  <a:lnTo>
                    <a:pt x="1763" y="1104"/>
                  </a:lnTo>
                  <a:cubicBezTo>
                    <a:pt x="1764" y="1104"/>
                    <a:pt x="1760" y="1118"/>
                    <a:pt x="1752" y="1147"/>
                  </a:cubicBezTo>
                  <a:cubicBezTo>
                    <a:pt x="1735" y="1204"/>
                    <a:pt x="1735" y="1204"/>
                    <a:pt x="1752" y="1212"/>
                  </a:cubicBezTo>
                  <a:cubicBezTo>
                    <a:pt x="1756" y="1214"/>
                    <a:pt x="1760" y="1215"/>
                    <a:pt x="1763" y="1215"/>
                  </a:cubicBezTo>
                  <a:cubicBezTo>
                    <a:pt x="1773" y="1215"/>
                    <a:pt x="1780" y="1204"/>
                    <a:pt x="1792" y="1163"/>
                  </a:cubicBezTo>
                  <a:lnTo>
                    <a:pt x="1800" y="1171"/>
                  </a:lnTo>
                  <a:cubicBezTo>
                    <a:pt x="1791" y="1214"/>
                    <a:pt x="1789" y="1233"/>
                    <a:pt x="1791" y="1233"/>
                  </a:cubicBezTo>
                  <a:cubicBezTo>
                    <a:pt x="1794" y="1233"/>
                    <a:pt x="1809" y="1185"/>
                    <a:pt x="1824" y="1114"/>
                  </a:cubicBezTo>
                  <a:lnTo>
                    <a:pt x="1841" y="1114"/>
                  </a:lnTo>
                  <a:lnTo>
                    <a:pt x="1824" y="1179"/>
                  </a:lnTo>
                  <a:cubicBezTo>
                    <a:pt x="1808" y="1236"/>
                    <a:pt x="1816" y="1236"/>
                    <a:pt x="1857" y="1252"/>
                  </a:cubicBezTo>
                  <a:cubicBezTo>
                    <a:pt x="1870" y="1257"/>
                    <a:pt x="1881" y="1260"/>
                    <a:pt x="1889" y="1260"/>
                  </a:cubicBezTo>
                  <a:cubicBezTo>
                    <a:pt x="1911" y="1260"/>
                    <a:pt x="1920" y="1237"/>
                    <a:pt x="1938" y="1155"/>
                  </a:cubicBezTo>
                  <a:cubicBezTo>
                    <a:pt x="1958" y="1098"/>
                    <a:pt x="1968" y="1070"/>
                    <a:pt x="1969" y="1070"/>
                  </a:cubicBezTo>
                  <a:lnTo>
                    <a:pt x="1969" y="1070"/>
                  </a:lnTo>
                  <a:cubicBezTo>
                    <a:pt x="1970" y="1070"/>
                    <a:pt x="1962" y="1098"/>
                    <a:pt x="1946" y="1155"/>
                  </a:cubicBezTo>
                  <a:cubicBezTo>
                    <a:pt x="1940" y="1201"/>
                    <a:pt x="1935" y="1243"/>
                    <a:pt x="1935" y="1243"/>
                  </a:cubicBezTo>
                  <a:cubicBezTo>
                    <a:pt x="1935" y="1243"/>
                    <a:pt x="1936" y="1236"/>
                    <a:pt x="1938" y="1220"/>
                  </a:cubicBezTo>
                  <a:cubicBezTo>
                    <a:pt x="1938" y="1220"/>
                    <a:pt x="1954" y="1220"/>
                    <a:pt x="1938" y="1285"/>
                  </a:cubicBezTo>
                  <a:cubicBezTo>
                    <a:pt x="1935" y="1337"/>
                    <a:pt x="1935" y="1356"/>
                    <a:pt x="1939" y="1356"/>
                  </a:cubicBezTo>
                  <a:cubicBezTo>
                    <a:pt x="1944" y="1356"/>
                    <a:pt x="1953" y="1322"/>
                    <a:pt x="1962" y="1285"/>
                  </a:cubicBezTo>
                  <a:cubicBezTo>
                    <a:pt x="1972" y="1237"/>
                    <a:pt x="1977" y="1220"/>
                    <a:pt x="1978" y="1220"/>
                  </a:cubicBezTo>
                  <a:lnTo>
                    <a:pt x="1978" y="1220"/>
                  </a:lnTo>
                  <a:cubicBezTo>
                    <a:pt x="1980" y="1220"/>
                    <a:pt x="1975" y="1255"/>
                    <a:pt x="1970" y="1293"/>
                  </a:cubicBezTo>
                  <a:cubicBezTo>
                    <a:pt x="1967" y="1314"/>
                    <a:pt x="1964" y="1334"/>
                    <a:pt x="1962" y="1349"/>
                  </a:cubicBezTo>
                  <a:lnTo>
                    <a:pt x="1962" y="1349"/>
                  </a:lnTo>
                  <a:cubicBezTo>
                    <a:pt x="1976" y="1319"/>
                    <a:pt x="1994" y="1290"/>
                    <a:pt x="2003" y="1290"/>
                  </a:cubicBezTo>
                  <a:lnTo>
                    <a:pt x="2003" y="1290"/>
                  </a:lnTo>
                  <a:cubicBezTo>
                    <a:pt x="2012" y="1290"/>
                    <a:pt x="2014" y="1310"/>
                    <a:pt x="2003" y="1366"/>
                  </a:cubicBezTo>
                  <a:lnTo>
                    <a:pt x="2011" y="1366"/>
                  </a:lnTo>
                  <a:cubicBezTo>
                    <a:pt x="2023" y="1325"/>
                    <a:pt x="2030" y="1313"/>
                    <a:pt x="2040" y="1313"/>
                  </a:cubicBezTo>
                  <a:cubicBezTo>
                    <a:pt x="2043" y="1313"/>
                    <a:pt x="2047" y="1315"/>
                    <a:pt x="2051" y="1317"/>
                  </a:cubicBezTo>
                  <a:cubicBezTo>
                    <a:pt x="2060" y="1317"/>
                    <a:pt x="2060" y="1317"/>
                    <a:pt x="2051" y="1382"/>
                  </a:cubicBezTo>
                  <a:cubicBezTo>
                    <a:pt x="2043" y="1410"/>
                    <a:pt x="2039" y="1424"/>
                    <a:pt x="2040" y="1424"/>
                  </a:cubicBezTo>
                  <a:cubicBezTo>
                    <a:pt x="2041" y="1424"/>
                    <a:pt x="2047" y="1410"/>
                    <a:pt x="2060" y="1382"/>
                  </a:cubicBezTo>
                  <a:cubicBezTo>
                    <a:pt x="2068" y="1382"/>
                    <a:pt x="2100" y="1268"/>
                    <a:pt x="2100" y="1268"/>
                  </a:cubicBezTo>
                  <a:cubicBezTo>
                    <a:pt x="2108" y="1228"/>
                    <a:pt x="2124" y="1195"/>
                    <a:pt x="2141" y="1155"/>
                  </a:cubicBezTo>
                  <a:lnTo>
                    <a:pt x="2141" y="1155"/>
                  </a:lnTo>
                  <a:lnTo>
                    <a:pt x="2124" y="1212"/>
                  </a:lnTo>
                  <a:lnTo>
                    <a:pt x="2100" y="1333"/>
                  </a:lnTo>
                  <a:cubicBezTo>
                    <a:pt x="2108" y="1333"/>
                    <a:pt x="2108" y="1333"/>
                    <a:pt x="2124" y="1277"/>
                  </a:cubicBezTo>
                  <a:lnTo>
                    <a:pt x="2124" y="1277"/>
                  </a:lnTo>
                  <a:cubicBezTo>
                    <a:pt x="2116" y="1341"/>
                    <a:pt x="2124" y="1341"/>
                    <a:pt x="2133" y="1341"/>
                  </a:cubicBezTo>
                  <a:cubicBezTo>
                    <a:pt x="2135" y="1344"/>
                    <a:pt x="2138" y="1345"/>
                    <a:pt x="2141" y="1345"/>
                  </a:cubicBezTo>
                  <a:cubicBezTo>
                    <a:pt x="2150" y="1345"/>
                    <a:pt x="2161" y="1334"/>
                    <a:pt x="2173" y="1293"/>
                  </a:cubicBezTo>
                  <a:lnTo>
                    <a:pt x="2173" y="1293"/>
                  </a:lnTo>
                  <a:cubicBezTo>
                    <a:pt x="2161" y="1356"/>
                    <a:pt x="2165" y="1388"/>
                    <a:pt x="2176" y="1388"/>
                  </a:cubicBezTo>
                  <a:cubicBezTo>
                    <a:pt x="2186" y="1388"/>
                    <a:pt x="2202" y="1360"/>
                    <a:pt x="2214" y="1301"/>
                  </a:cubicBezTo>
                  <a:cubicBezTo>
                    <a:pt x="2218" y="1273"/>
                    <a:pt x="2221" y="1259"/>
                    <a:pt x="2224" y="1259"/>
                  </a:cubicBezTo>
                  <a:lnTo>
                    <a:pt x="2224" y="1259"/>
                  </a:lnTo>
                  <a:cubicBezTo>
                    <a:pt x="2226" y="1259"/>
                    <a:pt x="2226" y="1275"/>
                    <a:pt x="2222" y="1309"/>
                  </a:cubicBezTo>
                  <a:cubicBezTo>
                    <a:pt x="2222" y="1337"/>
                    <a:pt x="2222" y="1352"/>
                    <a:pt x="2224" y="1352"/>
                  </a:cubicBezTo>
                  <a:cubicBezTo>
                    <a:pt x="2226" y="1352"/>
                    <a:pt x="2230" y="1337"/>
                    <a:pt x="2238" y="1309"/>
                  </a:cubicBezTo>
                  <a:cubicBezTo>
                    <a:pt x="2243" y="1293"/>
                    <a:pt x="2245" y="1286"/>
                    <a:pt x="2247" y="1286"/>
                  </a:cubicBezTo>
                  <a:lnTo>
                    <a:pt x="2247" y="1286"/>
                  </a:lnTo>
                  <a:cubicBezTo>
                    <a:pt x="2250" y="1286"/>
                    <a:pt x="2244" y="1328"/>
                    <a:pt x="2238" y="1374"/>
                  </a:cubicBezTo>
                  <a:cubicBezTo>
                    <a:pt x="2228" y="1441"/>
                    <a:pt x="2227" y="1471"/>
                    <a:pt x="2231" y="1471"/>
                  </a:cubicBezTo>
                  <a:cubicBezTo>
                    <a:pt x="2234" y="1471"/>
                    <a:pt x="2239" y="1457"/>
                    <a:pt x="2246" y="1431"/>
                  </a:cubicBezTo>
                  <a:cubicBezTo>
                    <a:pt x="2270" y="1382"/>
                    <a:pt x="2279" y="1382"/>
                    <a:pt x="2287" y="1382"/>
                  </a:cubicBezTo>
                  <a:cubicBezTo>
                    <a:pt x="2303" y="1349"/>
                    <a:pt x="2311" y="1309"/>
                    <a:pt x="2311" y="1268"/>
                  </a:cubicBezTo>
                  <a:lnTo>
                    <a:pt x="2330" y="1202"/>
                  </a:lnTo>
                  <a:lnTo>
                    <a:pt x="2330" y="1202"/>
                  </a:lnTo>
                  <a:cubicBezTo>
                    <a:pt x="2327" y="1223"/>
                    <a:pt x="2327" y="1246"/>
                    <a:pt x="2327" y="1268"/>
                  </a:cubicBezTo>
                  <a:cubicBezTo>
                    <a:pt x="2319" y="1333"/>
                    <a:pt x="2327" y="1333"/>
                    <a:pt x="2335" y="1333"/>
                  </a:cubicBezTo>
                  <a:lnTo>
                    <a:pt x="2360" y="1341"/>
                  </a:lnTo>
                  <a:cubicBezTo>
                    <a:pt x="2364" y="1375"/>
                    <a:pt x="2366" y="1391"/>
                    <a:pt x="2368" y="1391"/>
                  </a:cubicBezTo>
                  <a:cubicBezTo>
                    <a:pt x="2370" y="1391"/>
                    <a:pt x="2372" y="1377"/>
                    <a:pt x="2376" y="1349"/>
                  </a:cubicBezTo>
                  <a:cubicBezTo>
                    <a:pt x="2384" y="1293"/>
                    <a:pt x="2384" y="1309"/>
                    <a:pt x="2392" y="1285"/>
                  </a:cubicBezTo>
                  <a:lnTo>
                    <a:pt x="2392" y="1285"/>
                  </a:lnTo>
                  <a:cubicBezTo>
                    <a:pt x="2383" y="1349"/>
                    <a:pt x="2395" y="1384"/>
                    <a:pt x="2412" y="1384"/>
                  </a:cubicBezTo>
                  <a:cubicBezTo>
                    <a:pt x="2427" y="1384"/>
                    <a:pt x="2446" y="1358"/>
                    <a:pt x="2457" y="1301"/>
                  </a:cubicBezTo>
                  <a:lnTo>
                    <a:pt x="2457" y="1301"/>
                  </a:lnTo>
                  <a:lnTo>
                    <a:pt x="2449" y="1366"/>
                  </a:lnTo>
                  <a:cubicBezTo>
                    <a:pt x="2441" y="1422"/>
                    <a:pt x="2449" y="1422"/>
                    <a:pt x="2457" y="1422"/>
                  </a:cubicBezTo>
                  <a:cubicBezTo>
                    <a:pt x="2457" y="1423"/>
                    <a:pt x="2458" y="1423"/>
                    <a:pt x="2459" y="1423"/>
                  </a:cubicBezTo>
                  <a:cubicBezTo>
                    <a:pt x="2468" y="1423"/>
                    <a:pt x="2490" y="1374"/>
                    <a:pt x="2506" y="1374"/>
                  </a:cubicBezTo>
                  <a:cubicBezTo>
                    <a:pt x="2512" y="1376"/>
                    <a:pt x="2518" y="1378"/>
                    <a:pt x="2524" y="1378"/>
                  </a:cubicBezTo>
                  <a:cubicBezTo>
                    <a:pt x="2538" y="1378"/>
                    <a:pt x="2548" y="1366"/>
                    <a:pt x="2554" y="1325"/>
                  </a:cubicBezTo>
                  <a:cubicBezTo>
                    <a:pt x="2562" y="1325"/>
                    <a:pt x="2562" y="1325"/>
                    <a:pt x="2554" y="1382"/>
                  </a:cubicBezTo>
                  <a:cubicBezTo>
                    <a:pt x="2538" y="1439"/>
                    <a:pt x="2546" y="1447"/>
                    <a:pt x="2546" y="1447"/>
                  </a:cubicBezTo>
                  <a:cubicBezTo>
                    <a:pt x="2562" y="1406"/>
                    <a:pt x="2570" y="1366"/>
                    <a:pt x="2570" y="1325"/>
                  </a:cubicBezTo>
                  <a:cubicBezTo>
                    <a:pt x="2574" y="1298"/>
                    <a:pt x="2578" y="1284"/>
                    <a:pt x="2581" y="1284"/>
                  </a:cubicBezTo>
                  <a:cubicBezTo>
                    <a:pt x="2584" y="1284"/>
                    <a:pt x="2587" y="1300"/>
                    <a:pt x="2587" y="1333"/>
                  </a:cubicBezTo>
                  <a:cubicBezTo>
                    <a:pt x="2587" y="1364"/>
                    <a:pt x="2594" y="1380"/>
                    <a:pt x="2603" y="1380"/>
                  </a:cubicBezTo>
                  <a:cubicBezTo>
                    <a:pt x="2610" y="1380"/>
                    <a:pt x="2620" y="1368"/>
                    <a:pt x="2627" y="1341"/>
                  </a:cubicBezTo>
                  <a:cubicBezTo>
                    <a:pt x="2635" y="1341"/>
                    <a:pt x="2643" y="1341"/>
                    <a:pt x="2635" y="1398"/>
                  </a:cubicBezTo>
                  <a:cubicBezTo>
                    <a:pt x="2635" y="1436"/>
                    <a:pt x="2635" y="1471"/>
                    <a:pt x="2640" y="1471"/>
                  </a:cubicBezTo>
                  <a:cubicBezTo>
                    <a:pt x="2644" y="1471"/>
                    <a:pt x="2649" y="1453"/>
                    <a:pt x="2660" y="1406"/>
                  </a:cubicBezTo>
                  <a:cubicBezTo>
                    <a:pt x="2668" y="1406"/>
                    <a:pt x="2668" y="1406"/>
                    <a:pt x="2660" y="1463"/>
                  </a:cubicBezTo>
                  <a:cubicBezTo>
                    <a:pt x="2660" y="1501"/>
                    <a:pt x="2657" y="1536"/>
                    <a:pt x="2658" y="1536"/>
                  </a:cubicBezTo>
                  <a:cubicBezTo>
                    <a:pt x="2658" y="1536"/>
                    <a:pt x="2661" y="1518"/>
                    <a:pt x="2668" y="1471"/>
                  </a:cubicBezTo>
                  <a:cubicBezTo>
                    <a:pt x="2679" y="1444"/>
                    <a:pt x="2689" y="1430"/>
                    <a:pt x="2696" y="1430"/>
                  </a:cubicBezTo>
                  <a:cubicBezTo>
                    <a:pt x="2704" y="1430"/>
                    <a:pt x="2708" y="1446"/>
                    <a:pt x="2708" y="1479"/>
                  </a:cubicBezTo>
                  <a:cubicBezTo>
                    <a:pt x="2716" y="1479"/>
                    <a:pt x="2724" y="1479"/>
                    <a:pt x="2724" y="1422"/>
                  </a:cubicBezTo>
                  <a:cubicBezTo>
                    <a:pt x="2727" y="1413"/>
                    <a:pt x="2729" y="1406"/>
                    <a:pt x="2730" y="1401"/>
                  </a:cubicBezTo>
                  <a:lnTo>
                    <a:pt x="2730" y="1401"/>
                  </a:lnTo>
                  <a:cubicBezTo>
                    <a:pt x="2728" y="1434"/>
                    <a:pt x="2727" y="1450"/>
                    <a:pt x="2728" y="1450"/>
                  </a:cubicBezTo>
                  <a:cubicBezTo>
                    <a:pt x="2729" y="1450"/>
                    <a:pt x="2733" y="1421"/>
                    <a:pt x="2741" y="1366"/>
                  </a:cubicBezTo>
                  <a:cubicBezTo>
                    <a:pt x="2745" y="1333"/>
                    <a:pt x="2747" y="1317"/>
                    <a:pt x="2748" y="1317"/>
                  </a:cubicBezTo>
                  <a:cubicBezTo>
                    <a:pt x="2749" y="1317"/>
                    <a:pt x="2749" y="1333"/>
                    <a:pt x="2749" y="1366"/>
                  </a:cubicBezTo>
                  <a:cubicBezTo>
                    <a:pt x="2749" y="1422"/>
                    <a:pt x="2757" y="1422"/>
                    <a:pt x="2757" y="1422"/>
                  </a:cubicBezTo>
                  <a:cubicBezTo>
                    <a:pt x="2757" y="1422"/>
                    <a:pt x="2785" y="1373"/>
                    <a:pt x="2815" y="1373"/>
                  </a:cubicBezTo>
                  <a:cubicBezTo>
                    <a:pt x="2817" y="1373"/>
                    <a:pt x="2820" y="1373"/>
                    <a:pt x="2822" y="1374"/>
                  </a:cubicBezTo>
                  <a:cubicBezTo>
                    <a:pt x="2832" y="1376"/>
                    <a:pt x="2841" y="1377"/>
                    <a:pt x="2849" y="1377"/>
                  </a:cubicBezTo>
                  <a:cubicBezTo>
                    <a:pt x="2870" y="1377"/>
                    <a:pt x="2878" y="1365"/>
                    <a:pt x="2878" y="1317"/>
                  </a:cubicBezTo>
                  <a:cubicBezTo>
                    <a:pt x="2886" y="1290"/>
                    <a:pt x="2890" y="1275"/>
                    <a:pt x="2892" y="1275"/>
                  </a:cubicBezTo>
                  <a:cubicBezTo>
                    <a:pt x="2895" y="1275"/>
                    <a:pt x="2895" y="1292"/>
                    <a:pt x="2895" y="1325"/>
                  </a:cubicBezTo>
                  <a:cubicBezTo>
                    <a:pt x="2895" y="1382"/>
                    <a:pt x="2903" y="1382"/>
                    <a:pt x="2903" y="1382"/>
                  </a:cubicBezTo>
                  <a:cubicBezTo>
                    <a:pt x="2911" y="1382"/>
                    <a:pt x="2919" y="1382"/>
                    <a:pt x="2911" y="1447"/>
                  </a:cubicBezTo>
                  <a:cubicBezTo>
                    <a:pt x="2919" y="1390"/>
                    <a:pt x="2919" y="1390"/>
                    <a:pt x="2927" y="1390"/>
                  </a:cubicBezTo>
                  <a:cubicBezTo>
                    <a:pt x="2927" y="1418"/>
                    <a:pt x="2927" y="1433"/>
                    <a:pt x="2928" y="1433"/>
                  </a:cubicBezTo>
                  <a:cubicBezTo>
                    <a:pt x="2929" y="1433"/>
                    <a:pt x="2931" y="1418"/>
                    <a:pt x="2935" y="1390"/>
                  </a:cubicBezTo>
                  <a:cubicBezTo>
                    <a:pt x="2943" y="1329"/>
                    <a:pt x="2947" y="1299"/>
                    <a:pt x="2948" y="1299"/>
                  </a:cubicBezTo>
                  <a:lnTo>
                    <a:pt x="2948" y="1299"/>
                  </a:lnTo>
                  <a:cubicBezTo>
                    <a:pt x="2949" y="1299"/>
                    <a:pt x="2947" y="1329"/>
                    <a:pt x="2943" y="1390"/>
                  </a:cubicBezTo>
                  <a:cubicBezTo>
                    <a:pt x="2943" y="1430"/>
                    <a:pt x="2947" y="1474"/>
                    <a:pt x="2950" y="1474"/>
                  </a:cubicBezTo>
                  <a:cubicBezTo>
                    <a:pt x="2951" y="1474"/>
                    <a:pt x="2951" y="1466"/>
                    <a:pt x="2951" y="1447"/>
                  </a:cubicBezTo>
                  <a:cubicBezTo>
                    <a:pt x="2960" y="1414"/>
                    <a:pt x="2968" y="1374"/>
                    <a:pt x="2976" y="1333"/>
                  </a:cubicBezTo>
                  <a:cubicBezTo>
                    <a:pt x="2976" y="1333"/>
                    <a:pt x="2984" y="1333"/>
                    <a:pt x="2984" y="1390"/>
                  </a:cubicBezTo>
                  <a:cubicBezTo>
                    <a:pt x="2984" y="1411"/>
                    <a:pt x="2987" y="1419"/>
                    <a:pt x="2992" y="1419"/>
                  </a:cubicBezTo>
                  <a:cubicBezTo>
                    <a:pt x="3002" y="1419"/>
                    <a:pt x="3019" y="1380"/>
                    <a:pt x="3024" y="1341"/>
                  </a:cubicBezTo>
                  <a:cubicBezTo>
                    <a:pt x="3024" y="1309"/>
                    <a:pt x="3026" y="1293"/>
                    <a:pt x="3027" y="1293"/>
                  </a:cubicBezTo>
                  <a:lnTo>
                    <a:pt x="3027" y="1293"/>
                  </a:lnTo>
                  <a:cubicBezTo>
                    <a:pt x="3028" y="1293"/>
                    <a:pt x="3028" y="1309"/>
                    <a:pt x="3024" y="1341"/>
                  </a:cubicBezTo>
                  <a:cubicBezTo>
                    <a:pt x="3024" y="1398"/>
                    <a:pt x="3033" y="1398"/>
                    <a:pt x="3041" y="1398"/>
                  </a:cubicBezTo>
                  <a:cubicBezTo>
                    <a:pt x="3041" y="1415"/>
                    <a:pt x="3041" y="1438"/>
                    <a:pt x="3041" y="1463"/>
                  </a:cubicBezTo>
                  <a:cubicBezTo>
                    <a:pt x="3033" y="1520"/>
                    <a:pt x="3041" y="1520"/>
                    <a:pt x="3049" y="1520"/>
                  </a:cubicBezTo>
                  <a:cubicBezTo>
                    <a:pt x="3057" y="1463"/>
                    <a:pt x="3081" y="1463"/>
                    <a:pt x="3097" y="1463"/>
                  </a:cubicBezTo>
                  <a:cubicBezTo>
                    <a:pt x="3099" y="1463"/>
                    <a:pt x="3100" y="1464"/>
                    <a:pt x="3101" y="1464"/>
                  </a:cubicBezTo>
                  <a:cubicBezTo>
                    <a:pt x="3123" y="1464"/>
                    <a:pt x="3131" y="1400"/>
                    <a:pt x="3146" y="1293"/>
                  </a:cubicBezTo>
                  <a:lnTo>
                    <a:pt x="3154" y="1471"/>
                  </a:lnTo>
                  <a:cubicBezTo>
                    <a:pt x="3162" y="1431"/>
                    <a:pt x="3162" y="1390"/>
                    <a:pt x="3162" y="1349"/>
                  </a:cubicBezTo>
                  <a:cubicBezTo>
                    <a:pt x="3162" y="1321"/>
                    <a:pt x="3162" y="1307"/>
                    <a:pt x="3164" y="1307"/>
                  </a:cubicBezTo>
                  <a:cubicBezTo>
                    <a:pt x="3166" y="1307"/>
                    <a:pt x="3170" y="1321"/>
                    <a:pt x="3178" y="1349"/>
                  </a:cubicBezTo>
                  <a:cubicBezTo>
                    <a:pt x="3183" y="1383"/>
                    <a:pt x="3187" y="1399"/>
                    <a:pt x="3190" y="1399"/>
                  </a:cubicBezTo>
                  <a:cubicBezTo>
                    <a:pt x="3193" y="1399"/>
                    <a:pt x="3195" y="1385"/>
                    <a:pt x="3195" y="1358"/>
                  </a:cubicBezTo>
                  <a:cubicBezTo>
                    <a:pt x="3203" y="1358"/>
                    <a:pt x="3211" y="1358"/>
                    <a:pt x="3211" y="1414"/>
                  </a:cubicBezTo>
                  <a:cubicBezTo>
                    <a:pt x="3219" y="1414"/>
                    <a:pt x="3219" y="1414"/>
                    <a:pt x="3219" y="1358"/>
                  </a:cubicBezTo>
                  <a:cubicBezTo>
                    <a:pt x="3219" y="1325"/>
                    <a:pt x="3221" y="1309"/>
                    <a:pt x="3223" y="1309"/>
                  </a:cubicBezTo>
                  <a:cubicBezTo>
                    <a:pt x="3225" y="1309"/>
                    <a:pt x="3227" y="1325"/>
                    <a:pt x="3227" y="1358"/>
                  </a:cubicBezTo>
                  <a:cubicBezTo>
                    <a:pt x="3232" y="1428"/>
                    <a:pt x="3239" y="1458"/>
                    <a:pt x="3245" y="1458"/>
                  </a:cubicBezTo>
                  <a:cubicBezTo>
                    <a:pt x="3249" y="1458"/>
                    <a:pt x="3251" y="1442"/>
                    <a:pt x="3251" y="1414"/>
                  </a:cubicBezTo>
                  <a:cubicBezTo>
                    <a:pt x="3251" y="1358"/>
                    <a:pt x="3260" y="1358"/>
                    <a:pt x="3260" y="1358"/>
                  </a:cubicBezTo>
                  <a:cubicBezTo>
                    <a:pt x="3268" y="1358"/>
                    <a:pt x="3276" y="1358"/>
                    <a:pt x="3276" y="1301"/>
                  </a:cubicBezTo>
                  <a:lnTo>
                    <a:pt x="3292" y="1301"/>
                  </a:lnTo>
                  <a:cubicBezTo>
                    <a:pt x="3292" y="1325"/>
                    <a:pt x="3292" y="1341"/>
                    <a:pt x="3284" y="1358"/>
                  </a:cubicBezTo>
                  <a:lnTo>
                    <a:pt x="3292" y="1422"/>
                  </a:lnTo>
                  <a:cubicBezTo>
                    <a:pt x="3300" y="1422"/>
                    <a:pt x="3308" y="1422"/>
                    <a:pt x="3308" y="1366"/>
                  </a:cubicBezTo>
                  <a:cubicBezTo>
                    <a:pt x="3312" y="1305"/>
                    <a:pt x="3314" y="1274"/>
                    <a:pt x="3315" y="1274"/>
                  </a:cubicBezTo>
                  <a:cubicBezTo>
                    <a:pt x="3316" y="1274"/>
                    <a:pt x="3316" y="1305"/>
                    <a:pt x="3316" y="1366"/>
                  </a:cubicBezTo>
                  <a:cubicBezTo>
                    <a:pt x="3316" y="1406"/>
                    <a:pt x="3320" y="1450"/>
                    <a:pt x="3326" y="1450"/>
                  </a:cubicBezTo>
                  <a:cubicBezTo>
                    <a:pt x="3328" y="1450"/>
                    <a:pt x="3330" y="1442"/>
                    <a:pt x="3333" y="1422"/>
                  </a:cubicBezTo>
                  <a:cubicBezTo>
                    <a:pt x="3333" y="1374"/>
                    <a:pt x="3334" y="1357"/>
                    <a:pt x="3336" y="1357"/>
                  </a:cubicBezTo>
                  <a:cubicBezTo>
                    <a:pt x="3338" y="1357"/>
                    <a:pt x="3341" y="1390"/>
                    <a:pt x="3341" y="1422"/>
                  </a:cubicBezTo>
                  <a:cubicBezTo>
                    <a:pt x="3341" y="1483"/>
                    <a:pt x="3341" y="1514"/>
                    <a:pt x="3343" y="1514"/>
                  </a:cubicBezTo>
                  <a:cubicBezTo>
                    <a:pt x="3345" y="1514"/>
                    <a:pt x="3349" y="1483"/>
                    <a:pt x="3357" y="1422"/>
                  </a:cubicBezTo>
                  <a:cubicBezTo>
                    <a:pt x="3365" y="1422"/>
                    <a:pt x="3389" y="1366"/>
                    <a:pt x="3405" y="1366"/>
                  </a:cubicBezTo>
                  <a:cubicBezTo>
                    <a:pt x="3430" y="1366"/>
                    <a:pt x="3438" y="1366"/>
                    <a:pt x="3446" y="1431"/>
                  </a:cubicBezTo>
                  <a:cubicBezTo>
                    <a:pt x="3446" y="1431"/>
                    <a:pt x="3446" y="1431"/>
                    <a:pt x="3446" y="1432"/>
                  </a:cubicBezTo>
                  <a:lnTo>
                    <a:pt x="3446" y="1432"/>
                  </a:lnTo>
                  <a:cubicBezTo>
                    <a:pt x="3447" y="1366"/>
                    <a:pt x="3449" y="1366"/>
                    <a:pt x="3462" y="1366"/>
                  </a:cubicBezTo>
                  <a:cubicBezTo>
                    <a:pt x="3469" y="1385"/>
                    <a:pt x="3475" y="1393"/>
                    <a:pt x="3480" y="1393"/>
                  </a:cubicBezTo>
                  <a:cubicBezTo>
                    <a:pt x="3491" y="1393"/>
                    <a:pt x="3495" y="1349"/>
                    <a:pt x="3495" y="1309"/>
                  </a:cubicBezTo>
                  <a:lnTo>
                    <a:pt x="3487" y="1309"/>
                  </a:lnTo>
                  <a:cubicBezTo>
                    <a:pt x="3482" y="1239"/>
                    <a:pt x="3480" y="1209"/>
                    <a:pt x="3482" y="1209"/>
                  </a:cubicBezTo>
                  <a:lnTo>
                    <a:pt x="3482" y="1209"/>
                  </a:lnTo>
                  <a:cubicBezTo>
                    <a:pt x="3484" y="1209"/>
                    <a:pt x="3488" y="1225"/>
                    <a:pt x="3495" y="1252"/>
                  </a:cubicBezTo>
                  <a:cubicBezTo>
                    <a:pt x="3503" y="1285"/>
                    <a:pt x="3511" y="1325"/>
                    <a:pt x="3511" y="1366"/>
                  </a:cubicBezTo>
                  <a:cubicBezTo>
                    <a:pt x="3511" y="1406"/>
                    <a:pt x="3519" y="1447"/>
                    <a:pt x="3527" y="1487"/>
                  </a:cubicBezTo>
                  <a:cubicBezTo>
                    <a:pt x="3535" y="1487"/>
                    <a:pt x="3543" y="1487"/>
                    <a:pt x="3527" y="1431"/>
                  </a:cubicBezTo>
                  <a:cubicBezTo>
                    <a:pt x="3527" y="1366"/>
                    <a:pt x="3527" y="1366"/>
                    <a:pt x="3527" y="1366"/>
                  </a:cubicBezTo>
                  <a:cubicBezTo>
                    <a:pt x="3535" y="1366"/>
                    <a:pt x="3543" y="1366"/>
                    <a:pt x="3543" y="1309"/>
                  </a:cubicBezTo>
                  <a:cubicBezTo>
                    <a:pt x="3535" y="1252"/>
                    <a:pt x="3543" y="1252"/>
                    <a:pt x="3551" y="1252"/>
                  </a:cubicBezTo>
                  <a:cubicBezTo>
                    <a:pt x="3560" y="1309"/>
                    <a:pt x="3568" y="1309"/>
                    <a:pt x="3568" y="1309"/>
                  </a:cubicBezTo>
                  <a:cubicBezTo>
                    <a:pt x="3576" y="1341"/>
                    <a:pt x="3576" y="1333"/>
                    <a:pt x="3576" y="1374"/>
                  </a:cubicBezTo>
                  <a:cubicBezTo>
                    <a:pt x="3576" y="1431"/>
                    <a:pt x="3592" y="1487"/>
                    <a:pt x="3592" y="1487"/>
                  </a:cubicBezTo>
                  <a:cubicBezTo>
                    <a:pt x="3592" y="1487"/>
                    <a:pt x="3592" y="1431"/>
                    <a:pt x="3592" y="1431"/>
                  </a:cubicBezTo>
                  <a:cubicBezTo>
                    <a:pt x="3584" y="1374"/>
                    <a:pt x="3722" y="1366"/>
                    <a:pt x="3738" y="1366"/>
                  </a:cubicBezTo>
                  <a:cubicBezTo>
                    <a:pt x="3746" y="1394"/>
                    <a:pt x="3754" y="1408"/>
                    <a:pt x="3758" y="1408"/>
                  </a:cubicBezTo>
                  <a:cubicBezTo>
                    <a:pt x="3762" y="1408"/>
                    <a:pt x="3762" y="1394"/>
                    <a:pt x="3754" y="1366"/>
                  </a:cubicBezTo>
                  <a:cubicBezTo>
                    <a:pt x="3746" y="1309"/>
                    <a:pt x="3778" y="1301"/>
                    <a:pt x="3811" y="1301"/>
                  </a:cubicBezTo>
                  <a:cubicBezTo>
                    <a:pt x="3851" y="1301"/>
                    <a:pt x="3876" y="1301"/>
                    <a:pt x="3868" y="1244"/>
                  </a:cubicBezTo>
                  <a:lnTo>
                    <a:pt x="3884" y="1244"/>
                  </a:lnTo>
                  <a:cubicBezTo>
                    <a:pt x="3892" y="1244"/>
                    <a:pt x="3892" y="1179"/>
                    <a:pt x="3900" y="1179"/>
                  </a:cubicBezTo>
                  <a:cubicBezTo>
                    <a:pt x="3900" y="1151"/>
                    <a:pt x="3900" y="1137"/>
                    <a:pt x="3901" y="1137"/>
                  </a:cubicBezTo>
                  <a:cubicBezTo>
                    <a:pt x="3902" y="1137"/>
                    <a:pt x="3904" y="1151"/>
                    <a:pt x="3908" y="1179"/>
                  </a:cubicBezTo>
                  <a:cubicBezTo>
                    <a:pt x="3908" y="1220"/>
                    <a:pt x="3916" y="1260"/>
                    <a:pt x="3932" y="1301"/>
                  </a:cubicBezTo>
                  <a:cubicBezTo>
                    <a:pt x="3941" y="1301"/>
                    <a:pt x="3932" y="1236"/>
                    <a:pt x="3924" y="1179"/>
                  </a:cubicBezTo>
                  <a:cubicBezTo>
                    <a:pt x="3908" y="1122"/>
                    <a:pt x="3916" y="1122"/>
                    <a:pt x="3916" y="1122"/>
                  </a:cubicBezTo>
                  <a:cubicBezTo>
                    <a:pt x="3924" y="1122"/>
                    <a:pt x="3924" y="1122"/>
                    <a:pt x="3932" y="1179"/>
                  </a:cubicBezTo>
                  <a:cubicBezTo>
                    <a:pt x="3941" y="1236"/>
                    <a:pt x="3949" y="1301"/>
                    <a:pt x="3949" y="1301"/>
                  </a:cubicBezTo>
                  <a:lnTo>
                    <a:pt x="3957" y="1301"/>
                  </a:lnTo>
                  <a:cubicBezTo>
                    <a:pt x="3949" y="1236"/>
                    <a:pt x="3949" y="1236"/>
                    <a:pt x="3949" y="1236"/>
                  </a:cubicBezTo>
                  <a:cubicBezTo>
                    <a:pt x="3957" y="1236"/>
                    <a:pt x="3957" y="1236"/>
                    <a:pt x="3973" y="1358"/>
                  </a:cubicBezTo>
                  <a:cubicBezTo>
                    <a:pt x="3985" y="1414"/>
                    <a:pt x="3993" y="1443"/>
                    <a:pt x="3996" y="1443"/>
                  </a:cubicBezTo>
                  <a:cubicBezTo>
                    <a:pt x="3999" y="1443"/>
                    <a:pt x="3997" y="1414"/>
                    <a:pt x="3989" y="1358"/>
                  </a:cubicBezTo>
                  <a:lnTo>
                    <a:pt x="3989" y="1293"/>
                  </a:lnTo>
                  <a:cubicBezTo>
                    <a:pt x="3997" y="1331"/>
                    <a:pt x="4001" y="1345"/>
                    <a:pt x="4004" y="1345"/>
                  </a:cubicBezTo>
                  <a:cubicBezTo>
                    <a:pt x="4009" y="1345"/>
                    <a:pt x="4003" y="1275"/>
                    <a:pt x="3997" y="1236"/>
                  </a:cubicBezTo>
                  <a:lnTo>
                    <a:pt x="3997" y="1236"/>
                  </a:lnTo>
                  <a:cubicBezTo>
                    <a:pt x="4013" y="1292"/>
                    <a:pt x="4021" y="1320"/>
                    <a:pt x="4024" y="1320"/>
                  </a:cubicBezTo>
                  <a:cubicBezTo>
                    <a:pt x="4026" y="1320"/>
                    <a:pt x="4022" y="1290"/>
                    <a:pt x="4014" y="1228"/>
                  </a:cubicBezTo>
                  <a:cubicBezTo>
                    <a:pt x="4010" y="1199"/>
                    <a:pt x="4010" y="1185"/>
                    <a:pt x="4013" y="1185"/>
                  </a:cubicBezTo>
                  <a:lnTo>
                    <a:pt x="4013" y="1185"/>
                  </a:lnTo>
                  <a:cubicBezTo>
                    <a:pt x="4016" y="1185"/>
                    <a:pt x="4022" y="1199"/>
                    <a:pt x="4030" y="1228"/>
                  </a:cubicBezTo>
                  <a:cubicBezTo>
                    <a:pt x="4043" y="1280"/>
                    <a:pt x="4045" y="1285"/>
                    <a:pt x="4054" y="1285"/>
                  </a:cubicBezTo>
                  <a:cubicBezTo>
                    <a:pt x="4056" y="1285"/>
                    <a:pt x="4059" y="1285"/>
                    <a:pt x="4062" y="1285"/>
                  </a:cubicBezTo>
                  <a:cubicBezTo>
                    <a:pt x="4054" y="1228"/>
                    <a:pt x="4095" y="1228"/>
                    <a:pt x="4135" y="1220"/>
                  </a:cubicBezTo>
                  <a:cubicBezTo>
                    <a:pt x="4184" y="1220"/>
                    <a:pt x="4216" y="1212"/>
                    <a:pt x="4200" y="1155"/>
                  </a:cubicBezTo>
                  <a:cubicBezTo>
                    <a:pt x="4202" y="1153"/>
                    <a:pt x="4204" y="1151"/>
                    <a:pt x="4205" y="1151"/>
                  </a:cubicBezTo>
                  <a:cubicBezTo>
                    <a:pt x="4209" y="1151"/>
                    <a:pt x="4212" y="1164"/>
                    <a:pt x="4224" y="1212"/>
                  </a:cubicBezTo>
                  <a:cubicBezTo>
                    <a:pt x="4231" y="1235"/>
                    <a:pt x="4236" y="1248"/>
                    <a:pt x="4238" y="1248"/>
                  </a:cubicBezTo>
                  <a:cubicBezTo>
                    <a:pt x="4242" y="1248"/>
                    <a:pt x="4239" y="1219"/>
                    <a:pt x="4224" y="1147"/>
                  </a:cubicBezTo>
                  <a:cubicBezTo>
                    <a:pt x="4220" y="1114"/>
                    <a:pt x="4212" y="1081"/>
                    <a:pt x="4213" y="1081"/>
                  </a:cubicBezTo>
                  <a:lnTo>
                    <a:pt x="4213" y="1081"/>
                  </a:lnTo>
                  <a:cubicBezTo>
                    <a:pt x="4214" y="1081"/>
                    <a:pt x="4219" y="1099"/>
                    <a:pt x="4232" y="1147"/>
                  </a:cubicBezTo>
                  <a:cubicBezTo>
                    <a:pt x="4241" y="1204"/>
                    <a:pt x="4257" y="1204"/>
                    <a:pt x="4273" y="1204"/>
                  </a:cubicBezTo>
                  <a:cubicBezTo>
                    <a:pt x="4289" y="1195"/>
                    <a:pt x="4314" y="1195"/>
                    <a:pt x="4297" y="1139"/>
                  </a:cubicBezTo>
                  <a:cubicBezTo>
                    <a:pt x="4297" y="1106"/>
                    <a:pt x="4297" y="1090"/>
                    <a:pt x="4298" y="1090"/>
                  </a:cubicBezTo>
                  <a:cubicBezTo>
                    <a:pt x="4299" y="1090"/>
                    <a:pt x="4301" y="1106"/>
                    <a:pt x="4305" y="1139"/>
                  </a:cubicBezTo>
                  <a:cubicBezTo>
                    <a:pt x="4320" y="1208"/>
                    <a:pt x="4341" y="1255"/>
                    <a:pt x="4351" y="1255"/>
                  </a:cubicBezTo>
                  <a:cubicBezTo>
                    <a:pt x="4358" y="1255"/>
                    <a:pt x="4360" y="1235"/>
                    <a:pt x="4354" y="1187"/>
                  </a:cubicBezTo>
                  <a:cubicBezTo>
                    <a:pt x="4362" y="1187"/>
                    <a:pt x="4362" y="1187"/>
                    <a:pt x="4378" y="1244"/>
                  </a:cubicBezTo>
                  <a:cubicBezTo>
                    <a:pt x="4387" y="1244"/>
                    <a:pt x="4395" y="1244"/>
                    <a:pt x="4395" y="1179"/>
                  </a:cubicBezTo>
                  <a:lnTo>
                    <a:pt x="4427" y="1179"/>
                  </a:lnTo>
                  <a:cubicBezTo>
                    <a:pt x="4443" y="1171"/>
                    <a:pt x="4435" y="1114"/>
                    <a:pt x="4435" y="1114"/>
                  </a:cubicBezTo>
                  <a:lnTo>
                    <a:pt x="4443" y="1114"/>
                  </a:lnTo>
                  <a:cubicBezTo>
                    <a:pt x="4454" y="1151"/>
                    <a:pt x="4468" y="1161"/>
                    <a:pt x="4487" y="1161"/>
                  </a:cubicBezTo>
                  <a:cubicBezTo>
                    <a:pt x="4498" y="1161"/>
                    <a:pt x="4510" y="1158"/>
                    <a:pt x="4524" y="1155"/>
                  </a:cubicBezTo>
                  <a:cubicBezTo>
                    <a:pt x="4536" y="1152"/>
                    <a:pt x="4547" y="1149"/>
                    <a:pt x="4558" y="1149"/>
                  </a:cubicBezTo>
                  <a:cubicBezTo>
                    <a:pt x="4579" y="1149"/>
                    <a:pt x="4598" y="1159"/>
                    <a:pt x="4614" y="1195"/>
                  </a:cubicBezTo>
                  <a:cubicBezTo>
                    <a:pt x="4614" y="1195"/>
                    <a:pt x="4622" y="1195"/>
                    <a:pt x="4605" y="1139"/>
                  </a:cubicBezTo>
                  <a:cubicBezTo>
                    <a:pt x="4586" y="1070"/>
                    <a:pt x="4581" y="1043"/>
                    <a:pt x="4586" y="1043"/>
                  </a:cubicBezTo>
                  <a:lnTo>
                    <a:pt x="4586" y="1043"/>
                  </a:lnTo>
                  <a:cubicBezTo>
                    <a:pt x="4589" y="1043"/>
                    <a:pt x="4596" y="1055"/>
                    <a:pt x="4605" y="1074"/>
                  </a:cubicBezTo>
                  <a:cubicBezTo>
                    <a:pt x="4626" y="1131"/>
                    <a:pt x="4642" y="1159"/>
                    <a:pt x="4649" y="1159"/>
                  </a:cubicBezTo>
                  <a:cubicBezTo>
                    <a:pt x="4656" y="1159"/>
                    <a:pt x="4654" y="1131"/>
                    <a:pt x="4638" y="1074"/>
                  </a:cubicBezTo>
                  <a:lnTo>
                    <a:pt x="4638" y="1074"/>
                  </a:lnTo>
                  <a:cubicBezTo>
                    <a:pt x="4646" y="1098"/>
                    <a:pt x="4646" y="1098"/>
                    <a:pt x="4654" y="1131"/>
                  </a:cubicBezTo>
                  <a:cubicBezTo>
                    <a:pt x="4669" y="1172"/>
                    <a:pt x="4678" y="1190"/>
                    <a:pt x="4683" y="1190"/>
                  </a:cubicBezTo>
                  <a:cubicBezTo>
                    <a:pt x="4690" y="1190"/>
                    <a:pt x="4683" y="1138"/>
                    <a:pt x="4662" y="1066"/>
                  </a:cubicBezTo>
                  <a:lnTo>
                    <a:pt x="4662" y="1066"/>
                  </a:lnTo>
                  <a:cubicBezTo>
                    <a:pt x="4679" y="1104"/>
                    <a:pt x="4695" y="1143"/>
                    <a:pt x="4699" y="1143"/>
                  </a:cubicBezTo>
                  <a:cubicBezTo>
                    <a:pt x="4701" y="1143"/>
                    <a:pt x="4700" y="1135"/>
                    <a:pt x="4695" y="1114"/>
                  </a:cubicBezTo>
                  <a:cubicBezTo>
                    <a:pt x="4703" y="1114"/>
                    <a:pt x="4703" y="1114"/>
                    <a:pt x="4743" y="1228"/>
                  </a:cubicBezTo>
                  <a:cubicBezTo>
                    <a:pt x="4751" y="1268"/>
                    <a:pt x="4768" y="1309"/>
                    <a:pt x="4784" y="1341"/>
                  </a:cubicBezTo>
                  <a:cubicBezTo>
                    <a:pt x="4776" y="1301"/>
                    <a:pt x="4768" y="1268"/>
                    <a:pt x="4751" y="1228"/>
                  </a:cubicBezTo>
                  <a:lnTo>
                    <a:pt x="4759" y="1228"/>
                  </a:lnTo>
                  <a:cubicBezTo>
                    <a:pt x="4759" y="1228"/>
                    <a:pt x="4768" y="1228"/>
                    <a:pt x="4751" y="1171"/>
                  </a:cubicBezTo>
                  <a:cubicBezTo>
                    <a:pt x="4727" y="1114"/>
                    <a:pt x="4735" y="1106"/>
                    <a:pt x="4735" y="1106"/>
                  </a:cubicBezTo>
                  <a:lnTo>
                    <a:pt x="4735" y="1106"/>
                  </a:lnTo>
                  <a:cubicBezTo>
                    <a:pt x="4742" y="1123"/>
                    <a:pt x="4746" y="1130"/>
                    <a:pt x="4747" y="1130"/>
                  </a:cubicBezTo>
                  <a:cubicBezTo>
                    <a:pt x="4749" y="1130"/>
                    <a:pt x="4736" y="1090"/>
                    <a:pt x="4719" y="1050"/>
                  </a:cubicBezTo>
                  <a:cubicBezTo>
                    <a:pt x="4703" y="1017"/>
                    <a:pt x="4695" y="977"/>
                    <a:pt x="4687" y="936"/>
                  </a:cubicBezTo>
                  <a:cubicBezTo>
                    <a:pt x="4687" y="936"/>
                    <a:pt x="4662" y="879"/>
                    <a:pt x="4646" y="822"/>
                  </a:cubicBezTo>
                  <a:cubicBezTo>
                    <a:pt x="4622" y="750"/>
                    <a:pt x="4589" y="677"/>
                    <a:pt x="4557" y="604"/>
                  </a:cubicBezTo>
                  <a:cubicBezTo>
                    <a:pt x="4534" y="572"/>
                    <a:pt x="4514" y="543"/>
                    <a:pt x="4508" y="543"/>
                  </a:cubicBezTo>
                  <a:lnTo>
                    <a:pt x="4508" y="543"/>
                  </a:lnTo>
                  <a:cubicBezTo>
                    <a:pt x="4503" y="543"/>
                    <a:pt x="4506" y="561"/>
                    <a:pt x="4524" y="612"/>
                  </a:cubicBezTo>
                  <a:cubicBezTo>
                    <a:pt x="4532" y="628"/>
                    <a:pt x="4532" y="644"/>
                    <a:pt x="4532" y="668"/>
                  </a:cubicBezTo>
                  <a:cubicBezTo>
                    <a:pt x="4532" y="668"/>
                    <a:pt x="4508" y="612"/>
                    <a:pt x="4508" y="612"/>
                  </a:cubicBezTo>
                  <a:cubicBezTo>
                    <a:pt x="4490" y="571"/>
                    <a:pt x="4477" y="559"/>
                    <a:pt x="4462" y="559"/>
                  </a:cubicBezTo>
                  <a:cubicBezTo>
                    <a:pt x="4456" y="559"/>
                    <a:pt x="4450" y="561"/>
                    <a:pt x="4443" y="563"/>
                  </a:cubicBezTo>
                  <a:cubicBezTo>
                    <a:pt x="4437" y="565"/>
                    <a:pt x="4431" y="567"/>
                    <a:pt x="4425" y="567"/>
                  </a:cubicBezTo>
                  <a:cubicBezTo>
                    <a:pt x="4409" y="567"/>
                    <a:pt x="4396" y="556"/>
                    <a:pt x="4378" y="514"/>
                  </a:cubicBezTo>
                  <a:cubicBezTo>
                    <a:pt x="4362" y="458"/>
                    <a:pt x="4354" y="458"/>
                    <a:pt x="4354" y="458"/>
                  </a:cubicBezTo>
                  <a:lnTo>
                    <a:pt x="4354" y="458"/>
                  </a:lnTo>
                  <a:cubicBezTo>
                    <a:pt x="4370" y="514"/>
                    <a:pt x="4346" y="523"/>
                    <a:pt x="4314" y="531"/>
                  </a:cubicBezTo>
                  <a:cubicBezTo>
                    <a:pt x="4281" y="539"/>
                    <a:pt x="4249" y="539"/>
                    <a:pt x="4265" y="604"/>
                  </a:cubicBezTo>
                  <a:lnTo>
                    <a:pt x="4257" y="604"/>
                  </a:lnTo>
                  <a:cubicBezTo>
                    <a:pt x="4241" y="547"/>
                    <a:pt x="4232" y="547"/>
                    <a:pt x="4224" y="547"/>
                  </a:cubicBezTo>
                  <a:cubicBezTo>
                    <a:pt x="4224" y="604"/>
                    <a:pt x="4216" y="604"/>
                    <a:pt x="4216" y="604"/>
                  </a:cubicBezTo>
                  <a:cubicBezTo>
                    <a:pt x="4204" y="562"/>
                    <a:pt x="4201" y="551"/>
                    <a:pt x="4197" y="551"/>
                  </a:cubicBezTo>
                  <a:cubicBezTo>
                    <a:pt x="4196" y="551"/>
                    <a:pt x="4194" y="553"/>
                    <a:pt x="4192" y="555"/>
                  </a:cubicBezTo>
                  <a:cubicBezTo>
                    <a:pt x="4176" y="555"/>
                    <a:pt x="4176" y="555"/>
                    <a:pt x="4192" y="612"/>
                  </a:cubicBezTo>
                  <a:cubicBezTo>
                    <a:pt x="4190" y="612"/>
                    <a:pt x="4187" y="612"/>
                    <a:pt x="4183" y="612"/>
                  </a:cubicBezTo>
                  <a:cubicBezTo>
                    <a:pt x="4170" y="612"/>
                    <a:pt x="4146" y="607"/>
                    <a:pt x="4127" y="563"/>
                  </a:cubicBezTo>
                  <a:cubicBezTo>
                    <a:pt x="4120" y="546"/>
                    <a:pt x="4116" y="540"/>
                    <a:pt x="4113" y="540"/>
                  </a:cubicBezTo>
                  <a:lnTo>
                    <a:pt x="4113" y="540"/>
                  </a:lnTo>
                  <a:cubicBezTo>
                    <a:pt x="4108" y="540"/>
                    <a:pt x="4116" y="580"/>
                    <a:pt x="4127" y="620"/>
                  </a:cubicBezTo>
                  <a:cubicBezTo>
                    <a:pt x="4135" y="660"/>
                    <a:pt x="4143" y="701"/>
                    <a:pt x="4143" y="741"/>
                  </a:cubicBezTo>
                  <a:cubicBezTo>
                    <a:pt x="4143" y="741"/>
                    <a:pt x="4127" y="685"/>
                    <a:pt x="4111" y="620"/>
                  </a:cubicBezTo>
                  <a:cubicBezTo>
                    <a:pt x="4103" y="563"/>
                    <a:pt x="4103" y="563"/>
                    <a:pt x="4095" y="563"/>
                  </a:cubicBezTo>
                  <a:lnTo>
                    <a:pt x="4087" y="563"/>
                  </a:lnTo>
                  <a:cubicBezTo>
                    <a:pt x="4103" y="628"/>
                    <a:pt x="4078" y="628"/>
                    <a:pt x="4046" y="636"/>
                  </a:cubicBezTo>
                  <a:cubicBezTo>
                    <a:pt x="4005" y="636"/>
                    <a:pt x="3989" y="636"/>
                    <a:pt x="3997" y="693"/>
                  </a:cubicBezTo>
                  <a:cubicBezTo>
                    <a:pt x="4006" y="726"/>
                    <a:pt x="4008" y="742"/>
                    <a:pt x="4004" y="742"/>
                  </a:cubicBezTo>
                  <a:cubicBezTo>
                    <a:pt x="4001" y="742"/>
                    <a:pt x="3993" y="728"/>
                    <a:pt x="3981" y="701"/>
                  </a:cubicBezTo>
                  <a:cubicBezTo>
                    <a:pt x="3940" y="587"/>
                    <a:pt x="3925" y="546"/>
                    <a:pt x="3921" y="546"/>
                  </a:cubicBezTo>
                  <a:lnTo>
                    <a:pt x="3921" y="546"/>
                  </a:lnTo>
                  <a:cubicBezTo>
                    <a:pt x="3920" y="546"/>
                    <a:pt x="3921" y="559"/>
                    <a:pt x="3924" y="579"/>
                  </a:cubicBezTo>
                  <a:cubicBezTo>
                    <a:pt x="3941" y="620"/>
                    <a:pt x="3949" y="660"/>
                    <a:pt x="3949" y="701"/>
                  </a:cubicBezTo>
                  <a:cubicBezTo>
                    <a:pt x="3961" y="758"/>
                    <a:pt x="3965" y="786"/>
                    <a:pt x="3963" y="786"/>
                  </a:cubicBezTo>
                  <a:cubicBezTo>
                    <a:pt x="3961" y="786"/>
                    <a:pt x="3953" y="758"/>
                    <a:pt x="3941" y="701"/>
                  </a:cubicBezTo>
                  <a:cubicBezTo>
                    <a:pt x="3931" y="655"/>
                    <a:pt x="3918" y="636"/>
                    <a:pt x="3905" y="636"/>
                  </a:cubicBezTo>
                  <a:cubicBezTo>
                    <a:pt x="3884" y="636"/>
                    <a:pt x="3866" y="690"/>
                    <a:pt x="3876" y="766"/>
                  </a:cubicBezTo>
                  <a:cubicBezTo>
                    <a:pt x="3868" y="741"/>
                    <a:pt x="3876" y="758"/>
                    <a:pt x="3868" y="709"/>
                  </a:cubicBezTo>
                  <a:cubicBezTo>
                    <a:pt x="3851" y="652"/>
                    <a:pt x="3851" y="652"/>
                    <a:pt x="3835" y="652"/>
                  </a:cubicBezTo>
                  <a:lnTo>
                    <a:pt x="3819" y="652"/>
                  </a:lnTo>
                  <a:cubicBezTo>
                    <a:pt x="3826" y="703"/>
                    <a:pt x="3823" y="721"/>
                    <a:pt x="3816" y="721"/>
                  </a:cubicBezTo>
                  <a:cubicBezTo>
                    <a:pt x="3807" y="721"/>
                    <a:pt x="3791" y="685"/>
                    <a:pt x="3787" y="652"/>
                  </a:cubicBezTo>
                  <a:cubicBezTo>
                    <a:pt x="3778" y="595"/>
                    <a:pt x="3778" y="595"/>
                    <a:pt x="3770" y="595"/>
                  </a:cubicBezTo>
                  <a:cubicBezTo>
                    <a:pt x="3770" y="646"/>
                    <a:pt x="3765" y="664"/>
                    <a:pt x="3758" y="664"/>
                  </a:cubicBezTo>
                  <a:cubicBezTo>
                    <a:pt x="3748" y="664"/>
                    <a:pt x="3735" y="629"/>
                    <a:pt x="3730" y="595"/>
                  </a:cubicBezTo>
                  <a:lnTo>
                    <a:pt x="3722" y="595"/>
                  </a:lnTo>
                  <a:cubicBezTo>
                    <a:pt x="3722" y="652"/>
                    <a:pt x="3714" y="652"/>
                    <a:pt x="3705" y="652"/>
                  </a:cubicBezTo>
                  <a:cubicBezTo>
                    <a:pt x="3697" y="652"/>
                    <a:pt x="3689" y="652"/>
                    <a:pt x="3705" y="717"/>
                  </a:cubicBezTo>
                  <a:cubicBezTo>
                    <a:pt x="3714" y="758"/>
                    <a:pt x="3714" y="790"/>
                    <a:pt x="3714" y="831"/>
                  </a:cubicBezTo>
                  <a:lnTo>
                    <a:pt x="3705" y="774"/>
                  </a:lnTo>
                  <a:cubicBezTo>
                    <a:pt x="3697" y="717"/>
                    <a:pt x="3681" y="717"/>
                    <a:pt x="3665" y="717"/>
                  </a:cubicBezTo>
                  <a:cubicBezTo>
                    <a:pt x="3641" y="717"/>
                    <a:pt x="3633" y="717"/>
                    <a:pt x="3616" y="660"/>
                  </a:cubicBezTo>
                  <a:lnTo>
                    <a:pt x="3616" y="660"/>
                  </a:lnTo>
                  <a:lnTo>
                    <a:pt x="3624" y="717"/>
                  </a:lnTo>
                  <a:cubicBezTo>
                    <a:pt x="3624" y="745"/>
                    <a:pt x="3622" y="760"/>
                    <a:pt x="3619" y="760"/>
                  </a:cubicBezTo>
                  <a:cubicBezTo>
                    <a:pt x="3616" y="760"/>
                    <a:pt x="3612" y="745"/>
                    <a:pt x="3608" y="717"/>
                  </a:cubicBezTo>
                  <a:cubicBezTo>
                    <a:pt x="3604" y="689"/>
                    <a:pt x="3598" y="675"/>
                    <a:pt x="3592" y="675"/>
                  </a:cubicBezTo>
                  <a:cubicBezTo>
                    <a:pt x="3586" y="675"/>
                    <a:pt x="3580" y="689"/>
                    <a:pt x="3576" y="717"/>
                  </a:cubicBezTo>
                  <a:lnTo>
                    <a:pt x="3568" y="717"/>
                  </a:lnTo>
                  <a:cubicBezTo>
                    <a:pt x="3560" y="656"/>
                    <a:pt x="3553" y="626"/>
                    <a:pt x="3549" y="626"/>
                  </a:cubicBezTo>
                  <a:cubicBezTo>
                    <a:pt x="3545" y="626"/>
                    <a:pt x="3543" y="656"/>
                    <a:pt x="3543" y="717"/>
                  </a:cubicBezTo>
                  <a:cubicBezTo>
                    <a:pt x="3543" y="660"/>
                    <a:pt x="3535" y="660"/>
                    <a:pt x="3527" y="660"/>
                  </a:cubicBezTo>
                  <a:cubicBezTo>
                    <a:pt x="3527" y="689"/>
                    <a:pt x="3523" y="703"/>
                    <a:pt x="3518" y="703"/>
                  </a:cubicBezTo>
                  <a:cubicBezTo>
                    <a:pt x="3513" y="703"/>
                    <a:pt x="3507" y="689"/>
                    <a:pt x="3503" y="660"/>
                  </a:cubicBezTo>
                  <a:lnTo>
                    <a:pt x="3495" y="660"/>
                  </a:lnTo>
                  <a:cubicBezTo>
                    <a:pt x="3495" y="717"/>
                    <a:pt x="3495" y="717"/>
                    <a:pt x="3487" y="717"/>
                  </a:cubicBezTo>
                  <a:cubicBezTo>
                    <a:pt x="3487" y="717"/>
                    <a:pt x="3478" y="717"/>
                    <a:pt x="3478" y="774"/>
                  </a:cubicBezTo>
                  <a:cubicBezTo>
                    <a:pt x="3478" y="831"/>
                    <a:pt x="3470" y="831"/>
                    <a:pt x="3470" y="831"/>
                  </a:cubicBezTo>
                  <a:cubicBezTo>
                    <a:pt x="3470" y="798"/>
                    <a:pt x="3462" y="758"/>
                    <a:pt x="3470" y="717"/>
                  </a:cubicBezTo>
                  <a:cubicBezTo>
                    <a:pt x="3470" y="690"/>
                    <a:pt x="3469" y="674"/>
                    <a:pt x="3467" y="674"/>
                  </a:cubicBezTo>
                  <a:cubicBezTo>
                    <a:pt x="3464" y="674"/>
                    <a:pt x="3459" y="704"/>
                    <a:pt x="3454" y="774"/>
                  </a:cubicBezTo>
                  <a:cubicBezTo>
                    <a:pt x="3450" y="835"/>
                    <a:pt x="3448" y="865"/>
                    <a:pt x="3447" y="865"/>
                  </a:cubicBezTo>
                  <a:cubicBezTo>
                    <a:pt x="3446" y="865"/>
                    <a:pt x="3446" y="835"/>
                    <a:pt x="3446" y="774"/>
                  </a:cubicBezTo>
                  <a:cubicBezTo>
                    <a:pt x="3446" y="734"/>
                    <a:pt x="3450" y="690"/>
                    <a:pt x="3450" y="690"/>
                  </a:cubicBezTo>
                  <a:lnTo>
                    <a:pt x="3450" y="690"/>
                  </a:lnTo>
                  <a:cubicBezTo>
                    <a:pt x="3449" y="690"/>
                    <a:pt x="3448" y="698"/>
                    <a:pt x="3446" y="717"/>
                  </a:cubicBezTo>
                  <a:cubicBezTo>
                    <a:pt x="3446" y="717"/>
                    <a:pt x="3438" y="717"/>
                    <a:pt x="3438" y="774"/>
                  </a:cubicBezTo>
                  <a:lnTo>
                    <a:pt x="3422" y="774"/>
                  </a:lnTo>
                  <a:cubicBezTo>
                    <a:pt x="3414" y="717"/>
                    <a:pt x="3405" y="717"/>
                    <a:pt x="3405" y="709"/>
                  </a:cubicBezTo>
                  <a:cubicBezTo>
                    <a:pt x="3401" y="741"/>
                    <a:pt x="3399" y="758"/>
                    <a:pt x="3397" y="758"/>
                  </a:cubicBezTo>
                  <a:cubicBezTo>
                    <a:pt x="3395" y="758"/>
                    <a:pt x="3393" y="741"/>
                    <a:pt x="3389" y="709"/>
                  </a:cubicBezTo>
                  <a:cubicBezTo>
                    <a:pt x="3389" y="686"/>
                    <a:pt x="3388" y="672"/>
                    <a:pt x="3387" y="672"/>
                  </a:cubicBezTo>
                  <a:lnTo>
                    <a:pt x="3387" y="672"/>
                  </a:lnTo>
                  <a:cubicBezTo>
                    <a:pt x="3385" y="672"/>
                    <a:pt x="3384" y="702"/>
                    <a:pt x="3389" y="774"/>
                  </a:cubicBezTo>
                  <a:cubicBezTo>
                    <a:pt x="3389" y="802"/>
                    <a:pt x="3387" y="816"/>
                    <a:pt x="3384" y="816"/>
                  </a:cubicBezTo>
                  <a:cubicBezTo>
                    <a:pt x="3381" y="816"/>
                    <a:pt x="3377" y="802"/>
                    <a:pt x="3373" y="774"/>
                  </a:cubicBezTo>
                  <a:cubicBezTo>
                    <a:pt x="3373" y="750"/>
                    <a:pt x="3373" y="730"/>
                    <a:pt x="3372" y="715"/>
                  </a:cubicBezTo>
                  <a:lnTo>
                    <a:pt x="3372" y="715"/>
                  </a:lnTo>
                  <a:cubicBezTo>
                    <a:pt x="3365" y="774"/>
                    <a:pt x="3365" y="774"/>
                    <a:pt x="3365" y="774"/>
                  </a:cubicBezTo>
                  <a:cubicBezTo>
                    <a:pt x="3357" y="709"/>
                    <a:pt x="3316" y="709"/>
                    <a:pt x="3276" y="709"/>
                  </a:cubicBezTo>
                  <a:cubicBezTo>
                    <a:pt x="3268" y="750"/>
                    <a:pt x="3268" y="790"/>
                    <a:pt x="3268" y="822"/>
                  </a:cubicBezTo>
                  <a:cubicBezTo>
                    <a:pt x="3268" y="875"/>
                    <a:pt x="3268" y="894"/>
                    <a:pt x="3267" y="894"/>
                  </a:cubicBezTo>
                  <a:cubicBezTo>
                    <a:pt x="3266" y="894"/>
                    <a:pt x="3264" y="860"/>
                    <a:pt x="3260" y="822"/>
                  </a:cubicBezTo>
                  <a:cubicBezTo>
                    <a:pt x="3255" y="733"/>
                    <a:pt x="3251" y="689"/>
                    <a:pt x="3249" y="689"/>
                  </a:cubicBezTo>
                  <a:lnTo>
                    <a:pt x="3249" y="689"/>
                  </a:lnTo>
                  <a:cubicBezTo>
                    <a:pt x="3247" y="689"/>
                    <a:pt x="3247" y="733"/>
                    <a:pt x="3251" y="822"/>
                  </a:cubicBezTo>
                  <a:cubicBezTo>
                    <a:pt x="3255" y="883"/>
                    <a:pt x="3258" y="914"/>
                    <a:pt x="3257" y="914"/>
                  </a:cubicBezTo>
                  <a:cubicBezTo>
                    <a:pt x="3255" y="914"/>
                    <a:pt x="3251" y="883"/>
                    <a:pt x="3243" y="822"/>
                  </a:cubicBezTo>
                  <a:cubicBezTo>
                    <a:pt x="3243" y="794"/>
                    <a:pt x="3243" y="780"/>
                    <a:pt x="3242" y="780"/>
                  </a:cubicBezTo>
                  <a:cubicBezTo>
                    <a:pt x="3241" y="780"/>
                    <a:pt x="3239" y="794"/>
                    <a:pt x="3235" y="822"/>
                  </a:cubicBezTo>
                  <a:cubicBezTo>
                    <a:pt x="3230" y="783"/>
                    <a:pt x="3224" y="739"/>
                    <a:pt x="3221" y="739"/>
                  </a:cubicBezTo>
                  <a:cubicBezTo>
                    <a:pt x="3220" y="739"/>
                    <a:pt x="3219" y="746"/>
                    <a:pt x="3219" y="766"/>
                  </a:cubicBezTo>
                  <a:cubicBezTo>
                    <a:pt x="3219" y="766"/>
                    <a:pt x="3219" y="766"/>
                    <a:pt x="3211" y="701"/>
                  </a:cubicBezTo>
                  <a:cubicBezTo>
                    <a:pt x="3209" y="684"/>
                    <a:pt x="3207" y="677"/>
                    <a:pt x="3205" y="677"/>
                  </a:cubicBezTo>
                  <a:cubicBezTo>
                    <a:pt x="3202" y="677"/>
                    <a:pt x="3200" y="717"/>
                    <a:pt x="3195" y="758"/>
                  </a:cubicBezTo>
                  <a:cubicBezTo>
                    <a:pt x="3191" y="818"/>
                    <a:pt x="3187" y="849"/>
                    <a:pt x="3185" y="849"/>
                  </a:cubicBezTo>
                  <a:cubicBezTo>
                    <a:pt x="3183" y="849"/>
                    <a:pt x="3183" y="818"/>
                    <a:pt x="3187" y="758"/>
                  </a:cubicBezTo>
                  <a:cubicBezTo>
                    <a:pt x="3187" y="714"/>
                    <a:pt x="3183" y="696"/>
                    <a:pt x="3179" y="696"/>
                  </a:cubicBezTo>
                  <a:cubicBezTo>
                    <a:pt x="3172" y="696"/>
                    <a:pt x="3162" y="744"/>
                    <a:pt x="3162" y="814"/>
                  </a:cubicBezTo>
                  <a:cubicBezTo>
                    <a:pt x="3157" y="887"/>
                    <a:pt x="3155" y="916"/>
                    <a:pt x="3155" y="916"/>
                  </a:cubicBezTo>
                  <a:cubicBezTo>
                    <a:pt x="3154" y="916"/>
                    <a:pt x="3154" y="902"/>
                    <a:pt x="3154" y="879"/>
                  </a:cubicBezTo>
                  <a:cubicBezTo>
                    <a:pt x="3154" y="814"/>
                    <a:pt x="3146" y="814"/>
                    <a:pt x="3146" y="814"/>
                  </a:cubicBezTo>
                  <a:cubicBezTo>
                    <a:pt x="3146" y="814"/>
                    <a:pt x="3138" y="814"/>
                    <a:pt x="3138" y="758"/>
                  </a:cubicBezTo>
                  <a:cubicBezTo>
                    <a:pt x="3138" y="758"/>
                    <a:pt x="3138" y="758"/>
                    <a:pt x="3122" y="814"/>
                  </a:cubicBezTo>
                  <a:cubicBezTo>
                    <a:pt x="3119" y="860"/>
                    <a:pt x="3114" y="879"/>
                    <a:pt x="3110" y="879"/>
                  </a:cubicBezTo>
                  <a:cubicBezTo>
                    <a:pt x="3104" y="879"/>
                    <a:pt x="3097" y="826"/>
                    <a:pt x="3097" y="750"/>
                  </a:cubicBezTo>
                  <a:lnTo>
                    <a:pt x="3089" y="814"/>
                  </a:lnTo>
                  <a:cubicBezTo>
                    <a:pt x="3084" y="885"/>
                    <a:pt x="3079" y="937"/>
                    <a:pt x="3076" y="937"/>
                  </a:cubicBezTo>
                  <a:cubicBezTo>
                    <a:pt x="3074" y="937"/>
                    <a:pt x="3073" y="917"/>
                    <a:pt x="3073" y="871"/>
                  </a:cubicBezTo>
                  <a:cubicBezTo>
                    <a:pt x="3073" y="869"/>
                    <a:pt x="3073" y="867"/>
                    <a:pt x="3073" y="865"/>
                  </a:cubicBezTo>
                  <a:lnTo>
                    <a:pt x="3073" y="865"/>
                  </a:lnTo>
                  <a:cubicBezTo>
                    <a:pt x="3071" y="871"/>
                    <a:pt x="3069" y="874"/>
                    <a:pt x="3067" y="874"/>
                  </a:cubicBezTo>
                  <a:cubicBezTo>
                    <a:pt x="3059" y="874"/>
                    <a:pt x="3052" y="824"/>
                    <a:pt x="3057" y="750"/>
                  </a:cubicBezTo>
                  <a:cubicBezTo>
                    <a:pt x="3057" y="685"/>
                    <a:pt x="3057" y="685"/>
                    <a:pt x="3049" y="685"/>
                  </a:cubicBezTo>
                  <a:lnTo>
                    <a:pt x="3049" y="750"/>
                  </a:lnTo>
                  <a:cubicBezTo>
                    <a:pt x="3049" y="790"/>
                    <a:pt x="3049" y="831"/>
                    <a:pt x="3041" y="863"/>
                  </a:cubicBezTo>
                  <a:cubicBezTo>
                    <a:pt x="3041" y="863"/>
                    <a:pt x="3033" y="863"/>
                    <a:pt x="3033" y="806"/>
                  </a:cubicBezTo>
                  <a:cubicBezTo>
                    <a:pt x="3033" y="760"/>
                    <a:pt x="3028" y="718"/>
                    <a:pt x="3026" y="718"/>
                  </a:cubicBezTo>
                  <a:cubicBezTo>
                    <a:pt x="3025" y="718"/>
                    <a:pt x="3024" y="725"/>
                    <a:pt x="3024" y="741"/>
                  </a:cubicBezTo>
                  <a:cubicBezTo>
                    <a:pt x="3024" y="741"/>
                    <a:pt x="3024" y="741"/>
                    <a:pt x="3016" y="685"/>
                  </a:cubicBezTo>
                  <a:lnTo>
                    <a:pt x="3000" y="677"/>
                  </a:lnTo>
                  <a:cubicBezTo>
                    <a:pt x="2996" y="709"/>
                    <a:pt x="2992" y="725"/>
                    <a:pt x="2989" y="725"/>
                  </a:cubicBezTo>
                  <a:cubicBezTo>
                    <a:pt x="2986" y="725"/>
                    <a:pt x="2984" y="709"/>
                    <a:pt x="2984" y="677"/>
                  </a:cubicBezTo>
                  <a:cubicBezTo>
                    <a:pt x="2984" y="677"/>
                    <a:pt x="2976" y="677"/>
                    <a:pt x="2968" y="733"/>
                  </a:cubicBezTo>
                  <a:cubicBezTo>
                    <a:pt x="2960" y="733"/>
                    <a:pt x="2951" y="733"/>
                    <a:pt x="2960" y="677"/>
                  </a:cubicBezTo>
                  <a:cubicBezTo>
                    <a:pt x="2960" y="644"/>
                    <a:pt x="2960" y="628"/>
                    <a:pt x="2959" y="628"/>
                  </a:cubicBezTo>
                  <a:cubicBezTo>
                    <a:pt x="2958" y="628"/>
                    <a:pt x="2956" y="644"/>
                    <a:pt x="2951" y="677"/>
                  </a:cubicBezTo>
                  <a:cubicBezTo>
                    <a:pt x="2951" y="733"/>
                    <a:pt x="2943" y="733"/>
                    <a:pt x="2943" y="733"/>
                  </a:cubicBezTo>
                  <a:lnTo>
                    <a:pt x="2927" y="733"/>
                  </a:lnTo>
                  <a:cubicBezTo>
                    <a:pt x="2927" y="790"/>
                    <a:pt x="2927" y="790"/>
                    <a:pt x="2919" y="790"/>
                  </a:cubicBezTo>
                  <a:cubicBezTo>
                    <a:pt x="2919" y="790"/>
                    <a:pt x="2911" y="725"/>
                    <a:pt x="2903" y="725"/>
                  </a:cubicBezTo>
                  <a:cubicBezTo>
                    <a:pt x="2887" y="725"/>
                    <a:pt x="2887" y="725"/>
                    <a:pt x="2887" y="782"/>
                  </a:cubicBezTo>
                  <a:cubicBezTo>
                    <a:pt x="2878" y="782"/>
                    <a:pt x="2870" y="717"/>
                    <a:pt x="2854" y="717"/>
                  </a:cubicBezTo>
                  <a:cubicBezTo>
                    <a:pt x="2838" y="717"/>
                    <a:pt x="2838" y="717"/>
                    <a:pt x="2830" y="774"/>
                  </a:cubicBezTo>
                  <a:cubicBezTo>
                    <a:pt x="2830" y="702"/>
                    <a:pt x="2827" y="672"/>
                    <a:pt x="2823" y="672"/>
                  </a:cubicBezTo>
                  <a:cubicBezTo>
                    <a:pt x="2820" y="672"/>
                    <a:pt x="2817" y="686"/>
                    <a:pt x="2814" y="709"/>
                  </a:cubicBezTo>
                  <a:cubicBezTo>
                    <a:pt x="2806" y="774"/>
                    <a:pt x="2806" y="774"/>
                    <a:pt x="2806" y="774"/>
                  </a:cubicBezTo>
                  <a:cubicBezTo>
                    <a:pt x="2806" y="740"/>
                    <a:pt x="2806" y="724"/>
                    <a:pt x="2803" y="724"/>
                  </a:cubicBezTo>
                  <a:cubicBezTo>
                    <a:pt x="2801" y="724"/>
                    <a:pt x="2797" y="738"/>
                    <a:pt x="2789" y="766"/>
                  </a:cubicBezTo>
                  <a:cubicBezTo>
                    <a:pt x="2781" y="766"/>
                    <a:pt x="2781" y="766"/>
                    <a:pt x="2789" y="709"/>
                  </a:cubicBezTo>
                  <a:lnTo>
                    <a:pt x="2781" y="709"/>
                  </a:lnTo>
                  <a:cubicBezTo>
                    <a:pt x="2772" y="754"/>
                    <a:pt x="2762" y="771"/>
                    <a:pt x="2754" y="771"/>
                  </a:cubicBezTo>
                  <a:cubicBezTo>
                    <a:pt x="2743" y="771"/>
                    <a:pt x="2736" y="732"/>
                    <a:pt x="2741" y="693"/>
                  </a:cubicBezTo>
                  <a:lnTo>
                    <a:pt x="2741" y="693"/>
                  </a:lnTo>
                  <a:cubicBezTo>
                    <a:pt x="2741" y="693"/>
                    <a:pt x="2733" y="693"/>
                    <a:pt x="2724" y="758"/>
                  </a:cubicBezTo>
                  <a:cubicBezTo>
                    <a:pt x="2716" y="813"/>
                    <a:pt x="2710" y="842"/>
                    <a:pt x="2708" y="842"/>
                  </a:cubicBezTo>
                  <a:cubicBezTo>
                    <a:pt x="2706" y="842"/>
                    <a:pt x="2708" y="811"/>
                    <a:pt x="2716" y="750"/>
                  </a:cubicBezTo>
                  <a:cubicBezTo>
                    <a:pt x="2720" y="693"/>
                    <a:pt x="2722" y="664"/>
                    <a:pt x="2721" y="664"/>
                  </a:cubicBezTo>
                  <a:lnTo>
                    <a:pt x="2721" y="664"/>
                  </a:lnTo>
                  <a:cubicBezTo>
                    <a:pt x="2720" y="664"/>
                    <a:pt x="2716" y="693"/>
                    <a:pt x="2708" y="750"/>
                  </a:cubicBezTo>
                  <a:cubicBezTo>
                    <a:pt x="2705" y="773"/>
                    <a:pt x="2699" y="786"/>
                    <a:pt x="2694" y="786"/>
                  </a:cubicBezTo>
                  <a:cubicBezTo>
                    <a:pt x="2687" y="786"/>
                    <a:pt x="2682" y="757"/>
                    <a:pt x="2692" y="685"/>
                  </a:cubicBezTo>
                  <a:cubicBezTo>
                    <a:pt x="2700" y="628"/>
                    <a:pt x="2700" y="571"/>
                    <a:pt x="2700" y="571"/>
                  </a:cubicBezTo>
                  <a:lnTo>
                    <a:pt x="2700" y="571"/>
                  </a:lnTo>
                  <a:cubicBezTo>
                    <a:pt x="2692" y="628"/>
                    <a:pt x="2692" y="628"/>
                    <a:pt x="2692" y="628"/>
                  </a:cubicBezTo>
                  <a:cubicBezTo>
                    <a:pt x="2684" y="685"/>
                    <a:pt x="2676" y="685"/>
                    <a:pt x="2660" y="685"/>
                  </a:cubicBezTo>
                  <a:cubicBezTo>
                    <a:pt x="2659" y="684"/>
                    <a:pt x="2658" y="684"/>
                    <a:pt x="2658" y="684"/>
                  </a:cubicBezTo>
                  <a:cubicBezTo>
                    <a:pt x="2648" y="684"/>
                    <a:pt x="2627" y="733"/>
                    <a:pt x="2619" y="733"/>
                  </a:cubicBezTo>
                  <a:cubicBezTo>
                    <a:pt x="2611" y="733"/>
                    <a:pt x="2595" y="725"/>
                    <a:pt x="2595" y="668"/>
                  </a:cubicBezTo>
                  <a:cubicBezTo>
                    <a:pt x="2595" y="668"/>
                    <a:pt x="2587" y="668"/>
                    <a:pt x="2570" y="725"/>
                  </a:cubicBezTo>
                  <a:cubicBezTo>
                    <a:pt x="2563" y="753"/>
                    <a:pt x="2557" y="767"/>
                    <a:pt x="2553" y="767"/>
                  </a:cubicBezTo>
                  <a:cubicBezTo>
                    <a:pt x="2550" y="767"/>
                    <a:pt x="2550" y="751"/>
                    <a:pt x="2554" y="717"/>
                  </a:cubicBezTo>
                  <a:lnTo>
                    <a:pt x="2554" y="717"/>
                  </a:lnTo>
                  <a:cubicBezTo>
                    <a:pt x="2538" y="774"/>
                    <a:pt x="2530" y="774"/>
                    <a:pt x="2530" y="774"/>
                  </a:cubicBezTo>
                  <a:cubicBezTo>
                    <a:pt x="2536" y="733"/>
                    <a:pt x="2537" y="687"/>
                    <a:pt x="2535" y="687"/>
                  </a:cubicBezTo>
                  <a:lnTo>
                    <a:pt x="2535" y="687"/>
                  </a:lnTo>
                  <a:cubicBezTo>
                    <a:pt x="2534" y="687"/>
                    <a:pt x="2532" y="693"/>
                    <a:pt x="2530" y="709"/>
                  </a:cubicBezTo>
                  <a:cubicBezTo>
                    <a:pt x="2524" y="757"/>
                    <a:pt x="2518" y="769"/>
                    <a:pt x="2512" y="769"/>
                  </a:cubicBezTo>
                  <a:cubicBezTo>
                    <a:pt x="2510" y="769"/>
                    <a:pt x="2508" y="768"/>
                    <a:pt x="2506" y="766"/>
                  </a:cubicBezTo>
                  <a:cubicBezTo>
                    <a:pt x="2506" y="728"/>
                    <a:pt x="2438" y="698"/>
                    <a:pt x="2390" y="698"/>
                  </a:cubicBezTo>
                  <a:cubicBezTo>
                    <a:pt x="2366" y="698"/>
                    <a:pt x="2346" y="706"/>
                    <a:pt x="2343" y="725"/>
                  </a:cubicBezTo>
                  <a:lnTo>
                    <a:pt x="2327" y="717"/>
                  </a:lnTo>
                  <a:lnTo>
                    <a:pt x="2311" y="717"/>
                  </a:lnTo>
                  <a:cubicBezTo>
                    <a:pt x="2322" y="664"/>
                    <a:pt x="2321" y="645"/>
                    <a:pt x="2316" y="645"/>
                  </a:cubicBezTo>
                  <a:lnTo>
                    <a:pt x="2316" y="645"/>
                  </a:lnTo>
                  <a:cubicBezTo>
                    <a:pt x="2309" y="645"/>
                    <a:pt x="2292" y="677"/>
                    <a:pt x="2279" y="709"/>
                  </a:cubicBezTo>
                  <a:cubicBezTo>
                    <a:pt x="2266" y="753"/>
                    <a:pt x="2258" y="758"/>
                    <a:pt x="2252" y="758"/>
                  </a:cubicBezTo>
                  <a:cubicBezTo>
                    <a:pt x="2250" y="758"/>
                    <a:pt x="2248" y="758"/>
                    <a:pt x="2246" y="758"/>
                  </a:cubicBezTo>
                  <a:cubicBezTo>
                    <a:pt x="2261" y="688"/>
                    <a:pt x="2264" y="658"/>
                    <a:pt x="2258" y="658"/>
                  </a:cubicBezTo>
                  <a:lnTo>
                    <a:pt x="2258" y="658"/>
                  </a:lnTo>
                  <a:cubicBezTo>
                    <a:pt x="2254" y="658"/>
                    <a:pt x="2247" y="671"/>
                    <a:pt x="2238" y="693"/>
                  </a:cubicBezTo>
                  <a:cubicBezTo>
                    <a:pt x="2222" y="750"/>
                    <a:pt x="2214" y="778"/>
                    <a:pt x="2213" y="778"/>
                  </a:cubicBezTo>
                  <a:cubicBezTo>
                    <a:pt x="2212" y="778"/>
                    <a:pt x="2218" y="750"/>
                    <a:pt x="2230" y="693"/>
                  </a:cubicBezTo>
                  <a:cubicBezTo>
                    <a:pt x="2241" y="637"/>
                    <a:pt x="2245" y="607"/>
                    <a:pt x="2242" y="607"/>
                  </a:cubicBezTo>
                  <a:lnTo>
                    <a:pt x="2242" y="607"/>
                  </a:lnTo>
                  <a:cubicBezTo>
                    <a:pt x="2238" y="607"/>
                    <a:pt x="2224" y="649"/>
                    <a:pt x="2197" y="741"/>
                  </a:cubicBezTo>
                  <a:cubicBezTo>
                    <a:pt x="2189" y="770"/>
                    <a:pt x="2185" y="784"/>
                    <a:pt x="2184" y="784"/>
                  </a:cubicBezTo>
                  <a:cubicBezTo>
                    <a:pt x="2183" y="784"/>
                    <a:pt x="2185" y="770"/>
                    <a:pt x="2189" y="741"/>
                  </a:cubicBezTo>
                  <a:cubicBezTo>
                    <a:pt x="2204" y="669"/>
                    <a:pt x="2207" y="640"/>
                    <a:pt x="2203" y="640"/>
                  </a:cubicBezTo>
                  <a:lnTo>
                    <a:pt x="2203" y="640"/>
                  </a:lnTo>
                  <a:cubicBezTo>
                    <a:pt x="2201" y="640"/>
                    <a:pt x="2196" y="654"/>
                    <a:pt x="2189" y="677"/>
                  </a:cubicBezTo>
                  <a:cubicBezTo>
                    <a:pt x="2177" y="733"/>
                    <a:pt x="2169" y="762"/>
                    <a:pt x="2167" y="762"/>
                  </a:cubicBezTo>
                  <a:cubicBezTo>
                    <a:pt x="2165" y="762"/>
                    <a:pt x="2169" y="733"/>
                    <a:pt x="2181" y="677"/>
                  </a:cubicBezTo>
                  <a:cubicBezTo>
                    <a:pt x="2189" y="615"/>
                    <a:pt x="2194" y="584"/>
                    <a:pt x="2191" y="584"/>
                  </a:cubicBezTo>
                  <a:lnTo>
                    <a:pt x="2191" y="584"/>
                  </a:lnTo>
                  <a:cubicBezTo>
                    <a:pt x="2189" y="584"/>
                    <a:pt x="2181" y="613"/>
                    <a:pt x="2165" y="668"/>
                  </a:cubicBezTo>
                  <a:cubicBezTo>
                    <a:pt x="2149" y="723"/>
                    <a:pt x="2137" y="750"/>
                    <a:pt x="2132" y="750"/>
                  </a:cubicBezTo>
                  <a:cubicBezTo>
                    <a:pt x="2126" y="750"/>
                    <a:pt x="2128" y="719"/>
                    <a:pt x="2141" y="660"/>
                  </a:cubicBezTo>
                  <a:cubicBezTo>
                    <a:pt x="2135" y="660"/>
                    <a:pt x="2137" y="632"/>
                    <a:pt x="2134" y="632"/>
                  </a:cubicBezTo>
                  <a:cubicBezTo>
                    <a:pt x="2133" y="632"/>
                    <a:pt x="2130" y="639"/>
                    <a:pt x="2124" y="660"/>
                  </a:cubicBezTo>
                  <a:lnTo>
                    <a:pt x="2141" y="595"/>
                  </a:lnTo>
                  <a:lnTo>
                    <a:pt x="2133" y="595"/>
                  </a:lnTo>
                  <a:lnTo>
                    <a:pt x="2116" y="652"/>
                  </a:lnTo>
                  <a:cubicBezTo>
                    <a:pt x="2108" y="652"/>
                    <a:pt x="2100" y="579"/>
                    <a:pt x="2068" y="571"/>
                  </a:cubicBezTo>
                  <a:cubicBezTo>
                    <a:pt x="2049" y="565"/>
                    <a:pt x="2036" y="560"/>
                    <a:pt x="2026" y="560"/>
                  </a:cubicBezTo>
                  <a:cubicBezTo>
                    <a:pt x="2011" y="560"/>
                    <a:pt x="2005" y="572"/>
                    <a:pt x="1995" y="612"/>
                  </a:cubicBezTo>
                  <a:cubicBezTo>
                    <a:pt x="1983" y="667"/>
                    <a:pt x="1975" y="696"/>
                    <a:pt x="1973" y="696"/>
                  </a:cubicBezTo>
                  <a:cubicBezTo>
                    <a:pt x="1970" y="696"/>
                    <a:pt x="1974" y="665"/>
                    <a:pt x="1987" y="604"/>
                  </a:cubicBezTo>
                  <a:cubicBezTo>
                    <a:pt x="1987" y="604"/>
                    <a:pt x="1987" y="547"/>
                    <a:pt x="1979" y="539"/>
                  </a:cubicBezTo>
                  <a:cubicBezTo>
                    <a:pt x="1970" y="539"/>
                    <a:pt x="1962" y="531"/>
                    <a:pt x="1979" y="474"/>
                  </a:cubicBezTo>
                  <a:lnTo>
                    <a:pt x="1979" y="474"/>
                  </a:lnTo>
                  <a:cubicBezTo>
                    <a:pt x="1952" y="535"/>
                    <a:pt x="1933" y="558"/>
                    <a:pt x="1922" y="558"/>
                  </a:cubicBezTo>
                  <a:cubicBezTo>
                    <a:pt x="1913" y="558"/>
                    <a:pt x="1910" y="541"/>
                    <a:pt x="1914" y="514"/>
                  </a:cubicBezTo>
                  <a:cubicBezTo>
                    <a:pt x="1911" y="512"/>
                    <a:pt x="1909" y="511"/>
                    <a:pt x="1907" y="511"/>
                  </a:cubicBezTo>
                  <a:cubicBezTo>
                    <a:pt x="1900" y="511"/>
                    <a:pt x="1891" y="522"/>
                    <a:pt x="1873" y="563"/>
                  </a:cubicBezTo>
                  <a:cubicBezTo>
                    <a:pt x="1858" y="586"/>
                    <a:pt x="1849" y="599"/>
                    <a:pt x="1847" y="599"/>
                  </a:cubicBezTo>
                  <a:cubicBezTo>
                    <a:pt x="1844" y="599"/>
                    <a:pt x="1848" y="584"/>
                    <a:pt x="1857" y="555"/>
                  </a:cubicBezTo>
                  <a:cubicBezTo>
                    <a:pt x="1867" y="521"/>
                    <a:pt x="1868" y="484"/>
                    <a:pt x="1860" y="484"/>
                  </a:cubicBezTo>
                  <a:lnTo>
                    <a:pt x="1860" y="484"/>
                  </a:lnTo>
                  <a:cubicBezTo>
                    <a:pt x="1855" y="484"/>
                    <a:pt x="1846" y="501"/>
                    <a:pt x="1833" y="547"/>
                  </a:cubicBezTo>
                  <a:lnTo>
                    <a:pt x="1841" y="482"/>
                  </a:lnTo>
                  <a:cubicBezTo>
                    <a:pt x="1845" y="465"/>
                    <a:pt x="1847" y="458"/>
                    <a:pt x="1846" y="458"/>
                  </a:cubicBezTo>
                  <a:lnTo>
                    <a:pt x="1846" y="458"/>
                  </a:lnTo>
                  <a:cubicBezTo>
                    <a:pt x="1843" y="458"/>
                    <a:pt x="1828" y="499"/>
                    <a:pt x="1816" y="539"/>
                  </a:cubicBezTo>
                  <a:cubicBezTo>
                    <a:pt x="1802" y="590"/>
                    <a:pt x="1792" y="618"/>
                    <a:pt x="1790" y="618"/>
                  </a:cubicBezTo>
                  <a:cubicBezTo>
                    <a:pt x="1788" y="618"/>
                    <a:pt x="1798" y="576"/>
                    <a:pt x="1824" y="482"/>
                  </a:cubicBezTo>
                  <a:cubicBezTo>
                    <a:pt x="1849" y="410"/>
                    <a:pt x="1855" y="380"/>
                    <a:pt x="1854" y="380"/>
                  </a:cubicBezTo>
                  <a:lnTo>
                    <a:pt x="1854" y="380"/>
                  </a:lnTo>
                  <a:cubicBezTo>
                    <a:pt x="1853" y="380"/>
                    <a:pt x="1847" y="394"/>
                    <a:pt x="1841" y="417"/>
                  </a:cubicBezTo>
                  <a:cubicBezTo>
                    <a:pt x="1823" y="457"/>
                    <a:pt x="1806" y="497"/>
                    <a:pt x="1803" y="497"/>
                  </a:cubicBezTo>
                  <a:cubicBezTo>
                    <a:pt x="1802" y="497"/>
                    <a:pt x="1804" y="490"/>
                    <a:pt x="1808" y="474"/>
                  </a:cubicBezTo>
                  <a:cubicBezTo>
                    <a:pt x="1808" y="472"/>
                    <a:pt x="1808" y="471"/>
                    <a:pt x="1807" y="471"/>
                  </a:cubicBezTo>
                  <a:cubicBezTo>
                    <a:pt x="1804" y="471"/>
                    <a:pt x="1793" y="490"/>
                    <a:pt x="1768" y="579"/>
                  </a:cubicBezTo>
                  <a:cubicBezTo>
                    <a:pt x="1750" y="620"/>
                    <a:pt x="1745" y="632"/>
                    <a:pt x="1741" y="632"/>
                  </a:cubicBezTo>
                  <a:cubicBezTo>
                    <a:pt x="1739" y="632"/>
                    <a:pt x="1738" y="630"/>
                    <a:pt x="1735" y="628"/>
                  </a:cubicBezTo>
                  <a:cubicBezTo>
                    <a:pt x="1752" y="595"/>
                    <a:pt x="1760" y="555"/>
                    <a:pt x="1776" y="523"/>
                  </a:cubicBezTo>
                  <a:lnTo>
                    <a:pt x="1768" y="514"/>
                  </a:lnTo>
                  <a:cubicBezTo>
                    <a:pt x="1768" y="474"/>
                    <a:pt x="1784" y="433"/>
                    <a:pt x="1792" y="401"/>
                  </a:cubicBezTo>
                  <a:cubicBezTo>
                    <a:pt x="1799" y="373"/>
                    <a:pt x="1803" y="357"/>
                    <a:pt x="1803" y="357"/>
                  </a:cubicBezTo>
                  <a:lnTo>
                    <a:pt x="1803" y="357"/>
                  </a:lnTo>
                  <a:cubicBezTo>
                    <a:pt x="1802" y="357"/>
                    <a:pt x="1794" y="385"/>
                    <a:pt x="1776" y="450"/>
                  </a:cubicBezTo>
                  <a:cubicBezTo>
                    <a:pt x="1735" y="563"/>
                    <a:pt x="1735" y="563"/>
                    <a:pt x="1727" y="563"/>
                  </a:cubicBezTo>
                  <a:cubicBezTo>
                    <a:pt x="1719" y="555"/>
                    <a:pt x="1719" y="555"/>
                    <a:pt x="1735" y="498"/>
                  </a:cubicBezTo>
                  <a:cubicBezTo>
                    <a:pt x="1752" y="441"/>
                    <a:pt x="1752" y="441"/>
                    <a:pt x="1743" y="441"/>
                  </a:cubicBezTo>
                  <a:cubicBezTo>
                    <a:pt x="1695" y="523"/>
                    <a:pt x="1646" y="612"/>
                    <a:pt x="1614" y="709"/>
                  </a:cubicBezTo>
                  <a:cubicBezTo>
                    <a:pt x="1594" y="765"/>
                    <a:pt x="1584" y="793"/>
                    <a:pt x="1583" y="793"/>
                  </a:cubicBezTo>
                  <a:cubicBezTo>
                    <a:pt x="1583" y="793"/>
                    <a:pt x="1593" y="763"/>
                    <a:pt x="1614" y="701"/>
                  </a:cubicBezTo>
                  <a:cubicBezTo>
                    <a:pt x="1630" y="644"/>
                    <a:pt x="1630" y="644"/>
                    <a:pt x="1622" y="644"/>
                  </a:cubicBezTo>
                  <a:cubicBezTo>
                    <a:pt x="1646" y="587"/>
                    <a:pt x="1646" y="587"/>
                    <a:pt x="1654" y="587"/>
                  </a:cubicBezTo>
                  <a:lnTo>
                    <a:pt x="1670" y="539"/>
                  </a:lnTo>
                  <a:cubicBezTo>
                    <a:pt x="1691" y="477"/>
                    <a:pt x="1699" y="446"/>
                    <a:pt x="1697" y="446"/>
                  </a:cubicBezTo>
                  <a:lnTo>
                    <a:pt x="1697" y="446"/>
                  </a:lnTo>
                  <a:cubicBezTo>
                    <a:pt x="1694" y="446"/>
                    <a:pt x="1682" y="475"/>
                    <a:pt x="1662" y="531"/>
                  </a:cubicBezTo>
                  <a:cubicBezTo>
                    <a:pt x="1647" y="554"/>
                    <a:pt x="1639" y="566"/>
                    <a:pt x="1636" y="566"/>
                  </a:cubicBezTo>
                  <a:cubicBezTo>
                    <a:pt x="1634" y="566"/>
                    <a:pt x="1638" y="552"/>
                    <a:pt x="1646" y="523"/>
                  </a:cubicBezTo>
                  <a:cubicBezTo>
                    <a:pt x="1652" y="502"/>
                    <a:pt x="1658" y="481"/>
                    <a:pt x="1662" y="466"/>
                  </a:cubicBezTo>
                  <a:lnTo>
                    <a:pt x="1662" y="466"/>
                  </a:lnTo>
                  <a:cubicBezTo>
                    <a:pt x="1662" y="466"/>
                    <a:pt x="1654" y="458"/>
                    <a:pt x="1670" y="401"/>
                  </a:cubicBezTo>
                  <a:cubicBezTo>
                    <a:pt x="1669" y="401"/>
                    <a:pt x="1667" y="400"/>
                    <a:pt x="1665" y="400"/>
                  </a:cubicBezTo>
                  <a:cubicBezTo>
                    <a:pt x="1658" y="400"/>
                    <a:pt x="1651" y="405"/>
                    <a:pt x="1638" y="450"/>
                  </a:cubicBezTo>
                  <a:cubicBezTo>
                    <a:pt x="1614" y="506"/>
                    <a:pt x="1614" y="506"/>
                    <a:pt x="1606" y="506"/>
                  </a:cubicBezTo>
                  <a:cubicBezTo>
                    <a:pt x="1606" y="504"/>
                    <a:pt x="1605" y="502"/>
                    <a:pt x="1604" y="502"/>
                  </a:cubicBezTo>
                  <a:cubicBezTo>
                    <a:pt x="1600" y="502"/>
                    <a:pt x="1591" y="514"/>
                    <a:pt x="1573" y="555"/>
                  </a:cubicBezTo>
                  <a:cubicBezTo>
                    <a:pt x="1558" y="608"/>
                    <a:pt x="1529" y="661"/>
                    <a:pt x="1518" y="661"/>
                  </a:cubicBezTo>
                  <a:cubicBezTo>
                    <a:pt x="1518" y="661"/>
                    <a:pt x="1517" y="661"/>
                    <a:pt x="1516" y="660"/>
                  </a:cubicBezTo>
                  <a:cubicBezTo>
                    <a:pt x="1507" y="682"/>
                    <a:pt x="1501" y="695"/>
                    <a:pt x="1499" y="695"/>
                  </a:cubicBezTo>
                  <a:cubicBezTo>
                    <a:pt x="1497" y="695"/>
                    <a:pt x="1505" y="665"/>
                    <a:pt x="1524" y="595"/>
                  </a:cubicBezTo>
                  <a:cubicBezTo>
                    <a:pt x="1549" y="547"/>
                    <a:pt x="1541" y="539"/>
                    <a:pt x="1541" y="539"/>
                  </a:cubicBezTo>
                  <a:cubicBezTo>
                    <a:pt x="1541" y="539"/>
                    <a:pt x="1533" y="539"/>
                    <a:pt x="1557" y="482"/>
                  </a:cubicBezTo>
                  <a:cubicBezTo>
                    <a:pt x="1562" y="464"/>
                    <a:pt x="1563" y="457"/>
                    <a:pt x="1561" y="457"/>
                  </a:cubicBezTo>
                  <a:lnTo>
                    <a:pt x="1561" y="457"/>
                  </a:lnTo>
                  <a:cubicBezTo>
                    <a:pt x="1558" y="457"/>
                    <a:pt x="1541" y="492"/>
                    <a:pt x="1524" y="531"/>
                  </a:cubicBezTo>
                  <a:cubicBezTo>
                    <a:pt x="1508" y="587"/>
                    <a:pt x="1484" y="644"/>
                    <a:pt x="1484" y="644"/>
                  </a:cubicBezTo>
                  <a:cubicBezTo>
                    <a:pt x="1500" y="587"/>
                    <a:pt x="1516" y="531"/>
                    <a:pt x="1541" y="474"/>
                  </a:cubicBezTo>
                  <a:cubicBezTo>
                    <a:pt x="1561" y="417"/>
                    <a:pt x="1571" y="389"/>
                    <a:pt x="1570" y="389"/>
                  </a:cubicBezTo>
                  <a:lnTo>
                    <a:pt x="1570" y="389"/>
                  </a:lnTo>
                  <a:cubicBezTo>
                    <a:pt x="1569" y="389"/>
                    <a:pt x="1557" y="417"/>
                    <a:pt x="1533" y="474"/>
                  </a:cubicBezTo>
                  <a:cubicBezTo>
                    <a:pt x="1521" y="508"/>
                    <a:pt x="1502" y="546"/>
                    <a:pt x="1497" y="546"/>
                  </a:cubicBezTo>
                  <a:cubicBezTo>
                    <a:pt x="1495" y="546"/>
                    <a:pt x="1495" y="539"/>
                    <a:pt x="1500" y="523"/>
                  </a:cubicBezTo>
                  <a:cubicBezTo>
                    <a:pt x="1492" y="514"/>
                    <a:pt x="1484" y="506"/>
                    <a:pt x="1508" y="458"/>
                  </a:cubicBezTo>
                  <a:cubicBezTo>
                    <a:pt x="1514" y="437"/>
                    <a:pt x="1515" y="430"/>
                    <a:pt x="1513" y="430"/>
                  </a:cubicBezTo>
                  <a:lnTo>
                    <a:pt x="1513" y="430"/>
                  </a:lnTo>
                  <a:cubicBezTo>
                    <a:pt x="1510" y="430"/>
                    <a:pt x="1500" y="450"/>
                    <a:pt x="1500" y="450"/>
                  </a:cubicBezTo>
                  <a:cubicBezTo>
                    <a:pt x="1485" y="476"/>
                    <a:pt x="1477" y="488"/>
                    <a:pt x="1474" y="488"/>
                  </a:cubicBezTo>
                  <a:cubicBezTo>
                    <a:pt x="1469" y="488"/>
                    <a:pt x="1471" y="472"/>
                    <a:pt x="1476" y="441"/>
                  </a:cubicBezTo>
                  <a:cubicBezTo>
                    <a:pt x="1488" y="378"/>
                    <a:pt x="1495" y="348"/>
                    <a:pt x="1492" y="348"/>
                  </a:cubicBezTo>
                  <a:lnTo>
                    <a:pt x="1492" y="348"/>
                  </a:lnTo>
                  <a:cubicBezTo>
                    <a:pt x="1489" y="348"/>
                    <a:pt x="1479" y="374"/>
                    <a:pt x="1460" y="425"/>
                  </a:cubicBezTo>
                  <a:cubicBezTo>
                    <a:pt x="1446" y="458"/>
                    <a:pt x="1432" y="491"/>
                    <a:pt x="1430" y="491"/>
                  </a:cubicBezTo>
                  <a:cubicBezTo>
                    <a:pt x="1429" y="491"/>
                    <a:pt x="1434" y="473"/>
                    <a:pt x="1452" y="425"/>
                  </a:cubicBezTo>
                  <a:cubicBezTo>
                    <a:pt x="1457" y="407"/>
                    <a:pt x="1458" y="400"/>
                    <a:pt x="1456" y="400"/>
                  </a:cubicBezTo>
                  <a:lnTo>
                    <a:pt x="1456" y="400"/>
                  </a:lnTo>
                  <a:cubicBezTo>
                    <a:pt x="1452" y="400"/>
                    <a:pt x="1433" y="435"/>
                    <a:pt x="1411" y="474"/>
                  </a:cubicBezTo>
                  <a:cubicBezTo>
                    <a:pt x="1387" y="523"/>
                    <a:pt x="1338" y="636"/>
                    <a:pt x="1314" y="685"/>
                  </a:cubicBezTo>
                  <a:cubicBezTo>
                    <a:pt x="1285" y="751"/>
                    <a:pt x="1273" y="779"/>
                    <a:pt x="1272" y="779"/>
                  </a:cubicBezTo>
                  <a:cubicBezTo>
                    <a:pt x="1271" y="779"/>
                    <a:pt x="1275" y="765"/>
                    <a:pt x="1281" y="741"/>
                  </a:cubicBezTo>
                  <a:cubicBezTo>
                    <a:pt x="1289" y="701"/>
                    <a:pt x="1297" y="660"/>
                    <a:pt x="1314" y="620"/>
                  </a:cubicBezTo>
                  <a:cubicBezTo>
                    <a:pt x="1338" y="571"/>
                    <a:pt x="1346" y="571"/>
                    <a:pt x="1346" y="571"/>
                  </a:cubicBezTo>
                  <a:lnTo>
                    <a:pt x="1354" y="571"/>
                  </a:lnTo>
                  <a:cubicBezTo>
                    <a:pt x="1370" y="514"/>
                    <a:pt x="1395" y="466"/>
                    <a:pt x="1387" y="458"/>
                  </a:cubicBezTo>
                  <a:cubicBezTo>
                    <a:pt x="1399" y="429"/>
                    <a:pt x="1403" y="415"/>
                    <a:pt x="1401" y="415"/>
                  </a:cubicBezTo>
                  <a:lnTo>
                    <a:pt x="1401" y="415"/>
                  </a:lnTo>
                  <a:cubicBezTo>
                    <a:pt x="1399" y="415"/>
                    <a:pt x="1391" y="429"/>
                    <a:pt x="1379" y="458"/>
                  </a:cubicBezTo>
                  <a:cubicBezTo>
                    <a:pt x="1403" y="401"/>
                    <a:pt x="1395" y="393"/>
                    <a:pt x="1387" y="385"/>
                  </a:cubicBezTo>
                  <a:cubicBezTo>
                    <a:pt x="1379" y="385"/>
                    <a:pt x="1362" y="377"/>
                    <a:pt x="1387" y="320"/>
                  </a:cubicBezTo>
                  <a:cubicBezTo>
                    <a:pt x="1384" y="318"/>
                    <a:pt x="1382" y="316"/>
                    <a:pt x="1380" y="316"/>
                  </a:cubicBezTo>
                  <a:cubicBezTo>
                    <a:pt x="1373" y="316"/>
                    <a:pt x="1364" y="327"/>
                    <a:pt x="1346" y="368"/>
                  </a:cubicBezTo>
                  <a:cubicBezTo>
                    <a:pt x="1318" y="429"/>
                    <a:pt x="1303" y="455"/>
                    <a:pt x="1301" y="455"/>
                  </a:cubicBezTo>
                  <a:cubicBezTo>
                    <a:pt x="1299" y="455"/>
                    <a:pt x="1303" y="441"/>
                    <a:pt x="1314" y="417"/>
                  </a:cubicBezTo>
                  <a:cubicBezTo>
                    <a:pt x="1347" y="345"/>
                    <a:pt x="1346" y="281"/>
                    <a:pt x="1324" y="281"/>
                  </a:cubicBezTo>
                  <a:cubicBezTo>
                    <a:pt x="1314" y="281"/>
                    <a:pt x="1299" y="295"/>
                    <a:pt x="1281" y="328"/>
                  </a:cubicBezTo>
                  <a:lnTo>
                    <a:pt x="1273" y="320"/>
                  </a:lnTo>
                  <a:cubicBezTo>
                    <a:pt x="1282" y="287"/>
                    <a:pt x="1278" y="268"/>
                    <a:pt x="1269" y="268"/>
                  </a:cubicBezTo>
                  <a:cubicBezTo>
                    <a:pt x="1262" y="268"/>
                    <a:pt x="1251" y="279"/>
                    <a:pt x="1241" y="304"/>
                  </a:cubicBezTo>
                  <a:lnTo>
                    <a:pt x="1224" y="295"/>
                  </a:lnTo>
                  <a:cubicBezTo>
                    <a:pt x="1233" y="261"/>
                    <a:pt x="1237" y="245"/>
                    <a:pt x="1234" y="245"/>
                  </a:cubicBezTo>
                  <a:lnTo>
                    <a:pt x="1234" y="245"/>
                  </a:lnTo>
                  <a:cubicBezTo>
                    <a:pt x="1231" y="245"/>
                    <a:pt x="1223" y="257"/>
                    <a:pt x="1208" y="279"/>
                  </a:cubicBezTo>
                  <a:cubicBezTo>
                    <a:pt x="1185" y="320"/>
                    <a:pt x="1166" y="356"/>
                    <a:pt x="1166" y="356"/>
                  </a:cubicBezTo>
                  <a:cubicBezTo>
                    <a:pt x="1166" y="356"/>
                    <a:pt x="1169" y="350"/>
                    <a:pt x="1176" y="336"/>
                  </a:cubicBezTo>
                  <a:cubicBezTo>
                    <a:pt x="1208" y="279"/>
                    <a:pt x="1200" y="271"/>
                    <a:pt x="1184" y="263"/>
                  </a:cubicBezTo>
                  <a:cubicBezTo>
                    <a:pt x="1180" y="261"/>
                    <a:pt x="1176" y="259"/>
                    <a:pt x="1173" y="259"/>
                  </a:cubicBezTo>
                  <a:cubicBezTo>
                    <a:pt x="1166" y="259"/>
                    <a:pt x="1161" y="271"/>
                    <a:pt x="1143" y="312"/>
                  </a:cubicBezTo>
                  <a:cubicBezTo>
                    <a:pt x="1131" y="322"/>
                    <a:pt x="1124" y="327"/>
                    <a:pt x="1120" y="327"/>
                  </a:cubicBezTo>
                  <a:cubicBezTo>
                    <a:pt x="1111" y="327"/>
                    <a:pt x="1133" y="289"/>
                    <a:pt x="1152" y="247"/>
                  </a:cubicBezTo>
                  <a:cubicBezTo>
                    <a:pt x="1177" y="199"/>
                    <a:pt x="1190" y="173"/>
                    <a:pt x="1188" y="173"/>
                  </a:cubicBezTo>
                  <a:lnTo>
                    <a:pt x="1188" y="173"/>
                  </a:lnTo>
                  <a:cubicBezTo>
                    <a:pt x="1186" y="173"/>
                    <a:pt x="1163" y="211"/>
                    <a:pt x="1119" y="295"/>
                  </a:cubicBezTo>
                  <a:cubicBezTo>
                    <a:pt x="1083" y="354"/>
                    <a:pt x="1065" y="377"/>
                    <a:pt x="1061" y="377"/>
                  </a:cubicBezTo>
                  <a:cubicBezTo>
                    <a:pt x="1058" y="377"/>
                    <a:pt x="1064" y="362"/>
                    <a:pt x="1079" y="336"/>
                  </a:cubicBezTo>
                  <a:cubicBezTo>
                    <a:pt x="1096" y="301"/>
                    <a:pt x="1105" y="291"/>
                    <a:pt x="1109" y="291"/>
                  </a:cubicBezTo>
                  <a:cubicBezTo>
                    <a:pt x="1110" y="291"/>
                    <a:pt x="1111" y="293"/>
                    <a:pt x="1111" y="295"/>
                  </a:cubicBezTo>
                  <a:lnTo>
                    <a:pt x="1168" y="190"/>
                  </a:lnTo>
                  <a:cubicBezTo>
                    <a:pt x="1168" y="188"/>
                    <a:pt x="1168" y="186"/>
                    <a:pt x="1167" y="186"/>
                  </a:cubicBezTo>
                  <a:cubicBezTo>
                    <a:pt x="1165" y="186"/>
                    <a:pt x="1158" y="196"/>
                    <a:pt x="1135" y="231"/>
                  </a:cubicBezTo>
                  <a:cubicBezTo>
                    <a:pt x="1135" y="231"/>
                    <a:pt x="1127" y="231"/>
                    <a:pt x="1095" y="279"/>
                  </a:cubicBezTo>
                  <a:cubicBezTo>
                    <a:pt x="1062" y="336"/>
                    <a:pt x="1038" y="385"/>
                    <a:pt x="1014" y="441"/>
                  </a:cubicBezTo>
                  <a:cubicBezTo>
                    <a:pt x="995" y="486"/>
                    <a:pt x="986" y="490"/>
                    <a:pt x="983" y="490"/>
                  </a:cubicBezTo>
                  <a:cubicBezTo>
                    <a:pt x="982" y="490"/>
                    <a:pt x="981" y="490"/>
                    <a:pt x="981" y="490"/>
                  </a:cubicBezTo>
                  <a:cubicBezTo>
                    <a:pt x="997" y="433"/>
                    <a:pt x="1022" y="377"/>
                    <a:pt x="1062" y="328"/>
                  </a:cubicBezTo>
                  <a:cubicBezTo>
                    <a:pt x="1087" y="295"/>
                    <a:pt x="1103" y="263"/>
                    <a:pt x="1119" y="231"/>
                  </a:cubicBezTo>
                  <a:cubicBezTo>
                    <a:pt x="1126" y="218"/>
                    <a:pt x="1128" y="213"/>
                    <a:pt x="1126" y="213"/>
                  </a:cubicBezTo>
                  <a:lnTo>
                    <a:pt x="1126" y="213"/>
                  </a:lnTo>
                  <a:cubicBezTo>
                    <a:pt x="1118" y="213"/>
                    <a:pt x="1058" y="286"/>
                    <a:pt x="1014" y="368"/>
                  </a:cubicBezTo>
                  <a:cubicBezTo>
                    <a:pt x="1022" y="344"/>
                    <a:pt x="1014" y="360"/>
                    <a:pt x="1038" y="312"/>
                  </a:cubicBezTo>
                  <a:cubicBezTo>
                    <a:pt x="1070" y="263"/>
                    <a:pt x="1062" y="255"/>
                    <a:pt x="1054" y="255"/>
                  </a:cubicBezTo>
                  <a:cubicBezTo>
                    <a:pt x="1052" y="253"/>
                    <a:pt x="1050" y="251"/>
                    <a:pt x="1047" y="251"/>
                  </a:cubicBezTo>
                  <a:cubicBezTo>
                    <a:pt x="1040" y="251"/>
                    <a:pt x="1031" y="261"/>
                    <a:pt x="1014" y="295"/>
                  </a:cubicBezTo>
                  <a:cubicBezTo>
                    <a:pt x="997" y="328"/>
                    <a:pt x="973" y="368"/>
                    <a:pt x="949" y="401"/>
                  </a:cubicBezTo>
                  <a:cubicBezTo>
                    <a:pt x="933" y="433"/>
                    <a:pt x="916" y="474"/>
                    <a:pt x="892" y="506"/>
                  </a:cubicBezTo>
                  <a:cubicBezTo>
                    <a:pt x="892" y="506"/>
                    <a:pt x="916" y="450"/>
                    <a:pt x="941" y="393"/>
                  </a:cubicBezTo>
                  <a:cubicBezTo>
                    <a:pt x="989" y="279"/>
                    <a:pt x="1014" y="223"/>
                    <a:pt x="997" y="214"/>
                  </a:cubicBezTo>
                  <a:cubicBezTo>
                    <a:pt x="989" y="206"/>
                    <a:pt x="981" y="198"/>
                    <a:pt x="1006" y="141"/>
                  </a:cubicBezTo>
                  <a:cubicBezTo>
                    <a:pt x="1004" y="141"/>
                    <a:pt x="1002" y="141"/>
                    <a:pt x="1000" y="141"/>
                  </a:cubicBezTo>
                  <a:cubicBezTo>
                    <a:pt x="993" y="141"/>
                    <a:pt x="984" y="146"/>
                    <a:pt x="965" y="190"/>
                  </a:cubicBezTo>
                  <a:lnTo>
                    <a:pt x="957" y="182"/>
                  </a:lnTo>
                  <a:cubicBezTo>
                    <a:pt x="970" y="153"/>
                    <a:pt x="973" y="138"/>
                    <a:pt x="970" y="138"/>
                  </a:cubicBezTo>
                  <a:lnTo>
                    <a:pt x="970" y="138"/>
                  </a:lnTo>
                  <a:cubicBezTo>
                    <a:pt x="966" y="138"/>
                    <a:pt x="956" y="150"/>
                    <a:pt x="941" y="174"/>
                  </a:cubicBezTo>
                  <a:cubicBezTo>
                    <a:pt x="931" y="188"/>
                    <a:pt x="926" y="194"/>
                    <a:pt x="925" y="194"/>
                  </a:cubicBezTo>
                  <a:cubicBezTo>
                    <a:pt x="921" y="194"/>
                    <a:pt x="933" y="166"/>
                    <a:pt x="933" y="166"/>
                  </a:cubicBezTo>
                  <a:cubicBezTo>
                    <a:pt x="958" y="118"/>
                    <a:pt x="972" y="92"/>
                    <a:pt x="972" y="92"/>
                  </a:cubicBezTo>
                  <a:lnTo>
                    <a:pt x="972" y="92"/>
                  </a:lnTo>
                  <a:cubicBezTo>
                    <a:pt x="971" y="92"/>
                    <a:pt x="949" y="130"/>
                    <a:pt x="900" y="214"/>
                  </a:cubicBezTo>
                  <a:cubicBezTo>
                    <a:pt x="876" y="247"/>
                    <a:pt x="860" y="287"/>
                    <a:pt x="843" y="328"/>
                  </a:cubicBezTo>
                  <a:lnTo>
                    <a:pt x="860" y="336"/>
                  </a:lnTo>
                  <a:lnTo>
                    <a:pt x="819" y="377"/>
                  </a:lnTo>
                  <a:cubicBezTo>
                    <a:pt x="787" y="401"/>
                    <a:pt x="762" y="433"/>
                    <a:pt x="738" y="474"/>
                  </a:cubicBezTo>
                  <a:cubicBezTo>
                    <a:pt x="738" y="474"/>
                    <a:pt x="717" y="515"/>
                    <a:pt x="708" y="515"/>
                  </a:cubicBezTo>
                  <a:cubicBezTo>
                    <a:pt x="707" y="515"/>
                    <a:pt x="706" y="515"/>
                    <a:pt x="706" y="514"/>
                  </a:cubicBezTo>
                  <a:lnTo>
                    <a:pt x="770" y="417"/>
                  </a:lnTo>
                  <a:cubicBezTo>
                    <a:pt x="803" y="368"/>
                    <a:pt x="835" y="320"/>
                    <a:pt x="868" y="263"/>
                  </a:cubicBezTo>
                  <a:cubicBezTo>
                    <a:pt x="903" y="197"/>
                    <a:pt x="923" y="150"/>
                    <a:pt x="919" y="150"/>
                  </a:cubicBezTo>
                  <a:lnTo>
                    <a:pt x="919" y="150"/>
                  </a:lnTo>
                  <a:cubicBezTo>
                    <a:pt x="916" y="150"/>
                    <a:pt x="905" y="167"/>
                    <a:pt x="884" y="206"/>
                  </a:cubicBezTo>
                  <a:cubicBezTo>
                    <a:pt x="876" y="198"/>
                    <a:pt x="876" y="198"/>
                    <a:pt x="900" y="150"/>
                  </a:cubicBezTo>
                  <a:cubicBezTo>
                    <a:pt x="914" y="125"/>
                    <a:pt x="922" y="111"/>
                    <a:pt x="921" y="111"/>
                  </a:cubicBezTo>
                  <a:lnTo>
                    <a:pt x="921" y="111"/>
                  </a:lnTo>
                  <a:cubicBezTo>
                    <a:pt x="920" y="111"/>
                    <a:pt x="905" y="135"/>
                    <a:pt x="868" y="190"/>
                  </a:cubicBezTo>
                  <a:cubicBezTo>
                    <a:pt x="832" y="238"/>
                    <a:pt x="814" y="262"/>
                    <a:pt x="811" y="262"/>
                  </a:cubicBezTo>
                  <a:cubicBezTo>
                    <a:pt x="808" y="262"/>
                    <a:pt x="823" y="236"/>
                    <a:pt x="852" y="182"/>
                  </a:cubicBezTo>
                  <a:cubicBezTo>
                    <a:pt x="887" y="116"/>
                    <a:pt x="894" y="85"/>
                    <a:pt x="886" y="85"/>
                  </a:cubicBezTo>
                  <a:lnTo>
                    <a:pt x="886" y="85"/>
                  </a:lnTo>
                  <a:cubicBezTo>
                    <a:pt x="882" y="85"/>
                    <a:pt x="872" y="96"/>
                    <a:pt x="860" y="117"/>
                  </a:cubicBezTo>
                  <a:cubicBezTo>
                    <a:pt x="825" y="170"/>
                    <a:pt x="806" y="191"/>
                    <a:pt x="802" y="191"/>
                  </a:cubicBezTo>
                  <a:cubicBezTo>
                    <a:pt x="798" y="191"/>
                    <a:pt x="804" y="176"/>
                    <a:pt x="819" y="150"/>
                  </a:cubicBezTo>
                  <a:cubicBezTo>
                    <a:pt x="832" y="124"/>
                    <a:pt x="838" y="112"/>
                    <a:pt x="835" y="112"/>
                  </a:cubicBezTo>
                  <a:lnTo>
                    <a:pt x="835" y="112"/>
                  </a:lnTo>
                  <a:cubicBezTo>
                    <a:pt x="832" y="112"/>
                    <a:pt x="822" y="122"/>
                    <a:pt x="803" y="141"/>
                  </a:cubicBezTo>
                  <a:cubicBezTo>
                    <a:pt x="827" y="106"/>
                    <a:pt x="851" y="70"/>
                    <a:pt x="845" y="70"/>
                  </a:cubicBezTo>
                  <a:lnTo>
                    <a:pt x="845" y="70"/>
                  </a:lnTo>
                  <a:cubicBezTo>
                    <a:pt x="843" y="70"/>
                    <a:pt x="838" y="74"/>
                    <a:pt x="827" y="85"/>
                  </a:cubicBezTo>
                  <a:cubicBezTo>
                    <a:pt x="827" y="85"/>
                    <a:pt x="827" y="85"/>
                    <a:pt x="795" y="141"/>
                  </a:cubicBezTo>
                  <a:lnTo>
                    <a:pt x="722" y="231"/>
                  </a:lnTo>
                  <a:cubicBezTo>
                    <a:pt x="706" y="271"/>
                    <a:pt x="689" y="304"/>
                    <a:pt x="665" y="336"/>
                  </a:cubicBezTo>
                  <a:cubicBezTo>
                    <a:pt x="658" y="347"/>
                    <a:pt x="653" y="352"/>
                    <a:pt x="651" y="352"/>
                  </a:cubicBezTo>
                  <a:cubicBezTo>
                    <a:pt x="643" y="352"/>
                    <a:pt x="668" y="286"/>
                    <a:pt x="738" y="166"/>
                  </a:cubicBezTo>
                  <a:lnTo>
                    <a:pt x="795" y="60"/>
                  </a:lnTo>
                  <a:lnTo>
                    <a:pt x="730" y="158"/>
                  </a:lnTo>
                  <a:cubicBezTo>
                    <a:pt x="730" y="158"/>
                    <a:pt x="722" y="158"/>
                    <a:pt x="754" y="101"/>
                  </a:cubicBezTo>
                  <a:cubicBezTo>
                    <a:pt x="787" y="52"/>
                    <a:pt x="787" y="52"/>
                    <a:pt x="787" y="52"/>
                  </a:cubicBezTo>
                  <a:lnTo>
                    <a:pt x="787" y="52"/>
                  </a:lnTo>
                  <a:cubicBezTo>
                    <a:pt x="787" y="52"/>
                    <a:pt x="779" y="52"/>
                    <a:pt x="746" y="101"/>
                  </a:cubicBezTo>
                  <a:cubicBezTo>
                    <a:pt x="709" y="156"/>
                    <a:pt x="693" y="180"/>
                    <a:pt x="692" y="180"/>
                  </a:cubicBezTo>
                  <a:cubicBezTo>
                    <a:pt x="692" y="180"/>
                    <a:pt x="700" y="166"/>
                    <a:pt x="714" y="141"/>
                  </a:cubicBezTo>
                  <a:cubicBezTo>
                    <a:pt x="743" y="92"/>
                    <a:pt x="757" y="67"/>
                    <a:pt x="754" y="67"/>
                  </a:cubicBezTo>
                  <a:lnTo>
                    <a:pt x="754" y="67"/>
                  </a:lnTo>
                  <a:cubicBezTo>
                    <a:pt x="751" y="67"/>
                    <a:pt x="733" y="90"/>
                    <a:pt x="697" y="133"/>
                  </a:cubicBezTo>
                  <a:cubicBezTo>
                    <a:pt x="722" y="101"/>
                    <a:pt x="738" y="68"/>
                    <a:pt x="754" y="28"/>
                  </a:cubicBezTo>
                  <a:lnTo>
                    <a:pt x="754" y="28"/>
                  </a:lnTo>
                  <a:lnTo>
                    <a:pt x="722" y="77"/>
                  </a:lnTo>
                  <a:cubicBezTo>
                    <a:pt x="685" y="132"/>
                    <a:pt x="667" y="156"/>
                    <a:pt x="663" y="156"/>
                  </a:cubicBezTo>
                  <a:cubicBezTo>
                    <a:pt x="661" y="156"/>
                    <a:pt x="667" y="142"/>
                    <a:pt x="681" y="117"/>
                  </a:cubicBezTo>
                  <a:cubicBezTo>
                    <a:pt x="698" y="92"/>
                    <a:pt x="706" y="80"/>
                    <a:pt x="703" y="80"/>
                  </a:cubicBezTo>
                  <a:lnTo>
                    <a:pt x="703" y="80"/>
                  </a:lnTo>
                  <a:cubicBezTo>
                    <a:pt x="700" y="80"/>
                    <a:pt x="688" y="90"/>
                    <a:pt x="665" y="109"/>
                  </a:cubicBezTo>
                  <a:cubicBezTo>
                    <a:pt x="665" y="109"/>
                    <a:pt x="657" y="101"/>
                    <a:pt x="689" y="52"/>
                  </a:cubicBezTo>
                  <a:lnTo>
                    <a:pt x="689" y="52"/>
                  </a:lnTo>
                  <a:cubicBezTo>
                    <a:pt x="670" y="72"/>
                    <a:pt x="660" y="82"/>
                    <a:pt x="657" y="82"/>
                  </a:cubicBezTo>
                  <a:cubicBezTo>
                    <a:pt x="654" y="82"/>
                    <a:pt x="660" y="70"/>
                    <a:pt x="673" y="44"/>
                  </a:cubicBezTo>
                  <a:cubicBezTo>
                    <a:pt x="690" y="15"/>
                    <a:pt x="698" y="1"/>
                    <a:pt x="697" y="1"/>
                  </a:cubicBezTo>
                  <a:close/>
                  <a:moveTo>
                    <a:pt x="1111" y="2047"/>
                  </a:moveTo>
                  <a:cubicBezTo>
                    <a:pt x="1111" y="2047"/>
                    <a:pt x="1087" y="2095"/>
                    <a:pt x="1070" y="2152"/>
                  </a:cubicBezTo>
                  <a:cubicBezTo>
                    <a:pt x="1060" y="2176"/>
                    <a:pt x="1056" y="2190"/>
                    <a:pt x="1058" y="2190"/>
                  </a:cubicBezTo>
                  <a:cubicBezTo>
                    <a:pt x="1060" y="2190"/>
                    <a:pt x="1075" y="2164"/>
                    <a:pt x="1103" y="2104"/>
                  </a:cubicBezTo>
                  <a:cubicBezTo>
                    <a:pt x="1119" y="2047"/>
                    <a:pt x="1119" y="2047"/>
                    <a:pt x="1111" y="20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2"/>
            <p:cNvSpPr/>
            <p:nvPr/>
          </p:nvSpPr>
          <p:spPr>
            <a:xfrm>
              <a:off x="7294017" y="1846731"/>
              <a:ext cx="118801" cy="80378"/>
            </a:xfrm>
            <a:custGeom>
              <a:avLst/>
              <a:gdLst/>
              <a:ahLst/>
              <a:cxnLst/>
              <a:rect l="l" t="t" r="r" b="b"/>
              <a:pathLst>
                <a:path w="6892" h="4663" extrusionOk="0">
                  <a:moveTo>
                    <a:pt x="0" y="1"/>
                  </a:moveTo>
                  <a:lnTo>
                    <a:pt x="211" y="4663"/>
                  </a:lnTo>
                  <a:lnTo>
                    <a:pt x="6892" y="228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2"/>
            <p:cNvSpPr/>
            <p:nvPr/>
          </p:nvSpPr>
          <p:spPr>
            <a:xfrm>
              <a:off x="7658918" y="1719001"/>
              <a:ext cx="54936" cy="100081"/>
            </a:xfrm>
            <a:custGeom>
              <a:avLst/>
              <a:gdLst/>
              <a:ahLst/>
              <a:cxnLst/>
              <a:rect l="l" t="t" r="r" b="b"/>
              <a:pathLst>
                <a:path w="3187" h="5806" extrusionOk="0">
                  <a:moveTo>
                    <a:pt x="0" y="0"/>
                  </a:moveTo>
                  <a:lnTo>
                    <a:pt x="3187" y="5805"/>
                  </a:lnTo>
                  <a:lnTo>
                    <a:pt x="3187" y="7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2"/>
            <p:cNvSpPr/>
            <p:nvPr/>
          </p:nvSpPr>
          <p:spPr>
            <a:xfrm>
              <a:off x="7420627" y="1455595"/>
              <a:ext cx="97461" cy="72104"/>
            </a:xfrm>
            <a:custGeom>
              <a:avLst/>
              <a:gdLst/>
              <a:ahLst/>
              <a:cxnLst/>
              <a:rect l="l" t="t" r="r" b="b"/>
              <a:pathLst>
                <a:path w="5654" h="4183" extrusionOk="0">
                  <a:moveTo>
                    <a:pt x="649" y="95"/>
                  </a:moveTo>
                  <a:lnTo>
                    <a:pt x="633" y="152"/>
                  </a:lnTo>
                  <a:lnTo>
                    <a:pt x="641" y="152"/>
                  </a:lnTo>
                  <a:cubicBezTo>
                    <a:pt x="666" y="104"/>
                    <a:pt x="666" y="104"/>
                    <a:pt x="657" y="95"/>
                  </a:cubicBezTo>
                  <a:close/>
                  <a:moveTo>
                    <a:pt x="440" y="319"/>
                  </a:moveTo>
                  <a:cubicBezTo>
                    <a:pt x="442" y="319"/>
                    <a:pt x="444" y="320"/>
                    <a:pt x="447" y="323"/>
                  </a:cubicBezTo>
                  <a:cubicBezTo>
                    <a:pt x="447" y="323"/>
                    <a:pt x="447" y="323"/>
                    <a:pt x="422" y="379"/>
                  </a:cubicBezTo>
                  <a:cubicBezTo>
                    <a:pt x="422" y="379"/>
                    <a:pt x="398" y="428"/>
                    <a:pt x="390" y="428"/>
                  </a:cubicBezTo>
                  <a:lnTo>
                    <a:pt x="406" y="371"/>
                  </a:lnTo>
                  <a:cubicBezTo>
                    <a:pt x="424" y="330"/>
                    <a:pt x="433" y="319"/>
                    <a:pt x="440" y="319"/>
                  </a:cubicBezTo>
                  <a:close/>
                  <a:moveTo>
                    <a:pt x="2179" y="513"/>
                  </a:moveTo>
                  <a:cubicBezTo>
                    <a:pt x="2172" y="513"/>
                    <a:pt x="2167" y="523"/>
                    <a:pt x="2149" y="558"/>
                  </a:cubicBezTo>
                  <a:lnTo>
                    <a:pt x="2165" y="574"/>
                  </a:lnTo>
                  <a:cubicBezTo>
                    <a:pt x="2198" y="517"/>
                    <a:pt x="2198" y="517"/>
                    <a:pt x="2190" y="517"/>
                  </a:cubicBezTo>
                  <a:cubicBezTo>
                    <a:pt x="2185" y="515"/>
                    <a:pt x="2182" y="513"/>
                    <a:pt x="2179" y="513"/>
                  </a:cubicBezTo>
                  <a:close/>
                  <a:moveTo>
                    <a:pt x="520" y="355"/>
                  </a:moveTo>
                  <a:cubicBezTo>
                    <a:pt x="520" y="363"/>
                    <a:pt x="528" y="363"/>
                    <a:pt x="503" y="420"/>
                  </a:cubicBezTo>
                  <a:lnTo>
                    <a:pt x="495" y="420"/>
                  </a:lnTo>
                  <a:cubicBezTo>
                    <a:pt x="503" y="402"/>
                    <a:pt x="505" y="394"/>
                    <a:pt x="504" y="394"/>
                  </a:cubicBezTo>
                  <a:lnTo>
                    <a:pt x="504" y="394"/>
                  </a:lnTo>
                  <a:cubicBezTo>
                    <a:pt x="501" y="394"/>
                    <a:pt x="482" y="430"/>
                    <a:pt x="471" y="468"/>
                  </a:cubicBezTo>
                  <a:lnTo>
                    <a:pt x="422" y="582"/>
                  </a:lnTo>
                  <a:cubicBezTo>
                    <a:pt x="430" y="541"/>
                    <a:pt x="439" y="501"/>
                    <a:pt x="463" y="460"/>
                  </a:cubicBezTo>
                  <a:cubicBezTo>
                    <a:pt x="503" y="355"/>
                    <a:pt x="503" y="355"/>
                    <a:pt x="520" y="355"/>
                  </a:cubicBezTo>
                  <a:close/>
                  <a:moveTo>
                    <a:pt x="1703" y="558"/>
                  </a:moveTo>
                  <a:lnTo>
                    <a:pt x="1671" y="606"/>
                  </a:lnTo>
                  <a:cubicBezTo>
                    <a:pt x="1659" y="629"/>
                    <a:pt x="1660" y="632"/>
                    <a:pt x="1656" y="643"/>
                  </a:cubicBezTo>
                  <a:lnTo>
                    <a:pt x="1656" y="643"/>
                  </a:lnTo>
                  <a:cubicBezTo>
                    <a:pt x="1666" y="622"/>
                    <a:pt x="1683" y="588"/>
                    <a:pt x="1703" y="558"/>
                  </a:cubicBezTo>
                  <a:close/>
                  <a:moveTo>
                    <a:pt x="1656" y="643"/>
                  </a:moveTo>
                  <a:lnTo>
                    <a:pt x="1656" y="643"/>
                  </a:lnTo>
                  <a:cubicBezTo>
                    <a:pt x="1650" y="655"/>
                    <a:pt x="1647" y="663"/>
                    <a:pt x="1647" y="663"/>
                  </a:cubicBezTo>
                  <a:cubicBezTo>
                    <a:pt x="1651" y="653"/>
                    <a:pt x="1654" y="647"/>
                    <a:pt x="1656" y="643"/>
                  </a:cubicBezTo>
                  <a:close/>
                  <a:moveTo>
                    <a:pt x="1250" y="635"/>
                  </a:moveTo>
                  <a:cubicBezTo>
                    <a:pt x="1253" y="635"/>
                    <a:pt x="1255" y="636"/>
                    <a:pt x="1257" y="639"/>
                  </a:cubicBezTo>
                  <a:lnTo>
                    <a:pt x="1233" y="687"/>
                  </a:lnTo>
                  <a:lnTo>
                    <a:pt x="1193" y="736"/>
                  </a:lnTo>
                  <a:lnTo>
                    <a:pt x="1217" y="679"/>
                  </a:lnTo>
                  <a:cubicBezTo>
                    <a:pt x="1234" y="645"/>
                    <a:pt x="1243" y="635"/>
                    <a:pt x="1250" y="635"/>
                  </a:cubicBezTo>
                  <a:close/>
                  <a:moveTo>
                    <a:pt x="811" y="727"/>
                  </a:moveTo>
                  <a:cubicBezTo>
                    <a:pt x="811" y="727"/>
                    <a:pt x="811" y="727"/>
                    <a:pt x="811" y="728"/>
                  </a:cubicBezTo>
                  <a:cubicBezTo>
                    <a:pt x="820" y="728"/>
                    <a:pt x="795" y="785"/>
                    <a:pt x="755" y="833"/>
                  </a:cubicBezTo>
                  <a:lnTo>
                    <a:pt x="747" y="825"/>
                  </a:lnTo>
                  <a:cubicBezTo>
                    <a:pt x="769" y="773"/>
                    <a:pt x="806" y="727"/>
                    <a:pt x="811" y="727"/>
                  </a:cubicBezTo>
                  <a:close/>
                  <a:moveTo>
                    <a:pt x="1480" y="656"/>
                  </a:moveTo>
                  <a:cubicBezTo>
                    <a:pt x="1482" y="656"/>
                    <a:pt x="1466" y="681"/>
                    <a:pt x="1428" y="744"/>
                  </a:cubicBezTo>
                  <a:lnTo>
                    <a:pt x="1363" y="841"/>
                  </a:lnTo>
                  <a:cubicBezTo>
                    <a:pt x="1387" y="785"/>
                    <a:pt x="1420" y="728"/>
                    <a:pt x="1452" y="687"/>
                  </a:cubicBezTo>
                  <a:cubicBezTo>
                    <a:pt x="1468" y="668"/>
                    <a:pt x="1478" y="656"/>
                    <a:pt x="1480" y="656"/>
                  </a:cubicBezTo>
                  <a:close/>
                  <a:moveTo>
                    <a:pt x="1857" y="801"/>
                  </a:moveTo>
                  <a:cubicBezTo>
                    <a:pt x="1841" y="833"/>
                    <a:pt x="1825" y="866"/>
                    <a:pt x="1809" y="906"/>
                  </a:cubicBezTo>
                  <a:cubicBezTo>
                    <a:pt x="1809" y="907"/>
                    <a:pt x="1810" y="907"/>
                    <a:pt x="1811" y="907"/>
                  </a:cubicBezTo>
                  <a:cubicBezTo>
                    <a:pt x="1820" y="907"/>
                    <a:pt x="1841" y="858"/>
                    <a:pt x="1841" y="858"/>
                  </a:cubicBezTo>
                  <a:cubicBezTo>
                    <a:pt x="1841" y="858"/>
                    <a:pt x="1874" y="809"/>
                    <a:pt x="1866" y="801"/>
                  </a:cubicBezTo>
                  <a:close/>
                  <a:moveTo>
                    <a:pt x="800" y="827"/>
                  </a:moveTo>
                  <a:cubicBezTo>
                    <a:pt x="790" y="827"/>
                    <a:pt x="771" y="861"/>
                    <a:pt x="755" y="898"/>
                  </a:cubicBezTo>
                  <a:cubicBezTo>
                    <a:pt x="730" y="955"/>
                    <a:pt x="739" y="955"/>
                    <a:pt x="747" y="963"/>
                  </a:cubicBezTo>
                  <a:cubicBezTo>
                    <a:pt x="755" y="963"/>
                    <a:pt x="787" y="914"/>
                    <a:pt x="787" y="914"/>
                  </a:cubicBezTo>
                  <a:cubicBezTo>
                    <a:pt x="811" y="866"/>
                    <a:pt x="811" y="858"/>
                    <a:pt x="803" y="858"/>
                  </a:cubicBezTo>
                  <a:cubicBezTo>
                    <a:pt x="806" y="836"/>
                    <a:pt x="804" y="827"/>
                    <a:pt x="800" y="827"/>
                  </a:cubicBezTo>
                  <a:close/>
                  <a:moveTo>
                    <a:pt x="1247" y="742"/>
                  </a:moveTo>
                  <a:cubicBezTo>
                    <a:pt x="1249" y="742"/>
                    <a:pt x="1235" y="769"/>
                    <a:pt x="1209" y="817"/>
                  </a:cubicBezTo>
                  <a:cubicBezTo>
                    <a:pt x="1184" y="874"/>
                    <a:pt x="1152" y="922"/>
                    <a:pt x="1111" y="971"/>
                  </a:cubicBezTo>
                  <a:lnTo>
                    <a:pt x="1103" y="963"/>
                  </a:lnTo>
                  <a:lnTo>
                    <a:pt x="1168" y="858"/>
                  </a:lnTo>
                  <a:cubicBezTo>
                    <a:pt x="1221" y="779"/>
                    <a:pt x="1245" y="742"/>
                    <a:pt x="1247" y="742"/>
                  </a:cubicBezTo>
                  <a:close/>
                  <a:moveTo>
                    <a:pt x="1711" y="914"/>
                  </a:moveTo>
                  <a:cubicBezTo>
                    <a:pt x="1720" y="914"/>
                    <a:pt x="1720" y="914"/>
                    <a:pt x="1687" y="971"/>
                  </a:cubicBezTo>
                  <a:lnTo>
                    <a:pt x="1679" y="963"/>
                  </a:lnTo>
                  <a:lnTo>
                    <a:pt x="1703" y="914"/>
                  </a:lnTo>
                  <a:close/>
                  <a:moveTo>
                    <a:pt x="1669" y="864"/>
                  </a:moveTo>
                  <a:cubicBezTo>
                    <a:pt x="1672" y="864"/>
                    <a:pt x="1647" y="914"/>
                    <a:pt x="1598" y="987"/>
                  </a:cubicBezTo>
                  <a:cubicBezTo>
                    <a:pt x="1598" y="987"/>
                    <a:pt x="1598" y="987"/>
                    <a:pt x="1590" y="979"/>
                  </a:cubicBezTo>
                  <a:cubicBezTo>
                    <a:pt x="1613" y="934"/>
                    <a:pt x="1642" y="881"/>
                    <a:pt x="1653" y="881"/>
                  </a:cubicBezTo>
                  <a:cubicBezTo>
                    <a:pt x="1654" y="881"/>
                    <a:pt x="1654" y="881"/>
                    <a:pt x="1655" y="882"/>
                  </a:cubicBezTo>
                  <a:cubicBezTo>
                    <a:pt x="1663" y="870"/>
                    <a:pt x="1667" y="864"/>
                    <a:pt x="1669" y="864"/>
                  </a:cubicBezTo>
                  <a:close/>
                  <a:moveTo>
                    <a:pt x="1395" y="931"/>
                  </a:moveTo>
                  <a:cubicBezTo>
                    <a:pt x="1371" y="987"/>
                    <a:pt x="1339" y="1036"/>
                    <a:pt x="1330" y="1036"/>
                  </a:cubicBezTo>
                  <a:lnTo>
                    <a:pt x="1330" y="1028"/>
                  </a:lnTo>
                  <a:cubicBezTo>
                    <a:pt x="1347" y="995"/>
                    <a:pt x="1371" y="963"/>
                    <a:pt x="1387" y="931"/>
                  </a:cubicBezTo>
                  <a:close/>
                  <a:moveTo>
                    <a:pt x="1436" y="1166"/>
                  </a:moveTo>
                  <a:lnTo>
                    <a:pt x="1403" y="1214"/>
                  </a:lnTo>
                  <a:cubicBezTo>
                    <a:pt x="1403" y="1214"/>
                    <a:pt x="1385" y="1236"/>
                    <a:pt x="1383" y="1236"/>
                  </a:cubicBezTo>
                  <a:cubicBezTo>
                    <a:pt x="1382" y="1236"/>
                    <a:pt x="1384" y="1231"/>
                    <a:pt x="1395" y="1214"/>
                  </a:cubicBezTo>
                  <a:cubicBezTo>
                    <a:pt x="1387" y="1206"/>
                    <a:pt x="1428" y="1166"/>
                    <a:pt x="1436" y="1166"/>
                  </a:cubicBezTo>
                  <a:close/>
                  <a:moveTo>
                    <a:pt x="57" y="1125"/>
                  </a:moveTo>
                  <a:cubicBezTo>
                    <a:pt x="33" y="1166"/>
                    <a:pt x="17" y="1198"/>
                    <a:pt x="1" y="1231"/>
                  </a:cubicBezTo>
                  <a:lnTo>
                    <a:pt x="9" y="1239"/>
                  </a:lnTo>
                  <a:cubicBezTo>
                    <a:pt x="33" y="1206"/>
                    <a:pt x="49" y="1166"/>
                    <a:pt x="66" y="1133"/>
                  </a:cubicBezTo>
                  <a:lnTo>
                    <a:pt x="57" y="1125"/>
                  </a:lnTo>
                  <a:close/>
                  <a:moveTo>
                    <a:pt x="1726" y="1141"/>
                  </a:moveTo>
                  <a:cubicBezTo>
                    <a:pt x="1727" y="1141"/>
                    <a:pt x="1728" y="1141"/>
                    <a:pt x="1728" y="1141"/>
                  </a:cubicBezTo>
                  <a:cubicBezTo>
                    <a:pt x="1736" y="1141"/>
                    <a:pt x="1744" y="1149"/>
                    <a:pt x="1711" y="1198"/>
                  </a:cubicBezTo>
                  <a:cubicBezTo>
                    <a:pt x="1711" y="1198"/>
                    <a:pt x="1683" y="1248"/>
                    <a:pt x="1673" y="1248"/>
                  </a:cubicBezTo>
                  <a:cubicBezTo>
                    <a:pt x="1672" y="1248"/>
                    <a:pt x="1671" y="1247"/>
                    <a:pt x="1671" y="1247"/>
                  </a:cubicBezTo>
                  <a:cubicBezTo>
                    <a:pt x="1671" y="1247"/>
                    <a:pt x="1695" y="1190"/>
                    <a:pt x="1695" y="1190"/>
                  </a:cubicBezTo>
                  <a:cubicBezTo>
                    <a:pt x="1714" y="1146"/>
                    <a:pt x="1723" y="1141"/>
                    <a:pt x="1726" y="1141"/>
                  </a:cubicBezTo>
                  <a:close/>
                  <a:moveTo>
                    <a:pt x="2028" y="1147"/>
                  </a:moveTo>
                  <a:cubicBezTo>
                    <a:pt x="2032" y="1147"/>
                    <a:pt x="2021" y="1175"/>
                    <a:pt x="1987" y="1239"/>
                  </a:cubicBezTo>
                  <a:cubicBezTo>
                    <a:pt x="1955" y="1287"/>
                    <a:pt x="1955" y="1287"/>
                    <a:pt x="1947" y="1287"/>
                  </a:cubicBezTo>
                  <a:cubicBezTo>
                    <a:pt x="1963" y="1247"/>
                    <a:pt x="1987" y="1214"/>
                    <a:pt x="2003" y="1182"/>
                  </a:cubicBezTo>
                  <a:cubicBezTo>
                    <a:pt x="2016" y="1159"/>
                    <a:pt x="2025" y="1147"/>
                    <a:pt x="2028" y="1147"/>
                  </a:cubicBezTo>
                  <a:close/>
                  <a:moveTo>
                    <a:pt x="1836" y="1211"/>
                  </a:moveTo>
                  <a:cubicBezTo>
                    <a:pt x="1837" y="1211"/>
                    <a:pt x="1839" y="1212"/>
                    <a:pt x="1841" y="1214"/>
                  </a:cubicBezTo>
                  <a:cubicBezTo>
                    <a:pt x="1849" y="1222"/>
                    <a:pt x="1817" y="1271"/>
                    <a:pt x="1817" y="1271"/>
                  </a:cubicBezTo>
                  <a:cubicBezTo>
                    <a:pt x="1809" y="1290"/>
                    <a:pt x="1806" y="1296"/>
                    <a:pt x="1806" y="1296"/>
                  </a:cubicBezTo>
                  <a:cubicBezTo>
                    <a:pt x="1805" y="1296"/>
                    <a:pt x="1814" y="1268"/>
                    <a:pt x="1809" y="1263"/>
                  </a:cubicBezTo>
                  <a:cubicBezTo>
                    <a:pt x="1826" y="1222"/>
                    <a:pt x="1831" y="1211"/>
                    <a:pt x="1836" y="1211"/>
                  </a:cubicBezTo>
                  <a:close/>
                  <a:moveTo>
                    <a:pt x="2060" y="1214"/>
                  </a:moveTo>
                  <a:cubicBezTo>
                    <a:pt x="2030" y="1260"/>
                    <a:pt x="1999" y="1312"/>
                    <a:pt x="1996" y="1312"/>
                  </a:cubicBezTo>
                  <a:cubicBezTo>
                    <a:pt x="1995" y="1312"/>
                    <a:pt x="1995" y="1312"/>
                    <a:pt x="1995" y="1312"/>
                  </a:cubicBezTo>
                  <a:lnTo>
                    <a:pt x="2020" y="1255"/>
                  </a:lnTo>
                  <a:lnTo>
                    <a:pt x="2052" y="1214"/>
                  </a:lnTo>
                  <a:close/>
                  <a:moveTo>
                    <a:pt x="2035" y="1316"/>
                  </a:moveTo>
                  <a:cubicBezTo>
                    <a:pt x="2038" y="1316"/>
                    <a:pt x="2028" y="1337"/>
                    <a:pt x="2021" y="1337"/>
                  </a:cubicBezTo>
                  <a:cubicBezTo>
                    <a:pt x="2021" y="1337"/>
                    <a:pt x="2020" y="1337"/>
                    <a:pt x="2020" y="1336"/>
                  </a:cubicBezTo>
                  <a:cubicBezTo>
                    <a:pt x="2030" y="1321"/>
                    <a:pt x="2034" y="1316"/>
                    <a:pt x="2035" y="1316"/>
                  </a:cubicBezTo>
                  <a:close/>
                  <a:moveTo>
                    <a:pt x="2895" y="1368"/>
                  </a:moveTo>
                  <a:cubicBezTo>
                    <a:pt x="2865" y="1421"/>
                    <a:pt x="2835" y="1467"/>
                    <a:pt x="2824" y="1467"/>
                  </a:cubicBezTo>
                  <a:cubicBezTo>
                    <a:pt x="2824" y="1467"/>
                    <a:pt x="2823" y="1466"/>
                    <a:pt x="2822" y="1466"/>
                  </a:cubicBezTo>
                  <a:cubicBezTo>
                    <a:pt x="2838" y="1425"/>
                    <a:pt x="2863" y="1401"/>
                    <a:pt x="2887" y="1368"/>
                  </a:cubicBezTo>
                  <a:close/>
                  <a:moveTo>
                    <a:pt x="2384" y="1587"/>
                  </a:moveTo>
                  <a:lnTo>
                    <a:pt x="2393" y="1595"/>
                  </a:lnTo>
                  <a:cubicBezTo>
                    <a:pt x="2360" y="1644"/>
                    <a:pt x="2328" y="1693"/>
                    <a:pt x="2320" y="1693"/>
                  </a:cubicBezTo>
                  <a:lnTo>
                    <a:pt x="2344" y="1636"/>
                  </a:lnTo>
                  <a:lnTo>
                    <a:pt x="2384" y="1587"/>
                  </a:lnTo>
                  <a:close/>
                  <a:moveTo>
                    <a:pt x="2558" y="1649"/>
                  </a:moveTo>
                  <a:lnTo>
                    <a:pt x="2558" y="1649"/>
                  </a:lnTo>
                  <a:cubicBezTo>
                    <a:pt x="2556" y="1656"/>
                    <a:pt x="2548" y="1670"/>
                    <a:pt x="2530" y="1701"/>
                  </a:cubicBezTo>
                  <a:cubicBezTo>
                    <a:pt x="2514" y="1733"/>
                    <a:pt x="2490" y="1766"/>
                    <a:pt x="2457" y="1790"/>
                  </a:cubicBezTo>
                  <a:cubicBezTo>
                    <a:pt x="2489" y="1743"/>
                    <a:pt x="2520" y="1696"/>
                    <a:pt x="2558" y="1649"/>
                  </a:cubicBezTo>
                  <a:close/>
                  <a:moveTo>
                    <a:pt x="2765" y="1725"/>
                  </a:moveTo>
                  <a:lnTo>
                    <a:pt x="2774" y="1733"/>
                  </a:lnTo>
                  <a:cubicBezTo>
                    <a:pt x="2744" y="1778"/>
                    <a:pt x="2714" y="1823"/>
                    <a:pt x="2703" y="1823"/>
                  </a:cubicBezTo>
                  <a:cubicBezTo>
                    <a:pt x="2702" y="1823"/>
                    <a:pt x="2701" y="1823"/>
                    <a:pt x="2701" y="1822"/>
                  </a:cubicBezTo>
                  <a:lnTo>
                    <a:pt x="2733" y="1774"/>
                  </a:lnTo>
                  <a:lnTo>
                    <a:pt x="2765" y="1725"/>
                  </a:lnTo>
                  <a:close/>
                  <a:moveTo>
                    <a:pt x="3657" y="1904"/>
                  </a:moveTo>
                  <a:cubicBezTo>
                    <a:pt x="3663" y="1909"/>
                    <a:pt x="3651" y="1931"/>
                    <a:pt x="3649" y="1931"/>
                  </a:cubicBezTo>
                  <a:cubicBezTo>
                    <a:pt x="3647" y="1931"/>
                    <a:pt x="3649" y="1924"/>
                    <a:pt x="3657" y="1904"/>
                  </a:cubicBezTo>
                  <a:close/>
                  <a:moveTo>
                    <a:pt x="3179" y="2041"/>
                  </a:moveTo>
                  <a:cubicBezTo>
                    <a:pt x="3187" y="2049"/>
                    <a:pt x="3187" y="2049"/>
                    <a:pt x="3155" y="2098"/>
                  </a:cubicBezTo>
                  <a:cubicBezTo>
                    <a:pt x="3124" y="2135"/>
                    <a:pt x="3112" y="2139"/>
                    <a:pt x="3104" y="2139"/>
                  </a:cubicBezTo>
                  <a:cubicBezTo>
                    <a:pt x="3102" y="2139"/>
                    <a:pt x="3100" y="2139"/>
                    <a:pt x="3098" y="2139"/>
                  </a:cubicBezTo>
                  <a:cubicBezTo>
                    <a:pt x="3130" y="2082"/>
                    <a:pt x="3171" y="2041"/>
                    <a:pt x="3179" y="2041"/>
                  </a:cubicBezTo>
                  <a:close/>
                  <a:moveTo>
                    <a:pt x="3447" y="2187"/>
                  </a:moveTo>
                  <a:lnTo>
                    <a:pt x="3455" y="2195"/>
                  </a:lnTo>
                  <a:cubicBezTo>
                    <a:pt x="3417" y="2240"/>
                    <a:pt x="3387" y="2285"/>
                    <a:pt x="3376" y="2285"/>
                  </a:cubicBezTo>
                  <a:cubicBezTo>
                    <a:pt x="3375" y="2285"/>
                    <a:pt x="3374" y="2285"/>
                    <a:pt x="3374" y="2285"/>
                  </a:cubicBezTo>
                  <a:lnTo>
                    <a:pt x="3365" y="2276"/>
                  </a:lnTo>
                  <a:cubicBezTo>
                    <a:pt x="3390" y="2244"/>
                    <a:pt x="3414" y="2220"/>
                    <a:pt x="3447" y="2187"/>
                  </a:cubicBezTo>
                  <a:close/>
                  <a:moveTo>
                    <a:pt x="1209" y="2228"/>
                  </a:moveTo>
                  <a:lnTo>
                    <a:pt x="1209" y="2228"/>
                  </a:lnTo>
                  <a:cubicBezTo>
                    <a:pt x="1184" y="2260"/>
                    <a:pt x="1168" y="2293"/>
                    <a:pt x="1144" y="2325"/>
                  </a:cubicBezTo>
                  <a:cubicBezTo>
                    <a:pt x="1133" y="2350"/>
                    <a:pt x="1127" y="2364"/>
                    <a:pt x="1129" y="2364"/>
                  </a:cubicBezTo>
                  <a:cubicBezTo>
                    <a:pt x="1132" y="2364"/>
                    <a:pt x="1148" y="2340"/>
                    <a:pt x="1184" y="2285"/>
                  </a:cubicBezTo>
                  <a:cubicBezTo>
                    <a:pt x="1217" y="2236"/>
                    <a:pt x="1217" y="2236"/>
                    <a:pt x="1209" y="2228"/>
                  </a:cubicBezTo>
                  <a:close/>
                  <a:moveTo>
                    <a:pt x="4135" y="2316"/>
                  </a:moveTo>
                  <a:cubicBezTo>
                    <a:pt x="4136" y="2316"/>
                    <a:pt x="4136" y="2317"/>
                    <a:pt x="4136" y="2317"/>
                  </a:cubicBezTo>
                  <a:cubicBezTo>
                    <a:pt x="4144" y="2325"/>
                    <a:pt x="4144" y="2325"/>
                    <a:pt x="4103" y="2366"/>
                  </a:cubicBezTo>
                  <a:cubicBezTo>
                    <a:pt x="4103" y="2366"/>
                    <a:pt x="4076" y="2407"/>
                    <a:pt x="4065" y="2407"/>
                  </a:cubicBezTo>
                  <a:cubicBezTo>
                    <a:pt x="4064" y="2407"/>
                    <a:pt x="4063" y="2407"/>
                    <a:pt x="4063" y="2406"/>
                  </a:cubicBezTo>
                  <a:lnTo>
                    <a:pt x="4095" y="2358"/>
                  </a:lnTo>
                  <a:cubicBezTo>
                    <a:pt x="4126" y="2321"/>
                    <a:pt x="4133" y="2316"/>
                    <a:pt x="4135" y="2316"/>
                  </a:cubicBezTo>
                  <a:close/>
                  <a:moveTo>
                    <a:pt x="4249" y="2333"/>
                  </a:moveTo>
                  <a:cubicBezTo>
                    <a:pt x="4212" y="2378"/>
                    <a:pt x="4181" y="2423"/>
                    <a:pt x="4170" y="2423"/>
                  </a:cubicBezTo>
                  <a:cubicBezTo>
                    <a:pt x="4169" y="2423"/>
                    <a:pt x="4169" y="2423"/>
                    <a:pt x="4168" y="2422"/>
                  </a:cubicBezTo>
                  <a:lnTo>
                    <a:pt x="4201" y="2374"/>
                  </a:lnTo>
                  <a:lnTo>
                    <a:pt x="4241" y="2333"/>
                  </a:lnTo>
                  <a:close/>
                  <a:moveTo>
                    <a:pt x="4052" y="2663"/>
                  </a:moveTo>
                  <a:lnTo>
                    <a:pt x="4052" y="2663"/>
                  </a:lnTo>
                  <a:cubicBezTo>
                    <a:pt x="4056" y="2663"/>
                    <a:pt x="4048" y="2676"/>
                    <a:pt x="4030" y="2698"/>
                  </a:cubicBezTo>
                  <a:cubicBezTo>
                    <a:pt x="3990" y="2747"/>
                    <a:pt x="3990" y="2747"/>
                    <a:pt x="3982" y="2747"/>
                  </a:cubicBezTo>
                  <a:cubicBezTo>
                    <a:pt x="3974" y="2730"/>
                    <a:pt x="3974" y="2730"/>
                    <a:pt x="4014" y="2690"/>
                  </a:cubicBezTo>
                  <a:cubicBezTo>
                    <a:pt x="4036" y="2672"/>
                    <a:pt x="4048" y="2663"/>
                    <a:pt x="4052" y="2663"/>
                  </a:cubicBezTo>
                  <a:close/>
                  <a:moveTo>
                    <a:pt x="4063" y="2730"/>
                  </a:moveTo>
                  <a:cubicBezTo>
                    <a:pt x="4063" y="2739"/>
                    <a:pt x="4063" y="2739"/>
                    <a:pt x="4030" y="2779"/>
                  </a:cubicBezTo>
                  <a:lnTo>
                    <a:pt x="4022" y="2779"/>
                  </a:lnTo>
                  <a:lnTo>
                    <a:pt x="4055" y="2730"/>
                  </a:lnTo>
                  <a:close/>
                  <a:moveTo>
                    <a:pt x="4111" y="2779"/>
                  </a:moveTo>
                  <a:cubicBezTo>
                    <a:pt x="4119" y="2787"/>
                    <a:pt x="4119" y="2787"/>
                    <a:pt x="4079" y="2836"/>
                  </a:cubicBezTo>
                  <a:lnTo>
                    <a:pt x="4079" y="2828"/>
                  </a:lnTo>
                  <a:lnTo>
                    <a:pt x="4111" y="2779"/>
                  </a:lnTo>
                  <a:close/>
                  <a:moveTo>
                    <a:pt x="4241" y="2739"/>
                  </a:moveTo>
                  <a:cubicBezTo>
                    <a:pt x="4249" y="2747"/>
                    <a:pt x="4209" y="2795"/>
                    <a:pt x="4209" y="2795"/>
                  </a:cubicBezTo>
                  <a:cubicBezTo>
                    <a:pt x="4209" y="2795"/>
                    <a:pt x="4176" y="2836"/>
                    <a:pt x="4168" y="2836"/>
                  </a:cubicBezTo>
                  <a:cubicBezTo>
                    <a:pt x="4192" y="2795"/>
                    <a:pt x="4217" y="2763"/>
                    <a:pt x="4241" y="2739"/>
                  </a:cubicBezTo>
                  <a:close/>
                  <a:moveTo>
                    <a:pt x="4042" y="2844"/>
                  </a:moveTo>
                  <a:cubicBezTo>
                    <a:pt x="4040" y="2844"/>
                    <a:pt x="4034" y="2848"/>
                    <a:pt x="4022" y="2860"/>
                  </a:cubicBezTo>
                  <a:cubicBezTo>
                    <a:pt x="4023" y="2861"/>
                    <a:pt x="4024" y="2861"/>
                    <a:pt x="4025" y="2861"/>
                  </a:cubicBezTo>
                  <a:cubicBezTo>
                    <a:pt x="4032" y="2861"/>
                    <a:pt x="4045" y="2844"/>
                    <a:pt x="4042" y="2844"/>
                  </a:cubicBezTo>
                  <a:close/>
                  <a:moveTo>
                    <a:pt x="3896" y="2902"/>
                  </a:moveTo>
                  <a:lnTo>
                    <a:pt x="3896" y="2902"/>
                  </a:lnTo>
                  <a:cubicBezTo>
                    <a:pt x="3885" y="2913"/>
                    <a:pt x="3871" y="2929"/>
                    <a:pt x="3852" y="2949"/>
                  </a:cubicBezTo>
                  <a:cubicBezTo>
                    <a:pt x="3838" y="2973"/>
                    <a:pt x="3831" y="2985"/>
                    <a:pt x="3831" y="2985"/>
                  </a:cubicBezTo>
                  <a:cubicBezTo>
                    <a:pt x="3832" y="2985"/>
                    <a:pt x="3850" y="2961"/>
                    <a:pt x="3892" y="2909"/>
                  </a:cubicBezTo>
                  <a:cubicBezTo>
                    <a:pt x="3894" y="2906"/>
                    <a:pt x="3895" y="2904"/>
                    <a:pt x="3896" y="2902"/>
                  </a:cubicBezTo>
                  <a:close/>
                  <a:moveTo>
                    <a:pt x="4477" y="2933"/>
                  </a:moveTo>
                  <a:cubicBezTo>
                    <a:pt x="4477" y="2933"/>
                    <a:pt x="4472" y="2938"/>
                    <a:pt x="4460" y="2949"/>
                  </a:cubicBezTo>
                  <a:cubicBezTo>
                    <a:pt x="4436" y="2982"/>
                    <a:pt x="4411" y="3014"/>
                    <a:pt x="4379" y="3039"/>
                  </a:cubicBezTo>
                  <a:cubicBezTo>
                    <a:pt x="4379" y="3039"/>
                    <a:pt x="4363" y="3054"/>
                    <a:pt x="4361" y="3054"/>
                  </a:cubicBezTo>
                  <a:cubicBezTo>
                    <a:pt x="4360" y="3054"/>
                    <a:pt x="4364" y="3049"/>
                    <a:pt x="4379" y="3030"/>
                  </a:cubicBezTo>
                  <a:lnTo>
                    <a:pt x="4371" y="3030"/>
                  </a:lnTo>
                  <a:lnTo>
                    <a:pt x="4411" y="2990"/>
                  </a:lnTo>
                  <a:cubicBezTo>
                    <a:pt x="4446" y="2961"/>
                    <a:pt x="4476" y="2933"/>
                    <a:pt x="4477" y="2933"/>
                  </a:cubicBezTo>
                  <a:close/>
                  <a:moveTo>
                    <a:pt x="4801" y="2949"/>
                  </a:moveTo>
                  <a:cubicBezTo>
                    <a:pt x="4801" y="2949"/>
                    <a:pt x="4800" y="2950"/>
                    <a:pt x="4760" y="2998"/>
                  </a:cubicBezTo>
                  <a:cubicBezTo>
                    <a:pt x="4719" y="3039"/>
                    <a:pt x="4679" y="3079"/>
                    <a:pt x="4671" y="3079"/>
                  </a:cubicBezTo>
                  <a:cubicBezTo>
                    <a:pt x="4703" y="3022"/>
                    <a:pt x="4752" y="2982"/>
                    <a:pt x="4801" y="2949"/>
                  </a:cubicBezTo>
                  <a:close/>
                  <a:moveTo>
                    <a:pt x="5596" y="3650"/>
                  </a:moveTo>
                  <a:cubicBezTo>
                    <a:pt x="5602" y="3650"/>
                    <a:pt x="5538" y="3707"/>
                    <a:pt x="5473" y="3760"/>
                  </a:cubicBezTo>
                  <a:cubicBezTo>
                    <a:pt x="5426" y="3800"/>
                    <a:pt x="5402" y="3820"/>
                    <a:pt x="5400" y="3820"/>
                  </a:cubicBezTo>
                  <a:cubicBezTo>
                    <a:pt x="5397" y="3820"/>
                    <a:pt x="5420" y="3798"/>
                    <a:pt x="5465" y="3752"/>
                  </a:cubicBezTo>
                  <a:cubicBezTo>
                    <a:pt x="5502" y="3715"/>
                    <a:pt x="5539" y="3678"/>
                    <a:pt x="5552" y="3678"/>
                  </a:cubicBezTo>
                  <a:cubicBezTo>
                    <a:pt x="5553" y="3678"/>
                    <a:pt x="5554" y="3678"/>
                    <a:pt x="5555" y="3679"/>
                  </a:cubicBezTo>
                  <a:cubicBezTo>
                    <a:pt x="5582" y="3659"/>
                    <a:pt x="5594" y="3650"/>
                    <a:pt x="5596" y="3650"/>
                  </a:cubicBezTo>
                  <a:close/>
                  <a:moveTo>
                    <a:pt x="523" y="0"/>
                  </a:moveTo>
                  <a:cubicBezTo>
                    <a:pt x="522" y="0"/>
                    <a:pt x="507" y="27"/>
                    <a:pt x="479" y="79"/>
                  </a:cubicBezTo>
                  <a:cubicBezTo>
                    <a:pt x="464" y="102"/>
                    <a:pt x="456" y="114"/>
                    <a:pt x="453" y="114"/>
                  </a:cubicBezTo>
                  <a:cubicBezTo>
                    <a:pt x="450" y="114"/>
                    <a:pt x="454" y="98"/>
                    <a:pt x="463" y="63"/>
                  </a:cubicBezTo>
                  <a:cubicBezTo>
                    <a:pt x="471" y="35"/>
                    <a:pt x="475" y="20"/>
                    <a:pt x="473" y="20"/>
                  </a:cubicBezTo>
                  <a:lnTo>
                    <a:pt x="473" y="20"/>
                  </a:lnTo>
                  <a:cubicBezTo>
                    <a:pt x="471" y="20"/>
                    <a:pt x="463" y="35"/>
                    <a:pt x="447" y="63"/>
                  </a:cubicBezTo>
                  <a:cubicBezTo>
                    <a:pt x="414" y="112"/>
                    <a:pt x="398" y="168"/>
                    <a:pt x="382" y="225"/>
                  </a:cubicBezTo>
                  <a:cubicBezTo>
                    <a:pt x="390" y="233"/>
                    <a:pt x="390" y="233"/>
                    <a:pt x="366" y="282"/>
                  </a:cubicBezTo>
                  <a:lnTo>
                    <a:pt x="349" y="274"/>
                  </a:lnTo>
                  <a:cubicBezTo>
                    <a:pt x="341" y="274"/>
                    <a:pt x="333" y="274"/>
                    <a:pt x="301" y="314"/>
                  </a:cubicBezTo>
                  <a:cubicBezTo>
                    <a:pt x="267" y="354"/>
                    <a:pt x="229" y="432"/>
                    <a:pt x="238" y="432"/>
                  </a:cubicBezTo>
                  <a:cubicBezTo>
                    <a:pt x="240" y="432"/>
                    <a:pt x="245" y="429"/>
                    <a:pt x="252" y="420"/>
                  </a:cubicBezTo>
                  <a:lnTo>
                    <a:pt x="252" y="420"/>
                  </a:lnTo>
                  <a:lnTo>
                    <a:pt x="236" y="477"/>
                  </a:lnTo>
                  <a:cubicBezTo>
                    <a:pt x="198" y="564"/>
                    <a:pt x="185" y="608"/>
                    <a:pt x="188" y="608"/>
                  </a:cubicBezTo>
                  <a:cubicBezTo>
                    <a:pt x="192" y="608"/>
                    <a:pt x="212" y="568"/>
                    <a:pt x="244" y="485"/>
                  </a:cubicBezTo>
                  <a:cubicBezTo>
                    <a:pt x="284" y="396"/>
                    <a:pt x="302" y="356"/>
                    <a:pt x="303" y="356"/>
                  </a:cubicBezTo>
                  <a:lnTo>
                    <a:pt x="303" y="356"/>
                  </a:lnTo>
                  <a:cubicBezTo>
                    <a:pt x="305" y="356"/>
                    <a:pt x="295" y="384"/>
                    <a:pt x="276" y="436"/>
                  </a:cubicBezTo>
                  <a:cubicBezTo>
                    <a:pt x="228" y="541"/>
                    <a:pt x="236" y="550"/>
                    <a:pt x="244" y="550"/>
                  </a:cubicBezTo>
                  <a:cubicBezTo>
                    <a:pt x="252" y="558"/>
                    <a:pt x="252" y="558"/>
                    <a:pt x="228" y="606"/>
                  </a:cubicBezTo>
                  <a:cubicBezTo>
                    <a:pt x="203" y="647"/>
                    <a:pt x="195" y="687"/>
                    <a:pt x="187" y="728"/>
                  </a:cubicBezTo>
                  <a:cubicBezTo>
                    <a:pt x="195" y="728"/>
                    <a:pt x="195" y="728"/>
                    <a:pt x="220" y="671"/>
                  </a:cubicBezTo>
                  <a:cubicBezTo>
                    <a:pt x="226" y="649"/>
                    <a:pt x="232" y="637"/>
                    <a:pt x="235" y="637"/>
                  </a:cubicBezTo>
                  <a:lnTo>
                    <a:pt x="235" y="637"/>
                  </a:lnTo>
                  <a:cubicBezTo>
                    <a:pt x="240" y="637"/>
                    <a:pt x="236" y="667"/>
                    <a:pt x="212" y="736"/>
                  </a:cubicBezTo>
                  <a:cubicBezTo>
                    <a:pt x="201" y="760"/>
                    <a:pt x="195" y="774"/>
                    <a:pt x="196" y="774"/>
                  </a:cubicBezTo>
                  <a:cubicBezTo>
                    <a:pt x="196" y="774"/>
                    <a:pt x="208" y="748"/>
                    <a:pt x="236" y="687"/>
                  </a:cubicBezTo>
                  <a:cubicBezTo>
                    <a:pt x="259" y="633"/>
                    <a:pt x="275" y="606"/>
                    <a:pt x="281" y="606"/>
                  </a:cubicBezTo>
                  <a:lnTo>
                    <a:pt x="281" y="606"/>
                  </a:lnTo>
                  <a:cubicBezTo>
                    <a:pt x="287" y="606"/>
                    <a:pt x="281" y="637"/>
                    <a:pt x="260" y="695"/>
                  </a:cubicBezTo>
                  <a:lnTo>
                    <a:pt x="268" y="704"/>
                  </a:lnTo>
                  <a:cubicBezTo>
                    <a:pt x="293" y="671"/>
                    <a:pt x="317" y="631"/>
                    <a:pt x="325" y="598"/>
                  </a:cubicBezTo>
                  <a:cubicBezTo>
                    <a:pt x="353" y="534"/>
                    <a:pt x="365" y="506"/>
                    <a:pt x="367" y="506"/>
                  </a:cubicBezTo>
                  <a:lnTo>
                    <a:pt x="367" y="506"/>
                  </a:lnTo>
                  <a:cubicBezTo>
                    <a:pt x="368" y="506"/>
                    <a:pt x="364" y="522"/>
                    <a:pt x="357" y="550"/>
                  </a:cubicBezTo>
                  <a:cubicBezTo>
                    <a:pt x="341" y="582"/>
                    <a:pt x="333" y="622"/>
                    <a:pt x="317" y="655"/>
                  </a:cubicBezTo>
                  <a:cubicBezTo>
                    <a:pt x="293" y="712"/>
                    <a:pt x="293" y="720"/>
                    <a:pt x="301" y="720"/>
                  </a:cubicBezTo>
                  <a:cubicBezTo>
                    <a:pt x="303" y="720"/>
                    <a:pt x="305" y="720"/>
                    <a:pt x="308" y="720"/>
                  </a:cubicBezTo>
                  <a:cubicBezTo>
                    <a:pt x="317" y="720"/>
                    <a:pt x="331" y="716"/>
                    <a:pt x="349" y="679"/>
                  </a:cubicBezTo>
                  <a:lnTo>
                    <a:pt x="349" y="679"/>
                  </a:lnTo>
                  <a:lnTo>
                    <a:pt x="325" y="728"/>
                  </a:lnTo>
                  <a:cubicBezTo>
                    <a:pt x="325" y="733"/>
                    <a:pt x="314" y="757"/>
                    <a:pt x="314" y="757"/>
                  </a:cubicBezTo>
                  <a:cubicBezTo>
                    <a:pt x="314" y="757"/>
                    <a:pt x="317" y="752"/>
                    <a:pt x="325" y="736"/>
                  </a:cubicBezTo>
                  <a:cubicBezTo>
                    <a:pt x="325" y="736"/>
                    <a:pt x="333" y="736"/>
                    <a:pt x="325" y="801"/>
                  </a:cubicBezTo>
                  <a:cubicBezTo>
                    <a:pt x="322" y="812"/>
                    <a:pt x="322" y="817"/>
                    <a:pt x="325" y="817"/>
                  </a:cubicBezTo>
                  <a:cubicBezTo>
                    <a:pt x="336" y="817"/>
                    <a:pt x="387" y="736"/>
                    <a:pt x="406" y="639"/>
                  </a:cubicBezTo>
                  <a:cubicBezTo>
                    <a:pt x="406" y="639"/>
                    <a:pt x="406" y="639"/>
                    <a:pt x="414" y="647"/>
                  </a:cubicBezTo>
                  <a:cubicBezTo>
                    <a:pt x="422" y="647"/>
                    <a:pt x="447" y="598"/>
                    <a:pt x="447" y="598"/>
                  </a:cubicBezTo>
                  <a:cubicBezTo>
                    <a:pt x="464" y="557"/>
                    <a:pt x="473" y="546"/>
                    <a:pt x="480" y="546"/>
                  </a:cubicBezTo>
                  <a:cubicBezTo>
                    <a:pt x="483" y="546"/>
                    <a:pt x="485" y="547"/>
                    <a:pt x="487" y="550"/>
                  </a:cubicBezTo>
                  <a:cubicBezTo>
                    <a:pt x="487" y="550"/>
                    <a:pt x="463" y="598"/>
                    <a:pt x="439" y="655"/>
                  </a:cubicBezTo>
                  <a:cubicBezTo>
                    <a:pt x="390" y="751"/>
                    <a:pt x="365" y="810"/>
                    <a:pt x="369" y="810"/>
                  </a:cubicBezTo>
                  <a:cubicBezTo>
                    <a:pt x="372" y="810"/>
                    <a:pt x="386" y="788"/>
                    <a:pt x="412" y="740"/>
                  </a:cubicBezTo>
                  <a:lnTo>
                    <a:pt x="412" y="740"/>
                  </a:lnTo>
                  <a:cubicBezTo>
                    <a:pt x="409" y="748"/>
                    <a:pt x="408" y="754"/>
                    <a:pt x="398" y="768"/>
                  </a:cubicBezTo>
                  <a:cubicBezTo>
                    <a:pt x="385" y="799"/>
                    <a:pt x="381" y="813"/>
                    <a:pt x="386" y="813"/>
                  </a:cubicBezTo>
                  <a:cubicBezTo>
                    <a:pt x="390" y="813"/>
                    <a:pt x="399" y="803"/>
                    <a:pt x="414" y="785"/>
                  </a:cubicBezTo>
                  <a:cubicBezTo>
                    <a:pt x="455" y="736"/>
                    <a:pt x="479" y="679"/>
                    <a:pt x="503" y="622"/>
                  </a:cubicBezTo>
                  <a:cubicBezTo>
                    <a:pt x="528" y="574"/>
                    <a:pt x="536" y="574"/>
                    <a:pt x="536" y="574"/>
                  </a:cubicBezTo>
                  <a:cubicBezTo>
                    <a:pt x="544" y="574"/>
                    <a:pt x="544" y="574"/>
                    <a:pt x="520" y="631"/>
                  </a:cubicBezTo>
                  <a:cubicBezTo>
                    <a:pt x="495" y="688"/>
                    <a:pt x="485" y="717"/>
                    <a:pt x="488" y="717"/>
                  </a:cubicBezTo>
                  <a:cubicBezTo>
                    <a:pt x="492" y="717"/>
                    <a:pt x="508" y="690"/>
                    <a:pt x="536" y="639"/>
                  </a:cubicBezTo>
                  <a:lnTo>
                    <a:pt x="536" y="639"/>
                  </a:lnTo>
                  <a:lnTo>
                    <a:pt x="512" y="695"/>
                  </a:lnTo>
                  <a:cubicBezTo>
                    <a:pt x="493" y="739"/>
                    <a:pt x="479" y="782"/>
                    <a:pt x="499" y="782"/>
                  </a:cubicBezTo>
                  <a:cubicBezTo>
                    <a:pt x="505" y="782"/>
                    <a:pt x="514" y="778"/>
                    <a:pt x="528" y="768"/>
                  </a:cubicBezTo>
                  <a:cubicBezTo>
                    <a:pt x="552" y="785"/>
                    <a:pt x="568" y="793"/>
                    <a:pt x="544" y="850"/>
                  </a:cubicBezTo>
                  <a:cubicBezTo>
                    <a:pt x="539" y="861"/>
                    <a:pt x="538" y="866"/>
                    <a:pt x="540" y="866"/>
                  </a:cubicBezTo>
                  <a:cubicBezTo>
                    <a:pt x="549" y="866"/>
                    <a:pt x="606" y="789"/>
                    <a:pt x="657" y="712"/>
                  </a:cubicBezTo>
                  <a:lnTo>
                    <a:pt x="657" y="712"/>
                  </a:lnTo>
                  <a:cubicBezTo>
                    <a:pt x="633" y="760"/>
                    <a:pt x="641" y="768"/>
                    <a:pt x="657" y="777"/>
                  </a:cubicBezTo>
                  <a:cubicBezTo>
                    <a:pt x="674" y="785"/>
                    <a:pt x="674" y="785"/>
                    <a:pt x="649" y="841"/>
                  </a:cubicBezTo>
                  <a:cubicBezTo>
                    <a:pt x="621" y="894"/>
                    <a:pt x="607" y="920"/>
                    <a:pt x="608" y="920"/>
                  </a:cubicBezTo>
                  <a:cubicBezTo>
                    <a:pt x="609" y="920"/>
                    <a:pt x="625" y="894"/>
                    <a:pt x="657" y="841"/>
                  </a:cubicBezTo>
                  <a:cubicBezTo>
                    <a:pt x="678" y="804"/>
                    <a:pt x="690" y="788"/>
                    <a:pt x="694" y="788"/>
                  </a:cubicBezTo>
                  <a:lnTo>
                    <a:pt x="694" y="788"/>
                  </a:lnTo>
                  <a:cubicBezTo>
                    <a:pt x="702" y="788"/>
                    <a:pt x="686" y="839"/>
                    <a:pt x="649" y="906"/>
                  </a:cubicBezTo>
                  <a:cubicBezTo>
                    <a:pt x="625" y="963"/>
                    <a:pt x="633" y="971"/>
                    <a:pt x="649" y="971"/>
                  </a:cubicBezTo>
                  <a:cubicBezTo>
                    <a:pt x="670" y="941"/>
                    <a:pt x="680" y="933"/>
                    <a:pt x="689" y="933"/>
                  </a:cubicBezTo>
                  <a:cubicBezTo>
                    <a:pt x="695" y="933"/>
                    <a:pt x="700" y="936"/>
                    <a:pt x="706" y="939"/>
                  </a:cubicBezTo>
                  <a:cubicBezTo>
                    <a:pt x="710" y="940"/>
                    <a:pt x="712" y="942"/>
                    <a:pt x="715" y="942"/>
                  </a:cubicBezTo>
                  <a:cubicBezTo>
                    <a:pt x="725" y="942"/>
                    <a:pt x="733" y="924"/>
                    <a:pt x="771" y="841"/>
                  </a:cubicBezTo>
                  <a:cubicBezTo>
                    <a:pt x="815" y="759"/>
                    <a:pt x="830" y="741"/>
                    <a:pt x="838" y="741"/>
                  </a:cubicBezTo>
                  <a:cubicBezTo>
                    <a:pt x="840" y="741"/>
                    <a:pt x="842" y="742"/>
                    <a:pt x="844" y="744"/>
                  </a:cubicBezTo>
                  <a:cubicBezTo>
                    <a:pt x="852" y="752"/>
                    <a:pt x="860" y="752"/>
                    <a:pt x="836" y="809"/>
                  </a:cubicBezTo>
                  <a:cubicBezTo>
                    <a:pt x="836" y="809"/>
                    <a:pt x="811" y="866"/>
                    <a:pt x="820" y="866"/>
                  </a:cubicBezTo>
                  <a:cubicBezTo>
                    <a:pt x="828" y="874"/>
                    <a:pt x="828" y="874"/>
                    <a:pt x="803" y="931"/>
                  </a:cubicBezTo>
                  <a:cubicBezTo>
                    <a:pt x="803" y="931"/>
                    <a:pt x="787" y="987"/>
                    <a:pt x="795" y="995"/>
                  </a:cubicBezTo>
                  <a:cubicBezTo>
                    <a:pt x="811" y="995"/>
                    <a:pt x="820" y="1004"/>
                    <a:pt x="795" y="1060"/>
                  </a:cubicBezTo>
                  <a:cubicBezTo>
                    <a:pt x="803" y="1060"/>
                    <a:pt x="803" y="1060"/>
                    <a:pt x="828" y="1012"/>
                  </a:cubicBezTo>
                  <a:cubicBezTo>
                    <a:pt x="844" y="974"/>
                    <a:pt x="867" y="940"/>
                    <a:pt x="878" y="940"/>
                  </a:cubicBezTo>
                  <a:cubicBezTo>
                    <a:pt x="884" y="940"/>
                    <a:pt x="887" y="949"/>
                    <a:pt x="884" y="971"/>
                  </a:cubicBezTo>
                  <a:cubicBezTo>
                    <a:pt x="891" y="975"/>
                    <a:pt x="898" y="980"/>
                    <a:pt x="906" y="980"/>
                  </a:cubicBezTo>
                  <a:cubicBezTo>
                    <a:pt x="916" y="980"/>
                    <a:pt x="927" y="971"/>
                    <a:pt x="941" y="939"/>
                  </a:cubicBezTo>
                  <a:lnTo>
                    <a:pt x="941" y="939"/>
                  </a:lnTo>
                  <a:cubicBezTo>
                    <a:pt x="949" y="947"/>
                    <a:pt x="949" y="947"/>
                    <a:pt x="925" y="995"/>
                  </a:cubicBezTo>
                  <a:cubicBezTo>
                    <a:pt x="895" y="1051"/>
                    <a:pt x="885" y="1080"/>
                    <a:pt x="893" y="1080"/>
                  </a:cubicBezTo>
                  <a:cubicBezTo>
                    <a:pt x="899" y="1080"/>
                    <a:pt x="919" y="1057"/>
                    <a:pt x="949" y="1012"/>
                  </a:cubicBezTo>
                  <a:cubicBezTo>
                    <a:pt x="961" y="985"/>
                    <a:pt x="968" y="973"/>
                    <a:pt x="972" y="973"/>
                  </a:cubicBezTo>
                  <a:lnTo>
                    <a:pt x="972" y="973"/>
                  </a:lnTo>
                  <a:cubicBezTo>
                    <a:pt x="976" y="973"/>
                    <a:pt x="974" y="989"/>
                    <a:pt x="966" y="1020"/>
                  </a:cubicBezTo>
                  <a:cubicBezTo>
                    <a:pt x="966" y="1020"/>
                    <a:pt x="966" y="1020"/>
                    <a:pt x="1006" y="971"/>
                  </a:cubicBezTo>
                  <a:cubicBezTo>
                    <a:pt x="1021" y="949"/>
                    <a:pt x="1029" y="936"/>
                    <a:pt x="1032" y="936"/>
                  </a:cubicBezTo>
                  <a:lnTo>
                    <a:pt x="1032" y="936"/>
                  </a:lnTo>
                  <a:cubicBezTo>
                    <a:pt x="1035" y="936"/>
                    <a:pt x="1031" y="953"/>
                    <a:pt x="1022" y="987"/>
                  </a:cubicBezTo>
                  <a:cubicBezTo>
                    <a:pt x="990" y="1036"/>
                    <a:pt x="998" y="1044"/>
                    <a:pt x="1006" y="1044"/>
                  </a:cubicBezTo>
                  <a:cubicBezTo>
                    <a:pt x="1018" y="1030"/>
                    <a:pt x="1032" y="1024"/>
                    <a:pt x="1046" y="1024"/>
                  </a:cubicBezTo>
                  <a:cubicBezTo>
                    <a:pt x="1081" y="1024"/>
                    <a:pt x="1113" y="1060"/>
                    <a:pt x="1095" y="1101"/>
                  </a:cubicBezTo>
                  <a:cubicBezTo>
                    <a:pt x="1119" y="1060"/>
                    <a:pt x="1125" y="1048"/>
                    <a:pt x="1130" y="1048"/>
                  </a:cubicBezTo>
                  <a:cubicBezTo>
                    <a:pt x="1132" y="1048"/>
                    <a:pt x="1134" y="1050"/>
                    <a:pt x="1136" y="1052"/>
                  </a:cubicBezTo>
                  <a:cubicBezTo>
                    <a:pt x="1117" y="1093"/>
                    <a:pt x="1110" y="1111"/>
                    <a:pt x="1113" y="1111"/>
                  </a:cubicBezTo>
                  <a:cubicBezTo>
                    <a:pt x="1116" y="1111"/>
                    <a:pt x="1142" y="1068"/>
                    <a:pt x="1176" y="1004"/>
                  </a:cubicBezTo>
                  <a:lnTo>
                    <a:pt x="1168" y="1004"/>
                  </a:lnTo>
                  <a:lnTo>
                    <a:pt x="1160" y="995"/>
                  </a:lnTo>
                  <a:cubicBezTo>
                    <a:pt x="1184" y="951"/>
                    <a:pt x="1201" y="928"/>
                    <a:pt x="1206" y="928"/>
                  </a:cubicBezTo>
                  <a:lnTo>
                    <a:pt x="1206" y="928"/>
                  </a:lnTo>
                  <a:cubicBezTo>
                    <a:pt x="1213" y="928"/>
                    <a:pt x="1199" y="971"/>
                    <a:pt x="1152" y="1060"/>
                  </a:cubicBezTo>
                  <a:cubicBezTo>
                    <a:pt x="1127" y="1118"/>
                    <a:pt x="1115" y="1146"/>
                    <a:pt x="1118" y="1146"/>
                  </a:cubicBezTo>
                  <a:cubicBezTo>
                    <a:pt x="1120" y="1146"/>
                    <a:pt x="1136" y="1120"/>
                    <a:pt x="1168" y="1068"/>
                  </a:cubicBezTo>
                  <a:cubicBezTo>
                    <a:pt x="1196" y="1022"/>
                    <a:pt x="1212" y="997"/>
                    <a:pt x="1215" y="997"/>
                  </a:cubicBezTo>
                  <a:lnTo>
                    <a:pt x="1215" y="997"/>
                  </a:lnTo>
                  <a:cubicBezTo>
                    <a:pt x="1220" y="997"/>
                    <a:pt x="1210" y="1026"/>
                    <a:pt x="1184" y="1085"/>
                  </a:cubicBezTo>
                  <a:cubicBezTo>
                    <a:pt x="1156" y="1137"/>
                    <a:pt x="1142" y="1164"/>
                    <a:pt x="1143" y="1164"/>
                  </a:cubicBezTo>
                  <a:cubicBezTo>
                    <a:pt x="1144" y="1164"/>
                    <a:pt x="1160" y="1137"/>
                    <a:pt x="1193" y="1085"/>
                  </a:cubicBezTo>
                  <a:cubicBezTo>
                    <a:pt x="1259" y="974"/>
                    <a:pt x="1303" y="912"/>
                    <a:pt x="1312" y="912"/>
                  </a:cubicBezTo>
                  <a:lnTo>
                    <a:pt x="1312" y="912"/>
                  </a:lnTo>
                  <a:cubicBezTo>
                    <a:pt x="1319" y="912"/>
                    <a:pt x="1301" y="956"/>
                    <a:pt x="1249" y="1052"/>
                  </a:cubicBezTo>
                  <a:cubicBezTo>
                    <a:pt x="1217" y="1101"/>
                    <a:pt x="1193" y="1158"/>
                    <a:pt x="1176" y="1214"/>
                  </a:cubicBezTo>
                  <a:cubicBezTo>
                    <a:pt x="1177" y="1215"/>
                    <a:pt x="1177" y="1215"/>
                    <a:pt x="1178" y="1215"/>
                  </a:cubicBezTo>
                  <a:cubicBezTo>
                    <a:pt x="1188" y="1215"/>
                    <a:pt x="1211" y="1163"/>
                    <a:pt x="1241" y="1117"/>
                  </a:cubicBezTo>
                  <a:cubicBezTo>
                    <a:pt x="1265" y="1062"/>
                    <a:pt x="1279" y="1036"/>
                    <a:pt x="1281" y="1036"/>
                  </a:cubicBezTo>
                  <a:lnTo>
                    <a:pt x="1281" y="1036"/>
                  </a:lnTo>
                  <a:cubicBezTo>
                    <a:pt x="1284" y="1036"/>
                    <a:pt x="1275" y="1066"/>
                    <a:pt x="1249" y="1125"/>
                  </a:cubicBezTo>
                  <a:cubicBezTo>
                    <a:pt x="1211" y="1225"/>
                    <a:pt x="1201" y="1269"/>
                    <a:pt x="1214" y="1269"/>
                  </a:cubicBezTo>
                  <a:cubicBezTo>
                    <a:pt x="1223" y="1269"/>
                    <a:pt x="1243" y="1247"/>
                    <a:pt x="1274" y="1206"/>
                  </a:cubicBezTo>
                  <a:cubicBezTo>
                    <a:pt x="1312" y="1165"/>
                    <a:pt x="1335" y="1144"/>
                    <a:pt x="1342" y="1144"/>
                  </a:cubicBezTo>
                  <a:lnTo>
                    <a:pt x="1342" y="1144"/>
                  </a:lnTo>
                  <a:cubicBezTo>
                    <a:pt x="1350" y="1144"/>
                    <a:pt x="1337" y="1171"/>
                    <a:pt x="1298" y="1222"/>
                  </a:cubicBezTo>
                  <a:cubicBezTo>
                    <a:pt x="1260" y="1279"/>
                    <a:pt x="1244" y="1303"/>
                    <a:pt x="1246" y="1303"/>
                  </a:cubicBezTo>
                  <a:cubicBezTo>
                    <a:pt x="1247" y="1303"/>
                    <a:pt x="1257" y="1291"/>
                    <a:pt x="1274" y="1271"/>
                  </a:cubicBezTo>
                  <a:lnTo>
                    <a:pt x="1298" y="1295"/>
                  </a:lnTo>
                  <a:cubicBezTo>
                    <a:pt x="1306" y="1295"/>
                    <a:pt x="1339" y="1247"/>
                    <a:pt x="1371" y="1198"/>
                  </a:cubicBezTo>
                  <a:lnTo>
                    <a:pt x="1371" y="1198"/>
                  </a:lnTo>
                  <a:cubicBezTo>
                    <a:pt x="1339" y="1267"/>
                    <a:pt x="1321" y="1319"/>
                    <a:pt x="1331" y="1319"/>
                  </a:cubicBezTo>
                  <a:cubicBezTo>
                    <a:pt x="1336" y="1319"/>
                    <a:pt x="1349" y="1305"/>
                    <a:pt x="1371" y="1271"/>
                  </a:cubicBezTo>
                  <a:lnTo>
                    <a:pt x="1387" y="1279"/>
                  </a:lnTo>
                  <a:cubicBezTo>
                    <a:pt x="1387" y="1279"/>
                    <a:pt x="1387" y="1279"/>
                    <a:pt x="1428" y="1231"/>
                  </a:cubicBezTo>
                  <a:cubicBezTo>
                    <a:pt x="1436" y="1218"/>
                    <a:pt x="1441" y="1212"/>
                    <a:pt x="1443" y="1212"/>
                  </a:cubicBezTo>
                  <a:lnTo>
                    <a:pt x="1443" y="1212"/>
                  </a:lnTo>
                  <a:cubicBezTo>
                    <a:pt x="1447" y="1212"/>
                    <a:pt x="1429" y="1254"/>
                    <a:pt x="1411" y="1295"/>
                  </a:cubicBezTo>
                  <a:cubicBezTo>
                    <a:pt x="1400" y="1336"/>
                    <a:pt x="1384" y="1376"/>
                    <a:pt x="1385" y="1376"/>
                  </a:cubicBezTo>
                  <a:cubicBezTo>
                    <a:pt x="1385" y="1376"/>
                    <a:pt x="1388" y="1369"/>
                    <a:pt x="1395" y="1352"/>
                  </a:cubicBezTo>
                  <a:cubicBezTo>
                    <a:pt x="1428" y="1304"/>
                    <a:pt x="1468" y="1255"/>
                    <a:pt x="1501" y="1206"/>
                  </a:cubicBezTo>
                  <a:cubicBezTo>
                    <a:pt x="1512" y="1193"/>
                    <a:pt x="1518" y="1188"/>
                    <a:pt x="1520" y="1188"/>
                  </a:cubicBezTo>
                  <a:lnTo>
                    <a:pt x="1520" y="1188"/>
                  </a:lnTo>
                  <a:cubicBezTo>
                    <a:pt x="1527" y="1188"/>
                    <a:pt x="1508" y="1227"/>
                    <a:pt x="1484" y="1263"/>
                  </a:cubicBezTo>
                  <a:cubicBezTo>
                    <a:pt x="1460" y="1304"/>
                    <a:pt x="1444" y="1336"/>
                    <a:pt x="1436" y="1377"/>
                  </a:cubicBezTo>
                  <a:cubicBezTo>
                    <a:pt x="1439" y="1379"/>
                    <a:pt x="1442" y="1382"/>
                    <a:pt x="1445" y="1382"/>
                  </a:cubicBezTo>
                  <a:cubicBezTo>
                    <a:pt x="1453" y="1382"/>
                    <a:pt x="1463" y="1373"/>
                    <a:pt x="1484" y="1336"/>
                  </a:cubicBezTo>
                  <a:cubicBezTo>
                    <a:pt x="1493" y="1318"/>
                    <a:pt x="1505" y="1310"/>
                    <a:pt x="1514" y="1310"/>
                  </a:cubicBezTo>
                  <a:cubicBezTo>
                    <a:pt x="1530" y="1310"/>
                    <a:pt x="1540" y="1333"/>
                    <a:pt x="1525" y="1368"/>
                  </a:cubicBezTo>
                  <a:lnTo>
                    <a:pt x="1541" y="1377"/>
                  </a:lnTo>
                  <a:cubicBezTo>
                    <a:pt x="1541" y="1377"/>
                    <a:pt x="1576" y="1335"/>
                    <a:pt x="1581" y="1335"/>
                  </a:cubicBezTo>
                  <a:cubicBezTo>
                    <a:pt x="1581" y="1335"/>
                    <a:pt x="1582" y="1335"/>
                    <a:pt x="1582" y="1336"/>
                  </a:cubicBezTo>
                  <a:cubicBezTo>
                    <a:pt x="1582" y="1336"/>
                    <a:pt x="1590" y="1336"/>
                    <a:pt x="1630" y="1287"/>
                  </a:cubicBezTo>
                  <a:lnTo>
                    <a:pt x="1630" y="1287"/>
                  </a:lnTo>
                  <a:cubicBezTo>
                    <a:pt x="1630" y="1295"/>
                    <a:pt x="1638" y="1295"/>
                    <a:pt x="1606" y="1352"/>
                  </a:cubicBezTo>
                  <a:cubicBezTo>
                    <a:pt x="1638" y="1300"/>
                    <a:pt x="1654" y="1274"/>
                    <a:pt x="1657" y="1274"/>
                  </a:cubicBezTo>
                  <a:lnTo>
                    <a:pt x="1657" y="1274"/>
                  </a:lnTo>
                  <a:cubicBezTo>
                    <a:pt x="1659" y="1274"/>
                    <a:pt x="1647" y="1302"/>
                    <a:pt x="1622" y="1360"/>
                  </a:cubicBezTo>
                  <a:cubicBezTo>
                    <a:pt x="1594" y="1409"/>
                    <a:pt x="1580" y="1433"/>
                    <a:pt x="1581" y="1433"/>
                  </a:cubicBezTo>
                  <a:lnTo>
                    <a:pt x="1581" y="1433"/>
                  </a:lnTo>
                  <a:cubicBezTo>
                    <a:pt x="1582" y="1433"/>
                    <a:pt x="1598" y="1409"/>
                    <a:pt x="1630" y="1360"/>
                  </a:cubicBezTo>
                  <a:cubicBezTo>
                    <a:pt x="1646" y="1337"/>
                    <a:pt x="1654" y="1325"/>
                    <a:pt x="1656" y="1325"/>
                  </a:cubicBezTo>
                  <a:lnTo>
                    <a:pt x="1656" y="1325"/>
                  </a:lnTo>
                  <a:cubicBezTo>
                    <a:pt x="1657" y="1325"/>
                    <a:pt x="1651" y="1339"/>
                    <a:pt x="1638" y="1368"/>
                  </a:cubicBezTo>
                  <a:cubicBezTo>
                    <a:pt x="1621" y="1395"/>
                    <a:pt x="1615" y="1409"/>
                    <a:pt x="1619" y="1409"/>
                  </a:cubicBezTo>
                  <a:cubicBezTo>
                    <a:pt x="1622" y="1409"/>
                    <a:pt x="1632" y="1399"/>
                    <a:pt x="1647" y="1377"/>
                  </a:cubicBezTo>
                  <a:cubicBezTo>
                    <a:pt x="1685" y="1314"/>
                    <a:pt x="1718" y="1274"/>
                    <a:pt x="1726" y="1274"/>
                  </a:cubicBezTo>
                  <a:lnTo>
                    <a:pt x="1726" y="1274"/>
                  </a:lnTo>
                  <a:cubicBezTo>
                    <a:pt x="1732" y="1274"/>
                    <a:pt x="1726" y="1293"/>
                    <a:pt x="1703" y="1336"/>
                  </a:cubicBezTo>
                  <a:cubicBezTo>
                    <a:pt x="1703" y="1336"/>
                    <a:pt x="1703" y="1336"/>
                    <a:pt x="1704" y="1336"/>
                  </a:cubicBezTo>
                  <a:cubicBezTo>
                    <a:pt x="1706" y="1336"/>
                    <a:pt x="1713" y="1332"/>
                    <a:pt x="1744" y="1295"/>
                  </a:cubicBezTo>
                  <a:lnTo>
                    <a:pt x="1744" y="1295"/>
                  </a:lnTo>
                  <a:cubicBezTo>
                    <a:pt x="1718" y="1351"/>
                    <a:pt x="1708" y="1380"/>
                    <a:pt x="1714" y="1380"/>
                  </a:cubicBezTo>
                  <a:cubicBezTo>
                    <a:pt x="1720" y="1380"/>
                    <a:pt x="1738" y="1357"/>
                    <a:pt x="1768" y="1312"/>
                  </a:cubicBezTo>
                  <a:cubicBezTo>
                    <a:pt x="1768" y="1312"/>
                    <a:pt x="1781" y="1292"/>
                    <a:pt x="1785" y="1292"/>
                  </a:cubicBezTo>
                  <a:lnTo>
                    <a:pt x="1785" y="1292"/>
                  </a:lnTo>
                  <a:cubicBezTo>
                    <a:pt x="1787" y="1292"/>
                    <a:pt x="1785" y="1299"/>
                    <a:pt x="1776" y="1320"/>
                  </a:cubicBezTo>
                  <a:cubicBezTo>
                    <a:pt x="1766" y="1355"/>
                    <a:pt x="1766" y="1398"/>
                    <a:pt x="1781" y="1398"/>
                  </a:cubicBezTo>
                  <a:cubicBezTo>
                    <a:pt x="1790" y="1398"/>
                    <a:pt x="1804" y="1383"/>
                    <a:pt x="1825" y="1344"/>
                  </a:cubicBezTo>
                  <a:lnTo>
                    <a:pt x="1833" y="1352"/>
                  </a:lnTo>
                  <a:cubicBezTo>
                    <a:pt x="1824" y="1387"/>
                    <a:pt x="1823" y="1403"/>
                    <a:pt x="1828" y="1403"/>
                  </a:cubicBezTo>
                  <a:cubicBezTo>
                    <a:pt x="1833" y="1403"/>
                    <a:pt x="1842" y="1391"/>
                    <a:pt x="1857" y="1368"/>
                  </a:cubicBezTo>
                  <a:lnTo>
                    <a:pt x="1898" y="1320"/>
                  </a:lnTo>
                  <a:lnTo>
                    <a:pt x="1898" y="1320"/>
                  </a:lnTo>
                  <a:cubicBezTo>
                    <a:pt x="1874" y="1352"/>
                    <a:pt x="1857" y="1393"/>
                    <a:pt x="1849" y="1433"/>
                  </a:cubicBezTo>
                  <a:cubicBezTo>
                    <a:pt x="1849" y="1435"/>
                    <a:pt x="1849" y="1437"/>
                    <a:pt x="1850" y="1437"/>
                  </a:cubicBezTo>
                  <a:cubicBezTo>
                    <a:pt x="1852" y="1437"/>
                    <a:pt x="1858" y="1426"/>
                    <a:pt x="1882" y="1385"/>
                  </a:cubicBezTo>
                  <a:cubicBezTo>
                    <a:pt x="1901" y="1340"/>
                    <a:pt x="1910" y="1336"/>
                    <a:pt x="1917" y="1336"/>
                  </a:cubicBezTo>
                  <a:cubicBezTo>
                    <a:pt x="1919" y="1336"/>
                    <a:pt x="1920" y="1336"/>
                    <a:pt x="1922" y="1336"/>
                  </a:cubicBezTo>
                  <a:cubicBezTo>
                    <a:pt x="1914" y="1377"/>
                    <a:pt x="1890" y="1417"/>
                    <a:pt x="1874" y="1449"/>
                  </a:cubicBezTo>
                  <a:lnTo>
                    <a:pt x="1874" y="1458"/>
                  </a:lnTo>
                  <a:cubicBezTo>
                    <a:pt x="1911" y="1397"/>
                    <a:pt x="1930" y="1371"/>
                    <a:pt x="1932" y="1371"/>
                  </a:cubicBezTo>
                  <a:lnTo>
                    <a:pt x="1932" y="1371"/>
                  </a:lnTo>
                  <a:cubicBezTo>
                    <a:pt x="1934" y="1371"/>
                    <a:pt x="1928" y="1385"/>
                    <a:pt x="1914" y="1409"/>
                  </a:cubicBezTo>
                  <a:cubicBezTo>
                    <a:pt x="1890" y="1466"/>
                    <a:pt x="1898" y="1466"/>
                    <a:pt x="1898" y="1474"/>
                  </a:cubicBezTo>
                  <a:cubicBezTo>
                    <a:pt x="1909" y="1455"/>
                    <a:pt x="1913" y="1449"/>
                    <a:pt x="1914" y="1449"/>
                  </a:cubicBezTo>
                  <a:lnTo>
                    <a:pt x="1914" y="1449"/>
                  </a:lnTo>
                  <a:cubicBezTo>
                    <a:pt x="1916" y="1449"/>
                    <a:pt x="1903" y="1474"/>
                    <a:pt x="1898" y="1474"/>
                  </a:cubicBezTo>
                  <a:lnTo>
                    <a:pt x="1874" y="1522"/>
                  </a:lnTo>
                  <a:cubicBezTo>
                    <a:pt x="1864" y="1539"/>
                    <a:pt x="1860" y="1546"/>
                    <a:pt x="1860" y="1546"/>
                  </a:cubicBezTo>
                  <a:cubicBezTo>
                    <a:pt x="1860" y="1546"/>
                    <a:pt x="1883" y="1508"/>
                    <a:pt x="1906" y="1474"/>
                  </a:cubicBezTo>
                  <a:lnTo>
                    <a:pt x="1914" y="1482"/>
                  </a:lnTo>
                  <a:cubicBezTo>
                    <a:pt x="1916" y="1484"/>
                    <a:pt x="1919" y="1486"/>
                    <a:pt x="1921" y="1486"/>
                  </a:cubicBezTo>
                  <a:cubicBezTo>
                    <a:pt x="1928" y="1486"/>
                    <a:pt x="1937" y="1474"/>
                    <a:pt x="1955" y="1433"/>
                  </a:cubicBezTo>
                  <a:cubicBezTo>
                    <a:pt x="1973" y="1405"/>
                    <a:pt x="1992" y="1377"/>
                    <a:pt x="2004" y="1359"/>
                  </a:cubicBezTo>
                  <a:lnTo>
                    <a:pt x="2004" y="1359"/>
                  </a:lnTo>
                  <a:cubicBezTo>
                    <a:pt x="1988" y="1386"/>
                    <a:pt x="1975" y="1416"/>
                    <a:pt x="1963" y="1441"/>
                  </a:cubicBezTo>
                  <a:cubicBezTo>
                    <a:pt x="1971" y="1449"/>
                    <a:pt x="1938" y="1498"/>
                    <a:pt x="1938" y="1498"/>
                  </a:cubicBezTo>
                  <a:cubicBezTo>
                    <a:pt x="1908" y="1544"/>
                    <a:pt x="1904" y="1561"/>
                    <a:pt x="1913" y="1561"/>
                  </a:cubicBezTo>
                  <a:cubicBezTo>
                    <a:pt x="1922" y="1561"/>
                    <a:pt x="1946" y="1540"/>
                    <a:pt x="1963" y="1514"/>
                  </a:cubicBezTo>
                  <a:cubicBezTo>
                    <a:pt x="1998" y="1472"/>
                    <a:pt x="2018" y="1449"/>
                    <a:pt x="2023" y="1449"/>
                  </a:cubicBezTo>
                  <a:lnTo>
                    <a:pt x="2023" y="1449"/>
                  </a:lnTo>
                  <a:cubicBezTo>
                    <a:pt x="2029" y="1449"/>
                    <a:pt x="2017" y="1476"/>
                    <a:pt x="1987" y="1531"/>
                  </a:cubicBezTo>
                  <a:cubicBezTo>
                    <a:pt x="1968" y="1559"/>
                    <a:pt x="1961" y="1571"/>
                    <a:pt x="1963" y="1571"/>
                  </a:cubicBezTo>
                  <a:cubicBezTo>
                    <a:pt x="1966" y="1571"/>
                    <a:pt x="2023" y="1494"/>
                    <a:pt x="2093" y="1385"/>
                  </a:cubicBezTo>
                  <a:lnTo>
                    <a:pt x="2190" y="1239"/>
                  </a:lnTo>
                  <a:lnTo>
                    <a:pt x="2101" y="1393"/>
                  </a:lnTo>
                  <a:cubicBezTo>
                    <a:pt x="2032" y="1520"/>
                    <a:pt x="2002" y="1571"/>
                    <a:pt x="2007" y="1571"/>
                  </a:cubicBezTo>
                  <a:cubicBezTo>
                    <a:pt x="2010" y="1571"/>
                    <a:pt x="2028" y="1549"/>
                    <a:pt x="2060" y="1514"/>
                  </a:cubicBezTo>
                  <a:cubicBezTo>
                    <a:pt x="2083" y="1491"/>
                    <a:pt x="2096" y="1479"/>
                    <a:pt x="2098" y="1479"/>
                  </a:cubicBezTo>
                  <a:lnTo>
                    <a:pt x="2098" y="1479"/>
                  </a:lnTo>
                  <a:cubicBezTo>
                    <a:pt x="2101" y="1479"/>
                    <a:pt x="2093" y="1493"/>
                    <a:pt x="2076" y="1522"/>
                  </a:cubicBezTo>
                  <a:cubicBezTo>
                    <a:pt x="2044" y="1571"/>
                    <a:pt x="2052" y="1571"/>
                    <a:pt x="2068" y="1587"/>
                  </a:cubicBezTo>
                  <a:cubicBezTo>
                    <a:pt x="2074" y="1590"/>
                    <a:pt x="2079" y="1593"/>
                    <a:pt x="2085" y="1593"/>
                  </a:cubicBezTo>
                  <a:cubicBezTo>
                    <a:pt x="2094" y="1593"/>
                    <a:pt x="2105" y="1585"/>
                    <a:pt x="2125" y="1555"/>
                  </a:cubicBezTo>
                  <a:lnTo>
                    <a:pt x="2133" y="1563"/>
                  </a:lnTo>
                  <a:cubicBezTo>
                    <a:pt x="2110" y="1605"/>
                    <a:pt x="2104" y="1624"/>
                    <a:pt x="2109" y="1624"/>
                  </a:cubicBezTo>
                  <a:cubicBezTo>
                    <a:pt x="2117" y="1624"/>
                    <a:pt x="2148" y="1582"/>
                    <a:pt x="2182" y="1514"/>
                  </a:cubicBezTo>
                  <a:lnTo>
                    <a:pt x="2190" y="1522"/>
                  </a:lnTo>
                  <a:lnTo>
                    <a:pt x="2157" y="1579"/>
                  </a:lnTo>
                  <a:cubicBezTo>
                    <a:pt x="2125" y="1628"/>
                    <a:pt x="2141" y="1636"/>
                    <a:pt x="2190" y="1668"/>
                  </a:cubicBezTo>
                  <a:cubicBezTo>
                    <a:pt x="2209" y="1684"/>
                    <a:pt x="2222" y="1694"/>
                    <a:pt x="2234" y="1694"/>
                  </a:cubicBezTo>
                  <a:cubicBezTo>
                    <a:pt x="2254" y="1694"/>
                    <a:pt x="2272" y="1671"/>
                    <a:pt x="2311" y="1612"/>
                  </a:cubicBezTo>
                  <a:cubicBezTo>
                    <a:pt x="2343" y="1564"/>
                    <a:pt x="2361" y="1540"/>
                    <a:pt x="2364" y="1540"/>
                  </a:cubicBezTo>
                  <a:lnTo>
                    <a:pt x="2364" y="1540"/>
                  </a:lnTo>
                  <a:cubicBezTo>
                    <a:pt x="2367" y="1540"/>
                    <a:pt x="2353" y="1566"/>
                    <a:pt x="2320" y="1620"/>
                  </a:cubicBezTo>
                  <a:cubicBezTo>
                    <a:pt x="2296" y="1655"/>
                    <a:pt x="2277" y="1695"/>
                    <a:pt x="2280" y="1695"/>
                  </a:cubicBezTo>
                  <a:cubicBezTo>
                    <a:pt x="2282" y="1695"/>
                    <a:pt x="2286" y="1690"/>
                    <a:pt x="2295" y="1676"/>
                  </a:cubicBezTo>
                  <a:lnTo>
                    <a:pt x="2295" y="1676"/>
                  </a:lnTo>
                  <a:cubicBezTo>
                    <a:pt x="2295" y="1677"/>
                    <a:pt x="2311" y="1685"/>
                    <a:pt x="2279" y="1741"/>
                  </a:cubicBezTo>
                  <a:cubicBezTo>
                    <a:pt x="2261" y="1793"/>
                    <a:pt x="2257" y="1811"/>
                    <a:pt x="2262" y="1811"/>
                  </a:cubicBezTo>
                  <a:cubicBezTo>
                    <a:pt x="2268" y="1811"/>
                    <a:pt x="2286" y="1784"/>
                    <a:pt x="2303" y="1758"/>
                  </a:cubicBezTo>
                  <a:cubicBezTo>
                    <a:pt x="2328" y="1712"/>
                    <a:pt x="2337" y="1695"/>
                    <a:pt x="2338" y="1695"/>
                  </a:cubicBezTo>
                  <a:lnTo>
                    <a:pt x="2338" y="1695"/>
                  </a:lnTo>
                  <a:cubicBezTo>
                    <a:pt x="2339" y="1695"/>
                    <a:pt x="2325" y="1725"/>
                    <a:pt x="2311" y="1758"/>
                  </a:cubicBezTo>
                  <a:cubicBezTo>
                    <a:pt x="2294" y="1798"/>
                    <a:pt x="2273" y="1838"/>
                    <a:pt x="2273" y="1838"/>
                  </a:cubicBezTo>
                  <a:cubicBezTo>
                    <a:pt x="2274" y="1838"/>
                    <a:pt x="2278" y="1831"/>
                    <a:pt x="2287" y="1814"/>
                  </a:cubicBezTo>
                  <a:cubicBezTo>
                    <a:pt x="2307" y="1795"/>
                    <a:pt x="2332" y="1779"/>
                    <a:pt x="2346" y="1779"/>
                  </a:cubicBezTo>
                  <a:cubicBezTo>
                    <a:pt x="2360" y="1779"/>
                    <a:pt x="2361" y="1797"/>
                    <a:pt x="2328" y="1847"/>
                  </a:cubicBezTo>
                  <a:lnTo>
                    <a:pt x="2344" y="1855"/>
                  </a:lnTo>
                  <a:cubicBezTo>
                    <a:pt x="2364" y="1825"/>
                    <a:pt x="2375" y="1816"/>
                    <a:pt x="2384" y="1816"/>
                  </a:cubicBezTo>
                  <a:cubicBezTo>
                    <a:pt x="2390" y="1816"/>
                    <a:pt x="2394" y="1819"/>
                    <a:pt x="2401" y="1822"/>
                  </a:cubicBezTo>
                  <a:cubicBezTo>
                    <a:pt x="2409" y="1831"/>
                    <a:pt x="2417" y="1839"/>
                    <a:pt x="2384" y="1887"/>
                  </a:cubicBezTo>
                  <a:cubicBezTo>
                    <a:pt x="2363" y="1913"/>
                    <a:pt x="2355" y="1925"/>
                    <a:pt x="2358" y="1925"/>
                  </a:cubicBezTo>
                  <a:cubicBezTo>
                    <a:pt x="2361" y="1925"/>
                    <a:pt x="2373" y="1915"/>
                    <a:pt x="2393" y="1895"/>
                  </a:cubicBezTo>
                  <a:cubicBezTo>
                    <a:pt x="2401" y="1895"/>
                    <a:pt x="2474" y="1806"/>
                    <a:pt x="2482" y="1806"/>
                  </a:cubicBezTo>
                  <a:cubicBezTo>
                    <a:pt x="2512" y="1761"/>
                    <a:pt x="2542" y="1716"/>
                    <a:pt x="2552" y="1716"/>
                  </a:cubicBezTo>
                  <a:cubicBezTo>
                    <a:pt x="2553" y="1716"/>
                    <a:pt x="2554" y="1716"/>
                    <a:pt x="2555" y="1717"/>
                  </a:cubicBezTo>
                  <a:lnTo>
                    <a:pt x="2522" y="1766"/>
                  </a:lnTo>
                  <a:lnTo>
                    <a:pt x="2457" y="1871"/>
                  </a:lnTo>
                  <a:cubicBezTo>
                    <a:pt x="2459" y="1871"/>
                    <a:pt x="2461" y="1871"/>
                    <a:pt x="2462" y="1871"/>
                  </a:cubicBezTo>
                  <a:cubicBezTo>
                    <a:pt x="2467" y="1871"/>
                    <a:pt x="2473" y="1867"/>
                    <a:pt x="2498" y="1822"/>
                  </a:cubicBezTo>
                  <a:lnTo>
                    <a:pt x="2498" y="1822"/>
                  </a:lnTo>
                  <a:cubicBezTo>
                    <a:pt x="2474" y="1879"/>
                    <a:pt x="2482" y="1887"/>
                    <a:pt x="2490" y="1895"/>
                  </a:cubicBezTo>
                  <a:cubicBezTo>
                    <a:pt x="2496" y="1898"/>
                    <a:pt x="2501" y="1902"/>
                    <a:pt x="2507" y="1902"/>
                  </a:cubicBezTo>
                  <a:cubicBezTo>
                    <a:pt x="2517" y="1902"/>
                    <a:pt x="2529" y="1893"/>
                    <a:pt x="2555" y="1863"/>
                  </a:cubicBezTo>
                  <a:lnTo>
                    <a:pt x="2555" y="1863"/>
                  </a:lnTo>
                  <a:cubicBezTo>
                    <a:pt x="2522" y="1924"/>
                    <a:pt x="2519" y="1958"/>
                    <a:pt x="2537" y="1958"/>
                  </a:cubicBezTo>
                  <a:cubicBezTo>
                    <a:pt x="2549" y="1958"/>
                    <a:pt x="2573" y="1941"/>
                    <a:pt x="2603" y="1904"/>
                  </a:cubicBezTo>
                  <a:cubicBezTo>
                    <a:pt x="2618" y="1877"/>
                    <a:pt x="2628" y="1865"/>
                    <a:pt x="2631" y="1865"/>
                  </a:cubicBezTo>
                  <a:lnTo>
                    <a:pt x="2631" y="1865"/>
                  </a:lnTo>
                  <a:cubicBezTo>
                    <a:pt x="2635" y="1865"/>
                    <a:pt x="2629" y="1881"/>
                    <a:pt x="2611" y="1912"/>
                  </a:cubicBezTo>
                  <a:cubicBezTo>
                    <a:pt x="2599" y="1937"/>
                    <a:pt x="2593" y="1949"/>
                    <a:pt x="2596" y="1949"/>
                  </a:cubicBezTo>
                  <a:cubicBezTo>
                    <a:pt x="2598" y="1949"/>
                    <a:pt x="2608" y="1939"/>
                    <a:pt x="2628" y="1920"/>
                  </a:cubicBezTo>
                  <a:cubicBezTo>
                    <a:pt x="2636" y="1907"/>
                    <a:pt x="2641" y="1901"/>
                    <a:pt x="2643" y="1901"/>
                  </a:cubicBezTo>
                  <a:lnTo>
                    <a:pt x="2643" y="1901"/>
                  </a:lnTo>
                  <a:cubicBezTo>
                    <a:pt x="2647" y="1901"/>
                    <a:pt x="2629" y="1943"/>
                    <a:pt x="2611" y="1985"/>
                  </a:cubicBezTo>
                  <a:cubicBezTo>
                    <a:pt x="2572" y="2044"/>
                    <a:pt x="2559" y="2070"/>
                    <a:pt x="2565" y="2070"/>
                  </a:cubicBezTo>
                  <a:cubicBezTo>
                    <a:pt x="2569" y="2070"/>
                    <a:pt x="2580" y="2060"/>
                    <a:pt x="2595" y="2041"/>
                  </a:cubicBezTo>
                  <a:cubicBezTo>
                    <a:pt x="2619" y="2017"/>
                    <a:pt x="2635" y="2010"/>
                    <a:pt x="2643" y="2010"/>
                  </a:cubicBezTo>
                  <a:cubicBezTo>
                    <a:pt x="2649" y="2010"/>
                    <a:pt x="2652" y="2014"/>
                    <a:pt x="2652" y="2017"/>
                  </a:cubicBezTo>
                  <a:cubicBezTo>
                    <a:pt x="2701" y="1976"/>
                    <a:pt x="2709" y="1976"/>
                    <a:pt x="2733" y="1928"/>
                  </a:cubicBezTo>
                  <a:cubicBezTo>
                    <a:pt x="2757" y="1895"/>
                    <a:pt x="2782" y="1863"/>
                    <a:pt x="2806" y="1831"/>
                  </a:cubicBezTo>
                  <a:cubicBezTo>
                    <a:pt x="2820" y="1819"/>
                    <a:pt x="2827" y="1814"/>
                    <a:pt x="2829" y="1814"/>
                  </a:cubicBezTo>
                  <a:lnTo>
                    <a:pt x="2829" y="1814"/>
                  </a:lnTo>
                  <a:cubicBezTo>
                    <a:pt x="2834" y="1814"/>
                    <a:pt x="2814" y="1839"/>
                    <a:pt x="2814" y="1839"/>
                  </a:cubicBezTo>
                  <a:cubicBezTo>
                    <a:pt x="2765" y="1879"/>
                    <a:pt x="2774" y="1879"/>
                    <a:pt x="2741" y="1936"/>
                  </a:cubicBezTo>
                  <a:cubicBezTo>
                    <a:pt x="2717" y="1993"/>
                    <a:pt x="2725" y="2001"/>
                    <a:pt x="2733" y="2001"/>
                  </a:cubicBezTo>
                  <a:lnTo>
                    <a:pt x="2757" y="2017"/>
                  </a:lnTo>
                  <a:cubicBezTo>
                    <a:pt x="2748" y="2054"/>
                    <a:pt x="2747" y="2073"/>
                    <a:pt x="2753" y="2073"/>
                  </a:cubicBezTo>
                  <a:cubicBezTo>
                    <a:pt x="2758" y="2073"/>
                    <a:pt x="2768" y="2062"/>
                    <a:pt x="2782" y="2041"/>
                  </a:cubicBezTo>
                  <a:cubicBezTo>
                    <a:pt x="2806" y="1993"/>
                    <a:pt x="2798" y="2009"/>
                    <a:pt x="2814" y="1985"/>
                  </a:cubicBezTo>
                  <a:lnTo>
                    <a:pt x="2814" y="1985"/>
                  </a:lnTo>
                  <a:cubicBezTo>
                    <a:pt x="2773" y="2052"/>
                    <a:pt x="2784" y="2096"/>
                    <a:pt x="2817" y="2096"/>
                  </a:cubicBezTo>
                  <a:cubicBezTo>
                    <a:pt x="2835" y="2096"/>
                    <a:pt x="2861" y="2082"/>
                    <a:pt x="2887" y="2049"/>
                  </a:cubicBezTo>
                  <a:lnTo>
                    <a:pt x="2887" y="2049"/>
                  </a:lnTo>
                  <a:lnTo>
                    <a:pt x="2855" y="2098"/>
                  </a:lnTo>
                  <a:cubicBezTo>
                    <a:pt x="2822" y="2147"/>
                    <a:pt x="2830" y="2147"/>
                    <a:pt x="2838" y="2155"/>
                  </a:cubicBezTo>
                  <a:cubicBezTo>
                    <a:pt x="2839" y="2156"/>
                    <a:pt x="2841" y="2156"/>
                    <a:pt x="2843" y="2156"/>
                  </a:cubicBezTo>
                  <a:cubicBezTo>
                    <a:pt x="2855" y="2156"/>
                    <a:pt x="2885" y="2142"/>
                    <a:pt x="2905" y="2142"/>
                  </a:cubicBezTo>
                  <a:cubicBezTo>
                    <a:pt x="2911" y="2142"/>
                    <a:pt x="2916" y="2143"/>
                    <a:pt x="2920" y="2147"/>
                  </a:cubicBezTo>
                  <a:cubicBezTo>
                    <a:pt x="2932" y="2155"/>
                    <a:pt x="2942" y="2163"/>
                    <a:pt x="2953" y="2163"/>
                  </a:cubicBezTo>
                  <a:cubicBezTo>
                    <a:pt x="2964" y="2163"/>
                    <a:pt x="2976" y="2155"/>
                    <a:pt x="2992" y="2131"/>
                  </a:cubicBezTo>
                  <a:cubicBezTo>
                    <a:pt x="3001" y="2131"/>
                    <a:pt x="3001" y="2131"/>
                    <a:pt x="2960" y="2179"/>
                  </a:cubicBezTo>
                  <a:cubicBezTo>
                    <a:pt x="2920" y="2228"/>
                    <a:pt x="2928" y="2228"/>
                    <a:pt x="2936" y="2236"/>
                  </a:cubicBezTo>
                  <a:cubicBezTo>
                    <a:pt x="2936" y="2237"/>
                    <a:pt x="2937" y="2237"/>
                    <a:pt x="2938" y="2237"/>
                  </a:cubicBezTo>
                  <a:cubicBezTo>
                    <a:pt x="2949" y="2237"/>
                    <a:pt x="2979" y="2191"/>
                    <a:pt x="3009" y="2139"/>
                  </a:cubicBezTo>
                  <a:cubicBezTo>
                    <a:pt x="3023" y="2117"/>
                    <a:pt x="3033" y="2107"/>
                    <a:pt x="3037" y="2107"/>
                  </a:cubicBezTo>
                  <a:lnTo>
                    <a:pt x="3037" y="2107"/>
                  </a:lnTo>
                  <a:cubicBezTo>
                    <a:pt x="3042" y="2107"/>
                    <a:pt x="3038" y="2123"/>
                    <a:pt x="3025" y="2155"/>
                  </a:cubicBezTo>
                  <a:cubicBezTo>
                    <a:pt x="3009" y="2192"/>
                    <a:pt x="3014" y="2216"/>
                    <a:pt x="3033" y="2216"/>
                  </a:cubicBezTo>
                  <a:cubicBezTo>
                    <a:pt x="3043" y="2216"/>
                    <a:pt x="3057" y="2209"/>
                    <a:pt x="3074" y="2195"/>
                  </a:cubicBezTo>
                  <a:lnTo>
                    <a:pt x="3074" y="2195"/>
                  </a:lnTo>
                  <a:cubicBezTo>
                    <a:pt x="3074" y="2195"/>
                    <a:pt x="3082" y="2204"/>
                    <a:pt x="3049" y="2252"/>
                  </a:cubicBezTo>
                  <a:cubicBezTo>
                    <a:pt x="3029" y="2283"/>
                    <a:pt x="3011" y="2317"/>
                    <a:pt x="3022" y="2317"/>
                  </a:cubicBezTo>
                  <a:cubicBezTo>
                    <a:pt x="3028" y="2317"/>
                    <a:pt x="3044" y="2306"/>
                    <a:pt x="3074" y="2276"/>
                  </a:cubicBezTo>
                  <a:cubicBezTo>
                    <a:pt x="3082" y="2276"/>
                    <a:pt x="3082" y="2276"/>
                    <a:pt x="3049" y="2325"/>
                  </a:cubicBezTo>
                  <a:cubicBezTo>
                    <a:pt x="3030" y="2358"/>
                    <a:pt x="3011" y="2389"/>
                    <a:pt x="3013" y="2389"/>
                  </a:cubicBezTo>
                  <a:cubicBezTo>
                    <a:pt x="3015" y="2389"/>
                    <a:pt x="3027" y="2374"/>
                    <a:pt x="3057" y="2333"/>
                  </a:cubicBezTo>
                  <a:cubicBezTo>
                    <a:pt x="3076" y="2318"/>
                    <a:pt x="3089" y="2311"/>
                    <a:pt x="3098" y="2311"/>
                  </a:cubicBezTo>
                  <a:cubicBezTo>
                    <a:pt x="3112" y="2311"/>
                    <a:pt x="3113" y="2330"/>
                    <a:pt x="3098" y="2366"/>
                  </a:cubicBezTo>
                  <a:cubicBezTo>
                    <a:pt x="3100" y="2368"/>
                    <a:pt x="3102" y="2370"/>
                    <a:pt x="3104" y="2370"/>
                  </a:cubicBezTo>
                  <a:cubicBezTo>
                    <a:pt x="3109" y="2370"/>
                    <a:pt x="3118" y="2360"/>
                    <a:pt x="3147" y="2325"/>
                  </a:cubicBezTo>
                  <a:lnTo>
                    <a:pt x="3179" y="2276"/>
                  </a:lnTo>
                  <a:lnTo>
                    <a:pt x="3179" y="2276"/>
                  </a:lnTo>
                  <a:cubicBezTo>
                    <a:pt x="3145" y="2331"/>
                    <a:pt x="3129" y="2358"/>
                    <a:pt x="3132" y="2358"/>
                  </a:cubicBezTo>
                  <a:cubicBezTo>
                    <a:pt x="3134" y="2358"/>
                    <a:pt x="3152" y="2335"/>
                    <a:pt x="3187" y="2293"/>
                  </a:cubicBezTo>
                  <a:cubicBezTo>
                    <a:pt x="3207" y="2268"/>
                    <a:pt x="3217" y="2256"/>
                    <a:pt x="3218" y="2256"/>
                  </a:cubicBezTo>
                  <a:lnTo>
                    <a:pt x="3218" y="2256"/>
                  </a:lnTo>
                  <a:cubicBezTo>
                    <a:pt x="3220" y="2256"/>
                    <a:pt x="3211" y="2268"/>
                    <a:pt x="3195" y="2293"/>
                  </a:cubicBezTo>
                  <a:cubicBezTo>
                    <a:pt x="3171" y="2349"/>
                    <a:pt x="3171" y="2349"/>
                    <a:pt x="3171" y="2349"/>
                  </a:cubicBezTo>
                  <a:cubicBezTo>
                    <a:pt x="3172" y="2351"/>
                    <a:pt x="3175" y="2351"/>
                    <a:pt x="3178" y="2351"/>
                  </a:cubicBezTo>
                  <a:cubicBezTo>
                    <a:pt x="3190" y="2351"/>
                    <a:pt x="3211" y="2346"/>
                    <a:pt x="3231" y="2346"/>
                  </a:cubicBezTo>
                  <a:cubicBezTo>
                    <a:pt x="3246" y="2346"/>
                    <a:pt x="3260" y="2349"/>
                    <a:pt x="3268" y="2358"/>
                  </a:cubicBezTo>
                  <a:cubicBezTo>
                    <a:pt x="3295" y="2375"/>
                    <a:pt x="3312" y="2388"/>
                    <a:pt x="3327" y="2388"/>
                  </a:cubicBezTo>
                  <a:cubicBezTo>
                    <a:pt x="3339" y="2388"/>
                    <a:pt x="3351" y="2380"/>
                    <a:pt x="3365" y="2358"/>
                  </a:cubicBezTo>
                  <a:cubicBezTo>
                    <a:pt x="3385" y="2338"/>
                    <a:pt x="3395" y="2328"/>
                    <a:pt x="3397" y="2328"/>
                  </a:cubicBezTo>
                  <a:lnTo>
                    <a:pt x="3397" y="2328"/>
                  </a:lnTo>
                  <a:cubicBezTo>
                    <a:pt x="3399" y="2328"/>
                    <a:pt x="3391" y="2340"/>
                    <a:pt x="3374" y="2366"/>
                  </a:cubicBezTo>
                  <a:cubicBezTo>
                    <a:pt x="3349" y="2422"/>
                    <a:pt x="3349" y="2422"/>
                    <a:pt x="3357" y="2431"/>
                  </a:cubicBezTo>
                  <a:cubicBezTo>
                    <a:pt x="3365" y="2439"/>
                    <a:pt x="3365" y="2439"/>
                    <a:pt x="3333" y="2487"/>
                  </a:cubicBezTo>
                  <a:cubicBezTo>
                    <a:pt x="3374" y="2447"/>
                    <a:pt x="3374" y="2447"/>
                    <a:pt x="3382" y="2447"/>
                  </a:cubicBezTo>
                  <a:cubicBezTo>
                    <a:pt x="3360" y="2473"/>
                    <a:pt x="3352" y="2488"/>
                    <a:pt x="3356" y="2488"/>
                  </a:cubicBezTo>
                  <a:cubicBezTo>
                    <a:pt x="3359" y="2488"/>
                    <a:pt x="3371" y="2477"/>
                    <a:pt x="3390" y="2455"/>
                  </a:cubicBezTo>
                  <a:cubicBezTo>
                    <a:pt x="3429" y="2411"/>
                    <a:pt x="3450" y="2389"/>
                    <a:pt x="3451" y="2389"/>
                  </a:cubicBezTo>
                  <a:lnTo>
                    <a:pt x="3451" y="2389"/>
                  </a:lnTo>
                  <a:cubicBezTo>
                    <a:pt x="3453" y="2389"/>
                    <a:pt x="3435" y="2413"/>
                    <a:pt x="3398" y="2463"/>
                  </a:cubicBezTo>
                  <a:cubicBezTo>
                    <a:pt x="3369" y="2498"/>
                    <a:pt x="3352" y="2542"/>
                    <a:pt x="3357" y="2542"/>
                  </a:cubicBezTo>
                  <a:cubicBezTo>
                    <a:pt x="3359" y="2542"/>
                    <a:pt x="3365" y="2535"/>
                    <a:pt x="3374" y="2520"/>
                  </a:cubicBezTo>
                  <a:cubicBezTo>
                    <a:pt x="3406" y="2471"/>
                    <a:pt x="3422" y="2479"/>
                    <a:pt x="3463" y="2439"/>
                  </a:cubicBezTo>
                  <a:lnTo>
                    <a:pt x="3463" y="2439"/>
                  </a:lnTo>
                  <a:cubicBezTo>
                    <a:pt x="3463" y="2447"/>
                    <a:pt x="3471" y="2447"/>
                    <a:pt x="3438" y="2495"/>
                  </a:cubicBezTo>
                  <a:cubicBezTo>
                    <a:pt x="3425" y="2519"/>
                    <a:pt x="3428" y="2528"/>
                    <a:pt x="3439" y="2528"/>
                  </a:cubicBezTo>
                  <a:cubicBezTo>
                    <a:pt x="3455" y="2528"/>
                    <a:pt x="3487" y="2508"/>
                    <a:pt x="3511" y="2479"/>
                  </a:cubicBezTo>
                  <a:cubicBezTo>
                    <a:pt x="3527" y="2460"/>
                    <a:pt x="3537" y="2450"/>
                    <a:pt x="3539" y="2450"/>
                  </a:cubicBezTo>
                  <a:lnTo>
                    <a:pt x="3539" y="2450"/>
                  </a:lnTo>
                  <a:cubicBezTo>
                    <a:pt x="3542" y="2450"/>
                    <a:pt x="3536" y="2462"/>
                    <a:pt x="3519" y="2487"/>
                  </a:cubicBezTo>
                  <a:cubicBezTo>
                    <a:pt x="3479" y="2536"/>
                    <a:pt x="3487" y="2536"/>
                    <a:pt x="3495" y="2544"/>
                  </a:cubicBezTo>
                  <a:cubicBezTo>
                    <a:pt x="3506" y="2533"/>
                    <a:pt x="3511" y="2529"/>
                    <a:pt x="3512" y="2529"/>
                  </a:cubicBezTo>
                  <a:lnTo>
                    <a:pt x="3512" y="2529"/>
                  </a:lnTo>
                  <a:cubicBezTo>
                    <a:pt x="3515" y="2529"/>
                    <a:pt x="3487" y="2563"/>
                    <a:pt x="3463" y="2593"/>
                  </a:cubicBezTo>
                  <a:cubicBezTo>
                    <a:pt x="3422" y="2641"/>
                    <a:pt x="3422" y="2641"/>
                    <a:pt x="3438" y="2649"/>
                  </a:cubicBezTo>
                  <a:cubicBezTo>
                    <a:pt x="3456" y="2632"/>
                    <a:pt x="3469" y="2627"/>
                    <a:pt x="3479" y="2627"/>
                  </a:cubicBezTo>
                  <a:cubicBezTo>
                    <a:pt x="3493" y="2627"/>
                    <a:pt x="3502" y="2637"/>
                    <a:pt x="3511" y="2641"/>
                  </a:cubicBezTo>
                  <a:cubicBezTo>
                    <a:pt x="3518" y="2646"/>
                    <a:pt x="3524" y="2648"/>
                    <a:pt x="3531" y="2648"/>
                  </a:cubicBezTo>
                  <a:cubicBezTo>
                    <a:pt x="3561" y="2648"/>
                    <a:pt x="3600" y="2609"/>
                    <a:pt x="3665" y="2544"/>
                  </a:cubicBezTo>
                  <a:lnTo>
                    <a:pt x="3747" y="2455"/>
                  </a:lnTo>
                  <a:lnTo>
                    <a:pt x="3674" y="2544"/>
                  </a:lnTo>
                  <a:lnTo>
                    <a:pt x="3568" y="2690"/>
                  </a:lnTo>
                  <a:cubicBezTo>
                    <a:pt x="3569" y="2691"/>
                    <a:pt x="3569" y="2691"/>
                    <a:pt x="3570" y="2691"/>
                  </a:cubicBezTo>
                  <a:cubicBezTo>
                    <a:pt x="3581" y="2691"/>
                    <a:pt x="3612" y="2646"/>
                    <a:pt x="3649" y="2601"/>
                  </a:cubicBezTo>
                  <a:cubicBezTo>
                    <a:pt x="3664" y="2582"/>
                    <a:pt x="3674" y="2572"/>
                    <a:pt x="3678" y="2572"/>
                  </a:cubicBezTo>
                  <a:lnTo>
                    <a:pt x="3678" y="2572"/>
                  </a:lnTo>
                  <a:cubicBezTo>
                    <a:pt x="3682" y="2572"/>
                    <a:pt x="3679" y="2586"/>
                    <a:pt x="3665" y="2617"/>
                  </a:cubicBezTo>
                  <a:cubicBezTo>
                    <a:pt x="3652" y="2649"/>
                    <a:pt x="3646" y="2665"/>
                    <a:pt x="3652" y="2665"/>
                  </a:cubicBezTo>
                  <a:cubicBezTo>
                    <a:pt x="3656" y="2665"/>
                    <a:pt x="3668" y="2655"/>
                    <a:pt x="3690" y="2633"/>
                  </a:cubicBezTo>
                  <a:lnTo>
                    <a:pt x="3690" y="2633"/>
                  </a:lnTo>
                  <a:cubicBezTo>
                    <a:pt x="3690" y="2641"/>
                    <a:pt x="3698" y="2649"/>
                    <a:pt x="3665" y="2698"/>
                  </a:cubicBezTo>
                  <a:cubicBezTo>
                    <a:pt x="3668" y="2700"/>
                    <a:pt x="3669" y="2702"/>
                    <a:pt x="3671" y="2702"/>
                  </a:cubicBezTo>
                  <a:cubicBezTo>
                    <a:pt x="3676" y="2702"/>
                    <a:pt x="3683" y="2692"/>
                    <a:pt x="3706" y="2658"/>
                  </a:cubicBezTo>
                  <a:cubicBezTo>
                    <a:pt x="3725" y="2635"/>
                    <a:pt x="3736" y="2625"/>
                    <a:pt x="3740" y="2625"/>
                  </a:cubicBezTo>
                  <a:lnTo>
                    <a:pt x="3740" y="2625"/>
                  </a:lnTo>
                  <a:cubicBezTo>
                    <a:pt x="3745" y="2625"/>
                    <a:pt x="3740" y="2639"/>
                    <a:pt x="3722" y="2666"/>
                  </a:cubicBezTo>
                  <a:cubicBezTo>
                    <a:pt x="3675" y="2728"/>
                    <a:pt x="3665" y="2757"/>
                    <a:pt x="3675" y="2757"/>
                  </a:cubicBezTo>
                  <a:cubicBezTo>
                    <a:pt x="3680" y="2757"/>
                    <a:pt x="3691" y="2748"/>
                    <a:pt x="3706" y="2730"/>
                  </a:cubicBezTo>
                  <a:cubicBezTo>
                    <a:pt x="3728" y="2702"/>
                    <a:pt x="3739" y="2694"/>
                    <a:pt x="3746" y="2694"/>
                  </a:cubicBezTo>
                  <a:cubicBezTo>
                    <a:pt x="3750" y="2694"/>
                    <a:pt x="3752" y="2696"/>
                    <a:pt x="3755" y="2698"/>
                  </a:cubicBezTo>
                  <a:cubicBezTo>
                    <a:pt x="3755" y="2698"/>
                    <a:pt x="3755" y="2699"/>
                    <a:pt x="3757" y="2699"/>
                  </a:cubicBezTo>
                  <a:cubicBezTo>
                    <a:pt x="3762" y="2699"/>
                    <a:pt x="3774" y="2695"/>
                    <a:pt x="3803" y="2666"/>
                  </a:cubicBezTo>
                  <a:lnTo>
                    <a:pt x="3819" y="2674"/>
                  </a:lnTo>
                  <a:cubicBezTo>
                    <a:pt x="3819" y="2681"/>
                    <a:pt x="3786" y="2715"/>
                    <a:pt x="3774" y="2715"/>
                  </a:cubicBezTo>
                  <a:cubicBezTo>
                    <a:pt x="3773" y="2715"/>
                    <a:pt x="3772" y="2715"/>
                    <a:pt x="3771" y="2714"/>
                  </a:cubicBezTo>
                  <a:lnTo>
                    <a:pt x="3738" y="2771"/>
                  </a:lnTo>
                  <a:cubicBezTo>
                    <a:pt x="3743" y="2774"/>
                    <a:pt x="3747" y="2775"/>
                    <a:pt x="3751" y="2775"/>
                  </a:cubicBezTo>
                  <a:cubicBezTo>
                    <a:pt x="3759" y="2775"/>
                    <a:pt x="3770" y="2767"/>
                    <a:pt x="3803" y="2739"/>
                  </a:cubicBezTo>
                  <a:cubicBezTo>
                    <a:pt x="3843" y="2695"/>
                    <a:pt x="3863" y="2673"/>
                    <a:pt x="3864" y="2673"/>
                  </a:cubicBezTo>
                  <a:lnTo>
                    <a:pt x="3864" y="2673"/>
                  </a:lnTo>
                  <a:cubicBezTo>
                    <a:pt x="3865" y="2673"/>
                    <a:pt x="3845" y="2697"/>
                    <a:pt x="3803" y="2747"/>
                  </a:cubicBezTo>
                  <a:cubicBezTo>
                    <a:pt x="3779" y="2783"/>
                    <a:pt x="3755" y="2819"/>
                    <a:pt x="3761" y="2819"/>
                  </a:cubicBezTo>
                  <a:cubicBezTo>
                    <a:pt x="3763" y="2819"/>
                    <a:pt x="3768" y="2814"/>
                    <a:pt x="3779" y="2803"/>
                  </a:cubicBezTo>
                  <a:cubicBezTo>
                    <a:pt x="3812" y="2767"/>
                    <a:pt x="3826" y="2754"/>
                    <a:pt x="3829" y="2754"/>
                  </a:cubicBezTo>
                  <a:lnTo>
                    <a:pt x="3829" y="2754"/>
                  </a:lnTo>
                  <a:cubicBezTo>
                    <a:pt x="3832" y="2754"/>
                    <a:pt x="3811" y="2783"/>
                    <a:pt x="3787" y="2812"/>
                  </a:cubicBezTo>
                  <a:cubicBezTo>
                    <a:pt x="3749" y="2858"/>
                    <a:pt x="3731" y="2881"/>
                    <a:pt x="3735" y="2881"/>
                  </a:cubicBezTo>
                  <a:cubicBezTo>
                    <a:pt x="3739" y="2881"/>
                    <a:pt x="3761" y="2862"/>
                    <a:pt x="3803" y="2828"/>
                  </a:cubicBezTo>
                  <a:cubicBezTo>
                    <a:pt x="3806" y="2829"/>
                    <a:pt x="3809" y="2829"/>
                    <a:pt x="3813" y="2829"/>
                  </a:cubicBezTo>
                  <a:cubicBezTo>
                    <a:pt x="3829" y="2829"/>
                    <a:pt x="3854" y="2822"/>
                    <a:pt x="3873" y="2822"/>
                  </a:cubicBezTo>
                  <a:cubicBezTo>
                    <a:pt x="3881" y="2822"/>
                    <a:pt x="3888" y="2824"/>
                    <a:pt x="3892" y="2828"/>
                  </a:cubicBezTo>
                  <a:cubicBezTo>
                    <a:pt x="3916" y="2843"/>
                    <a:pt x="3924" y="2851"/>
                    <a:pt x="3896" y="2902"/>
                  </a:cubicBezTo>
                  <a:lnTo>
                    <a:pt x="3896" y="2902"/>
                  </a:lnTo>
                  <a:cubicBezTo>
                    <a:pt x="3920" y="2878"/>
                    <a:pt x="3930" y="2872"/>
                    <a:pt x="3937" y="2872"/>
                  </a:cubicBezTo>
                  <a:cubicBezTo>
                    <a:pt x="3941" y="2872"/>
                    <a:pt x="3945" y="2874"/>
                    <a:pt x="3949" y="2876"/>
                  </a:cubicBezTo>
                  <a:cubicBezTo>
                    <a:pt x="3943" y="2901"/>
                    <a:pt x="3946" y="2911"/>
                    <a:pt x="3955" y="2911"/>
                  </a:cubicBezTo>
                  <a:cubicBezTo>
                    <a:pt x="3969" y="2911"/>
                    <a:pt x="3997" y="2885"/>
                    <a:pt x="4022" y="2860"/>
                  </a:cubicBezTo>
                  <a:lnTo>
                    <a:pt x="4014" y="2852"/>
                  </a:lnTo>
                  <a:cubicBezTo>
                    <a:pt x="4055" y="2803"/>
                    <a:pt x="4075" y="2780"/>
                    <a:pt x="4080" y="2780"/>
                  </a:cubicBezTo>
                  <a:lnTo>
                    <a:pt x="4080" y="2780"/>
                  </a:lnTo>
                  <a:cubicBezTo>
                    <a:pt x="4084" y="2780"/>
                    <a:pt x="4077" y="2794"/>
                    <a:pt x="4063" y="2820"/>
                  </a:cubicBezTo>
                  <a:cubicBezTo>
                    <a:pt x="4071" y="2828"/>
                    <a:pt x="4030" y="2876"/>
                    <a:pt x="3998" y="2917"/>
                  </a:cubicBezTo>
                  <a:cubicBezTo>
                    <a:pt x="3965" y="2949"/>
                    <a:pt x="3941" y="2982"/>
                    <a:pt x="3925" y="3022"/>
                  </a:cubicBezTo>
                  <a:cubicBezTo>
                    <a:pt x="3927" y="3022"/>
                    <a:pt x="3929" y="3023"/>
                    <a:pt x="3931" y="3023"/>
                  </a:cubicBezTo>
                  <a:cubicBezTo>
                    <a:pt x="3939" y="3023"/>
                    <a:pt x="3949" y="3018"/>
                    <a:pt x="3974" y="2982"/>
                  </a:cubicBezTo>
                  <a:cubicBezTo>
                    <a:pt x="4002" y="2947"/>
                    <a:pt x="4011" y="2937"/>
                    <a:pt x="4013" y="2937"/>
                  </a:cubicBezTo>
                  <a:cubicBezTo>
                    <a:pt x="4014" y="2937"/>
                    <a:pt x="4014" y="2939"/>
                    <a:pt x="4014" y="2941"/>
                  </a:cubicBezTo>
                  <a:cubicBezTo>
                    <a:pt x="4016" y="2941"/>
                    <a:pt x="4019" y="2942"/>
                    <a:pt x="4022" y="2942"/>
                  </a:cubicBezTo>
                  <a:cubicBezTo>
                    <a:pt x="4029" y="2942"/>
                    <a:pt x="4042" y="2938"/>
                    <a:pt x="4071" y="2909"/>
                  </a:cubicBezTo>
                  <a:cubicBezTo>
                    <a:pt x="4096" y="2879"/>
                    <a:pt x="4106" y="2870"/>
                    <a:pt x="4111" y="2870"/>
                  </a:cubicBezTo>
                  <a:cubicBezTo>
                    <a:pt x="4114" y="2870"/>
                    <a:pt x="4116" y="2873"/>
                    <a:pt x="4119" y="2876"/>
                  </a:cubicBezTo>
                  <a:cubicBezTo>
                    <a:pt x="4087" y="2925"/>
                    <a:pt x="4095" y="2933"/>
                    <a:pt x="4095" y="2933"/>
                  </a:cubicBezTo>
                  <a:lnTo>
                    <a:pt x="4055" y="2982"/>
                  </a:lnTo>
                  <a:cubicBezTo>
                    <a:pt x="4030" y="3006"/>
                    <a:pt x="4006" y="3039"/>
                    <a:pt x="3990" y="3079"/>
                  </a:cubicBezTo>
                  <a:cubicBezTo>
                    <a:pt x="3990" y="3079"/>
                    <a:pt x="4030" y="3039"/>
                    <a:pt x="4030" y="3039"/>
                  </a:cubicBezTo>
                  <a:cubicBezTo>
                    <a:pt x="4037" y="3031"/>
                    <a:pt x="4046" y="3027"/>
                    <a:pt x="4056" y="3027"/>
                  </a:cubicBezTo>
                  <a:cubicBezTo>
                    <a:pt x="4108" y="3027"/>
                    <a:pt x="4195" y="3114"/>
                    <a:pt x="4209" y="3128"/>
                  </a:cubicBezTo>
                  <a:cubicBezTo>
                    <a:pt x="4195" y="3160"/>
                    <a:pt x="4194" y="3179"/>
                    <a:pt x="4202" y="3179"/>
                  </a:cubicBezTo>
                  <a:cubicBezTo>
                    <a:pt x="4208" y="3179"/>
                    <a:pt x="4219" y="3168"/>
                    <a:pt x="4233" y="3144"/>
                  </a:cubicBezTo>
                  <a:cubicBezTo>
                    <a:pt x="4248" y="3129"/>
                    <a:pt x="4261" y="3123"/>
                    <a:pt x="4273" y="3123"/>
                  </a:cubicBezTo>
                  <a:cubicBezTo>
                    <a:pt x="4293" y="3123"/>
                    <a:pt x="4310" y="3140"/>
                    <a:pt x="4330" y="3160"/>
                  </a:cubicBezTo>
                  <a:cubicBezTo>
                    <a:pt x="4351" y="3181"/>
                    <a:pt x="4368" y="3198"/>
                    <a:pt x="4388" y="3198"/>
                  </a:cubicBezTo>
                  <a:cubicBezTo>
                    <a:pt x="4400" y="3198"/>
                    <a:pt x="4412" y="3192"/>
                    <a:pt x="4428" y="3176"/>
                  </a:cubicBezTo>
                  <a:lnTo>
                    <a:pt x="4444" y="3193"/>
                  </a:lnTo>
                  <a:cubicBezTo>
                    <a:pt x="4445" y="3194"/>
                    <a:pt x="4446" y="3194"/>
                    <a:pt x="4448" y="3194"/>
                  </a:cubicBezTo>
                  <a:cubicBezTo>
                    <a:pt x="4464" y="3194"/>
                    <a:pt x="4509" y="3168"/>
                    <a:pt x="4509" y="3168"/>
                  </a:cubicBezTo>
                  <a:cubicBezTo>
                    <a:pt x="4531" y="3150"/>
                    <a:pt x="4543" y="3142"/>
                    <a:pt x="4546" y="3142"/>
                  </a:cubicBezTo>
                  <a:lnTo>
                    <a:pt x="4546" y="3142"/>
                  </a:lnTo>
                  <a:cubicBezTo>
                    <a:pt x="4549" y="3142"/>
                    <a:pt x="4539" y="3154"/>
                    <a:pt x="4517" y="3176"/>
                  </a:cubicBezTo>
                  <a:cubicBezTo>
                    <a:pt x="4476" y="3217"/>
                    <a:pt x="4436" y="3266"/>
                    <a:pt x="4444" y="3274"/>
                  </a:cubicBezTo>
                  <a:cubicBezTo>
                    <a:pt x="4444" y="3274"/>
                    <a:pt x="4445" y="3275"/>
                    <a:pt x="4446" y="3275"/>
                  </a:cubicBezTo>
                  <a:cubicBezTo>
                    <a:pt x="4458" y="3275"/>
                    <a:pt x="4495" y="3230"/>
                    <a:pt x="4533" y="3193"/>
                  </a:cubicBezTo>
                  <a:cubicBezTo>
                    <a:pt x="4563" y="3156"/>
                    <a:pt x="4571" y="3152"/>
                    <a:pt x="4573" y="3152"/>
                  </a:cubicBezTo>
                  <a:cubicBezTo>
                    <a:pt x="4573" y="3152"/>
                    <a:pt x="4573" y="3152"/>
                    <a:pt x="4573" y="3152"/>
                  </a:cubicBezTo>
                  <a:cubicBezTo>
                    <a:pt x="4582" y="3160"/>
                    <a:pt x="4582" y="3160"/>
                    <a:pt x="4541" y="3201"/>
                  </a:cubicBezTo>
                  <a:lnTo>
                    <a:pt x="4460" y="3290"/>
                  </a:lnTo>
                  <a:lnTo>
                    <a:pt x="4468" y="3298"/>
                  </a:lnTo>
                  <a:cubicBezTo>
                    <a:pt x="4499" y="3262"/>
                    <a:pt x="4506" y="3257"/>
                    <a:pt x="4508" y="3257"/>
                  </a:cubicBezTo>
                  <a:cubicBezTo>
                    <a:pt x="4509" y="3257"/>
                    <a:pt x="4509" y="3258"/>
                    <a:pt x="4509" y="3258"/>
                  </a:cubicBezTo>
                  <a:cubicBezTo>
                    <a:pt x="4517" y="3266"/>
                    <a:pt x="4517" y="3266"/>
                    <a:pt x="4436" y="3355"/>
                  </a:cubicBezTo>
                  <a:cubicBezTo>
                    <a:pt x="4394" y="3400"/>
                    <a:pt x="4376" y="3423"/>
                    <a:pt x="4379" y="3423"/>
                  </a:cubicBezTo>
                  <a:cubicBezTo>
                    <a:pt x="4382" y="3423"/>
                    <a:pt x="4404" y="3402"/>
                    <a:pt x="4444" y="3363"/>
                  </a:cubicBezTo>
                  <a:lnTo>
                    <a:pt x="4501" y="3330"/>
                  </a:lnTo>
                  <a:lnTo>
                    <a:pt x="4501" y="3330"/>
                  </a:lnTo>
                  <a:cubicBezTo>
                    <a:pt x="4472" y="3361"/>
                    <a:pt x="4466" y="3373"/>
                    <a:pt x="4471" y="3373"/>
                  </a:cubicBezTo>
                  <a:cubicBezTo>
                    <a:pt x="4480" y="3373"/>
                    <a:pt x="4531" y="3333"/>
                    <a:pt x="4557" y="3306"/>
                  </a:cubicBezTo>
                  <a:lnTo>
                    <a:pt x="4557" y="3306"/>
                  </a:lnTo>
                  <a:cubicBezTo>
                    <a:pt x="4518" y="3354"/>
                    <a:pt x="4502" y="3378"/>
                    <a:pt x="4509" y="3378"/>
                  </a:cubicBezTo>
                  <a:cubicBezTo>
                    <a:pt x="4514" y="3378"/>
                    <a:pt x="4536" y="3360"/>
                    <a:pt x="4573" y="3322"/>
                  </a:cubicBezTo>
                  <a:cubicBezTo>
                    <a:pt x="4592" y="3300"/>
                    <a:pt x="4604" y="3290"/>
                    <a:pt x="4607" y="3290"/>
                  </a:cubicBezTo>
                  <a:lnTo>
                    <a:pt x="4607" y="3290"/>
                  </a:lnTo>
                  <a:cubicBezTo>
                    <a:pt x="4611" y="3290"/>
                    <a:pt x="4604" y="3304"/>
                    <a:pt x="4582" y="3330"/>
                  </a:cubicBezTo>
                  <a:cubicBezTo>
                    <a:pt x="4549" y="3379"/>
                    <a:pt x="4557" y="3387"/>
                    <a:pt x="4565" y="3395"/>
                  </a:cubicBezTo>
                  <a:cubicBezTo>
                    <a:pt x="4577" y="3383"/>
                    <a:pt x="4589" y="3379"/>
                    <a:pt x="4601" y="3379"/>
                  </a:cubicBezTo>
                  <a:cubicBezTo>
                    <a:pt x="4630" y="3379"/>
                    <a:pt x="4658" y="3407"/>
                    <a:pt x="4687" y="3436"/>
                  </a:cubicBezTo>
                  <a:cubicBezTo>
                    <a:pt x="4719" y="3468"/>
                    <a:pt x="4740" y="3492"/>
                    <a:pt x="4762" y="3492"/>
                  </a:cubicBezTo>
                  <a:cubicBezTo>
                    <a:pt x="4774" y="3492"/>
                    <a:pt x="4786" y="3485"/>
                    <a:pt x="4801" y="3468"/>
                  </a:cubicBezTo>
                  <a:lnTo>
                    <a:pt x="4801" y="3468"/>
                  </a:lnTo>
                  <a:cubicBezTo>
                    <a:pt x="4809" y="3476"/>
                    <a:pt x="4809" y="3476"/>
                    <a:pt x="4768" y="3525"/>
                  </a:cubicBezTo>
                  <a:cubicBezTo>
                    <a:pt x="4750" y="3543"/>
                    <a:pt x="4741" y="3555"/>
                    <a:pt x="4746" y="3555"/>
                  </a:cubicBezTo>
                  <a:cubicBezTo>
                    <a:pt x="4751" y="3555"/>
                    <a:pt x="4776" y="3537"/>
                    <a:pt x="4825" y="3493"/>
                  </a:cubicBezTo>
                  <a:cubicBezTo>
                    <a:pt x="4848" y="3470"/>
                    <a:pt x="4870" y="3447"/>
                    <a:pt x="4872" y="3447"/>
                  </a:cubicBezTo>
                  <a:lnTo>
                    <a:pt x="4872" y="3447"/>
                  </a:lnTo>
                  <a:cubicBezTo>
                    <a:pt x="4873" y="3447"/>
                    <a:pt x="4861" y="3461"/>
                    <a:pt x="4825" y="3501"/>
                  </a:cubicBezTo>
                  <a:cubicBezTo>
                    <a:pt x="4784" y="3541"/>
                    <a:pt x="4801" y="3549"/>
                    <a:pt x="4817" y="3574"/>
                  </a:cubicBezTo>
                  <a:cubicBezTo>
                    <a:pt x="4826" y="3583"/>
                    <a:pt x="4835" y="3594"/>
                    <a:pt x="4848" y="3594"/>
                  </a:cubicBezTo>
                  <a:cubicBezTo>
                    <a:pt x="4859" y="3594"/>
                    <a:pt x="4872" y="3587"/>
                    <a:pt x="4890" y="3566"/>
                  </a:cubicBezTo>
                  <a:cubicBezTo>
                    <a:pt x="4916" y="3550"/>
                    <a:pt x="4931" y="3542"/>
                    <a:pt x="4933" y="3542"/>
                  </a:cubicBezTo>
                  <a:lnTo>
                    <a:pt x="4933" y="3542"/>
                  </a:lnTo>
                  <a:cubicBezTo>
                    <a:pt x="4936" y="3542"/>
                    <a:pt x="4923" y="3552"/>
                    <a:pt x="4898" y="3574"/>
                  </a:cubicBezTo>
                  <a:cubicBezTo>
                    <a:pt x="4834" y="3631"/>
                    <a:pt x="4808" y="3685"/>
                    <a:pt x="4833" y="3685"/>
                  </a:cubicBezTo>
                  <a:cubicBezTo>
                    <a:pt x="4843" y="3685"/>
                    <a:pt x="4862" y="3676"/>
                    <a:pt x="4890" y="3655"/>
                  </a:cubicBezTo>
                  <a:lnTo>
                    <a:pt x="4890" y="3655"/>
                  </a:lnTo>
                  <a:cubicBezTo>
                    <a:pt x="4898" y="3663"/>
                    <a:pt x="4898" y="3663"/>
                    <a:pt x="4857" y="3712"/>
                  </a:cubicBezTo>
                  <a:cubicBezTo>
                    <a:pt x="4861" y="3712"/>
                    <a:pt x="4864" y="3713"/>
                    <a:pt x="4870" y="3713"/>
                  </a:cubicBezTo>
                  <a:cubicBezTo>
                    <a:pt x="4878" y="3713"/>
                    <a:pt x="4893" y="3710"/>
                    <a:pt x="4922" y="3695"/>
                  </a:cubicBezTo>
                  <a:lnTo>
                    <a:pt x="4963" y="3728"/>
                  </a:lnTo>
                  <a:cubicBezTo>
                    <a:pt x="4964" y="3731"/>
                    <a:pt x="4968" y="3732"/>
                    <a:pt x="4972" y="3732"/>
                  </a:cubicBezTo>
                  <a:cubicBezTo>
                    <a:pt x="4988" y="3732"/>
                    <a:pt x="5019" y="3712"/>
                    <a:pt x="5019" y="3712"/>
                  </a:cubicBezTo>
                  <a:lnTo>
                    <a:pt x="5028" y="3712"/>
                  </a:lnTo>
                  <a:cubicBezTo>
                    <a:pt x="4987" y="3760"/>
                    <a:pt x="5011" y="3785"/>
                    <a:pt x="5044" y="3825"/>
                  </a:cubicBezTo>
                  <a:cubicBezTo>
                    <a:pt x="5076" y="3857"/>
                    <a:pt x="5109" y="3890"/>
                    <a:pt x="5068" y="3939"/>
                  </a:cubicBezTo>
                  <a:cubicBezTo>
                    <a:pt x="5068" y="3939"/>
                    <a:pt x="5069" y="3939"/>
                    <a:pt x="5072" y="3939"/>
                  </a:cubicBezTo>
                  <a:cubicBezTo>
                    <a:pt x="5078" y="3939"/>
                    <a:pt x="5092" y="3936"/>
                    <a:pt x="5125" y="3914"/>
                  </a:cubicBezTo>
                  <a:cubicBezTo>
                    <a:pt x="5175" y="3869"/>
                    <a:pt x="5197" y="3849"/>
                    <a:pt x="5201" y="3849"/>
                  </a:cubicBezTo>
                  <a:lnTo>
                    <a:pt x="5201" y="3849"/>
                  </a:lnTo>
                  <a:cubicBezTo>
                    <a:pt x="5204" y="3849"/>
                    <a:pt x="5196" y="3861"/>
                    <a:pt x="5182" y="3882"/>
                  </a:cubicBezTo>
                  <a:cubicBezTo>
                    <a:pt x="5134" y="3934"/>
                    <a:pt x="5120" y="3964"/>
                    <a:pt x="5134" y="3964"/>
                  </a:cubicBezTo>
                  <a:cubicBezTo>
                    <a:pt x="5144" y="3964"/>
                    <a:pt x="5169" y="3948"/>
                    <a:pt x="5206" y="3914"/>
                  </a:cubicBezTo>
                  <a:lnTo>
                    <a:pt x="5206" y="3914"/>
                  </a:lnTo>
                  <a:lnTo>
                    <a:pt x="5165" y="3963"/>
                  </a:lnTo>
                  <a:cubicBezTo>
                    <a:pt x="5131" y="4001"/>
                    <a:pt x="5121" y="4017"/>
                    <a:pt x="5129" y="4017"/>
                  </a:cubicBezTo>
                  <a:cubicBezTo>
                    <a:pt x="5139" y="4017"/>
                    <a:pt x="5179" y="3988"/>
                    <a:pt x="5230" y="3947"/>
                  </a:cubicBezTo>
                  <a:lnTo>
                    <a:pt x="5230" y="3947"/>
                  </a:lnTo>
                  <a:cubicBezTo>
                    <a:pt x="5206" y="3983"/>
                    <a:pt x="5177" y="4015"/>
                    <a:pt x="5185" y="4015"/>
                  </a:cubicBezTo>
                  <a:cubicBezTo>
                    <a:pt x="5187" y="4015"/>
                    <a:pt x="5194" y="4012"/>
                    <a:pt x="5206" y="4003"/>
                  </a:cubicBezTo>
                  <a:lnTo>
                    <a:pt x="5206" y="4003"/>
                  </a:lnTo>
                  <a:cubicBezTo>
                    <a:pt x="5206" y="4012"/>
                    <a:pt x="5206" y="4012"/>
                    <a:pt x="5125" y="4093"/>
                  </a:cubicBezTo>
                  <a:cubicBezTo>
                    <a:pt x="5076" y="4133"/>
                    <a:pt x="5036" y="4174"/>
                    <a:pt x="5044" y="4182"/>
                  </a:cubicBezTo>
                  <a:cubicBezTo>
                    <a:pt x="5044" y="4182"/>
                    <a:pt x="5044" y="4183"/>
                    <a:pt x="5045" y="4183"/>
                  </a:cubicBezTo>
                  <a:cubicBezTo>
                    <a:pt x="5051" y="4183"/>
                    <a:pt x="5095" y="4138"/>
                    <a:pt x="5133" y="4101"/>
                  </a:cubicBezTo>
                  <a:lnTo>
                    <a:pt x="5141" y="4117"/>
                  </a:lnTo>
                  <a:cubicBezTo>
                    <a:pt x="5141" y="4117"/>
                    <a:pt x="5149" y="4117"/>
                    <a:pt x="5190" y="4076"/>
                  </a:cubicBezTo>
                  <a:cubicBezTo>
                    <a:pt x="5219" y="4047"/>
                    <a:pt x="5231" y="4043"/>
                    <a:pt x="5236" y="4043"/>
                  </a:cubicBezTo>
                  <a:cubicBezTo>
                    <a:pt x="5238" y="4043"/>
                    <a:pt x="5238" y="4044"/>
                    <a:pt x="5238" y="4044"/>
                  </a:cubicBezTo>
                  <a:cubicBezTo>
                    <a:pt x="5225" y="4059"/>
                    <a:pt x="5222" y="4066"/>
                    <a:pt x="5224" y="4066"/>
                  </a:cubicBezTo>
                  <a:cubicBezTo>
                    <a:pt x="5228" y="4066"/>
                    <a:pt x="5259" y="4037"/>
                    <a:pt x="5287" y="4003"/>
                  </a:cubicBezTo>
                  <a:cubicBezTo>
                    <a:pt x="5324" y="3966"/>
                    <a:pt x="5361" y="3929"/>
                    <a:pt x="5373" y="3929"/>
                  </a:cubicBezTo>
                  <a:cubicBezTo>
                    <a:pt x="5375" y="3929"/>
                    <a:pt x="5375" y="3930"/>
                    <a:pt x="5376" y="3930"/>
                  </a:cubicBezTo>
                  <a:lnTo>
                    <a:pt x="5457" y="3841"/>
                  </a:lnTo>
                  <a:cubicBezTo>
                    <a:pt x="5522" y="3793"/>
                    <a:pt x="5579" y="3736"/>
                    <a:pt x="5619" y="3663"/>
                  </a:cubicBezTo>
                  <a:cubicBezTo>
                    <a:pt x="5635" y="3622"/>
                    <a:pt x="5653" y="3584"/>
                    <a:pt x="5643" y="3584"/>
                  </a:cubicBezTo>
                  <a:lnTo>
                    <a:pt x="5643" y="3584"/>
                  </a:lnTo>
                  <a:cubicBezTo>
                    <a:pt x="5636" y="3584"/>
                    <a:pt x="5620" y="3597"/>
                    <a:pt x="5587" y="3630"/>
                  </a:cubicBezTo>
                  <a:cubicBezTo>
                    <a:pt x="5587" y="3630"/>
                    <a:pt x="5549" y="3656"/>
                    <a:pt x="5540" y="3656"/>
                  </a:cubicBezTo>
                  <a:cubicBezTo>
                    <a:pt x="5539" y="3656"/>
                    <a:pt x="5538" y="3656"/>
                    <a:pt x="5538" y="3655"/>
                  </a:cubicBezTo>
                  <a:cubicBezTo>
                    <a:pt x="5530" y="3655"/>
                    <a:pt x="5571" y="3606"/>
                    <a:pt x="5571" y="3606"/>
                  </a:cubicBezTo>
                  <a:cubicBezTo>
                    <a:pt x="5611" y="3566"/>
                    <a:pt x="5587" y="3541"/>
                    <a:pt x="5563" y="3509"/>
                  </a:cubicBezTo>
                  <a:cubicBezTo>
                    <a:pt x="5538" y="3476"/>
                    <a:pt x="5522" y="3460"/>
                    <a:pt x="5555" y="3412"/>
                  </a:cubicBezTo>
                  <a:cubicBezTo>
                    <a:pt x="5595" y="3363"/>
                    <a:pt x="5587" y="3355"/>
                    <a:pt x="5587" y="3355"/>
                  </a:cubicBezTo>
                  <a:lnTo>
                    <a:pt x="5587" y="3355"/>
                  </a:lnTo>
                  <a:cubicBezTo>
                    <a:pt x="5573" y="3371"/>
                    <a:pt x="5561" y="3377"/>
                    <a:pt x="5549" y="3377"/>
                  </a:cubicBezTo>
                  <a:cubicBezTo>
                    <a:pt x="5525" y="3377"/>
                    <a:pt x="5503" y="3352"/>
                    <a:pt x="5482" y="3330"/>
                  </a:cubicBezTo>
                  <a:cubicBezTo>
                    <a:pt x="5459" y="3302"/>
                    <a:pt x="5432" y="3273"/>
                    <a:pt x="5403" y="3273"/>
                  </a:cubicBezTo>
                  <a:cubicBezTo>
                    <a:pt x="5392" y="3273"/>
                    <a:pt x="5380" y="3278"/>
                    <a:pt x="5368" y="3290"/>
                  </a:cubicBezTo>
                  <a:lnTo>
                    <a:pt x="5360" y="3282"/>
                  </a:lnTo>
                  <a:cubicBezTo>
                    <a:pt x="5400" y="3233"/>
                    <a:pt x="5392" y="3225"/>
                    <a:pt x="5376" y="3217"/>
                  </a:cubicBezTo>
                  <a:lnTo>
                    <a:pt x="5376" y="3217"/>
                  </a:lnTo>
                  <a:cubicBezTo>
                    <a:pt x="5352" y="3233"/>
                    <a:pt x="5338" y="3237"/>
                    <a:pt x="5330" y="3237"/>
                  </a:cubicBezTo>
                  <a:cubicBezTo>
                    <a:pt x="5321" y="3237"/>
                    <a:pt x="5319" y="3233"/>
                    <a:pt x="5319" y="3233"/>
                  </a:cubicBezTo>
                  <a:cubicBezTo>
                    <a:pt x="5360" y="3193"/>
                    <a:pt x="5352" y="3185"/>
                    <a:pt x="5344" y="3176"/>
                  </a:cubicBezTo>
                  <a:cubicBezTo>
                    <a:pt x="5337" y="3170"/>
                    <a:pt x="5334" y="3166"/>
                    <a:pt x="5329" y="3166"/>
                  </a:cubicBezTo>
                  <a:cubicBezTo>
                    <a:pt x="5321" y="3166"/>
                    <a:pt x="5312" y="3176"/>
                    <a:pt x="5287" y="3201"/>
                  </a:cubicBezTo>
                  <a:cubicBezTo>
                    <a:pt x="5263" y="3176"/>
                    <a:pt x="5255" y="3128"/>
                    <a:pt x="5271" y="3095"/>
                  </a:cubicBezTo>
                  <a:cubicBezTo>
                    <a:pt x="5282" y="3079"/>
                    <a:pt x="5284" y="3073"/>
                    <a:pt x="5281" y="3073"/>
                  </a:cubicBezTo>
                  <a:lnTo>
                    <a:pt x="5281" y="3073"/>
                  </a:lnTo>
                  <a:cubicBezTo>
                    <a:pt x="5275" y="3073"/>
                    <a:pt x="5246" y="3098"/>
                    <a:pt x="5214" y="3120"/>
                  </a:cubicBezTo>
                  <a:cubicBezTo>
                    <a:pt x="5173" y="3168"/>
                    <a:pt x="5125" y="3201"/>
                    <a:pt x="5117" y="3201"/>
                  </a:cubicBezTo>
                  <a:lnTo>
                    <a:pt x="5206" y="3112"/>
                  </a:lnTo>
                  <a:cubicBezTo>
                    <a:pt x="5246" y="3071"/>
                    <a:pt x="5246" y="3071"/>
                    <a:pt x="5238" y="3063"/>
                  </a:cubicBezTo>
                  <a:lnTo>
                    <a:pt x="5230" y="3055"/>
                  </a:lnTo>
                  <a:cubicBezTo>
                    <a:pt x="5216" y="3069"/>
                    <a:pt x="5202" y="3076"/>
                    <a:pt x="5189" y="3076"/>
                  </a:cubicBezTo>
                  <a:cubicBezTo>
                    <a:pt x="5166" y="3076"/>
                    <a:pt x="5146" y="3056"/>
                    <a:pt x="5125" y="3030"/>
                  </a:cubicBezTo>
                  <a:cubicBezTo>
                    <a:pt x="5095" y="3001"/>
                    <a:pt x="5078" y="2983"/>
                    <a:pt x="5059" y="2983"/>
                  </a:cubicBezTo>
                  <a:cubicBezTo>
                    <a:pt x="5047" y="2983"/>
                    <a:pt x="5035" y="2990"/>
                    <a:pt x="5019" y="3006"/>
                  </a:cubicBezTo>
                  <a:cubicBezTo>
                    <a:pt x="5001" y="3028"/>
                    <a:pt x="4990" y="3038"/>
                    <a:pt x="4985" y="3038"/>
                  </a:cubicBezTo>
                  <a:cubicBezTo>
                    <a:pt x="4978" y="3038"/>
                    <a:pt x="4982" y="3022"/>
                    <a:pt x="4995" y="2990"/>
                  </a:cubicBezTo>
                  <a:cubicBezTo>
                    <a:pt x="5055" y="2876"/>
                    <a:pt x="5075" y="2838"/>
                    <a:pt x="5069" y="2838"/>
                  </a:cubicBezTo>
                  <a:lnTo>
                    <a:pt x="5069" y="2838"/>
                  </a:lnTo>
                  <a:cubicBezTo>
                    <a:pt x="5066" y="2838"/>
                    <a:pt x="5057" y="2847"/>
                    <a:pt x="5044" y="2860"/>
                  </a:cubicBezTo>
                  <a:cubicBezTo>
                    <a:pt x="5044" y="2868"/>
                    <a:pt x="5011" y="2909"/>
                    <a:pt x="4971" y="2958"/>
                  </a:cubicBezTo>
                  <a:cubicBezTo>
                    <a:pt x="4932" y="2996"/>
                    <a:pt x="4910" y="3016"/>
                    <a:pt x="4905" y="3016"/>
                  </a:cubicBezTo>
                  <a:cubicBezTo>
                    <a:pt x="4900" y="3016"/>
                    <a:pt x="4916" y="2992"/>
                    <a:pt x="4955" y="2941"/>
                  </a:cubicBezTo>
                  <a:cubicBezTo>
                    <a:pt x="5003" y="2887"/>
                    <a:pt x="4979" y="2854"/>
                    <a:pt x="4933" y="2854"/>
                  </a:cubicBezTo>
                  <a:cubicBezTo>
                    <a:pt x="4904" y="2854"/>
                    <a:pt x="4865" y="2869"/>
                    <a:pt x="4833" y="2901"/>
                  </a:cubicBezTo>
                  <a:cubicBezTo>
                    <a:pt x="4849" y="2885"/>
                    <a:pt x="4841" y="2893"/>
                    <a:pt x="4873" y="2860"/>
                  </a:cubicBezTo>
                  <a:cubicBezTo>
                    <a:pt x="4914" y="2812"/>
                    <a:pt x="4906" y="2803"/>
                    <a:pt x="4882" y="2787"/>
                  </a:cubicBezTo>
                  <a:lnTo>
                    <a:pt x="4865" y="2771"/>
                  </a:lnTo>
                  <a:cubicBezTo>
                    <a:pt x="4841" y="2800"/>
                    <a:pt x="4826" y="2811"/>
                    <a:pt x="4818" y="2811"/>
                  </a:cubicBezTo>
                  <a:cubicBezTo>
                    <a:pt x="4800" y="2811"/>
                    <a:pt x="4811" y="2766"/>
                    <a:pt x="4833" y="2739"/>
                  </a:cubicBezTo>
                  <a:cubicBezTo>
                    <a:pt x="4873" y="2682"/>
                    <a:pt x="4873" y="2682"/>
                    <a:pt x="4857" y="2674"/>
                  </a:cubicBezTo>
                  <a:lnTo>
                    <a:pt x="4857" y="2674"/>
                  </a:lnTo>
                  <a:cubicBezTo>
                    <a:pt x="4828" y="2697"/>
                    <a:pt x="4810" y="2707"/>
                    <a:pt x="4799" y="2707"/>
                  </a:cubicBezTo>
                  <a:cubicBezTo>
                    <a:pt x="4777" y="2707"/>
                    <a:pt x="4789" y="2666"/>
                    <a:pt x="4817" y="2633"/>
                  </a:cubicBezTo>
                  <a:cubicBezTo>
                    <a:pt x="4817" y="2633"/>
                    <a:pt x="4809" y="2625"/>
                    <a:pt x="4809" y="2625"/>
                  </a:cubicBezTo>
                  <a:cubicBezTo>
                    <a:pt x="4782" y="2648"/>
                    <a:pt x="4767" y="2653"/>
                    <a:pt x="4758" y="2653"/>
                  </a:cubicBezTo>
                  <a:cubicBezTo>
                    <a:pt x="4751" y="2653"/>
                    <a:pt x="4747" y="2649"/>
                    <a:pt x="4744" y="2649"/>
                  </a:cubicBezTo>
                  <a:cubicBezTo>
                    <a:pt x="4737" y="2642"/>
                    <a:pt x="4731" y="2637"/>
                    <a:pt x="4725" y="2637"/>
                  </a:cubicBezTo>
                  <a:cubicBezTo>
                    <a:pt x="4716" y="2637"/>
                    <a:pt x="4705" y="2646"/>
                    <a:pt x="4687" y="2674"/>
                  </a:cubicBezTo>
                  <a:cubicBezTo>
                    <a:pt x="4646" y="2722"/>
                    <a:pt x="4614" y="2763"/>
                    <a:pt x="4606" y="2763"/>
                  </a:cubicBezTo>
                  <a:lnTo>
                    <a:pt x="4646" y="2714"/>
                  </a:lnTo>
                  <a:cubicBezTo>
                    <a:pt x="4687" y="2674"/>
                    <a:pt x="4671" y="2658"/>
                    <a:pt x="4646" y="2633"/>
                  </a:cubicBezTo>
                  <a:cubicBezTo>
                    <a:pt x="4622" y="2609"/>
                    <a:pt x="4606" y="2593"/>
                    <a:pt x="4638" y="2544"/>
                  </a:cubicBezTo>
                  <a:lnTo>
                    <a:pt x="4638" y="2544"/>
                  </a:lnTo>
                  <a:lnTo>
                    <a:pt x="4598" y="2585"/>
                  </a:lnTo>
                  <a:cubicBezTo>
                    <a:pt x="4576" y="2603"/>
                    <a:pt x="4564" y="2611"/>
                    <a:pt x="4561" y="2611"/>
                  </a:cubicBezTo>
                  <a:cubicBezTo>
                    <a:pt x="4557" y="2611"/>
                    <a:pt x="4567" y="2599"/>
                    <a:pt x="4590" y="2576"/>
                  </a:cubicBezTo>
                  <a:cubicBezTo>
                    <a:pt x="4612" y="2543"/>
                    <a:pt x="4607" y="2521"/>
                    <a:pt x="4587" y="2521"/>
                  </a:cubicBezTo>
                  <a:cubicBezTo>
                    <a:pt x="4577" y="2521"/>
                    <a:pt x="4564" y="2526"/>
                    <a:pt x="4549" y="2536"/>
                  </a:cubicBezTo>
                  <a:lnTo>
                    <a:pt x="4533" y="2528"/>
                  </a:lnTo>
                  <a:cubicBezTo>
                    <a:pt x="4573" y="2474"/>
                    <a:pt x="4586" y="2445"/>
                    <a:pt x="4576" y="2445"/>
                  </a:cubicBezTo>
                  <a:lnTo>
                    <a:pt x="4576" y="2445"/>
                  </a:lnTo>
                  <a:cubicBezTo>
                    <a:pt x="4568" y="2445"/>
                    <a:pt x="4545" y="2464"/>
                    <a:pt x="4509" y="2503"/>
                  </a:cubicBezTo>
                  <a:cubicBezTo>
                    <a:pt x="4549" y="2455"/>
                    <a:pt x="4541" y="2455"/>
                    <a:pt x="4533" y="2447"/>
                  </a:cubicBezTo>
                  <a:lnTo>
                    <a:pt x="4533" y="2447"/>
                  </a:lnTo>
                  <a:cubicBezTo>
                    <a:pt x="4516" y="2458"/>
                    <a:pt x="4503" y="2464"/>
                    <a:pt x="4494" y="2464"/>
                  </a:cubicBezTo>
                  <a:cubicBezTo>
                    <a:pt x="4479" y="2464"/>
                    <a:pt x="4480" y="2446"/>
                    <a:pt x="4501" y="2414"/>
                  </a:cubicBezTo>
                  <a:lnTo>
                    <a:pt x="4501" y="2406"/>
                  </a:lnTo>
                  <a:cubicBezTo>
                    <a:pt x="4467" y="2434"/>
                    <a:pt x="4457" y="2443"/>
                    <a:pt x="4451" y="2443"/>
                  </a:cubicBezTo>
                  <a:cubicBezTo>
                    <a:pt x="4448" y="2443"/>
                    <a:pt x="4446" y="2441"/>
                    <a:pt x="4444" y="2439"/>
                  </a:cubicBezTo>
                  <a:cubicBezTo>
                    <a:pt x="4441" y="2439"/>
                    <a:pt x="4439" y="2438"/>
                    <a:pt x="4436" y="2438"/>
                  </a:cubicBezTo>
                  <a:cubicBezTo>
                    <a:pt x="4428" y="2438"/>
                    <a:pt x="4416" y="2442"/>
                    <a:pt x="4387" y="2471"/>
                  </a:cubicBezTo>
                  <a:cubicBezTo>
                    <a:pt x="4358" y="2500"/>
                    <a:pt x="4346" y="2504"/>
                    <a:pt x="4341" y="2504"/>
                  </a:cubicBezTo>
                  <a:cubicBezTo>
                    <a:pt x="4339" y="2504"/>
                    <a:pt x="4338" y="2503"/>
                    <a:pt x="4338" y="2503"/>
                  </a:cubicBezTo>
                  <a:cubicBezTo>
                    <a:pt x="4330" y="2503"/>
                    <a:pt x="4379" y="2463"/>
                    <a:pt x="4419" y="2422"/>
                  </a:cubicBezTo>
                  <a:cubicBezTo>
                    <a:pt x="4443" y="2403"/>
                    <a:pt x="4451" y="2389"/>
                    <a:pt x="4444" y="2389"/>
                  </a:cubicBezTo>
                  <a:lnTo>
                    <a:pt x="4444" y="2389"/>
                  </a:lnTo>
                  <a:cubicBezTo>
                    <a:pt x="4435" y="2389"/>
                    <a:pt x="4409" y="2405"/>
                    <a:pt x="4363" y="2447"/>
                  </a:cubicBezTo>
                  <a:cubicBezTo>
                    <a:pt x="4315" y="2482"/>
                    <a:pt x="4291" y="2500"/>
                    <a:pt x="4289" y="2500"/>
                  </a:cubicBezTo>
                  <a:cubicBezTo>
                    <a:pt x="4287" y="2500"/>
                    <a:pt x="4309" y="2480"/>
                    <a:pt x="4355" y="2439"/>
                  </a:cubicBezTo>
                  <a:cubicBezTo>
                    <a:pt x="4383" y="2410"/>
                    <a:pt x="4416" y="2381"/>
                    <a:pt x="4415" y="2381"/>
                  </a:cubicBezTo>
                  <a:lnTo>
                    <a:pt x="4415" y="2381"/>
                  </a:lnTo>
                  <a:cubicBezTo>
                    <a:pt x="4415" y="2381"/>
                    <a:pt x="4409" y="2386"/>
                    <a:pt x="4395" y="2398"/>
                  </a:cubicBezTo>
                  <a:cubicBezTo>
                    <a:pt x="4395" y="2398"/>
                    <a:pt x="4393" y="2395"/>
                    <a:pt x="4387" y="2395"/>
                  </a:cubicBezTo>
                  <a:cubicBezTo>
                    <a:pt x="4380" y="2395"/>
                    <a:pt x="4366" y="2401"/>
                    <a:pt x="4346" y="2431"/>
                  </a:cubicBezTo>
                  <a:lnTo>
                    <a:pt x="4330" y="2414"/>
                  </a:lnTo>
                  <a:cubicBezTo>
                    <a:pt x="4355" y="2358"/>
                    <a:pt x="4346" y="2349"/>
                    <a:pt x="4338" y="2349"/>
                  </a:cubicBezTo>
                  <a:lnTo>
                    <a:pt x="4338" y="2349"/>
                  </a:lnTo>
                  <a:cubicBezTo>
                    <a:pt x="4319" y="2369"/>
                    <a:pt x="4309" y="2379"/>
                    <a:pt x="4307" y="2379"/>
                  </a:cubicBezTo>
                  <a:cubicBezTo>
                    <a:pt x="4305" y="2379"/>
                    <a:pt x="4313" y="2367"/>
                    <a:pt x="4330" y="2341"/>
                  </a:cubicBezTo>
                  <a:cubicBezTo>
                    <a:pt x="4348" y="2320"/>
                    <a:pt x="4357" y="2306"/>
                    <a:pt x="4354" y="2306"/>
                  </a:cubicBezTo>
                  <a:lnTo>
                    <a:pt x="4354" y="2306"/>
                  </a:lnTo>
                  <a:cubicBezTo>
                    <a:pt x="4351" y="2306"/>
                    <a:pt x="4330" y="2328"/>
                    <a:pt x="4290" y="2382"/>
                  </a:cubicBezTo>
                  <a:cubicBezTo>
                    <a:pt x="4269" y="2399"/>
                    <a:pt x="4257" y="2408"/>
                    <a:pt x="4253" y="2408"/>
                  </a:cubicBezTo>
                  <a:cubicBezTo>
                    <a:pt x="4247" y="2408"/>
                    <a:pt x="4255" y="2393"/>
                    <a:pt x="4274" y="2366"/>
                  </a:cubicBezTo>
                  <a:cubicBezTo>
                    <a:pt x="4318" y="2307"/>
                    <a:pt x="4332" y="2283"/>
                    <a:pt x="4329" y="2283"/>
                  </a:cubicBezTo>
                  <a:lnTo>
                    <a:pt x="4329" y="2283"/>
                  </a:lnTo>
                  <a:cubicBezTo>
                    <a:pt x="4328" y="2283"/>
                    <a:pt x="4319" y="2293"/>
                    <a:pt x="4306" y="2309"/>
                  </a:cubicBezTo>
                  <a:cubicBezTo>
                    <a:pt x="4257" y="2349"/>
                    <a:pt x="4257" y="2349"/>
                    <a:pt x="4257" y="2349"/>
                  </a:cubicBezTo>
                  <a:cubicBezTo>
                    <a:pt x="4290" y="2301"/>
                    <a:pt x="4241" y="2252"/>
                    <a:pt x="4192" y="2212"/>
                  </a:cubicBezTo>
                  <a:cubicBezTo>
                    <a:pt x="4192" y="2211"/>
                    <a:pt x="4191" y="2211"/>
                    <a:pt x="4190" y="2211"/>
                  </a:cubicBezTo>
                  <a:cubicBezTo>
                    <a:pt x="4177" y="2211"/>
                    <a:pt x="4140" y="2248"/>
                    <a:pt x="4103" y="2293"/>
                  </a:cubicBezTo>
                  <a:cubicBezTo>
                    <a:pt x="4093" y="2305"/>
                    <a:pt x="4085" y="2315"/>
                    <a:pt x="4079" y="2323"/>
                  </a:cubicBezTo>
                  <a:lnTo>
                    <a:pt x="4079" y="2323"/>
                  </a:lnTo>
                  <a:cubicBezTo>
                    <a:pt x="4086" y="2312"/>
                    <a:pt x="4095" y="2299"/>
                    <a:pt x="4103" y="2285"/>
                  </a:cubicBezTo>
                  <a:cubicBezTo>
                    <a:pt x="4157" y="2210"/>
                    <a:pt x="4179" y="2171"/>
                    <a:pt x="4174" y="2171"/>
                  </a:cubicBezTo>
                  <a:lnTo>
                    <a:pt x="4174" y="2171"/>
                  </a:lnTo>
                  <a:cubicBezTo>
                    <a:pt x="4168" y="2171"/>
                    <a:pt x="4138" y="2206"/>
                    <a:pt x="4087" y="2276"/>
                  </a:cubicBezTo>
                  <a:cubicBezTo>
                    <a:pt x="4055" y="2324"/>
                    <a:pt x="4039" y="2348"/>
                    <a:pt x="4037" y="2348"/>
                  </a:cubicBezTo>
                  <a:cubicBezTo>
                    <a:pt x="4036" y="2348"/>
                    <a:pt x="4050" y="2322"/>
                    <a:pt x="4079" y="2268"/>
                  </a:cubicBezTo>
                  <a:cubicBezTo>
                    <a:pt x="4096" y="2243"/>
                    <a:pt x="4104" y="2231"/>
                    <a:pt x="4102" y="2231"/>
                  </a:cubicBezTo>
                  <a:lnTo>
                    <a:pt x="4102" y="2231"/>
                  </a:lnTo>
                  <a:cubicBezTo>
                    <a:pt x="4100" y="2231"/>
                    <a:pt x="4090" y="2241"/>
                    <a:pt x="4071" y="2260"/>
                  </a:cubicBezTo>
                  <a:cubicBezTo>
                    <a:pt x="4051" y="2283"/>
                    <a:pt x="4041" y="2294"/>
                    <a:pt x="4040" y="2294"/>
                  </a:cubicBezTo>
                  <a:cubicBezTo>
                    <a:pt x="4038" y="2294"/>
                    <a:pt x="4046" y="2281"/>
                    <a:pt x="4063" y="2260"/>
                  </a:cubicBezTo>
                  <a:cubicBezTo>
                    <a:pt x="4086" y="2220"/>
                    <a:pt x="4109" y="2184"/>
                    <a:pt x="4109" y="2184"/>
                  </a:cubicBezTo>
                  <a:lnTo>
                    <a:pt x="4109" y="2184"/>
                  </a:lnTo>
                  <a:cubicBezTo>
                    <a:pt x="4108" y="2184"/>
                    <a:pt x="4104" y="2189"/>
                    <a:pt x="4095" y="2203"/>
                  </a:cubicBezTo>
                  <a:cubicBezTo>
                    <a:pt x="4095" y="2203"/>
                    <a:pt x="4087" y="2195"/>
                    <a:pt x="4119" y="2147"/>
                  </a:cubicBezTo>
                  <a:cubicBezTo>
                    <a:pt x="4131" y="2127"/>
                    <a:pt x="4132" y="2119"/>
                    <a:pt x="4128" y="2119"/>
                  </a:cubicBezTo>
                  <a:lnTo>
                    <a:pt x="4128" y="2119"/>
                  </a:lnTo>
                  <a:cubicBezTo>
                    <a:pt x="4119" y="2119"/>
                    <a:pt x="4089" y="2147"/>
                    <a:pt x="4063" y="2179"/>
                  </a:cubicBezTo>
                  <a:cubicBezTo>
                    <a:pt x="4020" y="2214"/>
                    <a:pt x="3996" y="2232"/>
                    <a:pt x="3991" y="2232"/>
                  </a:cubicBezTo>
                  <a:cubicBezTo>
                    <a:pt x="3986" y="2232"/>
                    <a:pt x="4004" y="2210"/>
                    <a:pt x="4046" y="2163"/>
                  </a:cubicBezTo>
                  <a:cubicBezTo>
                    <a:pt x="4083" y="2122"/>
                    <a:pt x="4090" y="2104"/>
                    <a:pt x="4079" y="2104"/>
                  </a:cubicBezTo>
                  <a:cubicBezTo>
                    <a:pt x="4065" y="2104"/>
                    <a:pt x="4026" y="2131"/>
                    <a:pt x="3982" y="2179"/>
                  </a:cubicBezTo>
                  <a:cubicBezTo>
                    <a:pt x="3969" y="2193"/>
                    <a:pt x="3959" y="2205"/>
                    <a:pt x="3950" y="2214"/>
                  </a:cubicBezTo>
                  <a:lnTo>
                    <a:pt x="3950" y="2214"/>
                  </a:lnTo>
                  <a:cubicBezTo>
                    <a:pt x="3972" y="2178"/>
                    <a:pt x="3965" y="2171"/>
                    <a:pt x="3965" y="2171"/>
                  </a:cubicBezTo>
                  <a:cubicBezTo>
                    <a:pt x="3965" y="2171"/>
                    <a:pt x="3957" y="2163"/>
                    <a:pt x="3998" y="2114"/>
                  </a:cubicBezTo>
                  <a:cubicBezTo>
                    <a:pt x="3998" y="2114"/>
                    <a:pt x="3997" y="2114"/>
                    <a:pt x="3995" y="2114"/>
                  </a:cubicBezTo>
                  <a:cubicBezTo>
                    <a:pt x="3990" y="2114"/>
                    <a:pt x="3976" y="2118"/>
                    <a:pt x="3941" y="2147"/>
                  </a:cubicBezTo>
                  <a:cubicBezTo>
                    <a:pt x="3914" y="2173"/>
                    <a:pt x="3898" y="2185"/>
                    <a:pt x="3891" y="2185"/>
                  </a:cubicBezTo>
                  <a:cubicBezTo>
                    <a:pt x="3876" y="2185"/>
                    <a:pt x="3898" y="2136"/>
                    <a:pt x="3941" y="2066"/>
                  </a:cubicBezTo>
                  <a:lnTo>
                    <a:pt x="3941" y="2066"/>
                  </a:lnTo>
                  <a:lnTo>
                    <a:pt x="3892" y="2106"/>
                  </a:lnTo>
                  <a:cubicBezTo>
                    <a:pt x="3848" y="2160"/>
                    <a:pt x="3813" y="2197"/>
                    <a:pt x="3808" y="2197"/>
                  </a:cubicBezTo>
                  <a:cubicBezTo>
                    <a:pt x="3805" y="2197"/>
                    <a:pt x="3815" y="2182"/>
                    <a:pt x="3844" y="2147"/>
                  </a:cubicBezTo>
                  <a:lnTo>
                    <a:pt x="3884" y="2098"/>
                  </a:lnTo>
                  <a:lnTo>
                    <a:pt x="3884" y="2098"/>
                  </a:lnTo>
                  <a:cubicBezTo>
                    <a:pt x="3857" y="2128"/>
                    <a:pt x="3841" y="2140"/>
                    <a:pt x="3834" y="2140"/>
                  </a:cubicBezTo>
                  <a:cubicBezTo>
                    <a:pt x="3820" y="2140"/>
                    <a:pt x="3844" y="2090"/>
                    <a:pt x="3892" y="2025"/>
                  </a:cubicBezTo>
                  <a:cubicBezTo>
                    <a:pt x="3925" y="1976"/>
                    <a:pt x="3925" y="1976"/>
                    <a:pt x="3925" y="1968"/>
                  </a:cubicBezTo>
                  <a:lnTo>
                    <a:pt x="3925" y="1968"/>
                  </a:lnTo>
                  <a:lnTo>
                    <a:pt x="3884" y="2017"/>
                  </a:lnTo>
                  <a:cubicBezTo>
                    <a:pt x="3854" y="2062"/>
                    <a:pt x="3817" y="2107"/>
                    <a:pt x="3812" y="2107"/>
                  </a:cubicBezTo>
                  <a:cubicBezTo>
                    <a:pt x="3812" y="2107"/>
                    <a:pt x="3811" y="2107"/>
                    <a:pt x="3811" y="2106"/>
                  </a:cubicBezTo>
                  <a:cubicBezTo>
                    <a:pt x="3803" y="2106"/>
                    <a:pt x="3795" y="2098"/>
                    <a:pt x="3836" y="2049"/>
                  </a:cubicBezTo>
                  <a:cubicBezTo>
                    <a:pt x="3853" y="2014"/>
                    <a:pt x="3876" y="1974"/>
                    <a:pt x="3874" y="1974"/>
                  </a:cubicBezTo>
                  <a:lnTo>
                    <a:pt x="3874" y="1974"/>
                  </a:lnTo>
                  <a:cubicBezTo>
                    <a:pt x="3873" y="1974"/>
                    <a:pt x="3869" y="1980"/>
                    <a:pt x="3860" y="1993"/>
                  </a:cubicBezTo>
                  <a:cubicBezTo>
                    <a:pt x="3860" y="1993"/>
                    <a:pt x="3852" y="1993"/>
                    <a:pt x="3884" y="1936"/>
                  </a:cubicBezTo>
                  <a:lnTo>
                    <a:pt x="3860" y="1920"/>
                  </a:lnTo>
                  <a:cubicBezTo>
                    <a:pt x="3842" y="1937"/>
                    <a:pt x="3830" y="1946"/>
                    <a:pt x="3824" y="1946"/>
                  </a:cubicBezTo>
                  <a:cubicBezTo>
                    <a:pt x="3816" y="1946"/>
                    <a:pt x="3821" y="1931"/>
                    <a:pt x="3844" y="1904"/>
                  </a:cubicBezTo>
                  <a:cubicBezTo>
                    <a:pt x="3844" y="1904"/>
                    <a:pt x="3842" y="1903"/>
                    <a:pt x="3840" y="1903"/>
                  </a:cubicBezTo>
                  <a:cubicBezTo>
                    <a:pt x="3833" y="1903"/>
                    <a:pt x="3816" y="1907"/>
                    <a:pt x="3787" y="1936"/>
                  </a:cubicBezTo>
                  <a:cubicBezTo>
                    <a:pt x="3779" y="1928"/>
                    <a:pt x="3771" y="1920"/>
                    <a:pt x="3803" y="1871"/>
                  </a:cubicBezTo>
                  <a:lnTo>
                    <a:pt x="3803" y="1871"/>
                  </a:lnTo>
                  <a:cubicBezTo>
                    <a:pt x="3778" y="1901"/>
                    <a:pt x="3769" y="1910"/>
                    <a:pt x="3763" y="1910"/>
                  </a:cubicBezTo>
                  <a:cubicBezTo>
                    <a:pt x="3760" y="1910"/>
                    <a:pt x="3758" y="1907"/>
                    <a:pt x="3755" y="1904"/>
                  </a:cubicBezTo>
                  <a:lnTo>
                    <a:pt x="3738" y="1895"/>
                  </a:lnTo>
                  <a:cubicBezTo>
                    <a:pt x="3715" y="1930"/>
                    <a:pt x="3709" y="1940"/>
                    <a:pt x="3704" y="1940"/>
                  </a:cubicBezTo>
                  <a:cubicBezTo>
                    <a:pt x="3702" y="1940"/>
                    <a:pt x="3700" y="1938"/>
                    <a:pt x="3698" y="1936"/>
                  </a:cubicBezTo>
                  <a:cubicBezTo>
                    <a:pt x="3698" y="1936"/>
                    <a:pt x="3714" y="1871"/>
                    <a:pt x="3706" y="1871"/>
                  </a:cubicBezTo>
                  <a:cubicBezTo>
                    <a:pt x="3700" y="1865"/>
                    <a:pt x="3696" y="1861"/>
                    <a:pt x="3692" y="1861"/>
                  </a:cubicBezTo>
                  <a:cubicBezTo>
                    <a:pt x="3685" y="1861"/>
                    <a:pt x="3678" y="1873"/>
                    <a:pt x="3657" y="1904"/>
                  </a:cubicBezTo>
                  <a:cubicBezTo>
                    <a:pt x="3649" y="1895"/>
                    <a:pt x="3665" y="1831"/>
                    <a:pt x="3649" y="1822"/>
                  </a:cubicBezTo>
                  <a:cubicBezTo>
                    <a:pt x="3639" y="1812"/>
                    <a:pt x="3633" y="1806"/>
                    <a:pt x="3627" y="1806"/>
                  </a:cubicBezTo>
                  <a:cubicBezTo>
                    <a:pt x="3619" y="1806"/>
                    <a:pt x="3611" y="1818"/>
                    <a:pt x="3592" y="1847"/>
                  </a:cubicBezTo>
                  <a:cubicBezTo>
                    <a:pt x="3561" y="1897"/>
                    <a:pt x="3543" y="1922"/>
                    <a:pt x="3540" y="1922"/>
                  </a:cubicBezTo>
                  <a:cubicBezTo>
                    <a:pt x="3537" y="1922"/>
                    <a:pt x="3551" y="1893"/>
                    <a:pt x="3584" y="1839"/>
                  </a:cubicBezTo>
                  <a:cubicBezTo>
                    <a:pt x="3618" y="1776"/>
                    <a:pt x="3632" y="1750"/>
                    <a:pt x="3629" y="1750"/>
                  </a:cubicBezTo>
                  <a:lnTo>
                    <a:pt x="3629" y="1750"/>
                  </a:lnTo>
                  <a:cubicBezTo>
                    <a:pt x="3627" y="1750"/>
                    <a:pt x="3617" y="1762"/>
                    <a:pt x="3601" y="1782"/>
                  </a:cubicBezTo>
                  <a:cubicBezTo>
                    <a:pt x="3573" y="1810"/>
                    <a:pt x="3564" y="1819"/>
                    <a:pt x="3559" y="1819"/>
                  </a:cubicBezTo>
                  <a:cubicBezTo>
                    <a:pt x="3556" y="1819"/>
                    <a:pt x="3554" y="1817"/>
                    <a:pt x="3552" y="1814"/>
                  </a:cubicBezTo>
                  <a:cubicBezTo>
                    <a:pt x="3574" y="1792"/>
                    <a:pt x="3582" y="1780"/>
                    <a:pt x="3576" y="1780"/>
                  </a:cubicBezTo>
                  <a:lnTo>
                    <a:pt x="3576" y="1780"/>
                  </a:lnTo>
                  <a:cubicBezTo>
                    <a:pt x="3571" y="1780"/>
                    <a:pt x="3558" y="1788"/>
                    <a:pt x="3536" y="1806"/>
                  </a:cubicBezTo>
                  <a:cubicBezTo>
                    <a:pt x="3536" y="1798"/>
                    <a:pt x="3536" y="1798"/>
                    <a:pt x="3568" y="1749"/>
                  </a:cubicBezTo>
                  <a:lnTo>
                    <a:pt x="3552" y="1741"/>
                  </a:lnTo>
                  <a:cubicBezTo>
                    <a:pt x="3526" y="1770"/>
                    <a:pt x="3508" y="1781"/>
                    <a:pt x="3497" y="1781"/>
                  </a:cubicBezTo>
                  <a:cubicBezTo>
                    <a:pt x="3474" y="1781"/>
                    <a:pt x="3481" y="1734"/>
                    <a:pt x="3503" y="1701"/>
                  </a:cubicBezTo>
                  <a:cubicBezTo>
                    <a:pt x="3503" y="1701"/>
                    <a:pt x="3503" y="1700"/>
                    <a:pt x="3501" y="1700"/>
                  </a:cubicBezTo>
                  <a:cubicBezTo>
                    <a:pt x="3496" y="1700"/>
                    <a:pt x="3484" y="1704"/>
                    <a:pt x="3455" y="1733"/>
                  </a:cubicBezTo>
                  <a:cubicBezTo>
                    <a:pt x="3420" y="1780"/>
                    <a:pt x="3400" y="1802"/>
                    <a:pt x="3396" y="1802"/>
                  </a:cubicBezTo>
                  <a:cubicBezTo>
                    <a:pt x="3393" y="1802"/>
                    <a:pt x="3409" y="1776"/>
                    <a:pt x="3447" y="1725"/>
                  </a:cubicBezTo>
                  <a:cubicBezTo>
                    <a:pt x="3479" y="1676"/>
                    <a:pt x="3495" y="1652"/>
                    <a:pt x="3494" y="1652"/>
                  </a:cubicBezTo>
                  <a:lnTo>
                    <a:pt x="3494" y="1652"/>
                  </a:lnTo>
                  <a:cubicBezTo>
                    <a:pt x="3493" y="1652"/>
                    <a:pt x="3475" y="1676"/>
                    <a:pt x="3438" y="1725"/>
                  </a:cubicBezTo>
                  <a:cubicBezTo>
                    <a:pt x="3426" y="1738"/>
                    <a:pt x="3414" y="1744"/>
                    <a:pt x="3406" y="1744"/>
                  </a:cubicBezTo>
                  <a:cubicBezTo>
                    <a:pt x="3389" y="1744"/>
                    <a:pt x="3391" y="1713"/>
                    <a:pt x="3447" y="1652"/>
                  </a:cubicBezTo>
                  <a:lnTo>
                    <a:pt x="3511" y="1555"/>
                  </a:lnTo>
                  <a:lnTo>
                    <a:pt x="3511" y="1555"/>
                  </a:lnTo>
                  <a:cubicBezTo>
                    <a:pt x="3471" y="1595"/>
                    <a:pt x="3463" y="1595"/>
                    <a:pt x="3463" y="1595"/>
                  </a:cubicBezTo>
                  <a:cubicBezTo>
                    <a:pt x="3444" y="1623"/>
                    <a:pt x="3434" y="1632"/>
                    <a:pt x="3425" y="1632"/>
                  </a:cubicBezTo>
                  <a:cubicBezTo>
                    <a:pt x="3419" y="1632"/>
                    <a:pt x="3413" y="1627"/>
                    <a:pt x="3406" y="1620"/>
                  </a:cubicBezTo>
                  <a:cubicBezTo>
                    <a:pt x="3405" y="1619"/>
                    <a:pt x="3404" y="1618"/>
                    <a:pt x="3402" y="1618"/>
                  </a:cubicBezTo>
                  <a:cubicBezTo>
                    <a:pt x="3388" y="1618"/>
                    <a:pt x="3351" y="1637"/>
                    <a:pt x="3332" y="1637"/>
                  </a:cubicBezTo>
                  <a:cubicBezTo>
                    <a:pt x="3329" y="1637"/>
                    <a:pt x="3327" y="1637"/>
                    <a:pt x="3325" y="1636"/>
                  </a:cubicBezTo>
                  <a:cubicBezTo>
                    <a:pt x="3317" y="1620"/>
                    <a:pt x="3292" y="1612"/>
                    <a:pt x="3325" y="1555"/>
                  </a:cubicBezTo>
                  <a:cubicBezTo>
                    <a:pt x="3322" y="1552"/>
                    <a:pt x="3320" y="1551"/>
                    <a:pt x="3316" y="1551"/>
                  </a:cubicBezTo>
                  <a:cubicBezTo>
                    <a:pt x="3309" y="1551"/>
                    <a:pt x="3296" y="1559"/>
                    <a:pt x="3268" y="1587"/>
                  </a:cubicBezTo>
                  <a:cubicBezTo>
                    <a:pt x="3251" y="1605"/>
                    <a:pt x="3238" y="1613"/>
                    <a:pt x="3232" y="1613"/>
                  </a:cubicBezTo>
                  <a:cubicBezTo>
                    <a:pt x="3224" y="1613"/>
                    <a:pt x="3229" y="1599"/>
                    <a:pt x="3252" y="1571"/>
                  </a:cubicBezTo>
                  <a:lnTo>
                    <a:pt x="3244" y="1563"/>
                  </a:lnTo>
                  <a:cubicBezTo>
                    <a:pt x="3195" y="1604"/>
                    <a:pt x="3187" y="1604"/>
                    <a:pt x="3187" y="1604"/>
                  </a:cubicBezTo>
                  <a:cubicBezTo>
                    <a:pt x="3217" y="1568"/>
                    <a:pt x="3238" y="1528"/>
                    <a:pt x="3231" y="1528"/>
                  </a:cubicBezTo>
                  <a:lnTo>
                    <a:pt x="3231" y="1528"/>
                  </a:lnTo>
                  <a:cubicBezTo>
                    <a:pt x="3229" y="1528"/>
                    <a:pt x="3222" y="1534"/>
                    <a:pt x="3211" y="1547"/>
                  </a:cubicBezTo>
                  <a:cubicBezTo>
                    <a:pt x="3191" y="1577"/>
                    <a:pt x="3180" y="1585"/>
                    <a:pt x="3173" y="1585"/>
                  </a:cubicBezTo>
                  <a:cubicBezTo>
                    <a:pt x="3169" y="1585"/>
                    <a:pt x="3166" y="1582"/>
                    <a:pt x="3163" y="1579"/>
                  </a:cubicBezTo>
                  <a:cubicBezTo>
                    <a:pt x="3177" y="1530"/>
                    <a:pt x="3032" y="1408"/>
                    <a:pt x="2973" y="1408"/>
                  </a:cubicBezTo>
                  <a:cubicBezTo>
                    <a:pt x="2963" y="1408"/>
                    <a:pt x="2956" y="1411"/>
                    <a:pt x="2952" y="1417"/>
                  </a:cubicBezTo>
                  <a:lnTo>
                    <a:pt x="2936" y="1401"/>
                  </a:lnTo>
                  <a:lnTo>
                    <a:pt x="2911" y="1393"/>
                  </a:lnTo>
                  <a:cubicBezTo>
                    <a:pt x="2950" y="1341"/>
                    <a:pt x="2950" y="1324"/>
                    <a:pt x="2933" y="1324"/>
                  </a:cubicBezTo>
                  <a:cubicBezTo>
                    <a:pt x="2918" y="1324"/>
                    <a:pt x="2889" y="1337"/>
                    <a:pt x="2863" y="1352"/>
                  </a:cubicBezTo>
                  <a:cubicBezTo>
                    <a:pt x="2838" y="1389"/>
                    <a:pt x="2828" y="1393"/>
                    <a:pt x="2821" y="1393"/>
                  </a:cubicBezTo>
                  <a:cubicBezTo>
                    <a:pt x="2818" y="1393"/>
                    <a:pt x="2816" y="1393"/>
                    <a:pt x="2814" y="1393"/>
                  </a:cubicBezTo>
                  <a:cubicBezTo>
                    <a:pt x="2856" y="1325"/>
                    <a:pt x="2864" y="1297"/>
                    <a:pt x="2851" y="1297"/>
                  </a:cubicBezTo>
                  <a:cubicBezTo>
                    <a:pt x="2844" y="1297"/>
                    <a:pt x="2831" y="1305"/>
                    <a:pt x="2814" y="1320"/>
                  </a:cubicBezTo>
                  <a:cubicBezTo>
                    <a:pt x="2783" y="1366"/>
                    <a:pt x="2765" y="1389"/>
                    <a:pt x="2762" y="1389"/>
                  </a:cubicBezTo>
                  <a:cubicBezTo>
                    <a:pt x="2758" y="1389"/>
                    <a:pt x="2772" y="1362"/>
                    <a:pt x="2806" y="1312"/>
                  </a:cubicBezTo>
                  <a:cubicBezTo>
                    <a:pt x="2837" y="1262"/>
                    <a:pt x="2849" y="1233"/>
                    <a:pt x="2843" y="1233"/>
                  </a:cubicBezTo>
                  <a:lnTo>
                    <a:pt x="2843" y="1233"/>
                  </a:lnTo>
                  <a:cubicBezTo>
                    <a:pt x="2835" y="1233"/>
                    <a:pt x="2805" y="1268"/>
                    <a:pt x="2749" y="1344"/>
                  </a:cubicBezTo>
                  <a:cubicBezTo>
                    <a:pt x="2730" y="1363"/>
                    <a:pt x="2720" y="1374"/>
                    <a:pt x="2717" y="1374"/>
                  </a:cubicBezTo>
                  <a:cubicBezTo>
                    <a:pt x="2714" y="1374"/>
                    <a:pt x="2720" y="1361"/>
                    <a:pt x="2733" y="1336"/>
                  </a:cubicBezTo>
                  <a:cubicBezTo>
                    <a:pt x="2773" y="1270"/>
                    <a:pt x="2786" y="1242"/>
                    <a:pt x="2781" y="1242"/>
                  </a:cubicBezTo>
                  <a:lnTo>
                    <a:pt x="2781" y="1242"/>
                  </a:lnTo>
                  <a:cubicBezTo>
                    <a:pt x="2778" y="1242"/>
                    <a:pt x="2770" y="1253"/>
                    <a:pt x="2757" y="1271"/>
                  </a:cubicBezTo>
                  <a:cubicBezTo>
                    <a:pt x="2722" y="1319"/>
                    <a:pt x="2701" y="1343"/>
                    <a:pt x="2698" y="1343"/>
                  </a:cubicBezTo>
                  <a:cubicBezTo>
                    <a:pt x="2694" y="1343"/>
                    <a:pt x="2708" y="1317"/>
                    <a:pt x="2741" y="1263"/>
                  </a:cubicBezTo>
                  <a:cubicBezTo>
                    <a:pt x="2766" y="1204"/>
                    <a:pt x="2779" y="1176"/>
                    <a:pt x="2774" y="1176"/>
                  </a:cubicBezTo>
                  <a:lnTo>
                    <a:pt x="2774" y="1176"/>
                  </a:lnTo>
                  <a:cubicBezTo>
                    <a:pt x="2770" y="1176"/>
                    <a:pt x="2752" y="1200"/>
                    <a:pt x="2717" y="1247"/>
                  </a:cubicBezTo>
                  <a:cubicBezTo>
                    <a:pt x="2688" y="1291"/>
                    <a:pt x="2667" y="1311"/>
                    <a:pt x="2658" y="1311"/>
                  </a:cubicBezTo>
                  <a:cubicBezTo>
                    <a:pt x="2646" y="1311"/>
                    <a:pt x="2653" y="1280"/>
                    <a:pt x="2684" y="1222"/>
                  </a:cubicBezTo>
                  <a:cubicBezTo>
                    <a:pt x="2679" y="1217"/>
                    <a:pt x="2688" y="1193"/>
                    <a:pt x="2685" y="1193"/>
                  </a:cubicBezTo>
                  <a:lnTo>
                    <a:pt x="2685" y="1193"/>
                  </a:lnTo>
                  <a:cubicBezTo>
                    <a:pt x="2683" y="1193"/>
                    <a:pt x="2679" y="1199"/>
                    <a:pt x="2668" y="1214"/>
                  </a:cubicBezTo>
                  <a:lnTo>
                    <a:pt x="2701" y="1158"/>
                  </a:lnTo>
                  <a:lnTo>
                    <a:pt x="2684" y="1149"/>
                  </a:lnTo>
                  <a:lnTo>
                    <a:pt x="2652" y="1198"/>
                  </a:lnTo>
                  <a:cubicBezTo>
                    <a:pt x="2644" y="1198"/>
                    <a:pt x="2644" y="1117"/>
                    <a:pt x="2595" y="1085"/>
                  </a:cubicBezTo>
                  <a:cubicBezTo>
                    <a:pt x="2562" y="1059"/>
                    <a:pt x="2541" y="1045"/>
                    <a:pt x="2526" y="1045"/>
                  </a:cubicBezTo>
                  <a:cubicBezTo>
                    <a:pt x="2511" y="1045"/>
                    <a:pt x="2501" y="1057"/>
                    <a:pt x="2490" y="1085"/>
                  </a:cubicBezTo>
                  <a:cubicBezTo>
                    <a:pt x="2463" y="1135"/>
                    <a:pt x="2446" y="1160"/>
                    <a:pt x="2443" y="1160"/>
                  </a:cubicBezTo>
                  <a:cubicBezTo>
                    <a:pt x="2440" y="1160"/>
                    <a:pt x="2452" y="1131"/>
                    <a:pt x="2482" y="1077"/>
                  </a:cubicBezTo>
                  <a:cubicBezTo>
                    <a:pt x="2474" y="1068"/>
                    <a:pt x="2490" y="1012"/>
                    <a:pt x="2482" y="1004"/>
                  </a:cubicBezTo>
                  <a:cubicBezTo>
                    <a:pt x="2465" y="995"/>
                    <a:pt x="2457" y="987"/>
                    <a:pt x="2490" y="939"/>
                  </a:cubicBezTo>
                  <a:lnTo>
                    <a:pt x="2482" y="931"/>
                  </a:lnTo>
                  <a:cubicBezTo>
                    <a:pt x="2445" y="975"/>
                    <a:pt x="2418" y="992"/>
                    <a:pt x="2401" y="992"/>
                  </a:cubicBezTo>
                  <a:cubicBezTo>
                    <a:pt x="2380" y="992"/>
                    <a:pt x="2372" y="966"/>
                    <a:pt x="2376" y="931"/>
                  </a:cubicBezTo>
                  <a:cubicBezTo>
                    <a:pt x="2374" y="928"/>
                    <a:pt x="2371" y="926"/>
                    <a:pt x="2368" y="926"/>
                  </a:cubicBezTo>
                  <a:cubicBezTo>
                    <a:pt x="2360" y="926"/>
                    <a:pt x="2348" y="935"/>
                    <a:pt x="2320" y="963"/>
                  </a:cubicBezTo>
                  <a:cubicBezTo>
                    <a:pt x="2296" y="982"/>
                    <a:pt x="2284" y="992"/>
                    <a:pt x="2280" y="992"/>
                  </a:cubicBezTo>
                  <a:cubicBezTo>
                    <a:pt x="2276" y="992"/>
                    <a:pt x="2283" y="980"/>
                    <a:pt x="2295" y="955"/>
                  </a:cubicBezTo>
                  <a:cubicBezTo>
                    <a:pt x="2316" y="918"/>
                    <a:pt x="2320" y="875"/>
                    <a:pt x="2305" y="875"/>
                  </a:cubicBezTo>
                  <a:cubicBezTo>
                    <a:pt x="2297" y="875"/>
                    <a:pt x="2283" y="888"/>
                    <a:pt x="2263" y="922"/>
                  </a:cubicBezTo>
                  <a:lnTo>
                    <a:pt x="2287" y="866"/>
                  </a:lnTo>
                  <a:cubicBezTo>
                    <a:pt x="2295" y="851"/>
                    <a:pt x="2296" y="844"/>
                    <a:pt x="2293" y="844"/>
                  </a:cubicBezTo>
                  <a:lnTo>
                    <a:pt x="2293" y="844"/>
                  </a:lnTo>
                  <a:cubicBezTo>
                    <a:pt x="2288" y="844"/>
                    <a:pt x="2263" y="875"/>
                    <a:pt x="2247" y="914"/>
                  </a:cubicBezTo>
                  <a:cubicBezTo>
                    <a:pt x="2218" y="957"/>
                    <a:pt x="2201" y="981"/>
                    <a:pt x="2197" y="981"/>
                  </a:cubicBezTo>
                  <a:cubicBezTo>
                    <a:pt x="2193" y="981"/>
                    <a:pt x="2213" y="941"/>
                    <a:pt x="2263" y="850"/>
                  </a:cubicBezTo>
                  <a:cubicBezTo>
                    <a:pt x="2298" y="790"/>
                    <a:pt x="2308" y="764"/>
                    <a:pt x="2305" y="764"/>
                  </a:cubicBezTo>
                  <a:lnTo>
                    <a:pt x="2305" y="764"/>
                  </a:lnTo>
                  <a:cubicBezTo>
                    <a:pt x="2303" y="764"/>
                    <a:pt x="2296" y="774"/>
                    <a:pt x="2287" y="793"/>
                  </a:cubicBezTo>
                  <a:cubicBezTo>
                    <a:pt x="2260" y="826"/>
                    <a:pt x="2236" y="859"/>
                    <a:pt x="2231" y="859"/>
                  </a:cubicBezTo>
                  <a:cubicBezTo>
                    <a:pt x="2229" y="859"/>
                    <a:pt x="2231" y="851"/>
                    <a:pt x="2238" y="833"/>
                  </a:cubicBezTo>
                  <a:cubicBezTo>
                    <a:pt x="2237" y="833"/>
                    <a:pt x="2236" y="833"/>
                    <a:pt x="2235" y="833"/>
                  </a:cubicBezTo>
                  <a:cubicBezTo>
                    <a:pt x="2227" y="833"/>
                    <a:pt x="2215" y="839"/>
                    <a:pt x="2165" y="931"/>
                  </a:cubicBezTo>
                  <a:cubicBezTo>
                    <a:pt x="2142" y="965"/>
                    <a:pt x="2132" y="975"/>
                    <a:pt x="2124" y="975"/>
                  </a:cubicBezTo>
                  <a:cubicBezTo>
                    <a:pt x="2122" y="975"/>
                    <a:pt x="2119" y="973"/>
                    <a:pt x="2117" y="971"/>
                  </a:cubicBezTo>
                  <a:cubicBezTo>
                    <a:pt x="2141" y="939"/>
                    <a:pt x="2157" y="908"/>
                    <a:pt x="2188" y="876"/>
                  </a:cubicBezTo>
                  <a:lnTo>
                    <a:pt x="2188" y="876"/>
                  </a:lnTo>
                  <a:cubicBezTo>
                    <a:pt x="2189" y="877"/>
                    <a:pt x="2189" y="877"/>
                    <a:pt x="2189" y="877"/>
                  </a:cubicBezTo>
                  <a:cubicBezTo>
                    <a:pt x="2190" y="877"/>
                    <a:pt x="2190" y="876"/>
                    <a:pt x="2190" y="874"/>
                  </a:cubicBezTo>
                  <a:lnTo>
                    <a:pt x="2190" y="874"/>
                  </a:lnTo>
                  <a:cubicBezTo>
                    <a:pt x="2189" y="875"/>
                    <a:pt x="2188" y="875"/>
                    <a:pt x="2188" y="876"/>
                  </a:cubicBezTo>
                  <a:lnTo>
                    <a:pt x="2188" y="876"/>
                  </a:lnTo>
                  <a:cubicBezTo>
                    <a:pt x="2186" y="874"/>
                    <a:pt x="2182" y="870"/>
                    <a:pt x="2174" y="866"/>
                  </a:cubicBezTo>
                  <a:cubicBezTo>
                    <a:pt x="2174" y="825"/>
                    <a:pt x="2190" y="785"/>
                    <a:pt x="2214" y="752"/>
                  </a:cubicBezTo>
                  <a:cubicBezTo>
                    <a:pt x="2225" y="727"/>
                    <a:pt x="2229" y="712"/>
                    <a:pt x="2227" y="712"/>
                  </a:cubicBezTo>
                  <a:lnTo>
                    <a:pt x="2227" y="712"/>
                  </a:lnTo>
                  <a:cubicBezTo>
                    <a:pt x="2224" y="712"/>
                    <a:pt x="2209" y="737"/>
                    <a:pt x="2182" y="801"/>
                  </a:cubicBezTo>
                  <a:cubicBezTo>
                    <a:pt x="2131" y="876"/>
                    <a:pt x="2120" y="893"/>
                    <a:pt x="2114" y="893"/>
                  </a:cubicBezTo>
                  <a:cubicBezTo>
                    <a:pt x="2112" y="893"/>
                    <a:pt x="2111" y="892"/>
                    <a:pt x="2109" y="890"/>
                  </a:cubicBezTo>
                  <a:cubicBezTo>
                    <a:pt x="2101" y="890"/>
                    <a:pt x="2093" y="882"/>
                    <a:pt x="2125" y="833"/>
                  </a:cubicBezTo>
                  <a:cubicBezTo>
                    <a:pt x="2149" y="785"/>
                    <a:pt x="2149" y="785"/>
                    <a:pt x="2141" y="777"/>
                  </a:cubicBezTo>
                  <a:cubicBezTo>
                    <a:pt x="2140" y="776"/>
                    <a:pt x="2138" y="775"/>
                    <a:pt x="2137" y="775"/>
                  </a:cubicBezTo>
                  <a:cubicBezTo>
                    <a:pt x="2106" y="775"/>
                    <a:pt x="2008" y="911"/>
                    <a:pt x="1947" y="1004"/>
                  </a:cubicBezTo>
                  <a:cubicBezTo>
                    <a:pt x="1919" y="1055"/>
                    <a:pt x="1905" y="1082"/>
                    <a:pt x="1903" y="1082"/>
                  </a:cubicBezTo>
                  <a:cubicBezTo>
                    <a:pt x="1902" y="1082"/>
                    <a:pt x="1914" y="1053"/>
                    <a:pt x="1938" y="995"/>
                  </a:cubicBezTo>
                  <a:cubicBezTo>
                    <a:pt x="1971" y="947"/>
                    <a:pt x="1963" y="939"/>
                    <a:pt x="1955" y="939"/>
                  </a:cubicBezTo>
                  <a:lnTo>
                    <a:pt x="1955" y="939"/>
                  </a:lnTo>
                  <a:cubicBezTo>
                    <a:pt x="1947" y="954"/>
                    <a:pt x="1944" y="959"/>
                    <a:pt x="1942" y="959"/>
                  </a:cubicBezTo>
                  <a:cubicBezTo>
                    <a:pt x="1940" y="959"/>
                    <a:pt x="1947" y="938"/>
                    <a:pt x="1953" y="938"/>
                  </a:cubicBezTo>
                  <a:cubicBezTo>
                    <a:pt x="1954" y="938"/>
                    <a:pt x="1954" y="938"/>
                    <a:pt x="1955" y="939"/>
                  </a:cubicBezTo>
                  <a:cubicBezTo>
                    <a:pt x="1978" y="904"/>
                    <a:pt x="1988" y="894"/>
                    <a:pt x="1996" y="894"/>
                  </a:cubicBezTo>
                  <a:cubicBezTo>
                    <a:pt x="1999" y="894"/>
                    <a:pt x="2001" y="896"/>
                    <a:pt x="2003" y="898"/>
                  </a:cubicBezTo>
                  <a:lnTo>
                    <a:pt x="2028" y="841"/>
                  </a:lnTo>
                  <a:cubicBezTo>
                    <a:pt x="2057" y="787"/>
                    <a:pt x="2069" y="758"/>
                    <a:pt x="2065" y="758"/>
                  </a:cubicBezTo>
                  <a:lnTo>
                    <a:pt x="2065" y="758"/>
                  </a:lnTo>
                  <a:cubicBezTo>
                    <a:pt x="2061" y="758"/>
                    <a:pt x="2043" y="783"/>
                    <a:pt x="2011" y="833"/>
                  </a:cubicBezTo>
                  <a:cubicBezTo>
                    <a:pt x="1992" y="857"/>
                    <a:pt x="1982" y="869"/>
                    <a:pt x="1979" y="869"/>
                  </a:cubicBezTo>
                  <a:cubicBezTo>
                    <a:pt x="1977" y="869"/>
                    <a:pt x="1983" y="855"/>
                    <a:pt x="1995" y="825"/>
                  </a:cubicBezTo>
                  <a:cubicBezTo>
                    <a:pt x="2013" y="784"/>
                    <a:pt x="2031" y="742"/>
                    <a:pt x="2026" y="742"/>
                  </a:cubicBezTo>
                  <a:lnTo>
                    <a:pt x="2026" y="742"/>
                  </a:lnTo>
                  <a:cubicBezTo>
                    <a:pt x="2025" y="742"/>
                    <a:pt x="2020" y="747"/>
                    <a:pt x="2011" y="760"/>
                  </a:cubicBezTo>
                  <a:cubicBezTo>
                    <a:pt x="2011" y="760"/>
                    <a:pt x="2003" y="752"/>
                    <a:pt x="2028" y="695"/>
                  </a:cubicBezTo>
                  <a:cubicBezTo>
                    <a:pt x="2023" y="693"/>
                    <a:pt x="2019" y="691"/>
                    <a:pt x="2015" y="691"/>
                  </a:cubicBezTo>
                  <a:cubicBezTo>
                    <a:pt x="2005" y="691"/>
                    <a:pt x="1996" y="701"/>
                    <a:pt x="1979" y="736"/>
                  </a:cubicBezTo>
                  <a:cubicBezTo>
                    <a:pt x="1954" y="780"/>
                    <a:pt x="1943" y="785"/>
                    <a:pt x="1936" y="785"/>
                  </a:cubicBezTo>
                  <a:cubicBezTo>
                    <a:pt x="1934" y="785"/>
                    <a:pt x="1932" y="785"/>
                    <a:pt x="1930" y="785"/>
                  </a:cubicBezTo>
                  <a:cubicBezTo>
                    <a:pt x="1930" y="782"/>
                    <a:pt x="1930" y="781"/>
                    <a:pt x="1928" y="781"/>
                  </a:cubicBezTo>
                  <a:cubicBezTo>
                    <a:pt x="1924" y="781"/>
                    <a:pt x="1913" y="791"/>
                    <a:pt x="1890" y="825"/>
                  </a:cubicBezTo>
                  <a:cubicBezTo>
                    <a:pt x="1867" y="870"/>
                    <a:pt x="1831" y="915"/>
                    <a:pt x="1819" y="915"/>
                  </a:cubicBezTo>
                  <a:cubicBezTo>
                    <a:pt x="1818" y="915"/>
                    <a:pt x="1817" y="915"/>
                    <a:pt x="1817" y="914"/>
                  </a:cubicBezTo>
                  <a:cubicBezTo>
                    <a:pt x="1798" y="934"/>
                    <a:pt x="1786" y="945"/>
                    <a:pt x="1782" y="945"/>
                  </a:cubicBezTo>
                  <a:cubicBezTo>
                    <a:pt x="1777" y="945"/>
                    <a:pt x="1791" y="918"/>
                    <a:pt x="1825" y="850"/>
                  </a:cubicBezTo>
                  <a:cubicBezTo>
                    <a:pt x="1857" y="801"/>
                    <a:pt x="1849" y="793"/>
                    <a:pt x="1841" y="793"/>
                  </a:cubicBezTo>
                  <a:cubicBezTo>
                    <a:pt x="1841" y="793"/>
                    <a:pt x="1833" y="785"/>
                    <a:pt x="1857" y="728"/>
                  </a:cubicBezTo>
                  <a:cubicBezTo>
                    <a:pt x="1865" y="711"/>
                    <a:pt x="1867" y="704"/>
                    <a:pt x="1866" y="704"/>
                  </a:cubicBezTo>
                  <a:lnTo>
                    <a:pt x="1866" y="704"/>
                  </a:lnTo>
                  <a:cubicBezTo>
                    <a:pt x="1863" y="704"/>
                    <a:pt x="1842" y="742"/>
                    <a:pt x="1825" y="777"/>
                  </a:cubicBezTo>
                  <a:lnTo>
                    <a:pt x="1760" y="882"/>
                  </a:lnTo>
                  <a:cubicBezTo>
                    <a:pt x="1784" y="825"/>
                    <a:pt x="1809" y="768"/>
                    <a:pt x="1841" y="720"/>
                  </a:cubicBezTo>
                  <a:cubicBezTo>
                    <a:pt x="1866" y="662"/>
                    <a:pt x="1878" y="634"/>
                    <a:pt x="1877" y="634"/>
                  </a:cubicBezTo>
                  <a:lnTo>
                    <a:pt x="1877" y="634"/>
                  </a:lnTo>
                  <a:cubicBezTo>
                    <a:pt x="1875" y="634"/>
                    <a:pt x="1861" y="660"/>
                    <a:pt x="1833" y="712"/>
                  </a:cubicBezTo>
                  <a:cubicBezTo>
                    <a:pt x="1812" y="749"/>
                    <a:pt x="1790" y="783"/>
                    <a:pt x="1783" y="783"/>
                  </a:cubicBezTo>
                  <a:cubicBezTo>
                    <a:pt x="1779" y="783"/>
                    <a:pt x="1779" y="774"/>
                    <a:pt x="1784" y="752"/>
                  </a:cubicBezTo>
                  <a:cubicBezTo>
                    <a:pt x="1768" y="744"/>
                    <a:pt x="1760" y="736"/>
                    <a:pt x="1784" y="687"/>
                  </a:cubicBezTo>
                  <a:cubicBezTo>
                    <a:pt x="1793" y="666"/>
                    <a:pt x="1795" y="660"/>
                    <a:pt x="1793" y="660"/>
                  </a:cubicBezTo>
                  <a:lnTo>
                    <a:pt x="1793" y="660"/>
                  </a:lnTo>
                  <a:cubicBezTo>
                    <a:pt x="1789" y="660"/>
                    <a:pt x="1776" y="679"/>
                    <a:pt x="1776" y="679"/>
                  </a:cubicBezTo>
                  <a:cubicBezTo>
                    <a:pt x="1759" y="700"/>
                    <a:pt x="1749" y="711"/>
                    <a:pt x="1744" y="711"/>
                  </a:cubicBezTo>
                  <a:cubicBezTo>
                    <a:pt x="1737" y="711"/>
                    <a:pt x="1739" y="692"/>
                    <a:pt x="1744" y="655"/>
                  </a:cubicBezTo>
                  <a:cubicBezTo>
                    <a:pt x="1756" y="592"/>
                    <a:pt x="1763" y="562"/>
                    <a:pt x="1758" y="562"/>
                  </a:cubicBezTo>
                  <a:lnTo>
                    <a:pt x="1758" y="562"/>
                  </a:lnTo>
                  <a:cubicBezTo>
                    <a:pt x="1753" y="562"/>
                    <a:pt x="1739" y="588"/>
                    <a:pt x="1711" y="639"/>
                  </a:cubicBezTo>
                  <a:cubicBezTo>
                    <a:pt x="1693" y="666"/>
                    <a:pt x="1677" y="697"/>
                    <a:pt x="1676" y="697"/>
                  </a:cubicBezTo>
                  <a:cubicBezTo>
                    <a:pt x="1675" y="697"/>
                    <a:pt x="1682" y="679"/>
                    <a:pt x="1703" y="631"/>
                  </a:cubicBezTo>
                  <a:cubicBezTo>
                    <a:pt x="1711" y="612"/>
                    <a:pt x="1712" y="605"/>
                    <a:pt x="1709" y="605"/>
                  </a:cubicBezTo>
                  <a:lnTo>
                    <a:pt x="1709" y="605"/>
                  </a:lnTo>
                  <a:cubicBezTo>
                    <a:pt x="1702" y="605"/>
                    <a:pt x="1674" y="638"/>
                    <a:pt x="1647" y="671"/>
                  </a:cubicBezTo>
                  <a:cubicBezTo>
                    <a:pt x="1614" y="720"/>
                    <a:pt x="1557" y="825"/>
                    <a:pt x="1525" y="874"/>
                  </a:cubicBezTo>
                  <a:cubicBezTo>
                    <a:pt x="1492" y="935"/>
                    <a:pt x="1478" y="960"/>
                    <a:pt x="1476" y="960"/>
                  </a:cubicBezTo>
                  <a:cubicBezTo>
                    <a:pt x="1474" y="960"/>
                    <a:pt x="1478" y="946"/>
                    <a:pt x="1484" y="922"/>
                  </a:cubicBezTo>
                  <a:cubicBezTo>
                    <a:pt x="1493" y="882"/>
                    <a:pt x="1509" y="841"/>
                    <a:pt x="1533" y="809"/>
                  </a:cubicBezTo>
                  <a:cubicBezTo>
                    <a:pt x="1552" y="765"/>
                    <a:pt x="1561" y="760"/>
                    <a:pt x="1564" y="760"/>
                  </a:cubicBezTo>
                  <a:cubicBezTo>
                    <a:pt x="1565" y="760"/>
                    <a:pt x="1566" y="760"/>
                    <a:pt x="1566" y="760"/>
                  </a:cubicBezTo>
                  <a:lnTo>
                    <a:pt x="1574" y="760"/>
                  </a:lnTo>
                  <a:cubicBezTo>
                    <a:pt x="1598" y="712"/>
                    <a:pt x="1630" y="655"/>
                    <a:pt x="1614" y="647"/>
                  </a:cubicBezTo>
                  <a:cubicBezTo>
                    <a:pt x="1627" y="617"/>
                    <a:pt x="1631" y="603"/>
                    <a:pt x="1628" y="603"/>
                  </a:cubicBezTo>
                  <a:lnTo>
                    <a:pt x="1628" y="603"/>
                  </a:lnTo>
                  <a:cubicBezTo>
                    <a:pt x="1626" y="603"/>
                    <a:pt x="1618" y="615"/>
                    <a:pt x="1606" y="639"/>
                  </a:cubicBezTo>
                  <a:cubicBezTo>
                    <a:pt x="1622" y="590"/>
                    <a:pt x="1614" y="582"/>
                    <a:pt x="1598" y="574"/>
                  </a:cubicBezTo>
                  <a:cubicBezTo>
                    <a:pt x="1590" y="566"/>
                    <a:pt x="1566" y="550"/>
                    <a:pt x="1590" y="493"/>
                  </a:cubicBezTo>
                  <a:cubicBezTo>
                    <a:pt x="1585" y="490"/>
                    <a:pt x="1582" y="489"/>
                    <a:pt x="1579" y="489"/>
                  </a:cubicBezTo>
                  <a:cubicBezTo>
                    <a:pt x="1571" y="489"/>
                    <a:pt x="1564" y="499"/>
                    <a:pt x="1541" y="533"/>
                  </a:cubicBezTo>
                  <a:cubicBezTo>
                    <a:pt x="1508" y="594"/>
                    <a:pt x="1492" y="620"/>
                    <a:pt x="1490" y="620"/>
                  </a:cubicBezTo>
                  <a:cubicBezTo>
                    <a:pt x="1489" y="620"/>
                    <a:pt x="1495" y="606"/>
                    <a:pt x="1509" y="582"/>
                  </a:cubicBezTo>
                  <a:cubicBezTo>
                    <a:pt x="1543" y="501"/>
                    <a:pt x="1525" y="429"/>
                    <a:pt x="1487" y="429"/>
                  </a:cubicBezTo>
                  <a:cubicBezTo>
                    <a:pt x="1472" y="429"/>
                    <a:pt x="1454" y="440"/>
                    <a:pt x="1436" y="468"/>
                  </a:cubicBezTo>
                  <a:lnTo>
                    <a:pt x="1428" y="460"/>
                  </a:lnTo>
                  <a:cubicBezTo>
                    <a:pt x="1438" y="425"/>
                    <a:pt x="1426" y="402"/>
                    <a:pt x="1407" y="402"/>
                  </a:cubicBezTo>
                  <a:cubicBezTo>
                    <a:pt x="1396" y="402"/>
                    <a:pt x="1383" y="410"/>
                    <a:pt x="1371" y="428"/>
                  </a:cubicBezTo>
                  <a:cubicBezTo>
                    <a:pt x="1371" y="428"/>
                    <a:pt x="1363" y="428"/>
                    <a:pt x="1347" y="420"/>
                  </a:cubicBezTo>
                  <a:cubicBezTo>
                    <a:pt x="1355" y="385"/>
                    <a:pt x="1357" y="369"/>
                    <a:pt x="1352" y="369"/>
                  </a:cubicBezTo>
                  <a:lnTo>
                    <a:pt x="1352" y="369"/>
                  </a:lnTo>
                  <a:cubicBezTo>
                    <a:pt x="1347" y="369"/>
                    <a:pt x="1337" y="381"/>
                    <a:pt x="1322" y="404"/>
                  </a:cubicBezTo>
                  <a:cubicBezTo>
                    <a:pt x="1310" y="421"/>
                    <a:pt x="1299" y="439"/>
                    <a:pt x="1290" y="452"/>
                  </a:cubicBezTo>
                  <a:lnTo>
                    <a:pt x="1290" y="452"/>
                  </a:lnTo>
                  <a:cubicBezTo>
                    <a:pt x="1314" y="395"/>
                    <a:pt x="1298" y="387"/>
                    <a:pt x="1274" y="379"/>
                  </a:cubicBezTo>
                  <a:cubicBezTo>
                    <a:pt x="1265" y="374"/>
                    <a:pt x="1260" y="370"/>
                    <a:pt x="1255" y="370"/>
                  </a:cubicBezTo>
                  <a:cubicBezTo>
                    <a:pt x="1246" y="370"/>
                    <a:pt x="1241" y="383"/>
                    <a:pt x="1225" y="420"/>
                  </a:cubicBezTo>
                  <a:cubicBezTo>
                    <a:pt x="1214" y="427"/>
                    <a:pt x="1207" y="430"/>
                    <a:pt x="1203" y="430"/>
                  </a:cubicBezTo>
                  <a:cubicBezTo>
                    <a:pt x="1188" y="430"/>
                    <a:pt x="1208" y="391"/>
                    <a:pt x="1233" y="347"/>
                  </a:cubicBezTo>
                  <a:cubicBezTo>
                    <a:pt x="1259" y="299"/>
                    <a:pt x="1270" y="273"/>
                    <a:pt x="1266" y="273"/>
                  </a:cubicBezTo>
                  <a:lnTo>
                    <a:pt x="1266" y="273"/>
                  </a:lnTo>
                  <a:cubicBezTo>
                    <a:pt x="1262" y="273"/>
                    <a:pt x="1237" y="311"/>
                    <a:pt x="1193" y="395"/>
                  </a:cubicBezTo>
                  <a:cubicBezTo>
                    <a:pt x="1157" y="454"/>
                    <a:pt x="1138" y="477"/>
                    <a:pt x="1133" y="477"/>
                  </a:cubicBezTo>
                  <a:cubicBezTo>
                    <a:pt x="1129" y="477"/>
                    <a:pt x="1133" y="461"/>
                    <a:pt x="1144" y="436"/>
                  </a:cubicBezTo>
                  <a:cubicBezTo>
                    <a:pt x="1163" y="392"/>
                    <a:pt x="1172" y="387"/>
                    <a:pt x="1179" y="387"/>
                  </a:cubicBezTo>
                  <a:cubicBezTo>
                    <a:pt x="1181" y="387"/>
                    <a:pt x="1183" y="387"/>
                    <a:pt x="1184" y="387"/>
                  </a:cubicBezTo>
                  <a:lnTo>
                    <a:pt x="1233" y="282"/>
                  </a:lnTo>
                  <a:lnTo>
                    <a:pt x="1233" y="282"/>
                  </a:lnTo>
                  <a:cubicBezTo>
                    <a:pt x="1233" y="282"/>
                    <a:pt x="1233" y="283"/>
                    <a:pt x="1201" y="331"/>
                  </a:cubicBezTo>
                  <a:cubicBezTo>
                    <a:pt x="1201" y="331"/>
                    <a:pt x="1200" y="330"/>
                    <a:pt x="1199" y="330"/>
                  </a:cubicBezTo>
                  <a:cubicBezTo>
                    <a:pt x="1195" y="330"/>
                    <a:pt x="1184" y="335"/>
                    <a:pt x="1160" y="371"/>
                  </a:cubicBezTo>
                  <a:cubicBezTo>
                    <a:pt x="1128" y="428"/>
                    <a:pt x="1095" y="477"/>
                    <a:pt x="1079" y="533"/>
                  </a:cubicBezTo>
                  <a:cubicBezTo>
                    <a:pt x="1061" y="574"/>
                    <a:pt x="1052" y="586"/>
                    <a:pt x="1049" y="586"/>
                  </a:cubicBezTo>
                  <a:cubicBezTo>
                    <a:pt x="1047" y="586"/>
                    <a:pt x="1047" y="584"/>
                    <a:pt x="1047" y="582"/>
                  </a:cubicBezTo>
                  <a:cubicBezTo>
                    <a:pt x="1055" y="525"/>
                    <a:pt x="1079" y="468"/>
                    <a:pt x="1120" y="420"/>
                  </a:cubicBezTo>
                  <a:cubicBezTo>
                    <a:pt x="1120" y="420"/>
                    <a:pt x="1121" y="421"/>
                    <a:pt x="1121" y="421"/>
                  </a:cubicBezTo>
                  <a:cubicBezTo>
                    <a:pt x="1131" y="421"/>
                    <a:pt x="1154" y="367"/>
                    <a:pt x="1176" y="314"/>
                  </a:cubicBezTo>
                  <a:cubicBezTo>
                    <a:pt x="1181" y="305"/>
                    <a:pt x="1182" y="301"/>
                    <a:pt x="1179" y="301"/>
                  </a:cubicBezTo>
                  <a:lnTo>
                    <a:pt x="1179" y="301"/>
                  </a:lnTo>
                  <a:cubicBezTo>
                    <a:pt x="1170" y="301"/>
                    <a:pt x="1107" y="374"/>
                    <a:pt x="1055" y="452"/>
                  </a:cubicBezTo>
                  <a:lnTo>
                    <a:pt x="1087" y="404"/>
                  </a:lnTo>
                  <a:cubicBezTo>
                    <a:pt x="1111" y="347"/>
                    <a:pt x="1095" y="339"/>
                    <a:pt x="1087" y="331"/>
                  </a:cubicBezTo>
                  <a:cubicBezTo>
                    <a:pt x="1083" y="328"/>
                    <a:pt x="1079" y="327"/>
                    <a:pt x="1075" y="327"/>
                  </a:cubicBezTo>
                  <a:cubicBezTo>
                    <a:pt x="1065" y="327"/>
                    <a:pt x="1056" y="338"/>
                    <a:pt x="1039" y="379"/>
                  </a:cubicBezTo>
                  <a:cubicBezTo>
                    <a:pt x="1016" y="425"/>
                    <a:pt x="986" y="477"/>
                    <a:pt x="982" y="477"/>
                  </a:cubicBezTo>
                  <a:cubicBezTo>
                    <a:pt x="982" y="477"/>
                    <a:pt x="982" y="477"/>
                    <a:pt x="982" y="477"/>
                  </a:cubicBezTo>
                  <a:cubicBezTo>
                    <a:pt x="974" y="517"/>
                    <a:pt x="957" y="558"/>
                    <a:pt x="933" y="590"/>
                  </a:cubicBezTo>
                  <a:cubicBezTo>
                    <a:pt x="933" y="590"/>
                    <a:pt x="949" y="533"/>
                    <a:pt x="966" y="477"/>
                  </a:cubicBezTo>
                  <a:cubicBezTo>
                    <a:pt x="1006" y="355"/>
                    <a:pt x="1022" y="298"/>
                    <a:pt x="990" y="282"/>
                  </a:cubicBezTo>
                  <a:cubicBezTo>
                    <a:pt x="982" y="274"/>
                    <a:pt x="957" y="266"/>
                    <a:pt x="982" y="209"/>
                  </a:cubicBezTo>
                  <a:cubicBezTo>
                    <a:pt x="976" y="206"/>
                    <a:pt x="971" y="203"/>
                    <a:pt x="967" y="203"/>
                  </a:cubicBezTo>
                  <a:cubicBezTo>
                    <a:pt x="958" y="203"/>
                    <a:pt x="949" y="213"/>
                    <a:pt x="933" y="250"/>
                  </a:cubicBezTo>
                  <a:lnTo>
                    <a:pt x="917" y="241"/>
                  </a:lnTo>
                  <a:cubicBezTo>
                    <a:pt x="930" y="211"/>
                    <a:pt x="931" y="195"/>
                    <a:pt x="926" y="195"/>
                  </a:cubicBezTo>
                  <a:lnTo>
                    <a:pt x="926" y="195"/>
                  </a:lnTo>
                  <a:cubicBezTo>
                    <a:pt x="922" y="195"/>
                    <a:pt x="912" y="207"/>
                    <a:pt x="901" y="233"/>
                  </a:cubicBezTo>
                  <a:cubicBezTo>
                    <a:pt x="891" y="248"/>
                    <a:pt x="886" y="253"/>
                    <a:pt x="883" y="253"/>
                  </a:cubicBezTo>
                  <a:cubicBezTo>
                    <a:pt x="876" y="253"/>
                    <a:pt x="882" y="223"/>
                    <a:pt x="876" y="217"/>
                  </a:cubicBezTo>
                  <a:cubicBezTo>
                    <a:pt x="895" y="166"/>
                    <a:pt x="905" y="138"/>
                    <a:pt x="904" y="138"/>
                  </a:cubicBezTo>
                  <a:lnTo>
                    <a:pt x="904" y="138"/>
                  </a:lnTo>
                  <a:cubicBezTo>
                    <a:pt x="902" y="138"/>
                    <a:pt x="884" y="180"/>
                    <a:pt x="844" y="274"/>
                  </a:cubicBezTo>
                  <a:cubicBezTo>
                    <a:pt x="828" y="306"/>
                    <a:pt x="820" y="347"/>
                    <a:pt x="811" y="387"/>
                  </a:cubicBezTo>
                  <a:lnTo>
                    <a:pt x="836" y="404"/>
                  </a:lnTo>
                  <a:lnTo>
                    <a:pt x="787" y="444"/>
                  </a:lnTo>
                  <a:cubicBezTo>
                    <a:pt x="787" y="444"/>
                    <a:pt x="786" y="443"/>
                    <a:pt x="785" y="443"/>
                  </a:cubicBezTo>
                  <a:cubicBezTo>
                    <a:pt x="774" y="443"/>
                    <a:pt x="745" y="489"/>
                    <a:pt x="722" y="541"/>
                  </a:cubicBezTo>
                  <a:cubicBezTo>
                    <a:pt x="722" y="541"/>
                    <a:pt x="694" y="591"/>
                    <a:pt x="690" y="591"/>
                  </a:cubicBezTo>
                  <a:cubicBezTo>
                    <a:pt x="690" y="591"/>
                    <a:pt x="690" y="591"/>
                    <a:pt x="690" y="590"/>
                  </a:cubicBezTo>
                  <a:lnTo>
                    <a:pt x="739" y="485"/>
                  </a:lnTo>
                  <a:cubicBezTo>
                    <a:pt x="771" y="436"/>
                    <a:pt x="795" y="379"/>
                    <a:pt x="820" y="323"/>
                  </a:cubicBezTo>
                  <a:cubicBezTo>
                    <a:pt x="851" y="255"/>
                    <a:pt x="862" y="200"/>
                    <a:pt x="853" y="200"/>
                  </a:cubicBezTo>
                  <a:lnTo>
                    <a:pt x="853" y="200"/>
                  </a:lnTo>
                  <a:cubicBezTo>
                    <a:pt x="848" y="200"/>
                    <a:pt x="837" y="217"/>
                    <a:pt x="820" y="258"/>
                  </a:cubicBezTo>
                  <a:cubicBezTo>
                    <a:pt x="811" y="250"/>
                    <a:pt x="811" y="250"/>
                    <a:pt x="836" y="193"/>
                  </a:cubicBezTo>
                  <a:cubicBezTo>
                    <a:pt x="846" y="172"/>
                    <a:pt x="851" y="158"/>
                    <a:pt x="848" y="158"/>
                  </a:cubicBezTo>
                  <a:lnTo>
                    <a:pt x="848" y="158"/>
                  </a:lnTo>
                  <a:cubicBezTo>
                    <a:pt x="844" y="158"/>
                    <a:pt x="828" y="182"/>
                    <a:pt x="795" y="241"/>
                  </a:cubicBezTo>
                  <a:cubicBezTo>
                    <a:pt x="768" y="292"/>
                    <a:pt x="752" y="317"/>
                    <a:pt x="747" y="317"/>
                  </a:cubicBezTo>
                  <a:cubicBezTo>
                    <a:pt x="742" y="317"/>
                    <a:pt x="750" y="288"/>
                    <a:pt x="771" y="233"/>
                  </a:cubicBezTo>
                  <a:cubicBezTo>
                    <a:pt x="797" y="156"/>
                    <a:pt x="796" y="124"/>
                    <a:pt x="786" y="124"/>
                  </a:cubicBezTo>
                  <a:lnTo>
                    <a:pt x="786" y="124"/>
                  </a:lnTo>
                  <a:cubicBezTo>
                    <a:pt x="780" y="124"/>
                    <a:pt x="772" y="135"/>
                    <a:pt x="763" y="152"/>
                  </a:cubicBezTo>
                  <a:cubicBezTo>
                    <a:pt x="732" y="213"/>
                    <a:pt x="714" y="237"/>
                    <a:pt x="705" y="237"/>
                  </a:cubicBezTo>
                  <a:cubicBezTo>
                    <a:pt x="698" y="237"/>
                    <a:pt x="699" y="219"/>
                    <a:pt x="706" y="193"/>
                  </a:cubicBezTo>
                  <a:cubicBezTo>
                    <a:pt x="719" y="163"/>
                    <a:pt x="723" y="149"/>
                    <a:pt x="719" y="149"/>
                  </a:cubicBezTo>
                  <a:lnTo>
                    <a:pt x="719" y="149"/>
                  </a:lnTo>
                  <a:cubicBezTo>
                    <a:pt x="715" y="149"/>
                    <a:pt x="705" y="161"/>
                    <a:pt x="690" y="185"/>
                  </a:cubicBezTo>
                  <a:cubicBezTo>
                    <a:pt x="707" y="145"/>
                    <a:pt x="720" y="104"/>
                    <a:pt x="715" y="104"/>
                  </a:cubicBezTo>
                  <a:lnTo>
                    <a:pt x="715" y="104"/>
                  </a:lnTo>
                  <a:cubicBezTo>
                    <a:pt x="713" y="104"/>
                    <a:pt x="707" y="111"/>
                    <a:pt x="698" y="128"/>
                  </a:cubicBezTo>
                  <a:cubicBezTo>
                    <a:pt x="698" y="128"/>
                    <a:pt x="698" y="128"/>
                    <a:pt x="697" y="128"/>
                  </a:cubicBezTo>
                  <a:cubicBezTo>
                    <a:pt x="694" y="128"/>
                    <a:pt x="686" y="132"/>
                    <a:pt x="674" y="177"/>
                  </a:cubicBezTo>
                  <a:lnTo>
                    <a:pt x="609" y="282"/>
                  </a:lnTo>
                  <a:cubicBezTo>
                    <a:pt x="601" y="323"/>
                    <a:pt x="584" y="355"/>
                    <a:pt x="568" y="395"/>
                  </a:cubicBezTo>
                  <a:cubicBezTo>
                    <a:pt x="563" y="406"/>
                    <a:pt x="559" y="411"/>
                    <a:pt x="556" y="411"/>
                  </a:cubicBezTo>
                  <a:cubicBezTo>
                    <a:pt x="547" y="411"/>
                    <a:pt x="556" y="342"/>
                    <a:pt x="601" y="209"/>
                  </a:cubicBezTo>
                  <a:lnTo>
                    <a:pt x="641" y="95"/>
                  </a:lnTo>
                  <a:lnTo>
                    <a:pt x="593" y="201"/>
                  </a:lnTo>
                  <a:cubicBezTo>
                    <a:pt x="584" y="201"/>
                    <a:pt x="576" y="193"/>
                    <a:pt x="601" y="136"/>
                  </a:cubicBezTo>
                  <a:cubicBezTo>
                    <a:pt x="625" y="87"/>
                    <a:pt x="625" y="87"/>
                    <a:pt x="617" y="79"/>
                  </a:cubicBezTo>
                  <a:lnTo>
                    <a:pt x="617" y="79"/>
                  </a:lnTo>
                  <a:cubicBezTo>
                    <a:pt x="617" y="79"/>
                    <a:pt x="609" y="79"/>
                    <a:pt x="584" y="136"/>
                  </a:cubicBezTo>
                  <a:cubicBezTo>
                    <a:pt x="556" y="197"/>
                    <a:pt x="545" y="223"/>
                    <a:pt x="543" y="223"/>
                  </a:cubicBezTo>
                  <a:cubicBezTo>
                    <a:pt x="541" y="223"/>
                    <a:pt x="545" y="209"/>
                    <a:pt x="552" y="185"/>
                  </a:cubicBezTo>
                  <a:cubicBezTo>
                    <a:pt x="577" y="127"/>
                    <a:pt x="587" y="99"/>
                    <a:pt x="583" y="99"/>
                  </a:cubicBezTo>
                  <a:lnTo>
                    <a:pt x="583" y="99"/>
                  </a:lnTo>
                  <a:cubicBezTo>
                    <a:pt x="580" y="99"/>
                    <a:pt x="564" y="125"/>
                    <a:pt x="536" y="177"/>
                  </a:cubicBezTo>
                  <a:cubicBezTo>
                    <a:pt x="512" y="228"/>
                    <a:pt x="500" y="255"/>
                    <a:pt x="498" y="255"/>
                  </a:cubicBezTo>
                  <a:cubicBezTo>
                    <a:pt x="497" y="255"/>
                    <a:pt x="507" y="226"/>
                    <a:pt x="528" y="168"/>
                  </a:cubicBezTo>
                  <a:cubicBezTo>
                    <a:pt x="552" y="136"/>
                    <a:pt x="560" y="95"/>
                    <a:pt x="568" y="55"/>
                  </a:cubicBezTo>
                  <a:lnTo>
                    <a:pt x="568" y="55"/>
                  </a:lnTo>
                  <a:lnTo>
                    <a:pt x="544" y="112"/>
                  </a:lnTo>
                  <a:cubicBezTo>
                    <a:pt x="512" y="171"/>
                    <a:pt x="498" y="197"/>
                    <a:pt x="495" y="197"/>
                  </a:cubicBezTo>
                  <a:cubicBezTo>
                    <a:pt x="492" y="197"/>
                    <a:pt x="496" y="181"/>
                    <a:pt x="503" y="152"/>
                  </a:cubicBezTo>
                  <a:cubicBezTo>
                    <a:pt x="517" y="126"/>
                    <a:pt x="520" y="111"/>
                    <a:pt x="514" y="111"/>
                  </a:cubicBezTo>
                  <a:lnTo>
                    <a:pt x="514" y="111"/>
                  </a:lnTo>
                  <a:cubicBezTo>
                    <a:pt x="509" y="111"/>
                    <a:pt x="498" y="122"/>
                    <a:pt x="479" y="144"/>
                  </a:cubicBezTo>
                  <a:cubicBezTo>
                    <a:pt x="471" y="136"/>
                    <a:pt x="463" y="136"/>
                    <a:pt x="487" y="79"/>
                  </a:cubicBezTo>
                  <a:cubicBezTo>
                    <a:pt x="512" y="27"/>
                    <a:pt x="524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2"/>
            <p:cNvSpPr/>
            <p:nvPr/>
          </p:nvSpPr>
          <p:spPr>
            <a:xfrm>
              <a:off x="7225809" y="2026966"/>
              <a:ext cx="553600" cy="319204"/>
            </a:xfrm>
            <a:custGeom>
              <a:avLst/>
              <a:gdLst/>
              <a:ahLst/>
              <a:cxnLst/>
              <a:rect l="l" t="t" r="r" b="b"/>
              <a:pathLst>
                <a:path w="32116" h="18518" extrusionOk="0">
                  <a:moveTo>
                    <a:pt x="31359" y="403"/>
                  </a:moveTo>
                  <a:cubicBezTo>
                    <a:pt x="31392" y="403"/>
                    <a:pt x="31452" y="425"/>
                    <a:pt x="31515" y="474"/>
                  </a:cubicBezTo>
                  <a:cubicBezTo>
                    <a:pt x="31637" y="523"/>
                    <a:pt x="31637" y="523"/>
                    <a:pt x="31523" y="539"/>
                  </a:cubicBezTo>
                  <a:cubicBezTo>
                    <a:pt x="31502" y="541"/>
                    <a:pt x="31481" y="544"/>
                    <a:pt x="31463" y="544"/>
                  </a:cubicBezTo>
                  <a:cubicBezTo>
                    <a:pt x="31426" y="544"/>
                    <a:pt x="31399" y="533"/>
                    <a:pt x="31394" y="490"/>
                  </a:cubicBezTo>
                  <a:cubicBezTo>
                    <a:pt x="31320" y="433"/>
                    <a:pt x="31321" y="403"/>
                    <a:pt x="31359" y="403"/>
                  </a:cubicBezTo>
                  <a:close/>
                  <a:moveTo>
                    <a:pt x="17" y="879"/>
                  </a:moveTo>
                  <a:lnTo>
                    <a:pt x="9" y="944"/>
                  </a:lnTo>
                  <a:cubicBezTo>
                    <a:pt x="0" y="1009"/>
                    <a:pt x="57" y="1017"/>
                    <a:pt x="114" y="1025"/>
                  </a:cubicBezTo>
                  <a:lnTo>
                    <a:pt x="130" y="960"/>
                  </a:lnTo>
                  <a:cubicBezTo>
                    <a:pt x="106" y="920"/>
                    <a:pt x="65" y="887"/>
                    <a:pt x="17" y="879"/>
                  </a:cubicBezTo>
                  <a:close/>
                  <a:moveTo>
                    <a:pt x="949" y="1114"/>
                  </a:moveTo>
                  <a:cubicBezTo>
                    <a:pt x="1006" y="1123"/>
                    <a:pt x="1006" y="1187"/>
                    <a:pt x="998" y="1244"/>
                  </a:cubicBezTo>
                  <a:cubicBezTo>
                    <a:pt x="998" y="1292"/>
                    <a:pt x="998" y="1305"/>
                    <a:pt x="972" y="1305"/>
                  </a:cubicBezTo>
                  <a:cubicBezTo>
                    <a:pt x="962" y="1305"/>
                    <a:pt x="950" y="1303"/>
                    <a:pt x="933" y="1301"/>
                  </a:cubicBezTo>
                  <a:cubicBezTo>
                    <a:pt x="909" y="1268"/>
                    <a:pt x="884" y="1220"/>
                    <a:pt x="884" y="1171"/>
                  </a:cubicBezTo>
                  <a:lnTo>
                    <a:pt x="949" y="1114"/>
                  </a:lnTo>
                  <a:close/>
                  <a:moveTo>
                    <a:pt x="930" y="1832"/>
                  </a:moveTo>
                  <a:cubicBezTo>
                    <a:pt x="956" y="1832"/>
                    <a:pt x="954" y="1863"/>
                    <a:pt x="949" y="1941"/>
                  </a:cubicBezTo>
                  <a:cubicBezTo>
                    <a:pt x="949" y="2006"/>
                    <a:pt x="941" y="2063"/>
                    <a:pt x="884" y="2063"/>
                  </a:cubicBezTo>
                  <a:lnTo>
                    <a:pt x="892" y="1998"/>
                  </a:lnTo>
                  <a:cubicBezTo>
                    <a:pt x="896" y="1999"/>
                    <a:pt x="899" y="1999"/>
                    <a:pt x="901" y="1999"/>
                  </a:cubicBezTo>
                  <a:cubicBezTo>
                    <a:pt x="929" y="1999"/>
                    <a:pt x="914" y="1975"/>
                    <a:pt x="882" y="1975"/>
                  </a:cubicBezTo>
                  <a:cubicBezTo>
                    <a:pt x="867" y="1975"/>
                    <a:pt x="848" y="1981"/>
                    <a:pt x="827" y="1998"/>
                  </a:cubicBezTo>
                  <a:lnTo>
                    <a:pt x="706" y="1990"/>
                  </a:lnTo>
                  <a:cubicBezTo>
                    <a:pt x="714" y="1925"/>
                    <a:pt x="771" y="1877"/>
                    <a:pt x="836" y="1868"/>
                  </a:cubicBezTo>
                  <a:cubicBezTo>
                    <a:pt x="884" y="1846"/>
                    <a:pt x="913" y="1832"/>
                    <a:pt x="930" y="1832"/>
                  </a:cubicBezTo>
                  <a:close/>
                  <a:moveTo>
                    <a:pt x="1241" y="2079"/>
                  </a:moveTo>
                  <a:lnTo>
                    <a:pt x="1176" y="2136"/>
                  </a:lnTo>
                  <a:lnTo>
                    <a:pt x="1176" y="2201"/>
                  </a:lnTo>
                  <a:cubicBezTo>
                    <a:pt x="1233" y="2201"/>
                    <a:pt x="1233" y="2201"/>
                    <a:pt x="1241" y="2144"/>
                  </a:cubicBezTo>
                  <a:lnTo>
                    <a:pt x="1241" y="2079"/>
                  </a:lnTo>
                  <a:close/>
                  <a:moveTo>
                    <a:pt x="890" y="5460"/>
                  </a:moveTo>
                  <a:cubicBezTo>
                    <a:pt x="946" y="5460"/>
                    <a:pt x="1015" y="5568"/>
                    <a:pt x="1030" y="5630"/>
                  </a:cubicBezTo>
                  <a:cubicBezTo>
                    <a:pt x="1038" y="5660"/>
                    <a:pt x="1028" y="5678"/>
                    <a:pt x="1008" y="5678"/>
                  </a:cubicBezTo>
                  <a:cubicBezTo>
                    <a:pt x="984" y="5678"/>
                    <a:pt x="945" y="5652"/>
                    <a:pt x="900" y="5590"/>
                  </a:cubicBezTo>
                  <a:lnTo>
                    <a:pt x="884" y="5460"/>
                  </a:lnTo>
                  <a:cubicBezTo>
                    <a:pt x="886" y="5460"/>
                    <a:pt x="888" y="5460"/>
                    <a:pt x="890" y="5460"/>
                  </a:cubicBezTo>
                  <a:close/>
                  <a:moveTo>
                    <a:pt x="914" y="5855"/>
                  </a:moveTo>
                  <a:cubicBezTo>
                    <a:pt x="907" y="5855"/>
                    <a:pt x="900" y="5856"/>
                    <a:pt x="892" y="5857"/>
                  </a:cubicBezTo>
                  <a:cubicBezTo>
                    <a:pt x="836" y="5866"/>
                    <a:pt x="852" y="5930"/>
                    <a:pt x="884" y="6060"/>
                  </a:cubicBezTo>
                  <a:cubicBezTo>
                    <a:pt x="900" y="6101"/>
                    <a:pt x="925" y="6141"/>
                    <a:pt x="965" y="6174"/>
                  </a:cubicBezTo>
                  <a:cubicBezTo>
                    <a:pt x="1030" y="6157"/>
                    <a:pt x="1014" y="6093"/>
                    <a:pt x="998" y="6036"/>
                  </a:cubicBezTo>
                  <a:cubicBezTo>
                    <a:pt x="1027" y="5913"/>
                    <a:pt x="972" y="5855"/>
                    <a:pt x="914" y="5855"/>
                  </a:cubicBezTo>
                  <a:close/>
                  <a:moveTo>
                    <a:pt x="2099" y="8374"/>
                  </a:moveTo>
                  <a:cubicBezTo>
                    <a:pt x="2140" y="8374"/>
                    <a:pt x="2160" y="8428"/>
                    <a:pt x="2173" y="8476"/>
                  </a:cubicBezTo>
                  <a:lnTo>
                    <a:pt x="2125" y="8501"/>
                  </a:lnTo>
                  <a:lnTo>
                    <a:pt x="2044" y="8460"/>
                  </a:lnTo>
                  <a:lnTo>
                    <a:pt x="2076" y="8379"/>
                  </a:lnTo>
                  <a:cubicBezTo>
                    <a:pt x="2085" y="8375"/>
                    <a:pt x="2092" y="8374"/>
                    <a:pt x="2099" y="8374"/>
                  </a:cubicBezTo>
                  <a:close/>
                  <a:moveTo>
                    <a:pt x="1865" y="8671"/>
                  </a:moveTo>
                  <a:lnTo>
                    <a:pt x="2019" y="8744"/>
                  </a:lnTo>
                  <a:cubicBezTo>
                    <a:pt x="2230" y="8792"/>
                    <a:pt x="2230" y="8792"/>
                    <a:pt x="2125" y="8841"/>
                  </a:cubicBezTo>
                  <a:cubicBezTo>
                    <a:pt x="2100" y="8852"/>
                    <a:pt x="2076" y="8862"/>
                    <a:pt x="2048" y="8862"/>
                  </a:cubicBezTo>
                  <a:cubicBezTo>
                    <a:pt x="2011" y="8862"/>
                    <a:pt x="1969" y="8844"/>
                    <a:pt x="1914" y="8784"/>
                  </a:cubicBezTo>
                  <a:lnTo>
                    <a:pt x="1865" y="8671"/>
                  </a:lnTo>
                  <a:close/>
                  <a:moveTo>
                    <a:pt x="30164" y="8996"/>
                  </a:moveTo>
                  <a:cubicBezTo>
                    <a:pt x="30174" y="8996"/>
                    <a:pt x="30188" y="9002"/>
                    <a:pt x="30210" y="9011"/>
                  </a:cubicBezTo>
                  <a:cubicBezTo>
                    <a:pt x="30267" y="9044"/>
                    <a:pt x="30291" y="9109"/>
                    <a:pt x="30259" y="9174"/>
                  </a:cubicBezTo>
                  <a:cubicBezTo>
                    <a:pt x="30252" y="9189"/>
                    <a:pt x="30239" y="9197"/>
                    <a:pt x="30224" y="9197"/>
                  </a:cubicBezTo>
                  <a:cubicBezTo>
                    <a:pt x="30184" y="9197"/>
                    <a:pt x="30129" y="9144"/>
                    <a:pt x="30129" y="9044"/>
                  </a:cubicBezTo>
                  <a:cubicBezTo>
                    <a:pt x="30144" y="9009"/>
                    <a:pt x="30149" y="8996"/>
                    <a:pt x="30164" y="8996"/>
                  </a:cubicBezTo>
                  <a:close/>
                  <a:moveTo>
                    <a:pt x="2746" y="9935"/>
                  </a:moveTo>
                  <a:cubicBezTo>
                    <a:pt x="2780" y="9935"/>
                    <a:pt x="2838" y="9944"/>
                    <a:pt x="2911" y="9944"/>
                  </a:cubicBezTo>
                  <a:cubicBezTo>
                    <a:pt x="3025" y="10025"/>
                    <a:pt x="3025" y="10025"/>
                    <a:pt x="2887" y="10025"/>
                  </a:cubicBezTo>
                  <a:lnTo>
                    <a:pt x="2717" y="9968"/>
                  </a:lnTo>
                  <a:cubicBezTo>
                    <a:pt x="2705" y="9942"/>
                    <a:pt x="2717" y="9935"/>
                    <a:pt x="2746" y="9935"/>
                  </a:cubicBezTo>
                  <a:close/>
                  <a:moveTo>
                    <a:pt x="2886" y="10490"/>
                  </a:moveTo>
                  <a:cubicBezTo>
                    <a:pt x="2905" y="10490"/>
                    <a:pt x="2923" y="10492"/>
                    <a:pt x="2944" y="10495"/>
                  </a:cubicBezTo>
                  <a:lnTo>
                    <a:pt x="2976" y="10552"/>
                  </a:lnTo>
                  <a:cubicBezTo>
                    <a:pt x="2942" y="10571"/>
                    <a:pt x="2911" y="10591"/>
                    <a:pt x="2884" y="10591"/>
                  </a:cubicBezTo>
                  <a:cubicBezTo>
                    <a:pt x="2867" y="10591"/>
                    <a:pt x="2851" y="10582"/>
                    <a:pt x="2838" y="10560"/>
                  </a:cubicBezTo>
                  <a:lnTo>
                    <a:pt x="2806" y="10503"/>
                  </a:lnTo>
                  <a:cubicBezTo>
                    <a:pt x="2834" y="10494"/>
                    <a:pt x="2860" y="10490"/>
                    <a:pt x="2886" y="10490"/>
                  </a:cubicBezTo>
                  <a:close/>
                  <a:moveTo>
                    <a:pt x="29324" y="10982"/>
                  </a:moveTo>
                  <a:cubicBezTo>
                    <a:pt x="29329" y="10982"/>
                    <a:pt x="29335" y="10985"/>
                    <a:pt x="29342" y="10990"/>
                  </a:cubicBezTo>
                  <a:cubicBezTo>
                    <a:pt x="29383" y="11014"/>
                    <a:pt x="29407" y="11055"/>
                    <a:pt x="29415" y="11103"/>
                  </a:cubicBezTo>
                  <a:cubicBezTo>
                    <a:pt x="29415" y="11103"/>
                    <a:pt x="29421" y="11167"/>
                    <a:pt x="29394" y="11167"/>
                  </a:cubicBezTo>
                  <a:cubicBezTo>
                    <a:pt x="29389" y="11167"/>
                    <a:pt x="29382" y="11165"/>
                    <a:pt x="29375" y="11160"/>
                  </a:cubicBezTo>
                  <a:lnTo>
                    <a:pt x="29326" y="11127"/>
                  </a:lnTo>
                  <a:cubicBezTo>
                    <a:pt x="29313" y="11052"/>
                    <a:pt x="29299" y="10982"/>
                    <a:pt x="29324" y="10982"/>
                  </a:cubicBezTo>
                  <a:close/>
                  <a:moveTo>
                    <a:pt x="3375" y="11650"/>
                  </a:moveTo>
                  <a:cubicBezTo>
                    <a:pt x="3397" y="11650"/>
                    <a:pt x="3471" y="11701"/>
                    <a:pt x="3495" y="11744"/>
                  </a:cubicBezTo>
                  <a:lnTo>
                    <a:pt x="3446" y="11776"/>
                  </a:lnTo>
                  <a:cubicBezTo>
                    <a:pt x="3414" y="11719"/>
                    <a:pt x="3325" y="11703"/>
                    <a:pt x="3373" y="11671"/>
                  </a:cubicBezTo>
                  <a:cubicBezTo>
                    <a:pt x="3365" y="11656"/>
                    <a:pt x="3367" y="11650"/>
                    <a:pt x="3375" y="11650"/>
                  </a:cubicBezTo>
                  <a:close/>
                  <a:moveTo>
                    <a:pt x="3999" y="11881"/>
                  </a:moveTo>
                  <a:cubicBezTo>
                    <a:pt x="4015" y="11881"/>
                    <a:pt x="4031" y="11888"/>
                    <a:pt x="4046" y="11906"/>
                  </a:cubicBezTo>
                  <a:cubicBezTo>
                    <a:pt x="4127" y="11922"/>
                    <a:pt x="4119" y="12003"/>
                    <a:pt x="3990" y="12027"/>
                  </a:cubicBezTo>
                  <a:cubicBezTo>
                    <a:pt x="3949" y="11979"/>
                    <a:pt x="3949" y="11979"/>
                    <a:pt x="3908" y="11922"/>
                  </a:cubicBezTo>
                  <a:cubicBezTo>
                    <a:pt x="3939" y="11902"/>
                    <a:pt x="3970" y="11881"/>
                    <a:pt x="3999" y="11881"/>
                  </a:cubicBezTo>
                  <a:close/>
                  <a:moveTo>
                    <a:pt x="4346" y="12311"/>
                  </a:moveTo>
                  <a:lnTo>
                    <a:pt x="4387" y="12360"/>
                  </a:lnTo>
                  <a:cubicBezTo>
                    <a:pt x="4419" y="12409"/>
                    <a:pt x="4419" y="12409"/>
                    <a:pt x="4379" y="12449"/>
                  </a:cubicBezTo>
                  <a:lnTo>
                    <a:pt x="4338" y="12400"/>
                  </a:lnTo>
                  <a:lnTo>
                    <a:pt x="4346" y="12311"/>
                  </a:lnTo>
                  <a:close/>
                  <a:moveTo>
                    <a:pt x="4922" y="12733"/>
                  </a:moveTo>
                  <a:cubicBezTo>
                    <a:pt x="4889" y="12773"/>
                    <a:pt x="4873" y="12814"/>
                    <a:pt x="4865" y="12863"/>
                  </a:cubicBezTo>
                  <a:cubicBezTo>
                    <a:pt x="4879" y="12877"/>
                    <a:pt x="4899" y="12885"/>
                    <a:pt x="4918" y="12885"/>
                  </a:cubicBezTo>
                  <a:cubicBezTo>
                    <a:pt x="4931" y="12885"/>
                    <a:pt x="4944" y="12881"/>
                    <a:pt x="4954" y="12871"/>
                  </a:cubicBezTo>
                  <a:cubicBezTo>
                    <a:pt x="4979" y="12846"/>
                    <a:pt x="4987" y="12806"/>
                    <a:pt x="4962" y="12781"/>
                  </a:cubicBezTo>
                  <a:lnTo>
                    <a:pt x="4922" y="12733"/>
                  </a:lnTo>
                  <a:close/>
                  <a:moveTo>
                    <a:pt x="27828" y="13038"/>
                  </a:moveTo>
                  <a:cubicBezTo>
                    <a:pt x="27875" y="13038"/>
                    <a:pt x="27914" y="13097"/>
                    <a:pt x="27867" y="13138"/>
                  </a:cubicBezTo>
                  <a:cubicBezTo>
                    <a:pt x="27857" y="13140"/>
                    <a:pt x="27847" y="13141"/>
                    <a:pt x="27837" y="13141"/>
                  </a:cubicBezTo>
                  <a:cubicBezTo>
                    <a:pt x="27804" y="13141"/>
                    <a:pt x="27768" y="13131"/>
                    <a:pt x="27737" y="13106"/>
                  </a:cubicBezTo>
                  <a:lnTo>
                    <a:pt x="27778" y="13065"/>
                  </a:lnTo>
                  <a:cubicBezTo>
                    <a:pt x="27793" y="13046"/>
                    <a:pt x="27811" y="13038"/>
                    <a:pt x="27828" y="13038"/>
                  </a:cubicBezTo>
                  <a:close/>
                  <a:moveTo>
                    <a:pt x="5938" y="13256"/>
                  </a:moveTo>
                  <a:cubicBezTo>
                    <a:pt x="5927" y="13256"/>
                    <a:pt x="5927" y="13276"/>
                    <a:pt x="5927" y="13317"/>
                  </a:cubicBezTo>
                  <a:lnTo>
                    <a:pt x="6016" y="13406"/>
                  </a:lnTo>
                  <a:cubicBezTo>
                    <a:pt x="6057" y="13365"/>
                    <a:pt x="6057" y="13365"/>
                    <a:pt x="6016" y="13317"/>
                  </a:cubicBezTo>
                  <a:cubicBezTo>
                    <a:pt x="5972" y="13276"/>
                    <a:pt x="5950" y="13256"/>
                    <a:pt x="5938" y="13256"/>
                  </a:cubicBezTo>
                  <a:close/>
                  <a:moveTo>
                    <a:pt x="4890" y="13283"/>
                  </a:moveTo>
                  <a:cubicBezTo>
                    <a:pt x="4907" y="13283"/>
                    <a:pt x="4925" y="13291"/>
                    <a:pt x="4938" y="13308"/>
                  </a:cubicBezTo>
                  <a:cubicBezTo>
                    <a:pt x="4979" y="13357"/>
                    <a:pt x="5019" y="13406"/>
                    <a:pt x="4979" y="13446"/>
                  </a:cubicBezTo>
                  <a:cubicBezTo>
                    <a:pt x="4969" y="13453"/>
                    <a:pt x="4956" y="13457"/>
                    <a:pt x="4942" y="13457"/>
                  </a:cubicBezTo>
                  <a:cubicBezTo>
                    <a:pt x="4924" y="13457"/>
                    <a:pt x="4904" y="13449"/>
                    <a:pt x="4889" y="13430"/>
                  </a:cubicBezTo>
                  <a:cubicBezTo>
                    <a:pt x="4865" y="13390"/>
                    <a:pt x="4849" y="13349"/>
                    <a:pt x="4849" y="13300"/>
                  </a:cubicBezTo>
                  <a:cubicBezTo>
                    <a:pt x="4860" y="13289"/>
                    <a:pt x="4875" y="13283"/>
                    <a:pt x="4890" y="13283"/>
                  </a:cubicBezTo>
                  <a:close/>
                  <a:moveTo>
                    <a:pt x="27487" y="13580"/>
                  </a:moveTo>
                  <a:cubicBezTo>
                    <a:pt x="27498" y="13580"/>
                    <a:pt x="27510" y="13592"/>
                    <a:pt x="27534" y="13617"/>
                  </a:cubicBezTo>
                  <a:lnTo>
                    <a:pt x="27486" y="13657"/>
                  </a:lnTo>
                  <a:lnTo>
                    <a:pt x="27397" y="13657"/>
                  </a:lnTo>
                  <a:lnTo>
                    <a:pt x="27445" y="13617"/>
                  </a:lnTo>
                  <a:cubicBezTo>
                    <a:pt x="27466" y="13592"/>
                    <a:pt x="27476" y="13580"/>
                    <a:pt x="27487" y="13580"/>
                  </a:cubicBezTo>
                  <a:close/>
                  <a:moveTo>
                    <a:pt x="27407" y="13783"/>
                  </a:moveTo>
                  <a:cubicBezTo>
                    <a:pt x="27402" y="13783"/>
                    <a:pt x="27392" y="13797"/>
                    <a:pt x="27389" y="13835"/>
                  </a:cubicBezTo>
                  <a:cubicBezTo>
                    <a:pt x="27416" y="13808"/>
                    <a:pt x="27415" y="13783"/>
                    <a:pt x="27407" y="13783"/>
                  </a:cubicBezTo>
                  <a:close/>
                  <a:moveTo>
                    <a:pt x="27031" y="14026"/>
                  </a:moveTo>
                  <a:cubicBezTo>
                    <a:pt x="27042" y="14026"/>
                    <a:pt x="27052" y="14038"/>
                    <a:pt x="27072" y="14062"/>
                  </a:cubicBezTo>
                  <a:lnTo>
                    <a:pt x="27024" y="14103"/>
                  </a:lnTo>
                  <a:lnTo>
                    <a:pt x="26934" y="14103"/>
                  </a:lnTo>
                  <a:lnTo>
                    <a:pt x="26983" y="14062"/>
                  </a:lnTo>
                  <a:cubicBezTo>
                    <a:pt x="27007" y="14038"/>
                    <a:pt x="27020" y="14026"/>
                    <a:pt x="27031" y="14026"/>
                  </a:cubicBezTo>
                  <a:close/>
                  <a:moveTo>
                    <a:pt x="5697" y="14110"/>
                  </a:moveTo>
                  <a:cubicBezTo>
                    <a:pt x="5707" y="14110"/>
                    <a:pt x="5732" y="14134"/>
                    <a:pt x="5781" y="14184"/>
                  </a:cubicBezTo>
                  <a:cubicBezTo>
                    <a:pt x="5806" y="14200"/>
                    <a:pt x="5806" y="14241"/>
                    <a:pt x="5781" y="14265"/>
                  </a:cubicBezTo>
                  <a:cubicBezTo>
                    <a:pt x="5773" y="14275"/>
                    <a:pt x="5767" y="14279"/>
                    <a:pt x="5761" y="14279"/>
                  </a:cubicBezTo>
                  <a:cubicBezTo>
                    <a:pt x="5739" y="14279"/>
                    <a:pt x="5731" y="14215"/>
                    <a:pt x="5692" y="14176"/>
                  </a:cubicBezTo>
                  <a:cubicBezTo>
                    <a:pt x="5688" y="14132"/>
                    <a:pt x="5686" y="14110"/>
                    <a:pt x="5697" y="14110"/>
                  </a:cubicBezTo>
                  <a:close/>
                  <a:moveTo>
                    <a:pt x="27035" y="14397"/>
                  </a:moveTo>
                  <a:cubicBezTo>
                    <a:pt x="27039" y="14401"/>
                    <a:pt x="27043" y="14406"/>
                    <a:pt x="27048" y="14411"/>
                  </a:cubicBezTo>
                  <a:cubicBezTo>
                    <a:pt x="27050" y="14411"/>
                    <a:pt x="27053" y="14411"/>
                    <a:pt x="27055" y="14411"/>
                  </a:cubicBezTo>
                  <a:lnTo>
                    <a:pt x="27055" y="14411"/>
                  </a:lnTo>
                  <a:cubicBezTo>
                    <a:pt x="27049" y="14407"/>
                    <a:pt x="27042" y="14403"/>
                    <a:pt x="27035" y="14397"/>
                  </a:cubicBezTo>
                  <a:close/>
                  <a:moveTo>
                    <a:pt x="27055" y="14411"/>
                  </a:moveTo>
                  <a:cubicBezTo>
                    <a:pt x="27071" y="14421"/>
                    <a:pt x="27083" y="14424"/>
                    <a:pt x="27090" y="14424"/>
                  </a:cubicBezTo>
                  <a:cubicBezTo>
                    <a:pt x="27103" y="14424"/>
                    <a:pt x="27095" y="14412"/>
                    <a:pt x="27055" y="14411"/>
                  </a:cubicBezTo>
                  <a:close/>
                  <a:moveTo>
                    <a:pt x="26051" y="14338"/>
                  </a:moveTo>
                  <a:cubicBezTo>
                    <a:pt x="26083" y="14379"/>
                    <a:pt x="26124" y="14427"/>
                    <a:pt x="26075" y="14468"/>
                  </a:cubicBezTo>
                  <a:lnTo>
                    <a:pt x="25994" y="14460"/>
                  </a:lnTo>
                  <a:lnTo>
                    <a:pt x="26002" y="14379"/>
                  </a:lnTo>
                  <a:lnTo>
                    <a:pt x="26051" y="14338"/>
                  </a:lnTo>
                  <a:close/>
                  <a:moveTo>
                    <a:pt x="26675" y="14311"/>
                  </a:moveTo>
                  <a:cubicBezTo>
                    <a:pt x="26685" y="14311"/>
                    <a:pt x="26696" y="14317"/>
                    <a:pt x="26707" y="14330"/>
                  </a:cubicBezTo>
                  <a:cubicBezTo>
                    <a:pt x="26748" y="14371"/>
                    <a:pt x="26748" y="14371"/>
                    <a:pt x="26699" y="14411"/>
                  </a:cubicBezTo>
                  <a:cubicBezTo>
                    <a:pt x="26651" y="14456"/>
                    <a:pt x="26626" y="14478"/>
                    <a:pt x="26615" y="14478"/>
                  </a:cubicBezTo>
                  <a:cubicBezTo>
                    <a:pt x="26604" y="14478"/>
                    <a:pt x="26606" y="14456"/>
                    <a:pt x="26610" y="14411"/>
                  </a:cubicBezTo>
                  <a:cubicBezTo>
                    <a:pt x="26622" y="14352"/>
                    <a:pt x="26646" y="14311"/>
                    <a:pt x="26675" y="14311"/>
                  </a:cubicBezTo>
                  <a:close/>
                  <a:moveTo>
                    <a:pt x="4629" y="14750"/>
                  </a:moveTo>
                  <a:cubicBezTo>
                    <a:pt x="4591" y="14750"/>
                    <a:pt x="4558" y="14764"/>
                    <a:pt x="4525" y="14784"/>
                  </a:cubicBezTo>
                  <a:cubicBezTo>
                    <a:pt x="4487" y="14815"/>
                    <a:pt x="4512" y="14851"/>
                    <a:pt x="4585" y="14851"/>
                  </a:cubicBezTo>
                  <a:cubicBezTo>
                    <a:pt x="4607" y="14851"/>
                    <a:pt x="4633" y="14848"/>
                    <a:pt x="4662" y="14841"/>
                  </a:cubicBezTo>
                  <a:cubicBezTo>
                    <a:pt x="4703" y="14800"/>
                    <a:pt x="4703" y="14800"/>
                    <a:pt x="4654" y="14752"/>
                  </a:cubicBezTo>
                  <a:cubicBezTo>
                    <a:pt x="4646" y="14750"/>
                    <a:pt x="4637" y="14750"/>
                    <a:pt x="4629" y="14750"/>
                  </a:cubicBezTo>
                  <a:close/>
                  <a:moveTo>
                    <a:pt x="6649" y="14748"/>
                  </a:moveTo>
                  <a:cubicBezTo>
                    <a:pt x="6677" y="14748"/>
                    <a:pt x="6697" y="14797"/>
                    <a:pt x="6673" y="14898"/>
                  </a:cubicBezTo>
                  <a:cubicBezTo>
                    <a:pt x="6656" y="14923"/>
                    <a:pt x="6648" y="14935"/>
                    <a:pt x="6637" y="14935"/>
                  </a:cubicBezTo>
                  <a:cubicBezTo>
                    <a:pt x="6627" y="14935"/>
                    <a:pt x="6615" y="14925"/>
                    <a:pt x="6592" y="14906"/>
                  </a:cubicBezTo>
                  <a:cubicBezTo>
                    <a:pt x="6584" y="14857"/>
                    <a:pt x="6592" y="14808"/>
                    <a:pt x="6616" y="14768"/>
                  </a:cubicBezTo>
                  <a:cubicBezTo>
                    <a:pt x="6627" y="14755"/>
                    <a:pt x="6639" y="14748"/>
                    <a:pt x="6649" y="14748"/>
                  </a:cubicBezTo>
                  <a:close/>
                  <a:moveTo>
                    <a:pt x="25505" y="14860"/>
                  </a:moveTo>
                  <a:cubicBezTo>
                    <a:pt x="25517" y="14860"/>
                    <a:pt x="25527" y="14872"/>
                    <a:pt x="25548" y="14898"/>
                  </a:cubicBezTo>
                  <a:cubicBezTo>
                    <a:pt x="25564" y="14930"/>
                    <a:pt x="25556" y="14962"/>
                    <a:pt x="25532" y="14987"/>
                  </a:cubicBezTo>
                  <a:lnTo>
                    <a:pt x="25443" y="14971"/>
                  </a:lnTo>
                  <a:cubicBezTo>
                    <a:pt x="25418" y="14946"/>
                    <a:pt x="25426" y="14906"/>
                    <a:pt x="25459" y="14889"/>
                  </a:cubicBezTo>
                  <a:cubicBezTo>
                    <a:pt x="25482" y="14870"/>
                    <a:pt x="25494" y="14860"/>
                    <a:pt x="25505" y="14860"/>
                  </a:cubicBezTo>
                  <a:close/>
                  <a:moveTo>
                    <a:pt x="7014" y="15092"/>
                  </a:moveTo>
                  <a:lnTo>
                    <a:pt x="7062" y="15125"/>
                  </a:lnTo>
                  <a:cubicBezTo>
                    <a:pt x="7032" y="15161"/>
                    <a:pt x="7007" y="15196"/>
                    <a:pt x="6973" y="15196"/>
                  </a:cubicBezTo>
                  <a:cubicBezTo>
                    <a:pt x="6961" y="15196"/>
                    <a:pt x="6947" y="15192"/>
                    <a:pt x="6933" y="15181"/>
                  </a:cubicBezTo>
                  <a:lnTo>
                    <a:pt x="6925" y="15100"/>
                  </a:lnTo>
                  <a:lnTo>
                    <a:pt x="7014" y="15092"/>
                  </a:lnTo>
                  <a:close/>
                  <a:moveTo>
                    <a:pt x="23057" y="16305"/>
                  </a:moveTo>
                  <a:cubicBezTo>
                    <a:pt x="23057" y="16305"/>
                    <a:pt x="23061" y="16313"/>
                    <a:pt x="23067" y="16327"/>
                  </a:cubicBezTo>
                  <a:lnTo>
                    <a:pt x="23067" y="16327"/>
                  </a:lnTo>
                  <a:cubicBezTo>
                    <a:pt x="23067" y="16326"/>
                    <a:pt x="23067" y="16325"/>
                    <a:pt x="23067" y="16325"/>
                  </a:cubicBezTo>
                  <a:cubicBezTo>
                    <a:pt x="23060" y="16311"/>
                    <a:pt x="23057" y="16305"/>
                    <a:pt x="23057" y="16305"/>
                  </a:cubicBezTo>
                  <a:close/>
                  <a:moveTo>
                    <a:pt x="10541" y="17233"/>
                  </a:moveTo>
                  <a:lnTo>
                    <a:pt x="10597" y="17257"/>
                  </a:lnTo>
                  <a:cubicBezTo>
                    <a:pt x="10584" y="17298"/>
                    <a:pt x="10565" y="17344"/>
                    <a:pt x="10526" y="17344"/>
                  </a:cubicBezTo>
                  <a:cubicBezTo>
                    <a:pt x="10518" y="17344"/>
                    <a:pt x="10509" y="17342"/>
                    <a:pt x="10500" y="17338"/>
                  </a:cubicBezTo>
                  <a:lnTo>
                    <a:pt x="10460" y="17257"/>
                  </a:lnTo>
                  <a:lnTo>
                    <a:pt x="10541" y="17233"/>
                  </a:lnTo>
                  <a:close/>
                  <a:moveTo>
                    <a:pt x="13159" y="17516"/>
                  </a:moveTo>
                  <a:lnTo>
                    <a:pt x="13216" y="17524"/>
                  </a:lnTo>
                  <a:cubicBezTo>
                    <a:pt x="13209" y="17585"/>
                    <a:pt x="13194" y="17639"/>
                    <a:pt x="13146" y="17639"/>
                  </a:cubicBezTo>
                  <a:cubicBezTo>
                    <a:pt x="13142" y="17639"/>
                    <a:pt x="13139" y="17639"/>
                    <a:pt x="13135" y="17638"/>
                  </a:cubicBezTo>
                  <a:lnTo>
                    <a:pt x="13070" y="17622"/>
                  </a:lnTo>
                  <a:cubicBezTo>
                    <a:pt x="13086" y="17581"/>
                    <a:pt x="13119" y="17541"/>
                    <a:pt x="13159" y="17516"/>
                  </a:cubicBezTo>
                  <a:close/>
                  <a:moveTo>
                    <a:pt x="20967" y="17516"/>
                  </a:moveTo>
                  <a:cubicBezTo>
                    <a:pt x="20983" y="17573"/>
                    <a:pt x="21000" y="17630"/>
                    <a:pt x="20935" y="17646"/>
                  </a:cubicBezTo>
                  <a:lnTo>
                    <a:pt x="20878" y="17670"/>
                  </a:lnTo>
                  <a:cubicBezTo>
                    <a:pt x="20870" y="17622"/>
                    <a:pt x="20878" y="17573"/>
                    <a:pt x="20902" y="17533"/>
                  </a:cubicBezTo>
                  <a:lnTo>
                    <a:pt x="20967" y="17516"/>
                  </a:lnTo>
                  <a:close/>
                  <a:moveTo>
                    <a:pt x="12016" y="17662"/>
                  </a:moveTo>
                  <a:cubicBezTo>
                    <a:pt x="12081" y="17679"/>
                    <a:pt x="12081" y="17679"/>
                    <a:pt x="12065" y="17735"/>
                  </a:cubicBezTo>
                  <a:cubicBezTo>
                    <a:pt x="12049" y="17792"/>
                    <a:pt x="11968" y="17841"/>
                    <a:pt x="11968" y="17841"/>
                  </a:cubicBezTo>
                  <a:cubicBezTo>
                    <a:pt x="11903" y="17824"/>
                    <a:pt x="12000" y="17719"/>
                    <a:pt x="12016" y="17662"/>
                  </a:cubicBezTo>
                  <a:close/>
                  <a:moveTo>
                    <a:pt x="13897" y="18019"/>
                  </a:moveTo>
                  <a:lnTo>
                    <a:pt x="13962" y="18027"/>
                  </a:lnTo>
                  <a:cubicBezTo>
                    <a:pt x="13955" y="18078"/>
                    <a:pt x="13948" y="18135"/>
                    <a:pt x="13900" y="18135"/>
                  </a:cubicBezTo>
                  <a:cubicBezTo>
                    <a:pt x="13894" y="18135"/>
                    <a:pt x="13888" y="18134"/>
                    <a:pt x="13881" y="18133"/>
                  </a:cubicBezTo>
                  <a:lnTo>
                    <a:pt x="13824" y="18068"/>
                  </a:lnTo>
                  <a:lnTo>
                    <a:pt x="13897" y="18019"/>
                  </a:lnTo>
                  <a:close/>
                  <a:moveTo>
                    <a:pt x="18432" y="18096"/>
                  </a:moveTo>
                  <a:cubicBezTo>
                    <a:pt x="18479" y="18096"/>
                    <a:pt x="18480" y="18108"/>
                    <a:pt x="18486" y="18149"/>
                  </a:cubicBezTo>
                  <a:cubicBezTo>
                    <a:pt x="18494" y="18214"/>
                    <a:pt x="18365" y="18222"/>
                    <a:pt x="18300" y="18230"/>
                  </a:cubicBezTo>
                  <a:cubicBezTo>
                    <a:pt x="18235" y="18173"/>
                    <a:pt x="18292" y="18108"/>
                    <a:pt x="18356" y="18100"/>
                  </a:cubicBezTo>
                  <a:cubicBezTo>
                    <a:pt x="18390" y="18098"/>
                    <a:pt x="18414" y="18096"/>
                    <a:pt x="18432" y="18096"/>
                  </a:cubicBezTo>
                  <a:close/>
                  <a:moveTo>
                    <a:pt x="1002" y="0"/>
                  </a:moveTo>
                  <a:cubicBezTo>
                    <a:pt x="977" y="0"/>
                    <a:pt x="963" y="29"/>
                    <a:pt x="982" y="93"/>
                  </a:cubicBezTo>
                  <a:lnTo>
                    <a:pt x="909" y="142"/>
                  </a:lnTo>
                  <a:cubicBezTo>
                    <a:pt x="889" y="138"/>
                    <a:pt x="871" y="136"/>
                    <a:pt x="856" y="136"/>
                  </a:cubicBezTo>
                  <a:cubicBezTo>
                    <a:pt x="729" y="136"/>
                    <a:pt x="734" y="242"/>
                    <a:pt x="892" y="271"/>
                  </a:cubicBezTo>
                  <a:cubicBezTo>
                    <a:pt x="1071" y="296"/>
                    <a:pt x="1071" y="296"/>
                    <a:pt x="941" y="344"/>
                  </a:cubicBezTo>
                  <a:cubicBezTo>
                    <a:pt x="924" y="341"/>
                    <a:pt x="910" y="339"/>
                    <a:pt x="897" y="339"/>
                  </a:cubicBezTo>
                  <a:cubicBezTo>
                    <a:pt x="823" y="339"/>
                    <a:pt x="810" y="394"/>
                    <a:pt x="803" y="450"/>
                  </a:cubicBezTo>
                  <a:cubicBezTo>
                    <a:pt x="797" y="498"/>
                    <a:pt x="796" y="510"/>
                    <a:pt x="772" y="510"/>
                  </a:cubicBezTo>
                  <a:cubicBezTo>
                    <a:pt x="764" y="510"/>
                    <a:pt x="753" y="508"/>
                    <a:pt x="738" y="506"/>
                  </a:cubicBezTo>
                  <a:cubicBezTo>
                    <a:pt x="673" y="506"/>
                    <a:pt x="609" y="555"/>
                    <a:pt x="600" y="620"/>
                  </a:cubicBezTo>
                  <a:cubicBezTo>
                    <a:pt x="592" y="685"/>
                    <a:pt x="592" y="685"/>
                    <a:pt x="649" y="693"/>
                  </a:cubicBezTo>
                  <a:cubicBezTo>
                    <a:pt x="660" y="683"/>
                    <a:pt x="669" y="679"/>
                    <a:pt x="675" y="679"/>
                  </a:cubicBezTo>
                  <a:cubicBezTo>
                    <a:pt x="705" y="679"/>
                    <a:pt x="675" y="774"/>
                    <a:pt x="568" y="814"/>
                  </a:cubicBezTo>
                  <a:cubicBezTo>
                    <a:pt x="503" y="871"/>
                    <a:pt x="503" y="871"/>
                    <a:pt x="625" y="879"/>
                  </a:cubicBezTo>
                  <a:cubicBezTo>
                    <a:pt x="738" y="896"/>
                    <a:pt x="722" y="1025"/>
                    <a:pt x="592" y="1074"/>
                  </a:cubicBezTo>
                  <a:cubicBezTo>
                    <a:pt x="592" y="1074"/>
                    <a:pt x="584" y="1139"/>
                    <a:pt x="584" y="1204"/>
                  </a:cubicBezTo>
                  <a:cubicBezTo>
                    <a:pt x="576" y="1268"/>
                    <a:pt x="641" y="1277"/>
                    <a:pt x="698" y="1285"/>
                  </a:cubicBezTo>
                  <a:cubicBezTo>
                    <a:pt x="819" y="1293"/>
                    <a:pt x="819" y="1293"/>
                    <a:pt x="755" y="1350"/>
                  </a:cubicBezTo>
                  <a:cubicBezTo>
                    <a:pt x="722" y="1382"/>
                    <a:pt x="673" y="1406"/>
                    <a:pt x="633" y="1406"/>
                  </a:cubicBezTo>
                  <a:cubicBezTo>
                    <a:pt x="629" y="1406"/>
                    <a:pt x="626" y="1406"/>
                    <a:pt x="622" y="1406"/>
                  </a:cubicBezTo>
                  <a:cubicBezTo>
                    <a:pt x="568" y="1406"/>
                    <a:pt x="568" y="1467"/>
                    <a:pt x="560" y="1528"/>
                  </a:cubicBezTo>
                  <a:cubicBezTo>
                    <a:pt x="560" y="1593"/>
                    <a:pt x="544" y="1723"/>
                    <a:pt x="609" y="1731"/>
                  </a:cubicBezTo>
                  <a:lnTo>
                    <a:pt x="544" y="1723"/>
                  </a:lnTo>
                  <a:cubicBezTo>
                    <a:pt x="544" y="1787"/>
                    <a:pt x="487" y="1787"/>
                    <a:pt x="544" y="1787"/>
                  </a:cubicBezTo>
                  <a:cubicBezTo>
                    <a:pt x="528" y="1860"/>
                    <a:pt x="503" y="1925"/>
                    <a:pt x="471" y="1982"/>
                  </a:cubicBezTo>
                  <a:cubicBezTo>
                    <a:pt x="419" y="2073"/>
                    <a:pt x="460" y="2197"/>
                    <a:pt x="535" y="2197"/>
                  </a:cubicBezTo>
                  <a:cubicBezTo>
                    <a:pt x="566" y="2197"/>
                    <a:pt x="603" y="2175"/>
                    <a:pt x="641" y="2120"/>
                  </a:cubicBezTo>
                  <a:lnTo>
                    <a:pt x="641" y="2120"/>
                  </a:lnTo>
                  <a:lnTo>
                    <a:pt x="633" y="2185"/>
                  </a:lnTo>
                  <a:cubicBezTo>
                    <a:pt x="633" y="2217"/>
                    <a:pt x="657" y="2250"/>
                    <a:pt x="690" y="2250"/>
                  </a:cubicBezTo>
                  <a:cubicBezTo>
                    <a:pt x="755" y="2250"/>
                    <a:pt x="755" y="2314"/>
                    <a:pt x="755" y="2379"/>
                  </a:cubicBezTo>
                  <a:lnTo>
                    <a:pt x="633" y="2379"/>
                  </a:lnTo>
                  <a:cubicBezTo>
                    <a:pt x="596" y="2364"/>
                    <a:pt x="564" y="2358"/>
                    <a:pt x="538" y="2358"/>
                  </a:cubicBezTo>
                  <a:cubicBezTo>
                    <a:pt x="441" y="2358"/>
                    <a:pt x="435" y="2450"/>
                    <a:pt x="576" y="2501"/>
                  </a:cubicBezTo>
                  <a:lnTo>
                    <a:pt x="511" y="2501"/>
                  </a:lnTo>
                  <a:cubicBezTo>
                    <a:pt x="455" y="2501"/>
                    <a:pt x="455" y="2566"/>
                    <a:pt x="519" y="2695"/>
                  </a:cubicBezTo>
                  <a:cubicBezTo>
                    <a:pt x="519" y="2760"/>
                    <a:pt x="633" y="2825"/>
                    <a:pt x="698" y="2825"/>
                  </a:cubicBezTo>
                  <a:cubicBezTo>
                    <a:pt x="755" y="2825"/>
                    <a:pt x="755" y="2890"/>
                    <a:pt x="755" y="2890"/>
                  </a:cubicBezTo>
                  <a:cubicBezTo>
                    <a:pt x="755" y="2955"/>
                    <a:pt x="755" y="2955"/>
                    <a:pt x="698" y="2955"/>
                  </a:cubicBezTo>
                  <a:cubicBezTo>
                    <a:pt x="576" y="2955"/>
                    <a:pt x="576" y="3085"/>
                    <a:pt x="698" y="3149"/>
                  </a:cubicBezTo>
                  <a:lnTo>
                    <a:pt x="641" y="3149"/>
                  </a:lnTo>
                  <a:cubicBezTo>
                    <a:pt x="584" y="3149"/>
                    <a:pt x="511" y="3222"/>
                    <a:pt x="592" y="3539"/>
                  </a:cubicBezTo>
                  <a:cubicBezTo>
                    <a:pt x="617" y="3798"/>
                    <a:pt x="633" y="3993"/>
                    <a:pt x="568" y="4001"/>
                  </a:cubicBezTo>
                  <a:cubicBezTo>
                    <a:pt x="511" y="4001"/>
                    <a:pt x="649" y="4252"/>
                    <a:pt x="779" y="4366"/>
                  </a:cubicBezTo>
                  <a:cubicBezTo>
                    <a:pt x="722" y="4374"/>
                    <a:pt x="722" y="4439"/>
                    <a:pt x="738" y="4568"/>
                  </a:cubicBezTo>
                  <a:cubicBezTo>
                    <a:pt x="771" y="4763"/>
                    <a:pt x="771" y="4763"/>
                    <a:pt x="714" y="4763"/>
                  </a:cubicBezTo>
                  <a:cubicBezTo>
                    <a:pt x="665" y="4745"/>
                    <a:pt x="635" y="4734"/>
                    <a:pt x="623" y="4734"/>
                  </a:cubicBezTo>
                  <a:cubicBezTo>
                    <a:pt x="604" y="4734"/>
                    <a:pt x="636" y="4762"/>
                    <a:pt x="722" y="4828"/>
                  </a:cubicBezTo>
                  <a:cubicBezTo>
                    <a:pt x="844" y="4885"/>
                    <a:pt x="827" y="5063"/>
                    <a:pt x="706" y="5095"/>
                  </a:cubicBezTo>
                  <a:cubicBezTo>
                    <a:pt x="641" y="5103"/>
                    <a:pt x="657" y="5168"/>
                    <a:pt x="673" y="5298"/>
                  </a:cubicBezTo>
                  <a:cubicBezTo>
                    <a:pt x="746" y="5355"/>
                    <a:pt x="763" y="5485"/>
                    <a:pt x="779" y="5614"/>
                  </a:cubicBezTo>
                  <a:cubicBezTo>
                    <a:pt x="809" y="5751"/>
                    <a:pt x="817" y="5788"/>
                    <a:pt x="867" y="5788"/>
                  </a:cubicBezTo>
                  <a:cubicBezTo>
                    <a:pt x="885" y="5788"/>
                    <a:pt x="909" y="5783"/>
                    <a:pt x="941" y="5776"/>
                  </a:cubicBezTo>
                  <a:cubicBezTo>
                    <a:pt x="954" y="5775"/>
                    <a:pt x="965" y="5774"/>
                    <a:pt x="975" y="5774"/>
                  </a:cubicBezTo>
                  <a:cubicBezTo>
                    <a:pt x="1058" y="5774"/>
                    <a:pt x="1074" y="5831"/>
                    <a:pt x="1103" y="5947"/>
                  </a:cubicBezTo>
                  <a:cubicBezTo>
                    <a:pt x="1111" y="6003"/>
                    <a:pt x="1127" y="6068"/>
                    <a:pt x="1071" y="6084"/>
                  </a:cubicBezTo>
                  <a:cubicBezTo>
                    <a:pt x="1046" y="6125"/>
                    <a:pt x="1038" y="6174"/>
                    <a:pt x="1038" y="6222"/>
                  </a:cubicBezTo>
                  <a:cubicBezTo>
                    <a:pt x="1055" y="6287"/>
                    <a:pt x="1071" y="6344"/>
                    <a:pt x="1014" y="6360"/>
                  </a:cubicBezTo>
                  <a:cubicBezTo>
                    <a:pt x="982" y="6425"/>
                    <a:pt x="973" y="6498"/>
                    <a:pt x="998" y="6563"/>
                  </a:cubicBezTo>
                  <a:cubicBezTo>
                    <a:pt x="1022" y="6693"/>
                    <a:pt x="1055" y="6822"/>
                    <a:pt x="998" y="6830"/>
                  </a:cubicBezTo>
                  <a:cubicBezTo>
                    <a:pt x="1009" y="6874"/>
                    <a:pt x="1012" y="6888"/>
                    <a:pt x="1030" y="6888"/>
                  </a:cubicBezTo>
                  <a:cubicBezTo>
                    <a:pt x="1039" y="6888"/>
                    <a:pt x="1052" y="6884"/>
                    <a:pt x="1071" y="6879"/>
                  </a:cubicBezTo>
                  <a:cubicBezTo>
                    <a:pt x="1077" y="6877"/>
                    <a:pt x="1084" y="6876"/>
                    <a:pt x="1090" y="6876"/>
                  </a:cubicBezTo>
                  <a:cubicBezTo>
                    <a:pt x="1145" y="6876"/>
                    <a:pt x="1210" y="6941"/>
                    <a:pt x="1225" y="7179"/>
                  </a:cubicBezTo>
                  <a:cubicBezTo>
                    <a:pt x="1264" y="7296"/>
                    <a:pt x="1317" y="7472"/>
                    <a:pt x="1372" y="7472"/>
                  </a:cubicBezTo>
                  <a:cubicBezTo>
                    <a:pt x="1374" y="7472"/>
                    <a:pt x="1376" y="7472"/>
                    <a:pt x="1379" y="7471"/>
                  </a:cubicBezTo>
                  <a:lnTo>
                    <a:pt x="1379" y="7471"/>
                  </a:lnTo>
                  <a:cubicBezTo>
                    <a:pt x="1395" y="7528"/>
                    <a:pt x="1395" y="7528"/>
                    <a:pt x="1338" y="7552"/>
                  </a:cubicBezTo>
                  <a:cubicBezTo>
                    <a:pt x="1225" y="7584"/>
                    <a:pt x="1265" y="7714"/>
                    <a:pt x="1411" y="7795"/>
                  </a:cubicBezTo>
                  <a:cubicBezTo>
                    <a:pt x="1417" y="7794"/>
                    <a:pt x="1423" y="7793"/>
                    <a:pt x="1428" y="7793"/>
                  </a:cubicBezTo>
                  <a:cubicBezTo>
                    <a:pt x="1471" y="7793"/>
                    <a:pt x="1481" y="7852"/>
                    <a:pt x="1452" y="7925"/>
                  </a:cubicBezTo>
                  <a:cubicBezTo>
                    <a:pt x="1476" y="7965"/>
                    <a:pt x="1509" y="8006"/>
                    <a:pt x="1557" y="8022"/>
                  </a:cubicBezTo>
                  <a:cubicBezTo>
                    <a:pt x="1638" y="8063"/>
                    <a:pt x="1638" y="8063"/>
                    <a:pt x="1630" y="8201"/>
                  </a:cubicBezTo>
                  <a:cubicBezTo>
                    <a:pt x="1573" y="8225"/>
                    <a:pt x="1590" y="8282"/>
                    <a:pt x="1614" y="8347"/>
                  </a:cubicBezTo>
                  <a:cubicBezTo>
                    <a:pt x="1719" y="8444"/>
                    <a:pt x="1971" y="9109"/>
                    <a:pt x="1954" y="9190"/>
                  </a:cubicBezTo>
                  <a:cubicBezTo>
                    <a:pt x="2036" y="9222"/>
                    <a:pt x="2036" y="9222"/>
                    <a:pt x="2068" y="9287"/>
                  </a:cubicBezTo>
                  <a:cubicBezTo>
                    <a:pt x="2006" y="9360"/>
                    <a:pt x="2030" y="9398"/>
                    <a:pt x="2086" y="9398"/>
                  </a:cubicBezTo>
                  <a:cubicBezTo>
                    <a:pt x="2111" y="9398"/>
                    <a:pt x="2141" y="9391"/>
                    <a:pt x="2173" y="9376"/>
                  </a:cubicBezTo>
                  <a:lnTo>
                    <a:pt x="2149" y="9319"/>
                  </a:lnTo>
                  <a:lnTo>
                    <a:pt x="2117" y="9263"/>
                  </a:lnTo>
                  <a:cubicBezTo>
                    <a:pt x="2130" y="9257"/>
                    <a:pt x="2144" y="9254"/>
                    <a:pt x="2156" y="9254"/>
                  </a:cubicBezTo>
                  <a:cubicBezTo>
                    <a:pt x="2246" y="9254"/>
                    <a:pt x="2291" y="9393"/>
                    <a:pt x="2149" y="9457"/>
                  </a:cubicBezTo>
                  <a:cubicBezTo>
                    <a:pt x="2068" y="9571"/>
                    <a:pt x="2068" y="9571"/>
                    <a:pt x="2198" y="9579"/>
                  </a:cubicBezTo>
                  <a:cubicBezTo>
                    <a:pt x="2336" y="9587"/>
                    <a:pt x="2360" y="9644"/>
                    <a:pt x="2279" y="9757"/>
                  </a:cubicBezTo>
                  <a:cubicBezTo>
                    <a:pt x="2173" y="9806"/>
                    <a:pt x="2173" y="9806"/>
                    <a:pt x="2311" y="9814"/>
                  </a:cubicBezTo>
                  <a:cubicBezTo>
                    <a:pt x="2571" y="9830"/>
                    <a:pt x="2717" y="9968"/>
                    <a:pt x="2506" y="10073"/>
                  </a:cubicBezTo>
                  <a:cubicBezTo>
                    <a:pt x="2400" y="10130"/>
                    <a:pt x="2376" y="10211"/>
                    <a:pt x="2409" y="10276"/>
                  </a:cubicBezTo>
                  <a:cubicBezTo>
                    <a:pt x="2422" y="10299"/>
                    <a:pt x="2439" y="10308"/>
                    <a:pt x="2458" y="10308"/>
                  </a:cubicBezTo>
                  <a:cubicBezTo>
                    <a:pt x="2486" y="10308"/>
                    <a:pt x="2518" y="10291"/>
                    <a:pt x="2546" y="10276"/>
                  </a:cubicBezTo>
                  <a:cubicBezTo>
                    <a:pt x="2572" y="10236"/>
                    <a:pt x="2593" y="10217"/>
                    <a:pt x="2607" y="10217"/>
                  </a:cubicBezTo>
                  <a:cubicBezTo>
                    <a:pt x="2633" y="10217"/>
                    <a:pt x="2637" y="10280"/>
                    <a:pt x="2611" y="10390"/>
                  </a:cubicBezTo>
                  <a:cubicBezTo>
                    <a:pt x="2546" y="10641"/>
                    <a:pt x="2611" y="10763"/>
                    <a:pt x="2806" y="10868"/>
                  </a:cubicBezTo>
                  <a:cubicBezTo>
                    <a:pt x="2984" y="11002"/>
                    <a:pt x="3092" y="11125"/>
                    <a:pt x="3029" y="11125"/>
                  </a:cubicBezTo>
                  <a:cubicBezTo>
                    <a:pt x="3011" y="11125"/>
                    <a:pt x="2981" y="11116"/>
                    <a:pt x="2936" y="11095"/>
                  </a:cubicBezTo>
                  <a:cubicBezTo>
                    <a:pt x="2861" y="11074"/>
                    <a:pt x="2819" y="11062"/>
                    <a:pt x="2806" y="11062"/>
                  </a:cubicBezTo>
                  <a:cubicBezTo>
                    <a:pt x="2788" y="11062"/>
                    <a:pt x="2818" y="11082"/>
                    <a:pt x="2887" y="11127"/>
                  </a:cubicBezTo>
                  <a:lnTo>
                    <a:pt x="3065" y="11403"/>
                  </a:lnTo>
                  <a:cubicBezTo>
                    <a:pt x="3087" y="11440"/>
                    <a:pt x="3125" y="11460"/>
                    <a:pt x="3168" y="11460"/>
                  </a:cubicBezTo>
                  <a:cubicBezTo>
                    <a:pt x="3190" y="11460"/>
                    <a:pt x="3213" y="11455"/>
                    <a:pt x="3235" y="11444"/>
                  </a:cubicBezTo>
                  <a:lnTo>
                    <a:pt x="3235" y="11444"/>
                  </a:lnTo>
                  <a:cubicBezTo>
                    <a:pt x="3146" y="11565"/>
                    <a:pt x="3211" y="11736"/>
                    <a:pt x="3357" y="11760"/>
                  </a:cubicBezTo>
                  <a:cubicBezTo>
                    <a:pt x="3398" y="11809"/>
                    <a:pt x="3430" y="11865"/>
                    <a:pt x="3430" y="11865"/>
                  </a:cubicBezTo>
                  <a:cubicBezTo>
                    <a:pt x="3463" y="11922"/>
                    <a:pt x="3463" y="11922"/>
                    <a:pt x="3552" y="11938"/>
                  </a:cubicBezTo>
                  <a:cubicBezTo>
                    <a:pt x="3633" y="11963"/>
                    <a:pt x="3625" y="12044"/>
                    <a:pt x="3617" y="12133"/>
                  </a:cubicBezTo>
                  <a:cubicBezTo>
                    <a:pt x="3610" y="12208"/>
                    <a:pt x="3603" y="12278"/>
                    <a:pt x="3630" y="12278"/>
                  </a:cubicBezTo>
                  <a:cubicBezTo>
                    <a:pt x="3635" y="12278"/>
                    <a:pt x="3642" y="12276"/>
                    <a:pt x="3649" y="12271"/>
                  </a:cubicBezTo>
                  <a:cubicBezTo>
                    <a:pt x="3658" y="12264"/>
                    <a:pt x="3671" y="12262"/>
                    <a:pt x="3685" y="12262"/>
                  </a:cubicBezTo>
                  <a:cubicBezTo>
                    <a:pt x="3744" y="12262"/>
                    <a:pt x="3837" y="12306"/>
                    <a:pt x="3908" y="12319"/>
                  </a:cubicBezTo>
                  <a:cubicBezTo>
                    <a:pt x="3990" y="12334"/>
                    <a:pt x="3990" y="12410"/>
                    <a:pt x="3921" y="12410"/>
                  </a:cubicBezTo>
                  <a:cubicBezTo>
                    <a:pt x="3915" y="12410"/>
                    <a:pt x="3908" y="12410"/>
                    <a:pt x="3900" y="12409"/>
                  </a:cubicBezTo>
                  <a:cubicBezTo>
                    <a:pt x="3852" y="12449"/>
                    <a:pt x="3852" y="12449"/>
                    <a:pt x="3884" y="12587"/>
                  </a:cubicBezTo>
                  <a:cubicBezTo>
                    <a:pt x="3919" y="12629"/>
                    <a:pt x="3979" y="12715"/>
                    <a:pt x="4026" y="12715"/>
                  </a:cubicBezTo>
                  <a:cubicBezTo>
                    <a:pt x="4033" y="12715"/>
                    <a:pt x="4040" y="12713"/>
                    <a:pt x="4046" y="12708"/>
                  </a:cubicBezTo>
                  <a:cubicBezTo>
                    <a:pt x="4049" y="12706"/>
                    <a:pt x="4053" y="12705"/>
                    <a:pt x="4057" y="12705"/>
                  </a:cubicBezTo>
                  <a:cubicBezTo>
                    <a:pt x="4123" y="12705"/>
                    <a:pt x="4330" y="12982"/>
                    <a:pt x="4330" y="13065"/>
                  </a:cubicBezTo>
                  <a:lnTo>
                    <a:pt x="4419" y="13163"/>
                  </a:lnTo>
                  <a:cubicBezTo>
                    <a:pt x="4460" y="13211"/>
                    <a:pt x="4549" y="13219"/>
                    <a:pt x="4589" y="13268"/>
                  </a:cubicBezTo>
                  <a:cubicBezTo>
                    <a:pt x="4622" y="13300"/>
                    <a:pt x="4671" y="13325"/>
                    <a:pt x="4719" y="13325"/>
                  </a:cubicBezTo>
                  <a:cubicBezTo>
                    <a:pt x="4760" y="13373"/>
                    <a:pt x="4800" y="13422"/>
                    <a:pt x="4760" y="13463"/>
                  </a:cubicBezTo>
                  <a:cubicBezTo>
                    <a:pt x="4800" y="13455"/>
                    <a:pt x="4828" y="13450"/>
                    <a:pt x="4845" y="13450"/>
                  </a:cubicBezTo>
                  <a:cubicBezTo>
                    <a:pt x="4885" y="13450"/>
                    <a:pt x="4874" y="13476"/>
                    <a:pt x="4841" y="13560"/>
                  </a:cubicBezTo>
                  <a:cubicBezTo>
                    <a:pt x="4783" y="13612"/>
                    <a:pt x="4763" y="13631"/>
                    <a:pt x="4793" y="13631"/>
                  </a:cubicBezTo>
                  <a:cubicBezTo>
                    <a:pt x="4809" y="13631"/>
                    <a:pt x="4841" y="13625"/>
                    <a:pt x="4889" y="13617"/>
                  </a:cubicBezTo>
                  <a:cubicBezTo>
                    <a:pt x="4971" y="13625"/>
                    <a:pt x="4971" y="13625"/>
                    <a:pt x="4971" y="13714"/>
                  </a:cubicBezTo>
                  <a:cubicBezTo>
                    <a:pt x="4941" y="13744"/>
                    <a:pt x="4955" y="13778"/>
                    <a:pt x="4980" y="13778"/>
                  </a:cubicBezTo>
                  <a:cubicBezTo>
                    <a:pt x="4990" y="13778"/>
                    <a:pt x="5000" y="13773"/>
                    <a:pt x="5011" y="13762"/>
                  </a:cubicBezTo>
                  <a:cubicBezTo>
                    <a:pt x="5033" y="13756"/>
                    <a:pt x="5057" y="13753"/>
                    <a:pt x="5080" y="13753"/>
                  </a:cubicBezTo>
                  <a:cubicBezTo>
                    <a:pt x="5200" y="13753"/>
                    <a:pt x="5313" y="13832"/>
                    <a:pt x="5238" y="13900"/>
                  </a:cubicBezTo>
                  <a:cubicBezTo>
                    <a:pt x="5279" y="13933"/>
                    <a:pt x="5327" y="13949"/>
                    <a:pt x="5376" y="13949"/>
                  </a:cubicBezTo>
                  <a:cubicBezTo>
                    <a:pt x="5428" y="13933"/>
                    <a:pt x="5459" y="13923"/>
                    <a:pt x="5473" y="13923"/>
                  </a:cubicBezTo>
                  <a:cubicBezTo>
                    <a:pt x="5493" y="13923"/>
                    <a:pt x="5473" y="13944"/>
                    <a:pt x="5425" y="13998"/>
                  </a:cubicBezTo>
                  <a:cubicBezTo>
                    <a:pt x="5393" y="14099"/>
                    <a:pt x="5416" y="14146"/>
                    <a:pt x="5490" y="14146"/>
                  </a:cubicBezTo>
                  <a:cubicBezTo>
                    <a:pt x="5510" y="14146"/>
                    <a:pt x="5534" y="14142"/>
                    <a:pt x="5562" y="14135"/>
                  </a:cubicBezTo>
                  <a:cubicBezTo>
                    <a:pt x="5611" y="14135"/>
                    <a:pt x="5652" y="14176"/>
                    <a:pt x="5652" y="14225"/>
                  </a:cubicBezTo>
                  <a:cubicBezTo>
                    <a:pt x="5685" y="14338"/>
                    <a:pt x="5856" y="14567"/>
                    <a:pt x="5938" y="14567"/>
                  </a:cubicBezTo>
                  <a:cubicBezTo>
                    <a:pt x="5955" y="14567"/>
                    <a:pt x="5969" y="14557"/>
                    <a:pt x="5976" y="14533"/>
                  </a:cubicBezTo>
                  <a:lnTo>
                    <a:pt x="6073" y="14622"/>
                  </a:lnTo>
                  <a:cubicBezTo>
                    <a:pt x="6126" y="14735"/>
                    <a:pt x="6172" y="14785"/>
                    <a:pt x="6249" y="14785"/>
                  </a:cubicBezTo>
                  <a:cubicBezTo>
                    <a:pt x="6255" y="14785"/>
                    <a:pt x="6261" y="14785"/>
                    <a:pt x="6268" y="14784"/>
                  </a:cubicBezTo>
                  <a:lnTo>
                    <a:pt x="6357" y="14784"/>
                  </a:lnTo>
                  <a:cubicBezTo>
                    <a:pt x="6316" y="14841"/>
                    <a:pt x="6325" y="14914"/>
                    <a:pt x="6373" y="14954"/>
                  </a:cubicBezTo>
                  <a:cubicBezTo>
                    <a:pt x="6402" y="14979"/>
                    <a:pt x="6416" y="14991"/>
                    <a:pt x="6427" y="14991"/>
                  </a:cubicBezTo>
                  <a:cubicBezTo>
                    <a:pt x="6438" y="14991"/>
                    <a:pt x="6446" y="14979"/>
                    <a:pt x="6462" y="14954"/>
                  </a:cubicBezTo>
                  <a:cubicBezTo>
                    <a:pt x="6459" y="14915"/>
                    <a:pt x="6466" y="14901"/>
                    <a:pt x="6480" y="14901"/>
                  </a:cubicBezTo>
                  <a:cubicBezTo>
                    <a:pt x="6497" y="14901"/>
                    <a:pt x="6524" y="14924"/>
                    <a:pt x="6552" y="14946"/>
                  </a:cubicBezTo>
                  <a:cubicBezTo>
                    <a:pt x="6600" y="14995"/>
                    <a:pt x="6608" y="15068"/>
                    <a:pt x="6576" y="15125"/>
                  </a:cubicBezTo>
                  <a:lnTo>
                    <a:pt x="6625" y="15165"/>
                  </a:lnTo>
                  <a:cubicBezTo>
                    <a:pt x="6656" y="15127"/>
                    <a:pt x="6683" y="15112"/>
                    <a:pt x="6700" y="15112"/>
                  </a:cubicBezTo>
                  <a:cubicBezTo>
                    <a:pt x="6723" y="15112"/>
                    <a:pt x="6729" y="15137"/>
                    <a:pt x="6706" y="15165"/>
                  </a:cubicBezTo>
                  <a:cubicBezTo>
                    <a:pt x="6722" y="15230"/>
                    <a:pt x="6762" y="15295"/>
                    <a:pt x="6827" y="15327"/>
                  </a:cubicBezTo>
                  <a:cubicBezTo>
                    <a:pt x="6835" y="15316"/>
                    <a:pt x="6841" y="15312"/>
                    <a:pt x="6846" y="15312"/>
                  </a:cubicBezTo>
                  <a:cubicBezTo>
                    <a:pt x="6859" y="15312"/>
                    <a:pt x="6863" y="15338"/>
                    <a:pt x="6849" y="15338"/>
                  </a:cubicBezTo>
                  <a:cubicBezTo>
                    <a:pt x="6844" y="15338"/>
                    <a:pt x="6837" y="15335"/>
                    <a:pt x="6827" y="15327"/>
                  </a:cubicBezTo>
                  <a:lnTo>
                    <a:pt x="6787" y="15376"/>
                  </a:lnTo>
                  <a:cubicBezTo>
                    <a:pt x="6793" y="15409"/>
                    <a:pt x="6804" y="15422"/>
                    <a:pt x="6817" y="15422"/>
                  </a:cubicBezTo>
                  <a:cubicBezTo>
                    <a:pt x="6835" y="15422"/>
                    <a:pt x="6857" y="15396"/>
                    <a:pt x="6876" y="15368"/>
                  </a:cubicBezTo>
                  <a:cubicBezTo>
                    <a:pt x="6876" y="15368"/>
                    <a:pt x="6933" y="15408"/>
                    <a:pt x="6981" y="15441"/>
                  </a:cubicBezTo>
                  <a:cubicBezTo>
                    <a:pt x="7013" y="15463"/>
                    <a:pt x="7042" y="15486"/>
                    <a:pt x="7059" y="15486"/>
                  </a:cubicBezTo>
                  <a:cubicBezTo>
                    <a:pt x="7072" y="15486"/>
                    <a:pt x="7078" y="15472"/>
                    <a:pt x="7070" y="15433"/>
                  </a:cubicBezTo>
                  <a:cubicBezTo>
                    <a:pt x="7094" y="15397"/>
                    <a:pt x="7123" y="15361"/>
                    <a:pt x="7156" y="15361"/>
                  </a:cubicBezTo>
                  <a:cubicBezTo>
                    <a:pt x="7167" y="15361"/>
                    <a:pt x="7179" y="15365"/>
                    <a:pt x="7192" y="15376"/>
                  </a:cubicBezTo>
                  <a:cubicBezTo>
                    <a:pt x="7202" y="15364"/>
                    <a:pt x="7210" y="15360"/>
                    <a:pt x="7217" y="15360"/>
                  </a:cubicBezTo>
                  <a:cubicBezTo>
                    <a:pt x="7232" y="15360"/>
                    <a:pt x="7234" y="15384"/>
                    <a:pt x="7216" y="15384"/>
                  </a:cubicBezTo>
                  <a:cubicBezTo>
                    <a:pt x="7210" y="15384"/>
                    <a:pt x="7202" y="15382"/>
                    <a:pt x="7192" y="15376"/>
                  </a:cubicBezTo>
                  <a:cubicBezTo>
                    <a:pt x="7160" y="15425"/>
                    <a:pt x="7127" y="15473"/>
                    <a:pt x="7176" y="15506"/>
                  </a:cubicBezTo>
                  <a:cubicBezTo>
                    <a:pt x="7208" y="15530"/>
                    <a:pt x="7216" y="15562"/>
                    <a:pt x="7192" y="15595"/>
                  </a:cubicBezTo>
                  <a:cubicBezTo>
                    <a:pt x="7075" y="15650"/>
                    <a:pt x="7296" y="15749"/>
                    <a:pt x="7392" y="15749"/>
                  </a:cubicBezTo>
                  <a:cubicBezTo>
                    <a:pt x="7396" y="15749"/>
                    <a:pt x="7400" y="15749"/>
                    <a:pt x="7403" y="15749"/>
                  </a:cubicBezTo>
                  <a:cubicBezTo>
                    <a:pt x="7435" y="15744"/>
                    <a:pt x="7463" y="15742"/>
                    <a:pt x="7487" y="15742"/>
                  </a:cubicBezTo>
                  <a:cubicBezTo>
                    <a:pt x="7588" y="15742"/>
                    <a:pt x="7609" y="15784"/>
                    <a:pt x="7557" y="15862"/>
                  </a:cubicBezTo>
                  <a:cubicBezTo>
                    <a:pt x="7529" y="15905"/>
                    <a:pt x="7545" y="15926"/>
                    <a:pt x="7585" y="15926"/>
                  </a:cubicBezTo>
                  <a:cubicBezTo>
                    <a:pt x="7637" y="15926"/>
                    <a:pt x="7729" y="15891"/>
                    <a:pt x="7816" y="15822"/>
                  </a:cubicBezTo>
                  <a:lnTo>
                    <a:pt x="7970" y="15700"/>
                  </a:lnTo>
                  <a:lnTo>
                    <a:pt x="7873" y="15854"/>
                  </a:lnTo>
                  <a:cubicBezTo>
                    <a:pt x="7792" y="16089"/>
                    <a:pt x="7800" y="16089"/>
                    <a:pt x="8027" y="16089"/>
                  </a:cubicBezTo>
                  <a:cubicBezTo>
                    <a:pt x="8165" y="16106"/>
                    <a:pt x="8165" y="16106"/>
                    <a:pt x="8133" y="16154"/>
                  </a:cubicBezTo>
                  <a:cubicBezTo>
                    <a:pt x="8108" y="16211"/>
                    <a:pt x="8157" y="16243"/>
                    <a:pt x="8327" y="16341"/>
                  </a:cubicBezTo>
                  <a:cubicBezTo>
                    <a:pt x="8440" y="16414"/>
                    <a:pt x="8502" y="16452"/>
                    <a:pt x="8540" y="16452"/>
                  </a:cubicBezTo>
                  <a:cubicBezTo>
                    <a:pt x="8556" y="16452"/>
                    <a:pt x="8569" y="16445"/>
                    <a:pt x="8579" y="16430"/>
                  </a:cubicBezTo>
                  <a:cubicBezTo>
                    <a:pt x="8611" y="16446"/>
                    <a:pt x="8651" y="16470"/>
                    <a:pt x="8684" y="16495"/>
                  </a:cubicBezTo>
                  <a:cubicBezTo>
                    <a:pt x="8684" y="16561"/>
                    <a:pt x="8722" y="16595"/>
                    <a:pt x="8759" y="16595"/>
                  </a:cubicBezTo>
                  <a:cubicBezTo>
                    <a:pt x="8794" y="16595"/>
                    <a:pt x="8830" y="16563"/>
                    <a:pt x="8830" y="16495"/>
                  </a:cubicBezTo>
                  <a:lnTo>
                    <a:pt x="8943" y="16560"/>
                  </a:lnTo>
                  <a:lnTo>
                    <a:pt x="8919" y="16608"/>
                  </a:lnTo>
                  <a:cubicBezTo>
                    <a:pt x="8887" y="16665"/>
                    <a:pt x="9008" y="16722"/>
                    <a:pt x="9462" y="16957"/>
                  </a:cubicBezTo>
                  <a:cubicBezTo>
                    <a:pt x="9788" y="17112"/>
                    <a:pt x="9941" y="17175"/>
                    <a:pt x="10019" y="17175"/>
                  </a:cubicBezTo>
                  <a:cubicBezTo>
                    <a:pt x="10067" y="17175"/>
                    <a:pt x="10087" y="17151"/>
                    <a:pt x="10103" y="17111"/>
                  </a:cubicBezTo>
                  <a:cubicBezTo>
                    <a:pt x="10146" y="17074"/>
                    <a:pt x="10183" y="17057"/>
                    <a:pt x="10207" y="17057"/>
                  </a:cubicBezTo>
                  <a:cubicBezTo>
                    <a:pt x="10242" y="17057"/>
                    <a:pt x="10253" y="17093"/>
                    <a:pt x="10224" y="17160"/>
                  </a:cubicBezTo>
                  <a:cubicBezTo>
                    <a:pt x="10206" y="17203"/>
                    <a:pt x="10225" y="17260"/>
                    <a:pt x="10242" y="17260"/>
                  </a:cubicBezTo>
                  <a:cubicBezTo>
                    <a:pt x="10248" y="17260"/>
                    <a:pt x="10253" y="17254"/>
                    <a:pt x="10257" y="17241"/>
                  </a:cubicBezTo>
                  <a:cubicBezTo>
                    <a:pt x="10322" y="17265"/>
                    <a:pt x="10378" y="17314"/>
                    <a:pt x="10419" y="17370"/>
                  </a:cubicBezTo>
                  <a:cubicBezTo>
                    <a:pt x="10493" y="17477"/>
                    <a:pt x="10554" y="17512"/>
                    <a:pt x="10595" y="17512"/>
                  </a:cubicBezTo>
                  <a:cubicBezTo>
                    <a:pt x="10627" y="17512"/>
                    <a:pt x="10647" y="17492"/>
                    <a:pt x="10654" y="17468"/>
                  </a:cubicBezTo>
                  <a:cubicBezTo>
                    <a:pt x="10648" y="17415"/>
                    <a:pt x="10650" y="17396"/>
                    <a:pt x="10657" y="17396"/>
                  </a:cubicBezTo>
                  <a:cubicBezTo>
                    <a:pt x="10669" y="17396"/>
                    <a:pt x="10694" y="17447"/>
                    <a:pt x="10719" y="17492"/>
                  </a:cubicBezTo>
                  <a:cubicBezTo>
                    <a:pt x="10749" y="17553"/>
                    <a:pt x="10780" y="17609"/>
                    <a:pt x="10800" y="17609"/>
                  </a:cubicBezTo>
                  <a:cubicBezTo>
                    <a:pt x="10807" y="17609"/>
                    <a:pt x="10812" y="17603"/>
                    <a:pt x="10816" y="17589"/>
                  </a:cubicBezTo>
                  <a:cubicBezTo>
                    <a:pt x="10830" y="17584"/>
                    <a:pt x="10854" y="17581"/>
                    <a:pt x="10883" y="17581"/>
                  </a:cubicBezTo>
                  <a:cubicBezTo>
                    <a:pt x="11020" y="17581"/>
                    <a:pt x="11281" y="17642"/>
                    <a:pt x="11254" y="17735"/>
                  </a:cubicBezTo>
                  <a:lnTo>
                    <a:pt x="11376" y="17776"/>
                  </a:lnTo>
                  <a:cubicBezTo>
                    <a:pt x="11381" y="17756"/>
                    <a:pt x="11400" y="17748"/>
                    <a:pt x="11428" y="17748"/>
                  </a:cubicBezTo>
                  <a:cubicBezTo>
                    <a:pt x="11478" y="17748"/>
                    <a:pt x="11557" y="17774"/>
                    <a:pt x="11635" y="17800"/>
                  </a:cubicBezTo>
                  <a:cubicBezTo>
                    <a:pt x="11765" y="17849"/>
                    <a:pt x="11822" y="17865"/>
                    <a:pt x="11805" y="17922"/>
                  </a:cubicBezTo>
                  <a:cubicBezTo>
                    <a:pt x="11750" y="17949"/>
                    <a:pt x="11763" y="17966"/>
                    <a:pt x="11822" y="17966"/>
                  </a:cubicBezTo>
                  <a:cubicBezTo>
                    <a:pt x="11850" y="17966"/>
                    <a:pt x="11888" y="17962"/>
                    <a:pt x="11935" y="17954"/>
                  </a:cubicBezTo>
                  <a:cubicBezTo>
                    <a:pt x="11940" y="17955"/>
                    <a:pt x="11945" y="17956"/>
                    <a:pt x="11951" y="17956"/>
                  </a:cubicBezTo>
                  <a:cubicBezTo>
                    <a:pt x="12008" y="17956"/>
                    <a:pt x="12081" y="17887"/>
                    <a:pt x="12139" y="17887"/>
                  </a:cubicBezTo>
                  <a:cubicBezTo>
                    <a:pt x="12144" y="17887"/>
                    <a:pt x="12149" y="17888"/>
                    <a:pt x="12154" y="17889"/>
                  </a:cubicBezTo>
                  <a:cubicBezTo>
                    <a:pt x="12176" y="17831"/>
                    <a:pt x="12231" y="17799"/>
                    <a:pt x="12288" y="17799"/>
                  </a:cubicBezTo>
                  <a:cubicBezTo>
                    <a:pt x="12295" y="17799"/>
                    <a:pt x="12302" y="17799"/>
                    <a:pt x="12308" y="17800"/>
                  </a:cubicBezTo>
                  <a:lnTo>
                    <a:pt x="12292" y="17857"/>
                  </a:lnTo>
                  <a:cubicBezTo>
                    <a:pt x="12276" y="17922"/>
                    <a:pt x="12268" y="17979"/>
                    <a:pt x="12268" y="17979"/>
                  </a:cubicBezTo>
                  <a:cubicBezTo>
                    <a:pt x="12294" y="17986"/>
                    <a:pt x="12323" y="17994"/>
                    <a:pt x="12347" y="17994"/>
                  </a:cubicBezTo>
                  <a:cubicBezTo>
                    <a:pt x="12375" y="17994"/>
                    <a:pt x="12397" y="17984"/>
                    <a:pt x="12405" y="17954"/>
                  </a:cubicBezTo>
                  <a:cubicBezTo>
                    <a:pt x="12454" y="18027"/>
                    <a:pt x="12519" y="18043"/>
                    <a:pt x="12641" y="18076"/>
                  </a:cubicBezTo>
                  <a:cubicBezTo>
                    <a:pt x="12726" y="18092"/>
                    <a:pt x="12808" y="18115"/>
                    <a:pt x="12877" y="18115"/>
                  </a:cubicBezTo>
                  <a:cubicBezTo>
                    <a:pt x="12913" y="18115"/>
                    <a:pt x="12945" y="18109"/>
                    <a:pt x="12973" y="18092"/>
                  </a:cubicBezTo>
                  <a:cubicBezTo>
                    <a:pt x="12994" y="18177"/>
                    <a:pt x="13168" y="18234"/>
                    <a:pt x="13308" y="18234"/>
                  </a:cubicBezTo>
                  <a:cubicBezTo>
                    <a:pt x="13382" y="18234"/>
                    <a:pt x="13447" y="18218"/>
                    <a:pt x="13476" y="18181"/>
                  </a:cubicBezTo>
                  <a:cubicBezTo>
                    <a:pt x="13482" y="18157"/>
                    <a:pt x="13498" y="18147"/>
                    <a:pt x="13517" y="18147"/>
                  </a:cubicBezTo>
                  <a:cubicBezTo>
                    <a:pt x="13543" y="18147"/>
                    <a:pt x="13577" y="18168"/>
                    <a:pt x="13605" y="18206"/>
                  </a:cubicBezTo>
                  <a:cubicBezTo>
                    <a:pt x="13637" y="18246"/>
                    <a:pt x="13651" y="18264"/>
                    <a:pt x="13669" y="18264"/>
                  </a:cubicBezTo>
                  <a:cubicBezTo>
                    <a:pt x="13684" y="18264"/>
                    <a:pt x="13702" y="18252"/>
                    <a:pt x="13735" y="18230"/>
                  </a:cubicBezTo>
                  <a:cubicBezTo>
                    <a:pt x="13751" y="18219"/>
                    <a:pt x="13767" y="18214"/>
                    <a:pt x="13781" y="18214"/>
                  </a:cubicBezTo>
                  <a:cubicBezTo>
                    <a:pt x="13830" y="18214"/>
                    <a:pt x="13869" y="18271"/>
                    <a:pt x="13913" y="18327"/>
                  </a:cubicBezTo>
                  <a:cubicBezTo>
                    <a:pt x="13945" y="18411"/>
                    <a:pt x="13983" y="18444"/>
                    <a:pt x="14025" y="18444"/>
                  </a:cubicBezTo>
                  <a:cubicBezTo>
                    <a:pt x="14049" y="18444"/>
                    <a:pt x="14074" y="18434"/>
                    <a:pt x="14100" y="18416"/>
                  </a:cubicBezTo>
                  <a:cubicBezTo>
                    <a:pt x="14170" y="18395"/>
                    <a:pt x="14244" y="18384"/>
                    <a:pt x="14319" y="18384"/>
                  </a:cubicBezTo>
                  <a:cubicBezTo>
                    <a:pt x="14357" y="18384"/>
                    <a:pt x="14394" y="18387"/>
                    <a:pt x="14432" y="18392"/>
                  </a:cubicBezTo>
                  <a:cubicBezTo>
                    <a:pt x="14570" y="18343"/>
                    <a:pt x="14635" y="18351"/>
                    <a:pt x="14570" y="18287"/>
                  </a:cubicBezTo>
                  <a:cubicBezTo>
                    <a:pt x="14586" y="18238"/>
                    <a:pt x="14611" y="18197"/>
                    <a:pt x="14651" y="18173"/>
                  </a:cubicBezTo>
                  <a:cubicBezTo>
                    <a:pt x="14686" y="18162"/>
                    <a:pt x="14712" y="18158"/>
                    <a:pt x="14729" y="18158"/>
                  </a:cubicBezTo>
                  <a:cubicBezTo>
                    <a:pt x="14772" y="18158"/>
                    <a:pt x="14765" y="18182"/>
                    <a:pt x="14728" y="18182"/>
                  </a:cubicBezTo>
                  <a:cubicBezTo>
                    <a:pt x="14725" y="18182"/>
                    <a:pt x="14721" y="18182"/>
                    <a:pt x="14716" y="18181"/>
                  </a:cubicBezTo>
                  <a:cubicBezTo>
                    <a:pt x="14578" y="18230"/>
                    <a:pt x="14643" y="18230"/>
                    <a:pt x="14700" y="18303"/>
                  </a:cubicBezTo>
                  <a:cubicBezTo>
                    <a:pt x="14773" y="18360"/>
                    <a:pt x="14862" y="18384"/>
                    <a:pt x="14951" y="18392"/>
                  </a:cubicBezTo>
                  <a:cubicBezTo>
                    <a:pt x="15016" y="18392"/>
                    <a:pt x="15146" y="18408"/>
                    <a:pt x="15211" y="18416"/>
                  </a:cubicBezTo>
                  <a:cubicBezTo>
                    <a:pt x="15310" y="18451"/>
                    <a:pt x="15377" y="18469"/>
                    <a:pt x="15418" y="18469"/>
                  </a:cubicBezTo>
                  <a:cubicBezTo>
                    <a:pt x="15454" y="18469"/>
                    <a:pt x="15470" y="18455"/>
                    <a:pt x="15470" y="18424"/>
                  </a:cubicBezTo>
                  <a:cubicBezTo>
                    <a:pt x="15471" y="18404"/>
                    <a:pt x="15473" y="18387"/>
                    <a:pt x="15473" y="18374"/>
                  </a:cubicBezTo>
                  <a:lnTo>
                    <a:pt x="15473" y="18374"/>
                  </a:lnTo>
                  <a:cubicBezTo>
                    <a:pt x="15517" y="18439"/>
                    <a:pt x="15753" y="18477"/>
                    <a:pt x="15965" y="18477"/>
                  </a:cubicBezTo>
                  <a:cubicBezTo>
                    <a:pt x="16133" y="18477"/>
                    <a:pt x="16285" y="18453"/>
                    <a:pt x="16313" y="18400"/>
                  </a:cubicBezTo>
                  <a:cubicBezTo>
                    <a:pt x="16313" y="18415"/>
                    <a:pt x="16313" y="18436"/>
                    <a:pt x="16313" y="18457"/>
                  </a:cubicBezTo>
                  <a:cubicBezTo>
                    <a:pt x="16313" y="18505"/>
                    <a:pt x="16349" y="18517"/>
                    <a:pt x="16420" y="18517"/>
                  </a:cubicBezTo>
                  <a:cubicBezTo>
                    <a:pt x="16445" y="18517"/>
                    <a:pt x="16474" y="18516"/>
                    <a:pt x="16508" y="18514"/>
                  </a:cubicBezTo>
                  <a:cubicBezTo>
                    <a:pt x="16573" y="18514"/>
                    <a:pt x="16832" y="18449"/>
                    <a:pt x="17027" y="18441"/>
                  </a:cubicBezTo>
                  <a:cubicBezTo>
                    <a:pt x="17286" y="18433"/>
                    <a:pt x="17481" y="18433"/>
                    <a:pt x="17473" y="18368"/>
                  </a:cubicBezTo>
                  <a:cubicBezTo>
                    <a:pt x="17538" y="18368"/>
                    <a:pt x="17538" y="18368"/>
                    <a:pt x="17546" y="18424"/>
                  </a:cubicBezTo>
                  <a:cubicBezTo>
                    <a:pt x="17502" y="18468"/>
                    <a:pt x="17517" y="18478"/>
                    <a:pt x="17551" y="18478"/>
                  </a:cubicBezTo>
                  <a:cubicBezTo>
                    <a:pt x="17567" y="18478"/>
                    <a:pt x="17589" y="18476"/>
                    <a:pt x="17611" y="18473"/>
                  </a:cubicBezTo>
                  <a:cubicBezTo>
                    <a:pt x="17675" y="18473"/>
                    <a:pt x="17667" y="18408"/>
                    <a:pt x="17667" y="18351"/>
                  </a:cubicBezTo>
                  <a:cubicBezTo>
                    <a:pt x="17663" y="18320"/>
                    <a:pt x="17681" y="18303"/>
                    <a:pt x="17722" y="18303"/>
                  </a:cubicBezTo>
                  <a:cubicBezTo>
                    <a:pt x="17754" y="18303"/>
                    <a:pt x="17801" y="18314"/>
                    <a:pt x="17862" y="18335"/>
                  </a:cubicBezTo>
                  <a:cubicBezTo>
                    <a:pt x="17923" y="18350"/>
                    <a:pt x="17985" y="18357"/>
                    <a:pt x="18046" y="18357"/>
                  </a:cubicBezTo>
                  <a:cubicBezTo>
                    <a:pt x="18158" y="18357"/>
                    <a:pt x="18268" y="18334"/>
                    <a:pt x="18373" y="18287"/>
                  </a:cubicBezTo>
                  <a:cubicBezTo>
                    <a:pt x="18396" y="18284"/>
                    <a:pt x="18419" y="18281"/>
                    <a:pt x="18439" y="18281"/>
                  </a:cubicBezTo>
                  <a:cubicBezTo>
                    <a:pt x="18476" y="18281"/>
                    <a:pt x="18505" y="18290"/>
                    <a:pt x="18511" y="18327"/>
                  </a:cubicBezTo>
                  <a:cubicBezTo>
                    <a:pt x="18551" y="18364"/>
                    <a:pt x="18602" y="18382"/>
                    <a:pt x="18652" y="18382"/>
                  </a:cubicBezTo>
                  <a:cubicBezTo>
                    <a:pt x="18721" y="18382"/>
                    <a:pt x="18789" y="18348"/>
                    <a:pt x="18827" y="18287"/>
                  </a:cubicBezTo>
                  <a:cubicBezTo>
                    <a:pt x="18848" y="18281"/>
                    <a:pt x="18863" y="18278"/>
                    <a:pt x="18873" y="18278"/>
                  </a:cubicBezTo>
                  <a:cubicBezTo>
                    <a:pt x="18892" y="18278"/>
                    <a:pt x="18894" y="18292"/>
                    <a:pt x="18900" y="18335"/>
                  </a:cubicBezTo>
                  <a:cubicBezTo>
                    <a:pt x="18939" y="18362"/>
                    <a:pt x="18962" y="18391"/>
                    <a:pt x="18981" y="18391"/>
                  </a:cubicBezTo>
                  <a:cubicBezTo>
                    <a:pt x="18997" y="18391"/>
                    <a:pt x="19011" y="18370"/>
                    <a:pt x="19029" y="18311"/>
                  </a:cubicBezTo>
                  <a:cubicBezTo>
                    <a:pt x="19127" y="18254"/>
                    <a:pt x="19237" y="18221"/>
                    <a:pt x="19347" y="18221"/>
                  </a:cubicBezTo>
                  <a:cubicBezTo>
                    <a:pt x="19393" y="18221"/>
                    <a:pt x="19438" y="18226"/>
                    <a:pt x="19483" y="18238"/>
                  </a:cubicBezTo>
                  <a:cubicBezTo>
                    <a:pt x="19548" y="18222"/>
                    <a:pt x="19613" y="18214"/>
                    <a:pt x="19597" y="18157"/>
                  </a:cubicBezTo>
                  <a:cubicBezTo>
                    <a:pt x="19591" y="18116"/>
                    <a:pt x="19581" y="18070"/>
                    <a:pt x="19582" y="18070"/>
                  </a:cubicBezTo>
                  <a:lnTo>
                    <a:pt x="19582" y="18070"/>
                  </a:lnTo>
                  <a:cubicBezTo>
                    <a:pt x="19582" y="18070"/>
                    <a:pt x="19584" y="18077"/>
                    <a:pt x="19589" y="18092"/>
                  </a:cubicBezTo>
                  <a:cubicBezTo>
                    <a:pt x="19628" y="18147"/>
                    <a:pt x="19650" y="18175"/>
                    <a:pt x="19666" y="18175"/>
                  </a:cubicBezTo>
                  <a:cubicBezTo>
                    <a:pt x="19683" y="18175"/>
                    <a:pt x="19694" y="18143"/>
                    <a:pt x="19710" y="18076"/>
                  </a:cubicBezTo>
                  <a:cubicBezTo>
                    <a:pt x="19706" y="18043"/>
                    <a:pt x="19725" y="18024"/>
                    <a:pt x="19744" y="18024"/>
                  </a:cubicBezTo>
                  <a:cubicBezTo>
                    <a:pt x="19758" y="18024"/>
                    <a:pt x="19772" y="18035"/>
                    <a:pt x="19775" y="18060"/>
                  </a:cubicBezTo>
                  <a:cubicBezTo>
                    <a:pt x="19809" y="18080"/>
                    <a:pt x="19848" y="18094"/>
                    <a:pt x="19887" y="18094"/>
                  </a:cubicBezTo>
                  <a:cubicBezTo>
                    <a:pt x="19896" y="18094"/>
                    <a:pt x="19905" y="18093"/>
                    <a:pt x="19913" y="18092"/>
                  </a:cubicBezTo>
                  <a:cubicBezTo>
                    <a:pt x="19978" y="18076"/>
                    <a:pt x="20278" y="17938"/>
                    <a:pt x="20594" y="17865"/>
                  </a:cubicBezTo>
                  <a:cubicBezTo>
                    <a:pt x="21097" y="17743"/>
                    <a:pt x="21275" y="17654"/>
                    <a:pt x="21259" y="17606"/>
                  </a:cubicBezTo>
                  <a:cubicBezTo>
                    <a:pt x="21282" y="17564"/>
                    <a:pt x="21292" y="17546"/>
                    <a:pt x="21312" y="17546"/>
                  </a:cubicBezTo>
                  <a:cubicBezTo>
                    <a:pt x="21326" y="17546"/>
                    <a:pt x="21346" y="17556"/>
                    <a:pt x="21381" y="17573"/>
                  </a:cubicBezTo>
                  <a:cubicBezTo>
                    <a:pt x="21411" y="17584"/>
                    <a:pt x="21443" y="17590"/>
                    <a:pt x="21475" y="17590"/>
                  </a:cubicBezTo>
                  <a:cubicBezTo>
                    <a:pt x="21512" y="17590"/>
                    <a:pt x="21549" y="17582"/>
                    <a:pt x="21583" y="17565"/>
                  </a:cubicBezTo>
                  <a:cubicBezTo>
                    <a:pt x="21618" y="17556"/>
                    <a:pt x="21649" y="17546"/>
                    <a:pt x="21676" y="17546"/>
                  </a:cubicBezTo>
                  <a:cubicBezTo>
                    <a:pt x="21699" y="17546"/>
                    <a:pt x="21718" y="17554"/>
                    <a:pt x="21729" y="17581"/>
                  </a:cubicBezTo>
                  <a:cubicBezTo>
                    <a:pt x="21770" y="17508"/>
                    <a:pt x="21770" y="17508"/>
                    <a:pt x="21835" y="17492"/>
                  </a:cubicBezTo>
                  <a:cubicBezTo>
                    <a:pt x="21841" y="17514"/>
                    <a:pt x="21854" y="17523"/>
                    <a:pt x="21870" y="17523"/>
                  </a:cubicBezTo>
                  <a:cubicBezTo>
                    <a:pt x="21897" y="17523"/>
                    <a:pt x="21931" y="17497"/>
                    <a:pt x="21956" y="17452"/>
                  </a:cubicBezTo>
                  <a:cubicBezTo>
                    <a:pt x="21965" y="17379"/>
                    <a:pt x="21969" y="17345"/>
                    <a:pt x="21977" y="17345"/>
                  </a:cubicBezTo>
                  <a:cubicBezTo>
                    <a:pt x="21984" y="17345"/>
                    <a:pt x="21994" y="17373"/>
                    <a:pt x="22013" y="17427"/>
                  </a:cubicBezTo>
                  <a:cubicBezTo>
                    <a:pt x="22025" y="17454"/>
                    <a:pt x="22077" y="17465"/>
                    <a:pt x="22120" y="17465"/>
                  </a:cubicBezTo>
                  <a:cubicBezTo>
                    <a:pt x="22166" y="17465"/>
                    <a:pt x="22201" y="17452"/>
                    <a:pt x="22159" y="17435"/>
                  </a:cubicBezTo>
                  <a:cubicBezTo>
                    <a:pt x="22135" y="17379"/>
                    <a:pt x="22256" y="17330"/>
                    <a:pt x="22297" y="17249"/>
                  </a:cubicBezTo>
                  <a:cubicBezTo>
                    <a:pt x="22328" y="17235"/>
                    <a:pt x="22359" y="17222"/>
                    <a:pt x="22385" y="17222"/>
                  </a:cubicBezTo>
                  <a:cubicBezTo>
                    <a:pt x="22406" y="17222"/>
                    <a:pt x="22424" y="17231"/>
                    <a:pt x="22435" y="17257"/>
                  </a:cubicBezTo>
                  <a:cubicBezTo>
                    <a:pt x="22441" y="17260"/>
                    <a:pt x="22449" y="17261"/>
                    <a:pt x="22458" y="17261"/>
                  </a:cubicBezTo>
                  <a:cubicBezTo>
                    <a:pt x="22561" y="17261"/>
                    <a:pt x="22802" y="17104"/>
                    <a:pt x="22832" y="17030"/>
                  </a:cubicBezTo>
                  <a:cubicBezTo>
                    <a:pt x="22817" y="16996"/>
                    <a:pt x="22832" y="16973"/>
                    <a:pt x="22851" y="16973"/>
                  </a:cubicBezTo>
                  <a:cubicBezTo>
                    <a:pt x="22864" y="16973"/>
                    <a:pt x="22879" y="16983"/>
                    <a:pt x="22889" y="17006"/>
                  </a:cubicBezTo>
                  <a:cubicBezTo>
                    <a:pt x="22900" y="17031"/>
                    <a:pt x="22919" y="17040"/>
                    <a:pt x="22942" y="17040"/>
                  </a:cubicBezTo>
                  <a:cubicBezTo>
                    <a:pt x="22970" y="17040"/>
                    <a:pt x="23004" y="17027"/>
                    <a:pt x="23035" y="17014"/>
                  </a:cubicBezTo>
                  <a:cubicBezTo>
                    <a:pt x="23047" y="16980"/>
                    <a:pt x="23058" y="16967"/>
                    <a:pt x="23068" y="16967"/>
                  </a:cubicBezTo>
                  <a:cubicBezTo>
                    <a:pt x="23085" y="16967"/>
                    <a:pt x="23101" y="17003"/>
                    <a:pt x="23116" y="17038"/>
                  </a:cubicBezTo>
                  <a:cubicBezTo>
                    <a:pt x="23101" y="17074"/>
                    <a:pt x="23105" y="17089"/>
                    <a:pt x="23123" y="17089"/>
                  </a:cubicBezTo>
                  <a:cubicBezTo>
                    <a:pt x="23147" y="17089"/>
                    <a:pt x="23194" y="17066"/>
                    <a:pt x="23262" y="17030"/>
                  </a:cubicBezTo>
                  <a:cubicBezTo>
                    <a:pt x="23294" y="16949"/>
                    <a:pt x="23521" y="16835"/>
                    <a:pt x="23699" y="16746"/>
                  </a:cubicBezTo>
                  <a:cubicBezTo>
                    <a:pt x="23991" y="16608"/>
                    <a:pt x="24024" y="16527"/>
                    <a:pt x="24072" y="16357"/>
                  </a:cubicBezTo>
                  <a:lnTo>
                    <a:pt x="24072" y="16219"/>
                  </a:lnTo>
                  <a:lnTo>
                    <a:pt x="24129" y="16325"/>
                  </a:lnTo>
                  <a:cubicBezTo>
                    <a:pt x="24170" y="16373"/>
                    <a:pt x="24218" y="16414"/>
                    <a:pt x="24275" y="16446"/>
                  </a:cubicBezTo>
                  <a:cubicBezTo>
                    <a:pt x="24332" y="16414"/>
                    <a:pt x="24299" y="16357"/>
                    <a:pt x="24267" y="16308"/>
                  </a:cubicBezTo>
                  <a:cubicBezTo>
                    <a:pt x="24243" y="16252"/>
                    <a:pt x="24291" y="16219"/>
                    <a:pt x="24437" y="16211"/>
                  </a:cubicBezTo>
                  <a:cubicBezTo>
                    <a:pt x="24575" y="16195"/>
                    <a:pt x="24632" y="16162"/>
                    <a:pt x="24656" y="16073"/>
                  </a:cubicBezTo>
                  <a:cubicBezTo>
                    <a:pt x="24698" y="16043"/>
                    <a:pt x="24749" y="16026"/>
                    <a:pt x="24803" y="16026"/>
                  </a:cubicBezTo>
                  <a:cubicBezTo>
                    <a:pt x="24821" y="16026"/>
                    <a:pt x="24840" y="16028"/>
                    <a:pt x="24859" y="16033"/>
                  </a:cubicBezTo>
                  <a:cubicBezTo>
                    <a:pt x="24916" y="15992"/>
                    <a:pt x="24916" y="15992"/>
                    <a:pt x="24883" y="15943"/>
                  </a:cubicBezTo>
                  <a:cubicBezTo>
                    <a:pt x="24857" y="15903"/>
                    <a:pt x="24885" y="15874"/>
                    <a:pt x="24945" y="15874"/>
                  </a:cubicBezTo>
                  <a:cubicBezTo>
                    <a:pt x="24958" y="15874"/>
                    <a:pt x="24973" y="15876"/>
                    <a:pt x="24989" y="15879"/>
                  </a:cubicBezTo>
                  <a:cubicBezTo>
                    <a:pt x="25014" y="15892"/>
                    <a:pt x="25042" y="15898"/>
                    <a:pt x="25069" y="15898"/>
                  </a:cubicBezTo>
                  <a:cubicBezTo>
                    <a:pt x="25167" y="15898"/>
                    <a:pt x="25257" y="15820"/>
                    <a:pt x="25232" y="15781"/>
                  </a:cubicBezTo>
                  <a:cubicBezTo>
                    <a:pt x="25199" y="15733"/>
                    <a:pt x="25256" y="15692"/>
                    <a:pt x="25305" y="15652"/>
                  </a:cubicBezTo>
                  <a:cubicBezTo>
                    <a:pt x="25370" y="15619"/>
                    <a:pt x="25410" y="15562"/>
                    <a:pt x="25426" y="15498"/>
                  </a:cubicBezTo>
                  <a:lnTo>
                    <a:pt x="25532" y="15416"/>
                  </a:lnTo>
                  <a:cubicBezTo>
                    <a:pt x="25541" y="15411"/>
                    <a:pt x="25548" y="15409"/>
                    <a:pt x="25554" y="15409"/>
                  </a:cubicBezTo>
                  <a:cubicBezTo>
                    <a:pt x="25582" y="15409"/>
                    <a:pt x="25563" y="15472"/>
                    <a:pt x="25516" y="15506"/>
                  </a:cubicBezTo>
                  <a:lnTo>
                    <a:pt x="25605" y="15514"/>
                  </a:lnTo>
                  <a:cubicBezTo>
                    <a:pt x="25710" y="15441"/>
                    <a:pt x="25767" y="15408"/>
                    <a:pt x="25783" y="15319"/>
                  </a:cubicBezTo>
                  <a:cubicBezTo>
                    <a:pt x="25770" y="15248"/>
                    <a:pt x="25764" y="15216"/>
                    <a:pt x="25773" y="15216"/>
                  </a:cubicBezTo>
                  <a:cubicBezTo>
                    <a:pt x="25781" y="15216"/>
                    <a:pt x="25799" y="15238"/>
                    <a:pt x="25832" y="15279"/>
                  </a:cubicBezTo>
                  <a:cubicBezTo>
                    <a:pt x="25852" y="15302"/>
                    <a:pt x="25883" y="15318"/>
                    <a:pt x="25910" y="15318"/>
                  </a:cubicBezTo>
                  <a:cubicBezTo>
                    <a:pt x="25940" y="15318"/>
                    <a:pt x="25965" y="15300"/>
                    <a:pt x="25970" y="15254"/>
                  </a:cubicBezTo>
                  <a:cubicBezTo>
                    <a:pt x="25960" y="15171"/>
                    <a:pt x="25986" y="15141"/>
                    <a:pt x="26016" y="15141"/>
                  </a:cubicBezTo>
                  <a:cubicBezTo>
                    <a:pt x="26037" y="15141"/>
                    <a:pt x="26059" y="15154"/>
                    <a:pt x="26075" y="15173"/>
                  </a:cubicBezTo>
                  <a:cubicBezTo>
                    <a:pt x="26085" y="15230"/>
                    <a:pt x="26091" y="15262"/>
                    <a:pt x="26103" y="15262"/>
                  </a:cubicBezTo>
                  <a:cubicBezTo>
                    <a:pt x="26120" y="15262"/>
                    <a:pt x="26149" y="15196"/>
                    <a:pt x="26221" y="15044"/>
                  </a:cubicBezTo>
                  <a:cubicBezTo>
                    <a:pt x="26326" y="14962"/>
                    <a:pt x="26480" y="14752"/>
                    <a:pt x="26635" y="14630"/>
                  </a:cubicBezTo>
                  <a:cubicBezTo>
                    <a:pt x="26837" y="14468"/>
                    <a:pt x="26918" y="14371"/>
                    <a:pt x="27007" y="14371"/>
                  </a:cubicBezTo>
                  <a:cubicBezTo>
                    <a:pt x="27017" y="14381"/>
                    <a:pt x="27026" y="14390"/>
                    <a:pt x="27035" y="14397"/>
                  </a:cubicBezTo>
                  <a:lnTo>
                    <a:pt x="27035" y="14397"/>
                  </a:lnTo>
                  <a:cubicBezTo>
                    <a:pt x="26973" y="14324"/>
                    <a:pt x="27024" y="14273"/>
                    <a:pt x="27153" y="14144"/>
                  </a:cubicBezTo>
                  <a:cubicBezTo>
                    <a:pt x="27283" y="14095"/>
                    <a:pt x="27372" y="13973"/>
                    <a:pt x="27389" y="13835"/>
                  </a:cubicBezTo>
                  <a:lnTo>
                    <a:pt x="27389" y="13835"/>
                  </a:lnTo>
                  <a:lnTo>
                    <a:pt x="27299" y="13925"/>
                  </a:lnTo>
                  <a:cubicBezTo>
                    <a:pt x="27210" y="13835"/>
                    <a:pt x="27259" y="13795"/>
                    <a:pt x="27397" y="13746"/>
                  </a:cubicBezTo>
                  <a:cubicBezTo>
                    <a:pt x="27409" y="13734"/>
                    <a:pt x="27421" y="13729"/>
                    <a:pt x="27434" y="13729"/>
                  </a:cubicBezTo>
                  <a:cubicBezTo>
                    <a:pt x="27465" y="13729"/>
                    <a:pt x="27498" y="13758"/>
                    <a:pt x="27526" y="13787"/>
                  </a:cubicBezTo>
                  <a:cubicBezTo>
                    <a:pt x="27550" y="13806"/>
                    <a:pt x="27580" y="13816"/>
                    <a:pt x="27611" y="13816"/>
                  </a:cubicBezTo>
                  <a:cubicBezTo>
                    <a:pt x="27645" y="13816"/>
                    <a:pt x="27679" y="13804"/>
                    <a:pt x="27705" y="13779"/>
                  </a:cubicBezTo>
                  <a:cubicBezTo>
                    <a:pt x="27742" y="13734"/>
                    <a:pt x="27787" y="13689"/>
                    <a:pt x="27722" y="13689"/>
                  </a:cubicBezTo>
                  <a:cubicBezTo>
                    <a:pt x="27717" y="13689"/>
                    <a:pt x="27711" y="13689"/>
                    <a:pt x="27705" y="13690"/>
                  </a:cubicBezTo>
                  <a:cubicBezTo>
                    <a:pt x="27664" y="13649"/>
                    <a:pt x="27664" y="13649"/>
                    <a:pt x="27705" y="13600"/>
                  </a:cubicBezTo>
                  <a:cubicBezTo>
                    <a:pt x="27753" y="13552"/>
                    <a:pt x="27786" y="13487"/>
                    <a:pt x="27786" y="13414"/>
                  </a:cubicBezTo>
                  <a:cubicBezTo>
                    <a:pt x="27745" y="13373"/>
                    <a:pt x="27786" y="13325"/>
                    <a:pt x="27826" y="13276"/>
                  </a:cubicBezTo>
                  <a:cubicBezTo>
                    <a:pt x="27899" y="13260"/>
                    <a:pt x="27956" y="13227"/>
                    <a:pt x="28005" y="13171"/>
                  </a:cubicBezTo>
                  <a:lnTo>
                    <a:pt x="28045" y="13211"/>
                  </a:lnTo>
                  <a:cubicBezTo>
                    <a:pt x="28079" y="13231"/>
                    <a:pt x="28117" y="13246"/>
                    <a:pt x="28157" y="13246"/>
                  </a:cubicBezTo>
                  <a:cubicBezTo>
                    <a:pt x="28166" y="13246"/>
                    <a:pt x="28174" y="13245"/>
                    <a:pt x="28183" y="13244"/>
                  </a:cubicBezTo>
                  <a:cubicBezTo>
                    <a:pt x="28207" y="13219"/>
                    <a:pt x="28207" y="13179"/>
                    <a:pt x="28183" y="13154"/>
                  </a:cubicBezTo>
                  <a:cubicBezTo>
                    <a:pt x="28159" y="13138"/>
                    <a:pt x="28410" y="12846"/>
                    <a:pt x="28645" y="12506"/>
                  </a:cubicBezTo>
                  <a:cubicBezTo>
                    <a:pt x="28897" y="12173"/>
                    <a:pt x="29164" y="11825"/>
                    <a:pt x="29205" y="11736"/>
                  </a:cubicBezTo>
                  <a:cubicBezTo>
                    <a:pt x="29318" y="11668"/>
                    <a:pt x="29417" y="11522"/>
                    <a:pt x="29365" y="11522"/>
                  </a:cubicBezTo>
                  <a:cubicBezTo>
                    <a:pt x="29361" y="11522"/>
                    <a:pt x="29356" y="11523"/>
                    <a:pt x="29351" y="11525"/>
                  </a:cubicBezTo>
                  <a:cubicBezTo>
                    <a:pt x="29294" y="11492"/>
                    <a:pt x="29480" y="11225"/>
                    <a:pt x="29691" y="10900"/>
                  </a:cubicBezTo>
                  <a:cubicBezTo>
                    <a:pt x="29910" y="10503"/>
                    <a:pt x="30072" y="10219"/>
                    <a:pt x="30015" y="10195"/>
                  </a:cubicBezTo>
                  <a:lnTo>
                    <a:pt x="30113" y="10025"/>
                  </a:lnTo>
                  <a:cubicBezTo>
                    <a:pt x="30178" y="9919"/>
                    <a:pt x="30178" y="9765"/>
                    <a:pt x="30202" y="9709"/>
                  </a:cubicBezTo>
                  <a:cubicBezTo>
                    <a:pt x="30186" y="9655"/>
                    <a:pt x="30191" y="9613"/>
                    <a:pt x="30206" y="9613"/>
                  </a:cubicBezTo>
                  <a:cubicBezTo>
                    <a:pt x="30213" y="9613"/>
                    <a:pt x="30223" y="9624"/>
                    <a:pt x="30234" y="9652"/>
                  </a:cubicBezTo>
                  <a:cubicBezTo>
                    <a:pt x="30262" y="9670"/>
                    <a:pt x="30292" y="9686"/>
                    <a:pt x="30317" y="9686"/>
                  </a:cubicBezTo>
                  <a:cubicBezTo>
                    <a:pt x="30337" y="9686"/>
                    <a:pt x="30353" y="9677"/>
                    <a:pt x="30364" y="9652"/>
                  </a:cubicBezTo>
                  <a:cubicBezTo>
                    <a:pt x="30421" y="9530"/>
                    <a:pt x="30364" y="9506"/>
                    <a:pt x="30315" y="9482"/>
                  </a:cubicBezTo>
                  <a:cubicBezTo>
                    <a:pt x="30283" y="9465"/>
                    <a:pt x="30275" y="9425"/>
                    <a:pt x="30291" y="9401"/>
                  </a:cubicBezTo>
                  <a:cubicBezTo>
                    <a:pt x="30305" y="9363"/>
                    <a:pt x="30311" y="9347"/>
                    <a:pt x="30325" y="9347"/>
                  </a:cubicBezTo>
                  <a:cubicBezTo>
                    <a:pt x="30335" y="9347"/>
                    <a:pt x="30349" y="9355"/>
                    <a:pt x="30372" y="9368"/>
                  </a:cubicBezTo>
                  <a:lnTo>
                    <a:pt x="30478" y="9417"/>
                  </a:lnTo>
                  <a:lnTo>
                    <a:pt x="30502" y="9360"/>
                  </a:lnTo>
                  <a:cubicBezTo>
                    <a:pt x="30478" y="9344"/>
                    <a:pt x="30461" y="9303"/>
                    <a:pt x="30478" y="9271"/>
                  </a:cubicBezTo>
                  <a:cubicBezTo>
                    <a:pt x="30494" y="9242"/>
                    <a:pt x="30502" y="9228"/>
                    <a:pt x="30519" y="9228"/>
                  </a:cubicBezTo>
                  <a:cubicBezTo>
                    <a:pt x="30536" y="9228"/>
                    <a:pt x="30563" y="9242"/>
                    <a:pt x="30615" y="9271"/>
                  </a:cubicBezTo>
                  <a:cubicBezTo>
                    <a:pt x="30640" y="9282"/>
                    <a:pt x="30660" y="9287"/>
                    <a:pt x="30676" y="9287"/>
                  </a:cubicBezTo>
                  <a:cubicBezTo>
                    <a:pt x="30730" y="9287"/>
                    <a:pt x="30734" y="9230"/>
                    <a:pt x="30672" y="9149"/>
                  </a:cubicBezTo>
                  <a:lnTo>
                    <a:pt x="30672" y="9011"/>
                  </a:lnTo>
                  <a:cubicBezTo>
                    <a:pt x="30810" y="9003"/>
                    <a:pt x="30753" y="8833"/>
                    <a:pt x="30721" y="8744"/>
                  </a:cubicBezTo>
                  <a:cubicBezTo>
                    <a:pt x="30851" y="8736"/>
                    <a:pt x="30875" y="8671"/>
                    <a:pt x="30786" y="8565"/>
                  </a:cubicBezTo>
                  <a:cubicBezTo>
                    <a:pt x="30737" y="8541"/>
                    <a:pt x="30761" y="8484"/>
                    <a:pt x="30834" y="8452"/>
                  </a:cubicBezTo>
                  <a:cubicBezTo>
                    <a:pt x="30915" y="8411"/>
                    <a:pt x="30940" y="8355"/>
                    <a:pt x="30988" y="8233"/>
                  </a:cubicBezTo>
                  <a:cubicBezTo>
                    <a:pt x="30972" y="8192"/>
                    <a:pt x="31005" y="8063"/>
                    <a:pt x="31069" y="7893"/>
                  </a:cubicBezTo>
                  <a:cubicBezTo>
                    <a:pt x="31118" y="7714"/>
                    <a:pt x="31191" y="7479"/>
                    <a:pt x="31272" y="7236"/>
                  </a:cubicBezTo>
                  <a:cubicBezTo>
                    <a:pt x="31459" y="6684"/>
                    <a:pt x="31523" y="6303"/>
                    <a:pt x="31475" y="6295"/>
                  </a:cubicBezTo>
                  <a:cubicBezTo>
                    <a:pt x="31491" y="6230"/>
                    <a:pt x="31491" y="6230"/>
                    <a:pt x="31564" y="6182"/>
                  </a:cubicBezTo>
                  <a:cubicBezTo>
                    <a:pt x="31570" y="6183"/>
                    <a:pt x="31575" y="6184"/>
                    <a:pt x="31580" y="6184"/>
                  </a:cubicBezTo>
                  <a:cubicBezTo>
                    <a:pt x="31623" y="6184"/>
                    <a:pt x="31626" y="6124"/>
                    <a:pt x="31532" y="6044"/>
                  </a:cubicBezTo>
                  <a:cubicBezTo>
                    <a:pt x="31503" y="5992"/>
                    <a:pt x="31465" y="5969"/>
                    <a:pt x="31488" y="5969"/>
                  </a:cubicBezTo>
                  <a:cubicBezTo>
                    <a:pt x="31497" y="5969"/>
                    <a:pt x="31516" y="5972"/>
                    <a:pt x="31548" y="5979"/>
                  </a:cubicBezTo>
                  <a:cubicBezTo>
                    <a:pt x="31551" y="5980"/>
                    <a:pt x="31554" y="5980"/>
                    <a:pt x="31557" y="5980"/>
                  </a:cubicBezTo>
                  <a:cubicBezTo>
                    <a:pt x="31608" y="5980"/>
                    <a:pt x="31641" y="5852"/>
                    <a:pt x="31702" y="5614"/>
                  </a:cubicBezTo>
                  <a:cubicBezTo>
                    <a:pt x="31726" y="5428"/>
                    <a:pt x="31775" y="5176"/>
                    <a:pt x="31718" y="5160"/>
                  </a:cubicBezTo>
                  <a:cubicBezTo>
                    <a:pt x="31695" y="5086"/>
                    <a:pt x="31685" y="5054"/>
                    <a:pt x="31690" y="5054"/>
                  </a:cubicBezTo>
                  <a:lnTo>
                    <a:pt x="31690" y="5054"/>
                  </a:lnTo>
                  <a:cubicBezTo>
                    <a:pt x="31693" y="5054"/>
                    <a:pt x="31705" y="5072"/>
                    <a:pt x="31726" y="5103"/>
                  </a:cubicBezTo>
                  <a:cubicBezTo>
                    <a:pt x="31738" y="5113"/>
                    <a:pt x="31750" y="5117"/>
                    <a:pt x="31762" y="5117"/>
                  </a:cubicBezTo>
                  <a:cubicBezTo>
                    <a:pt x="31854" y="5117"/>
                    <a:pt x="31935" y="4853"/>
                    <a:pt x="31856" y="4666"/>
                  </a:cubicBezTo>
                  <a:cubicBezTo>
                    <a:pt x="31871" y="4604"/>
                    <a:pt x="31879" y="4543"/>
                    <a:pt x="31928" y="4543"/>
                  </a:cubicBezTo>
                  <a:cubicBezTo>
                    <a:pt x="31931" y="4543"/>
                    <a:pt x="31934" y="4544"/>
                    <a:pt x="31937" y="4544"/>
                  </a:cubicBezTo>
                  <a:cubicBezTo>
                    <a:pt x="31953" y="4439"/>
                    <a:pt x="31945" y="4325"/>
                    <a:pt x="31913" y="4220"/>
                  </a:cubicBezTo>
                  <a:cubicBezTo>
                    <a:pt x="31921" y="4155"/>
                    <a:pt x="31945" y="3895"/>
                    <a:pt x="31953" y="3766"/>
                  </a:cubicBezTo>
                  <a:cubicBezTo>
                    <a:pt x="31961" y="3676"/>
                    <a:pt x="31953" y="3595"/>
                    <a:pt x="31921" y="3506"/>
                  </a:cubicBezTo>
                  <a:cubicBezTo>
                    <a:pt x="31924" y="3482"/>
                    <a:pt x="31927" y="3459"/>
                    <a:pt x="31929" y="3441"/>
                  </a:cubicBezTo>
                  <a:lnTo>
                    <a:pt x="31929" y="3441"/>
                  </a:lnTo>
                  <a:cubicBezTo>
                    <a:pt x="31930" y="3441"/>
                    <a:pt x="31930" y="3442"/>
                    <a:pt x="31931" y="3442"/>
                  </a:cubicBezTo>
                  <a:cubicBezTo>
                    <a:pt x="31994" y="3442"/>
                    <a:pt x="31994" y="3120"/>
                    <a:pt x="32010" y="2671"/>
                  </a:cubicBezTo>
                  <a:cubicBezTo>
                    <a:pt x="32034" y="2225"/>
                    <a:pt x="31994" y="1836"/>
                    <a:pt x="32050" y="1771"/>
                  </a:cubicBezTo>
                  <a:cubicBezTo>
                    <a:pt x="32042" y="1723"/>
                    <a:pt x="32018" y="1674"/>
                    <a:pt x="31986" y="1641"/>
                  </a:cubicBezTo>
                  <a:cubicBezTo>
                    <a:pt x="31864" y="1585"/>
                    <a:pt x="31856" y="1520"/>
                    <a:pt x="31913" y="1455"/>
                  </a:cubicBezTo>
                  <a:cubicBezTo>
                    <a:pt x="32025" y="1383"/>
                    <a:pt x="32018" y="1128"/>
                    <a:pt x="31893" y="1068"/>
                  </a:cubicBezTo>
                  <a:lnTo>
                    <a:pt x="31893" y="1068"/>
                  </a:lnTo>
                  <a:cubicBezTo>
                    <a:pt x="31909" y="1067"/>
                    <a:pt x="31930" y="1066"/>
                    <a:pt x="31953" y="1066"/>
                  </a:cubicBezTo>
                  <a:cubicBezTo>
                    <a:pt x="32059" y="985"/>
                    <a:pt x="31978" y="798"/>
                    <a:pt x="31848" y="750"/>
                  </a:cubicBezTo>
                  <a:cubicBezTo>
                    <a:pt x="31896" y="677"/>
                    <a:pt x="31953" y="612"/>
                    <a:pt x="31880" y="555"/>
                  </a:cubicBezTo>
                  <a:cubicBezTo>
                    <a:pt x="31872" y="490"/>
                    <a:pt x="31872" y="490"/>
                    <a:pt x="31994" y="474"/>
                  </a:cubicBezTo>
                  <a:cubicBezTo>
                    <a:pt x="32050" y="466"/>
                    <a:pt x="32115" y="458"/>
                    <a:pt x="32107" y="393"/>
                  </a:cubicBezTo>
                  <a:cubicBezTo>
                    <a:pt x="32102" y="350"/>
                    <a:pt x="32071" y="339"/>
                    <a:pt x="32035" y="339"/>
                  </a:cubicBezTo>
                  <a:cubicBezTo>
                    <a:pt x="32016" y="339"/>
                    <a:pt x="31996" y="342"/>
                    <a:pt x="31978" y="344"/>
                  </a:cubicBezTo>
                  <a:lnTo>
                    <a:pt x="31961" y="214"/>
                  </a:lnTo>
                  <a:cubicBezTo>
                    <a:pt x="31961" y="214"/>
                    <a:pt x="31954" y="157"/>
                    <a:pt x="31899" y="157"/>
                  </a:cubicBezTo>
                  <a:cubicBezTo>
                    <a:pt x="31896" y="157"/>
                    <a:pt x="31892" y="157"/>
                    <a:pt x="31888" y="158"/>
                  </a:cubicBezTo>
                  <a:cubicBezTo>
                    <a:pt x="31885" y="158"/>
                    <a:pt x="31882" y="158"/>
                    <a:pt x="31879" y="158"/>
                  </a:cubicBezTo>
                  <a:cubicBezTo>
                    <a:pt x="31831" y="158"/>
                    <a:pt x="31823" y="98"/>
                    <a:pt x="31815" y="44"/>
                  </a:cubicBezTo>
                  <a:cubicBezTo>
                    <a:pt x="31849" y="35"/>
                    <a:pt x="31840" y="13"/>
                    <a:pt x="31816" y="13"/>
                  </a:cubicBezTo>
                  <a:cubicBezTo>
                    <a:pt x="31800" y="13"/>
                    <a:pt x="31778" y="23"/>
                    <a:pt x="31759" y="52"/>
                  </a:cubicBezTo>
                  <a:cubicBezTo>
                    <a:pt x="31740" y="55"/>
                    <a:pt x="31720" y="58"/>
                    <a:pt x="31702" y="58"/>
                  </a:cubicBezTo>
                  <a:cubicBezTo>
                    <a:pt x="31665" y="58"/>
                    <a:pt x="31634" y="47"/>
                    <a:pt x="31629" y="4"/>
                  </a:cubicBezTo>
                  <a:lnTo>
                    <a:pt x="31515" y="28"/>
                  </a:lnTo>
                  <a:cubicBezTo>
                    <a:pt x="31394" y="44"/>
                    <a:pt x="31337" y="60"/>
                    <a:pt x="31296" y="190"/>
                  </a:cubicBezTo>
                  <a:cubicBezTo>
                    <a:pt x="31265" y="439"/>
                    <a:pt x="31234" y="621"/>
                    <a:pt x="31339" y="621"/>
                  </a:cubicBezTo>
                  <a:cubicBezTo>
                    <a:pt x="31344" y="621"/>
                    <a:pt x="31348" y="621"/>
                    <a:pt x="31353" y="620"/>
                  </a:cubicBezTo>
                  <a:cubicBezTo>
                    <a:pt x="31386" y="652"/>
                    <a:pt x="31410" y="693"/>
                    <a:pt x="31426" y="741"/>
                  </a:cubicBezTo>
                  <a:cubicBezTo>
                    <a:pt x="31426" y="782"/>
                    <a:pt x="31410" y="831"/>
                    <a:pt x="31386" y="871"/>
                  </a:cubicBezTo>
                  <a:cubicBezTo>
                    <a:pt x="31321" y="879"/>
                    <a:pt x="31369" y="1123"/>
                    <a:pt x="31378" y="1431"/>
                  </a:cubicBezTo>
                  <a:cubicBezTo>
                    <a:pt x="31394" y="1804"/>
                    <a:pt x="31402" y="1982"/>
                    <a:pt x="31345" y="2047"/>
                  </a:cubicBezTo>
                  <a:cubicBezTo>
                    <a:pt x="31313" y="2079"/>
                    <a:pt x="31296" y="2128"/>
                    <a:pt x="31296" y="2177"/>
                  </a:cubicBezTo>
                  <a:cubicBezTo>
                    <a:pt x="31297" y="2176"/>
                    <a:pt x="31298" y="2176"/>
                    <a:pt x="31299" y="2176"/>
                  </a:cubicBezTo>
                  <a:cubicBezTo>
                    <a:pt x="31369" y="2176"/>
                    <a:pt x="31353" y="2546"/>
                    <a:pt x="31345" y="2971"/>
                  </a:cubicBezTo>
                  <a:cubicBezTo>
                    <a:pt x="31353" y="3409"/>
                    <a:pt x="31280" y="3839"/>
                    <a:pt x="31345" y="3839"/>
                  </a:cubicBezTo>
                  <a:cubicBezTo>
                    <a:pt x="31345" y="3903"/>
                    <a:pt x="31337" y="3968"/>
                    <a:pt x="31337" y="3968"/>
                  </a:cubicBezTo>
                  <a:cubicBezTo>
                    <a:pt x="31335" y="3968"/>
                    <a:pt x="31333" y="3968"/>
                    <a:pt x="31332" y="3968"/>
                  </a:cubicBezTo>
                  <a:cubicBezTo>
                    <a:pt x="31279" y="3968"/>
                    <a:pt x="31264" y="4086"/>
                    <a:pt x="31256" y="4203"/>
                  </a:cubicBezTo>
                  <a:cubicBezTo>
                    <a:pt x="31280" y="4285"/>
                    <a:pt x="31296" y="4374"/>
                    <a:pt x="31288" y="4455"/>
                  </a:cubicBezTo>
                  <a:cubicBezTo>
                    <a:pt x="31285" y="4454"/>
                    <a:pt x="31282" y="4454"/>
                    <a:pt x="31279" y="4454"/>
                  </a:cubicBezTo>
                  <a:cubicBezTo>
                    <a:pt x="31230" y="4454"/>
                    <a:pt x="31214" y="4518"/>
                    <a:pt x="31199" y="4633"/>
                  </a:cubicBezTo>
                  <a:cubicBezTo>
                    <a:pt x="31175" y="4755"/>
                    <a:pt x="31167" y="4812"/>
                    <a:pt x="31223" y="4828"/>
                  </a:cubicBezTo>
                  <a:cubicBezTo>
                    <a:pt x="31215" y="4885"/>
                    <a:pt x="31142" y="5314"/>
                    <a:pt x="31053" y="5485"/>
                  </a:cubicBezTo>
                  <a:cubicBezTo>
                    <a:pt x="30988" y="5533"/>
                    <a:pt x="31029" y="5606"/>
                    <a:pt x="31069" y="5679"/>
                  </a:cubicBezTo>
                  <a:cubicBezTo>
                    <a:pt x="31134" y="5695"/>
                    <a:pt x="31167" y="5760"/>
                    <a:pt x="31159" y="5825"/>
                  </a:cubicBezTo>
                  <a:lnTo>
                    <a:pt x="31037" y="5801"/>
                  </a:lnTo>
                  <a:cubicBezTo>
                    <a:pt x="31019" y="5769"/>
                    <a:pt x="31009" y="5751"/>
                    <a:pt x="31001" y="5751"/>
                  </a:cubicBezTo>
                  <a:cubicBezTo>
                    <a:pt x="30990" y="5751"/>
                    <a:pt x="30982" y="5781"/>
                    <a:pt x="30964" y="5849"/>
                  </a:cubicBezTo>
                  <a:lnTo>
                    <a:pt x="30940" y="5963"/>
                  </a:lnTo>
                  <a:cubicBezTo>
                    <a:pt x="30996" y="5979"/>
                    <a:pt x="30932" y="6287"/>
                    <a:pt x="30810" y="6701"/>
                  </a:cubicBezTo>
                  <a:cubicBezTo>
                    <a:pt x="30640" y="7236"/>
                    <a:pt x="30591" y="7414"/>
                    <a:pt x="30640" y="7430"/>
                  </a:cubicBezTo>
                  <a:cubicBezTo>
                    <a:pt x="30696" y="7447"/>
                    <a:pt x="30680" y="7511"/>
                    <a:pt x="30567" y="7665"/>
                  </a:cubicBezTo>
                  <a:cubicBezTo>
                    <a:pt x="30259" y="7957"/>
                    <a:pt x="30259" y="7949"/>
                    <a:pt x="30299" y="8030"/>
                  </a:cubicBezTo>
                  <a:cubicBezTo>
                    <a:pt x="30307" y="8003"/>
                    <a:pt x="30324" y="7995"/>
                    <a:pt x="30345" y="7995"/>
                  </a:cubicBezTo>
                  <a:cubicBezTo>
                    <a:pt x="30369" y="7995"/>
                    <a:pt x="30399" y="8006"/>
                    <a:pt x="30429" y="8014"/>
                  </a:cubicBezTo>
                  <a:cubicBezTo>
                    <a:pt x="30542" y="8055"/>
                    <a:pt x="30518" y="8120"/>
                    <a:pt x="30380" y="8128"/>
                  </a:cubicBezTo>
                  <a:cubicBezTo>
                    <a:pt x="30379" y="8127"/>
                    <a:pt x="30377" y="8127"/>
                    <a:pt x="30375" y="8127"/>
                  </a:cubicBezTo>
                  <a:cubicBezTo>
                    <a:pt x="30324" y="8127"/>
                    <a:pt x="30224" y="8330"/>
                    <a:pt x="30153" y="8549"/>
                  </a:cubicBezTo>
                  <a:cubicBezTo>
                    <a:pt x="30080" y="8776"/>
                    <a:pt x="29999" y="9019"/>
                    <a:pt x="30048" y="9068"/>
                  </a:cubicBezTo>
                  <a:lnTo>
                    <a:pt x="29991" y="9044"/>
                  </a:lnTo>
                  <a:cubicBezTo>
                    <a:pt x="29983" y="9040"/>
                    <a:pt x="29976" y="9039"/>
                    <a:pt x="29969" y="9039"/>
                  </a:cubicBezTo>
                  <a:cubicBezTo>
                    <a:pt x="29926" y="9039"/>
                    <a:pt x="29895" y="9108"/>
                    <a:pt x="29805" y="9303"/>
                  </a:cubicBezTo>
                  <a:lnTo>
                    <a:pt x="29724" y="9465"/>
                  </a:lnTo>
                  <a:cubicBezTo>
                    <a:pt x="29831" y="9519"/>
                    <a:pt x="29632" y="9800"/>
                    <a:pt x="29563" y="9800"/>
                  </a:cubicBezTo>
                  <a:cubicBezTo>
                    <a:pt x="29559" y="9800"/>
                    <a:pt x="29556" y="9799"/>
                    <a:pt x="29553" y="9798"/>
                  </a:cubicBezTo>
                  <a:cubicBezTo>
                    <a:pt x="29472" y="9822"/>
                    <a:pt x="29472" y="9822"/>
                    <a:pt x="29407" y="9928"/>
                  </a:cubicBezTo>
                  <a:cubicBezTo>
                    <a:pt x="29423" y="10140"/>
                    <a:pt x="29238" y="10360"/>
                    <a:pt x="29175" y="10360"/>
                  </a:cubicBezTo>
                  <a:cubicBezTo>
                    <a:pt x="29171" y="10360"/>
                    <a:pt x="29167" y="10359"/>
                    <a:pt x="29164" y="10357"/>
                  </a:cubicBezTo>
                  <a:lnTo>
                    <a:pt x="29107" y="10471"/>
                  </a:lnTo>
                  <a:cubicBezTo>
                    <a:pt x="29107" y="10560"/>
                    <a:pt x="29083" y="10641"/>
                    <a:pt x="29026" y="10714"/>
                  </a:cubicBezTo>
                  <a:cubicBezTo>
                    <a:pt x="28934" y="10849"/>
                    <a:pt x="28897" y="10903"/>
                    <a:pt x="28945" y="10903"/>
                  </a:cubicBezTo>
                  <a:cubicBezTo>
                    <a:pt x="28952" y="10903"/>
                    <a:pt x="28960" y="10902"/>
                    <a:pt x="28970" y="10900"/>
                  </a:cubicBezTo>
                  <a:cubicBezTo>
                    <a:pt x="29026" y="10933"/>
                    <a:pt x="29075" y="10965"/>
                    <a:pt x="29043" y="11014"/>
                  </a:cubicBezTo>
                  <a:lnTo>
                    <a:pt x="28986" y="10982"/>
                  </a:lnTo>
                  <a:cubicBezTo>
                    <a:pt x="28981" y="10979"/>
                    <a:pt x="28977" y="10977"/>
                    <a:pt x="28971" y="10977"/>
                  </a:cubicBezTo>
                  <a:cubicBezTo>
                    <a:pt x="28918" y="10977"/>
                    <a:pt x="28820" y="11122"/>
                    <a:pt x="28702" y="11314"/>
                  </a:cubicBezTo>
                  <a:cubicBezTo>
                    <a:pt x="28532" y="11573"/>
                    <a:pt x="28451" y="11671"/>
                    <a:pt x="28361" y="11679"/>
                  </a:cubicBezTo>
                  <a:lnTo>
                    <a:pt x="28378" y="11768"/>
                  </a:lnTo>
                  <a:cubicBezTo>
                    <a:pt x="28384" y="11832"/>
                    <a:pt x="28360" y="11875"/>
                    <a:pt x="28326" y="11875"/>
                  </a:cubicBezTo>
                  <a:cubicBezTo>
                    <a:pt x="28317" y="11875"/>
                    <a:pt x="28307" y="11872"/>
                    <a:pt x="28297" y="11865"/>
                  </a:cubicBezTo>
                  <a:cubicBezTo>
                    <a:pt x="28216" y="11882"/>
                    <a:pt x="28061" y="12076"/>
                    <a:pt x="28037" y="12214"/>
                  </a:cubicBezTo>
                  <a:lnTo>
                    <a:pt x="27956" y="12311"/>
                  </a:lnTo>
                  <a:cubicBezTo>
                    <a:pt x="27948" y="12310"/>
                    <a:pt x="27940" y="12310"/>
                    <a:pt x="27933" y="12310"/>
                  </a:cubicBezTo>
                  <a:cubicBezTo>
                    <a:pt x="27814" y="12310"/>
                    <a:pt x="27723" y="12424"/>
                    <a:pt x="27761" y="12546"/>
                  </a:cubicBezTo>
                  <a:cubicBezTo>
                    <a:pt x="27749" y="12536"/>
                    <a:pt x="27737" y="12531"/>
                    <a:pt x="27725" y="12531"/>
                  </a:cubicBezTo>
                  <a:cubicBezTo>
                    <a:pt x="27692" y="12531"/>
                    <a:pt x="27662" y="12567"/>
                    <a:pt x="27632" y="12603"/>
                  </a:cubicBezTo>
                  <a:cubicBezTo>
                    <a:pt x="27602" y="12720"/>
                    <a:pt x="27460" y="12884"/>
                    <a:pt x="27403" y="12884"/>
                  </a:cubicBezTo>
                  <a:cubicBezTo>
                    <a:pt x="27397" y="12884"/>
                    <a:pt x="27392" y="12883"/>
                    <a:pt x="27389" y="12879"/>
                  </a:cubicBezTo>
                  <a:lnTo>
                    <a:pt x="27348" y="12919"/>
                  </a:lnTo>
                  <a:cubicBezTo>
                    <a:pt x="27348" y="12992"/>
                    <a:pt x="27316" y="13057"/>
                    <a:pt x="27267" y="13098"/>
                  </a:cubicBezTo>
                  <a:cubicBezTo>
                    <a:pt x="27210" y="13146"/>
                    <a:pt x="27186" y="13211"/>
                    <a:pt x="27186" y="13284"/>
                  </a:cubicBezTo>
                  <a:cubicBezTo>
                    <a:pt x="27186" y="13333"/>
                    <a:pt x="27170" y="13373"/>
                    <a:pt x="27137" y="13414"/>
                  </a:cubicBezTo>
                  <a:cubicBezTo>
                    <a:pt x="27130" y="13421"/>
                    <a:pt x="27124" y="13424"/>
                    <a:pt x="27120" y="13424"/>
                  </a:cubicBezTo>
                  <a:cubicBezTo>
                    <a:pt x="27097" y="13424"/>
                    <a:pt x="27097" y="13351"/>
                    <a:pt x="27097" y="13284"/>
                  </a:cubicBezTo>
                  <a:cubicBezTo>
                    <a:pt x="27110" y="13248"/>
                    <a:pt x="27110" y="13232"/>
                    <a:pt x="27101" y="13232"/>
                  </a:cubicBezTo>
                  <a:cubicBezTo>
                    <a:pt x="27079" y="13232"/>
                    <a:pt x="27000" y="13342"/>
                    <a:pt x="26959" y="13495"/>
                  </a:cubicBezTo>
                  <a:cubicBezTo>
                    <a:pt x="26933" y="13611"/>
                    <a:pt x="26921" y="13666"/>
                    <a:pt x="26916" y="13666"/>
                  </a:cubicBezTo>
                  <a:cubicBezTo>
                    <a:pt x="26912" y="13666"/>
                    <a:pt x="26914" y="13623"/>
                    <a:pt x="26918" y="13544"/>
                  </a:cubicBezTo>
                  <a:cubicBezTo>
                    <a:pt x="26918" y="13487"/>
                    <a:pt x="26922" y="13433"/>
                    <a:pt x="26911" y="13433"/>
                  </a:cubicBezTo>
                  <a:cubicBezTo>
                    <a:pt x="26906" y="13433"/>
                    <a:pt x="26895" y="13451"/>
                    <a:pt x="26878" y="13495"/>
                  </a:cubicBezTo>
                  <a:cubicBezTo>
                    <a:pt x="26878" y="13495"/>
                    <a:pt x="26789" y="13584"/>
                    <a:pt x="26829" y="13625"/>
                  </a:cubicBezTo>
                  <a:lnTo>
                    <a:pt x="26691" y="13754"/>
                  </a:lnTo>
                  <a:cubicBezTo>
                    <a:pt x="26610" y="13779"/>
                    <a:pt x="26537" y="13827"/>
                    <a:pt x="26472" y="13884"/>
                  </a:cubicBezTo>
                  <a:cubicBezTo>
                    <a:pt x="26472" y="13973"/>
                    <a:pt x="26472" y="13973"/>
                    <a:pt x="26391" y="13973"/>
                  </a:cubicBezTo>
                  <a:cubicBezTo>
                    <a:pt x="26380" y="13960"/>
                    <a:pt x="26369" y="13954"/>
                    <a:pt x="26359" y="13954"/>
                  </a:cubicBezTo>
                  <a:cubicBezTo>
                    <a:pt x="26334" y="13954"/>
                    <a:pt x="26324" y="13998"/>
                    <a:pt x="26383" y="14062"/>
                  </a:cubicBezTo>
                  <a:cubicBezTo>
                    <a:pt x="26383" y="14127"/>
                    <a:pt x="26326" y="14179"/>
                    <a:pt x="26263" y="14179"/>
                  </a:cubicBezTo>
                  <a:cubicBezTo>
                    <a:pt x="26254" y="14179"/>
                    <a:pt x="26246" y="14178"/>
                    <a:pt x="26237" y="14176"/>
                  </a:cubicBezTo>
                  <a:cubicBezTo>
                    <a:pt x="26205" y="14137"/>
                    <a:pt x="26178" y="14123"/>
                    <a:pt x="26160" y="14123"/>
                  </a:cubicBezTo>
                  <a:cubicBezTo>
                    <a:pt x="26139" y="14123"/>
                    <a:pt x="26133" y="14145"/>
                    <a:pt x="26156" y="14168"/>
                  </a:cubicBezTo>
                  <a:cubicBezTo>
                    <a:pt x="26148" y="14217"/>
                    <a:pt x="26132" y="14265"/>
                    <a:pt x="26099" y="14298"/>
                  </a:cubicBezTo>
                  <a:cubicBezTo>
                    <a:pt x="26096" y="14295"/>
                    <a:pt x="26092" y="14293"/>
                    <a:pt x="26087" y="14293"/>
                  </a:cubicBezTo>
                  <a:cubicBezTo>
                    <a:pt x="26047" y="14293"/>
                    <a:pt x="25941" y="14369"/>
                    <a:pt x="25791" y="14476"/>
                  </a:cubicBezTo>
                  <a:lnTo>
                    <a:pt x="25516" y="14703"/>
                  </a:lnTo>
                  <a:lnTo>
                    <a:pt x="25183" y="14938"/>
                  </a:lnTo>
                  <a:cubicBezTo>
                    <a:pt x="25135" y="14979"/>
                    <a:pt x="25118" y="15052"/>
                    <a:pt x="25151" y="15100"/>
                  </a:cubicBezTo>
                  <a:cubicBezTo>
                    <a:pt x="25186" y="15151"/>
                    <a:pt x="25197" y="15166"/>
                    <a:pt x="25188" y="15166"/>
                  </a:cubicBezTo>
                  <a:cubicBezTo>
                    <a:pt x="25179" y="15166"/>
                    <a:pt x="25148" y="15149"/>
                    <a:pt x="25102" y="15141"/>
                  </a:cubicBezTo>
                  <a:cubicBezTo>
                    <a:pt x="25048" y="15101"/>
                    <a:pt x="25000" y="15084"/>
                    <a:pt x="24969" y="15084"/>
                  </a:cubicBezTo>
                  <a:cubicBezTo>
                    <a:pt x="24911" y="15084"/>
                    <a:pt x="24905" y="15140"/>
                    <a:pt x="25005" y="15214"/>
                  </a:cubicBezTo>
                  <a:cubicBezTo>
                    <a:pt x="25073" y="15248"/>
                    <a:pt x="25101" y="15262"/>
                    <a:pt x="25074" y="15262"/>
                  </a:cubicBezTo>
                  <a:cubicBezTo>
                    <a:pt x="25056" y="15262"/>
                    <a:pt x="25015" y="15256"/>
                    <a:pt x="24948" y="15246"/>
                  </a:cubicBezTo>
                  <a:cubicBezTo>
                    <a:pt x="24925" y="15244"/>
                    <a:pt x="24908" y="15242"/>
                    <a:pt x="24896" y="15242"/>
                  </a:cubicBezTo>
                  <a:cubicBezTo>
                    <a:pt x="24866" y="15242"/>
                    <a:pt x="24862" y="15256"/>
                    <a:pt x="24851" y="15319"/>
                  </a:cubicBezTo>
                  <a:cubicBezTo>
                    <a:pt x="24872" y="15351"/>
                    <a:pt x="24859" y="15379"/>
                    <a:pt x="24838" y="15379"/>
                  </a:cubicBezTo>
                  <a:cubicBezTo>
                    <a:pt x="24827" y="15379"/>
                    <a:pt x="24813" y="15371"/>
                    <a:pt x="24802" y="15352"/>
                  </a:cubicBezTo>
                  <a:cubicBezTo>
                    <a:pt x="24761" y="15348"/>
                    <a:pt x="24721" y="15342"/>
                    <a:pt x="24694" y="15342"/>
                  </a:cubicBezTo>
                  <a:cubicBezTo>
                    <a:pt x="24662" y="15342"/>
                    <a:pt x="24647" y="15350"/>
                    <a:pt x="24664" y="15376"/>
                  </a:cubicBezTo>
                  <a:cubicBezTo>
                    <a:pt x="24639" y="15391"/>
                    <a:pt x="24610" y="15397"/>
                    <a:pt x="24580" y="15397"/>
                  </a:cubicBezTo>
                  <a:cubicBezTo>
                    <a:pt x="24562" y="15397"/>
                    <a:pt x="24544" y="15395"/>
                    <a:pt x="24526" y="15392"/>
                  </a:cubicBezTo>
                  <a:cubicBezTo>
                    <a:pt x="24516" y="15389"/>
                    <a:pt x="24507" y="15388"/>
                    <a:pt x="24499" y="15388"/>
                  </a:cubicBezTo>
                  <a:cubicBezTo>
                    <a:pt x="24433" y="15388"/>
                    <a:pt x="24418" y="15466"/>
                    <a:pt x="24397" y="15538"/>
                  </a:cubicBezTo>
                  <a:cubicBezTo>
                    <a:pt x="24339" y="15653"/>
                    <a:pt x="24299" y="15711"/>
                    <a:pt x="24274" y="15711"/>
                  </a:cubicBezTo>
                  <a:cubicBezTo>
                    <a:pt x="24256" y="15711"/>
                    <a:pt x="24246" y="15684"/>
                    <a:pt x="24243" y="15627"/>
                  </a:cubicBezTo>
                  <a:cubicBezTo>
                    <a:pt x="24241" y="15598"/>
                    <a:pt x="24228" y="15586"/>
                    <a:pt x="24208" y="15586"/>
                  </a:cubicBezTo>
                  <a:cubicBezTo>
                    <a:pt x="24141" y="15586"/>
                    <a:pt x="23999" y="15731"/>
                    <a:pt x="23999" y="15838"/>
                  </a:cubicBezTo>
                  <a:cubicBezTo>
                    <a:pt x="24005" y="15925"/>
                    <a:pt x="24006" y="15957"/>
                    <a:pt x="24001" y="15957"/>
                  </a:cubicBezTo>
                  <a:cubicBezTo>
                    <a:pt x="23998" y="15957"/>
                    <a:pt x="23992" y="15945"/>
                    <a:pt x="23983" y="15927"/>
                  </a:cubicBezTo>
                  <a:cubicBezTo>
                    <a:pt x="23967" y="15906"/>
                    <a:pt x="23947" y="15895"/>
                    <a:pt x="23926" y="15895"/>
                  </a:cubicBezTo>
                  <a:cubicBezTo>
                    <a:pt x="23916" y="15895"/>
                    <a:pt x="23905" y="15898"/>
                    <a:pt x="23894" y="15903"/>
                  </a:cubicBezTo>
                  <a:cubicBezTo>
                    <a:pt x="23865" y="15922"/>
                    <a:pt x="23832" y="15942"/>
                    <a:pt x="23806" y="15942"/>
                  </a:cubicBezTo>
                  <a:cubicBezTo>
                    <a:pt x="23789" y="15942"/>
                    <a:pt x="23774" y="15934"/>
                    <a:pt x="23764" y="15911"/>
                  </a:cubicBezTo>
                  <a:cubicBezTo>
                    <a:pt x="23708" y="15952"/>
                    <a:pt x="23667" y="16000"/>
                    <a:pt x="23627" y="16057"/>
                  </a:cubicBezTo>
                  <a:cubicBezTo>
                    <a:pt x="23589" y="16153"/>
                    <a:pt x="23499" y="16207"/>
                    <a:pt x="23404" y="16207"/>
                  </a:cubicBezTo>
                  <a:cubicBezTo>
                    <a:pt x="23356" y="16207"/>
                    <a:pt x="23306" y="16193"/>
                    <a:pt x="23262" y="16162"/>
                  </a:cubicBezTo>
                  <a:lnTo>
                    <a:pt x="23181" y="16276"/>
                  </a:lnTo>
                  <a:cubicBezTo>
                    <a:pt x="23175" y="16364"/>
                    <a:pt x="23162" y="16430"/>
                    <a:pt x="23137" y="16430"/>
                  </a:cubicBezTo>
                  <a:cubicBezTo>
                    <a:pt x="23124" y="16430"/>
                    <a:pt x="23110" y="16415"/>
                    <a:pt x="23091" y="16381"/>
                  </a:cubicBezTo>
                  <a:cubicBezTo>
                    <a:pt x="23082" y="16360"/>
                    <a:pt x="23074" y="16341"/>
                    <a:pt x="23067" y="16327"/>
                  </a:cubicBezTo>
                  <a:lnTo>
                    <a:pt x="23067" y="16327"/>
                  </a:lnTo>
                  <a:cubicBezTo>
                    <a:pt x="23065" y="16414"/>
                    <a:pt x="22962" y="16468"/>
                    <a:pt x="22876" y="16468"/>
                  </a:cubicBezTo>
                  <a:cubicBezTo>
                    <a:pt x="22828" y="16468"/>
                    <a:pt x="22784" y="16451"/>
                    <a:pt x="22767" y="16414"/>
                  </a:cubicBezTo>
                  <a:cubicBezTo>
                    <a:pt x="22752" y="16379"/>
                    <a:pt x="22747" y="16366"/>
                    <a:pt x="22732" y="16366"/>
                  </a:cubicBezTo>
                  <a:cubicBezTo>
                    <a:pt x="22722" y="16366"/>
                    <a:pt x="22708" y="16372"/>
                    <a:pt x="22686" y="16381"/>
                  </a:cubicBezTo>
                  <a:lnTo>
                    <a:pt x="22710" y="16438"/>
                  </a:lnTo>
                  <a:cubicBezTo>
                    <a:pt x="22735" y="16495"/>
                    <a:pt x="22759" y="16543"/>
                    <a:pt x="22702" y="16568"/>
                  </a:cubicBezTo>
                  <a:cubicBezTo>
                    <a:pt x="22667" y="16581"/>
                    <a:pt x="22634" y="16594"/>
                    <a:pt x="22607" y="16594"/>
                  </a:cubicBezTo>
                  <a:cubicBezTo>
                    <a:pt x="22585" y="16594"/>
                    <a:pt x="22567" y="16585"/>
                    <a:pt x="22556" y="16560"/>
                  </a:cubicBezTo>
                  <a:cubicBezTo>
                    <a:pt x="22507" y="16540"/>
                    <a:pt x="22459" y="16521"/>
                    <a:pt x="22433" y="16521"/>
                  </a:cubicBezTo>
                  <a:cubicBezTo>
                    <a:pt x="22416" y="16521"/>
                    <a:pt x="22409" y="16529"/>
                    <a:pt x="22418" y="16552"/>
                  </a:cubicBezTo>
                  <a:cubicBezTo>
                    <a:pt x="22403" y="16558"/>
                    <a:pt x="22386" y="16560"/>
                    <a:pt x="22369" y="16560"/>
                  </a:cubicBezTo>
                  <a:cubicBezTo>
                    <a:pt x="22341" y="16560"/>
                    <a:pt x="22311" y="16553"/>
                    <a:pt x="22281" y="16543"/>
                  </a:cubicBezTo>
                  <a:lnTo>
                    <a:pt x="22054" y="16633"/>
                  </a:lnTo>
                  <a:cubicBezTo>
                    <a:pt x="22031" y="16689"/>
                    <a:pt x="21965" y="16730"/>
                    <a:pt x="21921" y="16730"/>
                  </a:cubicBezTo>
                  <a:cubicBezTo>
                    <a:pt x="21903" y="16730"/>
                    <a:pt x="21888" y="16723"/>
                    <a:pt x="21883" y="16706"/>
                  </a:cubicBezTo>
                  <a:cubicBezTo>
                    <a:pt x="21818" y="16730"/>
                    <a:pt x="21770" y="16770"/>
                    <a:pt x="21729" y="16827"/>
                  </a:cubicBezTo>
                  <a:cubicBezTo>
                    <a:pt x="21665" y="16850"/>
                    <a:pt x="21616" y="16865"/>
                    <a:pt x="21583" y="16865"/>
                  </a:cubicBezTo>
                  <a:cubicBezTo>
                    <a:pt x="21558" y="16865"/>
                    <a:pt x="21542" y="16856"/>
                    <a:pt x="21535" y="16835"/>
                  </a:cubicBezTo>
                  <a:cubicBezTo>
                    <a:pt x="21527" y="16809"/>
                    <a:pt x="21523" y="16795"/>
                    <a:pt x="21517" y="16795"/>
                  </a:cubicBezTo>
                  <a:cubicBezTo>
                    <a:pt x="21510" y="16795"/>
                    <a:pt x="21500" y="16813"/>
                    <a:pt x="21478" y="16852"/>
                  </a:cubicBezTo>
                  <a:cubicBezTo>
                    <a:pt x="21494" y="16908"/>
                    <a:pt x="21437" y="16925"/>
                    <a:pt x="21381" y="16941"/>
                  </a:cubicBezTo>
                  <a:lnTo>
                    <a:pt x="21259" y="16981"/>
                  </a:lnTo>
                  <a:cubicBezTo>
                    <a:pt x="21275" y="17038"/>
                    <a:pt x="21275" y="17038"/>
                    <a:pt x="21219" y="17054"/>
                  </a:cubicBezTo>
                  <a:cubicBezTo>
                    <a:pt x="21162" y="17079"/>
                    <a:pt x="20967" y="17079"/>
                    <a:pt x="20902" y="17095"/>
                  </a:cubicBezTo>
                  <a:cubicBezTo>
                    <a:pt x="20732" y="17152"/>
                    <a:pt x="20732" y="17152"/>
                    <a:pt x="20805" y="17192"/>
                  </a:cubicBezTo>
                  <a:cubicBezTo>
                    <a:pt x="20814" y="17188"/>
                    <a:pt x="20822" y="17187"/>
                    <a:pt x="20829" y="17187"/>
                  </a:cubicBezTo>
                  <a:cubicBezTo>
                    <a:pt x="20857" y="17187"/>
                    <a:pt x="20858" y="17214"/>
                    <a:pt x="20800" y="17214"/>
                  </a:cubicBezTo>
                  <a:cubicBezTo>
                    <a:pt x="20787" y="17214"/>
                    <a:pt x="20769" y="17212"/>
                    <a:pt x="20748" y="17208"/>
                  </a:cubicBezTo>
                  <a:cubicBezTo>
                    <a:pt x="20683" y="17233"/>
                    <a:pt x="20489" y="17208"/>
                    <a:pt x="20310" y="17257"/>
                  </a:cubicBezTo>
                  <a:cubicBezTo>
                    <a:pt x="20067" y="17314"/>
                    <a:pt x="20067" y="17314"/>
                    <a:pt x="20083" y="17370"/>
                  </a:cubicBezTo>
                  <a:cubicBezTo>
                    <a:pt x="20131" y="17427"/>
                    <a:pt x="20135" y="17458"/>
                    <a:pt x="20114" y="17458"/>
                  </a:cubicBezTo>
                  <a:cubicBezTo>
                    <a:pt x="20096" y="17458"/>
                    <a:pt x="20060" y="17435"/>
                    <a:pt x="20019" y="17387"/>
                  </a:cubicBezTo>
                  <a:cubicBezTo>
                    <a:pt x="19946" y="17342"/>
                    <a:pt x="19895" y="17324"/>
                    <a:pt x="19864" y="17324"/>
                  </a:cubicBezTo>
                  <a:cubicBezTo>
                    <a:pt x="19832" y="17324"/>
                    <a:pt x="19820" y="17342"/>
                    <a:pt x="19824" y="17370"/>
                  </a:cubicBezTo>
                  <a:cubicBezTo>
                    <a:pt x="19775" y="17443"/>
                    <a:pt x="19775" y="17443"/>
                    <a:pt x="19719" y="17460"/>
                  </a:cubicBezTo>
                  <a:cubicBezTo>
                    <a:pt x="19712" y="17437"/>
                    <a:pt x="19699" y="17426"/>
                    <a:pt x="19679" y="17426"/>
                  </a:cubicBezTo>
                  <a:cubicBezTo>
                    <a:pt x="19648" y="17426"/>
                    <a:pt x="19600" y="17451"/>
                    <a:pt x="19532" y="17500"/>
                  </a:cubicBezTo>
                  <a:cubicBezTo>
                    <a:pt x="19517" y="17502"/>
                    <a:pt x="19505" y="17504"/>
                    <a:pt x="19497" y="17504"/>
                  </a:cubicBezTo>
                  <a:cubicBezTo>
                    <a:pt x="19474" y="17504"/>
                    <a:pt x="19471" y="17493"/>
                    <a:pt x="19459" y="17452"/>
                  </a:cubicBezTo>
                  <a:lnTo>
                    <a:pt x="19338" y="17468"/>
                  </a:lnTo>
                  <a:cubicBezTo>
                    <a:pt x="19274" y="17557"/>
                    <a:pt x="19091" y="17592"/>
                    <a:pt x="18951" y="17592"/>
                  </a:cubicBezTo>
                  <a:cubicBezTo>
                    <a:pt x="18875" y="17592"/>
                    <a:pt x="18812" y="17582"/>
                    <a:pt x="18786" y="17565"/>
                  </a:cubicBezTo>
                  <a:cubicBezTo>
                    <a:pt x="18746" y="17573"/>
                    <a:pt x="18705" y="17606"/>
                    <a:pt x="18673" y="17646"/>
                  </a:cubicBezTo>
                  <a:cubicBezTo>
                    <a:pt x="18651" y="17714"/>
                    <a:pt x="18623" y="17749"/>
                    <a:pt x="18599" y="17749"/>
                  </a:cubicBezTo>
                  <a:cubicBezTo>
                    <a:pt x="18578" y="17749"/>
                    <a:pt x="18559" y="17720"/>
                    <a:pt x="18551" y="17662"/>
                  </a:cubicBezTo>
                  <a:cubicBezTo>
                    <a:pt x="18543" y="17604"/>
                    <a:pt x="18539" y="17575"/>
                    <a:pt x="18533" y="17575"/>
                  </a:cubicBezTo>
                  <a:cubicBezTo>
                    <a:pt x="18525" y="17575"/>
                    <a:pt x="18515" y="17608"/>
                    <a:pt x="18494" y="17670"/>
                  </a:cubicBezTo>
                  <a:cubicBezTo>
                    <a:pt x="18466" y="17703"/>
                    <a:pt x="18373" y="17727"/>
                    <a:pt x="18294" y="17727"/>
                  </a:cubicBezTo>
                  <a:cubicBezTo>
                    <a:pt x="18215" y="17727"/>
                    <a:pt x="18150" y="17703"/>
                    <a:pt x="18178" y="17638"/>
                  </a:cubicBezTo>
                  <a:lnTo>
                    <a:pt x="18162" y="17524"/>
                  </a:lnTo>
                  <a:cubicBezTo>
                    <a:pt x="18129" y="17557"/>
                    <a:pt x="18089" y="17581"/>
                    <a:pt x="18048" y="17589"/>
                  </a:cubicBezTo>
                  <a:cubicBezTo>
                    <a:pt x="18048" y="17654"/>
                    <a:pt x="17992" y="17662"/>
                    <a:pt x="17805" y="17679"/>
                  </a:cubicBezTo>
                  <a:cubicBezTo>
                    <a:pt x="17688" y="17686"/>
                    <a:pt x="17460" y="17776"/>
                    <a:pt x="17327" y="17776"/>
                  </a:cubicBezTo>
                  <a:cubicBezTo>
                    <a:pt x="17321" y="17776"/>
                    <a:pt x="17316" y="17776"/>
                    <a:pt x="17311" y="17776"/>
                  </a:cubicBezTo>
                  <a:cubicBezTo>
                    <a:pt x="17284" y="17776"/>
                    <a:pt x="17253" y="17776"/>
                    <a:pt x="17222" y="17776"/>
                  </a:cubicBezTo>
                  <a:cubicBezTo>
                    <a:pt x="17112" y="17776"/>
                    <a:pt x="16988" y="17771"/>
                    <a:pt x="16938" y="17727"/>
                  </a:cubicBezTo>
                  <a:cubicBezTo>
                    <a:pt x="16848" y="17727"/>
                    <a:pt x="16767" y="17751"/>
                    <a:pt x="16694" y="17792"/>
                  </a:cubicBezTo>
                  <a:cubicBezTo>
                    <a:pt x="16661" y="17826"/>
                    <a:pt x="16610" y="17842"/>
                    <a:pt x="16569" y="17842"/>
                  </a:cubicBezTo>
                  <a:cubicBezTo>
                    <a:pt x="16530" y="17842"/>
                    <a:pt x="16500" y="17828"/>
                    <a:pt x="16500" y="17800"/>
                  </a:cubicBezTo>
                  <a:lnTo>
                    <a:pt x="16443" y="17800"/>
                  </a:lnTo>
                  <a:cubicBezTo>
                    <a:pt x="16386" y="17833"/>
                    <a:pt x="16321" y="17857"/>
                    <a:pt x="16257" y="17857"/>
                  </a:cubicBezTo>
                  <a:cubicBezTo>
                    <a:pt x="16257" y="17816"/>
                    <a:pt x="16222" y="17770"/>
                    <a:pt x="16179" y="17770"/>
                  </a:cubicBezTo>
                  <a:cubicBezTo>
                    <a:pt x="16162" y="17770"/>
                    <a:pt x="16145" y="17777"/>
                    <a:pt x="16127" y="17792"/>
                  </a:cubicBezTo>
                  <a:cubicBezTo>
                    <a:pt x="16127" y="17844"/>
                    <a:pt x="16091" y="17849"/>
                    <a:pt x="16010" y="17849"/>
                  </a:cubicBezTo>
                  <a:cubicBezTo>
                    <a:pt x="15989" y="17849"/>
                    <a:pt x="15966" y="17849"/>
                    <a:pt x="15940" y="17849"/>
                  </a:cubicBezTo>
                  <a:cubicBezTo>
                    <a:pt x="15884" y="17800"/>
                    <a:pt x="15332" y="17800"/>
                    <a:pt x="14813" y="17727"/>
                  </a:cubicBezTo>
                  <a:lnTo>
                    <a:pt x="14092" y="17654"/>
                  </a:lnTo>
                  <a:cubicBezTo>
                    <a:pt x="13957" y="17637"/>
                    <a:pt x="13852" y="17623"/>
                    <a:pt x="13801" y="17623"/>
                  </a:cubicBezTo>
                  <a:cubicBezTo>
                    <a:pt x="13781" y="17623"/>
                    <a:pt x="13770" y="17625"/>
                    <a:pt x="13767" y="17630"/>
                  </a:cubicBezTo>
                  <a:lnTo>
                    <a:pt x="13589" y="17597"/>
                  </a:lnTo>
                  <a:lnTo>
                    <a:pt x="13403" y="17565"/>
                  </a:lnTo>
                  <a:cubicBezTo>
                    <a:pt x="13422" y="17469"/>
                    <a:pt x="13229" y="17459"/>
                    <a:pt x="13051" y="17459"/>
                  </a:cubicBezTo>
                  <a:cubicBezTo>
                    <a:pt x="13003" y="17459"/>
                    <a:pt x="12957" y="17460"/>
                    <a:pt x="12916" y="17460"/>
                  </a:cubicBezTo>
                  <a:cubicBezTo>
                    <a:pt x="12877" y="17479"/>
                    <a:pt x="12838" y="17490"/>
                    <a:pt x="12798" y="17490"/>
                  </a:cubicBezTo>
                  <a:cubicBezTo>
                    <a:pt x="12773" y="17490"/>
                    <a:pt x="12747" y="17485"/>
                    <a:pt x="12722" y="17476"/>
                  </a:cubicBezTo>
                  <a:cubicBezTo>
                    <a:pt x="12742" y="17381"/>
                    <a:pt x="12622" y="17332"/>
                    <a:pt x="12502" y="17332"/>
                  </a:cubicBezTo>
                  <a:cubicBezTo>
                    <a:pt x="12477" y="17332"/>
                    <a:pt x="12453" y="17334"/>
                    <a:pt x="12430" y="17338"/>
                  </a:cubicBezTo>
                  <a:cubicBezTo>
                    <a:pt x="12390" y="17385"/>
                    <a:pt x="12357" y="17408"/>
                    <a:pt x="12334" y="17408"/>
                  </a:cubicBezTo>
                  <a:cubicBezTo>
                    <a:pt x="12306" y="17408"/>
                    <a:pt x="12295" y="17373"/>
                    <a:pt x="12308" y="17306"/>
                  </a:cubicBezTo>
                  <a:cubicBezTo>
                    <a:pt x="12325" y="17245"/>
                    <a:pt x="12301" y="17208"/>
                    <a:pt x="12250" y="17208"/>
                  </a:cubicBezTo>
                  <a:cubicBezTo>
                    <a:pt x="12204" y="17208"/>
                    <a:pt x="12137" y="17237"/>
                    <a:pt x="12057" y="17306"/>
                  </a:cubicBezTo>
                  <a:cubicBezTo>
                    <a:pt x="12022" y="17323"/>
                    <a:pt x="12002" y="17333"/>
                    <a:pt x="11988" y="17333"/>
                  </a:cubicBezTo>
                  <a:cubicBezTo>
                    <a:pt x="11968" y="17333"/>
                    <a:pt x="11958" y="17315"/>
                    <a:pt x="11935" y="17273"/>
                  </a:cubicBezTo>
                  <a:cubicBezTo>
                    <a:pt x="11919" y="17183"/>
                    <a:pt x="11886" y="17145"/>
                    <a:pt x="11861" y="17145"/>
                  </a:cubicBezTo>
                  <a:cubicBezTo>
                    <a:pt x="11847" y="17145"/>
                    <a:pt x="11835" y="17156"/>
                    <a:pt x="11830" y="17176"/>
                  </a:cubicBezTo>
                  <a:cubicBezTo>
                    <a:pt x="11793" y="17216"/>
                    <a:pt x="11760" y="17235"/>
                    <a:pt x="11733" y="17235"/>
                  </a:cubicBezTo>
                  <a:cubicBezTo>
                    <a:pt x="11694" y="17235"/>
                    <a:pt x="11666" y="17195"/>
                    <a:pt x="11651" y="17119"/>
                  </a:cubicBezTo>
                  <a:cubicBezTo>
                    <a:pt x="11605" y="17032"/>
                    <a:pt x="11588" y="16994"/>
                    <a:pt x="11564" y="16994"/>
                  </a:cubicBezTo>
                  <a:cubicBezTo>
                    <a:pt x="11545" y="16994"/>
                    <a:pt x="11523" y="17016"/>
                    <a:pt x="11481" y="17054"/>
                  </a:cubicBezTo>
                  <a:cubicBezTo>
                    <a:pt x="11451" y="17084"/>
                    <a:pt x="11408" y="17097"/>
                    <a:pt x="11361" y="17097"/>
                  </a:cubicBezTo>
                  <a:cubicBezTo>
                    <a:pt x="11256" y="17097"/>
                    <a:pt x="11136" y="17031"/>
                    <a:pt x="11124" y="16941"/>
                  </a:cubicBezTo>
                  <a:cubicBezTo>
                    <a:pt x="11083" y="16923"/>
                    <a:pt x="11050" y="16879"/>
                    <a:pt x="11029" y="16879"/>
                  </a:cubicBezTo>
                  <a:cubicBezTo>
                    <a:pt x="11021" y="16879"/>
                    <a:pt x="11015" y="16885"/>
                    <a:pt x="11011" y="16900"/>
                  </a:cubicBezTo>
                  <a:lnTo>
                    <a:pt x="10970" y="16819"/>
                  </a:lnTo>
                  <a:lnTo>
                    <a:pt x="10857" y="16779"/>
                  </a:lnTo>
                  <a:lnTo>
                    <a:pt x="10832" y="16835"/>
                  </a:lnTo>
                  <a:cubicBezTo>
                    <a:pt x="10776" y="16811"/>
                    <a:pt x="10451" y="16608"/>
                    <a:pt x="10054" y="16438"/>
                  </a:cubicBezTo>
                  <a:cubicBezTo>
                    <a:pt x="9604" y="16222"/>
                    <a:pt x="9429" y="16130"/>
                    <a:pt x="9379" y="16130"/>
                  </a:cubicBezTo>
                  <a:cubicBezTo>
                    <a:pt x="9361" y="16130"/>
                    <a:pt x="9359" y="16141"/>
                    <a:pt x="9365" y="16162"/>
                  </a:cubicBezTo>
                  <a:cubicBezTo>
                    <a:pt x="9365" y="16218"/>
                    <a:pt x="9347" y="16242"/>
                    <a:pt x="9325" y="16242"/>
                  </a:cubicBezTo>
                  <a:cubicBezTo>
                    <a:pt x="9293" y="16242"/>
                    <a:pt x="9255" y="16188"/>
                    <a:pt x="9260" y="16106"/>
                  </a:cubicBezTo>
                  <a:cubicBezTo>
                    <a:pt x="9178" y="16041"/>
                    <a:pt x="9097" y="15976"/>
                    <a:pt x="9008" y="15919"/>
                  </a:cubicBezTo>
                  <a:cubicBezTo>
                    <a:pt x="8903" y="15854"/>
                    <a:pt x="8797" y="15789"/>
                    <a:pt x="8830" y="15741"/>
                  </a:cubicBezTo>
                  <a:lnTo>
                    <a:pt x="8773" y="15708"/>
                  </a:lnTo>
                  <a:cubicBezTo>
                    <a:pt x="8759" y="15712"/>
                    <a:pt x="8743" y="15714"/>
                    <a:pt x="8727" y="15714"/>
                  </a:cubicBezTo>
                  <a:cubicBezTo>
                    <a:pt x="8557" y="15714"/>
                    <a:pt x="8283" y="15533"/>
                    <a:pt x="8165" y="15400"/>
                  </a:cubicBezTo>
                  <a:cubicBezTo>
                    <a:pt x="8084" y="15343"/>
                    <a:pt x="7987" y="15303"/>
                    <a:pt x="7881" y="15279"/>
                  </a:cubicBezTo>
                  <a:cubicBezTo>
                    <a:pt x="7743" y="15254"/>
                    <a:pt x="7743" y="15254"/>
                    <a:pt x="7727" y="15173"/>
                  </a:cubicBezTo>
                  <a:cubicBezTo>
                    <a:pt x="7755" y="15132"/>
                    <a:pt x="7572" y="14933"/>
                    <a:pt x="7472" y="14933"/>
                  </a:cubicBezTo>
                  <a:cubicBezTo>
                    <a:pt x="7454" y="14933"/>
                    <a:pt x="7438" y="14940"/>
                    <a:pt x="7427" y="14954"/>
                  </a:cubicBezTo>
                  <a:lnTo>
                    <a:pt x="7419" y="14873"/>
                  </a:lnTo>
                  <a:cubicBezTo>
                    <a:pt x="7410" y="14826"/>
                    <a:pt x="7381" y="14808"/>
                    <a:pt x="7351" y="14808"/>
                  </a:cubicBezTo>
                  <a:cubicBezTo>
                    <a:pt x="7324" y="14808"/>
                    <a:pt x="7296" y="14822"/>
                    <a:pt x="7281" y="14841"/>
                  </a:cubicBezTo>
                  <a:cubicBezTo>
                    <a:pt x="7255" y="14876"/>
                    <a:pt x="7231" y="14895"/>
                    <a:pt x="7215" y="14895"/>
                  </a:cubicBezTo>
                  <a:cubicBezTo>
                    <a:pt x="7187" y="14895"/>
                    <a:pt x="7180" y="14840"/>
                    <a:pt x="7216" y="14727"/>
                  </a:cubicBezTo>
                  <a:cubicBezTo>
                    <a:pt x="7269" y="14657"/>
                    <a:pt x="7259" y="14621"/>
                    <a:pt x="7237" y="14621"/>
                  </a:cubicBezTo>
                  <a:cubicBezTo>
                    <a:pt x="7228" y="14621"/>
                    <a:pt x="7217" y="14627"/>
                    <a:pt x="7208" y="14638"/>
                  </a:cubicBezTo>
                  <a:cubicBezTo>
                    <a:pt x="7183" y="14640"/>
                    <a:pt x="7157" y="14643"/>
                    <a:pt x="7135" y="14643"/>
                  </a:cubicBezTo>
                  <a:cubicBezTo>
                    <a:pt x="7078" y="14643"/>
                    <a:pt x="7036" y="14629"/>
                    <a:pt x="7030" y="14565"/>
                  </a:cubicBezTo>
                  <a:cubicBezTo>
                    <a:pt x="7004" y="14544"/>
                    <a:pt x="6978" y="14524"/>
                    <a:pt x="6949" y="14524"/>
                  </a:cubicBezTo>
                  <a:cubicBezTo>
                    <a:pt x="6923" y="14524"/>
                    <a:pt x="6894" y="14539"/>
                    <a:pt x="6860" y="14581"/>
                  </a:cubicBezTo>
                  <a:cubicBezTo>
                    <a:pt x="6846" y="14597"/>
                    <a:pt x="6832" y="14604"/>
                    <a:pt x="6818" y="14604"/>
                  </a:cubicBezTo>
                  <a:cubicBezTo>
                    <a:pt x="6787" y="14604"/>
                    <a:pt x="6755" y="14576"/>
                    <a:pt x="6722" y="14549"/>
                  </a:cubicBezTo>
                  <a:cubicBezTo>
                    <a:pt x="6762" y="14500"/>
                    <a:pt x="6762" y="14500"/>
                    <a:pt x="6852" y="14492"/>
                  </a:cubicBezTo>
                  <a:lnTo>
                    <a:pt x="6754" y="14411"/>
                  </a:lnTo>
                  <a:cubicBezTo>
                    <a:pt x="6706" y="14371"/>
                    <a:pt x="6657" y="14249"/>
                    <a:pt x="6689" y="14200"/>
                  </a:cubicBezTo>
                  <a:cubicBezTo>
                    <a:pt x="6685" y="14157"/>
                    <a:pt x="6671" y="14125"/>
                    <a:pt x="6655" y="14125"/>
                  </a:cubicBezTo>
                  <a:cubicBezTo>
                    <a:pt x="6640" y="14125"/>
                    <a:pt x="6623" y="14148"/>
                    <a:pt x="6608" y="14208"/>
                  </a:cubicBezTo>
                  <a:cubicBezTo>
                    <a:pt x="6567" y="14254"/>
                    <a:pt x="6547" y="14276"/>
                    <a:pt x="6524" y="14276"/>
                  </a:cubicBezTo>
                  <a:cubicBezTo>
                    <a:pt x="6502" y="14276"/>
                    <a:pt x="6477" y="14256"/>
                    <a:pt x="6430" y="14217"/>
                  </a:cubicBezTo>
                  <a:cubicBezTo>
                    <a:pt x="6381" y="14176"/>
                    <a:pt x="6341" y="14135"/>
                    <a:pt x="6381" y="14095"/>
                  </a:cubicBezTo>
                  <a:cubicBezTo>
                    <a:pt x="6422" y="14046"/>
                    <a:pt x="6422" y="14046"/>
                    <a:pt x="6325" y="13965"/>
                  </a:cubicBezTo>
                  <a:cubicBezTo>
                    <a:pt x="6241" y="13882"/>
                    <a:pt x="6108" y="13852"/>
                    <a:pt x="5989" y="13852"/>
                  </a:cubicBezTo>
                  <a:cubicBezTo>
                    <a:pt x="5922" y="13852"/>
                    <a:pt x="5860" y="13861"/>
                    <a:pt x="5814" y="13876"/>
                  </a:cubicBezTo>
                  <a:cubicBezTo>
                    <a:pt x="5773" y="13916"/>
                    <a:pt x="5751" y="13939"/>
                    <a:pt x="5743" y="13939"/>
                  </a:cubicBezTo>
                  <a:cubicBezTo>
                    <a:pt x="5733" y="13939"/>
                    <a:pt x="5743" y="13906"/>
                    <a:pt x="5765" y="13835"/>
                  </a:cubicBezTo>
                  <a:cubicBezTo>
                    <a:pt x="5806" y="13787"/>
                    <a:pt x="5765" y="13746"/>
                    <a:pt x="5716" y="13698"/>
                  </a:cubicBezTo>
                  <a:cubicBezTo>
                    <a:pt x="5707" y="13709"/>
                    <a:pt x="5700" y="13713"/>
                    <a:pt x="5695" y="13713"/>
                  </a:cubicBezTo>
                  <a:cubicBezTo>
                    <a:pt x="5682" y="13713"/>
                    <a:pt x="5683" y="13687"/>
                    <a:pt x="5697" y="13687"/>
                  </a:cubicBezTo>
                  <a:cubicBezTo>
                    <a:pt x="5702" y="13687"/>
                    <a:pt x="5709" y="13690"/>
                    <a:pt x="5716" y="13698"/>
                  </a:cubicBezTo>
                  <a:cubicBezTo>
                    <a:pt x="5729" y="13687"/>
                    <a:pt x="5742" y="13682"/>
                    <a:pt x="5754" y="13682"/>
                  </a:cubicBezTo>
                  <a:cubicBezTo>
                    <a:pt x="5787" y="13682"/>
                    <a:pt x="5816" y="13717"/>
                    <a:pt x="5846" y="13746"/>
                  </a:cubicBezTo>
                  <a:lnTo>
                    <a:pt x="5895" y="13706"/>
                  </a:lnTo>
                  <a:cubicBezTo>
                    <a:pt x="5925" y="13608"/>
                    <a:pt x="5905" y="13561"/>
                    <a:pt x="5838" y="13561"/>
                  </a:cubicBezTo>
                  <a:cubicBezTo>
                    <a:pt x="5816" y="13561"/>
                    <a:pt x="5789" y="13566"/>
                    <a:pt x="5757" y="13576"/>
                  </a:cubicBezTo>
                  <a:cubicBezTo>
                    <a:pt x="5676" y="13568"/>
                    <a:pt x="5676" y="13568"/>
                    <a:pt x="5676" y="13487"/>
                  </a:cubicBezTo>
                  <a:cubicBezTo>
                    <a:pt x="5669" y="13414"/>
                    <a:pt x="5668" y="13346"/>
                    <a:pt x="5646" y="13346"/>
                  </a:cubicBezTo>
                  <a:cubicBezTo>
                    <a:pt x="5641" y="13346"/>
                    <a:pt x="5635" y="13350"/>
                    <a:pt x="5627" y="13357"/>
                  </a:cubicBezTo>
                  <a:cubicBezTo>
                    <a:pt x="5579" y="13308"/>
                    <a:pt x="5546" y="13252"/>
                    <a:pt x="5538" y="13187"/>
                  </a:cubicBezTo>
                  <a:cubicBezTo>
                    <a:pt x="5477" y="13113"/>
                    <a:pt x="5443" y="13067"/>
                    <a:pt x="5409" y="13067"/>
                  </a:cubicBezTo>
                  <a:cubicBezTo>
                    <a:pt x="5398" y="13067"/>
                    <a:pt x="5388" y="13072"/>
                    <a:pt x="5376" y="13081"/>
                  </a:cubicBezTo>
                  <a:cubicBezTo>
                    <a:pt x="5365" y="13092"/>
                    <a:pt x="5354" y="13097"/>
                    <a:pt x="5344" y="13097"/>
                  </a:cubicBezTo>
                  <a:cubicBezTo>
                    <a:pt x="5314" y="13097"/>
                    <a:pt x="5284" y="13063"/>
                    <a:pt x="5254" y="13033"/>
                  </a:cubicBezTo>
                  <a:cubicBezTo>
                    <a:pt x="5224" y="12997"/>
                    <a:pt x="5194" y="12961"/>
                    <a:pt x="5161" y="12961"/>
                  </a:cubicBezTo>
                  <a:cubicBezTo>
                    <a:pt x="5149" y="12961"/>
                    <a:pt x="5137" y="12965"/>
                    <a:pt x="5125" y="12976"/>
                  </a:cubicBezTo>
                  <a:cubicBezTo>
                    <a:pt x="5107" y="12991"/>
                    <a:pt x="5085" y="12999"/>
                    <a:pt x="5061" y="12999"/>
                  </a:cubicBezTo>
                  <a:cubicBezTo>
                    <a:pt x="5017" y="12999"/>
                    <a:pt x="4966" y="12973"/>
                    <a:pt x="4914" y="12911"/>
                  </a:cubicBezTo>
                  <a:cubicBezTo>
                    <a:pt x="4784" y="12854"/>
                    <a:pt x="4784" y="12854"/>
                    <a:pt x="4833" y="12733"/>
                  </a:cubicBezTo>
                  <a:cubicBezTo>
                    <a:pt x="4881" y="12692"/>
                    <a:pt x="4841" y="12644"/>
                    <a:pt x="4800" y="12595"/>
                  </a:cubicBezTo>
                  <a:cubicBezTo>
                    <a:pt x="4768" y="12563"/>
                    <a:pt x="4760" y="12514"/>
                    <a:pt x="4760" y="12465"/>
                  </a:cubicBezTo>
                  <a:cubicBezTo>
                    <a:pt x="4763" y="12425"/>
                    <a:pt x="4757" y="12411"/>
                    <a:pt x="4745" y="12411"/>
                  </a:cubicBezTo>
                  <a:cubicBezTo>
                    <a:pt x="4730" y="12411"/>
                    <a:pt x="4705" y="12431"/>
                    <a:pt x="4679" y="12449"/>
                  </a:cubicBezTo>
                  <a:lnTo>
                    <a:pt x="4581" y="12530"/>
                  </a:lnTo>
                  <a:cubicBezTo>
                    <a:pt x="4549" y="12473"/>
                    <a:pt x="4606" y="12352"/>
                    <a:pt x="4646" y="12319"/>
                  </a:cubicBezTo>
                  <a:cubicBezTo>
                    <a:pt x="4679" y="12245"/>
                    <a:pt x="4695" y="12213"/>
                    <a:pt x="4685" y="12213"/>
                  </a:cubicBezTo>
                  <a:cubicBezTo>
                    <a:pt x="4678" y="12213"/>
                    <a:pt x="4656" y="12231"/>
                    <a:pt x="4614" y="12263"/>
                  </a:cubicBezTo>
                  <a:cubicBezTo>
                    <a:pt x="4599" y="12275"/>
                    <a:pt x="4581" y="12282"/>
                    <a:pt x="4563" y="12282"/>
                  </a:cubicBezTo>
                  <a:cubicBezTo>
                    <a:pt x="4520" y="12282"/>
                    <a:pt x="4474" y="12245"/>
                    <a:pt x="4452" y="12149"/>
                  </a:cubicBezTo>
                  <a:cubicBezTo>
                    <a:pt x="4379" y="12052"/>
                    <a:pt x="4306" y="11954"/>
                    <a:pt x="4354" y="11914"/>
                  </a:cubicBezTo>
                  <a:cubicBezTo>
                    <a:pt x="4362" y="11865"/>
                    <a:pt x="4322" y="11825"/>
                    <a:pt x="4281" y="11817"/>
                  </a:cubicBezTo>
                  <a:cubicBezTo>
                    <a:pt x="4192" y="11800"/>
                    <a:pt x="4152" y="11752"/>
                    <a:pt x="4095" y="11565"/>
                  </a:cubicBezTo>
                  <a:cubicBezTo>
                    <a:pt x="4044" y="11341"/>
                    <a:pt x="4029" y="11272"/>
                    <a:pt x="3992" y="11272"/>
                  </a:cubicBezTo>
                  <a:cubicBezTo>
                    <a:pt x="3975" y="11272"/>
                    <a:pt x="3955" y="11286"/>
                    <a:pt x="3925" y="11306"/>
                  </a:cubicBezTo>
                  <a:cubicBezTo>
                    <a:pt x="3902" y="11321"/>
                    <a:pt x="3880" y="11336"/>
                    <a:pt x="3869" y="11336"/>
                  </a:cubicBezTo>
                  <a:cubicBezTo>
                    <a:pt x="3855" y="11336"/>
                    <a:pt x="3857" y="11315"/>
                    <a:pt x="3892" y="11249"/>
                  </a:cubicBezTo>
                  <a:cubicBezTo>
                    <a:pt x="3908" y="11168"/>
                    <a:pt x="3827" y="11152"/>
                    <a:pt x="3706" y="11079"/>
                  </a:cubicBezTo>
                  <a:cubicBezTo>
                    <a:pt x="3695" y="11078"/>
                    <a:pt x="3684" y="11077"/>
                    <a:pt x="3673" y="11077"/>
                  </a:cubicBezTo>
                  <a:cubicBezTo>
                    <a:pt x="3597" y="11077"/>
                    <a:pt x="3527" y="11102"/>
                    <a:pt x="3471" y="11152"/>
                  </a:cubicBezTo>
                  <a:cubicBezTo>
                    <a:pt x="3428" y="11178"/>
                    <a:pt x="3402" y="11194"/>
                    <a:pt x="3386" y="11194"/>
                  </a:cubicBezTo>
                  <a:cubicBezTo>
                    <a:pt x="3363" y="11194"/>
                    <a:pt x="3359" y="11161"/>
                    <a:pt x="3349" y="11079"/>
                  </a:cubicBezTo>
                  <a:cubicBezTo>
                    <a:pt x="3317" y="11022"/>
                    <a:pt x="3333" y="10949"/>
                    <a:pt x="3381" y="10909"/>
                  </a:cubicBezTo>
                  <a:cubicBezTo>
                    <a:pt x="3393" y="10903"/>
                    <a:pt x="3405" y="10900"/>
                    <a:pt x="3418" y="10900"/>
                  </a:cubicBezTo>
                  <a:cubicBezTo>
                    <a:pt x="3440" y="10900"/>
                    <a:pt x="3460" y="10909"/>
                    <a:pt x="3471" y="10925"/>
                  </a:cubicBezTo>
                  <a:lnTo>
                    <a:pt x="3503" y="10982"/>
                  </a:lnTo>
                  <a:cubicBezTo>
                    <a:pt x="3552" y="10949"/>
                    <a:pt x="3600" y="10917"/>
                    <a:pt x="3535" y="10811"/>
                  </a:cubicBezTo>
                  <a:cubicBezTo>
                    <a:pt x="3549" y="10746"/>
                    <a:pt x="3530" y="10697"/>
                    <a:pt x="3497" y="10697"/>
                  </a:cubicBezTo>
                  <a:cubicBezTo>
                    <a:pt x="3489" y="10697"/>
                    <a:pt x="3480" y="10700"/>
                    <a:pt x="3471" y="10706"/>
                  </a:cubicBezTo>
                  <a:cubicBezTo>
                    <a:pt x="3487" y="10625"/>
                    <a:pt x="3430" y="10511"/>
                    <a:pt x="3365" y="10406"/>
                  </a:cubicBezTo>
                  <a:cubicBezTo>
                    <a:pt x="3308" y="10300"/>
                    <a:pt x="3219" y="10130"/>
                    <a:pt x="3244" y="10049"/>
                  </a:cubicBezTo>
                  <a:cubicBezTo>
                    <a:pt x="3196" y="9960"/>
                    <a:pt x="3165" y="9906"/>
                    <a:pt x="3122" y="9906"/>
                  </a:cubicBezTo>
                  <a:cubicBezTo>
                    <a:pt x="3115" y="9906"/>
                    <a:pt x="3106" y="9908"/>
                    <a:pt x="3098" y="9911"/>
                  </a:cubicBezTo>
                  <a:cubicBezTo>
                    <a:pt x="3065" y="9929"/>
                    <a:pt x="3040" y="9936"/>
                    <a:pt x="3022" y="9936"/>
                  </a:cubicBezTo>
                  <a:cubicBezTo>
                    <a:pt x="2984" y="9936"/>
                    <a:pt x="2983" y="9904"/>
                    <a:pt x="3017" y="9887"/>
                  </a:cubicBezTo>
                  <a:cubicBezTo>
                    <a:pt x="3073" y="9782"/>
                    <a:pt x="2806" y="9028"/>
                    <a:pt x="2668" y="9019"/>
                  </a:cubicBezTo>
                  <a:lnTo>
                    <a:pt x="2619" y="8906"/>
                  </a:lnTo>
                  <a:cubicBezTo>
                    <a:pt x="2611" y="8768"/>
                    <a:pt x="2473" y="8428"/>
                    <a:pt x="2400" y="8387"/>
                  </a:cubicBezTo>
                  <a:lnTo>
                    <a:pt x="2336" y="8217"/>
                  </a:lnTo>
                  <a:cubicBezTo>
                    <a:pt x="2344" y="8079"/>
                    <a:pt x="2327" y="8022"/>
                    <a:pt x="2246" y="7982"/>
                  </a:cubicBezTo>
                  <a:cubicBezTo>
                    <a:pt x="2165" y="7941"/>
                    <a:pt x="2109" y="7965"/>
                    <a:pt x="2165" y="7941"/>
                  </a:cubicBezTo>
                  <a:cubicBezTo>
                    <a:pt x="2230" y="7925"/>
                    <a:pt x="2173" y="7811"/>
                    <a:pt x="2100" y="7568"/>
                  </a:cubicBezTo>
                  <a:cubicBezTo>
                    <a:pt x="2054" y="7420"/>
                    <a:pt x="2037" y="7365"/>
                    <a:pt x="2021" y="7365"/>
                  </a:cubicBezTo>
                  <a:cubicBezTo>
                    <a:pt x="2011" y="7365"/>
                    <a:pt x="2002" y="7384"/>
                    <a:pt x="1987" y="7414"/>
                  </a:cubicBezTo>
                  <a:cubicBezTo>
                    <a:pt x="1857" y="7187"/>
                    <a:pt x="1914" y="7171"/>
                    <a:pt x="1971" y="7155"/>
                  </a:cubicBezTo>
                  <a:lnTo>
                    <a:pt x="1971" y="7155"/>
                  </a:lnTo>
                  <a:cubicBezTo>
                    <a:pt x="1983" y="7157"/>
                    <a:pt x="1994" y="7158"/>
                    <a:pt x="2004" y="7158"/>
                  </a:cubicBezTo>
                  <a:cubicBezTo>
                    <a:pt x="2093" y="7158"/>
                    <a:pt x="2050" y="7065"/>
                    <a:pt x="1882" y="7057"/>
                  </a:cubicBezTo>
                  <a:cubicBezTo>
                    <a:pt x="1744" y="7025"/>
                    <a:pt x="1711" y="6903"/>
                    <a:pt x="1768" y="6887"/>
                  </a:cubicBezTo>
                  <a:cubicBezTo>
                    <a:pt x="1774" y="6885"/>
                    <a:pt x="1780" y="6885"/>
                    <a:pt x="1785" y="6885"/>
                  </a:cubicBezTo>
                  <a:cubicBezTo>
                    <a:pt x="1828" y="6885"/>
                    <a:pt x="1843" y="6942"/>
                    <a:pt x="1857" y="6993"/>
                  </a:cubicBezTo>
                  <a:lnTo>
                    <a:pt x="1979" y="6960"/>
                  </a:lnTo>
                  <a:cubicBezTo>
                    <a:pt x="1954" y="6903"/>
                    <a:pt x="1954" y="6903"/>
                    <a:pt x="1882" y="6855"/>
                  </a:cubicBezTo>
                  <a:cubicBezTo>
                    <a:pt x="1865" y="6814"/>
                    <a:pt x="1833" y="6774"/>
                    <a:pt x="1784" y="6757"/>
                  </a:cubicBezTo>
                  <a:cubicBezTo>
                    <a:pt x="1764" y="6740"/>
                    <a:pt x="1740" y="6732"/>
                    <a:pt x="1716" y="6732"/>
                  </a:cubicBezTo>
                  <a:cubicBezTo>
                    <a:pt x="1672" y="6732"/>
                    <a:pt x="1630" y="6759"/>
                    <a:pt x="1614" y="6806"/>
                  </a:cubicBezTo>
                  <a:cubicBezTo>
                    <a:pt x="1600" y="6830"/>
                    <a:pt x="1590" y="6840"/>
                    <a:pt x="1581" y="6840"/>
                  </a:cubicBezTo>
                  <a:cubicBezTo>
                    <a:pt x="1563" y="6840"/>
                    <a:pt x="1552" y="6801"/>
                    <a:pt x="1541" y="6757"/>
                  </a:cubicBezTo>
                  <a:cubicBezTo>
                    <a:pt x="1552" y="6665"/>
                    <a:pt x="1585" y="6627"/>
                    <a:pt x="1627" y="6627"/>
                  </a:cubicBezTo>
                  <a:cubicBezTo>
                    <a:pt x="1648" y="6627"/>
                    <a:pt x="1671" y="6636"/>
                    <a:pt x="1695" y="6652"/>
                  </a:cubicBezTo>
                  <a:cubicBezTo>
                    <a:pt x="1704" y="6682"/>
                    <a:pt x="1723" y="6692"/>
                    <a:pt x="1749" y="6692"/>
                  </a:cubicBezTo>
                  <a:cubicBezTo>
                    <a:pt x="1771" y="6692"/>
                    <a:pt x="1798" y="6684"/>
                    <a:pt x="1825" y="6676"/>
                  </a:cubicBezTo>
                  <a:cubicBezTo>
                    <a:pt x="1882" y="6668"/>
                    <a:pt x="1695" y="6393"/>
                    <a:pt x="1565" y="6360"/>
                  </a:cubicBezTo>
                  <a:lnTo>
                    <a:pt x="1622" y="6344"/>
                  </a:lnTo>
                  <a:cubicBezTo>
                    <a:pt x="1679" y="6336"/>
                    <a:pt x="1654" y="6214"/>
                    <a:pt x="1622" y="6093"/>
                  </a:cubicBezTo>
                  <a:cubicBezTo>
                    <a:pt x="1600" y="5983"/>
                    <a:pt x="1585" y="5920"/>
                    <a:pt x="1541" y="5920"/>
                  </a:cubicBezTo>
                  <a:cubicBezTo>
                    <a:pt x="1536" y="5920"/>
                    <a:pt x="1531" y="5921"/>
                    <a:pt x="1525" y="5922"/>
                  </a:cubicBezTo>
                  <a:cubicBezTo>
                    <a:pt x="1502" y="5926"/>
                    <a:pt x="1479" y="5930"/>
                    <a:pt x="1458" y="5930"/>
                  </a:cubicBezTo>
                  <a:cubicBezTo>
                    <a:pt x="1429" y="5930"/>
                    <a:pt x="1405" y="5920"/>
                    <a:pt x="1395" y="5882"/>
                  </a:cubicBezTo>
                  <a:lnTo>
                    <a:pt x="1395" y="5882"/>
                  </a:lnTo>
                  <a:cubicBezTo>
                    <a:pt x="1411" y="5947"/>
                    <a:pt x="1346" y="5955"/>
                    <a:pt x="1290" y="5971"/>
                  </a:cubicBezTo>
                  <a:cubicBezTo>
                    <a:pt x="1306" y="5898"/>
                    <a:pt x="1330" y="5825"/>
                    <a:pt x="1363" y="5760"/>
                  </a:cubicBezTo>
                  <a:cubicBezTo>
                    <a:pt x="1460" y="5606"/>
                    <a:pt x="1492" y="5412"/>
                    <a:pt x="1452" y="5233"/>
                  </a:cubicBezTo>
                  <a:cubicBezTo>
                    <a:pt x="1436" y="5112"/>
                    <a:pt x="1403" y="4925"/>
                    <a:pt x="1452" y="4860"/>
                  </a:cubicBezTo>
                  <a:cubicBezTo>
                    <a:pt x="1436" y="4745"/>
                    <a:pt x="1428" y="4681"/>
                    <a:pt x="1380" y="4681"/>
                  </a:cubicBezTo>
                  <a:cubicBezTo>
                    <a:pt x="1377" y="4681"/>
                    <a:pt x="1374" y="4681"/>
                    <a:pt x="1371" y="4682"/>
                  </a:cubicBezTo>
                  <a:lnTo>
                    <a:pt x="1346" y="4560"/>
                  </a:lnTo>
                  <a:cubicBezTo>
                    <a:pt x="1393" y="4490"/>
                    <a:pt x="1380" y="4373"/>
                    <a:pt x="1327" y="4373"/>
                  </a:cubicBezTo>
                  <a:cubicBezTo>
                    <a:pt x="1326" y="4373"/>
                    <a:pt x="1324" y="4373"/>
                    <a:pt x="1322" y="4374"/>
                  </a:cubicBezTo>
                  <a:cubicBezTo>
                    <a:pt x="1257" y="4317"/>
                    <a:pt x="1314" y="4252"/>
                    <a:pt x="1306" y="4187"/>
                  </a:cubicBezTo>
                  <a:cubicBezTo>
                    <a:pt x="1370" y="4109"/>
                    <a:pt x="1398" y="4075"/>
                    <a:pt x="1378" y="4075"/>
                  </a:cubicBezTo>
                  <a:cubicBezTo>
                    <a:pt x="1362" y="4075"/>
                    <a:pt x="1318" y="4095"/>
                    <a:pt x="1241" y="4131"/>
                  </a:cubicBezTo>
                  <a:cubicBezTo>
                    <a:pt x="1184" y="4139"/>
                    <a:pt x="1136" y="4268"/>
                    <a:pt x="1144" y="4333"/>
                  </a:cubicBezTo>
                  <a:cubicBezTo>
                    <a:pt x="1144" y="4390"/>
                    <a:pt x="1152" y="4455"/>
                    <a:pt x="1160" y="4520"/>
                  </a:cubicBezTo>
                  <a:cubicBezTo>
                    <a:pt x="1127" y="4463"/>
                    <a:pt x="1111" y="4398"/>
                    <a:pt x="1079" y="4341"/>
                  </a:cubicBezTo>
                  <a:cubicBezTo>
                    <a:pt x="1079" y="4279"/>
                    <a:pt x="1010" y="4163"/>
                    <a:pt x="955" y="4163"/>
                  </a:cubicBezTo>
                  <a:cubicBezTo>
                    <a:pt x="953" y="4163"/>
                    <a:pt x="951" y="4163"/>
                    <a:pt x="949" y="4163"/>
                  </a:cubicBezTo>
                  <a:cubicBezTo>
                    <a:pt x="917" y="4163"/>
                    <a:pt x="884" y="4139"/>
                    <a:pt x="884" y="4098"/>
                  </a:cubicBezTo>
                  <a:lnTo>
                    <a:pt x="998" y="4090"/>
                  </a:lnTo>
                  <a:cubicBezTo>
                    <a:pt x="1040" y="4126"/>
                    <a:pt x="1087" y="4145"/>
                    <a:pt x="1136" y="4145"/>
                  </a:cubicBezTo>
                  <a:cubicBezTo>
                    <a:pt x="1152" y="4145"/>
                    <a:pt x="1168" y="4143"/>
                    <a:pt x="1184" y="4139"/>
                  </a:cubicBezTo>
                  <a:cubicBezTo>
                    <a:pt x="1295" y="4067"/>
                    <a:pt x="1344" y="3879"/>
                    <a:pt x="1232" y="3879"/>
                  </a:cubicBezTo>
                  <a:cubicBezTo>
                    <a:pt x="1230" y="3879"/>
                    <a:pt x="1227" y="3879"/>
                    <a:pt x="1225" y="3879"/>
                  </a:cubicBezTo>
                  <a:cubicBezTo>
                    <a:pt x="1217" y="3822"/>
                    <a:pt x="1217" y="3822"/>
                    <a:pt x="1273" y="3758"/>
                  </a:cubicBezTo>
                  <a:cubicBezTo>
                    <a:pt x="1330" y="3749"/>
                    <a:pt x="1330" y="3685"/>
                    <a:pt x="1200" y="3636"/>
                  </a:cubicBezTo>
                  <a:cubicBezTo>
                    <a:pt x="1079" y="3579"/>
                    <a:pt x="1071" y="3514"/>
                    <a:pt x="1192" y="3449"/>
                  </a:cubicBezTo>
                  <a:cubicBezTo>
                    <a:pt x="1288" y="3322"/>
                    <a:pt x="1305" y="3076"/>
                    <a:pt x="1244" y="3076"/>
                  </a:cubicBezTo>
                  <a:cubicBezTo>
                    <a:pt x="1243" y="3076"/>
                    <a:pt x="1242" y="3076"/>
                    <a:pt x="1241" y="3077"/>
                  </a:cubicBezTo>
                  <a:cubicBezTo>
                    <a:pt x="1119" y="3077"/>
                    <a:pt x="1119" y="2890"/>
                    <a:pt x="1176" y="2825"/>
                  </a:cubicBezTo>
                  <a:cubicBezTo>
                    <a:pt x="1241" y="2777"/>
                    <a:pt x="1233" y="2687"/>
                    <a:pt x="1176" y="2639"/>
                  </a:cubicBezTo>
                  <a:cubicBezTo>
                    <a:pt x="1233" y="2639"/>
                    <a:pt x="1298" y="2574"/>
                    <a:pt x="1233" y="2517"/>
                  </a:cubicBezTo>
                  <a:cubicBezTo>
                    <a:pt x="1233" y="2517"/>
                    <a:pt x="1233" y="2488"/>
                    <a:pt x="1216" y="2488"/>
                  </a:cubicBezTo>
                  <a:cubicBezTo>
                    <a:pt x="1208" y="2488"/>
                    <a:pt x="1195" y="2495"/>
                    <a:pt x="1176" y="2517"/>
                  </a:cubicBezTo>
                  <a:lnTo>
                    <a:pt x="1055" y="2387"/>
                  </a:lnTo>
                  <a:cubicBezTo>
                    <a:pt x="1055" y="2435"/>
                    <a:pt x="1024" y="2448"/>
                    <a:pt x="981" y="2448"/>
                  </a:cubicBezTo>
                  <a:cubicBezTo>
                    <a:pt x="966" y="2448"/>
                    <a:pt x="950" y="2446"/>
                    <a:pt x="933" y="2444"/>
                  </a:cubicBezTo>
                  <a:cubicBezTo>
                    <a:pt x="876" y="2444"/>
                    <a:pt x="933" y="2193"/>
                    <a:pt x="1127" y="2079"/>
                  </a:cubicBezTo>
                  <a:lnTo>
                    <a:pt x="1257" y="1958"/>
                  </a:lnTo>
                  <a:lnTo>
                    <a:pt x="1136" y="1950"/>
                  </a:lnTo>
                  <a:cubicBezTo>
                    <a:pt x="1136" y="1893"/>
                    <a:pt x="1144" y="1828"/>
                    <a:pt x="1200" y="1828"/>
                  </a:cubicBezTo>
                  <a:cubicBezTo>
                    <a:pt x="1217" y="1830"/>
                    <a:pt x="1230" y="1832"/>
                    <a:pt x="1239" y="1832"/>
                  </a:cubicBezTo>
                  <a:cubicBezTo>
                    <a:pt x="1265" y="1832"/>
                    <a:pt x="1265" y="1819"/>
                    <a:pt x="1265" y="1771"/>
                  </a:cubicBezTo>
                  <a:cubicBezTo>
                    <a:pt x="1273" y="1739"/>
                    <a:pt x="1241" y="1706"/>
                    <a:pt x="1209" y="1706"/>
                  </a:cubicBezTo>
                  <a:cubicBezTo>
                    <a:pt x="1095" y="1698"/>
                    <a:pt x="1095" y="1698"/>
                    <a:pt x="1152" y="1641"/>
                  </a:cubicBezTo>
                  <a:cubicBezTo>
                    <a:pt x="1282" y="1585"/>
                    <a:pt x="1282" y="1528"/>
                    <a:pt x="1168" y="1455"/>
                  </a:cubicBezTo>
                  <a:cubicBezTo>
                    <a:pt x="1046" y="1447"/>
                    <a:pt x="1046" y="1439"/>
                    <a:pt x="1176" y="1390"/>
                  </a:cubicBezTo>
                  <a:cubicBezTo>
                    <a:pt x="1241" y="1390"/>
                    <a:pt x="1290" y="1341"/>
                    <a:pt x="1298" y="1277"/>
                  </a:cubicBezTo>
                  <a:lnTo>
                    <a:pt x="1241" y="1268"/>
                  </a:lnTo>
                  <a:cubicBezTo>
                    <a:pt x="1119" y="1260"/>
                    <a:pt x="1127" y="1196"/>
                    <a:pt x="1192" y="1139"/>
                  </a:cubicBezTo>
                  <a:lnTo>
                    <a:pt x="1192" y="1139"/>
                  </a:lnTo>
                  <a:cubicBezTo>
                    <a:pt x="1196" y="1139"/>
                    <a:pt x="1199" y="1140"/>
                    <a:pt x="1202" y="1140"/>
                  </a:cubicBezTo>
                  <a:cubicBezTo>
                    <a:pt x="1250" y="1140"/>
                    <a:pt x="1255" y="1082"/>
                    <a:pt x="1217" y="960"/>
                  </a:cubicBezTo>
                  <a:cubicBezTo>
                    <a:pt x="1232" y="839"/>
                    <a:pt x="1240" y="781"/>
                    <a:pt x="1294" y="781"/>
                  </a:cubicBezTo>
                  <a:cubicBezTo>
                    <a:pt x="1298" y="781"/>
                    <a:pt x="1302" y="782"/>
                    <a:pt x="1306" y="782"/>
                  </a:cubicBezTo>
                  <a:cubicBezTo>
                    <a:pt x="1341" y="787"/>
                    <a:pt x="1365" y="790"/>
                    <a:pt x="1379" y="790"/>
                  </a:cubicBezTo>
                  <a:cubicBezTo>
                    <a:pt x="1409" y="790"/>
                    <a:pt x="1387" y="773"/>
                    <a:pt x="1314" y="717"/>
                  </a:cubicBezTo>
                  <a:cubicBezTo>
                    <a:pt x="1265" y="652"/>
                    <a:pt x="1265" y="644"/>
                    <a:pt x="1338" y="531"/>
                  </a:cubicBezTo>
                  <a:cubicBezTo>
                    <a:pt x="1411" y="482"/>
                    <a:pt x="1411" y="482"/>
                    <a:pt x="1354" y="409"/>
                  </a:cubicBezTo>
                  <a:cubicBezTo>
                    <a:pt x="1308" y="402"/>
                    <a:pt x="1271" y="397"/>
                    <a:pt x="1242" y="397"/>
                  </a:cubicBezTo>
                  <a:cubicBezTo>
                    <a:pt x="1201" y="397"/>
                    <a:pt x="1178" y="408"/>
                    <a:pt x="1168" y="442"/>
                  </a:cubicBezTo>
                  <a:cubicBezTo>
                    <a:pt x="1162" y="489"/>
                    <a:pt x="1160" y="502"/>
                    <a:pt x="1137" y="502"/>
                  </a:cubicBezTo>
                  <a:cubicBezTo>
                    <a:pt x="1129" y="502"/>
                    <a:pt x="1118" y="500"/>
                    <a:pt x="1103" y="498"/>
                  </a:cubicBezTo>
                  <a:cubicBezTo>
                    <a:pt x="1103" y="498"/>
                    <a:pt x="1111" y="433"/>
                    <a:pt x="1119" y="377"/>
                  </a:cubicBezTo>
                  <a:cubicBezTo>
                    <a:pt x="1136" y="287"/>
                    <a:pt x="1127" y="198"/>
                    <a:pt x="1103" y="109"/>
                  </a:cubicBezTo>
                  <a:cubicBezTo>
                    <a:pt x="1077" y="39"/>
                    <a:pt x="1032" y="0"/>
                    <a:pt x="10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2"/>
            <p:cNvSpPr/>
            <p:nvPr/>
          </p:nvSpPr>
          <p:spPr>
            <a:xfrm>
              <a:off x="7461152" y="2342809"/>
              <a:ext cx="102184" cy="277782"/>
            </a:xfrm>
            <a:custGeom>
              <a:avLst/>
              <a:gdLst/>
              <a:ahLst/>
              <a:cxnLst/>
              <a:rect l="l" t="t" r="r" b="b"/>
              <a:pathLst>
                <a:path w="5928" h="16115" extrusionOk="0">
                  <a:moveTo>
                    <a:pt x="609" y="328"/>
                  </a:moveTo>
                  <a:lnTo>
                    <a:pt x="609" y="353"/>
                  </a:lnTo>
                  <a:cubicBezTo>
                    <a:pt x="609" y="377"/>
                    <a:pt x="666" y="377"/>
                    <a:pt x="731" y="377"/>
                  </a:cubicBezTo>
                  <a:lnTo>
                    <a:pt x="731" y="353"/>
                  </a:lnTo>
                  <a:cubicBezTo>
                    <a:pt x="690" y="337"/>
                    <a:pt x="650" y="328"/>
                    <a:pt x="609" y="328"/>
                  </a:cubicBezTo>
                  <a:close/>
                  <a:moveTo>
                    <a:pt x="1566" y="401"/>
                  </a:moveTo>
                  <a:cubicBezTo>
                    <a:pt x="1623" y="410"/>
                    <a:pt x="1623" y="426"/>
                    <a:pt x="1623" y="450"/>
                  </a:cubicBezTo>
                  <a:cubicBezTo>
                    <a:pt x="1623" y="474"/>
                    <a:pt x="1623" y="474"/>
                    <a:pt x="1558" y="474"/>
                  </a:cubicBezTo>
                  <a:cubicBezTo>
                    <a:pt x="1558" y="474"/>
                    <a:pt x="1501" y="450"/>
                    <a:pt x="1501" y="426"/>
                  </a:cubicBezTo>
                  <a:lnTo>
                    <a:pt x="1566" y="401"/>
                  </a:lnTo>
                  <a:close/>
                  <a:moveTo>
                    <a:pt x="1586" y="667"/>
                  </a:moveTo>
                  <a:cubicBezTo>
                    <a:pt x="1613" y="667"/>
                    <a:pt x="1611" y="677"/>
                    <a:pt x="1606" y="701"/>
                  </a:cubicBezTo>
                  <a:cubicBezTo>
                    <a:pt x="1606" y="726"/>
                    <a:pt x="1606" y="750"/>
                    <a:pt x="1550" y="750"/>
                  </a:cubicBezTo>
                  <a:lnTo>
                    <a:pt x="1550" y="726"/>
                  </a:lnTo>
                  <a:cubicBezTo>
                    <a:pt x="1587" y="726"/>
                    <a:pt x="1575" y="715"/>
                    <a:pt x="1543" y="715"/>
                  </a:cubicBezTo>
                  <a:cubicBezTo>
                    <a:pt x="1527" y="715"/>
                    <a:pt x="1506" y="718"/>
                    <a:pt x="1485" y="726"/>
                  </a:cubicBezTo>
                  <a:lnTo>
                    <a:pt x="1371" y="718"/>
                  </a:lnTo>
                  <a:cubicBezTo>
                    <a:pt x="1371" y="693"/>
                    <a:pt x="1428" y="677"/>
                    <a:pt x="1493" y="677"/>
                  </a:cubicBezTo>
                  <a:cubicBezTo>
                    <a:pt x="1540" y="671"/>
                    <a:pt x="1569" y="667"/>
                    <a:pt x="1586" y="667"/>
                  </a:cubicBezTo>
                  <a:close/>
                  <a:moveTo>
                    <a:pt x="1906" y="758"/>
                  </a:moveTo>
                  <a:lnTo>
                    <a:pt x="1841" y="782"/>
                  </a:lnTo>
                  <a:lnTo>
                    <a:pt x="1841" y="807"/>
                  </a:lnTo>
                  <a:cubicBezTo>
                    <a:pt x="1906" y="807"/>
                    <a:pt x="1906" y="807"/>
                    <a:pt x="1906" y="782"/>
                  </a:cubicBezTo>
                  <a:lnTo>
                    <a:pt x="1906" y="758"/>
                  </a:lnTo>
                  <a:close/>
                  <a:moveTo>
                    <a:pt x="1258" y="1958"/>
                  </a:moveTo>
                  <a:cubicBezTo>
                    <a:pt x="1314" y="1958"/>
                    <a:pt x="1371" y="2007"/>
                    <a:pt x="1371" y="2031"/>
                  </a:cubicBezTo>
                  <a:cubicBezTo>
                    <a:pt x="1371" y="2041"/>
                    <a:pt x="1361" y="2047"/>
                    <a:pt x="1345" y="2047"/>
                  </a:cubicBezTo>
                  <a:cubicBezTo>
                    <a:pt x="1323" y="2047"/>
                    <a:pt x="1288" y="2035"/>
                    <a:pt x="1250" y="2007"/>
                  </a:cubicBezTo>
                  <a:lnTo>
                    <a:pt x="1258" y="1958"/>
                  </a:lnTo>
                  <a:close/>
                  <a:moveTo>
                    <a:pt x="1193" y="2096"/>
                  </a:moveTo>
                  <a:cubicBezTo>
                    <a:pt x="1128" y="2096"/>
                    <a:pt x="1128" y="2112"/>
                    <a:pt x="1128" y="2161"/>
                  </a:cubicBezTo>
                  <a:cubicBezTo>
                    <a:pt x="1128" y="2185"/>
                    <a:pt x="1185" y="2209"/>
                    <a:pt x="1185" y="2209"/>
                  </a:cubicBezTo>
                  <a:cubicBezTo>
                    <a:pt x="1241" y="2209"/>
                    <a:pt x="1241" y="2185"/>
                    <a:pt x="1250" y="2161"/>
                  </a:cubicBezTo>
                  <a:cubicBezTo>
                    <a:pt x="1306" y="2120"/>
                    <a:pt x="1250" y="2096"/>
                    <a:pt x="1193" y="2096"/>
                  </a:cubicBezTo>
                  <a:close/>
                  <a:moveTo>
                    <a:pt x="1566" y="3093"/>
                  </a:moveTo>
                  <a:cubicBezTo>
                    <a:pt x="1631" y="3093"/>
                    <a:pt x="1631" y="3118"/>
                    <a:pt x="1631" y="3142"/>
                  </a:cubicBezTo>
                  <a:lnTo>
                    <a:pt x="1566" y="3134"/>
                  </a:lnTo>
                  <a:lnTo>
                    <a:pt x="1509" y="3109"/>
                  </a:lnTo>
                  <a:lnTo>
                    <a:pt x="1566" y="3093"/>
                  </a:lnTo>
                  <a:close/>
                  <a:moveTo>
                    <a:pt x="1266" y="3158"/>
                  </a:moveTo>
                  <a:lnTo>
                    <a:pt x="1387" y="3207"/>
                  </a:lnTo>
                  <a:cubicBezTo>
                    <a:pt x="1514" y="3241"/>
                    <a:pt x="1551" y="3251"/>
                    <a:pt x="1518" y="3251"/>
                  </a:cubicBezTo>
                  <a:cubicBezTo>
                    <a:pt x="1504" y="3251"/>
                    <a:pt x="1479" y="3250"/>
                    <a:pt x="1444" y="3247"/>
                  </a:cubicBezTo>
                  <a:cubicBezTo>
                    <a:pt x="1433" y="3249"/>
                    <a:pt x="1423" y="3249"/>
                    <a:pt x="1412" y="3249"/>
                  </a:cubicBezTo>
                  <a:cubicBezTo>
                    <a:pt x="1358" y="3249"/>
                    <a:pt x="1306" y="3232"/>
                    <a:pt x="1266" y="3199"/>
                  </a:cubicBezTo>
                  <a:lnTo>
                    <a:pt x="1266" y="3158"/>
                  </a:lnTo>
                  <a:close/>
                  <a:moveTo>
                    <a:pt x="1505" y="3699"/>
                  </a:moveTo>
                  <a:cubicBezTo>
                    <a:pt x="1531" y="3699"/>
                    <a:pt x="1583" y="3716"/>
                    <a:pt x="1663" y="3734"/>
                  </a:cubicBezTo>
                  <a:cubicBezTo>
                    <a:pt x="1701" y="3762"/>
                    <a:pt x="1717" y="3774"/>
                    <a:pt x="1699" y="3774"/>
                  </a:cubicBezTo>
                  <a:cubicBezTo>
                    <a:pt x="1686" y="3774"/>
                    <a:pt x="1657" y="3768"/>
                    <a:pt x="1606" y="3758"/>
                  </a:cubicBezTo>
                  <a:lnTo>
                    <a:pt x="1485" y="3709"/>
                  </a:lnTo>
                  <a:cubicBezTo>
                    <a:pt x="1487" y="3702"/>
                    <a:pt x="1494" y="3699"/>
                    <a:pt x="1505" y="3699"/>
                  </a:cubicBezTo>
                  <a:close/>
                  <a:moveTo>
                    <a:pt x="1306" y="3888"/>
                  </a:moveTo>
                  <a:cubicBezTo>
                    <a:pt x="1347" y="3896"/>
                    <a:pt x="1387" y="3904"/>
                    <a:pt x="1420" y="3912"/>
                  </a:cubicBezTo>
                  <a:lnTo>
                    <a:pt x="1420" y="3936"/>
                  </a:lnTo>
                  <a:cubicBezTo>
                    <a:pt x="1363" y="3936"/>
                    <a:pt x="1298" y="3936"/>
                    <a:pt x="1298" y="3912"/>
                  </a:cubicBezTo>
                  <a:lnTo>
                    <a:pt x="1306" y="3888"/>
                  </a:lnTo>
                  <a:close/>
                  <a:moveTo>
                    <a:pt x="1174" y="4343"/>
                  </a:moveTo>
                  <a:cubicBezTo>
                    <a:pt x="1188" y="4343"/>
                    <a:pt x="1225" y="4379"/>
                    <a:pt x="1225" y="4399"/>
                  </a:cubicBezTo>
                  <a:lnTo>
                    <a:pt x="1168" y="4390"/>
                  </a:lnTo>
                  <a:cubicBezTo>
                    <a:pt x="1168" y="4374"/>
                    <a:pt x="1112" y="4350"/>
                    <a:pt x="1168" y="4350"/>
                  </a:cubicBezTo>
                  <a:cubicBezTo>
                    <a:pt x="1168" y="4345"/>
                    <a:pt x="1171" y="4343"/>
                    <a:pt x="1174" y="4343"/>
                  </a:cubicBezTo>
                  <a:close/>
                  <a:moveTo>
                    <a:pt x="1460" y="4536"/>
                  </a:moveTo>
                  <a:cubicBezTo>
                    <a:pt x="1525" y="4536"/>
                    <a:pt x="1582" y="4536"/>
                    <a:pt x="1582" y="4561"/>
                  </a:cubicBezTo>
                  <a:cubicBezTo>
                    <a:pt x="1622" y="4578"/>
                    <a:pt x="1605" y="4595"/>
                    <a:pt x="1549" y="4595"/>
                  </a:cubicBezTo>
                  <a:cubicBezTo>
                    <a:pt x="1526" y="4595"/>
                    <a:pt x="1496" y="4592"/>
                    <a:pt x="1460" y="4585"/>
                  </a:cubicBezTo>
                  <a:lnTo>
                    <a:pt x="1460" y="4536"/>
                  </a:lnTo>
                  <a:close/>
                  <a:moveTo>
                    <a:pt x="1574" y="4747"/>
                  </a:moveTo>
                  <a:lnTo>
                    <a:pt x="1574" y="4763"/>
                  </a:lnTo>
                  <a:cubicBezTo>
                    <a:pt x="1574" y="4788"/>
                    <a:pt x="1574" y="4788"/>
                    <a:pt x="1517" y="4788"/>
                  </a:cubicBezTo>
                  <a:lnTo>
                    <a:pt x="1517" y="4763"/>
                  </a:lnTo>
                  <a:lnTo>
                    <a:pt x="1574" y="4747"/>
                  </a:lnTo>
                  <a:close/>
                  <a:moveTo>
                    <a:pt x="1752" y="4999"/>
                  </a:moveTo>
                  <a:cubicBezTo>
                    <a:pt x="1704" y="4999"/>
                    <a:pt x="1663" y="5007"/>
                    <a:pt x="1631" y="5023"/>
                  </a:cubicBezTo>
                  <a:cubicBezTo>
                    <a:pt x="1631" y="5039"/>
                    <a:pt x="1687" y="5039"/>
                    <a:pt x="1687" y="5039"/>
                  </a:cubicBezTo>
                  <a:cubicBezTo>
                    <a:pt x="1687" y="5039"/>
                    <a:pt x="1696" y="5040"/>
                    <a:pt x="1707" y="5040"/>
                  </a:cubicBezTo>
                  <a:cubicBezTo>
                    <a:pt x="1724" y="5040"/>
                    <a:pt x="1744" y="5037"/>
                    <a:pt x="1744" y="5023"/>
                  </a:cubicBezTo>
                  <a:lnTo>
                    <a:pt x="1752" y="4999"/>
                  </a:lnTo>
                  <a:close/>
                  <a:moveTo>
                    <a:pt x="1323" y="5128"/>
                  </a:moveTo>
                  <a:cubicBezTo>
                    <a:pt x="1387" y="5136"/>
                    <a:pt x="1387" y="5153"/>
                    <a:pt x="1387" y="5153"/>
                  </a:cubicBezTo>
                  <a:cubicBezTo>
                    <a:pt x="1387" y="5177"/>
                    <a:pt x="1387" y="5201"/>
                    <a:pt x="1323" y="5201"/>
                  </a:cubicBezTo>
                  <a:cubicBezTo>
                    <a:pt x="1323" y="5201"/>
                    <a:pt x="1266" y="5201"/>
                    <a:pt x="1266" y="5177"/>
                  </a:cubicBezTo>
                  <a:cubicBezTo>
                    <a:pt x="1266" y="5153"/>
                    <a:pt x="1323" y="5128"/>
                    <a:pt x="1323" y="5128"/>
                  </a:cubicBezTo>
                  <a:close/>
                  <a:moveTo>
                    <a:pt x="2145" y="5396"/>
                  </a:moveTo>
                  <a:cubicBezTo>
                    <a:pt x="2135" y="5396"/>
                    <a:pt x="2120" y="5402"/>
                    <a:pt x="2093" y="5412"/>
                  </a:cubicBezTo>
                  <a:lnTo>
                    <a:pt x="2093" y="5461"/>
                  </a:lnTo>
                  <a:cubicBezTo>
                    <a:pt x="2158" y="5461"/>
                    <a:pt x="2158" y="5461"/>
                    <a:pt x="2158" y="5436"/>
                  </a:cubicBezTo>
                  <a:cubicBezTo>
                    <a:pt x="2158" y="5408"/>
                    <a:pt x="2158" y="5396"/>
                    <a:pt x="2145" y="5396"/>
                  </a:cubicBezTo>
                  <a:close/>
                  <a:moveTo>
                    <a:pt x="66" y="5420"/>
                  </a:moveTo>
                  <a:cubicBezTo>
                    <a:pt x="1" y="5420"/>
                    <a:pt x="1" y="5444"/>
                    <a:pt x="123" y="5469"/>
                  </a:cubicBezTo>
                  <a:cubicBezTo>
                    <a:pt x="179" y="5469"/>
                    <a:pt x="179" y="5469"/>
                    <a:pt x="179" y="5444"/>
                  </a:cubicBezTo>
                  <a:cubicBezTo>
                    <a:pt x="147" y="5428"/>
                    <a:pt x="106" y="5420"/>
                    <a:pt x="66" y="5420"/>
                  </a:cubicBezTo>
                  <a:close/>
                  <a:moveTo>
                    <a:pt x="1364" y="5556"/>
                  </a:moveTo>
                  <a:cubicBezTo>
                    <a:pt x="1378" y="5556"/>
                    <a:pt x="1376" y="5566"/>
                    <a:pt x="1371" y="5590"/>
                  </a:cubicBezTo>
                  <a:cubicBezTo>
                    <a:pt x="1371" y="5615"/>
                    <a:pt x="1314" y="5615"/>
                    <a:pt x="1314" y="5615"/>
                  </a:cubicBezTo>
                  <a:cubicBezTo>
                    <a:pt x="1258" y="5615"/>
                    <a:pt x="1314" y="5590"/>
                    <a:pt x="1314" y="5566"/>
                  </a:cubicBezTo>
                  <a:cubicBezTo>
                    <a:pt x="1340" y="5560"/>
                    <a:pt x="1355" y="5556"/>
                    <a:pt x="1364" y="5556"/>
                  </a:cubicBezTo>
                  <a:close/>
                  <a:moveTo>
                    <a:pt x="1485" y="5963"/>
                  </a:moveTo>
                  <a:cubicBezTo>
                    <a:pt x="1541" y="5963"/>
                    <a:pt x="1541" y="5980"/>
                    <a:pt x="1428" y="6004"/>
                  </a:cubicBezTo>
                  <a:cubicBezTo>
                    <a:pt x="1363" y="6004"/>
                    <a:pt x="1363" y="6004"/>
                    <a:pt x="1363" y="5980"/>
                  </a:cubicBezTo>
                  <a:cubicBezTo>
                    <a:pt x="1404" y="5971"/>
                    <a:pt x="1444" y="5963"/>
                    <a:pt x="1485" y="5963"/>
                  </a:cubicBezTo>
                  <a:close/>
                  <a:moveTo>
                    <a:pt x="1420" y="6117"/>
                  </a:moveTo>
                  <a:lnTo>
                    <a:pt x="1485" y="6142"/>
                  </a:lnTo>
                  <a:lnTo>
                    <a:pt x="1485" y="6166"/>
                  </a:lnTo>
                  <a:cubicBezTo>
                    <a:pt x="1420" y="6166"/>
                    <a:pt x="1363" y="6166"/>
                    <a:pt x="1363" y="6142"/>
                  </a:cubicBezTo>
                  <a:lnTo>
                    <a:pt x="1420" y="6117"/>
                  </a:lnTo>
                  <a:close/>
                  <a:moveTo>
                    <a:pt x="1274" y="7617"/>
                  </a:moveTo>
                  <a:lnTo>
                    <a:pt x="1331" y="7634"/>
                  </a:lnTo>
                  <a:lnTo>
                    <a:pt x="1331" y="7658"/>
                  </a:lnTo>
                  <a:cubicBezTo>
                    <a:pt x="1274" y="7658"/>
                    <a:pt x="1217" y="7658"/>
                    <a:pt x="1217" y="7634"/>
                  </a:cubicBezTo>
                  <a:lnTo>
                    <a:pt x="1274" y="7617"/>
                  </a:lnTo>
                  <a:close/>
                  <a:moveTo>
                    <a:pt x="1243" y="8174"/>
                  </a:moveTo>
                  <a:cubicBezTo>
                    <a:pt x="1283" y="8174"/>
                    <a:pt x="1350" y="8185"/>
                    <a:pt x="1387" y="8185"/>
                  </a:cubicBezTo>
                  <a:cubicBezTo>
                    <a:pt x="1387" y="8209"/>
                    <a:pt x="1387" y="8209"/>
                    <a:pt x="1323" y="8209"/>
                  </a:cubicBezTo>
                  <a:cubicBezTo>
                    <a:pt x="1282" y="8209"/>
                    <a:pt x="1241" y="8201"/>
                    <a:pt x="1209" y="8185"/>
                  </a:cubicBezTo>
                  <a:cubicBezTo>
                    <a:pt x="1209" y="8177"/>
                    <a:pt x="1223" y="8174"/>
                    <a:pt x="1243" y="8174"/>
                  </a:cubicBezTo>
                  <a:close/>
                  <a:moveTo>
                    <a:pt x="1679" y="8550"/>
                  </a:moveTo>
                  <a:cubicBezTo>
                    <a:pt x="1720" y="8558"/>
                    <a:pt x="1760" y="8558"/>
                    <a:pt x="1801" y="8574"/>
                  </a:cubicBezTo>
                  <a:lnTo>
                    <a:pt x="1801" y="8598"/>
                  </a:lnTo>
                  <a:cubicBezTo>
                    <a:pt x="1744" y="8598"/>
                    <a:pt x="1679" y="8598"/>
                    <a:pt x="1679" y="8574"/>
                  </a:cubicBezTo>
                  <a:lnTo>
                    <a:pt x="1679" y="8550"/>
                  </a:lnTo>
                  <a:close/>
                  <a:moveTo>
                    <a:pt x="1379" y="8850"/>
                  </a:moveTo>
                  <a:lnTo>
                    <a:pt x="1436" y="8874"/>
                  </a:lnTo>
                  <a:lnTo>
                    <a:pt x="1436" y="8898"/>
                  </a:lnTo>
                  <a:cubicBezTo>
                    <a:pt x="1379" y="8898"/>
                    <a:pt x="1323" y="8898"/>
                    <a:pt x="1323" y="8874"/>
                  </a:cubicBezTo>
                  <a:lnTo>
                    <a:pt x="1379" y="8850"/>
                  </a:lnTo>
                  <a:close/>
                  <a:moveTo>
                    <a:pt x="1365" y="10453"/>
                  </a:moveTo>
                  <a:cubicBezTo>
                    <a:pt x="1400" y="10453"/>
                    <a:pt x="1428" y="10468"/>
                    <a:pt x="1428" y="10479"/>
                  </a:cubicBezTo>
                  <a:lnTo>
                    <a:pt x="1428" y="10487"/>
                  </a:lnTo>
                  <a:cubicBezTo>
                    <a:pt x="1428" y="10528"/>
                    <a:pt x="1428" y="10528"/>
                    <a:pt x="1371" y="10528"/>
                  </a:cubicBezTo>
                  <a:cubicBezTo>
                    <a:pt x="1314" y="10528"/>
                    <a:pt x="1314" y="10487"/>
                    <a:pt x="1314" y="10463"/>
                  </a:cubicBezTo>
                  <a:cubicBezTo>
                    <a:pt x="1332" y="10456"/>
                    <a:pt x="1349" y="10453"/>
                    <a:pt x="1365" y="10453"/>
                  </a:cubicBezTo>
                  <a:close/>
                  <a:moveTo>
                    <a:pt x="1371" y="11404"/>
                  </a:moveTo>
                  <a:cubicBezTo>
                    <a:pt x="1412" y="11404"/>
                    <a:pt x="1452" y="11412"/>
                    <a:pt x="1493" y="11428"/>
                  </a:cubicBezTo>
                  <a:lnTo>
                    <a:pt x="1493" y="11444"/>
                  </a:lnTo>
                  <a:cubicBezTo>
                    <a:pt x="1467" y="11444"/>
                    <a:pt x="1442" y="11445"/>
                    <a:pt x="1422" y="11445"/>
                  </a:cubicBezTo>
                  <a:cubicBezTo>
                    <a:pt x="1392" y="11445"/>
                    <a:pt x="1371" y="11443"/>
                    <a:pt x="1371" y="11428"/>
                  </a:cubicBezTo>
                  <a:lnTo>
                    <a:pt x="1371" y="11404"/>
                  </a:lnTo>
                  <a:close/>
                  <a:moveTo>
                    <a:pt x="1838" y="13299"/>
                  </a:moveTo>
                  <a:cubicBezTo>
                    <a:pt x="1869" y="13299"/>
                    <a:pt x="1874" y="13309"/>
                    <a:pt x="1874" y="13309"/>
                  </a:cubicBezTo>
                  <a:cubicBezTo>
                    <a:pt x="1874" y="13333"/>
                    <a:pt x="1874" y="13333"/>
                    <a:pt x="1809" y="13333"/>
                  </a:cubicBezTo>
                  <a:cubicBezTo>
                    <a:pt x="1809" y="13333"/>
                    <a:pt x="1795" y="13335"/>
                    <a:pt x="1781" y="13335"/>
                  </a:cubicBezTo>
                  <a:cubicBezTo>
                    <a:pt x="1766" y="13335"/>
                    <a:pt x="1752" y="13333"/>
                    <a:pt x="1752" y="13325"/>
                  </a:cubicBezTo>
                  <a:lnTo>
                    <a:pt x="1809" y="13301"/>
                  </a:lnTo>
                  <a:cubicBezTo>
                    <a:pt x="1820" y="13299"/>
                    <a:pt x="1830" y="13299"/>
                    <a:pt x="1838" y="13299"/>
                  </a:cubicBezTo>
                  <a:close/>
                  <a:moveTo>
                    <a:pt x="1890" y="13504"/>
                  </a:moveTo>
                  <a:lnTo>
                    <a:pt x="1947" y="13512"/>
                  </a:lnTo>
                  <a:lnTo>
                    <a:pt x="1955" y="13528"/>
                  </a:lnTo>
                  <a:cubicBezTo>
                    <a:pt x="1915" y="13538"/>
                    <a:pt x="1878" y="13545"/>
                    <a:pt x="1855" y="13545"/>
                  </a:cubicBezTo>
                  <a:cubicBezTo>
                    <a:pt x="1842" y="13545"/>
                    <a:pt x="1833" y="13542"/>
                    <a:pt x="1833" y="13536"/>
                  </a:cubicBezTo>
                  <a:lnTo>
                    <a:pt x="1890" y="13504"/>
                  </a:lnTo>
                  <a:close/>
                  <a:moveTo>
                    <a:pt x="1558" y="13722"/>
                  </a:moveTo>
                  <a:cubicBezTo>
                    <a:pt x="1623" y="13731"/>
                    <a:pt x="1631" y="13755"/>
                    <a:pt x="1566" y="13763"/>
                  </a:cubicBezTo>
                  <a:cubicBezTo>
                    <a:pt x="1537" y="13771"/>
                    <a:pt x="1523" y="13775"/>
                    <a:pt x="1516" y="13775"/>
                  </a:cubicBezTo>
                  <a:cubicBezTo>
                    <a:pt x="1509" y="13775"/>
                    <a:pt x="1509" y="13771"/>
                    <a:pt x="1509" y="13763"/>
                  </a:cubicBezTo>
                  <a:cubicBezTo>
                    <a:pt x="1493" y="13722"/>
                    <a:pt x="1501" y="13722"/>
                    <a:pt x="1558" y="13722"/>
                  </a:cubicBezTo>
                  <a:close/>
                  <a:moveTo>
                    <a:pt x="1325" y="13894"/>
                  </a:moveTo>
                  <a:cubicBezTo>
                    <a:pt x="1317" y="13896"/>
                    <a:pt x="1308" y="13898"/>
                    <a:pt x="1298" y="13901"/>
                  </a:cubicBezTo>
                  <a:cubicBezTo>
                    <a:pt x="1295" y="13903"/>
                    <a:pt x="1292" y="13905"/>
                    <a:pt x="1290" y="13907"/>
                  </a:cubicBezTo>
                  <a:lnTo>
                    <a:pt x="1290" y="13907"/>
                  </a:lnTo>
                  <a:cubicBezTo>
                    <a:pt x="1299" y="13903"/>
                    <a:pt x="1311" y="13898"/>
                    <a:pt x="1325" y="13894"/>
                  </a:cubicBezTo>
                  <a:close/>
                  <a:moveTo>
                    <a:pt x="1290" y="13907"/>
                  </a:moveTo>
                  <a:lnTo>
                    <a:pt x="1290" y="13907"/>
                  </a:lnTo>
                  <a:cubicBezTo>
                    <a:pt x="1267" y="13916"/>
                    <a:pt x="1259" y="13922"/>
                    <a:pt x="1261" y="13922"/>
                  </a:cubicBezTo>
                  <a:cubicBezTo>
                    <a:pt x="1263" y="13922"/>
                    <a:pt x="1273" y="13918"/>
                    <a:pt x="1290" y="13907"/>
                  </a:cubicBezTo>
                  <a:close/>
                  <a:moveTo>
                    <a:pt x="1598" y="13868"/>
                  </a:moveTo>
                  <a:lnTo>
                    <a:pt x="1598" y="13885"/>
                  </a:lnTo>
                  <a:cubicBezTo>
                    <a:pt x="1606" y="13909"/>
                    <a:pt x="1606" y="13909"/>
                    <a:pt x="1550" y="13925"/>
                  </a:cubicBezTo>
                  <a:lnTo>
                    <a:pt x="1541" y="13901"/>
                  </a:lnTo>
                  <a:lnTo>
                    <a:pt x="1598" y="13868"/>
                  </a:lnTo>
                  <a:close/>
                  <a:moveTo>
                    <a:pt x="1533" y="14063"/>
                  </a:moveTo>
                  <a:cubicBezTo>
                    <a:pt x="1533" y="14068"/>
                    <a:pt x="1540" y="14070"/>
                    <a:pt x="1546" y="14070"/>
                  </a:cubicBezTo>
                  <a:cubicBezTo>
                    <a:pt x="1559" y="14070"/>
                    <a:pt x="1571" y="14063"/>
                    <a:pt x="1533" y="14063"/>
                  </a:cubicBezTo>
                  <a:close/>
                  <a:moveTo>
                    <a:pt x="1655" y="14063"/>
                  </a:moveTo>
                  <a:lnTo>
                    <a:pt x="1663" y="14079"/>
                  </a:lnTo>
                  <a:cubicBezTo>
                    <a:pt x="1671" y="14103"/>
                    <a:pt x="1671" y="14103"/>
                    <a:pt x="1614" y="14120"/>
                  </a:cubicBezTo>
                  <a:lnTo>
                    <a:pt x="1606" y="14103"/>
                  </a:lnTo>
                  <a:lnTo>
                    <a:pt x="1655" y="14063"/>
                  </a:lnTo>
                  <a:close/>
                  <a:moveTo>
                    <a:pt x="1841" y="14201"/>
                  </a:moveTo>
                  <a:lnTo>
                    <a:pt x="1850" y="14217"/>
                  </a:lnTo>
                  <a:cubicBezTo>
                    <a:pt x="1858" y="14241"/>
                    <a:pt x="1801" y="14266"/>
                    <a:pt x="1801" y="14266"/>
                  </a:cubicBezTo>
                  <a:cubicBezTo>
                    <a:pt x="1801" y="14266"/>
                    <a:pt x="1774" y="14279"/>
                    <a:pt x="1756" y="14279"/>
                  </a:cubicBezTo>
                  <a:cubicBezTo>
                    <a:pt x="1751" y="14279"/>
                    <a:pt x="1746" y="14278"/>
                    <a:pt x="1744" y="14274"/>
                  </a:cubicBezTo>
                  <a:cubicBezTo>
                    <a:pt x="1768" y="14241"/>
                    <a:pt x="1801" y="14217"/>
                    <a:pt x="1841" y="14201"/>
                  </a:cubicBezTo>
                  <a:close/>
                  <a:moveTo>
                    <a:pt x="2311" y="14868"/>
                  </a:moveTo>
                  <a:cubicBezTo>
                    <a:pt x="2317" y="14868"/>
                    <a:pt x="2314" y="14874"/>
                    <a:pt x="2295" y="14890"/>
                  </a:cubicBezTo>
                  <a:cubicBezTo>
                    <a:pt x="2271" y="14914"/>
                    <a:pt x="2239" y="14939"/>
                    <a:pt x="2198" y="14955"/>
                  </a:cubicBezTo>
                  <a:cubicBezTo>
                    <a:pt x="2198" y="14955"/>
                    <a:pt x="2180" y="14965"/>
                    <a:pt x="2171" y="14965"/>
                  </a:cubicBezTo>
                  <a:cubicBezTo>
                    <a:pt x="2165" y="14965"/>
                    <a:pt x="2165" y="14959"/>
                    <a:pt x="2182" y="14939"/>
                  </a:cubicBezTo>
                  <a:lnTo>
                    <a:pt x="2231" y="14898"/>
                  </a:lnTo>
                  <a:cubicBezTo>
                    <a:pt x="2265" y="14883"/>
                    <a:pt x="2300" y="14868"/>
                    <a:pt x="2311" y="14868"/>
                  </a:cubicBezTo>
                  <a:close/>
                  <a:moveTo>
                    <a:pt x="2928" y="15093"/>
                  </a:moveTo>
                  <a:lnTo>
                    <a:pt x="2928" y="15093"/>
                  </a:lnTo>
                  <a:cubicBezTo>
                    <a:pt x="2944" y="15101"/>
                    <a:pt x="2944" y="15101"/>
                    <a:pt x="2912" y="15157"/>
                  </a:cubicBezTo>
                  <a:cubicBezTo>
                    <a:pt x="2889" y="15202"/>
                    <a:pt x="2847" y="15240"/>
                    <a:pt x="2827" y="15240"/>
                  </a:cubicBezTo>
                  <a:cubicBezTo>
                    <a:pt x="2826" y="15240"/>
                    <a:pt x="2824" y="15239"/>
                    <a:pt x="2822" y="15239"/>
                  </a:cubicBezTo>
                  <a:cubicBezTo>
                    <a:pt x="2806" y="15230"/>
                    <a:pt x="2863" y="15125"/>
                    <a:pt x="2928" y="15093"/>
                  </a:cubicBezTo>
                  <a:close/>
                  <a:moveTo>
                    <a:pt x="5796" y="15350"/>
                  </a:moveTo>
                  <a:lnTo>
                    <a:pt x="5796" y="15350"/>
                  </a:lnTo>
                  <a:cubicBezTo>
                    <a:pt x="5810" y="15350"/>
                    <a:pt x="5800" y="15436"/>
                    <a:pt x="5766" y="15522"/>
                  </a:cubicBezTo>
                  <a:cubicBezTo>
                    <a:pt x="5753" y="15579"/>
                    <a:pt x="5747" y="15607"/>
                    <a:pt x="5744" y="15607"/>
                  </a:cubicBezTo>
                  <a:cubicBezTo>
                    <a:pt x="5741" y="15607"/>
                    <a:pt x="5741" y="15579"/>
                    <a:pt x="5741" y="15522"/>
                  </a:cubicBezTo>
                  <a:cubicBezTo>
                    <a:pt x="5741" y="15457"/>
                    <a:pt x="5741" y="15401"/>
                    <a:pt x="5766" y="15401"/>
                  </a:cubicBezTo>
                  <a:cubicBezTo>
                    <a:pt x="5780" y="15365"/>
                    <a:pt x="5790" y="15350"/>
                    <a:pt x="5796" y="15350"/>
                  </a:cubicBezTo>
                  <a:close/>
                  <a:moveTo>
                    <a:pt x="1479" y="0"/>
                  </a:moveTo>
                  <a:cubicBezTo>
                    <a:pt x="1448" y="0"/>
                    <a:pt x="1432" y="12"/>
                    <a:pt x="1460" y="37"/>
                  </a:cubicBezTo>
                  <a:lnTo>
                    <a:pt x="1404" y="53"/>
                  </a:lnTo>
                  <a:cubicBezTo>
                    <a:pt x="1390" y="52"/>
                    <a:pt x="1377" y="52"/>
                    <a:pt x="1366" y="52"/>
                  </a:cubicBezTo>
                  <a:cubicBezTo>
                    <a:pt x="1225" y="52"/>
                    <a:pt x="1231" y="94"/>
                    <a:pt x="1404" y="101"/>
                  </a:cubicBezTo>
                  <a:cubicBezTo>
                    <a:pt x="1582" y="110"/>
                    <a:pt x="1582" y="110"/>
                    <a:pt x="1460" y="126"/>
                  </a:cubicBezTo>
                  <a:cubicBezTo>
                    <a:pt x="1444" y="125"/>
                    <a:pt x="1430" y="124"/>
                    <a:pt x="1418" y="124"/>
                  </a:cubicBezTo>
                  <a:cubicBezTo>
                    <a:pt x="1339" y="124"/>
                    <a:pt x="1339" y="145"/>
                    <a:pt x="1339" y="166"/>
                  </a:cubicBezTo>
                  <a:cubicBezTo>
                    <a:pt x="1339" y="191"/>
                    <a:pt x="1339" y="191"/>
                    <a:pt x="1274" y="191"/>
                  </a:cubicBezTo>
                  <a:cubicBezTo>
                    <a:pt x="1266" y="190"/>
                    <a:pt x="1259" y="189"/>
                    <a:pt x="1251" y="189"/>
                  </a:cubicBezTo>
                  <a:cubicBezTo>
                    <a:pt x="1201" y="189"/>
                    <a:pt x="1152" y="210"/>
                    <a:pt x="1152" y="231"/>
                  </a:cubicBezTo>
                  <a:cubicBezTo>
                    <a:pt x="1152" y="255"/>
                    <a:pt x="1152" y="255"/>
                    <a:pt x="1209" y="255"/>
                  </a:cubicBezTo>
                  <a:cubicBezTo>
                    <a:pt x="1222" y="251"/>
                    <a:pt x="1232" y="249"/>
                    <a:pt x="1239" y="249"/>
                  </a:cubicBezTo>
                  <a:cubicBezTo>
                    <a:pt x="1269" y="249"/>
                    <a:pt x="1250" y="283"/>
                    <a:pt x="1152" y="296"/>
                  </a:cubicBezTo>
                  <a:cubicBezTo>
                    <a:pt x="1087" y="320"/>
                    <a:pt x="1087" y="320"/>
                    <a:pt x="1209" y="320"/>
                  </a:cubicBezTo>
                  <a:cubicBezTo>
                    <a:pt x="1331" y="328"/>
                    <a:pt x="1331" y="377"/>
                    <a:pt x="1209" y="393"/>
                  </a:cubicBezTo>
                  <a:lnTo>
                    <a:pt x="1201" y="442"/>
                  </a:lnTo>
                  <a:cubicBezTo>
                    <a:pt x="1201" y="458"/>
                    <a:pt x="1266" y="466"/>
                    <a:pt x="1323" y="466"/>
                  </a:cubicBezTo>
                  <a:cubicBezTo>
                    <a:pt x="1444" y="466"/>
                    <a:pt x="1444" y="466"/>
                    <a:pt x="1379" y="491"/>
                  </a:cubicBezTo>
                  <a:cubicBezTo>
                    <a:pt x="1339" y="507"/>
                    <a:pt x="1298" y="507"/>
                    <a:pt x="1258" y="507"/>
                  </a:cubicBezTo>
                  <a:cubicBezTo>
                    <a:pt x="1201" y="507"/>
                    <a:pt x="1201" y="531"/>
                    <a:pt x="1201" y="555"/>
                  </a:cubicBezTo>
                  <a:cubicBezTo>
                    <a:pt x="1201" y="580"/>
                    <a:pt x="1193" y="620"/>
                    <a:pt x="1258" y="628"/>
                  </a:cubicBezTo>
                  <a:lnTo>
                    <a:pt x="1193" y="620"/>
                  </a:lnTo>
                  <a:cubicBezTo>
                    <a:pt x="1193" y="645"/>
                    <a:pt x="1136" y="645"/>
                    <a:pt x="1193" y="645"/>
                  </a:cubicBezTo>
                  <a:cubicBezTo>
                    <a:pt x="1193" y="645"/>
                    <a:pt x="1193" y="669"/>
                    <a:pt x="1128" y="710"/>
                  </a:cubicBezTo>
                  <a:cubicBezTo>
                    <a:pt x="1087" y="744"/>
                    <a:pt x="1134" y="792"/>
                    <a:pt x="1209" y="792"/>
                  </a:cubicBezTo>
                  <a:cubicBezTo>
                    <a:pt x="1238" y="792"/>
                    <a:pt x="1272" y="785"/>
                    <a:pt x="1306" y="766"/>
                  </a:cubicBezTo>
                  <a:cubicBezTo>
                    <a:pt x="1306" y="772"/>
                    <a:pt x="1306" y="780"/>
                    <a:pt x="1306" y="791"/>
                  </a:cubicBezTo>
                  <a:cubicBezTo>
                    <a:pt x="1306" y="807"/>
                    <a:pt x="1363" y="815"/>
                    <a:pt x="1363" y="815"/>
                  </a:cubicBezTo>
                  <a:cubicBezTo>
                    <a:pt x="1428" y="815"/>
                    <a:pt x="1428" y="839"/>
                    <a:pt x="1420" y="864"/>
                  </a:cubicBezTo>
                  <a:lnTo>
                    <a:pt x="1306" y="855"/>
                  </a:lnTo>
                  <a:cubicBezTo>
                    <a:pt x="1268" y="850"/>
                    <a:pt x="1235" y="848"/>
                    <a:pt x="1209" y="848"/>
                  </a:cubicBezTo>
                  <a:cubicBezTo>
                    <a:pt x="1111" y="848"/>
                    <a:pt x="1101" y="879"/>
                    <a:pt x="1241" y="904"/>
                  </a:cubicBezTo>
                  <a:lnTo>
                    <a:pt x="1185" y="896"/>
                  </a:lnTo>
                  <a:cubicBezTo>
                    <a:pt x="1120" y="896"/>
                    <a:pt x="1120" y="920"/>
                    <a:pt x="1177" y="969"/>
                  </a:cubicBezTo>
                  <a:cubicBezTo>
                    <a:pt x="1177" y="993"/>
                    <a:pt x="1298" y="1018"/>
                    <a:pt x="1355" y="1018"/>
                  </a:cubicBezTo>
                  <a:cubicBezTo>
                    <a:pt x="1420" y="1018"/>
                    <a:pt x="1412" y="1042"/>
                    <a:pt x="1412" y="1042"/>
                  </a:cubicBezTo>
                  <a:cubicBezTo>
                    <a:pt x="1412" y="1066"/>
                    <a:pt x="1412" y="1066"/>
                    <a:pt x="1355" y="1066"/>
                  </a:cubicBezTo>
                  <a:cubicBezTo>
                    <a:pt x="1346" y="1066"/>
                    <a:pt x="1337" y="1065"/>
                    <a:pt x="1330" y="1065"/>
                  </a:cubicBezTo>
                  <a:cubicBezTo>
                    <a:pt x="1234" y="1065"/>
                    <a:pt x="1243" y="1109"/>
                    <a:pt x="1355" y="1131"/>
                  </a:cubicBezTo>
                  <a:lnTo>
                    <a:pt x="1290" y="1131"/>
                  </a:lnTo>
                  <a:cubicBezTo>
                    <a:pt x="1233" y="1131"/>
                    <a:pt x="1168" y="1147"/>
                    <a:pt x="1225" y="1269"/>
                  </a:cubicBezTo>
                  <a:cubicBezTo>
                    <a:pt x="1218" y="1354"/>
                    <a:pt x="1217" y="1424"/>
                    <a:pt x="1169" y="1424"/>
                  </a:cubicBezTo>
                  <a:cubicBezTo>
                    <a:pt x="1166" y="1424"/>
                    <a:pt x="1163" y="1423"/>
                    <a:pt x="1160" y="1423"/>
                  </a:cubicBezTo>
                  <a:cubicBezTo>
                    <a:pt x="1096" y="1423"/>
                    <a:pt x="1217" y="1520"/>
                    <a:pt x="1331" y="1569"/>
                  </a:cubicBezTo>
                  <a:cubicBezTo>
                    <a:pt x="1274" y="1569"/>
                    <a:pt x="1274" y="1593"/>
                    <a:pt x="1266" y="1634"/>
                  </a:cubicBezTo>
                  <a:cubicBezTo>
                    <a:pt x="1266" y="1707"/>
                    <a:pt x="1266" y="1707"/>
                    <a:pt x="1209" y="1707"/>
                  </a:cubicBezTo>
                  <a:cubicBezTo>
                    <a:pt x="1154" y="1692"/>
                    <a:pt x="1124" y="1684"/>
                    <a:pt x="1118" y="1684"/>
                  </a:cubicBezTo>
                  <a:cubicBezTo>
                    <a:pt x="1110" y="1684"/>
                    <a:pt x="1138" y="1696"/>
                    <a:pt x="1201" y="1723"/>
                  </a:cubicBezTo>
                  <a:cubicBezTo>
                    <a:pt x="1323" y="1755"/>
                    <a:pt x="1258" y="1820"/>
                    <a:pt x="1144" y="1820"/>
                  </a:cubicBezTo>
                  <a:cubicBezTo>
                    <a:pt x="1136" y="1819"/>
                    <a:pt x="1129" y="1819"/>
                    <a:pt x="1122" y="1819"/>
                  </a:cubicBezTo>
                  <a:cubicBezTo>
                    <a:pt x="1079" y="1819"/>
                    <a:pt x="1079" y="1843"/>
                    <a:pt x="1079" y="1885"/>
                  </a:cubicBezTo>
                  <a:cubicBezTo>
                    <a:pt x="1136" y="1909"/>
                    <a:pt x="1136" y="1958"/>
                    <a:pt x="1136" y="1999"/>
                  </a:cubicBezTo>
                  <a:cubicBezTo>
                    <a:pt x="1128" y="2072"/>
                    <a:pt x="1128" y="2072"/>
                    <a:pt x="1250" y="2072"/>
                  </a:cubicBezTo>
                  <a:cubicBezTo>
                    <a:pt x="1371" y="2080"/>
                    <a:pt x="1371" y="2096"/>
                    <a:pt x="1371" y="2145"/>
                  </a:cubicBezTo>
                  <a:cubicBezTo>
                    <a:pt x="1363" y="2169"/>
                    <a:pt x="1363" y="2193"/>
                    <a:pt x="1306" y="2193"/>
                  </a:cubicBezTo>
                  <a:cubicBezTo>
                    <a:pt x="1306" y="2193"/>
                    <a:pt x="1241" y="2209"/>
                    <a:pt x="1241" y="2234"/>
                  </a:cubicBezTo>
                  <a:cubicBezTo>
                    <a:pt x="1241" y="2258"/>
                    <a:pt x="1241" y="2282"/>
                    <a:pt x="1185" y="2282"/>
                  </a:cubicBezTo>
                  <a:cubicBezTo>
                    <a:pt x="1185" y="2282"/>
                    <a:pt x="1120" y="2299"/>
                    <a:pt x="1120" y="2347"/>
                  </a:cubicBezTo>
                  <a:cubicBezTo>
                    <a:pt x="1120" y="2396"/>
                    <a:pt x="1120" y="2436"/>
                    <a:pt x="1055" y="2436"/>
                  </a:cubicBezTo>
                  <a:cubicBezTo>
                    <a:pt x="1055" y="2461"/>
                    <a:pt x="1055" y="2461"/>
                    <a:pt x="1112" y="2461"/>
                  </a:cubicBezTo>
                  <a:cubicBezTo>
                    <a:pt x="1177" y="2461"/>
                    <a:pt x="1233" y="2485"/>
                    <a:pt x="1168" y="2574"/>
                  </a:cubicBezTo>
                  <a:cubicBezTo>
                    <a:pt x="1168" y="2623"/>
                    <a:pt x="1168" y="2696"/>
                    <a:pt x="1225" y="2696"/>
                  </a:cubicBezTo>
                  <a:cubicBezTo>
                    <a:pt x="1225" y="2711"/>
                    <a:pt x="1225" y="2717"/>
                    <a:pt x="1211" y="2717"/>
                  </a:cubicBezTo>
                  <a:cubicBezTo>
                    <a:pt x="1202" y="2717"/>
                    <a:pt x="1189" y="2715"/>
                    <a:pt x="1168" y="2712"/>
                  </a:cubicBezTo>
                  <a:cubicBezTo>
                    <a:pt x="1047" y="2712"/>
                    <a:pt x="1047" y="2761"/>
                    <a:pt x="1160" y="2809"/>
                  </a:cubicBezTo>
                  <a:cubicBezTo>
                    <a:pt x="1225" y="2809"/>
                    <a:pt x="1217" y="2834"/>
                    <a:pt x="1160" y="2850"/>
                  </a:cubicBezTo>
                  <a:cubicBezTo>
                    <a:pt x="1160" y="2850"/>
                    <a:pt x="1160" y="2874"/>
                    <a:pt x="1217" y="2899"/>
                  </a:cubicBezTo>
                  <a:cubicBezTo>
                    <a:pt x="1274" y="2923"/>
                    <a:pt x="1274" y="2923"/>
                    <a:pt x="1217" y="2972"/>
                  </a:cubicBezTo>
                  <a:cubicBezTo>
                    <a:pt x="1152" y="2972"/>
                    <a:pt x="1152" y="2988"/>
                    <a:pt x="1152" y="3012"/>
                  </a:cubicBezTo>
                  <a:cubicBezTo>
                    <a:pt x="1209" y="3061"/>
                    <a:pt x="1201" y="3312"/>
                    <a:pt x="1144" y="3336"/>
                  </a:cubicBezTo>
                  <a:cubicBezTo>
                    <a:pt x="1201" y="3361"/>
                    <a:pt x="1201" y="3361"/>
                    <a:pt x="1201" y="3385"/>
                  </a:cubicBezTo>
                  <a:cubicBezTo>
                    <a:pt x="1079" y="3401"/>
                    <a:pt x="1136" y="3426"/>
                    <a:pt x="1258" y="3434"/>
                  </a:cubicBezTo>
                  <a:lnTo>
                    <a:pt x="1258" y="3409"/>
                  </a:lnTo>
                  <a:lnTo>
                    <a:pt x="1258" y="3385"/>
                  </a:lnTo>
                  <a:cubicBezTo>
                    <a:pt x="1373" y="3385"/>
                    <a:pt x="1379" y="3451"/>
                    <a:pt x="1228" y="3451"/>
                  </a:cubicBezTo>
                  <a:cubicBezTo>
                    <a:pt x="1219" y="3451"/>
                    <a:pt x="1210" y="3450"/>
                    <a:pt x="1201" y="3450"/>
                  </a:cubicBezTo>
                  <a:cubicBezTo>
                    <a:pt x="1079" y="3474"/>
                    <a:pt x="1079" y="3474"/>
                    <a:pt x="1193" y="3499"/>
                  </a:cubicBezTo>
                  <a:cubicBezTo>
                    <a:pt x="1314" y="3523"/>
                    <a:pt x="1314" y="3547"/>
                    <a:pt x="1193" y="3563"/>
                  </a:cubicBezTo>
                  <a:cubicBezTo>
                    <a:pt x="1071" y="3563"/>
                    <a:pt x="1071" y="3563"/>
                    <a:pt x="1193" y="3588"/>
                  </a:cubicBezTo>
                  <a:cubicBezTo>
                    <a:pt x="1428" y="3636"/>
                    <a:pt x="1493" y="3709"/>
                    <a:pt x="1250" y="3709"/>
                  </a:cubicBezTo>
                  <a:cubicBezTo>
                    <a:pt x="1233" y="3708"/>
                    <a:pt x="1218" y="3708"/>
                    <a:pt x="1204" y="3708"/>
                  </a:cubicBezTo>
                  <a:cubicBezTo>
                    <a:pt x="1114" y="3708"/>
                    <a:pt x="1071" y="3729"/>
                    <a:pt x="1071" y="3750"/>
                  </a:cubicBezTo>
                  <a:cubicBezTo>
                    <a:pt x="1071" y="3774"/>
                    <a:pt x="1128" y="3774"/>
                    <a:pt x="1185" y="3774"/>
                  </a:cubicBezTo>
                  <a:cubicBezTo>
                    <a:pt x="1217" y="3768"/>
                    <a:pt x="1241" y="3765"/>
                    <a:pt x="1256" y="3765"/>
                  </a:cubicBezTo>
                  <a:cubicBezTo>
                    <a:pt x="1298" y="3765"/>
                    <a:pt x="1274" y="3787"/>
                    <a:pt x="1185" y="3823"/>
                  </a:cubicBezTo>
                  <a:cubicBezTo>
                    <a:pt x="1006" y="3888"/>
                    <a:pt x="1006" y="3928"/>
                    <a:pt x="1120" y="4001"/>
                  </a:cubicBezTo>
                  <a:cubicBezTo>
                    <a:pt x="1199" y="4069"/>
                    <a:pt x="1223" y="4122"/>
                    <a:pt x="1191" y="4122"/>
                  </a:cubicBezTo>
                  <a:cubicBezTo>
                    <a:pt x="1178" y="4122"/>
                    <a:pt x="1154" y="4112"/>
                    <a:pt x="1120" y="4090"/>
                  </a:cubicBezTo>
                  <a:cubicBezTo>
                    <a:pt x="1059" y="4070"/>
                    <a:pt x="1029" y="4060"/>
                    <a:pt x="1021" y="4060"/>
                  </a:cubicBezTo>
                  <a:cubicBezTo>
                    <a:pt x="1012" y="4060"/>
                    <a:pt x="1027" y="4070"/>
                    <a:pt x="1055" y="4090"/>
                  </a:cubicBezTo>
                  <a:cubicBezTo>
                    <a:pt x="1055" y="4139"/>
                    <a:pt x="1055" y="4188"/>
                    <a:pt x="1055" y="4212"/>
                  </a:cubicBezTo>
                  <a:cubicBezTo>
                    <a:pt x="1055" y="4228"/>
                    <a:pt x="1112" y="4253"/>
                    <a:pt x="1168" y="4253"/>
                  </a:cubicBezTo>
                  <a:cubicBezTo>
                    <a:pt x="1055" y="4277"/>
                    <a:pt x="990" y="4326"/>
                    <a:pt x="1112" y="4374"/>
                  </a:cubicBezTo>
                  <a:lnTo>
                    <a:pt x="1104" y="4415"/>
                  </a:lnTo>
                  <a:cubicBezTo>
                    <a:pt x="1104" y="4439"/>
                    <a:pt x="1104" y="4439"/>
                    <a:pt x="1168" y="4463"/>
                  </a:cubicBezTo>
                  <a:cubicBezTo>
                    <a:pt x="1225" y="4488"/>
                    <a:pt x="1168" y="4512"/>
                    <a:pt x="1104" y="4528"/>
                  </a:cubicBezTo>
                  <a:cubicBezTo>
                    <a:pt x="1047" y="4553"/>
                    <a:pt x="982" y="4577"/>
                    <a:pt x="1047" y="4577"/>
                  </a:cubicBezTo>
                  <a:cubicBezTo>
                    <a:pt x="1104" y="4593"/>
                    <a:pt x="1168" y="4617"/>
                    <a:pt x="1217" y="4650"/>
                  </a:cubicBezTo>
                  <a:cubicBezTo>
                    <a:pt x="1259" y="4666"/>
                    <a:pt x="1247" y="4678"/>
                    <a:pt x="1217" y="4678"/>
                  </a:cubicBezTo>
                  <a:cubicBezTo>
                    <a:pt x="1201" y="4678"/>
                    <a:pt x="1180" y="4675"/>
                    <a:pt x="1160" y="4666"/>
                  </a:cubicBezTo>
                  <a:cubicBezTo>
                    <a:pt x="1104" y="4666"/>
                    <a:pt x="1104" y="4666"/>
                    <a:pt x="1039" y="4715"/>
                  </a:cubicBezTo>
                  <a:cubicBezTo>
                    <a:pt x="1039" y="4739"/>
                    <a:pt x="1039" y="4780"/>
                    <a:pt x="1096" y="4788"/>
                  </a:cubicBezTo>
                  <a:cubicBezTo>
                    <a:pt x="1160" y="4788"/>
                    <a:pt x="1152" y="4926"/>
                    <a:pt x="1096" y="4942"/>
                  </a:cubicBezTo>
                  <a:cubicBezTo>
                    <a:pt x="1096" y="4942"/>
                    <a:pt x="1096" y="4966"/>
                    <a:pt x="1087" y="4990"/>
                  </a:cubicBezTo>
                  <a:cubicBezTo>
                    <a:pt x="1087" y="5015"/>
                    <a:pt x="1152" y="5039"/>
                    <a:pt x="1152" y="5063"/>
                  </a:cubicBezTo>
                  <a:cubicBezTo>
                    <a:pt x="1152" y="5063"/>
                    <a:pt x="1152" y="5080"/>
                    <a:pt x="1209" y="5104"/>
                  </a:cubicBezTo>
                  <a:cubicBezTo>
                    <a:pt x="1209" y="5128"/>
                    <a:pt x="1209" y="5153"/>
                    <a:pt x="1144" y="5153"/>
                  </a:cubicBezTo>
                  <a:cubicBezTo>
                    <a:pt x="1266" y="5177"/>
                    <a:pt x="1266" y="5177"/>
                    <a:pt x="1144" y="5201"/>
                  </a:cubicBezTo>
                  <a:cubicBezTo>
                    <a:pt x="1100" y="5198"/>
                    <a:pt x="1071" y="5196"/>
                    <a:pt x="1060" y="5196"/>
                  </a:cubicBezTo>
                  <a:cubicBezTo>
                    <a:pt x="1039" y="5196"/>
                    <a:pt x="1067" y="5202"/>
                    <a:pt x="1144" y="5217"/>
                  </a:cubicBezTo>
                  <a:cubicBezTo>
                    <a:pt x="1201" y="5242"/>
                    <a:pt x="1201" y="5242"/>
                    <a:pt x="1144" y="5266"/>
                  </a:cubicBezTo>
                  <a:cubicBezTo>
                    <a:pt x="1087" y="5266"/>
                    <a:pt x="1079" y="5290"/>
                    <a:pt x="1144" y="5290"/>
                  </a:cubicBezTo>
                  <a:cubicBezTo>
                    <a:pt x="1259" y="5313"/>
                    <a:pt x="1316" y="5380"/>
                    <a:pt x="1219" y="5380"/>
                  </a:cubicBezTo>
                  <a:cubicBezTo>
                    <a:pt x="1213" y="5380"/>
                    <a:pt x="1207" y="5380"/>
                    <a:pt x="1201" y="5380"/>
                  </a:cubicBezTo>
                  <a:lnTo>
                    <a:pt x="1201" y="5380"/>
                  </a:lnTo>
                  <a:cubicBezTo>
                    <a:pt x="1201" y="5380"/>
                    <a:pt x="1201" y="5404"/>
                    <a:pt x="1258" y="5428"/>
                  </a:cubicBezTo>
                  <a:cubicBezTo>
                    <a:pt x="1379" y="5453"/>
                    <a:pt x="1379" y="5453"/>
                    <a:pt x="1258" y="5453"/>
                  </a:cubicBezTo>
                  <a:cubicBezTo>
                    <a:pt x="1136" y="5477"/>
                    <a:pt x="1136" y="5493"/>
                    <a:pt x="1258" y="5517"/>
                  </a:cubicBezTo>
                  <a:cubicBezTo>
                    <a:pt x="1258" y="5517"/>
                    <a:pt x="1314" y="5542"/>
                    <a:pt x="1258" y="5566"/>
                  </a:cubicBezTo>
                  <a:cubicBezTo>
                    <a:pt x="1198" y="5611"/>
                    <a:pt x="1138" y="5731"/>
                    <a:pt x="1224" y="5731"/>
                  </a:cubicBezTo>
                  <a:cubicBezTo>
                    <a:pt x="1231" y="5731"/>
                    <a:pt x="1240" y="5730"/>
                    <a:pt x="1250" y="5728"/>
                  </a:cubicBezTo>
                  <a:lnTo>
                    <a:pt x="1250" y="5777"/>
                  </a:lnTo>
                  <a:cubicBezTo>
                    <a:pt x="1193" y="5817"/>
                    <a:pt x="1193" y="5842"/>
                    <a:pt x="1250" y="5866"/>
                  </a:cubicBezTo>
                  <a:lnTo>
                    <a:pt x="1306" y="5890"/>
                  </a:lnTo>
                  <a:cubicBezTo>
                    <a:pt x="1250" y="5890"/>
                    <a:pt x="1185" y="5915"/>
                    <a:pt x="1185" y="5931"/>
                  </a:cubicBezTo>
                  <a:cubicBezTo>
                    <a:pt x="1185" y="5955"/>
                    <a:pt x="1185" y="5955"/>
                    <a:pt x="1250" y="5955"/>
                  </a:cubicBezTo>
                  <a:cubicBezTo>
                    <a:pt x="1265" y="5951"/>
                    <a:pt x="1277" y="5949"/>
                    <a:pt x="1285" y="5949"/>
                  </a:cubicBezTo>
                  <a:cubicBezTo>
                    <a:pt x="1306" y="5949"/>
                    <a:pt x="1306" y="5962"/>
                    <a:pt x="1306" y="5980"/>
                  </a:cubicBezTo>
                  <a:cubicBezTo>
                    <a:pt x="1306" y="6004"/>
                    <a:pt x="1241" y="6028"/>
                    <a:pt x="1185" y="6028"/>
                  </a:cubicBezTo>
                  <a:lnTo>
                    <a:pt x="1185" y="6053"/>
                  </a:lnTo>
                  <a:cubicBezTo>
                    <a:pt x="1289" y="6053"/>
                    <a:pt x="1304" y="6070"/>
                    <a:pt x="1265" y="6070"/>
                  </a:cubicBezTo>
                  <a:cubicBezTo>
                    <a:pt x="1259" y="6070"/>
                    <a:pt x="1251" y="6070"/>
                    <a:pt x="1241" y="6069"/>
                  </a:cubicBezTo>
                  <a:cubicBezTo>
                    <a:pt x="1185" y="6093"/>
                    <a:pt x="1185" y="6117"/>
                    <a:pt x="1185" y="6142"/>
                  </a:cubicBezTo>
                  <a:cubicBezTo>
                    <a:pt x="1223" y="6142"/>
                    <a:pt x="1210" y="6152"/>
                    <a:pt x="1197" y="6152"/>
                  </a:cubicBezTo>
                  <a:cubicBezTo>
                    <a:pt x="1191" y="6152"/>
                    <a:pt x="1185" y="6150"/>
                    <a:pt x="1185" y="6142"/>
                  </a:cubicBezTo>
                  <a:lnTo>
                    <a:pt x="1128" y="6142"/>
                  </a:lnTo>
                  <a:cubicBezTo>
                    <a:pt x="1063" y="6166"/>
                    <a:pt x="1128" y="6166"/>
                    <a:pt x="1185" y="6166"/>
                  </a:cubicBezTo>
                  <a:lnTo>
                    <a:pt x="1185" y="6207"/>
                  </a:lnTo>
                  <a:cubicBezTo>
                    <a:pt x="1185" y="6224"/>
                    <a:pt x="1185" y="6241"/>
                    <a:pt x="1205" y="6241"/>
                  </a:cubicBezTo>
                  <a:cubicBezTo>
                    <a:pt x="1213" y="6241"/>
                    <a:pt x="1225" y="6238"/>
                    <a:pt x="1241" y="6231"/>
                  </a:cubicBezTo>
                  <a:cubicBezTo>
                    <a:pt x="1298" y="6231"/>
                    <a:pt x="1363" y="6231"/>
                    <a:pt x="1363" y="6255"/>
                  </a:cubicBezTo>
                  <a:cubicBezTo>
                    <a:pt x="1401" y="6255"/>
                    <a:pt x="1388" y="6266"/>
                    <a:pt x="1376" y="6266"/>
                  </a:cubicBezTo>
                  <a:cubicBezTo>
                    <a:pt x="1369" y="6266"/>
                    <a:pt x="1363" y="6263"/>
                    <a:pt x="1363" y="6255"/>
                  </a:cubicBezTo>
                  <a:cubicBezTo>
                    <a:pt x="1298" y="6255"/>
                    <a:pt x="1241" y="6255"/>
                    <a:pt x="1241" y="6280"/>
                  </a:cubicBezTo>
                  <a:cubicBezTo>
                    <a:pt x="1241" y="6304"/>
                    <a:pt x="1177" y="6304"/>
                    <a:pt x="1177" y="6304"/>
                  </a:cubicBezTo>
                  <a:cubicBezTo>
                    <a:pt x="1163" y="6301"/>
                    <a:pt x="1152" y="6300"/>
                    <a:pt x="1143" y="6300"/>
                  </a:cubicBezTo>
                  <a:cubicBezTo>
                    <a:pt x="1076" y="6300"/>
                    <a:pt x="1127" y="6372"/>
                    <a:pt x="1177" y="6393"/>
                  </a:cubicBezTo>
                  <a:cubicBezTo>
                    <a:pt x="1298" y="6442"/>
                    <a:pt x="1298" y="6466"/>
                    <a:pt x="1177" y="6466"/>
                  </a:cubicBezTo>
                  <a:cubicBezTo>
                    <a:pt x="1055" y="6466"/>
                    <a:pt x="1177" y="6507"/>
                    <a:pt x="1355" y="6531"/>
                  </a:cubicBezTo>
                  <a:lnTo>
                    <a:pt x="1533" y="6555"/>
                  </a:lnTo>
                  <a:lnTo>
                    <a:pt x="1355" y="6555"/>
                  </a:lnTo>
                  <a:cubicBezTo>
                    <a:pt x="1112" y="6580"/>
                    <a:pt x="1112" y="6580"/>
                    <a:pt x="1233" y="6644"/>
                  </a:cubicBezTo>
                  <a:cubicBezTo>
                    <a:pt x="1290" y="6693"/>
                    <a:pt x="1290" y="6693"/>
                    <a:pt x="1233" y="6693"/>
                  </a:cubicBezTo>
                  <a:cubicBezTo>
                    <a:pt x="1168" y="6693"/>
                    <a:pt x="1168" y="6717"/>
                    <a:pt x="1168" y="6782"/>
                  </a:cubicBezTo>
                  <a:cubicBezTo>
                    <a:pt x="1168" y="6855"/>
                    <a:pt x="1168" y="6879"/>
                    <a:pt x="1225" y="6879"/>
                  </a:cubicBezTo>
                  <a:lnTo>
                    <a:pt x="1225" y="6920"/>
                  </a:lnTo>
                  <a:cubicBezTo>
                    <a:pt x="1127" y="6940"/>
                    <a:pt x="1151" y="6975"/>
                    <a:pt x="1228" y="6975"/>
                  </a:cubicBezTo>
                  <a:cubicBezTo>
                    <a:pt x="1246" y="6975"/>
                    <a:pt x="1267" y="6973"/>
                    <a:pt x="1290" y="6969"/>
                  </a:cubicBezTo>
                  <a:lnTo>
                    <a:pt x="1290" y="6969"/>
                  </a:lnTo>
                  <a:cubicBezTo>
                    <a:pt x="1290" y="6969"/>
                    <a:pt x="1290" y="6993"/>
                    <a:pt x="1282" y="7017"/>
                  </a:cubicBezTo>
                  <a:lnTo>
                    <a:pt x="1225" y="7017"/>
                  </a:lnTo>
                  <a:cubicBezTo>
                    <a:pt x="1168" y="7017"/>
                    <a:pt x="1168" y="7058"/>
                    <a:pt x="1160" y="7244"/>
                  </a:cubicBezTo>
                  <a:cubicBezTo>
                    <a:pt x="1160" y="7455"/>
                    <a:pt x="1160" y="7471"/>
                    <a:pt x="1274" y="7471"/>
                  </a:cubicBezTo>
                  <a:cubicBezTo>
                    <a:pt x="1396" y="7496"/>
                    <a:pt x="1396" y="7520"/>
                    <a:pt x="1274" y="7520"/>
                  </a:cubicBezTo>
                  <a:cubicBezTo>
                    <a:pt x="1217" y="7520"/>
                    <a:pt x="1160" y="7544"/>
                    <a:pt x="1217" y="7544"/>
                  </a:cubicBezTo>
                  <a:cubicBezTo>
                    <a:pt x="1209" y="7577"/>
                    <a:pt x="1185" y="7601"/>
                    <a:pt x="1160" y="7609"/>
                  </a:cubicBezTo>
                  <a:cubicBezTo>
                    <a:pt x="1039" y="7682"/>
                    <a:pt x="1096" y="7706"/>
                    <a:pt x="1152" y="7706"/>
                  </a:cubicBezTo>
                  <a:cubicBezTo>
                    <a:pt x="1188" y="7699"/>
                    <a:pt x="1208" y="7696"/>
                    <a:pt x="1218" y="7696"/>
                  </a:cubicBezTo>
                  <a:cubicBezTo>
                    <a:pt x="1240" y="7696"/>
                    <a:pt x="1198" y="7714"/>
                    <a:pt x="1152" y="7731"/>
                  </a:cubicBezTo>
                  <a:cubicBezTo>
                    <a:pt x="1096" y="7747"/>
                    <a:pt x="1039" y="7771"/>
                    <a:pt x="1096" y="7771"/>
                  </a:cubicBezTo>
                  <a:cubicBezTo>
                    <a:pt x="1152" y="7796"/>
                    <a:pt x="1209" y="7933"/>
                    <a:pt x="1096" y="7933"/>
                  </a:cubicBezTo>
                  <a:cubicBezTo>
                    <a:pt x="1096" y="7933"/>
                    <a:pt x="1096" y="7958"/>
                    <a:pt x="1096" y="7982"/>
                  </a:cubicBezTo>
                  <a:cubicBezTo>
                    <a:pt x="1152" y="7982"/>
                    <a:pt x="1152" y="8023"/>
                    <a:pt x="1152" y="8071"/>
                  </a:cubicBezTo>
                  <a:cubicBezTo>
                    <a:pt x="1152" y="8120"/>
                    <a:pt x="1152" y="8144"/>
                    <a:pt x="1087" y="8144"/>
                  </a:cubicBezTo>
                  <a:cubicBezTo>
                    <a:pt x="1072" y="8138"/>
                    <a:pt x="1060" y="8135"/>
                    <a:pt x="1053" y="8135"/>
                  </a:cubicBezTo>
                  <a:cubicBezTo>
                    <a:pt x="1035" y="8135"/>
                    <a:pt x="1046" y="8155"/>
                    <a:pt x="1087" y="8185"/>
                  </a:cubicBezTo>
                  <a:cubicBezTo>
                    <a:pt x="1087" y="8209"/>
                    <a:pt x="1209" y="8233"/>
                    <a:pt x="1209" y="8258"/>
                  </a:cubicBezTo>
                  <a:cubicBezTo>
                    <a:pt x="1266" y="8258"/>
                    <a:pt x="1331" y="8274"/>
                    <a:pt x="1323" y="8298"/>
                  </a:cubicBezTo>
                  <a:lnTo>
                    <a:pt x="1144" y="8298"/>
                  </a:lnTo>
                  <a:cubicBezTo>
                    <a:pt x="1144" y="8323"/>
                    <a:pt x="1144" y="8347"/>
                    <a:pt x="1209" y="8347"/>
                  </a:cubicBezTo>
                  <a:cubicBezTo>
                    <a:pt x="1144" y="8371"/>
                    <a:pt x="1144" y="8396"/>
                    <a:pt x="1144" y="8436"/>
                  </a:cubicBezTo>
                  <a:cubicBezTo>
                    <a:pt x="1144" y="8485"/>
                    <a:pt x="1144" y="8533"/>
                    <a:pt x="1201" y="8550"/>
                  </a:cubicBezTo>
                  <a:cubicBezTo>
                    <a:pt x="1087" y="8558"/>
                    <a:pt x="1087" y="8736"/>
                    <a:pt x="1201" y="8736"/>
                  </a:cubicBezTo>
                  <a:cubicBezTo>
                    <a:pt x="1266" y="8736"/>
                    <a:pt x="1266" y="8760"/>
                    <a:pt x="1201" y="8785"/>
                  </a:cubicBezTo>
                  <a:cubicBezTo>
                    <a:pt x="1144" y="8809"/>
                    <a:pt x="1144" y="8809"/>
                    <a:pt x="1201" y="8833"/>
                  </a:cubicBezTo>
                  <a:cubicBezTo>
                    <a:pt x="1258" y="8850"/>
                    <a:pt x="1201" y="8874"/>
                    <a:pt x="1144" y="8898"/>
                  </a:cubicBezTo>
                  <a:cubicBezTo>
                    <a:pt x="1023" y="8923"/>
                    <a:pt x="1023" y="8947"/>
                    <a:pt x="1079" y="8971"/>
                  </a:cubicBezTo>
                  <a:cubicBezTo>
                    <a:pt x="1120" y="8996"/>
                    <a:pt x="1144" y="9036"/>
                    <a:pt x="1136" y="9085"/>
                  </a:cubicBezTo>
                  <a:cubicBezTo>
                    <a:pt x="1183" y="9114"/>
                    <a:pt x="1196" y="9135"/>
                    <a:pt x="1221" y="9135"/>
                  </a:cubicBezTo>
                  <a:cubicBezTo>
                    <a:pt x="1231" y="9135"/>
                    <a:pt x="1242" y="9132"/>
                    <a:pt x="1258" y="9125"/>
                  </a:cubicBezTo>
                  <a:cubicBezTo>
                    <a:pt x="1298" y="9125"/>
                    <a:pt x="1339" y="9133"/>
                    <a:pt x="1379" y="9150"/>
                  </a:cubicBezTo>
                  <a:cubicBezTo>
                    <a:pt x="1413" y="9178"/>
                    <a:pt x="1407" y="9190"/>
                    <a:pt x="1396" y="9190"/>
                  </a:cubicBezTo>
                  <a:cubicBezTo>
                    <a:pt x="1389" y="9190"/>
                    <a:pt x="1379" y="9184"/>
                    <a:pt x="1379" y="9174"/>
                  </a:cubicBezTo>
                  <a:cubicBezTo>
                    <a:pt x="1352" y="9153"/>
                    <a:pt x="1336" y="9146"/>
                    <a:pt x="1323" y="9146"/>
                  </a:cubicBezTo>
                  <a:cubicBezTo>
                    <a:pt x="1304" y="9146"/>
                    <a:pt x="1290" y="9160"/>
                    <a:pt x="1258" y="9174"/>
                  </a:cubicBezTo>
                  <a:cubicBezTo>
                    <a:pt x="1217" y="9190"/>
                    <a:pt x="1193" y="9223"/>
                    <a:pt x="1201" y="9263"/>
                  </a:cubicBezTo>
                  <a:lnTo>
                    <a:pt x="1193" y="9360"/>
                  </a:lnTo>
                  <a:cubicBezTo>
                    <a:pt x="1136" y="9425"/>
                    <a:pt x="1136" y="9450"/>
                    <a:pt x="1193" y="9450"/>
                  </a:cubicBezTo>
                  <a:lnTo>
                    <a:pt x="1258" y="9450"/>
                  </a:lnTo>
                  <a:cubicBezTo>
                    <a:pt x="1136" y="9474"/>
                    <a:pt x="1136" y="9725"/>
                    <a:pt x="1258" y="9750"/>
                  </a:cubicBezTo>
                  <a:lnTo>
                    <a:pt x="1193" y="9750"/>
                  </a:lnTo>
                  <a:cubicBezTo>
                    <a:pt x="1136" y="9750"/>
                    <a:pt x="1136" y="9774"/>
                    <a:pt x="1136" y="9823"/>
                  </a:cubicBezTo>
                  <a:cubicBezTo>
                    <a:pt x="1136" y="9839"/>
                    <a:pt x="1193" y="9936"/>
                    <a:pt x="1193" y="10001"/>
                  </a:cubicBezTo>
                  <a:cubicBezTo>
                    <a:pt x="1193" y="10098"/>
                    <a:pt x="1193" y="10163"/>
                    <a:pt x="1250" y="10163"/>
                  </a:cubicBezTo>
                  <a:cubicBezTo>
                    <a:pt x="1250" y="10187"/>
                    <a:pt x="1250" y="10187"/>
                    <a:pt x="1193" y="10187"/>
                  </a:cubicBezTo>
                  <a:cubicBezTo>
                    <a:pt x="1176" y="10180"/>
                    <a:pt x="1164" y="10177"/>
                    <a:pt x="1156" y="10177"/>
                  </a:cubicBezTo>
                  <a:cubicBezTo>
                    <a:pt x="1136" y="10177"/>
                    <a:pt x="1136" y="10195"/>
                    <a:pt x="1136" y="10212"/>
                  </a:cubicBezTo>
                  <a:cubicBezTo>
                    <a:pt x="1136" y="10227"/>
                    <a:pt x="1159" y="10233"/>
                    <a:pt x="1190" y="10233"/>
                  </a:cubicBezTo>
                  <a:cubicBezTo>
                    <a:pt x="1208" y="10233"/>
                    <a:pt x="1229" y="10231"/>
                    <a:pt x="1250" y="10228"/>
                  </a:cubicBezTo>
                  <a:cubicBezTo>
                    <a:pt x="1314" y="10228"/>
                    <a:pt x="1314" y="10252"/>
                    <a:pt x="1250" y="10301"/>
                  </a:cubicBezTo>
                  <a:cubicBezTo>
                    <a:pt x="1193" y="10350"/>
                    <a:pt x="1193" y="10439"/>
                    <a:pt x="1250" y="10487"/>
                  </a:cubicBezTo>
                  <a:cubicBezTo>
                    <a:pt x="1250" y="10504"/>
                    <a:pt x="1250" y="10528"/>
                    <a:pt x="1193" y="10528"/>
                  </a:cubicBezTo>
                  <a:cubicBezTo>
                    <a:pt x="1136" y="10552"/>
                    <a:pt x="1071" y="10601"/>
                    <a:pt x="1193" y="10650"/>
                  </a:cubicBezTo>
                  <a:cubicBezTo>
                    <a:pt x="1193" y="10666"/>
                    <a:pt x="1193" y="10666"/>
                    <a:pt x="1136" y="10674"/>
                  </a:cubicBezTo>
                  <a:cubicBezTo>
                    <a:pt x="1071" y="10690"/>
                    <a:pt x="1014" y="10698"/>
                    <a:pt x="1136" y="10714"/>
                  </a:cubicBezTo>
                  <a:cubicBezTo>
                    <a:pt x="1193" y="10755"/>
                    <a:pt x="1193" y="10844"/>
                    <a:pt x="1136" y="10877"/>
                  </a:cubicBezTo>
                  <a:cubicBezTo>
                    <a:pt x="1136" y="10901"/>
                    <a:pt x="1136" y="10925"/>
                    <a:pt x="1193" y="10925"/>
                  </a:cubicBezTo>
                  <a:lnTo>
                    <a:pt x="1250" y="10917"/>
                  </a:lnTo>
                  <a:lnTo>
                    <a:pt x="1250" y="10917"/>
                  </a:lnTo>
                  <a:cubicBezTo>
                    <a:pt x="1136" y="10950"/>
                    <a:pt x="1136" y="10950"/>
                    <a:pt x="1250" y="10966"/>
                  </a:cubicBezTo>
                  <a:cubicBezTo>
                    <a:pt x="1314" y="10966"/>
                    <a:pt x="1314" y="10990"/>
                    <a:pt x="1250" y="10990"/>
                  </a:cubicBezTo>
                  <a:cubicBezTo>
                    <a:pt x="1193" y="11014"/>
                    <a:pt x="1193" y="11039"/>
                    <a:pt x="1193" y="11039"/>
                  </a:cubicBezTo>
                  <a:cubicBezTo>
                    <a:pt x="1225" y="11120"/>
                    <a:pt x="1241" y="11201"/>
                    <a:pt x="1250" y="11290"/>
                  </a:cubicBezTo>
                  <a:cubicBezTo>
                    <a:pt x="1250" y="11477"/>
                    <a:pt x="1250" y="11541"/>
                    <a:pt x="1314" y="11541"/>
                  </a:cubicBezTo>
                  <a:cubicBezTo>
                    <a:pt x="1371" y="11566"/>
                    <a:pt x="1371" y="11566"/>
                    <a:pt x="1314" y="11590"/>
                  </a:cubicBezTo>
                  <a:cubicBezTo>
                    <a:pt x="1258" y="11614"/>
                    <a:pt x="1258" y="11631"/>
                    <a:pt x="1258" y="11655"/>
                  </a:cubicBezTo>
                  <a:cubicBezTo>
                    <a:pt x="1258" y="11679"/>
                    <a:pt x="1258" y="11704"/>
                    <a:pt x="1193" y="11704"/>
                  </a:cubicBezTo>
                  <a:cubicBezTo>
                    <a:pt x="1258" y="11728"/>
                    <a:pt x="1258" y="11728"/>
                    <a:pt x="1258" y="11752"/>
                  </a:cubicBezTo>
                  <a:cubicBezTo>
                    <a:pt x="1193" y="11752"/>
                    <a:pt x="1193" y="11777"/>
                    <a:pt x="1258" y="11793"/>
                  </a:cubicBezTo>
                  <a:cubicBezTo>
                    <a:pt x="1371" y="11817"/>
                    <a:pt x="1371" y="11817"/>
                    <a:pt x="1258" y="11817"/>
                  </a:cubicBezTo>
                  <a:cubicBezTo>
                    <a:pt x="1202" y="11817"/>
                    <a:pt x="1152" y="11871"/>
                    <a:pt x="1175" y="11871"/>
                  </a:cubicBezTo>
                  <a:cubicBezTo>
                    <a:pt x="1179" y="11871"/>
                    <a:pt x="1185" y="11869"/>
                    <a:pt x="1193" y="11866"/>
                  </a:cubicBezTo>
                  <a:cubicBezTo>
                    <a:pt x="1258" y="11866"/>
                    <a:pt x="1258" y="11906"/>
                    <a:pt x="1314" y="11931"/>
                  </a:cubicBezTo>
                  <a:cubicBezTo>
                    <a:pt x="1314" y="11955"/>
                    <a:pt x="1314" y="11979"/>
                    <a:pt x="1258" y="11979"/>
                  </a:cubicBezTo>
                  <a:cubicBezTo>
                    <a:pt x="1193" y="12004"/>
                    <a:pt x="1258" y="12117"/>
                    <a:pt x="1314" y="12141"/>
                  </a:cubicBezTo>
                  <a:cubicBezTo>
                    <a:pt x="1324" y="12140"/>
                    <a:pt x="1332" y="12140"/>
                    <a:pt x="1338" y="12140"/>
                  </a:cubicBezTo>
                  <a:cubicBezTo>
                    <a:pt x="1378" y="12140"/>
                    <a:pt x="1370" y="12158"/>
                    <a:pt x="1314" y="12158"/>
                  </a:cubicBezTo>
                  <a:cubicBezTo>
                    <a:pt x="1258" y="12166"/>
                    <a:pt x="1258" y="12182"/>
                    <a:pt x="1258" y="12206"/>
                  </a:cubicBezTo>
                  <a:cubicBezTo>
                    <a:pt x="1314" y="12231"/>
                    <a:pt x="1258" y="12231"/>
                    <a:pt x="1201" y="12231"/>
                  </a:cubicBezTo>
                  <a:cubicBezTo>
                    <a:pt x="1185" y="12227"/>
                    <a:pt x="1173" y="12225"/>
                    <a:pt x="1163" y="12225"/>
                  </a:cubicBezTo>
                  <a:cubicBezTo>
                    <a:pt x="1136" y="12225"/>
                    <a:pt x="1136" y="12243"/>
                    <a:pt x="1136" y="12279"/>
                  </a:cubicBezTo>
                  <a:cubicBezTo>
                    <a:pt x="1201" y="12304"/>
                    <a:pt x="1201" y="12393"/>
                    <a:pt x="1201" y="12466"/>
                  </a:cubicBezTo>
                  <a:cubicBezTo>
                    <a:pt x="1201" y="12579"/>
                    <a:pt x="1258" y="12595"/>
                    <a:pt x="1379" y="12644"/>
                  </a:cubicBezTo>
                  <a:lnTo>
                    <a:pt x="1501" y="12660"/>
                  </a:lnTo>
                  <a:lnTo>
                    <a:pt x="1379" y="12668"/>
                  </a:lnTo>
                  <a:cubicBezTo>
                    <a:pt x="1323" y="12668"/>
                    <a:pt x="1258" y="12677"/>
                    <a:pt x="1201" y="12693"/>
                  </a:cubicBezTo>
                  <a:cubicBezTo>
                    <a:pt x="1201" y="12717"/>
                    <a:pt x="1258" y="12717"/>
                    <a:pt x="1323" y="12717"/>
                  </a:cubicBezTo>
                  <a:cubicBezTo>
                    <a:pt x="1330" y="12716"/>
                    <a:pt x="1336" y="12716"/>
                    <a:pt x="1341" y="12716"/>
                  </a:cubicBezTo>
                  <a:cubicBezTo>
                    <a:pt x="1378" y="12716"/>
                    <a:pt x="1372" y="12739"/>
                    <a:pt x="1323" y="12782"/>
                  </a:cubicBezTo>
                  <a:cubicBezTo>
                    <a:pt x="1266" y="12831"/>
                    <a:pt x="1266" y="12855"/>
                    <a:pt x="1323" y="12871"/>
                  </a:cubicBezTo>
                  <a:cubicBezTo>
                    <a:pt x="1323" y="12895"/>
                    <a:pt x="1323" y="12920"/>
                    <a:pt x="1266" y="12944"/>
                  </a:cubicBezTo>
                  <a:cubicBezTo>
                    <a:pt x="1266" y="12968"/>
                    <a:pt x="1266" y="12968"/>
                    <a:pt x="1323" y="12968"/>
                  </a:cubicBezTo>
                  <a:cubicBezTo>
                    <a:pt x="1379" y="12968"/>
                    <a:pt x="1379" y="12985"/>
                    <a:pt x="1323" y="13009"/>
                  </a:cubicBezTo>
                  <a:cubicBezTo>
                    <a:pt x="1201" y="13041"/>
                    <a:pt x="1201" y="13106"/>
                    <a:pt x="1266" y="13106"/>
                  </a:cubicBezTo>
                  <a:cubicBezTo>
                    <a:pt x="1323" y="13106"/>
                    <a:pt x="1323" y="13131"/>
                    <a:pt x="1323" y="13147"/>
                  </a:cubicBezTo>
                  <a:cubicBezTo>
                    <a:pt x="1323" y="13171"/>
                    <a:pt x="1323" y="13195"/>
                    <a:pt x="1387" y="13220"/>
                  </a:cubicBezTo>
                  <a:lnTo>
                    <a:pt x="1387" y="13260"/>
                  </a:lnTo>
                  <a:cubicBezTo>
                    <a:pt x="1387" y="13268"/>
                    <a:pt x="1382" y="13271"/>
                    <a:pt x="1375" y="13271"/>
                  </a:cubicBezTo>
                  <a:cubicBezTo>
                    <a:pt x="1358" y="13271"/>
                    <a:pt x="1331" y="13255"/>
                    <a:pt x="1331" y="13244"/>
                  </a:cubicBezTo>
                  <a:lnTo>
                    <a:pt x="1266" y="13268"/>
                  </a:lnTo>
                  <a:cubicBezTo>
                    <a:pt x="1274" y="13309"/>
                    <a:pt x="1274" y="13333"/>
                    <a:pt x="1331" y="13349"/>
                  </a:cubicBezTo>
                  <a:cubicBezTo>
                    <a:pt x="1452" y="13366"/>
                    <a:pt x="1452" y="13366"/>
                    <a:pt x="1339" y="13374"/>
                  </a:cubicBezTo>
                  <a:cubicBezTo>
                    <a:pt x="1274" y="13374"/>
                    <a:pt x="1217" y="13406"/>
                    <a:pt x="1274" y="13422"/>
                  </a:cubicBezTo>
                  <a:cubicBezTo>
                    <a:pt x="1396" y="13431"/>
                    <a:pt x="1339" y="13463"/>
                    <a:pt x="1282" y="13471"/>
                  </a:cubicBezTo>
                  <a:cubicBezTo>
                    <a:pt x="1249" y="13467"/>
                    <a:pt x="1225" y="13464"/>
                    <a:pt x="1210" y="13464"/>
                  </a:cubicBezTo>
                  <a:cubicBezTo>
                    <a:pt x="1170" y="13464"/>
                    <a:pt x="1196" y="13483"/>
                    <a:pt x="1290" y="13536"/>
                  </a:cubicBezTo>
                  <a:cubicBezTo>
                    <a:pt x="1298" y="13576"/>
                    <a:pt x="1371" y="13658"/>
                    <a:pt x="1379" y="13722"/>
                  </a:cubicBezTo>
                  <a:cubicBezTo>
                    <a:pt x="1387" y="13812"/>
                    <a:pt x="1412" y="13852"/>
                    <a:pt x="1355" y="13885"/>
                  </a:cubicBezTo>
                  <a:cubicBezTo>
                    <a:pt x="1344" y="13888"/>
                    <a:pt x="1334" y="13891"/>
                    <a:pt x="1325" y="13894"/>
                  </a:cubicBezTo>
                  <a:lnTo>
                    <a:pt x="1325" y="13894"/>
                  </a:lnTo>
                  <a:cubicBezTo>
                    <a:pt x="1346" y="13889"/>
                    <a:pt x="1362" y="13886"/>
                    <a:pt x="1375" y="13886"/>
                  </a:cubicBezTo>
                  <a:cubicBezTo>
                    <a:pt x="1417" y="13886"/>
                    <a:pt x="1425" y="13912"/>
                    <a:pt x="1436" y="13958"/>
                  </a:cubicBezTo>
                  <a:cubicBezTo>
                    <a:pt x="1396" y="14039"/>
                    <a:pt x="1468" y="14063"/>
                    <a:pt x="1533" y="14063"/>
                  </a:cubicBezTo>
                  <a:lnTo>
                    <a:pt x="1517" y="14022"/>
                  </a:lnTo>
                  <a:cubicBezTo>
                    <a:pt x="1559" y="14008"/>
                    <a:pt x="1586" y="14000"/>
                    <a:pt x="1602" y="14000"/>
                  </a:cubicBezTo>
                  <a:cubicBezTo>
                    <a:pt x="1629" y="14000"/>
                    <a:pt x="1621" y="14022"/>
                    <a:pt x="1590" y="14063"/>
                  </a:cubicBezTo>
                  <a:cubicBezTo>
                    <a:pt x="1598" y="14079"/>
                    <a:pt x="1541" y="14103"/>
                    <a:pt x="1485" y="14128"/>
                  </a:cubicBezTo>
                  <a:cubicBezTo>
                    <a:pt x="1436" y="14144"/>
                    <a:pt x="1387" y="14185"/>
                    <a:pt x="1396" y="14209"/>
                  </a:cubicBezTo>
                  <a:cubicBezTo>
                    <a:pt x="1400" y="14222"/>
                    <a:pt x="1405" y="14234"/>
                    <a:pt x="1415" y="14234"/>
                  </a:cubicBezTo>
                  <a:cubicBezTo>
                    <a:pt x="1423" y="14234"/>
                    <a:pt x="1434" y="14227"/>
                    <a:pt x="1452" y="14209"/>
                  </a:cubicBezTo>
                  <a:cubicBezTo>
                    <a:pt x="1481" y="14197"/>
                    <a:pt x="1495" y="14191"/>
                    <a:pt x="1503" y="14191"/>
                  </a:cubicBezTo>
                  <a:cubicBezTo>
                    <a:pt x="1511" y="14191"/>
                    <a:pt x="1513" y="14197"/>
                    <a:pt x="1517" y="14209"/>
                  </a:cubicBezTo>
                  <a:cubicBezTo>
                    <a:pt x="1524" y="14223"/>
                    <a:pt x="1531" y="14243"/>
                    <a:pt x="1575" y="14243"/>
                  </a:cubicBezTo>
                  <a:cubicBezTo>
                    <a:pt x="1582" y="14243"/>
                    <a:pt x="1589" y="14242"/>
                    <a:pt x="1598" y="14241"/>
                  </a:cubicBezTo>
                  <a:cubicBezTo>
                    <a:pt x="1612" y="14237"/>
                    <a:pt x="1624" y="14235"/>
                    <a:pt x="1633" y="14235"/>
                  </a:cubicBezTo>
                  <a:cubicBezTo>
                    <a:pt x="1656" y="14235"/>
                    <a:pt x="1665" y="14246"/>
                    <a:pt x="1671" y="14258"/>
                  </a:cubicBezTo>
                  <a:cubicBezTo>
                    <a:pt x="1647" y="14282"/>
                    <a:pt x="1631" y="14314"/>
                    <a:pt x="1639" y="14339"/>
                  </a:cubicBezTo>
                  <a:cubicBezTo>
                    <a:pt x="1655" y="14332"/>
                    <a:pt x="1662" y="14329"/>
                    <a:pt x="1662" y="14329"/>
                  </a:cubicBezTo>
                  <a:lnTo>
                    <a:pt x="1662" y="14329"/>
                  </a:lnTo>
                  <a:cubicBezTo>
                    <a:pt x="1664" y="14329"/>
                    <a:pt x="1625" y="14348"/>
                    <a:pt x="1590" y="14371"/>
                  </a:cubicBezTo>
                  <a:cubicBezTo>
                    <a:pt x="1550" y="14387"/>
                    <a:pt x="1517" y="14412"/>
                    <a:pt x="1493" y="14444"/>
                  </a:cubicBezTo>
                  <a:cubicBezTo>
                    <a:pt x="1495" y="14448"/>
                    <a:pt x="1500" y="14450"/>
                    <a:pt x="1506" y="14450"/>
                  </a:cubicBezTo>
                  <a:cubicBezTo>
                    <a:pt x="1526" y="14450"/>
                    <a:pt x="1558" y="14436"/>
                    <a:pt x="1558" y="14436"/>
                  </a:cubicBezTo>
                  <a:cubicBezTo>
                    <a:pt x="1558" y="14436"/>
                    <a:pt x="1559" y="14435"/>
                    <a:pt x="1560" y="14435"/>
                  </a:cubicBezTo>
                  <a:cubicBezTo>
                    <a:pt x="1600" y="14435"/>
                    <a:pt x="1875" y="14866"/>
                    <a:pt x="1923" y="14914"/>
                  </a:cubicBezTo>
                  <a:cubicBezTo>
                    <a:pt x="1911" y="14965"/>
                    <a:pt x="1931" y="15004"/>
                    <a:pt x="1953" y="15004"/>
                  </a:cubicBezTo>
                  <a:cubicBezTo>
                    <a:pt x="1962" y="15004"/>
                    <a:pt x="1972" y="14996"/>
                    <a:pt x="1979" y="14979"/>
                  </a:cubicBezTo>
                  <a:cubicBezTo>
                    <a:pt x="1988" y="14972"/>
                    <a:pt x="1996" y="14969"/>
                    <a:pt x="2006" y="14969"/>
                  </a:cubicBezTo>
                  <a:cubicBezTo>
                    <a:pt x="2051" y="14969"/>
                    <a:pt x="2109" y="15043"/>
                    <a:pt x="2190" y="15117"/>
                  </a:cubicBezTo>
                  <a:cubicBezTo>
                    <a:pt x="2279" y="15199"/>
                    <a:pt x="2348" y="15262"/>
                    <a:pt x="2389" y="15262"/>
                  </a:cubicBezTo>
                  <a:cubicBezTo>
                    <a:pt x="2401" y="15262"/>
                    <a:pt x="2410" y="15257"/>
                    <a:pt x="2417" y="15247"/>
                  </a:cubicBezTo>
                  <a:lnTo>
                    <a:pt x="2474" y="15287"/>
                  </a:lnTo>
                  <a:cubicBezTo>
                    <a:pt x="2486" y="15297"/>
                    <a:pt x="2504" y="15299"/>
                    <a:pt x="2521" y="15299"/>
                  </a:cubicBezTo>
                  <a:cubicBezTo>
                    <a:pt x="2536" y="15299"/>
                    <a:pt x="2550" y="15297"/>
                    <a:pt x="2562" y="15297"/>
                  </a:cubicBezTo>
                  <a:cubicBezTo>
                    <a:pt x="2573" y="15297"/>
                    <a:pt x="2583" y="15299"/>
                    <a:pt x="2587" y="15303"/>
                  </a:cubicBezTo>
                  <a:cubicBezTo>
                    <a:pt x="2611" y="15286"/>
                    <a:pt x="2626" y="15279"/>
                    <a:pt x="2633" y="15279"/>
                  </a:cubicBezTo>
                  <a:cubicBezTo>
                    <a:pt x="2641" y="15279"/>
                    <a:pt x="2632" y="15293"/>
                    <a:pt x="2604" y="15312"/>
                  </a:cubicBezTo>
                  <a:cubicBezTo>
                    <a:pt x="2571" y="15360"/>
                    <a:pt x="2539" y="15417"/>
                    <a:pt x="2555" y="15425"/>
                  </a:cubicBezTo>
                  <a:cubicBezTo>
                    <a:pt x="2562" y="15429"/>
                    <a:pt x="2570" y="15432"/>
                    <a:pt x="2576" y="15432"/>
                  </a:cubicBezTo>
                  <a:cubicBezTo>
                    <a:pt x="2607" y="15432"/>
                    <a:pt x="2634" y="15392"/>
                    <a:pt x="2660" y="15352"/>
                  </a:cubicBezTo>
                  <a:cubicBezTo>
                    <a:pt x="2681" y="15316"/>
                    <a:pt x="2695" y="15309"/>
                    <a:pt x="2703" y="15309"/>
                  </a:cubicBezTo>
                  <a:cubicBezTo>
                    <a:pt x="2707" y="15309"/>
                    <a:pt x="2709" y="15312"/>
                    <a:pt x="2709" y="15312"/>
                  </a:cubicBezTo>
                  <a:cubicBezTo>
                    <a:pt x="2725" y="15320"/>
                    <a:pt x="2725" y="15320"/>
                    <a:pt x="2693" y="15368"/>
                  </a:cubicBezTo>
                  <a:lnTo>
                    <a:pt x="2628" y="15474"/>
                  </a:lnTo>
                  <a:lnTo>
                    <a:pt x="2652" y="15482"/>
                  </a:lnTo>
                  <a:cubicBezTo>
                    <a:pt x="2670" y="15445"/>
                    <a:pt x="2689" y="15441"/>
                    <a:pt x="2697" y="15441"/>
                  </a:cubicBezTo>
                  <a:cubicBezTo>
                    <a:pt x="2699" y="15441"/>
                    <a:pt x="2701" y="15441"/>
                    <a:pt x="2701" y="15441"/>
                  </a:cubicBezTo>
                  <a:cubicBezTo>
                    <a:pt x="2717" y="15457"/>
                    <a:pt x="2717" y="15457"/>
                    <a:pt x="2652" y="15555"/>
                  </a:cubicBezTo>
                  <a:cubicBezTo>
                    <a:pt x="2621" y="15613"/>
                    <a:pt x="2614" y="15644"/>
                    <a:pt x="2627" y="15644"/>
                  </a:cubicBezTo>
                  <a:cubicBezTo>
                    <a:pt x="2637" y="15644"/>
                    <a:pt x="2660" y="15623"/>
                    <a:pt x="2693" y="15579"/>
                  </a:cubicBezTo>
                  <a:lnTo>
                    <a:pt x="2758" y="15555"/>
                  </a:lnTo>
                  <a:lnTo>
                    <a:pt x="2758" y="15555"/>
                  </a:lnTo>
                  <a:cubicBezTo>
                    <a:pt x="2746" y="15597"/>
                    <a:pt x="2751" y="15612"/>
                    <a:pt x="2766" y="15612"/>
                  </a:cubicBezTo>
                  <a:cubicBezTo>
                    <a:pt x="2790" y="15612"/>
                    <a:pt x="2838" y="15569"/>
                    <a:pt x="2863" y="15539"/>
                  </a:cubicBezTo>
                  <a:lnTo>
                    <a:pt x="2863" y="15539"/>
                  </a:lnTo>
                  <a:cubicBezTo>
                    <a:pt x="2845" y="15602"/>
                    <a:pt x="2844" y="15635"/>
                    <a:pt x="2859" y="15635"/>
                  </a:cubicBezTo>
                  <a:cubicBezTo>
                    <a:pt x="2870" y="15635"/>
                    <a:pt x="2891" y="15614"/>
                    <a:pt x="2920" y="15571"/>
                  </a:cubicBezTo>
                  <a:cubicBezTo>
                    <a:pt x="2934" y="15545"/>
                    <a:pt x="2946" y="15533"/>
                    <a:pt x="2953" y="15533"/>
                  </a:cubicBezTo>
                  <a:cubicBezTo>
                    <a:pt x="2962" y="15533"/>
                    <a:pt x="2965" y="15552"/>
                    <a:pt x="2960" y="15587"/>
                  </a:cubicBezTo>
                  <a:cubicBezTo>
                    <a:pt x="2952" y="15652"/>
                    <a:pt x="2977" y="15660"/>
                    <a:pt x="3017" y="15676"/>
                  </a:cubicBezTo>
                  <a:cubicBezTo>
                    <a:pt x="3027" y="15664"/>
                    <a:pt x="3043" y="15659"/>
                    <a:pt x="3065" y="15659"/>
                  </a:cubicBezTo>
                  <a:cubicBezTo>
                    <a:pt x="3129" y="15659"/>
                    <a:pt x="3238" y="15705"/>
                    <a:pt x="3366" y="15741"/>
                  </a:cubicBezTo>
                  <a:cubicBezTo>
                    <a:pt x="3461" y="15772"/>
                    <a:pt x="3545" y="15788"/>
                    <a:pt x="3602" y="15788"/>
                  </a:cubicBezTo>
                  <a:cubicBezTo>
                    <a:pt x="3652" y="15788"/>
                    <a:pt x="3682" y="15776"/>
                    <a:pt x="3682" y="15749"/>
                  </a:cubicBezTo>
                  <a:cubicBezTo>
                    <a:pt x="3706" y="15749"/>
                    <a:pt x="3706" y="15749"/>
                    <a:pt x="3722" y="15814"/>
                  </a:cubicBezTo>
                  <a:cubicBezTo>
                    <a:pt x="3719" y="15839"/>
                    <a:pt x="3720" y="15855"/>
                    <a:pt x="3726" y="15855"/>
                  </a:cubicBezTo>
                  <a:cubicBezTo>
                    <a:pt x="3733" y="15855"/>
                    <a:pt x="3748" y="15829"/>
                    <a:pt x="3771" y="15766"/>
                  </a:cubicBezTo>
                  <a:cubicBezTo>
                    <a:pt x="3785" y="15732"/>
                    <a:pt x="3794" y="15697"/>
                    <a:pt x="3795" y="15697"/>
                  </a:cubicBezTo>
                  <a:lnTo>
                    <a:pt x="3795" y="15697"/>
                  </a:lnTo>
                  <a:cubicBezTo>
                    <a:pt x="3797" y="15697"/>
                    <a:pt x="3794" y="15715"/>
                    <a:pt x="3787" y="15766"/>
                  </a:cubicBezTo>
                  <a:cubicBezTo>
                    <a:pt x="3779" y="15822"/>
                    <a:pt x="3828" y="15830"/>
                    <a:pt x="3909" y="15830"/>
                  </a:cubicBezTo>
                  <a:cubicBezTo>
                    <a:pt x="3931" y="15833"/>
                    <a:pt x="3955" y="15836"/>
                    <a:pt x="3978" y="15836"/>
                  </a:cubicBezTo>
                  <a:cubicBezTo>
                    <a:pt x="4023" y="15836"/>
                    <a:pt x="4063" y="15825"/>
                    <a:pt x="4063" y="15782"/>
                  </a:cubicBezTo>
                  <a:cubicBezTo>
                    <a:pt x="4087" y="15753"/>
                    <a:pt x="4099" y="15739"/>
                    <a:pt x="4102" y="15739"/>
                  </a:cubicBezTo>
                  <a:lnTo>
                    <a:pt x="4102" y="15739"/>
                  </a:lnTo>
                  <a:cubicBezTo>
                    <a:pt x="4106" y="15739"/>
                    <a:pt x="4099" y="15753"/>
                    <a:pt x="4087" y="15782"/>
                  </a:cubicBezTo>
                  <a:cubicBezTo>
                    <a:pt x="4072" y="15858"/>
                    <a:pt x="4111" y="15912"/>
                    <a:pt x="4160" y="15912"/>
                  </a:cubicBezTo>
                  <a:cubicBezTo>
                    <a:pt x="4189" y="15912"/>
                    <a:pt x="4222" y="15892"/>
                    <a:pt x="4249" y="15847"/>
                  </a:cubicBezTo>
                  <a:cubicBezTo>
                    <a:pt x="4274" y="15847"/>
                    <a:pt x="4298" y="15847"/>
                    <a:pt x="4290" y="15911"/>
                  </a:cubicBezTo>
                  <a:cubicBezTo>
                    <a:pt x="4314" y="15911"/>
                    <a:pt x="4339" y="15911"/>
                    <a:pt x="4412" y="15847"/>
                  </a:cubicBezTo>
                  <a:lnTo>
                    <a:pt x="4574" y="15855"/>
                  </a:lnTo>
                  <a:cubicBezTo>
                    <a:pt x="4614" y="15855"/>
                    <a:pt x="4663" y="15798"/>
                    <a:pt x="4663" y="15798"/>
                  </a:cubicBezTo>
                  <a:lnTo>
                    <a:pt x="4687" y="15798"/>
                  </a:lnTo>
                  <a:cubicBezTo>
                    <a:pt x="4687" y="15855"/>
                    <a:pt x="4801" y="15855"/>
                    <a:pt x="4963" y="15863"/>
                  </a:cubicBezTo>
                  <a:cubicBezTo>
                    <a:pt x="5125" y="15863"/>
                    <a:pt x="5263" y="15863"/>
                    <a:pt x="5279" y="15928"/>
                  </a:cubicBezTo>
                  <a:cubicBezTo>
                    <a:pt x="5279" y="15928"/>
                    <a:pt x="5303" y="15928"/>
                    <a:pt x="5328" y="15871"/>
                  </a:cubicBezTo>
                  <a:cubicBezTo>
                    <a:pt x="5342" y="15799"/>
                    <a:pt x="5357" y="15769"/>
                    <a:pt x="5371" y="15769"/>
                  </a:cubicBezTo>
                  <a:cubicBezTo>
                    <a:pt x="5381" y="15769"/>
                    <a:pt x="5391" y="15783"/>
                    <a:pt x="5401" y="15806"/>
                  </a:cubicBezTo>
                  <a:cubicBezTo>
                    <a:pt x="5409" y="15868"/>
                    <a:pt x="5438" y="15898"/>
                    <a:pt x="5468" y="15898"/>
                  </a:cubicBezTo>
                  <a:cubicBezTo>
                    <a:pt x="5497" y="15898"/>
                    <a:pt x="5527" y="15870"/>
                    <a:pt x="5539" y="15814"/>
                  </a:cubicBezTo>
                  <a:lnTo>
                    <a:pt x="5539" y="15871"/>
                  </a:lnTo>
                  <a:cubicBezTo>
                    <a:pt x="5548" y="15918"/>
                    <a:pt x="5564" y="15939"/>
                    <a:pt x="5581" y="15939"/>
                  </a:cubicBezTo>
                  <a:cubicBezTo>
                    <a:pt x="5607" y="15939"/>
                    <a:pt x="5637" y="15889"/>
                    <a:pt x="5652" y="15814"/>
                  </a:cubicBezTo>
                  <a:cubicBezTo>
                    <a:pt x="5669" y="15854"/>
                    <a:pt x="5686" y="15898"/>
                    <a:pt x="5701" y="15898"/>
                  </a:cubicBezTo>
                  <a:cubicBezTo>
                    <a:pt x="5707" y="15898"/>
                    <a:pt x="5712" y="15890"/>
                    <a:pt x="5717" y="15871"/>
                  </a:cubicBezTo>
                  <a:cubicBezTo>
                    <a:pt x="5741" y="15871"/>
                    <a:pt x="5741" y="15871"/>
                    <a:pt x="5741" y="15993"/>
                  </a:cubicBezTo>
                  <a:cubicBezTo>
                    <a:pt x="5741" y="16057"/>
                    <a:pt x="5741" y="16114"/>
                    <a:pt x="5766" y="16114"/>
                  </a:cubicBezTo>
                  <a:cubicBezTo>
                    <a:pt x="5790" y="16114"/>
                    <a:pt x="5790" y="16057"/>
                    <a:pt x="5790" y="15993"/>
                  </a:cubicBezTo>
                  <a:lnTo>
                    <a:pt x="5839" y="16001"/>
                  </a:lnTo>
                  <a:cubicBezTo>
                    <a:pt x="5839" y="16001"/>
                    <a:pt x="5855" y="16001"/>
                    <a:pt x="5855" y="15936"/>
                  </a:cubicBezTo>
                  <a:cubicBezTo>
                    <a:pt x="5855" y="15879"/>
                    <a:pt x="5879" y="15879"/>
                    <a:pt x="5903" y="15879"/>
                  </a:cubicBezTo>
                  <a:cubicBezTo>
                    <a:pt x="5903" y="15896"/>
                    <a:pt x="5906" y="15903"/>
                    <a:pt x="5908" y="15903"/>
                  </a:cubicBezTo>
                  <a:cubicBezTo>
                    <a:pt x="5913" y="15903"/>
                    <a:pt x="5921" y="15862"/>
                    <a:pt x="5903" y="15822"/>
                  </a:cubicBezTo>
                  <a:cubicBezTo>
                    <a:pt x="5903" y="15757"/>
                    <a:pt x="5903" y="15701"/>
                    <a:pt x="5928" y="15701"/>
                  </a:cubicBezTo>
                  <a:lnTo>
                    <a:pt x="5928" y="15579"/>
                  </a:lnTo>
                  <a:cubicBezTo>
                    <a:pt x="5928" y="15457"/>
                    <a:pt x="5928" y="15401"/>
                    <a:pt x="5879" y="15336"/>
                  </a:cubicBezTo>
                  <a:cubicBezTo>
                    <a:pt x="5827" y="15303"/>
                    <a:pt x="5783" y="15267"/>
                    <a:pt x="5756" y="15267"/>
                  </a:cubicBezTo>
                  <a:cubicBezTo>
                    <a:pt x="5736" y="15267"/>
                    <a:pt x="5725" y="15285"/>
                    <a:pt x="5725" y="15336"/>
                  </a:cubicBezTo>
                  <a:cubicBezTo>
                    <a:pt x="5725" y="15336"/>
                    <a:pt x="5701" y="15393"/>
                    <a:pt x="5676" y="15393"/>
                  </a:cubicBezTo>
                  <a:cubicBezTo>
                    <a:pt x="5652" y="15393"/>
                    <a:pt x="5628" y="15336"/>
                    <a:pt x="5628" y="15336"/>
                  </a:cubicBezTo>
                  <a:cubicBezTo>
                    <a:pt x="5628" y="15271"/>
                    <a:pt x="5539" y="15271"/>
                    <a:pt x="5425" y="15271"/>
                  </a:cubicBezTo>
                  <a:cubicBezTo>
                    <a:pt x="5287" y="15271"/>
                    <a:pt x="5214" y="15263"/>
                    <a:pt x="5190" y="15206"/>
                  </a:cubicBezTo>
                  <a:cubicBezTo>
                    <a:pt x="5174" y="15149"/>
                    <a:pt x="5149" y="15149"/>
                    <a:pt x="5149" y="15149"/>
                  </a:cubicBezTo>
                  <a:cubicBezTo>
                    <a:pt x="5149" y="15191"/>
                    <a:pt x="5077" y="15202"/>
                    <a:pt x="4975" y="15202"/>
                  </a:cubicBezTo>
                  <a:cubicBezTo>
                    <a:pt x="4937" y="15202"/>
                    <a:pt x="4894" y="15200"/>
                    <a:pt x="4849" y="15198"/>
                  </a:cubicBezTo>
                  <a:cubicBezTo>
                    <a:pt x="4817" y="15198"/>
                    <a:pt x="4785" y="15198"/>
                    <a:pt x="4753" y="15198"/>
                  </a:cubicBezTo>
                  <a:cubicBezTo>
                    <a:pt x="4629" y="15198"/>
                    <a:pt x="4525" y="15203"/>
                    <a:pt x="4525" y="15255"/>
                  </a:cubicBezTo>
                  <a:lnTo>
                    <a:pt x="4476" y="15255"/>
                  </a:lnTo>
                  <a:cubicBezTo>
                    <a:pt x="4476" y="15190"/>
                    <a:pt x="4436" y="15190"/>
                    <a:pt x="4387" y="15190"/>
                  </a:cubicBezTo>
                  <a:cubicBezTo>
                    <a:pt x="4371" y="15222"/>
                    <a:pt x="4331" y="15247"/>
                    <a:pt x="4298" y="15247"/>
                  </a:cubicBezTo>
                  <a:cubicBezTo>
                    <a:pt x="4298" y="15190"/>
                    <a:pt x="4274" y="15190"/>
                    <a:pt x="4225" y="15190"/>
                  </a:cubicBezTo>
                  <a:cubicBezTo>
                    <a:pt x="4185" y="15190"/>
                    <a:pt x="4160" y="15190"/>
                    <a:pt x="4160" y="15247"/>
                  </a:cubicBezTo>
                  <a:cubicBezTo>
                    <a:pt x="4120" y="15247"/>
                    <a:pt x="4087" y="15247"/>
                    <a:pt x="4047" y="15239"/>
                  </a:cubicBezTo>
                  <a:cubicBezTo>
                    <a:pt x="4006" y="15230"/>
                    <a:pt x="3974" y="15206"/>
                    <a:pt x="3941" y="15174"/>
                  </a:cubicBezTo>
                  <a:cubicBezTo>
                    <a:pt x="3939" y="15157"/>
                    <a:pt x="3936" y="15150"/>
                    <a:pt x="3932" y="15150"/>
                  </a:cubicBezTo>
                  <a:cubicBezTo>
                    <a:pt x="3923" y="15150"/>
                    <a:pt x="3910" y="15190"/>
                    <a:pt x="3893" y="15230"/>
                  </a:cubicBezTo>
                  <a:cubicBezTo>
                    <a:pt x="3885" y="15295"/>
                    <a:pt x="3868" y="15352"/>
                    <a:pt x="3844" y="15352"/>
                  </a:cubicBezTo>
                  <a:cubicBezTo>
                    <a:pt x="3844" y="15352"/>
                    <a:pt x="3852" y="15287"/>
                    <a:pt x="3860" y="15230"/>
                  </a:cubicBezTo>
                  <a:cubicBezTo>
                    <a:pt x="3876" y="15174"/>
                    <a:pt x="3876" y="15174"/>
                    <a:pt x="3844" y="15166"/>
                  </a:cubicBezTo>
                  <a:lnTo>
                    <a:pt x="3812" y="15166"/>
                  </a:lnTo>
                  <a:cubicBezTo>
                    <a:pt x="3812" y="15196"/>
                    <a:pt x="3787" y="15205"/>
                    <a:pt x="3746" y="15205"/>
                  </a:cubicBezTo>
                  <a:cubicBezTo>
                    <a:pt x="3711" y="15205"/>
                    <a:pt x="3662" y="15198"/>
                    <a:pt x="3609" y="15190"/>
                  </a:cubicBezTo>
                  <a:cubicBezTo>
                    <a:pt x="3537" y="15165"/>
                    <a:pt x="3490" y="15150"/>
                    <a:pt x="3457" y="15150"/>
                  </a:cubicBezTo>
                  <a:cubicBezTo>
                    <a:pt x="3427" y="15150"/>
                    <a:pt x="3410" y="15163"/>
                    <a:pt x="3398" y="15190"/>
                  </a:cubicBezTo>
                  <a:cubicBezTo>
                    <a:pt x="3391" y="15215"/>
                    <a:pt x="3384" y="15227"/>
                    <a:pt x="3376" y="15227"/>
                  </a:cubicBezTo>
                  <a:cubicBezTo>
                    <a:pt x="3366" y="15227"/>
                    <a:pt x="3355" y="15207"/>
                    <a:pt x="3341" y="15166"/>
                  </a:cubicBezTo>
                  <a:cubicBezTo>
                    <a:pt x="3320" y="15027"/>
                    <a:pt x="3313" y="14983"/>
                    <a:pt x="3301" y="14983"/>
                  </a:cubicBezTo>
                  <a:cubicBezTo>
                    <a:pt x="3295" y="14983"/>
                    <a:pt x="3288" y="14995"/>
                    <a:pt x="3277" y="15012"/>
                  </a:cubicBezTo>
                  <a:cubicBezTo>
                    <a:pt x="3285" y="15012"/>
                    <a:pt x="3268" y="15068"/>
                    <a:pt x="3244" y="15125"/>
                  </a:cubicBezTo>
                  <a:cubicBezTo>
                    <a:pt x="3221" y="15179"/>
                    <a:pt x="3205" y="15205"/>
                    <a:pt x="3198" y="15205"/>
                  </a:cubicBezTo>
                  <a:cubicBezTo>
                    <a:pt x="3191" y="15205"/>
                    <a:pt x="3195" y="15173"/>
                    <a:pt x="3212" y="15109"/>
                  </a:cubicBezTo>
                  <a:cubicBezTo>
                    <a:pt x="3244" y="15038"/>
                    <a:pt x="3146" y="14989"/>
                    <a:pt x="3055" y="14989"/>
                  </a:cubicBezTo>
                  <a:cubicBezTo>
                    <a:pt x="3011" y="14989"/>
                    <a:pt x="2968" y="15001"/>
                    <a:pt x="2944" y="15028"/>
                  </a:cubicBezTo>
                  <a:lnTo>
                    <a:pt x="2977" y="14979"/>
                  </a:lnTo>
                  <a:cubicBezTo>
                    <a:pt x="3001" y="14930"/>
                    <a:pt x="2993" y="14922"/>
                    <a:pt x="2936" y="14882"/>
                  </a:cubicBezTo>
                  <a:cubicBezTo>
                    <a:pt x="2920" y="14874"/>
                    <a:pt x="2904" y="14866"/>
                    <a:pt x="2895" y="14857"/>
                  </a:cubicBezTo>
                  <a:cubicBezTo>
                    <a:pt x="2875" y="14885"/>
                    <a:pt x="2856" y="14896"/>
                    <a:pt x="2841" y="14896"/>
                  </a:cubicBezTo>
                  <a:cubicBezTo>
                    <a:pt x="2802" y="14896"/>
                    <a:pt x="2785" y="14828"/>
                    <a:pt x="2814" y="14793"/>
                  </a:cubicBezTo>
                  <a:cubicBezTo>
                    <a:pt x="2839" y="14736"/>
                    <a:pt x="2839" y="14736"/>
                    <a:pt x="2814" y="14720"/>
                  </a:cubicBezTo>
                  <a:cubicBezTo>
                    <a:pt x="2791" y="14731"/>
                    <a:pt x="2772" y="14736"/>
                    <a:pt x="2756" y="14736"/>
                  </a:cubicBezTo>
                  <a:cubicBezTo>
                    <a:pt x="2694" y="14736"/>
                    <a:pt x="2685" y="14663"/>
                    <a:pt x="2717" y="14630"/>
                  </a:cubicBezTo>
                  <a:lnTo>
                    <a:pt x="2693" y="14606"/>
                  </a:lnTo>
                  <a:cubicBezTo>
                    <a:pt x="2672" y="14620"/>
                    <a:pt x="2656" y="14625"/>
                    <a:pt x="2643" y="14625"/>
                  </a:cubicBezTo>
                  <a:cubicBezTo>
                    <a:pt x="2625" y="14625"/>
                    <a:pt x="2613" y="14616"/>
                    <a:pt x="2604" y="14606"/>
                  </a:cubicBezTo>
                  <a:cubicBezTo>
                    <a:pt x="2587" y="14585"/>
                    <a:pt x="2576" y="14573"/>
                    <a:pt x="2566" y="14573"/>
                  </a:cubicBezTo>
                  <a:cubicBezTo>
                    <a:pt x="2556" y="14573"/>
                    <a:pt x="2546" y="14583"/>
                    <a:pt x="2531" y="14606"/>
                  </a:cubicBezTo>
                  <a:cubicBezTo>
                    <a:pt x="2496" y="14647"/>
                    <a:pt x="2456" y="14683"/>
                    <a:pt x="2440" y="14683"/>
                  </a:cubicBezTo>
                  <a:cubicBezTo>
                    <a:pt x="2437" y="14683"/>
                    <a:pt x="2435" y="14682"/>
                    <a:pt x="2433" y="14679"/>
                  </a:cubicBezTo>
                  <a:lnTo>
                    <a:pt x="2474" y="14639"/>
                  </a:lnTo>
                  <a:cubicBezTo>
                    <a:pt x="2522" y="14598"/>
                    <a:pt x="2482" y="14558"/>
                    <a:pt x="2441" y="14509"/>
                  </a:cubicBezTo>
                  <a:cubicBezTo>
                    <a:pt x="2393" y="14436"/>
                    <a:pt x="2368" y="14412"/>
                    <a:pt x="2409" y="14363"/>
                  </a:cubicBezTo>
                  <a:lnTo>
                    <a:pt x="2409" y="14363"/>
                  </a:lnTo>
                  <a:lnTo>
                    <a:pt x="2352" y="14387"/>
                  </a:lnTo>
                  <a:cubicBezTo>
                    <a:pt x="2334" y="14392"/>
                    <a:pt x="2320" y="14395"/>
                    <a:pt x="2311" y="14395"/>
                  </a:cubicBezTo>
                  <a:cubicBezTo>
                    <a:pt x="2292" y="14395"/>
                    <a:pt x="2295" y="14383"/>
                    <a:pt x="2328" y="14355"/>
                  </a:cubicBezTo>
                  <a:cubicBezTo>
                    <a:pt x="2368" y="14306"/>
                    <a:pt x="2344" y="14258"/>
                    <a:pt x="2271" y="14258"/>
                  </a:cubicBezTo>
                  <a:lnTo>
                    <a:pt x="2255" y="14225"/>
                  </a:lnTo>
                  <a:cubicBezTo>
                    <a:pt x="2320" y="14172"/>
                    <a:pt x="2329" y="14136"/>
                    <a:pt x="2285" y="14136"/>
                  </a:cubicBezTo>
                  <a:cubicBezTo>
                    <a:pt x="2269" y="14136"/>
                    <a:pt x="2245" y="14141"/>
                    <a:pt x="2214" y="14152"/>
                  </a:cubicBezTo>
                  <a:cubicBezTo>
                    <a:pt x="2263" y="14128"/>
                    <a:pt x="2263" y="14112"/>
                    <a:pt x="2255" y="14095"/>
                  </a:cubicBezTo>
                  <a:cubicBezTo>
                    <a:pt x="2182" y="14095"/>
                    <a:pt x="2158" y="14031"/>
                    <a:pt x="2214" y="14006"/>
                  </a:cubicBezTo>
                  <a:lnTo>
                    <a:pt x="2206" y="13990"/>
                  </a:lnTo>
                  <a:cubicBezTo>
                    <a:pt x="2191" y="13994"/>
                    <a:pt x="2178" y="13995"/>
                    <a:pt x="2169" y="13995"/>
                  </a:cubicBezTo>
                  <a:cubicBezTo>
                    <a:pt x="2138" y="13995"/>
                    <a:pt x="2133" y="13980"/>
                    <a:pt x="2133" y="13974"/>
                  </a:cubicBezTo>
                  <a:cubicBezTo>
                    <a:pt x="2125" y="13958"/>
                    <a:pt x="2117" y="13941"/>
                    <a:pt x="2060" y="13941"/>
                  </a:cubicBezTo>
                  <a:cubicBezTo>
                    <a:pt x="2047" y="13943"/>
                    <a:pt x="2037" y="13944"/>
                    <a:pt x="2028" y="13944"/>
                  </a:cubicBezTo>
                  <a:cubicBezTo>
                    <a:pt x="1993" y="13944"/>
                    <a:pt x="1987" y="13933"/>
                    <a:pt x="1987" y="13933"/>
                  </a:cubicBezTo>
                  <a:cubicBezTo>
                    <a:pt x="1987" y="13917"/>
                    <a:pt x="2044" y="13909"/>
                    <a:pt x="2109" y="13909"/>
                  </a:cubicBezTo>
                  <a:cubicBezTo>
                    <a:pt x="2114" y="13910"/>
                    <a:pt x="2118" y="13910"/>
                    <a:pt x="2122" y="13910"/>
                  </a:cubicBezTo>
                  <a:cubicBezTo>
                    <a:pt x="2171" y="13910"/>
                    <a:pt x="2148" y="13868"/>
                    <a:pt x="2028" y="13860"/>
                  </a:cubicBezTo>
                  <a:cubicBezTo>
                    <a:pt x="1898" y="13852"/>
                    <a:pt x="1898" y="13852"/>
                    <a:pt x="2020" y="13844"/>
                  </a:cubicBezTo>
                  <a:cubicBezTo>
                    <a:pt x="2085" y="13844"/>
                    <a:pt x="2150" y="13836"/>
                    <a:pt x="2077" y="13828"/>
                  </a:cubicBezTo>
                  <a:cubicBezTo>
                    <a:pt x="2077" y="13828"/>
                    <a:pt x="2071" y="13807"/>
                    <a:pt x="2040" y="13807"/>
                  </a:cubicBezTo>
                  <a:cubicBezTo>
                    <a:pt x="2032" y="13807"/>
                    <a:pt x="2023" y="13808"/>
                    <a:pt x="2012" y="13812"/>
                  </a:cubicBezTo>
                  <a:lnTo>
                    <a:pt x="2004" y="13763"/>
                  </a:lnTo>
                  <a:cubicBezTo>
                    <a:pt x="2052" y="13714"/>
                    <a:pt x="2044" y="13698"/>
                    <a:pt x="2044" y="13682"/>
                  </a:cubicBezTo>
                  <a:cubicBezTo>
                    <a:pt x="1979" y="13682"/>
                    <a:pt x="1979" y="13682"/>
                    <a:pt x="2036" y="13649"/>
                  </a:cubicBezTo>
                  <a:cubicBezTo>
                    <a:pt x="2069" y="13640"/>
                    <a:pt x="2080" y="13631"/>
                    <a:pt x="2062" y="13631"/>
                  </a:cubicBezTo>
                  <a:cubicBezTo>
                    <a:pt x="2048" y="13631"/>
                    <a:pt x="2019" y="13636"/>
                    <a:pt x="1971" y="13649"/>
                  </a:cubicBezTo>
                  <a:cubicBezTo>
                    <a:pt x="1906" y="13641"/>
                    <a:pt x="1906" y="13625"/>
                    <a:pt x="1963" y="13593"/>
                  </a:cubicBezTo>
                  <a:cubicBezTo>
                    <a:pt x="2045" y="13575"/>
                    <a:pt x="2068" y="13562"/>
                    <a:pt x="2053" y="13562"/>
                  </a:cubicBezTo>
                  <a:cubicBezTo>
                    <a:pt x="2047" y="13562"/>
                    <a:pt x="2036" y="13564"/>
                    <a:pt x="2020" y="13568"/>
                  </a:cubicBezTo>
                  <a:cubicBezTo>
                    <a:pt x="1955" y="13560"/>
                    <a:pt x="1955" y="13544"/>
                    <a:pt x="1955" y="13544"/>
                  </a:cubicBezTo>
                  <a:cubicBezTo>
                    <a:pt x="2012" y="13536"/>
                    <a:pt x="1987" y="13382"/>
                    <a:pt x="1987" y="13236"/>
                  </a:cubicBezTo>
                  <a:cubicBezTo>
                    <a:pt x="1979" y="13220"/>
                    <a:pt x="1923" y="13204"/>
                    <a:pt x="1866" y="13204"/>
                  </a:cubicBezTo>
                  <a:cubicBezTo>
                    <a:pt x="1744" y="13204"/>
                    <a:pt x="1801" y="13204"/>
                    <a:pt x="1866" y="13179"/>
                  </a:cubicBezTo>
                  <a:cubicBezTo>
                    <a:pt x="2010" y="13160"/>
                    <a:pt x="2038" y="13124"/>
                    <a:pt x="1948" y="13124"/>
                  </a:cubicBezTo>
                  <a:cubicBezTo>
                    <a:pt x="1927" y="13124"/>
                    <a:pt x="1900" y="13126"/>
                    <a:pt x="1866" y="13131"/>
                  </a:cubicBezTo>
                  <a:cubicBezTo>
                    <a:pt x="1811" y="13145"/>
                    <a:pt x="1781" y="13153"/>
                    <a:pt x="1775" y="13153"/>
                  </a:cubicBezTo>
                  <a:cubicBezTo>
                    <a:pt x="1769" y="13153"/>
                    <a:pt x="1799" y="13141"/>
                    <a:pt x="1866" y="13114"/>
                  </a:cubicBezTo>
                  <a:cubicBezTo>
                    <a:pt x="1923" y="13090"/>
                    <a:pt x="1923" y="13090"/>
                    <a:pt x="1866" y="13066"/>
                  </a:cubicBezTo>
                  <a:cubicBezTo>
                    <a:pt x="1801" y="13066"/>
                    <a:pt x="1801" y="13041"/>
                    <a:pt x="1866" y="13041"/>
                  </a:cubicBezTo>
                  <a:cubicBezTo>
                    <a:pt x="1923" y="13017"/>
                    <a:pt x="1979" y="12993"/>
                    <a:pt x="1923" y="12993"/>
                  </a:cubicBezTo>
                  <a:cubicBezTo>
                    <a:pt x="1923" y="12993"/>
                    <a:pt x="1923" y="12968"/>
                    <a:pt x="1979" y="12944"/>
                  </a:cubicBezTo>
                  <a:cubicBezTo>
                    <a:pt x="2044" y="12920"/>
                    <a:pt x="1979" y="12904"/>
                    <a:pt x="1923" y="12879"/>
                  </a:cubicBezTo>
                  <a:cubicBezTo>
                    <a:pt x="1832" y="12831"/>
                    <a:pt x="1809" y="12805"/>
                    <a:pt x="1853" y="12805"/>
                  </a:cubicBezTo>
                  <a:cubicBezTo>
                    <a:pt x="1868" y="12805"/>
                    <a:pt x="1891" y="12808"/>
                    <a:pt x="1923" y="12814"/>
                  </a:cubicBezTo>
                  <a:cubicBezTo>
                    <a:pt x="1930" y="12815"/>
                    <a:pt x="1937" y="12816"/>
                    <a:pt x="1943" y="12816"/>
                  </a:cubicBezTo>
                  <a:cubicBezTo>
                    <a:pt x="2028" y="12816"/>
                    <a:pt x="1971" y="12716"/>
                    <a:pt x="1858" y="12701"/>
                  </a:cubicBezTo>
                  <a:cubicBezTo>
                    <a:pt x="1736" y="12677"/>
                    <a:pt x="1736" y="12677"/>
                    <a:pt x="1801" y="12677"/>
                  </a:cubicBezTo>
                  <a:cubicBezTo>
                    <a:pt x="1858" y="12677"/>
                    <a:pt x="1858" y="12652"/>
                    <a:pt x="1858" y="12652"/>
                  </a:cubicBezTo>
                  <a:cubicBezTo>
                    <a:pt x="1858" y="12628"/>
                    <a:pt x="1858" y="12604"/>
                    <a:pt x="1914" y="12604"/>
                  </a:cubicBezTo>
                  <a:cubicBezTo>
                    <a:pt x="1914" y="12604"/>
                    <a:pt x="1914" y="12579"/>
                    <a:pt x="1858" y="12539"/>
                  </a:cubicBezTo>
                  <a:cubicBezTo>
                    <a:pt x="1736" y="12498"/>
                    <a:pt x="1793" y="12425"/>
                    <a:pt x="1914" y="12401"/>
                  </a:cubicBezTo>
                  <a:lnTo>
                    <a:pt x="1858" y="12352"/>
                  </a:lnTo>
                  <a:cubicBezTo>
                    <a:pt x="1736" y="12336"/>
                    <a:pt x="1679" y="12312"/>
                    <a:pt x="1793" y="12312"/>
                  </a:cubicBezTo>
                  <a:lnTo>
                    <a:pt x="1858" y="12312"/>
                  </a:lnTo>
                  <a:cubicBezTo>
                    <a:pt x="1736" y="12287"/>
                    <a:pt x="1793" y="12198"/>
                    <a:pt x="1914" y="12190"/>
                  </a:cubicBezTo>
                  <a:cubicBezTo>
                    <a:pt x="1971" y="12190"/>
                    <a:pt x="1971" y="12190"/>
                    <a:pt x="1971" y="12166"/>
                  </a:cubicBezTo>
                  <a:lnTo>
                    <a:pt x="1914" y="12166"/>
                  </a:lnTo>
                  <a:cubicBezTo>
                    <a:pt x="1894" y="12169"/>
                    <a:pt x="1872" y="12171"/>
                    <a:pt x="1852" y="12171"/>
                  </a:cubicBezTo>
                  <a:cubicBezTo>
                    <a:pt x="1819" y="12171"/>
                    <a:pt x="1793" y="12165"/>
                    <a:pt x="1793" y="12150"/>
                  </a:cubicBezTo>
                  <a:cubicBezTo>
                    <a:pt x="1793" y="12125"/>
                    <a:pt x="1793" y="12101"/>
                    <a:pt x="1850" y="12101"/>
                  </a:cubicBezTo>
                  <a:cubicBezTo>
                    <a:pt x="1914" y="12077"/>
                    <a:pt x="1971" y="12052"/>
                    <a:pt x="1914" y="12052"/>
                  </a:cubicBezTo>
                  <a:cubicBezTo>
                    <a:pt x="1914" y="12052"/>
                    <a:pt x="1914" y="12028"/>
                    <a:pt x="1971" y="12004"/>
                  </a:cubicBezTo>
                  <a:cubicBezTo>
                    <a:pt x="1971" y="11987"/>
                    <a:pt x="1971" y="11963"/>
                    <a:pt x="1971" y="11914"/>
                  </a:cubicBezTo>
                  <a:cubicBezTo>
                    <a:pt x="1914" y="11898"/>
                    <a:pt x="1914" y="11850"/>
                    <a:pt x="1971" y="11850"/>
                  </a:cubicBezTo>
                  <a:cubicBezTo>
                    <a:pt x="1971" y="11817"/>
                    <a:pt x="1947" y="11785"/>
                    <a:pt x="1914" y="11777"/>
                  </a:cubicBezTo>
                  <a:cubicBezTo>
                    <a:pt x="1914" y="11736"/>
                    <a:pt x="1914" y="11712"/>
                    <a:pt x="1971" y="11712"/>
                  </a:cubicBezTo>
                  <a:cubicBezTo>
                    <a:pt x="2028" y="11712"/>
                    <a:pt x="2028" y="11712"/>
                    <a:pt x="1971" y="11687"/>
                  </a:cubicBezTo>
                  <a:cubicBezTo>
                    <a:pt x="1914" y="11687"/>
                    <a:pt x="1914" y="11663"/>
                    <a:pt x="1914" y="11639"/>
                  </a:cubicBezTo>
                  <a:lnTo>
                    <a:pt x="1914" y="11598"/>
                  </a:lnTo>
                  <a:cubicBezTo>
                    <a:pt x="1850" y="11598"/>
                    <a:pt x="1850" y="11598"/>
                    <a:pt x="1850" y="11574"/>
                  </a:cubicBezTo>
                  <a:cubicBezTo>
                    <a:pt x="1850" y="11550"/>
                    <a:pt x="1914" y="11485"/>
                    <a:pt x="1914" y="11460"/>
                  </a:cubicBezTo>
                  <a:cubicBezTo>
                    <a:pt x="1914" y="11414"/>
                    <a:pt x="1914" y="11397"/>
                    <a:pt x="1898" y="11397"/>
                  </a:cubicBezTo>
                  <a:cubicBezTo>
                    <a:pt x="1888" y="11397"/>
                    <a:pt x="1873" y="11403"/>
                    <a:pt x="1850" y="11412"/>
                  </a:cubicBezTo>
                  <a:cubicBezTo>
                    <a:pt x="1850" y="11422"/>
                    <a:pt x="1839" y="11428"/>
                    <a:pt x="1831" y="11428"/>
                  </a:cubicBezTo>
                  <a:cubicBezTo>
                    <a:pt x="1822" y="11428"/>
                    <a:pt x="1818" y="11418"/>
                    <a:pt x="1850" y="11395"/>
                  </a:cubicBezTo>
                  <a:cubicBezTo>
                    <a:pt x="1850" y="11371"/>
                    <a:pt x="1914" y="11298"/>
                    <a:pt x="1914" y="11233"/>
                  </a:cubicBezTo>
                  <a:cubicBezTo>
                    <a:pt x="1914" y="11136"/>
                    <a:pt x="1914" y="11136"/>
                    <a:pt x="1850" y="11136"/>
                  </a:cubicBezTo>
                  <a:cubicBezTo>
                    <a:pt x="1807" y="11145"/>
                    <a:pt x="1780" y="11148"/>
                    <a:pt x="1767" y="11148"/>
                  </a:cubicBezTo>
                  <a:cubicBezTo>
                    <a:pt x="1743" y="11148"/>
                    <a:pt x="1770" y="11136"/>
                    <a:pt x="1850" y="11120"/>
                  </a:cubicBezTo>
                  <a:cubicBezTo>
                    <a:pt x="1971" y="11071"/>
                    <a:pt x="1971" y="11047"/>
                    <a:pt x="1906" y="11047"/>
                  </a:cubicBezTo>
                  <a:cubicBezTo>
                    <a:pt x="1850" y="11023"/>
                    <a:pt x="1850" y="11023"/>
                    <a:pt x="1850" y="10998"/>
                  </a:cubicBezTo>
                  <a:cubicBezTo>
                    <a:pt x="1906" y="10998"/>
                    <a:pt x="1906" y="10974"/>
                    <a:pt x="1850" y="10933"/>
                  </a:cubicBezTo>
                  <a:cubicBezTo>
                    <a:pt x="1850" y="10909"/>
                    <a:pt x="1850" y="10909"/>
                    <a:pt x="1906" y="10909"/>
                  </a:cubicBezTo>
                  <a:lnTo>
                    <a:pt x="1906" y="10860"/>
                  </a:lnTo>
                  <a:cubicBezTo>
                    <a:pt x="1793" y="10820"/>
                    <a:pt x="1850" y="10682"/>
                    <a:pt x="1906" y="10658"/>
                  </a:cubicBezTo>
                  <a:cubicBezTo>
                    <a:pt x="1906" y="10658"/>
                    <a:pt x="1906" y="10633"/>
                    <a:pt x="1850" y="10609"/>
                  </a:cubicBezTo>
                  <a:cubicBezTo>
                    <a:pt x="1728" y="10593"/>
                    <a:pt x="1728" y="10569"/>
                    <a:pt x="1850" y="10569"/>
                  </a:cubicBezTo>
                  <a:cubicBezTo>
                    <a:pt x="1971" y="10560"/>
                    <a:pt x="1971" y="10560"/>
                    <a:pt x="1850" y="10544"/>
                  </a:cubicBezTo>
                  <a:cubicBezTo>
                    <a:pt x="1798" y="10522"/>
                    <a:pt x="1793" y="10427"/>
                    <a:pt x="1877" y="10427"/>
                  </a:cubicBezTo>
                  <a:cubicBezTo>
                    <a:pt x="1886" y="10427"/>
                    <a:pt x="1895" y="10428"/>
                    <a:pt x="1906" y="10431"/>
                  </a:cubicBezTo>
                  <a:lnTo>
                    <a:pt x="2028" y="10423"/>
                  </a:lnTo>
                  <a:cubicBezTo>
                    <a:pt x="1971" y="10406"/>
                    <a:pt x="1971" y="10382"/>
                    <a:pt x="1971" y="10382"/>
                  </a:cubicBezTo>
                  <a:cubicBezTo>
                    <a:pt x="1914" y="10382"/>
                    <a:pt x="1914" y="10358"/>
                    <a:pt x="1914" y="10293"/>
                  </a:cubicBezTo>
                  <a:cubicBezTo>
                    <a:pt x="1914" y="10244"/>
                    <a:pt x="1850" y="10155"/>
                    <a:pt x="1850" y="10106"/>
                  </a:cubicBezTo>
                  <a:cubicBezTo>
                    <a:pt x="1850" y="10058"/>
                    <a:pt x="1850" y="9993"/>
                    <a:pt x="1914" y="9969"/>
                  </a:cubicBezTo>
                  <a:cubicBezTo>
                    <a:pt x="1914" y="9944"/>
                    <a:pt x="1914" y="9920"/>
                    <a:pt x="1850" y="9879"/>
                  </a:cubicBezTo>
                  <a:cubicBezTo>
                    <a:pt x="1793" y="9855"/>
                    <a:pt x="1793" y="9806"/>
                    <a:pt x="1850" y="9806"/>
                  </a:cubicBezTo>
                  <a:lnTo>
                    <a:pt x="1850" y="9782"/>
                  </a:lnTo>
                  <a:cubicBezTo>
                    <a:pt x="1793" y="9742"/>
                    <a:pt x="1793" y="9717"/>
                    <a:pt x="1793" y="9717"/>
                  </a:cubicBezTo>
                  <a:cubicBezTo>
                    <a:pt x="1850" y="9717"/>
                    <a:pt x="1914" y="9693"/>
                    <a:pt x="1850" y="9669"/>
                  </a:cubicBezTo>
                  <a:cubicBezTo>
                    <a:pt x="1793" y="9669"/>
                    <a:pt x="1793" y="9652"/>
                    <a:pt x="1793" y="9604"/>
                  </a:cubicBezTo>
                  <a:cubicBezTo>
                    <a:pt x="1850" y="9555"/>
                    <a:pt x="1858" y="8801"/>
                    <a:pt x="1801" y="8801"/>
                  </a:cubicBezTo>
                  <a:lnTo>
                    <a:pt x="1801" y="8728"/>
                  </a:lnTo>
                  <a:cubicBezTo>
                    <a:pt x="1801" y="8712"/>
                    <a:pt x="1801" y="8663"/>
                    <a:pt x="1801" y="8663"/>
                  </a:cubicBezTo>
                  <a:cubicBezTo>
                    <a:pt x="1923" y="8663"/>
                    <a:pt x="1858" y="8550"/>
                    <a:pt x="1801" y="8477"/>
                  </a:cubicBezTo>
                  <a:cubicBezTo>
                    <a:pt x="1744" y="8460"/>
                    <a:pt x="1744" y="8436"/>
                    <a:pt x="1744" y="8412"/>
                  </a:cubicBezTo>
                  <a:cubicBezTo>
                    <a:pt x="1866" y="8412"/>
                    <a:pt x="1866" y="8339"/>
                    <a:pt x="1801" y="8298"/>
                  </a:cubicBezTo>
                  <a:cubicBezTo>
                    <a:pt x="1687" y="8274"/>
                    <a:pt x="1687" y="8250"/>
                    <a:pt x="1801" y="8250"/>
                  </a:cubicBezTo>
                  <a:cubicBezTo>
                    <a:pt x="1923" y="8250"/>
                    <a:pt x="1923" y="8201"/>
                    <a:pt x="1744" y="8161"/>
                  </a:cubicBezTo>
                  <a:cubicBezTo>
                    <a:pt x="1687" y="8136"/>
                    <a:pt x="1687" y="8136"/>
                    <a:pt x="1744" y="8112"/>
                  </a:cubicBezTo>
                  <a:cubicBezTo>
                    <a:pt x="1866" y="8088"/>
                    <a:pt x="1866" y="8063"/>
                    <a:pt x="1809" y="8063"/>
                  </a:cubicBezTo>
                  <a:cubicBezTo>
                    <a:pt x="1687" y="8047"/>
                    <a:pt x="1687" y="8023"/>
                    <a:pt x="1809" y="7998"/>
                  </a:cubicBezTo>
                  <a:cubicBezTo>
                    <a:pt x="1931" y="7950"/>
                    <a:pt x="1931" y="7950"/>
                    <a:pt x="1809" y="7933"/>
                  </a:cubicBezTo>
                  <a:cubicBezTo>
                    <a:pt x="1687" y="7909"/>
                    <a:pt x="1687" y="7812"/>
                    <a:pt x="1809" y="7796"/>
                  </a:cubicBezTo>
                  <a:cubicBezTo>
                    <a:pt x="1809" y="7771"/>
                    <a:pt x="1874" y="7747"/>
                    <a:pt x="1809" y="7747"/>
                  </a:cubicBezTo>
                  <a:lnTo>
                    <a:pt x="1874" y="7723"/>
                  </a:lnTo>
                  <a:cubicBezTo>
                    <a:pt x="1874" y="7698"/>
                    <a:pt x="1874" y="7674"/>
                    <a:pt x="1874" y="7674"/>
                  </a:cubicBezTo>
                  <a:lnTo>
                    <a:pt x="1809" y="7674"/>
                  </a:lnTo>
                  <a:cubicBezTo>
                    <a:pt x="1850" y="7577"/>
                    <a:pt x="1866" y="7463"/>
                    <a:pt x="1874" y="7358"/>
                  </a:cubicBezTo>
                  <a:cubicBezTo>
                    <a:pt x="1881" y="7144"/>
                    <a:pt x="1882" y="7077"/>
                    <a:pt x="1847" y="7077"/>
                  </a:cubicBezTo>
                  <a:cubicBezTo>
                    <a:pt x="1841" y="7077"/>
                    <a:pt x="1834" y="7079"/>
                    <a:pt x="1825" y="7082"/>
                  </a:cubicBezTo>
                  <a:cubicBezTo>
                    <a:pt x="1802" y="7087"/>
                    <a:pt x="1783" y="7089"/>
                    <a:pt x="1769" y="7089"/>
                  </a:cubicBezTo>
                  <a:cubicBezTo>
                    <a:pt x="1708" y="7089"/>
                    <a:pt x="1727" y="7053"/>
                    <a:pt x="1825" y="7034"/>
                  </a:cubicBezTo>
                  <a:cubicBezTo>
                    <a:pt x="1825" y="7009"/>
                    <a:pt x="1882" y="6969"/>
                    <a:pt x="1882" y="6920"/>
                  </a:cubicBezTo>
                  <a:cubicBezTo>
                    <a:pt x="1882" y="6871"/>
                    <a:pt x="1882" y="6831"/>
                    <a:pt x="1947" y="6831"/>
                  </a:cubicBezTo>
                  <a:lnTo>
                    <a:pt x="1947" y="6807"/>
                  </a:lnTo>
                  <a:cubicBezTo>
                    <a:pt x="1841" y="6766"/>
                    <a:pt x="1817" y="6636"/>
                    <a:pt x="1890" y="6555"/>
                  </a:cubicBezTo>
                  <a:cubicBezTo>
                    <a:pt x="1898" y="6507"/>
                    <a:pt x="1874" y="6458"/>
                    <a:pt x="1833" y="6442"/>
                  </a:cubicBezTo>
                  <a:cubicBezTo>
                    <a:pt x="1777" y="6393"/>
                    <a:pt x="1777" y="6393"/>
                    <a:pt x="1833" y="6369"/>
                  </a:cubicBezTo>
                  <a:cubicBezTo>
                    <a:pt x="1898" y="6369"/>
                    <a:pt x="1955" y="6231"/>
                    <a:pt x="1841" y="6231"/>
                  </a:cubicBezTo>
                  <a:lnTo>
                    <a:pt x="1898" y="6215"/>
                  </a:lnTo>
                  <a:cubicBezTo>
                    <a:pt x="1963" y="6190"/>
                    <a:pt x="1898" y="6166"/>
                    <a:pt x="1841" y="6166"/>
                  </a:cubicBezTo>
                  <a:cubicBezTo>
                    <a:pt x="1720" y="6166"/>
                    <a:pt x="1720" y="6142"/>
                    <a:pt x="1898" y="6117"/>
                  </a:cubicBezTo>
                  <a:cubicBezTo>
                    <a:pt x="2020" y="6117"/>
                    <a:pt x="2020" y="6093"/>
                    <a:pt x="1963" y="6093"/>
                  </a:cubicBezTo>
                  <a:cubicBezTo>
                    <a:pt x="1898" y="6077"/>
                    <a:pt x="1841" y="6053"/>
                    <a:pt x="1906" y="6028"/>
                  </a:cubicBezTo>
                  <a:cubicBezTo>
                    <a:pt x="1906" y="6004"/>
                    <a:pt x="1906" y="5980"/>
                    <a:pt x="1785" y="5980"/>
                  </a:cubicBezTo>
                  <a:cubicBezTo>
                    <a:pt x="1728" y="5980"/>
                    <a:pt x="1728" y="5955"/>
                    <a:pt x="1728" y="5931"/>
                  </a:cubicBezTo>
                  <a:cubicBezTo>
                    <a:pt x="1768" y="5931"/>
                    <a:pt x="1809" y="5939"/>
                    <a:pt x="1841" y="5955"/>
                  </a:cubicBezTo>
                  <a:lnTo>
                    <a:pt x="1850" y="5915"/>
                  </a:lnTo>
                  <a:cubicBezTo>
                    <a:pt x="1850" y="5890"/>
                    <a:pt x="1906" y="5842"/>
                    <a:pt x="1963" y="5842"/>
                  </a:cubicBezTo>
                  <a:cubicBezTo>
                    <a:pt x="2008" y="5830"/>
                    <a:pt x="2022" y="5815"/>
                    <a:pt x="1985" y="5815"/>
                  </a:cubicBezTo>
                  <a:cubicBezTo>
                    <a:pt x="1969" y="5815"/>
                    <a:pt x="1943" y="5818"/>
                    <a:pt x="1906" y="5825"/>
                  </a:cubicBezTo>
                  <a:cubicBezTo>
                    <a:pt x="1785" y="5817"/>
                    <a:pt x="1785" y="5817"/>
                    <a:pt x="1785" y="5777"/>
                  </a:cubicBezTo>
                  <a:cubicBezTo>
                    <a:pt x="1793" y="5753"/>
                    <a:pt x="1793" y="5728"/>
                    <a:pt x="1850" y="5728"/>
                  </a:cubicBezTo>
                  <a:cubicBezTo>
                    <a:pt x="1906" y="5728"/>
                    <a:pt x="1906" y="5728"/>
                    <a:pt x="1906" y="5688"/>
                  </a:cubicBezTo>
                  <a:cubicBezTo>
                    <a:pt x="1914" y="5615"/>
                    <a:pt x="1736" y="5542"/>
                    <a:pt x="1614" y="5517"/>
                  </a:cubicBezTo>
                  <a:cubicBezTo>
                    <a:pt x="1493" y="5517"/>
                    <a:pt x="1493" y="5517"/>
                    <a:pt x="1614" y="5501"/>
                  </a:cubicBezTo>
                  <a:cubicBezTo>
                    <a:pt x="1679" y="5501"/>
                    <a:pt x="1679" y="5477"/>
                    <a:pt x="1679" y="5453"/>
                  </a:cubicBezTo>
                  <a:cubicBezTo>
                    <a:pt x="1636" y="5453"/>
                    <a:pt x="1650" y="5442"/>
                    <a:pt x="1665" y="5442"/>
                  </a:cubicBezTo>
                  <a:cubicBezTo>
                    <a:pt x="1672" y="5442"/>
                    <a:pt x="1679" y="5444"/>
                    <a:pt x="1679" y="5453"/>
                  </a:cubicBezTo>
                  <a:cubicBezTo>
                    <a:pt x="1736" y="5453"/>
                    <a:pt x="1736" y="5477"/>
                    <a:pt x="1736" y="5501"/>
                  </a:cubicBezTo>
                  <a:lnTo>
                    <a:pt x="1793" y="5501"/>
                  </a:lnTo>
                  <a:cubicBezTo>
                    <a:pt x="1914" y="5477"/>
                    <a:pt x="1914" y="5453"/>
                    <a:pt x="1801" y="5428"/>
                  </a:cubicBezTo>
                  <a:cubicBezTo>
                    <a:pt x="1736" y="5404"/>
                    <a:pt x="1736" y="5404"/>
                    <a:pt x="1801" y="5388"/>
                  </a:cubicBezTo>
                  <a:cubicBezTo>
                    <a:pt x="1858" y="5363"/>
                    <a:pt x="1923" y="5339"/>
                    <a:pt x="1858" y="5339"/>
                  </a:cubicBezTo>
                  <a:cubicBezTo>
                    <a:pt x="1866" y="5307"/>
                    <a:pt x="1890" y="5282"/>
                    <a:pt x="1923" y="5274"/>
                  </a:cubicBezTo>
                  <a:cubicBezTo>
                    <a:pt x="1923" y="5226"/>
                    <a:pt x="1923" y="5201"/>
                    <a:pt x="1866" y="5201"/>
                  </a:cubicBezTo>
                  <a:cubicBezTo>
                    <a:pt x="1801" y="5201"/>
                    <a:pt x="1801" y="5177"/>
                    <a:pt x="1801" y="5153"/>
                  </a:cubicBezTo>
                  <a:cubicBezTo>
                    <a:pt x="1801" y="5136"/>
                    <a:pt x="1809" y="5112"/>
                    <a:pt x="1744" y="5112"/>
                  </a:cubicBezTo>
                  <a:cubicBezTo>
                    <a:pt x="1687" y="5112"/>
                    <a:pt x="1623" y="5088"/>
                    <a:pt x="1631" y="5039"/>
                  </a:cubicBezTo>
                  <a:cubicBezTo>
                    <a:pt x="1566" y="4990"/>
                    <a:pt x="1566" y="4990"/>
                    <a:pt x="1687" y="4974"/>
                  </a:cubicBezTo>
                  <a:cubicBezTo>
                    <a:pt x="1752" y="4974"/>
                    <a:pt x="1752" y="4950"/>
                    <a:pt x="1752" y="4926"/>
                  </a:cubicBezTo>
                  <a:cubicBezTo>
                    <a:pt x="1752" y="4926"/>
                    <a:pt x="1752" y="4901"/>
                    <a:pt x="1809" y="4877"/>
                  </a:cubicBezTo>
                  <a:cubicBezTo>
                    <a:pt x="1874" y="4861"/>
                    <a:pt x="1809" y="4861"/>
                    <a:pt x="1752" y="4861"/>
                  </a:cubicBezTo>
                  <a:lnTo>
                    <a:pt x="1631" y="4853"/>
                  </a:lnTo>
                  <a:cubicBezTo>
                    <a:pt x="1631" y="4836"/>
                    <a:pt x="1752" y="4812"/>
                    <a:pt x="1809" y="4812"/>
                  </a:cubicBezTo>
                  <a:cubicBezTo>
                    <a:pt x="1931" y="4788"/>
                    <a:pt x="1931" y="4788"/>
                    <a:pt x="1817" y="4788"/>
                  </a:cubicBezTo>
                  <a:cubicBezTo>
                    <a:pt x="1752" y="4788"/>
                    <a:pt x="1695" y="4763"/>
                    <a:pt x="1752" y="4723"/>
                  </a:cubicBezTo>
                  <a:cubicBezTo>
                    <a:pt x="1760" y="4674"/>
                    <a:pt x="1760" y="4626"/>
                    <a:pt x="1817" y="4626"/>
                  </a:cubicBezTo>
                  <a:cubicBezTo>
                    <a:pt x="1882" y="4609"/>
                    <a:pt x="1817" y="4585"/>
                    <a:pt x="1817" y="4585"/>
                  </a:cubicBezTo>
                  <a:cubicBezTo>
                    <a:pt x="1760" y="4561"/>
                    <a:pt x="1760" y="4536"/>
                    <a:pt x="1825" y="4471"/>
                  </a:cubicBezTo>
                  <a:cubicBezTo>
                    <a:pt x="1947" y="4358"/>
                    <a:pt x="1947" y="4358"/>
                    <a:pt x="1825" y="4350"/>
                  </a:cubicBezTo>
                  <a:cubicBezTo>
                    <a:pt x="1768" y="4350"/>
                    <a:pt x="1704" y="4350"/>
                    <a:pt x="1825" y="4334"/>
                  </a:cubicBezTo>
                  <a:cubicBezTo>
                    <a:pt x="1890" y="4309"/>
                    <a:pt x="1825" y="4285"/>
                    <a:pt x="1768" y="4236"/>
                  </a:cubicBezTo>
                  <a:cubicBezTo>
                    <a:pt x="1695" y="4220"/>
                    <a:pt x="1614" y="4212"/>
                    <a:pt x="1533" y="4212"/>
                  </a:cubicBezTo>
                  <a:cubicBezTo>
                    <a:pt x="1412" y="4212"/>
                    <a:pt x="1412" y="4212"/>
                    <a:pt x="1468" y="4163"/>
                  </a:cubicBezTo>
                  <a:cubicBezTo>
                    <a:pt x="1477" y="4139"/>
                    <a:pt x="1533" y="4123"/>
                    <a:pt x="1590" y="4123"/>
                  </a:cubicBezTo>
                  <a:cubicBezTo>
                    <a:pt x="1655" y="4123"/>
                    <a:pt x="1655" y="4147"/>
                    <a:pt x="1655" y="4147"/>
                  </a:cubicBezTo>
                  <a:lnTo>
                    <a:pt x="1655" y="4163"/>
                  </a:lnTo>
                  <a:cubicBezTo>
                    <a:pt x="1671" y="4166"/>
                    <a:pt x="1688" y="4167"/>
                    <a:pt x="1703" y="4167"/>
                  </a:cubicBezTo>
                  <a:cubicBezTo>
                    <a:pt x="1741" y="4167"/>
                    <a:pt x="1771" y="4157"/>
                    <a:pt x="1777" y="4123"/>
                  </a:cubicBezTo>
                  <a:cubicBezTo>
                    <a:pt x="1833" y="4099"/>
                    <a:pt x="1833" y="4074"/>
                    <a:pt x="1777" y="4074"/>
                  </a:cubicBezTo>
                  <a:cubicBezTo>
                    <a:pt x="1833" y="4058"/>
                    <a:pt x="1833" y="4009"/>
                    <a:pt x="1841" y="3961"/>
                  </a:cubicBezTo>
                  <a:cubicBezTo>
                    <a:pt x="1841" y="3920"/>
                    <a:pt x="1841" y="3847"/>
                    <a:pt x="1906" y="3831"/>
                  </a:cubicBezTo>
                  <a:cubicBezTo>
                    <a:pt x="1906" y="3782"/>
                    <a:pt x="1906" y="3758"/>
                    <a:pt x="1841" y="3758"/>
                  </a:cubicBezTo>
                  <a:cubicBezTo>
                    <a:pt x="1728" y="3758"/>
                    <a:pt x="1728" y="3734"/>
                    <a:pt x="1785" y="3734"/>
                  </a:cubicBezTo>
                  <a:cubicBezTo>
                    <a:pt x="1906" y="3709"/>
                    <a:pt x="1979" y="3417"/>
                    <a:pt x="1858" y="3393"/>
                  </a:cubicBezTo>
                  <a:lnTo>
                    <a:pt x="1858" y="3345"/>
                  </a:lnTo>
                  <a:cubicBezTo>
                    <a:pt x="1923" y="3304"/>
                    <a:pt x="1923" y="3166"/>
                    <a:pt x="1866" y="3142"/>
                  </a:cubicBezTo>
                  <a:lnTo>
                    <a:pt x="1866" y="3069"/>
                  </a:lnTo>
                  <a:cubicBezTo>
                    <a:pt x="1931" y="3028"/>
                    <a:pt x="1931" y="3004"/>
                    <a:pt x="1874" y="2980"/>
                  </a:cubicBezTo>
                  <a:cubicBezTo>
                    <a:pt x="1809" y="2955"/>
                    <a:pt x="1752" y="2955"/>
                    <a:pt x="1809" y="2955"/>
                  </a:cubicBezTo>
                  <a:cubicBezTo>
                    <a:pt x="1874" y="2955"/>
                    <a:pt x="1874" y="2907"/>
                    <a:pt x="1874" y="2818"/>
                  </a:cubicBezTo>
                  <a:cubicBezTo>
                    <a:pt x="1879" y="2759"/>
                    <a:pt x="1881" y="2739"/>
                    <a:pt x="1863" y="2739"/>
                  </a:cubicBezTo>
                  <a:cubicBezTo>
                    <a:pt x="1854" y="2739"/>
                    <a:pt x="1839" y="2744"/>
                    <a:pt x="1817" y="2753"/>
                  </a:cubicBezTo>
                  <a:cubicBezTo>
                    <a:pt x="1760" y="2655"/>
                    <a:pt x="1825" y="2655"/>
                    <a:pt x="1882" y="2655"/>
                  </a:cubicBezTo>
                  <a:cubicBezTo>
                    <a:pt x="1908" y="2661"/>
                    <a:pt x="1929" y="2663"/>
                    <a:pt x="1943" y="2663"/>
                  </a:cubicBezTo>
                  <a:cubicBezTo>
                    <a:pt x="1995" y="2663"/>
                    <a:pt x="1965" y="2634"/>
                    <a:pt x="1825" y="2615"/>
                  </a:cubicBezTo>
                  <a:cubicBezTo>
                    <a:pt x="1704" y="2582"/>
                    <a:pt x="1712" y="2542"/>
                    <a:pt x="1768" y="2542"/>
                  </a:cubicBezTo>
                  <a:cubicBezTo>
                    <a:pt x="1825" y="2542"/>
                    <a:pt x="1825" y="2566"/>
                    <a:pt x="1825" y="2591"/>
                  </a:cubicBezTo>
                  <a:lnTo>
                    <a:pt x="1947" y="2591"/>
                  </a:lnTo>
                  <a:cubicBezTo>
                    <a:pt x="1947" y="2566"/>
                    <a:pt x="1947" y="2566"/>
                    <a:pt x="1890" y="2542"/>
                  </a:cubicBezTo>
                  <a:cubicBezTo>
                    <a:pt x="1890" y="2542"/>
                    <a:pt x="1890" y="2518"/>
                    <a:pt x="1833" y="2493"/>
                  </a:cubicBezTo>
                  <a:cubicBezTo>
                    <a:pt x="1805" y="2481"/>
                    <a:pt x="1775" y="2475"/>
                    <a:pt x="1743" y="2475"/>
                  </a:cubicBezTo>
                  <a:cubicBezTo>
                    <a:pt x="1712" y="2475"/>
                    <a:pt x="1679" y="2481"/>
                    <a:pt x="1647" y="2493"/>
                  </a:cubicBezTo>
                  <a:cubicBezTo>
                    <a:pt x="1630" y="2500"/>
                    <a:pt x="1618" y="2503"/>
                    <a:pt x="1610" y="2503"/>
                  </a:cubicBezTo>
                  <a:cubicBezTo>
                    <a:pt x="1590" y="2503"/>
                    <a:pt x="1590" y="2486"/>
                    <a:pt x="1590" y="2469"/>
                  </a:cubicBezTo>
                  <a:cubicBezTo>
                    <a:pt x="1623" y="2445"/>
                    <a:pt x="1659" y="2433"/>
                    <a:pt x="1694" y="2433"/>
                  </a:cubicBezTo>
                  <a:cubicBezTo>
                    <a:pt x="1720" y="2433"/>
                    <a:pt x="1745" y="2439"/>
                    <a:pt x="1768" y="2453"/>
                  </a:cubicBezTo>
                  <a:cubicBezTo>
                    <a:pt x="1768" y="2469"/>
                    <a:pt x="1833" y="2477"/>
                    <a:pt x="1890" y="2477"/>
                  </a:cubicBezTo>
                  <a:cubicBezTo>
                    <a:pt x="1947" y="2477"/>
                    <a:pt x="1833" y="2355"/>
                    <a:pt x="1720" y="2331"/>
                  </a:cubicBezTo>
                  <a:lnTo>
                    <a:pt x="1777" y="2331"/>
                  </a:lnTo>
                  <a:cubicBezTo>
                    <a:pt x="1781" y="2332"/>
                    <a:pt x="1785" y="2332"/>
                    <a:pt x="1788" y="2332"/>
                  </a:cubicBezTo>
                  <a:cubicBezTo>
                    <a:pt x="1834" y="2332"/>
                    <a:pt x="1841" y="2287"/>
                    <a:pt x="1841" y="2242"/>
                  </a:cubicBezTo>
                  <a:cubicBezTo>
                    <a:pt x="1841" y="2201"/>
                    <a:pt x="1841" y="2177"/>
                    <a:pt x="1785" y="2177"/>
                  </a:cubicBezTo>
                  <a:cubicBezTo>
                    <a:pt x="1720" y="2169"/>
                    <a:pt x="1663" y="2169"/>
                    <a:pt x="1663" y="2145"/>
                  </a:cubicBezTo>
                  <a:cubicBezTo>
                    <a:pt x="1663" y="2169"/>
                    <a:pt x="1606" y="2169"/>
                    <a:pt x="1541" y="2169"/>
                  </a:cubicBezTo>
                  <a:cubicBezTo>
                    <a:pt x="1582" y="2145"/>
                    <a:pt x="1623" y="2120"/>
                    <a:pt x="1663" y="2104"/>
                  </a:cubicBezTo>
                  <a:cubicBezTo>
                    <a:pt x="1785" y="2064"/>
                    <a:pt x="1850" y="2015"/>
                    <a:pt x="1850" y="1926"/>
                  </a:cubicBezTo>
                  <a:cubicBezTo>
                    <a:pt x="1858" y="1877"/>
                    <a:pt x="1858" y="1812"/>
                    <a:pt x="1923" y="1788"/>
                  </a:cubicBezTo>
                  <a:cubicBezTo>
                    <a:pt x="1923" y="1739"/>
                    <a:pt x="1923" y="1723"/>
                    <a:pt x="1866" y="1715"/>
                  </a:cubicBezTo>
                  <a:lnTo>
                    <a:pt x="1866" y="1674"/>
                  </a:lnTo>
                  <a:cubicBezTo>
                    <a:pt x="1923" y="1650"/>
                    <a:pt x="1923" y="1601"/>
                    <a:pt x="1866" y="1601"/>
                  </a:cubicBezTo>
                  <a:cubicBezTo>
                    <a:pt x="1809" y="1577"/>
                    <a:pt x="1866" y="1561"/>
                    <a:pt x="1866" y="1537"/>
                  </a:cubicBezTo>
                  <a:cubicBezTo>
                    <a:pt x="1937" y="1508"/>
                    <a:pt x="1967" y="1496"/>
                    <a:pt x="1943" y="1496"/>
                  </a:cubicBezTo>
                  <a:cubicBezTo>
                    <a:pt x="1926" y="1496"/>
                    <a:pt x="1883" y="1502"/>
                    <a:pt x="1809" y="1512"/>
                  </a:cubicBezTo>
                  <a:cubicBezTo>
                    <a:pt x="1752" y="1512"/>
                    <a:pt x="1687" y="1553"/>
                    <a:pt x="1687" y="1577"/>
                  </a:cubicBezTo>
                  <a:lnTo>
                    <a:pt x="1687" y="1642"/>
                  </a:lnTo>
                  <a:lnTo>
                    <a:pt x="1631" y="1577"/>
                  </a:lnTo>
                  <a:cubicBezTo>
                    <a:pt x="1631" y="1553"/>
                    <a:pt x="1574" y="1504"/>
                    <a:pt x="1509" y="1504"/>
                  </a:cubicBezTo>
                  <a:cubicBezTo>
                    <a:pt x="1509" y="1504"/>
                    <a:pt x="1452" y="1504"/>
                    <a:pt x="1452" y="1480"/>
                  </a:cubicBezTo>
                  <a:lnTo>
                    <a:pt x="1574" y="1480"/>
                  </a:lnTo>
                  <a:cubicBezTo>
                    <a:pt x="1631" y="1504"/>
                    <a:pt x="1687" y="1512"/>
                    <a:pt x="1752" y="1512"/>
                  </a:cubicBezTo>
                  <a:cubicBezTo>
                    <a:pt x="1874" y="1488"/>
                    <a:pt x="1939" y="1423"/>
                    <a:pt x="1817" y="1415"/>
                  </a:cubicBezTo>
                  <a:cubicBezTo>
                    <a:pt x="1817" y="1399"/>
                    <a:pt x="1817" y="1399"/>
                    <a:pt x="1874" y="1374"/>
                  </a:cubicBezTo>
                  <a:cubicBezTo>
                    <a:pt x="1939" y="1374"/>
                    <a:pt x="1939" y="1350"/>
                    <a:pt x="1817" y="1326"/>
                  </a:cubicBezTo>
                  <a:cubicBezTo>
                    <a:pt x="1704" y="1301"/>
                    <a:pt x="1704" y="1277"/>
                    <a:pt x="1825" y="1261"/>
                  </a:cubicBezTo>
                  <a:cubicBezTo>
                    <a:pt x="1947" y="1212"/>
                    <a:pt x="1947" y="1123"/>
                    <a:pt x="1890" y="1123"/>
                  </a:cubicBezTo>
                  <a:cubicBezTo>
                    <a:pt x="1768" y="1115"/>
                    <a:pt x="1768" y="1050"/>
                    <a:pt x="1833" y="1026"/>
                  </a:cubicBezTo>
                  <a:cubicBezTo>
                    <a:pt x="1890" y="1009"/>
                    <a:pt x="1898" y="985"/>
                    <a:pt x="1833" y="961"/>
                  </a:cubicBezTo>
                  <a:cubicBezTo>
                    <a:pt x="1898" y="961"/>
                    <a:pt x="1955" y="945"/>
                    <a:pt x="1898" y="912"/>
                  </a:cubicBezTo>
                  <a:cubicBezTo>
                    <a:pt x="1898" y="912"/>
                    <a:pt x="1898" y="905"/>
                    <a:pt x="1881" y="905"/>
                  </a:cubicBezTo>
                  <a:cubicBezTo>
                    <a:pt x="1873" y="905"/>
                    <a:pt x="1860" y="907"/>
                    <a:pt x="1841" y="912"/>
                  </a:cubicBezTo>
                  <a:lnTo>
                    <a:pt x="1720" y="864"/>
                  </a:lnTo>
                  <a:cubicBezTo>
                    <a:pt x="1720" y="888"/>
                    <a:pt x="1663" y="888"/>
                    <a:pt x="1598" y="888"/>
                  </a:cubicBezTo>
                  <a:cubicBezTo>
                    <a:pt x="1541" y="880"/>
                    <a:pt x="1606" y="791"/>
                    <a:pt x="1785" y="750"/>
                  </a:cubicBezTo>
                  <a:lnTo>
                    <a:pt x="1906" y="710"/>
                  </a:lnTo>
                  <a:lnTo>
                    <a:pt x="1785" y="710"/>
                  </a:lnTo>
                  <a:cubicBezTo>
                    <a:pt x="1785" y="685"/>
                    <a:pt x="1793" y="661"/>
                    <a:pt x="1850" y="661"/>
                  </a:cubicBezTo>
                  <a:cubicBezTo>
                    <a:pt x="1906" y="661"/>
                    <a:pt x="1906" y="661"/>
                    <a:pt x="1906" y="645"/>
                  </a:cubicBezTo>
                  <a:cubicBezTo>
                    <a:pt x="1906" y="645"/>
                    <a:pt x="1914" y="620"/>
                    <a:pt x="1850" y="620"/>
                  </a:cubicBezTo>
                  <a:cubicBezTo>
                    <a:pt x="1736" y="612"/>
                    <a:pt x="1736" y="612"/>
                    <a:pt x="1793" y="588"/>
                  </a:cubicBezTo>
                  <a:cubicBezTo>
                    <a:pt x="1914" y="572"/>
                    <a:pt x="1914" y="547"/>
                    <a:pt x="1793" y="523"/>
                  </a:cubicBezTo>
                  <a:cubicBezTo>
                    <a:pt x="1679" y="523"/>
                    <a:pt x="1679" y="523"/>
                    <a:pt x="1801" y="499"/>
                  </a:cubicBezTo>
                  <a:cubicBezTo>
                    <a:pt x="1858" y="499"/>
                    <a:pt x="1914" y="482"/>
                    <a:pt x="1923" y="458"/>
                  </a:cubicBezTo>
                  <a:lnTo>
                    <a:pt x="1858" y="458"/>
                  </a:lnTo>
                  <a:cubicBezTo>
                    <a:pt x="1736" y="450"/>
                    <a:pt x="1744" y="426"/>
                    <a:pt x="1801" y="410"/>
                  </a:cubicBezTo>
                  <a:cubicBezTo>
                    <a:pt x="1858" y="410"/>
                    <a:pt x="1866" y="385"/>
                    <a:pt x="1809" y="337"/>
                  </a:cubicBezTo>
                  <a:cubicBezTo>
                    <a:pt x="1809" y="296"/>
                    <a:pt x="1809" y="272"/>
                    <a:pt x="1866" y="272"/>
                  </a:cubicBezTo>
                  <a:cubicBezTo>
                    <a:pt x="1906" y="274"/>
                    <a:pt x="1933" y="276"/>
                    <a:pt x="1947" y="276"/>
                  </a:cubicBezTo>
                  <a:cubicBezTo>
                    <a:pt x="1974" y="276"/>
                    <a:pt x="1947" y="269"/>
                    <a:pt x="1866" y="247"/>
                  </a:cubicBezTo>
                  <a:cubicBezTo>
                    <a:pt x="1809" y="223"/>
                    <a:pt x="1809" y="223"/>
                    <a:pt x="1874" y="183"/>
                  </a:cubicBezTo>
                  <a:cubicBezTo>
                    <a:pt x="1931" y="158"/>
                    <a:pt x="1931" y="158"/>
                    <a:pt x="1874" y="134"/>
                  </a:cubicBezTo>
                  <a:cubicBezTo>
                    <a:pt x="1752" y="134"/>
                    <a:pt x="1695" y="134"/>
                    <a:pt x="1695" y="150"/>
                  </a:cubicBezTo>
                  <a:cubicBezTo>
                    <a:pt x="1695" y="174"/>
                    <a:pt x="1695" y="174"/>
                    <a:pt x="1631" y="174"/>
                  </a:cubicBezTo>
                  <a:cubicBezTo>
                    <a:pt x="1631" y="174"/>
                    <a:pt x="1639" y="150"/>
                    <a:pt x="1639" y="126"/>
                  </a:cubicBezTo>
                  <a:cubicBezTo>
                    <a:pt x="1639" y="101"/>
                    <a:pt x="1639" y="85"/>
                    <a:pt x="1582" y="37"/>
                  </a:cubicBezTo>
                  <a:cubicBezTo>
                    <a:pt x="1554" y="12"/>
                    <a:pt x="1509" y="0"/>
                    <a:pt x="1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2"/>
            <p:cNvSpPr/>
            <p:nvPr/>
          </p:nvSpPr>
          <p:spPr>
            <a:xfrm>
              <a:off x="7517071" y="2399331"/>
              <a:ext cx="43887" cy="40543"/>
            </a:xfrm>
            <a:custGeom>
              <a:avLst/>
              <a:gdLst/>
              <a:ahLst/>
              <a:cxnLst/>
              <a:rect l="l" t="t" r="r" b="b"/>
              <a:pathLst>
                <a:path w="2546" h="2352" extrusionOk="0">
                  <a:moveTo>
                    <a:pt x="1208" y="1"/>
                  </a:moveTo>
                  <a:cubicBezTo>
                    <a:pt x="592" y="1"/>
                    <a:pt x="0" y="544"/>
                    <a:pt x="33" y="1176"/>
                  </a:cubicBezTo>
                  <a:cubicBezTo>
                    <a:pt x="57" y="1817"/>
                    <a:pt x="543" y="2352"/>
                    <a:pt x="1208" y="2352"/>
                  </a:cubicBezTo>
                  <a:lnTo>
                    <a:pt x="1338" y="2352"/>
                  </a:lnTo>
                  <a:cubicBezTo>
                    <a:pt x="1954" y="2352"/>
                    <a:pt x="2546" y="1809"/>
                    <a:pt x="2513" y="1176"/>
                  </a:cubicBezTo>
                  <a:cubicBezTo>
                    <a:pt x="2489" y="536"/>
                    <a:pt x="1995" y="1"/>
                    <a:pt x="1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2"/>
            <p:cNvSpPr/>
            <p:nvPr/>
          </p:nvSpPr>
          <p:spPr>
            <a:xfrm>
              <a:off x="7511744" y="2508065"/>
              <a:ext cx="52299" cy="40543"/>
            </a:xfrm>
            <a:custGeom>
              <a:avLst/>
              <a:gdLst/>
              <a:ahLst/>
              <a:cxnLst/>
              <a:rect l="l" t="t" r="r" b="b"/>
              <a:pathLst>
                <a:path w="3034" h="2352" extrusionOk="0">
                  <a:moveTo>
                    <a:pt x="1517" y="0"/>
                  </a:moveTo>
                  <a:cubicBezTo>
                    <a:pt x="1" y="0"/>
                    <a:pt x="1" y="2352"/>
                    <a:pt x="1517" y="2352"/>
                  </a:cubicBezTo>
                  <a:cubicBezTo>
                    <a:pt x="3033" y="2352"/>
                    <a:pt x="3033" y="0"/>
                    <a:pt x="1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2"/>
            <p:cNvSpPr/>
            <p:nvPr/>
          </p:nvSpPr>
          <p:spPr>
            <a:xfrm>
              <a:off x="4454967" y="1833148"/>
              <a:ext cx="219451" cy="297192"/>
            </a:xfrm>
            <a:custGeom>
              <a:avLst/>
              <a:gdLst/>
              <a:ahLst/>
              <a:cxnLst/>
              <a:rect l="l" t="t" r="r" b="b"/>
              <a:pathLst>
                <a:path w="12731" h="17241" extrusionOk="0">
                  <a:moveTo>
                    <a:pt x="9438" y="489"/>
                  </a:moveTo>
                  <a:cubicBezTo>
                    <a:pt x="9495" y="513"/>
                    <a:pt x="9495" y="513"/>
                    <a:pt x="9495" y="513"/>
                  </a:cubicBezTo>
                  <a:cubicBezTo>
                    <a:pt x="9475" y="560"/>
                    <a:pt x="9455" y="601"/>
                    <a:pt x="9418" y="601"/>
                  </a:cubicBezTo>
                  <a:cubicBezTo>
                    <a:pt x="9409" y="601"/>
                    <a:pt x="9400" y="599"/>
                    <a:pt x="9390" y="594"/>
                  </a:cubicBezTo>
                  <a:lnTo>
                    <a:pt x="9333" y="578"/>
                  </a:lnTo>
                  <a:cubicBezTo>
                    <a:pt x="9357" y="537"/>
                    <a:pt x="9390" y="505"/>
                    <a:pt x="9438" y="489"/>
                  </a:cubicBezTo>
                  <a:close/>
                  <a:moveTo>
                    <a:pt x="7030" y="562"/>
                  </a:moveTo>
                  <a:cubicBezTo>
                    <a:pt x="7030" y="618"/>
                    <a:pt x="7039" y="675"/>
                    <a:pt x="6982" y="683"/>
                  </a:cubicBezTo>
                  <a:lnTo>
                    <a:pt x="6917" y="627"/>
                  </a:lnTo>
                  <a:lnTo>
                    <a:pt x="6974" y="562"/>
                  </a:lnTo>
                  <a:close/>
                  <a:moveTo>
                    <a:pt x="8344" y="586"/>
                  </a:moveTo>
                  <a:cubicBezTo>
                    <a:pt x="8401" y="594"/>
                    <a:pt x="8393" y="594"/>
                    <a:pt x="8384" y="651"/>
                  </a:cubicBezTo>
                  <a:cubicBezTo>
                    <a:pt x="8368" y="691"/>
                    <a:pt x="8344" y="732"/>
                    <a:pt x="8303" y="756"/>
                  </a:cubicBezTo>
                  <a:cubicBezTo>
                    <a:pt x="8247" y="748"/>
                    <a:pt x="8328" y="643"/>
                    <a:pt x="8344" y="586"/>
                  </a:cubicBezTo>
                  <a:close/>
                  <a:moveTo>
                    <a:pt x="9957" y="1170"/>
                  </a:moveTo>
                  <a:lnTo>
                    <a:pt x="10014" y="1202"/>
                  </a:lnTo>
                  <a:cubicBezTo>
                    <a:pt x="9988" y="1242"/>
                    <a:pt x="9961" y="1282"/>
                    <a:pt x="9926" y="1282"/>
                  </a:cubicBezTo>
                  <a:cubicBezTo>
                    <a:pt x="9918" y="1282"/>
                    <a:pt x="9909" y="1280"/>
                    <a:pt x="9901" y="1275"/>
                  </a:cubicBezTo>
                  <a:lnTo>
                    <a:pt x="9884" y="1194"/>
                  </a:lnTo>
                  <a:lnTo>
                    <a:pt x="9957" y="1170"/>
                  </a:lnTo>
                  <a:close/>
                  <a:moveTo>
                    <a:pt x="3949" y="1974"/>
                  </a:moveTo>
                  <a:cubicBezTo>
                    <a:pt x="3960" y="1974"/>
                    <a:pt x="3970" y="1985"/>
                    <a:pt x="3949" y="2005"/>
                  </a:cubicBezTo>
                  <a:cubicBezTo>
                    <a:pt x="3929" y="1985"/>
                    <a:pt x="3939" y="1974"/>
                    <a:pt x="3949" y="1974"/>
                  </a:cubicBezTo>
                  <a:close/>
                  <a:moveTo>
                    <a:pt x="3706" y="2094"/>
                  </a:moveTo>
                  <a:cubicBezTo>
                    <a:pt x="3747" y="2135"/>
                    <a:pt x="3795" y="2175"/>
                    <a:pt x="3755" y="2216"/>
                  </a:cubicBezTo>
                  <a:lnTo>
                    <a:pt x="3674" y="2224"/>
                  </a:lnTo>
                  <a:lnTo>
                    <a:pt x="3666" y="2135"/>
                  </a:lnTo>
                  <a:lnTo>
                    <a:pt x="3706" y="2094"/>
                  </a:lnTo>
                  <a:close/>
                  <a:moveTo>
                    <a:pt x="3098" y="2286"/>
                  </a:moveTo>
                  <a:lnTo>
                    <a:pt x="3098" y="2286"/>
                  </a:lnTo>
                  <a:cubicBezTo>
                    <a:pt x="3098" y="2286"/>
                    <a:pt x="3093" y="2292"/>
                    <a:pt x="3082" y="2305"/>
                  </a:cubicBezTo>
                  <a:cubicBezTo>
                    <a:pt x="3082" y="2306"/>
                    <a:pt x="3082" y="2308"/>
                    <a:pt x="3083" y="2309"/>
                  </a:cubicBezTo>
                  <a:lnTo>
                    <a:pt x="3083" y="2309"/>
                  </a:lnTo>
                  <a:cubicBezTo>
                    <a:pt x="3093" y="2294"/>
                    <a:pt x="3099" y="2286"/>
                    <a:pt x="3098" y="2286"/>
                  </a:cubicBezTo>
                  <a:close/>
                  <a:moveTo>
                    <a:pt x="3432" y="2444"/>
                  </a:moveTo>
                  <a:cubicBezTo>
                    <a:pt x="3450" y="2444"/>
                    <a:pt x="3471" y="2446"/>
                    <a:pt x="3495" y="2451"/>
                  </a:cubicBezTo>
                  <a:cubicBezTo>
                    <a:pt x="3544" y="2483"/>
                    <a:pt x="3544" y="2483"/>
                    <a:pt x="3512" y="2532"/>
                  </a:cubicBezTo>
                  <a:cubicBezTo>
                    <a:pt x="3499" y="2534"/>
                    <a:pt x="3487" y="2535"/>
                    <a:pt x="3475" y="2535"/>
                  </a:cubicBezTo>
                  <a:cubicBezTo>
                    <a:pt x="3439" y="2535"/>
                    <a:pt x="3404" y="2526"/>
                    <a:pt x="3374" y="2508"/>
                  </a:cubicBezTo>
                  <a:cubicBezTo>
                    <a:pt x="3334" y="2481"/>
                    <a:pt x="3354" y="2444"/>
                    <a:pt x="3432" y="2444"/>
                  </a:cubicBezTo>
                  <a:close/>
                  <a:moveTo>
                    <a:pt x="3073" y="3343"/>
                  </a:moveTo>
                  <a:cubicBezTo>
                    <a:pt x="3084" y="3343"/>
                    <a:pt x="3095" y="3345"/>
                    <a:pt x="3106" y="3351"/>
                  </a:cubicBezTo>
                  <a:cubicBezTo>
                    <a:pt x="3155" y="3375"/>
                    <a:pt x="3074" y="3399"/>
                    <a:pt x="3050" y="3448"/>
                  </a:cubicBezTo>
                  <a:cubicBezTo>
                    <a:pt x="3023" y="3460"/>
                    <a:pt x="3007" y="3467"/>
                    <a:pt x="2998" y="3467"/>
                  </a:cubicBezTo>
                  <a:cubicBezTo>
                    <a:pt x="2983" y="3467"/>
                    <a:pt x="2994" y="3443"/>
                    <a:pt x="3025" y="3375"/>
                  </a:cubicBezTo>
                  <a:cubicBezTo>
                    <a:pt x="3031" y="3353"/>
                    <a:pt x="3050" y="3343"/>
                    <a:pt x="3073" y="3343"/>
                  </a:cubicBezTo>
                  <a:close/>
                  <a:moveTo>
                    <a:pt x="2180" y="3439"/>
                  </a:moveTo>
                  <a:cubicBezTo>
                    <a:pt x="2163" y="3439"/>
                    <a:pt x="2157" y="3452"/>
                    <a:pt x="2141" y="3489"/>
                  </a:cubicBezTo>
                  <a:cubicBezTo>
                    <a:pt x="2116" y="3569"/>
                    <a:pt x="2107" y="3600"/>
                    <a:pt x="2121" y="3600"/>
                  </a:cubicBezTo>
                  <a:cubicBezTo>
                    <a:pt x="2129" y="3600"/>
                    <a:pt x="2146" y="3588"/>
                    <a:pt x="2174" y="3570"/>
                  </a:cubicBezTo>
                  <a:lnTo>
                    <a:pt x="2223" y="3448"/>
                  </a:lnTo>
                  <a:cubicBezTo>
                    <a:pt x="2203" y="3442"/>
                    <a:pt x="2190" y="3439"/>
                    <a:pt x="2180" y="3439"/>
                  </a:cubicBezTo>
                  <a:close/>
                  <a:moveTo>
                    <a:pt x="2620" y="3594"/>
                  </a:moveTo>
                  <a:lnTo>
                    <a:pt x="2620" y="3594"/>
                  </a:lnTo>
                  <a:cubicBezTo>
                    <a:pt x="2653" y="3608"/>
                    <a:pt x="2639" y="3626"/>
                    <a:pt x="2626" y="3626"/>
                  </a:cubicBezTo>
                  <a:cubicBezTo>
                    <a:pt x="2618" y="3626"/>
                    <a:pt x="2610" y="3617"/>
                    <a:pt x="2620" y="3594"/>
                  </a:cubicBezTo>
                  <a:close/>
                  <a:moveTo>
                    <a:pt x="4047" y="4064"/>
                  </a:moveTo>
                  <a:cubicBezTo>
                    <a:pt x="4036" y="4064"/>
                    <a:pt x="4032" y="4074"/>
                    <a:pt x="4022" y="4097"/>
                  </a:cubicBezTo>
                  <a:cubicBezTo>
                    <a:pt x="4047" y="4137"/>
                    <a:pt x="4079" y="4162"/>
                    <a:pt x="4120" y="4178"/>
                  </a:cubicBezTo>
                  <a:cubicBezTo>
                    <a:pt x="4129" y="4180"/>
                    <a:pt x="4138" y="4182"/>
                    <a:pt x="4144" y="4182"/>
                  </a:cubicBezTo>
                  <a:cubicBezTo>
                    <a:pt x="4179" y="4182"/>
                    <a:pt x="4176" y="4148"/>
                    <a:pt x="4095" y="4080"/>
                  </a:cubicBezTo>
                  <a:cubicBezTo>
                    <a:pt x="4071" y="4070"/>
                    <a:pt x="4057" y="4064"/>
                    <a:pt x="4047" y="4064"/>
                  </a:cubicBezTo>
                  <a:close/>
                  <a:moveTo>
                    <a:pt x="2755" y="4313"/>
                  </a:moveTo>
                  <a:cubicBezTo>
                    <a:pt x="2761" y="4313"/>
                    <a:pt x="2767" y="4314"/>
                    <a:pt x="2774" y="4316"/>
                  </a:cubicBezTo>
                  <a:cubicBezTo>
                    <a:pt x="2806" y="4316"/>
                    <a:pt x="2831" y="4348"/>
                    <a:pt x="2822" y="4380"/>
                  </a:cubicBezTo>
                  <a:cubicBezTo>
                    <a:pt x="2806" y="4429"/>
                    <a:pt x="2741" y="4478"/>
                    <a:pt x="2741" y="4478"/>
                  </a:cubicBezTo>
                  <a:lnTo>
                    <a:pt x="2741" y="4470"/>
                  </a:lnTo>
                  <a:cubicBezTo>
                    <a:pt x="2709" y="4470"/>
                    <a:pt x="2685" y="4437"/>
                    <a:pt x="2693" y="4405"/>
                  </a:cubicBezTo>
                  <a:cubicBezTo>
                    <a:pt x="2700" y="4362"/>
                    <a:pt x="2713" y="4313"/>
                    <a:pt x="2755" y="4313"/>
                  </a:cubicBezTo>
                  <a:close/>
                  <a:moveTo>
                    <a:pt x="12087" y="4358"/>
                  </a:moveTo>
                  <a:cubicBezTo>
                    <a:pt x="12124" y="4358"/>
                    <a:pt x="12157" y="4392"/>
                    <a:pt x="12163" y="4429"/>
                  </a:cubicBezTo>
                  <a:cubicBezTo>
                    <a:pt x="12179" y="4543"/>
                    <a:pt x="12179" y="4543"/>
                    <a:pt x="12114" y="4551"/>
                  </a:cubicBezTo>
                  <a:cubicBezTo>
                    <a:pt x="12112" y="4551"/>
                    <a:pt x="12110" y="4551"/>
                    <a:pt x="12108" y="4551"/>
                  </a:cubicBezTo>
                  <a:cubicBezTo>
                    <a:pt x="12056" y="4551"/>
                    <a:pt x="12041" y="4443"/>
                    <a:pt x="12033" y="4389"/>
                  </a:cubicBezTo>
                  <a:cubicBezTo>
                    <a:pt x="12049" y="4367"/>
                    <a:pt x="12069" y="4358"/>
                    <a:pt x="12087" y="4358"/>
                  </a:cubicBezTo>
                  <a:close/>
                  <a:moveTo>
                    <a:pt x="2327" y="4613"/>
                  </a:moveTo>
                  <a:cubicBezTo>
                    <a:pt x="2309" y="4613"/>
                    <a:pt x="2284" y="4620"/>
                    <a:pt x="2279" y="4656"/>
                  </a:cubicBezTo>
                  <a:lnTo>
                    <a:pt x="2263" y="4705"/>
                  </a:lnTo>
                  <a:cubicBezTo>
                    <a:pt x="2272" y="4706"/>
                    <a:pt x="2281" y="4707"/>
                    <a:pt x="2289" y="4707"/>
                  </a:cubicBezTo>
                  <a:cubicBezTo>
                    <a:pt x="2327" y="4707"/>
                    <a:pt x="2360" y="4694"/>
                    <a:pt x="2393" y="4680"/>
                  </a:cubicBezTo>
                  <a:cubicBezTo>
                    <a:pt x="2401" y="4624"/>
                    <a:pt x="2344" y="4616"/>
                    <a:pt x="2344" y="4616"/>
                  </a:cubicBezTo>
                  <a:cubicBezTo>
                    <a:pt x="2344" y="4616"/>
                    <a:pt x="2337" y="4613"/>
                    <a:pt x="2327" y="4613"/>
                  </a:cubicBezTo>
                  <a:close/>
                  <a:moveTo>
                    <a:pt x="2359" y="5222"/>
                  </a:moveTo>
                  <a:cubicBezTo>
                    <a:pt x="2368" y="5222"/>
                    <a:pt x="2381" y="5226"/>
                    <a:pt x="2401" y="5232"/>
                  </a:cubicBezTo>
                  <a:lnTo>
                    <a:pt x="2393" y="5280"/>
                  </a:lnTo>
                  <a:lnTo>
                    <a:pt x="2328" y="5321"/>
                  </a:lnTo>
                  <a:lnTo>
                    <a:pt x="2336" y="5272"/>
                  </a:lnTo>
                  <a:cubicBezTo>
                    <a:pt x="2341" y="5235"/>
                    <a:pt x="2343" y="5222"/>
                    <a:pt x="2359" y="5222"/>
                  </a:cubicBezTo>
                  <a:close/>
                  <a:moveTo>
                    <a:pt x="2268" y="5679"/>
                  </a:moveTo>
                  <a:cubicBezTo>
                    <a:pt x="2294" y="5679"/>
                    <a:pt x="2329" y="5691"/>
                    <a:pt x="2368" y="5718"/>
                  </a:cubicBezTo>
                  <a:lnTo>
                    <a:pt x="2344" y="5824"/>
                  </a:lnTo>
                  <a:cubicBezTo>
                    <a:pt x="2287" y="5816"/>
                    <a:pt x="2231" y="5799"/>
                    <a:pt x="2239" y="5751"/>
                  </a:cubicBezTo>
                  <a:cubicBezTo>
                    <a:pt x="2208" y="5710"/>
                    <a:pt x="2225" y="5679"/>
                    <a:pt x="2268" y="5679"/>
                  </a:cubicBezTo>
                  <a:close/>
                  <a:moveTo>
                    <a:pt x="2514" y="6188"/>
                  </a:moveTo>
                  <a:lnTo>
                    <a:pt x="2571" y="6205"/>
                  </a:lnTo>
                  <a:cubicBezTo>
                    <a:pt x="2564" y="6251"/>
                    <a:pt x="2606" y="6311"/>
                    <a:pt x="2564" y="6311"/>
                  </a:cubicBezTo>
                  <a:cubicBezTo>
                    <a:pt x="2561" y="6311"/>
                    <a:pt x="2558" y="6311"/>
                    <a:pt x="2555" y="6310"/>
                  </a:cubicBezTo>
                  <a:cubicBezTo>
                    <a:pt x="2552" y="6318"/>
                    <a:pt x="2549" y="6322"/>
                    <a:pt x="2546" y="6322"/>
                  </a:cubicBezTo>
                  <a:cubicBezTo>
                    <a:pt x="2529" y="6322"/>
                    <a:pt x="2508" y="6236"/>
                    <a:pt x="2514" y="6188"/>
                  </a:cubicBezTo>
                  <a:close/>
                  <a:moveTo>
                    <a:pt x="1785" y="6480"/>
                  </a:moveTo>
                  <a:lnTo>
                    <a:pt x="1898" y="6505"/>
                  </a:lnTo>
                  <a:cubicBezTo>
                    <a:pt x="1916" y="6507"/>
                    <a:pt x="1924" y="6508"/>
                    <a:pt x="1925" y="6508"/>
                  </a:cubicBezTo>
                  <a:cubicBezTo>
                    <a:pt x="1929" y="6508"/>
                    <a:pt x="1883" y="6500"/>
                    <a:pt x="1841" y="6488"/>
                  </a:cubicBezTo>
                  <a:lnTo>
                    <a:pt x="1785" y="6480"/>
                  </a:lnTo>
                  <a:close/>
                  <a:moveTo>
                    <a:pt x="11984" y="6667"/>
                  </a:moveTo>
                  <a:cubicBezTo>
                    <a:pt x="12025" y="6683"/>
                    <a:pt x="12065" y="6707"/>
                    <a:pt x="12090" y="6748"/>
                  </a:cubicBezTo>
                  <a:lnTo>
                    <a:pt x="12082" y="6797"/>
                  </a:lnTo>
                  <a:cubicBezTo>
                    <a:pt x="12017" y="6788"/>
                    <a:pt x="11960" y="6772"/>
                    <a:pt x="11968" y="6724"/>
                  </a:cubicBezTo>
                  <a:lnTo>
                    <a:pt x="11984" y="6667"/>
                  </a:lnTo>
                  <a:close/>
                  <a:moveTo>
                    <a:pt x="2125" y="7210"/>
                  </a:moveTo>
                  <a:cubicBezTo>
                    <a:pt x="2182" y="7226"/>
                    <a:pt x="2239" y="7234"/>
                    <a:pt x="2231" y="7291"/>
                  </a:cubicBezTo>
                  <a:lnTo>
                    <a:pt x="2223" y="7340"/>
                  </a:lnTo>
                  <a:cubicBezTo>
                    <a:pt x="2174" y="7324"/>
                    <a:pt x="2141" y="7299"/>
                    <a:pt x="2109" y="7267"/>
                  </a:cubicBezTo>
                  <a:lnTo>
                    <a:pt x="2125" y="7210"/>
                  </a:lnTo>
                  <a:close/>
                  <a:moveTo>
                    <a:pt x="1775" y="7543"/>
                  </a:moveTo>
                  <a:cubicBezTo>
                    <a:pt x="1787" y="7543"/>
                    <a:pt x="1815" y="7563"/>
                    <a:pt x="1866" y="7599"/>
                  </a:cubicBezTo>
                  <a:lnTo>
                    <a:pt x="1955" y="7729"/>
                  </a:lnTo>
                  <a:cubicBezTo>
                    <a:pt x="1953" y="7741"/>
                    <a:pt x="1949" y="7746"/>
                    <a:pt x="1942" y="7746"/>
                  </a:cubicBezTo>
                  <a:cubicBezTo>
                    <a:pt x="1920" y="7746"/>
                    <a:pt x="1873" y="7695"/>
                    <a:pt x="1793" y="7640"/>
                  </a:cubicBezTo>
                  <a:cubicBezTo>
                    <a:pt x="1770" y="7573"/>
                    <a:pt x="1760" y="7543"/>
                    <a:pt x="1775" y="7543"/>
                  </a:cubicBezTo>
                  <a:close/>
                  <a:moveTo>
                    <a:pt x="1731" y="8787"/>
                  </a:moveTo>
                  <a:cubicBezTo>
                    <a:pt x="1744" y="8787"/>
                    <a:pt x="1767" y="8792"/>
                    <a:pt x="1801" y="8799"/>
                  </a:cubicBezTo>
                  <a:cubicBezTo>
                    <a:pt x="1882" y="8807"/>
                    <a:pt x="1947" y="8864"/>
                    <a:pt x="1955" y="8937"/>
                  </a:cubicBezTo>
                  <a:lnTo>
                    <a:pt x="1931" y="9042"/>
                  </a:lnTo>
                  <a:lnTo>
                    <a:pt x="1841" y="8913"/>
                  </a:lnTo>
                  <a:cubicBezTo>
                    <a:pt x="1733" y="8816"/>
                    <a:pt x="1701" y="8787"/>
                    <a:pt x="1731" y="8787"/>
                  </a:cubicBezTo>
                  <a:close/>
                  <a:moveTo>
                    <a:pt x="1574" y="9026"/>
                  </a:moveTo>
                  <a:lnTo>
                    <a:pt x="1631" y="9034"/>
                  </a:lnTo>
                  <a:lnTo>
                    <a:pt x="1679" y="9099"/>
                  </a:lnTo>
                  <a:lnTo>
                    <a:pt x="1606" y="9140"/>
                  </a:lnTo>
                  <a:cubicBezTo>
                    <a:pt x="1550" y="9132"/>
                    <a:pt x="1558" y="9075"/>
                    <a:pt x="1574" y="9026"/>
                  </a:cubicBezTo>
                  <a:close/>
                  <a:moveTo>
                    <a:pt x="11457" y="11183"/>
                  </a:moveTo>
                  <a:cubicBezTo>
                    <a:pt x="11490" y="11191"/>
                    <a:pt x="11506" y="11223"/>
                    <a:pt x="11506" y="11256"/>
                  </a:cubicBezTo>
                  <a:cubicBezTo>
                    <a:pt x="11494" y="11290"/>
                    <a:pt x="11491" y="11300"/>
                    <a:pt x="11470" y="11300"/>
                  </a:cubicBezTo>
                  <a:cubicBezTo>
                    <a:pt x="11461" y="11300"/>
                    <a:pt x="11449" y="11299"/>
                    <a:pt x="11433" y="11296"/>
                  </a:cubicBezTo>
                  <a:cubicBezTo>
                    <a:pt x="11433" y="11296"/>
                    <a:pt x="11376" y="11280"/>
                    <a:pt x="11384" y="11223"/>
                  </a:cubicBezTo>
                  <a:lnTo>
                    <a:pt x="11457" y="11183"/>
                  </a:lnTo>
                  <a:close/>
                  <a:moveTo>
                    <a:pt x="1603" y="11231"/>
                  </a:moveTo>
                  <a:cubicBezTo>
                    <a:pt x="1549" y="11231"/>
                    <a:pt x="1541" y="11283"/>
                    <a:pt x="1533" y="11329"/>
                  </a:cubicBezTo>
                  <a:cubicBezTo>
                    <a:pt x="1452" y="11426"/>
                    <a:pt x="1501" y="11491"/>
                    <a:pt x="1558" y="11499"/>
                  </a:cubicBezTo>
                  <a:cubicBezTo>
                    <a:pt x="1564" y="11501"/>
                    <a:pt x="1570" y="11502"/>
                    <a:pt x="1575" y="11502"/>
                  </a:cubicBezTo>
                  <a:cubicBezTo>
                    <a:pt x="1618" y="11502"/>
                    <a:pt x="1632" y="11447"/>
                    <a:pt x="1647" y="11353"/>
                  </a:cubicBezTo>
                  <a:cubicBezTo>
                    <a:pt x="1647" y="11313"/>
                    <a:pt x="1639" y="11272"/>
                    <a:pt x="1614" y="11231"/>
                  </a:cubicBezTo>
                  <a:cubicBezTo>
                    <a:pt x="1610" y="11231"/>
                    <a:pt x="1606" y="11231"/>
                    <a:pt x="1603" y="11231"/>
                  </a:cubicBezTo>
                  <a:close/>
                  <a:moveTo>
                    <a:pt x="1377" y="11593"/>
                  </a:moveTo>
                  <a:cubicBezTo>
                    <a:pt x="1401" y="11593"/>
                    <a:pt x="1432" y="11624"/>
                    <a:pt x="1452" y="11702"/>
                  </a:cubicBezTo>
                  <a:lnTo>
                    <a:pt x="1436" y="11807"/>
                  </a:lnTo>
                  <a:cubicBezTo>
                    <a:pt x="1379" y="11791"/>
                    <a:pt x="1339" y="11677"/>
                    <a:pt x="1347" y="11621"/>
                  </a:cubicBezTo>
                  <a:cubicBezTo>
                    <a:pt x="1353" y="11603"/>
                    <a:pt x="1364" y="11593"/>
                    <a:pt x="1377" y="11593"/>
                  </a:cubicBezTo>
                  <a:close/>
                  <a:moveTo>
                    <a:pt x="11384" y="11831"/>
                  </a:moveTo>
                  <a:lnTo>
                    <a:pt x="11425" y="11896"/>
                  </a:lnTo>
                  <a:lnTo>
                    <a:pt x="11417" y="11953"/>
                  </a:lnTo>
                  <a:cubicBezTo>
                    <a:pt x="11360" y="11937"/>
                    <a:pt x="11303" y="11929"/>
                    <a:pt x="11311" y="11872"/>
                  </a:cubicBezTo>
                  <a:lnTo>
                    <a:pt x="11384" y="11831"/>
                  </a:lnTo>
                  <a:close/>
                  <a:moveTo>
                    <a:pt x="10897" y="12136"/>
                  </a:moveTo>
                  <a:cubicBezTo>
                    <a:pt x="10905" y="12136"/>
                    <a:pt x="10917" y="12152"/>
                    <a:pt x="10938" y="12180"/>
                  </a:cubicBezTo>
                  <a:cubicBezTo>
                    <a:pt x="10981" y="12237"/>
                    <a:pt x="10980" y="12288"/>
                    <a:pt x="10940" y="12288"/>
                  </a:cubicBezTo>
                  <a:cubicBezTo>
                    <a:pt x="10935" y="12288"/>
                    <a:pt x="10929" y="12287"/>
                    <a:pt x="10922" y="12285"/>
                  </a:cubicBezTo>
                  <a:cubicBezTo>
                    <a:pt x="10857" y="12277"/>
                    <a:pt x="10857" y="12277"/>
                    <a:pt x="10873" y="12221"/>
                  </a:cubicBezTo>
                  <a:cubicBezTo>
                    <a:pt x="10883" y="12162"/>
                    <a:pt x="10887" y="12136"/>
                    <a:pt x="10897" y="12136"/>
                  </a:cubicBezTo>
                  <a:close/>
                  <a:moveTo>
                    <a:pt x="10590" y="12383"/>
                  </a:moveTo>
                  <a:cubicBezTo>
                    <a:pt x="10583" y="12387"/>
                    <a:pt x="10577" y="12390"/>
                    <a:pt x="10572" y="12393"/>
                  </a:cubicBezTo>
                  <a:lnTo>
                    <a:pt x="10572" y="12393"/>
                  </a:lnTo>
                  <a:cubicBezTo>
                    <a:pt x="10577" y="12392"/>
                    <a:pt x="10583" y="12392"/>
                    <a:pt x="10590" y="12392"/>
                  </a:cubicBezTo>
                  <a:cubicBezTo>
                    <a:pt x="10602" y="12392"/>
                    <a:pt x="10616" y="12393"/>
                    <a:pt x="10634" y="12395"/>
                  </a:cubicBezTo>
                  <a:lnTo>
                    <a:pt x="10634" y="12395"/>
                  </a:lnTo>
                  <a:cubicBezTo>
                    <a:pt x="10622" y="12390"/>
                    <a:pt x="10607" y="12386"/>
                    <a:pt x="10590" y="12383"/>
                  </a:cubicBezTo>
                  <a:close/>
                  <a:moveTo>
                    <a:pt x="10572" y="12393"/>
                  </a:moveTo>
                  <a:cubicBezTo>
                    <a:pt x="10552" y="12395"/>
                    <a:pt x="10546" y="12400"/>
                    <a:pt x="10551" y="12400"/>
                  </a:cubicBezTo>
                  <a:cubicBezTo>
                    <a:pt x="10554" y="12400"/>
                    <a:pt x="10561" y="12398"/>
                    <a:pt x="10572" y="12393"/>
                  </a:cubicBezTo>
                  <a:close/>
                  <a:moveTo>
                    <a:pt x="10865" y="12553"/>
                  </a:moveTo>
                  <a:lnTo>
                    <a:pt x="10849" y="12602"/>
                  </a:lnTo>
                  <a:cubicBezTo>
                    <a:pt x="10844" y="12639"/>
                    <a:pt x="10842" y="12652"/>
                    <a:pt x="10826" y="12652"/>
                  </a:cubicBezTo>
                  <a:cubicBezTo>
                    <a:pt x="10817" y="12652"/>
                    <a:pt x="10804" y="12648"/>
                    <a:pt x="10784" y="12642"/>
                  </a:cubicBezTo>
                  <a:lnTo>
                    <a:pt x="10792" y="12594"/>
                  </a:lnTo>
                  <a:lnTo>
                    <a:pt x="10865" y="12553"/>
                  </a:lnTo>
                  <a:close/>
                  <a:moveTo>
                    <a:pt x="10655" y="12950"/>
                  </a:moveTo>
                  <a:lnTo>
                    <a:pt x="10655" y="12950"/>
                  </a:lnTo>
                  <a:cubicBezTo>
                    <a:pt x="10650" y="12976"/>
                    <a:pt x="10664" y="12993"/>
                    <a:pt x="10671" y="12993"/>
                  </a:cubicBezTo>
                  <a:cubicBezTo>
                    <a:pt x="10677" y="12993"/>
                    <a:pt x="10677" y="12980"/>
                    <a:pt x="10655" y="12950"/>
                  </a:cubicBezTo>
                  <a:close/>
                  <a:moveTo>
                    <a:pt x="10752" y="13080"/>
                  </a:moveTo>
                  <a:lnTo>
                    <a:pt x="10736" y="13129"/>
                  </a:lnTo>
                  <a:cubicBezTo>
                    <a:pt x="10730" y="13166"/>
                    <a:pt x="10729" y="13179"/>
                    <a:pt x="10712" y="13179"/>
                  </a:cubicBezTo>
                  <a:cubicBezTo>
                    <a:pt x="10703" y="13179"/>
                    <a:pt x="10691" y="13175"/>
                    <a:pt x="10671" y="13169"/>
                  </a:cubicBezTo>
                  <a:lnTo>
                    <a:pt x="10679" y="13121"/>
                  </a:lnTo>
                  <a:lnTo>
                    <a:pt x="10752" y="13080"/>
                  </a:lnTo>
                  <a:close/>
                  <a:moveTo>
                    <a:pt x="10734" y="13629"/>
                  </a:moveTo>
                  <a:cubicBezTo>
                    <a:pt x="10742" y="13629"/>
                    <a:pt x="10751" y="13630"/>
                    <a:pt x="10760" y="13631"/>
                  </a:cubicBezTo>
                  <a:lnTo>
                    <a:pt x="10744" y="13680"/>
                  </a:lnTo>
                  <a:cubicBezTo>
                    <a:pt x="10739" y="13716"/>
                    <a:pt x="10714" y="13723"/>
                    <a:pt x="10696" y="13723"/>
                  </a:cubicBezTo>
                  <a:cubicBezTo>
                    <a:pt x="10686" y="13723"/>
                    <a:pt x="10679" y="13721"/>
                    <a:pt x="10679" y="13721"/>
                  </a:cubicBezTo>
                  <a:cubicBezTo>
                    <a:pt x="10679" y="13721"/>
                    <a:pt x="10614" y="13712"/>
                    <a:pt x="10630" y="13656"/>
                  </a:cubicBezTo>
                  <a:cubicBezTo>
                    <a:pt x="10663" y="13642"/>
                    <a:pt x="10696" y="13629"/>
                    <a:pt x="10734" y="13629"/>
                  </a:cubicBezTo>
                  <a:close/>
                  <a:moveTo>
                    <a:pt x="321" y="14389"/>
                  </a:moveTo>
                  <a:cubicBezTo>
                    <a:pt x="300" y="14389"/>
                    <a:pt x="299" y="14399"/>
                    <a:pt x="293" y="14434"/>
                  </a:cubicBezTo>
                  <a:lnTo>
                    <a:pt x="277" y="14491"/>
                  </a:lnTo>
                  <a:lnTo>
                    <a:pt x="350" y="14450"/>
                  </a:lnTo>
                  <a:lnTo>
                    <a:pt x="358" y="14393"/>
                  </a:lnTo>
                  <a:cubicBezTo>
                    <a:pt x="341" y="14391"/>
                    <a:pt x="330" y="14389"/>
                    <a:pt x="321" y="14389"/>
                  </a:cubicBezTo>
                  <a:close/>
                  <a:moveTo>
                    <a:pt x="623" y="14555"/>
                  </a:moveTo>
                  <a:cubicBezTo>
                    <a:pt x="626" y="14555"/>
                    <a:pt x="630" y="14555"/>
                    <a:pt x="633" y="14556"/>
                  </a:cubicBezTo>
                  <a:lnTo>
                    <a:pt x="617" y="14612"/>
                  </a:lnTo>
                  <a:cubicBezTo>
                    <a:pt x="614" y="14612"/>
                    <a:pt x="611" y="14612"/>
                    <a:pt x="608" y="14612"/>
                  </a:cubicBezTo>
                  <a:cubicBezTo>
                    <a:pt x="579" y="14612"/>
                    <a:pt x="593" y="14639"/>
                    <a:pt x="629" y="14639"/>
                  </a:cubicBezTo>
                  <a:cubicBezTo>
                    <a:pt x="643" y="14639"/>
                    <a:pt x="662" y="14634"/>
                    <a:pt x="682" y="14620"/>
                  </a:cubicBezTo>
                  <a:lnTo>
                    <a:pt x="796" y="14645"/>
                  </a:lnTo>
                  <a:cubicBezTo>
                    <a:pt x="781" y="14703"/>
                    <a:pt x="727" y="14735"/>
                    <a:pt x="675" y="14735"/>
                  </a:cubicBezTo>
                  <a:cubicBezTo>
                    <a:pt x="669" y="14735"/>
                    <a:pt x="663" y="14735"/>
                    <a:pt x="658" y="14734"/>
                  </a:cubicBezTo>
                  <a:cubicBezTo>
                    <a:pt x="616" y="14742"/>
                    <a:pt x="587" y="14747"/>
                    <a:pt x="569" y="14747"/>
                  </a:cubicBezTo>
                  <a:cubicBezTo>
                    <a:pt x="531" y="14747"/>
                    <a:pt x="536" y="14724"/>
                    <a:pt x="552" y="14653"/>
                  </a:cubicBezTo>
                  <a:cubicBezTo>
                    <a:pt x="560" y="14607"/>
                    <a:pt x="575" y="14555"/>
                    <a:pt x="623" y="14555"/>
                  </a:cubicBezTo>
                  <a:close/>
                  <a:moveTo>
                    <a:pt x="462" y="15187"/>
                  </a:moveTo>
                  <a:cubicBezTo>
                    <a:pt x="471" y="15187"/>
                    <a:pt x="484" y="15190"/>
                    <a:pt x="504" y="15196"/>
                  </a:cubicBezTo>
                  <a:cubicBezTo>
                    <a:pt x="528" y="15229"/>
                    <a:pt x="544" y="15269"/>
                    <a:pt x="536" y="15310"/>
                  </a:cubicBezTo>
                  <a:lnTo>
                    <a:pt x="471" y="15350"/>
                  </a:lnTo>
                  <a:cubicBezTo>
                    <a:pt x="414" y="15342"/>
                    <a:pt x="423" y="15285"/>
                    <a:pt x="431" y="15237"/>
                  </a:cubicBezTo>
                  <a:cubicBezTo>
                    <a:pt x="441" y="15200"/>
                    <a:pt x="445" y="15187"/>
                    <a:pt x="462" y="15187"/>
                  </a:cubicBezTo>
                  <a:close/>
                  <a:moveTo>
                    <a:pt x="1290" y="15520"/>
                  </a:moveTo>
                  <a:lnTo>
                    <a:pt x="1282" y="15569"/>
                  </a:lnTo>
                  <a:cubicBezTo>
                    <a:pt x="1306" y="15610"/>
                    <a:pt x="1347" y="15634"/>
                    <a:pt x="1387" y="15650"/>
                  </a:cubicBezTo>
                  <a:lnTo>
                    <a:pt x="1396" y="15593"/>
                  </a:lnTo>
                  <a:cubicBezTo>
                    <a:pt x="1412" y="15545"/>
                    <a:pt x="1347" y="15529"/>
                    <a:pt x="1290" y="15520"/>
                  </a:cubicBezTo>
                  <a:close/>
                  <a:moveTo>
                    <a:pt x="10172" y="15754"/>
                  </a:moveTo>
                  <a:cubicBezTo>
                    <a:pt x="10176" y="15754"/>
                    <a:pt x="10180" y="15754"/>
                    <a:pt x="10184" y="15756"/>
                  </a:cubicBezTo>
                  <a:lnTo>
                    <a:pt x="10241" y="15780"/>
                  </a:lnTo>
                  <a:cubicBezTo>
                    <a:pt x="10278" y="15860"/>
                    <a:pt x="10314" y="15954"/>
                    <a:pt x="10280" y="15954"/>
                  </a:cubicBezTo>
                  <a:cubicBezTo>
                    <a:pt x="10276" y="15954"/>
                    <a:pt x="10271" y="15953"/>
                    <a:pt x="10265" y="15950"/>
                  </a:cubicBezTo>
                  <a:cubicBezTo>
                    <a:pt x="10225" y="15918"/>
                    <a:pt x="10192" y="15877"/>
                    <a:pt x="10168" y="15829"/>
                  </a:cubicBezTo>
                  <a:cubicBezTo>
                    <a:pt x="10168" y="15829"/>
                    <a:pt x="10134" y="15754"/>
                    <a:pt x="10172" y="15754"/>
                  </a:cubicBezTo>
                  <a:close/>
                  <a:moveTo>
                    <a:pt x="8652" y="16793"/>
                  </a:moveTo>
                  <a:cubicBezTo>
                    <a:pt x="8709" y="16793"/>
                    <a:pt x="8709" y="16915"/>
                    <a:pt x="8595" y="16972"/>
                  </a:cubicBezTo>
                  <a:cubicBezTo>
                    <a:pt x="8547" y="16972"/>
                    <a:pt x="8547" y="16972"/>
                    <a:pt x="8547" y="16915"/>
                  </a:cubicBezTo>
                  <a:cubicBezTo>
                    <a:pt x="8547" y="16850"/>
                    <a:pt x="8595" y="16801"/>
                    <a:pt x="8652" y="16793"/>
                  </a:cubicBezTo>
                  <a:close/>
                  <a:moveTo>
                    <a:pt x="1097" y="16759"/>
                  </a:moveTo>
                  <a:cubicBezTo>
                    <a:pt x="1104" y="16759"/>
                    <a:pt x="1104" y="16789"/>
                    <a:pt x="1104" y="16850"/>
                  </a:cubicBezTo>
                  <a:cubicBezTo>
                    <a:pt x="1104" y="16907"/>
                    <a:pt x="1104" y="16972"/>
                    <a:pt x="1047" y="16972"/>
                  </a:cubicBezTo>
                  <a:cubicBezTo>
                    <a:pt x="1014" y="17005"/>
                    <a:pt x="991" y="17019"/>
                    <a:pt x="978" y="17019"/>
                  </a:cubicBezTo>
                  <a:cubicBezTo>
                    <a:pt x="946" y="17019"/>
                    <a:pt x="972" y="16936"/>
                    <a:pt x="1047" y="16850"/>
                  </a:cubicBezTo>
                  <a:cubicBezTo>
                    <a:pt x="1075" y="16789"/>
                    <a:pt x="1089" y="16759"/>
                    <a:pt x="1097" y="16759"/>
                  </a:cubicBezTo>
                  <a:close/>
                  <a:moveTo>
                    <a:pt x="7820" y="0"/>
                  </a:moveTo>
                  <a:cubicBezTo>
                    <a:pt x="7797" y="0"/>
                    <a:pt x="7779" y="28"/>
                    <a:pt x="7744" y="83"/>
                  </a:cubicBezTo>
                  <a:cubicBezTo>
                    <a:pt x="7714" y="140"/>
                    <a:pt x="7644" y="167"/>
                    <a:pt x="7573" y="167"/>
                  </a:cubicBezTo>
                  <a:cubicBezTo>
                    <a:pt x="7491" y="167"/>
                    <a:pt x="7406" y="132"/>
                    <a:pt x="7371" y="67"/>
                  </a:cubicBezTo>
                  <a:cubicBezTo>
                    <a:pt x="7367" y="68"/>
                    <a:pt x="7363" y="68"/>
                    <a:pt x="7359" y="68"/>
                  </a:cubicBezTo>
                  <a:cubicBezTo>
                    <a:pt x="7320" y="68"/>
                    <a:pt x="7283" y="46"/>
                    <a:pt x="7264" y="46"/>
                  </a:cubicBezTo>
                  <a:cubicBezTo>
                    <a:pt x="7252" y="46"/>
                    <a:pt x="7247" y="53"/>
                    <a:pt x="7249" y="75"/>
                  </a:cubicBezTo>
                  <a:lnTo>
                    <a:pt x="7184" y="18"/>
                  </a:lnTo>
                  <a:lnTo>
                    <a:pt x="7055" y="27"/>
                  </a:lnTo>
                  <a:lnTo>
                    <a:pt x="7055" y="83"/>
                  </a:lnTo>
                  <a:cubicBezTo>
                    <a:pt x="6995" y="80"/>
                    <a:pt x="6935" y="78"/>
                    <a:pt x="6875" y="78"/>
                  </a:cubicBezTo>
                  <a:cubicBezTo>
                    <a:pt x="6641" y="78"/>
                    <a:pt x="6405" y="103"/>
                    <a:pt x="6179" y="148"/>
                  </a:cubicBezTo>
                  <a:cubicBezTo>
                    <a:pt x="5960" y="197"/>
                    <a:pt x="5749" y="262"/>
                    <a:pt x="5547" y="351"/>
                  </a:cubicBezTo>
                  <a:cubicBezTo>
                    <a:pt x="5441" y="391"/>
                    <a:pt x="5433" y="416"/>
                    <a:pt x="5474" y="432"/>
                  </a:cubicBezTo>
                  <a:cubicBezTo>
                    <a:pt x="5540" y="488"/>
                    <a:pt x="5517" y="524"/>
                    <a:pt x="5467" y="524"/>
                  </a:cubicBezTo>
                  <a:cubicBezTo>
                    <a:pt x="5437" y="524"/>
                    <a:pt x="5397" y="511"/>
                    <a:pt x="5360" y="481"/>
                  </a:cubicBezTo>
                  <a:cubicBezTo>
                    <a:pt x="5255" y="497"/>
                    <a:pt x="5149" y="521"/>
                    <a:pt x="5044" y="554"/>
                  </a:cubicBezTo>
                  <a:cubicBezTo>
                    <a:pt x="4962" y="595"/>
                    <a:pt x="4883" y="640"/>
                    <a:pt x="4834" y="640"/>
                  </a:cubicBezTo>
                  <a:cubicBezTo>
                    <a:pt x="4816" y="640"/>
                    <a:pt x="4802" y="634"/>
                    <a:pt x="4793" y="618"/>
                  </a:cubicBezTo>
                  <a:lnTo>
                    <a:pt x="4736" y="651"/>
                  </a:lnTo>
                  <a:cubicBezTo>
                    <a:pt x="4687" y="756"/>
                    <a:pt x="4606" y="845"/>
                    <a:pt x="4509" y="902"/>
                  </a:cubicBezTo>
                  <a:cubicBezTo>
                    <a:pt x="4412" y="983"/>
                    <a:pt x="4298" y="1040"/>
                    <a:pt x="4185" y="1089"/>
                  </a:cubicBezTo>
                  <a:cubicBezTo>
                    <a:pt x="4087" y="1145"/>
                    <a:pt x="4014" y="1227"/>
                    <a:pt x="3974" y="1332"/>
                  </a:cubicBezTo>
                  <a:cubicBezTo>
                    <a:pt x="3917" y="1462"/>
                    <a:pt x="3925" y="1462"/>
                    <a:pt x="3836" y="1462"/>
                  </a:cubicBezTo>
                  <a:cubicBezTo>
                    <a:pt x="3831" y="1456"/>
                    <a:pt x="3823" y="1453"/>
                    <a:pt x="3813" y="1453"/>
                  </a:cubicBezTo>
                  <a:cubicBezTo>
                    <a:pt x="3727" y="1453"/>
                    <a:pt x="3489" y="1649"/>
                    <a:pt x="3568" y="1721"/>
                  </a:cubicBezTo>
                  <a:lnTo>
                    <a:pt x="3479" y="1729"/>
                  </a:lnTo>
                  <a:cubicBezTo>
                    <a:pt x="3406" y="1729"/>
                    <a:pt x="3374" y="1818"/>
                    <a:pt x="3439" y="1859"/>
                  </a:cubicBezTo>
                  <a:cubicBezTo>
                    <a:pt x="3497" y="1912"/>
                    <a:pt x="3496" y="1948"/>
                    <a:pt x="3441" y="1948"/>
                  </a:cubicBezTo>
                  <a:cubicBezTo>
                    <a:pt x="3412" y="1948"/>
                    <a:pt x="3368" y="1938"/>
                    <a:pt x="3309" y="1916"/>
                  </a:cubicBezTo>
                  <a:cubicBezTo>
                    <a:pt x="3276" y="1888"/>
                    <a:pt x="3249" y="1878"/>
                    <a:pt x="3231" y="1878"/>
                  </a:cubicBezTo>
                  <a:cubicBezTo>
                    <a:pt x="3201" y="1878"/>
                    <a:pt x="3194" y="1907"/>
                    <a:pt x="3220" y="1932"/>
                  </a:cubicBezTo>
                  <a:cubicBezTo>
                    <a:pt x="3228" y="2021"/>
                    <a:pt x="3236" y="2102"/>
                    <a:pt x="3155" y="2118"/>
                  </a:cubicBezTo>
                  <a:cubicBezTo>
                    <a:pt x="3114" y="2167"/>
                    <a:pt x="3074" y="2224"/>
                    <a:pt x="3171" y="2289"/>
                  </a:cubicBezTo>
                  <a:cubicBezTo>
                    <a:pt x="3220" y="2329"/>
                    <a:pt x="3179" y="2370"/>
                    <a:pt x="3147" y="2426"/>
                  </a:cubicBezTo>
                  <a:cubicBezTo>
                    <a:pt x="3099" y="2395"/>
                    <a:pt x="3098" y="2394"/>
                    <a:pt x="3083" y="2309"/>
                  </a:cubicBezTo>
                  <a:lnTo>
                    <a:pt x="3083" y="2309"/>
                  </a:lnTo>
                  <a:cubicBezTo>
                    <a:pt x="3068" y="2330"/>
                    <a:pt x="3045" y="2365"/>
                    <a:pt x="3017" y="2410"/>
                  </a:cubicBezTo>
                  <a:cubicBezTo>
                    <a:pt x="2990" y="2457"/>
                    <a:pt x="2902" y="2516"/>
                    <a:pt x="2845" y="2516"/>
                  </a:cubicBezTo>
                  <a:cubicBezTo>
                    <a:pt x="2833" y="2516"/>
                    <a:pt x="2823" y="2513"/>
                    <a:pt x="2814" y="2508"/>
                  </a:cubicBezTo>
                  <a:lnTo>
                    <a:pt x="2814" y="2508"/>
                  </a:lnTo>
                  <a:cubicBezTo>
                    <a:pt x="2725" y="2532"/>
                    <a:pt x="2693" y="2589"/>
                    <a:pt x="2831" y="2597"/>
                  </a:cubicBezTo>
                  <a:cubicBezTo>
                    <a:pt x="2936" y="2653"/>
                    <a:pt x="2936" y="2653"/>
                    <a:pt x="2863" y="2759"/>
                  </a:cubicBezTo>
                  <a:cubicBezTo>
                    <a:pt x="2837" y="2804"/>
                    <a:pt x="2816" y="2849"/>
                    <a:pt x="2784" y="2849"/>
                  </a:cubicBezTo>
                  <a:cubicBezTo>
                    <a:pt x="2776" y="2849"/>
                    <a:pt x="2767" y="2847"/>
                    <a:pt x="2758" y="2840"/>
                  </a:cubicBezTo>
                  <a:cubicBezTo>
                    <a:pt x="2740" y="2832"/>
                    <a:pt x="2727" y="2827"/>
                    <a:pt x="2717" y="2827"/>
                  </a:cubicBezTo>
                  <a:cubicBezTo>
                    <a:pt x="2695" y="2827"/>
                    <a:pt x="2683" y="2852"/>
                    <a:pt x="2644" y="2929"/>
                  </a:cubicBezTo>
                  <a:cubicBezTo>
                    <a:pt x="2579" y="3108"/>
                    <a:pt x="2612" y="3302"/>
                    <a:pt x="2733" y="3448"/>
                  </a:cubicBezTo>
                  <a:cubicBezTo>
                    <a:pt x="2847" y="3489"/>
                    <a:pt x="2847" y="3489"/>
                    <a:pt x="2717" y="3505"/>
                  </a:cubicBezTo>
                  <a:cubicBezTo>
                    <a:pt x="2708" y="3501"/>
                    <a:pt x="2699" y="3499"/>
                    <a:pt x="2692" y="3499"/>
                  </a:cubicBezTo>
                  <a:cubicBezTo>
                    <a:pt x="2653" y="3499"/>
                    <a:pt x="2633" y="3547"/>
                    <a:pt x="2620" y="3594"/>
                  </a:cubicBezTo>
                  <a:cubicBezTo>
                    <a:pt x="2563" y="3578"/>
                    <a:pt x="2579" y="3521"/>
                    <a:pt x="2604" y="3456"/>
                  </a:cubicBezTo>
                  <a:lnTo>
                    <a:pt x="2547" y="3440"/>
                  </a:lnTo>
                  <a:cubicBezTo>
                    <a:pt x="2417" y="3456"/>
                    <a:pt x="2393" y="3513"/>
                    <a:pt x="2482" y="3610"/>
                  </a:cubicBezTo>
                  <a:cubicBezTo>
                    <a:pt x="2514" y="3691"/>
                    <a:pt x="2514" y="3691"/>
                    <a:pt x="2441" y="3732"/>
                  </a:cubicBezTo>
                  <a:cubicBezTo>
                    <a:pt x="2360" y="3772"/>
                    <a:pt x="2287" y="3821"/>
                    <a:pt x="2352" y="3837"/>
                  </a:cubicBezTo>
                  <a:cubicBezTo>
                    <a:pt x="2328" y="3902"/>
                    <a:pt x="2295" y="3959"/>
                    <a:pt x="2239" y="3999"/>
                  </a:cubicBezTo>
                  <a:cubicBezTo>
                    <a:pt x="2206" y="4129"/>
                    <a:pt x="2190" y="4186"/>
                    <a:pt x="2255" y="4202"/>
                  </a:cubicBezTo>
                  <a:cubicBezTo>
                    <a:pt x="2312" y="4218"/>
                    <a:pt x="2295" y="4275"/>
                    <a:pt x="2287" y="4324"/>
                  </a:cubicBezTo>
                  <a:cubicBezTo>
                    <a:pt x="2271" y="4380"/>
                    <a:pt x="2263" y="4437"/>
                    <a:pt x="2320" y="4445"/>
                  </a:cubicBezTo>
                  <a:cubicBezTo>
                    <a:pt x="2377" y="4462"/>
                    <a:pt x="2425" y="4526"/>
                    <a:pt x="2409" y="4632"/>
                  </a:cubicBezTo>
                  <a:cubicBezTo>
                    <a:pt x="2441" y="4745"/>
                    <a:pt x="2441" y="4745"/>
                    <a:pt x="2312" y="4778"/>
                  </a:cubicBezTo>
                  <a:cubicBezTo>
                    <a:pt x="2305" y="4776"/>
                    <a:pt x="2299" y="4775"/>
                    <a:pt x="2293" y="4775"/>
                  </a:cubicBezTo>
                  <a:cubicBezTo>
                    <a:pt x="2253" y="4775"/>
                    <a:pt x="2246" y="4824"/>
                    <a:pt x="2239" y="4867"/>
                  </a:cubicBezTo>
                  <a:cubicBezTo>
                    <a:pt x="2223" y="4907"/>
                    <a:pt x="2190" y="4940"/>
                    <a:pt x="2158" y="4964"/>
                  </a:cubicBezTo>
                  <a:cubicBezTo>
                    <a:pt x="2085" y="5005"/>
                    <a:pt x="2141" y="5013"/>
                    <a:pt x="2206" y="5029"/>
                  </a:cubicBezTo>
                  <a:lnTo>
                    <a:pt x="2320" y="5053"/>
                  </a:lnTo>
                  <a:cubicBezTo>
                    <a:pt x="2313" y="5093"/>
                    <a:pt x="2224" y="5122"/>
                    <a:pt x="2161" y="5122"/>
                  </a:cubicBezTo>
                  <a:cubicBezTo>
                    <a:pt x="2148" y="5122"/>
                    <a:pt x="2135" y="5121"/>
                    <a:pt x="2125" y="5118"/>
                  </a:cubicBezTo>
                  <a:cubicBezTo>
                    <a:pt x="1995" y="5151"/>
                    <a:pt x="1995" y="5151"/>
                    <a:pt x="2109" y="5175"/>
                  </a:cubicBezTo>
                  <a:cubicBezTo>
                    <a:pt x="2174" y="5183"/>
                    <a:pt x="2223" y="5248"/>
                    <a:pt x="2141" y="5345"/>
                  </a:cubicBezTo>
                  <a:cubicBezTo>
                    <a:pt x="2119" y="5443"/>
                    <a:pt x="2096" y="5542"/>
                    <a:pt x="2047" y="5542"/>
                  </a:cubicBezTo>
                  <a:cubicBezTo>
                    <a:pt x="2044" y="5542"/>
                    <a:pt x="2040" y="5541"/>
                    <a:pt x="2036" y="5540"/>
                  </a:cubicBezTo>
                  <a:cubicBezTo>
                    <a:pt x="1995" y="5564"/>
                    <a:pt x="1987" y="5613"/>
                    <a:pt x="2020" y="5645"/>
                  </a:cubicBezTo>
                  <a:cubicBezTo>
                    <a:pt x="2060" y="5710"/>
                    <a:pt x="2052" y="5767"/>
                    <a:pt x="1963" y="5913"/>
                  </a:cubicBezTo>
                  <a:cubicBezTo>
                    <a:pt x="1793" y="6156"/>
                    <a:pt x="1793" y="6156"/>
                    <a:pt x="1906" y="6180"/>
                  </a:cubicBezTo>
                  <a:cubicBezTo>
                    <a:pt x="1971" y="6188"/>
                    <a:pt x="2028" y="6205"/>
                    <a:pt x="1898" y="6229"/>
                  </a:cubicBezTo>
                  <a:cubicBezTo>
                    <a:pt x="1833" y="6270"/>
                    <a:pt x="1874" y="6334"/>
                    <a:pt x="1914" y="6456"/>
                  </a:cubicBezTo>
                  <a:cubicBezTo>
                    <a:pt x="1979" y="6513"/>
                    <a:pt x="2052" y="6545"/>
                    <a:pt x="2141" y="6553"/>
                  </a:cubicBezTo>
                  <a:cubicBezTo>
                    <a:pt x="2255" y="6578"/>
                    <a:pt x="2255" y="6578"/>
                    <a:pt x="2174" y="6675"/>
                  </a:cubicBezTo>
                  <a:cubicBezTo>
                    <a:pt x="2159" y="6726"/>
                    <a:pt x="2106" y="6757"/>
                    <a:pt x="2054" y="6757"/>
                  </a:cubicBezTo>
                  <a:cubicBezTo>
                    <a:pt x="2048" y="6757"/>
                    <a:pt x="2042" y="6757"/>
                    <a:pt x="2036" y="6756"/>
                  </a:cubicBezTo>
                  <a:cubicBezTo>
                    <a:pt x="2004" y="6748"/>
                    <a:pt x="1979" y="6724"/>
                    <a:pt x="1987" y="6691"/>
                  </a:cubicBezTo>
                  <a:lnTo>
                    <a:pt x="1995" y="6634"/>
                  </a:lnTo>
                  <a:cubicBezTo>
                    <a:pt x="1977" y="6632"/>
                    <a:pt x="1959" y="6628"/>
                    <a:pt x="1942" y="6628"/>
                  </a:cubicBezTo>
                  <a:cubicBezTo>
                    <a:pt x="1906" y="6628"/>
                    <a:pt x="1874" y="6644"/>
                    <a:pt x="1858" y="6715"/>
                  </a:cubicBezTo>
                  <a:cubicBezTo>
                    <a:pt x="1793" y="6756"/>
                    <a:pt x="1785" y="6813"/>
                    <a:pt x="1841" y="6829"/>
                  </a:cubicBezTo>
                  <a:cubicBezTo>
                    <a:pt x="1768" y="6870"/>
                    <a:pt x="1744" y="6975"/>
                    <a:pt x="1728" y="7080"/>
                  </a:cubicBezTo>
                  <a:cubicBezTo>
                    <a:pt x="1704" y="7186"/>
                    <a:pt x="1671" y="7340"/>
                    <a:pt x="1606" y="7380"/>
                  </a:cubicBezTo>
                  <a:cubicBezTo>
                    <a:pt x="1582" y="7486"/>
                    <a:pt x="1574" y="7542"/>
                    <a:pt x="1631" y="7551"/>
                  </a:cubicBezTo>
                  <a:cubicBezTo>
                    <a:pt x="1730" y="7572"/>
                    <a:pt x="1736" y="7618"/>
                    <a:pt x="1698" y="7618"/>
                  </a:cubicBezTo>
                  <a:cubicBezTo>
                    <a:pt x="1692" y="7618"/>
                    <a:pt x="1686" y="7617"/>
                    <a:pt x="1679" y="7615"/>
                  </a:cubicBezTo>
                  <a:cubicBezTo>
                    <a:pt x="1550" y="7648"/>
                    <a:pt x="1355" y="8321"/>
                    <a:pt x="1460" y="8402"/>
                  </a:cubicBezTo>
                  <a:lnTo>
                    <a:pt x="1436" y="8507"/>
                  </a:lnTo>
                  <a:cubicBezTo>
                    <a:pt x="1355" y="8596"/>
                    <a:pt x="1290" y="8913"/>
                    <a:pt x="1339" y="8978"/>
                  </a:cubicBezTo>
                  <a:lnTo>
                    <a:pt x="1306" y="9140"/>
                  </a:lnTo>
                  <a:cubicBezTo>
                    <a:pt x="1225" y="9237"/>
                    <a:pt x="1217" y="9286"/>
                    <a:pt x="1266" y="9350"/>
                  </a:cubicBezTo>
                  <a:cubicBezTo>
                    <a:pt x="1303" y="9400"/>
                    <a:pt x="1345" y="9421"/>
                    <a:pt x="1337" y="9421"/>
                  </a:cubicBezTo>
                  <a:cubicBezTo>
                    <a:pt x="1335" y="9421"/>
                    <a:pt x="1328" y="9419"/>
                    <a:pt x="1314" y="9415"/>
                  </a:cubicBezTo>
                  <a:cubicBezTo>
                    <a:pt x="1312" y="9415"/>
                    <a:pt x="1310" y="9415"/>
                    <a:pt x="1308" y="9415"/>
                  </a:cubicBezTo>
                  <a:cubicBezTo>
                    <a:pt x="1256" y="9415"/>
                    <a:pt x="1232" y="9520"/>
                    <a:pt x="1193" y="9723"/>
                  </a:cubicBezTo>
                  <a:cubicBezTo>
                    <a:pt x="1159" y="9870"/>
                    <a:pt x="1149" y="9915"/>
                    <a:pt x="1170" y="9915"/>
                  </a:cubicBezTo>
                  <a:cubicBezTo>
                    <a:pt x="1179" y="9915"/>
                    <a:pt x="1195" y="9906"/>
                    <a:pt x="1217" y="9894"/>
                  </a:cubicBezTo>
                  <a:lnTo>
                    <a:pt x="1217" y="9894"/>
                  </a:lnTo>
                  <a:cubicBezTo>
                    <a:pt x="1230" y="10061"/>
                    <a:pt x="1199" y="10096"/>
                    <a:pt x="1156" y="10096"/>
                  </a:cubicBezTo>
                  <a:cubicBezTo>
                    <a:pt x="1142" y="10096"/>
                    <a:pt x="1127" y="10092"/>
                    <a:pt x="1112" y="10088"/>
                  </a:cubicBezTo>
                  <a:cubicBezTo>
                    <a:pt x="1087" y="10071"/>
                    <a:pt x="1067" y="10064"/>
                    <a:pt x="1053" y="10064"/>
                  </a:cubicBezTo>
                  <a:cubicBezTo>
                    <a:pt x="1009" y="10064"/>
                    <a:pt x="1028" y="10142"/>
                    <a:pt x="1152" y="10210"/>
                  </a:cubicBezTo>
                  <a:cubicBezTo>
                    <a:pt x="1254" y="10280"/>
                    <a:pt x="1235" y="10381"/>
                    <a:pt x="1183" y="10381"/>
                  </a:cubicBezTo>
                  <a:cubicBezTo>
                    <a:pt x="1181" y="10381"/>
                    <a:pt x="1179" y="10380"/>
                    <a:pt x="1177" y="10380"/>
                  </a:cubicBezTo>
                  <a:cubicBezTo>
                    <a:pt x="1120" y="10372"/>
                    <a:pt x="1128" y="10315"/>
                    <a:pt x="1144" y="10259"/>
                  </a:cubicBezTo>
                  <a:lnTo>
                    <a:pt x="1023" y="10242"/>
                  </a:lnTo>
                  <a:lnTo>
                    <a:pt x="1023" y="10242"/>
                  </a:lnTo>
                  <a:cubicBezTo>
                    <a:pt x="1014" y="10291"/>
                    <a:pt x="1014" y="10291"/>
                    <a:pt x="1063" y="10356"/>
                  </a:cubicBezTo>
                  <a:cubicBezTo>
                    <a:pt x="1055" y="10396"/>
                    <a:pt x="1071" y="10445"/>
                    <a:pt x="1096" y="10477"/>
                  </a:cubicBezTo>
                  <a:cubicBezTo>
                    <a:pt x="1121" y="10513"/>
                    <a:pt x="1162" y="10532"/>
                    <a:pt x="1203" y="10532"/>
                  </a:cubicBezTo>
                  <a:cubicBezTo>
                    <a:pt x="1228" y="10532"/>
                    <a:pt x="1252" y="10525"/>
                    <a:pt x="1274" y="10510"/>
                  </a:cubicBezTo>
                  <a:cubicBezTo>
                    <a:pt x="1293" y="10499"/>
                    <a:pt x="1306" y="10495"/>
                    <a:pt x="1314" y="10495"/>
                  </a:cubicBezTo>
                  <a:cubicBezTo>
                    <a:pt x="1339" y="10495"/>
                    <a:pt x="1329" y="10533"/>
                    <a:pt x="1323" y="10575"/>
                  </a:cubicBezTo>
                  <a:cubicBezTo>
                    <a:pt x="1282" y="10623"/>
                    <a:pt x="1248" y="10644"/>
                    <a:pt x="1217" y="10644"/>
                  </a:cubicBezTo>
                  <a:cubicBezTo>
                    <a:pt x="1187" y="10644"/>
                    <a:pt x="1160" y="10623"/>
                    <a:pt x="1136" y="10591"/>
                  </a:cubicBezTo>
                  <a:cubicBezTo>
                    <a:pt x="1144" y="10542"/>
                    <a:pt x="1087" y="10526"/>
                    <a:pt x="1031" y="10518"/>
                  </a:cubicBezTo>
                  <a:cubicBezTo>
                    <a:pt x="1029" y="10518"/>
                    <a:pt x="1028" y="10517"/>
                    <a:pt x="1026" y="10517"/>
                  </a:cubicBezTo>
                  <a:cubicBezTo>
                    <a:pt x="977" y="10517"/>
                    <a:pt x="1034" y="10796"/>
                    <a:pt x="1144" y="10867"/>
                  </a:cubicBezTo>
                  <a:lnTo>
                    <a:pt x="1079" y="10859"/>
                  </a:lnTo>
                  <a:cubicBezTo>
                    <a:pt x="1075" y="10857"/>
                    <a:pt x="1072" y="10857"/>
                    <a:pt x="1068" y="10857"/>
                  </a:cubicBezTo>
                  <a:cubicBezTo>
                    <a:pt x="1019" y="10857"/>
                    <a:pt x="997" y="10955"/>
                    <a:pt x="982" y="11053"/>
                  </a:cubicBezTo>
                  <a:cubicBezTo>
                    <a:pt x="958" y="11158"/>
                    <a:pt x="950" y="11215"/>
                    <a:pt x="1006" y="11223"/>
                  </a:cubicBezTo>
                  <a:cubicBezTo>
                    <a:pt x="1063" y="11240"/>
                    <a:pt x="1128" y="11248"/>
                    <a:pt x="1112" y="11304"/>
                  </a:cubicBezTo>
                  <a:cubicBezTo>
                    <a:pt x="1121" y="11272"/>
                    <a:pt x="1143" y="11263"/>
                    <a:pt x="1171" y="11263"/>
                  </a:cubicBezTo>
                  <a:cubicBezTo>
                    <a:pt x="1192" y="11263"/>
                    <a:pt x="1217" y="11269"/>
                    <a:pt x="1241" y="11272"/>
                  </a:cubicBezTo>
                  <a:cubicBezTo>
                    <a:pt x="1201" y="11329"/>
                    <a:pt x="1144" y="11369"/>
                    <a:pt x="1096" y="11410"/>
                  </a:cubicBezTo>
                  <a:cubicBezTo>
                    <a:pt x="950" y="11483"/>
                    <a:pt x="852" y="11629"/>
                    <a:pt x="828" y="11791"/>
                  </a:cubicBezTo>
                  <a:cubicBezTo>
                    <a:pt x="804" y="11896"/>
                    <a:pt x="771" y="12058"/>
                    <a:pt x="706" y="12099"/>
                  </a:cubicBezTo>
                  <a:cubicBezTo>
                    <a:pt x="682" y="12204"/>
                    <a:pt x="674" y="12253"/>
                    <a:pt x="731" y="12269"/>
                  </a:cubicBezTo>
                  <a:lnTo>
                    <a:pt x="706" y="12375"/>
                  </a:lnTo>
                  <a:cubicBezTo>
                    <a:pt x="641" y="12415"/>
                    <a:pt x="617" y="12521"/>
                    <a:pt x="674" y="12529"/>
                  </a:cubicBezTo>
                  <a:cubicBezTo>
                    <a:pt x="723" y="12594"/>
                    <a:pt x="658" y="12634"/>
                    <a:pt x="641" y="12691"/>
                  </a:cubicBezTo>
                  <a:cubicBezTo>
                    <a:pt x="546" y="12747"/>
                    <a:pt x="517" y="12764"/>
                    <a:pt x="569" y="12764"/>
                  </a:cubicBezTo>
                  <a:cubicBezTo>
                    <a:pt x="593" y="12764"/>
                    <a:pt x="633" y="12761"/>
                    <a:pt x="690" y="12756"/>
                  </a:cubicBezTo>
                  <a:cubicBezTo>
                    <a:pt x="693" y="12756"/>
                    <a:pt x="696" y="12756"/>
                    <a:pt x="699" y="12756"/>
                  </a:cubicBezTo>
                  <a:cubicBezTo>
                    <a:pt x="761" y="12756"/>
                    <a:pt x="829" y="12672"/>
                    <a:pt x="844" y="12618"/>
                  </a:cubicBezTo>
                  <a:lnTo>
                    <a:pt x="877" y="12464"/>
                  </a:lnTo>
                  <a:lnTo>
                    <a:pt x="901" y="12634"/>
                  </a:lnTo>
                  <a:cubicBezTo>
                    <a:pt x="893" y="12683"/>
                    <a:pt x="925" y="12804"/>
                    <a:pt x="990" y="12812"/>
                  </a:cubicBezTo>
                  <a:cubicBezTo>
                    <a:pt x="990" y="12812"/>
                    <a:pt x="1047" y="12829"/>
                    <a:pt x="1031" y="12877"/>
                  </a:cubicBezTo>
                  <a:lnTo>
                    <a:pt x="917" y="12853"/>
                  </a:lnTo>
                  <a:cubicBezTo>
                    <a:pt x="877" y="12804"/>
                    <a:pt x="820" y="12772"/>
                    <a:pt x="755" y="12764"/>
                  </a:cubicBezTo>
                  <a:cubicBezTo>
                    <a:pt x="625" y="12796"/>
                    <a:pt x="536" y="12942"/>
                    <a:pt x="650" y="12967"/>
                  </a:cubicBezTo>
                  <a:cubicBezTo>
                    <a:pt x="641" y="13023"/>
                    <a:pt x="641" y="13023"/>
                    <a:pt x="569" y="13064"/>
                  </a:cubicBezTo>
                  <a:cubicBezTo>
                    <a:pt x="562" y="13062"/>
                    <a:pt x="556" y="13061"/>
                    <a:pt x="551" y="13061"/>
                  </a:cubicBezTo>
                  <a:cubicBezTo>
                    <a:pt x="511" y="13061"/>
                    <a:pt x="516" y="13113"/>
                    <a:pt x="609" y="13177"/>
                  </a:cubicBezTo>
                  <a:cubicBezTo>
                    <a:pt x="714" y="13258"/>
                    <a:pt x="706" y="13307"/>
                    <a:pt x="577" y="13339"/>
                  </a:cubicBezTo>
                  <a:cubicBezTo>
                    <a:pt x="439" y="13421"/>
                    <a:pt x="390" y="13631"/>
                    <a:pt x="455" y="13639"/>
                  </a:cubicBezTo>
                  <a:cubicBezTo>
                    <a:pt x="569" y="13664"/>
                    <a:pt x="536" y="13826"/>
                    <a:pt x="471" y="13866"/>
                  </a:cubicBezTo>
                  <a:cubicBezTo>
                    <a:pt x="398" y="13891"/>
                    <a:pt x="382" y="13972"/>
                    <a:pt x="439" y="14021"/>
                  </a:cubicBezTo>
                  <a:cubicBezTo>
                    <a:pt x="433" y="14020"/>
                    <a:pt x="428" y="14019"/>
                    <a:pt x="422" y="14019"/>
                  </a:cubicBezTo>
                  <a:cubicBezTo>
                    <a:pt x="364" y="14019"/>
                    <a:pt x="313" y="14058"/>
                    <a:pt x="358" y="14118"/>
                  </a:cubicBezTo>
                  <a:cubicBezTo>
                    <a:pt x="358" y="14118"/>
                    <a:pt x="350" y="14146"/>
                    <a:pt x="370" y="14146"/>
                  </a:cubicBezTo>
                  <a:cubicBezTo>
                    <a:pt x="379" y="14146"/>
                    <a:pt x="393" y="14141"/>
                    <a:pt x="414" y="14126"/>
                  </a:cubicBezTo>
                  <a:lnTo>
                    <a:pt x="512" y="14256"/>
                  </a:lnTo>
                  <a:cubicBezTo>
                    <a:pt x="516" y="14228"/>
                    <a:pt x="537" y="14219"/>
                    <a:pt x="565" y="14219"/>
                  </a:cubicBezTo>
                  <a:cubicBezTo>
                    <a:pt x="587" y="14219"/>
                    <a:pt x="613" y="14224"/>
                    <a:pt x="641" y="14231"/>
                  </a:cubicBezTo>
                  <a:cubicBezTo>
                    <a:pt x="698" y="14239"/>
                    <a:pt x="593" y="14442"/>
                    <a:pt x="398" y="14515"/>
                  </a:cubicBezTo>
                  <a:lnTo>
                    <a:pt x="260" y="14596"/>
                  </a:lnTo>
                  <a:lnTo>
                    <a:pt x="374" y="14620"/>
                  </a:lnTo>
                  <a:cubicBezTo>
                    <a:pt x="367" y="14663"/>
                    <a:pt x="360" y="14713"/>
                    <a:pt x="314" y="14713"/>
                  </a:cubicBezTo>
                  <a:cubicBezTo>
                    <a:pt x="307" y="14713"/>
                    <a:pt x="301" y="14712"/>
                    <a:pt x="293" y="14710"/>
                  </a:cubicBezTo>
                  <a:cubicBezTo>
                    <a:pt x="276" y="14707"/>
                    <a:pt x="265" y="14706"/>
                    <a:pt x="256" y="14706"/>
                  </a:cubicBezTo>
                  <a:cubicBezTo>
                    <a:pt x="235" y="14706"/>
                    <a:pt x="234" y="14716"/>
                    <a:pt x="228" y="14750"/>
                  </a:cubicBezTo>
                  <a:cubicBezTo>
                    <a:pt x="220" y="14783"/>
                    <a:pt x="244" y="14815"/>
                    <a:pt x="277" y="14815"/>
                  </a:cubicBezTo>
                  <a:cubicBezTo>
                    <a:pt x="390" y="14839"/>
                    <a:pt x="390" y="14839"/>
                    <a:pt x="325" y="14880"/>
                  </a:cubicBezTo>
                  <a:cubicBezTo>
                    <a:pt x="196" y="14912"/>
                    <a:pt x="187" y="14961"/>
                    <a:pt x="293" y="15042"/>
                  </a:cubicBezTo>
                  <a:cubicBezTo>
                    <a:pt x="406" y="15066"/>
                    <a:pt x="406" y="15066"/>
                    <a:pt x="277" y="15091"/>
                  </a:cubicBezTo>
                  <a:cubicBezTo>
                    <a:pt x="271" y="15090"/>
                    <a:pt x="265" y="15090"/>
                    <a:pt x="259" y="15090"/>
                  </a:cubicBezTo>
                  <a:cubicBezTo>
                    <a:pt x="209" y="15090"/>
                    <a:pt x="161" y="15121"/>
                    <a:pt x="139" y="15172"/>
                  </a:cubicBezTo>
                  <a:lnTo>
                    <a:pt x="196" y="15188"/>
                  </a:lnTo>
                  <a:cubicBezTo>
                    <a:pt x="317" y="15212"/>
                    <a:pt x="309" y="15261"/>
                    <a:pt x="236" y="15302"/>
                  </a:cubicBezTo>
                  <a:cubicBezTo>
                    <a:pt x="232" y="15301"/>
                    <a:pt x="228" y="15301"/>
                    <a:pt x="225" y="15301"/>
                  </a:cubicBezTo>
                  <a:cubicBezTo>
                    <a:pt x="178" y="15301"/>
                    <a:pt x="174" y="15351"/>
                    <a:pt x="204" y="15464"/>
                  </a:cubicBezTo>
                  <a:cubicBezTo>
                    <a:pt x="181" y="15562"/>
                    <a:pt x="172" y="15611"/>
                    <a:pt x="126" y="15611"/>
                  </a:cubicBezTo>
                  <a:cubicBezTo>
                    <a:pt x="122" y="15611"/>
                    <a:pt x="119" y="15610"/>
                    <a:pt x="114" y="15610"/>
                  </a:cubicBezTo>
                  <a:cubicBezTo>
                    <a:pt x="71" y="15601"/>
                    <a:pt x="44" y="15595"/>
                    <a:pt x="31" y="15595"/>
                  </a:cubicBezTo>
                  <a:cubicBezTo>
                    <a:pt x="7" y="15595"/>
                    <a:pt x="33" y="15614"/>
                    <a:pt x="106" y="15666"/>
                  </a:cubicBezTo>
                  <a:cubicBezTo>
                    <a:pt x="147" y="15723"/>
                    <a:pt x="147" y="15723"/>
                    <a:pt x="74" y="15820"/>
                  </a:cubicBezTo>
                  <a:cubicBezTo>
                    <a:pt x="1" y="15861"/>
                    <a:pt x="1" y="15861"/>
                    <a:pt x="50" y="15926"/>
                  </a:cubicBezTo>
                  <a:cubicBezTo>
                    <a:pt x="106" y="15938"/>
                    <a:pt x="151" y="15948"/>
                    <a:pt x="182" y="15948"/>
                  </a:cubicBezTo>
                  <a:cubicBezTo>
                    <a:pt x="214" y="15948"/>
                    <a:pt x="232" y="15938"/>
                    <a:pt x="236" y="15910"/>
                  </a:cubicBezTo>
                  <a:cubicBezTo>
                    <a:pt x="241" y="15873"/>
                    <a:pt x="243" y="15860"/>
                    <a:pt x="260" y="15860"/>
                  </a:cubicBezTo>
                  <a:cubicBezTo>
                    <a:pt x="268" y="15860"/>
                    <a:pt x="281" y="15863"/>
                    <a:pt x="301" y="15869"/>
                  </a:cubicBezTo>
                  <a:lnTo>
                    <a:pt x="285" y="15974"/>
                  </a:lnTo>
                  <a:cubicBezTo>
                    <a:pt x="269" y="16047"/>
                    <a:pt x="269" y="16129"/>
                    <a:pt x="301" y="16202"/>
                  </a:cubicBezTo>
                  <a:cubicBezTo>
                    <a:pt x="319" y="16264"/>
                    <a:pt x="364" y="16300"/>
                    <a:pt x="394" y="16300"/>
                  </a:cubicBezTo>
                  <a:cubicBezTo>
                    <a:pt x="418" y="16300"/>
                    <a:pt x="433" y="16277"/>
                    <a:pt x="414" y="16226"/>
                  </a:cubicBezTo>
                  <a:lnTo>
                    <a:pt x="487" y="16185"/>
                  </a:lnTo>
                  <a:cubicBezTo>
                    <a:pt x="510" y="16190"/>
                    <a:pt x="529" y="16191"/>
                    <a:pt x="547" y="16191"/>
                  </a:cubicBezTo>
                  <a:cubicBezTo>
                    <a:pt x="661" y="16191"/>
                    <a:pt x="659" y="16108"/>
                    <a:pt x="504" y="16080"/>
                  </a:cubicBezTo>
                  <a:cubicBezTo>
                    <a:pt x="333" y="16039"/>
                    <a:pt x="333" y="16039"/>
                    <a:pt x="455" y="16015"/>
                  </a:cubicBezTo>
                  <a:lnTo>
                    <a:pt x="455" y="16015"/>
                  </a:lnTo>
                  <a:cubicBezTo>
                    <a:pt x="471" y="16017"/>
                    <a:pt x="485" y="16018"/>
                    <a:pt x="498" y="16018"/>
                  </a:cubicBezTo>
                  <a:cubicBezTo>
                    <a:pt x="579" y="16018"/>
                    <a:pt x="587" y="15975"/>
                    <a:pt x="601" y="15926"/>
                  </a:cubicBezTo>
                  <a:cubicBezTo>
                    <a:pt x="607" y="15891"/>
                    <a:pt x="608" y="15881"/>
                    <a:pt x="629" y="15881"/>
                  </a:cubicBezTo>
                  <a:cubicBezTo>
                    <a:pt x="638" y="15881"/>
                    <a:pt x="649" y="15883"/>
                    <a:pt x="666" y="15885"/>
                  </a:cubicBezTo>
                  <a:cubicBezTo>
                    <a:pt x="676" y="15888"/>
                    <a:pt x="685" y="15889"/>
                    <a:pt x="695" y="15889"/>
                  </a:cubicBezTo>
                  <a:cubicBezTo>
                    <a:pt x="747" y="15889"/>
                    <a:pt x="790" y="15852"/>
                    <a:pt x="804" y="15804"/>
                  </a:cubicBezTo>
                  <a:cubicBezTo>
                    <a:pt x="820" y="15756"/>
                    <a:pt x="820" y="15756"/>
                    <a:pt x="755" y="15739"/>
                  </a:cubicBezTo>
                  <a:cubicBezTo>
                    <a:pt x="745" y="15746"/>
                    <a:pt x="736" y="15749"/>
                    <a:pt x="730" y="15749"/>
                  </a:cubicBezTo>
                  <a:cubicBezTo>
                    <a:pt x="698" y="15749"/>
                    <a:pt x="727" y="15671"/>
                    <a:pt x="836" y="15650"/>
                  </a:cubicBezTo>
                  <a:cubicBezTo>
                    <a:pt x="909" y="15610"/>
                    <a:pt x="909" y="15610"/>
                    <a:pt x="787" y="15585"/>
                  </a:cubicBezTo>
                  <a:cubicBezTo>
                    <a:pt x="674" y="15561"/>
                    <a:pt x="698" y="15456"/>
                    <a:pt x="820" y="15423"/>
                  </a:cubicBezTo>
                  <a:lnTo>
                    <a:pt x="844" y="15318"/>
                  </a:lnTo>
                  <a:cubicBezTo>
                    <a:pt x="852" y="15269"/>
                    <a:pt x="796" y="15253"/>
                    <a:pt x="739" y="15245"/>
                  </a:cubicBezTo>
                  <a:cubicBezTo>
                    <a:pt x="617" y="15220"/>
                    <a:pt x="617" y="15220"/>
                    <a:pt x="690" y="15180"/>
                  </a:cubicBezTo>
                  <a:cubicBezTo>
                    <a:pt x="724" y="15160"/>
                    <a:pt x="757" y="15145"/>
                    <a:pt x="795" y="15145"/>
                  </a:cubicBezTo>
                  <a:cubicBezTo>
                    <a:pt x="803" y="15145"/>
                    <a:pt x="811" y="15146"/>
                    <a:pt x="820" y="15147"/>
                  </a:cubicBezTo>
                  <a:cubicBezTo>
                    <a:pt x="827" y="15149"/>
                    <a:pt x="833" y="15150"/>
                    <a:pt x="838" y="15150"/>
                  </a:cubicBezTo>
                  <a:cubicBezTo>
                    <a:pt x="879" y="15150"/>
                    <a:pt x="887" y="15101"/>
                    <a:pt x="901" y="15058"/>
                  </a:cubicBezTo>
                  <a:cubicBezTo>
                    <a:pt x="909" y="15002"/>
                    <a:pt x="933" y="14896"/>
                    <a:pt x="869" y="14888"/>
                  </a:cubicBezTo>
                  <a:lnTo>
                    <a:pt x="869" y="14888"/>
                  </a:lnTo>
                  <a:lnTo>
                    <a:pt x="933" y="14896"/>
                  </a:lnTo>
                  <a:cubicBezTo>
                    <a:pt x="941" y="14839"/>
                    <a:pt x="998" y="14856"/>
                    <a:pt x="941" y="14839"/>
                  </a:cubicBezTo>
                  <a:cubicBezTo>
                    <a:pt x="958" y="14791"/>
                    <a:pt x="990" y="14734"/>
                    <a:pt x="1031" y="14693"/>
                  </a:cubicBezTo>
                  <a:cubicBezTo>
                    <a:pt x="1091" y="14627"/>
                    <a:pt x="1061" y="14506"/>
                    <a:pt x="979" y="14506"/>
                  </a:cubicBezTo>
                  <a:cubicBezTo>
                    <a:pt x="950" y="14506"/>
                    <a:pt x="916" y="14521"/>
                    <a:pt x="877" y="14556"/>
                  </a:cubicBezTo>
                  <a:lnTo>
                    <a:pt x="885" y="14499"/>
                  </a:lnTo>
                  <a:cubicBezTo>
                    <a:pt x="901" y="14450"/>
                    <a:pt x="836" y="14434"/>
                    <a:pt x="836" y="14434"/>
                  </a:cubicBezTo>
                  <a:cubicBezTo>
                    <a:pt x="779" y="14426"/>
                    <a:pt x="796" y="14369"/>
                    <a:pt x="804" y="14321"/>
                  </a:cubicBezTo>
                  <a:lnTo>
                    <a:pt x="804" y="14321"/>
                  </a:lnTo>
                  <a:lnTo>
                    <a:pt x="917" y="14345"/>
                  </a:lnTo>
                  <a:cubicBezTo>
                    <a:pt x="965" y="14370"/>
                    <a:pt x="1006" y="14380"/>
                    <a:pt x="1036" y="14380"/>
                  </a:cubicBezTo>
                  <a:cubicBezTo>
                    <a:pt x="1113" y="14380"/>
                    <a:pt x="1121" y="14312"/>
                    <a:pt x="998" y="14248"/>
                  </a:cubicBezTo>
                  <a:lnTo>
                    <a:pt x="998" y="14248"/>
                  </a:lnTo>
                  <a:lnTo>
                    <a:pt x="1055" y="14264"/>
                  </a:lnTo>
                  <a:cubicBezTo>
                    <a:pt x="1060" y="14264"/>
                    <a:pt x="1064" y="14265"/>
                    <a:pt x="1068" y="14265"/>
                  </a:cubicBezTo>
                  <a:cubicBezTo>
                    <a:pt x="1121" y="14265"/>
                    <a:pt x="1125" y="14215"/>
                    <a:pt x="1087" y="14102"/>
                  </a:cubicBezTo>
                  <a:cubicBezTo>
                    <a:pt x="1104" y="14053"/>
                    <a:pt x="998" y="13972"/>
                    <a:pt x="933" y="13964"/>
                  </a:cubicBezTo>
                  <a:cubicBezTo>
                    <a:pt x="901" y="13956"/>
                    <a:pt x="885" y="13931"/>
                    <a:pt x="885" y="13899"/>
                  </a:cubicBezTo>
                  <a:cubicBezTo>
                    <a:pt x="895" y="13862"/>
                    <a:pt x="899" y="13849"/>
                    <a:pt x="916" y="13849"/>
                  </a:cubicBezTo>
                  <a:cubicBezTo>
                    <a:pt x="925" y="13849"/>
                    <a:pt x="938" y="13853"/>
                    <a:pt x="958" y="13858"/>
                  </a:cubicBezTo>
                  <a:cubicBezTo>
                    <a:pt x="970" y="13861"/>
                    <a:pt x="981" y="13862"/>
                    <a:pt x="991" y="13862"/>
                  </a:cubicBezTo>
                  <a:cubicBezTo>
                    <a:pt x="1081" y="13862"/>
                    <a:pt x="1085" y="13769"/>
                    <a:pt x="990" y="13696"/>
                  </a:cubicBezTo>
                  <a:lnTo>
                    <a:pt x="990" y="13696"/>
                  </a:lnTo>
                  <a:lnTo>
                    <a:pt x="1047" y="13712"/>
                  </a:lnTo>
                  <a:cubicBezTo>
                    <a:pt x="1051" y="13713"/>
                    <a:pt x="1055" y="13713"/>
                    <a:pt x="1060" y="13713"/>
                  </a:cubicBezTo>
                  <a:cubicBezTo>
                    <a:pt x="1114" y="13713"/>
                    <a:pt x="1176" y="13660"/>
                    <a:pt x="1169" y="13404"/>
                  </a:cubicBezTo>
                  <a:cubicBezTo>
                    <a:pt x="1215" y="13203"/>
                    <a:pt x="1247" y="13046"/>
                    <a:pt x="1299" y="13046"/>
                  </a:cubicBezTo>
                  <a:cubicBezTo>
                    <a:pt x="1301" y="13046"/>
                    <a:pt x="1304" y="13047"/>
                    <a:pt x="1306" y="13048"/>
                  </a:cubicBezTo>
                  <a:cubicBezTo>
                    <a:pt x="1307" y="13048"/>
                    <a:pt x="1308" y="13048"/>
                    <a:pt x="1309" y="13048"/>
                  </a:cubicBezTo>
                  <a:cubicBezTo>
                    <a:pt x="1361" y="13048"/>
                    <a:pt x="1288" y="12818"/>
                    <a:pt x="1193" y="12691"/>
                  </a:cubicBezTo>
                  <a:lnTo>
                    <a:pt x="1193" y="12691"/>
                  </a:lnTo>
                  <a:cubicBezTo>
                    <a:pt x="1199" y="12693"/>
                    <a:pt x="1205" y="12694"/>
                    <a:pt x="1211" y="12694"/>
                  </a:cubicBezTo>
                  <a:cubicBezTo>
                    <a:pt x="1253" y="12694"/>
                    <a:pt x="1268" y="12638"/>
                    <a:pt x="1282" y="12545"/>
                  </a:cubicBezTo>
                  <a:cubicBezTo>
                    <a:pt x="1308" y="12420"/>
                    <a:pt x="1313" y="12396"/>
                    <a:pt x="1349" y="12396"/>
                  </a:cubicBezTo>
                  <a:cubicBezTo>
                    <a:pt x="1357" y="12396"/>
                    <a:pt x="1367" y="12397"/>
                    <a:pt x="1379" y="12399"/>
                  </a:cubicBezTo>
                  <a:cubicBezTo>
                    <a:pt x="1426" y="12435"/>
                    <a:pt x="1452" y="12455"/>
                    <a:pt x="1458" y="12455"/>
                  </a:cubicBezTo>
                  <a:cubicBezTo>
                    <a:pt x="1466" y="12455"/>
                    <a:pt x="1442" y="12423"/>
                    <a:pt x="1387" y="12350"/>
                  </a:cubicBezTo>
                  <a:cubicBezTo>
                    <a:pt x="1290" y="12275"/>
                    <a:pt x="1359" y="12145"/>
                    <a:pt x="1466" y="12145"/>
                  </a:cubicBezTo>
                  <a:cubicBezTo>
                    <a:pt x="1475" y="12145"/>
                    <a:pt x="1484" y="12146"/>
                    <a:pt x="1493" y="12148"/>
                  </a:cubicBezTo>
                  <a:cubicBezTo>
                    <a:pt x="1497" y="12148"/>
                    <a:pt x="1501" y="12149"/>
                    <a:pt x="1504" y="12149"/>
                  </a:cubicBezTo>
                  <a:cubicBezTo>
                    <a:pt x="1551" y="12149"/>
                    <a:pt x="1559" y="12100"/>
                    <a:pt x="1582" y="12002"/>
                  </a:cubicBezTo>
                  <a:cubicBezTo>
                    <a:pt x="1533" y="11937"/>
                    <a:pt x="1558" y="11831"/>
                    <a:pt x="1574" y="11726"/>
                  </a:cubicBezTo>
                  <a:cubicBezTo>
                    <a:pt x="1606" y="11564"/>
                    <a:pt x="1606" y="11564"/>
                    <a:pt x="1493" y="11540"/>
                  </a:cubicBezTo>
                  <a:cubicBezTo>
                    <a:pt x="1371" y="11515"/>
                    <a:pt x="1387" y="11467"/>
                    <a:pt x="1404" y="11361"/>
                  </a:cubicBezTo>
                  <a:cubicBezTo>
                    <a:pt x="1411" y="11309"/>
                    <a:pt x="1426" y="11263"/>
                    <a:pt x="1473" y="11263"/>
                  </a:cubicBezTo>
                  <a:cubicBezTo>
                    <a:pt x="1477" y="11263"/>
                    <a:pt x="1481" y="11263"/>
                    <a:pt x="1485" y="11264"/>
                  </a:cubicBezTo>
                  <a:cubicBezTo>
                    <a:pt x="1485" y="11264"/>
                    <a:pt x="1558" y="11223"/>
                    <a:pt x="1566" y="11175"/>
                  </a:cubicBezTo>
                  <a:cubicBezTo>
                    <a:pt x="1573" y="11122"/>
                    <a:pt x="1588" y="11077"/>
                    <a:pt x="1635" y="11077"/>
                  </a:cubicBezTo>
                  <a:cubicBezTo>
                    <a:pt x="1639" y="11077"/>
                    <a:pt x="1643" y="11077"/>
                    <a:pt x="1647" y="11077"/>
                  </a:cubicBezTo>
                  <a:cubicBezTo>
                    <a:pt x="1696" y="11045"/>
                    <a:pt x="1728" y="10988"/>
                    <a:pt x="1736" y="10931"/>
                  </a:cubicBezTo>
                  <a:cubicBezTo>
                    <a:pt x="1759" y="10830"/>
                    <a:pt x="1775" y="10728"/>
                    <a:pt x="1835" y="10728"/>
                  </a:cubicBezTo>
                  <a:cubicBezTo>
                    <a:pt x="1837" y="10728"/>
                    <a:pt x="1839" y="10728"/>
                    <a:pt x="1841" y="10729"/>
                  </a:cubicBezTo>
                  <a:cubicBezTo>
                    <a:pt x="1850" y="10680"/>
                    <a:pt x="1850" y="10680"/>
                    <a:pt x="1793" y="10664"/>
                  </a:cubicBezTo>
                  <a:cubicBezTo>
                    <a:pt x="1728" y="10656"/>
                    <a:pt x="1687" y="10591"/>
                    <a:pt x="1785" y="10388"/>
                  </a:cubicBezTo>
                  <a:cubicBezTo>
                    <a:pt x="1809" y="10283"/>
                    <a:pt x="1841" y="10129"/>
                    <a:pt x="1777" y="10113"/>
                  </a:cubicBezTo>
                  <a:cubicBezTo>
                    <a:pt x="1788" y="10078"/>
                    <a:pt x="1791" y="10068"/>
                    <a:pt x="1813" y="10068"/>
                  </a:cubicBezTo>
                  <a:cubicBezTo>
                    <a:pt x="1821" y="10068"/>
                    <a:pt x="1833" y="10070"/>
                    <a:pt x="1850" y="10072"/>
                  </a:cubicBezTo>
                  <a:cubicBezTo>
                    <a:pt x="1861" y="10074"/>
                    <a:pt x="1871" y="10076"/>
                    <a:pt x="1880" y="10076"/>
                  </a:cubicBezTo>
                  <a:cubicBezTo>
                    <a:pt x="1967" y="10076"/>
                    <a:pt x="1978" y="9978"/>
                    <a:pt x="1890" y="9861"/>
                  </a:cubicBezTo>
                  <a:cubicBezTo>
                    <a:pt x="1833" y="9853"/>
                    <a:pt x="1841" y="9796"/>
                    <a:pt x="1914" y="9756"/>
                  </a:cubicBezTo>
                  <a:cubicBezTo>
                    <a:pt x="1914" y="9715"/>
                    <a:pt x="1906" y="9675"/>
                    <a:pt x="1874" y="9642"/>
                  </a:cubicBezTo>
                  <a:cubicBezTo>
                    <a:pt x="1825" y="9577"/>
                    <a:pt x="1825" y="9577"/>
                    <a:pt x="1906" y="9480"/>
                  </a:cubicBezTo>
                  <a:cubicBezTo>
                    <a:pt x="1914" y="9482"/>
                    <a:pt x="1921" y="9483"/>
                    <a:pt x="1927" y="9483"/>
                  </a:cubicBezTo>
                  <a:cubicBezTo>
                    <a:pt x="1973" y="9483"/>
                    <a:pt x="1980" y="9433"/>
                    <a:pt x="1987" y="9383"/>
                  </a:cubicBezTo>
                  <a:cubicBezTo>
                    <a:pt x="1955" y="9269"/>
                    <a:pt x="2068" y="8686"/>
                    <a:pt x="2141" y="8645"/>
                  </a:cubicBezTo>
                  <a:cubicBezTo>
                    <a:pt x="2093" y="8580"/>
                    <a:pt x="2093" y="8580"/>
                    <a:pt x="2101" y="8532"/>
                  </a:cubicBezTo>
                  <a:cubicBezTo>
                    <a:pt x="2231" y="8499"/>
                    <a:pt x="2182" y="8434"/>
                    <a:pt x="2068" y="8410"/>
                  </a:cubicBezTo>
                  <a:lnTo>
                    <a:pt x="2052" y="8467"/>
                  </a:lnTo>
                  <a:lnTo>
                    <a:pt x="2044" y="8515"/>
                  </a:lnTo>
                  <a:cubicBezTo>
                    <a:pt x="1941" y="8493"/>
                    <a:pt x="1958" y="8365"/>
                    <a:pt x="2089" y="8365"/>
                  </a:cubicBezTo>
                  <a:cubicBezTo>
                    <a:pt x="2102" y="8365"/>
                    <a:pt x="2117" y="8366"/>
                    <a:pt x="2133" y="8369"/>
                  </a:cubicBezTo>
                  <a:cubicBezTo>
                    <a:pt x="2263" y="8345"/>
                    <a:pt x="2263" y="8345"/>
                    <a:pt x="2158" y="8264"/>
                  </a:cubicBezTo>
                  <a:cubicBezTo>
                    <a:pt x="2052" y="8191"/>
                    <a:pt x="2060" y="8134"/>
                    <a:pt x="2190" y="8110"/>
                  </a:cubicBezTo>
                  <a:cubicBezTo>
                    <a:pt x="2230" y="8119"/>
                    <a:pt x="2256" y="8124"/>
                    <a:pt x="2268" y="8124"/>
                  </a:cubicBezTo>
                  <a:cubicBezTo>
                    <a:pt x="2290" y="8124"/>
                    <a:pt x="2266" y="8106"/>
                    <a:pt x="2198" y="8053"/>
                  </a:cubicBezTo>
                  <a:cubicBezTo>
                    <a:pt x="2012" y="7917"/>
                    <a:pt x="1971" y="7769"/>
                    <a:pt x="2125" y="7769"/>
                  </a:cubicBezTo>
                  <a:cubicBezTo>
                    <a:pt x="2146" y="7769"/>
                    <a:pt x="2170" y="7772"/>
                    <a:pt x="2198" y="7778"/>
                  </a:cubicBezTo>
                  <a:cubicBezTo>
                    <a:pt x="2221" y="7783"/>
                    <a:pt x="2243" y="7785"/>
                    <a:pt x="2262" y="7785"/>
                  </a:cubicBezTo>
                  <a:cubicBezTo>
                    <a:pt x="2339" y="7785"/>
                    <a:pt x="2386" y="7750"/>
                    <a:pt x="2393" y="7705"/>
                  </a:cubicBezTo>
                  <a:cubicBezTo>
                    <a:pt x="2401" y="7656"/>
                    <a:pt x="2344" y="7640"/>
                    <a:pt x="2287" y="7632"/>
                  </a:cubicBezTo>
                  <a:cubicBezTo>
                    <a:pt x="2265" y="7636"/>
                    <a:pt x="2246" y="7638"/>
                    <a:pt x="2232" y="7638"/>
                  </a:cubicBezTo>
                  <a:cubicBezTo>
                    <a:pt x="2164" y="7638"/>
                    <a:pt x="2190" y="7593"/>
                    <a:pt x="2304" y="7526"/>
                  </a:cubicBezTo>
                  <a:cubicBezTo>
                    <a:pt x="2514" y="7405"/>
                    <a:pt x="2539" y="7299"/>
                    <a:pt x="2450" y="7113"/>
                  </a:cubicBezTo>
                  <a:cubicBezTo>
                    <a:pt x="2399" y="6949"/>
                    <a:pt x="2399" y="6824"/>
                    <a:pt x="2431" y="6824"/>
                  </a:cubicBezTo>
                  <a:cubicBezTo>
                    <a:pt x="2445" y="6824"/>
                    <a:pt x="2465" y="6848"/>
                    <a:pt x="2490" y="6902"/>
                  </a:cubicBezTo>
                  <a:cubicBezTo>
                    <a:pt x="2540" y="6969"/>
                    <a:pt x="2565" y="7001"/>
                    <a:pt x="2572" y="7001"/>
                  </a:cubicBezTo>
                  <a:cubicBezTo>
                    <a:pt x="2579" y="7001"/>
                    <a:pt x="2571" y="6973"/>
                    <a:pt x="2555" y="6918"/>
                  </a:cubicBezTo>
                  <a:lnTo>
                    <a:pt x="2604" y="6651"/>
                  </a:lnTo>
                  <a:cubicBezTo>
                    <a:pt x="2612" y="6586"/>
                    <a:pt x="2571" y="6537"/>
                    <a:pt x="2514" y="6521"/>
                  </a:cubicBezTo>
                  <a:cubicBezTo>
                    <a:pt x="2636" y="6488"/>
                    <a:pt x="2717" y="6399"/>
                    <a:pt x="2620" y="6270"/>
                  </a:cubicBezTo>
                  <a:lnTo>
                    <a:pt x="2644" y="6164"/>
                  </a:lnTo>
                  <a:cubicBezTo>
                    <a:pt x="2652" y="6107"/>
                    <a:pt x="2652" y="6107"/>
                    <a:pt x="2604" y="6043"/>
                  </a:cubicBezTo>
                  <a:cubicBezTo>
                    <a:pt x="2563" y="5978"/>
                    <a:pt x="2628" y="5937"/>
                    <a:pt x="2701" y="5897"/>
                  </a:cubicBezTo>
                  <a:cubicBezTo>
                    <a:pt x="2766" y="5856"/>
                    <a:pt x="2839" y="5816"/>
                    <a:pt x="2782" y="5807"/>
                  </a:cubicBezTo>
                  <a:cubicBezTo>
                    <a:pt x="2717" y="5791"/>
                    <a:pt x="2685" y="5678"/>
                    <a:pt x="2636" y="5613"/>
                  </a:cubicBezTo>
                  <a:cubicBezTo>
                    <a:pt x="2605" y="5571"/>
                    <a:pt x="2624" y="5539"/>
                    <a:pt x="2652" y="5539"/>
                  </a:cubicBezTo>
                  <a:cubicBezTo>
                    <a:pt x="2668" y="5539"/>
                    <a:pt x="2686" y="5549"/>
                    <a:pt x="2701" y="5572"/>
                  </a:cubicBezTo>
                  <a:cubicBezTo>
                    <a:pt x="2716" y="5574"/>
                    <a:pt x="2727" y="5576"/>
                    <a:pt x="2737" y="5576"/>
                  </a:cubicBezTo>
                  <a:cubicBezTo>
                    <a:pt x="2770" y="5576"/>
                    <a:pt x="2785" y="5560"/>
                    <a:pt x="2847" y="5491"/>
                  </a:cubicBezTo>
                  <a:cubicBezTo>
                    <a:pt x="2855" y="5434"/>
                    <a:pt x="2871" y="5329"/>
                    <a:pt x="2814" y="5313"/>
                  </a:cubicBezTo>
                  <a:cubicBezTo>
                    <a:pt x="2758" y="5305"/>
                    <a:pt x="2822" y="4989"/>
                    <a:pt x="2895" y="4948"/>
                  </a:cubicBezTo>
                  <a:lnTo>
                    <a:pt x="2912" y="4843"/>
                  </a:lnTo>
                  <a:cubicBezTo>
                    <a:pt x="2920" y="4786"/>
                    <a:pt x="2879" y="4721"/>
                    <a:pt x="2887" y="4672"/>
                  </a:cubicBezTo>
                  <a:cubicBezTo>
                    <a:pt x="2887" y="4632"/>
                    <a:pt x="2879" y="4583"/>
                    <a:pt x="2847" y="4551"/>
                  </a:cubicBezTo>
                  <a:cubicBezTo>
                    <a:pt x="2861" y="4508"/>
                    <a:pt x="2869" y="4459"/>
                    <a:pt x="2910" y="4459"/>
                  </a:cubicBezTo>
                  <a:cubicBezTo>
                    <a:pt x="2915" y="4459"/>
                    <a:pt x="2921" y="4460"/>
                    <a:pt x="2928" y="4462"/>
                  </a:cubicBezTo>
                  <a:cubicBezTo>
                    <a:pt x="2822" y="4380"/>
                    <a:pt x="2822" y="4380"/>
                    <a:pt x="2952" y="4356"/>
                  </a:cubicBezTo>
                  <a:cubicBezTo>
                    <a:pt x="2995" y="4365"/>
                    <a:pt x="3023" y="4370"/>
                    <a:pt x="3036" y="4370"/>
                  </a:cubicBezTo>
                  <a:cubicBezTo>
                    <a:pt x="3061" y="4370"/>
                    <a:pt x="3037" y="4352"/>
                    <a:pt x="2968" y="4299"/>
                  </a:cubicBezTo>
                  <a:cubicBezTo>
                    <a:pt x="2920" y="4235"/>
                    <a:pt x="2920" y="4235"/>
                    <a:pt x="2993" y="4194"/>
                  </a:cubicBezTo>
                  <a:cubicBezTo>
                    <a:pt x="3001" y="4196"/>
                    <a:pt x="3008" y="4197"/>
                    <a:pt x="3014" y="4197"/>
                  </a:cubicBezTo>
                  <a:cubicBezTo>
                    <a:pt x="3053" y="4197"/>
                    <a:pt x="3058" y="4159"/>
                    <a:pt x="3009" y="4145"/>
                  </a:cubicBezTo>
                  <a:cubicBezTo>
                    <a:pt x="2920" y="4063"/>
                    <a:pt x="2899" y="3906"/>
                    <a:pt x="2984" y="3906"/>
                  </a:cubicBezTo>
                  <a:cubicBezTo>
                    <a:pt x="2991" y="3906"/>
                    <a:pt x="3000" y="3908"/>
                    <a:pt x="3009" y="3910"/>
                  </a:cubicBezTo>
                  <a:cubicBezTo>
                    <a:pt x="3017" y="3870"/>
                    <a:pt x="3017" y="3829"/>
                    <a:pt x="2993" y="3789"/>
                  </a:cubicBezTo>
                  <a:cubicBezTo>
                    <a:pt x="2935" y="3735"/>
                    <a:pt x="2911" y="3714"/>
                    <a:pt x="2926" y="3714"/>
                  </a:cubicBezTo>
                  <a:cubicBezTo>
                    <a:pt x="2936" y="3714"/>
                    <a:pt x="2963" y="3724"/>
                    <a:pt x="3009" y="3740"/>
                  </a:cubicBezTo>
                  <a:cubicBezTo>
                    <a:pt x="3147" y="3724"/>
                    <a:pt x="3163" y="3675"/>
                    <a:pt x="3074" y="3578"/>
                  </a:cubicBezTo>
                  <a:cubicBezTo>
                    <a:pt x="3050" y="3537"/>
                    <a:pt x="3066" y="3489"/>
                    <a:pt x="3106" y="3472"/>
                  </a:cubicBezTo>
                  <a:cubicBezTo>
                    <a:pt x="3212" y="3399"/>
                    <a:pt x="3414" y="3132"/>
                    <a:pt x="3285" y="3124"/>
                  </a:cubicBezTo>
                  <a:cubicBezTo>
                    <a:pt x="3293" y="3091"/>
                    <a:pt x="3317" y="3059"/>
                    <a:pt x="3333" y="3026"/>
                  </a:cubicBezTo>
                  <a:cubicBezTo>
                    <a:pt x="3447" y="2962"/>
                    <a:pt x="3471" y="2913"/>
                    <a:pt x="3455" y="2840"/>
                  </a:cubicBezTo>
                  <a:lnTo>
                    <a:pt x="3431" y="2759"/>
                  </a:lnTo>
                  <a:lnTo>
                    <a:pt x="3431" y="2759"/>
                  </a:lnTo>
                  <a:cubicBezTo>
                    <a:pt x="3451" y="2770"/>
                    <a:pt x="3472" y="2776"/>
                    <a:pt x="3492" y="2776"/>
                  </a:cubicBezTo>
                  <a:cubicBezTo>
                    <a:pt x="3530" y="2776"/>
                    <a:pt x="3567" y="2758"/>
                    <a:pt x="3593" y="2726"/>
                  </a:cubicBezTo>
                  <a:cubicBezTo>
                    <a:pt x="3617" y="2678"/>
                    <a:pt x="3625" y="2686"/>
                    <a:pt x="3577" y="2645"/>
                  </a:cubicBezTo>
                  <a:cubicBezTo>
                    <a:pt x="3564" y="2648"/>
                    <a:pt x="3555" y="2649"/>
                    <a:pt x="3547" y="2649"/>
                  </a:cubicBezTo>
                  <a:cubicBezTo>
                    <a:pt x="3498" y="2649"/>
                    <a:pt x="3532" y="2607"/>
                    <a:pt x="3560" y="2572"/>
                  </a:cubicBezTo>
                  <a:cubicBezTo>
                    <a:pt x="3585" y="2543"/>
                    <a:pt x="3621" y="2529"/>
                    <a:pt x="3656" y="2529"/>
                  </a:cubicBezTo>
                  <a:cubicBezTo>
                    <a:pt x="3680" y="2529"/>
                    <a:pt x="3703" y="2535"/>
                    <a:pt x="3722" y="2548"/>
                  </a:cubicBezTo>
                  <a:lnTo>
                    <a:pt x="3755" y="2508"/>
                  </a:lnTo>
                  <a:cubicBezTo>
                    <a:pt x="3688" y="2453"/>
                    <a:pt x="3690" y="2412"/>
                    <a:pt x="3715" y="2412"/>
                  </a:cubicBezTo>
                  <a:cubicBezTo>
                    <a:pt x="3723" y="2412"/>
                    <a:pt x="3735" y="2416"/>
                    <a:pt x="3747" y="2426"/>
                  </a:cubicBezTo>
                  <a:cubicBezTo>
                    <a:pt x="3804" y="2418"/>
                    <a:pt x="3860" y="2386"/>
                    <a:pt x="3893" y="2337"/>
                  </a:cubicBezTo>
                  <a:cubicBezTo>
                    <a:pt x="3868" y="2317"/>
                    <a:pt x="3879" y="2307"/>
                    <a:pt x="3890" y="2307"/>
                  </a:cubicBezTo>
                  <a:cubicBezTo>
                    <a:pt x="3901" y="2307"/>
                    <a:pt x="3913" y="2317"/>
                    <a:pt x="3893" y="2337"/>
                  </a:cubicBezTo>
                  <a:lnTo>
                    <a:pt x="3941" y="2370"/>
                  </a:lnTo>
                  <a:cubicBezTo>
                    <a:pt x="4022" y="2370"/>
                    <a:pt x="3974" y="2337"/>
                    <a:pt x="3933" y="2297"/>
                  </a:cubicBezTo>
                  <a:lnTo>
                    <a:pt x="4006" y="2216"/>
                  </a:lnTo>
                  <a:cubicBezTo>
                    <a:pt x="4047" y="2175"/>
                    <a:pt x="4079" y="2135"/>
                    <a:pt x="3998" y="2135"/>
                  </a:cubicBezTo>
                  <a:cubicBezTo>
                    <a:pt x="3958" y="2094"/>
                    <a:pt x="3917" y="2054"/>
                    <a:pt x="3949" y="2005"/>
                  </a:cubicBezTo>
                  <a:lnTo>
                    <a:pt x="3949" y="2005"/>
                  </a:lnTo>
                  <a:cubicBezTo>
                    <a:pt x="3984" y="2040"/>
                    <a:pt x="4015" y="2070"/>
                    <a:pt x="4044" y="2070"/>
                  </a:cubicBezTo>
                  <a:cubicBezTo>
                    <a:pt x="4056" y="2070"/>
                    <a:pt x="4068" y="2065"/>
                    <a:pt x="4079" y="2054"/>
                  </a:cubicBezTo>
                  <a:cubicBezTo>
                    <a:pt x="4087" y="2041"/>
                    <a:pt x="4101" y="2035"/>
                    <a:pt x="4117" y="2035"/>
                  </a:cubicBezTo>
                  <a:cubicBezTo>
                    <a:pt x="4132" y="2035"/>
                    <a:pt x="4148" y="2041"/>
                    <a:pt x="4160" y="2054"/>
                  </a:cubicBezTo>
                  <a:cubicBezTo>
                    <a:pt x="4170" y="2081"/>
                    <a:pt x="4183" y="2093"/>
                    <a:pt x="4197" y="2093"/>
                  </a:cubicBezTo>
                  <a:cubicBezTo>
                    <a:pt x="4247" y="2093"/>
                    <a:pt x="4316" y="1964"/>
                    <a:pt x="4322" y="1908"/>
                  </a:cubicBezTo>
                  <a:cubicBezTo>
                    <a:pt x="4322" y="1802"/>
                    <a:pt x="4340" y="1748"/>
                    <a:pt x="4374" y="1748"/>
                  </a:cubicBezTo>
                  <a:cubicBezTo>
                    <a:pt x="4393" y="1748"/>
                    <a:pt x="4416" y="1763"/>
                    <a:pt x="4444" y="1794"/>
                  </a:cubicBezTo>
                  <a:cubicBezTo>
                    <a:pt x="4459" y="1814"/>
                    <a:pt x="4471" y="1822"/>
                    <a:pt x="4480" y="1822"/>
                  </a:cubicBezTo>
                  <a:cubicBezTo>
                    <a:pt x="4517" y="1822"/>
                    <a:pt x="4512" y="1687"/>
                    <a:pt x="4460" y="1551"/>
                  </a:cubicBezTo>
                  <a:lnTo>
                    <a:pt x="4395" y="1372"/>
                  </a:lnTo>
                  <a:lnTo>
                    <a:pt x="4509" y="1518"/>
                  </a:lnTo>
                  <a:cubicBezTo>
                    <a:pt x="4597" y="1591"/>
                    <a:pt x="4643" y="1629"/>
                    <a:pt x="4675" y="1629"/>
                  </a:cubicBezTo>
                  <a:cubicBezTo>
                    <a:pt x="4710" y="1629"/>
                    <a:pt x="4726" y="1581"/>
                    <a:pt x="4760" y="1478"/>
                  </a:cubicBezTo>
                  <a:cubicBezTo>
                    <a:pt x="4795" y="1409"/>
                    <a:pt x="4808" y="1382"/>
                    <a:pt x="4821" y="1382"/>
                  </a:cubicBezTo>
                  <a:cubicBezTo>
                    <a:pt x="4829" y="1382"/>
                    <a:pt x="4837" y="1394"/>
                    <a:pt x="4849" y="1413"/>
                  </a:cubicBezTo>
                  <a:cubicBezTo>
                    <a:pt x="4861" y="1430"/>
                    <a:pt x="4874" y="1438"/>
                    <a:pt x="4892" y="1438"/>
                  </a:cubicBezTo>
                  <a:cubicBezTo>
                    <a:pt x="4926" y="1438"/>
                    <a:pt x="4978" y="1409"/>
                    <a:pt x="5068" y="1356"/>
                  </a:cubicBezTo>
                  <a:cubicBezTo>
                    <a:pt x="5214" y="1267"/>
                    <a:pt x="5263" y="1243"/>
                    <a:pt x="5230" y="1194"/>
                  </a:cubicBezTo>
                  <a:lnTo>
                    <a:pt x="5336" y="1145"/>
                  </a:lnTo>
                  <a:cubicBezTo>
                    <a:pt x="5364" y="1167"/>
                    <a:pt x="5389" y="1176"/>
                    <a:pt x="5410" y="1176"/>
                  </a:cubicBezTo>
                  <a:cubicBezTo>
                    <a:pt x="5467" y="1176"/>
                    <a:pt x="5486" y="1106"/>
                    <a:pt x="5409" y="1040"/>
                  </a:cubicBezTo>
                  <a:lnTo>
                    <a:pt x="5514" y="991"/>
                  </a:lnTo>
                  <a:lnTo>
                    <a:pt x="5539" y="1048"/>
                  </a:lnTo>
                  <a:cubicBezTo>
                    <a:pt x="5545" y="1064"/>
                    <a:pt x="5557" y="1071"/>
                    <a:pt x="5580" y="1071"/>
                  </a:cubicBezTo>
                  <a:cubicBezTo>
                    <a:pt x="5639" y="1071"/>
                    <a:pt x="5773" y="1017"/>
                    <a:pt x="6074" y="910"/>
                  </a:cubicBezTo>
                  <a:cubicBezTo>
                    <a:pt x="6552" y="789"/>
                    <a:pt x="6609" y="789"/>
                    <a:pt x="6584" y="675"/>
                  </a:cubicBezTo>
                  <a:cubicBezTo>
                    <a:pt x="6606" y="607"/>
                    <a:pt x="6631" y="573"/>
                    <a:pt x="6653" y="573"/>
                  </a:cubicBezTo>
                  <a:cubicBezTo>
                    <a:pt x="6673" y="573"/>
                    <a:pt x="6690" y="601"/>
                    <a:pt x="6698" y="659"/>
                  </a:cubicBezTo>
                  <a:cubicBezTo>
                    <a:pt x="6704" y="698"/>
                    <a:pt x="6736" y="737"/>
                    <a:pt x="6753" y="737"/>
                  </a:cubicBezTo>
                  <a:cubicBezTo>
                    <a:pt x="6761" y="737"/>
                    <a:pt x="6765" y="728"/>
                    <a:pt x="6763" y="708"/>
                  </a:cubicBezTo>
                  <a:cubicBezTo>
                    <a:pt x="6773" y="706"/>
                    <a:pt x="6783" y="706"/>
                    <a:pt x="6793" y="706"/>
                  </a:cubicBezTo>
                  <a:cubicBezTo>
                    <a:pt x="6841" y="706"/>
                    <a:pt x="6893" y="721"/>
                    <a:pt x="6933" y="748"/>
                  </a:cubicBezTo>
                  <a:cubicBezTo>
                    <a:pt x="7002" y="791"/>
                    <a:pt x="7050" y="807"/>
                    <a:pt x="7084" y="807"/>
                  </a:cubicBezTo>
                  <a:cubicBezTo>
                    <a:pt x="7135" y="807"/>
                    <a:pt x="7152" y="771"/>
                    <a:pt x="7152" y="732"/>
                  </a:cubicBezTo>
                  <a:cubicBezTo>
                    <a:pt x="7125" y="684"/>
                    <a:pt x="7120" y="666"/>
                    <a:pt x="7129" y="666"/>
                  </a:cubicBezTo>
                  <a:cubicBezTo>
                    <a:pt x="7141" y="666"/>
                    <a:pt x="7176" y="699"/>
                    <a:pt x="7209" y="732"/>
                  </a:cubicBezTo>
                  <a:cubicBezTo>
                    <a:pt x="7249" y="772"/>
                    <a:pt x="7285" y="812"/>
                    <a:pt x="7303" y="812"/>
                  </a:cubicBezTo>
                  <a:cubicBezTo>
                    <a:pt x="7310" y="812"/>
                    <a:pt x="7314" y="805"/>
                    <a:pt x="7314" y="789"/>
                  </a:cubicBezTo>
                  <a:cubicBezTo>
                    <a:pt x="7344" y="750"/>
                    <a:pt x="7453" y="723"/>
                    <a:pt x="7546" y="723"/>
                  </a:cubicBezTo>
                  <a:cubicBezTo>
                    <a:pt x="7628" y="723"/>
                    <a:pt x="7699" y="744"/>
                    <a:pt x="7695" y="797"/>
                  </a:cubicBezTo>
                  <a:lnTo>
                    <a:pt x="7801" y="805"/>
                  </a:lnTo>
                  <a:cubicBezTo>
                    <a:pt x="7805" y="769"/>
                    <a:pt x="7839" y="758"/>
                    <a:pt x="7888" y="758"/>
                  </a:cubicBezTo>
                  <a:cubicBezTo>
                    <a:pt x="7928" y="758"/>
                    <a:pt x="7977" y="765"/>
                    <a:pt x="8028" y="773"/>
                  </a:cubicBezTo>
                  <a:cubicBezTo>
                    <a:pt x="8133" y="789"/>
                    <a:pt x="8190" y="797"/>
                    <a:pt x="8174" y="862"/>
                  </a:cubicBezTo>
                  <a:cubicBezTo>
                    <a:pt x="8137" y="889"/>
                    <a:pt x="8139" y="904"/>
                    <a:pt x="8169" y="904"/>
                  </a:cubicBezTo>
                  <a:cubicBezTo>
                    <a:pt x="8191" y="904"/>
                    <a:pt x="8230" y="895"/>
                    <a:pt x="8279" y="878"/>
                  </a:cubicBezTo>
                  <a:cubicBezTo>
                    <a:pt x="8281" y="878"/>
                    <a:pt x="8283" y="878"/>
                    <a:pt x="8285" y="878"/>
                  </a:cubicBezTo>
                  <a:cubicBezTo>
                    <a:pt x="8337" y="878"/>
                    <a:pt x="8401" y="795"/>
                    <a:pt x="8453" y="795"/>
                  </a:cubicBezTo>
                  <a:cubicBezTo>
                    <a:pt x="8457" y="795"/>
                    <a:pt x="8461" y="796"/>
                    <a:pt x="8465" y="797"/>
                  </a:cubicBezTo>
                  <a:cubicBezTo>
                    <a:pt x="8480" y="745"/>
                    <a:pt x="8536" y="707"/>
                    <a:pt x="8589" y="707"/>
                  </a:cubicBezTo>
                  <a:cubicBezTo>
                    <a:pt x="8594" y="707"/>
                    <a:pt x="8598" y="707"/>
                    <a:pt x="8603" y="708"/>
                  </a:cubicBezTo>
                  <a:lnTo>
                    <a:pt x="8587" y="764"/>
                  </a:lnTo>
                  <a:lnTo>
                    <a:pt x="8555" y="886"/>
                  </a:lnTo>
                  <a:cubicBezTo>
                    <a:pt x="8579" y="890"/>
                    <a:pt x="8602" y="895"/>
                    <a:pt x="8622" y="895"/>
                  </a:cubicBezTo>
                  <a:cubicBezTo>
                    <a:pt x="8649" y="895"/>
                    <a:pt x="8671" y="886"/>
                    <a:pt x="8684" y="854"/>
                  </a:cubicBezTo>
                  <a:cubicBezTo>
                    <a:pt x="8717" y="927"/>
                    <a:pt x="8774" y="935"/>
                    <a:pt x="8871" y="975"/>
                  </a:cubicBezTo>
                  <a:cubicBezTo>
                    <a:pt x="8945" y="1004"/>
                    <a:pt x="9016" y="1033"/>
                    <a:pt x="9077" y="1033"/>
                  </a:cubicBezTo>
                  <a:cubicBezTo>
                    <a:pt x="9102" y="1033"/>
                    <a:pt x="9125" y="1028"/>
                    <a:pt x="9147" y="1016"/>
                  </a:cubicBezTo>
                  <a:cubicBezTo>
                    <a:pt x="9159" y="1112"/>
                    <a:pt x="9335" y="1229"/>
                    <a:pt x="9464" y="1229"/>
                  </a:cubicBezTo>
                  <a:cubicBezTo>
                    <a:pt x="9498" y="1229"/>
                    <a:pt x="9528" y="1221"/>
                    <a:pt x="9552" y="1202"/>
                  </a:cubicBezTo>
                  <a:cubicBezTo>
                    <a:pt x="9560" y="1185"/>
                    <a:pt x="9572" y="1177"/>
                    <a:pt x="9584" y="1177"/>
                  </a:cubicBezTo>
                  <a:cubicBezTo>
                    <a:pt x="9607" y="1177"/>
                    <a:pt x="9633" y="1206"/>
                    <a:pt x="9649" y="1259"/>
                  </a:cubicBezTo>
                  <a:cubicBezTo>
                    <a:pt x="9660" y="1311"/>
                    <a:pt x="9663" y="1330"/>
                    <a:pt x="9684" y="1330"/>
                  </a:cubicBezTo>
                  <a:cubicBezTo>
                    <a:pt x="9696" y="1330"/>
                    <a:pt x="9713" y="1324"/>
                    <a:pt x="9738" y="1316"/>
                  </a:cubicBezTo>
                  <a:cubicBezTo>
                    <a:pt x="9748" y="1313"/>
                    <a:pt x="9757" y="1311"/>
                    <a:pt x="9765" y="1311"/>
                  </a:cubicBezTo>
                  <a:cubicBezTo>
                    <a:pt x="9823" y="1311"/>
                    <a:pt x="9838" y="1382"/>
                    <a:pt x="9852" y="1454"/>
                  </a:cubicBezTo>
                  <a:cubicBezTo>
                    <a:pt x="9832" y="1561"/>
                    <a:pt x="9861" y="1596"/>
                    <a:pt x="9918" y="1596"/>
                  </a:cubicBezTo>
                  <a:cubicBezTo>
                    <a:pt x="9930" y="1596"/>
                    <a:pt x="9943" y="1594"/>
                    <a:pt x="9957" y="1591"/>
                  </a:cubicBezTo>
                  <a:cubicBezTo>
                    <a:pt x="10047" y="1608"/>
                    <a:pt x="10136" y="1648"/>
                    <a:pt x="10201" y="1705"/>
                  </a:cubicBezTo>
                  <a:cubicBezTo>
                    <a:pt x="10271" y="1714"/>
                    <a:pt x="10315" y="1729"/>
                    <a:pt x="10339" y="1729"/>
                  </a:cubicBezTo>
                  <a:cubicBezTo>
                    <a:pt x="10360" y="1729"/>
                    <a:pt x="10366" y="1718"/>
                    <a:pt x="10363" y="1681"/>
                  </a:cubicBezTo>
                  <a:cubicBezTo>
                    <a:pt x="10395" y="1648"/>
                    <a:pt x="10444" y="1624"/>
                    <a:pt x="10484" y="1624"/>
                  </a:cubicBezTo>
                  <a:cubicBezTo>
                    <a:pt x="10575" y="1647"/>
                    <a:pt x="10583" y="1673"/>
                    <a:pt x="10565" y="1673"/>
                  </a:cubicBezTo>
                  <a:cubicBezTo>
                    <a:pt x="10557" y="1673"/>
                    <a:pt x="10545" y="1668"/>
                    <a:pt x="10533" y="1656"/>
                  </a:cubicBezTo>
                  <a:cubicBezTo>
                    <a:pt x="10505" y="1651"/>
                    <a:pt x="10486" y="1648"/>
                    <a:pt x="10472" y="1648"/>
                  </a:cubicBezTo>
                  <a:cubicBezTo>
                    <a:pt x="10422" y="1648"/>
                    <a:pt x="10452" y="1683"/>
                    <a:pt x="10452" y="1754"/>
                  </a:cubicBezTo>
                  <a:cubicBezTo>
                    <a:pt x="10468" y="1827"/>
                    <a:pt x="10509" y="1899"/>
                    <a:pt x="10574" y="1948"/>
                  </a:cubicBezTo>
                  <a:cubicBezTo>
                    <a:pt x="10614" y="1989"/>
                    <a:pt x="10695" y="2054"/>
                    <a:pt x="10728" y="2102"/>
                  </a:cubicBezTo>
                  <a:cubicBezTo>
                    <a:pt x="10777" y="2226"/>
                    <a:pt x="10812" y="2279"/>
                    <a:pt x="10844" y="2279"/>
                  </a:cubicBezTo>
                  <a:cubicBezTo>
                    <a:pt x="10854" y="2279"/>
                    <a:pt x="10864" y="2274"/>
                    <a:pt x="10873" y="2264"/>
                  </a:cubicBezTo>
                  <a:cubicBezTo>
                    <a:pt x="10894" y="2247"/>
                    <a:pt x="10910" y="2234"/>
                    <a:pt x="10922" y="2225"/>
                  </a:cubicBezTo>
                  <a:lnTo>
                    <a:pt x="10922" y="2225"/>
                  </a:lnTo>
                  <a:cubicBezTo>
                    <a:pt x="10884" y="2339"/>
                    <a:pt x="11225" y="2808"/>
                    <a:pt x="11349" y="2808"/>
                  </a:cubicBezTo>
                  <a:cubicBezTo>
                    <a:pt x="11350" y="2808"/>
                    <a:pt x="11351" y="2808"/>
                    <a:pt x="11352" y="2808"/>
                  </a:cubicBezTo>
                  <a:lnTo>
                    <a:pt x="11352" y="2808"/>
                  </a:lnTo>
                  <a:cubicBezTo>
                    <a:pt x="11339" y="2816"/>
                    <a:pt x="11321" y="2828"/>
                    <a:pt x="11303" y="2840"/>
                  </a:cubicBezTo>
                  <a:cubicBezTo>
                    <a:pt x="11246" y="2872"/>
                    <a:pt x="11279" y="2921"/>
                    <a:pt x="11328" y="3010"/>
                  </a:cubicBezTo>
                  <a:cubicBezTo>
                    <a:pt x="11433" y="3124"/>
                    <a:pt x="11514" y="3245"/>
                    <a:pt x="11587" y="3375"/>
                  </a:cubicBezTo>
                  <a:cubicBezTo>
                    <a:pt x="11678" y="3557"/>
                    <a:pt x="11719" y="3710"/>
                    <a:pt x="11770" y="3710"/>
                  </a:cubicBezTo>
                  <a:cubicBezTo>
                    <a:pt x="11774" y="3710"/>
                    <a:pt x="11778" y="3709"/>
                    <a:pt x="11782" y="3707"/>
                  </a:cubicBezTo>
                  <a:lnTo>
                    <a:pt x="11782" y="3707"/>
                  </a:lnTo>
                  <a:cubicBezTo>
                    <a:pt x="11806" y="3764"/>
                    <a:pt x="11806" y="3764"/>
                    <a:pt x="11749" y="3780"/>
                  </a:cubicBezTo>
                  <a:cubicBezTo>
                    <a:pt x="11731" y="3773"/>
                    <a:pt x="11718" y="3770"/>
                    <a:pt x="11709" y="3770"/>
                  </a:cubicBezTo>
                  <a:cubicBezTo>
                    <a:pt x="11678" y="3770"/>
                    <a:pt x="11696" y="3809"/>
                    <a:pt x="11709" y="3853"/>
                  </a:cubicBezTo>
                  <a:cubicBezTo>
                    <a:pt x="11717" y="3878"/>
                    <a:pt x="11735" y="3886"/>
                    <a:pt x="11758" y="3886"/>
                  </a:cubicBezTo>
                  <a:cubicBezTo>
                    <a:pt x="11782" y="3886"/>
                    <a:pt x="11810" y="3878"/>
                    <a:pt x="11838" y="3870"/>
                  </a:cubicBezTo>
                  <a:cubicBezTo>
                    <a:pt x="11847" y="3866"/>
                    <a:pt x="11855" y="3864"/>
                    <a:pt x="11862" y="3864"/>
                  </a:cubicBezTo>
                  <a:cubicBezTo>
                    <a:pt x="11901" y="3864"/>
                    <a:pt x="11914" y="3921"/>
                    <a:pt x="11887" y="4024"/>
                  </a:cubicBezTo>
                  <a:cubicBezTo>
                    <a:pt x="11863" y="4178"/>
                    <a:pt x="11903" y="4332"/>
                    <a:pt x="11984" y="4462"/>
                  </a:cubicBezTo>
                  <a:cubicBezTo>
                    <a:pt x="11992" y="4510"/>
                    <a:pt x="12000" y="4567"/>
                    <a:pt x="11944" y="4575"/>
                  </a:cubicBezTo>
                  <a:cubicBezTo>
                    <a:pt x="11863" y="4656"/>
                    <a:pt x="11879" y="4794"/>
                    <a:pt x="11976" y="4851"/>
                  </a:cubicBezTo>
                  <a:cubicBezTo>
                    <a:pt x="11984" y="4899"/>
                    <a:pt x="11984" y="4899"/>
                    <a:pt x="11919" y="4907"/>
                  </a:cubicBezTo>
                  <a:cubicBezTo>
                    <a:pt x="11863" y="4964"/>
                    <a:pt x="11806" y="4972"/>
                    <a:pt x="11928" y="5013"/>
                  </a:cubicBezTo>
                  <a:cubicBezTo>
                    <a:pt x="11992" y="5134"/>
                    <a:pt x="12000" y="5272"/>
                    <a:pt x="11936" y="5394"/>
                  </a:cubicBezTo>
                  <a:cubicBezTo>
                    <a:pt x="11928" y="5451"/>
                    <a:pt x="11928" y="5499"/>
                    <a:pt x="11984" y="5507"/>
                  </a:cubicBezTo>
                  <a:lnTo>
                    <a:pt x="12049" y="5507"/>
                  </a:lnTo>
                  <a:cubicBezTo>
                    <a:pt x="11919" y="5556"/>
                    <a:pt x="11919" y="5556"/>
                    <a:pt x="12041" y="5621"/>
                  </a:cubicBezTo>
                  <a:cubicBezTo>
                    <a:pt x="12098" y="5621"/>
                    <a:pt x="12098" y="5678"/>
                    <a:pt x="12033" y="5678"/>
                  </a:cubicBezTo>
                  <a:cubicBezTo>
                    <a:pt x="12000" y="5702"/>
                    <a:pt x="11976" y="5734"/>
                    <a:pt x="11968" y="5775"/>
                  </a:cubicBezTo>
                  <a:cubicBezTo>
                    <a:pt x="11968" y="5978"/>
                    <a:pt x="11952" y="6180"/>
                    <a:pt x="11919" y="6383"/>
                  </a:cubicBezTo>
                  <a:cubicBezTo>
                    <a:pt x="11830" y="6805"/>
                    <a:pt x="11798" y="6959"/>
                    <a:pt x="11863" y="6975"/>
                  </a:cubicBezTo>
                  <a:cubicBezTo>
                    <a:pt x="11903" y="7040"/>
                    <a:pt x="11903" y="7040"/>
                    <a:pt x="11838" y="7080"/>
                  </a:cubicBezTo>
                  <a:cubicBezTo>
                    <a:pt x="11782" y="7113"/>
                    <a:pt x="11749" y="7161"/>
                    <a:pt x="11741" y="7226"/>
                  </a:cubicBezTo>
                  <a:cubicBezTo>
                    <a:pt x="11734" y="7269"/>
                    <a:pt x="11727" y="7318"/>
                    <a:pt x="11681" y="7318"/>
                  </a:cubicBezTo>
                  <a:cubicBezTo>
                    <a:pt x="11675" y="7318"/>
                    <a:pt x="11668" y="7317"/>
                    <a:pt x="11660" y="7315"/>
                  </a:cubicBezTo>
                  <a:lnTo>
                    <a:pt x="11660" y="7315"/>
                  </a:lnTo>
                  <a:cubicBezTo>
                    <a:pt x="11709" y="7380"/>
                    <a:pt x="11709" y="7380"/>
                    <a:pt x="11700" y="7437"/>
                  </a:cubicBezTo>
                  <a:cubicBezTo>
                    <a:pt x="11694" y="7435"/>
                    <a:pt x="11688" y="7434"/>
                    <a:pt x="11682" y="7434"/>
                  </a:cubicBezTo>
                  <a:cubicBezTo>
                    <a:pt x="11641" y="7434"/>
                    <a:pt x="11633" y="7485"/>
                    <a:pt x="11676" y="7542"/>
                  </a:cubicBezTo>
                  <a:cubicBezTo>
                    <a:pt x="11743" y="7589"/>
                    <a:pt x="11767" y="7606"/>
                    <a:pt x="11747" y="7606"/>
                  </a:cubicBezTo>
                  <a:cubicBezTo>
                    <a:pt x="11736" y="7606"/>
                    <a:pt x="11710" y="7600"/>
                    <a:pt x="11668" y="7591"/>
                  </a:cubicBezTo>
                  <a:cubicBezTo>
                    <a:pt x="11667" y="7591"/>
                    <a:pt x="11665" y="7591"/>
                    <a:pt x="11663" y="7591"/>
                  </a:cubicBezTo>
                  <a:cubicBezTo>
                    <a:pt x="11613" y="7591"/>
                    <a:pt x="11538" y="7696"/>
                    <a:pt x="11567" y="7696"/>
                  </a:cubicBezTo>
                  <a:cubicBezTo>
                    <a:pt x="11572" y="7696"/>
                    <a:pt x="11578" y="7693"/>
                    <a:pt x="11587" y="7688"/>
                  </a:cubicBezTo>
                  <a:cubicBezTo>
                    <a:pt x="11644" y="7697"/>
                    <a:pt x="11619" y="7802"/>
                    <a:pt x="11668" y="7867"/>
                  </a:cubicBezTo>
                  <a:cubicBezTo>
                    <a:pt x="11661" y="7919"/>
                    <a:pt x="11646" y="7965"/>
                    <a:pt x="11599" y="7965"/>
                  </a:cubicBezTo>
                  <a:cubicBezTo>
                    <a:pt x="11595" y="7965"/>
                    <a:pt x="11591" y="7965"/>
                    <a:pt x="11587" y="7964"/>
                  </a:cubicBezTo>
                  <a:cubicBezTo>
                    <a:pt x="11522" y="8005"/>
                    <a:pt x="11522" y="8280"/>
                    <a:pt x="11571" y="8345"/>
                  </a:cubicBezTo>
                  <a:cubicBezTo>
                    <a:pt x="11620" y="8352"/>
                    <a:pt x="11620" y="8397"/>
                    <a:pt x="11576" y="8397"/>
                  </a:cubicBezTo>
                  <a:cubicBezTo>
                    <a:pt x="11570" y="8397"/>
                    <a:pt x="11563" y="8396"/>
                    <a:pt x="11555" y="8394"/>
                  </a:cubicBezTo>
                  <a:cubicBezTo>
                    <a:pt x="11550" y="8393"/>
                    <a:pt x="11546" y="8393"/>
                    <a:pt x="11543" y="8393"/>
                  </a:cubicBezTo>
                  <a:cubicBezTo>
                    <a:pt x="11497" y="8393"/>
                    <a:pt x="11488" y="8438"/>
                    <a:pt x="11473" y="8491"/>
                  </a:cubicBezTo>
                  <a:cubicBezTo>
                    <a:pt x="11502" y="8530"/>
                    <a:pt x="11494" y="8540"/>
                    <a:pt x="11471" y="8540"/>
                  </a:cubicBezTo>
                  <a:cubicBezTo>
                    <a:pt x="11455" y="8540"/>
                    <a:pt x="11432" y="8535"/>
                    <a:pt x="11409" y="8532"/>
                  </a:cubicBezTo>
                  <a:cubicBezTo>
                    <a:pt x="11394" y="8512"/>
                    <a:pt x="11382" y="8502"/>
                    <a:pt x="11373" y="8502"/>
                  </a:cubicBezTo>
                  <a:cubicBezTo>
                    <a:pt x="11353" y="8502"/>
                    <a:pt x="11344" y="8548"/>
                    <a:pt x="11328" y="8621"/>
                  </a:cubicBezTo>
                  <a:cubicBezTo>
                    <a:pt x="11376" y="8694"/>
                    <a:pt x="11328" y="8905"/>
                    <a:pt x="11295" y="9059"/>
                  </a:cubicBezTo>
                  <a:cubicBezTo>
                    <a:pt x="11238" y="9326"/>
                    <a:pt x="11287" y="9391"/>
                    <a:pt x="11384" y="9521"/>
                  </a:cubicBezTo>
                  <a:lnTo>
                    <a:pt x="11490" y="9594"/>
                  </a:lnTo>
                  <a:lnTo>
                    <a:pt x="11368" y="9569"/>
                  </a:lnTo>
                  <a:cubicBezTo>
                    <a:pt x="11311" y="9569"/>
                    <a:pt x="11246" y="9569"/>
                    <a:pt x="11182" y="9586"/>
                  </a:cubicBezTo>
                  <a:cubicBezTo>
                    <a:pt x="11173" y="9642"/>
                    <a:pt x="11230" y="9650"/>
                    <a:pt x="11287" y="9667"/>
                  </a:cubicBezTo>
                  <a:cubicBezTo>
                    <a:pt x="11352" y="9675"/>
                    <a:pt x="11336" y="9732"/>
                    <a:pt x="11255" y="9821"/>
                  </a:cubicBezTo>
                  <a:cubicBezTo>
                    <a:pt x="11173" y="9918"/>
                    <a:pt x="11165" y="9967"/>
                    <a:pt x="11214" y="10032"/>
                  </a:cubicBezTo>
                  <a:cubicBezTo>
                    <a:pt x="11206" y="10096"/>
                    <a:pt x="11173" y="10153"/>
                    <a:pt x="11117" y="10177"/>
                  </a:cubicBezTo>
                  <a:cubicBezTo>
                    <a:pt x="11109" y="10234"/>
                    <a:pt x="11109" y="10234"/>
                    <a:pt x="11165" y="10242"/>
                  </a:cubicBezTo>
                  <a:cubicBezTo>
                    <a:pt x="11222" y="10259"/>
                    <a:pt x="11214" y="10307"/>
                    <a:pt x="11141" y="10348"/>
                  </a:cubicBezTo>
                  <a:cubicBezTo>
                    <a:pt x="11019" y="10380"/>
                    <a:pt x="10987" y="10534"/>
                    <a:pt x="11044" y="10550"/>
                  </a:cubicBezTo>
                  <a:cubicBezTo>
                    <a:pt x="11101" y="10559"/>
                    <a:pt x="11092" y="10615"/>
                    <a:pt x="11076" y="10664"/>
                  </a:cubicBezTo>
                  <a:cubicBezTo>
                    <a:pt x="11060" y="10721"/>
                    <a:pt x="11068" y="10786"/>
                    <a:pt x="11101" y="10834"/>
                  </a:cubicBezTo>
                  <a:lnTo>
                    <a:pt x="11084" y="10940"/>
                  </a:lnTo>
                  <a:cubicBezTo>
                    <a:pt x="11080" y="10955"/>
                    <a:pt x="11073" y="10962"/>
                    <a:pt x="11066" y="10962"/>
                  </a:cubicBezTo>
                  <a:cubicBezTo>
                    <a:pt x="11046" y="10962"/>
                    <a:pt x="11024" y="10916"/>
                    <a:pt x="11036" y="10875"/>
                  </a:cubicBezTo>
                  <a:lnTo>
                    <a:pt x="11036" y="10875"/>
                  </a:lnTo>
                  <a:lnTo>
                    <a:pt x="10963" y="10915"/>
                  </a:lnTo>
                  <a:cubicBezTo>
                    <a:pt x="10938" y="11021"/>
                    <a:pt x="10930" y="11077"/>
                    <a:pt x="10979" y="11142"/>
                  </a:cubicBezTo>
                  <a:cubicBezTo>
                    <a:pt x="11046" y="11189"/>
                    <a:pt x="11070" y="11205"/>
                    <a:pt x="11048" y="11205"/>
                  </a:cubicBezTo>
                  <a:cubicBezTo>
                    <a:pt x="11035" y="11205"/>
                    <a:pt x="11007" y="11200"/>
                    <a:pt x="10963" y="11191"/>
                  </a:cubicBezTo>
                  <a:cubicBezTo>
                    <a:pt x="10958" y="11190"/>
                    <a:pt x="10953" y="11190"/>
                    <a:pt x="10948" y="11190"/>
                  </a:cubicBezTo>
                  <a:cubicBezTo>
                    <a:pt x="10896" y="11190"/>
                    <a:pt x="10845" y="11229"/>
                    <a:pt x="10882" y="11288"/>
                  </a:cubicBezTo>
                  <a:cubicBezTo>
                    <a:pt x="10978" y="11355"/>
                    <a:pt x="10932" y="11395"/>
                    <a:pt x="10880" y="11395"/>
                  </a:cubicBezTo>
                  <a:cubicBezTo>
                    <a:pt x="10875" y="11395"/>
                    <a:pt x="10870" y="11394"/>
                    <a:pt x="10865" y="11394"/>
                  </a:cubicBezTo>
                  <a:cubicBezTo>
                    <a:pt x="10827" y="11364"/>
                    <a:pt x="10802" y="11345"/>
                    <a:pt x="10790" y="11345"/>
                  </a:cubicBezTo>
                  <a:cubicBezTo>
                    <a:pt x="10770" y="11345"/>
                    <a:pt x="10787" y="11402"/>
                    <a:pt x="10833" y="11556"/>
                  </a:cubicBezTo>
                  <a:cubicBezTo>
                    <a:pt x="10809" y="11661"/>
                    <a:pt x="10825" y="11880"/>
                    <a:pt x="10784" y="12042"/>
                  </a:cubicBezTo>
                  <a:cubicBezTo>
                    <a:pt x="10744" y="12253"/>
                    <a:pt x="10719" y="12358"/>
                    <a:pt x="10655" y="12399"/>
                  </a:cubicBezTo>
                  <a:cubicBezTo>
                    <a:pt x="10647" y="12398"/>
                    <a:pt x="10640" y="12396"/>
                    <a:pt x="10634" y="12395"/>
                  </a:cubicBezTo>
                  <a:lnTo>
                    <a:pt x="10634" y="12395"/>
                  </a:lnTo>
                  <a:cubicBezTo>
                    <a:pt x="10706" y="12425"/>
                    <a:pt x="10691" y="12486"/>
                    <a:pt x="10663" y="12618"/>
                  </a:cubicBezTo>
                  <a:cubicBezTo>
                    <a:pt x="10590" y="12715"/>
                    <a:pt x="10590" y="12845"/>
                    <a:pt x="10655" y="12950"/>
                  </a:cubicBezTo>
                  <a:lnTo>
                    <a:pt x="10679" y="12845"/>
                  </a:lnTo>
                  <a:cubicBezTo>
                    <a:pt x="10792" y="12869"/>
                    <a:pt x="10784" y="12918"/>
                    <a:pt x="10703" y="13015"/>
                  </a:cubicBezTo>
                  <a:cubicBezTo>
                    <a:pt x="10699" y="13043"/>
                    <a:pt x="10676" y="13052"/>
                    <a:pt x="10647" y="13052"/>
                  </a:cubicBezTo>
                  <a:cubicBezTo>
                    <a:pt x="10624" y="13052"/>
                    <a:pt x="10598" y="13047"/>
                    <a:pt x="10574" y="13039"/>
                  </a:cubicBezTo>
                  <a:cubicBezTo>
                    <a:pt x="10568" y="13039"/>
                    <a:pt x="10562" y="13038"/>
                    <a:pt x="10556" y="13038"/>
                  </a:cubicBezTo>
                  <a:cubicBezTo>
                    <a:pt x="10506" y="13038"/>
                    <a:pt x="10458" y="13070"/>
                    <a:pt x="10436" y="13121"/>
                  </a:cubicBezTo>
                  <a:cubicBezTo>
                    <a:pt x="10430" y="13163"/>
                    <a:pt x="10419" y="13200"/>
                    <a:pt x="10444" y="13200"/>
                  </a:cubicBezTo>
                  <a:cubicBezTo>
                    <a:pt x="10453" y="13200"/>
                    <a:pt x="10466" y="13196"/>
                    <a:pt x="10484" y="13185"/>
                  </a:cubicBezTo>
                  <a:cubicBezTo>
                    <a:pt x="10541" y="13202"/>
                    <a:pt x="10541" y="13202"/>
                    <a:pt x="10533" y="13250"/>
                  </a:cubicBezTo>
                  <a:cubicBezTo>
                    <a:pt x="10509" y="13307"/>
                    <a:pt x="10517" y="13372"/>
                    <a:pt x="10557" y="13421"/>
                  </a:cubicBezTo>
                  <a:cubicBezTo>
                    <a:pt x="10614" y="13437"/>
                    <a:pt x="10606" y="13485"/>
                    <a:pt x="10590" y="13542"/>
                  </a:cubicBezTo>
                  <a:cubicBezTo>
                    <a:pt x="10549" y="13575"/>
                    <a:pt x="10509" y="13631"/>
                    <a:pt x="10501" y="13688"/>
                  </a:cubicBezTo>
                  <a:lnTo>
                    <a:pt x="10444" y="13672"/>
                  </a:lnTo>
                  <a:cubicBezTo>
                    <a:pt x="10395" y="13672"/>
                    <a:pt x="10355" y="13680"/>
                    <a:pt x="10314" y="13704"/>
                  </a:cubicBezTo>
                  <a:cubicBezTo>
                    <a:pt x="10306" y="13753"/>
                    <a:pt x="10363" y="13769"/>
                    <a:pt x="10363" y="13769"/>
                  </a:cubicBezTo>
                  <a:cubicBezTo>
                    <a:pt x="10419" y="13777"/>
                    <a:pt x="10152" y="15050"/>
                    <a:pt x="10119" y="15204"/>
                  </a:cubicBezTo>
                  <a:cubicBezTo>
                    <a:pt x="10048" y="15291"/>
                    <a:pt x="10014" y="15422"/>
                    <a:pt x="10053" y="15422"/>
                  </a:cubicBezTo>
                  <a:cubicBezTo>
                    <a:pt x="10057" y="15422"/>
                    <a:pt x="10064" y="15420"/>
                    <a:pt x="10071" y="15415"/>
                  </a:cubicBezTo>
                  <a:cubicBezTo>
                    <a:pt x="10136" y="15415"/>
                    <a:pt x="10071" y="15715"/>
                    <a:pt x="9998" y="16080"/>
                  </a:cubicBezTo>
                  <a:cubicBezTo>
                    <a:pt x="9965" y="16242"/>
                    <a:pt x="9933" y="16388"/>
                    <a:pt x="9909" y="16510"/>
                  </a:cubicBezTo>
                  <a:cubicBezTo>
                    <a:pt x="9722" y="16510"/>
                    <a:pt x="9617" y="16526"/>
                    <a:pt x="9633" y="16558"/>
                  </a:cubicBezTo>
                  <a:lnTo>
                    <a:pt x="9447" y="16558"/>
                  </a:lnTo>
                  <a:cubicBezTo>
                    <a:pt x="9341" y="16574"/>
                    <a:pt x="9236" y="16591"/>
                    <a:pt x="9130" y="16615"/>
                  </a:cubicBezTo>
                  <a:cubicBezTo>
                    <a:pt x="9102" y="16647"/>
                    <a:pt x="9070" y="16664"/>
                    <a:pt x="9052" y="16664"/>
                  </a:cubicBezTo>
                  <a:cubicBezTo>
                    <a:pt x="9035" y="16664"/>
                    <a:pt x="9033" y="16647"/>
                    <a:pt x="9065" y="16615"/>
                  </a:cubicBezTo>
                  <a:cubicBezTo>
                    <a:pt x="9057" y="16558"/>
                    <a:pt x="9049" y="16501"/>
                    <a:pt x="8984" y="16501"/>
                  </a:cubicBezTo>
                  <a:cubicBezTo>
                    <a:pt x="8977" y="16501"/>
                    <a:pt x="8971" y="16501"/>
                    <a:pt x="8965" y="16501"/>
                  </a:cubicBezTo>
                  <a:cubicBezTo>
                    <a:pt x="8864" y="16501"/>
                    <a:pt x="8871" y="16562"/>
                    <a:pt x="8871" y="16615"/>
                  </a:cubicBezTo>
                  <a:cubicBezTo>
                    <a:pt x="8871" y="16647"/>
                    <a:pt x="8847" y="16672"/>
                    <a:pt x="8814" y="16672"/>
                  </a:cubicBezTo>
                  <a:cubicBezTo>
                    <a:pt x="8765" y="16672"/>
                    <a:pt x="8765" y="16672"/>
                    <a:pt x="8765" y="16615"/>
                  </a:cubicBezTo>
                  <a:lnTo>
                    <a:pt x="8765" y="16493"/>
                  </a:lnTo>
                  <a:lnTo>
                    <a:pt x="8709" y="16493"/>
                  </a:lnTo>
                  <a:cubicBezTo>
                    <a:pt x="8709" y="16526"/>
                    <a:pt x="8684" y="16558"/>
                    <a:pt x="8652" y="16558"/>
                  </a:cubicBezTo>
                  <a:cubicBezTo>
                    <a:pt x="8603" y="16558"/>
                    <a:pt x="8603" y="16558"/>
                    <a:pt x="8603" y="16437"/>
                  </a:cubicBezTo>
                  <a:cubicBezTo>
                    <a:pt x="8603" y="16376"/>
                    <a:pt x="8589" y="16345"/>
                    <a:pt x="8569" y="16345"/>
                  </a:cubicBezTo>
                  <a:cubicBezTo>
                    <a:pt x="8549" y="16345"/>
                    <a:pt x="8522" y="16376"/>
                    <a:pt x="8498" y="16437"/>
                  </a:cubicBezTo>
                  <a:lnTo>
                    <a:pt x="8384" y="16493"/>
                  </a:lnTo>
                  <a:cubicBezTo>
                    <a:pt x="8369" y="16456"/>
                    <a:pt x="8348" y="16441"/>
                    <a:pt x="8324" y="16441"/>
                  </a:cubicBezTo>
                  <a:cubicBezTo>
                    <a:pt x="8271" y="16441"/>
                    <a:pt x="8207" y="16511"/>
                    <a:pt x="8174" y="16550"/>
                  </a:cubicBezTo>
                  <a:cubicBezTo>
                    <a:pt x="8145" y="16489"/>
                    <a:pt x="8117" y="16459"/>
                    <a:pt x="8089" y="16459"/>
                  </a:cubicBezTo>
                  <a:cubicBezTo>
                    <a:pt x="8062" y="16459"/>
                    <a:pt x="8036" y="16489"/>
                    <a:pt x="8011" y="16550"/>
                  </a:cubicBezTo>
                  <a:cubicBezTo>
                    <a:pt x="8011" y="16579"/>
                    <a:pt x="7997" y="16593"/>
                    <a:pt x="7976" y="16593"/>
                  </a:cubicBezTo>
                  <a:cubicBezTo>
                    <a:pt x="7955" y="16593"/>
                    <a:pt x="7926" y="16579"/>
                    <a:pt x="7898" y="16550"/>
                  </a:cubicBezTo>
                  <a:cubicBezTo>
                    <a:pt x="7849" y="16485"/>
                    <a:pt x="7793" y="16485"/>
                    <a:pt x="7687" y="16485"/>
                  </a:cubicBezTo>
                  <a:cubicBezTo>
                    <a:pt x="7642" y="16537"/>
                    <a:pt x="7389" y="16542"/>
                    <a:pt x="7069" y="16542"/>
                  </a:cubicBezTo>
                  <a:cubicBezTo>
                    <a:pt x="6990" y="16542"/>
                    <a:pt x="6906" y="16542"/>
                    <a:pt x="6820" y="16542"/>
                  </a:cubicBezTo>
                  <a:cubicBezTo>
                    <a:pt x="6686" y="16540"/>
                    <a:pt x="6565" y="16538"/>
                    <a:pt x="6459" y="16538"/>
                  </a:cubicBezTo>
                  <a:cubicBezTo>
                    <a:pt x="6180" y="16538"/>
                    <a:pt x="6009" y="16549"/>
                    <a:pt x="6009" y="16591"/>
                  </a:cubicBezTo>
                  <a:cubicBezTo>
                    <a:pt x="5960" y="16591"/>
                    <a:pt x="5960" y="16591"/>
                    <a:pt x="5903" y="16534"/>
                  </a:cubicBezTo>
                  <a:cubicBezTo>
                    <a:pt x="5903" y="16507"/>
                    <a:pt x="5893" y="16491"/>
                    <a:pt x="5878" y="16491"/>
                  </a:cubicBezTo>
                  <a:cubicBezTo>
                    <a:pt x="5857" y="16491"/>
                    <a:pt x="5826" y="16520"/>
                    <a:pt x="5798" y="16591"/>
                  </a:cubicBezTo>
                  <a:cubicBezTo>
                    <a:pt x="5765" y="16624"/>
                    <a:pt x="5751" y="16660"/>
                    <a:pt x="5745" y="16660"/>
                  </a:cubicBezTo>
                  <a:cubicBezTo>
                    <a:pt x="5741" y="16660"/>
                    <a:pt x="5741" y="16641"/>
                    <a:pt x="5741" y="16591"/>
                  </a:cubicBezTo>
                  <a:cubicBezTo>
                    <a:pt x="5741" y="16534"/>
                    <a:pt x="5636" y="16534"/>
                    <a:pt x="5417" y="16526"/>
                  </a:cubicBezTo>
                  <a:cubicBezTo>
                    <a:pt x="5255" y="16526"/>
                    <a:pt x="5044" y="16526"/>
                    <a:pt x="5044" y="16583"/>
                  </a:cubicBezTo>
                  <a:cubicBezTo>
                    <a:pt x="4987" y="16615"/>
                    <a:pt x="4959" y="16631"/>
                    <a:pt x="4952" y="16631"/>
                  </a:cubicBezTo>
                  <a:cubicBezTo>
                    <a:pt x="4945" y="16631"/>
                    <a:pt x="4959" y="16615"/>
                    <a:pt x="4987" y="16583"/>
                  </a:cubicBezTo>
                  <a:cubicBezTo>
                    <a:pt x="5022" y="16512"/>
                    <a:pt x="4930" y="16460"/>
                    <a:pt x="4815" y="16460"/>
                  </a:cubicBezTo>
                  <a:cubicBezTo>
                    <a:pt x="4746" y="16460"/>
                    <a:pt x="4668" y="16480"/>
                    <a:pt x="4606" y="16526"/>
                  </a:cubicBezTo>
                  <a:cubicBezTo>
                    <a:pt x="4558" y="16526"/>
                    <a:pt x="4501" y="16518"/>
                    <a:pt x="4501" y="16461"/>
                  </a:cubicBezTo>
                  <a:cubicBezTo>
                    <a:pt x="4412" y="16461"/>
                    <a:pt x="4314" y="16477"/>
                    <a:pt x="4233" y="16518"/>
                  </a:cubicBezTo>
                  <a:lnTo>
                    <a:pt x="3852" y="16518"/>
                  </a:lnTo>
                  <a:cubicBezTo>
                    <a:pt x="3779" y="16518"/>
                    <a:pt x="3706" y="16542"/>
                    <a:pt x="3641" y="16574"/>
                  </a:cubicBezTo>
                  <a:lnTo>
                    <a:pt x="3585" y="16574"/>
                  </a:lnTo>
                  <a:cubicBezTo>
                    <a:pt x="3585" y="16518"/>
                    <a:pt x="3317" y="16510"/>
                    <a:pt x="2936" y="16510"/>
                  </a:cubicBezTo>
                  <a:cubicBezTo>
                    <a:pt x="2563" y="16510"/>
                    <a:pt x="2239" y="16501"/>
                    <a:pt x="2182" y="16445"/>
                  </a:cubicBezTo>
                  <a:cubicBezTo>
                    <a:pt x="2141" y="16445"/>
                    <a:pt x="2101" y="16469"/>
                    <a:pt x="2077" y="16501"/>
                  </a:cubicBezTo>
                  <a:cubicBezTo>
                    <a:pt x="2044" y="16572"/>
                    <a:pt x="2011" y="16601"/>
                    <a:pt x="1980" y="16601"/>
                  </a:cubicBezTo>
                  <a:cubicBezTo>
                    <a:pt x="1957" y="16601"/>
                    <a:pt x="1935" y="16586"/>
                    <a:pt x="1914" y="16558"/>
                  </a:cubicBezTo>
                  <a:cubicBezTo>
                    <a:pt x="1878" y="16497"/>
                    <a:pt x="1815" y="16467"/>
                    <a:pt x="1752" y="16467"/>
                  </a:cubicBezTo>
                  <a:cubicBezTo>
                    <a:pt x="1689" y="16467"/>
                    <a:pt x="1627" y="16497"/>
                    <a:pt x="1590" y="16558"/>
                  </a:cubicBezTo>
                  <a:cubicBezTo>
                    <a:pt x="1590" y="16543"/>
                    <a:pt x="1590" y="16522"/>
                    <a:pt x="1590" y="16501"/>
                  </a:cubicBezTo>
                  <a:cubicBezTo>
                    <a:pt x="1568" y="16454"/>
                    <a:pt x="1530" y="16434"/>
                    <a:pt x="1488" y="16434"/>
                  </a:cubicBezTo>
                  <a:cubicBezTo>
                    <a:pt x="1423" y="16434"/>
                    <a:pt x="1349" y="16484"/>
                    <a:pt x="1314" y="16558"/>
                  </a:cubicBezTo>
                  <a:cubicBezTo>
                    <a:pt x="1280" y="16512"/>
                    <a:pt x="1241" y="16470"/>
                    <a:pt x="1204" y="16470"/>
                  </a:cubicBezTo>
                  <a:cubicBezTo>
                    <a:pt x="1189" y="16470"/>
                    <a:pt x="1174" y="16477"/>
                    <a:pt x="1160" y="16493"/>
                  </a:cubicBezTo>
                  <a:cubicBezTo>
                    <a:pt x="1104" y="16493"/>
                    <a:pt x="1104" y="16493"/>
                    <a:pt x="1104" y="16372"/>
                  </a:cubicBezTo>
                  <a:cubicBezTo>
                    <a:pt x="1104" y="16315"/>
                    <a:pt x="1104" y="16258"/>
                    <a:pt x="1047" y="16258"/>
                  </a:cubicBezTo>
                  <a:cubicBezTo>
                    <a:pt x="1044" y="16258"/>
                    <a:pt x="1041" y="16258"/>
                    <a:pt x="1039" y="16258"/>
                  </a:cubicBezTo>
                  <a:cubicBezTo>
                    <a:pt x="998" y="16258"/>
                    <a:pt x="998" y="16318"/>
                    <a:pt x="998" y="16372"/>
                  </a:cubicBezTo>
                  <a:lnTo>
                    <a:pt x="885" y="16372"/>
                  </a:lnTo>
                  <a:cubicBezTo>
                    <a:pt x="852" y="16372"/>
                    <a:pt x="828" y="16396"/>
                    <a:pt x="836" y="16429"/>
                  </a:cubicBezTo>
                  <a:cubicBezTo>
                    <a:pt x="836" y="16493"/>
                    <a:pt x="779" y="16493"/>
                    <a:pt x="723" y="16493"/>
                  </a:cubicBezTo>
                  <a:cubicBezTo>
                    <a:pt x="723" y="16474"/>
                    <a:pt x="718" y="16466"/>
                    <a:pt x="714" y="16466"/>
                  </a:cubicBezTo>
                  <a:cubicBezTo>
                    <a:pt x="702" y="16466"/>
                    <a:pt x="688" y="16510"/>
                    <a:pt x="723" y="16550"/>
                  </a:cubicBezTo>
                  <a:cubicBezTo>
                    <a:pt x="723" y="16607"/>
                    <a:pt x="723" y="16672"/>
                    <a:pt x="674" y="16672"/>
                  </a:cubicBezTo>
                  <a:cubicBezTo>
                    <a:pt x="674" y="16672"/>
                    <a:pt x="674" y="16729"/>
                    <a:pt x="666" y="16793"/>
                  </a:cubicBezTo>
                  <a:cubicBezTo>
                    <a:pt x="666" y="16907"/>
                    <a:pt x="666" y="16972"/>
                    <a:pt x="779" y="17028"/>
                  </a:cubicBezTo>
                  <a:cubicBezTo>
                    <a:pt x="903" y="17066"/>
                    <a:pt x="1009" y="17102"/>
                    <a:pt x="1076" y="17102"/>
                  </a:cubicBezTo>
                  <a:cubicBezTo>
                    <a:pt x="1124" y="17102"/>
                    <a:pt x="1152" y="17084"/>
                    <a:pt x="1152" y="17037"/>
                  </a:cubicBezTo>
                  <a:cubicBezTo>
                    <a:pt x="1177" y="16996"/>
                    <a:pt x="1219" y="16976"/>
                    <a:pt x="1262" y="16976"/>
                  </a:cubicBezTo>
                  <a:cubicBezTo>
                    <a:pt x="1304" y="16976"/>
                    <a:pt x="1347" y="16996"/>
                    <a:pt x="1371" y="17037"/>
                  </a:cubicBezTo>
                  <a:cubicBezTo>
                    <a:pt x="1371" y="17093"/>
                    <a:pt x="1582" y="17093"/>
                    <a:pt x="1858" y="17101"/>
                  </a:cubicBezTo>
                  <a:cubicBezTo>
                    <a:pt x="2174" y="17101"/>
                    <a:pt x="2336" y="17101"/>
                    <a:pt x="2393" y="17166"/>
                  </a:cubicBezTo>
                  <a:cubicBezTo>
                    <a:pt x="2417" y="17199"/>
                    <a:pt x="2458" y="17215"/>
                    <a:pt x="2498" y="17223"/>
                  </a:cubicBezTo>
                  <a:cubicBezTo>
                    <a:pt x="2498" y="17166"/>
                    <a:pt x="2822" y="17166"/>
                    <a:pt x="3204" y="17166"/>
                  </a:cubicBezTo>
                  <a:cubicBezTo>
                    <a:pt x="3306" y="17169"/>
                    <a:pt x="3409" y="17170"/>
                    <a:pt x="3504" y="17170"/>
                  </a:cubicBezTo>
                  <a:cubicBezTo>
                    <a:pt x="3757" y="17170"/>
                    <a:pt x="3958" y="17159"/>
                    <a:pt x="3958" y="17118"/>
                  </a:cubicBezTo>
                  <a:lnTo>
                    <a:pt x="4063" y="17118"/>
                  </a:lnTo>
                  <a:cubicBezTo>
                    <a:pt x="4063" y="17174"/>
                    <a:pt x="4176" y="17174"/>
                    <a:pt x="4282" y="17174"/>
                  </a:cubicBezTo>
                  <a:cubicBezTo>
                    <a:pt x="4347" y="17142"/>
                    <a:pt x="4420" y="17126"/>
                    <a:pt x="4501" y="17118"/>
                  </a:cubicBezTo>
                  <a:cubicBezTo>
                    <a:pt x="4501" y="17183"/>
                    <a:pt x="4549" y="17183"/>
                    <a:pt x="4655" y="17183"/>
                  </a:cubicBezTo>
                  <a:cubicBezTo>
                    <a:pt x="4768" y="17183"/>
                    <a:pt x="4817" y="17183"/>
                    <a:pt x="4817" y="17126"/>
                  </a:cubicBezTo>
                  <a:cubicBezTo>
                    <a:pt x="4843" y="17125"/>
                    <a:pt x="4868" y="17124"/>
                    <a:pt x="4894" y="17124"/>
                  </a:cubicBezTo>
                  <a:cubicBezTo>
                    <a:pt x="5071" y="17124"/>
                    <a:pt x="5247" y="17148"/>
                    <a:pt x="5417" y="17191"/>
                  </a:cubicBezTo>
                  <a:cubicBezTo>
                    <a:pt x="5431" y="17207"/>
                    <a:pt x="5446" y="17214"/>
                    <a:pt x="5461" y="17214"/>
                  </a:cubicBezTo>
                  <a:cubicBezTo>
                    <a:pt x="5498" y="17214"/>
                    <a:pt x="5539" y="17172"/>
                    <a:pt x="5579" y="17126"/>
                  </a:cubicBezTo>
                  <a:cubicBezTo>
                    <a:pt x="5579" y="17069"/>
                    <a:pt x="5628" y="17020"/>
                    <a:pt x="5685" y="17012"/>
                  </a:cubicBezTo>
                  <a:lnTo>
                    <a:pt x="5685" y="17134"/>
                  </a:lnTo>
                  <a:cubicBezTo>
                    <a:pt x="5628" y="17191"/>
                    <a:pt x="5628" y="17191"/>
                    <a:pt x="5741" y="17191"/>
                  </a:cubicBezTo>
                  <a:lnTo>
                    <a:pt x="5847" y="17191"/>
                  </a:lnTo>
                  <a:cubicBezTo>
                    <a:pt x="5847" y="17134"/>
                    <a:pt x="6114" y="17134"/>
                    <a:pt x="6495" y="17134"/>
                  </a:cubicBezTo>
                  <a:cubicBezTo>
                    <a:pt x="6629" y="17136"/>
                    <a:pt x="6738" y="17138"/>
                    <a:pt x="6826" y="17138"/>
                  </a:cubicBezTo>
                  <a:cubicBezTo>
                    <a:pt x="7059" y="17138"/>
                    <a:pt x="7144" y="17126"/>
                    <a:pt x="7144" y="17085"/>
                  </a:cubicBezTo>
                  <a:cubicBezTo>
                    <a:pt x="7144" y="17053"/>
                    <a:pt x="7156" y="17037"/>
                    <a:pt x="7189" y="17037"/>
                  </a:cubicBezTo>
                  <a:cubicBezTo>
                    <a:pt x="7221" y="17037"/>
                    <a:pt x="7274" y="17053"/>
                    <a:pt x="7355" y="17085"/>
                  </a:cubicBezTo>
                  <a:cubicBezTo>
                    <a:pt x="7562" y="17199"/>
                    <a:pt x="7637" y="17240"/>
                    <a:pt x="7679" y="17240"/>
                  </a:cubicBezTo>
                  <a:cubicBezTo>
                    <a:pt x="7702" y="17240"/>
                    <a:pt x="7715" y="17227"/>
                    <a:pt x="7736" y="17207"/>
                  </a:cubicBezTo>
                  <a:cubicBezTo>
                    <a:pt x="7679" y="17207"/>
                    <a:pt x="7679" y="17150"/>
                    <a:pt x="7679" y="17085"/>
                  </a:cubicBezTo>
                  <a:cubicBezTo>
                    <a:pt x="7679" y="17024"/>
                    <a:pt x="7693" y="16994"/>
                    <a:pt x="7713" y="16994"/>
                  </a:cubicBezTo>
                  <a:cubicBezTo>
                    <a:pt x="7734" y="16994"/>
                    <a:pt x="7760" y="17024"/>
                    <a:pt x="7784" y="17085"/>
                  </a:cubicBezTo>
                  <a:cubicBezTo>
                    <a:pt x="7784" y="17133"/>
                    <a:pt x="7910" y="17153"/>
                    <a:pt x="8066" y="17153"/>
                  </a:cubicBezTo>
                  <a:cubicBezTo>
                    <a:pt x="8306" y="17153"/>
                    <a:pt x="8618" y="17105"/>
                    <a:pt x="8652" y="17037"/>
                  </a:cubicBezTo>
                  <a:lnTo>
                    <a:pt x="8652" y="17093"/>
                  </a:lnTo>
                  <a:cubicBezTo>
                    <a:pt x="8652" y="17158"/>
                    <a:pt x="8701" y="17158"/>
                    <a:pt x="8928" y="17158"/>
                  </a:cubicBezTo>
                  <a:lnTo>
                    <a:pt x="9211" y="17158"/>
                  </a:lnTo>
                  <a:cubicBezTo>
                    <a:pt x="9205" y="17108"/>
                    <a:pt x="9296" y="17089"/>
                    <a:pt x="9408" y="17089"/>
                  </a:cubicBezTo>
                  <a:cubicBezTo>
                    <a:pt x="9565" y="17089"/>
                    <a:pt x="9760" y="17125"/>
                    <a:pt x="9779" y="17158"/>
                  </a:cubicBezTo>
                  <a:cubicBezTo>
                    <a:pt x="9901" y="17223"/>
                    <a:pt x="9909" y="17223"/>
                    <a:pt x="10103" y="17223"/>
                  </a:cubicBezTo>
                  <a:cubicBezTo>
                    <a:pt x="10195" y="17181"/>
                    <a:pt x="10293" y="17157"/>
                    <a:pt x="10392" y="17157"/>
                  </a:cubicBezTo>
                  <a:cubicBezTo>
                    <a:pt x="10407" y="17157"/>
                    <a:pt x="10421" y="17157"/>
                    <a:pt x="10436" y="17158"/>
                  </a:cubicBezTo>
                  <a:cubicBezTo>
                    <a:pt x="10472" y="16975"/>
                    <a:pt x="10529" y="16837"/>
                    <a:pt x="10564" y="16837"/>
                  </a:cubicBezTo>
                  <a:cubicBezTo>
                    <a:pt x="10567" y="16837"/>
                    <a:pt x="10570" y="16839"/>
                    <a:pt x="10574" y="16842"/>
                  </a:cubicBezTo>
                  <a:lnTo>
                    <a:pt x="10614" y="16647"/>
                  </a:lnTo>
                  <a:cubicBezTo>
                    <a:pt x="10590" y="16510"/>
                    <a:pt x="10598" y="16372"/>
                    <a:pt x="10638" y="16234"/>
                  </a:cubicBezTo>
                  <a:cubicBezTo>
                    <a:pt x="10683" y="16017"/>
                    <a:pt x="10703" y="15911"/>
                    <a:pt x="10673" y="15911"/>
                  </a:cubicBezTo>
                  <a:cubicBezTo>
                    <a:pt x="10665" y="15911"/>
                    <a:pt x="10654" y="15918"/>
                    <a:pt x="10638" y="15934"/>
                  </a:cubicBezTo>
                  <a:cubicBezTo>
                    <a:pt x="10582" y="15910"/>
                    <a:pt x="10525" y="15893"/>
                    <a:pt x="10541" y="15804"/>
                  </a:cubicBezTo>
                  <a:lnTo>
                    <a:pt x="10541" y="15804"/>
                  </a:lnTo>
                  <a:lnTo>
                    <a:pt x="10598" y="15829"/>
                  </a:lnTo>
                  <a:cubicBezTo>
                    <a:pt x="10600" y="15829"/>
                    <a:pt x="10601" y="15829"/>
                    <a:pt x="10603" y="15829"/>
                  </a:cubicBezTo>
                  <a:cubicBezTo>
                    <a:pt x="10633" y="15829"/>
                    <a:pt x="10656" y="15765"/>
                    <a:pt x="10687" y="15658"/>
                  </a:cubicBezTo>
                  <a:cubicBezTo>
                    <a:pt x="10711" y="15585"/>
                    <a:pt x="10728" y="15504"/>
                    <a:pt x="10752" y="15391"/>
                  </a:cubicBezTo>
                  <a:cubicBezTo>
                    <a:pt x="10809" y="15131"/>
                    <a:pt x="10833" y="15026"/>
                    <a:pt x="10898" y="14985"/>
                  </a:cubicBezTo>
                  <a:lnTo>
                    <a:pt x="10849" y="14920"/>
                  </a:lnTo>
                  <a:cubicBezTo>
                    <a:pt x="10806" y="14863"/>
                    <a:pt x="10814" y="14812"/>
                    <a:pt x="10855" y="14812"/>
                  </a:cubicBezTo>
                  <a:cubicBezTo>
                    <a:pt x="10861" y="14812"/>
                    <a:pt x="10867" y="14813"/>
                    <a:pt x="10873" y="14815"/>
                  </a:cubicBezTo>
                  <a:cubicBezTo>
                    <a:pt x="10946" y="14775"/>
                    <a:pt x="10987" y="14564"/>
                    <a:pt x="10955" y="14442"/>
                  </a:cubicBezTo>
                  <a:lnTo>
                    <a:pt x="10971" y="14337"/>
                  </a:lnTo>
                  <a:cubicBezTo>
                    <a:pt x="11101" y="14312"/>
                    <a:pt x="11133" y="14150"/>
                    <a:pt x="11028" y="14077"/>
                  </a:cubicBezTo>
                  <a:lnTo>
                    <a:pt x="11028" y="14077"/>
                  </a:lnTo>
                  <a:cubicBezTo>
                    <a:pt x="11032" y="14078"/>
                    <a:pt x="11037" y="14078"/>
                    <a:pt x="11041" y="14078"/>
                  </a:cubicBezTo>
                  <a:cubicBezTo>
                    <a:pt x="11094" y="14078"/>
                    <a:pt x="11101" y="14033"/>
                    <a:pt x="11109" y="13980"/>
                  </a:cubicBezTo>
                  <a:cubicBezTo>
                    <a:pt x="11077" y="13869"/>
                    <a:pt x="11115" y="13664"/>
                    <a:pt x="11178" y="13664"/>
                  </a:cubicBezTo>
                  <a:cubicBezTo>
                    <a:pt x="11179" y="13664"/>
                    <a:pt x="11180" y="13664"/>
                    <a:pt x="11182" y="13664"/>
                  </a:cubicBezTo>
                  <a:lnTo>
                    <a:pt x="11190" y="13615"/>
                  </a:lnTo>
                  <a:cubicBezTo>
                    <a:pt x="11157" y="13566"/>
                    <a:pt x="11141" y="13502"/>
                    <a:pt x="11165" y="13445"/>
                  </a:cubicBezTo>
                  <a:cubicBezTo>
                    <a:pt x="11182" y="13388"/>
                    <a:pt x="11173" y="13323"/>
                    <a:pt x="11141" y="13275"/>
                  </a:cubicBezTo>
                  <a:cubicBezTo>
                    <a:pt x="11109" y="13242"/>
                    <a:pt x="11101" y="13194"/>
                    <a:pt x="11101" y="13153"/>
                  </a:cubicBezTo>
                  <a:cubicBezTo>
                    <a:pt x="11104" y="13141"/>
                    <a:pt x="11110" y="13136"/>
                    <a:pt x="11118" y="13136"/>
                  </a:cubicBezTo>
                  <a:cubicBezTo>
                    <a:pt x="11140" y="13136"/>
                    <a:pt x="11175" y="13185"/>
                    <a:pt x="11206" y="13234"/>
                  </a:cubicBezTo>
                  <a:cubicBezTo>
                    <a:pt x="11216" y="13261"/>
                    <a:pt x="11225" y="13273"/>
                    <a:pt x="11232" y="13273"/>
                  </a:cubicBezTo>
                  <a:cubicBezTo>
                    <a:pt x="11255" y="13273"/>
                    <a:pt x="11260" y="13149"/>
                    <a:pt x="11198" y="13007"/>
                  </a:cubicBezTo>
                  <a:cubicBezTo>
                    <a:pt x="11150" y="12911"/>
                    <a:pt x="11128" y="12866"/>
                    <a:pt x="11133" y="12866"/>
                  </a:cubicBezTo>
                  <a:cubicBezTo>
                    <a:pt x="11137" y="12866"/>
                    <a:pt x="11161" y="12899"/>
                    <a:pt x="11206" y="12958"/>
                  </a:cubicBezTo>
                  <a:cubicBezTo>
                    <a:pt x="11235" y="12997"/>
                    <a:pt x="11263" y="13035"/>
                    <a:pt x="11274" y="13035"/>
                  </a:cubicBezTo>
                  <a:cubicBezTo>
                    <a:pt x="11281" y="13035"/>
                    <a:pt x="11279" y="13016"/>
                    <a:pt x="11263" y="12967"/>
                  </a:cubicBezTo>
                  <a:cubicBezTo>
                    <a:pt x="11263" y="12967"/>
                    <a:pt x="11287" y="12861"/>
                    <a:pt x="11230" y="12853"/>
                  </a:cubicBezTo>
                  <a:lnTo>
                    <a:pt x="11263" y="12691"/>
                  </a:lnTo>
                  <a:cubicBezTo>
                    <a:pt x="11319" y="12634"/>
                    <a:pt x="11352" y="12569"/>
                    <a:pt x="11368" y="12496"/>
                  </a:cubicBezTo>
                  <a:cubicBezTo>
                    <a:pt x="11319" y="12423"/>
                    <a:pt x="11319" y="12423"/>
                    <a:pt x="11384" y="12383"/>
                  </a:cubicBezTo>
                  <a:cubicBezTo>
                    <a:pt x="11392" y="12385"/>
                    <a:pt x="11399" y="12386"/>
                    <a:pt x="11405" y="12386"/>
                  </a:cubicBezTo>
                  <a:cubicBezTo>
                    <a:pt x="11449" y="12386"/>
                    <a:pt x="11443" y="12339"/>
                    <a:pt x="11344" y="12318"/>
                  </a:cubicBezTo>
                  <a:cubicBezTo>
                    <a:pt x="11287" y="12269"/>
                    <a:pt x="11303" y="12188"/>
                    <a:pt x="11376" y="12164"/>
                  </a:cubicBezTo>
                  <a:cubicBezTo>
                    <a:pt x="11396" y="12168"/>
                    <a:pt x="11413" y="12170"/>
                    <a:pt x="11426" y="12170"/>
                  </a:cubicBezTo>
                  <a:cubicBezTo>
                    <a:pt x="11491" y="12170"/>
                    <a:pt x="11488" y="12130"/>
                    <a:pt x="11441" y="12123"/>
                  </a:cubicBezTo>
                  <a:cubicBezTo>
                    <a:pt x="11417" y="12091"/>
                    <a:pt x="11400" y="12050"/>
                    <a:pt x="11409" y="12002"/>
                  </a:cubicBezTo>
                  <a:lnTo>
                    <a:pt x="11409" y="12002"/>
                  </a:lnTo>
                  <a:cubicBezTo>
                    <a:pt x="11410" y="12002"/>
                    <a:pt x="11410" y="12002"/>
                    <a:pt x="11411" y="12002"/>
                  </a:cubicBezTo>
                  <a:cubicBezTo>
                    <a:pt x="11469" y="12002"/>
                    <a:pt x="11564" y="11532"/>
                    <a:pt x="11668" y="11069"/>
                  </a:cubicBezTo>
                  <a:cubicBezTo>
                    <a:pt x="11668" y="11004"/>
                    <a:pt x="11628" y="10948"/>
                    <a:pt x="11571" y="10940"/>
                  </a:cubicBezTo>
                  <a:cubicBezTo>
                    <a:pt x="11457" y="10915"/>
                    <a:pt x="11514" y="10923"/>
                    <a:pt x="11579" y="10883"/>
                  </a:cubicBezTo>
                  <a:cubicBezTo>
                    <a:pt x="11752" y="10868"/>
                    <a:pt x="11785" y="10776"/>
                    <a:pt x="11640" y="10776"/>
                  </a:cubicBezTo>
                  <a:cubicBezTo>
                    <a:pt x="11629" y="10776"/>
                    <a:pt x="11616" y="10776"/>
                    <a:pt x="11603" y="10777"/>
                  </a:cubicBezTo>
                  <a:cubicBezTo>
                    <a:pt x="11553" y="10790"/>
                    <a:pt x="11522" y="10798"/>
                    <a:pt x="11512" y="10798"/>
                  </a:cubicBezTo>
                  <a:cubicBezTo>
                    <a:pt x="11495" y="10798"/>
                    <a:pt x="11530" y="10778"/>
                    <a:pt x="11619" y="10729"/>
                  </a:cubicBezTo>
                  <a:cubicBezTo>
                    <a:pt x="11684" y="10688"/>
                    <a:pt x="11684" y="10688"/>
                    <a:pt x="11636" y="10623"/>
                  </a:cubicBezTo>
                  <a:cubicBezTo>
                    <a:pt x="11583" y="10608"/>
                    <a:pt x="11586" y="10566"/>
                    <a:pt x="11638" y="10566"/>
                  </a:cubicBezTo>
                  <a:cubicBezTo>
                    <a:pt x="11642" y="10566"/>
                    <a:pt x="11647" y="10566"/>
                    <a:pt x="11652" y="10567"/>
                  </a:cubicBezTo>
                  <a:cubicBezTo>
                    <a:pt x="11717" y="10526"/>
                    <a:pt x="11790" y="10486"/>
                    <a:pt x="11733" y="10477"/>
                  </a:cubicBezTo>
                  <a:cubicBezTo>
                    <a:pt x="11741" y="10437"/>
                    <a:pt x="11773" y="10396"/>
                    <a:pt x="11814" y="10380"/>
                  </a:cubicBezTo>
                  <a:cubicBezTo>
                    <a:pt x="11879" y="10340"/>
                    <a:pt x="11830" y="10275"/>
                    <a:pt x="11790" y="10210"/>
                  </a:cubicBezTo>
                  <a:cubicBezTo>
                    <a:pt x="11727" y="10085"/>
                    <a:pt x="11716" y="10020"/>
                    <a:pt x="11752" y="10020"/>
                  </a:cubicBezTo>
                  <a:cubicBezTo>
                    <a:pt x="11767" y="10020"/>
                    <a:pt x="11791" y="10032"/>
                    <a:pt x="11822" y="10056"/>
                  </a:cubicBezTo>
                  <a:cubicBezTo>
                    <a:pt x="11834" y="10064"/>
                    <a:pt x="11845" y="10068"/>
                    <a:pt x="11854" y="10068"/>
                  </a:cubicBezTo>
                  <a:cubicBezTo>
                    <a:pt x="11924" y="10068"/>
                    <a:pt x="11907" y="9844"/>
                    <a:pt x="11814" y="9772"/>
                  </a:cubicBezTo>
                  <a:cubicBezTo>
                    <a:pt x="11735" y="9717"/>
                    <a:pt x="11715" y="9704"/>
                    <a:pt x="11738" y="9704"/>
                  </a:cubicBezTo>
                  <a:cubicBezTo>
                    <a:pt x="11745" y="9704"/>
                    <a:pt x="11757" y="9705"/>
                    <a:pt x="11773" y="9707"/>
                  </a:cubicBezTo>
                  <a:cubicBezTo>
                    <a:pt x="11779" y="9711"/>
                    <a:pt x="11785" y="9712"/>
                    <a:pt x="11790" y="9712"/>
                  </a:cubicBezTo>
                  <a:cubicBezTo>
                    <a:pt x="11811" y="9712"/>
                    <a:pt x="11832" y="9692"/>
                    <a:pt x="11838" y="9667"/>
                  </a:cubicBezTo>
                  <a:cubicBezTo>
                    <a:pt x="11853" y="9624"/>
                    <a:pt x="11861" y="9575"/>
                    <a:pt x="11901" y="9575"/>
                  </a:cubicBezTo>
                  <a:cubicBezTo>
                    <a:pt x="11907" y="9575"/>
                    <a:pt x="11913" y="9576"/>
                    <a:pt x="11919" y="9577"/>
                  </a:cubicBezTo>
                  <a:cubicBezTo>
                    <a:pt x="11928" y="9521"/>
                    <a:pt x="11919" y="9464"/>
                    <a:pt x="11895" y="9407"/>
                  </a:cubicBezTo>
                  <a:cubicBezTo>
                    <a:pt x="11814" y="9294"/>
                    <a:pt x="11879" y="9123"/>
                    <a:pt x="12025" y="9099"/>
                  </a:cubicBezTo>
                  <a:lnTo>
                    <a:pt x="11984" y="8986"/>
                  </a:lnTo>
                  <a:cubicBezTo>
                    <a:pt x="11894" y="8916"/>
                    <a:pt x="11846" y="8859"/>
                    <a:pt x="11909" y="8859"/>
                  </a:cubicBezTo>
                  <a:cubicBezTo>
                    <a:pt x="11920" y="8859"/>
                    <a:pt x="11934" y="8860"/>
                    <a:pt x="11952" y="8864"/>
                  </a:cubicBezTo>
                  <a:lnTo>
                    <a:pt x="12009" y="8880"/>
                  </a:lnTo>
                  <a:cubicBezTo>
                    <a:pt x="11909" y="8804"/>
                    <a:pt x="11990" y="8627"/>
                    <a:pt x="12101" y="8627"/>
                  </a:cubicBezTo>
                  <a:cubicBezTo>
                    <a:pt x="12108" y="8627"/>
                    <a:pt x="12115" y="8627"/>
                    <a:pt x="12122" y="8629"/>
                  </a:cubicBezTo>
                  <a:cubicBezTo>
                    <a:pt x="12139" y="8631"/>
                    <a:pt x="12150" y="8633"/>
                    <a:pt x="12159" y="8633"/>
                  </a:cubicBezTo>
                  <a:cubicBezTo>
                    <a:pt x="12180" y="8633"/>
                    <a:pt x="12181" y="8623"/>
                    <a:pt x="12187" y="8588"/>
                  </a:cubicBezTo>
                  <a:lnTo>
                    <a:pt x="12130" y="8572"/>
                  </a:lnTo>
                  <a:cubicBezTo>
                    <a:pt x="12073" y="8564"/>
                    <a:pt x="12017" y="8548"/>
                    <a:pt x="12025" y="8499"/>
                  </a:cubicBezTo>
                  <a:cubicBezTo>
                    <a:pt x="12040" y="8447"/>
                    <a:pt x="12048" y="8401"/>
                    <a:pt x="12094" y="8401"/>
                  </a:cubicBezTo>
                  <a:cubicBezTo>
                    <a:pt x="12098" y="8401"/>
                    <a:pt x="12102" y="8401"/>
                    <a:pt x="12106" y="8402"/>
                  </a:cubicBezTo>
                  <a:cubicBezTo>
                    <a:pt x="12179" y="8361"/>
                    <a:pt x="12244" y="8321"/>
                    <a:pt x="12187" y="8313"/>
                  </a:cubicBezTo>
                  <a:cubicBezTo>
                    <a:pt x="12203" y="8272"/>
                    <a:pt x="12227" y="8240"/>
                    <a:pt x="12268" y="8215"/>
                  </a:cubicBezTo>
                  <a:lnTo>
                    <a:pt x="12317" y="8005"/>
                  </a:lnTo>
                  <a:cubicBezTo>
                    <a:pt x="12271" y="7944"/>
                    <a:pt x="12289" y="7849"/>
                    <a:pt x="12338" y="7849"/>
                  </a:cubicBezTo>
                  <a:cubicBezTo>
                    <a:pt x="12341" y="7849"/>
                    <a:pt x="12345" y="7849"/>
                    <a:pt x="12349" y="7851"/>
                  </a:cubicBezTo>
                  <a:cubicBezTo>
                    <a:pt x="12357" y="7794"/>
                    <a:pt x="12349" y="7729"/>
                    <a:pt x="12325" y="7680"/>
                  </a:cubicBezTo>
                  <a:cubicBezTo>
                    <a:pt x="12346" y="7587"/>
                    <a:pt x="12355" y="7532"/>
                    <a:pt x="12396" y="7532"/>
                  </a:cubicBezTo>
                  <a:cubicBezTo>
                    <a:pt x="12402" y="7532"/>
                    <a:pt x="12408" y="7533"/>
                    <a:pt x="12414" y="7534"/>
                  </a:cubicBezTo>
                  <a:cubicBezTo>
                    <a:pt x="12429" y="7536"/>
                    <a:pt x="12440" y="7538"/>
                    <a:pt x="12447" y="7538"/>
                  </a:cubicBezTo>
                  <a:cubicBezTo>
                    <a:pt x="12467" y="7538"/>
                    <a:pt x="12458" y="7526"/>
                    <a:pt x="12422" y="7478"/>
                  </a:cubicBezTo>
                  <a:cubicBezTo>
                    <a:pt x="12365" y="7469"/>
                    <a:pt x="12382" y="7413"/>
                    <a:pt x="12390" y="7364"/>
                  </a:cubicBezTo>
                  <a:cubicBezTo>
                    <a:pt x="12398" y="7307"/>
                    <a:pt x="12414" y="7259"/>
                    <a:pt x="12414" y="7259"/>
                  </a:cubicBezTo>
                  <a:cubicBezTo>
                    <a:pt x="12357" y="7242"/>
                    <a:pt x="12357" y="7242"/>
                    <a:pt x="12365" y="7194"/>
                  </a:cubicBezTo>
                  <a:cubicBezTo>
                    <a:pt x="12373" y="7137"/>
                    <a:pt x="12471" y="6991"/>
                    <a:pt x="12479" y="6942"/>
                  </a:cubicBezTo>
                  <a:cubicBezTo>
                    <a:pt x="12500" y="6834"/>
                    <a:pt x="12508" y="6798"/>
                    <a:pt x="12491" y="6798"/>
                  </a:cubicBezTo>
                  <a:cubicBezTo>
                    <a:pt x="12482" y="6798"/>
                    <a:pt x="12468" y="6807"/>
                    <a:pt x="12446" y="6821"/>
                  </a:cubicBezTo>
                  <a:cubicBezTo>
                    <a:pt x="12440" y="6842"/>
                    <a:pt x="12428" y="6854"/>
                    <a:pt x="12420" y="6854"/>
                  </a:cubicBezTo>
                  <a:cubicBezTo>
                    <a:pt x="12407" y="6854"/>
                    <a:pt x="12404" y="6824"/>
                    <a:pt x="12455" y="6764"/>
                  </a:cubicBezTo>
                  <a:cubicBezTo>
                    <a:pt x="12511" y="6651"/>
                    <a:pt x="12552" y="6529"/>
                    <a:pt x="12592" y="6407"/>
                  </a:cubicBezTo>
                  <a:cubicBezTo>
                    <a:pt x="12633" y="6180"/>
                    <a:pt x="12633" y="6164"/>
                    <a:pt x="12576" y="6164"/>
                  </a:cubicBezTo>
                  <a:cubicBezTo>
                    <a:pt x="12547" y="6173"/>
                    <a:pt x="12525" y="6177"/>
                    <a:pt x="12510" y="6177"/>
                  </a:cubicBezTo>
                  <a:cubicBezTo>
                    <a:pt x="12456" y="6177"/>
                    <a:pt x="12483" y="6131"/>
                    <a:pt x="12584" y="6099"/>
                  </a:cubicBezTo>
                  <a:cubicBezTo>
                    <a:pt x="12722" y="5994"/>
                    <a:pt x="12730" y="5929"/>
                    <a:pt x="12673" y="5921"/>
                  </a:cubicBezTo>
                  <a:cubicBezTo>
                    <a:pt x="12625" y="5856"/>
                    <a:pt x="12625" y="5856"/>
                    <a:pt x="12633" y="5791"/>
                  </a:cubicBezTo>
                  <a:lnTo>
                    <a:pt x="12633" y="5791"/>
                  </a:lnTo>
                  <a:cubicBezTo>
                    <a:pt x="12636" y="5792"/>
                    <a:pt x="12639" y="5792"/>
                    <a:pt x="12642" y="5792"/>
                  </a:cubicBezTo>
                  <a:cubicBezTo>
                    <a:pt x="12689" y="5792"/>
                    <a:pt x="12687" y="5727"/>
                    <a:pt x="12641" y="5605"/>
                  </a:cubicBezTo>
                  <a:cubicBezTo>
                    <a:pt x="12641" y="5557"/>
                    <a:pt x="12641" y="5544"/>
                    <a:pt x="12667" y="5544"/>
                  </a:cubicBezTo>
                  <a:cubicBezTo>
                    <a:pt x="12676" y="5544"/>
                    <a:pt x="12689" y="5546"/>
                    <a:pt x="12706" y="5548"/>
                  </a:cubicBezTo>
                  <a:lnTo>
                    <a:pt x="12714" y="5418"/>
                  </a:lnTo>
                  <a:cubicBezTo>
                    <a:pt x="12609" y="5289"/>
                    <a:pt x="12633" y="4916"/>
                    <a:pt x="12698" y="4851"/>
                  </a:cubicBezTo>
                  <a:cubicBezTo>
                    <a:pt x="12690" y="4802"/>
                    <a:pt x="12665" y="4753"/>
                    <a:pt x="12625" y="4729"/>
                  </a:cubicBezTo>
                  <a:cubicBezTo>
                    <a:pt x="12503" y="4680"/>
                    <a:pt x="12495" y="4624"/>
                    <a:pt x="12609" y="4607"/>
                  </a:cubicBezTo>
                  <a:cubicBezTo>
                    <a:pt x="12730" y="4591"/>
                    <a:pt x="12730" y="4591"/>
                    <a:pt x="12600" y="4543"/>
                  </a:cubicBezTo>
                  <a:cubicBezTo>
                    <a:pt x="12539" y="4489"/>
                    <a:pt x="12492" y="4216"/>
                    <a:pt x="12591" y="4216"/>
                  </a:cubicBezTo>
                  <a:cubicBezTo>
                    <a:pt x="12597" y="4216"/>
                    <a:pt x="12602" y="4217"/>
                    <a:pt x="12609" y="4218"/>
                  </a:cubicBezTo>
                  <a:lnTo>
                    <a:pt x="12730" y="4194"/>
                  </a:lnTo>
                  <a:cubicBezTo>
                    <a:pt x="12690" y="4170"/>
                    <a:pt x="12657" y="4129"/>
                    <a:pt x="12641" y="4089"/>
                  </a:cubicBezTo>
                  <a:cubicBezTo>
                    <a:pt x="12638" y="4089"/>
                    <a:pt x="12634" y="4089"/>
                    <a:pt x="12631" y="4089"/>
                  </a:cubicBezTo>
                  <a:cubicBezTo>
                    <a:pt x="12582" y="4089"/>
                    <a:pt x="12565" y="4029"/>
                    <a:pt x="12519" y="3853"/>
                  </a:cubicBezTo>
                  <a:cubicBezTo>
                    <a:pt x="12495" y="3724"/>
                    <a:pt x="12341" y="3513"/>
                    <a:pt x="12309" y="3391"/>
                  </a:cubicBezTo>
                  <a:cubicBezTo>
                    <a:pt x="12268" y="3270"/>
                    <a:pt x="12179" y="3108"/>
                    <a:pt x="12211" y="3018"/>
                  </a:cubicBezTo>
                  <a:cubicBezTo>
                    <a:pt x="12179" y="2937"/>
                    <a:pt x="12122" y="2872"/>
                    <a:pt x="12049" y="2816"/>
                  </a:cubicBezTo>
                  <a:cubicBezTo>
                    <a:pt x="11968" y="2791"/>
                    <a:pt x="11903" y="2686"/>
                    <a:pt x="11952" y="2653"/>
                  </a:cubicBezTo>
                  <a:lnTo>
                    <a:pt x="11919" y="2605"/>
                  </a:lnTo>
                  <a:cubicBezTo>
                    <a:pt x="11863" y="2572"/>
                    <a:pt x="11814" y="2524"/>
                    <a:pt x="11773" y="2475"/>
                  </a:cubicBezTo>
                  <a:cubicBezTo>
                    <a:pt x="11830" y="2443"/>
                    <a:pt x="11846" y="2354"/>
                    <a:pt x="11757" y="2337"/>
                  </a:cubicBezTo>
                  <a:cubicBezTo>
                    <a:pt x="11747" y="2344"/>
                    <a:pt x="11738" y="2347"/>
                    <a:pt x="11728" y="2347"/>
                  </a:cubicBezTo>
                  <a:cubicBezTo>
                    <a:pt x="11690" y="2347"/>
                    <a:pt x="11653" y="2299"/>
                    <a:pt x="11595" y="2216"/>
                  </a:cubicBezTo>
                  <a:cubicBezTo>
                    <a:pt x="11587" y="2151"/>
                    <a:pt x="11279" y="1689"/>
                    <a:pt x="10865" y="1348"/>
                  </a:cubicBezTo>
                  <a:cubicBezTo>
                    <a:pt x="10491" y="1012"/>
                    <a:pt x="10060" y="770"/>
                    <a:pt x="10004" y="770"/>
                  </a:cubicBezTo>
                  <a:cubicBezTo>
                    <a:pt x="10000" y="770"/>
                    <a:pt x="9998" y="771"/>
                    <a:pt x="9998" y="773"/>
                  </a:cubicBezTo>
                  <a:cubicBezTo>
                    <a:pt x="9941" y="732"/>
                    <a:pt x="9884" y="708"/>
                    <a:pt x="9828" y="683"/>
                  </a:cubicBezTo>
                  <a:lnTo>
                    <a:pt x="9665" y="594"/>
                  </a:lnTo>
                  <a:cubicBezTo>
                    <a:pt x="9714" y="489"/>
                    <a:pt x="9406" y="400"/>
                    <a:pt x="9203" y="400"/>
                  </a:cubicBezTo>
                  <a:cubicBezTo>
                    <a:pt x="9173" y="411"/>
                    <a:pt x="9143" y="417"/>
                    <a:pt x="9113" y="417"/>
                  </a:cubicBezTo>
                  <a:cubicBezTo>
                    <a:pt x="9078" y="417"/>
                    <a:pt x="9043" y="409"/>
                    <a:pt x="9009" y="391"/>
                  </a:cubicBezTo>
                  <a:cubicBezTo>
                    <a:pt x="9042" y="299"/>
                    <a:pt x="8925" y="245"/>
                    <a:pt x="8806" y="245"/>
                  </a:cubicBezTo>
                  <a:cubicBezTo>
                    <a:pt x="8779" y="245"/>
                    <a:pt x="8751" y="248"/>
                    <a:pt x="8725" y="254"/>
                  </a:cubicBezTo>
                  <a:cubicBezTo>
                    <a:pt x="8685" y="297"/>
                    <a:pt x="8652" y="317"/>
                    <a:pt x="8631" y="317"/>
                  </a:cubicBezTo>
                  <a:cubicBezTo>
                    <a:pt x="8603" y="317"/>
                    <a:pt x="8593" y="284"/>
                    <a:pt x="8611" y="221"/>
                  </a:cubicBezTo>
                  <a:cubicBezTo>
                    <a:pt x="8625" y="160"/>
                    <a:pt x="8595" y="117"/>
                    <a:pt x="8539" y="117"/>
                  </a:cubicBezTo>
                  <a:cubicBezTo>
                    <a:pt x="8492" y="117"/>
                    <a:pt x="8426" y="147"/>
                    <a:pt x="8352" y="221"/>
                  </a:cubicBezTo>
                  <a:cubicBezTo>
                    <a:pt x="8318" y="244"/>
                    <a:pt x="8300" y="256"/>
                    <a:pt x="8285" y="256"/>
                  </a:cubicBezTo>
                  <a:cubicBezTo>
                    <a:pt x="8269" y="256"/>
                    <a:pt x="8256" y="240"/>
                    <a:pt x="8230" y="205"/>
                  </a:cubicBezTo>
                  <a:cubicBezTo>
                    <a:pt x="8205" y="124"/>
                    <a:pt x="8170" y="90"/>
                    <a:pt x="8146" y="90"/>
                  </a:cubicBezTo>
                  <a:cubicBezTo>
                    <a:pt x="8131" y="90"/>
                    <a:pt x="8120" y="103"/>
                    <a:pt x="8117" y="124"/>
                  </a:cubicBezTo>
                  <a:cubicBezTo>
                    <a:pt x="8079" y="177"/>
                    <a:pt x="8046" y="203"/>
                    <a:pt x="8018" y="203"/>
                  </a:cubicBezTo>
                  <a:cubicBezTo>
                    <a:pt x="7985" y="203"/>
                    <a:pt x="7956" y="169"/>
                    <a:pt x="7930" y="100"/>
                  </a:cubicBezTo>
                  <a:cubicBezTo>
                    <a:pt x="7872" y="33"/>
                    <a:pt x="7843" y="0"/>
                    <a:pt x="7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2"/>
            <p:cNvSpPr/>
            <p:nvPr/>
          </p:nvSpPr>
          <p:spPr>
            <a:xfrm>
              <a:off x="4670470" y="1214546"/>
              <a:ext cx="772895" cy="305069"/>
            </a:xfrm>
            <a:custGeom>
              <a:avLst/>
              <a:gdLst/>
              <a:ahLst/>
              <a:cxnLst/>
              <a:rect l="l" t="t" r="r" b="b"/>
              <a:pathLst>
                <a:path w="44838" h="17698" extrusionOk="0">
                  <a:moveTo>
                    <a:pt x="32313" y="734"/>
                  </a:moveTo>
                  <a:cubicBezTo>
                    <a:pt x="32384" y="734"/>
                    <a:pt x="32392" y="815"/>
                    <a:pt x="32392" y="815"/>
                  </a:cubicBezTo>
                  <a:cubicBezTo>
                    <a:pt x="32392" y="815"/>
                    <a:pt x="32408" y="904"/>
                    <a:pt x="32327" y="913"/>
                  </a:cubicBezTo>
                  <a:cubicBezTo>
                    <a:pt x="32278" y="872"/>
                    <a:pt x="32238" y="815"/>
                    <a:pt x="32221" y="750"/>
                  </a:cubicBezTo>
                  <a:lnTo>
                    <a:pt x="32302" y="734"/>
                  </a:lnTo>
                  <a:cubicBezTo>
                    <a:pt x="32306" y="734"/>
                    <a:pt x="32309" y="734"/>
                    <a:pt x="32313" y="734"/>
                  </a:cubicBezTo>
                  <a:close/>
                  <a:moveTo>
                    <a:pt x="31591" y="1053"/>
                  </a:moveTo>
                  <a:cubicBezTo>
                    <a:pt x="31616" y="1053"/>
                    <a:pt x="31622" y="1073"/>
                    <a:pt x="31638" y="1131"/>
                  </a:cubicBezTo>
                  <a:lnTo>
                    <a:pt x="31557" y="1156"/>
                  </a:lnTo>
                  <a:lnTo>
                    <a:pt x="31459" y="1083"/>
                  </a:lnTo>
                  <a:lnTo>
                    <a:pt x="31532" y="1067"/>
                  </a:lnTo>
                  <a:cubicBezTo>
                    <a:pt x="31560" y="1058"/>
                    <a:pt x="31578" y="1053"/>
                    <a:pt x="31591" y="1053"/>
                  </a:cubicBezTo>
                  <a:close/>
                  <a:moveTo>
                    <a:pt x="35578" y="1027"/>
                  </a:moveTo>
                  <a:cubicBezTo>
                    <a:pt x="35595" y="1027"/>
                    <a:pt x="35603" y="1038"/>
                    <a:pt x="35594" y="1067"/>
                  </a:cubicBezTo>
                  <a:cubicBezTo>
                    <a:pt x="35570" y="1131"/>
                    <a:pt x="35521" y="1180"/>
                    <a:pt x="35465" y="1221"/>
                  </a:cubicBezTo>
                  <a:cubicBezTo>
                    <a:pt x="35465" y="1221"/>
                    <a:pt x="35431" y="1240"/>
                    <a:pt x="35409" y="1240"/>
                  </a:cubicBezTo>
                  <a:cubicBezTo>
                    <a:pt x="35392" y="1240"/>
                    <a:pt x="35381" y="1230"/>
                    <a:pt x="35392" y="1196"/>
                  </a:cubicBezTo>
                  <a:lnTo>
                    <a:pt x="35416" y="1107"/>
                  </a:lnTo>
                  <a:cubicBezTo>
                    <a:pt x="35479" y="1065"/>
                    <a:pt x="35545" y="1027"/>
                    <a:pt x="35578" y="1027"/>
                  </a:cubicBezTo>
                  <a:close/>
                  <a:moveTo>
                    <a:pt x="31394" y="1243"/>
                  </a:moveTo>
                  <a:cubicBezTo>
                    <a:pt x="31386" y="1243"/>
                    <a:pt x="31371" y="1256"/>
                    <a:pt x="31354" y="1294"/>
                  </a:cubicBezTo>
                  <a:cubicBezTo>
                    <a:pt x="31401" y="1283"/>
                    <a:pt x="31407" y="1243"/>
                    <a:pt x="31394" y="1243"/>
                  </a:cubicBezTo>
                  <a:close/>
                  <a:moveTo>
                    <a:pt x="30821" y="1288"/>
                  </a:moveTo>
                  <a:cubicBezTo>
                    <a:pt x="30847" y="1288"/>
                    <a:pt x="30854" y="1308"/>
                    <a:pt x="30876" y="1367"/>
                  </a:cubicBezTo>
                  <a:lnTo>
                    <a:pt x="30803" y="1391"/>
                  </a:lnTo>
                  <a:lnTo>
                    <a:pt x="30689" y="1334"/>
                  </a:lnTo>
                  <a:cubicBezTo>
                    <a:pt x="30713" y="1326"/>
                    <a:pt x="30738" y="1310"/>
                    <a:pt x="30762" y="1302"/>
                  </a:cubicBezTo>
                  <a:cubicBezTo>
                    <a:pt x="30790" y="1293"/>
                    <a:pt x="30808" y="1288"/>
                    <a:pt x="30821" y="1288"/>
                  </a:cubicBezTo>
                  <a:close/>
                  <a:moveTo>
                    <a:pt x="29424" y="1261"/>
                  </a:moveTo>
                  <a:cubicBezTo>
                    <a:pt x="29473" y="1342"/>
                    <a:pt x="29522" y="1415"/>
                    <a:pt x="29449" y="1464"/>
                  </a:cubicBezTo>
                  <a:lnTo>
                    <a:pt x="29327" y="1431"/>
                  </a:lnTo>
                  <a:lnTo>
                    <a:pt x="29351" y="1310"/>
                  </a:lnTo>
                  <a:lnTo>
                    <a:pt x="29424" y="1261"/>
                  </a:lnTo>
                  <a:close/>
                  <a:moveTo>
                    <a:pt x="30269" y="1452"/>
                  </a:moveTo>
                  <a:cubicBezTo>
                    <a:pt x="30290" y="1452"/>
                    <a:pt x="30309" y="1466"/>
                    <a:pt x="30324" y="1496"/>
                  </a:cubicBezTo>
                  <a:cubicBezTo>
                    <a:pt x="30365" y="1585"/>
                    <a:pt x="30365" y="1577"/>
                    <a:pt x="30292" y="1618"/>
                  </a:cubicBezTo>
                  <a:cubicBezTo>
                    <a:pt x="30232" y="1650"/>
                    <a:pt x="30196" y="1668"/>
                    <a:pt x="30178" y="1668"/>
                  </a:cubicBezTo>
                  <a:cubicBezTo>
                    <a:pt x="30155" y="1668"/>
                    <a:pt x="30160" y="1638"/>
                    <a:pt x="30178" y="1569"/>
                  </a:cubicBezTo>
                  <a:cubicBezTo>
                    <a:pt x="30199" y="1493"/>
                    <a:pt x="30235" y="1452"/>
                    <a:pt x="30269" y="1452"/>
                  </a:cubicBezTo>
                  <a:close/>
                  <a:moveTo>
                    <a:pt x="30702" y="1760"/>
                  </a:moveTo>
                  <a:lnTo>
                    <a:pt x="30702" y="1760"/>
                  </a:lnTo>
                  <a:cubicBezTo>
                    <a:pt x="30706" y="1779"/>
                    <a:pt x="30713" y="1799"/>
                    <a:pt x="30721" y="1821"/>
                  </a:cubicBezTo>
                  <a:cubicBezTo>
                    <a:pt x="30732" y="1825"/>
                    <a:pt x="30740" y="1830"/>
                    <a:pt x="30747" y="1834"/>
                  </a:cubicBezTo>
                  <a:lnTo>
                    <a:pt x="30747" y="1834"/>
                  </a:lnTo>
                  <a:cubicBezTo>
                    <a:pt x="30735" y="1818"/>
                    <a:pt x="30719" y="1795"/>
                    <a:pt x="30702" y="1760"/>
                  </a:cubicBezTo>
                  <a:close/>
                  <a:moveTo>
                    <a:pt x="30747" y="1834"/>
                  </a:moveTo>
                  <a:cubicBezTo>
                    <a:pt x="30762" y="1852"/>
                    <a:pt x="30773" y="1860"/>
                    <a:pt x="30776" y="1860"/>
                  </a:cubicBezTo>
                  <a:cubicBezTo>
                    <a:pt x="30780" y="1860"/>
                    <a:pt x="30772" y="1849"/>
                    <a:pt x="30747" y="1834"/>
                  </a:cubicBezTo>
                  <a:close/>
                  <a:moveTo>
                    <a:pt x="38142" y="1877"/>
                  </a:moveTo>
                  <a:cubicBezTo>
                    <a:pt x="38147" y="1877"/>
                    <a:pt x="38152" y="1877"/>
                    <a:pt x="38156" y="1877"/>
                  </a:cubicBezTo>
                  <a:cubicBezTo>
                    <a:pt x="38229" y="1918"/>
                    <a:pt x="38229" y="1918"/>
                    <a:pt x="38181" y="1999"/>
                  </a:cubicBezTo>
                  <a:cubicBezTo>
                    <a:pt x="38146" y="2050"/>
                    <a:pt x="38084" y="2081"/>
                    <a:pt x="38022" y="2081"/>
                  </a:cubicBezTo>
                  <a:cubicBezTo>
                    <a:pt x="37996" y="2081"/>
                    <a:pt x="37970" y="2076"/>
                    <a:pt x="37945" y="2064"/>
                  </a:cubicBezTo>
                  <a:cubicBezTo>
                    <a:pt x="37882" y="2024"/>
                    <a:pt x="37965" y="1877"/>
                    <a:pt x="38142" y="1877"/>
                  </a:cubicBezTo>
                  <a:close/>
                  <a:moveTo>
                    <a:pt x="28625" y="1948"/>
                  </a:moveTo>
                  <a:cubicBezTo>
                    <a:pt x="28642" y="1948"/>
                    <a:pt x="28656" y="1964"/>
                    <a:pt x="28686" y="1999"/>
                  </a:cubicBezTo>
                  <a:cubicBezTo>
                    <a:pt x="28719" y="2040"/>
                    <a:pt x="28711" y="2096"/>
                    <a:pt x="28678" y="2129"/>
                  </a:cubicBezTo>
                  <a:lnTo>
                    <a:pt x="28557" y="2112"/>
                  </a:lnTo>
                  <a:cubicBezTo>
                    <a:pt x="28516" y="2072"/>
                    <a:pt x="28524" y="2015"/>
                    <a:pt x="28565" y="1983"/>
                  </a:cubicBezTo>
                  <a:cubicBezTo>
                    <a:pt x="28595" y="1960"/>
                    <a:pt x="28611" y="1948"/>
                    <a:pt x="28625" y="1948"/>
                  </a:cubicBezTo>
                  <a:close/>
                  <a:moveTo>
                    <a:pt x="26155" y="4820"/>
                  </a:moveTo>
                  <a:lnTo>
                    <a:pt x="26155" y="4820"/>
                  </a:lnTo>
                  <a:cubicBezTo>
                    <a:pt x="26155" y="4820"/>
                    <a:pt x="26170" y="4829"/>
                    <a:pt x="26193" y="4842"/>
                  </a:cubicBezTo>
                  <a:lnTo>
                    <a:pt x="26193" y="4842"/>
                  </a:lnTo>
                  <a:cubicBezTo>
                    <a:pt x="26192" y="4840"/>
                    <a:pt x="26190" y="4838"/>
                    <a:pt x="26189" y="4837"/>
                  </a:cubicBezTo>
                  <a:cubicBezTo>
                    <a:pt x="26166" y="4825"/>
                    <a:pt x="26156" y="4820"/>
                    <a:pt x="26155" y="4820"/>
                  </a:cubicBezTo>
                  <a:close/>
                  <a:moveTo>
                    <a:pt x="5416" y="6740"/>
                  </a:moveTo>
                  <a:cubicBezTo>
                    <a:pt x="5425" y="6740"/>
                    <a:pt x="5434" y="6740"/>
                    <a:pt x="5441" y="6742"/>
                  </a:cubicBezTo>
                  <a:cubicBezTo>
                    <a:pt x="5523" y="6758"/>
                    <a:pt x="5506" y="6847"/>
                    <a:pt x="5336" y="6912"/>
                  </a:cubicBezTo>
                  <a:lnTo>
                    <a:pt x="5182" y="6888"/>
                  </a:lnTo>
                  <a:cubicBezTo>
                    <a:pt x="5189" y="6807"/>
                    <a:pt x="5330" y="6740"/>
                    <a:pt x="5416" y="6740"/>
                  </a:cubicBezTo>
                  <a:close/>
                  <a:moveTo>
                    <a:pt x="5733" y="6955"/>
                  </a:moveTo>
                  <a:cubicBezTo>
                    <a:pt x="5673" y="6955"/>
                    <a:pt x="5630" y="7004"/>
                    <a:pt x="5620" y="7058"/>
                  </a:cubicBezTo>
                  <a:cubicBezTo>
                    <a:pt x="5604" y="7147"/>
                    <a:pt x="5677" y="7164"/>
                    <a:pt x="5823" y="7196"/>
                  </a:cubicBezTo>
                  <a:cubicBezTo>
                    <a:pt x="5832" y="7197"/>
                    <a:pt x="5842" y="7198"/>
                    <a:pt x="5852" y="7198"/>
                  </a:cubicBezTo>
                  <a:cubicBezTo>
                    <a:pt x="5899" y="7198"/>
                    <a:pt x="5944" y="7182"/>
                    <a:pt x="5985" y="7155"/>
                  </a:cubicBezTo>
                  <a:cubicBezTo>
                    <a:pt x="6017" y="7066"/>
                    <a:pt x="5944" y="7042"/>
                    <a:pt x="5863" y="7026"/>
                  </a:cubicBezTo>
                  <a:cubicBezTo>
                    <a:pt x="5816" y="6975"/>
                    <a:pt x="5771" y="6955"/>
                    <a:pt x="5733" y="6955"/>
                  </a:cubicBezTo>
                  <a:close/>
                  <a:moveTo>
                    <a:pt x="25387" y="7755"/>
                  </a:moveTo>
                  <a:cubicBezTo>
                    <a:pt x="25476" y="7788"/>
                    <a:pt x="25557" y="7820"/>
                    <a:pt x="25532" y="7893"/>
                  </a:cubicBezTo>
                  <a:lnTo>
                    <a:pt x="25500" y="7966"/>
                  </a:lnTo>
                  <a:cubicBezTo>
                    <a:pt x="25443" y="7934"/>
                    <a:pt x="25395" y="7885"/>
                    <a:pt x="25362" y="7828"/>
                  </a:cubicBezTo>
                  <a:lnTo>
                    <a:pt x="25387" y="7755"/>
                  </a:lnTo>
                  <a:close/>
                  <a:moveTo>
                    <a:pt x="930" y="7845"/>
                  </a:moveTo>
                  <a:cubicBezTo>
                    <a:pt x="912" y="7845"/>
                    <a:pt x="896" y="7865"/>
                    <a:pt x="861" y="7910"/>
                  </a:cubicBezTo>
                  <a:lnTo>
                    <a:pt x="804" y="7991"/>
                  </a:lnTo>
                  <a:lnTo>
                    <a:pt x="934" y="7966"/>
                  </a:lnTo>
                  <a:lnTo>
                    <a:pt x="990" y="7885"/>
                  </a:lnTo>
                  <a:cubicBezTo>
                    <a:pt x="961" y="7859"/>
                    <a:pt x="945" y="7845"/>
                    <a:pt x="930" y="7845"/>
                  </a:cubicBezTo>
                  <a:close/>
                  <a:moveTo>
                    <a:pt x="8919" y="8132"/>
                  </a:moveTo>
                  <a:cubicBezTo>
                    <a:pt x="8960" y="8132"/>
                    <a:pt x="9003" y="8171"/>
                    <a:pt x="9041" y="8209"/>
                  </a:cubicBezTo>
                  <a:lnTo>
                    <a:pt x="8976" y="8274"/>
                  </a:lnTo>
                  <a:lnTo>
                    <a:pt x="8855" y="8282"/>
                  </a:lnTo>
                  <a:lnTo>
                    <a:pt x="8863" y="8161"/>
                  </a:lnTo>
                  <a:cubicBezTo>
                    <a:pt x="8881" y="8140"/>
                    <a:pt x="8900" y="8132"/>
                    <a:pt x="8919" y="8132"/>
                  </a:cubicBezTo>
                  <a:close/>
                  <a:moveTo>
                    <a:pt x="1204" y="8283"/>
                  </a:moveTo>
                  <a:cubicBezTo>
                    <a:pt x="1218" y="8283"/>
                    <a:pt x="1233" y="8288"/>
                    <a:pt x="1250" y="8299"/>
                  </a:cubicBezTo>
                  <a:cubicBezTo>
                    <a:pt x="1250" y="8299"/>
                    <a:pt x="1250" y="8299"/>
                    <a:pt x="1201" y="8372"/>
                  </a:cubicBezTo>
                  <a:cubicBezTo>
                    <a:pt x="1189" y="8364"/>
                    <a:pt x="1180" y="8361"/>
                    <a:pt x="1174" y="8361"/>
                  </a:cubicBezTo>
                  <a:cubicBezTo>
                    <a:pt x="1145" y="8361"/>
                    <a:pt x="1171" y="8426"/>
                    <a:pt x="1244" y="8426"/>
                  </a:cubicBezTo>
                  <a:cubicBezTo>
                    <a:pt x="1256" y="8426"/>
                    <a:pt x="1268" y="8424"/>
                    <a:pt x="1282" y="8420"/>
                  </a:cubicBezTo>
                  <a:lnTo>
                    <a:pt x="1428" y="8526"/>
                  </a:lnTo>
                  <a:cubicBezTo>
                    <a:pt x="1392" y="8573"/>
                    <a:pt x="1338" y="8596"/>
                    <a:pt x="1283" y="8596"/>
                  </a:cubicBezTo>
                  <a:cubicBezTo>
                    <a:pt x="1253" y="8596"/>
                    <a:pt x="1222" y="8589"/>
                    <a:pt x="1193" y="8574"/>
                  </a:cubicBezTo>
                  <a:cubicBezTo>
                    <a:pt x="990" y="8550"/>
                    <a:pt x="990" y="8558"/>
                    <a:pt x="1079" y="8404"/>
                  </a:cubicBezTo>
                  <a:cubicBezTo>
                    <a:pt x="1117" y="8341"/>
                    <a:pt x="1155" y="8283"/>
                    <a:pt x="1204" y="8283"/>
                  </a:cubicBezTo>
                  <a:close/>
                  <a:moveTo>
                    <a:pt x="9199" y="8583"/>
                  </a:moveTo>
                  <a:cubicBezTo>
                    <a:pt x="9239" y="8583"/>
                    <a:pt x="9207" y="8615"/>
                    <a:pt x="9130" y="8688"/>
                  </a:cubicBezTo>
                  <a:cubicBezTo>
                    <a:pt x="9078" y="8751"/>
                    <a:pt x="9002" y="8786"/>
                    <a:pt x="8924" y="8786"/>
                  </a:cubicBezTo>
                  <a:cubicBezTo>
                    <a:pt x="8892" y="8786"/>
                    <a:pt x="8861" y="8781"/>
                    <a:pt x="8831" y="8769"/>
                  </a:cubicBezTo>
                  <a:cubicBezTo>
                    <a:pt x="8774" y="8712"/>
                    <a:pt x="8725" y="8655"/>
                    <a:pt x="8725" y="8655"/>
                  </a:cubicBezTo>
                  <a:lnTo>
                    <a:pt x="8960" y="8639"/>
                  </a:lnTo>
                  <a:cubicBezTo>
                    <a:pt x="9093" y="8603"/>
                    <a:pt x="9168" y="8583"/>
                    <a:pt x="9199" y="8583"/>
                  </a:cubicBezTo>
                  <a:close/>
                  <a:moveTo>
                    <a:pt x="715" y="9242"/>
                  </a:moveTo>
                  <a:cubicBezTo>
                    <a:pt x="729" y="9242"/>
                    <a:pt x="749" y="9247"/>
                    <a:pt x="779" y="9255"/>
                  </a:cubicBezTo>
                  <a:cubicBezTo>
                    <a:pt x="812" y="9312"/>
                    <a:pt x="820" y="9385"/>
                    <a:pt x="812" y="9450"/>
                  </a:cubicBezTo>
                  <a:cubicBezTo>
                    <a:pt x="771" y="9474"/>
                    <a:pt x="739" y="9499"/>
                    <a:pt x="707" y="9515"/>
                  </a:cubicBezTo>
                  <a:cubicBezTo>
                    <a:pt x="617" y="9499"/>
                    <a:pt x="634" y="9401"/>
                    <a:pt x="666" y="9320"/>
                  </a:cubicBezTo>
                  <a:cubicBezTo>
                    <a:pt x="682" y="9262"/>
                    <a:pt x="687" y="9242"/>
                    <a:pt x="715" y="9242"/>
                  </a:cubicBezTo>
                  <a:close/>
                  <a:moveTo>
                    <a:pt x="10468" y="9758"/>
                  </a:moveTo>
                  <a:lnTo>
                    <a:pt x="10468" y="9758"/>
                  </a:lnTo>
                  <a:cubicBezTo>
                    <a:pt x="10630" y="9839"/>
                    <a:pt x="10630" y="9839"/>
                    <a:pt x="10436" y="9872"/>
                  </a:cubicBezTo>
                  <a:lnTo>
                    <a:pt x="10201" y="9847"/>
                  </a:lnTo>
                  <a:cubicBezTo>
                    <a:pt x="10152" y="9791"/>
                    <a:pt x="10274" y="9799"/>
                    <a:pt x="10468" y="9758"/>
                  </a:cubicBezTo>
                  <a:close/>
                  <a:moveTo>
                    <a:pt x="1947" y="9807"/>
                  </a:moveTo>
                  <a:lnTo>
                    <a:pt x="1939" y="9855"/>
                  </a:lnTo>
                  <a:cubicBezTo>
                    <a:pt x="1988" y="9896"/>
                    <a:pt x="2044" y="9928"/>
                    <a:pt x="2101" y="9945"/>
                  </a:cubicBezTo>
                  <a:lnTo>
                    <a:pt x="2117" y="9896"/>
                  </a:lnTo>
                  <a:cubicBezTo>
                    <a:pt x="2125" y="9847"/>
                    <a:pt x="2036" y="9823"/>
                    <a:pt x="1947" y="9807"/>
                  </a:cubicBezTo>
                  <a:close/>
                  <a:moveTo>
                    <a:pt x="10467" y="10477"/>
                  </a:moveTo>
                  <a:cubicBezTo>
                    <a:pt x="10483" y="10477"/>
                    <a:pt x="10500" y="10478"/>
                    <a:pt x="10517" y="10480"/>
                  </a:cubicBezTo>
                  <a:lnTo>
                    <a:pt x="10557" y="10545"/>
                  </a:lnTo>
                  <a:cubicBezTo>
                    <a:pt x="10504" y="10576"/>
                    <a:pt x="10455" y="10608"/>
                    <a:pt x="10415" y="10608"/>
                  </a:cubicBezTo>
                  <a:cubicBezTo>
                    <a:pt x="10395" y="10608"/>
                    <a:pt x="10377" y="10599"/>
                    <a:pt x="10363" y="10577"/>
                  </a:cubicBezTo>
                  <a:lnTo>
                    <a:pt x="10322" y="10512"/>
                  </a:lnTo>
                  <a:cubicBezTo>
                    <a:pt x="10366" y="10487"/>
                    <a:pt x="10414" y="10477"/>
                    <a:pt x="10467" y="10477"/>
                  </a:cubicBezTo>
                  <a:close/>
                  <a:moveTo>
                    <a:pt x="44536" y="10597"/>
                  </a:moveTo>
                  <a:cubicBezTo>
                    <a:pt x="44563" y="10597"/>
                    <a:pt x="44584" y="10607"/>
                    <a:pt x="44594" y="10634"/>
                  </a:cubicBezTo>
                  <a:cubicBezTo>
                    <a:pt x="44764" y="10681"/>
                    <a:pt x="44722" y="10732"/>
                    <a:pt x="44599" y="10732"/>
                  </a:cubicBezTo>
                  <a:cubicBezTo>
                    <a:pt x="44552" y="10732"/>
                    <a:pt x="44494" y="10725"/>
                    <a:pt x="44432" y="10707"/>
                  </a:cubicBezTo>
                  <a:cubicBezTo>
                    <a:pt x="44383" y="10709"/>
                    <a:pt x="44347" y="10710"/>
                    <a:pt x="44322" y="10710"/>
                  </a:cubicBezTo>
                  <a:cubicBezTo>
                    <a:pt x="44247" y="10710"/>
                    <a:pt x="44278" y="10697"/>
                    <a:pt x="44399" y="10642"/>
                  </a:cubicBezTo>
                  <a:cubicBezTo>
                    <a:pt x="44447" y="10618"/>
                    <a:pt x="44498" y="10597"/>
                    <a:pt x="44536" y="10597"/>
                  </a:cubicBezTo>
                  <a:close/>
                  <a:moveTo>
                    <a:pt x="24437" y="10608"/>
                  </a:moveTo>
                  <a:cubicBezTo>
                    <a:pt x="24451" y="10608"/>
                    <a:pt x="24469" y="10615"/>
                    <a:pt x="24495" y="10626"/>
                  </a:cubicBezTo>
                  <a:cubicBezTo>
                    <a:pt x="24584" y="10658"/>
                    <a:pt x="24527" y="10804"/>
                    <a:pt x="24503" y="10869"/>
                  </a:cubicBezTo>
                  <a:cubicBezTo>
                    <a:pt x="24487" y="10876"/>
                    <a:pt x="24472" y="10879"/>
                    <a:pt x="24457" y="10879"/>
                  </a:cubicBezTo>
                  <a:cubicBezTo>
                    <a:pt x="24387" y="10879"/>
                    <a:pt x="24330" y="10806"/>
                    <a:pt x="24357" y="10739"/>
                  </a:cubicBezTo>
                  <a:cubicBezTo>
                    <a:pt x="24395" y="10640"/>
                    <a:pt x="24408" y="10608"/>
                    <a:pt x="24437" y="10608"/>
                  </a:cubicBezTo>
                  <a:close/>
                  <a:moveTo>
                    <a:pt x="11660" y="10950"/>
                  </a:moveTo>
                  <a:lnTo>
                    <a:pt x="11506" y="11039"/>
                  </a:lnTo>
                  <a:lnTo>
                    <a:pt x="11579" y="10999"/>
                  </a:lnTo>
                  <a:lnTo>
                    <a:pt x="11660" y="10950"/>
                  </a:lnTo>
                  <a:close/>
                  <a:moveTo>
                    <a:pt x="10957" y="11875"/>
                  </a:moveTo>
                  <a:cubicBezTo>
                    <a:pt x="10987" y="11875"/>
                    <a:pt x="11079" y="11932"/>
                    <a:pt x="11109" y="11980"/>
                  </a:cubicBezTo>
                  <a:lnTo>
                    <a:pt x="11028" y="12028"/>
                  </a:lnTo>
                  <a:cubicBezTo>
                    <a:pt x="10987" y="11963"/>
                    <a:pt x="10874" y="11947"/>
                    <a:pt x="10955" y="11899"/>
                  </a:cubicBezTo>
                  <a:cubicBezTo>
                    <a:pt x="10944" y="11882"/>
                    <a:pt x="10947" y="11875"/>
                    <a:pt x="10957" y="11875"/>
                  </a:cubicBezTo>
                  <a:close/>
                  <a:moveTo>
                    <a:pt x="11785" y="12132"/>
                  </a:moveTo>
                  <a:cubicBezTo>
                    <a:pt x="11808" y="12132"/>
                    <a:pt x="11826" y="12142"/>
                    <a:pt x="11838" y="12166"/>
                  </a:cubicBezTo>
                  <a:cubicBezTo>
                    <a:pt x="11952" y="12182"/>
                    <a:pt x="11911" y="12296"/>
                    <a:pt x="11717" y="12320"/>
                  </a:cubicBezTo>
                  <a:lnTo>
                    <a:pt x="11644" y="12190"/>
                  </a:lnTo>
                  <a:cubicBezTo>
                    <a:pt x="11695" y="12160"/>
                    <a:pt x="11746" y="12132"/>
                    <a:pt x="11785" y="12132"/>
                  </a:cubicBezTo>
                  <a:close/>
                  <a:moveTo>
                    <a:pt x="12138" y="12677"/>
                  </a:moveTo>
                  <a:lnTo>
                    <a:pt x="12179" y="12742"/>
                  </a:lnTo>
                  <a:cubicBezTo>
                    <a:pt x="12211" y="12807"/>
                    <a:pt x="12211" y="12807"/>
                    <a:pt x="12138" y="12847"/>
                  </a:cubicBezTo>
                  <a:lnTo>
                    <a:pt x="12098" y="12782"/>
                  </a:lnTo>
                  <a:lnTo>
                    <a:pt x="12138" y="12677"/>
                  </a:lnTo>
                  <a:close/>
                  <a:moveTo>
                    <a:pt x="12787" y="13220"/>
                  </a:moveTo>
                  <a:cubicBezTo>
                    <a:pt x="12730" y="13261"/>
                    <a:pt x="12690" y="13317"/>
                    <a:pt x="12665" y="13382"/>
                  </a:cubicBezTo>
                  <a:cubicBezTo>
                    <a:pt x="12680" y="13403"/>
                    <a:pt x="12701" y="13410"/>
                    <a:pt x="12721" y="13410"/>
                  </a:cubicBezTo>
                  <a:cubicBezTo>
                    <a:pt x="12755" y="13410"/>
                    <a:pt x="12787" y="13390"/>
                    <a:pt x="12787" y="13390"/>
                  </a:cubicBezTo>
                  <a:cubicBezTo>
                    <a:pt x="12787" y="13390"/>
                    <a:pt x="12860" y="13342"/>
                    <a:pt x="12820" y="13285"/>
                  </a:cubicBezTo>
                  <a:lnTo>
                    <a:pt x="12787" y="13220"/>
                  </a:lnTo>
                  <a:close/>
                  <a:moveTo>
                    <a:pt x="13968" y="13863"/>
                  </a:moveTo>
                  <a:cubicBezTo>
                    <a:pt x="13955" y="13863"/>
                    <a:pt x="13947" y="13889"/>
                    <a:pt x="13930" y="13942"/>
                  </a:cubicBezTo>
                  <a:lnTo>
                    <a:pt x="14003" y="14047"/>
                  </a:lnTo>
                  <a:cubicBezTo>
                    <a:pt x="14076" y="13990"/>
                    <a:pt x="14076" y="13990"/>
                    <a:pt x="14036" y="13942"/>
                  </a:cubicBezTo>
                  <a:cubicBezTo>
                    <a:pt x="13999" y="13889"/>
                    <a:pt x="13981" y="13863"/>
                    <a:pt x="13968" y="13863"/>
                  </a:cubicBezTo>
                  <a:close/>
                  <a:moveTo>
                    <a:pt x="12535" y="13913"/>
                  </a:moveTo>
                  <a:cubicBezTo>
                    <a:pt x="12559" y="13913"/>
                    <a:pt x="12582" y="13923"/>
                    <a:pt x="12601" y="13942"/>
                  </a:cubicBezTo>
                  <a:cubicBezTo>
                    <a:pt x="12641" y="14007"/>
                    <a:pt x="12682" y="14063"/>
                    <a:pt x="12601" y="14120"/>
                  </a:cubicBezTo>
                  <a:cubicBezTo>
                    <a:pt x="12601" y="14120"/>
                    <a:pt x="12574" y="14138"/>
                    <a:pt x="12545" y="14138"/>
                  </a:cubicBezTo>
                  <a:cubicBezTo>
                    <a:pt x="12525" y="14138"/>
                    <a:pt x="12503" y="14130"/>
                    <a:pt x="12487" y="14104"/>
                  </a:cubicBezTo>
                  <a:cubicBezTo>
                    <a:pt x="12463" y="14047"/>
                    <a:pt x="12463" y="13990"/>
                    <a:pt x="12479" y="13934"/>
                  </a:cubicBezTo>
                  <a:cubicBezTo>
                    <a:pt x="12497" y="13919"/>
                    <a:pt x="12516" y="13913"/>
                    <a:pt x="12535" y="13913"/>
                  </a:cubicBezTo>
                  <a:close/>
                  <a:moveTo>
                    <a:pt x="13329" y="14967"/>
                  </a:moveTo>
                  <a:cubicBezTo>
                    <a:pt x="13345" y="14967"/>
                    <a:pt x="13367" y="14996"/>
                    <a:pt x="13411" y="15052"/>
                  </a:cubicBezTo>
                  <a:cubicBezTo>
                    <a:pt x="13452" y="15109"/>
                    <a:pt x="13387" y="15166"/>
                    <a:pt x="13387" y="15166"/>
                  </a:cubicBezTo>
                  <a:cubicBezTo>
                    <a:pt x="13375" y="15177"/>
                    <a:pt x="13365" y="15181"/>
                    <a:pt x="13358" y="15181"/>
                  </a:cubicBezTo>
                  <a:cubicBezTo>
                    <a:pt x="13326" y="15181"/>
                    <a:pt x="13329" y="15098"/>
                    <a:pt x="13290" y="15052"/>
                  </a:cubicBezTo>
                  <a:cubicBezTo>
                    <a:pt x="13306" y="14996"/>
                    <a:pt x="13314" y="14967"/>
                    <a:pt x="13329" y="14967"/>
                  </a:cubicBezTo>
                  <a:close/>
                  <a:moveTo>
                    <a:pt x="21941" y="15061"/>
                  </a:moveTo>
                  <a:cubicBezTo>
                    <a:pt x="22006" y="15125"/>
                    <a:pt x="22079" y="15182"/>
                    <a:pt x="22030" y="15239"/>
                  </a:cubicBezTo>
                  <a:lnTo>
                    <a:pt x="21908" y="15231"/>
                  </a:lnTo>
                  <a:lnTo>
                    <a:pt x="21892" y="15117"/>
                  </a:lnTo>
                  <a:lnTo>
                    <a:pt x="21941" y="15061"/>
                  </a:lnTo>
                  <a:close/>
                  <a:moveTo>
                    <a:pt x="20927" y="15296"/>
                  </a:moveTo>
                  <a:cubicBezTo>
                    <a:pt x="20984" y="15361"/>
                    <a:pt x="21049" y="15433"/>
                    <a:pt x="21000" y="15474"/>
                  </a:cubicBezTo>
                  <a:lnTo>
                    <a:pt x="20944" y="15515"/>
                  </a:lnTo>
                  <a:cubicBezTo>
                    <a:pt x="20911" y="15466"/>
                    <a:pt x="20887" y="15401"/>
                    <a:pt x="20879" y="15336"/>
                  </a:cubicBezTo>
                  <a:lnTo>
                    <a:pt x="20927" y="15296"/>
                  </a:lnTo>
                  <a:close/>
                  <a:moveTo>
                    <a:pt x="11664" y="15821"/>
                  </a:moveTo>
                  <a:cubicBezTo>
                    <a:pt x="11606" y="15821"/>
                    <a:pt x="11553" y="15836"/>
                    <a:pt x="11506" y="15863"/>
                  </a:cubicBezTo>
                  <a:cubicBezTo>
                    <a:pt x="11450" y="15907"/>
                    <a:pt x="11466" y="15960"/>
                    <a:pt x="11565" y="15960"/>
                  </a:cubicBezTo>
                  <a:cubicBezTo>
                    <a:pt x="11595" y="15960"/>
                    <a:pt x="11632" y="15955"/>
                    <a:pt x="11676" y="15944"/>
                  </a:cubicBezTo>
                  <a:cubicBezTo>
                    <a:pt x="11749" y="15888"/>
                    <a:pt x="11749" y="15888"/>
                    <a:pt x="11701" y="15823"/>
                  </a:cubicBezTo>
                  <a:cubicBezTo>
                    <a:pt x="11688" y="15821"/>
                    <a:pt x="11676" y="15821"/>
                    <a:pt x="11664" y="15821"/>
                  </a:cubicBezTo>
                  <a:close/>
                  <a:moveTo>
                    <a:pt x="14363" y="15722"/>
                  </a:moveTo>
                  <a:cubicBezTo>
                    <a:pt x="14395" y="15722"/>
                    <a:pt x="14407" y="15783"/>
                    <a:pt x="14360" y="15912"/>
                  </a:cubicBezTo>
                  <a:cubicBezTo>
                    <a:pt x="14324" y="15952"/>
                    <a:pt x="14308" y="15970"/>
                    <a:pt x="14293" y="15970"/>
                  </a:cubicBezTo>
                  <a:cubicBezTo>
                    <a:pt x="14280" y="15970"/>
                    <a:pt x="14268" y="15958"/>
                    <a:pt x="14246" y="15936"/>
                  </a:cubicBezTo>
                  <a:cubicBezTo>
                    <a:pt x="14255" y="15863"/>
                    <a:pt x="14279" y="15806"/>
                    <a:pt x="14319" y="15750"/>
                  </a:cubicBezTo>
                  <a:cubicBezTo>
                    <a:pt x="14335" y="15732"/>
                    <a:pt x="14351" y="15722"/>
                    <a:pt x="14363" y="15722"/>
                  </a:cubicBezTo>
                  <a:close/>
                  <a:moveTo>
                    <a:pt x="14733" y="16115"/>
                  </a:moveTo>
                  <a:lnTo>
                    <a:pt x="14790" y="16155"/>
                  </a:lnTo>
                  <a:cubicBezTo>
                    <a:pt x="14744" y="16214"/>
                    <a:pt x="14699" y="16272"/>
                    <a:pt x="14653" y="16272"/>
                  </a:cubicBezTo>
                  <a:cubicBezTo>
                    <a:pt x="14642" y="16272"/>
                    <a:pt x="14631" y="16269"/>
                    <a:pt x="14619" y="16260"/>
                  </a:cubicBezTo>
                  <a:lnTo>
                    <a:pt x="14619" y="16139"/>
                  </a:lnTo>
                  <a:lnTo>
                    <a:pt x="14733" y="16115"/>
                  </a:lnTo>
                  <a:close/>
                  <a:moveTo>
                    <a:pt x="20377" y="16501"/>
                  </a:moveTo>
                  <a:cubicBezTo>
                    <a:pt x="20393" y="16501"/>
                    <a:pt x="20405" y="16519"/>
                    <a:pt x="20433" y="16560"/>
                  </a:cubicBezTo>
                  <a:cubicBezTo>
                    <a:pt x="20465" y="16625"/>
                    <a:pt x="20473" y="16690"/>
                    <a:pt x="20465" y="16755"/>
                  </a:cubicBezTo>
                  <a:cubicBezTo>
                    <a:pt x="20460" y="16759"/>
                    <a:pt x="20455" y="16761"/>
                    <a:pt x="20450" y="16761"/>
                  </a:cubicBezTo>
                  <a:cubicBezTo>
                    <a:pt x="20402" y="16761"/>
                    <a:pt x="20371" y="16594"/>
                    <a:pt x="20327" y="16528"/>
                  </a:cubicBezTo>
                  <a:cubicBezTo>
                    <a:pt x="20352" y="16511"/>
                    <a:pt x="20365" y="16501"/>
                    <a:pt x="20377" y="16501"/>
                  </a:cubicBezTo>
                  <a:close/>
                  <a:moveTo>
                    <a:pt x="18892" y="17250"/>
                  </a:moveTo>
                  <a:cubicBezTo>
                    <a:pt x="18917" y="17339"/>
                    <a:pt x="18941" y="17428"/>
                    <a:pt x="18876" y="17444"/>
                  </a:cubicBezTo>
                  <a:lnTo>
                    <a:pt x="18779" y="17379"/>
                  </a:lnTo>
                  <a:lnTo>
                    <a:pt x="18827" y="17266"/>
                  </a:lnTo>
                  <a:lnTo>
                    <a:pt x="18892" y="17250"/>
                  </a:lnTo>
                  <a:close/>
                  <a:moveTo>
                    <a:pt x="32987" y="0"/>
                  </a:moveTo>
                  <a:cubicBezTo>
                    <a:pt x="32896" y="0"/>
                    <a:pt x="32806" y="51"/>
                    <a:pt x="32765" y="150"/>
                  </a:cubicBezTo>
                  <a:cubicBezTo>
                    <a:pt x="32765" y="82"/>
                    <a:pt x="32712" y="66"/>
                    <a:pt x="32647" y="66"/>
                  </a:cubicBezTo>
                  <a:cubicBezTo>
                    <a:pt x="32628" y="66"/>
                    <a:pt x="32607" y="67"/>
                    <a:pt x="32586" y="69"/>
                  </a:cubicBezTo>
                  <a:cubicBezTo>
                    <a:pt x="32468" y="128"/>
                    <a:pt x="32275" y="177"/>
                    <a:pt x="32154" y="177"/>
                  </a:cubicBezTo>
                  <a:cubicBezTo>
                    <a:pt x="32092" y="177"/>
                    <a:pt x="32049" y="164"/>
                    <a:pt x="32043" y="134"/>
                  </a:cubicBezTo>
                  <a:lnTo>
                    <a:pt x="31954" y="142"/>
                  </a:lnTo>
                  <a:cubicBezTo>
                    <a:pt x="31897" y="223"/>
                    <a:pt x="31808" y="272"/>
                    <a:pt x="31711" y="280"/>
                  </a:cubicBezTo>
                  <a:cubicBezTo>
                    <a:pt x="31605" y="288"/>
                    <a:pt x="31516" y="345"/>
                    <a:pt x="31467" y="426"/>
                  </a:cubicBezTo>
                  <a:cubicBezTo>
                    <a:pt x="31435" y="491"/>
                    <a:pt x="31378" y="531"/>
                    <a:pt x="31313" y="556"/>
                  </a:cubicBezTo>
                  <a:cubicBezTo>
                    <a:pt x="31306" y="558"/>
                    <a:pt x="31299" y="559"/>
                    <a:pt x="31294" y="559"/>
                  </a:cubicBezTo>
                  <a:cubicBezTo>
                    <a:pt x="31243" y="559"/>
                    <a:pt x="31295" y="457"/>
                    <a:pt x="31354" y="361"/>
                  </a:cubicBezTo>
                  <a:cubicBezTo>
                    <a:pt x="31410" y="316"/>
                    <a:pt x="31414" y="294"/>
                    <a:pt x="31386" y="294"/>
                  </a:cubicBezTo>
                  <a:cubicBezTo>
                    <a:pt x="31334" y="294"/>
                    <a:pt x="31170" y="375"/>
                    <a:pt x="31038" y="540"/>
                  </a:cubicBezTo>
                  <a:cubicBezTo>
                    <a:pt x="30937" y="674"/>
                    <a:pt x="30889" y="738"/>
                    <a:pt x="30881" y="738"/>
                  </a:cubicBezTo>
                  <a:cubicBezTo>
                    <a:pt x="30873" y="738"/>
                    <a:pt x="30902" y="682"/>
                    <a:pt x="30957" y="572"/>
                  </a:cubicBezTo>
                  <a:cubicBezTo>
                    <a:pt x="30994" y="491"/>
                    <a:pt x="31032" y="414"/>
                    <a:pt x="31010" y="414"/>
                  </a:cubicBezTo>
                  <a:cubicBezTo>
                    <a:pt x="30999" y="414"/>
                    <a:pt x="30973" y="434"/>
                    <a:pt x="30924" y="483"/>
                  </a:cubicBezTo>
                  <a:cubicBezTo>
                    <a:pt x="30924" y="483"/>
                    <a:pt x="30754" y="540"/>
                    <a:pt x="30786" y="629"/>
                  </a:cubicBezTo>
                  <a:lnTo>
                    <a:pt x="30535" y="710"/>
                  </a:lnTo>
                  <a:cubicBezTo>
                    <a:pt x="30509" y="707"/>
                    <a:pt x="30482" y="705"/>
                    <a:pt x="30457" y="705"/>
                  </a:cubicBezTo>
                  <a:cubicBezTo>
                    <a:pt x="30356" y="705"/>
                    <a:pt x="30260" y="730"/>
                    <a:pt x="30170" y="775"/>
                  </a:cubicBezTo>
                  <a:cubicBezTo>
                    <a:pt x="30145" y="846"/>
                    <a:pt x="30135" y="872"/>
                    <a:pt x="30102" y="872"/>
                  </a:cubicBezTo>
                  <a:cubicBezTo>
                    <a:pt x="30082" y="872"/>
                    <a:pt x="30053" y="863"/>
                    <a:pt x="30008" y="848"/>
                  </a:cubicBezTo>
                  <a:cubicBezTo>
                    <a:pt x="29994" y="817"/>
                    <a:pt x="29975" y="801"/>
                    <a:pt x="29960" y="801"/>
                  </a:cubicBezTo>
                  <a:cubicBezTo>
                    <a:pt x="29931" y="801"/>
                    <a:pt x="29915" y="855"/>
                    <a:pt x="29967" y="961"/>
                  </a:cubicBezTo>
                  <a:cubicBezTo>
                    <a:pt x="29955" y="1049"/>
                    <a:pt x="29880" y="1107"/>
                    <a:pt x="29802" y="1107"/>
                  </a:cubicBezTo>
                  <a:cubicBezTo>
                    <a:pt x="29778" y="1107"/>
                    <a:pt x="29755" y="1102"/>
                    <a:pt x="29732" y="1091"/>
                  </a:cubicBezTo>
                  <a:cubicBezTo>
                    <a:pt x="29688" y="1010"/>
                    <a:pt x="29647" y="979"/>
                    <a:pt x="29623" y="979"/>
                  </a:cubicBezTo>
                  <a:cubicBezTo>
                    <a:pt x="29599" y="979"/>
                    <a:pt x="29590" y="1010"/>
                    <a:pt x="29611" y="1050"/>
                  </a:cubicBezTo>
                  <a:cubicBezTo>
                    <a:pt x="29594" y="1115"/>
                    <a:pt x="29554" y="1180"/>
                    <a:pt x="29497" y="1213"/>
                  </a:cubicBezTo>
                  <a:cubicBezTo>
                    <a:pt x="29494" y="1207"/>
                    <a:pt x="29487" y="1204"/>
                    <a:pt x="29476" y="1204"/>
                  </a:cubicBezTo>
                  <a:cubicBezTo>
                    <a:pt x="29348" y="1204"/>
                    <a:pt x="28714" y="1586"/>
                    <a:pt x="28184" y="2072"/>
                  </a:cubicBezTo>
                  <a:cubicBezTo>
                    <a:pt x="28119" y="2145"/>
                    <a:pt x="28111" y="2250"/>
                    <a:pt x="28176" y="2323"/>
                  </a:cubicBezTo>
                  <a:cubicBezTo>
                    <a:pt x="28235" y="2386"/>
                    <a:pt x="28252" y="2403"/>
                    <a:pt x="28240" y="2403"/>
                  </a:cubicBezTo>
                  <a:cubicBezTo>
                    <a:pt x="28227" y="2403"/>
                    <a:pt x="28181" y="2384"/>
                    <a:pt x="28119" y="2380"/>
                  </a:cubicBezTo>
                  <a:cubicBezTo>
                    <a:pt x="28040" y="2337"/>
                    <a:pt x="27973" y="2319"/>
                    <a:pt x="27927" y="2319"/>
                  </a:cubicBezTo>
                  <a:cubicBezTo>
                    <a:pt x="27824" y="2319"/>
                    <a:pt x="27819" y="2404"/>
                    <a:pt x="27997" y="2494"/>
                  </a:cubicBezTo>
                  <a:cubicBezTo>
                    <a:pt x="28137" y="2548"/>
                    <a:pt x="28172" y="2562"/>
                    <a:pt x="28075" y="2562"/>
                  </a:cubicBezTo>
                  <a:cubicBezTo>
                    <a:pt x="28042" y="2562"/>
                    <a:pt x="27995" y="2560"/>
                    <a:pt x="27932" y="2558"/>
                  </a:cubicBezTo>
                  <a:cubicBezTo>
                    <a:pt x="27907" y="2557"/>
                    <a:pt x="27888" y="2555"/>
                    <a:pt x="27872" y="2555"/>
                  </a:cubicBezTo>
                  <a:cubicBezTo>
                    <a:pt x="27811" y="2555"/>
                    <a:pt x="27812" y="2575"/>
                    <a:pt x="27819" y="2672"/>
                  </a:cubicBezTo>
                  <a:cubicBezTo>
                    <a:pt x="27865" y="2718"/>
                    <a:pt x="27850" y="2764"/>
                    <a:pt x="27811" y="2764"/>
                  </a:cubicBezTo>
                  <a:cubicBezTo>
                    <a:pt x="27795" y="2764"/>
                    <a:pt x="27775" y="2756"/>
                    <a:pt x="27754" y="2737"/>
                  </a:cubicBezTo>
                  <a:cubicBezTo>
                    <a:pt x="27632" y="2737"/>
                    <a:pt x="27511" y="2737"/>
                    <a:pt x="27576" y="2794"/>
                  </a:cubicBezTo>
                  <a:cubicBezTo>
                    <a:pt x="27533" y="2836"/>
                    <a:pt x="27478" y="2860"/>
                    <a:pt x="27417" y="2860"/>
                  </a:cubicBezTo>
                  <a:cubicBezTo>
                    <a:pt x="27408" y="2860"/>
                    <a:pt x="27398" y="2859"/>
                    <a:pt x="27389" y="2858"/>
                  </a:cubicBezTo>
                  <a:cubicBezTo>
                    <a:pt x="27268" y="2867"/>
                    <a:pt x="27284" y="2988"/>
                    <a:pt x="27300" y="3110"/>
                  </a:cubicBezTo>
                  <a:cubicBezTo>
                    <a:pt x="27285" y="3305"/>
                    <a:pt x="27259" y="3402"/>
                    <a:pt x="27220" y="3402"/>
                  </a:cubicBezTo>
                  <a:cubicBezTo>
                    <a:pt x="27198" y="3402"/>
                    <a:pt x="27171" y="3370"/>
                    <a:pt x="27138" y="3304"/>
                  </a:cubicBezTo>
                  <a:cubicBezTo>
                    <a:pt x="27120" y="3272"/>
                    <a:pt x="27100" y="3259"/>
                    <a:pt x="27079" y="3259"/>
                  </a:cubicBezTo>
                  <a:cubicBezTo>
                    <a:pt x="26983" y="3259"/>
                    <a:pt x="26872" y="3546"/>
                    <a:pt x="26951" y="3685"/>
                  </a:cubicBezTo>
                  <a:cubicBezTo>
                    <a:pt x="27014" y="3799"/>
                    <a:pt x="27036" y="3841"/>
                    <a:pt x="27025" y="3841"/>
                  </a:cubicBezTo>
                  <a:cubicBezTo>
                    <a:pt x="27019" y="3841"/>
                    <a:pt x="27002" y="3827"/>
                    <a:pt x="26976" y="3807"/>
                  </a:cubicBezTo>
                  <a:cubicBezTo>
                    <a:pt x="26962" y="3793"/>
                    <a:pt x="26944" y="3787"/>
                    <a:pt x="26926" y="3787"/>
                  </a:cubicBezTo>
                  <a:cubicBezTo>
                    <a:pt x="26900" y="3787"/>
                    <a:pt x="26873" y="3800"/>
                    <a:pt x="26854" y="3823"/>
                  </a:cubicBezTo>
                  <a:cubicBezTo>
                    <a:pt x="26817" y="3872"/>
                    <a:pt x="26785" y="3921"/>
                    <a:pt x="26737" y="3921"/>
                  </a:cubicBezTo>
                  <a:cubicBezTo>
                    <a:pt x="26721" y="3921"/>
                    <a:pt x="26704" y="3916"/>
                    <a:pt x="26684" y="3904"/>
                  </a:cubicBezTo>
                  <a:cubicBezTo>
                    <a:pt x="26643" y="3977"/>
                    <a:pt x="26627" y="4066"/>
                    <a:pt x="26619" y="4156"/>
                  </a:cubicBezTo>
                  <a:cubicBezTo>
                    <a:pt x="26670" y="4344"/>
                    <a:pt x="26526" y="4520"/>
                    <a:pt x="26344" y="4520"/>
                  </a:cubicBezTo>
                  <a:cubicBezTo>
                    <a:pt x="26322" y="4520"/>
                    <a:pt x="26301" y="4517"/>
                    <a:pt x="26278" y="4512"/>
                  </a:cubicBezTo>
                  <a:lnTo>
                    <a:pt x="26270" y="4699"/>
                  </a:lnTo>
                  <a:cubicBezTo>
                    <a:pt x="26355" y="4826"/>
                    <a:pt x="26399" y="4921"/>
                    <a:pt x="26349" y="4921"/>
                  </a:cubicBezTo>
                  <a:cubicBezTo>
                    <a:pt x="26332" y="4921"/>
                    <a:pt x="26303" y="4910"/>
                    <a:pt x="26262" y="4885"/>
                  </a:cubicBezTo>
                  <a:cubicBezTo>
                    <a:pt x="26238" y="4869"/>
                    <a:pt x="26213" y="4854"/>
                    <a:pt x="26193" y="4842"/>
                  </a:cubicBezTo>
                  <a:lnTo>
                    <a:pt x="26193" y="4842"/>
                  </a:lnTo>
                  <a:cubicBezTo>
                    <a:pt x="26281" y="4979"/>
                    <a:pt x="26123" y="5164"/>
                    <a:pt x="25980" y="5164"/>
                  </a:cubicBezTo>
                  <a:cubicBezTo>
                    <a:pt x="25954" y="5164"/>
                    <a:pt x="25929" y="5158"/>
                    <a:pt x="25905" y="5145"/>
                  </a:cubicBezTo>
                  <a:cubicBezTo>
                    <a:pt x="25870" y="5127"/>
                    <a:pt x="25850" y="5117"/>
                    <a:pt x="25835" y="5117"/>
                  </a:cubicBezTo>
                  <a:cubicBezTo>
                    <a:pt x="25816" y="5117"/>
                    <a:pt x="25806" y="5133"/>
                    <a:pt x="25784" y="5169"/>
                  </a:cubicBezTo>
                  <a:lnTo>
                    <a:pt x="25865" y="5218"/>
                  </a:lnTo>
                  <a:cubicBezTo>
                    <a:pt x="25946" y="5258"/>
                    <a:pt x="26027" y="5307"/>
                    <a:pt x="25987" y="5372"/>
                  </a:cubicBezTo>
                  <a:cubicBezTo>
                    <a:pt x="25961" y="5428"/>
                    <a:pt x="25931" y="5485"/>
                    <a:pt x="25882" y="5485"/>
                  </a:cubicBezTo>
                  <a:cubicBezTo>
                    <a:pt x="25867" y="5485"/>
                    <a:pt x="25851" y="5480"/>
                    <a:pt x="25832" y="5469"/>
                  </a:cubicBezTo>
                  <a:cubicBezTo>
                    <a:pt x="25711" y="5502"/>
                    <a:pt x="25597" y="5526"/>
                    <a:pt x="25678" y="5574"/>
                  </a:cubicBezTo>
                  <a:cubicBezTo>
                    <a:pt x="25638" y="5623"/>
                    <a:pt x="25589" y="5664"/>
                    <a:pt x="25524" y="5672"/>
                  </a:cubicBezTo>
                  <a:lnTo>
                    <a:pt x="25378" y="5964"/>
                  </a:lnTo>
                  <a:cubicBezTo>
                    <a:pt x="25422" y="6066"/>
                    <a:pt x="25368" y="6187"/>
                    <a:pt x="25297" y="6187"/>
                  </a:cubicBezTo>
                  <a:cubicBezTo>
                    <a:pt x="25289" y="6187"/>
                    <a:pt x="25281" y="6186"/>
                    <a:pt x="25273" y="6183"/>
                  </a:cubicBezTo>
                  <a:cubicBezTo>
                    <a:pt x="25241" y="6256"/>
                    <a:pt x="25233" y="6353"/>
                    <a:pt x="25257" y="6434"/>
                  </a:cubicBezTo>
                  <a:cubicBezTo>
                    <a:pt x="25202" y="6557"/>
                    <a:pt x="25171" y="6628"/>
                    <a:pt x="25114" y="6628"/>
                  </a:cubicBezTo>
                  <a:cubicBezTo>
                    <a:pt x="25103" y="6628"/>
                    <a:pt x="25091" y="6625"/>
                    <a:pt x="25078" y="6620"/>
                  </a:cubicBezTo>
                  <a:cubicBezTo>
                    <a:pt x="25045" y="6605"/>
                    <a:pt x="25024" y="6596"/>
                    <a:pt x="25014" y="6596"/>
                  </a:cubicBezTo>
                  <a:cubicBezTo>
                    <a:pt x="24997" y="6596"/>
                    <a:pt x="25011" y="6622"/>
                    <a:pt x="25046" y="6693"/>
                  </a:cubicBezTo>
                  <a:cubicBezTo>
                    <a:pt x="25127" y="6726"/>
                    <a:pt x="25095" y="6799"/>
                    <a:pt x="25062" y="6872"/>
                  </a:cubicBezTo>
                  <a:lnTo>
                    <a:pt x="25005" y="7018"/>
                  </a:lnTo>
                  <a:cubicBezTo>
                    <a:pt x="25087" y="7050"/>
                    <a:pt x="25087" y="7050"/>
                    <a:pt x="25054" y="7123"/>
                  </a:cubicBezTo>
                  <a:cubicBezTo>
                    <a:pt x="25030" y="7196"/>
                    <a:pt x="24851" y="7374"/>
                    <a:pt x="24827" y="7447"/>
                  </a:cubicBezTo>
                  <a:cubicBezTo>
                    <a:pt x="24765" y="7600"/>
                    <a:pt x="24746" y="7646"/>
                    <a:pt x="24779" y="7646"/>
                  </a:cubicBezTo>
                  <a:cubicBezTo>
                    <a:pt x="24793" y="7646"/>
                    <a:pt x="24817" y="7638"/>
                    <a:pt x="24851" y="7626"/>
                  </a:cubicBezTo>
                  <a:cubicBezTo>
                    <a:pt x="24863" y="7599"/>
                    <a:pt x="24881" y="7587"/>
                    <a:pt x="24893" y="7587"/>
                  </a:cubicBezTo>
                  <a:cubicBezTo>
                    <a:pt x="24914" y="7587"/>
                    <a:pt x="24915" y="7626"/>
                    <a:pt x="24827" y="7699"/>
                  </a:cubicBezTo>
                  <a:cubicBezTo>
                    <a:pt x="24795" y="7772"/>
                    <a:pt x="24624" y="7950"/>
                    <a:pt x="24543" y="8169"/>
                  </a:cubicBezTo>
                  <a:cubicBezTo>
                    <a:pt x="24438" y="8453"/>
                    <a:pt x="24438" y="8453"/>
                    <a:pt x="24527" y="8485"/>
                  </a:cubicBezTo>
                  <a:cubicBezTo>
                    <a:pt x="24537" y="8485"/>
                    <a:pt x="24547" y="8485"/>
                    <a:pt x="24556" y="8485"/>
                  </a:cubicBezTo>
                  <a:cubicBezTo>
                    <a:pt x="24719" y="8485"/>
                    <a:pt x="24687" y="8550"/>
                    <a:pt x="24495" y="8558"/>
                  </a:cubicBezTo>
                  <a:cubicBezTo>
                    <a:pt x="24276" y="8631"/>
                    <a:pt x="24243" y="8704"/>
                    <a:pt x="24333" y="8736"/>
                  </a:cubicBezTo>
                  <a:cubicBezTo>
                    <a:pt x="24389" y="8842"/>
                    <a:pt x="24389" y="8842"/>
                    <a:pt x="24365" y="8907"/>
                  </a:cubicBezTo>
                  <a:cubicBezTo>
                    <a:pt x="24352" y="8902"/>
                    <a:pt x="24341" y="8899"/>
                    <a:pt x="24331" y="8899"/>
                  </a:cubicBezTo>
                  <a:cubicBezTo>
                    <a:pt x="24275" y="8899"/>
                    <a:pt x="24256" y="8974"/>
                    <a:pt x="24284" y="9118"/>
                  </a:cubicBezTo>
                  <a:cubicBezTo>
                    <a:pt x="24269" y="9161"/>
                    <a:pt x="24263" y="9179"/>
                    <a:pt x="24244" y="9179"/>
                  </a:cubicBezTo>
                  <a:cubicBezTo>
                    <a:pt x="24230" y="9179"/>
                    <a:pt x="24211" y="9171"/>
                    <a:pt x="24179" y="9158"/>
                  </a:cubicBezTo>
                  <a:cubicBezTo>
                    <a:pt x="24179" y="9158"/>
                    <a:pt x="24146" y="9231"/>
                    <a:pt x="24122" y="9296"/>
                  </a:cubicBezTo>
                  <a:cubicBezTo>
                    <a:pt x="24243" y="9507"/>
                    <a:pt x="24000" y="9888"/>
                    <a:pt x="23887" y="9928"/>
                  </a:cubicBezTo>
                  <a:cubicBezTo>
                    <a:pt x="23879" y="9985"/>
                    <a:pt x="23887" y="10050"/>
                    <a:pt x="23927" y="10099"/>
                  </a:cubicBezTo>
                  <a:cubicBezTo>
                    <a:pt x="24031" y="10196"/>
                    <a:pt x="24043" y="10257"/>
                    <a:pt x="23970" y="10257"/>
                  </a:cubicBezTo>
                  <a:cubicBezTo>
                    <a:pt x="23946" y="10257"/>
                    <a:pt x="23913" y="10250"/>
                    <a:pt x="23870" y="10236"/>
                  </a:cubicBezTo>
                  <a:cubicBezTo>
                    <a:pt x="23800" y="10210"/>
                    <a:pt x="23759" y="10194"/>
                    <a:pt x="23745" y="10194"/>
                  </a:cubicBezTo>
                  <a:cubicBezTo>
                    <a:pt x="23725" y="10194"/>
                    <a:pt x="23761" y="10225"/>
                    <a:pt x="23846" y="10301"/>
                  </a:cubicBezTo>
                  <a:cubicBezTo>
                    <a:pt x="23894" y="10383"/>
                    <a:pt x="23809" y="10638"/>
                    <a:pt x="23694" y="10638"/>
                  </a:cubicBezTo>
                  <a:cubicBezTo>
                    <a:pt x="23672" y="10638"/>
                    <a:pt x="23650" y="10630"/>
                    <a:pt x="23627" y="10609"/>
                  </a:cubicBezTo>
                  <a:lnTo>
                    <a:pt x="23457" y="10545"/>
                  </a:lnTo>
                  <a:lnTo>
                    <a:pt x="23457" y="10545"/>
                  </a:lnTo>
                  <a:cubicBezTo>
                    <a:pt x="23489" y="10593"/>
                    <a:pt x="23506" y="10650"/>
                    <a:pt x="23489" y="10707"/>
                  </a:cubicBezTo>
                  <a:cubicBezTo>
                    <a:pt x="23579" y="10739"/>
                    <a:pt x="23546" y="10812"/>
                    <a:pt x="23465" y="11015"/>
                  </a:cubicBezTo>
                  <a:cubicBezTo>
                    <a:pt x="23416" y="11144"/>
                    <a:pt x="23384" y="11444"/>
                    <a:pt x="23327" y="11574"/>
                  </a:cubicBezTo>
                  <a:cubicBezTo>
                    <a:pt x="23270" y="11704"/>
                    <a:pt x="23181" y="11899"/>
                    <a:pt x="23068" y="11923"/>
                  </a:cubicBezTo>
                  <a:cubicBezTo>
                    <a:pt x="23027" y="12012"/>
                    <a:pt x="23011" y="12117"/>
                    <a:pt x="23035" y="12215"/>
                  </a:cubicBezTo>
                  <a:cubicBezTo>
                    <a:pt x="23077" y="12306"/>
                    <a:pt x="23035" y="12409"/>
                    <a:pt x="22970" y="12409"/>
                  </a:cubicBezTo>
                  <a:cubicBezTo>
                    <a:pt x="22960" y="12409"/>
                    <a:pt x="22949" y="12407"/>
                    <a:pt x="22938" y="12401"/>
                  </a:cubicBezTo>
                  <a:lnTo>
                    <a:pt x="22914" y="12466"/>
                  </a:lnTo>
                  <a:cubicBezTo>
                    <a:pt x="22930" y="12539"/>
                    <a:pt x="22922" y="12620"/>
                    <a:pt x="22897" y="12693"/>
                  </a:cubicBezTo>
                  <a:cubicBezTo>
                    <a:pt x="22871" y="12680"/>
                    <a:pt x="22841" y="12673"/>
                    <a:pt x="22814" y="12673"/>
                  </a:cubicBezTo>
                  <a:cubicBezTo>
                    <a:pt x="22760" y="12673"/>
                    <a:pt x="22719" y="12703"/>
                    <a:pt x="22752" y="12774"/>
                  </a:cubicBezTo>
                  <a:cubicBezTo>
                    <a:pt x="22833" y="12815"/>
                    <a:pt x="22800" y="12880"/>
                    <a:pt x="22735" y="13001"/>
                  </a:cubicBezTo>
                  <a:cubicBezTo>
                    <a:pt x="22654" y="13034"/>
                    <a:pt x="22346" y="13569"/>
                    <a:pt x="22014" y="14007"/>
                  </a:cubicBezTo>
                  <a:cubicBezTo>
                    <a:pt x="21689" y="14452"/>
                    <a:pt x="21325" y="14858"/>
                    <a:pt x="21357" y="14890"/>
                  </a:cubicBezTo>
                  <a:lnTo>
                    <a:pt x="21219" y="15028"/>
                  </a:lnTo>
                  <a:lnTo>
                    <a:pt x="21073" y="15158"/>
                  </a:lnTo>
                  <a:cubicBezTo>
                    <a:pt x="21052" y="15135"/>
                    <a:pt x="21029" y="15125"/>
                    <a:pt x="21004" y="15125"/>
                  </a:cubicBezTo>
                  <a:cubicBezTo>
                    <a:pt x="20891" y="15125"/>
                    <a:pt x="20756" y="15345"/>
                    <a:pt x="20676" y="15498"/>
                  </a:cubicBezTo>
                  <a:cubicBezTo>
                    <a:pt x="20692" y="15579"/>
                    <a:pt x="20652" y="15660"/>
                    <a:pt x="20579" y="15693"/>
                  </a:cubicBezTo>
                  <a:cubicBezTo>
                    <a:pt x="20541" y="15645"/>
                    <a:pt x="20501" y="15625"/>
                    <a:pt x="20461" y="15625"/>
                  </a:cubicBezTo>
                  <a:cubicBezTo>
                    <a:pt x="20379" y="15625"/>
                    <a:pt x="20301" y="15708"/>
                    <a:pt x="20262" y="15806"/>
                  </a:cubicBezTo>
                  <a:cubicBezTo>
                    <a:pt x="20290" y="15918"/>
                    <a:pt x="20284" y="15977"/>
                    <a:pt x="20254" y="15977"/>
                  </a:cubicBezTo>
                  <a:cubicBezTo>
                    <a:pt x="20232" y="15977"/>
                    <a:pt x="20198" y="15945"/>
                    <a:pt x="20157" y="15879"/>
                  </a:cubicBezTo>
                  <a:cubicBezTo>
                    <a:pt x="20120" y="15826"/>
                    <a:pt x="20085" y="15799"/>
                    <a:pt x="20055" y="15799"/>
                  </a:cubicBezTo>
                  <a:cubicBezTo>
                    <a:pt x="20000" y="15799"/>
                    <a:pt x="19966" y="15894"/>
                    <a:pt x="19987" y="16090"/>
                  </a:cubicBezTo>
                  <a:cubicBezTo>
                    <a:pt x="19982" y="16159"/>
                    <a:pt x="19980" y="16186"/>
                    <a:pt x="19956" y="16186"/>
                  </a:cubicBezTo>
                  <a:cubicBezTo>
                    <a:pt x="19940" y="16186"/>
                    <a:pt x="19915" y="16174"/>
                    <a:pt x="19873" y="16155"/>
                  </a:cubicBezTo>
                  <a:cubicBezTo>
                    <a:pt x="19803" y="16093"/>
                    <a:pt x="19755" y="16068"/>
                    <a:pt x="19729" y="16068"/>
                  </a:cubicBezTo>
                  <a:cubicBezTo>
                    <a:pt x="19701" y="16068"/>
                    <a:pt x="19698" y="16097"/>
                    <a:pt x="19719" y="16139"/>
                  </a:cubicBezTo>
                  <a:cubicBezTo>
                    <a:pt x="19739" y="16250"/>
                    <a:pt x="19726" y="16306"/>
                    <a:pt x="19684" y="16306"/>
                  </a:cubicBezTo>
                  <a:cubicBezTo>
                    <a:pt x="19655" y="16306"/>
                    <a:pt x="19613" y="16280"/>
                    <a:pt x="19557" y="16228"/>
                  </a:cubicBezTo>
                  <a:cubicBezTo>
                    <a:pt x="19470" y="16177"/>
                    <a:pt x="19422" y="16148"/>
                    <a:pt x="19398" y="16148"/>
                  </a:cubicBezTo>
                  <a:cubicBezTo>
                    <a:pt x="19367" y="16148"/>
                    <a:pt x="19373" y="16193"/>
                    <a:pt x="19387" y="16301"/>
                  </a:cubicBezTo>
                  <a:cubicBezTo>
                    <a:pt x="19403" y="16429"/>
                    <a:pt x="19300" y="16515"/>
                    <a:pt x="19195" y="16515"/>
                  </a:cubicBezTo>
                  <a:cubicBezTo>
                    <a:pt x="19140" y="16515"/>
                    <a:pt x="19085" y="16492"/>
                    <a:pt x="19046" y="16439"/>
                  </a:cubicBezTo>
                  <a:cubicBezTo>
                    <a:pt x="19036" y="16443"/>
                    <a:pt x="19025" y="16445"/>
                    <a:pt x="19014" y="16445"/>
                  </a:cubicBezTo>
                  <a:cubicBezTo>
                    <a:pt x="18988" y="16445"/>
                    <a:pt x="18962" y="16437"/>
                    <a:pt x="18945" y="16437"/>
                  </a:cubicBezTo>
                  <a:cubicBezTo>
                    <a:pt x="18927" y="16437"/>
                    <a:pt x="18919" y="16445"/>
                    <a:pt x="18933" y="16479"/>
                  </a:cubicBezTo>
                  <a:lnTo>
                    <a:pt x="18844" y="16415"/>
                  </a:lnTo>
                  <a:cubicBezTo>
                    <a:pt x="18803" y="16431"/>
                    <a:pt x="18771" y="16439"/>
                    <a:pt x="18730" y="16447"/>
                  </a:cubicBezTo>
                  <a:lnTo>
                    <a:pt x="18754" y="16536"/>
                  </a:lnTo>
                  <a:cubicBezTo>
                    <a:pt x="18730" y="16544"/>
                    <a:pt x="18617" y="16544"/>
                    <a:pt x="18471" y="16560"/>
                  </a:cubicBezTo>
                  <a:cubicBezTo>
                    <a:pt x="18325" y="16560"/>
                    <a:pt x="18138" y="16585"/>
                    <a:pt x="17944" y="16593"/>
                  </a:cubicBezTo>
                  <a:cubicBezTo>
                    <a:pt x="17784" y="16601"/>
                    <a:pt x="17659" y="16603"/>
                    <a:pt x="17562" y="16603"/>
                  </a:cubicBezTo>
                  <a:cubicBezTo>
                    <a:pt x="17483" y="16603"/>
                    <a:pt x="17422" y="16602"/>
                    <a:pt x="17376" y="16602"/>
                  </a:cubicBezTo>
                  <a:cubicBezTo>
                    <a:pt x="17261" y="16602"/>
                    <a:pt x="17241" y="16610"/>
                    <a:pt x="17263" y="16666"/>
                  </a:cubicBezTo>
                  <a:cubicBezTo>
                    <a:pt x="17282" y="16760"/>
                    <a:pt x="17264" y="16805"/>
                    <a:pt x="17236" y="16805"/>
                  </a:cubicBezTo>
                  <a:cubicBezTo>
                    <a:pt x="17206" y="16805"/>
                    <a:pt x="17166" y="16754"/>
                    <a:pt x="17149" y="16658"/>
                  </a:cubicBezTo>
                  <a:cubicBezTo>
                    <a:pt x="17092" y="16658"/>
                    <a:pt x="17003" y="16536"/>
                    <a:pt x="16890" y="16520"/>
                  </a:cubicBezTo>
                  <a:cubicBezTo>
                    <a:pt x="16784" y="16496"/>
                    <a:pt x="16679" y="16455"/>
                    <a:pt x="16703" y="16374"/>
                  </a:cubicBezTo>
                  <a:lnTo>
                    <a:pt x="16646" y="16358"/>
                  </a:lnTo>
                  <a:cubicBezTo>
                    <a:pt x="16601" y="16401"/>
                    <a:pt x="16538" y="16419"/>
                    <a:pt x="16470" y="16419"/>
                  </a:cubicBezTo>
                  <a:cubicBezTo>
                    <a:pt x="16310" y="16419"/>
                    <a:pt x="16118" y="16318"/>
                    <a:pt x="16038" y="16204"/>
                  </a:cubicBezTo>
                  <a:cubicBezTo>
                    <a:pt x="15972" y="16162"/>
                    <a:pt x="15898" y="16138"/>
                    <a:pt x="15821" y="16138"/>
                  </a:cubicBezTo>
                  <a:cubicBezTo>
                    <a:pt x="15793" y="16138"/>
                    <a:pt x="15766" y="16141"/>
                    <a:pt x="15738" y="16147"/>
                  </a:cubicBezTo>
                  <a:cubicBezTo>
                    <a:pt x="15705" y="16149"/>
                    <a:pt x="15679" y="16150"/>
                    <a:pt x="15658" y="16150"/>
                  </a:cubicBezTo>
                  <a:cubicBezTo>
                    <a:pt x="15584" y="16150"/>
                    <a:pt x="15583" y="16132"/>
                    <a:pt x="15576" y="16050"/>
                  </a:cubicBezTo>
                  <a:cubicBezTo>
                    <a:pt x="15615" y="15991"/>
                    <a:pt x="15467" y="15798"/>
                    <a:pt x="15352" y="15798"/>
                  </a:cubicBezTo>
                  <a:cubicBezTo>
                    <a:pt x="15324" y="15798"/>
                    <a:pt x="15297" y="15810"/>
                    <a:pt x="15276" y="15839"/>
                  </a:cubicBezTo>
                  <a:lnTo>
                    <a:pt x="15276" y="15725"/>
                  </a:lnTo>
                  <a:cubicBezTo>
                    <a:pt x="15280" y="15677"/>
                    <a:pt x="15260" y="15658"/>
                    <a:pt x="15232" y="15658"/>
                  </a:cubicBezTo>
                  <a:cubicBezTo>
                    <a:pt x="15198" y="15658"/>
                    <a:pt x="15153" y="15686"/>
                    <a:pt x="15122" y="15725"/>
                  </a:cubicBezTo>
                  <a:cubicBezTo>
                    <a:pt x="15082" y="15781"/>
                    <a:pt x="15049" y="15810"/>
                    <a:pt x="15030" y="15810"/>
                  </a:cubicBezTo>
                  <a:cubicBezTo>
                    <a:pt x="14999" y="15810"/>
                    <a:pt x="15006" y="15735"/>
                    <a:pt x="15082" y="15579"/>
                  </a:cubicBezTo>
                  <a:cubicBezTo>
                    <a:pt x="15158" y="15481"/>
                    <a:pt x="15161" y="15430"/>
                    <a:pt x="15137" y="15430"/>
                  </a:cubicBezTo>
                  <a:cubicBezTo>
                    <a:pt x="15126" y="15430"/>
                    <a:pt x="15108" y="15442"/>
                    <a:pt x="15090" y="15466"/>
                  </a:cubicBezTo>
                  <a:cubicBezTo>
                    <a:pt x="15042" y="15481"/>
                    <a:pt x="14994" y="15494"/>
                    <a:pt x="14957" y="15494"/>
                  </a:cubicBezTo>
                  <a:cubicBezTo>
                    <a:pt x="14912" y="15494"/>
                    <a:pt x="14883" y="15475"/>
                    <a:pt x="14887" y="15417"/>
                  </a:cubicBezTo>
                  <a:cubicBezTo>
                    <a:pt x="14867" y="15393"/>
                    <a:pt x="14844" y="15371"/>
                    <a:pt x="14812" y="15371"/>
                  </a:cubicBezTo>
                  <a:cubicBezTo>
                    <a:pt x="14780" y="15371"/>
                    <a:pt x="14737" y="15393"/>
                    <a:pt x="14676" y="15458"/>
                  </a:cubicBezTo>
                  <a:cubicBezTo>
                    <a:pt x="14652" y="15485"/>
                    <a:pt x="14630" y="15495"/>
                    <a:pt x="14609" y="15495"/>
                  </a:cubicBezTo>
                  <a:cubicBezTo>
                    <a:pt x="14575" y="15495"/>
                    <a:pt x="14544" y="15467"/>
                    <a:pt x="14514" y="15442"/>
                  </a:cubicBezTo>
                  <a:cubicBezTo>
                    <a:pt x="14579" y="15369"/>
                    <a:pt x="14579" y="15377"/>
                    <a:pt x="14684" y="15352"/>
                  </a:cubicBezTo>
                  <a:cubicBezTo>
                    <a:pt x="14697" y="15363"/>
                    <a:pt x="14703" y="15368"/>
                    <a:pt x="14704" y="15368"/>
                  </a:cubicBezTo>
                  <a:cubicBezTo>
                    <a:pt x="14704" y="15368"/>
                    <a:pt x="14661" y="15329"/>
                    <a:pt x="14595" y="15263"/>
                  </a:cubicBezTo>
                  <a:cubicBezTo>
                    <a:pt x="14538" y="15182"/>
                    <a:pt x="14530" y="15077"/>
                    <a:pt x="14587" y="14996"/>
                  </a:cubicBezTo>
                  <a:cubicBezTo>
                    <a:pt x="14595" y="14936"/>
                    <a:pt x="14589" y="14897"/>
                    <a:pt x="14567" y="14897"/>
                  </a:cubicBezTo>
                  <a:cubicBezTo>
                    <a:pt x="14548" y="14897"/>
                    <a:pt x="14516" y="14930"/>
                    <a:pt x="14474" y="15012"/>
                  </a:cubicBezTo>
                  <a:cubicBezTo>
                    <a:pt x="14404" y="15081"/>
                    <a:pt x="14372" y="15114"/>
                    <a:pt x="14343" y="15114"/>
                  </a:cubicBezTo>
                  <a:cubicBezTo>
                    <a:pt x="14318" y="15114"/>
                    <a:pt x="14296" y="15089"/>
                    <a:pt x="14255" y="15044"/>
                  </a:cubicBezTo>
                  <a:cubicBezTo>
                    <a:pt x="14206" y="14996"/>
                    <a:pt x="14165" y="14947"/>
                    <a:pt x="14230" y="14882"/>
                  </a:cubicBezTo>
                  <a:cubicBezTo>
                    <a:pt x="14295" y="14825"/>
                    <a:pt x="14295" y="14825"/>
                    <a:pt x="14214" y="14728"/>
                  </a:cubicBezTo>
                  <a:cubicBezTo>
                    <a:pt x="14141" y="14642"/>
                    <a:pt x="14003" y="14611"/>
                    <a:pt x="13862" y="14611"/>
                  </a:cubicBezTo>
                  <a:cubicBezTo>
                    <a:pt x="13751" y="14611"/>
                    <a:pt x="13639" y="14630"/>
                    <a:pt x="13557" y="14655"/>
                  </a:cubicBezTo>
                  <a:cubicBezTo>
                    <a:pt x="13495" y="14706"/>
                    <a:pt x="13461" y="14734"/>
                    <a:pt x="13451" y="14734"/>
                  </a:cubicBezTo>
                  <a:cubicBezTo>
                    <a:pt x="13439" y="14734"/>
                    <a:pt x="13463" y="14692"/>
                    <a:pt x="13517" y="14598"/>
                  </a:cubicBezTo>
                  <a:cubicBezTo>
                    <a:pt x="13590" y="14542"/>
                    <a:pt x="13541" y="14493"/>
                    <a:pt x="13501" y="14436"/>
                  </a:cubicBezTo>
                  <a:cubicBezTo>
                    <a:pt x="13485" y="14448"/>
                    <a:pt x="13474" y="14453"/>
                    <a:pt x="13468" y="14453"/>
                  </a:cubicBezTo>
                  <a:cubicBezTo>
                    <a:pt x="13449" y="14453"/>
                    <a:pt x="13458" y="14420"/>
                    <a:pt x="13477" y="14420"/>
                  </a:cubicBezTo>
                  <a:cubicBezTo>
                    <a:pt x="13484" y="14420"/>
                    <a:pt x="13492" y="14424"/>
                    <a:pt x="13501" y="14436"/>
                  </a:cubicBezTo>
                  <a:cubicBezTo>
                    <a:pt x="13522" y="14419"/>
                    <a:pt x="13541" y="14413"/>
                    <a:pt x="13558" y="14413"/>
                  </a:cubicBezTo>
                  <a:cubicBezTo>
                    <a:pt x="13598" y="14413"/>
                    <a:pt x="13626" y="14451"/>
                    <a:pt x="13655" y="14485"/>
                  </a:cubicBezTo>
                  <a:lnTo>
                    <a:pt x="13728" y="14428"/>
                  </a:lnTo>
                  <a:cubicBezTo>
                    <a:pt x="13807" y="14306"/>
                    <a:pt x="13804" y="14248"/>
                    <a:pt x="13717" y="14248"/>
                  </a:cubicBezTo>
                  <a:cubicBezTo>
                    <a:pt x="13689" y="14248"/>
                    <a:pt x="13652" y="14254"/>
                    <a:pt x="13606" y="14266"/>
                  </a:cubicBezTo>
                  <a:cubicBezTo>
                    <a:pt x="13492" y="14266"/>
                    <a:pt x="13492" y="14266"/>
                    <a:pt x="13525" y="14161"/>
                  </a:cubicBezTo>
                  <a:cubicBezTo>
                    <a:pt x="13551" y="14069"/>
                    <a:pt x="13577" y="13983"/>
                    <a:pt x="13548" y="13983"/>
                  </a:cubicBezTo>
                  <a:cubicBezTo>
                    <a:pt x="13541" y="13983"/>
                    <a:pt x="13531" y="13987"/>
                    <a:pt x="13517" y="13998"/>
                  </a:cubicBezTo>
                  <a:cubicBezTo>
                    <a:pt x="13476" y="13934"/>
                    <a:pt x="13460" y="13852"/>
                    <a:pt x="13476" y="13780"/>
                  </a:cubicBezTo>
                  <a:cubicBezTo>
                    <a:pt x="13416" y="13695"/>
                    <a:pt x="13382" y="13637"/>
                    <a:pt x="13335" y="13637"/>
                  </a:cubicBezTo>
                  <a:cubicBezTo>
                    <a:pt x="13320" y="13637"/>
                    <a:pt x="13302" y="13644"/>
                    <a:pt x="13282" y="13658"/>
                  </a:cubicBezTo>
                  <a:cubicBezTo>
                    <a:pt x="13262" y="13671"/>
                    <a:pt x="13245" y="13676"/>
                    <a:pt x="13230" y="13676"/>
                  </a:cubicBezTo>
                  <a:cubicBezTo>
                    <a:pt x="13187" y="13676"/>
                    <a:pt x="13157" y="13635"/>
                    <a:pt x="13128" y="13593"/>
                  </a:cubicBezTo>
                  <a:cubicBezTo>
                    <a:pt x="13103" y="13550"/>
                    <a:pt x="13074" y="13503"/>
                    <a:pt x="13027" y="13503"/>
                  </a:cubicBezTo>
                  <a:cubicBezTo>
                    <a:pt x="13011" y="13503"/>
                    <a:pt x="12994" y="13508"/>
                    <a:pt x="12974" y="13520"/>
                  </a:cubicBezTo>
                  <a:cubicBezTo>
                    <a:pt x="12944" y="13539"/>
                    <a:pt x="12911" y="13548"/>
                    <a:pt x="12877" y="13548"/>
                  </a:cubicBezTo>
                  <a:cubicBezTo>
                    <a:pt x="12808" y="13548"/>
                    <a:pt x="12739" y="13510"/>
                    <a:pt x="12706" y="13439"/>
                  </a:cubicBezTo>
                  <a:cubicBezTo>
                    <a:pt x="12552" y="13366"/>
                    <a:pt x="12552" y="13366"/>
                    <a:pt x="12674" y="13204"/>
                  </a:cubicBezTo>
                  <a:cubicBezTo>
                    <a:pt x="12747" y="13155"/>
                    <a:pt x="12714" y="13098"/>
                    <a:pt x="12674" y="13034"/>
                  </a:cubicBezTo>
                  <a:cubicBezTo>
                    <a:pt x="12649" y="12977"/>
                    <a:pt x="12649" y="12920"/>
                    <a:pt x="12674" y="12863"/>
                  </a:cubicBezTo>
                  <a:cubicBezTo>
                    <a:pt x="12692" y="12815"/>
                    <a:pt x="12687" y="12797"/>
                    <a:pt x="12668" y="12797"/>
                  </a:cubicBezTo>
                  <a:cubicBezTo>
                    <a:pt x="12645" y="12797"/>
                    <a:pt x="12604" y="12821"/>
                    <a:pt x="12560" y="12847"/>
                  </a:cubicBezTo>
                  <a:lnTo>
                    <a:pt x="12406" y="12944"/>
                  </a:lnTo>
                  <a:cubicBezTo>
                    <a:pt x="12365" y="12880"/>
                    <a:pt x="12487" y="12725"/>
                    <a:pt x="12568" y="12677"/>
                  </a:cubicBezTo>
                  <a:cubicBezTo>
                    <a:pt x="12633" y="12589"/>
                    <a:pt x="12661" y="12552"/>
                    <a:pt x="12644" y="12552"/>
                  </a:cubicBezTo>
                  <a:cubicBezTo>
                    <a:pt x="12632" y="12552"/>
                    <a:pt x="12594" y="12573"/>
                    <a:pt x="12528" y="12612"/>
                  </a:cubicBezTo>
                  <a:cubicBezTo>
                    <a:pt x="12503" y="12627"/>
                    <a:pt x="12474" y="12636"/>
                    <a:pt x="12448" y="12636"/>
                  </a:cubicBezTo>
                  <a:cubicBezTo>
                    <a:pt x="12388" y="12636"/>
                    <a:pt x="12336" y="12592"/>
                    <a:pt x="12341" y="12474"/>
                  </a:cubicBezTo>
                  <a:cubicBezTo>
                    <a:pt x="12260" y="12344"/>
                    <a:pt x="12187" y="12215"/>
                    <a:pt x="12268" y="12166"/>
                  </a:cubicBezTo>
                  <a:cubicBezTo>
                    <a:pt x="12293" y="12109"/>
                    <a:pt x="12252" y="12044"/>
                    <a:pt x="12195" y="12044"/>
                  </a:cubicBezTo>
                  <a:cubicBezTo>
                    <a:pt x="12074" y="12020"/>
                    <a:pt x="12041" y="11955"/>
                    <a:pt x="12009" y="11720"/>
                  </a:cubicBezTo>
                  <a:cubicBezTo>
                    <a:pt x="11987" y="11431"/>
                    <a:pt x="11980" y="11340"/>
                    <a:pt x="11925" y="11340"/>
                  </a:cubicBezTo>
                  <a:cubicBezTo>
                    <a:pt x="11900" y="11340"/>
                    <a:pt x="11865" y="11360"/>
                    <a:pt x="11814" y="11388"/>
                  </a:cubicBezTo>
                  <a:cubicBezTo>
                    <a:pt x="11779" y="11411"/>
                    <a:pt x="11742" y="11434"/>
                    <a:pt x="11726" y="11434"/>
                  </a:cubicBezTo>
                  <a:cubicBezTo>
                    <a:pt x="11708" y="11434"/>
                    <a:pt x="11715" y="11407"/>
                    <a:pt x="11774" y="11323"/>
                  </a:cubicBezTo>
                  <a:cubicBezTo>
                    <a:pt x="11814" y="11209"/>
                    <a:pt x="11701" y="11193"/>
                    <a:pt x="11547" y="11104"/>
                  </a:cubicBezTo>
                  <a:cubicBezTo>
                    <a:pt x="11537" y="11103"/>
                    <a:pt x="11527" y="11102"/>
                    <a:pt x="11516" y="11102"/>
                  </a:cubicBezTo>
                  <a:cubicBezTo>
                    <a:pt x="11400" y="11102"/>
                    <a:pt x="11264" y="11181"/>
                    <a:pt x="11190" y="11226"/>
                  </a:cubicBezTo>
                  <a:cubicBezTo>
                    <a:pt x="11124" y="11267"/>
                    <a:pt x="11087" y="11291"/>
                    <a:pt x="11065" y="11291"/>
                  </a:cubicBezTo>
                  <a:cubicBezTo>
                    <a:pt x="11036" y="11291"/>
                    <a:pt x="11036" y="11247"/>
                    <a:pt x="11036" y="11144"/>
                  </a:cubicBezTo>
                  <a:cubicBezTo>
                    <a:pt x="11003" y="11063"/>
                    <a:pt x="11036" y="10966"/>
                    <a:pt x="11117" y="10917"/>
                  </a:cubicBezTo>
                  <a:cubicBezTo>
                    <a:pt x="11130" y="10904"/>
                    <a:pt x="11148" y="10897"/>
                    <a:pt x="11166" y="10897"/>
                  </a:cubicBezTo>
                  <a:cubicBezTo>
                    <a:pt x="11191" y="10897"/>
                    <a:pt x="11216" y="10910"/>
                    <a:pt x="11230" y="10934"/>
                  </a:cubicBezTo>
                  <a:lnTo>
                    <a:pt x="11271" y="10999"/>
                  </a:lnTo>
                  <a:cubicBezTo>
                    <a:pt x="11344" y="10958"/>
                    <a:pt x="11425" y="10909"/>
                    <a:pt x="11344" y="10780"/>
                  </a:cubicBezTo>
                  <a:cubicBezTo>
                    <a:pt x="11375" y="10686"/>
                    <a:pt x="11358" y="10626"/>
                    <a:pt x="11311" y="10626"/>
                  </a:cubicBezTo>
                  <a:cubicBezTo>
                    <a:pt x="11298" y="10626"/>
                    <a:pt x="11281" y="10631"/>
                    <a:pt x="11263" y="10642"/>
                  </a:cubicBezTo>
                  <a:cubicBezTo>
                    <a:pt x="11303" y="10528"/>
                    <a:pt x="11222" y="10399"/>
                    <a:pt x="11133" y="10261"/>
                  </a:cubicBezTo>
                  <a:cubicBezTo>
                    <a:pt x="11052" y="10131"/>
                    <a:pt x="10914" y="9928"/>
                    <a:pt x="10947" y="9815"/>
                  </a:cubicBezTo>
                  <a:cubicBezTo>
                    <a:pt x="10877" y="9708"/>
                    <a:pt x="10833" y="9645"/>
                    <a:pt x="10782" y="9645"/>
                  </a:cubicBezTo>
                  <a:cubicBezTo>
                    <a:pt x="10767" y="9645"/>
                    <a:pt x="10752" y="9650"/>
                    <a:pt x="10736" y="9661"/>
                  </a:cubicBezTo>
                  <a:cubicBezTo>
                    <a:pt x="10678" y="9702"/>
                    <a:pt x="10636" y="9717"/>
                    <a:pt x="10610" y="9717"/>
                  </a:cubicBezTo>
                  <a:cubicBezTo>
                    <a:pt x="10570" y="9717"/>
                    <a:pt x="10570" y="9682"/>
                    <a:pt x="10614" y="9653"/>
                  </a:cubicBezTo>
                  <a:cubicBezTo>
                    <a:pt x="10732" y="9488"/>
                    <a:pt x="10179" y="8620"/>
                    <a:pt x="9953" y="8620"/>
                  </a:cubicBezTo>
                  <a:cubicBezTo>
                    <a:pt x="9946" y="8620"/>
                    <a:pt x="9939" y="8621"/>
                    <a:pt x="9933" y="8623"/>
                  </a:cubicBezTo>
                  <a:cubicBezTo>
                    <a:pt x="9933" y="8623"/>
                    <a:pt x="9885" y="8558"/>
                    <a:pt x="9828" y="8493"/>
                  </a:cubicBezTo>
                  <a:cubicBezTo>
                    <a:pt x="9788" y="8309"/>
                    <a:pt x="9430" y="7942"/>
                    <a:pt x="9297" y="7942"/>
                  </a:cubicBezTo>
                  <a:cubicBezTo>
                    <a:pt x="9295" y="7942"/>
                    <a:pt x="9294" y="7942"/>
                    <a:pt x="9293" y="7942"/>
                  </a:cubicBezTo>
                  <a:lnTo>
                    <a:pt x="9106" y="7772"/>
                  </a:lnTo>
                  <a:cubicBezTo>
                    <a:pt x="9055" y="7605"/>
                    <a:pt x="8992" y="7542"/>
                    <a:pt x="8892" y="7542"/>
                  </a:cubicBezTo>
                  <a:cubicBezTo>
                    <a:pt x="8880" y="7542"/>
                    <a:pt x="8868" y="7543"/>
                    <a:pt x="8855" y="7545"/>
                  </a:cubicBezTo>
                  <a:cubicBezTo>
                    <a:pt x="8764" y="7550"/>
                    <a:pt x="8709" y="7588"/>
                    <a:pt x="8704" y="7588"/>
                  </a:cubicBezTo>
                  <a:cubicBezTo>
                    <a:pt x="8701" y="7588"/>
                    <a:pt x="8708" y="7581"/>
                    <a:pt x="8725" y="7561"/>
                  </a:cubicBezTo>
                  <a:cubicBezTo>
                    <a:pt x="8790" y="7488"/>
                    <a:pt x="8652" y="7374"/>
                    <a:pt x="8376" y="7172"/>
                  </a:cubicBezTo>
                  <a:cubicBezTo>
                    <a:pt x="8217" y="7057"/>
                    <a:pt x="8147" y="7008"/>
                    <a:pt x="8119" y="7008"/>
                  </a:cubicBezTo>
                  <a:cubicBezTo>
                    <a:pt x="8098" y="7008"/>
                    <a:pt x="8102" y="7038"/>
                    <a:pt x="8109" y="7091"/>
                  </a:cubicBezTo>
                  <a:cubicBezTo>
                    <a:pt x="7776" y="6977"/>
                    <a:pt x="7817" y="6904"/>
                    <a:pt x="7866" y="6831"/>
                  </a:cubicBezTo>
                  <a:cubicBezTo>
                    <a:pt x="7970" y="6765"/>
                    <a:pt x="7958" y="6704"/>
                    <a:pt x="7887" y="6704"/>
                  </a:cubicBezTo>
                  <a:cubicBezTo>
                    <a:pt x="7837" y="6704"/>
                    <a:pt x="7758" y="6734"/>
                    <a:pt x="7671" y="6815"/>
                  </a:cubicBezTo>
                  <a:cubicBezTo>
                    <a:pt x="7611" y="6855"/>
                    <a:pt x="7553" y="6871"/>
                    <a:pt x="7506" y="6871"/>
                  </a:cubicBezTo>
                  <a:cubicBezTo>
                    <a:pt x="7421" y="6871"/>
                    <a:pt x="7369" y="6819"/>
                    <a:pt x="7395" y="6766"/>
                  </a:cubicBezTo>
                  <a:cubicBezTo>
                    <a:pt x="7416" y="6732"/>
                    <a:pt x="7441" y="6720"/>
                    <a:pt x="7469" y="6720"/>
                  </a:cubicBezTo>
                  <a:cubicBezTo>
                    <a:pt x="7507" y="6720"/>
                    <a:pt x="7551" y="6743"/>
                    <a:pt x="7598" y="6766"/>
                  </a:cubicBezTo>
                  <a:lnTo>
                    <a:pt x="7687" y="6612"/>
                  </a:lnTo>
                  <a:cubicBezTo>
                    <a:pt x="7645" y="6591"/>
                    <a:pt x="7624" y="6581"/>
                    <a:pt x="7597" y="6581"/>
                  </a:cubicBezTo>
                  <a:cubicBezTo>
                    <a:pt x="7572" y="6581"/>
                    <a:pt x="7542" y="6589"/>
                    <a:pt x="7485" y="6604"/>
                  </a:cubicBezTo>
                  <a:cubicBezTo>
                    <a:pt x="7452" y="6592"/>
                    <a:pt x="7418" y="6586"/>
                    <a:pt x="7384" y="6586"/>
                  </a:cubicBezTo>
                  <a:cubicBezTo>
                    <a:pt x="7351" y="6586"/>
                    <a:pt x="7318" y="6592"/>
                    <a:pt x="7290" y="6604"/>
                  </a:cubicBezTo>
                  <a:cubicBezTo>
                    <a:pt x="7177" y="6628"/>
                    <a:pt x="7120" y="6742"/>
                    <a:pt x="7160" y="6847"/>
                  </a:cubicBezTo>
                  <a:cubicBezTo>
                    <a:pt x="7176" y="6907"/>
                    <a:pt x="7167" y="6925"/>
                    <a:pt x="7145" y="6925"/>
                  </a:cubicBezTo>
                  <a:cubicBezTo>
                    <a:pt x="7122" y="6925"/>
                    <a:pt x="7084" y="6905"/>
                    <a:pt x="7047" y="6888"/>
                  </a:cubicBezTo>
                  <a:cubicBezTo>
                    <a:pt x="6933" y="6734"/>
                    <a:pt x="6966" y="6653"/>
                    <a:pt x="7087" y="6604"/>
                  </a:cubicBezTo>
                  <a:cubicBezTo>
                    <a:pt x="7102" y="6612"/>
                    <a:pt x="7116" y="6615"/>
                    <a:pt x="7128" y="6615"/>
                  </a:cubicBezTo>
                  <a:cubicBezTo>
                    <a:pt x="7183" y="6615"/>
                    <a:pt x="7216" y="6549"/>
                    <a:pt x="7249" y="6483"/>
                  </a:cubicBezTo>
                  <a:cubicBezTo>
                    <a:pt x="7266" y="6442"/>
                    <a:pt x="7152" y="6414"/>
                    <a:pt x="7016" y="6414"/>
                  </a:cubicBezTo>
                  <a:cubicBezTo>
                    <a:pt x="6882" y="6414"/>
                    <a:pt x="6726" y="6441"/>
                    <a:pt x="6652" y="6513"/>
                  </a:cubicBezTo>
                  <a:lnTo>
                    <a:pt x="6652" y="6513"/>
                  </a:lnTo>
                  <a:cubicBezTo>
                    <a:pt x="6660" y="6492"/>
                    <a:pt x="6670" y="6466"/>
                    <a:pt x="6682" y="6434"/>
                  </a:cubicBezTo>
                  <a:cubicBezTo>
                    <a:pt x="6714" y="6353"/>
                    <a:pt x="6552" y="6272"/>
                    <a:pt x="6374" y="6223"/>
                  </a:cubicBezTo>
                  <a:cubicBezTo>
                    <a:pt x="6280" y="6193"/>
                    <a:pt x="6213" y="6172"/>
                    <a:pt x="6167" y="6172"/>
                  </a:cubicBezTo>
                  <a:cubicBezTo>
                    <a:pt x="6126" y="6172"/>
                    <a:pt x="6102" y="6189"/>
                    <a:pt x="6090" y="6231"/>
                  </a:cubicBezTo>
                  <a:cubicBezTo>
                    <a:pt x="6068" y="6313"/>
                    <a:pt x="6046" y="6387"/>
                    <a:pt x="5974" y="6387"/>
                  </a:cubicBezTo>
                  <a:cubicBezTo>
                    <a:pt x="5967" y="6387"/>
                    <a:pt x="5960" y="6387"/>
                    <a:pt x="5952" y="6385"/>
                  </a:cubicBezTo>
                  <a:lnTo>
                    <a:pt x="5952" y="6385"/>
                  </a:lnTo>
                  <a:cubicBezTo>
                    <a:pt x="6041" y="6401"/>
                    <a:pt x="6017" y="6491"/>
                    <a:pt x="5993" y="6580"/>
                  </a:cubicBezTo>
                  <a:cubicBezTo>
                    <a:pt x="5912" y="6507"/>
                    <a:pt x="5847" y="6434"/>
                    <a:pt x="5782" y="6345"/>
                  </a:cubicBezTo>
                  <a:cubicBezTo>
                    <a:pt x="5652" y="6126"/>
                    <a:pt x="5482" y="5996"/>
                    <a:pt x="5109" y="5964"/>
                  </a:cubicBezTo>
                  <a:cubicBezTo>
                    <a:pt x="4923" y="5939"/>
                    <a:pt x="4639" y="5939"/>
                    <a:pt x="4542" y="5850"/>
                  </a:cubicBezTo>
                  <a:cubicBezTo>
                    <a:pt x="4347" y="5850"/>
                    <a:pt x="4242" y="5866"/>
                    <a:pt x="4250" y="5956"/>
                  </a:cubicBezTo>
                  <a:lnTo>
                    <a:pt x="4047" y="5980"/>
                  </a:lnTo>
                  <a:cubicBezTo>
                    <a:pt x="4004" y="5949"/>
                    <a:pt x="3949" y="5936"/>
                    <a:pt x="3898" y="5936"/>
                  </a:cubicBezTo>
                  <a:cubicBezTo>
                    <a:pt x="3812" y="5936"/>
                    <a:pt x="3737" y="5973"/>
                    <a:pt x="3747" y="6029"/>
                  </a:cubicBezTo>
                  <a:cubicBezTo>
                    <a:pt x="3709" y="6088"/>
                    <a:pt x="3659" y="6099"/>
                    <a:pt x="3606" y="6099"/>
                  </a:cubicBezTo>
                  <a:cubicBezTo>
                    <a:pt x="3577" y="6099"/>
                    <a:pt x="3546" y="6095"/>
                    <a:pt x="3516" y="6095"/>
                  </a:cubicBezTo>
                  <a:cubicBezTo>
                    <a:pt x="3496" y="6095"/>
                    <a:pt x="3475" y="6097"/>
                    <a:pt x="3455" y="6101"/>
                  </a:cubicBezTo>
                  <a:cubicBezTo>
                    <a:pt x="3355" y="6052"/>
                    <a:pt x="3296" y="6023"/>
                    <a:pt x="3274" y="6023"/>
                  </a:cubicBezTo>
                  <a:cubicBezTo>
                    <a:pt x="3242" y="6023"/>
                    <a:pt x="3285" y="6081"/>
                    <a:pt x="3390" y="6215"/>
                  </a:cubicBezTo>
                  <a:cubicBezTo>
                    <a:pt x="3411" y="6284"/>
                    <a:pt x="3568" y="6324"/>
                    <a:pt x="3669" y="6324"/>
                  </a:cubicBezTo>
                  <a:cubicBezTo>
                    <a:pt x="3686" y="6324"/>
                    <a:pt x="3701" y="6323"/>
                    <a:pt x="3715" y="6320"/>
                  </a:cubicBezTo>
                  <a:cubicBezTo>
                    <a:pt x="3804" y="6296"/>
                    <a:pt x="3901" y="6272"/>
                    <a:pt x="3990" y="6264"/>
                  </a:cubicBezTo>
                  <a:lnTo>
                    <a:pt x="3990" y="6264"/>
                  </a:lnTo>
                  <a:cubicBezTo>
                    <a:pt x="3901" y="6304"/>
                    <a:pt x="3812" y="6353"/>
                    <a:pt x="3731" y="6410"/>
                  </a:cubicBezTo>
                  <a:cubicBezTo>
                    <a:pt x="3642" y="6434"/>
                    <a:pt x="3487" y="6556"/>
                    <a:pt x="3520" y="6653"/>
                  </a:cubicBezTo>
                  <a:cubicBezTo>
                    <a:pt x="3528" y="6693"/>
                    <a:pt x="3512" y="6750"/>
                    <a:pt x="3463" y="6766"/>
                  </a:cubicBezTo>
                  <a:lnTo>
                    <a:pt x="3406" y="6596"/>
                  </a:lnTo>
                  <a:cubicBezTo>
                    <a:pt x="3447" y="6499"/>
                    <a:pt x="3455" y="6393"/>
                    <a:pt x="3415" y="6304"/>
                  </a:cubicBezTo>
                  <a:cubicBezTo>
                    <a:pt x="3348" y="6238"/>
                    <a:pt x="3246" y="6205"/>
                    <a:pt x="3161" y="6205"/>
                  </a:cubicBezTo>
                  <a:cubicBezTo>
                    <a:pt x="3060" y="6205"/>
                    <a:pt x="2982" y="6252"/>
                    <a:pt x="3017" y="6345"/>
                  </a:cubicBezTo>
                  <a:cubicBezTo>
                    <a:pt x="2975" y="6360"/>
                    <a:pt x="2955" y="6368"/>
                    <a:pt x="2931" y="6368"/>
                  </a:cubicBezTo>
                  <a:cubicBezTo>
                    <a:pt x="2905" y="6368"/>
                    <a:pt x="2875" y="6358"/>
                    <a:pt x="2806" y="6337"/>
                  </a:cubicBezTo>
                  <a:cubicBezTo>
                    <a:pt x="2796" y="6311"/>
                    <a:pt x="2779" y="6297"/>
                    <a:pt x="2761" y="6297"/>
                  </a:cubicBezTo>
                  <a:cubicBezTo>
                    <a:pt x="2721" y="6297"/>
                    <a:pt x="2674" y="6360"/>
                    <a:pt x="2669" y="6499"/>
                  </a:cubicBezTo>
                  <a:cubicBezTo>
                    <a:pt x="2663" y="6630"/>
                    <a:pt x="2631" y="6693"/>
                    <a:pt x="2563" y="6693"/>
                  </a:cubicBezTo>
                  <a:cubicBezTo>
                    <a:pt x="2526" y="6693"/>
                    <a:pt x="2478" y="6674"/>
                    <a:pt x="2417" y="6637"/>
                  </a:cubicBezTo>
                  <a:cubicBezTo>
                    <a:pt x="2383" y="6627"/>
                    <a:pt x="2348" y="6623"/>
                    <a:pt x="2312" y="6623"/>
                  </a:cubicBezTo>
                  <a:cubicBezTo>
                    <a:pt x="2079" y="6623"/>
                    <a:pt x="1841" y="6808"/>
                    <a:pt x="1890" y="6872"/>
                  </a:cubicBezTo>
                  <a:cubicBezTo>
                    <a:pt x="1996" y="7018"/>
                    <a:pt x="1777" y="7188"/>
                    <a:pt x="1647" y="7188"/>
                  </a:cubicBezTo>
                  <a:cubicBezTo>
                    <a:pt x="1635" y="7185"/>
                    <a:pt x="1623" y="7184"/>
                    <a:pt x="1612" y="7184"/>
                  </a:cubicBezTo>
                  <a:cubicBezTo>
                    <a:pt x="1513" y="7184"/>
                    <a:pt x="1429" y="7274"/>
                    <a:pt x="1436" y="7383"/>
                  </a:cubicBezTo>
                  <a:cubicBezTo>
                    <a:pt x="1414" y="7352"/>
                    <a:pt x="1383" y="7338"/>
                    <a:pt x="1352" y="7338"/>
                  </a:cubicBezTo>
                  <a:cubicBezTo>
                    <a:pt x="1294" y="7338"/>
                    <a:pt x="1236" y="7386"/>
                    <a:pt x="1242" y="7455"/>
                  </a:cubicBezTo>
                  <a:cubicBezTo>
                    <a:pt x="1242" y="7455"/>
                    <a:pt x="1176" y="7521"/>
                    <a:pt x="1286" y="7521"/>
                  </a:cubicBezTo>
                  <a:cubicBezTo>
                    <a:pt x="1293" y="7521"/>
                    <a:pt x="1299" y="7521"/>
                    <a:pt x="1307" y="7520"/>
                  </a:cubicBezTo>
                  <a:lnTo>
                    <a:pt x="1315" y="7780"/>
                  </a:lnTo>
                  <a:cubicBezTo>
                    <a:pt x="1333" y="7757"/>
                    <a:pt x="1352" y="7747"/>
                    <a:pt x="1373" y="7747"/>
                  </a:cubicBezTo>
                  <a:cubicBezTo>
                    <a:pt x="1417" y="7747"/>
                    <a:pt x="1465" y="7790"/>
                    <a:pt x="1509" y="7828"/>
                  </a:cubicBezTo>
                  <a:cubicBezTo>
                    <a:pt x="1574" y="7885"/>
                    <a:pt x="1290" y="8088"/>
                    <a:pt x="950" y="8096"/>
                  </a:cubicBezTo>
                  <a:cubicBezTo>
                    <a:pt x="869" y="8112"/>
                    <a:pt x="779" y="8128"/>
                    <a:pt x="698" y="8161"/>
                  </a:cubicBezTo>
                  <a:lnTo>
                    <a:pt x="852" y="8258"/>
                  </a:lnTo>
                  <a:cubicBezTo>
                    <a:pt x="806" y="8324"/>
                    <a:pt x="765" y="8391"/>
                    <a:pt x="712" y="8391"/>
                  </a:cubicBezTo>
                  <a:cubicBezTo>
                    <a:pt x="700" y="8391"/>
                    <a:pt x="687" y="8387"/>
                    <a:pt x="674" y="8380"/>
                  </a:cubicBezTo>
                  <a:cubicBezTo>
                    <a:pt x="640" y="8359"/>
                    <a:pt x="620" y="8347"/>
                    <a:pt x="605" y="8347"/>
                  </a:cubicBezTo>
                  <a:cubicBezTo>
                    <a:pt x="584" y="8347"/>
                    <a:pt x="572" y="8369"/>
                    <a:pt x="544" y="8420"/>
                  </a:cubicBezTo>
                  <a:cubicBezTo>
                    <a:pt x="544" y="8420"/>
                    <a:pt x="496" y="8509"/>
                    <a:pt x="577" y="8550"/>
                  </a:cubicBezTo>
                  <a:cubicBezTo>
                    <a:pt x="739" y="8631"/>
                    <a:pt x="739" y="8631"/>
                    <a:pt x="617" y="8680"/>
                  </a:cubicBezTo>
                  <a:cubicBezTo>
                    <a:pt x="415" y="8696"/>
                    <a:pt x="366" y="8793"/>
                    <a:pt x="496" y="8955"/>
                  </a:cubicBezTo>
                  <a:cubicBezTo>
                    <a:pt x="666" y="9020"/>
                    <a:pt x="666" y="9012"/>
                    <a:pt x="463" y="9045"/>
                  </a:cubicBezTo>
                  <a:cubicBezTo>
                    <a:pt x="452" y="9043"/>
                    <a:pt x="441" y="9042"/>
                    <a:pt x="430" y="9042"/>
                  </a:cubicBezTo>
                  <a:cubicBezTo>
                    <a:pt x="343" y="9042"/>
                    <a:pt x="257" y="9097"/>
                    <a:pt x="228" y="9191"/>
                  </a:cubicBezTo>
                  <a:lnTo>
                    <a:pt x="317" y="9215"/>
                  </a:lnTo>
                  <a:cubicBezTo>
                    <a:pt x="496" y="9272"/>
                    <a:pt x="455" y="9353"/>
                    <a:pt x="350" y="9434"/>
                  </a:cubicBezTo>
                  <a:cubicBezTo>
                    <a:pt x="342" y="9432"/>
                    <a:pt x="334" y="9431"/>
                    <a:pt x="327" y="9431"/>
                  </a:cubicBezTo>
                  <a:cubicBezTo>
                    <a:pt x="257" y="9431"/>
                    <a:pt x="241" y="9542"/>
                    <a:pt x="293" y="9742"/>
                  </a:cubicBezTo>
                  <a:cubicBezTo>
                    <a:pt x="262" y="9937"/>
                    <a:pt x="268" y="10042"/>
                    <a:pt x="189" y="10042"/>
                  </a:cubicBezTo>
                  <a:cubicBezTo>
                    <a:pt x="186" y="10042"/>
                    <a:pt x="183" y="10042"/>
                    <a:pt x="180" y="10042"/>
                  </a:cubicBezTo>
                  <a:cubicBezTo>
                    <a:pt x="140" y="10040"/>
                    <a:pt x="109" y="10039"/>
                    <a:pt x="86" y="10039"/>
                  </a:cubicBezTo>
                  <a:cubicBezTo>
                    <a:pt x="1" y="10039"/>
                    <a:pt x="31" y="10058"/>
                    <a:pt x="171" y="10147"/>
                  </a:cubicBezTo>
                  <a:cubicBezTo>
                    <a:pt x="261" y="10261"/>
                    <a:pt x="252" y="10253"/>
                    <a:pt x="180" y="10472"/>
                  </a:cubicBezTo>
                  <a:cubicBezTo>
                    <a:pt x="98" y="10593"/>
                    <a:pt x="98" y="10593"/>
                    <a:pt x="204" y="10690"/>
                  </a:cubicBezTo>
                  <a:cubicBezTo>
                    <a:pt x="382" y="10666"/>
                    <a:pt x="471" y="10650"/>
                    <a:pt x="463" y="10553"/>
                  </a:cubicBezTo>
                  <a:cubicBezTo>
                    <a:pt x="455" y="10455"/>
                    <a:pt x="455" y="10455"/>
                    <a:pt x="544" y="10447"/>
                  </a:cubicBezTo>
                  <a:cubicBezTo>
                    <a:pt x="544" y="10447"/>
                    <a:pt x="552" y="10545"/>
                    <a:pt x="561" y="10642"/>
                  </a:cubicBezTo>
                  <a:cubicBezTo>
                    <a:pt x="577" y="10772"/>
                    <a:pt x="634" y="10901"/>
                    <a:pt x="731" y="10999"/>
                  </a:cubicBezTo>
                  <a:cubicBezTo>
                    <a:pt x="787" y="11061"/>
                    <a:pt x="848" y="11088"/>
                    <a:pt x="893" y="11088"/>
                  </a:cubicBezTo>
                  <a:cubicBezTo>
                    <a:pt x="958" y="11088"/>
                    <a:pt x="986" y="11032"/>
                    <a:pt x="909" y="10950"/>
                  </a:cubicBezTo>
                  <a:lnTo>
                    <a:pt x="974" y="10836"/>
                  </a:lnTo>
                  <a:cubicBezTo>
                    <a:pt x="1208" y="10780"/>
                    <a:pt x="1206" y="10667"/>
                    <a:pt x="1023" y="10667"/>
                  </a:cubicBezTo>
                  <a:cubicBezTo>
                    <a:pt x="997" y="10667"/>
                    <a:pt x="967" y="10669"/>
                    <a:pt x="934" y="10674"/>
                  </a:cubicBezTo>
                  <a:cubicBezTo>
                    <a:pt x="835" y="10692"/>
                    <a:pt x="771" y="10702"/>
                    <a:pt x="739" y="10702"/>
                  </a:cubicBezTo>
                  <a:cubicBezTo>
                    <a:pt x="686" y="10702"/>
                    <a:pt x="724" y="10673"/>
                    <a:pt x="836" y="10601"/>
                  </a:cubicBezTo>
                  <a:cubicBezTo>
                    <a:pt x="1015" y="10577"/>
                    <a:pt x="1007" y="10496"/>
                    <a:pt x="998" y="10415"/>
                  </a:cubicBezTo>
                  <a:cubicBezTo>
                    <a:pt x="990" y="10334"/>
                    <a:pt x="990" y="10334"/>
                    <a:pt x="1079" y="10326"/>
                  </a:cubicBezTo>
                  <a:cubicBezTo>
                    <a:pt x="1169" y="10318"/>
                    <a:pt x="1242" y="10261"/>
                    <a:pt x="1258" y="10172"/>
                  </a:cubicBezTo>
                  <a:cubicBezTo>
                    <a:pt x="1266" y="10099"/>
                    <a:pt x="1266" y="10099"/>
                    <a:pt x="1177" y="10090"/>
                  </a:cubicBezTo>
                  <a:cubicBezTo>
                    <a:pt x="1158" y="10106"/>
                    <a:pt x="1143" y="10113"/>
                    <a:pt x="1133" y="10113"/>
                  </a:cubicBezTo>
                  <a:cubicBezTo>
                    <a:pt x="1089" y="10113"/>
                    <a:pt x="1124" y="9998"/>
                    <a:pt x="1274" y="9953"/>
                  </a:cubicBezTo>
                  <a:cubicBezTo>
                    <a:pt x="1371" y="9888"/>
                    <a:pt x="1371" y="9888"/>
                    <a:pt x="1193" y="9863"/>
                  </a:cubicBezTo>
                  <a:cubicBezTo>
                    <a:pt x="1015" y="9847"/>
                    <a:pt x="1047" y="9677"/>
                    <a:pt x="1234" y="9645"/>
                  </a:cubicBezTo>
                  <a:cubicBezTo>
                    <a:pt x="1242" y="9588"/>
                    <a:pt x="1258" y="9539"/>
                    <a:pt x="1274" y="9491"/>
                  </a:cubicBezTo>
                  <a:cubicBezTo>
                    <a:pt x="1298" y="9426"/>
                    <a:pt x="1209" y="9393"/>
                    <a:pt x="1128" y="9369"/>
                  </a:cubicBezTo>
                  <a:cubicBezTo>
                    <a:pt x="950" y="9312"/>
                    <a:pt x="950" y="9312"/>
                    <a:pt x="1063" y="9263"/>
                  </a:cubicBezTo>
                  <a:cubicBezTo>
                    <a:pt x="1103" y="9244"/>
                    <a:pt x="1142" y="9233"/>
                    <a:pt x="1181" y="9233"/>
                  </a:cubicBezTo>
                  <a:cubicBezTo>
                    <a:pt x="1207" y="9233"/>
                    <a:pt x="1232" y="9238"/>
                    <a:pt x="1258" y="9247"/>
                  </a:cubicBezTo>
                  <a:cubicBezTo>
                    <a:pt x="1273" y="9253"/>
                    <a:pt x="1286" y="9255"/>
                    <a:pt x="1298" y="9255"/>
                  </a:cubicBezTo>
                  <a:cubicBezTo>
                    <a:pt x="1356" y="9255"/>
                    <a:pt x="1377" y="9196"/>
                    <a:pt x="1404" y="9142"/>
                  </a:cubicBezTo>
                  <a:cubicBezTo>
                    <a:pt x="1436" y="9069"/>
                    <a:pt x="1501" y="8931"/>
                    <a:pt x="1420" y="8891"/>
                  </a:cubicBezTo>
                  <a:lnTo>
                    <a:pt x="1420" y="8891"/>
                  </a:lnTo>
                  <a:lnTo>
                    <a:pt x="1501" y="8931"/>
                  </a:lnTo>
                  <a:cubicBezTo>
                    <a:pt x="1542" y="8866"/>
                    <a:pt x="1623" y="8915"/>
                    <a:pt x="1542" y="8866"/>
                  </a:cubicBezTo>
                  <a:cubicBezTo>
                    <a:pt x="1590" y="8801"/>
                    <a:pt x="1663" y="8753"/>
                    <a:pt x="1736" y="8720"/>
                  </a:cubicBezTo>
                  <a:cubicBezTo>
                    <a:pt x="1873" y="8663"/>
                    <a:pt x="1888" y="8433"/>
                    <a:pt x="1686" y="8433"/>
                  </a:cubicBezTo>
                  <a:cubicBezTo>
                    <a:pt x="1660" y="8433"/>
                    <a:pt x="1631" y="8436"/>
                    <a:pt x="1598" y="8445"/>
                  </a:cubicBezTo>
                  <a:cubicBezTo>
                    <a:pt x="1611" y="8428"/>
                    <a:pt x="1627" y="8407"/>
                    <a:pt x="1647" y="8380"/>
                  </a:cubicBezTo>
                  <a:cubicBezTo>
                    <a:pt x="1696" y="8315"/>
                    <a:pt x="1623" y="8258"/>
                    <a:pt x="1623" y="8258"/>
                  </a:cubicBezTo>
                  <a:cubicBezTo>
                    <a:pt x="1550" y="8209"/>
                    <a:pt x="1598" y="8137"/>
                    <a:pt x="1655" y="8072"/>
                  </a:cubicBezTo>
                  <a:lnTo>
                    <a:pt x="1793" y="8193"/>
                  </a:lnTo>
                  <a:cubicBezTo>
                    <a:pt x="1866" y="8295"/>
                    <a:pt x="1938" y="8343"/>
                    <a:pt x="1983" y="8343"/>
                  </a:cubicBezTo>
                  <a:cubicBezTo>
                    <a:pt x="2039" y="8343"/>
                    <a:pt x="2052" y="8271"/>
                    <a:pt x="1971" y="8137"/>
                  </a:cubicBezTo>
                  <a:lnTo>
                    <a:pt x="1971" y="8137"/>
                  </a:lnTo>
                  <a:lnTo>
                    <a:pt x="2036" y="8201"/>
                  </a:lnTo>
                  <a:cubicBezTo>
                    <a:pt x="2054" y="8219"/>
                    <a:pt x="2070" y="8227"/>
                    <a:pt x="2085" y="8227"/>
                  </a:cubicBezTo>
                  <a:cubicBezTo>
                    <a:pt x="2127" y="8227"/>
                    <a:pt x="2161" y="8164"/>
                    <a:pt x="2190" y="8039"/>
                  </a:cubicBezTo>
                  <a:cubicBezTo>
                    <a:pt x="2247" y="7991"/>
                    <a:pt x="2182" y="7804"/>
                    <a:pt x="2125" y="7731"/>
                  </a:cubicBezTo>
                  <a:cubicBezTo>
                    <a:pt x="2093" y="7699"/>
                    <a:pt x="2093" y="7642"/>
                    <a:pt x="2125" y="7610"/>
                  </a:cubicBezTo>
                  <a:cubicBezTo>
                    <a:pt x="2156" y="7583"/>
                    <a:pt x="2172" y="7569"/>
                    <a:pt x="2186" y="7569"/>
                  </a:cubicBezTo>
                  <a:cubicBezTo>
                    <a:pt x="2203" y="7569"/>
                    <a:pt x="2217" y="7587"/>
                    <a:pt x="2247" y="7626"/>
                  </a:cubicBezTo>
                  <a:cubicBezTo>
                    <a:pt x="2286" y="7673"/>
                    <a:pt x="2325" y="7694"/>
                    <a:pt x="2359" y="7694"/>
                  </a:cubicBezTo>
                  <a:cubicBezTo>
                    <a:pt x="2425" y="7694"/>
                    <a:pt x="2468" y="7613"/>
                    <a:pt x="2442" y="7480"/>
                  </a:cubicBezTo>
                  <a:lnTo>
                    <a:pt x="2442" y="7480"/>
                  </a:lnTo>
                  <a:lnTo>
                    <a:pt x="2498" y="7561"/>
                  </a:lnTo>
                  <a:cubicBezTo>
                    <a:pt x="2519" y="7588"/>
                    <a:pt x="2546" y="7607"/>
                    <a:pt x="2585" y="7607"/>
                  </a:cubicBezTo>
                  <a:cubicBezTo>
                    <a:pt x="2652" y="7607"/>
                    <a:pt x="2757" y="7551"/>
                    <a:pt x="2936" y="7383"/>
                  </a:cubicBezTo>
                  <a:cubicBezTo>
                    <a:pt x="3133" y="7279"/>
                    <a:pt x="3300" y="7207"/>
                    <a:pt x="3392" y="7207"/>
                  </a:cubicBezTo>
                  <a:cubicBezTo>
                    <a:pt x="3429" y="7207"/>
                    <a:pt x="3454" y="7219"/>
                    <a:pt x="3463" y="7245"/>
                  </a:cubicBezTo>
                  <a:cubicBezTo>
                    <a:pt x="3467" y="7257"/>
                    <a:pt x="3475" y="7262"/>
                    <a:pt x="3485" y="7262"/>
                  </a:cubicBezTo>
                  <a:cubicBezTo>
                    <a:pt x="3550" y="7262"/>
                    <a:pt x="3723" y="7031"/>
                    <a:pt x="3828" y="6856"/>
                  </a:cubicBezTo>
                  <a:cubicBezTo>
                    <a:pt x="3841" y="6902"/>
                    <a:pt x="3866" y="6915"/>
                    <a:pt x="3911" y="6915"/>
                  </a:cubicBezTo>
                  <a:cubicBezTo>
                    <a:pt x="3952" y="6915"/>
                    <a:pt x="4010" y="6904"/>
                    <a:pt x="4087" y="6896"/>
                  </a:cubicBezTo>
                  <a:cubicBezTo>
                    <a:pt x="4174" y="6884"/>
                    <a:pt x="4228" y="6877"/>
                    <a:pt x="4263" y="6877"/>
                  </a:cubicBezTo>
                  <a:cubicBezTo>
                    <a:pt x="4324" y="6877"/>
                    <a:pt x="4326" y="6899"/>
                    <a:pt x="4331" y="6961"/>
                  </a:cubicBezTo>
                  <a:cubicBezTo>
                    <a:pt x="4303" y="7052"/>
                    <a:pt x="4287" y="7099"/>
                    <a:pt x="4294" y="7099"/>
                  </a:cubicBezTo>
                  <a:cubicBezTo>
                    <a:pt x="4301" y="7099"/>
                    <a:pt x="4333" y="7048"/>
                    <a:pt x="4404" y="6945"/>
                  </a:cubicBezTo>
                  <a:cubicBezTo>
                    <a:pt x="4432" y="6877"/>
                    <a:pt x="4484" y="6847"/>
                    <a:pt x="4538" y="6847"/>
                  </a:cubicBezTo>
                  <a:cubicBezTo>
                    <a:pt x="4626" y="6847"/>
                    <a:pt x="4717" y="6924"/>
                    <a:pt x="4712" y="7034"/>
                  </a:cubicBezTo>
                  <a:cubicBezTo>
                    <a:pt x="4712" y="7123"/>
                    <a:pt x="4785" y="7123"/>
                    <a:pt x="4931" y="7139"/>
                  </a:cubicBezTo>
                  <a:cubicBezTo>
                    <a:pt x="4978" y="7087"/>
                    <a:pt x="5048" y="7068"/>
                    <a:pt x="5128" y="7068"/>
                  </a:cubicBezTo>
                  <a:cubicBezTo>
                    <a:pt x="5183" y="7068"/>
                    <a:pt x="5244" y="7077"/>
                    <a:pt x="5304" y="7091"/>
                  </a:cubicBezTo>
                  <a:cubicBezTo>
                    <a:pt x="5377" y="7101"/>
                    <a:pt x="5426" y="7109"/>
                    <a:pt x="5461" y="7109"/>
                  </a:cubicBezTo>
                  <a:cubicBezTo>
                    <a:pt x="5534" y="7109"/>
                    <a:pt x="5541" y="7074"/>
                    <a:pt x="5563" y="6953"/>
                  </a:cubicBezTo>
                  <a:cubicBezTo>
                    <a:pt x="5590" y="6836"/>
                    <a:pt x="5630" y="6803"/>
                    <a:pt x="5700" y="6803"/>
                  </a:cubicBezTo>
                  <a:cubicBezTo>
                    <a:pt x="5737" y="6803"/>
                    <a:pt x="5783" y="6812"/>
                    <a:pt x="5839" y="6823"/>
                  </a:cubicBezTo>
                  <a:cubicBezTo>
                    <a:pt x="5920" y="6839"/>
                    <a:pt x="5993" y="6872"/>
                    <a:pt x="5968" y="6961"/>
                  </a:cubicBezTo>
                  <a:cubicBezTo>
                    <a:pt x="5968" y="6961"/>
                    <a:pt x="6017" y="7066"/>
                    <a:pt x="6090" y="7091"/>
                  </a:cubicBezTo>
                  <a:cubicBezTo>
                    <a:pt x="6163" y="7115"/>
                    <a:pt x="6236" y="7139"/>
                    <a:pt x="6204" y="7228"/>
                  </a:cubicBezTo>
                  <a:cubicBezTo>
                    <a:pt x="6236" y="7301"/>
                    <a:pt x="6301" y="7366"/>
                    <a:pt x="6382" y="7391"/>
                  </a:cubicBezTo>
                  <a:cubicBezTo>
                    <a:pt x="6520" y="7447"/>
                    <a:pt x="6658" y="7520"/>
                    <a:pt x="6617" y="7593"/>
                  </a:cubicBezTo>
                  <a:cubicBezTo>
                    <a:pt x="6642" y="7606"/>
                    <a:pt x="6658" y="7614"/>
                    <a:pt x="6669" y="7614"/>
                  </a:cubicBezTo>
                  <a:cubicBezTo>
                    <a:pt x="6688" y="7614"/>
                    <a:pt x="6698" y="7594"/>
                    <a:pt x="6722" y="7545"/>
                  </a:cubicBezTo>
                  <a:cubicBezTo>
                    <a:pt x="6741" y="7507"/>
                    <a:pt x="6775" y="7477"/>
                    <a:pt x="6828" y="7477"/>
                  </a:cubicBezTo>
                  <a:cubicBezTo>
                    <a:pt x="6890" y="7477"/>
                    <a:pt x="6977" y="7519"/>
                    <a:pt x="7095" y="7642"/>
                  </a:cubicBezTo>
                  <a:cubicBezTo>
                    <a:pt x="7203" y="7699"/>
                    <a:pt x="7341" y="7786"/>
                    <a:pt x="7419" y="7786"/>
                  </a:cubicBezTo>
                  <a:cubicBezTo>
                    <a:pt x="7441" y="7786"/>
                    <a:pt x="7458" y="7779"/>
                    <a:pt x="7468" y="7764"/>
                  </a:cubicBezTo>
                  <a:cubicBezTo>
                    <a:pt x="7533" y="7804"/>
                    <a:pt x="7533" y="7804"/>
                    <a:pt x="7485" y="7877"/>
                  </a:cubicBezTo>
                  <a:cubicBezTo>
                    <a:pt x="7408" y="7998"/>
                    <a:pt x="7462" y="8074"/>
                    <a:pt x="7601" y="8074"/>
                  </a:cubicBezTo>
                  <a:cubicBezTo>
                    <a:pt x="7640" y="8074"/>
                    <a:pt x="7685" y="8068"/>
                    <a:pt x="7736" y="8055"/>
                  </a:cubicBezTo>
                  <a:cubicBezTo>
                    <a:pt x="7752" y="8028"/>
                    <a:pt x="7771" y="8016"/>
                    <a:pt x="7788" y="8016"/>
                  </a:cubicBezTo>
                  <a:cubicBezTo>
                    <a:pt x="7822" y="8016"/>
                    <a:pt x="7852" y="8064"/>
                    <a:pt x="7858" y="8145"/>
                  </a:cubicBezTo>
                  <a:cubicBezTo>
                    <a:pt x="7890" y="8166"/>
                    <a:pt x="7930" y="8177"/>
                    <a:pt x="7969" y="8177"/>
                  </a:cubicBezTo>
                  <a:cubicBezTo>
                    <a:pt x="7989" y="8177"/>
                    <a:pt x="8009" y="8174"/>
                    <a:pt x="8028" y="8169"/>
                  </a:cubicBezTo>
                  <a:cubicBezTo>
                    <a:pt x="8062" y="8162"/>
                    <a:pt x="8086" y="8157"/>
                    <a:pt x="8105" y="8157"/>
                  </a:cubicBezTo>
                  <a:cubicBezTo>
                    <a:pt x="8154" y="8157"/>
                    <a:pt x="8165" y="8190"/>
                    <a:pt x="8206" y="8307"/>
                  </a:cubicBezTo>
                  <a:cubicBezTo>
                    <a:pt x="8149" y="8380"/>
                    <a:pt x="8206" y="8428"/>
                    <a:pt x="8263" y="8477"/>
                  </a:cubicBezTo>
                  <a:cubicBezTo>
                    <a:pt x="8441" y="8501"/>
                    <a:pt x="9041" y="9101"/>
                    <a:pt x="9009" y="9223"/>
                  </a:cubicBezTo>
                  <a:cubicBezTo>
                    <a:pt x="9042" y="9221"/>
                    <a:pt x="9066" y="9219"/>
                    <a:pt x="9085" y="9219"/>
                  </a:cubicBezTo>
                  <a:cubicBezTo>
                    <a:pt x="9134" y="9219"/>
                    <a:pt x="9144" y="9230"/>
                    <a:pt x="9179" y="9272"/>
                  </a:cubicBezTo>
                  <a:cubicBezTo>
                    <a:pt x="9130" y="9371"/>
                    <a:pt x="9143" y="9415"/>
                    <a:pt x="9189" y="9415"/>
                  </a:cubicBezTo>
                  <a:cubicBezTo>
                    <a:pt x="9226" y="9415"/>
                    <a:pt x="9285" y="9387"/>
                    <a:pt x="9349" y="9336"/>
                  </a:cubicBezTo>
                  <a:lnTo>
                    <a:pt x="9301" y="9272"/>
                  </a:lnTo>
                  <a:lnTo>
                    <a:pt x="9244" y="9215"/>
                  </a:lnTo>
                  <a:cubicBezTo>
                    <a:pt x="9275" y="9188"/>
                    <a:pt x="9306" y="9176"/>
                    <a:pt x="9335" y="9176"/>
                  </a:cubicBezTo>
                  <a:cubicBezTo>
                    <a:pt x="9433" y="9176"/>
                    <a:pt x="9489" y="9318"/>
                    <a:pt x="9325" y="9450"/>
                  </a:cubicBezTo>
                  <a:cubicBezTo>
                    <a:pt x="9268" y="9564"/>
                    <a:pt x="9248" y="9602"/>
                    <a:pt x="9288" y="9602"/>
                  </a:cubicBezTo>
                  <a:cubicBezTo>
                    <a:pt x="9312" y="9602"/>
                    <a:pt x="9355" y="9589"/>
                    <a:pt x="9422" y="9572"/>
                  </a:cubicBezTo>
                  <a:cubicBezTo>
                    <a:pt x="9467" y="9558"/>
                    <a:pt x="9503" y="9552"/>
                    <a:pt x="9532" y="9552"/>
                  </a:cubicBezTo>
                  <a:cubicBezTo>
                    <a:pt x="9624" y="9552"/>
                    <a:pt x="9634" y="9620"/>
                    <a:pt x="9560" y="9750"/>
                  </a:cubicBezTo>
                  <a:cubicBezTo>
                    <a:pt x="9473" y="9813"/>
                    <a:pt x="9438" y="9838"/>
                    <a:pt x="9465" y="9838"/>
                  </a:cubicBezTo>
                  <a:cubicBezTo>
                    <a:pt x="9483" y="9838"/>
                    <a:pt x="9530" y="9826"/>
                    <a:pt x="9609" y="9807"/>
                  </a:cubicBezTo>
                  <a:cubicBezTo>
                    <a:pt x="9692" y="9785"/>
                    <a:pt x="9767" y="9776"/>
                    <a:pt x="9830" y="9776"/>
                  </a:cubicBezTo>
                  <a:cubicBezTo>
                    <a:pt x="10058" y="9776"/>
                    <a:pt x="10135" y="9900"/>
                    <a:pt x="9901" y="10058"/>
                  </a:cubicBezTo>
                  <a:cubicBezTo>
                    <a:pt x="9755" y="10163"/>
                    <a:pt x="9722" y="10277"/>
                    <a:pt x="9763" y="10342"/>
                  </a:cubicBezTo>
                  <a:cubicBezTo>
                    <a:pt x="9779" y="10363"/>
                    <a:pt x="9797" y="10371"/>
                    <a:pt x="9817" y="10371"/>
                  </a:cubicBezTo>
                  <a:cubicBezTo>
                    <a:pt x="9859" y="10371"/>
                    <a:pt x="9908" y="10334"/>
                    <a:pt x="9957" y="10301"/>
                  </a:cubicBezTo>
                  <a:cubicBezTo>
                    <a:pt x="9998" y="10236"/>
                    <a:pt x="10030" y="10205"/>
                    <a:pt x="10051" y="10205"/>
                  </a:cubicBezTo>
                  <a:cubicBezTo>
                    <a:pt x="10084" y="10205"/>
                    <a:pt x="10087" y="10283"/>
                    <a:pt x="10047" y="10423"/>
                  </a:cubicBezTo>
                  <a:cubicBezTo>
                    <a:pt x="9941" y="10763"/>
                    <a:pt x="10022" y="10885"/>
                    <a:pt x="10298" y="10982"/>
                  </a:cubicBezTo>
                  <a:cubicBezTo>
                    <a:pt x="10549" y="11108"/>
                    <a:pt x="10676" y="11260"/>
                    <a:pt x="10566" y="11260"/>
                  </a:cubicBezTo>
                  <a:cubicBezTo>
                    <a:pt x="10541" y="11260"/>
                    <a:pt x="10503" y="11252"/>
                    <a:pt x="10452" y="11234"/>
                  </a:cubicBezTo>
                  <a:cubicBezTo>
                    <a:pt x="10361" y="11221"/>
                    <a:pt x="10305" y="11213"/>
                    <a:pt x="10280" y="11213"/>
                  </a:cubicBezTo>
                  <a:cubicBezTo>
                    <a:pt x="10240" y="11213"/>
                    <a:pt x="10277" y="11233"/>
                    <a:pt x="10371" y="11282"/>
                  </a:cubicBezTo>
                  <a:cubicBezTo>
                    <a:pt x="10452" y="11412"/>
                    <a:pt x="10533" y="11542"/>
                    <a:pt x="10566" y="11599"/>
                  </a:cubicBezTo>
                  <a:cubicBezTo>
                    <a:pt x="10601" y="11643"/>
                    <a:pt x="10654" y="11667"/>
                    <a:pt x="10707" y="11667"/>
                  </a:cubicBezTo>
                  <a:cubicBezTo>
                    <a:pt x="10740" y="11667"/>
                    <a:pt x="10773" y="11658"/>
                    <a:pt x="10801" y="11639"/>
                  </a:cubicBezTo>
                  <a:lnTo>
                    <a:pt x="10801" y="11639"/>
                  </a:lnTo>
                  <a:cubicBezTo>
                    <a:pt x="10679" y="11793"/>
                    <a:pt x="10679" y="11971"/>
                    <a:pt x="10914" y="12012"/>
                  </a:cubicBezTo>
                  <a:lnTo>
                    <a:pt x="10987" y="12142"/>
                  </a:lnTo>
                  <a:cubicBezTo>
                    <a:pt x="11028" y="12207"/>
                    <a:pt x="11028" y="12207"/>
                    <a:pt x="11141" y="12223"/>
                  </a:cubicBezTo>
                  <a:cubicBezTo>
                    <a:pt x="11255" y="12239"/>
                    <a:pt x="11214" y="12353"/>
                    <a:pt x="11174" y="12466"/>
                  </a:cubicBezTo>
                  <a:cubicBezTo>
                    <a:pt x="11140" y="12554"/>
                    <a:pt x="11106" y="12648"/>
                    <a:pt x="11143" y="12648"/>
                  </a:cubicBezTo>
                  <a:cubicBezTo>
                    <a:pt x="11150" y="12648"/>
                    <a:pt x="11160" y="12644"/>
                    <a:pt x="11174" y="12636"/>
                  </a:cubicBezTo>
                  <a:cubicBezTo>
                    <a:pt x="11188" y="12628"/>
                    <a:pt x="11205" y="12625"/>
                    <a:pt x="11225" y="12625"/>
                  </a:cubicBezTo>
                  <a:cubicBezTo>
                    <a:pt x="11306" y="12625"/>
                    <a:pt x="11425" y="12680"/>
                    <a:pt x="11522" y="12693"/>
                  </a:cubicBezTo>
                  <a:cubicBezTo>
                    <a:pt x="11628" y="12716"/>
                    <a:pt x="11600" y="12808"/>
                    <a:pt x="11505" y="12808"/>
                  </a:cubicBezTo>
                  <a:cubicBezTo>
                    <a:pt x="11497" y="12808"/>
                    <a:pt x="11490" y="12808"/>
                    <a:pt x="11482" y="12807"/>
                  </a:cubicBezTo>
                  <a:cubicBezTo>
                    <a:pt x="11401" y="12855"/>
                    <a:pt x="11401" y="12855"/>
                    <a:pt x="11401" y="13025"/>
                  </a:cubicBezTo>
                  <a:cubicBezTo>
                    <a:pt x="11428" y="13080"/>
                    <a:pt x="11491" y="13182"/>
                    <a:pt x="11553" y="13182"/>
                  </a:cubicBezTo>
                  <a:cubicBezTo>
                    <a:pt x="11565" y="13182"/>
                    <a:pt x="11576" y="13179"/>
                    <a:pt x="11587" y="13171"/>
                  </a:cubicBezTo>
                  <a:cubicBezTo>
                    <a:pt x="11591" y="13169"/>
                    <a:pt x="11596" y="13168"/>
                    <a:pt x="11600" y="13168"/>
                  </a:cubicBezTo>
                  <a:cubicBezTo>
                    <a:pt x="11690" y="13168"/>
                    <a:pt x="11894" y="13518"/>
                    <a:pt x="11863" y="13625"/>
                  </a:cubicBezTo>
                  <a:cubicBezTo>
                    <a:pt x="11863" y="13625"/>
                    <a:pt x="11895" y="13690"/>
                    <a:pt x="11936" y="13755"/>
                  </a:cubicBezTo>
                  <a:cubicBezTo>
                    <a:pt x="11976" y="13812"/>
                    <a:pt x="12098" y="13828"/>
                    <a:pt x="12138" y="13893"/>
                  </a:cubicBezTo>
                  <a:cubicBezTo>
                    <a:pt x="12171" y="13942"/>
                    <a:pt x="12228" y="13966"/>
                    <a:pt x="12293" y="13966"/>
                  </a:cubicBezTo>
                  <a:cubicBezTo>
                    <a:pt x="12333" y="14031"/>
                    <a:pt x="12374" y="14096"/>
                    <a:pt x="12293" y="14144"/>
                  </a:cubicBezTo>
                  <a:cubicBezTo>
                    <a:pt x="12357" y="14131"/>
                    <a:pt x="12401" y="14122"/>
                    <a:pt x="12426" y="14122"/>
                  </a:cubicBezTo>
                  <a:cubicBezTo>
                    <a:pt x="12475" y="14122"/>
                    <a:pt x="12452" y="14158"/>
                    <a:pt x="12382" y="14266"/>
                  </a:cubicBezTo>
                  <a:cubicBezTo>
                    <a:pt x="12287" y="14331"/>
                    <a:pt x="12250" y="14356"/>
                    <a:pt x="12282" y="14356"/>
                  </a:cubicBezTo>
                  <a:cubicBezTo>
                    <a:pt x="12302" y="14356"/>
                    <a:pt x="12348" y="14346"/>
                    <a:pt x="12422" y="14331"/>
                  </a:cubicBezTo>
                  <a:cubicBezTo>
                    <a:pt x="12536" y="14339"/>
                    <a:pt x="12536" y="14339"/>
                    <a:pt x="12503" y="14452"/>
                  </a:cubicBezTo>
                  <a:cubicBezTo>
                    <a:pt x="12450" y="14494"/>
                    <a:pt x="12457" y="14536"/>
                    <a:pt x="12494" y="14536"/>
                  </a:cubicBezTo>
                  <a:cubicBezTo>
                    <a:pt x="12507" y="14536"/>
                    <a:pt x="12524" y="14530"/>
                    <a:pt x="12544" y="14517"/>
                  </a:cubicBezTo>
                  <a:cubicBezTo>
                    <a:pt x="12573" y="14510"/>
                    <a:pt x="12602" y="14507"/>
                    <a:pt x="12630" y="14507"/>
                  </a:cubicBezTo>
                  <a:cubicBezTo>
                    <a:pt x="12791" y="14507"/>
                    <a:pt x="12919" y="14614"/>
                    <a:pt x="12795" y="14704"/>
                  </a:cubicBezTo>
                  <a:cubicBezTo>
                    <a:pt x="12836" y="14744"/>
                    <a:pt x="12892" y="14769"/>
                    <a:pt x="12957" y="14769"/>
                  </a:cubicBezTo>
                  <a:cubicBezTo>
                    <a:pt x="13035" y="14745"/>
                    <a:pt x="13080" y="14731"/>
                    <a:pt x="13096" y="14731"/>
                  </a:cubicBezTo>
                  <a:cubicBezTo>
                    <a:pt x="13119" y="14731"/>
                    <a:pt x="13083" y="14759"/>
                    <a:pt x="12998" y="14825"/>
                  </a:cubicBezTo>
                  <a:cubicBezTo>
                    <a:pt x="12925" y="14953"/>
                    <a:pt x="12934" y="15017"/>
                    <a:pt x="13022" y="15017"/>
                  </a:cubicBezTo>
                  <a:cubicBezTo>
                    <a:pt x="13051" y="15017"/>
                    <a:pt x="13089" y="15010"/>
                    <a:pt x="13136" y="14996"/>
                  </a:cubicBezTo>
                  <a:cubicBezTo>
                    <a:pt x="13192" y="14996"/>
                    <a:pt x="13241" y="15052"/>
                    <a:pt x="13225" y="15109"/>
                  </a:cubicBezTo>
                  <a:cubicBezTo>
                    <a:pt x="13245" y="15249"/>
                    <a:pt x="13402" y="15543"/>
                    <a:pt x="13503" y="15543"/>
                  </a:cubicBezTo>
                  <a:cubicBezTo>
                    <a:pt x="13524" y="15543"/>
                    <a:pt x="13543" y="15530"/>
                    <a:pt x="13557" y="15498"/>
                  </a:cubicBezTo>
                  <a:lnTo>
                    <a:pt x="13655" y="15604"/>
                  </a:lnTo>
                  <a:cubicBezTo>
                    <a:pt x="13684" y="15756"/>
                    <a:pt x="13732" y="15817"/>
                    <a:pt x="13823" y="15817"/>
                  </a:cubicBezTo>
                  <a:cubicBezTo>
                    <a:pt x="13833" y="15817"/>
                    <a:pt x="13845" y="15816"/>
                    <a:pt x="13857" y="15815"/>
                  </a:cubicBezTo>
                  <a:lnTo>
                    <a:pt x="13979" y="15798"/>
                  </a:lnTo>
                  <a:lnTo>
                    <a:pt x="13979" y="15798"/>
                  </a:lnTo>
                  <a:cubicBezTo>
                    <a:pt x="13914" y="15863"/>
                    <a:pt x="13906" y="15960"/>
                    <a:pt x="13955" y="16033"/>
                  </a:cubicBezTo>
                  <a:cubicBezTo>
                    <a:pt x="13981" y="16056"/>
                    <a:pt x="13995" y="16068"/>
                    <a:pt x="14008" y="16068"/>
                  </a:cubicBezTo>
                  <a:cubicBezTo>
                    <a:pt x="14024" y="16068"/>
                    <a:pt x="14038" y="16052"/>
                    <a:pt x="14068" y="16017"/>
                  </a:cubicBezTo>
                  <a:cubicBezTo>
                    <a:pt x="14072" y="15966"/>
                    <a:pt x="14085" y="15948"/>
                    <a:pt x="14104" y="15948"/>
                  </a:cubicBezTo>
                  <a:cubicBezTo>
                    <a:pt x="14126" y="15948"/>
                    <a:pt x="14155" y="15974"/>
                    <a:pt x="14182" y="16001"/>
                  </a:cubicBezTo>
                  <a:cubicBezTo>
                    <a:pt x="14238" y="16074"/>
                    <a:pt x="14230" y="16171"/>
                    <a:pt x="14174" y="16236"/>
                  </a:cubicBezTo>
                  <a:lnTo>
                    <a:pt x="14230" y="16285"/>
                  </a:lnTo>
                  <a:cubicBezTo>
                    <a:pt x="14285" y="16218"/>
                    <a:pt x="14326" y="16193"/>
                    <a:pt x="14348" y="16193"/>
                  </a:cubicBezTo>
                  <a:cubicBezTo>
                    <a:pt x="14372" y="16193"/>
                    <a:pt x="14373" y="16223"/>
                    <a:pt x="14344" y="16260"/>
                  </a:cubicBezTo>
                  <a:cubicBezTo>
                    <a:pt x="14336" y="16342"/>
                    <a:pt x="14376" y="16423"/>
                    <a:pt x="14449" y="16471"/>
                  </a:cubicBezTo>
                  <a:cubicBezTo>
                    <a:pt x="14464" y="16453"/>
                    <a:pt x="14474" y="16446"/>
                    <a:pt x="14482" y="16446"/>
                  </a:cubicBezTo>
                  <a:cubicBezTo>
                    <a:pt x="14498" y="16446"/>
                    <a:pt x="14495" y="16480"/>
                    <a:pt x="14472" y="16480"/>
                  </a:cubicBezTo>
                  <a:cubicBezTo>
                    <a:pt x="14466" y="16480"/>
                    <a:pt x="14458" y="16478"/>
                    <a:pt x="14449" y="16471"/>
                  </a:cubicBezTo>
                  <a:lnTo>
                    <a:pt x="14392" y="16544"/>
                  </a:lnTo>
                  <a:cubicBezTo>
                    <a:pt x="14395" y="16587"/>
                    <a:pt x="14405" y="16603"/>
                    <a:pt x="14419" y="16603"/>
                  </a:cubicBezTo>
                  <a:cubicBezTo>
                    <a:pt x="14442" y="16603"/>
                    <a:pt x="14476" y="16557"/>
                    <a:pt x="14506" y="16512"/>
                  </a:cubicBezTo>
                  <a:lnTo>
                    <a:pt x="14628" y="16601"/>
                  </a:lnTo>
                  <a:cubicBezTo>
                    <a:pt x="14657" y="16627"/>
                    <a:pt x="14687" y="16650"/>
                    <a:pt x="14709" y="16650"/>
                  </a:cubicBezTo>
                  <a:cubicBezTo>
                    <a:pt x="14728" y="16650"/>
                    <a:pt x="14741" y="16631"/>
                    <a:pt x="14741" y="16577"/>
                  </a:cubicBezTo>
                  <a:cubicBezTo>
                    <a:pt x="14780" y="16518"/>
                    <a:pt x="14824" y="16460"/>
                    <a:pt x="14870" y="16460"/>
                  </a:cubicBezTo>
                  <a:cubicBezTo>
                    <a:pt x="14881" y="16460"/>
                    <a:pt x="14892" y="16463"/>
                    <a:pt x="14903" y="16471"/>
                  </a:cubicBezTo>
                  <a:cubicBezTo>
                    <a:pt x="14916" y="16453"/>
                    <a:pt x="14925" y="16446"/>
                    <a:pt x="14932" y="16446"/>
                  </a:cubicBezTo>
                  <a:cubicBezTo>
                    <a:pt x="14948" y="16446"/>
                    <a:pt x="14947" y="16480"/>
                    <a:pt x="14926" y="16480"/>
                  </a:cubicBezTo>
                  <a:cubicBezTo>
                    <a:pt x="14920" y="16480"/>
                    <a:pt x="14912" y="16478"/>
                    <a:pt x="14903" y="16471"/>
                  </a:cubicBezTo>
                  <a:cubicBezTo>
                    <a:pt x="14846" y="16544"/>
                    <a:pt x="14798" y="16617"/>
                    <a:pt x="14855" y="16658"/>
                  </a:cubicBezTo>
                  <a:cubicBezTo>
                    <a:pt x="14919" y="16698"/>
                    <a:pt x="14863" y="16771"/>
                    <a:pt x="14863" y="16771"/>
                  </a:cubicBezTo>
                  <a:cubicBezTo>
                    <a:pt x="14730" y="16864"/>
                    <a:pt x="14907" y="16946"/>
                    <a:pt x="15038" y="16946"/>
                  </a:cubicBezTo>
                  <a:cubicBezTo>
                    <a:pt x="15067" y="16946"/>
                    <a:pt x="15093" y="16942"/>
                    <a:pt x="15114" y="16933"/>
                  </a:cubicBezTo>
                  <a:cubicBezTo>
                    <a:pt x="15188" y="16906"/>
                    <a:pt x="15243" y="16893"/>
                    <a:pt x="15281" y="16893"/>
                  </a:cubicBezTo>
                  <a:cubicBezTo>
                    <a:pt x="15355" y="16893"/>
                    <a:pt x="15360" y="16945"/>
                    <a:pt x="15301" y="17047"/>
                  </a:cubicBezTo>
                  <a:cubicBezTo>
                    <a:pt x="15269" y="17105"/>
                    <a:pt x="15276" y="17130"/>
                    <a:pt x="15307" y="17130"/>
                  </a:cubicBezTo>
                  <a:cubicBezTo>
                    <a:pt x="15363" y="17130"/>
                    <a:pt x="15496" y="17045"/>
                    <a:pt x="15617" y="16909"/>
                  </a:cubicBezTo>
                  <a:lnTo>
                    <a:pt x="15795" y="16698"/>
                  </a:lnTo>
                  <a:lnTo>
                    <a:pt x="15682" y="16942"/>
                  </a:lnTo>
                  <a:cubicBezTo>
                    <a:pt x="15609" y="17187"/>
                    <a:pt x="15590" y="17264"/>
                    <a:pt x="15676" y="17264"/>
                  </a:cubicBezTo>
                  <a:cubicBezTo>
                    <a:pt x="15714" y="17264"/>
                    <a:pt x="15774" y="17248"/>
                    <a:pt x="15860" y="17225"/>
                  </a:cubicBezTo>
                  <a:cubicBezTo>
                    <a:pt x="15922" y="17216"/>
                    <a:pt x="15960" y="17209"/>
                    <a:pt x="15982" y="17209"/>
                  </a:cubicBezTo>
                  <a:cubicBezTo>
                    <a:pt x="16017" y="17209"/>
                    <a:pt x="16010" y="17227"/>
                    <a:pt x="15990" y="17282"/>
                  </a:cubicBezTo>
                  <a:cubicBezTo>
                    <a:pt x="15957" y="17363"/>
                    <a:pt x="16022" y="17387"/>
                    <a:pt x="16233" y="17469"/>
                  </a:cubicBezTo>
                  <a:cubicBezTo>
                    <a:pt x="16344" y="17498"/>
                    <a:pt x="16415" y="17519"/>
                    <a:pt x="16460" y="17519"/>
                  </a:cubicBezTo>
                  <a:cubicBezTo>
                    <a:pt x="16501" y="17519"/>
                    <a:pt x="16521" y="17503"/>
                    <a:pt x="16533" y="17460"/>
                  </a:cubicBezTo>
                  <a:cubicBezTo>
                    <a:pt x="16582" y="17477"/>
                    <a:pt x="16622" y="17485"/>
                    <a:pt x="16671" y="17493"/>
                  </a:cubicBezTo>
                  <a:cubicBezTo>
                    <a:pt x="16685" y="17576"/>
                    <a:pt x="16722" y="17613"/>
                    <a:pt x="16758" y="17613"/>
                  </a:cubicBezTo>
                  <a:cubicBezTo>
                    <a:pt x="16806" y="17613"/>
                    <a:pt x="16851" y="17547"/>
                    <a:pt x="16833" y="17436"/>
                  </a:cubicBezTo>
                  <a:lnTo>
                    <a:pt x="16833" y="17436"/>
                  </a:lnTo>
                  <a:cubicBezTo>
                    <a:pt x="16833" y="17436"/>
                    <a:pt x="16898" y="17452"/>
                    <a:pt x="16971" y="17460"/>
                  </a:cubicBezTo>
                  <a:lnTo>
                    <a:pt x="16954" y="17550"/>
                  </a:lnTo>
                  <a:cubicBezTo>
                    <a:pt x="16946" y="17598"/>
                    <a:pt x="16979" y="17623"/>
                    <a:pt x="17084" y="17647"/>
                  </a:cubicBezTo>
                  <a:cubicBezTo>
                    <a:pt x="17246" y="17681"/>
                    <a:pt x="17409" y="17698"/>
                    <a:pt x="17571" y="17698"/>
                  </a:cubicBezTo>
                  <a:cubicBezTo>
                    <a:pt x="17603" y="17698"/>
                    <a:pt x="17636" y="17697"/>
                    <a:pt x="17668" y="17696"/>
                  </a:cubicBezTo>
                  <a:cubicBezTo>
                    <a:pt x="18325" y="17679"/>
                    <a:pt x="18398" y="17631"/>
                    <a:pt x="18365" y="17460"/>
                  </a:cubicBezTo>
                  <a:cubicBezTo>
                    <a:pt x="18386" y="17359"/>
                    <a:pt x="18414" y="17308"/>
                    <a:pt x="18440" y="17308"/>
                  </a:cubicBezTo>
                  <a:cubicBezTo>
                    <a:pt x="18465" y="17308"/>
                    <a:pt x="18488" y="17351"/>
                    <a:pt x="18503" y="17436"/>
                  </a:cubicBezTo>
                  <a:cubicBezTo>
                    <a:pt x="18514" y="17497"/>
                    <a:pt x="18559" y="17550"/>
                    <a:pt x="18581" y="17550"/>
                  </a:cubicBezTo>
                  <a:cubicBezTo>
                    <a:pt x="18592" y="17550"/>
                    <a:pt x="18597" y="17538"/>
                    <a:pt x="18592" y="17509"/>
                  </a:cubicBezTo>
                  <a:cubicBezTo>
                    <a:pt x="18610" y="17507"/>
                    <a:pt x="18629" y="17506"/>
                    <a:pt x="18647" y="17506"/>
                  </a:cubicBezTo>
                  <a:cubicBezTo>
                    <a:pt x="18709" y="17506"/>
                    <a:pt x="18771" y="17518"/>
                    <a:pt x="18827" y="17550"/>
                  </a:cubicBezTo>
                  <a:cubicBezTo>
                    <a:pt x="18909" y="17588"/>
                    <a:pt x="18970" y="17603"/>
                    <a:pt x="19014" y="17603"/>
                  </a:cubicBezTo>
                  <a:cubicBezTo>
                    <a:pt x="19110" y="17603"/>
                    <a:pt x="19128" y="17532"/>
                    <a:pt x="19111" y="17477"/>
                  </a:cubicBezTo>
                  <a:cubicBezTo>
                    <a:pt x="19056" y="17406"/>
                    <a:pt x="19046" y="17382"/>
                    <a:pt x="19061" y="17382"/>
                  </a:cubicBezTo>
                  <a:cubicBezTo>
                    <a:pt x="19078" y="17382"/>
                    <a:pt x="19131" y="17417"/>
                    <a:pt x="19184" y="17452"/>
                  </a:cubicBezTo>
                  <a:cubicBezTo>
                    <a:pt x="19247" y="17494"/>
                    <a:pt x="19310" y="17533"/>
                    <a:pt x="19338" y="17533"/>
                  </a:cubicBezTo>
                  <a:cubicBezTo>
                    <a:pt x="19353" y="17533"/>
                    <a:pt x="19358" y="17521"/>
                    <a:pt x="19346" y="17493"/>
                  </a:cubicBezTo>
                  <a:cubicBezTo>
                    <a:pt x="19403" y="17404"/>
                    <a:pt x="19484" y="17339"/>
                    <a:pt x="19581" y="17298"/>
                  </a:cubicBezTo>
                  <a:cubicBezTo>
                    <a:pt x="19638" y="17263"/>
                    <a:pt x="19697" y="17240"/>
                    <a:pt x="19745" y="17240"/>
                  </a:cubicBezTo>
                  <a:cubicBezTo>
                    <a:pt x="19786" y="17240"/>
                    <a:pt x="19818" y="17257"/>
                    <a:pt x="19833" y="17298"/>
                  </a:cubicBezTo>
                  <a:lnTo>
                    <a:pt x="19971" y="17233"/>
                  </a:lnTo>
                  <a:cubicBezTo>
                    <a:pt x="19938" y="17152"/>
                    <a:pt x="20068" y="17087"/>
                    <a:pt x="20198" y="17014"/>
                  </a:cubicBezTo>
                  <a:cubicBezTo>
                    <a:pt x="20276" y="16975"/>
                    <a:pt x="20331" y="16945"/>
                    <a:pt x="20371" y="16945"/>
                  </a:cubicBezTo>
                  <a:cubicBezTo>
                    <a:pt x="20397" y="16945"/>
                    <a:pt x="20417" y="16958"/>
                    <a:pt x="20433" y="16990"/>
                  </a:cubicBezTo>
                  <a:cubicBezTo>
                    <a:pt x="20426" y="17035"/>
                    <a:pt x="20433" y="17057"/>
                    <a:pt x="20448" y="17057"/>
                  </a:cubicBezTo>
                  <a:cubicBezTo>
                    <a:pt x="20471" y="17057"/>
                    <a:pt x="20514" y="17007"/>
                    <a:pt x="20562" y="16909"/>
                  </a:cubicBezTo>
                  <a:cubicBezTo>
                    <a:pt x="20627" y="16869"/>
                    <a:pt x="20595" y="16682"/>
                    <a:pt x="20652" y="16642"/>
                  </a:cubicBezTo>
                  <a:cubicBezTo>
                    <a:pt x="20603" y="16569"/>
                    <a:pt x="20611" y="16471"/>
                    <a:pt x="20676" y="16406"/>
                  </a:cubicBezTo>
                  <a:lnTo>
                    <a:pt x="20725" y="16487"/>
                  </a:lnTo>
                  <a:lnTo>
                    <a:pt x="20830" y="16633"/>
                  </a:lnTo>
                  <a:cubicBezTo>
                    <a:pt x="20887" y="16593"/>
                    <a:pt x="20952" y="16552"/>
                    <a:pt x="20895" y="16471"/>
                  </a:cubicBezTo>
                  <a:lnTo>
                    <a:pt x="20895" y="16471"/>
                  </a:lnTo>
                  <a:cubicBezTo>
                    <a:pt x="20921" y="16479"/>
                    <a:pt x="20945" y="16482"/>
                    <a:pt x="20967" y="16482"/>
                  </a:cubicBezTo>
                  <a:cubicBezTo>
                    <a:pt x="21041" y="16482"/>
                    <a:pt x="21099" y="16443"/>
                    <a:pt x="21187" y="16374"/>
                  </a:cubicBezTo>
                  <a:cubicBezTo>
                    <a:pt x="21308" y="16285"/>
                    <a:pt x="21422" y="16187"/>
                    <a:pt x="21422" y="16074"/>
                  </a:cubicBezTo>
                  <a:cubicBezTo>
                    <a:pt x="21445" y="16087"/>
                    <a:pt x="21470" y="16092"/>
                    <a:pt x="21497" y="16092"/>
                  </a:cubicBezTo>
                  <a:cubicBezTo>
                    <a:pt x="21679" y="16092"/>
                    <a:pt x="21922" y="15832"/>
                    <a:pt x="21852" y="15677"/>
                  </a:cubicBezTo>
                  <a:cubicBezTo>
                    <a:pt x="21799" y="15617"/>
                    <a:pt x="21837" y="15570"/>
                    <a:pt x="21933" y="15570"/>
                  </a:cubicBezTo>
                  <a:cubicBezTo>
                    <a:pt x="21941" y="15570"/>
                    <a:pt x="21949" y="15571"/>
                    <a:pt x="21957" y="15571"/>
                  </a:cubicBezTo>
                  <a:cubicBezTo>
                    <a:pt x="21981" y="15573"/>
                    <a:pt x="22000" y="15574"/>
                    <a:pt x="22015" y="15574"/>
                  </a:cubicBezTo>
                  <a:cubicBezTo>
                    <a:pt x="22070" y="15574"/>
                    <a:pt x="22069" y="15555"/>
                    <a:pt x="22062" y="15466"/>
                  </a:cubicBezTo>
                  <a:cubicBezTo>
                    <a:pt x="22050" y="15382"/>
                    <a:pt x="22114" y="15364"/>
                    <a:pt x="22194" y="15364"/>
                  </a:cubicBezTo>
                  <a:cubicBezTo>
                    <a:pt x="22222" y="15364"/>
                    <a:pt x="22252" y="15367"/>
                    <a:pt x="22281" y="15369"/>
                  </a:cubicBezTo>
                  <a:cubicBezTo>
                    <a:pt x="22332" y="15387"/>
                    <a:pt x="22373" y="15396"/>
                    <a:pt x="22405" y="15396"/>
                  </a:cubicBezTo>
                  <a:cubicBezTo>
                    <a:pt x="22485" y="15396"/>
                    <a:pt x="22509" y="15342"/>
                    <a:pt x="22492" y="15255"/>
                  </a:cubicBezTo>
                  <a:cubicBezTo>
                    <a:pt x="22525" y="15133"/>
                    <a:pt x="22581" y="15012"/>
                    <a:pt x="22662" y="14915"/>
                  </a:cubicBezTo>
                  <a:cubicBezTo>
                    <a:pt x="22685" y="14747"/>
                    <a:pt x="22722" y="14687"/>
                    <a:pt x="22633" y="14687"/>
                  </a:cubicBezTo>
                  <a:cubicBezTo>
                    <a:pt x="22627" y="14687"/>
                    <a:pt x="22621" y="14687"/>
                    <a:pt x="22614" y="14688"/>
                  </a:cubicBezTo>
                  <a:cubicBezTo>
                    <a:pt x="22565" y="14639"/>
                    <a:pt x="22525" y="14582"/>
                    <a:pt x="22508" y="14517"/>
                  </a:cubicBezTo>
                  <a:cubicBezTo>
                    <a:pt x="22517" y="14435"/>
                    <a:pt x="22540" y="14407"/>
                    <a:pt x="22555" y="14407"/>
                  </a:cubicBezTo>
                  <a:cubicBezTo>
                    <a:pt x="22569" y="14407"/>
                    <a:pt x="22577" y="14433"/>
                    <a:pt x="22557" y="14461"/>
                  </a:cubicBezTo>
                  <a:cubicBezTo>
                    <a:pt x="22547" y="14563"/>
                    <a:pt x="22558" y="14583"/>
                    <a:pt x="22594" y="14583"/>
                  </a:cubicBezTo>
                  <a:cubicBezTo>
                    <a:pt x="22619" y="14583"/>
                    <a:pt x="22654" y="14574"/>
                    <a:pt x="22703" y="14574"/>
                  </a:cubicBezTo>
                  <a:cubicBezTo>
                    <a:pt x="22816" y="14566"/>
                    <a:pt x="22897" y="14444"/>
                    <a:pt x="22946" y="14379"/>
                  </a:cubicBezTo>
                  <a:cubicBezTo>
                    <a:pt x="22987" y="14323"/>
                    <a:pt x="23068" y="14201"/>
                    <a:pt x="23108" y="14136"/>
                  </a:cubicBezTo>
                  <a:cubicBezTo>
                    <a:pt x="23303" y="13998"/>
                    <a:pt x="23343" y="13934"/>
                    <a:pt x="23262" y="13885"/>
                  </a:cubicBezTo>
                  <a:cubicBezTo>
                    <a:pt x="23170" y="13832"/>
                    <a:pt x="23133" y="13810"/>
                    <a:pt x="23136" y="13810"/>
                  </a:cubicBezTo>
                  <a:lnTo>
                    <a:pt x="23136" y="13810"/>
                  </a:lnTo>
                  <a:cubicBezTo>
                    <a:pt x="23137" y="13810"/>
                    <a:pt x="23157" y="13820"/>
                    <a:pt x="23189" y="13836"/>
                  </a:cubicBezTo>
                  <a:cubicBezTo>
                    <a:pt x="23195" y="13837"/>
                    <a:pt x="23201" y="13838"/>
                    <a:pt x="23206" y="13838"/>
                  </a:cubicBezTo>
                  <a:cubicBezTo>
                    <a:pt x="23413" y="13838"/>
                    <a:pt x="23786" y="13151"/>
                    <a:pt x="23660" y="13001"/>
                  </a:cubicBezTo>
                  <a:lnTo>
                    <a:pt x="23660" y="13001"/>
                  </a:lnTo>
                  <a:lnTo>
                    <a:pt x="23741" y="13050"/>
                  </a:lnTo>
                  <a:cubicBezTo>
                    <a:pt x="23757" y="13058"/>
                    <a:pt x="23771" y="13062"/>
                    <a:pt x="23784" y="13062"/>
                  </a:cubicBezTo>
                  <a:cubicBezTo>
                    <a:pt x="23836" y="13062"/>
                    <a:pt x="23867" y="12998"/>
                    <a:pt x="23919" y="12888"/>
                  </a:cubicBezTo>
                  <a:cubicBezTo>
                    <a:pt x="23951" y="12823"/>
                    <a:pt x="24000" y="12515"/>
                    <a:pt x="24097" y="12312"/>
                  </a:cubicBezTo>
                  <a:cubicBezTo>
                    <a:pt x="24219" y="12036"/>
                    <a:pt x="24308" y="11834"/>
                    <a:pt x="24219" y="11801"/>
                  </a:cubicBezTo>
                  <a:cubicBezTo>
                    <a:pt x="24238" y="11759"/>
                    <a:pt x="24246" y="11742"/>
                    <a:pt x="24264" y="11742"/>
                  </a:cubicBezTo>
                  <a:cubicBezTo>
                    <a:pt x="24278" y="11742"/>
                    <a:pt x="24298" y="11751"/>
                    <a:pt x="24333" y="11769"/>
                  </a:cubicBezTo>
                  <a:cubicBezTo>
                    <a:pt x="24353" y="11804"/>
                    <a:pt x="24370" y="11818"/>
                    <a:pt x="24385" y="11818"/>
                  </a:cubicBezTo>
                  <a:cubicBezTo>
                    <a:pt x="24412" y="11818"/>
                    <a:pt x="24431" y="11775"/>
                    <a:pt x="24446" y="11728"/>
                  </a:cubicBezTo>
                  <a:cubicBezTo>
                    <a:pt x="24478" y="11663"/>
                    <a:pt x="24389" y="11631"/>
                    <a:pt x="24308" y="11590"/>
                  </a:cubicBezTo>
                  <a:cubicBezTo>
                    <a:pt x="24227" y="11558"/>
                    <a:pt x="24251" y="11493"/>
                    <a:pt x="24397" y="11388"/>
                  </a:cubicBezTo>
                  <a:cubicBezTo>
                    <a:pt x="24551" y="11242"/>
                    <a:pt x="24633" y="11039"/>
                    <a:pt x="24616" y="10836"/>
                  </a:cubicBezTo>
                  <a:cubicBezTo>
                    <a:pt x="24637" y="10776"/>
                    <a:pt x="24657" y="10715"/>
                    <a:pt x="24714" y="10715"/>
                  </a:cubicBezTo>
                  <a:cubicBezTo>
                    <a:pt x="24726" y="10715"/>
                    <a:pt x="24739" y="10717"/>
                    <a:pt x="24754" y="10723"/>
                  </a:cubicBezTo>
                  <a:cubicBezTo>
                    <a:pt x="24868" y="10690"/>
                    <a:pt x="25005" y="10577"/>
                    <a:pt x="24884" y="10374"/>
                  </a:cubicBezTo>
                  <a:cubicBezTo>
                    <a:pt x="24903" y="10336"/>
                    <a:pt x="24911" y="10321"/>
                    <a:pt x="24930" y="10321"/>
                  </a:cubicBezTo>
                  <a:cubicBezTo>
                    <a:pt x="24944" y="10321"/>
                    <a:pt x="24964" y="10328"/>
                    <a:pt x="24997" y="10342"/>
                  </a:cubicBezTo>
                  <a:cubicBezTo>
                    <a:pt x="25111" y="10301"/>
                    <a:pt x="25192" y="10334"/>
                    <a:pt x="25054" y="10196"/>
                  </a:cubicBezTo>
                  <a:cubicBezTo>
                    <a:pt x="25022" y="10018"/>
                    <a:pt x="25095" y="9831"/>
                    <a:pt x="25233" y="9709"/>
                  </a:cubicBezTo>
                  <a:cubicBezTo>
                    <a:pt x="25257" y="9636"/>
                    <a:pt x="25281" y="9563"/>
                    <a:pt x="25200" y="9531"/>
                  </a:cubicBezTo>
                  <a:lnTo>
                    <a:pt x="25111" y="9507"/>
                  </a:lnTo>
                  <a:cubicBezTo>
                    <a:pt x="25314" y="9499"/>
                    <a:pt x="25314" y="9499"/>
                    <a:pt x="25168" y="9361"/>
                  </a:cubicBezTo>
                  <a:cubicBezTo>
                    <a:pt x="25095" y="9335"/>
                    <a:pt x="25103" y="9287"/>
                    <a:pt x="25151" y="9287"/>
                  </a:cubicBezTo>
                  <a:cubicBezTo>
                    <a:pt x="25163" y="9287"/>
                    <a:pt x="25176" y="9290"/>
                    <a:pt x="25192" y="9296"/>
                  </a:cubicBezTo>
                  <a:cubicBezTo>
                    <a:pt x="25249" y="9280"/>
                    <a:pt x="25305" y="9239"/>
                    <a:pt x="25330" y="9182"/>
                  </a:cubicBezTo>
                  <a:cubicBezTo>
                    <a:pt x="25378" y="8907"/>
                    <a:pt x="25451" y="8639"/>
                    <a:pt x="25532" y="8380"/>
                  </a:cubicBezTo>
                  <a:cubicBezTo>
                    <a:pt x="25751" y="7820"/>
                    <a:pt x="25841" y="7610"/>
                    <a:pt x="25760" y="7577"/>
                  </a:cubicBezTo>
                  <a:cubicBezTo>
                    <a:pt x="25703" y="7472"/>
                    <a:pt x="25703" y="7472"/>
                    <a:pt x="25816" y="7431"/>
                  </a:cubicBezTo>
                  <a:cubicBezTo>
                    <a:pt x="25897" y="7407"/>
                    <a:pt x="25962" y="7342"/>
                    <a:pt x="25987" y="7261"/>
                  </a:cubicBezTo>
                  <a:cubicBezTo>
                    <a:pt x="26013" y="7201"/>
                    <a:pt x="26034" y="7147"/>
                    <a:pt x="26090" y="7147"/>
                  </a:cubicBezTo>
                  <a:cubicBezTo>
                    <a:pt x="26102" y="7147"/>
                    <a:pt x="26116" y="7150"/>
                    <a:pt x="26132" y="7155"/>
                  </a:cubicBezTo>
                  <a:cubicBezTo>
                    <a:pt x="26076" y="7050"/>
                    <a:pt x="26076" y="7050"/>
                    <a:pt x="26108" y="6985"/>
                  </a:cubicBezTo>
                  <a:lnTo>
                    <a:pt x="26108" y="6985"/>
                  </a:lnTo>
                  <a:cubicBezTo>
                    <a:pt x="26122" y="6991"/>
                    <a:pt x="26135" y="6994"/>
                    <a:pt x="26146" y="6994"/>
                  </a:cubicBezTo>
                  <a:cubicBezTo>
                    <a:pt x="26198" y="6994"/>
                    <a:pt x="26212" y="6934"/>
                    <a:pt x="26165" y="6847"/>
                  </a:cubicBezTo>
                  <a:cubicBezTo>
                    <a:pt x="26089" y="6762"/>
                    <a:pt x="26057" y="6726"/>
                    <a:pt x="26077" y="6726"/>
                  </a:cubicBezTo>
                  <a:cubicBezTo>
                    <a:pt x="26091" y="6726"/>
                    <a:pt x="26130" y="6744"/>
                    <a:pt x="26197" y="6774"/>
                  </a:cubicBezTo>
                  <a:cubicBezTo>
                    <a:pt x="26206" y="6779"/>
                    <a:pt x="26217" y="6781"/>
                    <a:pt x="26228" y="6781"/>
                  </a:cubicBezTo>
                  <a:cubicBezTo>
                    <a:pt x="26308" y="6781"/>
                    <a:pt x="26424" y="6675"/>
                    <a:pt x="26363" y="6675"/>
                  </a:cubicBezTo>
                  <a:cubicBezTo>
                    <a:pt x="26358" y="6675"/>
                    <a:pt x="26351" y="6675"/>
                    <a:pt x="26343" y="6677"/>
                  </a:cubicBezTo>
                  <a:cubicBezTo>
                    <a:pt x="26262" y="6637"/>
                    <a:pt x="26327" y="6507"/>
                    <a:pt x="26278" y="6393"/>
                  </a:cubicBezTo>
                  <a:cubicBezTo>
                    <a:pt x="26305" y="6340"/>
                    <a:pt x="26331" y="6287"/>
                    <a:pt x="26384" y="6287"/>
                  </a:cubicBezTo>
                  <a:cubicBezTo>
                    <a:pt x="26396" y="6287"/>
                    <a:pt x="26409" y="6290"/>
                    <a:pt x="26424" y="6296"/>
                  </a:cubicBezTo>
                  <a:cubicBezTo>
                    <a:pt x="26546" y="6272"/>
                    <a:pt x="26635" y="5899"/>
                    <a:pt x="26595" y="5785"/>
                  </a:cubicBezTo>
                  <a:cubicBezTo>
                    <a:pt x="26532" y="5754"/>
                    <a:pt x="26537" y="5708"/>
                    <a:pt x="26581" y="5708"/>
                  </a:cubicBezTo>
                  <a:cubicBezTo>
                    <a:pt x="26593" y="5708"/>
                    <a:pt x="26609" y="5711"/>
                    <a:pt x="26627" y="5720"/>
                  </a:cubicBezTo>
                  <a:cubicBezTo>
                    <a:pt x="26645" y="5729"/>
                    <a:pt x="26660" y="5733"/>
                    <a:pt x="26673" y="5733"/>
                  </a:cubicBezTo>
                  <a:cubicBezTo>
                    <a:pt x="26722" y="5733"/>
                    <a:pt x="26749" y="5682"/>
                    <a:pt x="26781" y="5631"/>
                  </a:cubicBezTo>
                  <a:cubicBezTo>
                    <a:pt x="26759" y="5579"/>
                    <a:pt x="26764" y="5561"/>
                    <a:pt x="26784" y="5561"/>
                  </a:cubicBezTo>
                  <a:cubicBezTo>
                    <a:pt x="26807" y="5561"/>
                    <a:pt x="26851" y="5585"/>
                    <a:pt x="26895" y="5607"/>
                  </a:cubicBezTo>
                  <a:cubicBezTo>
                    <a:pt x="26909" y="5648"/>
                    <a:pt x="26924" y="5665"/>
                    <a:pt x="26940" y="5665"/>
                  </a:cubicBezTo>
                  <a:cubicBezTo>
                    <a:pt x="26968" y="5665"/>
                    <a:pt x="27002" y="5609"/>
                    <a:pt x="27049" y="5526"/>
                  </a:cubicBezTo>
                  <a:cubicBezTo>
                    <a:pt x="27008" y="5412"/>
                    <a:pt x="27162" y="5153"/>
                    <a:pt x="27284" y="4966"/>
                  </a:cubicBezTo>
                  <a:cubicBezTo>
                    <a:pt x="27486" y="4650"/>
                    <a:pt x="27462" y="4545"/>
                    <a:pt x="27397" y="4310"/>
                  </a:cubicBezTo>
                  <a:lnTo>
                    <a:pt x="27300" y="4139"/>
                  </a:lnTo>
                  <a:lnTo>
                    <a:pt x="27446" y="4245"/>
                  </a:lnTo>
                  <a:cubicBezTo>
                    <a:pt x="27527" y="4293"/>
                    <a:pt x="27616" y="4326"/>
                    <a:pt x="27713" y="4342"/>
                  </a:cubicBezTo>
                  <a:cubicBezTo>
                    <a:pt x="27754" y="4285"/>
                    <a:pt x="27681" y="4229"/>
                    <a:pt x="27608" y="4180"/>
                  </a:cubicBezTo>
                  <a:cubicBezTo>
                    <a:pt x="27535" y="4123"/>
                    <a:pt x="27584" y="4058"/>
                    <a:pt x="27746" y="3993"/>
                  </a:cubicBezTo>
                  <a:cubicBezTo>
                    <a:pt x="27908" y="3929"/>
                    <a:pt x="27965" y="3872"/>
                    <a:pt x="27941" y="3758"/>
                  </a:cubicBezTo>
                  <a:cubicBezTo>
                    <a:pt x="27986" y="3691"/>
                    <a:pt x="28059" y="3644"/>
                    <a:pt x="28140" y="3644"/>
                  </a:cubicBezTo>
                  <a:cubicBezTo>
                    <a:pt x="28146" y="3644"/>
                    <a:pt x="28153" y="3644"/>
                    <a:pt x="28159" y="3645"/>
                  </a:cubicBezTo>
                  <a:cubicBezTo>
                    <a:pt x="28208" y="3580"/>
                    <a:pt x="28208" y="3580"/>
                    <a:pt x="28143" y="3523"/>
                  </a:cubicBezTo>
                  <a:cubicBezTo>
                    <a:pt x="28074" y="3470"/>
                    <a:pt x="28121" y="3409"/>
                    <a:pt x="28228" y="3409"/>
                  </a:cubicBezTo>
                  <a:cubicBezTo>
                    <a:pt x="28235" y="3409"/>
                    <a:pt x="28242" y="3409"/>
                    <a:pt x="28249" y="3410"/>
                  </a:cubicBezTo>
                  <a:cubicBezTo>
                    <a:pt x="28279" y="3420"/>
                    <a:pt x="28308" y="3425"/>
                    <a:pt x="28335" y="3425"/>
                  </a:cubicBezTo>
                  <a:cubicBezTo>
                    <a:pt x="28477" y="3425"/>
                    <a:pt x="28571" y="3302"/>
                    <a:pt x="28516" y="3248"/>
                  </a:cubicBezTo>
                  <a:cubicBezTo>
                    <a:pt x="28451" y="3183"/>
                    <a:pt x="28508" y="3134"/>
                    <a:pt x="28565" y="3077"/>
                  </a:cubicBezTo>
                  <a:cubicBezTo>
                    <a:pt x="28638" y="3029"/>
                    <a:pt x="28678" y="2939"/>
                    <a:pt x="28670" y="2850"/>
                  </a:cubicBezTo>
                  <a:cubicBezTo>
                    <a:pt x="28727" y="2802"/>
                    <a:pt x="28784" y="2753"/>
                    <a:pt x="28784" y="2753"/>
                  </a:cubicBezTo>
                  <a:cubicBezTo>
                    <a:pt x="28796" y="2743"/>
                    <a:pt x="28805" y="2738"/>
                    <a:pt x="28812" y="2738"/>
                  </a:cubicBezTo>
                  <a:cubicBezTo>
                    <a:pt x="28844" y="2738"/>
                    <a:pt x="28832" y="2827"/>
                    <a:pt x="28792" y="2867"/>
                  </a:cubicBezTo>
                  <a:lnTo>
                    <a:pt x="28905" y="2883"/>
                  </a:lnTo>
                  <a:cubicBezTo>
                    <a:pt x="29019" y="2785"/>
                    <a:pt x="29084" y="2737"/>
                    <a:pt x="29084" y="2615"/>
                  </a:cubicBezTo>
                  <a:cubicBezTo>
                    <a:pt x="29053" y="2515"/>
                    <a:pt x="29039" y="2469"/>
                    <a:pt x="29050" y="2469"/>
                  </a:cubicBezTo>
                  <a:cubicBezTo>
                    <a:pt x="29060" y="2469"/>
                    <a:pt x="29088" y="2503"/>
                    <a:pt x="29140" y="2567"/>
                  </a:cubicBezTo>
                  <a:cubicBezTo>
                    <a:pt x="29169" y="2603"/>
                    <a:pt x="29211" y="2627"/>
                    <a:pt x="29248" y="2627"/>
                  </a:cubicBezTo>
                  <a:cubicBezTo>
                    <a:pt x="29284" y="2627"/>
                    <a:pt x="29315" y="2603"/>
                    <a:pt x="29319" y="2542"/>
                  </a:cubicBezTo>
                  <a:cubicBezTo>
                    <a:pt x="29291" y="2437"/>
                    <a:pt x="29316" y="2399"/>
                    <a:pt x="29352" y="2399"/>
                  </a:cubicBezTo>
                  <a:cubicBezTo>
                    <a:pt x="29380" y="2399"/>
                    <a:pt x="29416" y="2421"/>
                    <a:pt x="29440" y="2453"/>
                  </a:cubicBezTo>
                  <a:cubicBezTo>
                    <a:pt x="29462" y="2538"/>
                    <a:pt x="29472" y="2586"/>
                    <a:pt x="29489" y="2586"/>
                  </a:cubicBezTo>
                  <a:cubicBezTo>
                    <a:pt x="29511" y="2586"/>
                    <a:pt x="29545" y="2506"/>
                    <a:pt x="29627" y="2323"/>
                  </a:cubicBezTo>
                  <a:cubicBezTo>
                    <a:pt x="29749" y="2242"/>
                    <a:pt x="29959" y="1991"/>
                    <a:pt x="30170" y="1885"/>
                  </a:cubicBezTo>
                  <a:cubicBezTo>
                    <a:pt x="30371" y="1770"/>
                    <a:pt x="30504" y="1713"/>
                    <a:pt x="30602" y="1713"/>
                  </a:cubicBezTo>
                  <a:cubicBezTo>
                    <a:pt x="30634" y="1713"/>
                    <a:pt x="30663" y="1719"/>
                    <a:pt x="30689" y="1731"/>
                  </a:cubicBezTo>
                  <a:cubicBezTo>
                    <a:pt x="30693" y="1742"/>
                    <a:pt x="30698" y="1751"/>
                    <a:pt x="30702" y="1760"/>
                  </a:cubicBezTo>
                  <a:lnTo>
                    <a:pt x="30702" y="1760"/>
                  </a:lnTo>
                  <a:cubicBezTo>
                    <a:pt x="30677" y="1645"/>
                    <a:pt x="30751" y="1600"/>
                    <a:pt x="30940" y="1537"/>
                  </a:cubicBezTo>
                  <a:cubicBezTo>
                    <a:pt x="30953" y="1538"/>
                    <a:pt x="30965" y="1539"/>
                    <a:pt x="30977" y="1539"/>
                  </a:cubicBezTo>
                  <a:cubicBezTo>
                    <a:pt x="31135" y="1539"/>
                    <a:pt x="31286" y="1444"/>
                    <a:pt x="31354" y="1294"/>
                  </a:cubicBezTo>
                  <a:lnTo>
                    <a:pt x="31354" y="1294"/>
                  </a:lnTo>
                  <a:lnTo>
                    <a:pt x="31200" y="1350"/>
                  </a:lnTo>
                  <a:cubicBezTo>
                    <a:pt x="31158" y="1224"/>
                    <a:pt x="31192" y="1169"/>
                    <a:pt x="31285" y="1169"/>
                  </a:cubicBezTo>
                  <a:cubicBezTo>
                    <a:pt x="31317" y="1169"/>
                    <a:pt x="31357" y="1176"/>
                    <a:pt x="31403" y="1188"/>
                  </a:cubicBezTo>
                  <a:cubicBezTo>
                    <a:pt x="31409" y="1187"/>
                    <a:pt x="31415" y="1186"/>
                    <a:pt x="31421" y="1186"/>
                  </a:cubicBezTo>
                  <a:cubicBezTo>
                    <a:pt x="31486" y="1186"/>
                    <a:pt x="31502" y="1268"/>
                    <a:pt x="31524" y="1350"/>
                  </a:cubicBezTo>
                  <a:cubicBezTo>
                    <a:pt x="31547" y="1427"/>
                    <a:pt x="31621" y="1489"/>
                    <a:pt x="31704" y="1489"/>
                  </a:cubicBezTo>
                  <a:cubicBezTo>
                    <a:pt x="31709" y="1489"/>
                    <a:pt x="31714" y="1489"/>
                    <a:pt x="31719" y="1488"/>
                  </a:cubicBezTo>
                  <a:cubicBezTo>
                    <a:pt x="31792" y="1472"/>
                    <a:pt x="31865" y="1456"/>
                    <a:pt x="31775" y="1383"/>
                  </a:cubicBezTo>
                  <a:cubicBezTo>
                    <a:pt x="31751" y="1294"/>
                    <a:pt x="31751" y="1294"/>
                    <a:pt x="31824" y="1277"/>
                  </a:cubicBezTo>
                  <a:cubicBezTo>
                    <a:pt x="31913" y="1261"/>
                    <a:pt x="31994" y="1213"/>
                    <a:pt x="32035" y="1140"/>
                  </a:cubicBezTo>
                  <a:cubicBezTo>
                    <a:pt x="32019" y="1050"/>
                    <a:pt x="32100" y="1042"/>
                    <a:pt x="32181" y="1026"/>
                  </a:cubicBezTo>
                  <a:cubicBezTo>
                    <a:pt x="32239" y="1065"/>
                    <a:pt x="32301" y="1088"/>
                    <a:pt x="32369" y="1088"/>
                  </a:cubicBezTo>
                  <a:cubicBezTo>
                    <a:pt x="32387" y="1088"/>
                    <a:pt x="32405" y="1086"/>
                    <a:pt x="32424" y="1083"/>
                  </a:cubicBezTo>
                  <a:lnTo>
                    <a:pt x="32432" y="1172"/>
                  </a:lnTo>
                  <a:cubicBezTo>
                    <a:pt x="32448" y="1237"/>
                    <a:pt x="32481" y="1302"/>
                    <a:pt x="32530" y="1350"/>
                  </a:cubicBezTo>
                  <a:cubicBezTo>
                    <a:pt x="32602" y="1342"/>
                    <a:pt x="32594" y="1253"/>
                    <a:pt x="32594" y="1253"/>
                  </a:cubicBezTo>
                  <a:cubicBezTo>
                    <a:pt x="32594" y="1216"/>
                    <a:pt x="32964" y="1153"/>
                    <a:pt x="33394" y="1153"/>
                  </a:cubicBezTo>
                  <a:cubicBezTo>
                    <a:pt x="33440" y="1153"/>
                    <a:pt x="33487" y="1154"/>
                    <a:pt x="33535" y="1156"/>
                  </a:cubicBezTo>
                  <a:cubicBezTo>
                    <a:pt x="33778" y="1164"/>
                    <a:pt x="34029" y="1196"/>
                    <a:pt x="34232" y="1221"/>
                  </a:cubicBezTo>
                  <a:lnTo>
                    <a:pt x="34646" y="1294"/>
                  </a:lnTo>
                  <a:cubicBezTo>
                    <a:pt x="34729" y="1361"/>
                    <a:pt x="34849" y="1416"/>
                    <a:pt x="34912" y="1416"/>
                  </a:cubicBezTo>
                  <a:cubicBezTo>
                    <a:pt x="34946" y="1416"/>
                    <a:pt x="34963" y="1399"/>
                    <a:pt x="34946" y="1358"/>
                  </a:cubicBezTo>
                  <a:cubicBezTo>
                    <a:pt x="34950" y="1334"/>
                    <a:pt x="34982" y="1323"/>
                    <a:pt x="35035" y="1323"/>
                  </a:cubicBezTo>
                  <a:cubicBezTo>
                    <a:pt x="35175" y="1323"/>
                    <a:pt x="35463" y="1401"/>
                    <a:pt x="35781" y="1513"/>
                  </a:cubicBezTo>
                  <a:cubicBezTo>
                    <a:pt x="36195" y="1659"/>
                    <a:pt x="36504" y="1801"/>
                    <a:pt x="36619" y="1801"/>
                  </a:cubicBezTo>
                  <a:cubicBezTo>
                    <a:pt x="36643" y="1801"/>
                    <a:pt x="36659" y="1794"/>
                    <a:pt x="36664" y="1780"/>
                  </a:cubicBezTo>
                  <a:lnTo>
                    <a:pt x="36875" y="1877"/>
                  </a:lnTo>
                  <a:cubicBezTo>
                    <a:pt x="37021" y="1942"/>
                    <a:pt x="37191" y="1942"/>
                    <a:pt x="37264" y="1983"/>
                  </a:cubicBezTo>
                  <a:cubicBezTo>
                    <a:pt x="37301" y="1967"/>
                    <a:pt x="37333" y="1961"/>
                    <a:pt x="37355" y="1961"/>
                  </a:cubicBezTo>
                  <a:cubicBezTo>
                    <a:pt x="37401" y="1961"/>
                    <a:pt x="37406" y="1988"/>
                    <a:pt x="37329" y="2015"/>
                  </a:cubicBezTo>
                  <a:cubicBezTo>
                    <a:pt x="37289" y="2096"/>
                    <a:pt x="37240" y="2177"/>
                    <a:pt x="37313" y="2210"/>
                  </a:cubicBezTo>
                  <a:cubicBezTo>
                    <a:pt x="37351" y="2234"/>
                    <a:pt x="37382" y="2243"/>
                    <a:pt x="37408" y="2243"/>
                  </a:cubicBezTo>
                  <a:cubicBezTo>
                    <a:pt x="37471" y="2243"/>
                    <a:pt x="37503" y="2186"/>
                    <a:pt x="37532" y="2129"/>
                  </a:cubicBezTo>
                  <a:cubicBezTo>
                    <a:pt x="37549" y="2101"/>
                    <a:pt x="37576" y="2085"/>
                    <a:pt x="37605" y="2085"/>
                  </a:cubicBezTo>
                  <a:cubicBezTo>
                    <a:pt x="37619" y="2085"/>
                    <a:pt x="37633" y="2088"/>
                    <a:pt x="37645" y="2096"/>
                  </a:cubicBezTo>
                  <a:cubicBezTo>
                    <a:pt x="37718" y="2137"/>
                    <a:pt x="37718" y="2137"/>
                    <a:pt x="37670" y="2210"/>
                  </a:cubicBezTo>
                  <a:lnTo>
                    <a:pt x="37573" y="2364"/>
                  </a:lnTo>
                  <a:lnTo>
                    <a:pt x="37637" y="2404"/>
                  </a:lnTo>
                  <a:cubicBezTo>
                    <a:pt x="37654" y="2377"/>
                    <a:pt x="37682" y="2361"/>
                    <a:pt x="37710" y="2361"/>
                  </a:cubicBezTo>
                  <a:cubicBezTo>
                    <a:pt x="37724" y="2361"/>
                    <a:pt x="37738" y="2364"/>
                    <a:pt x="37751" y="2372"/>
                  </a:cubicBezTo>
                  <a:cubicBezTo>
                    <a:pt x="37816" y="2412"/>
                    <a:pt x="37816" y="2412"/>
                    <a:pt x="37718" y="2567"/>
                  </a:cubicBezTo>
                  <a:cubicBezTo>
                    <a:pt x="37659" y="2661"/>
                    <a:pt x="37660" y="2713"/>
                    <a:pt x="37707" y="2713"/>
                  </a:cubicBezTo>
                  <a:cubicBezTo>
                    <a:pt x="37737" y="2713"/>
                    <a:pt x="37785" y="2692"/>
                    <a:pt x="37848" y="2648"/>
                  </a:cubicBezTo>
                  <a:cubicBezTo>
                    <a:pt x="37905" y="2648"/>
                    <a:pt x="37970" y="2648"/>
                    <a:pt x="38027" y="2656"/>
                  </a:cubicBezTo>
                  <a:cubicBezTo>
                    <a:pt x="38004" y="2763"/>
                    <a:pt x="38063" y="2791"/>
                    <a:pt x="38139" y="2791"/>
                  </a:cubicBezTo>
                  <a:cubicBezTo>
                    <a:pt x="38201" y="2791"/>
                    <a:pt x="38275" y="2772"/>
                    <a:pt x="38327" y="2761"/>
                  </a:cubicBezTo>
                  <a:lnTo>
                    <a:pt x="38327" y="2761"/>
                  </a:lnTo>
                  <a:cubicBezTo>
                    <a:pt x="38300" y="2888"/>
                    <a:pt x="38315" y="2950"/>
                    <a:pt x="38376" y="2950"/>
                  </a:cubicBezTo>
                  <a:cubicBezTo>
                    <a:pt x="38409" y="2950"/>
                    <a:pt x="38454" y="2933"/>
                    <a:pt x="38513" y="2899"/>
                  </a:cubicBezTo>
                  <a:cubicBezTo>
                    <a:pt x="38531" y="2876"/>
                    <a:pt x="38549" y="2865"/>
                    <a:pt x="38566" y="2865"/>
                  </a:cubicBezTo>
                  <a:cubicBezTo>
                    <a:pt x="38601" y="2865"/>
                    <a:pt x="38629" y="2914"/>
                    <a:pt x="38635" y="2996"/>
                  </a:cubicBezTo>
                  <a:cubicBezTo>
                    <a:pt x="38635" y="3118"/>
                    <a:pt x="38700" y="3158"/>
                    <a:pt x="38813" y="3256"/>
                  </a:cubicBezTo>
                  <a:cubicBezTo>
                    <a:pt x="38817" y="3255"/>
                    <a:pt x="38821" y="3255"/>
                    <a:pt x="38826" y="3255"/>
                  </a:cubicBezTo>
                  <a:cubicBezTo>
                    <a:pt x="38961" y="3255"/>
                    <a:pt x="39362" y="3603"/>
                    <a:pt x="39770" y="4034"/>
                  </a:cubicBezTo>
                  <a:cubicBezTo>
                    <a:pt x="40208" y="4494"/>
                    <a:pt x="40484" y="4843"/>
                    <a:pt x="40579" y="4843"/>
                  </a:cubicBezTo>
                  <a:cubicBezTo>
                    <a:pt x="40586" y="4843"/>
                    <a:pt x="40592" y="4841"/>
                    <a:pt x="40597" y="4837"/>
                  </a:cubicBezTo>
                  <a:cubicBezTo>
                    <a:pt x="40645" y="4893"/>
                    <a:pt x="40645" y="4893"/>
                    <a:pt x="40621" y="5015"/>
                  </a:cubicBezTo>
                  <a:cubicBezTo>
                    <a:pt x="40568" y="5057"/>
                    <a:pt x="40579" y="5098"/>
                    <a:pt x="40663" y="5098"/>
                  </a:cubicBezTo>
                  <a:cubicBezTo>
                    <a:pt x="40694" y="5098"/>
                    <a:pt x="40734" y="5093"/>
                    <a:pt x="40783" y="5080"/>
                  </a:cubicBezTo>
                  <a:cubicBezTo>
                    <a:pt x="40792" y="5080"/>
                    <a:pt x="40800" y="5081"/>
                    <a:pt x="40808" y="5081"/>
                  </a:cubicBezTo>
                  <a:cubicBezTo>
                    <a:pt x="40857" y="5081"/>
                    <a:pt x="40895" y="5072"/>
                    <a:pt x="40908" y="5072"/>
                  </a:cubicBezTo>
                  <a:cubicBezTo>
                    <a:pt x="40923" y="5072"/>
                    <a:pt x="40905" y="5084"/>
                    <a:pt x="40832" y="5137"/>
                  </a:cubicBezTo>
                  <a:cubicBezTo>
                    <a:pt x="40759" y="5193"/>
                    <a:pt x="40856" y="5315"/>
                    <a:pt x="41035" y="5558"/>
                  </a:cubicBezTo>
                  <a:cubicBezTo>
                    <a:pt x="41153" y="5729"/>
                    <a:pt x="41306" y="5954"/>
                    <a:pt x="41387" y="5954"/>
                  </a:cubicBezTo>
                  <a:cubicBezTo>
                    <a:pt x="41394" y="5954"/>
                    <a:pt x="41401" y="5952"/>
                    <a:pt x="41408" y="5947"/>
                  </a:cubicBezTo>
                  <a:cubicBezTo>
                    <a:pt x="41520" y="6003"/>
                    <a:pt x="41554" y="6021"/>
                    <a:pt x="41527" y="6021"/>
                  </a:cubicBezTo>
                  <a:cubicBezTo>
                    <a:pt x="41515" y="6021"/>
                    <a:pt x="41491" y="6017"/>
                    <a:pt x="41456" y="6012"/>
                  </a:cubicBezTo>
                  <a:lnTo>
                    <a:pt x="41456" y="6012"/>
                  </a:lnTo>
                  <a:cubicBezTo>
                    <a:pt x="41262" y="6053"/>
                    <a:pt x="41399" y="6410"/>
                    <a:pt x="41667" y="6507"/>
                  </a:cubicBezTo>
                  <a:cubicBezTo>
                    <a:pt x="41707" y="6572"/>
                    <a:pt x="41748" y="6637"/>
                    <a:pt x="41667" y="6685"/>
                  </a:cubicBezTo>
                  <a:cubicBezTo>
                    <a:pt x="41740" y="6799"/>
                    <a:pt x="41837" y="6888"/>
                    <a:pt x="41943" y="6961"/>
                  </a:cubicBezTo>
                  <a:cubicBezTo>
                    <a:pt x="41983" y="7026"/>
                    <a:pt x="42137" y="7285"/>
                    <a:pt x="42210" y="7423"/>
                  </a:cubicBezTo>
                  <a:cubicBezTo>
                    <a:pt x="42267" y="7512"/>
                    <a:pt x="42340" y="7585"/>
                    <a:pt x="42437" y="7642"/>
                  </a:cubicBezTo>
                  <a:lnTo>
                    <a:pt x="42470" y="7707"/>
                  </a:lnTo>
                  <a:cubicBezTo>
                    <a:pt x="42389" y="7747"/>
                    <a:pt x="42575" y="8080"/>
                    <a:pt x="42810" y="8558"/>
                  </a:cubicBezTo>
                  <a:cubicBezTo>
                    <a:pt x="43053" y="9028"/>
                    <a:pt x="43240" y="9434"/>
                    <a:pt x="43191" y="9539"/>
                  </a:cubicBezTo>
                  <a:cubicBezTo>
                    <a:pt x="43224" y="9596"/>
                    <a:pt x="43280" y="9628"/>
                    <a:pt x="43337" y="9636"/>
                  </a:cubicBezTo>
                  <a:cubicBezTo>
                    <a:pt x="43348" y="9636"/>
                    <a:pt x="43358" y="9636"/>
                    <a:pt x="43368" y="9636"/>
                  </a:cubicBezTo>
                  <a:cubicBezTo>
                    <a:pt x="43535" y="9636"/>
                    <a:pt x="43561" y="9700"/>
                    <a:pt x="43516" y="9807"/>
                  </a:cubicBezTo>
                  <a:cubicBezTo>
                    <a:pt x="43394" y="9969"/>
                    <a:pt x="43499" y="10204"/>
                    <a:pt x="43710" y="10212"/>
                  </a:cubicBezTo>
                  <a:lnTo>
                    <a:pt x="43621" y="10253"/>
                  </a:lnTo>
                  <a:cubicBezTo>
                    <a:pt x="43494" y="10395"/>
                    <a:pt x="43661" y="10553"/>
                    <a:pt x="43850" y="10553"/>
                  </a:cubicBezTo>
                  <a:cubicBezTo>
                    <a:pt x="43855" y="10553"/>
                    <a:pt x="43859" y="10553"/>
                    <a:pt x="43864" y="10553"/>
                  </a:cubicBezTo>
                  <a:lnTo>
                    <a:pt x="43864" y="10553"/>
                  </a:lnTo>
                  <a:cubicBezTo>
                    <a:pt x="43807" y="10658"/>
                    <a:pt x="43759" y="10763"/>
                    <a:pt x="43872" y="10796"/>
                  </a:cubicBezTo>
                  <a:cubicBezTo>
                    <a:pt x="43905" y="10869"/>
                    <a:pt x="43905" y="10869"/>
                    <a:pt x="43734" y="10942"/>
                  </a:cubicBezTo>
                  <a:cubicBezTo>
                    <a:pt x="43653" y="10982"/>
                    <a:pt x="43572" y="11015"/>
                    <a:pt x="43605" y="11088"/>
                  </a:cubicBezTo>
                  <a:cubicBezTo>
                    <a:pt x="43617" y="11113"/>
                    <a:pt x="43637" y="11122"/>
                    <a:pt x="43662" y="11122"/>
                  </a:cubicBezTo>
                  <a:cubicBezTo>
                    <a:pt x="43700" y="11122"/>
                    <a:pt x="43750" y="11099"/>
                    <a:pt x="43799" y="11080"/>
                  </a:cubicBezTo>
                  <a:lnTo>
                    <a:pt x="43864" y="11217"/>
                  </a:lnTo>
                  <a:cubicBezTo>
                    <a:pt x="43874" y="11243"/>
                    <a:pt x="43901" y="11259"/>
                    <a:pt x="43929" y="11259"/>
                  </a:cubicBezTo>
                  <a:cubicBezTo>
                    <a:pt x="43946" y="11259"/>
                    <a:pt x="43963" y="11254"/>
                    <a:pt x="43978" y="11242"/>
                  </a:cubicBezTo>
                  <a:cubicBezTo>
                    <a:pt x="43992" y="11236"/>
                    <a:pt x="44006" y="11233"/>
                    <a:pt x="44017" y="11233"/>
                  </a:cubicBezTo>
                  <a:cubicBezTo>
                    <a:pt x="44070" y="11233"/>
                    <a:pt x="44096" y="11287"/>
                    <a:pt x="44115" y="11347"/>
                  </a:cubicBezTo>
                  <a:cubicBezTo>
                    <a:pt x="44076" y="11363"/>
                    <a:pt x="44083" y="11379"/>
                    <a:pt x="44106" y="11379"/>
                  </a:cubicBezTo>
                  <a:cubicBezTo>
                    <a:pt x="44131" y="11379"/>
                    <a:pt x="44175" y="11361"/>
                    <a:pt x="44205" y="11307"/>
                  </a:cubicBezTo>
                  <a:cubicBezTo>
                    <a:pt x="44252" y="11283"/>
                    <a:pt x="44300" y="11262"/>
                    <a:pt x="44338" y="11262"/>
                  </a:cubicBezTo>
                  <a:cubicBezTo>
                    <a:pt x="44364" y="11262"/>
                    <a:pt x="44386" y="11272"/>
                    <a:pt x="44399" y="11299"/>
                  </a:cubicBezTo>
                  <a:lnTo>
                    <a:pt x="44561" y="11226"/>
                  </a:lnTo>
                  <a:cubicBezTo>
                    <a:pt x="44732" y="11153"/>
                    <a:pt x="44813" y="11112"/>
                    <a:pt x="44837" y="10942"/>
                  </a:cubicBezTo>
                  <a:cubicBezTo>
                    <a:pt x="44801" y="10664"/>
                    <a:pt x="44785" y="10442"/>
                    <a:pt x="44671" y="10442"/>
                  </a:cubicBezTo>
                  <a:cubicBezTo>
                    <a:pt x="44655" y="10442"/>
                    <a:pt x="44638" y="10447"/>
                    <a:pt x="44618" y="10455"/>
                  </a:cubicBezTo>
                  <a:cubicBezTo>
                    <a:pt x="44618" y="10455"/>
                    <a:pt x="44505" y="10431"/>
                    <a:pt x="44472" y="10358"/>
                  </a:cubicBezTo>
                  <a:cubicBezTo>
                    <a:pt x="44456" y="10301"/>
                    <a:pt x="44464" y="10236"/>
                    <a:pt x="44497" y="10180"/>
                  </a:cubicBezTo>
                  <a:cubicBezTo>
                    <a:pt x="44578" y="10147"/>
                    <a:pt x="44448" y="9872"/>
                    <a:pt x="44294" y="9523"/>
                  </a:cubicBezTo>
                  <a:cubicBezTo>
                    <a:pt x="44099" y="9109"/>
                    <a:pt x="43994" y="8899"/>
                    <a:pt x="44043" y="8793"/>
                  </a:cubicBezTo>
                  <a:cubicBezTo>
                    <a:pt x="44075" y="8736"/>
                    <a:pt x="44083" y="8672"/>
                    <a:pt x="44059" y="8615"/>
                  </a:cubicBezTo>
                  <a:lnTo>
                    <a:pt x="44059" y="8615"/>
                  </a:lnTo>
                  <a:cubicBezTo>
                    <a:pt x="44055" y="8617"/>
                    <a:pt x="44051" y="8618"/>
                    <a:pt x="44047" y="8618"/>
                  </a:cubicBezTo>
                  <a:cubicBezTo>
                    <a:pt x="43959" y="8618"/>
                    <a:pt x="43764" y="8220"/>
                    <a:pt x="43524" y="7755"/>
                  </a:cubicBezTo>
                  <a:cubicBezTo>
                    <a:pt x="43284" y="7292"/>
                    <a:pt x="43023" y="6836"/>
                    <a:pt x="42935" y="6836"/>
                  </a:cubicBezTo>
                  <a:cubicBezTo>
                    <a:pt x="42931" y="6836"/>
                    <a:pt x="42927" y="6837"/>
                    <a:pt x="42924" y="6839"/>
                  </a:cubicBezTo>
                  <a:lnTo>
                    <a:pt x="42843" y="6701"/>
                  </a:lnTo>
                  <a:cubicBezTo>
                    <a:pt x="42924" y="6653"/>
                    <a:pt x="42843" y="6515"/>
                    <a:pt x="42761" y="6385"/>
                  </a:cubicBezTo>
                  <a:cubicBezTo>
                    <a:pt x="42664" y="6329"/>
                    <a:pt x="42583" y="6247"/>
                    <a:pt x="42518" y="6158"/>
                  </a:cubicBezTo>
                  <a:cubicBezTo>
                    <a:pt x="42599" y="6110"/>
                    <a:pt x="42551" y="6045"/>
                    <a:pt x="42470" y="5907"/>
                  </a:cubicBezTo>
                  <a:cubicBezTo>
                    <a:pt x="42406" y="5805"/>
                    <a:pt x="42362" y="5738"/>
                    <a:pt x="42311" y="5738"/>
                  </a:cubicBezTo>
                  <a:cubicBezTo>
                    <a:pt x="42297" y="5738"/>
                    <a:pt x="42282" y="5743"/>
                    <a:pt x="42267" y="5753"/>
                  </a:cubicBezTo>
                  <a:cubicBezTo>
                    <a:pt x="42218" y="5688"/>
                    <a:pt x="41910" y="5226"/>
                    <a:pt x="41845" y="4975"/>
                  </a:cubicBezTo>
                  <a:cubicBezTo>
                    <a:pt x="41870" y="4861"/>
                    <a:pt x="41748" y="4845"/>
                    <a:pt x="41626" y="4837"/>
                  </a:cubicBezTo>
                  <a:cubicBezTo>
                    <a:pt x="41595" y="4858"/>
                    <a:pt x="41558" y="4868"/>
                    <a:pt x="41520" y="4868"/>
                  </a:cubicBezTo>
                  <a:cubicBezTo>
                    <a:pt x="41471" y="4868"/>
                    <a:pt x="41420" y="4849"/>
                    <a:pt x="41383" y="4812"/>
                  </a:cubicBezTo>
                  <a:lnTo>
                    <a:pt x="41529" y="4707"/>
                  </a:lnTo>
                  <a:cubicBezTo>
                    <a:pt x="41553" y="4709"/>
                    <a:pt x="41573" y="4710"/>
                    <a:pt x="41588" y="4710"/>
                  </a:cubicBezTo>
                  <a:cubicBezTo>
                    <a:pt x="41647" y="4710"/>
                    <a:pt x="41631" y="4689"/>
                    <a:pt x="41553" y="4585"/>
                  </a:cubicBezTo>
                  <a:lnTo>
                    <a:pt x="41456" y="4456"/>
                  </a:lnTo>
                  <a:cubicBezTo>
                    <a:pt x="41450" y="4460"/>
                    <a:pt x="41444" y="4462"/>
                    <a:pt x="41436" y="4462"/>
                  </a:cubicBezTo>
                  <a:cubicBezTo>
                    <a:pt x="41344" y="4462"/>
                    <a:pt x="41110" y="4163"/>
                    <a:pt x="40759" y="3766"/>
                  </a:cubicBezTo>
                  <a:cubicBezTo>
                    <a:pt x="40339" y="3290"/>
                    <a:pt x="40130" y="3104"/>
                    <a:pt x="40045" y="3104"/>
                  </a:cubicBezTo>
                  <a:cubicBezTo>
                    <a:pt x="40031" y="3104"/>
                    <a:pt x="40021" y="3109"/>
                    <a:pt x="40013" y="3118"/>
                  </a:cubicBezTo>
                  <a:cubicBezTo>
                    <a:pt x="39999" y="3134"/>
                    <a:pt x="39984" y="3143"/>
                    <a:pt x="39969" y="3143"/>
                  </a:cubicBezTo>
                  <a:cubicBezTo>
                    <a:pt x="39923" y="3143"/>
                    <a:pt x="39867" y="3067"/>
                    <a:pt x="39770" y="2891"/>
                  </a:cubicBezTo>
                  <a:cubicBezTo>
                    <a:pt x="39611" y="2428"/>
                    <a:pt x="39576" y="2359"/>
                    <a:pt x="39493" y="2359"/>
                  </a:cubicBezTo>
                  <a:cubicBezTo>
                    <a:pt x="39479" y="2359"/>
                    <a:pt x="39463" y="2361"/>
                    <a:pt x="39445" y="2364"/>
                  </a:cubicBezTo>
                  <a:cubicBezTo>
                    <a:pt x="39518" y="2421"/>
                    <a:pt x="39454" y="2494"/>
                    <a:pt x="39397" y="2558"/>
                  </a:cubicBezTo>
                  <a:cubicBezTo>
                    <a:pt x="39353" y="2612"/>
                    <a:pt x="39316" y="2637"/>
                    <a:pt x="39291" y="2637"/>
                  </a:cubicBezTo>
                  <a:cubicBezTo>
                    <a:pt x="39250" y="2637"/>
                    <a:pt x="39237" y="2573"/>
                    <a:pt x="39267" y="2453"/>
                  </a:cubicBezTo>
                  <a:cubicBezTo>
                    <a:pt x="39385" y="2312"/>
                    <a:pt x="38490" y="1739"/>
                    <a:pt x="38204" y="1739"/>
                  </a:cubicBezTo>
                  <a:cubicBezTo>
                    <a:pt x="38177" y="1739"/>
                    <a:pt x="38155" y="1744"/>
                    <a:pt x="38140" y="1756"/>
                  </a:cubicBezTo>
                  <a:cubicBezTo>
                    <a:pt x="38152" y="1735"/>
                    <a:pt x="38168" y="1709"/>
                    <a:pt x="38189" y="1675"/>
                  </a:cubicBezTo>
                  <a:cubicBezTo>
                    <a:pt x="38229" y="1602"/>
                    <a:pt x="38164" y="1553"/>
                    <a:pt x="37873" y="1383"/>
                  </a:cubicBezTo>
                  <a:lnTo>
                    <a:pt x="37654" y="1261"/>
                  </a:lnTo>
                  <a:cubicBezTo>
                    <a:pt x="37638" y="1291"/>
                    <a:pt x="37610" y="1304"/>
                    <a:pt x="37575" y="1304"/>
                  </a:cubicBezTo>
                  <a:cubicBezTo>
                    <a:pt x="37431" y="1304"/>
                    <a:pt x="37175" y="1091"/>
                    <a:pt x="37208" y="1026"/>
                  </a:cubicBezTo>
                  <a:cubicBezTo>
                    <a:pt x="37167" y="913"/>
                    <a:pt x="37167" y="913"/>
                    <a:pt x="37013" y="840"/>
                  </a:cubicBezTo>
                  <a:cubicBezTo>
                    <a:pt x="36984" y="844"/>
                    <a:pt x="36954" y="846"/>
                    <a:pt x="36924" y="846"/>
                  </a:cubicBezTo>
                  <a:cubicBezTo>
                    <a:pt x="36641" y="846"/>
                    <a:pt x="36351" y="653"/>
                    <a:pt x="36381" y="572"/>
                  </a:cubicBezTo>
                  <a:cubicBezTo>
                    <a:pt x="36381" y="572"/>
                    <a:pt x="36300" y="540"/>
                    <a:pt x="36219" y="507"/>
                  </a:cubicBezTo>
                  <a:cubicBezTo>
                    <a:pt x="36180" y="526"/>
                    <a:pt x="36136" y="534"/>
                    <a:pt x="36091" y="534"/>
                  </a:cubicBezTo>
                  <a:cubicBezTo>
                    <a:pt x="36004" y="534"/>
                    <a:pt x="35915" y="507"/>
                    <a:pt x="35862" y="491"/>
                  </a:cubicBezTo>
                  <a:cubicBezTo>
                    <a:pt x="35735" y="444"/>
                    <a:pt x="35652" y="418"/>
                    <a:pt x="35610" y="418"/>
                  </a:cubicBezTo>
                  <a:cubicBezTo>
                    <a:pt x="35571" y="418"/>
                    <a:pt x="35567" y="440"/>
                    <a:pt x="35594" y="491"/>
                  </a:cubicBezTo>
                  <a:cubicBezTo>
                    <a:pt x="35573" y="570"/>
                    <a:pt x="35551" y="649"/>
                    <a:pt x="35490" y="649"/>
                  </a:cubicBezTo>
                  <a:cubicBezTo>
                    <a:pt x="35482" y="649"/>
                    <a:pt x="35474" y="648"/>
                    <a:pt x="35465" y="645"/>
                  </a:cubicBezTo>
                  <a:lnTo>
                    <a:pt x="35489" y="564"/>
                  </a:lnTo>
                  <a:cubicBezTo>
                    <a:pt x="35513" y="475"/>
                    <a:pt x="35262" y="402"/>
                    <a:pt x="34929" y="329"/>
                  </a:cubicBezTo>
                  <a:cubicBezTo>
                    <a:pt x="34508" y="248"/>
                    <a:pt x="34338" y="215"/>
                    <a:pt x="34265" y="118"/>
                  </a:cubicBezTo>
                  <a:lnTo>
                    <a:pt x="34167" y="199"/>
                  </a:lnTo>
                  <a:cubicBezTo>
                    <a:pt x="34122" y="237"/>
                    <a:pt x="34079" y="255"/>
                    <a:pt x="34046" y="255"/>
                  </a:cubicBezTo>
                  <a:cubicBezTo>
                    <a:pt x="34008" y="255"/>
                    <a:pt x="33985" y="231"/>
                    <a:pt x="33989" y="183"/>
                  </a:cubicBezTo>
                  <a:cubicBezTo>
                    <a:pt x="33946" y="121"/>
                    <a:pt x="33805" y="84"/>
                    <a:pt x="33660" y="84"/>
                  </a:cubicBezTo>
                  <a:cubicBezTo>
                    <a:pt x="33558" y="84"/>
                    <a:pt x="33454" y="102"/>
                    <a:pt x="33381" y="142"/>
                  </a:cubicBezTo>
                  <a:lnTo>
                    <a:pt x="33211" y="142"/>
                  </a:lnTo>
                  <a:cubicBezTo>
                    <a:pt x="33163" y="47"/>
                    <a:pt x="33074" y="0"/>
                    <a:pt x="3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2"/>
            <p:cNvSpPr/>
            <p:nvPr/>
          </p:nvSpPr>
          <p:spPr>
            <a:xfrm>
              <a:off x="4322065" y="2115067"/>
              <a:ext cx="589936" cy="177098"/>
            </a:xfrm>
            <a:custGeom>
              <a:avLst/>
              <a:gdLst/>
              <a:ahLst/>
              <a:cxnLst/>
              <a:rect l="l" t="t" r="r" b="b"/>
              <a:pathLst>
                <a:path w="34224" h="10274" extrusionOk="0">
                  <a:moveTo>
                    <a:pt x="5133" y="1"/>
                  </a:moveTo>
                  <a:cubicBezTo>
                    <a:pt x="2287" y="1"/>
                    <a:pt x="0" y="2287"/>
                    <a:pt x="0" y="5133"/>
                  </a:cubicBezTo>
                  <a:cubicBezTo>
                    <a:pt x="0" y="7979"/>
                    <a:pt x="2287" y="10273"/>
                    <a:pt x="5133" y="10273"/>
                  </a:cubicBezTo>
                  <a:lnTo>
                    <a:pt x="29091" y="10273"/>
                  </a:lnTo>
                  <a:cubicBezTo>
                    <a:pt x="31937" y="10273"/>
                    <a:pt x="34223" y="7979"/>
                    <a:pt x="34223" y="5133"/>
                  </a:cubicBezTo>
                  <a:cubicBezTo>
                    <a:pt x="34223" y="2287"/>
                    <a:pt x="31937" y="1"/>
                    <a:pt x="29091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2"/>
            <p:cNvSpPr/>
            <p:nvPr/>
          </p:nvSpPr>
          <p:spPr>
            <a:xfrm>
              <a:off x="4308655" y="2099416"/>
              <a:ext cx="618447" cy="211056"/>
            </a:xfrm>
            <a:custGeom>
              <a:avLst/>
              <a:gdLst/>
              <a:ahLst/>
              <a:cxnLst/>
              <a:rect l="l" t="t" r="r" b="b"/>
              <a:pathLst>
                <a:path w="35878" h="12244" extrusionOk="0">
                  <a:moveTo>
                    <a:pt x="21932" y="179"/>
                  </a:moveTo>
                  <a:cubicBezTo>
                    <a:pt x="21932" y="244"/>
                    <a:pt x="21932" y="300"/>
                    <a:pt x="21842" y="300"/>
                  </a:cubicBezTo>
                  <a:lnTo>
                    <a:pt x="21745" y="236"/>
                  </a:lnTo>
                  <a:lnTo>
                    <a:pt x="21842" y="179"/>
                  </a:lnTo>
                  <a:close/>
                  <a:moveTo>
                    <a:pt x="20707" y="236"/>
                  </a:moveTo>
                  <a:cubicBezTo>
                    <a:pt x="20805" y="236"/>
                    <a:pt x="20805" y="236"/>
                    <a:pt x="20805" y="292"/>
                  </a:cubicBezTo>
                  <a:cubicBezTo>
                    <a:pt x="20805" y="292"/>
                    <a:pt x="20797" y="357"/>
                    <a:pt x="20707" y="357"/>
                  </a:cubicBezTo>
                  <a:lnTo>
                    <a:pt x="20610" y="292"/>
                  </a:lnTo>
                  <a:cubicBezTo>
                    <a:pt x="20610" y="236"/>
                    <a:pt x="20707" y="236"/>
                    <a:pt x="20707" y="236"/>
                  </a:cubicBezTo>
                  <a:close/>
                  <a:moveTo>
                    <a:pt x="25142" y="495"/>
                  </a:moveTo>
                  <a:cubicBezTo>
                    <a:pt x="25232" y="495"/>
                    <a:pt x="25232" y="552"/>
                    <a:pt x="25232" y="552"/>
                  </a:cubicBezTo>
                  <a:cubicBezTo>
                    <a:pt x="25232" y="552"/>
                    <a:pt x="25232" y="617"/>
                    <a:pt x="25134" y="617"/>
                  </a:cubicBezTo>
                  <a:cubicBezTo>
                    <a:pt x="25134" y="617"/>
                    <a:pt x="25045" y="552"/>
                    <a:pt x="25045" y="495"/>
                  </a:cubicBezTo>
                  <a:close/>
                  <a:moveTo>
                    <a:pt x="28987" y="488"/>
                  </a:moveTo>
                  <a:cubicBezTo>
                    <a:pt x="29001" y="488"/>
                    <a:pt x="29010" y="495"/>
                    <a:pt x="29010" y="511"/>
                  </a:cubicBezTo>
                  <a:cubicBezTo>
                    <a:pt x="29010" y="511"/>
                    <a:pt x="29010" y="576"/>
                    <a:pt x="28912" y="633"/>
                  </a:cubicBezTo>
                  <a:cubicBezTo>
                    <a:pt x="28912" y="633"/>
                    <a:pt x="28869" y="658"/>
                    <a:pt x="28840" y="658"/>
                  </a:cubicBezTo>
                  <a:cubicBezTo>
                    <a:pt x="28826" y="658"/>
                    <a:pt x="28815" y="652"/>
                    <a:pt x="28815" y="633"/>
                  </a:cubicBezTo>
                  <a:lnTo>
                    <a:pt x="28823" y="568"/>
                  </a:lnTo>
                  <a:cubicBezTo>
                    <a:pt x="28886" y="528"/>
                    <a:pt x="28953" y="488"/>
                    <a:pt x="28987" y="488"/>
                  </a:cubicBezTo>
                  <a:close/>
                  <a:moveTo>
                    <a:pt x="22626" y="558"/>
                  </a:moveTo>
                  <a:cubicBezTo>
                    <a:pt x="22661" y="558"/>
                    <a:pt x="22686" y="572"/>
                    <a:pt x="22686" y="600"/>
                  </a:cubicBezTo>
                  <a:cubicBezTo>
                    <a:pt x="22686" y="665"/>
                    <a:pt x="22686" y="665"/>
                    <a:pt x="22588" y="665"/>
                  </a:cubicBezTo>
                  <a:cubicBezTo>
                    <a:pt x="22402" y="665"/>
                    <a:pt x="22402" y="665"/>
                    <a:pt x="22499" y="600"/>
                  </a:cubicBezTo>
                  <a:cubicBezTo>
                    <a:pt x="22544" y="572"/>
                    <a:pt x="22590" y="558"/>
                    <a:pt x="22626" y="558"/>
                  </a:cubicBezTo>
                  <a:close/>
                  <a:moveTo>
                    <a:pt x="23253" y="609"/>
                  </a:moveTo>
                  <a:cubicBezTo>
                    <a:pt x="23342" y="609"/>
                    <a:pt x="23342" y="609"/>
                    <a:pt x="23342" y="665"/>
                  </a:cubicBezTo>
                  <a:lnTo>
                    <a:pt x="23253" y="665"/>
                  </a:lnTo>
                  <a:lnTo>
                    <a:pt x="23156" y="609"/>
                  </a:lnTo>
                  <a:close/>
                  <a:moveTo>
                    <a:pt x="12867" y="552"/>
                  </a:moveTo>
                  <a:cubicBezTo>
                    <a:pt x="12867" y="617"/>
                    <a:pt x="12867" y="673"/>
                    <a:pt x="12778" y="673"/>
                  </a:cubicBezTo>
                  <a:lnTo>
                    <a:pt x="12681" y="673"/>
                  </a:lnTo>
                  <a:cubicBezTo>
                    <a:pt x="12681" y="617"/>
                    <a:pt x="12778" y="552"/>
                    <a:pt x="12778" y="552"/>
                  </a:cubicBezTo>
                  <a:close/>
                  <a:moveTo>
                    <a:pt x="24194" y="609"/>
                  </a:moveTo>
                  <a:cubicBezTo>
                    <a:pt x="24291" y="609"/>
                    <a:pt x="24291" y="609"/>
                    <a:pt x="24291" y="673"/>
                  </a:cubicBezTo>
                  <a:lnTo>
                    <a:pt x="24194" y="673"/>
                  </a:lnTo>
                  <a:lnTo>
                    <a:pt x="24096" y="609"/>
                  </a:lnTo>
                  <a:close/>
                  <a:moveTo>
                    <a:pt x="8911" y="600"/>
                  </a:moveTo>
                  <a:cubicBezTo>
                    <a:pt x="9097" y="600"/>
                    <a:pt x="9097" y="600"/>
                    <a:pt x="9097" y="657"/>
                  </a:cubicBezTo>
                  <a:cubicBezTo>
                    <a:pt x="9097" y="714"/>
                    <a:pt x="8902" y="714"/>
                    <a:pt x="8813" y="714"/>
                  </a:cubicBezTo>
                  <a:cubicBezTo>
                    <a:pt x="8716" y="657"/>
                    <a:pt x="8813" y="600"/>
                    <a:pt x="8911" y="600"/>
                  </a:cubicBezTo>
                  <a:close/>
                  <a:moveTo>
                    <a:pt x="23975" y="705"/>
                  </a:moveTo>
                  <a:cubicBezTo>
                    <a:pt x="23964" y="705"/>
                    <a:pt x="23942" y="711"/>
                    <a:pt x="23910" y="730"/>
                  </a:cubicBezTo>
                  <a:cubicBezTo>
                    <a:pt x="23975" y="730"/>
                    <a:pt x="23996" y="705"/>
                    <a:pt x="23975" y="705"/>
                  </a:cubicBezTo>
                  <a:close/>
                  <a:moveTo>
                    <a:pt x="22971" y="884"/>
                  </a:moveTo>
                  <a:cubicBezTo>
                    <a:pt x="22970" y="892"/>
                    <a:pt x="22969" y="900"/>
                    <a:pt x="22969" y="909"/>
                  </a:cubicBezTo>
                  <a:cubicBezTo>
                    <a:pt x="22973" y="911"/>
                    <a:pt x="22976" y="913"/>
                    <a:pt x="22979" y="915"/>
                  </a:cubicBezTo>
                  <a:lnTo>
                    <a:pt x="22979" y="915"/>
                  </a:lnTo>
                  <a:cubicBezTo>
                    <a:pt x="22976" y="907"/>
                    <a:pt x="22973" y="897"/>
                    <a:pt x="22971" y="884"/>
                  </a:cubicBezTo>
                  <a:close/>
                  <a:moveTo>
                    <a:pt x="22979" y="915"/>
                  </a:moveTo>
                  <a:cubicBezTo>
                    <a:pt x="22988" y="936"/>
                    <a:pt x="23001" y="945"/>
                    <a:pt x="23005" y="945"/>
                  </a:cubicBezTo>
                  <a:cubicBezTo>
                    <a:pt x="23011" y="945"/>
                    <a:pt x="23007" y="934"/>
                    <a:pt x="22979" y="915"/>
                  </a:cubicBezTo>
                  <a:close/>
                  <a:moveTo>
                    <a:pt x="32232" y="835"/>
                  </a:moveTo>
                  <a:cubicBezTo>
                    <a:pt x="32257" y="835"/>
                    <a:pt x="32285" y="838"/>
                    <a:pt x="32318" y="844"/>
                  </a:cubicBezTo>
                  <a:cubicBezTo>
                    <a:pt x="32415" y="884"/>
                    <a:pt x="32415" y="884"/>
                    <a:pt x="32383" y="941"/>
                  </a:cubicBezTo>
                  <a:cubicBezTo>
                    <a:pt x="32369" y="973"/>
                    <a:pt x="32325" y="989"/>
                    <a:pt x="32274" y="989"/>
                  </a:cubicBezTo>
                  <a:cubicBezTo>
                    <a:pt x="32233" y="989"/>
                    <a:pt x="32187" y="979"/>
                    <a:pt x="32147" y="957"/>
                  </a:cubicBezTo>
                  <a:cubicBezTo>
                    <a:pt x="32065" y="923"/>
                    <a:pt x="32088" y="835"/>
                    <a:pt x="32232" y="835"/>
                  </a:cubicBezTo>
                  <a:close/>
                  <a:moveTo>
                    <a:pt x="2449" y="1800"/>
                  </a:moveTo>
                  <a:cubicBezTo>
                    <a:pt x="2489" y="1849"/>
                    <a:pt x="2522" y="1890"/>
                    <a:pt x="2449" y="1963"/>
                  </a:cubicBezTo>
                  <a:lnTo>
                    <a:pt x="2335" y="1979"/>
                  </a:lnTo>
                  <a:lnTo>
                    <a:pt x="2376" y="1865"/>
                  </a:lnTo>
                  <a:cubicBezTo>
                    <a:pt x="2449" y="1800"/>
                    <a:pt x="2449" y="1800"/>
                    <a:pt x="2449" y="1800"/>
                  </a:cubicBezTo>
                  <a:close/>
                  <a:moveTo>
                    <a:pt x="1257" y="2522"/>
                  </a:moveTo>
                  <a:cubicBezTo>
                    <a:pt x="1306" y="2554"/>
                    <a:pt x="1354" y="2595"/>
                    <a:pt x="1289" y="2676"/>
                  </a:cubicBezTo>
                  <a:lnTo>
                    <a:pt x="1224" y="2765"/>
                  </a:lnTo>
                  <a:cubicBezTo>
                    <a:pt x="1176" y="2725"/>
                    <a:pt x="1192" y="2603"/>
                    <a:pt x="1192" y="2603"/>
                  </a:cubicBezTo>
                  <a:lnTo>
                    <a:pt x="1257" y="2522"/>
                  </a:lnTo>
                  <a:close/>
                  <a:moveTo>
                    <a:pt x="805" y="4273"/>
                  </a:moveTo>
                  <a:cubicBezTo>
                    <a:pt x="815" y="4273"/>
                    <a:pt x="826" y="4277"/>
                    <a:pt x="843" y="4281"/>
                  </a:cubicBezTo>
                  <a:cubicBezTo>
                    <a:pt x="900" y="4306"/>
                    <a:pt x="924" y="4411"/>
                    <a:pt x="924" y="4411"/>
                  </a:cubicBezTo>
                  <a:cubicBezTo>
                    <a:pt x="914" y="4434"/>
                    <a:pt x="901" y="4443"/>
                    <a:pt x="887" y="4443"/>
                  </a:cubicBezTo>
                  <a:cubicBezTo>
                    <a:pt x="847" y="4443"/>
                    <a:pt x="796" y="4372"/>
                    <a:pt x="754" y="4354"/>
                  </a:cubicBezTo>
                  <a:cubicBezTo>
                    <a:pt x="777" y="4292"/>
                    <a:pt x="784" y="4273"/>
                    <a:pt x="805" y="4273"/>
                  </a:cubicBezTo>
                  <a:close/>
                  <a:moveTo>
                    <a:pt x="603" y="6613"/>
                  </a:moveTo>
                  <a:cubicBezTo>
                    <a:pt x="649" y="6613"/>
                    <a:pt x="685" y="6629"/>
                    <a:pt x="697" y="6697"/>
                  </a:cubicBezTo>
                  <a:lnTo>
                    <a:pt x="649" y="6803"/>
                  </a:lnTo>
                  <a:lnTo>
                    <a:pt x="576" y="6714"/>
                  </a:lnTo>
                  <a:lnTo>
                    <a:pt x="560" y="6616"/>
                  </a:lnTo>
                  <a:cubicBezTo>
                    <a:pt x="575" y="6615"/>
                    <a:pt x="589" y="6613"/>
                    <a:pt x="603" y="6613"/>
                  </a:cubicBezTo>
                  <a:close/>
                  <a:moveTo>
                    <a:pt x="7522" y="10114"/>
                  </a:moveTo>
                  <a:cubicBezTo>
                    <a:pt x="7484" y="10114"/>
                    <a:pt x="7427" y="10142"/>
                    <a:pt x="7370" y="10208"/>
                  </a:cubicBezTo>
                  <a:cubicBezTo>
                    <a:pt x="7370" y="10273"/>
                    <a:pt x="7370" y="10273"/>
                    <a:pt x="7467" y="10273"/>
                  </a:cubicBezTo>
                  <a:cubicBezTo>
                    <a:pt x="7467" y="10273"/>
                    <a:pt x="7565" y="10208"/>
                    <a:pt x="7565" y="10151"/>
                  </a:cubicBezTo>
                  <a:cubicBezTo>
                    <a:pt x="7565" y="10128"/>
                    <a:pt x="7548" y="10114"/>
                    <a:pt x="7522" y="10114"/>
                  </a:cubicBezTo>
                  <a:close/>
                  <a:moveTo>
                    <a:pt x="28321" y="10605"/>
                  </a:moveTo>
                  <a:cubicBezTo>
                    <a:pt x="28223" y="10605"/>
                    <a:pt x="28223" y="10670"/>
                    <a:pt x="28223" y="10727"/>
                  </a:cubicBezTo>
                  <a:lnTo>
                    <a:pt x="28321" y="10727"/>
                  </a:lnTo>
                  <a:cubicBezTo>
                    <a:pt x="28321" y="10727"/>
                    <a:pt x="28410" y="10670"/>
                    <a:pt x="28410" y="10605"/>
                  </a:cubicBezTo>
                  <a:close/>
                  <a:moveTo>
                    <a:pt x="4585" y="11103"/>
                  </a:moveTo>
                  <a:cubicBezTo>
                    <a:pt x="4556" y="11103"/>
                    <a:pt x="4574" y="11129"/>
                    <a:pt x="4592" y="11129"/>
                  </a:cubicBezTo>
                  <a:cubicBezTo>
                    <a:pt x="4601" y="11129"/>
                    <a:pt x="4609" y="11123"/>
                    <a:pt x="4613" y="11108"/>
                  </a:cubicBezTo>
                  <a:cubicBezTo>
                    <a:pt x="4601" y="11105"/>
                    <a:pt x="4592" y="11103"/>
                    <a:pt x="4585" y="11103"/>
                  </a:cubicBezTo>
                  <a:close/>
                  <a:moveTo>
                    <a:pt x="11957" y="11221"/>
                  </a:moveTo>
                  <a:cubicBezTo>
                    <a:pt x="11974" y="11221"/>
                    <a:pt x="11983" y="11227"/>
                    <a:pt x="11983" y="11246"/>
                  </a:cubicBezTo>
                  <a:cubicBezTo>
                    <a:pt x="12081" y="11246"/>
                    <a:pt x="11894" y="11311"/>
                    <a:pt x="11797" y="11311"/>
                  </a:cubicBezTo>
                  <a:lnTo>
                    <a:pt x="11797" y="11246"/>
                  </a:lnTo>
                  <a:cubicBezTo>
                    <a:pt x="11862" y="11246"/>
                    <a:pt x="11923" y="11221"/>
                    <a:pt x="11957" y="11221"/>
                  </a:cubicBezTo>
                  <a:close/>
                  <a:moveTo>
                    <a:pt x="20951" y="11173"/>
                  </a:moveTo>
                  <a:cubicBezTo>
                    <a:pt x="20886" y="11173"/>
                    <a:pt x="20821" y="11197"/>
                    <a:pt x="20764" y="11230"/>
                  </a:cubicBezTo>
                  <a:cubicBezTo>
                    <a:pt x="20764" y="11295"/>
                    <a:pt x="20853" y="11295"/>
                    <a:pt x="20951" y="11295"/>
                  </a:cubicBezTo>
                  <a:cubicBezTo>
                    <a:pt x="21004" y="11311"/>
                    <a:pt x="21051" y="11318"/>
                    <a:pt x="21090" y="11318"/>
                  </a:cubicBezTo>
                  <a:cubicBezTo>
                    <a:pt x="21185" y="11318"/>
                    <a:pt x="21234" y="11276"/>
                    <a:pt x="21234" y="11230"/>
                  </a:cubicBezTo>
                  <a:cubicBezTo>
                    <a:pt x="21234" y="11173"/>
                    <a:pt x="21137" y="11173"/>
                    <a:pt x="20951" y="11173"/>
                  </a:cubicBezTo>
                  <a:close/>
                  <a:moveTo>
                    <a:pt x="5475" y="9785"/>
                  </a:moveTo>
                  <a:cubicBezTo>
                    <a:pt x="4934" y="9785"/>
                    <a:pt x="4473" y="10188"/>
                    <a:pt x="4411" y="10727"/>
                  </a:cubicBezTo>
                  <a:cubicBezTo>
                    <a:pt x="4398" y="10840"/>
                    <a:pt x="4403" y="10952"/>
                    <a:pt x="4424" y="11058"/>
                  </a:cubicBezTo>
                  <a:lnTo>
                    <a:pt x="4424" y="11058"/>
                  </a:lnTo>
                  <a:lnTo>
                    <a:pt x="4524" y="11084"/>
                  </a:lnTo>
                  <a:cubicBezTo>
                    <a:pt x="4535" y="11047"/>
                    <a:pt x="4545" y="11011"/>
                    <a:pt x="4570" y="11011"/>
                  </a:cubicBezTo>
                  <a:cubicBezTo>
                    <a:pt x="4585" y="11011"/>
                    <a:pt x="4604" y="11022"/>
                    <a:pt x="4630" y="11051"/>
                  </a:cubicBezTo>
                  <a:lnTo>
                    <a:pt x="4613" y="11108"/>
                  </a:lnTo>
                  <a:cubicBezTo>
                    <a:pt x="4719" y="11124"/>
                    <a:pt x="4808" y="11173"/>
                    <a:pt x="4881" y="11238"/>
                  </a:cubicBezTo>
                  <a:cubicBezTo>
                    <a:pt x="4877" y="11264"/>
                    <a:pt x="4895" y="11281"/>
                    <a:pt x="4918" y="11281"/>
                  </a:cubicBezTo>
                  <a:cubicBezTo>
                    <a:pt x="4946" y="11281"/>
                    <a:pt x="4981" y="11256"/>
                    <a:pt x="4995" y="11189"/>
                  </a:cubicBezTo>
                  <a:lnTo>
                    <a:pt x="5084" y="11205"/>
                  </a:lnTo>
                  <a:cubicBezTo>
                    <a:pt x="5076" y="11270"/>
                    <a:pt x="5165" y="11343"/>
                    <a:pt x="5262" y="11359"/>
                  </a:cubicBezTo>
                  <a:cubicBezTo>
                    <a:pt x="5295" y="11365"/>
                    <a:pt x="5327" y="11368"/>
                    <a:pt x="5352" y="11368"/>
                  </a:cubicBezTo>
                  <a:cubicBezTo>
                    <a:pt x="5404" y="11368"/>
                    <a:pt x="5427" y="11354"/>
                    <a:pt x="5367" y="11311"/>
                  </a:cubicBezTo>
                  <a:cubicBezTo>
                    <a:pt x="5367" y="11254"/>
                    <a:pt x="5376" y="11254"/>
                    <a:pt x="5465" y="11254"/>
                  </a:cubicBezTo>
                  <a:cubicBezTo>
                    <a:pt x="5562" y="11262"/>
                    <a:pt x="5651" y="11327"/>
                    <a:pt x="5651" y="11392"/>
                  </a:cubicBezTo>
                  <a:lnTo>
                    <a:pt x="5757" y="11335"/>
                  </a:lnTo>
                  <a:cubicBezTo>
                    <a:pt x="5802" y="11309"/>
                    <a:pt x="5847" y="11296"/>
                    <a:pt x="5901" y="11296"/>
                  </a:cubicBezTo>
                  <a:cubicBezTo>
                    <a:pt x="5964" y="11296"/>
                    <a:pt x="6038" y="11313"/>
                    <a:pt x="6138" y="11343"/>
                  </a:cubicBezTo>
                  <a:lnTo>
                    <a:pt x="6324" y="11343"/>
                  </a:lnTo>
                  <a:cubicBezTo>
                    <a:pt x="6287" y="11296"/>
                    <a:pt x="6348" y="11277"/>
                    <a:pt x="6448" y="11275"/>
                  </a:cubicBezTo>
                  <a:lnTo>
                    <a:pt x="6448" y="11275"/>
                  </a:lnTo>
                  <a:cubicBezTo>
                    <a:pt x="6502" y="11149"/>
                    <a:pt x="6533" y="11010"/>
                    <a:pt x="6535" y="10865"/>
                  </a:cubicBezTo>
                  <a:cubicBezTo>
                    <a:pt x="6543" y="10297"/>
                    <a:pt x="6105" y="9827"/>
                    <a:pt x="5538" y="9787"/>
                  </a:cubicBezTo>
                  <a:cubicBezTo>
                    <a:pt x="5517" y="9785"/>
                    <a:pt x="5496" y="9785"/>
                    <a:pt x="5475" y="9785"/>
                  </a:cubicBezTo>
                  <a:close/>
                  <a:moveTo>
                    <a:pt x="21802" y="11295"/>
                  </a:moveTo>
                  <a:cubicBezTo>
                    <a:pt x="21802" y="11351"/>
                    <a:pt x="21607" y="11416"/>
                    <a:pt x="21518" y="11416"/>
                  </a:cubicBezTo>
                  <a:cubicBezTo>
                    <a:pt x="21421" y="11416"/>
                    <a:pt x="21421" y="11351"/>
                    <a:pt x="21615" y="11295"/>
                  </a:cubicBezTo>
                  <a:close/>
                  <a:moveTo>
                    <a:pt x="6819" y="11377"/>
                  </a:moveTo>
                  <a:cubicBezTo>
                    <a:pt x="6853" y="11377"/>
                    <a:pt x="6919" y="11408"/>
                    <a:pt x="6981" y="11408"/>
                  </a:cubicBezTo>
                  <a:cubicBezTo>
                    <a:pt x="7078" y="11465"/>
                    <a:pt x="7078" y="11465"/>
                    <a:pt x="6892" y="11465"/>
                  </a:cubicBezTo>
                  <a:cubicBezTo>
                    <a:pt x="6794" y="11465"/>
                    <a:pt x="6794" y="11400"/>
                    <a:pt x="6794" y="11400"/>
                  </a:cubicBezTo>
                  <a:cubicBezTo>
                    <a:pt x="6794" y="11383"/>
                    <a:pt x="6803" y="11377"/>
                    <a:pt x="6819" y="11377"/>
                  </a:cubicBezTo>
                  <a:close/>
                  <a:moveTo>
                    <a:pt x="8586" y="11351"/>
                  </a:moveTo>
                  <a:cubicBezTo>
                    <a:pt x="8651" y="11359"/>
                    <a:pt x="8716" y="11376"/>
                    <a:pt x="8773" y="11416"/>
                  </a:cubicBezTo>
                  <a:cubicBezTo>
                    <a:pt x="8773" y="11473"/>
                    <a:pt x="8684" y="11473"/>
                    <a:pt x="8684" y="11473"/>
                  </a:cubicBezTo>
                  <a:cubicBezTo>
                    <a:pt x="8586" y="11473"/>
                    <a:pt x="8489" y="11473"/>
                    <a:pt x="8497" y="11408"/>
                  </a:cubicBezTo>
                  <a:cubicBezTo>
                    <a:pt x="8497" y="11408"/>
                    <a:pt x="8497" y="11351"/>
                    <a:pt x="8586" y="11351"/>
                  </a:cubicBezTo>
                  <a:close/>
                  <a:moveTo>
                    <a:pt x="13873" y="11376"/>
                  </a:moveTo>
                  <a:cubicBezTo>
                    <a:pt x="13873" y="11440"/>
                    <a:pt x="13775" y="11497"/>
                    <a:pt x="13775" y="11497"/>
                  </a:cubicBezTo>
                  <a:lnTo>
                    <a:pt x="13686" y="11497"/>
                  </a:lnTo>
                  <a:cubicBezTo>
                    <a:pt x="13686" y="11440"/>
                    <a:pt x="13686" y="11376"/>
                    <a:pt x="13775" y="11376"/>
                  </a:cubicBezTo>
                  <a:close/>
                  <a:moveTo>
                    <a:pt x="5183" y="11407"/>
                  </a:moveTo>
                  <a:cubicBezTo>
                    <a:pt x="5156" y="11407"/>
                    <a:pt x="5154" y="11420"/>
                    <a:pt x="5149" y="11457"/>
                  </a:cubicBezTo>
                  <a:cubicBezTo>
                    <a:pt x="5201" y="11540"/>
                    <a:pt x="5260" y="11577"/>
                    <a:pt x="5298" y="11577"/>
                  </a:cubicBezTo>
                  <a:cubicBezTo>
                    <a:pt x="5318" y="11577"/>
                    <a:pt x="5332" y="11566"/>
                    <a:pt x="5335" y="11546"/>
                  </a:cubicBezTo>
                  <a:cubicBezTo>
                    <a:pt x="5343" y="11489"/>
                    <a:pt x="5254" y="11416"/>
                    <a:pt x="5254" y="11416"/>
                  </a:cubicBezTo>
                  <a:cubicBezTo>
                    <a:pt x="5220" y="11411"/>
                    <a:pt x="5198" y="11407"/>
                    <a:pt x="5183" y="11407"/>
                  </a:cubicBezTo>
                  <a:close/>
                  <a:moveTo>
                    <a:pt x="16702" y="11327"/>
                  </a:moveTo>
                  <a:lnTo>
                    <a:pt x="16897" y="11335"/>
                  </a:lnTo>
                  <a:lnTo>
                    <a:pt x="16702" y="11449"/>
                  </a:lnTo>
                  <a:cubicBezTo>
                    <a:pt x="16598" y="11548"/>
                    <a:pt x="16552" y="11592"/>
                    <a:pt x="16532" y="11592"/>
                  </a:cubicBezTo>
                  <a:cubicBezTo>
                    <a:pt x="16516" y="11592"/>
                    <a:pt x="16516" y="11564"/>
                    <a:pt x="16516" y="11513"/>
                  </a:cubicBezTo>
                  <a:cubicBezTo>
                    <a:pt x="16516" y="11449"/>
                    <a:pt x="16516" y="11392"/>
                    <a:pt x="16702" y="11327"/>
                  </a:cubicBezTo>
                  <a:close/>
                  <a:moveTo>
                    <a:pt x="26894" y="11376"/>
                  </a:moveTo>
                  <a:cubicBezTo>
                    <a:pt x="26991" y="11384"/>
                    <a:pt x="27080" y="11440"/>
                    <a:pt x="27080" y="11497"/>
                  </a:cubicBezTo>
                  <a:cubicBezTo>
                    <a:pt x="27177" y="11619"/>
                    <a:pt x="27177" y="11619"/>
                    <a:pt x="26991" y="11619"/>
                  </a:cubicBezTo>
                  <a:cubicBezTo>
                    <a:pt x="26894" y="11619"/>
                    <a:pt x="26796" y="11619"/>
                    <a:pt x="26796" y="11554"/>
                  </a:cubicBezTo>
                  <a:lnTo>
                    <a:pt x="26894" y="11554"/>
                  </a:lnTo>
                  <a:cubicBezTo>
                    <a:pt x="26894" y="11573"/>
                    <a:pt x="26902" y="11581"/>
                    <a:pt x="26912" y="11581"/>
                  </a:cubicBezTo>
                  <a:cubicBezTo>
                    <a:pt x="26934" y="11581"/>
                    <a:pt x="26962" y="11537"/>
                    <a:pt x="26894" y="11497"/>
                  </a:cubicBezTo>
                  <a:lnTo>
                    <a:pt x="26894" y="11376"/>
                  </a:lnTo>
                  <a:close/>
                  <a:moveTo>
                    <a:pt x="28118" y="11505"/>
                  </a:moveTo>
                  <a:lnTo>
                    <a:pt x="28215" y="11562"/>
                  </a:lnTo>
                  <a:cubicBezTo>
                    <a:pt x="28215" y="11627"/>
                    <a:pt x="28118" y="11627"/>
                    <a:pt x="28029" y="11627"/>
                  </a:cubicBezTo>
                  <a:cubicBezTo>
                    <a:pt x="27931" y="11627"/>
                    <a:pt x="27931" y="11627"/>
                    <a:pt x="27931" y="11562"/>
                  </a:cubicBezTo>
                  <a:cubicBezTo>
                    <a:pt x="27988" y="11530"/>
                    <a:pt x="28053" y="11505"/>
                    <a:pt x="28118" y="11505"/>
                  </a:cubicBezTo>
                  <a:close/>
                  <a:moveTo>
                    <a:pt x="10281" y="11603"/>
                  </a:moveTo>
                  <a:lnTo>
                    <a:pt x="10378" y="11659"/>
                  </a:lnTo>
                  <a:lnTo>
                    <a:pt x="10281" y="11659"/>
                  </a:lnTo>
                  <a:cubicBezTo>
                    <a:pt x="10192" y="11659"/>
                    <a:pt x="10192" y="11659"/>
                    <a:pt x="10192" y="11603"/>
                  </a:cubicBezTo>
                  <a:close/>
                  <a:moveTo>
                    <a:pt x="11229" y="11546"/>
                  </a:moveTo>
                  <a:cubicBezTo>
                    <a:pt x="11229" y="11599"/>
                    <a:pt x="11229" y="11660"/>
                    <a:pt x="11148" y="11660"/>
                  </a:cubicBezTo>
                  <a:cubicBezTo>
                    <a:pt x="11143" y="11660"/>
                    <a:pt x="11138" y="11660"/>
                    <a:pt x="11132" y="11659"/>
                  </a:cubicBezTo>
                  <a:cubicBezTo>
                    <a:pt x="11106" y="11677"/>
                    <a:pt x="11080" y="11685"/>
                    <a:pt x="11058" y="11685"/>
                  </a:cubicBezTo>
                  <a:cubicBezTo>
                    <a:pt x="11000" y="11685"/>
                    <a:pt x="10972" y="11628"/>
                    <a:pt x="11043" y="11546"/>
                  </a:cubicBezTo>
                  <a:close/>
                  <a:moveTo>
                    <a:pt x="17075" y="11570"/>
                  </a:moveTo>
                  <a:lnTo>
                    <a:pt x="17172" y="11635"/>
                  </a:lnTo>
                  <a:cubicBezTo>
                    <a:pt x="17172" y="11692"/>
                    <a:pt x="17075" y="11692"/>
                    <a:pt x="16986" y="11692"/>
                  </a:cubicBezTo>
                  <a:lnTo>
                    <a:pt x="16986" y="11635"/>
                  </a:lnTo>
                  <a:lnTo>
                    <a:pt x="17075" y="11570"/>
                  </a:lnTo>
                  <a:close/>
                  <a:moveTo>
                    <a:pt x="14627" y="11562"/>
                  </a:moveTo>
                  <a:cubicBezTo>
                    <a:pt x="14716" y="11562"/>
                    <a:pt x="14627" y="11619"/>
                    <a:pt x="14529" y="11740"/>
                  </a:cubicBezTo>
                  <a:cubicBezTo>
                    <a:pt x="14454" y="11764"/>
                    <a:pt x="14409" y="11777"/>
                    <a:pt x="14388" y="11777"/>
                  </a:cubicBezTo>
                  <a:cubicBezTo>
                    <a:pt x="14357" y="11777"/>
                    <a:pt x="14379" y="11748"/>
                    <a:pt x="14432" y="11676"/>
                  </a:cubicBezTo>
                  <a:lnTo>
                    <a:pt x="14627" y="11562"/>
                  </a:lnTo>
                  <a:close/>
                  <a:moveTo>
                    <a:pt x="30665" y="11521"/>
                  </a:moveTo>
                  <a:cubicBezTo>
                    <a:pt x="30676" y="11521"/>
                    <a:pt x="30680" y="11552"/>
                    <a:pt x="30688" y="11611"/>
                  </a:cubicBezTo>
                  <a:cubicBezTo>
                    <a:pt x="30696" y="11668"/>
                    <a:pt x="30704" y="11724"/>
                    <a:pt x="30599" y="11740"/>
                  </a:cubicBezTo>
                  <a:cubicBezTo>
                    <a:pt x="30535" y="11791"/>
                    <a:pt x="30491" y="11812"/>
                    <a:pt x="30468" y="11812"/>
                  </a:cubicBezTo>
                  <a:cubicBezTo>
                    <a:pt x="30421" y="11812"/>
                    <a:pt x="30460" y="11725"/>
                    <a:pt x="30591" y="11627"/>
                  </a:cubicBezTo>
                  <a:cubicBezTo>
                    <a:pt x="30633" y="11556"/>
                    <a:pt x="30653" y="11521"/>
                    <a:pt x="30665" y="11521"/>
                  </a:cubicBezTo>
                  <a:close/>
                  <a:moveTo>
                    <a:pt x="9243" y="11716"/>
                  </a:moveTo>
                  <a:cubicBezTo>
                    <a:pt x="9146" y="11716"/>
                    <a:pt x="9146" y="11773"/>
                    <a:pt x="9146" y="11773"/>
                  </a:cubicBezTo>
                  <a:cubicBezTo>
                    <a:pt x="9146" y="11773"/>
                    <a:pt x="9146" y="11830"/>
                    <a:pt x="9243" y="11838"/>
                  </a:cubicBezTo>
                  <a:lnTo>
                    <a:pt x="9340" y="11838"/>
                  </a:lnTo>
                  <a:cubicBezTo>
                    <a:pt x="9340" y="11773"/>
                    <a:pt x="9243" y="11716"/>
                    <a:pt x="9243" y="11716"/>
                  </a:cubicBezTo>
                  <a:close/>
                  <a:moveTo>
                    <a:pt x="26610" y="11854"/>
                  </a:moveTo>
                  <a:cubicBezTo>
                    <a:pt x="26602" y="11919"/>
                    <a:pt x="26602" y="11919"/>
                    <a:pt x="26699" y="11919"/>
                  </a:cubicBezTo>
                  <a:lnTo>
                    <a:pt x="26796" y="11919"/>
                  </a:lnTo>
                  <a:lnTo>
                    <a:pt x="26699" y="11854"/>
                  </a:lnTo>
                  <a:close/>
                  <a:moveTo>
                    <a:pt x="8724" y="0"/>
                  </a:moveTo>
                  <a:cubicBezTo>
                    <a:pt x="8667" y="41"/>
                    <a:pt x="8602" y="57"/>
                    <a:pt x="8538" y="65"/>
                  </a:cubicBezTo>
                  <a:cubicBezTo>
                    <a:pt x="8538" y="122"/>
                    <a:pt x="8440" y="122"/>
                    <a:pt x="8157" y="122"/>
                  </a:cubicBezTo>
                  <a:cubicBezTo>
                    <a:pt x="7970" y="122"/>
                    <a:pt x="7589" y="179"/>
                    <a:pt x="7403" y="179"/>
                  </a:cubicBezTo>
                  <a:cubicBezTo>
                    <a:pt x="7216" y="179"/>
                    <a:pt x="6932" y="171"/>
                    <a:pt x="6835" y="114"/>
                  </a:cubicBezTo>
                  <a:cubicBezTo>
                    <a:pt x="6818" y="113"/>
                    <a:pt x="6802" y="112"/>
                    <a:pt x="6785" y="112"/>
                  </a:cubicBezTo>
                  <a:cubicBezTo>
                    <a:pt x="6674" y="112"/>
                    <a:pt x="6568" y="135"/>
                    <a:pt x="6462" y="171"/>
                  </a:cubicBezTo>
                  <a:cubicBezTo>
                    <a:pt x="6413" y="199"/>
                    <a:pt x="6342" y="213"/>
                    <a:pt x="6284" y="213"/>
                  </a:cubicBezTo>
                  <a:cubicBezTo>
                    <a:pt x="6225" y="213"/>
                    <a:pt x="6178" y="199"/>
                    <a:pt x="6178" y="171"/>
                  </a:cubicBezTo>
                  <a:lnTo>
                    <a:pt x="6081" y="171"/>
                  </a:lnTo>
                  <a:cubicBezTo>
                    <a:pt x="5984" y="203"/>
                    <a:pt x="5886" y="219"/>
                    <a:pt x="5781" y="236"/>
                  </a:cubicBezTo>
                  <a:cubicBezTo>
                    <a:pt x="5781" y="192"/>
                    <a:pt x="5734" y="156"/>
                    <a:pt x="5672" y="156"/>
                  </a:cubicBezTo>
                  <a:cubicBezTo>
                    <a:pt x="5640" y="156"/>
                    <a:pt x="5605" y="165"/>
                    <a:pt x="5570" y="187"/>
                  </a:cubicBezTo>
                  <a:cubicBezTo>
                    <a:pt x="5570" y="244"/>
                    <a:pt x="5465" y="244"/>
                    <a:pt x="5254" y="268"/>
                  </a:cubicBezTo>
                  <a:cubicBezTo>
                    <a:pt x="5246" y="267"/>
                    <a:pt x="5235" y="266"/>
                    <a:pt x="5219" y="266"/>
                  </a:cubicBezTo>
                  <a:cubicBezTo>
                    <a:pt x="5013" y="266"/>
                    <a:pt x="4133" y="371"/>
                    <a:pt x="3365" y="763"/>
                  </a:cubicBezTo>
                  <a:cubicBezTo>
                    <a:pt x="2984" y="941"/>
                    <a:pt x="2627" y="1160"/>
                    <a:pt x="2311" y="1419"/>
                  </a:cubicBezTo>
                  <a:cubicBezTo>
                    <a:pt x="2197" y="1500"/>
                    <a:pt x="2100" y="1598"/>
                    <a:pt x="2003" y="1695"/>
                  </a:cubicBezTo>
                  <a:cubicBezTo>
                    <a:pt x="1938" y="1760"/>
                    <a:pt x="1897" y="1800"/>
                    <a:pt x="1905" y="1809"/>
                  </a:cubicBezTo>
                  <a:cubicBezTo>
                    <a:pt x="1824" y="1881"/>
                    <a:pt x="1743" y="1954"/>
                    <a:pt x="1678" y="2036"/>
                  </a:cubicBezTo>
                  <a:lnTo>
                    <a:pt x="1460" y="2271"/>
                  </a:lnTo>
                  <a:cubicBezTo>
                    <a:pt x="1453" y="2264"/>
                    <a:pt x="1444" y="2261"/>
                    <a:pt x="1435" y="2261"/>
                  </a:cubicBezTo>
                  <a:cubicBezTo>
                    <a:pt x="1323" y="2261"/>
                    <a:pt x="1054" y="2677"/>
                    <a:pt x="957" y="2968"/>
                  </a:cubicBezTo>
                  <a:cubicBezTo>
                    <a:pt x="941" y="3073"/>
                    <a:pt x="900" y="3179"/>
                    <a:pt x="835" y="3268"/>
                  </a:cubicBezTo>
                  <a:cubicBezTo>
                    <a:pt x="825" y="3262"/>
                    <a:pt x="815" y="3259"/>
                    <a:pt x="805" y="3259"/>
                  </a:cubicBezTo>
                  <a:cubicBezTo>
                    <a:pt x="705" y="3259"/>
                    <a:pt x="588" y="3524"/>
                    <a:pt x="551" y="3722"/>
                  </a:cubicBezTo>
                  <a:cubicBezTo>
                    <a:pt x="599" y="3845"/>
                    <a:pt x="590" y="3934"/>
                    <a:pt x="517" y="3934"/>
                  </a:cubicBezTo>
                  <a:cubicBezTo>
                    <a:pt x="503" y="3934"/>
                    <a:pt x="488" y="3931"/>
                    <a:pt x="470" y="3925"/>
                  </a:cubicBezTo>
                  <a:cubicBezTo>
                    <a:pt x="459" y="3920"/>
                    <a:pt x="449" y="3918"/>
                    <a:pt x="438" y="3918"/>
                  </a:cubicBezTo>
                  <a:cubicBezTo>
                    <a:pt x="343" y="3918"/>
                    <a:pt x="286" y="4112"/>
                    <a:pt x="381" y="4346"/>
                  </a:cubicBezTo>
                  <a:cubicBezTo>
                    <a:pt x="406" y="4468"/>
                    <a:pt x="406" y="4460"/>
                    <a:pt x="324" y="4549"/>
                  </a:cubicBezTo>
                  <a:cubicBezTo>
                    <a:pt x="179" y="4622"/>
                    <a:pt x="154" y="4727"/>
                    <a:pt x="211" y="4744"/>
                  </a:cubicBezTo>
                  <a:cubicBezTo>
                    <a:pt x="300" y="4873"/>
                    <a:pt x="284" y="4971"/>
                    <a:pt x="146" y="5060"/>
                  </a:cubicBezTo>
                  <a:cubicBezTo>
                    <a:pt x="0" y="5254"/>
                    <a:pt x="0" y="5254"/>
                    <a:pt x="97" y="5376"/>
                  </a:cubicBezTo>
                  <a:cubicBezTo>
                    <a:pt x="195" y="5498"/>
                    <a:pt x="187" y="5911"/>
                    <a:pt x="57" y="6016"/>
                  </a:cubicBezTo>
                  <a:cubicBezTo>
                    <a:pt x="57" y="6130"/>
                    <a:pt x="8" y="6235"/>
                    <a:pt x="65" y="6235"/>
                  </a:cubicBezTo>
                  <a:lnTo>
                    <a:pt x="8" y="6341"/>
                  </a:lnTo>
                  <a:lnTo>
                    <a:pt x="16" y="6560"/>
                  </a:lnTo>
                  <a:lnTo>
                    <a:pt x="81" y="6560"/>
                  </a:lnTo>
                  <a:cubicBezTo>
                    <a:pt x="89" y="7062"/>
                    <a:pt x="179" y="7565"/>
                    <a:pt x="341" y="8043"/>
                  </a:cubicBezTo>
                  <a:cubicBezTo>
                    <a:pt x="462" y="8408"/>
                    <a:pt x="624" y="8749"/>
                    <a:pt x="827" y="9073"/>
                  </a:cubicBezTo>
                  <a:cubicBezTo>
                    <a:pt x="896" y="9178"/>
                    <a:pt x="930" y="9222"/>
                    <a:pt x="945" y="9222"/>
                  </a:cubicBezTo>
                  <a:cubicBezTo>
                    <a:pt x="954" y="9222"/>
                    <a:pt x="957" y="9209"/>
                    <a:pt x="957" y="9187"/>
                  </a:cubicBezTo>
                  <a:cubicBezTo>
                    <a:pt x="970" y="9145"/>
                    <a:pt x="987" y="9127"/>
                    <a:pt x="1005" y="9127"/>
                  </a:cubicBezTo>
                  <a:cubicBezTo>
                    <a:pt x="1052" y="9127"/>
                    <a:pt x="1100" y="9253"/>
                    <a:pt x="1070" y="9365"/>
                  </a:cubicBezTo>
                  <a:cubicBezTo>
                    <a:pt x="1135" y="9454"/>
                    <a:pt x="1216" y="9665"/>
                    <a:pt x="1346" y="9835"/>
                  </a:cubicBezTo>
                  <a:cubicBezTo>
                    <a:pt x="1492" y="9997"/>
                    <a:pt x="1638" y="10159"/>
                    <a:pt x="1597" y="10200"/>
                  </a:cubicBezTo>
                  <a:lnTo>
                    <a:pt x="1670" y="10281"/>
                  </a:lnTo>
                  <a:cubicBezTo>
                    <a:pt x="1849" y="10354"/>
                    <a:pt x="2011" y="10459"/>
                    <a:pt x="2149" y="10589"/>
                  </a:cubicBezTo>
                  <a:cubicBezTo>
                    <a:pt x="2327" y="10719"/>
                    <a:pt x="2489" y="10849"/>
                    <a:pt x="2643" y="11003"/>
                  </a:cubicBezTo>
                  <a:cubicBezTo>
                    <a:pt x="2789" y="11108"/>
                    <a:pt x="2959" y="11181"/>
                    <a:pt x="3138" y="11230"/>
                  </a:cubicBezTo>
                  <a:cubicBezTo>
                    <a:pt x="3357" y="11270"/>
                    <a:pt x="3357" y="11270"/>
                    <a:pt x="3430" y="11376"/>
                  </a:cubicBezTo>
                  <a:cubicBezTo>
                    <a:pt x="3396" y="11430"/>
                    <a:pt x="3814" y="11645"/>
                    <a:pt x="3972" y="11645"/>
                  </a:cubicBezTo>
                  <a:cubicBezTo>
                    <a:pt x="4002" y="11645"/>
                    <a:pt x="4023" y="11637"/>
                    <a:pt x="4030" y="11619"/>
                  </a:cubicBezTo>
                  <a:lnTo>
                    <a:pt x="4111" y="11708"/>
                  </a:lnTo>
                  <a:cubicBezTo>
                    <a:pt x="4152" y="11753"/>
                    <a:pt x="4200" y="11770"/>
                    <a:pt x="4241" y="11770"/>
                  </a:cubicBezTo>
                  <a:cubicBezTo>
                    <a:pt x="4290" y="11770"/>
                    <a:pt x="4329" y="11747"/>
                    <a:pt x="4338" y="11716"/>
                  </a:cubicBezTo>
                  <a:cubicBezTo>
                    <a:pt x="4350" y="11672"/>
                    <a:pt x="4374" y="11649"/>
                    <a:pt x="4402" y="11649"/>
                  </a:cubicBezTo>
                  <a:cubicBezTo>
                    <a:pt x="4445" y="11649"/>
                    <a:pt x="4498" y="11706"/>
                    <a:pt x="4532" y="11830"/>
                  </a:cubicBezTo>
                  <a:cubicBezTo>
                    <a:pt x="4516" y="11904"/>
                    <a:pt x="4556" y="11940"/>
                    <a:pt x="4590" y="11940"/>
                  </a:cubicBezTo>
                  <a:cubicBezTo>
                    <a:pt x="4608" y="11940"/>
                    <a:pt x="4624" y="11930"/>
                    <a:pt x="4630" y="11911"/>
                  </a:cubicBezTo>
                  <a:cubicBezTo>
                    <a:pt x="4704" y="11896"/>
                    <a:pt x="4776" y="11869"/>
                    <a:pt x="4843" y="11869"/>
                  </a:cubicBezTo>
                  <a:cubicBezTo>
                    <a:pt x="4885" y="11869"/>
                    <a:pt x="4925" y="11879"/>
                    <a:pt x="4962" y="11911"/>
                  </a:cubicBezTo>
                  <a:cubicBezTo>
                    <a:pt x="4999" y="11916"/>
                    <a:pt x="5038" y="11922"/>
                    <a:pt x="5072" y="11922"/>
                  </a:cubicBezTo>
                  <a:cubicBezTo>
                    <a:pt x="5119" y="11922"/>
                    <a:pt x="5159" y="11912"/>
                    <a:pt x="5181" y="11877"/>
                  </a:cubicBezTo>
                  <a:lnTo>
                    <a:pt x="5181" y="11877"/>
                  </a:lnTo>
                  <a:cubicBezTo>
                    <a:pt x="5218" y="11887"/>
                    <a:pt x="5256" y="11896"/>
                    <a:pt x="5295" y="11903"/>
                  </a:cubicBezTo>
                  <a:cubicBezTo>
                    <a:pt x="5408" y="11854"/>
                    <a:pt x="5408" y="11854"/>
                    <a:pt x="5416" y="11789"/>
                  </a:cubicBezTo>
                  <a:cubicBezTo>
                    <a:pt x="5371" y="11789"/>
                    <a:pt x="5326" y="11785"/>
                    <a:pt x="5288" y="11785"/>
                  </a:cubicBezTo>
                  <a:cubicBezTo>
                    <a:pt x="5238" y="11785"/>
                    <a:pt x="5202" y="11793"/>
                    <a:pt x="5197" y="11830"/>
                  </a:cubicBezTo>
                  <a:cubicBezTo>
                    <a:pt x="5194" y="11849"/>
                    <a:pt x="5189" y="11864"/>
                    <a:pt x="5181" y="11877"/>
                  </a:cubicBezTo>
                  <a:lnTo>
                    <a:pt x="5181" y="11877"/>
                  </a:lnTo>
                  <a:cubicBezTo>
                    <a:pt x="4909" y="11799"/>
                    <a:pt x="4687" y="11621"/>
                    <a:pt x="4550" y="11389"/>
                  </a:cubicBezTo>
                  <a:lnTo>
                    <a:pt x="4550" y="11389"/>
                  </a:lnTo>
                  <a:lnTo>
                    <a:pt x="4541" y="11392"/>
                  </a:lnTo>
                  <a:lnTo>
                    <a:pt x="4443" y="11368"/>
                  </a:lnTo>
                  <a:cubicBezTo>
                    <a:pt x="4453" y="11332"/>
                    <a:pt x="4464" y="11296"/>
                    <a:pt x="4494" y="11280"/>
                  </a:cubicBezTo>
                  <a:lnTo>
                    <a:pt x="4494" y="11280"/>
                  </a:lnTo>
                  <a:cubicBezTo>
                    <a:pt x="4511" y="11318"/>
                    <a:pt x="4530" y="11354"/>
                    <a:pt x="4550" y="11389"/>
                  </a:cubicBezTo>
                  <a:lnTo>
                    <a:pt x="4550" y="11389"/>
                  </a:lnTo>
                  <a:lnTo>
                    <a:pt x="4654" y="11359"/>
                  </a:lnTo>
                  <a:lnTo>
                    <a:pt x="4573" y="11278"/>
                  </a:lnTo>
                  <a:cubicBezTo>
                    <a:pt x="4557" y="11274"/>
                    <a:pt x="4543" y="11273"/>
                    <a:pt x="4531" y="11273"/>
                  </a:cubicBezTo>
                  <a:cubicBezTo>
                    <a:pt x="4516" y="11273"/>
                    <a:pt x="4504" y="11275"/>
                    <a:pt x="4494" y="11280"/>
                  </a:cubicBezTo>
                  <a:lnTo>
                    <a:pt x="4494" y="11280"/>
                  </a:lnTo>
                  <a:cubicBezTo>
                    <a:pt x="4463" y="11210"/>
                    <a:pt x="4439" y="11135"/>
                    <a:pt x="4424" y="11058"/>
                  </a:cubicBezTo>
                  <a:lnTo>
                    <a:pt x="4424" y="11058"/>
                  </a:lnTo>
                  <a:lnTo>
                    <a:pt x="4338" y="11035"/>
                  </a:lnTo>
                  <a:cubicBezTo>
                    <a:pt x="4291" y="11018"/>
                    <a:pt x="4243" y="10998"/>
                    <a:pt x="4219" y="10998"/>
                  </a:cubicBezTo>
                  <a:cubicBezTo>
                    <a:pt x="4197" y="10998"/>
                    <a:pt x="4194" y="11014"/>
                    <a:pt x="4224" y="11059"/>
                  </a:cubicBezTo>
                  <a:cubicBezTo>
                    <a:pt x="4212" y="11103"/>
                    <a:pt x="4200" y="11146"/>
                    <a:pt x="4151" y="11146"/>
                  </a:cubicBezTo>
                  <a:cubicBezTo>
                    <a:pt x="4136" y="11146"/>
                    <a:pt x="4118" y="11142"/>
                    <a:pt x="4095" y="11132"/>
                  </a:cubicBezTo>
                  <a:cubicBezTo>
                    <a:pt x="4090" y="11147"/>
                    <a:pt x="4083" y="11152"/>
                    <a:pt x="4075" y="11152"/>
                  </a:cubicBezTo>
                  <a:cubicBezTo>
                    <a:pt x="4057" y="11152"/>
                    <a:pt x="4038" y="11125"/>
                    <a:pt x="4063" y="11125"/>
                  </a:cubicBezTo>
                  <a:cubicBezTo>
                    <a:pt x="4070" y="11125"/>
                    <a:pt x="4080" y="11127"/>
                    <a:pt x="4095" y="11132"/>
                  </a:cubicBezTo>
                  <a:cubicBezTo>
                    <a:pt x="4119" y="11076"/>
                    <a:pt x="4135" y="11019"/>
                    <a:pt x="4046" y="10986"/>
                  </a:cubicBezTo>
                  <a:cubicBezTo>
                    <a:pt x="3957" y="10954"/>
                    <a:pt x="3981" y="10897"/>
                    <a:pt x="3981" y="10897"/>
                  </a:cubicBezTo>
                  <a:cubicBezTo>
                    <a:pt x="4046" y="10857"/>
                    <a:pt x="3981" y="10824"/>
                    <a:pt x="3892" y="10792"/>
                  </a:cubicBezTo>
                  <a:cubicBezTo>
                    <a:pt x="3811" y="10759"/>
                    <a:pt x="3722" y="10743"/>
                    <a:pt x="3624" y="10743"/>
                  </a:cubicBezTo>
                  <a:cubicBezTo>
                    <a:pt x="3589" y="10747"/>
                    <a:pt x="3557" y="10749"/>
                    <a:pt x="3529" y="10749"/>
                  </a:cubicBezTo>
                  <a:cubicBezTo>
                    <a:pt x="3373" y="10749"/>
                    <a:pt x="3318" y="10694"/>
                    <a:pt x="3373" y="10605"/>
                  </a:cubicBezTo>
                  <a:cubicBezTo>
                    <a:pt x="3401" y="10557"/>
                    <a:pt x="3361" y="10532"/>
                    <a:pt x="3291" y="10532"/>
                  </a:cubicBezTo>
                  <a:cubicBezTo>
                    <a:pt x="3221" y="10532"/>
                    <a:pt x="3122" y="10557"/>
                    <a:pt x="3032" y="10605"/>
                  </a:cubicBezTo>
                  <a:lnTo>
                    <a:pt x="2846" y="10703"/>
                  </a:lnTo>
                  <a:lnTo>
                    <a:pt x="2943" y="10557"/>
                  </a:lnTo>
                  <a:cubicBezTo>
                    <a:pt x="2992" y="10305"/>
                    <a:pt x="3008" y="10305"/>
                    <a:pt x="2700" y="10232"/>
                  </a:cubicBezTo>
                  <a:cubicBezTo>
                    <a:pt x="2505" y="10159"/>
                    <a:pt x="2505" y="10159"/>
                    <a:pt x="2546" y="10111"/>
                  </a:cubicBezTo>
                  <a:cubicBezTo>
                    <a:pt x="2587" y="10062"/>
                    <a:pt x="2514" y="9997"/>
                    <a:pt x="2303" y="9803"/>
                  </a:cubicBezTo>
                  <a:cubicBezTo>
                    <a:pt x="2127" y="9641"/>
                    <a:pt x="2064" y="9557"/>
                    <a:pt x="2020" y="9557"/>
                  </a:cubicBezTo>
                  <a:cubicBezTo>
                    <a:pt x="2011" y="9557"/>
                    <a:pt x="2003" y="9561"/>
                    <a:pt x="1995" y="9568"/>
                  </a:cubicBezTo>
                  <a:lnTo>
                    <a:pt x="1865" y="9422"/>
                  </a:lnTo>
                  <a:cubicBezTo>
                    <a:pt x="1881" y="9324"/>
                    <a:pt x="1817" y="9237"/>
                    <a:pt x="1761" y="9237"/>
                  </a:cubicBezTo>
                  <a:cubicBezTo>
                    <a:pt x="1734" y="9237"/>
                    <a:pt x="1708" y="9258"/>
                    <a:pt x="1695" y="9308"/>
                  </a:cubicBezTo>
                  <a:lnTo>
                    <a:pt x="1581" y="9146"/>
                  </a:lnTo>
                  <a:lnTo>
                    <a:pt x="1630" y="9114"/>
                  </a:lnTo>
                  <a:cubicBezTo>
                    <a:pt x="1687" y="9073"/>
                    <a:pt x="1533" y="8943"/>
                    <a:pt x="1200" y="8254"/>
                  </a:cubicBezTo>
                  <a:cubicBezTo>
                    <a:pt x="892" y="7535"/>
                    <a:pt x="889" y="7374"/>
                    <a:pt x="795" y="7374"/>
                  </a:cubicBezTo>
                  <a:cubicBezTo>
                    <a:pt x="785" y="7374"/>
                    <a:pt x="775" y="7375"/>
                    <a:pt x="762" y="7379"/>
                  </a:cubicBezTo>
                  <a:cubicBezTo>
                    <a:pt x="624" y="7314"/>
                    <a:pt x="600" y="7216"/>
                    <a:pt x="714" y="7192"/>
                  </a:cubicBezTo>
                  <a:cubicBezTo>
                    <a:pt x="768" y="7176"/>
                    <a:pt x="808" y="7086"/>
                    <a:pt x="761" y="7086"/>
                  </a:cubicBezTo>
                  <a:cubicBezTo>
                    <a:pt x="759" y="7086"/>
                    <a:pt x="756" y="7086"/>
                    <a:pt x="754" y="7087"/>
                  </a:cubicBezTo>
                  <a:cubicBezTo>
                    <a:pt x="738" y="6989"/>
                    <a:pt x="746" y="6884"/>
                    <a:pt x="770" y="6787"/>
                  </a:cubicBezTo>
                  <a:cubicBezTo>
                    <a:pt x="840" y="6507"/>
                    <a:pt x="798" y="6413"/>
                    <a:pt x="738" y="6413"/>
                  </a:cubicBezTo>
                  <a:cubicBezTo>
                    <a:pt x="735" y="6413"/>
                    <a:pt x="732" y="6413"/>
                    <a:pt x="730" y="6414"/>
                  </a:cubicBezTo>
                  <a:cubicBezTo>
                    <a:pt x="697" y="6442"/>
                    <a:pt x="678" y="6454"/>
                    <a:pt x="669" y="6454"/>
                  </a:cubicBezTo>
                  <a:cubicBezTo>
                    <a:pt x="649" y="6454"/>
                    <a:pt x="687" y="6385"/>
                    <a:pt x="722" y="6316"/>
                  </a:cubicBezTo>
                  <a:cubicBezTo>
                    <a:pt x="778" y="6219"/>
                    <a:pt x="835" y="6122"/>
                    <a:pt x="778" y="6122"/>
                  </a:cubicBezTo>
                  <a:cubicBezTo>
                    <a:pt x="707" y="6034"/>
                    <a:pt x="682" y="5465"/>
                    <a:pt x="806" y="5465"/>
                  </a:cubicBezTo>
                  <a:cubicBezTo>
                    <a:pt x="807" y="5465"/>
                    <a:pt x="809" y="5465"/>
                    <a:pt x="811" y="5465"/>
                  </a:cubicBezTo>
                  <a:lnTo>
                    <a:pt x="843" y="5279"/>
                  </a:lnTo>
                  <a:cubicBezTo>
                    <a:pt x="787" y="5271"/>
                    <a:pt x="803" y="5076"/>
                    <a:pt x="851" y="4898"/>
                  </a:cubicBezTo>
                  <a:cubicBezTo>
                    <a:pt x="897" y="4724"/>
                    <a:pt x="921" y="4628"/>
                    <a:pt x="969" y="4628"/>
                  </a:cubicBezTo>
                  <a:cubicBezTo>
                    <a:pt x="973" y="4628"/>
                    <a:pt x="977" y="4629"/>
                    <a:pt x="981" y="4630"/>
                  </a:cubicBezTo>
                  <a:cubicBezTo>
                    <a:pt x="991" y="4663"/>
                    <a:pt x="999" y="4678"/>
                    <a:pt x="1006" y="4678"/>
                  </a:cubicBezTo>
                  <a:cubicBezTo>
                    <a:pt x="1022" y="4678"/>
                    <a:pt x="1032" y="4589"/>
                    <a:pt x="1038" y="4452"/>
                  </a:cubicBezTo>
                  <a:cubicBezTo>
                    <a:pt x="1070" y="4362"/>
                    <a:pt x="989" y="4233"/>
                    <a:pt x="1022" y="4144"/>
                  </a:cubicBezTo>
                  <a:cubicBezTo>
                    <a:pt x="965" y="4119"/>
                    <a:pt x="941" y="4006"/>
                    <a:pt x="981" y="3917"/>
                  </a:cubicBezTo>
                  <a:lnTo>
                    <a:pt x="981" y="3917"/>
                  </a:lnTo>
                  <a:lnTo>
                    <a:pt x="1038" y="3941"/>
                  </a:lnTo>
                  <a:lnTo>
                    <a:pt x="1151" y="3989"/>
                  </a:lnTo>
                  <a:cubicBezTo>
                    <a:pt x="1192" y="3900"/>
                    <a:pt x="1233" y="3819"/>
                    <a:pt x="1176" y="3795"/>
                  </a:cubicBezTo>
                  <a:cubicBezTo>
                    <a:pt x="1281" y="3730"/>
                    <a:pt x="1306" y="3641"/>
                    <a:pt x="1411" y="3479"/>
                  </a:cubicBezTo>
                  <a:cubicBezTo>
                    <a:pt x="1500" y="3349"/>
                    <a:pt x="1573" y="3203"/>
                    <a:pt x="1614" y="3041"/>
                  </a:cubicBezTo>
                  <a:cubicBezTo>
                    <a:pt x="1695" y="3041"/>
                    <a:pt x="1816" y="2927"/>
                    <a:pt x="1914" y="2798"/>
                  </a:cubicBezTo>
                  <a:cubicBezTo>
                    <a:pt x="2027" y="2668"/>
                    <a:pt x="2116" y="2530"/>
                    <a:pt x="2108" y="2449"/>
                  </a:cubicBezTo>
                  <a:cubicBezTo>
                    <a:pt x="2068" y="2408"/>
                    <a:pt x="2124" y="2336"/>
                    <a:pt x="2238" y="2311"/>
                  </a:cubicBezTo>
                  <a:cubicBezTo>
                    <a:pt x="2351" y="2287"/>
                    <a:pt x="2351" y="2295"/>
                    <a:pt x="2384" y="2181"/>
                  </a:cubicBezTo>
                  <a:cubicBezTo>
                    <a:pt x="2416" y="2076"/>
                    <a:pt x="2522" y="2052"/>
                    <a:pt x="2635" y="2036"/>
                  </a:cubicBezTo>
                  <a:cubicBezTo>
                    <a:pt x="2669" y="2044"/>
                    <a:pt x="2699" y="2049"/>
                    <a:pt x="2726" y="2049"/>
                  </a:cubicBezTo>
                  <a:cubicBezTo>
                    <a:pt x="2820" y="2049"/>
                    <a:pt x="2871" y="1996"/>
                    <a:pt x="2903" y="1914"/>
                  </a:cubicBezTo>
                  <a:cubicBezTo>
                    <a:pt x="3000" y="1792"/>
                    <a:pt x="3122" y="1687"/>
                    <a:pt x="3259" y="1606"/>
                  </a:cubicBezTo>
                  <a:cubicBezTo>
                    <a:pt x="3397" y="1460"/>
                    <a:pt x="3478" y="1411"/>
                    <a:pt x="3365" y="1403"/>
                  </a:cubicBezTo>
                  <a:cubicBezTo>
                    <a:pt x="3341" y="1346"/>
                    <a:pt x="3397" y="1257"/>
                    <a:pt x="3397" y="1257"/>
                  </a:cubicBezTo>
                  <a:cubicBezTo>
                    <a:pt x="3473" y="1186"/>
                    <a:pt x="3519" y="1163"/>
                    <a:pt x="3536" y="1163"/>
                  </a:cubicBezTo>
                  <a:cubicBezTo>
                    <a:pt x="3554" y="1163"/>
                    <a:pt x="3540" y="1188"/>
                    <a:pt x="3495" y="1209"/>
                  </a:cubicBezTo>
                  <a:cubicBezTo>
                    <a:pt x="3341" y="1354"/>
                    <a:pt x="3430" y="1306"/>
                    <a:pt x="3543" y="1322"/>
                  </a:cubicBezTo>
                  <a:cubicBezTo>
                    <a:pt x="3548" y="1322"/>
                    <a:pt x="3553" y="1323"/>
                    <a:pt x="3558" y="1323"/>
                  </a:cubicBezTo>
                  <a:cubicBezTo>
                    <a:pt x="3671" y="1323"/>
                    <a:pt x="3831" y="1240"/>
                    <a:pt x="3916" y="1209"/>
                  </a:cubicBezTo>
                  <a:lnTo>
                    <a:pt x="4281" y="1079"/>
                  </a:lnTo>
                  <a:cubicBezTo>
                    <a:pt x="4573" y="1054"/>
                    <a:pt x="4662" y="1038"/>
                    <a:pt x="4654" y="982"/>
                  </a:cubicBezTo>
                  <a:lnTo>
                    <a:pt x="4638" y="925"/>
                  </a:lnTo>
                  <a:lnTo>
                    <a:pt x="4638" y="925"/>
                  </a:lnTo>
                  <a:cubicBezTo>
                    <a:pt x="4678" y="938"/>
                    <a:pt x="4721" y="944"/>
                    <a:pt x="4763" y="944"/>
                  </a:cubicBezTo>
                  <a:cubicBezTo>
                    <a:pt x="4798" y="944"/>
                    <a:pt x="4832" y="940"/>
                    <a:pt x="4865" y="933"/>
                  </a:cubicBezTo>
                  <a:cubicBezTo>
                    <a:pt x="5003" y="933"/>
                    <a:pt x="5132" y="917"/>
                    <a:pt x="5270" y="892"/>
                  </a:cubicBezTo>
                  <a:cubicBezTo>
                    <a:pt x="5546" y="860"/>
                    <a:pt x="5838" y="836"/>
                    <a:pt x="5886" y="763"/>
                  </a:cubicBezTo>
                  <a:lnTo>
                    <a:pt x="5886" y="827"/>
                  </a:lnTo>
                  <a:cubicBezTo>
                    <a:pt x="5886" y="884"/>
                    <a:pt x="5976" y="884"/>
                    <a:pt x="6170" y="884"/>
                  </a:cubicBezTo>
                  <a:cubicBezTo>
                    <a:pt x="6259" y="884"/>
                    <a:pt x="6640" y="827"/>
                    <a:pt x="6924" y="827"/>
                  </a:cubicBezTo>
                  <a:cubicBezTo>
                    <a:pt x="7024" y="830"/>
                    <a:pt x="7116" y="831"/>
                    <a:pt x="7198" y="831"/>
                  </a:cubicBezTo>
                  <a:cubicBezTo>
                    <a:pt x="7431" y="831"/>
                    <a:pt x="7583" y="819"/>
                    <a:pt x="7589" y="771"/>
                  </a:cubicBezTo>
                  <a:cubicBezTo>
                    <a:pt x="7678" y="771"/>
                    <a:pt x="7678" y="771"/>
                    <a:pt x="7678" y="836"/>
                  </a:cubicBezTo>
                  <a:cubicBezTo>
                    <a:pt x="7581" y="892"/>
                    <a:pt x="7678" y="892"/>
                    <a:pt x="7775" y="892"/>
                  </a:cubicBezTo>
                  <a:cubicBezTo>
                    <a:pt x="7865" y="892"/>
                    <a:pt x="7865" y="836"/>
                    <a:pt x="7865" y="779"/>
                  </a:cubicBezTo>
                  <a:cubicBezTo>
                    <a:pt x="7869" y="746"/>
                    <a:pt x="7893" y="730"/>
                    <a:pt x="7940" y="730"/>
                  </a:cubicBezTo>
                  <a:cubicBezTo>
                    <a:pt x="7986" y="730"/>
                    <a:pt x="8055" y="746"/>
                    <a:pt x="8148" y="779"/>
                  </a:cubicBezTo>
                  <a:cubicBezTo>
                    <a:pt x="8274" y="807"/>
                    <a:pt x="8402" y="821"/>
                    <a:pt x="8529" y="821"/>
                  </a:cubicBezTo>
                  <a:cubicBezTo>
                    <a:pt x="8655" y="821"/>
                    <a:pt x="8781" y="807"/>
                    <a:pt x="8902" y="779"/>
                  </a:cubicBezTo>
                  <a:cubicBezTo>
                    <a:pt x="9000" y="779"/>
                    <a:pt x="9097" y="779"/>
                    <a:pt x="9097" y="844"/>
                  </a:cubicBezTo>
                  <a:cubicBezTo>
                    <a:pt x="9166" y="888"/>
                    <a:pt x="9247" y="911"/>
                    <a:pt x="9329" y="911"/>
                  </a:cubicBezTo>
                  <a:cubicBezTo>
                    <a:pt x="9411" y="911"/>
                    <a:pt x="9494" y="888"/>
                    <a:pt x="9567" y="844"/>
                  </a:cubicBezTo>
                  <a:cubicBezTo>
                    <a:pt x="9657" y="844"/>
                    <a:pt x="9657" y="844"/>
                    <a:pt x="9657" y="900"/>
                  </a:cubicBezTo>
                  <a:cubicBezTo>
                    <a:pt x="9713" y="938"/>
                    <a:pt x="9737" y="973"/>
                    <a:pt x="9766" y="973"/>
                  </a:cubicBezTo>
                  <a:cubicBezTo>
                    <a:pt x="9787" y="973"/>
                    <a:pt x="9811" y="956"/>
                    <a:pt x="9851" y="909"/>
                  </a:cubicBezTo>
                  <a:cubicBezTo>
                    <a:pt x="9956" y="876"/>
                    <a:pt x="10068" y="860"/>
                    <a:pt x="10179" y="860"/>
                  </a:cubicBezTo>
                  <a:cubicBezTo>
                    <a:pt x="10291" y="860"/>
                    <a:pt x="10402" y="876"/>
                    <a:pt x="10508" y="909"/>
                  </a:cubicBezTo>
                  <a:cubicBezTo>
                    <a:pt x="10605" y="909"/>
                    <a:pt x="10694" y="909"/>
                    <a:pt x="10702" y="852"/>
                  </a:cubicBezTo>
                  <a:cubicBezTo>
                    <a:pt x="10702" y="827"/>
                    <a:pt x="10702" y="803"/>
                    <a:pt x="10702" y="787"/>
                  </a:cubicBezTo>
                  <a:cubicBezTo>
                    <a:pt x="10747" y="848"/>
                    <a:pt x="10769" y="878"/>
                    <a:pt x="10793" y="878"/>
                  </a:cubicBezTo>
                  <a:cubicBezTo>
                    <a:pt x="10816" y="878"/>
                    <a:pt x="10840" y="848"/>
                    <a:pt x="10889" y="787"/>
                  </a:cubicBezTo>
                  <a:cubicBezTo>
                    <a:pt x="10889" y="759"/>
                    <a:pt x="10911" y="744"/>
                    <a:pt x="10934" y="744"/>
                  </a:cubicBezTo>
                  <a:cubicBezTo>
                    <a:pt x="10958" y="744"/>
                    <a:pt x="10982" y="759"/>
                    <a:pt x="10986" y="787"/>
                  </a:cubicBezTo>
                  <a:cubicBezTo>
                    <a:pt x="11035" y="827"/>
                    <a:pt x="11100" y="844"/>
                    <a:pt x="11173" y="852"/>
                  </a:cubicBezTo>
                  <a:cubicBezTo>
                    <a:pt x="11262" y="852"/>
                    <a:pt x="11740" y="795"/>
                    <a:pt x="12210" y="795"/>
                  </a:cubicBezTo>
                  <a:cubicBezTo>
                    <a:pt x="12407" y="797"/>
                    <a:pt x="12572" y="799"/>
                    <a:pt x="12708" y="799"/>
                  </a:cubicBezTo>
                  <a:cubicBezTo>
                    <a:pt x="13093" y="799"/>
                    <a:pt x="13248" y="786"/>
                    <a:pt x="13248" y="738"/>
                  </a:cubicBezTo>
                  <a:cubicBezTo>
                    <a:pt x="13297" y="710"/>
                    <a:pt x="13321" y="696"/>
                    <a:pt x="13345" y="696"/>
                  </a:cubicBezTo>
                  <a:cubicBezTo>
                    <a:pt x="13368" y="696"/>
                    <a:pt x="13390" y="710"/>
                    <a:pt x="13435" y="738"/>
                  </a:cubicBezTo>
                  <a:cubicBezTo>
                    <a:pt x="13513" y="781"/>
                    <a:pt x="13597" y="805"/>
                    <a:pt x="13681" y="805"/>
                  </a:cubicBezTo>
                  <a:cubicBezTo>
                    <a:pt x="13694" y="805"/>
                    <a:pt x="13706" y="804"/>
                    <a:pt x="13718" y="803"/>
                  </a:cubicBezTo>
                  <a:cubicBezTo>
                    <a:pt x="13816" y="803"/>
                    <a:pt x="13905" y="803"/>
                    <a:pt x="13905" y="860"/>
                  </a:cubicBezTo>
                  <a:cubicBezTo>
                    <a:pt x="13954" y="825"/>
                    <a:pt x="14010" y="802"/>
                    <a:pt x="14072" y="802"/>
                  </a:cubicBezTo>
                  <a:cubicBezTo>
                    <a:pt x="14081" y="802"/>
                    <a:pt x="14090" y="802"/>
                    <a:pt x="14100" y="803"/>
                  </a:cubicBezTo>
                  <a:cubicBezTo>
                    <a:pt x="14100" y="836"/>
                    <a:pt x="14122" y="852"/>
                    <a:pt x="14156" y="852"/>
                  </a:cubicBezTo>
                  <a:cubicBezTo>
                    <a:pt x="14191" y="852"/>
                    <a:pt x="14237" y="836"/>
                    <a:pt x="14286" y="803"/>
                  </a:cubicBezTo>
                  <a:cubicBezTo>
                    <a:pt x="14335" y="746"/>
                    <a:pt x="14359" y="718"/>
                    <a:pt x="14371" y="718"/>
                  </a:cubicBezTo>
                  <a:cubicBezTo>
                    <a:pt x="14383" y="718"/>
                    <a:pt x="14383" y="746"/>
                    <a:pt x="14383" y="803"/>
                  </a:cubicBezTo>
                  <a:cubicBezTo>
                    <a:pt x="14378" y="849"/>
                    <a:pt x="14519" y="891"/>
                    <a:pt x="14570" y="891"/>
                  </a:cubicBezTo>
                  <a:cubicBezTo>
                    <a:pt x="14590" y="891"/>
                    <a:pt x="14596" y="884"/>
                    <a:pt x="14570" y="868"/>
                  </a:cubicBezTo>
                  <a:cubicBezTo>
                    <a:pt x="14570" y="803"/>
                    <a:pt x="14756" y="811"/>
                    <a:pt x="14854" y="746"/>
                  </a:cubicBezTo>
                  <a:cubicBezTo>
                    <a:pt x="14943" y="746"/>
                    <a:pt x="15040" y="746"/>
                    <a:pt x="15040" y="811"/>
                  </a:cubicBezTo>
                  <a:cubicBezTo>
                    <a:pt x="15069" y="828"/>
                    <a:pt x="15129" y="835"/>
                    <a:pt x="15203" y="835"/>
                  </a:cubicBezTo>
                  <a:cubicBezTo>
                    <a:pt x="15381" y="835"/>
                    <a:pt x="15636" y="795"/>
                    <a:pt x="15705" y="755"/>
                  </a:cubicBezTo>
                  <a:cubicBezTo>
                    <a:pt x="15705" y="722"/>
                    <a:pt x="15727" y="706"/>
                    <a:pt x="15749" y="706"/>
                  </a:cubicBezTo>
                  <a:cubicBezTo>
                    <a:pt x="15772" y="706"/>
                    <a:pt x="15794" y="722"/>
                    <a:pt x="15794" y="755"/>
                  </a:cubicBezTo>
                  <a:cubicBezTo>
                    <a:pt x="15794" y="811"/>
                    <a:pt x="15891" y="811"/>
                    <a:pt x="15981" y="811"/>
                  </a:cubicBezTo>
                  <a:cubicBezTo>
                    <a:pt x="16009" y="795"/>
                    <a:pt x="16029" y="788"/>
                    <a:pt x="16043" y="788"/>
                  </a:cubicBezTo>
                  <a:cubicBezTo>
                    <a:pt x="16078" y="788"/>
                    <a:pt x="16078" y="830"/>
                    <a:pt x="16078" y="876"/>
                  </a:cubicBezTo>
                  <a:cubicBezTo>
                    <a:pt x="15981" y="933"/>
                    <a:pt x="16078" y="933"/>
                    <a:pt x="16264" y="933"/>
                  </a:cubicBezTo>
                  <a:cubicBezTo>
                    <a:pt x="16362" y="876"/>
                    <a:pt x="16735" y="876"/>
                    <a:pt x="17018" y="876"/>
                  </a:cubicBezTo>
                  <a:cubicBezTo>
                    <a:pt x="17497" y="876"/>
                    <a:pt x="17586" y="819"/>
                    <a:pt x="17780" y="706"/>
                  </a:cubicBezTo>
                  <a:lnTo>
                    <a:pt x="17870" y="584"/>
                  </a:lnTo>
                  <a:lnTo>
                    <a:pt x="17870" y="706"/>
                  </a:lnTo>
                  <a:cubicBezTo>
                    <a:pt x="17886" y="771"/>
                    <a:pt x="17918" y="827"/>
                    <a:pt x="17967" y="884"/>
                  </a:cubicBezTo>
                  <a:cubicBezTo>
                    <a:pt x="18056" y="884"/>
                    <a:pt x="18056" y="819"/>
                    <a:pt x="18064" y="763"/>
                  </a:cubicBezTo>
                  <a:cubicBezTo>
                    <a:pt x="18064" y="734"/>
                    <a:pt x="18087" y="720"/>
                    <a:pt x="18132" y="720"/>
                  </a:cubicBezTo>
                  <a:cubicBezTo>
                    <a:pt x="18178" y="720"/>
                    <a:pt x="18247" y="734"/>
                    <a:pt x="18340" y="763"/>
                  </a:cubicBezTo>
                  <a:cubicBezTo>
                    <a:pt x="18437" y="795"/>
                    <a:pt x="18508" y="811"/>
                    <a:pt x="18567" y="811"/>
                  </a:cubicBezTo>
                  <a:cubicBezTo>
                    <a:pt x="18626" y="811"/>
                    <a:pt x="18672" y="795"/>
                    <a:pt x="18721" y="763"/>
                  </a:cubicBezTo>
                  <a:cubicBezTo>
                    <a:pt x="18733" y="762"/>
                    <a:pt x="18746" y="761"/>
                    <a:pt x="18758" y="761"/>
                  </a:cubicBezTo>
                  <a:cubicBezTo>
                    <a:pt x="18843" y="761"/>
                    <a:pt x="18927" y="785"/>
                    <a:pt x="19005" y="827"/>
                  </a:cubicBezTo>
                  <a:cubicBezTo>
                    <a:pt x="19094" y="827"/>
                    <a:pt x="19094" y="827"/>
                    <a:pt x="19102" y="771"/>
                  </a:cubicBezTo>
                  <a:cubicBezTo>
                    <a:pt x="19102" y="738"/>
                    <a:pt x="19124" y="722"/>
                    <a:pt x="19159" y="722"/>
                  </a:cubicBezTo>
                  <a:cubicBezTo>
                    <a:pt x="19193" y="722"/>
                    <a:pt x="19240" y="738"/>
                    <a:pt x="19289" y="771"/>
                  </a:cubicBezTo>
                  <a:cubicBezTo>
                    <a:pt x="19340" y="841"/>
                    <a:pt x="19457" y="871"/>
                    <a:pt x="19546" y="871"/>
                  </a:cubicBezTo>
                  <a:cubicBezTo>
                    <a:pt x="19611" y="871"/>
                    <a:pt x="19661" y="855"/>
                    <a:pt x="19661" y="827"/>
                  </a:cubicBezTo>
                  <a:cubicBezTo>
                    <a:pt x="19661" y="771"/>
                    <a:pt x="19759" y="771"/>
                    <a:pt x="19856" y="771"/>
                  </a:cubicBezTo>
                  <a:cubicBezTo>
                    <a:pt x="19872" y="772"/>
                    <a:pt x="19888" y="773"/>
                    <a:pt x="19903" y="773"/>
                  </a:cubicBezTo>
                  <a:cubicBezTo>
                    <a:pt x="19985" y="773"/>
                    <a:pt x="20065" y="755"/>
                    <a:pt x="20140" y="714"/>
                  </a:cubicBezTo>
                  <a:lnTo>
                    <a:pt x="20326" y="714"/>
                  </a:lnTo>
                  <a:cubicBezTo>
                    <a:pt x="20424" y="714"/>
                    <a:pt x="20326" y="771"/>
                    <a:pt x="20229" y="771"/>
                  </a:cubicBezTo>
                  <a:lnTo>
                    <a:pt x="20326" y="836"/>
                  </a:lnTo>
                  <a:cubicBezTo>
                    <a:pt x="20513" y="836"/>
                    <a:pt x="20610" y="836"/>
                    <a:pt x="20699" y="779"/>
                  </a:cubicBezTo>
                  <a:cubicBezTo>
                    <a:pt x="20748" y="718"/>
                    <a:pt x="20772" y="688"/>
                    <a:pt x="20784" y="688"/>
                  </a:cubicBezTo>
                  <a:cubicBezTo>
                    <a:pt x="20797" y="688"/>
                    <a:pt x="20797" y="718"/>
                    <a:pt x="20797" y="779"/>
                  </a:cubicBezTo>
                  <a:cubicBezTo>
                    <a:pt x="20797" y="819"/>
                    <a:pt x="20841" y="859"/>
                    <a:pt x="20902" y="859"/>
                  </a:cubicBezTo>
                  <a:cubicBezTo>
                    <a:pt x="20927" y="859"/>
                    <a:pt x="20955" y="852"/>
                    <a:pt x="20983" y="836"/>
                  </a:cubicBezTo>
                  <a:cubicBezTo>
                    <a:pt x="21024" y="785"/>
                    <a:pt x="21064" y="767"/>
                    <a:pt x="21097" y="767"/>
                  </a:cubicBezTo>
                  <a:cubicBezTo>
                    <a:pt x="21143" y="767"/>
                    <a:pt x="21174" y="802"/>
                    <a:pt x="21170" y="836"/>
                  </a:cubicBezTo>
                  <a:cubicBezTo>
                    <a:pt x="21125" y="896"/>
                    <a:pt x="21103" y="927"/>
                    <a:pt x="21138" y="927"/>
                  </a:cubicBezTo>
                  <a:cubicBezTo>
                    <a:pt x="21174" y="927"/>
                    <a:pt x="21267" y="896"/>
                    <a:pt x="21453" y="836"/>
                  </a:cubicBezTo>
                  <a:cubicBezTo>
                    <a:pt x="21648" y="836"/>
                    <a:pt x="22021" y="779"/>
                    <a:pt x="22305" y="779"/>
                  </a:cubicBezTo>
                  <a:cubicBezTo>
                    <a:pt x="22686" y="787"/>
                    <a:pt x="22872" y="787"/>
                    <a:pt x="22969" y="844"/>
                  </a:cubicBezTo>
                  <a:cubicBezTo>
                    <a:pt x="22968" y="859"/>
                    <a:pt x="22969" y="873"/>
                    <a:pt x="22971" y="884"/>
                  </a:cubicBezTo>
                  <a:lnTo>
                    <a:pt x="22971" y="884"/>
                  </a:lnTo>
                  <a:cubicBezTo>
                    <a:pt x="22983" y="787"/>
                    <a:pt x="23079" y="787"/>
                    <a:pt x="23342" y="787"/>
                  </a:cubicBezTo>
                  <a:cubicBezTo>
                    <a:pt x="23413" y="808"/>
                    <a:pt x="23485" y="817"/>
                    <a:pt x="23556" y="817"/>
                  </a:cubicBezTo>
                  <a:cubicBezTo>
                    <a:pt x="23680" y="817"/>
                    <a:pt x="23802" y="787"/>
                    <a:pt x="23910" y="730"/>
                  </a:cubicBezTo>
                  <a:lnTo>
                    <a:pt x="23723" y="730"/>
                  </a:lnTo>
                  <a:cubicBezTo>
                    <a:pt x="23723" y="660"/>
                    <a:pt x="23756" y="630"/>
                    <a:pt x="23819" y="630"/>
                  </a:cubicBezTo>
                  <a:cubicBezTo>
                    <a:pt x="23866" y="630"/>
                    <a:pt x="23929" y="646"/>
                    <a:pt x="24007" y="673"/>
                  </a:cubicBezTo>
                  <a:cubicBezTo>
                    <a:pt x="24105" y="673"/>
                    <a:pt x="24096" y="730"/>
                    <a:pt x="24096" y="787"/>
                  </a:cubicBezTo>
                  <a:cubicBezTo>
                    <a:pt x="24096" y="852"/>
                    <a:pt x="24194" y="909"/>
                    <a:pt x="24283" y="909"/>
                  </a:cubicBezTo>
                  <a:cubicBezTo>
                    <a:pt x="24380" y="909"/>
                    <a:pt x="24477" y="909"/>
                    <a:pt x="24380" y="852"/>
                  </a:cubicBezTo>
                  <a:cubicBezTo>
                    <a:pt x="24380" y="795"/>
                    <a:pt x="24380" y="795"/>
                    <a:pt x="24477" y="795"/>
                  </a:cubicBezTo>
                  <a:cubicBezTo>
                    <a:pt x="24490" y="796"/>
                    <a:pt x="24503" y="797"/>
                    <a:pt x="24515" y="797"/>
                  </a:cubicBezTo>
                  <a:cubicBezTo>
                    <a:pt x="24600" y="797"/>
                    <a:pt x="24684" y="774"/>
                    <a:pt x="24761" y="738"/>
                  </a:cubicBezTo>
                  <a:cubicBezTo>
                    <a:pt x="24761" y="673"/>
                    <a:pt x="24859" y="673"/>
                    <a:pt x="24948" y="673"/>
                  </a:cubicBezTo>
                  <a:cubicBezTo>
                    <a:pt x="25037" y="714"/>
                    <a:pt x="25134" y="738"/>
                    <a:pt x="25232" y="738"/>
                  </a:cubicBezTo>
                  <a:lnTo>
                    <a:pt x="25232" y="795"/>
                  </a:lnTo>
                  <a:cubicBezTo>
                    <a:pt x="25232" y="852"/>
                    <a:pt x="25329" y="917"/>
                    <a:pt x="25329" y="917"/>
                  </a:cubicBezTo>
                  <a:cubicBezTo>
                    <a:pt x="25418" y="917"/>
                    <a:pt x="25418" y="860"/>
                    <a:pt x="25418" y="860"/>
                  </a:cubicBezTo>
                  <a:cubicBezTo>
                    <a:pt x="25418" y="817"/>
                    <a:pt x="26427" y="809"/>
                    <a:pt x="27184" y="809"/>
                  </a:cubicBezTo>
                  <a:cubicBezTo>
                    <a:pt x="27562" y="809"/>
                    <a:pt x="27877" y="811"/>
                    <a:pt x="27972" y="811"/>
                  </a:cubicBezTo>
                  <a:cubicBezTo>
                    <a:pt x="28065" y="840"/>
                    <a:pt x="28183" y="854"/>
                    <a:pt x="28265" y="854"/>
                  </a:cubicBezTo>
                  <a:cubicBezTo>
                    <a:pt x="28347" y="854"/>
                    <a:pt x="28394" y="840"/>
                    <a:pt x="28345" y="811"/>
                  </a:cubicBezTo>
                  <a:cubicBezTo>
                    <a:pt x="28345" y="755"/>
                    <a:pt x="28815" y="755"/>
                    <a:pt x="29383" y="755"/>
                  </a:cubicBezTo>
                  <a:cubicBezTo>
                    <a:pt x="29428" y="754"/>
                    <a:pt x="29473" y="754"/>
                    <a:pt x="29516" y="754"/>
                  </a:cubicBezTo>
                  <a:cubicBezTo>
                    <a:pt x="29890" y="754"/>
                    <a:pt x="30201" y="772"/>
                    <a:pt x="30380" y="772"/>
                  </a:cubicBezTo>
                  <a:cubicBezTo>
                    <a:pt x="30483" y="772"/>
                    <a:pt x="30542" y="766"/>
                    <a:pt x="30542" y="746"/>
                  </a:cubicBezTo>
                  <a:lnTo>
                    <a:pt x="30834" y="795"/>
                  </a:lnTo>
                  <a:cubicBezTo>
                    <a:pt x="31029" y="819"/>
                    <a:pt x="31231" y="827"/>
                    <a:pt x="31329" y="852"/>
                  </a:cubicBezTo>
                  <a:cubicBezTo>
                    <a:pt x="31366" y="841"/>
                    <a:pt x="31402" y="836"/>
                    <a:pt x="31429" y="836"/>
                  </a:cubicBezTo>
                  <a:cubicBezTo>
                    <a:pt x="31484" y="836"/>
                    <a:pt x="31502" y="854"/>
                    <a:pt x="31426" y="876"/>
                  </a:cubicBezTo>
                  <a:cubicBezTo>
                    <a:pt x="31402" y="933"/>
                    <a:pt x="31385" y="982"/>
                    <a:pt x="31483" y="1022"/>
                  </a:cubicBezTo>
                  <a:cubicBezTo>
                    <a:pt x="31539" y="1043"/>
                    <a:pt x="31580" y="1051"/>
                    <a:pt x="31610" y="1051"/>
                  </a:cubicBezTo>
                  <a:cubicBezTo>
                    <a:pt x="31676" y="1051"/>
                    <a:pt x="31690" y="1012"/>
                    <a:pt x="31702" y="973"/>
                  </a:cubicBezTo>
                  <a:cubicBezTo>
                    <a:pt x="31713" y="947"/>
                    <a:pt x="31738" y="940"/>
                    <a:pt x="31762" y="940"/>
                  </a:cubicBezTo>
                  <a:cubicBezTo>
                    <a:pt x="31790" y="940"/>
                    <a:pt x="31815" y="949"/>
                    <a:pt x="31815" y="949"/>
                  </a:cubicBezTo>
                  <a:cubicBezTo>
                    <a:pt x="31912" y="990"/>
                    <a:pt x="31912" y="990"/>
                    <a:pt x="31888" y="1046"/>
                  </a:cubicBezTo>
                  <a:cubicBezTo>
                    <a:pt x="31864" y="1095"/>
                    <a:pt x="31839" y="1152"/>
                    <a:pt x="31839" y="1152"/>
                  </a:cubicBezTo>
                  <a:cubicBezTo>
                    <a:pt x="31872" y="1160"/>
                    <a:pt x="31904" y="1176"/>
                    <a:pt x="31937" y="1184"/>
                  </a:cubicBezTo>
                  <a:cubicBezTo>
                    <a:pt x="31946" y="1166"/>
                    <a:pt x="31963" y="1160"/>
                    <a:pt x="31981" y="1160"/>
                  </a:cubicBezTo>
                  <a:cubicBezTo>
                    <a:pt x="32010" y="1160"/>
                    <a:pt x="32042" y="1176"/>
                    <a:pt x="32042" y="1176"/>
                  </a:cubicBezTo>
                  <a:cubicBezTo>
                    <a:pt x="32131" y="1217"/>
                    <a:pt x="32131" y="1217"/>
                    <a:pt x="32083" y="1330"/>
                  </a:cubicBezTo>
                  <a:cubicBezTo>
                    <a:pt x="32044" y="1401"/>
                    <a:pt x="32072" y="1442"/>
                    <a:pt x="32136" y="1442"/>
                  </a:cubicBezTo>
                  <a:cubicBezTo>
                    <a:pt x="32168" y="1442"/>
                    <a:pt x="32208" y="1433"/>
                    <a:pt x="32253" y="1411"/>
                  </a:cubicBezTo>
                  <a:cubicBezTo>
                    <a:pt x="32318" y="1419"/>
                    <a:pt x="32391" y="1427"/>
                    <a:pt x="32456" y="1452"/>
                  </a:cubicBezTo>
                  <a:cubicBezTo>
                    <a:pt x="32472" y="1606"/>
                    <a:pt x="32699" y="1598"/>
                    <a:pt x="32820" y="1606"/>
                  </a:cubicBezTo>
                  <a:cubicBezTo>
                    <a:pt x="32827" y="1723"/>
                    <a:pt x="32875" y="1788"/>
                    <a:pt x="32974" y="1788"/>
                  </a:cubicBezTo>
                  <a:cubicBezTo>
                    <a:pt x="32998" y="1788"/>
                    <a:pt x="33025" y="1784"/>
                    <a:pt x="33056" y="1776"/>
                  </a:cubicBezTo>
                  <a:cubicBezTo>
                    <a:pt x="33063" y="1765"/>
                    <a:pt x="33073" y="1760"/>
                    <a:pt x="33085" y="1760"/>
                  </a:cubicBezTo>
                  <a:cubicBezTo>
                    <a:pt x="33123" y="1760"/>
                    <a:pt x="33178" y="1817"/>
                    <a:pt x="33210" y="1898"/>
                  </a:cubicBezTo>
                  <a:cubicBezTo>
                    <a:pt x="33266" y="2019"/>
                    <a:pt x="33355" y="2117"/>
                    <a:pt x="33461" y="2198"/>
                  </a:cubicBezTo>
                  <a:cubicBezTo>
                    <a:pt x="33574" y="2214"/>
                    <a:pt x="34077" y="2700"/>
                    <a:pt x="34466" y="3381"/>
                  </a:cubicBezTo>
                  <a:cubicBezTo>
                    <a:pt x="34906" y="4133"/>
                    <a:pt x="34999" y="4720"/>
                    <a:pt x="35071" y="4720"/>
                  </a:cubicBezTo>
                  <a:cubicBezTo>
                    <a:pt x="35072" y="4720"/>
                    <a:pt x="35073" y="4719"/>
                    <a:pt x="35074" y="4719"/>
                  </a:cubicBezTo>
                  <a:lnTo>
                    <a:pt x="35074" y="4719"/>
                  </a:lnTo>
                  <a:cubicBezTo>
                    <a:pt x="35099" y="4784"/>
                    <a:pt x="35091" y="4857"/>
                    <a:pt x="35058" y="4922"/>
                  </a:cubicBezTo>
                  <a:cubicBezTo>
                    <a:pt x="35001" y="4938"/>
                    <a:pt x="35026" y="5027"/>
                    <a:pt x="35155" y="5108"/>
                  </a:cubicBezTo>
                  <a:cubicBezTo>
                    <a:pt x="35228" y="5198"/>
                    <a:pt x="35285" y="5189"/>
                    <a:pt x="35172" y="5206"/>
                  </a:cubicBezTo>
                  <a:cubicBezTo>
                    <a:pt x="35099" y="5214"/>
                    <a:pt x="35155" y="5400"/>
                    <a:pt x="35164" y="5798"/>
                  </a:cubicBezTo>
                  <a:cubicBezTo>
                    <a:pt x="35196" y="6089"/>
                    <a:pt x="35147" y="6479"/>
                    <a:pt x="35212" y="6479"/>
                  </a:cubicBezTo>
                  <a:cubicBezTo>
                    <a:pt x="35240" y="6596"/>
                    <a:pt x="35247" y="6646"/>
                    <a:pt x="35239" y="6646"/>
                  </a:cubicBezTo>
                  <a:cubicBezTo>
                    <a:pt x="35234" y="6646"/>
                    <a:pt x="35221" y="6620"/>
                    <a:pt x="35204" y="6576"/>
                  </a:cubicBezTo>
                  <a:cubicBezTo>
                    <a:pt x="35194" y="6565"/>
                    <a:pt x="35183" y="6561"/>
                    <a:pt x="35173" y="6561"/>
                  </a:cubicBezTo>
                  <a:cubicBezTo>
                    <a:pt x="35078" y="6561"/>
                    <a:pt x="34989" y="6963"/>
                    <a:pt x="35026" y="7241"/>
                  </a:cubicBezTo>
                  <a:cubicBezTo>
                    <a:pt x="35003" y="7331"/>
                    <a:pt x="34981" y="7421"/>
                    <a:pt x="34932" y="7421"/>
                  </a:cubicBezTo>
                  <a:cubicBezTo>
                    <a:pt x="34929" y="7421"/>
                    <a:pt x="34925" y="7420"/>
                    <a:pt x="34920" y="7419"/>
                  </a:cubicBezTo>
                  <a:cubicBezTo>
                    <a:pt x="34896" y="7508"/>
                    <a:pt x="34880" y="7606"/>
                    <a:pt x="34831" y="7897"/>
                  </a:cubicBezTo>
                  <a:cubicBezTo>
                    <a:pt x="34750" y="8108"/>
                    <a:pt x="34653" y="8319"/>
                    <a:pt x="34547" y="8514"/>
                  </a:cubicBezTo>
                  <a:cubicBezTo>
                    <a:pt x="34491" y="8635"/>
                    <a:pt x="34442" y="8757"/>
                    <a:pt x="34401" y="8887"/>
                  </a:cubicBezTo>
                  <a:cubicBezTo>
                    <a:pt x="34384" y="8916"/>
                    <a:pt x="34365" y="8945"/>
                    <a:pt x="34351" y="8967"/>
                  </a:cubicBezTo>
                  <a:lnTo>
                    <a:pt x="34351" y="8967"/>
                  </a:lnTo>
                  <a:cubicBezTo>
                    <a:pt x="34350" y="8966"/>
                    <a:pt x="34348" y="8966"/>
                    <a:pt x="34346" y="8966"/>
                  </a:cubicBezTo>
                  <a:cubicBezTo>
                    <a:pt x="34285" y="8966"/>
                    <a:pt x="34027" y="9366"/>
                    <a:pt x="33558" y="9827"/>
                  </a:cubicBezTo>
                  <a:cubicBezTo>
                    <a:pt x="33072" y="10314"/>
                    <a:pt x="32545" y="10589"/>
                    <a:pt x="32439" y="10589"/>
                  </a:cubicBezTo>
                  <a:cubicBezTo>
                    <a:pt x="32383" y="10630"/>
                    <a:pt x="32334" y="10678"/>
                    <a:pt x="32301" y="10727"/>
                  </a:cubicBezTo>
                  <a:cubicBezTo>
                    <a:pt x="32287" y="10838"/>
                    <a:pt x="32197" y="10916"/>
                    <a:pt x="32089" y="10916"/>
                  </a:cubicBezTo>
                  <a:cubicBezTo>
                    <a:pt x="32079" y="10916"/>
                    <a:pt x="32069" y="10915"/>
                    <a:pt x="32058" y="10913"/>
                  </a:cubicBezTo>
                  <a:cubicBezTo>
                    <a:pt x="32035" y="10903"/>
                    <a:pt x="32004" y="10899"/>
                    <a:pt x="31969" y="10899"/>
                  </a:cubicBezTo>
                  <a:cubicBezTo>
                    <a:pt x="31808" y="10899"/>
                    <a:pt x="31555" y="10998"/>
                    <a:pt x="31515" y="11124"/>
                  </a:cubicBezTo>
                  <a:lnTo>
                    <a:pt x="31491" y="11068"/>
                  </a:lnTo>
                  <a:cubicBezTo>
                    <a:pt x="31463" y="11049"/>
                    <a:pt x="31427" y="11040"/>
                    <a:pt x="31389" y="11040"/>
                  </a:cubicBezTo>
                  <a:cubicBezTo>
                    <a:pt x="31259" y="11040"/>
                    <a:pt x="31093" y="11134"/>
                    <a:pt x="31037" y="11246"/>
                  </a:cubicBezTo>
                  <a:cubicBezTo>
                    <a:pt x="30972" y="11226"/>
                    <a:pt x="30907" y="11200"/>
                    <a:pt x="30845" y="11200"/>
                  </a:cubicBezTo>
                  <a:cubicBezTo>
                    <a:pt x="30807" y="11200"/>
                    <a:pt x="30771" y="11210"/>
                    <a:pt x="30737" y="11238"/>
                  </a:cubicBezTo>
                  <a:cubicBezTo>
                    <a:pt x="30711" y="11242"/>
                    <a:pt x="30692" y="11245"/>
                    <a:pt x="30679" y="11245"/>
                  </a:cubicBezTo>
                  <a:cubicBezTo>
                    <a:pt x="30642" y="11245"/>
                    <a:pt x="30643" y="11221"/>
                    <a:pt x="30631" y="11132"/>
                  </a:cubicBezTo>
                  <a:cubicBezTo>
                    <a:pt x="30624" y="11082"/>
                    <a:pt x="30617" y="11032"/>
                    <a:pt x="30549" y="11032"/>
                  </a:cubicBezTo>
                  <a:cubicBezTo>
                    <a:pt x="30540" y="11032"/>
                    <a:pt x="30529" y="11033"/>
                    <a:pt x="30518" y="11035"/>
                  </a:cubicBezTo>
                  <a:cubicBezTo>
                    <a:pt x="30429" y="11043"/>
                    <a:pt x="30437" y="11108"/>
                    <a:pt x="30437" y="11165"/>
                  </a:cubicBezTo>
                  <a:cubicBezTo>
                    <a:pt x="30437" y="11165"/>
                    <a:pt x="30348" y="11173"/>
                    <a:pt x="30250" y="11181"/>
                  </a:cubicBezTo>
                  <a:cubicBezTo>
                    <a:pt x="30250" y="11181"/>
                    <a:pt x="30153" y="11181"/>
                    <a:pt x="30161" y="11238"/>
                  </a:cubicBezTo>
                  <a:cubicBezTo>
                    <a:pt x="30161" y="11303"/>
                    <a:pt x="30064" y="11303"/>
                    <a:pt x="29966" y="11311"/>
                  </a:cubicBezTo>
                  <a:cubicBezTo>
                    <a:pt x="29966" y="11294"/>
                    <a:pt x="29958" y="11287"/>
                    <a:pt x="29949" y="11287"/>
                  </a:cubicBezTo>
                  <a:cubicBezTo>
                    <a:pt x="29926" y="11287"/>
                    <a:pt x="29898" y="11327"/>
                    <a:pt x="29966" y="11368"/>
                  </a:cubicBezTo>
                  <a:cubicBezTo>
                    <a:pt x="29966" y="11432"/>
                    <a:pt x="29966" y="11489"/>
                    <a:pt x="29869" y="11497"/>
                  </a:cubicBezTo>
                  <a:cubicBezTo>
                    <a:pt x="29869" y="11497"/>
                    <a:pt x="29869" y="11554"/>
                    <a:pt x="29869" y="11611"/>
                  </a:cubicBezTo>
                  <a:cubicBezTo>
                    <a:pt x="29869" y="11732"/>
                    <a:pt x="29861" y="11797"/>
                    <a:pt x="30080" y="11846"/>
                  </a:cubicBezTo>
                  <a:cubicBezTo>
                    <a:pt x="30236" y="11864"/>
                    <a:pt x="30381" y="11874"/>
                    <a:pt x="30500" y="11874"/>
                  </a:cubicBezTo>
                  <a:cubicBezTo>
                    <a:pt x="30704" y="11874"/>
                    <a:pt x="30833" y="11844"/>
                    <a:pt x="30818" y="11773"/>
                  </a:cubicBezTo>
                  <a:cubicBezTo>
                    <a:pt x="30883" y="11724"/>
                    <a:pt x="30947" y="11700"/>
                    <a:pt x="31020" y="11684"/>
                  </a:cubicBezTo>
                  <a:cubicBezTo>
                    <a:pt x="31053" y="11676"/>
                    <a:pt x="31086" y="11672"/>
                    <a:pt x="31119" y="11672"/>
                  </a:cubicBezTo>
                  <a:cubicBezTo>
                    <a:pt x="31159" y="11672"/>
                    <a:pt x="31199" y="11678"/>
                    <a:pt x="31239" y="11692"/>
                  </a:cubicBezTo>
                  <a:cubicBezTo>
                    <a:pt x="31242" y="11703"/>
                    <a:pt x="31260" y="11708"/>
                    <a:pt x="31290" y="11708"/>
                  </a:cubicBezTo>
                  <a:cubicBezTo>
                    <a:pt x="31419" y="11708"/>
                    <a:pt x="31773" y="11613"/>
                    <a:pt x="32180" y="11449"/>
                  </a:cubicBezTo>
                  <a:cubicBezTo>
                    <a:pt x="32772" y="11189"/>
                    <a:pt x="33031" y="10986"/>
                    <a:pt x="33161" y="10986"/>
                  </a:cubicBezTo>
                  <a:cubicBezTo>
                    <a:pt x="33234" y="10986"/>
                    <a:pt x="33307" y="10954"/>
                    <a:pt x="33372" y="10913"/>
                  </a:cubicBezTo>
                  <a:cubicBezTo>
                    <a:pt x="33339" y="10865"/>
                    <a:pt x="33891" y="10500"/>
                    <a:pt x="34385" y="9908"/>
                  </a:cubicBezTo>
                  <a:cubicBezTo>
                    <a:pt x="34896" y="9332"/>
                    <a:pt x="35228" y="8635"/>
                    <a:pt x="35172" y="8611"/>
                  </a:cubicBezTo>
                  <a:lnTo>
                    <a:pt x="35269" y="8416"/>
                  </a:lnTo>
                  <a:cubicBezTo>
                    <a:pt x="35272" y="8418"/>
                    <a:pt x="35275" y="8418"/>
                    <a:pt x="35279" y="8418"/>
                  </a:cubicBezTo>
                  <a:cubicBezTo>
                    <a:pt x="35335" y="8418"/>
                    <a:pt x="35411" y="8226"/>
                    <a:pt x="35480" y="8027"/>
                  </a:cubicBezTo>
                  <a:cubicBezTo>
                    <a:pt x="35504" y="7808"/>
                    <a:pt x="35553" y="7597"/>
                    <a:pt x="35553" y="7597"/>
                  </a:cubicBezTo>
                  <a:cubicBezTo>
                    <a:pt x="35556" y="7599"/>
                    <a:pt x="35560" y="7599"/>
                    <a:pt x="35564" y="7599"/>
                  </a:cubicBezTo>
                  <a:cubicBezTo>
                    <a:pt x="35614" y="7599"/>
                    <a:pt x="35646" y="7494"/>
                    <a:pt x="35699" y="7297"/>
                  </a:cubicBezTo>
                  <a:cubicBezTo>
                    <a:pt x="35739" y="7079"/>
                    <a:pt x="35747" y="6973"/>
                    <a:pt x="35691" y="6957"/>
                  </a:cubicBezTo>
                  <a:cubicBezTo>
                    <a:pt x="35723" y="6852"/>
                    <a:pt x="35804" y="6106"/>
                    <a:pt x="35820" y="5773"/>
                  </a:cubicBezTo>
                  <a:cubicBezTo>
                    <a:pt x="35877" y="5660"/>
                    <a:pt x="35812" y="5554"/>
                    <a:pt x="35747" y="5449"/>
                  </a:cubicBezTo>
                  <a:cubicBezTo>
                    <a:pt x="35745" y="5449"/>
                    <a:pt x="35743" y="5449"/>
                    <a:pt x="35741" y="5449"/>
                  </a:cubicBezTo>
                  <a:cubicBezTo>
                    <a:pt x="35685" y="5449"/>
                    <a:pt x="35609" y="5348"/>
                    <a:pt x="35593" y="5246"/>
                  </a:cubicBezTo>
                  <a:lnTo>
                    <a:pt x="35715" y="5230"/>
                  </a:lnTo>
                  <a:cubicBezTo>
                    <a:pt x="35745" y="5273"/>
                    <a:pt x="35762" y="5299"/>
                    <a:pt x="35771" y="5299"/>
                  </a:cubicBezTo>
                  <a:cubicBezTo>
                    <a:pt x="35782" y="5299"/>
                    <a:pt x="35775" y="5246"/>
                    <a:pt x="35755" y="5116"/>
                  </a:cubicBezTo>
                  <a:cubicBezTo>
                    <a:pt x="35739" y="5011"/>
                    <a:pt x="35723" y="4898"/>
                    <a:pt x="35723" y="4898"/>
                  </a:cubicBezTo>
                  <a:cubicBezTo>
                    <a:pt x="35722" y="4898"/>
                    <a:pt x="35721" y="4898"/>
                    <a:pt x="35720" y="4898"/>
                  </a:cubicBezTo>
                  <a:cubicBezTo>
                    <a:pt x="35664" y="4898"/>
                    <a:pt x="35573" y="4360"/>
                    <a:pt x="35285" y="3665"/>
                  </a:cubicBezTo>
                  <a:cubicBezTo>
                    <a:pt x="34891" y="2815"/>
                    <a:pt x="34644" y="2569"/>
                    <a:pt x="34594" y="2569"/>
                  </a:cubicBezTo>
                  <a:cubicBezTo>
                    <a:pt x="34591" y="2569"/>
                    <a:pt x="34589" y="2570"/>
                    <a:pt x="34588" y="2571"/>
                  </a:cubicBezTo>
                  <a:cubicBezTo>
                    <a:pt x="34579" y="2577"/>
                    <a:pt x="34571" y="2580"/>
                    <a:pt x="34562" y="2580"/>
                  </a:cubicBezTo>
                  <a:cubicBezTo>
                    <a:pt x="34514" y="2580"/>
                    <a:pt x="34458" y="2478"/>
                    <a:pt x="34320" y="2230"/>
                  </a:cubicBezTo>
                  <a:cubicBezTo>
                    <a:pt x="34028" y="1630"/>
                    <a:pt x="33988" y="1638"/>
                    <a:pt x="33874" y="1606"/>
                  </a:cubicBezTo>
                  <a:lnTo>
                    <a:pt x="33874" y="1606"/>
                  </a:lnTo>
                  <a:cubicBezTo>
                    <a:pt x="33955" y="1679"/>
                    <a:pt x="33915" y="1727"/>
                    <a:pt x="33874" y="1768"/>
                  </a:cubicBezTo>
                  <a:cubicBezTo>
                    <a:pt x="33851" y="1792"/>
                    <a:pt x="33827" y="1803"/>
                    <a:pt x="33805" y="1803"/>
                  </a:cubicBezTo>
                  <a:cubicBezTo>
                    <a:pt x="33753" y="1803"/>
                    <a:pt x="33712" y="1737"/>
                    <a:pt x="33712" y="1622"/>
                  </a:cubicBezTo>
                  <a:cubicBezTo>
                    <a:pt x="33761" y="1573"/>
                    <a:pt x="33453" y="1298"/>
                    <a:pt x="33096" y="1071"/>
                  </a:cubicBezTo>
                  <a:cubicBezTo>
                    <a:pt x="32767" y="869"/>
                    <a:pt x="32382" y="736"/>
                    <a:pt x="32267" y="736"/>
                  </a:cubicBezTo>
                  <a:cubicBezTo>
                    <a:pt x="32259" y="736"/>
                    <a:pt x="32252" y="736"/>
                    <a:pt x="32247" y="738"/>
                  </a:cubicBezTo>
                  <a:lnTo>
                    <a:pt x="32247" y="738"/>
                  </a:lnTo>
                  <a:cubicBezTo>
                    <a:pt x="32253" y="725"/>
                    <a:pt x="32260" y="709"/>
                    <a:pt x="32269" y="690"/>
                  </a:cubicBezTo>
                  <a:cubicBezTo>
                    <a:pt x="32293" y="633"/>
                    <a:pt x="32204" y="576"/>
                    <a:pt x="31791" y="430"/>
                  </a:cubicBezTo>
                  <a:cubicBezTo>
                    <a:pt x="31693" y="390"/>
                    <a:pt x="31588" y="357"/>
                    <a:pt x="31474" y="333"/>
                  </a:cubicBezTo>
                  <a:cubicBezTo>
                    <a:pt x="31468" y="354"/>
                    <a:pt x="31438" y="363"/>
                    <a:pt x="31395" y="363"/>
                  </a:cubicBezTo>
                  <a:cubicBezTo>
                    <a:pt x="31222" y="363"/>
                    <a:pt x="30836" y="226"/>
                    <a:pt x="30842" y="187"/>
                  </a:cubicBezTo>
                  <a:cubicBezTo>
                    <a:pt x="30745" y="114"/>
                    <a:pt x="30745" y="114"/>
                    <a:pt x="30526" y="82"/>
                  </a:cubicBezTo>
                  <a:cubicBezTo>
                    <a:pt x="30398" y="109"/>
                    <a:pt x="30267" y="122"/>
                    <a:pt x="30137" y="122"/>
                  </a:cubicBezTo>
                  <a:cubicBezTo>
                    <a:pt x="30077" y="122"/>
                    <a:pt x="30017" y="119"/>
                    <a:pt x="29958" y="114"/>
                  </a:cubicBezTo>
                  <a:cubicBezTo>
                    <a:pt x="29780" y="98"/>
                    <a:pt x="29683" y="73"/>
                    <a:pt x="29675" y="41"/>
                  </a:cubicBezTo>
                  <a:lnTo>
                    <a:pt x="29488" y="41"/>
                  </a:lnTo>
                  <a:cubicBezTo>
                    <a:pt x="29386" y="82"/>
                    <a:pt x="29279" y="100"/>
                    <a:pt x="29170" y="100"/>
                  </a:cubicBezTo>
                  <a:cubicBezTo>
                    <a:pt x="29149" y="100"/>
                    <a:pt x="29128" y="99"/>
                    <a:pt x="29107" y="98"/>
                  </a:cubicBezTo>
                  <a:cubicBezTo>
                    <a:pt x="28823" y="98"/>
                    <a:pt x="28734" y="98"/>
                    <a:pt x="28823" y="155"/>
                  </a:cubicBezTo>
                  <a:cubicBezTo>
                    <a:pt x="28823" y="211"/>
                    <a:pt x="28823" y="276"/>
                    <a:pt x="28726" y="276"/>
                  </a:cubicBezTo>
                  <a:lnTo>
                    <a:pt x="28726" y="211"/>
                  </a:lnTo>
                  <a:cubicBezTo>
                    <a:pt x="28734" y="155"/>
                    <a:pt x="28450" y="155"/>
                    <a:pt x="28069" y="155"/>
                  </a:cubicBezTo>
                  <a:cubicBezTo>
                    <a:pt x="27599" y="146"/>
                    <a:pt x="27413" y="146"/>
                    <a:pt x="27315" y="90"/>
                  </a:cubicBezTo>
                  <a:lnTo>
                    <a:pt x="27218" y="146"/>
                  </a:lnTo>
                  <a:cubicBezTo>
                    <a:pt x="27173" y="175"/>
                    <a:pt x="27127" y="189"/>
                    <a:pt x="27091" y="189"/>
                  </a:cubicBezTo>
                  <a:cubicBezTo>
                    <a:pt x="27056" y="189"/>
                    <a:pt x="27031" y="175"/>
                    <a:pt x="27031" y="146"/>
                  </a:cubicBezTo>
                  <a:cubicBezTo>
                    <a:pt x="26985" y="117"/>
                    <a:pt x="26861" y="101"/>
                    <a:pt x="26727" y="101"/>
                  </a:cubicBezTo>
                  <a:cubicBezTo>
                    <a:pt x="26600" y="101"/>
                    <a:pt x="26465" y="115"/>
                    <a:pt x="26375" y="146"/>
                  </a:cubicBezTo>
                  <a:lnTo>
                    <a:pt x="26180" y="138"/>
                  </a:lnTo>
                  <a:cubicBezTo>
                    <a:pt x="26135" y="81"/>
                    <a:pt x="26039" y="50"/>
                    <a:pt x="25943" y="50"/>
                  </a:cubicBezTo>
                  <a:cubicBezTo>
                    <a:pt x="25851" y="50"/>
                    <a:pt x="25758" y="79"/>
                    <a:pt x="25710" y="138"/>
                  </a:cubicBezTo>
                  <a:cubicBezTo>
                    <a:pt x="25710" y="82"/>
                    <a:pt x="25621" y="82"/>
                    <a:pt x="25523" y="82"/>
                  </a:cubicBezTo>
                  <a:cubicBezTo>
                    <a:pt x="25433" y="109"/>
                    <a:pt x="25298" y="123"/>
                    <a:pt x="25182" y="123"/>
                  </a:cubicBezTo>
                  <a:cubicBezTo>
                    <a:pt x="25058" y="123"/>
                    <a:pt x="24956" y="107"/>
                    <a:pt x="24956" y="73"/>
                  </a:cubicBezTo>
                  <a:lnTo>
                    <a:pt x="24859" y="73"/>
                  </a:lnTo>
                  <a:cubicBezTo>
                    <a:pt x="24788" y="116"/>
                    <a:pt x="24705" y="140"/>
                    <a:pt x="24615" y="140"/>
                  </a:cubicBezTo>
                  <a:cubicBezTo>
                    <a:pt x="24601" y="140"/>
                    <a:pt x="24588" y="139"/>
                    <a:pt x="24575" y="138"/>
                  </a:cubicBezTo>
                  <a:cubicBezTo>
                    <a:pt x="24554" y="135"/>
                    <a:pt x="24534" y="133"/>
                    <a:pt x="24514" y="133"/>
                  </a:cubicBezTo>
                  <a:cubicBezTo>
                    <a:pt x="24437" y="133"/>
                    <a:pt x="24362" y="157"/>
                    <a:pt x="24291" y="195"/>
                  </a:cubicBezTo>
                  <a:cubicBezTo>
                    <a:pt x="24234" y="228"/>
                    <a:pt x="24169" y="252"/>
                    <a:pt x="24105" y="252"/>
                  </a:cubicBezTo>
                  <a:cubicBezTo>
                    <a:pt x="24007" y="252"/>
                    <a:pt x="24105" y="195"/>
                    <a:pt x="24202" y="130"/>
                  </a:cubicBezTo>
                  <a:cubicBezTo>
                    <a:pt x="24279" y="107"/>
                    <a:pt x="24276" y="93"/>
                    <a:pt x="24225" y="93"/>
                  </a:cubicBezTo>
                  <a:cubicBezTo>
                    <a:pt x="24153" y="93"/>
                    <a:pt x="23987" y="120"/>
                    <a:pt x="23821" y="187"/>
                  </a:cubicBezTo>
                  <a:cubicBezTo>
                    <a:pt x="23679" y="248"/>
                    <a:pt x="23608" y="278"/>
                    <a:pt x="23597" y="278"/>
                  </a:cubicBezTo>
                  <a:cubicBezTo>
                    <a:pt x="23586" y="278"/>
                    <a:pt x="23634" y="248"/>
                    <a:pt x="23732" y="187"/>
                  </a:cubicBezTo>
                  <a:cubicBezTo>
                    <a:pt x="23795" y="147"/>
                    <a:pt x="23862" y="107"/>
                    <a:pt x="23830" y="107"/>
                  </a:cubicBezTo>
                  <a:cubicBezTo>
                    <a:pt x="23816" y="107"/>
                    <a:pt x="23786" y="114"/>
                    <a:pt x="23732" y="130"/>
                  </a:cubicBezTo>
                  <a:cubicBezTo>
                    <a:pt x="23732" y="130"/>
                    <a:pt x="23537" y="130"/>
                    <a:pt x="23537" y="187"/>
                  </a:cubicBezTo>
                  <a:lnTo>
                    <a:pt x="23253" y="187"/>
                  </a:lnTo>
                  <a:cubicBezTo>
                    <a:pt x="23154" y="152"/>
                    <a:pt x="23043" y="129"/>
                    <a:pt x="22930" y="129"/>
                  </a:cubicBezTo>
                  <a:cubicBezTo>
                    <a:pt x="22914" y="129"/>
                    <a:pt x="22897" y="129"/>
                    <a:pt x="22880" y="130"/>
                  </a:cubicBezTo>
                  <a:cubicBezTo>
                    <a:pt x="22832" y="159"/>
                    <a:pt x="22807" y="173"/>
                    <a:pt x="22784" y="173"/>
                  </a:cubicBezTo>
                  <a:cubicBezTo>
                    <a:pt x="22761" y="173"/>
                    <a:pt x="22738" y="159"/>
                    <a:pt x="22694" y="130"/>
                  </a:cubicBezTo>
                  <a:cubicBezTo>
                    <a:pt x="22694" y="103"/>
                    <a:pt x="22676" y="87"/>
                    <a:pt x="22656" y="87"/>
                  </a:cubicBezTo>
                  <a:cubicBezTo>
                    <a:pt x="22629" y="87"/>
                    <a:pt x="22596" y="117"/>
                    <a:pt x="22596" y="187"/>
                  </a:cubicBezTo>
                  <a:cubicBezTo>
                    <a:pt x="22552" y="215"/>
                    <a:pt x="22501" y="230"/>
                    <a:pt x="22452" y="230"/>
                  </a:cubicBezTo>
                  <a:cubicBezTo>
                    <a:pt x="22402" y="230"/>
                    <a:pt x="22353" y="215"/>
                    <a:pt x="22313" y="187"/>
                  </a:cubicBezTo>
                  <a:cubicBezTo>
                    <a:pt x="22313" y="115"/>
                    <a:pt x="22281" y="85"/>
                    <a:pt x="22256" y="85"/>
                  </a:cubicBezTo>
                  <a:cubicBezTo>
                    <a:pt x="22238" y="85"/>
                    <a:pt x="22224" y="99"/>
                    <a:pt x="22224" y="122"/>
                  </a:cubicBezTo>
                  <a:cubicBezTo>
                    <a:pt x="22159" y="163"/>
                    <a:pt x="22094" y="179"/>
                    <a:pt x="22029" y="187"/>
                  </a:cubicBezTo>
                  <a:cubicBezTo>
                    <a:pt x="22029" y="122"/>
                    <a:pt x="21178" y="122"/>
                    <a:pt x="20334" y="114"/>
                  </a:cubicBezTo>
                  <a:cubicBezTo>
                    <a:pt x="20237" y="114"/>
                    <a:pt x="20140" y="171"/>
                    <a:pt x="20140" y="236"/>
                  </a:cubicBezTo>
                  <a:cubicBezTo>
                    <a:pt x="20140" y="286"/>
                    <a:pt x="20140" y="305"/>
                    <a:pt x="20133" y="305"/>
                  </a:cubicBezTo>
                  <a:cubicBezTo>
                    <a:pt x="20124" y="305"/>
                    <a:pt x="20103" y="269"/>
                    <a:pt x="20051" y="236"/>
                  </a:cubicBezTo>
                  <a:cubicBezTo>
                    <a:pt x="20001" y="145"/>
                    <a:pt x="19929" y="99"/>
                    <a:pt x="19882" y="99"/>
                  </a:cubicBezTo>
                  <a:cubicBezTo>
                    <a:pt x="19835" y="99"/>
                    <a:pt x="19812" y="143"/>
                    <a:pt x="19856" y="236"/>
                  </a:cubicBezTo>
                  <a:cubicBezTo>
                    <a:pt x="19905" y="292"/>
                    <a:pt x="19929" y="321"/>
                    <a:pt x="19918" y="321"/>
                  </a:cubicBezTo>
                  <a:cubicBezTo>
                    <a:pt x="19907" y="321"/>
                    <a:pt x="19860" y="292"/>
                    <a:pt x="19767" y="236"/>
                  </a:cubicBezTo>
                  <a:cubicBezTo>
                    <a:pt x="19718" y="203"/>
                    <a:pt x="19694" y="187"/>
                    <a:pt x="19670" y="187"/>
                  </a:cubicBezTo>
                  <a:cubicBezTo>
                    <a:pt x="19645" y="187"/>
                    <a:pt x="19621" y="203"/>
                    <a:pt x="19572" y="236"/>
                  </a:cubicBezTo>
                  <a:cubicBezTo>
                    <a:pt x="19572" y="264"/>
                    <a:pt x="19550" y="278"/>
                    <a:pt x="19528" y="278"/>
                  </a:cubicBezTo>
                  <a:cubicBezTo>
                    <a:pt x="19505" y="278"/>
                    <a:pt x="19483" y="264"/>
                    <a:pt x="19483" y="236"/>
                  </a:cubicBezTo>
                  <a:cubicBezTo>
                    <a:pt x="19414" y="189"/>
                    <a:pt x="19349" y="147"/>
                    <a:pt x="19317" y="147"/>
                  </a:cubicBezTo>
                  <a:cubicBezTo>
                    <a:pt x="19304" y="147"/>
                    <a:pt x="19297" y="154"/>
                    <a:pt x="19297" y="171"/>
                  </a:cubicBezTo>
                  <a:cubicBezTo>
                    <a:pt x="19224" y="171"/>
                    <a:pt x="19159" y="146"/>
                    <a:pt x="19102" y="114"/>
                  </a:cubicBezTo>
                  <a:cubicBezTo>
                    <a:pt x="19074" y="94"/>
                    <a:pt x="19046" y="85"/>
                    <a:pt x="19016" y="85"/>
                  </a:cubicBezTo>
                  <a:cubicBezTo>
                    <a:pt x="18952" y="85"/>
                    <a:pt x="18885" y="126"/>
                    <a:pt x="18818" y="171"/>
                  </a:cubicBezTo>
                  <a:cubicBezTo>
                    <a:pt x="18676" y="228"/>
                    <a:pt x="18583" y="256"/>
                    <a:pt x="18538" y="256"/>
                  </a:cubicBezTo>
                  <a:cubicBezTo>
                    <a:pt x="18492" y="256"/>
                    <a:pt x="18494" y="228"/>
                    <a:pt x="18543" y="171"/>
                  </a:cubicBezTo>
                  <a:cubicBezTo>
                    <a:pt x="18577" y="123"/>
                    <a:pt x="18527" y="103"/>
                    <a:pt x="18448" y="103"/>
                  </a:cubicBezTo>
                  <a:cubicBezTo>
                    <a:pt x="18322" y="103"/>
                    <a:pt x="18124" y="153"/>
                    <a:pt x="18064" y="228"/>
                  </a:cubicBezTo>
                  <a:cubicBezTo>
                    <a:pt x="18007" y="294"/>
                    <a:pt x="17984" y="322"/>
                    <a:pt x="17976" y="322"/>
                  </a:cubicBezTo>
                  <a:cubicBezTo>
                    <a:pt x="17970" y="322"/>
                    <a:pt x="17972" y="308"/>
                    <a:pt x="17975" y="284"/>
                  </a:cubicBezTo>
                  <a:cubicBezTo>
                    <a:pt x="17975" y="228"/>
                    <a:pt x="17878" y="228"/>
                    <a:pt x="17878" y="228"/>
                  </a:cubicBezTo>
                  <a:cubicBezTo>
                    <a:pt x="17780" y="228"/>
                    <a:pt x="17691" y="219"/>
                    <a:pt x="17691" y="163"/>
                  </a:cubicBezTo>
                  <a:cubicBezTo>
                    <a:pt x="17594" y="171"/>
                    <a:pt x="17497" y="187"/>
                    <a:pt x="17408" y="219"/>
                  </a:cubicBezTo>
                  <a:cubicBezTo>
                    <a:pt x="17334" y="266"/>
                    <a:pt x="17247" y="285"/>
                    <a:pt x="17163" y="285"/>
                  </a:cubicBezTo>
                  <a:cubicBezTo>
                    <a:pt x="17026" y="285"/>
                    <a:pt x="16895" y="233"/>
                    <a:pt x="16840" y="163"/>
                  </a:cubicBezTo>
                  <a:lnTo>
                    <a:pt x="16653" y="219"/>
                  </a:lnTo>
                  <a:cubicBezTo>
                    <a:pt x="16594" y="294"/>
                    <a:pt x="16535" y="344"/>
                    <a:pt x="16497" y="344"/>
                  </a:cubicBezTo>
                  <a:cubicBezTo>
                    <a:pt x="16474" y="344"/>
                    <a:pt x="16459" y="323"/>
                    <a:pt x="16459" y="276"/>
                  </a:cubicBezTo>
                  <a:lnTo>
                    <a:pt x="16459" y="219"/>
                  </a:lnTo>
                  <a:cubicBezTo>
                    <a:pt x="16425" y="262"/>
                    <a:pt x="16350" y="281"/>
                    <a:pt x="16269" y="281"/>
                  </a:cubicBezTo>
                  <a:cubicBezTo>
                    <a:pt x="16136" y="281"/>
                    <a:pt x="15989" y="230"/>
                    <a:pt x="15989" y="155"/>
                  </a:cubicBezTo>
                  <a:cubicBezTo>
                    <a:pt x="15989" y="98"/>
                    <a:pt x="15989" y="98"/>
                    <a:pt x="15899" y="98"/>
                  </a:cubicBezTo>
                  <a:lnTo>
                    <a:pt x="15899" y="155"/>
                  </a:lnTo>
                  <a:cubicBezTo>
                    <a:pt x="15899" y="211"/>
                    <a:pt x="15891" y="276"/>
                    <a:pt x="15802" y="276"/>
                  </a:cubicBezTo>
                  <a:cubicBezTo>
                    <a:pt x="15705" y="276"/>
                    <a:pt x="15616" y="276"/>
                    <a:pt x="15616" y="211"/>
                  </a:cubicBezTo>
                  <a:cubicBezTo>
                    <a:pt x="15547" y="171"/>
                    <a:pt x="15483" y="127"/>
                    <a:pt x="15448" y="127"/>
                  </a:cubicBezTo>
                  <a:cubicBezTo>
                    <a:pt x="15433" y="127"/>
                    <a:pt x="15424" y="135"/>
                    <a:pt x="15421" y="155"/>
                  </a:cubicBezTo>
                  <a:cubicBezTo>
                    <a:pt x="15356" y="146"/>
                    <a:pt x="15291" y="130"/>
                    <a:pt x="15235" y="90"/>
                  </a:cubicBezTo>
                  <a:lnTo>
                    <a:pt x="14862" y="90"/>
                  </a:lnTo>
                  <a:cubicBezTo>
                    <a:pt x="14813" y="118"/>
                    <a:pt x="14742" y="132"/>
                    <a:pt x="14683" y="132"/>
                  </a:cubicBezTo>
                  <a:cubicBezTo>
                    <a:pt x="14625" y="132"/>
                    <a:pt x="14578" y="118"/>
                    <a:pt x="14578" y="90"/>
                  </a:cubicBezTo>
                  <a:cubicBezTo>
                    <a:pt x="14481" y="90"/>
                    <a:pt x="14383" y="106"/>
                    <a:pt x="14294" y="146"/>
                  </a:cubicBezTo>
                  <a:cubicBezTo>
                    <a:pt x="14100" y="146"/>
                    <a:pt x="14010" y="146"/>
                    <a:pt x="14010" y="90"/>
                  </a:cubicBezTo>
                  <a:cubicBezTo>
                    <a:pt x="14010" y="57"/>
                    <a:pt x="14010" y="41"/>
                    <a:pt x="13998" y="41"/>
                  </a:cubicBezTo>
                  <a:cubicBezTo>
                    <a:pt x="13986" y="41"/>
                    <a:pt x="13962" y="57"/>
                    <a:pt x="13913" y="90"/>
                  </a:cubicBezTo>
                  <a:cubicBezTo>
                    <a:pt x="13913" y="146"/>
                    <a:pt x="13824" y="146"/>
                    <a:pt x="13727" y="146"/>
                  </a:cubicBezTo>
                  <a:lnTo>
                    <a:pt x="13540" y="146"/>
                  </a:lnTo>
                  <a:cubicBezTo>
                    <a:pt x="13540" y="203"/>
                    <a:pt x="13540" y="203"/>
                    <a:pt x="13443" y="203"/>
                  </a:cubicBezTo>
                  <a:cubicBezTo>
                    <a:pt x="13346" y="203"/>
                    <a:pt x="13062" y="138"/>
                    <a:pt x="12973" y="138"/>
                  </a:cubicBezTo>
                  <a:cubicBezTo>
                    <a:pt x="12689" y="138"/>
                    <a:pt x="12689" y="138"/>
                    <a:pt x="12778" y="203"/>
                  </a:cubicBezTo>
                  <a:cubicBezTo>
                    <a:pt x="12843" y="203"/>
                    <a:pt x="12864" y="228"/>
                    <a:pt x="12816" y="228"/>
                  </a:cubicBezTo>
                  <a:cubicBezTo>
                    <a:pt x="12792" y="228"/>
                    <a:pt x="12751" y="222"/>
                    <a:pt x="12689" y="203"/>
                  </a:cubicBezTo>
                  <a:cubicBezTo>
                    <a:pt x="12592" y="203"/>
                    <a:pt x="12308" y="138"/>
                    <a:pt x="12024" y="138"/>
                  </a:cubicBezTo>
                  <a:cubicBezTo>
                    <a:pt x="11651" y="138"/>
                    <a:pt x="11651" y="138"/>
                    <a:pt x="11651" y="195"/>
                  </a:cubicBezTo>
                  <a:cubicBezTo>
                    <a:pt x="11696" y="256"/>
                    <a:pt x="11696" y="286"/>
                    <a:pt x="11672" y="286"/>
                  </a:cubicBezTo>
                  <a:cubicBezTo>
                    <a:pt x="11649" y="286"/>
                    <a:pt x="11602" y="256"/>
                    <a:pt x="11554" y="195"/>
                  </a:cubicBezTo>
                  <a:cubicBezTo>
                    <a:pt x="11446" y="125"/>
                    <a:pt x="11368" y="95"/>
                    <a:pt x="11321" y="95"/>
                  </a:cubicBezTo>
                  <a:cubicBezTo>
                    <a:pt x="11287" y="95"/>
                    <a:pt x="11270" y="111"/>
                    <a:pt x="11270" y="138"/>
                  </a:cubicBezTo>
                  <a:cubicBezTo>
                    <a:pt x="11228" y="174"/>
                    <a:pt x="11167" y="197"/>
                    <a:pt x="11109" y="197"/>
                  </a:cubicBezTo>
                  <a:cubicBezTo>
                    <a:pt x="11100" y="197"/>
                    <a:pt x="11092" y="196"/>
                    <a:pt x="11083" y="195"/>
                  </a:cubicBezTo>
                  <a:cubicBezTo>
                    <a:pt x="11083" y="163"/>
                    <a:pt x="11059" y="146"/>
                    <a:pt x="11012" y="146"/>
                  </a:cubicBezTo>
                  <a:cubicBezTo>
                    <a:pt x="10964" y="146"/>
                    <a:pt x="10893" y="163"/>
                    <a:pt x="10800" y="195"/>
                  </a:cubicBezTo>
                  <a:cubicBezTo>
                    <a:pt x="10702" y="195"/>
                    <a:pt x="10702" y="195"/>
                    <a:pt x="10702" y="130"/>
                  </a:cubicBezTo>
                  <a:lnTo>
                    <a:pt x="10516" y="130"/>
                  </a:lnTo>
                  <a:cubicBezTo>
                    <a:pt x="10438" y="181"/>
                    <a:pt x="10294" y="199"/>
                    <a:pt x="10146" y="199"/>
                  </a:cubicBezTo>
                  <a:cubicBezTo>
                    <a:pt x="9938" y="199"/>
                    <a:pt x="9721" y="163"/>
                    <a:pt x="9665" y="130"/>
                  </a:cubicBezTo>
                  <a:cubicBezTo>
                    <a:pt x="9600" y="130"/>
                    <a:pt x="9535" y="146"/>
                    <a:pt x="9478" y="187"/>
                  </a:cubicBezTo>
                  <a:cubicBezTo>
                    <a:pt x="9429" y="244"/>
                    <a:pt x="9383" y="272"/>
                    <a:pt x="9348" y="272"/>
                  </a:cubicBezTo>
                  <a:cubicBezTo>
                    <a:pt x="9314" y="272"/>
                    <a:pt x="9292" y="244"/>
                    <a:pt x="9292" y="187"/>
                  </a:cubicBezTo>
                  <a:cubicBezTo>
                    <a:pt x="9292" y="126"/>
                    <a:pt x="9292" y="96"/>
                    <a:pt x="9279" y="96"/>
                  </a:cubicBezTo>
                  <a:cubicBezTo>
                    <a:pt x="9267" y="96"/>
                    <a:pt x="9243" y="126"/>
                    <a:pt x="9194" y="187"/>
                  </a:cubicBezTo>
                  <a:cubicBezTo>
                    <a:pt x="9155" y="210"/>
                    <a:pt x="9054" y="224"/>
                    <a:pt x="8954" y="224"/>
                  </a:cubicBezTo>
                  <a:cubicBezTo>
                    <a:pt x="8809" y="224"/>
                    <a:pt x="8666" y="194"/>
                    <a:pt x="8724" y="122"/>
                  </a:cubicBezTo>
                  <a:lnTo>
                    <a:pt x="8724" y="0"/>
                  </a:lnTo>
                  <a:close/>
                  <a:moveTo>
                    <a:pt x="13164" y="11096"/>
                  </a:moveTo>
                  <a:cubicBezTo>
                    <a:pt x="13150" y="11096"/>
                    <a:pt x="13105" y="11109"/>
                    <a:pt x="13029" y="11132"/>
                  </a:cubicBezTo>
                  <a:lnTo>
                    <a:pt x="12551" y="11132"/>
                  </a:lnTo>
                  <a:cubicBezTo>
                    <a:pt x="12462" y="11132"/>
                    <a:pt x="12364" y="11189"/>
                    <a:pt x="12364" y="11254"/>
                  </a:cubicBezTo>
                  <a:cubicBezTo>
                    <a:pt x="12298" y="11168"/>
                    <a:pt x="12197" y="11124"/>
                    <a:pt x="12096" y="11124"/>
                  </a:cubicBezTo>
                  <a:cubicBezTo>
                    <a:pt x="12025" y="11124"/>
                    <a:pt x="11954" y="11146"/>
                    <a:pt x="11894" y="11189"/>
                  </a:cubicBezTo>
                  <a:lnTo>
                    <a:pt x="11708" y="11189"/>
                  </a:lnTo>
                  <a:cubicBezTo>
                    <a:pt x="11698" y="11188"/>
                    <a:pt x="11689" y="11188"/>
                    <a:pt x="11680" y="11188"/>
                  </a:cubicBezTo>
                  <a:cubicBezTo>
                    <a:pt x="11618" y="11188"/>
                    <a:pt x="11563" y="11211"/>
                    <a:pt x="11513" y="11246"/>
                  </a:cubicBezTo>
                  <a:cubicBezTo>
                    <a:pt x="11484" y="11265"/>
                    <a:pt x="11456" y="11273"/>
                    <a:pt x="11428" y="11273"/>
                  </a:cubicBezTo>
                  <a:cubicBezTo>
                    <a:pt x="11362" y="11273"/>
                    <a:pt x="11298" y="11229"/>
                    <a:pt x="11229" y="11189"/>
                  </a:cubicBezTo>
                  <a:cubicBezTo>
                    <a:pt x="11166" y="11143"/>
                    <a:pt x="11098" y="11101"/>
                    <a:pt x="11065" y="11101"/>
                  </a:cubicBezTo>
                  <a:cubicBezTo>
                    <a:pt x="11051" y="11101"/>
                    <a:pt x="11043" y="11108"/>
                    <a:pt x="11043" y="11124"/>
                  </a:cubicBezTo>
                  <a:cubicBezTo>
                    <a:pt x="11043" y="11189"/>
                    <a:pt x="10856" y="11246"/>
                    <a:pt x="10759" y="11303"/>
                  </a:cubicBezTo>
                  <a:cubicBezTo>
                    <a:pt x="10730" y="11322"/>
                    <a:pt x="10702" y="11330"/>
                    <a:pt x="10679" y="11330"/>
                  </a:cubicBezTo>
                  <a:cubicBezTo>
                    <a:pt x="10625" y="11330"/>
                    <a:pt x="10599" y="11286"/>
                    <a:pt x="10662" y="11246"/>
                  </a:cubicBezTo>
                  <a:cubicBezTo>
                    <a:pt x="10670" y="11181"/>
                    <a:pt x="10670" y="11181"/>
                    <a:pt x="10475" y="11124"/>
                  </a:cubicBezTo>
                  <a:cubicBezTo>
                    <a:pt x="10386" y="11124"/>
                    <a:pt x="10192" y="11124"/>
                    <a:pt x="10192" y="11181"/>
                  </a:cubicBezTo>
                  <a:cubicBezTo>
                    <a:pt x="10192" y="11212"/>
                    <a:pt x="10059" y="11227"/>
                    <a:pt x="9912" y="11227"/>
                  </a:cubicBezTo>
                  <a:cubicBezTo>
                    <a:pt x="9755" y="11227"/>
                    <a:pt x="9581" y="11210"/>
                    <a:pt x="9535" y="11181"/>
                  </a:cubicBezTo>
                  <a:lnTo>
                    <a:pt x="9348" y="11181"/>
                  </a:lnTo>
                  <a:cubicBezTo>
                    <a:pt x="9251" y="11181"/>
                    <a:pt x="9154" y="11238"/>
                    <a:pt x="9065" y="11238"/>
                  </a:cubicBezTo>
                  <a:cubicBezTo>
                    <a:pt x="8992" y="11238"/>
                    <a:pt x="8927" y="11262"/>
                    <a:pt x="8870" y="11295"/>
                  </a:cubicBezTo>
                  <a:cubicBezTo>
                    <a:pt x="8781" y="11295"/>
                    <a:pt x="8684" y="11295"/>
                    <a:pt x="8684" y="11238"/>
                  </a:cubicBezTo>
                  <a:cubicBezTo>
                    <a:pt x="8635" y="11295"/>
                    <a:pt x="8611" y="11323"/>
                    <a:pt x="8587" y="11323"/>
                  </a:cubicBezTo>
                  <a:cubicBezTo>
                    <a:pt x="8564" y="11323"/>
                    <a:pt x="8542" y="11295"/>
                    <a:pt x="8497" y="11238"/>
                  </a:cubicBezTo>
                  <a:cubicBezTo>
                    <a:pt x="8497" y="11177"/>
                    <a:pt x="8497" y="11147"/>
                    <a:pt x="8485" y="11147"/>
                  </a:cubicBezTo>
                  <a:cubicBezTo>
                    <a:pt x="8473" y="11147"/>
                    <a:pt x="8448" y="11177"/>
                    <a:pt x="8400" y="11238"/>
                  </a:cubicBezTo>
                  <a:cubicBezTo>
                    <a:pt x="8353" y="11265"/>
                    <a:pt x="8328" y="11279"/>
                    <a:pt x="8306" y="11279"/>
                  </a:cubicBezTo>
                  <a:cubicBezTo>
                    <a:pt x="8282" y="11279"/>
                    <a:pt x="8259" y="11263"/>
                    <a:pt x="8213" y="11230"/>
                  </a:cubicBezTo>
                  <a:cubicBezTo>
                    <a:pt x="8213" y="11201"/>
                    <a:pt x="8191" y="11187"/>
                    <a:pt x="8168" y="11187"/>
                  </a:cubicBezTo>
                  <a:cubicBezTo>
                    <a:pt x="8144" y="11187"/>
                    <a:pt x="8120" y="11201"/>
                    <a:pt x="8116" y="11230"/>
                  </a:cubicBezTo>
                  <a:cubicBezTo>
                    <a:pt x="8055" y="11305"/>
                    <a:pt x="7923" y="11356"/>
                    <a:pt x="7833" y="11356"/>
                  </a:cubicBezTo>
                  <a:cubicBezTo>
                    <a:pt x="7779" y="11356"/>
                    <a:pt x="7740" y="11337"/>
                    <a:pt x="7743" y="11295"/>
                  </a:cubicBezTo>
                  <a:cubicBezTo>
                    <a:pt x="7670" y="11295"/>
                    <a:pt x="7605" y="11311"/>
                    <a:pt x="7548" y="11351"/>
                  </a:cubicBezTo>
                  <a:cubicBezTo>
                    <a:pt x="7500" y="11412"/>
                    <a:pt x="7476" y="11443"/>
                    <a:pt x="7464" y="11443"/>
                  </a:cubicBezTo>
                  <a:cubicBezTo>
                    <a:pt x="7453" y="11443"/>
                    <a:pt x="7455" y="11412"/>
                    <a:pt x="7459" y="11351"/>
                  </a:cubicBezTo>
                  <a:cubicBezTo>
                    <a:pt x="7411" y="11290"/>
                    <a:pt x="7362" y="11260"/>
                    <a:pt x="7314" y="11260"/>
                  </a:cubicBezTo>
                  <a:cubicBezTo>
                    <a:pt x="7267" y="11260"/>
                    <a:pt x="7220" y="11290"/>
                    <a:pt x="7176" y="11351"/>
                  </a:cubicBezTo>
                  <a:cubicBezTo>
                    <a:pt x="7143" y="11368"/>
                    <a:pt x="7111" y="11376"/>
                    <a:pt x="7078" y="11376"/>
                  </a:cubicBezTo>
                  <a:cubicBezTo>
                    <a:pt x="7046" y="11376"/>
                    <a:pt x="7013" y="11368"/>
                    <a:pt x="6981" y="11351"/>
                  </a:cubicBezTo>
                  <a:cubicBezTo>
                    <a:pt x="6871" y="11313"/>
                    <a:pt x="6628" y="11275"/>
                    <a:pt x="6468" y="11275"/>
                  </a:cubicBezTo>
                  <a:cubicBezTo>
                    <a:pt x="6461" y="11275"/>
                    <a:pt x="6454" y="11275"/>
                    <a:pt x="6448" y="11275"/>
                  </a:cubicBezTo>
                  <a:lnTo>
                    <a:pt x="6448" y="11275"/>
                  </a:lnTo>
                  <a:cubicBezTo>
                    <a:pt x="6290" y="11641"/>
                    <a:pt x="5935" y="11901"/>
                    <a:pt x="5513" y="11919"/>
                  </a:cubicBezTo>
                  <a:cubicBezTo>
                    <a:pt x="5619" y="11919"/>
                    <a:pt x="5830" y="11992"/>
                    <a:pt x="5830" y="12057"/>
                  </a:cubicBezTo>
                  <a:cubicBezTo>
                    <a:pt x="5876" y="12083"/>
                    <a:pt x="5917" y="12097"/>
                    <a:pt x="5943" y="12097"/>
                  </a:cubicBezTo>
                  <a:cubicBezTo>
                    <a:pt x="5981" y="12097"/>
                    <a:pt x="5988" y="12067"/>
                    <a:pt x="5935" y="12000"/>
                  </a:cubicBezTo>
                  <a:cubicBezTo>
                    <a:pt x="5935" y="11878"/>
                    <a:pt x="5935" y="11878"/>
                    <a:pt x="6130" y="11878"/>
                  </a:cubicBezTo>
                  <a:cubicBezTo>
                    <a:pt x="6219" y="11878"/>
                    <a:pt x="6316" y="11878"/>
                    <a:pt x="6316" y="11943"/>
                  </a:cubicBezTo>
                  <a:cubicBezTo>
                    <a:pt x="6316" y="12000"/>
                    <a:pt x="6316" y="12000"/>
                    <a:pt x="6503" y="12000"/>
                  </a:cubicBezTo>
                  <a:cubicBezTo>
                    <a:pt x="6754" y="11992"/>
                    <a:pt x="6997" y="11886"/>
                    <a:pt x="7167" y="11708"/>
                  </a:cubicBezTo>
                  <a:cubicBezTo>
                    <a:pt x="7167" y="11647"/>
                    <a:pt x="7167" y="11617"/>
                    <a:pt x="7180" y="11617"/>
                  </a:cubicBezTo>
                  <a:cubicBezTo>
                    <a:pt x="7192" y="11617"/>
                    <a:pt x="7216" y="11647"/>
                    <a:pt x="7265" y="11708"/>
                  </a:cubicBezTo>
                  <a:cubicBezTo>
                    <a:pt x="7265" y="11765"/>
                    <a:pt x="7354" y="11765"/>
                    <a:pt x="7451" y="11765"/>
                  </a:cubicBezTo>
                  <a:cubicBezTo>
                    <a:pt x="7451" y="11746"/>
                    <a:pt x="7462" y="11740"/>
                    <a:pt x="7473" y="11740"/>
                  </a:cubicBezTo>
                  <a:cubicBezTo>
                    <a:pt x="7494" y="11740"/>
                    <a:pt x="7516" y="11765"/>
                    <a:pt x="7451" y="11765"/>
                  </a:cubicBezTo>
                  <a:cubicBezTo>
                    <a:pt x="7451" y="11822"/>
                    <a:pt x="7354" y="11822"/>
                    <a:pt x="7265" y="11822"/>
                  </a:cubicBezTo>
                  <a:lnTo>
                    <a:pt x="7257" y="11886"/>
                  </a:lnTo>
                  <a:cubicBezTo>
                    <a:pt x="7305" y="11947"/>
                    <a:pt x="7354" y="11978"/>
                    <a:pt x="7402" y="11978"/>
                  </a:cubicBezTo>
                  <a:cubicBezTo>
                    <a:pt x="7449" y="11978"/>
                    <a:pt x="7496" y="11947"/>
                    <a:pt x="7540" y="11886"/>
                  </a:cubicBezTo>
                  <a:cubicBezTo>
                    <a:pt x="7589" y="11858"/>
                    <a:pt x="7613" y="11844"/>
                    <a:pt x="7638" y="11844"/>
                  </a:cubicBezTo>
                  <a:cubicBezTo>
                    <a:pt x="7662" y="11844"/>
                    <a:pt x="7686" y="11858"/>
                    <a:pt x="7735" y="11886"/>
                  </a:cubicBezTo>
                  <a:cubicBezTo>
                    <a:pt x="7800" y="11928"/>
                    <a:pt x="7869" y="11973"/>
                    <a:pt x="7902" y="11973"/>
                  </a:cubicBezTo>
                  <a:cubicBezTo>
                    <a:pt x="7914" y="11973"/>
                    <a:pt x="7921" y="11967"/>
                    <a:pt x="7921" y="11951"/>
                  </a:cubicBezTo>
                  <a:cubicBezTo>
                    <a:pt x="7934" y="11950"/>
                    <a:pt x="7947" y="11950"/>
                    <a:pt x="7959" y="11950"/>
                  </a:cubicBezTo>
                  <a:cubicBezTo>
                    <a:pt x="8044" y="11950"/>
                    <a:pt x="8128" y="11973"/>
                    <a:pt x="8205" y="12008"/>
                  </a:cubicBezTo>
                  <a:cubicBezTo>
                    <a:pt x="8392" y="12008"/>
                    <a:pt x="8489" y="12008"/>
                    <a:pt x="8489" y="11951"/>
                  </a:cubicBezTo>
                  <a:cubicBezTo>
                    <a:pt x="8489" y="11903"/>
                    <a:pt x="8538" y="11891"/>
                    <a:pt x="8602" y="11891"/>
                  </a:cubicBezTo>
                  <a:cubicBezTo>
                    <a:pt x="8625" y="11891"/>
                    <a:pt x="8650" y="11892"/>
                    <a:pt x="8675" y="11895"/>
                  </a:cubicBezTo>
                  <a:cubicBezTo>
                    <a:pt x="8773" y="11895"/>
                    <a:pt x="8862" y="11895"/>
                    <a:pt x="8862" y="11830"/>
                  </a:cubicBezTo>
                  <a:cubicBezTo>
                    <a:pt x="8862" y="11773"/>
                    <a:pt x="8959" y="11716"/>
                    <a:pt x="9146" y="11716"/>
                  </a:cubicBezTo>
                  <a:cubicBezTo>
                    <a:pt x="9228" y="11689"/>
                    <a:pt x="9275" y="11673"/>
                    <a:pt x="9309" y="11673"/>
                  </a:cubicBezTo>
                  <a:cubicBezTo>
                    <a:pt x="9356" y="11673"/>
                    <a:pt x="9378" y="11703"/>
                    <a:pt x="9429" y="11773"/>
                  </a:cubicBezTo>
                  <a:cubicBezTo>
                    <a:pt x="9429" y="11838"/>
                    <a:pt x="9527" y="11838"/>
                    <a:pt x="9616" y="11838"/>
                  </a:cubicBezTo>
                  <a:cubicBezTo>
                    <a:pt x="9689" y="11838"/>
                    <a:pt x="9754" y="11862"/>
                    <a:pt x="9811" y="11895"/>
                  </a:cubicBezTo>
                  <a:cubicBezTo>
                    <a:pt x="9837" y="11914"/>
                    <a:pt x="9856" y="11922"/>
                    <a:pt x="9869" y="11922"/>
                  </a:cubicBezTo>
                  <a:cubicBezTo>
                    <a:pt x="9900" y="11922"/>
                    <a:pt x="9900" y="11878"/>
                    <a:pt x="9900" y="11838"/>
                  </a:cubicBezTo>
                  <a:lnTo>
                    <a:pt x="9908" y="11716"/>
                  </a:lnTo>
                  <a:cubicBezTo>
                    <a:pt x="9997" y="11732"/>
                    <a:pt x="10070" y="11805"/>
                    <a:pt x="10094" y="11895"/>
                  </a:cubicBezTo>
                  <a:cubicBezTo>
                    <a:pt x="10139" y="11955"/>
                    <a:pt x="10161" y="11986"/>
                    <a:pt x="10172" y="11986"/>
                  </a:cubicBezTo>
                  <a:cubicBezTo>
                    <a:pt x="10184" y="11986"/>
                    <a:pt x="10184" y="11955"/>
                    <a:pt x="10184" y="11895"/>
                  </a:cubicBezTo>
                  <a:cubicBezTo>
                    <a:pt x="10184" y="11854"/>
                    <a:pt x="10232" y="11814"/>
                    <a:pt x="10327" y="11814"/>
                  </a:cubicBezTo>
                  <a:cubicBezTo>
                    <a:pt x="10366" y="11814"/>
                    <a:pt x="10413" y="11821"/>
                    <a:pt x="10467" y="11838"/>
                  </a:cubicBezTo>
                  <a:cubicBezTo>
                    <a:pt x="10662" y="11838"/>
                    <a:pt x="10848" y="11838"/>
                    <a:pt x="10848" y="11903"/>
                  </a:cubicBezTo>
                  <a:cubicBezTo>
                    <a:pt x="10877" y="11919"/>
                    <a:pt x="10909" y="11927"/>
                    <a:pt x="10942" y="11927"/>
                  </a:cubicBezTo>
                  <a:cubicBezTo>
                    <a:pt x="10974" y="11927"/>
                    <a:pt x="11006" y="11919"/>
                    <a:pt x="11035" y="11903"/>
                  </a:cubicBezTo>
                  <a:cubicBezTo>
                    <a:pt x="11083" y="11874"/>
                    <a:pt x="11130" y="11860"/>
                    <a:pt x="11200" y="11860"/>
                  </a:cubicBezTo>
                  <a:cubicBezTo>
                    <a:pt x="11270" y="11860"/>
                    <a:pt x="11363" y="11874"/>
                    <a:pt x="11505" y="11903"/>
                  </a:cubicBezTo>
                  <a:cubicBezTo>
                    <a:pt x="11740" y="11963"/>
                    <a:pt x="11858" y="11994"/>
                    <a:pt x="11917" y="11994"/>
                  </a:cubicBezTo>
                  <a:cubicBezTo>
                    <a:pt x="11975" y="11994"/>
                    <a:pt x="11975" y="11963"/>
                    <a:pt x="11975" y="11903"/>
                  </a:cubicBezTo>
                  <a:cubicBezTo>
                    <a:pt x="11975" y="11870"/>
                    <a:pt x="11978" y="11837"/>
                    <a:pt x="11997" y="11837"/>
                  </a:cubicBezTo>
                  <a:cubicBezTo>
                    <a:pt x="12012" y="11837"/>
                    <a:pt x="12035" y="11855"/>
                    <a:pt x="12073" y="11903"/>
                  </a:cubicBezTo>
                  <a:cubicBezTo>
                    <a:pt x="12101" y="11922"/>
                    <a:pt x="12130" y="11930"/>
                    <a:pt x="12160" y="11930"/>
                  </a:cubicBezTo>
                  <a:cubicBezTo>
                    <a:pt x="12232" y="11930"/>
                    <a:pt x="12317" y="11886"/>
                    <a:pt x="12454" y="11846"/>
                  </a:cubicBezTo>
                  <a:cubicBezTo>
                    <a:pt x="12519" y="11789"/>
                    <a:pt x="12559" y="11700"/>
                    <a:pt x="12551" y="11611"/>
                  </a:cubicBezTo>
                  <a:cubicBezTo>
                    <a:pt x="12551" y="11540"/>
                    <a:pt x="12551" y="11511"/>
                    <a:pt x="12587" y="11511"/>
                  </a:cubicBezTo>
                  <a:cubicBezTo>
                    <a:pt x="12613" y="11511"/>
                    <a:pt x="12659" y="11527"/>
                    <a:pt x="12737" y="11554"/>
                  </a:cubicBezTo>
                  <a:cubicBezTo>
                    <a:pt x="12835" y="11554"/>
                    <a:pt x="12924" y="11611"/>
                    <a:pt x="12924" y="11668"/>
                  </a:cubicBezTo>
                  <a:cubicBezTo>
                    <a:pt x="12924" y="11732"/>
                    <a:pt x="12827" y="11732"/>
                    <a:pt x="12827" y="11732"/>
                  </a:cubicBezTo>
                  <a:lnTo>
                    <a:pt x="12737" y="11732"/>
                  </a:lnTo>
                  <a:cubicBezTo>
                    <a:pt x="12737" y="11789"/>
                    <a:pt x="12737" y="11846"/>
                    <a:pt x="12924" y="11854"/>
                  </a:cubicBezTo>
                  <a:cubicBezTo>
                    <a:pt x="12969" y="11882"/>
                    <a:pt x="13015" y="11897"/>
                    <a:pt x="13051" y="11897"/>
                  </a:cubicBezTo>
                  <a:cubicBezTo>
                    <a:pt x="13086" y="11897"/>
                    <a:pt x="13110" y="11882"/>
                    <a:pt x="13110" y="11854"/>
                  </a:cubicBezTo>
                  <a:cubicBezTo>
                    <a:pt x="13208" y="11911"/>
                    <a:pt x="13394" y="11911"/>
                    <a:pt x="13581" y="11911"/>
                  </a:cubicBezTo>
                  <a:cubicBezTo>
                    <a:pt x="13767" y="11911"/>
                    <a:pt x="14051" y="11919"/>
                    <a:pt x="14148" y="11976"/>
                  </a:cubicBezTo>
                  <a:cubicBezTo>
                    <a:pt x="14335" y="11976"/>
                    <a:pt x="14432" y="11976"/>
                    <a:pt x="14432" y="11919"/>
                  </a:cubicBezTo>
                  <a:cubicBezTo>
                    <a:pt x="14432" y="11847"/>
                    <a:pt x="14466" y="11817"/>
                    <a:pt x="14494" y="11817"/>
                  </a:cubicBezTo>
                  <a:cubicBezTo>
                    <a:pt x="14513" y="11817"/>
                    <a:pt x="14529" y="11831"/>
                    <a:pt x="14529" y="11854"/>
                  </a:cubicBezTo>
                  <a:cubicBezTo>
                    <a:pt x="14586" y="11931"/>
                    <a:pt x="15103" y="11986"/>
                    <a:pt x="15497" y="11986"/>
                  </a:cubicBezTo>
                  <a:cubicBezTo>
                    <a:pt x="15721" y="11986"/>
                    <a:pt x="15905" y="11968"/>
                    <a:pt x="15940" y="11927"/>
                  </a:cubicBezTo>
                  <a:lnTo>
                    <a:pt x="16126" y="11927"/>
                  </a:lnTo>
                  <a:cubicBezTo>
                    <a:pt x="16227" y="11956"/>
                    <a:pt x="16425" y="11973"/>
                    <a:pt x="16606" y="11973"/>
                  </a:cubicBezTo>
                  <a:cubicBezTo>
                    <a:pt x="16776" y="11973"/>
                    <a:pt x="16931" y="11958"/>
                    <a:pt x="16978" y="11927"/>
                  </a:cubicBezTo>
                  <a:lnTo>
                    <a:pt x="17262" y="11927"/>
                  </a:lnTo>
                  <a:cubicBezTo>
                    <a:pt x="17358" y="11960"/>
                    <a:pt x="17430" y="11977"/>
                    <a:pt x="17492" y="11977"/>
                  </a:cubicBezTo>
                  <a:cubicBezTo>
                    <a:pt x="17549" y="11977"/>
                    <a:pt x="17596" y="11962"/>
                    <a:pt x="17643" y="11935"/>
                  </a:cubicBezTo>
                  <a:cubicBezTo>
                    <a:pt x="17706" y="11889"/>
                    <a:pt x="17724" y="11847"/>
                    <a:pt x="17730" y="11847"/>
                  </a:cubicBezTo>
                  <a:cubicBezTo>
                    <a:pt x="17732" y="11847"/>
                    <a:pt x="17732" y="11854"/>
                    <a:pt x="17732" y="11870"/>
                  </a:cubicBezTo>
                  <a:cubicBezTo>
                    <a:pt x="17732" y="11935"/>
                    <a:pt x="17926" y="11935"/>
                    <a:pt x="18299" y="11935"/>
                  </a:cubicBezTo>
                  <a:cubicBezTo>
                    <a:pt x="18680" y="11935"/>
                    <a:pt x="18680" y="11935"/>
                    <a:pt x="18583" y="11878"/>
                  </a:cubicBezTo>
                  <a:cubicBezTo>
                    <a:pt x="18695" y="11862"/>
                    <a:pt x="18774" y="11855"/>
                    <a:pt x="18829" y="11855"/>
                  </a:cubicBezTo>
                  <a:cubicBezTo>
                    <a:pt x="18964" y="11855"/>
                    <a:pt x="18964" y="11895"/>
                    <a:pt x="18964" y="11935"/>
                  </a:cubicBezTo>
                  <a:cubicBezTo>
                    <a:pt x="18920" y="11990"/>
                    <a:pt x="18934" y="12020"/>
                    <a:pt x="18972" y="12020"/>
                  </a:cubicBezTo>
                  <a:cubicBezTo>
                    <a:pt x="19017" y="12020"/>
                    <a:pt x="19097" y="11976"/>
                    <a:pt x="19151" y="11878"/>
                  </a:cubicBezTo>
                  <a:cubicBezTo>
                    <a:pt x="19206" y="11809"/>
                    <a:pt x="19291" y="11782"/>
                    <a:pt x="19353" y="11782"/>
                  </a:cubicBezTo>
                  <a:cubicBezTo>
                    <a:pt x="19400" y="11782"/>
                    <a:pt x="19434" y="11797"/>
                    <a:pt x="19434" y="11822"/>
                  </a:cubicBezTo>
                  <a:cubicBezTo>
                    <a:pt x="19434" y="11878"/>
                    <a:pt x="19337" y="11878"/>
                    <a:pt x="19248" y="11878"/>
                  </a:cubicBezTo>
                  <a:lnTo>
                    <a:pt x="19240" y="12000"/>
                  </a:lnTo>
                  <a:cubicBezTo>
                    <a:pt x="19249" y="12001"/>
                    <a:pt x="19259" y="12001"/>
                    <a:pt x="19268" y="12001"/>
                  </a:cubicBezTo>
                  <a:cubicBezTo>
                    <a:pt x="19329" y="12001"/>
                    <a:pt x="19385" y="11978"/>
                    <a:pt x="19434" y="11943"/>
                  </a:cubicBezTo>
                  <a:cubicBezTo>
                    <a:pt x="19499" y="11935"/>
                    <a:pt x="19564" y="11919"/>
                    <a:pt x="19621" y="11878"/>
                  </a:cubicBezTo>
                  <a:cubicBezTo>
                    <a:pt x="19718" y="11822"/>
                    <a:pt x="19718" y="11765"/>
                    <a:pt x="19621" y="11700"/>
                  </a:cubicBezTo>
                  <a:cubicBezTo>
                    <a:pt x="19532" y="11643"/>
                    <a:pt x="19629" y="11643"/>
                    <a:pt x="19718" y="11643"/>
                  </a:cubicBezTo>
                  <a:cubicBezTo>
                    <a:pt x="19905" y="11708"/>
                    <a:pt x="19905" y="11765"/>
                    <a:pt x="19816" y="11822"/>
                  </a:cubicBezTo>
                  <a:cubicBezTo>
                    <a:pt x="19718" y="11822"/>
                    <a:pt x="19718" y="11886"/>
                    <a:pt x="19718" y="11943"/>
                  </a:cubicBezTo>
                  <a:cubicBezTo>
                    <a:pt x="19718" y="11954"/>
                    <a:pt x="19734" y="11958"/>
                    <a:pt x="19760" y="11958"/>
                  </a:cubicBezTo>
                  <a:cubicBezTo>
                    <a:pt x="19877" y="11958"/>
                    <a:pt x="20206" y="11864"/>
                    <a:pt x="20286" y="11765"/>
                  </a:cubicBezTo>
                  <a:lnTo>
                    <a:pt x="20286" y="11822"/>
                  </a:lnTo>
                  <a:cubicBezTo>
                    <a:pt x="20286" y="11886"/>
                    <a:pt x="20472" y="11886"/>
                    <a:pt x="20659" y="11886"/>
                  </a:cubicBezTo>
                  <a:cubicBezTo>
                    <a:pt x="20845" y="11886"/>
                    <a:pt x="20943" y="11886"/>
                    <a:pt x="20943" y="11830"/>
                  </a:cubicBezTo>
                  <a:cubicBezTo>
                    <a:pt x="20943" y="11765"/>
                    <a:pt x="20943" y="11708"/>
                    <a:pt x="21040" y="11708"/>
                  </a:cubicBezTo>
                  <a:cubicBezTo>
                    <a:pt x="20943" y="11708"/>
                    <a:pt x="20943" y="11651"/>
                    <a:pt x="20951" y="11586"/>
                  </a:cubicBezTo>
                  <a:lnTo>
                    <a:pt x="20951" y="11586"/>
                  </a:lnTo>
                  <a:cubicBezTo>
                    <a:pt x="21048" y="11619"/>
                    <a:pt x="21137" y="11659"/>
                    <a:pt x="21226" y="11708"/>
                  </a:cubicBezTo>
                  <a:cubicBezTo>
                    <a:pt x="21413" y="11830"/>
                    <a:pt x="21607" y="11895"/>
                    <a:pt x="21980" y="11895"/>
                  </a:cubicBezTo>
                  <a:cubicBezTo>
                    <a:pt x="22167" y="11895"/>
                    <a:pt x="22451" y="11895"/>
                    <a:pt x="22548" y="11951"/>
                  </a:cubicBezTo>
                  <a:cubicBezTo>
                    <a:pt x="22597" y="11953"/>
                    <a:pt x="22639" y="11955"/>
                    <a:pt x="22676" y="11955"/>
                  </a:cubicBezTo>
                  <a:cubicBezTo>
                    <a:pt x="22779" y="11955"/>
                    <a:pt x="22832" y="11942"/>
                    <a:pt x="22832" y="11895"/>
                  </a:cubicBezTo>
                  <a:lnTo>
                    <a:pt x="23018" y="11895"/>
                  </a:lnTo>
                  <a:cubicBezTo>
                    <a:pt x="23068" y="11928"/>
                    <a:pt x="23142" y="11944"/>
                    <a:pt x="23202" y="11944"/>
                  </a:cubicBezTo>
                  <a:cubicBezTo>
                    <a:pt x="23258" y="11944"/>
                    <a:pt x="23302" y="11930"/>
                    <a:pt x="23302" y="11903"/>
                  </a:cubicBezTo>
                  <a:cubicBezTo>
                    <a:pt x="23334" y="11881"/>
                    <a:pt x="23366" y="11874"/>
                    <a:pt x="23397" y="11874"/>
                  </a:cubicBezTo>
                  <a:cubicBezTo>
                    <a:pt x="23460" y="11874"/>
                    <a:pt x="23521" y="11903"/>
                    <a:pt x="23586" y="11903"/>
                  </a:cubicBezTo>
                  <a:cubicBezTo>
                    <a:pt x="23669" y="11957"/>
                    <a:pt x="23715" y="11987"/>
                    <a:pt x="23733" y="11987"/>
                  </a:cubicBezTo>
                  <a:cubicBezTo>
                    <a:pt x="23754" y="11987"/>
                    <a:pt x="23732" y="11941"/>
                    <a:pt x="23683" y="11838"/>
                  </a:cubicBezTo>
                  <a:cubicBezTo>
                    <a:pt x="23683" y="11781"/>
                    <a:pt x="23496" y="11724"/>
                    <a:pt x="23399" y="11716"/>
                  </a:cubicBezTo>
                  <a:lnTo>
                    <a:pt x="23115" y="11716"/>
                  </a:lnTo>
                  <a:lnTo>
                    <a:pt x="23399" y="11659"/>
                  </a:lnTo>
                  <a:cubicBezTo>
                    <a:pt x="23496" y="11659"/>
                    <a:pt x="23683" y="11603"/>
                    <a:pt x="23683" y="11546"/>
                  </a:cubicBezTo>
                  <a:cubicBezTo>
                    <a:pt x="23683" y="11546"/>
                    <a:pt x="23683" y="11481"/>
                    <a:pt x="23780" y="11481"/>
                  </a:cubicBezTo>
                  <a:lnTo>
                    <a:pt x="23780" y="11603"/>
                  </a:lnTo>
                  <a:cubicBezTo>
                    <a:pt x="23707" y="11635"/>
                    <a:pt x="23675" y="11708"/>
                    <a:pt x="23683" y="11781"/>
                  </a:cubicBezTo>
                  <a:cubicBezTo>
                    <a:pt x="23738" y="11857"/>
                    <a:pt x="23869" y="11907"/>
                    <a:pt x="23960" y="11907"/>
                  </a:cubicBezTo>
                  <a:cubicBezTo>
                    <a:pt x="24015" y="11907"/>
                    <a:pt x="24056" y="11889"/>
                    <a:pt x="24056" y="11846"/>
                  </a:cubicBezTo>
                  <a:cubicBezTo>
                    <a:pt x="24068" y="11845"/>
                    <a:pt x="24079" y="11844"/>
                    <a:pt x="24091" y="11844"/>
                  </a:cubicBezTo>
                  <a:cubicBezTo>
                    <a:pt x="24149" y="11844"/>
                    <a:pt x="24202" y="11862"/>
                    <a:pt x="24242" y="11903"/>
                  </a:cubicBezTo>
                  <a:cubicBezTo>
                    <a:pt x="24242" y="11927"/>
                    <a:pt x="24260" y="11942"/>
                    <a:pt x="24289" y="11942"/>
                  </a:cubicBezTo>
                  <a:cubicBezTo>
                    <a:pt x="24326" y="11942"/>
                    <a:pt x="24381" y="11915"/>
                    <a:pt x="24437" y="11846"/>
                  </a:cubicBezTo>
                  <a:cubicBezTo>
                    <a:pt x="24486" y="11785"/>
                    <a:pt x="24532" y="11755"/>
                    <a:pt x="24579" y="11755"/>
                  </a:cubicBezTo>
                  <a:cubicBezTo>
                    <a:pt x="24625" y="11755"/>
                    <a:pt x="24672" y="11785"/>
                    <a:pt x="24721" y="11846"/>
                  </a:cubicBezTo>
                  <a:cubicBezTo>
                    <a:pt x="24832" y="11918"/>
                    <a:pt x="25008" y="11947"/>
                    <a:pt x="25133" y="11947"/>
                  </a:cubicBezTo>
                  <a:cubicBezTo>
                    <a:pt x="25219" y="11947"/>
                    <a:pt x="25280" y="11934"/>
                    <a:pt x="25280" y="11911"/>
                  </a:cubicBezTo>
                  <a:cubicBezTo>
                    <a:pt x="25285" y="11840"/>
                    <a:pt x="25382" y="11811"/>
                    <a:pt x="25480" y="11811"/>
                  </a:cubicBezTo>
                  <a:cubicBezTo>
                    <a:pt x="25551" y="11811"/>
                    <a:pt x="25624" y="11827"/>
                    <a:pt x="25661" y="11854"/>
                  </a:cubicBezTo>
                  <a:cubicBezTo>
                    <a:pt x="25706" y="11882"/>
                    <a:pt x="25756" y="11897"/>
                    <a:pt x="25806" y="11897"/>
                  </a:cubicBezTo>
                  <a:cubicBezTo>
                    <a:pt x="25856" y="11897"/>
                    <a:pt x="25904" y="11882"/>
                    <a:pt x="25945" y="11854"/>
                  </a:cubicBezTo>
                  <a:cubicBezTo>
                    <a:pt x="25945" y="11894"/>
                    <a:pt x="25993" y="11938"/>
                    <a:pt x="26053" y="11938"/>
                  </a:cubicBezTo>
                  <a:cubicBezTo>
                    <a:pt x="26078" y="11938"/>
                    <a:pt x="26105" y="11930"/>
                    <a:pt x="26131" y="11911"/>
                  </a:cubicBezTo>
                  <a:cubicBezTo>
                    <a:pt x="26131" y="11911"/>
                    <a:pt x="26229" y="11911"/>
                    <a:pt x="26131" y="11854"/>
                  </a:cubicBezTo>
                  <a:lnTo>
                    <a:pt x="26326" y="11732"/>
                  </a:lnTo>
                  <a:cubicBezTo>
                    <a:pt x="26229" y="11732"/>
                    <a:pt x="26229" y="11676"/>
                    <a:pt x="26229" y="11611"/>
                  </a:cubicBezTo>
                  <a:cubicBezTo>
                    <a:pt x="26229" y="11597"/>
                    <a:pt x="26250" y="11591"/>
                    <a:pt x="26285" y="11591"/>
                  </a:cubicBezTo>
                  <a:cubicBezTo>
                    <a:pt x="26397" y="11591"/>
                    <a:pt x="26654" y="11661"/>
                    <a:pt x="26796" y="11797"/>
                  </a:cubicBezTo>
                  <a:lnTo>
                    <a:pt x="26983" y="11919"/>
                  </a:lnTo>
                  <a:lnTo>
                    <a:pt x="26983" y="11797"/>
                  </a:lnTo>
                  <a:cubicBezTo>
                    <a:pt x="27080" y="11797"/>
                    <a:pt x="27169" y="11797"/>
                    <a:pt x="27169" y="11862"/>
                  </a:cubicBezTo>
                  <a:cubicBezTo>
                    <a:pt x="27169" y="11919"/>
                    <a:pt x="27169" y="11919"/>
                    <a:pt x="27267" y="11919"/>
                  </a:cubicBezTo>
                  <a:cubicBezTo>
                    <a:pt x="27267" y="11919"/>
                    <a:pt x="27364" y="11919"/>
                    <a:pt x="27364" y="11862"/>
                  </a:cubicBezTo>
                  <a:cubicBezTo>
                    <a:pt x="27364" y="11790"/>
                    <a:pt x="27364" y="11761"/>
                    <a:pt x="27383" y="11761"/>
                  </a:cubicBezTo>
                  <a:cubicBezTo>
                    <a:pt x="27395" y="11761"/>
                    <a:pt x="27417" y="11774"/>
                    <a:pt x="27453" y="11797"/>
                  </a:cubicBezTo>
                  <a:cubicBezTo>
                    <a:pt x="27502" y="11858"/>
                    <a:pt x="27548" y="11888"/>
                    <a:pt x="27595" y="11888"/>
                  </a:cubicBezTo>
                  <a:cubicBezTo>
                    <a:pt x="27642" y="11888"/>
                    <a:pt x="27688" y="11858"/>
                    <a:pt x="27737" y="11797"/>
                  </a:cubicBezTo>
                  <a:cubicBezTo>
                    <a:pt x="27737" y="11740"/>
                    <a:pt x="27737" y="11712"/>
                    <a:pt x="27749" y="11712"/>
                  </a:cubicBezTo>
                  <a:cubicBezTo>
                    <a:pt x="27761" y="11712"/>
                    <a:pt x="27785" y="11740"/>
                    <a:pt x="27834" y="11797"/>
                  </a:cubicBezTo>
                  <a:cubicBezTo>
                    <a:pt x="27834" y="11862"/>
                    <a:pt x="27923" y="11919"/>
                    <a:pt x="28021" y="11919"/>
                  </a:cubicBezTo>
                  <a:lnTo>
                    <a:pt x="28021" y="11862"/>
                  </a:lnTo>
                  <a:cubicBezTo>
                    <a:pt x="28021" y="11792"/>
                    <a:pt x="28053" y="11762"/>
                    <a:pt x="28098" y="11762"/>
                  </a:cubicBezTo>
                  <a:cubicBezTo>
                    <a:pt x="28130" y="11762"/>
                    <a:pt x="28169" y="11778"/>
                    <a:pt x="28207" y="11805"/>
                  </a:cubicBezTo>
                  <a:cubicBezTo>
                    <a:pt x="28207" y="11834"/>
                    <a:pt x="28231" y="11848"/>
                    <a:pt x="28279" y="11848"/>
                  </a:cubicBezTo>
                  <a:cubicBezTo>
                    <a:pt x="28327" y="11848"/>
                    <a:pt x="28398" y="11834"/>
                    <a:pt x="28491" y="11805"/>
                  </a:cubicBezTo>
                  <a:cubicBezTo>
                    <a:pt x="28685" y="11805"/>
                    <a:pt x="28775" y="11805"/>
                    <a:pt x="28775" y="11862"/>
                  </a:cubicBezTo>
                  <a:cubicBezTo>
                    <a:pt x="28775" y="11923"/>
                    <a:pt x="28775" y="11953"/>
                    <a:pt x="28787" y="11953"/>
                  </a:cubicBezTo>
                  <a:cubicBezTo>
                    <a:pt x="28799" y="11953"/>
                    <a:pt x="28823" y="11923"/>
                    <a:pt x="28872" y="11862"/>
                  </a:cubicBezTo>
                  <a:cubicBezTo>
                    <a:pt x="28919" y="11835"/>
                    <a:pt x="28943" y="11820"/>
                    <a:pt x="28977" y="11820"/>
                  </a:cubicBezTo>
                  <a:cubicBezTo>
                    <a:pt x="29013" y="11820"/>
                    <a:pt x="29059" y="11837"/>
                    <a:pt x="29156" y="11870"/>
                  </a:cubicBezTo>
                  <a:cubicBezTo>
                    <a:pt x="29200" y="11899"/>
                    <a:pt x="29223" y="11913"/>
                    <a:pt x="29246" y="11913"/>
                  </a:cubicBezTo>
                  <a:cubicBezTo>
                    <a:pt x="29269" y="11913"/>
                    <a:pt x="29294" y="11899"/>
                    <a:pt x="29342" y="11870"/>
                  </a:cubicBezTo>
                  <a:cubicBezTo>
                    <a:pt x="29342" y="11749"/>
                    <a:pt x="29342" y="11692"/>
                    <a:pt x="29253" y="11684"/>
                  </a:cubicBezTo>
                  <a:cubicBezTo>
                    <a:pt x="29156" y="11684"/>
                    <a:pt x="29156" y="11684"/>
                    <a:pt x="29156" y="11627"/>
                  </a:cubicBezTo>
                  <a:lnTo>
                    <a:pt x="29342" y="11627"/>
                  </a:lnTo>
                  <a:cubicBezTo>
                    <a:pt x="29359" y="11628"/>
                    <a:pt x="29376" y="11629"/>
                    <a:pt x="29392" y="11629"/>
                  </a:cubicBezTo>
                  <a:cubicBezTo>
                    <a:pt x="29505" y="11629"/>
                    <a:pt x="29617" y="11606"/>
                    <a:pt x="29723" y="11570"/>
                  </a:cubicBezTo>
                  <a:cubicBezTo>
                    <a:pt x="29876" y="11524"/>
                    <a:pt x="29909" y="11434"/>
                    <a:pt x="29809" y="11434"/>
                  </a:cubicBezTo>
                  <a:cubicBezTo>
                    <a:pt x="29787" y="11434"/>
                    <a:pt x="29759" y="11438"/>
                    <a:pt x="29723" y="11449"/>
                  </a:cubicBezTo>
                  <a:lnTo>
                    <a:pt x="29634" y="11392"/>
                  </a:lnTo>
                  <a:cubicBezTo>
                    <a:pt x="29634" y="11303"/>
                    <a:pt x="29587" y="11258"/>
                    <a:pt x="29541" y="11258"/>
                  </a:cubicBezTo>
                  <a:cubicBezTo>
                    <a:pt x="29494" y="11258"/>
                    <a:pt x="29448" y="11303"/>
                    <a:pt x="29448" y="11392"/>
                  </a:cubicBezTo>
                  <a:cubicBezTo>
                    <a:pt x="29443" y="11490"/>
                    <a:pt x="29441" y="11534"/>
                    <a:pt x="29426" y="11534"/>
                  </a:cubicBezTo>
                  <a:cubicBezTo>
                    <a:pt x="29413" y="11534"/>
                    <a:pt x="29391" y="11504"/>
                    <a:pt x="29350" y="11449"/>
                  </a:cubicBezTo>
                  <a:cubicBezTo>
                    <a:pt x="29350" y="11327"/>
                    <a:pt x="29253" y="11327"/>
                    <a:pt x="29164" y="11327"/>
                  </a:cubicBezTo>
                  <a:cubicBezTo>
                    <a:pt x="29066" y="11327"/>
                    <a:pt x="29066" y="11327"/>
                    <a:pt x="29066" y="11270"/>
                  </a:cubicBezTo>
                  <a:cubicBezTo>
                    <a:pt x="29066" y="11213"/>
                    <a:pt x="28977" y="11149"/>
                    <a:pt x="28880" y="11149"/>
                  </a:cubicBezTo>
                  <a:cubicBezTo>
                    <a:pt x="28783" y="11149"/>
                    <a:pt x="28783" y="11149"/>
                    <a:pt x="28783" y="11205"/>
                  </a:cubicBezTo>
                  <a:cubicBezTo>
                    <a:pt x="28824" y="11233"/>
                    <a:pt x="28814" y="11249"/>
                    <a:pt x="28782" y="11249"/>
                  </a:cubicBezTo>
                  <a:cubicBezTo>
                    <a:pt x="28738" y="11249"/>
                    <a:pt x="28652" y="11219"/>
                    <a:pt x="28596" y="11149"/>
                  </a:cubicBezTo>
                  <a:cubicBezTo>
                    <a:pt x="28559" y="11121"/>
                    <a:pt x="28537" y="11105"/>
                    <a:pt x="28524" y="11105"/>
                  </a:cubicBezTo>
                  <a:cubicBezTo>
                    <a:pt x="28506" y="11105"/>
                    <a:pt x="28504" y="11135"/>
                    <a:pt x="28499" y="11205"/>
                  </a:cubicBezTo>
                  <a:cubicBezTo>
                    <a:pt x="28499" y="11266"/>
                    <a:pt x="28452" y="11297"/>
                    <a:pt x="28394" y="11297"/>
                  </a:cubicBezTo>
                  <a:cubicBezTo>
                    <a:pt x="28335" y="11297"/>
                    <a:pt x="28264" y="11266"/>
                    <a:pt x="28215" y="11205"/>
                  </a:cubicBezTo>
                  <a:lnTo>
                    <a:pt x="28029" y="11205"/>
                  </a:lnTo>
                  <a:cubicBezTo>
                    <a:pt x="27940" y="11205"/>
                    <a:pt x="27931" y="11262"/>
                    <a:pt x="27931" y="11327"/>
                  </a:cubicBezTo>
                  <a:cubicBezTo>
                    <a:pt x="27931" y="11393"/>
                    <a:pt x="27931" y="11421"/>
                    <a:pt x="27913" y="11421"/>
                  </a:cubicBezTo>
                  <a:cubicBezTo>
                    <a:pt x="27901" y="11421"/>
                    <a:pt x="27879" y="11407"/>
                    <a:pt x="27842" y="11384"/>
                  </a:cubicBezTo>
                  <a:cubicBezTo>
                    <a:pt x="27745" y="11327"/>
                    <a:pt x="27745" y="11262"/>
                    <a:pt x="27745" y="11262"/>
                  </a:cubicBezTo>
                  <a:cubicBezTo>
                    <a:pt x="27745" y="11205"/>
                    <a:pt x="27656" y="11205"/>
                    <a:pt x="27558" y="11205"/>
                  </a:cubicBezTo>
                  <a:cubicBezTo>
                    <a:pt x="27461" y="11205"/>
                    <a:pt x="27275" y="11205"/>
                    <a:pt x="27275" y="11262"/>
                  </a:cubicBezTo>
                  <a:lnTo>
                    <a:pt x="27275" y="11205"/>
                  </a:lnTo>
                  <a:cubicBezTo>
                    <a:pt x="27210" y="11205"/>
                    <a:pt x="27192" y="11177"/>
                    <a:pt x="27185" y="11177"/>
                  </a:cubicBezTo>
                  <a:cubicBezTo>
                    <a:pt x="27181" y="11177"/>
                    <a:pt x="27180" y="11184"/>
                    <a:pt x="27177" y="11205"/>
                  </a:cubicBezTo>
                  <a:cubicBezTo>
                    <a:pt x="27088" y="11197"/>
                    <a:pt x="26991" y="11173"/>
                    <a:pt x="26902" y="11140"/>
                  </a:cubicBezTo>
                  <a:cubicBezTo>
                    <a:pt x="26866" y="11130"/>
                    <a:pt x="26828" y="11125"/>
                    <a:pt x="26790" y="11125"/>
                  </a:cubicBezTo>
                  <a:cubicBezTo>
                    <a:pt x="26622" y="11125"/>
                    <a:pt x="26475" y="11219"/>
                    <a:pt x="26707" y="11319"/>
                  </a:cubicBezTo>
                  <a:lnTo>
                    <a:pt x="26610" y="11319"/>
                  </a:lnTo>
                  <a:cubicBezTo>
                    <a:pt x="26521" y="11319"/>
                    <a:pt x="26521" y="11376"/>
                    <a:pt x="26521" y="11376"/>
                  </a:cubicBezTo>
                  <a:cubicBezTo>
                    <a:pt x="26521" y="11440"/>
                    <a:pt x="26423" y="11440"/>
                    <a:pt x="26326" y="11440"/>
                  </a:cubicBezTo>
                  <a:lnTo>
                    <a:pt x="26326" y="11319"/>
                  </a:lnTo>
                  <a:cubicBezTo>
                    <a:pt x="26383" y="11214"/>
                    <a:pt x="26342" y="11148"/>
                    <a:pt x="26279" y="11148"/>
                  </a:cubicBezTo>
                  <a:cubicBezTo>
                    <a:pt x="26235" y="11148"/>
                    <a:pt x="26180" y="11181"/>
                    <a:pt x="26140" y="11254"/>
                  </a:cubicBezTo>
                  <a:lnTo>
                    <a:pt x="26140" y="11197"/>
                  </a:lnTo>
                  <a:cubicBezTo>
                    <a:pt x="26140" y="11169"/>
                    <a:pt x="26117" y="11155"/>
                    <a:pt x="26071" y="11155"/>
                  </a:cubicBezTo>
                  <a:cubicBezTo>
                    <a:pt x="26024" y="11155"/>
                    <a:pt x="25953" y="11169"/>
                    <a:pt x="25856" y="11197"/>
                  </a:cubicBezTo>
                  <a:cubicBezTo>
                    <a:pt x="25767" y="11213"/>
                    <a:pt x="25686" y="11278"/>
                    <a:pt x="25669" y="11376"/>
                  </a:cubicBezTo>
                  <a:cubicBezTo>
                    <a:pt x="25669" y="11432"/>
                    <a:pt x="25572" y="11432"/>
                    <a:pt x="25572" y="11432"/>
                  </a:cubicBezTo>
                  <a:cubicBezTo>
                    <a:pt x="25483" y="11432"/>
                    <a:pt x="25483" y="11432"/>
                    <a:pt x="25483" y="11376"/>
                  </a:cubicBezTo>
                  <a:cubicBezTo>
                    <a:pt x="25483" y="11314"/>
                    <a:pt x="25435" y="11283"/>
                    <a:pt x="25374" y="11283"/>
                  </a:cubicBezTo>
                  <a:cubicBezTo>
                    <a:pt x="25316" y="11283"/>
                    <a:pt x="25247" y="11312"/>
                    <a:pt x="25199" y="11368"/>
                  </a:cubicBezTo>
                  <a:lnTo>
                    <a:pt x="25199" y="11311"/>
                  </a:lnTo>
                  <a:cubicBezTo>
                    <a:pt x="25199" y="11270"/>
                    <a:pt x="25148" y="11224"/>
                    <a:pt x="24939" y="11224"/>
                  </a:cubicBezTo>
                  <a:cubicBezTo>
                    <a:pt x="24861" y="11224"/>
                    <a:pt x="24760" y="11230"/>
                    <a:pt x="24632" y="11246"/>
                  </a:cubicBezTo>
                  <a:cubicBezTo>
                    <a:pt x="24259" y="11246"/>
                    <a:pt x="23975" y="11246"/>
                    <a:pt x="23975" y="11189"/>
                  </a:cubicBezTo>
                  <a:cubicBezTo>
                    <a:pt x="23975" y="11177"/>
                    <a:pt x="23961" y="11171"/>
                    <a:pt x="23936" y="11171"/>
                  </a:cubicBezTo>
                  <a:cubicBezTo>
                    <a:pt x="23835" y="11171"/>
                    <a:pt x="23558" y="11268"/>
                    <a:pt x="23407" y="11359"/>
                  </a:cubicBezTo>
                  <a:cubicBezTo>
                    <a:pt x="23407" y="11303"/>
                    <a:pt x="23310" y="11303"/>
                    <a:pt x="23123" y="11303"/>
                  </a:cubicBezTo>
                  <a:cubicBezTo>
                    <a:pt x="22840" y="11303"/>
                    <a:pt x="22840" y="11303"/>
                    <a:pt x="22840" y="11238"/>
                  </a:cubicBezTo>
                  <a:cubicBezTo>
                    <a:pt x="22888" y="11181"/>
                    <a:pt x="22913" y="11153"/>
                    <a:pt x="22901" y="11153"/>
                  </a:cubicBezTo>
                  <a:cubicBezTo>
                    <a:pt x="22888" y="11153"/>
                    <a:pt x="22840" y="11181"/>
                    <a:pt x="22742" y="11238"/>
                  </a:cubicBezTo>
                  <a:cubicBezTo>
                    <a:pt x="22705" y="11285"/>
                    <a:pt x="22640" y="11305"/>
                    <a:pt x="22575" y="11305"/>
                  </a:cubicBezTo>
                  <a:cubicBezTo>
                    <a:pt x="22472" y="11305"/>
                    <a:pt x="22369" y="11255"/>
                    <a:pt x="22369" y="11181"/>
                  </a:cubicBezTo>
                  <a:cubicBezTo>
                    <a:pt x="22369" y="11116"/>
                    <a:pt x="22272" y="11116"/>
                    <a:pt x="22086" y="11116"/>
                  </a:cubicBezTo>
                  <a:cubicBezTo>
                    <a:pt x="22014" y="11164"/>
                    <a:pt x="21893" y="11177"/>
                    <a:pt x="21760" y="11177"/>
                  </a:cubicBezTo>
                  <a:cubicBezTo>
                    <a:pt x="21713" y="11177"/>
                    <a:pt x="21664" y="11175"/>
                    <a:pt x="21615" y="11173"/>
                  </a:cubicBezTo>
                  <a:cubicBezTo>
                    <a:pt x="21332" y="11173"/>
                    <a:pt x="21332" y="11173"/>
                    <a:pt x="21332" y="11295"/>
                  </a:cubicBezTo>
                  <a:cubicBezTo>
                    <a:pt x="21324" y="11416"/>
                    <a:pt x="21234" y="11416"/>
                    <a:pt x="21048" y="11416"/>
                  </a:cubicBezTo>
                  <a:cubicBezTo>
                    <a:pt x="20951" y="11416"/>
                    <a:pt x="20853" y="11416"/>
                    <a:pt x="20853" y="11351"/>
                  </a:cubicBezTo>
                  <a:cubicBezTo>
                    <a:pt x="20797" y="11319"/>
                    <a:pt x="20732" y="11295"/>
                    <a:pt x="20667" y="11295"/>
                  </a:cubicBezTo>
                  <a:cubicBezTo>
                    <a:pt x="20578" y="11295"/>
                    <a:pt x="20480" y="11295"/>
                    <a:pt x="20480" y="11230"/>
                  </a:cubicBezTo>
                  <a:cubicBezTo>
                    <a:pt x="20403" y="11194"/>
                    <a:pt x="20319" y="11171"/>
                    <a:pt x="20234" y="11171"/>
                  </a:cubicBezTo>
                  <a:cubicBezTo>
                    <a:pt x="20222" y="11171"/>
                    <a:pt x="20209" y="11172"/>
                    <a:pt x="20197" y="11173"/>
                  </a:cubicBezTo>
                  <a:cubicBezTo>
                    <a:pt x="20010" y="11173"/>
                    <a:pt x="19824" y="11165"/>
                    <a:pt x="19824" y="11108"/>
                  </a:cubicBezTo>
                  <a:cubicBezTo>
                    <a:pt x="19726" y="11108"/>
                    <a:pt x="19726" y="11108"/>
                    <a:pt x="19726" y="11165"/>
                  </a:cubicBezTo>
                  <a:cubicBezTo>
                    <a:pt x="19726" y="11209"/>
                    <a:pt x="19680" y="11250"/>
                    <a:pt x="19530" y="11250"/>
                  </a:cubicBezTo>
                  <a:cubicBezTo>
                    <a:pt x="19462" y="11250"/>
                    <a:pt x="19373" y="11242"/>
                    <a:pt x="19256" y="11222"/>
                  </a:cubicBezTo>
                  <a:cubicBezTo>
                    <a:pt x="19062" y="11222"/>
                    <a:pt x="18778" y="11222"/>
                    <a:pt x="18778" y="11286"/>
                  </a:cubicBezTo>
                  <a:cubicBezTo>
                    <a:pt x="18689" y="11286"/>
                    <a:pt x="18689" y="11286"/>
                    <a:pt x="18689" y="11222"/>
                  </a:cubicBezTo>
                  <a:cubicBezTo>
                    <a:pt x="18689" y="11161"/>
                    <a:pt x="18642" y="11130"/>
                    <a:pt x="18571" y="11130"/>
                  </a:cubicBezTo>
                  <a:cubicBezTo>
                    <a:pt x="18500" y="11130"/>
                    <a:pt x="18405" y="11161"/>
                    <a:pt x="18307" y="11222"/>
                  </a:cubicBezTo>
                  <a:cubicBezTo>
                    <a:pt x="18307" y="11250"/>
                    <a:pt x="18285" y="11264"/>
                    <a:pt x="18251" y="11264"/>
                  </a:cubicBezTo>
                  <a:cubicBezTo>
                    <a:pt x="18216" y="11264"/>
                    <a:pt x="18170" y="11250"/>
                    <a:pt x="18121" y="11222"/>
                  </a:cubicBezTo>
                  <a:cubicBezTo>
                    <a:pt x="18056" y="11222"/>
                    <a:pt x="17991" y="11246"/>
                    <a:pt x="17935" y="11278"/>
                  </a:cubicBezTo>
                  <a:cubicBezTo>
                    <a:pt x="17886" y="11307"/>
                    <a:pt x="17862" y="11321"/>
                    <a:pt x="17826" y="11321"/>
                  </a:cubicBezTo>
                  <a:cubicBezTo>
                    <a:pt x="17791" y="11321"/>
                    <a:pt x="17744" y="11307"/>
                    <a:pt x="17651" y="11278"/>
                  </a:cubicBezTo>
                  <a:cubicBezTo>
                    <a:pt x="17651" y="11222"/>
                    <a:pt x="17553" y="11213"/>
                    <a:pt x="17464" y="11213"/>
                  </a:cubicBezTo>
                  <a:cubicBezTo>
                    <a:pt x="17370" y="11245"/>
                    <a:pt x="17079" y="11259"/>
                    <a:pt x="16793" y="11259"/>
                  </a:cubicBezTo>
                  <a:cubicBezTo>
                    <a:pt x="16488" y="11259"/>
                    <a:pt x="16189" y="11243"/>
                    <a:pt x="16143" y="11213"/>
                  </a:cubicBezTo>
                  <a:cubicBezTo>
                    <a:pt x="16093" y="11249"/>
                    <a:pt x="16038" y="11272"/>
                    <a:pt x="15976" y="11272"/>
                  </a:cubicBezTo>
                  <a:cubicBezTo>
                    <a:pt x="15967" y="11272"/>
                    <a:pt x="15958" y="11271"/>
                    <a:pt x="15948" y="11270"/>
                  </a:cubicBezTo>
                  <a:cubicBezTo>
                    <a:pt x="15913" y="11223"/>
                    <a:pt x="15877" y="11203"/>
                    <a:pt x="15847" y="11203"/>
                  </a:cubicBezTo>
                  <a:cubicBezTo>
                    <a:pt x="15798" y="11203"/>
                    <a:pt x="15762" y="11253"/>
                    <a:pt x="15762" y="11327"/>
                  </a:cubicBezTo>
                  <a:lnTo>
                    <a:pt x="15948" y="11327"/>
                  </a:lnTo>
                  <a:cubicBezTo>
                    <a:pt x="15948" y="11382"/>
                    <a:pt x="15890" y="11412"/>
                    <a:pt x="15826" y="11412"/>
                  </a:cubicBezTo>
                  <a:cubicBezTo>
                    <a:pt x="15749" y="11412"/>
                    <a:pt x="15664" y="11368"/>
                    <a:pt x="15664" y="11270"/>
                  </a:cubicBezTo>
                  <a:cubicBezTo>
                    <a:pt x="15620" y="11209"/>
                    <a:pt x="15597" y="11179"/>
                    <a:pt x="15574" y="11179"/>
                  </a:cubicBezTo>
                  <a:cubicBezTo>
                    <a:pt x="15551" y="11179"/>
                    <a:pt x="15527" y="11209"/>
                    <a:pt x="15478" y="11270"/>
                  </a:cubicBezTo>
                  <a:cubicBezTo>
                    <a:pt x="15430" y="11326"/>
                    <a:pt x="15384" y="11354"/>
                    <a:pt x="15338" y="11354"/>
                  </a:cubicBezTo>
                  <a:cubicBezTo>
                    <a:pt x="15291" y="11354"/>
                    <a:pt x="15244" y="11324"/>
                    <a:pt x="15194" y="11262"/>
                  </a:cubicBezTo>
                  <a:cubicBezTo>
                    <a:pt x="15194" y="11205"/>
                    <a:pt x="15194" y="11177"/>
                    <a:pt x="15182" y="11177"/>
                  </a:cubicBezTo>
                  <a:cubicBezTo>
                    <a:pt x="15170" y="11177"/>
                    <a:pt x="15145" y="11205"/>
                    <a:pt x="15097" y="11262"/>
                  </a:cubicBezTo>
                  <a:cubicBezTo>
                    <a:pt x="14993" y="11398"/>
                    <a:pt x="14859" y="11475"/>
                    <a:pt x="14760" y="11475"/>
                  </a:cubicBezTo>
                  <a:cubicBezTo>
                    <a:pt x="14682" y="11475"/>
                    <a:pt x="14627" y="11426"/>
                    <a:pt x="14627" y="11319"/>
                  </a:cubicBezTo>
                  <a:cubicBezTo>
                    <a:pt x="14634" y="11226"/>
                    <a:pt x="14553" y="11140"/>
                    <a:pt x="14453" y="11140"/>
                  </a:cubicBezTo>
                  <a:cubicBezTo>
                    <a:pt x="14449" y="11140"/>
                    <a:pt x="14445" y="11140"/>
                    <a:pt x="14440" y="11140"/>
                  </a:cubicBezTo>
                  <a:cubicBezTo>
                    <a:pt x="14351" y="11140"/>
                    <a:pt x="14343" y="11205"/>
                    <a:pt x="14343" y="11262"/>
                  </a:cubicBezTo>
                  <a:cubicBezTo>
                    <a:pt x="14391" y="11323"/>
                    <a:pt x="14391" y="11353"/>
                    <a:pt x="14356" y="11353"/>
                  </a:cubicBezTo>
                  <a:cubicBezTo>
                    <a:pt x="14320" y="11353"/>
                    <a:pt x="14250" y="11323"/>
                    <a:pt x="14156" y="11262"/>
                  </a:cubicBezTo>
                  <a:cubicBezTo>
                    <a:pt x="13997" y="11162"/>
                    <a:pt x="13868" y="11116"/>
                    <a:pt x="13736" y="11116"/>
                  </a:cubicBezTo>
                  <a:cubicBezTo>
                    <a:pt x="13633" y="11116"/>
                    <a:pt x="13527" y="11144"/>
                    <a:pt x="13402" y="11197"/>
                  </a:cubicBezTo>
                  <a:cubicBezTo>
                    <a:pt x="13215" y="11257"/>
                    <a:pt x="13051" y="11285"/>
                    <a:pt x="12968" y="11285"/>
                  </a:cubicBezTo>
                  <a:cubicBezTo>
                    <a:pt x="12881" y="11285"/>
                    <a:pt x="12881" y="11255"/>
                    <a:pt x="13029" y="11197"/>
                  </a:cubicBezTo>
                  <a:cubicBezTo>
                    <a:pt x="13140" y="11125"/>
                    <a:pt x="13185" y="11096"/>
                    <a:pt x="13164" y="11096"/>
                  </a:cubicBezTo>
                  <a:close/>
                  <a:moveTo>
                    <a:pt x="7443" y="12186"/>
                  </a:moveTo>
                  <a:cubicBezTo>
                    <a:pt x="7443" y="12243"/>
                    <a:pt x="7443" y="12243"/>
                    <a:pt x="7540" y="12243"/>
                  </a:cubicBezTo>
                  <a:cubicBezTo>
                    <a:pt x="7727" y="12243"/>
                    <a:pt x="7727" y="12243"/>
                    <a:pt x="7638" y="121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2"/>
            <p:cNvSpPr/>
            <p:nvPr/>
          </p:nvSpPr>
          <p:spPr>
            <a:xfrm>
              <a:off x="4376984" y="2499119"/>
              <a:ext cx="519366" cy="176943"/>
            </a:xfrm>
            <a:custGeom>
              <a:avLst/>
              <a:gdLst/>
              <a:ahLst/>
              <a:cxnLst/>
              <a:rect l="l" t="t" r="r" b="b"/>
              <a:pathLst>
                <a:path w="30130" h="10265" extrusionOk="0">
                  <a:moveTo>
                    <a:pt x="5133" y="1"/>
                  </a:moveTo>
                  <a:cubicBezTo>
                    <a:pt x="2303" y="1"/>
                    <a:pt x="1" y="2295"/>
                    <a:pt x="1" y="5133"/>
                  </a:cubicBezTo>
                  <a:cubicBezTo>
                    <a:pt x="1" y="7970"/>
                    <a:pt x="2303" y="10265"/>
                    <a:pt x="5133" y="10265"/>
                  </a:cubicBezTo>
                  <a:lnTo>
                    <a:pt x="24989" y="10265"/>
                  </a:lnTo>
                  <a:cubicBezTo>
                    <a:pt x="27827" y="10265"/>
                    <a:pt x="30129" y="7970"/>
                    <a:pt x="30129" y="5133"/>
                  </a:cubicBezTo>
                  <a:cubicBezTo>
                    <a:pt x="30129" y="2295"/>
                    <a:pt x="27827" y="1"/>
                    <a:pt x="24989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2"/>
            <p:cNvSpPr/>
            <p:nvPr/>
          </p:nvSpPr>
          <p:spPr>
            <a:xfrm>
              <a:off x="4363711" y="2483467"/>
              <a:ext cx="547446" cy="210970"/>
            </a:xfrm>
            <a:custGeom>
              <a:avLst/>
              <a:gdLst/>
              <a:ahLst/>
              <a:cxnLst/>
              <a:rect l="l" t="t" r="r" b="b"/>
              <a:pathLst>
                <a:path w="31759" h="12239" extrusionOk="0">
                  <a:moveTo>
                    <a:pt x="20294" y="179"/>
                  </a:moveTo>
                  <a:cubicBezTo>
                    <a:pt x="20294" y="236"/>
                    <a:pt x="20286" y="300"/>
                    <a:pt x="20205" y="300"/>
                  </a:cubicBezTo>
                  <a:lnTo>
                    <a:pt x="20124" y="236"/>
                  </a:lnTo>
                  <a:lnTo>
                    <a:pt x="20205" y="179"/>
                  </a:lnTo>
                  <a:close/>
                  <a:moveTo>
                    <a:pt x="19182" y="235"/>
                  </a:moveTo>
                  <a:cubicBezTo>
                    <a:pt x="19188" y="235"/>
                    <a:pt x="19192" y="236"/>
                    <a:pt x="19192" y="236"/>
                  </a:cubicBezTo>
                  <a:cubicBezTo>
                    <a:pt x="19273" y="236"/>
                    <a:pt x="19273" y="236"/>
                    <a:pt x="19273" y="292"/>
                  </a:cubicBezTo>
                  <a:cubicBezTo>
                    <a:pt x="19273" y="292"/>
                    <a:pt x="19273" y="349"/>
                    <a:pt x="19192" y="349"/>
                  </a:cubicBezTo>
                  <a:lnTo>
                    <a:pt x="19103" y="292"/>
                  </a:lnTo>
                  <a:cubicBezTo>
                    <a:pt x="19103" y="241"/>
                    <a:pt x="19160" y="235"/>
                    <a:pt x="19182" y="235"/>
                  </a:cubicBezTo>
                  <a:close/>
                  <a:moveTo>
                    <a:pt x="23164" y="495"/>
                  </a:moveTo>
                  <a:cubicBezTo>
                    <a:pt x="23254" y="495"/>
                    <a:pt x="23254" y="552"/>
                    <a:pt x="23254" y="552"/>
                  </a:cubicBezTo>
                  <a:cubicBezTo>
                    <a:pt x="23254" y="552"/>
                    <a:pt x="23254" y="609"/>
                    <a:pt x="23164" y="609"/>
                  </a:cubicBezTo>
                  <a:cubicBezTo>
                    <a:pt x="23164" y="609"/>
                    <a:pt x="23083" y="552"/>
                    <a:pt x="23083" y="495"/>
                  </a:cubicBezTo>
                  <a:close/>
                  <a:moveTo>
                    <a:pt x="20913" y="558"/>
                  </a:moveTo>
                  <a:cubicBezTo>
                    <a:pt x="20945" y="558"/>
                    <a:pt x="20967" y="572"/>
                    <a:pt x="20967" y="600"/>
                  </a:cubicBezTo>
                  <a:cubicBezTo>
                    <a:pt x="20967" y="657"/>
                    <a:pt x="20967" y="657"/>
                    <a:pt x="20878" y="657"/>
                  </a:cubicBezTo>
                  <a:cubicBezTo>
                    <a:pt x="20708" y="657"/>
                    <a:pt x="20708" y="657"/>
                    <a:pt x="20797" y="600"/>
                  </a:cubicBezTo>
                  <a:cubicBezTo>
                    <a:pt x="20838" y="572"/>
                    <a:pt x="20880" y="558"/>
                    <a:pt x="20913" y="558"/>
                  </a:cubicBezTo>
                  <a:close/>
                  <a:moveTo>
                    <a:pt x="21470" y="600"/>
                  </a:moveTo>
                  <a:cubicBezTo>
                    <a:pt x="21559" y="600"/>
                    <a:pt x="21559" y="600"/>
                    <a:pt x="21559" y="665"/>
                  </a:cubicBezTo>
                  <a:lnTo>
                    <a:pt x="21470" y="665"/>
                  </a:lnTo>
                  <a:lnTo>
                    <a:pt x="21389" y="600"/>
                  </a:lnTo>
                  <a:close/>
                  <a:moveTo>
                    <a:pt x="22321" y="609"/>
                  </a:moveTo>
                  <a:cubicBezTo>
                    <a:pt x="22402" y="609"/>
                    <a:pt x="22402" y="609"/>
                    <a:pt x="22402" y="665"/>
                  </a:cubicBezTo>
                  <a:lnTo>
                    <a:pt x="22321" y="665"/>
                  </a:lnTo>
                  <a:lnTo>
                    <a:pt x="22232" y="609"/>
                  </a:lnTo>
                  <a:close/>
                  <a:moveTo>
                    <a:pt x="12154" y="552"/>
                  </a:moveTo>
                  <a:cubicBezTo>
                    <a:pt x="12154" y="617"/>
                    <a:pt x="12154" y="673"/>
                    <a:pt x="12065" y="673"/>
                  </a:cubicBezTo>
                  <a:lnTo>
                    <a:pt x="11984" y="673"/>
                  </a:lnTo>
                  <a:cubicBezTo>
                    <a:pt x="11984" y="609"/>
                    <a:pt x="12073" y="552"/>
                    <a:pt x="12073" y="552"/>
                  </a:cubicBezTo>
                  <a:close/>
                  <a:moveTo>
                    <a:pt x="8595" y="592"/>
                  </a:moveTo>
                  <a:cubicBezTo>
                    <a:pt x="8765" y="592"/>
                    <a:pt x="8765" y="592"/>
                    <a:pt x="8765" y="657"/>
                  </a:cubicBezTo>
                  <a:cubicBezTo>
                    <a:pt x="8765" y="714"/>
                    <a:pt x="8595" y="714"/>
                    <a:pt x="8514" y="714"/>
                  </a:cubicBezTo>
                  <a:cubicBezTo>
                    <a:pt x="8425" y="657"/>
                    <a:pt x="8514" y="592"/>
                    <a:pt x="8595" y="592"/>
                  </a:cubicBezTo>
                  <a:close/>
                  <a:moveTo>
                    <a:pt x="26677" y="569"/>
                  </a:moveTo>
                  <a:cubicBezTo>
                    <a:pt x="26696" y="569"/>
                    <a:pt x="26705" y="578"/>
                    <a:pt x="26699" y="600"/>
                  </a:cubicBezTo>
                  <a:cubicBezTo>
                    <a:pt x="26699" y="600"/>
                    <a:pt x="26691" y="657"/>
                    <a:pt x="26594" y="698"/>
                  </a:cubicBezTo>
                  <a:cubicBezTo>
                    <a:pt x="26594" y="698"/>
                    <a:pt x="26555" y="717"/>
                    <a:pt x="26529" y="717"/>
                  </a:cubicBezTo>
                  <a:cubicBezTo>
                    <a:pt x="26513" y="717"/>
                    <a:pt x="26502" y="711"/>
                    <a:pt x="26505" y="690"/>
                  </a:cubicBezTo>
                  <a:lnTo>
                    <a:pt x="26513" y="625"/>
                  </a:lnTo>
                  <a:cubicBezTo>
                    <a:pt x="26576" y="599"/>
                    <a:pt x="26642" y="569"/>
                    <a:pt x="26677" y="569"/>
                  </a:cubicBezTo>
                  <a:close/>
                  <a:moveTo>
                    <a:pt x="22121" y="701"/>
                  </a:moveTo>
                  <a:cubicBezTo>
                    <a:pt x="22111" y="701"/>
                    <a:pt x="22092" y="709"/>
                    <a:pt x="22062" y="730"/>
                  </a:cubicBezTo>
                  <a:cubicBezTo>
                    <a:pt x="22121" y="730"/>
                    <a:pt x="22141" y="701"/>
                    <a:pt x="22121" y="701"/>
                  </a:cubicBezTo>
                  <a:close/>
                  <a:moveTo>
                    <a:pt x="21220" y="874"/>
                  </a:moveTo>
                  <a:lnTo>
                    <a:pt x="21220" y="874"/>
                  </a:lnTo>
                  <a:cubicBezTo>
                    <a:pt x="21219" y="882"/>
                    <a:pt x="21219" y="891"/>
                    <a:pt x="21219" y="900"/>
                  </a:cubicBezTo>
                  <a:cubicBezTo>
                    <a:pt x="21222" y="903"/>
                    <a:pt x="21225" y="906"/>
                    <a:pt x="21228" y="909"/>
                  </a:cubicBezTo>
                  <a:lnTo>
                    <a:pt x="21228" y="909"/>
                  </a:lnTo>
                  <a:cubicBezTo>
                    <a:pt x="21225" y="899"/>
                    <a:pt x="21222" y="888"/>
                    <a:pt x="21220" y="874"/>
                  </a:cubicBezTo>
                  <a:close/>
                  <a:moveTo>
                    <a:pt x="21228" y="909"/>
                  </a:moveTo>
                  <a:cubicBezTo>
                    <a:pt x="21237" y="933"/>
                    <a:pt x="21249" y="944"/>
                    <a:pt x="21253" y="944"/>
                  </a:cubicBezTo>
                  <a:cubicBezTo>
                    <a:pt x="21258" y="944"/>
                    <a:pt x="21254" y="931"/>
                    <a:pt x="21228" y="909"/>
                  </a:cubicBezTo>
                  <a:close/>
                  <a:moveTo>
                    <a:pt x="2749" y="1573"/>
                  </a:moveTo>
                  <a:cubicBezTo>
                    <a:pt x="2782" y="1622"/>
                    <a:pt x="2822" y="1671"/>
                    <a:pt x="2749" y="1719"/>
                  </a:cubicBezTo>
                  <a:lnTo>
                    <a:pt x="2644" y="1727"/>
                  </a:lnTo>
                  <a:lnTo>
                    <a:pt x="2676" y="1622"/>
                  </a:lnTo>
                  <a:lnTo>
                    <a:pt x="2749" y="1573"/>
                  </a:lnTo>
                  <a:close/>
                  <a:moveTo>
                    <a:pt x="29411" y="1671"/>
                  </a:moveTo>
                  <a:cubicBezTo>
                    <a:pt x="29444" y="1671"/>
                    <a:pt x="29486" y="1680"/>
                    <a:pt x="29537" y="1703"/>
                  </a:cubicBezTo>
                  <a:cubicBezTo>
                    <a:pt x="29610" y="1768"/>
                    <a:pt x="29610" y="1768"/>
                    <a:pt x="29570" y="1809"/>
                  </a:cubicBezTo>
                  <a:cubicBezTo>
                    <a:pt x="29554" y="1828"/>
                    <a:pt x="29526" y="1837"/>
                    <a:pt x="29495" y="1837"/>
                  </a:cubicBezTo>
                  <a:cubicBezTo>
                    <a:pt x="29447" y="1837"/>
                    <a:pt x="29390" y="1815"/>
                    <a:pt x="29351" y="1776"/>
                  </a:cubicBezTo>
                  <a:cubicBezTo>
                    <a:pt x="29304" y="1730"/>
                    <a:pt x="29328" y="1671"/>
                    <a:pt x="29411" y="1671"/>
                  </a:cubicBezTo>
                  <a:close/>
                  <a:moveTo>
                    <a:pt x="1606" y="2092"/>
                  </a:moveTo>
                  <a:cubicBezTo>
                    <a:pt x="1655" y="2133"/>
                    <a:pt x="1695" y="2181"/>
                    <a:pt x="1630" y="2246"/>
                  </a:cubicBezTo>
                  <a:lnTo>
                    <a:pt x="1565" y="2319"/>
                  </a:lnTo>
                  <a:cubicBezTo>
                    <a:pt x="1525" y="2279"/>
                    <a:pt x="1541" y="2165"/>
                    <a:pt x="1541" y="2165"/>
                  </a:cubicBezTo>
                  <a:lnTo>
                    <a:pt x="1606" y="2092"/>
                  </a:lnTo>
                  <a:close/>
                  <a:moveTo>
                    <a:pt x="1057" y="3637"/>
                  </a:moveTo>
                  <a:cubicBezTo>
                    <a:pt x="1068" y="3637"/>
                    <a:pt x="1081" y="3645"/>
                    <a:pt x="1103" y="3657"/>
                  </a:cubicBezTo>
                  <a:cubicBezTo>
                    <a:pt x="1152" y="3681"/>
                    <a:pt x="1168" y="3787"/>
                    <a:pt x="1168" y="3787"/>
                  </a:cubicBezTo>
                  <a:cubicBezTo>
                    <a:pt x="1159" y="3806"/>
                    <a:pt x="1148" y="3813"/>
                    <a:pt x="1136" y="3813"/>
                  </a:cubicBezTo>
                  <a:cubicBezTo>
                    <a:pt x="1098" y="3813"/>
                    <a:pt x="1050" y="3731"/>
                    <a:pt x="1006" y="3706"/>
                  </a:cubicBezTo>
                  <a:cubicBezTo>
                    <a:pt x="1031" y="3656"/>
                    <a:pt x="1040" y="3637"/>
                    <a:pt x="1057" y="3637"/>
                  </a:cubicBezTo>
                  <a:close/>
                  <a:moveTo>
                    <a:pt x="544" y="5692"/>
                  </a:moveTo>
                  <a:cubicBezTo>
                    <a:pt x="601" y="5700"/>
                    <a:pt x="665" y="5700"/>
                    <a:pt x="657" y="5789"/>
                  </a:cubicBezTo>
                  <a:lnTo>
                    <a:pt x="592" y="5871"/>
                  </a:lnTo>
                  <a:lnTo>
                    <a:pt x="536" y="5781"/>
                  </a:lnTo>
                  <a:lnTo>
                    <a:pt x="544" y="5692"/>
                  </a:lnTo>
                  <a:close/>
                  <a:moveTo>
                    <a:pt x="5742" y="10099"/>
                  </a:moveTo>
                  <a:cubicBezTo>
                    <a:pt x="5716" y="10099"/>
                    <a:pt x="5677" y="10127"/>
                    <a:pt x="5636" y="10192"/>
                  </a:cubicBezTo>
                  <a:cubicBezTo>
                    <a:pt x="5627" y="10249"/>
                    <a:pt x="5627" y="10249"/>
                    <a:pt x="5700" y="10257"/>
                  </a:cubicBezTo>
                  <a:cubicBezTo>
                    <a:pt x="5700" y="10257"/>
                    <a:pt x="5773" y="10200"/>
                    <a:pt x="5773" y="10143"/>
                  </a:cubicBezTo>
                  <a:cubicBezTo>
                    <a:pt x="5773" y="10115"/>
                    <a:pt x="5761" y="10099"/>
                    <a:pt x="5742" y="10099"/>
                  </a:cubicBezTo>
                  <a:close/>
                  <a:moveTo>
                    <a:pt x="24373" y="10605"/>
                  </a:moveTo>
                  <a:cubicBezTo>
                    <a:pt x="24291" y="10605"/>
                    <a:pt x="24283" y="10662"/>
                    <a:pt x="24283" y="10727"/>
                  </a:cubicBezTo>
                  <a:lnTo>
                    <a:pt x="24373" y="10727"/>
                  </a:lnTo>
                  <a:cubicBezTo>
                    <a:pt x="24373" y="10727"/>
                    <a:pt x="24454" y="10670"/>
                    <a:pt x="24454" y="10605"/>
                  </a:cubicBezTo>
                  <a:close/>
                  <a:moveTo>
                    <a:pt x="3048" y="10639"/>
                  </a:moveTo>
                  <a:cubicBezTo>
                    <a:pt x="3062" y="10639"/>
                    <a:pt x="3079" y="10643"/>
                    <a:pt x="3098" y="10654"/>
                  </a:cubicBezTo>
                  <a:lnTo>
                    <a:pt x="3146" y="10759"/>
                  </a:lnTo>
                  <a:lnTo>
                    <a:pt x="3033" y="10759"/>
                  </a:lnTo>
                  <a:lnTo>
                    <a:pt x="2960" y="10711"/>
                  </a:lnTo>
                  <a:cubicBezTo>
                    <a:pt x="2984" y="10675"/>
                    <a:pt x="3008" y="10639"/>
                    <a:pt x="3048" y="10639"/>
                  </a:cubicBezTo>
                  <a:close/>
                  <a:moveTo>
                    <a:pt x="3578" y="10925"/>
                  </a:moveTo>
                  <a:cubicBezTo>
                    <a:pt x="3592" y="10925"/>
                    <a:pt x="3612" y="10935"/>
                    <a:pt x="3649" y="10954"/>
                  </a:cubicBezTo>
                  <a:cubicBezTo>
                    <a:pt x="3649" y="10954"/>
                    <a:pt x="3698" y="11051"/>
                    <a:pt x="3673" y="11100"/>
                  </a:cubicBezTo>
                  <a:cubicBezTo>
                    <a:pt x="3666" y="11116"/>
                    <a:pt x="3655" y="11125"/>
                    <a:pt x="3641" y="11125"/>
                  </a:cubicBezTo>
                  <a:cubicBezTo>
                    <a:pt x="3606" y="11125"/>
                    <a:pt x="3559" y="11074"/>
                    <a:pt x="3536" y="10970"/>
                  </a:cubicBezTo>
                  <a:cubicBezTo>
                    <a:pt x="3553" y="10940"/>
                    <a:pt x="3561" y="10925"/>
                    <a:pt x="3578" y="10925"/>
                  </a:cubicBezTo>
                  <a:close/>
                  <a:moveTo>
                    <a:pt x="9688" y="11221"/>
                  </a:moveTo>
                  <a:cubicBezTo>
                    <a:pt x="9704" y="11221"/>
                    <a:pt x="9714" y="11227"/>
                    <a:pt x="9714" y="11246"/>
                  </a:cubicBezTo>
                  <a:cubicBezTo>
                    <a:pt x="9795" y="11246"/>
                    <a:pt x="9625" y="11303"/>
                    <a:pt x="9543" y="11303"/>
                  </a:cubicBezTo>
                  <a:lnTo>
                    <a:pt x="9543" y="11246"/>
                  </a:lnTo>
                  <a:cubicBezTo>
                    <a:pt x="9598" y="11246"/>
                    <a:pt x="9655" y="11221"/>
                    <a:pt x="9688" y="11221"/>
                  </a:cubicBezTo>
                  <a:close/>
                  <a:moveTo>
                    <a:pt x="17757" y="11173"/>
                  </a:moveTo>
                  <a:cubicBezTo>
                    <a:pt x="17700" y="11173"/>
                    <a:pt x="17643" y="11197"/>
                    <a:pt x="17586" y="11230"/>
                  </a:cubicBezTo>
                  <a:cubicBezTo>
                    <a:pt x="17586" y="11286"/>
                    <a:pt x="17676" y="11286"/>
                    <a:pt x="17757" y="11286"/>
                  </a:cubicBezTo>
                  <a:cubicBezTo>
                    <a:pt x="17807" y="11306"/>
                    <a:pt x="17850" y="11314"/>
                    <a:pt x="17885" y="11314"/>
                  </a:cubicBezTo>
                  <a:cubicBezTo>
                    <a:pt x="17969" y="11314"/>
                    <a:pt x="18010" y="11270"/>
                    <a:pt x="18016" y="11230"/>
                  </a:cubicBezTo>
                  <a:cubicBezTo>
                    <a:pt x="18016" y="11173"/>
                    <a:pt x="17927" y="11173"/>
                    <a:pt x="17757" y="11173"/>
                  </a:cubicBezTo>
                  <a:close/>
                  <a:moveTo>
                    <a:pt x="18519" y="11295"/>
                  </a:moveTo>
                  <a:cubicBezTo>
                    <a:pt x="18519" y="11351"/>
                    <a:pt x="18348" y="11408"/>
                    <a:pt x="18267" y="11408"/>
                  </a:cubicBezTo>
                  <a:cubicBezTo>
                    <a:pt x="18178" y="11408"/>
                    <a:pt x="18178" y="11351"/>
                    <a:pt x="18348" y="11295"/>
                  </a:cubicBezTo>
                  <a:close/>
                  <a:moveTo>
                    <a:pt x="5039" y="11298"/>
                  </a:moveTo>
                  <a:cubicBezTo>
                    <a:pt x="5068" y="11298"/>
                    <a:pt x="5125" y="11340"/>
                    <a:pt x="5190" y="11351"/>
                  </a:cubicBezTo>
                  <a:cubicBezTo>
                    <a:pt x="5238" y="11395"/>
                    <a:pt x="5258" y="11413"/>
                    <a:pt x="5227" y="11413"/>
                  </a:cubicBezTo>
                  <a:cubicBezTo>
                    <a:pt x="5206" y="11413"/>
                    <a:pt x="5164" y="11405"/>
                    <a:pt x="5092" y="11392"/>
                  </a:cubicBezTo>
                  <a:cubicBezTo>
                    <a:pt x="5003" y="11384"/>
                    <a:pt x="5019" y="11319"/>
                    <a:pt x="5019" y="11319"/>
                  </a:cubicBezTo>
                  <a:cubicBezTo>
                    <a:pt x="5022" y="11303"/>
                    <a:pt x="5029" y="11298"/>
                    <a:pt x="5039" y="11298"/>
                  </a:cubicBezTo>
                  <a:close/>
                  <a:moveTo>
                    <a:pt x="3493" y="11414"/>
                  </a:moveTo>
                  <a:cubicBezTo>
                    <a:pt x="3492" y="11414"/>
                    <a:pt x="3500" y="11418"/>
                    <a:pt x="3515" y="11426"/>
                  </a:cubicBezTo>
                  <a:lnTo>
                    <a:pt x="3515" y="11426"/>
                  </a:lnTo>
                  <a:cubicBezTo>
                    <a:pt x="3500" y="11418"/>
                    <a:pt x="3493" y="11414"/>
                    <a:pt x="3493" y="11414"/>
                  </a:cubicBezTo>
                  <a:close/>
                  <a:moveTo>
                    <a:pt x="6657" y="11351"/>
                  </a:moveTo>
                  <a:cubicBezTo>
                    <a:pt x="6722" y="11351"/>
                    <a:pt x="6779" y="11376"/>
                    <a:pt x="6827" y="11408"/>
                  </a:cubicBezTo>
                  <a:cubicBezTo>
                    <a:pt x="6827" y="11473"/>
                    <a:pt x="6746" y="11473"/>
                    <a:pt x="6746" y="11473"/>
                  </a:cubicBezTo>
                  <a:cubicBezTo>
                    <a:pt x="6657" y="11473"/>
                    <a:pt x="6576" y="11473"/>
                    <a:pt x="6576" y="11408"/>
                  </a:cubicBezTo>
                  <a:cubicBezTo>
                    <a:pt x="6576" y="11408"/>
                    <a:pt x="6576" y="11351"/>
                    <a:pt x="6657" y="11351"/>
                  </a:cubicBezTo>
                  <a:close/>
                  <a:moveTo>
                    <a:pt x="11400" y="11376"/>
                  </a:moveTo>
                  <a:cubicBezTo>
                    <a:pt x="11400" y="11432"/>
                    <a:pt x="11319" y="11497"/>
                    <a:pt x="11319" y="11497"/>
                  </a:cubicBezTo>
                  <a:lnTo>
                    <a:pt x="11230" y="11497"/>
                  </a:lnTo>
                  <a:cubicBezTo>
                    <a:pt x="11230" y="11432"/>
                    <a:pt x="11230" y="11376"/>
                    <a:pt x="11319" y="11376"/>
                  </a:cubicBezTo>
                  <a:close/>
                  <a:moveTo>
                    <a:pt x="14116" y="11327"/>
                  </a:moveTo>
                  <a:lnTo>
                    <a:pt x="13946" y="11449"/>
                  </a:lnTo>
                  <a:cubicBezTo>
                    <a:pt x="13853" y="11546"/>
                    <a:pt x="13811" y="11591"/>
                    <a:pt x="13791" y="11591"/>
                  </a:cubicBezTo>
                  <a:cubicBezTo>
                    <a:pt x="13776" y="11591"/>
                    <a:pt x="13776" y="11560"/>
                    <a:pt x="13776" y="11505"/>
                  </a:cubicBezTo>
                  <a:cubicBezTo>
                    <a:pt x="13776" y="11449"/>
                    <a:pt x="13776" y="11384"/>
                    <a:pt x="13946" y="11327"/>
                  </a:cubicBezTo>
                  <a:close/>
                  <a:moveTo>
                    <a:pt x="23092" y="11376"/>
                  </a:moveTo>
                  <a:cubicBezTo>
                    <a:pt x="23181" y="11376"/>
                    <a:pt x="23262" y="11441"/>
                    <a:pt x="23262" y="11497"/>
                  </a:cubicBezTo>
                  <a:cubicBezTo>
                    <a:pt x="23343" y="11619"/>
                    <a:pt x="23343" y="11619"/>
                    <a:pt x="23173" y="11619"/>
                  </a:cubicBezTo>
                  <a:cubicBezTo>
                    <a:pt x="23092" y="11619"/>
                    <a:pt x="23010" y="11619"/>
                    <a:pt x="23010" y="11554"/>
                  </a:cubicBezTo>
                  <a:lnTo>
                    <a:pt x="23092" y="11554"/>
                  </a:lnTo>
                  <a:cubicBezTo>
                    <a:pt x="23092" y="11573"/>
                    <a:pt x="23099" y="11581"/>
                    <a:pt x="23108" y="11581"/>
                  </a:cubicBezTo>
                  <a:cubicBezTo>
                    <a:pt x="23129" y="11581"/>
                    <a:pt x="23154" y="11537"/>
                    <a:pt x="23092" y="11497"/>
                  </a:cubicBezTo>
                  <a:cubicBezTo>
                    <a:pt x="23092" y="11432"/>
                    <a:pt x="23092" y="11376"/>
                    <a:pt x="23092" y="11376"/>
                  </a:cubicBezTo>
                  <a:close/>
                  <a:moveTo>
                    <a:pt x="24194" y="11505"/>
                  </a:moveTo>
                  <a:lnTo>
                    <a:pt x="24275" y="11562"/>
                  </a:lnTo>
                  <a:cubicBezTo>
                    <a:pt x="24275" y="11619"/>
                    <a:pt x="24194" y="11619"/>
                    <a:pt x="24105" y="11619"/>
                  </a:cubicBezTo>
                  <a:cubicBezTo>
                    <a:pt x="24024" y="11619"/>
                    <a:pt x="24024" y="11619"/>
                    <a:pt x="24024" y="11562"/>
                  </a:cubicBezTo>
                  <a:cubicBezTo>
                    <a:pt x="24073" y="11530"/>
                    <a:pt x="24129" y="11505"/>
                    <a:pt x="24194" y="11505"/>
                  </a:cubicBezTo>
                  <a:close/>
                  <a:moveTo>
                    <a:pt x="8181" y="11595"/>
                  </a:moveTo>
                  <a:lnTo>
                    <a:pt x="8262" y="11659"/>
                  </a:lnTo>
                  <a:lnTo>
                    <a:pt x="8181" y="11659"/>
                  </a:lnTo>
                  <a:cubicBezTo>
                    <a:pt x="8100" y="11659"/>
                    <a:pt x="8100" y="11659"/>
                    <a:pt x="8100" y="11595"/>
                  </a:cubicBezTo>
                  <a:close/>
                  <a:moveTo>
                    <a:pt x="8862" y="11538"/>
                  </a:moveTo>
                  <a:lnTo>
                    <a:pt x="9033" y="11546"/>
                  </a:lnTo>
                  <a:cubicBezTo>
                    <a:pt x="9033" y="11603"/>
                    <a:pt x="9025" y="11659"/>
                    <a:pt x="8943" y="11659"/>
                  </a:cubicBezTo>
                  <a:cubicBezTo>
                    <a:pt x="8919" y="11677"/>
                    <a:pt x="8896" y="11685"/>
                    <a:pt x="8876" y="11685"/>
                  </a:cubicBezTo>
                  <a:cubicBezTo>
                    <a:pt x="8823" y="11685"/>
                    <a:pt x="8797" y="11627"/>
                    <a:pt x="8862" y="11538"/>
                  </a:cubicBezTo>
                  <a:close/>
                  <a:moveTo>
                    <a:pt x="14278" y="11570"/>
                  </a:moveTo>
                  <a:lnTo>
                    <a:pt x="14368" y="11627"/>
                  </a:lnTo>
                  <a:cubicBezTo>
                    <a:pt x="14368" y="11692"/>
                    <a:pt x="14278" y="11692"/>
                    <a:pt x="14197" y="11692"/>
                  </a:cubicBezTo>
                  <a:lnTo>
                    <a:pt x="14197" y="11627"/>
                  </a:lnTo>
                  <a:lnTo>
                    <a:pt x="14278" y="11570"/>
                  </a:lnTo>
                  <a:close/>
                  <a:moveTo>
                    <a:pt x="12081" y="11554"/>
                  </a:moveTo>
                  <a:lnTo>
                    <a:pt x="12081" y="11554"/>
                  </a:lnTo>
                  <a:cubicBezTo>
                    <a:pt x="12162" y="11562"/>
                    <a:pt x="12081" y="11619"/>
                    <a:pt x="11992" y="11740"/>
                  </a:cubicBezTo>
                  <a:cubicBezTo>
                    <a:pt x="11923" y="11764"/>
                    <a:pt x="11882" y="11777"/>
                    <a:pt x="11863" y="11777"/>
                  </a:cubicBezTo>
                  <a:cubicBezTo>
                    <a:pt x="11836" y="11777"/>
                    <a:pt x="11858" y="11748"/>
                    <a:pt x="11911" y="11676"/>
                  </a:cubicBezTo>
                  <a:lnTo>
                    <a:pt x="12081" y="11554"/>
                  </a:lnTo>
                  <a:close/>
                  <a:moveTo>
                    <a:pt x="26481" y="11530"/>
                  </a:moveTo>
                  <a:cubicBezTo>
                    <a:pt x="26491" y="11530"/>
                    <a:pt x="26493" y="11560"/>
                    <a:pt x="26497" y="11619"/>
                  </a:cubicBezTo>
                  <a:cubicBezTo>
                    <a:pt x="26505" y="11676"/>
                    <a:pt x="26513" y="11740"/>
                    <a:pt x="26424" y="11749"/>
                  </a:cubicBezTo>
                  <a:cubicBezTo>
                    <a:pt x="26367" y="11795"/>
                    <a:pt x="26327" y="11815"/>
                    <a:pt x="26305" y="11815"/>
                  </a:cubicBezTo>
                  <a:cubicBezTo>
                    <a:pt x="26259" y="11815"/>
                    <a:pt x="26292" y="11729"/>
                    <a:pt x="26408" y="11635"/>
                  </a:cubicBezTo>
                  <a:cubicBezTo>
                    <a:pt x="26449" y="11564"/>
                    <a:pt x="26470" y="11530"/>
                    <a:pt x="26481" y="11530"/>
                  </a:cubicBezTo>
                  <a:close/>
                  <a:moveTo>
                    <a:pt x="7249" y="11708"/>
                  </a:moveTo>
                  <a:cubicBezTo>
                    <a:pt x="7160" y="11708"/>
                    <a:pt x="7160" y="11773"/>
                    <a:pt x="7160" y="11773"/>
                  </a:cubicBezTo>
                  <a:cubicBezTo>
                    <a:pt x="7160" y="11773"/>
                    <a:pt x="7160" y="11830"/>
                    <a:pt x="7249" y="11830"/>
                  </a:cubicBezTo>
                  <a:lnTo>
                    <a:pt x="7330" y="11830"/>
                  </a:lnTo>
                  <a:cubicBezTo>
                    <a:pt x="7330" y="11773"/>
                    <a:pt x="7249" y="11708"/>
                    <a:pt x="7249" y="11708"/>
                  </a:cubicBezTo>
                  <a:close/>
                  <a:moveTo>
                    <a:pt x="22832" y="11854"/>
                  </a:moveTo>
                  <a:cubicBezTo>
                    <a:pt x="22832" y="11911"/>
                    <a:pt x="22832" y="11911"/>
                    <a:pt x="22921" y="11911"/>
                  </a:cubicBezTo>
                  <a:lnTo>
                    <a:pt x="23002" y="11911"/>
                  </a:lnTo>
                  <a:lnTo>
                    <a:pt x="22921" y="11854"/>
                  </a:lnTo>
                  <a:close/>
                  <a:moveTo>
                    <a:pt x="8433" y="1"/>
                  </a:moveTo>
                  <a:cubicBezTo>
                    <a:pt x="8384" y="41"/>
                    <a:pt x="8327" y="57"/>
                    <a:pt x="8262" y="65"/>
                  </a:cubicBezTo>
                  <a:cubicBezTo>
                    <a:pt x="8262" y="122"/>
                    <a:pt x="8181" y="122"/>
                    <a:pt x="7922" y="122"/>
                  </a:cubicBezTo>
                  <a:cubicBezTo>
                    <a:pt x="7752" y="122"/>
                    <a:pt x="7419" y="179"/>
                    <a:pt x="7249" y="179"/>
                  </a:cubicBezTo>
                  <a:cubicBezTo>
                    <a:pt x="7079" y="179"/>
                    <a:pt x="6819" y="171"/>
                    <a:pt x="6738" y="114"/>
                  </a:cubicBezTo>
                  <a:cubicBezTo>
                    <a:pt x="6625" y="114"/>
                    <a:pt x="6503" y="130"/>
                    <a:pt x="6398" y="171"/>
                  </a:cubicBezTo>
                  <a:cubicBezTo>
                    <a:pt x="6357" y="199"/>
                    <a:pt x="6294" y="213"/>
                    <a:pt x="6242" y="213"/>
                  </a:cubicBezTo>
                  <a:cubicBezTo>
                    <a:pt x="6189" y="213"/>
                    <a:pt x="6146" y="199"/>
                    <a:pt x="6146" y="171"/>
                  </a:cubicBezTo>
                  <a:lnTo>
                    <a:pt x="6057" y="171"/>
                  </a:lnTo>
                  <a:cubicBezTo>
                    <a:pt x="5976" y="203"/>
                    <a:pt x="5887" y="228"/>
                    <a:pt x="5790" y="236"/>
                  </a:cubicBezTo>
                  <a:cubicBezTo>
                    <a:pt x="5790" y="192"/>
                    <a:pt x="5746" y="156"/>
                    <a:pt x="5689" y="156"/>
                  </a:cubicBezTo>
                  <a:cubicBezTo>
                    <a:pt x="5660" y="156"/>
                    <a:pt x="5627" y="165"/>
                    <a:pt x="5595" y="187"/>
                  </a:cubicBezTo>
                  <a:cubicBezTo>
                    <a:pt x="5603" y="244"/>
                    <a:pt x="5506" y="244"/>
                    <a:pt x="5311" y="260"/>
                  </a:cubicBezTo>
                  <a:cubicBezTo>
                    <a:pt x="5109" y="260"/>
                    <a:pt x="4906" y="276"/>
                    <a:pt x="4703" y="317"/>
                  </a:cubicBezTo>
                  <a:lnTo>
                    <a:pt x="4176" y="438"/>
                  </a:lnTo>
                  <a:cubicBezTo>
                    <a:pt x="3990" y="503"/>
                    <a:pt x="3795" y="568"/>
                    <a:pt x="3600" y="649"/>
                  </a:cubicBezTo>
                  <a:cubicBezTo>
                    <a:pt x="3414" y="738"/>
                    <a:pt x="3228" y="819"/>
                    <a:pt x="3057" y="909"/>
                  </a:cubicBezTo>
                  <a:lnTo>
                    <a:pt x="2619" y="1184"/>
                  </a:lnTo>
                  <a:cubicBezTo>
                    <a:pt x="2384" y="1371"/>
                    <a:pt x="2230" y="1500"/>
                    <a:pt x="2238" y="1509"/>
                  </a:cubicBezTo>
                  <a:cubicBezTo>
                    <a:pt x="2238" y="1509"/>
                    <a:pt x="2165" y="1573"/>
                    <a:pt x="2019" y="1703"/>
                  </a:cubicBezTo>
                  <a:lnTo>
                    <a:pt x="1809" y="1898"/>
                  </a:lnTo>
                  <a:cubicBezTo>
                    <a:pt x="1801" y="1889"/>
                    <a:pt x="1790" y="1885"/>
                    <a:pt x="1778" y="1885"/>
                  </a:cubicBezTo>
                  <a:cubicBezTo>
                    <a:pt x="1668" y="1885"/>
                    <a:pt x="1407" y="2224"/>
                    <a:pt x="1298" y="2465"/>
                  </a:cubicBezTo>
                  <a:cubicBezTo>
                    <a:pt x="1282" y="2571"/>
                    <a:pt x="1233" y="2660"/>
                    <a:pt x="1168" y="2733"/>
                  </a:cubicBezTo>
                  <a:cubicBezTo>
                    <a:pt x="1156" y="2724"/>
                    <a:pt x="1144" y="2720"/>
                    <a:pt x="1130" y="2720"/>
                  </a:cubicBezTo>
                  <a:cubicBezTo>
                    <a:pt x="1033" y="2720"/>
                    <a:pt x="903" y="2935"/>
                    <a:pt x="860" y="3106"/>
                  </a:cubicBezTo>
                  <a:cubicBezTo>
                    <a:pt x="904" y="3218"/>
                    <a:pt x="885" y="3287"/>
                    <a:pt x="826" y="3287"/>
                  </a:cubicBezTo>
                  <a:cubicBezTo>
                    <a:pt x="808" y="3287"/>
                    <a:pt x="787" y="3281"/>
                    <a:pt x="763" y="3268"/>
                  </a:cubicBezTo>
                  <a:cubicBezTo>
                    <a:pt x="749" y="3261"/>
                    <a:pt x="736" y="3257"/>
                    <a:pt x="724" y="3257"/>
                  </a:cubicBezTo>
                  <a:cubicBezTo>
                    <a:pt x="638" y="3257"/>
                    <a:pt x="578" y="3421"/>
                    <a:pt x="649" y="3641"/>
                  </a:cubicBezTo>
                  <a:cubicBezTo>
                    <a:pt x="657" y="3754"/>
                    <a:pt x="657" y="3754"/>
                    <a:pt x="568" y="3819"/>
                  </a:cubicBezTo>
                  <a:cubicBezTo>
                    <a:pt x="422" y="3860"/>
                    <a:pt x="382" y="3949"/>
                    <a:pt x="438" y="3973"/>
                  </a:cubicBezTo>
                  <a:cubicBezTo>
                    <a:pt x="520" y="4111"/>
                    <a:pt x="487" y="4192"/>
                    <a:pt x="341" y="4241"/>
                  </a:cubicBezTo>
                  <a:cubicBezTo>
                    <a:pt x="163" y="4387"/>
                    <a:pt x="171" y="4395"/>
                    <a:pt x="260" y="4525"/>
                  </a:cubicBezTo>
                  <a:cubicBezTo>
                    <a:pt x="349" y="4646"/>
                    <a:pt x="260" y="5011"/>
                    <a:pt x="138" y="5092"/>
                  </a:cubicBezTo>
                  <a:cubicBezTo>
                    <a:pt x="122" y="5181"/>
                    <a:pt x="49" y="5271"/>
                    <a:pt x="106" y="5279"/>
                  </a:cubicBezTo>
                  <a:lnTo>
                    <a:pt x="33" y="5368"/>
                  </a:lnTo>
                  <a:cubicBezTo>
                    <a:pt x="17" y="5433"/>
                    <a:pt x="17" y="5498"/>
                    <a:pt x="9" y="5562"/>
                  </a:cubicBezTo>
                  <a:lnTo>
                    <a:pt x="74" y="5571"/>
                  </a:lnTo>
                  <a:cubicBezTo>
                    <a:pt x="65" y="5611"/>
                    <a:pt x="49" y="5781"/>
                    <a:pt x="17" y="6025"/>
                  </a:cubicBezTo>
                  <a:cubicBezTo>
                    <a:pt x="1" y="6325"/>
                    <a:pt x="9" y="6625"/>
                    <a:pt x="49" y="6925"/>
                  </a:cubicBezTo>
                  <a:cubicBezTo>
                    <a:pt x="205" y="7812"/>
                    <a:pt x="338" y="8071"/>
                    <a:pt x="378" y="8071"/>
                  </a:cubicBezTo>
                  <a:cubicBezTo>
                    <a:pt x="386" y="8071"/>
                    <a:pt x="390" y="8061"/>
                    <a:pt x="390" y="8043"/>
                  </a:cubicBezTo>
                  <a:cubicBezTo>
                    <a:pt x="410" y="8012"/>
                    <a:pt x="429" y="7998"/>
                    <a:pt x="445" y="7998"/>
                  </a:cubicBezTo>
                  <a:cubicBezTo>
                    <a:pt x="494" y="7998"/>
                    <a:pt x="516" y="8124"/>
                    <a:pt x="455" y="8222"/>
                  </a:cubicBezTo>
                  <a:cubicBezTo>
                    <a:pt x="487" y="8384"/>
                    <a:pt x="536" y="8538"/>
                    <a:pt x="601" y="8684"/>
                  </a:cubicBezTo>
                  <a:cubicBezTo>
                    <a:pt x="682" y="8862"/>
                    <a:pt x="787" y="9033"/>
                    <a:pt x="730" y="9057"/>
                  </a:cubicBezTo>
                  <a:lnTo>
                    <a:pt x="779" y="9146"/>
                  </a:lnTo>
                  <a:cubicBezTo>
                    <a:pt x="982" y="9260"/>
                    <a:pt x="1306" y="9730"/>
                    <a:pt x="1468" y="9981"/>
                  </a:cubicBezTo>
                  <a:cubicBezTo>
                    <a:pt x="1606" y="10127"/>
                    <a:pt x="1663" y="10208"/>
                    <a:pt x="1849" y="10289"/>
                  </a:cubicBezTo>
                  <a:cubicBezTo>
                    <a:pt x="2028" y="10378"/>
                    <a:pt x="2028" y="10378"/>
                    <a:pt x="2060" y="10492"/>
                  </a:cubicBezTo>
                  <a:cubicBezTo>
                    <a:pt x="2017" y="10535"/>
                    <a:pt x="2361" y="10864"/>
                    <a:pt x="2482" y="10864"/>
                  </a:cubicBezTo>
                  <a:cubicBezTo>
                    <a:pt x="2496" y="10864"/>
                    <a:pt x="2507" y="10859"/>
                    <a:pt x="2514" y="10849"/>
                  </a:cubicBezTo>
                  <a:lnTo>
                    <a:pt x="2563" y="10954"/>
                  </a:lnTo>
                  <a:cubicBezTo>
                    <a:pt x="2592" y="11017"/>
                    <a:pt x="2644" y="11042"/>
                    <a:pt x="2688" y="11042"/>
                  </a:cubicBezTo>
                  <a:cubicBezTo>
                    <a:pt x="2718" y="11042"/>
                    <a:pt x="2744" y="11030"/>
                    <a:pt x="2757" y="11011"/>
                  </a:cubicBezTo>
                  <a:cubicBezTo>
                    <a:pt x="2779" y="10979"/>
                    <a:pt x="2802" y="10962"/>
                    <a:pt x="2823" y="10962"/>
                  </a:cubicBezTo>
                  <a:cubicBezTo>
                    <a:pt x="2866" y="10962"/>
                    <a:pt x="2901" y="11029"/>
                    <a:pt x="2895" y="11165"/>
                  </a:cubicBezTo>
                  <a:cubicBezTo>
                    <a:pt x="2847" y="11242"/>
                    <a:pt x="2883" y="11289"/>
                    <a:pt x="2915" y="11289"/>
                  </a:cubicBezTo>
                  <a:cubicBezTo>
                    <a:pt x="2926" y="11289"/>
                    <a:pt x="2937" y="11283"/>
                    <a:pt x="2944" y="11270"/>
                  </a:cubicBezTo>
                  <a:cubicBezTo>
                    <a:pt x="2961" y="11270"/>
                    <a:pt x="2979" y="11270"/>
                    <a:pt x="2996" y="11270"/>
                  </a:cubicBezTo>
                  <a:cubicBezTo>
                    <a:pt x="3093" y="11270"/>
                    <a:pt x="3188" y="11276"/>
                    <a:pt x="3236" y="11351"/>
                  </a:cubicBezTo>
                  <a:cubicBezTo>
                    <a:pt x="3284" y="11378"/>
                    <a:pt x="3332" y="11401"/>
                    <a:pt x="3373" y="11401"/>
                  </a:cubicBezTo>
                  <a:cubicBezTo>
                    <a:pt x="3409" y="11401"/>
                    <a:pt x="3440" y="11384"/>
                    <a:pt x="3463" y="11335"/>
                  </a:cubicBezTo>
                  <a:cubicBezTo>
                    <a:pt x="3474" y="11315"/>
                    <a:pt x="3492" y="11307"/>
                    <a:pt x="3514" y="11307"/>
                  </a:cubicBezTo>
                  <a:cubicBezTo>
                    <a:pt x="3554" y="11307"/>
                    <a:pt x="3608" y="11333"/>
                    <a:pt x="3665" y="11359"/>
                  </a:cubicBezTo>
                  <a:cubicBezTo>
                    <a:pt x="3641" y="11416"/>
                    <a:pt x="3641" y="11416"/>
                    <a:pt x="3529" y="11432"/>
                  </a:cubicBezTo>
                  <a:lnTo>
                    <a:pt x="3529" y="11432"/>
                  </a:lnTo>
                  <a:cubicBezTo>
                    <a:pt x="3524" y="11430"/>
                    <a:pt x="3519" y="11428"/>
                    <a:pt x="3515" y="11426"/>
                  </a:cubicBezTo>
                  <a:lnTo>
                    <a:pt x="3515" y="11426"/>
                  </a:lnTo>
                  <a:cubicBezTo>
                    <a:pt x="3519" y="11428"/>
                    <a:pt x="3523" y="11430"/>
                    <a:pt x="3527" y="11432"/>
                  </a:cubicBezTo>
                  <a:cubicBezTo>
                    <a:pt x="3528" y="11432"/>
                    <a:pt x="3528" y="11432"/>
                    <a:pt x="3529" y="11432"/>
                  </a:cubicBezTo>
                  <a:lnTo>
                    <a:pt x="3529" y="11432"/>
                  </a:lnTo>
                  <a:cubicBezTo>
                    <a:pt x="3565" y="11449"/>
                    <a:pt x="3627" y="11477"/>
                    <a:pt x="3706" y="11505"/>
                  </a:cubicBezTo>
                  <a:cubicBezTo>
                    <a:pt x="3795" y="11538"/>
                    <a:pt x="3957" y="11668"/>
                    <a:pt x="3941" y="11716"/>
                  </a:cubicBezTo>
                  <a:cubicBezTo>
                    <a:pt x="3979" y="11766"/>
                    <a:pt x="4021" y="11799"/>
                    <a:pt x="4046" y="11799"/>
                  </a:cubicBezTo>
                  <a:cubicBezTo>
                    <a:pt x="4069" y="11799"/>
                    <a:pt x="4078" y="11771"/>
                    <a:pt x="4054" y="11700"/>
                  </a:cubicBezTo>
                  <a:cubicBezTo>
                    <a:pt x="4077" y="11632"/>
                    <a:pt x="4085" y="11607"/>
                    <a:pt x="4120" y="11607"/>
                  </a:cubicBezTo>
                  <a:cubicBezTo>
                    <a:pt x="4147" y="11607"/>
                    <a:pt x="4192" y="11622"/>
                    <a:pt x="4273" y="11643"/>
                  </a:cubicBezTo>
                  <a:cubicBezTo>
                    <a:pt x="4371" y="11668"/>
                    <a:pt x="4460" y="11692"/>
                    <a:pt x="4444" y="11749"/>
                  </a:cubicBezTo>
                  <a:cubicBezTo>
                    <a:pt x="4427" y="11805"/>
                    <a:pt x="4427" y="11805"/>
                    <a:pt x="4622" y="11854"/>
                  </a:cubicBezTo>
                  <a:cubicBezTo>
                    <a:pt x="4677" y="11865"/>
                    <a:pt x="4732" y="11870"/>
                    <a:pt x="4787" y="11870"/>
                  </a:cubicBezTo>
                  <a:cubicBezTo>
                    <a:pt x="4984" y="11870"/>
                    <a:pt x="5177" y="11802"/>
                    <a:pt x="5336" y="11676"/>
                  </a:cubicBezTo>
                  <a:cubicBezTo>
                    <a:pt x="5340" y="11615"/>
                    <a:pt x="5342" y="11584"/>
                    <a:pt x="5353" y="11584"/>
                  </a:cubicBezTo>
                  <a:cubicBezTo>
                    <a:pt x="5364" y="11584"/>
                    <a:pt x="5384" y="11615"/>
                    <a:pt x="5425" y="11676"/>
                  </a:cubicBezTo>
                  <a:cubicBezTo>
                    <a:pt x="5417" y="11740"/>
                    <a:pt x="5514" y="11740"/>
                    <a:pt x="5611" y="11749"/>
                  </a:cubicBezTo>
                  <a:cubicBezTo>
                    <a:pt x="5611" y="11731"/>
                    <a:pt x="5620" y="11725"/>
                    <a:pt x="5629" y="11725"/>
                  </a:cubicBezTo>
                  <a:cubicBezTo>
                    <a:pt x="5648" y="11725"/>
                    <a:pt x="5669" y="11749"/>
                    <a:pt x="5625" y="11749"/>
                  </a:cubicBezTo>
                  <a:cubicBezTo>
                    <a:pt x="5621" y="11749"/>
                    <a:pt x="5617" y="11749"/>
                    <a:pt x="5611" y="11749"/>
                  </a:cubicBezTo>
                  <a:cubicBezTo>
                    <a:pt x="5605" y="11790"/>
                    <a:pt x="5552" y="11801"/>
                    <a:pt x="5490" y="11801"/>
                  </a:cubicBezTo>
                  <a:cubicBezTo>
                    <a:pt x="5466" y="11801"/>
                    <a:pt x="5441" y="11799"/>
                    <a:pt x="5417" y="11797"/>
                  </a:cubicBezTo>
                  <a:lnTo>
                    <a:pt x="5408" y="11854"/>
                  </a:lnTo>
                  <a:cubicBezTo>
                    <a:pt x="5451" y="11922"/>
                    <a:pt x="5500" y="11957"/>
                    <a:pt x="5551" y="11957"/>
                  </a:cubicBezTo>
                  <a:cubicBezTo>
                    <a:pt x="5598" y="11957"/>
                    <a:pt x="5646" y="11928"/>
                    <a:pt x="5692" y="11870"/>
                  </a:cubicBezTo>
                  <a:cubicBezTo>
                    <a:pt x="5741" y="11848"/>
                    <a:pt x="5766" y="11836"/>
                    <a:pt x="5788" y="11836"/>
                  </a:cubicBezTo>
                  <a:cubicBezTo>
                    <a:pt x="5813" y="11836"/>
                    <a:pt x="5835" y="11852"/>
                    <a:pt x="5887" y="11886"/>
                  </a:cubicBezTo>
                  <a:cubicBezTo>
                    <a:pt x="5950" y="11926"/>
                    <a:pt x="6008" y="11970"/>
                    <a:pt x="6038" y="11970"/>
                  </a:cubicBezTo>
                  <a:cubicBezTo>
                    <a:pt x="6050" y="11970"/>
                    <a:pt x="6057" y="11962"/>
                    <a:pt x="6057" y="11943"/>
                  </a:cubicBezTo>
                  <a:cubicBezTo>
                    <a:pt x="6146" y="11943"/>
                    <a:pt x="6235" y="11968"/>
                    <a:pt x="6317" y="12008"/>
                  </a:cubicBezTo>
                  <a:cubicBezTo>
                    <a:pt x="6479" y="12008"/>
                    <a:pt x="6568" y="12008"/>
                    <a:pt x="6568" y="11951"/>
                  </a:cubicBezTo>
                  <a:cubicBezTo>
                    <a:pt x="6568" y="11886"/>
                    <a:pt x="6657" y="11886"/>
                    <a:pt x="6738" y="11886"/>
                  </a:cubicBezTo>
                  <a:cubicBezTo>
                    <a:pt x="6819" y="11886"/>
                    <a:pt x="6908" y="11886"/>
                    <a:pt x="6908" y="11830"/>
                  </a:cubicBezTo>
                  <a:cubicBezTo>
                    <a:pt x="6908" y="11773"/>
                    <a:pt x="6998" y="11708"/>
                    <a:pt x="7160" y="11708"/>
                  </a:cubicBezTo>
                  <a:cubicBezTo>
                    <a:pt x="7229" y="11685"/>
                    <a:pt x="7270" y="11671"/>
                    <a:pt x="7300" y="11671"/>
                  </a:cubicBezTo>
                  <a:cubicBezTo>
                    <a:pt x="7345" y="11671"/>
                    <a:pt x="7366" y="11701"/>
                    <a:pt x="7419" y="11773"/>
                  </a:cubicBezTo>
                  <a:cubicBezTo>
                    <a:pt x="7419" y="11830"/>
                    <a:pt x="7500" y="11830"/>
                    <a:pt x="7581" y="11830"/>
                  </a:cubicBezTo>
                  <a:cubicBezTo>
                    <a:pt x="7646" y="11838"/>
                    <a:pt x="7703" y="11862"/>
                    <a:pt x="7752" y="11895"/>
                  </a:cubicBezTo>
                  <a:cubicBezTo>
                    <a:pt x="7778" y="11911"/>
                    <a:pt x="7796" y="11918"/>
                    <a:pt x="7809" y="11918"/>
                  </a:cubicBezTo>
                  <a:cubicBezTo>
                    <a:pt x="7841" y="11918"/>
                    <a:pt x="7841" y="11878"/>
                    <a:pt x="7841" y="11838"/>
                  </a:cubicBezTo>
                  <a:cubicBezTo>
                    <a:pt x="7841" y="11773"/>
                    <a:pt x="7841" y="11716"/>
                    <a:pt x="7841" y="11716"/>
                  </a:cubicBezTo>
                  <a:cubicBezTo>
                    <a:pt x="7922" y="11716"/>
                    <a:pt x="8011" y="11838"/>
                    <a:pt x="8011" y="11895"/>
                  </a:cubicBezTo>
                  <a:cubicBezTo>
                    <a:pt x="8052" y="11955"/>
                    <a:pt x="8072" y="11986"/>
                    <a:pt x="8082" y="11986"/>
                  </a:cubicBezTo>
                  <a:cubicBezTo>
                    <a:pt x="8092" y="11986"/>
                    <a:pt x="8092" y="11955"/>
                    <a:pt x="8092" y="11895"/>
                  </a:cubicBezTo>
                  <a:cubicBezTo>
                    <a:pt x="8092" y="11855"/>
                    <a:pt x="8136" y="11811"/>
                    <a:pt x="8222" y="11811"/>
                  </a:cubicBezTo>
                  <a:cubicBezTo>
                    <a:pt x="8258" y="11811"/>
                    <a:pt x="8301" y="11819"/>
                    <a:pt x="8352" y="11838"/>
                  </a:cubicBezTo>
                  <a:cubicBezTo>
                    <a:pt x="8514" y="11838"/>
                    <a:pt x="8684" y="11838"/>
                    <a:pt x="8684" y="11895"/>
                  </a:cubicBezTo>
                  <a:cubicBezTo>
                    <a:pt x="8714" y="11916"/>
                    <a:pt x="8746" y="11926"/>
                    <a:pt x="8777" y="11926"/>
                  </a:cubicBezTo>
                  <a:cubicBezTo>
                    <a:pt x="8805" y="11926"/>
                    <a:pt x="8831" y="11918"/>
                    <a:pt x="8854" y="11903"/>
                  </a:cubicBezTo>
                  <a:cubicBezTo>
                    <a:pt x="8899" y="11870"/>
                    <a:pt x="8941" y="11854"/>
                    <a:pt x="9004" y="11854"/>
                  </a:cubicBezTo>
                  <a:cubicBezTo>
                    <a:pt x="9067" y="11854"/>
                    <a:pt x="9150" y="11870"/>
                    <a:pt x="9276" y="11903"/>
                  </a:cubicBezTo>
                  <a:cubicBezTo>
                    <a:pt x="9487" y="11963"/>
                    <a:pt x="9592" y="11994"/>
                    <a:pt x="9646" y="11994"/>
                  </a:cubicBezTo>
                  <a:cubicBezTo>
                    <a:pt x="9700" y="11994"/>
                    <a:pt x="9702" y="11963"/>
                    <a:pt x="9706" y="11903"/>
                  </a:cubicBezTo>
                  <a:cubicBezTo>
                    <a:pt x="9706" y="11870"/>
                    <a:pt x="9706" y="11834"/>
                    <a:pt x="9722" y="11834"/>
                  </a:cubicBezTo>
                  <a:cubicBezTo>
                    <a:pt x="9733" y="11834"/>
                    <a:pt x="9753" y="11852"/>
                    <a:pt x="9787" y="11903"/>
                  </a:cubicBezTo>
                  <a:cubicBezTo>
                    <a:pt x="9811" y="11922"/>
                    <a:pt x="9836" y="11930"/>
                    <a:pt x="9863" y="11930"/>
                  </a:cubicBezTo>
                  <a:cubicBezTo>
                    <a:pt x="9928" y="11930"/>
                    <a:pt x="10007" y="11886"/>
                    <a:pt x="10127" y="11846"/>
                  </a:cubicBezTo>
                  <a:cubicBezTo>
                    <a:pt x="10192" y="11781"/>
                    <a:pt x="10225" y="11700"/>
                    <a:pt x="10216" y="11611"/>
                  </a:cubicBezTo>
                  <a:cubicBezTo>
                    <a:pt x="10216" y="11539"/>
                    <a:pt x="10216" y="11509"/>
                    <a:pt x="10252" y="11509"/>
                  </a:cubicBezTo>
                  <a:cubicBezTo>
                    <a:pt x="10276" y="11509"/>
                    <a:pt x="10318" y="11523"/>
                    <a:pt x="10387" y="11546"/>
                  </a:cubicBezTo>
                  <a:cubicBezTo>
                    <a:pt x="10468" y="11546"/>
                    <a:pt x="10549" y="11611"/>
                    <a:pt x="10549" y="11668"/>
                  </a:cubicBezTo>
                  <a:cubicBezTo>
                    <a:pt x="10549" y="11719"/>
                    <a:pt x="10497" y="11725"/>
                    <a:pt x="10476" y="11725"/>
                  </a:cubicBezTo>
                  <a:cubicBezTo>
                    <a:pt x="10471" y="11725"/>
                    <a:pt x="10468" y="11724"/>
                    <a:pt x="10468" y="11724"/>
                  </a:cubicBezTo>
                  <a:lnTo>
                    <a:pt x="10379" y="11724"/>
                  </a:lnTo>
                  <a:cubicBezTo>
                    <a:pt x="10379" y="11789"/>
                    <a:pt x="10379" y="11846"/>
                    <a:pt x="10549" y="11846"/>
                  </a:cubicBezTo>
                  <a:cubicBezTo>
                    <a:pt x="10593" y="11878"/>
                    <a:pt x="10636" y="11895"/>
                    <a:pt x="10667" y="11895"/>
                  </a:cubicBezTo>
                  <a:cubicBezTo>
                    <a:pt x="10699" y="11895"/>
                    <a:pt x="10719" y="11878"/>
                    <a:pt x="10719" y="11846"/>
                  </a:cubicBezTo>
                  <a:cubicBezTo>
                    <a:pt x="10800" y="11911"/>
                    <a:pt x="10970" y="11911"/>
                    <a:pt x="11141" y="11911"/>
                  </a:cubicBezTo>
                  <a:cubicBezTo>
                    <a:pt x="11311" y="11911"/>
                    <a:pt x="11562" y="11911"/>
                    <a:pt x="11651" y="11976"/>
                  </a:cubicBezTo>
                  <a:cubicBezTo>
                    <a:pt x="11822" y="11976"/>
                    <a:pt x="11903" y="11976"/>
                    <a:pt x="11903" y="11919"/>
                  </a:cubicBezTo>
                  <a:cubicBezTo>
                    <a:pt x="11903" y="11847"/>
                    <a:pt x="11934" y="11817"/>
                    <a:pt x="11960" y="11817"/>
                  </a:cubicBezTo>
                  <a:cubicBezTo>
                    <a:pt x="11977" y="11817"/>
                    <a:pt x="11992" y="11831"/>
                    <a:pt x="11992" y="11854"/>
                  </a:cubicBezTo>
                  <a:cubicBezTo>
                    <a:pt x="12043" y="11930"/>
                    <a:pt x="12492" y="11984"/>
                    <a:pt x="12842" y="11984"/>
                  </a:cubicBezTo>
                  <a:cubicBezTo>
                    <a:pt x="13052" y="11984"/>
                    <a:pt x="13226" y="11964"/>
                    <a:pt x="13257" y="11919"/>
                  </a:cubicBezTo>
                  <a:lnTo>
                    <a:pt x="13427" y="11927"/>
                  </a:lnTo>
                  <a:cubicBezTo>
                    <a:pt x="13512" y="11955"/>
                    <a:pt x="13682" y="11970"/>
                    <a:pt x="13842" y="11970"/>
                  </a:cubicBezTo>
                  <a:cubicBezTo>
                    <a:pt x="14001" y="11970"/>
                    <a:pt x="14149" y="11955"/>
                    <a:pt x="14189" y="11927"/>
                  </a:cubicBezTo>
                  <a:lnTo>
                    <a:pt x="14449" y="11927"/>
                  </a:lnTo>
                  <a:cubicBezTo>
                    <a:pt x="14534" y="11959"/>
                    <a:pt x="14597" y="11976"/>
                    <a:pt x="14648" y="11976"/>
                  </a:cubicBezTo>
                  <a:cubicBezTo>
                    <a:pt x="14700" y="11976"/>
                    <a:pt x="14741" y="11959"/>
                    <a:pt x="14781" y="11927"/>
                  </a:cubicBezTo>
                  <a:cubicBezTo>
                    <a:pt x="14844" y="11887"/>
                    <a:pt x="14863" y="11847"/>
                    <a:pt x="14868" y="11847"/>
                  </a:cubicBezTo>
                  <a:cubicBezTo>
                    <a:pt x="14870" y="11847"/>
                    <a:pt x="14870" y="11854"/>
                    <a:pt x="14870" y="11870"/>
                  </a:cubicBezTo>
                  <a:cubicBezTo>
                    <a:pt x="14870" y="11935"/>
                    <a:pt x="15041" y="11935"/>
                    <a:pt x="15381" y="11935"/>
                  </a:cubicBezTo>
                  <a:cubicBezTo>
                    <a:pt x="15713" y="11935"/>
                    <a:pt x="15713" y="11935"/>
                    <a:pt x="15632" y="11878"/>
                  </a:cubicBezTo>
                  <a:cubicBezTo>
                    <a:pt x="15733" y="11859"/>
                    <a:pt x="15805" y="11851"/>
                    <a:pt x="15854" y="11851"/>
                  </a:cubicBezTo>
                  <a:cubicBezTo>
                    <a:pt x="15973" y="11851"/>
                    <a:pt x="15973" y="11895"/>
                    <a:pt x="15973" y="11935"/>
                  </a:cubicBezTo>
                  <a:cubicBezTo>
                    <a:pt x="15933" y="11990"/>
                    <a:pt x="15945" y="12020"/>
                    <a:pt x="15980" y="12020"/>
                  </a:cubicBezTo>
                  <a:cubicBezTo>
                    <a:pt x="16021" y="12020"/>
                    <a:pt x="16094" y="11976"/>
                    <a:pt x="16143" y="11878"/>
                  </a:cubicBezTo>
                  <a:cubicBezTo>
                    <a:pt x="16190" y="11808"/>
                    <a:pt x="16267" y="11778"/>
                    <a:pt x="16323" y="11778"/>
                  </a:cubicBezTo>
                  <a:cubicBezTo>
                    <a:pt x="16364" y="11778"/>
                    <a:pt x="16395" y="11794"/>
                    <a:pt x="16395" y="11822"/>
                  </a:cubicBezTo>
                  <a:cubicBezTo>
                    <a:pt x="16395" y="11878"/>
                    <a:pt x="16313" y="11878"/>
                    <a:pt x="16224" y="11878"/>
                  </a:cubicBezTo>
                  <a:cubicBezTo>
                    <a:pt x="16224" y="11878"/>
                    <a:pt x="16224" y="11935"/>
                    <a:pt x="16224" y="12000"/>
                  </a:cubicBezTo>
                  <a:cubicBezTo>
                    <a:pt x="16305" y="12000"/>
                    <a:pt x="16305" y="12000"/>
                    <a:pt x="16395" y="11943"/>
                  </a:cubicBezTo>
                  <a:cubicBezTo>
                    <a:pt x="16459" y="11935"/>
                    <a:pt x="16516" y="11919"/>
                    <a:pt x="16565" y="11878"/>
                  </a:cubicBezTo>
                  <a:cubicBezTo>
                    <a:pt x="16654" y="11822"/>
                    <a:pt x="16654" y="11765"/>
                    <a:pt x="16565" y="11700"/>
                  </a:cubicBezTo>
                  <a:cubicBezTo>
                    <a:pt x="16484" y="11643"/>
                    <a:pt x="16565" y="11643"/>
                    <a:pt x="16654" y="11643"/>
                  </a:cubicBezTo>
                  <a:cubicBezTo>
                    <a:pt x="16824" y="11700"/>
                    <a:pt x="16816" y="11765"/>
                    <a:pt x="16735" y="11822"/>
                  </a:cubicBezTo>
                  <a:cubicBezTo>
                    <a:pt x="16654" y="11822"/>
                    <a:pt x="16646" y="11878"/>
                    <a:pt x="16646" y="11943"/>
                  </a:cubicBezTo>
                  <a:cubicBezTo>
                    <a:pt x="16646" y="11954"/>
                    <a:pt x="16660" y="11958"/>
                    <a:pt x="16684" y="11958"/>
                  </a:cubicBezTo>
                  <a:cubicBezTo>
                    <a:pt x="16791" y="11958"/>
                    <a:pt x="17090" y="11864"/>
                    <a:pt x="17157" y="11765"/>
                  </a:cubicBezTo>
                  <a:cubicBezTo>
                    <a:pt x="17157" y="11780"/>
                    <a:pt x="17157" y="11798"/>
                    <a:pt x="17157" y="11822"/>
                  </a:cubicBezTo>
                  <a:cubicBezTo>
                    <a:pt x="17157" y="11886"/>
                    <a:pt x="17327" y="11886"/>
                    <a:pt x="17497" y="11886"/>
                  </a:cubicBezTo>
                  <a:cubicBezTo>
                    <a:pt x="17667" y="11886"/>
                    <a:pt x="17749" y="11886"/>
                    <a:pt x="17749" y="11830"/>
                  </a:cubicBezTo>
                  <a:cubicBezTo>
                    <a:pt x="17749" y="11765"/>
                    <a:pt x="17749" y="11708"/>
                    <a:pt x="17838" y="11708"/>
                  </a:cubicBezTo>
                  <a:cubicBezTo>
                    <a:pt x="17749" y="11708"/>
                    <a:pt x="17757" y="11643"/>
                    <a:pt x="17757" y="11586"/>
                  </a:cubicBezTo>
                  <a:lnTo>
                    <a:pt x="17757" y="11586"/>
                  </a:lnTo>
                  <a:cubicBezTo>
                    <a:pt x="17846" y="11619"/>
                    <a:pt x="17927" y="11659"/>
                    <a:pt x="18008" y="11708"/>
                  </a:cubicBezTo>
                  <a:cubicBezTo>
                    <a:pt x="18178" y="11830"/>
                    <a:pt x="18340" y="11886"/>
                    <a:pt x="18681" y="11895"/>
                  </a:cubicBezTo>
                  <a:cubicBezTo>
                    <a:pt x="18851" y="11895"/>
                    <a:pt x="19103" y="11895"/>
                    <a:pt x="19192" y="11951"/>
                  </a:cubicBezTo>
                  <a:cubicBezTo>
                    <a:pt x="19362" y="11951"/>
                    <a:pt x="19443" y="11951"/>
                    <a:pt x="19443" y="11895"/>
                  </a:cubicBezTo>
                  <a:lnTo>
                    <a:pt x="19613" y="11895"/>
                  </a:lnTo>
                  <a:cubicBezTo>
                    <a:pt x="19658" y="11927"/>
                    <a:pt x="19721" y="11943"/>
                    <a:pt x="19773" y="11943"/>
                  </a:cubicBezTo>
                  <a:cubicBezTo>
                    <a:pt x="19826" y="11943"/>
                    <a:pt x="19869" y="11927"/>
                    <a:pt x="19873" y="11895"/>
                  </a:cubicBezTo>
                  <a:cubicBezTo>
                    <a:pt x="19899" y="11876"/>
                    <a:pt x="19926" y="11870"/>
                    <a:pt x="19952" y="11870"/>
                  </a:cubicBezTo>
                  <a:cubicBezTo>
                    <a:pt x="20008" y="11870"/>
                    <a:pt x="20064" y="11897"/>
                    <a:pt x="20124" y="11903"/>
                  </a:cubicBezTo>
                  <a:cubicBezTo>
                    <a:pt x="20200" y="11953"/>
                    <a:pt x="20242" y="11981"/>
                    <a:pt x="20257" y="11981"/>
                  </a:cubicBezTo>
                  <a:cubicBezTo>
                    <a:pt x="20277" y="11981"/>
                    <a:pt x="20255" y="11937"/>
                    <a:pt x="20205" y="11838"/>
                  </a:cubicBezTo>
                  <a:cubicBezTo>
                    <a:pt x="20205" y="11781"/>
                    <a:pt x="20043" y="11716"/>
                    <a:pt x="19954" y="11716"/>
                  </a:cubicBezTo>
                  <a:lnTo>
                    <a:pt x="19702" y="11716"/>
                  </a:lnTo>
                  <a:lnTo>
                    <a:pt x="19954" y="11659"/>
                  </a:lnTo>
                  <a:cubicBezTo>
                    <a:pt x="20043" y="11659"/>
                    <a:pt x="20213" y="11603"/>
                    <a:pt x="20213" y="11538"/>
                  </a:cubicBezTo>
                  <a:cubicBezTo>
                    <a:pt x="20213" y="11538"/>
                    <a:pt x="20213" y="11481"/>
                    <a:pt x="20294" y="11481"/>
                  </a:cubicBezTo>
                  <a:lnTo>
                    <a:pt x="20294" y="11603"/>
                  </a:lnTo>
                  <a:cubicBezTo>
                    <a:pt x="20238" y="11635"/>
                    <a:pt x="20197" y="11708"/>
                    <a:pt x="20205" y="11781"/>
                  </a:cubicBezTo>
                  <a:cubicBezTo>
                    <a:pt x="20260" y="11855"/>
                    <a:pt x="20375" y="11905"/>
                    <a:pt x="20456" y="11905"/>
                  </a:cubicBezTo>
                  <a:cubicBezTo>
                    <a:pt x="20508" y="11905"/>
                    <a:pt x="20546" y="11885"/>
                    <a:pt x="20546" y="11838"/>
                  </a:cubicBezTo>
                  <a:cubicBezTo>
                    <a:pt x="20635" y="11838"/>
                    <a:pt x="20635" y="11838"/>
                    <a:pt x="20716" y="11903"/>
                  </a:cubicBezTo>
                  <a:cubicBezTo>
                    <a:pt x="20716" y="11926"/>
                    <a:pt x="20730" y="11940"/>
                    <a:pt x="20752" y="11940"/>
                  </a:cubicBezTo>
                  <a:cubicBezTo>
                    <a:pt x="20785" y="11940"/>
                    <a:pt x="20834" y="11912"/>
                    <a:pt x="20886" y="11846"/>
                  </a:cubicBezTo>
                  <a:cubicBezTo>
                    <a:pt x="20931" y="11785"/>
                    <a:pt x="20973" y="11755"/>
                    <a:pt x="21015" y="11755"/>
                  </a:cubicBezTo>
                  <a:cubicBezTo>
                    <a:pt x="21056" y="11755"/>
                    <a:pt x="21097" y="11785"/>
                    <a:pt x="21138" y="11846"/>
                  </a:cubicBezTo>
                  <a:cubicBezTo>
                    <a:pt x="21239" y="11918"/>
                    <a:pt x="21400" y="11947"/>
                    <a:pt x="21514" y="11947"/>
                  </a:cubicBezTo>
                  <a:cubicBezTo>
                    <a:pt x="21592" y="11947"/>
                    <a:pt x="21648" y="11934"/>
                    <a:pt x="21648" y="11911"/>
                  </a:cubicBezTo>
                  <a:cubicBezTo>
                    <a:pt x="21648" y="11839"/>
                    <a:pt x="21737" y="11809"/>
                    <a:pt x="21828" y="11809"/>
                  </a:cubicBezTo>
                  <a:cubicBezTo>
                    <a:pt x="21890" y="11809"/>
                    <a:pt x="21953" y="11823"/>
                    <a:pt x="21989" y="11846"/>
                  </a:cubicBezTo>
                  <a:cubicBezTo>
                    <a:pt x="22027" y="11879"/>
                    <a:pt x="22073" y="11896"/>
                    <a:pt x="22119" y="11896"/>
                  </a:cubicBezTo>
                  <a:cubicBezTo>
                    <a:pt x="22162" y="11896"/>
                    <a:pt x="22205" y="11881"/>
                    <a:pt x="22240" y="11854"/>
                  </a:cubicBezTo>
                  <a:cubicBezTo>
                    <a:pt x="22246" y="11907"/>
                    <a:pt x="22289" y="11939"/>
                    <a:pt x="22337" y="11939"/>
                  </a:cubicBezTo>
                  <a:cubicBezTo>
                    <a:pt x="22362" y="11939"/>
                    <a:pt x="22388" y="11930"/>
                    <a:pt x="22410" y="11911"/>
                  </a:cubicBezTo>
                  <a:cubicBezTo>
                    <a:pt x="22410" y="11911"/>
                    <a:pt x="22492" y="11911"/>
                    <a:pt x="22410" y="11854"/>
                  </a:cubicBezTo>
                  <a:lnTo>
                    <a:pt x="22581" y="11732"/>
                  </a:lnTo>
                  <a:cubicBezTo>
                    <a:pt x="22500" y="11732"/>
                    <a:pt x="22500" y="11676"/>
                    <a:pt x="22500" y="11611"/>
                  </a:cubicBezTo>
                  <a:cubicBezTo>
                    <a:pt x="22500" y="11597"/>
                    <a:pt x="22520" y="11590"/>
                    <a:pt x="22554" y="11590"/>
                  </a:cubicBezTo>
                  <a:cubicBezTo>
                    <a:pt x="22656" y="11590"/>
                    <a:pt x="22880" y="11657"/>
                    <a:pt x="23002" y="11797"/>
                  </a:cubicBezTo>
                  <a:lnTo>
                    <a:pt x="23173" y="11919"/>
                  </a:lnTo>
                  <a:lnTo>
                    <a:pt x="23173" y="11797"/>
                  </a:lnTo>
                  <a:cubicBezTo>
                    <a:pt x="23262" y="11797"/>
                    <a:pt x="23343" y="11797"/>
                    <a:pt x="23343" y="11854"/>
                  </a:cubicBezTo>
                  <a:cubicBezTo>
                    <a:pt x="23343" y="11919"/>
                    <a:pt x="23343" y="11919"/>
                    <a:pt x="23424" y="11919"/>
                  </a:cubicBezTo>
                  <a:cubicBezTo>
                    <a:pt x="23424" y="11919"/>
                    <a:pt x="23513" y="11919"/>
                    <a:pt x="23513" y="11862"/>
                  </a:cubicBezTo>
                  <a:cubicBezTo>
                    <a:pt x="23513" y="11790"/>
                    <a:pt x="23513" y="11761"/>
                    <a:pt x="23530" y="11761"/>
                  </a:cubicBezTo>
                  <a:cubicBezTo>
                    <a:pt x="23542" y="11761"/>
                    <a:pt x="23561" y="11774"/>
                    <a:pt x="23594" y="11797"/>
                  </a:cubicBezTo>
                  <a:cubicBezTo>
                    <a:pt x="23639" y="11858"/>
                    <a:pt x="23681" y="11888"/>
                    <a:pt x="23724" y="11888"/>
                  </a:cubicBezTo>
                  <a:cubicBezTo>
                    <a:pt x="23766" y="11888"/>
                    <a:pt x="23809" y="11858"/>
                    <a:pt x="23854" y="11797"/>
                  </a:cubicBezTo>
                  <a:cubicBezTo>
                    <a:pt x="23854" y="11740"/>
                    <a:pt x="23854" y="11712"/>
                    <a:pt x="23864" y="11712"/>
                  </a:cubicBezTo>
                  <a:cubicBezTo>
                    <a:pt x="23874" y="11712"/>
                    <a:pt x="23894" y="11740"/>
                    <a:pt x="23935" y="11797"/>
                  </a:cubicBezTo>
                  <a:cubicBezTo>
                    <a:pt x="23935" y="11862"/>
                    <a:pt x="24016" y="11919"/>
                    <a:pt x="24105" y="11919"/>
                  </a:cubicBezTo>
                  <a:lnTo>
                    <a:pt x="24105" y="11862"/>
                  </a:lnTo>
                  <a:cubicBezTo>
                    <a:pt x="24105" y="11792"/>
                    <a:pt x="24135" y="11762"/>
                    <a:pt x="24176" y="11762"/>
                  </a:cubicBezTo>
                  <a:cubicBezTo>
                    <a:pt x="24205" y="11762"/>
                    <a:pt x="24241" y="11778"/>
                    <a:pt x="24275" y="11805"/>
                  </a:cubicBezTo>
                  <a:cubicBezTo>
                    <a:pt x="24275" y="11834"/>
                    <a:pt x="24296" y="11848"/>
                    <a:pt x="24337" y="11848"/>
                  </a:cubicBezTo>
                  <a:cubicBezTo>
                    <a:pt x="24379" y="11848"/>
                    <a:pt x="24441" y="11834"/>
                    <a:pt x="24527" y="11805"/>
                  </a:cubicBezTo>
                  <a:cubicBezTo>
                    <a:pt x="24697" y="11805"/>
                    <a:pt x="24786" y="11805"/>
                    <a:pt x="24786" y="11862"/>
                  </a:cubicBezTo>
                  <a:cubicBezTo>
                    <a:pt x="24782" y="11923"/>
                    <a:pt x="24780" y="11953"/>
                    <a:pt x="24790" y="11953"/>
                  </a:cubicBezTo>
                  <a:cubicBezTo>
                    <a:pt x="24800" y="11953"/>
                    <a:pt x="24823" y="11923"/>
                    <a:pt x="24867" y="11862"/>
                  </a:cubicBezTo>
                  <a:cubicBezTo>
                    <a:pt x="24908" y="11834"/>
                    <a:pt x="24928" y="11820"/>
                    <a:pt x="24959" y="11820"/>
                  </a:cubicBezTo>
                  <a:cubicBezTo>
                    <a:pt x="24991" y="11820"/>
                    <a:pt x="25033" y="11834"/>
                    <a:pt x="25118" y="11862"/>
                  </a:cubicBezTo>
                  <a:cubicBezTo>
                    <a:pt x="25165" y="11896"/>
                    <a:pt x="25187" y="11912"/>
                    <a:pt x="25209" y="11912"/>
                  </a:cubicBezTo>
                  <a:cubicBezTo>
                    <a:pt x="25229" y="11912"/>
                    <a:pt x="25250" y="11898"/>
                    <a:pt x="25289" y="11870"/>
                  </a:cubicBezTo>
                  <a:cubicBezTo>
                    <a:pt x="25289" y="11749"/>
                    <a:pt x="25289" y="11684"/>
                    <a:pt x="25208" y="11684"/>
                  </a:cubicBezTo>
                  <a:cubicBezTo>
                    <a:pt x="25127" y="11684"/>
                    <a:pt x="25127" y="11684"/>
                    <a:pt x="25127" y="11627"/>
                  </a:cubicBezTo>
                  <a:lnTo>
                    <a:pt x="25297" y="11627"/>
                  </a:lnTo>
                  <a:cubicBezTo>
                    <a:pt x="25410" y="11627"/>
                    <a:pt x="25524" y="11611"/>
                    <a:pt x="25629" y="11570"/>
                  </a:cubicBezTo>
                  <a:cubicBezTo>
                    <a:pt x="25769" y="11524"/>
                    <a:pt x="25799" y="11434"/>
                    <a:pt x="25713" y="11434"/>
                  </a:cubicBezTo>
                  <a:cubicBezTo>
                    <a:pt x="25693" y="11434"/>
                    <a:pt x="25668" y="11438"/>
                    <a:pt x="25637" y="11449"/>
                  </a:cubicBezTo>
                  <a:lnTo>
                    <a:pt x="25548" y="11392"/>
                  </a:lnTo>
                  <a:cubicBezTo>
                    <a:pt x="25552" y="11303"/>
                    <a:pt x="25512" y="11258"/>
                    <a:pt x="25469" y="11258"/>
                  </a:cubicBezTo>
                  <a:cubicBezTo>
                    <a:pt x="25427" y="11258"/>
                    <a:pt x="25382" y="11303"/>
                    <a:pt x="25378" y="11392"/>
                  </a:cubicBezTo>
                  <a:cubicBezTo>
                    <a:pt x="25378" y="11490"/>
                    <a:pt x="25378" y="11534"/>
                    <a:pt x="25365" y="11534"/>
                  </a:cubicBezTo>
                  <a:cubicBezTo>
                    <a:pt x="25354" y="11534"/>
                    <a:pt x="25334" y="11504"/>
                    <a:pt x="25297" y="11449"/>
                  </a:cubicBezTo>
                  <a:cubicBezTo>
                    <a:pt x="25297" y="11327"/>
                    <a:pt x="25216" y="11327"/>
                    <a:pt x="25127" y="11327"/>
                  </a:cubicBezTo>
                  <a:cubicBezTo>
                    <a:pt x="25045" y="11327"/>
                    <a:pt x="25045" y="11327"/>
                    <a:pt x="25045" y="11270"/>
                  </a:cubicBezTo>
                  <a:cubicBezTo>
                    <a:pt x="25045" y="11205"/>
                    <a:pt x="24956" y="11149"/>
                    <a:pt x="24875" y="11149"/>
                  </a:cubicBezTo>
                  <a:cubicBezTo>
                    <a:pt x="24794" y="11149"/>
                    <a:pt x="24794" y="11149"/>
                    <a:pt x="24786" y="11205"/>
                  </a:cubicBezTo>
                  <a:cubicBezTo>
                    <a:pt x="24822" y="11232"/>
                    <a:pt x="24816" y="11246"/>
                    <a:pt x="24789" y="11246"/>
                  </a:cubicBezTo>
                  <a:cubicBezTo>
                    <a:pt x="24751" y="11246"/>
                    <a:pt x="24672" y="11216"/>
                    <a:pt x="24624" y="11149"/>
                  </a:cubicBezTo>
                  <a:cubicBezTo>
                    <a:pt x="24586" y="11121"/>
                    <a:pt x="24564" y="11105"/>
                    <a:pt x="24552" y="11105"/>
                  </a:cubicBezTo>
                  <a:cubicBezTo>
                    <a:pt x="24535" y="11105"/>
                    <a:pt x="24535" y="11135"/>
                    <a:pt x="24535" y="11205"/>
                  </a:cubicBezTo>
                  <a:cubicBezTo>
                    <a:pt x="24535" y="11266"/>
                    <a:pt x="24492" y="11297"/>
                    <a:pt x="24439" y="11297"/>
                  </a:cubicBezTo>
                  <a:cubicBezTo>
                    <a:pt x="24387" y="11297"/>
                    <a:pt x="24324" y="11266"/>
                    <a:pt x="24283" y="11205"/>
                  </a:cubicBezTo>
                  <a:lnTo>
                    <a:pt x="24113" y="11205"/>
                  </a:lnTo>
                  <a:cubicBezTo>
                    <a:pt x="24024" y="11205"/>
                    <a:pt x="24024" y="11262"/>
                    <a:pt x="24024" y="11319"/>
                  </a:cubicBezTo>
                  <a:cubicBezTo>
                    <a:pt x="24024" y="11391"/>
                    <a:pt x="24024" y="11420"/>
                    <a:pt x="24007" y="11420"/>
                  </a:cubicBezTo>
                  <a:cubicBezTo>
                    <a:pt x="23995" y="11420"/>
                    <a:pt x="23976" y="11407"/>
                    <a:pt x="23943" y="11384"/>
                  </a:cubicBezTo>
                  <a:cubicBezTo>
                    <a:pt x="23854" y="11319"/>
                    <a:pt x="23854" y="11262"/>
                    <a:pt x="23854" y="11262"/>
                  </a:cubicBezTo>
                  <a:cubicBezTo>
                    <a:pt x="23862" y="11197"/>
                    <a:pt x="23773" y="11197"/>
                    <a:pt x="23691" y="11197"/>
                  </a:cubicBezTo>
                  <a:cubicBezTo>
                    <a:pt x="23602" y="11197"/>
                    <a:pt x="23432" y="11197"/>
                    <a:pt x="23432" y="11262"/>
                  </a:cubicBezTo>
                  <a:lnTo>
                    <a:pt x="23432" y="11197"/>
                  </a:lnTo>
                  <a:cubicBezTo>
                    <a:pt x="23378" y="11197"/>
                    <a:pt x="23360" y="11172"/>
                    <a:pt x="23354" y="11172"/>
                  </a:cubicBezTo>
                  <a:cubicBezTo>
                    <a:pt x="23351" y="11172"/>
                    <a:pt x="23351" y="11178"/>
                    <a:pt x="23351" y="11197"/>
                  </a:cubicBezTo>
                  <a:cubicBezTo>
                    <a:pt x="23262" y="11189"/>
                    <a:pt x="23181" y="11173"/>
                    <a:pt x="23100" y="11141"/>
                  </a:cubicBezTo>
                  <a:cubicBezTo>
                    <a:pt x="23067" y="11128"/>
                    <a:pt x="23031" y="11122"/>
                    <a:pt x="22996" y="11122"/>
                  </a:cubicBezTo>
                  <a:cubicBezTo>
                    <a:pt x="22848" y="11122"/>
                    <a:pt x="22718" y="11221"/>
                    <a:pt x="22921" y="11319"/>
                  </a:cubicBezTo>
                  <a:lnTo>
                    <a:pt x="22840" y="11319"/>
                  </a:lnTo>
                  <a:cubicBezTo>
                    <a:pt x="22759" y="11319"/>
                    <a:pt x="22759" y="11376"/>
                    <a:pt x="22759" y="11376"/>
                  </a:cubicBezTo>
                  <a:cubicBezTo>
                    <a:pt x="22751" y="11432"/>
                    <a:pt x="22670" y="11432"/>
                    <a:pt x="22589" y="11432"/>
                  </a:cubicBezTo>
                  <a:lnTo>
                    <a:pt x="22589" y="11319"/>
                  </a:lnTo>
                  <a:cubicBezTo>
                    <a:pt x="22636" y="11210"/>
                    <a:pt x="22601" y="11146"/>
                    <a:pt x="22546" y="11146"/>
                  </a:cubicBezTo>
                  <a:cubicBezTo>
                    <a:pt x="22506" y="11146"/>
                    <a:pt x="22456" y="11179"/>
                    <a:pt x="22419" y="11254"/>
                  </a:cubicBezTo>
                  <a:cubicBezTo>
                    <a:pt x="22419" y="11239"/>
                    <a:pt x="22419" y="11218"/>
                    <a:pt x="22419" y="11197"/>
                  </a:cubicBezTo>
                  <a:cubicBezTo>
                    <a:pt x="22419" y="11165"/>
                    <a:pt x="22398" y="11149"/>
                    <a:pt x="22357" y="11149"/>
                  </a:cubicBezTo>
                  <a:cubicBezTo>
                    <a:pt x="22315" y="11149"/>
                    <a:pt x="22252" y="11165"/>
                    <a:pt x="22167" y="11197"/>
                  </a:cubicBezTo>
                  <a:cubicBezTo>
                    <a:pt x="22078" y="11197"/>
                    <a:pt x="21997" y="11311"/>
                    <a:pt x="21989" y="11376"/>
                  </a:cubicBezTo>
                  <a:cubicBezTo>
                    <a:pt x="21989" y="11432"/>
                    <a:pt x="21908" y="11432"/>
                    <a:pt x="21908" y="11432"/>
                  </a:cubicBezTo>
                  <a:cubicBezTo>
                    <a:pt x="21827" y="11432"/>
                    <a:pt x="21827" y="11432"/>
                    <a:pt x="21827" y="11368"/>
                  </a:cubicBezTo>
                  <a:cubicBezTo>
                    <a:pt x="21827" y="11311"/>
                    <a:pt x="21784" y="11282"/>
                    <a:pt x="21730" y="11282"/>
                  </a:cubicBezTo>
                  <a:cubicBezTo>
                    <a:pt x="21677" y="11282"/>
                    <a:pt x="21612" y="11311"/>
                    <a:pt x="21567" y="11368"/>
                  </a:cubicBezTo>
                  <a:lnTo>
                    <a:pt x="21567" y="11311"/>
                  </a:lnTo>
                  <a:cubicBezTo>
                    <a:pt x="21567" y="11265"/>
                    <a:pt x="21526" y="11223"/>
                    <a:pt x="21351" y="11223"/>
                  </a:cubicBezTo>
                  <a:cubicBezTo>
                    <a:pt x="21280" y="11223"/>
                    <a:pt x="21186" y="11230"/>
                    <a:pt x="21065" y="11246"/>
                  </a:cubicBezTo>
                  <a:cubicBezTo>
                    <a:pt x="20724" y="11246"/>
                    <a:pt x="20473" y="11246"/>
                    <a:pt x="20473" y="11181"/>
                  </a:cubicBezTo>
                  <a:cubicBezTo>
                    <a:pt x="20473" y="11171"/>
                    <a:pt x="20462" y="11167"/>
                    <a:pt x="20444" y="11167"/>
                  </a:cubicBezTo>
                  <a:cubicBezTo>
                    <a:pt x="20359" y="11167"/>
                    <a:pt x="20102" y="11266"/>
                    <a:pt x="19962" y="11359"/>
                  </a:cubicBezTo>
                  <a:cubicBezTo>
                    <a:pt x="19962" y="11303"/>
                    <a:pt x="19873" y="11303"/>
                    <a:pt x="19702" y="11303"/>
                  </a:cubicBezTo>
                  <a:cubicBezTo>
                    <a:pt x="19451" y="11303"/>
                    <a:pt x="19451" y="11303"/>
                    <a:pt x="19451" y="11238"/>
                  </a:cubicBezTo>
                  <a:cubicBezTo>
                    <a:pt x="19496" y="11181"/>
                    <a:pt x="19518" y="11153"/>
                    <a:pt x="19508" y="11153"/>
                  </a:cubicBezTo>
                  <a:cubicBezTo>
                    <a:pt x="19498" y="11153"/>
                    <a:pt x="19455" y="11181"/>
                    <a:pt x="19370" y="11238"/>
                  </a:cubicBezTo>
                  <a:cubicBezTo>
                    <a:pt x="19336" y="11284"/>
                    <a:pt x="19279" y="11303"/>
                    <a:pt x="19221" y="11303"/>
                  </a:cubicBezTo>
                  <a:cubicBezTo>
                    <a:pt x="19126" y="11303"/>
                    <a:pt x="19030" y="11252"/>
                    <a:pt x="19030" y="11181"/>
                  </a:cubicBezTo>
                  <a:cubicBezTo>
                    <a:pt x="19030" y="11116"/>
                    <a:pt x="18948" y="11116"/>
                    <a:pt x="18778" y="11116"/>
                  </a:cubicBezTo>
                  <a:cubicBezTo>
                    <a:pt x="18689" y="11173"/>
                    <a:pt x="18519" y="11173"/>
                    <a:pt x="18357" y="11173"/>
                  </a:cubicBezTo>
                  <a:cubicBezTo>
                    <a:pt x="18097" y="11173"/>
                    <a:pt x="18097" y="11173"/>
                    <a:pt x="18097" y="11295"/>
                  </a:cubicBezTo>
                  <a:cubicBezTo>
                    <a:pt x="18097" y="11402"/>
                    <a:pt x="18028" y="11408"/>
                    <a:pt x="17900" y="11408"/>
                  </a:cubicBezTo>
                  <a:cubicBezTo>
                    <a:pt x="17883" y="11408"/>
                    <a:pt x="17865" y="11408"/>
                    <a:pt x="17846" y="11408"/>
                  </a:cubicBezTo>
                  <a:cubicBezTo>
                    <a:pt x="17757" y="11408"/>
                    <a:pt x="17676" y="11408"/>
                    <a:pt x="17676" y="11351"/>
                  </a:cubicBezTo>
                  <a:cubicBezTo>
                    <a:pt x="17627" y="11319"/>
                    <a:pt x="17562" y="11295"/>
                    <a:pt x="17505" y="11286"/>
                  </a:cubicBezTo>
                  <a:cubicBezTo>
                    <a:pt x="17416" y="11286"/>
                    <a:pt x="17335" y="11286"/>
                    <a:pt x="17335" y="11230"/>
                  </a:cubicBezTo>
                  <a:cubicBezTo>
                    <a:pt x="17262" y="11181"/>
                    <a:pt x="17173" y="11165"/>
                    <a:pt x="17084" y="11165"/>
                  </a:cubicBezTo>
                  <a:cubicBezTo>
                    <a:pt x="16913" y="11165"/>
                    <a:pt x="16743" y="11165"/>
                    <a:pt x="16743" y="11108"/>
                  </a:cubicBezTo>
                  <a:cubicBezTo>
                    <a:pt x="16662" y="11108"/>
                    <a:pt x="16662" y="11108"/>
                    <a:pt x="16662" y="11165"/>
                  </a:cubicBezTo>
                  <a:cubicBezTo>
                    <a:pt x="16656" y="11205"/>
                    <a:pt x="16615" y="11249"/>
                    <a:pt x="16472" y="11249"/>
                  </a:cubicBezTo>
                  <a:cubicBezTo>
                    <a:pt x="16412" y="11249"/>
                    <a:pt x="16333" y="11241"/>
                    <a:pt x="16232" y="11222"/>
                  </a:cubicBezTo>
                  <a:cubicBezTo>
                    <a:pt x="16062" y="11222"/>
                    <a:pt x="15811" y="11222"/>
                    <a:pt x="15811" y="11278"/>
                  </a:cubicBezTo>
                  <a:cubicBezTo>
                    <a:pt x="15722" y="11278"/>
                    <a:pt x="15722" y="11278"/>
                    <a:pt x="15730" y="11222"/>
                  </a:cubicBezTo>
                  <a:cubicBezTo>
                    <a:pt x="15730" y="11161"/>
                    <a:pt x="15687" y="11130"/>
                    <a:pt x="15623" y="11130"/>
                  </a:cubicBezTo>
                  <a:cubicBezTo>
                    <a:pt x="15559" y="11130"/>
                    <a:pt x="15474" y="11161"/>
                    <a:pt x="15389" y="11222"/>
                  </a:cubicBezTo>
                  <a:cubicBezTo>
                    <a:pt x="15389" y="11249"/>
                    <a:pt x="15368" y="11263"/>
                    <a:pt x="15338" y="11263"/>
                  </a:cubicBezTo>
                  <a:cubicBezTo>
                    <a:pt x="15305" y="11263"/>
                    <a:pt x="15261" y="11247"/>
                    <a:pt x="15219" y="11213"/>
                  </a:cubicBezTo>
                  <a:cubicBezTo>
                    <a:pt x="15154" y="11222"/>
                    <a:pt x="15097" y="11238"/>
                    <a:pt x="15049" y="11278"/>
                  </a:cubicBezTo>
                  <a:cubicBezTo>
                    <a:pt x="15004" y="11307"/>
                    <a:pt x="14982" y="11321"/>
                    <a:pt x="14950" y="11321"/>
                  </a:cubicBezTo>
                  <a:cubicBezTo>
                    <a:pt x="14919" y="11321"/>
                    <a:pt x="14878" y="11307"/>
                    <a:pt x="14797" y="11278"/>
                  </a:cubicBezTo>
                  <a:cubicBezTo>
                    <a:pt x="14797" y="11213"/>
                    <a:pt x="14708" y="11213"/>
                    <a:pt x="14627" y="11213"/>
                  </a:cubicBezTo>
                  <a:cubicBezTo>
                    <a:pt x="14545" y="11241"/>
                    <a:pt x="14284" y="11255"/>
                    <a:pt x="14027" y="11255"/>
                  </a:cubicBezTo>
                  <a:cubicBezTo>
                    <a:pt x="13752" y="11255"/>
                    <a:pt x="13481" y="11239"/>
                    <a:pt x="13435" y="11205"/>
                  </a:cubicBezTo>
                  <a:cubicBezTo>
                    <a:pt x="13354" y="11270"/>
                    <a:pt x="13354" y="11270"/>
                    <a:pt x="13265" y="11270"/>
                  </a:cubicBezTo>
                  <a:cubicBezTo>
                    <a:pt x="13233" y="11223"/>
                    <a:pt x="13202" y="11203"/>
                    <a:pt x="13175" y="11203"/>
                  </a:cubicBezTo>
                  <a:cubicBezTo>
                    <a:pt x="13133" y="11203"/>
                    <a:pt x="13103" y="11253"/>
                    <a:pt x="13103" y="11327"/>
                  </a:cubicBezTo>
                  <a:lnTo>
                    <a:pt x="13265" y="11327"/>
                  </a:lnTo>
                  <a:cubicBezTo>
                    <a:pt x="13265" y="11380"/>
                    <a:pt x="13217" y="11409"/>
                    <a:pt x="13162" y="11409"/>
                  </a:cubicBezTo>
                  <a:cubicBezTo>
                    <a:pt x="13093" y="11409"/>
                    <a:pt x="13014" y="11362"/>
                    <a:pt x="13014" y="11262"/>
                  </a:cubicBezTo>
                  <a:cubicBezTo>
                    <a:pt x="12973" y="11205"/>
                    <a:pt x="12953" y="11177"/>
                    <a:pt x="12931" y="11177"/>
                  </a:cubicBezTo>
                  <a:cubicBezTo>
                    <a:pt x="12910" y="11177"/>
                    <a:pt x="12888" y="11205"/>
                    <a:pt x="12843" y="11262"/>
                  </a:cubicBezTo>
                  <a:cubicBezTo>
                    <a:pt x="12803" y="11323"/>
                    <a:pt x="12760" y="11353"/>
                    <a:pt x="12718" y="11353"/>
                  </a:cubicBezTo>
                  <a:cubicBezTo>
                    <a:pt x="12675" y="11353"/>
                    <a:pt x="12633" y="11323"/>
                    <a:pt x="12592" y="11262"/>
                  </a:cubicBezTo>
                  <a:cubicBezTo>
                    <a:pt x="12592" y="11201"/>
                    <a:pt x="12592" y="11171"/>
                    <a:pt x="12581" y="11171"/>
                  </a:cubicBezTo>
                  <a:cubicBezTo>
                    <a:pt x="12570" y="11171"/>
                    <a:pt x="12547" y="11201"/>
                    <a:pt x="12503" y="11262"/>
                  </a:cubicBezTo>
                  <a:cubicBezTo>
                    <a:pt x="12407" y="11394"/>
                    <a:pt x="12286" y="11473"/>
                    <a:pt x="12198" y="11473"/>
                  </a:cubicBezTo>
                  <a:cubicBezTo>
                    <a:pt x="12129" y="11473"/>
                    <a:pt x="12081" y="11425"/>
                    <a:pt x="12081" y="11319"/>
                  </a:cubicBezTo>
                  <a:cubicBezTo>
                    <a:pt x="12089" y="11222"/>
                    <a:pt x="12016" y="11141"/>
                    <a:pt x="11911" y="11141"/>
                  </a:cubicBezTo>
                  <a:cubicBezTo>
                    <a:pt x="11830" y="11141"/>
                    <a:pt x="11830" y="11197"/>
                    <a:pt x="11830" y="11262"/>
                  </a:cubicBezTo>
                  <a:cubicBezTo>
                    <a:pt x="11870" y="11319"/>
                    <a:pt x="11870" y="11347"/>
                    <a:pt x="11839" y="11347"/>
                  </a:cubicBezTo>
                  <a:cubicBezTo>
                    <a:pt x="11808" y="11347"/>
                    <a:pt x="11745" y="11319"/>
                    <a:pt x="11660" y="11262"/>
                  </a:cubicBezTo>
                  <a:cubicBezTo>
                    <a:pt x="11521" y="11159"/>
                    <a:pt x="11406" y="11113"/>
                    <a:pt x="11288" y="11113"/>
                  </a:cubicBezTo>
                  <a:cubicBezTo>
                    <a:pt x="11193" y="11113"/>
                    <a:pt x="11094" y="11143"/>
                    <a:pt x="10979" y="11197"/>
                  </a:cubicBezTo>
                  <a:cubicBezTo>
                    <a:pt x="10815" y="11253"/>
                    <a:pt x="10669" y="11281"/>
                    <a:pt x="10594" y="11281"/>
                  </a:cubicBezTo>
                  <a:cubicBezTo>
                    <a:pt x="10516" y="11281"/>
                    <a:pt x="10514" y="11251"/>
                    <a:pt x="10646" y="11189"/>
                  </a:cubicBezTo>
                  <a:cubicBezTo>
                    <a:pt x="10746" y="11123"/>
                    <a:pt x="10787" y="11095"/>
                    <a:pt x="10770" y="11095"/>
                  </a:cubicBezTo>
                  <a:cubicBezTo>
                    <a:pt x="10758" y="11095"/>
                    <a:pt x="10717" y="11109"/>
                    <a:pt x="10646" y="11132"/>
                  </a:cubicBezTo>
                  <a:lnTo>
                    <a:pt x="10225" y="11132"/>
                  </a:lnTo>
                  <a:cubicBezTo>
                    <a:pt x="10135" y="11132"/>
                    <a:pt x="10054" y="11189"/>
                    <a:pt x="10046" y="11246"/>
                  </a:cubicBezTo>
                  <a:cubicBezTo>
                    <a:pt x="9994" y="11166"/>
                    <a:pt x="9906" y="11124"/>
                    <a:pt x="9815" y="11124"/>
                  </a:cubicBezTo>
                  <a:cubicBezTo>
                    <a:pt x="9749" y="11124"/>
                    <a:pt x="9682" y="11145"/>
                    <a:pt x="9625" y="11189"/>
                  </a:cubicBezTo>
                  <a:lnTo>
                    <a:pt x="9454" y="11189"/>
                  </a:lnTo>
                  <a:cubicBezTo>
                    <a:pt x="9373" y="11189"/>
                    <a:pt x="9373" y="11189"/>
                    <a:pt x="9284" y="11246"/>
                  </a:cubicBezTo>
                  <a:cubicBezTo>
                    <a:pt x="9261" y="11262"/>
                    <a:pt x="9237" y="11269"/>
                    <a:pt x="9214" y="11269"/>
                  </a:cubicBezTo>
                  <a:cubicBezTo>
                    <a:pt x="9155" y="11269"/>
                    <a:pt x="9096" y="11227"/>
                    <a:pt x="9033" y="11181"/>
                  </a:cubicBezTo>
                  <a:cubicBezTo>
                    <a:pt x="8975" y="11141"/>
                    <a:pt x="8914" y="11101"/>
                    <a:pt x="8883" y="11101"/>
                  </a:cubicBezTo>
                  <a:cubicBezTo>
                    <a:pt x="8870" y="11101"/>
                    <a:pt x="8862" y="11108"/>
                    <a:pt x="8862" y="11124"/>
                  </a:cubicBezTo>
                  <a:cubicBezTo>
                    <a:pt x="8862" y="11181"/>
                    <a:pt x="8692" y="11246"/>
                    <a:pt x="8611" y="11303"/>
                  </a:cubicBezTo>
                  <a:cubicBezTo>
                    <a:pt x="8585" y="11319"/>
                    <a:pt x="8560" y="11326"/>
                    <a:pt x="8539" y="11326"/>
                  </a:cubicBezTo>
                  <a:cubicBezTo>
                    <a:pt x="8488" y="11326"/>
                    <a:pt x="8465" y="11286"/>
                    <a:pt x="8522" y="11246"/>
                  </a:cubicBezTo>
                  <a:cubicBezTo>
                    <a:pt x="8530" y="11181"/>
                    <a:pt x="8530" y="11181"/>
                    <a:pt x="8360" y="11124"/>
                  </a:cubicBezTo>
                  <a:cubicBezTo>
                    <a:pt x="8342" y="11124"/>
                    <a:pt x="8321" y="11124"/>
                    <a:pt x="8298" y="11124"/>
                  </a:cubicBezTo>
                  <a:cubicBezTo>
                    <a:pt x="8209" y="11124"/>
                    <a:pt x="8100" y="11129"/>
                    <a:pt x="8100" y="11181"/>
                  </a:cubicBezTo>
                  <a:cubicBezTo>
                    <a:pt x="8100" y="11208"/>
                    <a:pt x="7981" y="11223"/>
                    <a:pt x="7848" y="11223"/>
                  </a:cubicBezTo>
                  <a:cubicBezTo>
                    <a:pt x="7707" y="11223"/>
                    <a:pt x="7550" y="11206"/>
                    <a:pt x="7508" y="11173"/>
                  </a:cubicBezTo>
                  <a:lnTo>
                    <a:pt x="7338" y="11173"/>
                  </a:lnTo>
                  <a:cubicBezTo>
                    <a:pt x="7257" y="11173"/>
                    <a:pt x="7168" y="11238"/>
                    <a:pt x="7087" y="11238"/>
                  </a:cubicBezTo>
                  <a:cubicBezTo>
                    <a:pt x="7022" y="11238"/>
                    <a:pt x="6965" y="11254"/>
                    <a:pt x="6917" y="11295"/>
                  </a:cubicBezTo>
                  <a:cubicBezTo>
                    <a:pt x="6827" y="11295"/>
                    <a:pt x="6746" y="11295"/>
                    <a:pt x="6746" y="11230"/>
                  </a:cubicBezTo>
                  <a:cubicBezTo>
                    <a:pt x="6702" y="11291"/>
                    <a:pt x="6679" y="11321"/>
                    <a:pt x="6658" y="11321"/>
                  </a:cubicBezTo>
                  <a:cubicBezTo>
                    <a:pt x="6637" y="11321"/>
                    <a:pt x="6617" y="11291"/>
                    <a:pt x="6576" y="11230"/>
                  </a:cubicBezTo>
                  <a:cubicBezTo>
                    <a:pt x="6576" y="11169"/>
                    <a:pt x="6576" y="11138"/>
                    <a:pt x="6566" y="11138"/>
                  </a:cubicBezTo>
                  <a:cubicBezTo>
                    <a:pt x="6556" y="11138"/>
                    <a:pt x="6535" y="11169"/>
                    <a:pt x="6495" y="11230"/>
                  </a:cubicBezTo>
                  <a:cubicBezTo>
                    <a:pt x="6450" y="11262"/>
                    <a:pt x="6428" y="11278"/>
                    <a:pt x="6407" y="11278"/>
                  </a:cubicBezTo>
                  <a:cubicBezTo>
                    <a:pt x="6385" y="11278"/>
                    <a:pt x="6365" y="11262"/>
                    <a:pt x="6325" y="11230"/>
                  </a:cubicBezTo>
                  <a:cubicBezTo>
                    <a:pt x="6325" y="11201"/>
                    <a:pt x="6302" y="11187"/>
                    <a:pt x="6280" y="11187"/>
                  </a:cubicBezTo>
                  <a:cubicBezTo>
                    <a:pt x="6258" y="11187"/>
                    <a:pt x="6235" y="11201"/>
                    <a:pt x="6235" y="11230"/>
                  </a:cubicBezTo>
                  <a:cubicBezTo>
                    <a:pt x="6186" y="11304"/>
                    <a:pt x="6070" y="11354"/>
                    <a:pt x="5987" y="11354"/>
                  </a:cubicBezTo>
                  <a:cubicBezTo>
                    <a:pt x="5934" y="11354"/>
                    <a:pt x="5895" y="11334"/>
                    <a:pt x="5895" y="11286"/>
                  </a:cubicBezTo>
                  <a:cubicBezTo>
                    <a:pt x="5838" y="11286"/>
                    <a:pt x="5773" y="11303"/>
                    <a:pt x="5725" y="11335"/>
                  </a:cubicBezTo>
                  <a:cubicBezTo>
                    <a:pt x="5676" y="11396"/>
                    <a:pt x="5652" y="11426"/>
                    <a:pt x="5641" y="11426"/>
                  </a:cubicBezTo>
                  <a:cubicBezTo>
                    <a:pt x="5629" y="11426"/>
                    <a:pt x="5631" y="11396"/>
                    <a:pt x="5636" y="11335"/>
                  </a:cubicBezTo>
                  <a:cubicBezTo>
                    <a:pt x="5593" y="11271"/>
                    <a:pt x="5550" y="11239"/>
                    <a:pt x="5505" y="11239"/>
                  </a:cubicBezTo>
                  <a:cubicBezTo>
                    <a:pt x="5465" y="11239"/>
                    <a:pt x="5422" y="11265"/>
                    <a:pt x="5376" y="11319"/>
                  </a:cubicBezTo>
                  <a:cubicBezTo>
                    <a:pt x="5355" y="11328"/>
                    <a:pt x="5331" y="11333"/>
                    <a:pt x="5308" y="11333"/>
                  </a:cubicBezTo>
                  <a:cubicBezTo>
                    <a:pt x="5268" y="11333"/>
                    <a:pt x="5228" y="11320"/>
                    <a:pt x="5198" y="11295"/>
                  </a:cubicBezTo>
                  <a:cubicBezTo>
                    <a:pt x="5076" y="11238"/>
                    <a:pt x="4946" y="11189"/>
                    <a:pt x="4817" y="11157"/>
                  </a:cubicBezTo>
                  <a:cubicBezTo>
                    <a:pt x="4754" y="11137"/>
                    <a:pt x="4696" y="11125"/>
                    <a:pt x="4654" y="11125"/>
                  </a:cubicBezTo>
                  <a:cubicBezTo>
                    <a:pt x="4610" y="11125"/>
                    <a:pt x="4585" y="11139"/>
                    <a:pt x="4598" y="11173"/>
                  </a:cubicBezTo>
                  <a:lnTo>
                    <a:pt x="4436" y="11132"/>
                  </a:lnTo>
                  <a:cubicBezTo>
                    <a:pt x="4316" y="11051"/>
                    <a:pt x="4245" y="11008"/>
                    <a:pt x="4171" y="11008"/>
                  </a:cubicBezTo>
                  <a:cubicBezTo>
                    <a:pt x="4149" y="11008"/>
                    <a:pt x="4127" y="11012"/>
                    <a:pt x="4103" y="11019"/>
                  </a:cubicBezTo>
                  <a:lnTo>
                    <a:pt x="3998" y="11043"/>
                  </a:lnTo>
                  <a:cubicBezTo>
                    <a:pt x="4022" y="10986"/>
                    <a:pt x="3957" y="10897"/>
                    <a:pt x="3876" y="10873"/>
                  </a:cubicBezTo>
                  <a:cubicBezTo>
                    <a:pt x="3843" y="10854"/>
                    <a:pt x="3825" y="10844"/>
                    <a:pt x="3812" y="10844"/>
                  </a:cubicBezTo>
                  <a:cubicBezTo>
                    <a:pt x="3798" y="10844"/>
                    <a:pt x="3792" y="10858"/>
                    <a:pt x="3779" y="10889"/>
                  </a:cubicBezTo>
                  <a:cubicBezTo>
                    <a:pt x="3802" y="10931"/>
                    <a:pt x="3798" y="10946"/>
                    <a:pt x="3779" y="10946"/>
                  </a:cubicBezTo>
                  <a:cubicBezTo>
                    <a:pt x="3757" y="10946"/>
                    <a:pt x="3716" y="10927"/>
                    <a:pt x="3673" y="10905"/>
                  </a:cubicBezTo>
                  <a:cubicBezTo>
                    <a:pt x="3592" y="10865"/>
                    <a:pt x="3544" y="10776"/>
                    <a:pt x="3568" y="10719"/>
                  </a:cubicBezTo>
                  <a:lnTo>
                    <a:pt x="3495" y="10678"/>
                  </a:lnTo>
                  <a:cubicBezTo>
                    <a:pt x="3468" y="10728"/>
                    <a:pt x="3436" y="10747"/>
                    <a:pt x="3412" y="10747"/>
                  </a:cubicBezTo>
                  <a:cubicBezTo>
                    <a:pt x="3385" y="10747"/>
                    <a:pt x="3369" y="10724"/>
                    <a:pt x="3382" y="10695"/>
                  </a:cubicBezTo>
                  <a:cubicBezTo>
                    <a:pt x="3341" y="10614"/>
                    <a:pt x="3276" y="10549"/>
                    <a:pt x="3195" y="10508"/>
                  </a:cubicBezTo>
                  <a:cubicBezTo>
                    <a:pt x="3188" y="10518"/>
                    <a:pt x="3181" y="10522"/>
                    <a:pt x="3175" y="10522"/>
                  </a:cubicBezTo>
                  <a:cubicBezTo>
                    <a:pt x="3157" y="10522"/>
                    <a:pt x="3145" y="10494"/>
                    <a:pt x="3163" y="10494"/>
                  </a:cubicBezTo>
                  <a:cubicBezTo>
                    <a:pt x="3169" y="10494"/>
                    <a:pt x="3180" y="10498"/>
                    <a:pt x="3195" y="10508"/>
                  </a:cubicBezTo>
                  <a:lnTo>
                    <a:pt x="3228" y="10459"/>
                  </a:lnTo>
                  <a:cubicBezTo>
                    <a:pt x="3210" y="10418"/>
                    <a:pt x="3195" y="10403"/>
                    <a:pt x="3180" y="10403"/>
                  </a:cubicBezTo>
                  <a:cubicBezTo>
                    <a:pt x="3160" y="10403"/>
                    <a:pt x="3141" y="10431"/>
                    <a:pt x="3122" y="10459"/>
                  </a:cubicBezTo>
                  <a:lnTo>
                    <a:pt x="2976" y="10370"/>
                  </a:lnTo>
                  <a:cubicBezTo>
                    <a:pt x="2934" y="10342"/>
                    <a:pt x="2894" y="10311"/>
                    <a:pt x="2874" y="10311"/>
                  </a:cubicBezTo>
                  <a:cubicBezTo>
                    <a:pt x="2861" y="10311"/>
                    <a:pt x="2857" y="10326"/>
                    <a:pt x="2871" y="10370"/>
                  </a:cubicBezTo>
                  <a:cubicBezTo>
                    <a:pt x="2849" y="10403"/>
                    <a:pt x="2823" y="10436"/>
                    <a:pt x="2786" y="10436"/>
                  </a:cubicBezTo>
                  <a:cubicBezTo>
                    <a:pt x="2768" y="10436"/>
                    <a:pt x="2748" y="10429"/>
                    <a:pt x="2725" y="10411"/>
                  </a:cubicBezTo>
                  <a:cubicBezTo>
                    <a:pt x="2718" y="10421"/>
                    <a:pt x="2711" y="10425"/>
                    <a:pt x="2705" y="10425"/>
                  </a:cubicBezTo>
                  <a:cubicBezTo>
                    <a:pt x="2689" y="10425"/>
                    <a:pt x="2680" y="10397"/>
                    <a:pt x="2696" y="10397"/>
                  </a:cubicBezTo>
                  <a:cubicBezTo>
                    <a:pt x="2702" y="10397"/>
                    <a:pt x="2711" y="10401"/>
                    <a:pt x="2725" y="10411"/>
                  </a:cubicBezTo>
                  <a:cubicBezTo>
                    <a:pt x="2765" y="10362"/>
                    <a:pt x="2798" y="10314"/>
                    <a:pt x="2733" y="10265"/>
                  </a:cubicBezTo>
                  <a:cubicBezTo>
                    <a:pt x="2660" y="10208"/>
                    <a:pt x="2700" y="10168"/>
                    <a:pt x="2700" y="10168"/>
                  </a:cubicBezTo>
                  <a:cubicBezTo>
                    <a:pt x="2838" y="10127"/>
                    <a:pt x="2530" y="9965"/>
                    <a:pt x="2433" y="9941"/>
                  </a:cubicBezTo>
                  <a:cubicBezTo>
                    <a:pt x="2230" y="9916"/>
                    <a:pt x="2157" y="9851"/>
                    <a:pt x="2246" y="9770"/>
                  </a:cubicBezTo>
                  <a:cubicBezTo>
                    <a:pt x="2303" y="9714"/>
                    <a:pt x="2225" y="9673"/>
                    <a:pt x="2106" y="9673"/>
                  </a:cubicBezTo>
                  <a:cubicBezTo>
                    <a:pt x="2055" y="9673"/>
                    <a:pt x="1997" y="9680"/>
                    <a:pt x="1938" y="9697"/>
                  </a:cubicBezTo>
                  <a:lnTo>
                    <a:pt x="1744" y="9746"/>
                  </a:lnTo>
                  <a:lnTo>
                    <a:pt x="1874" y="9632"/>
                  </a:lnTo>
                  <a:cubicBezTo>
                    <a:pt x="2003" y="9405"/>
                    <a:pt x="1995" y="9422"/>
                    <a:pt x="1744" y="9284"/>
                  </a:cubicBezTo>
                  <a:cubicBezTo>
                    <a:pt x="1590" y="9178"/>
                    <a:pt x="1590" y="9178"/>
                    <a:pt x="1638" y="9146"/>
                  </a:cubicBezTo>
                  <a:cubicBezTo>
                    <a:pt x="1695" y="9105"/>
                    <a:pt x="1622" y="9049"/>
                    <a:pt x="1501" y="8822"/>
                  </a:cubicBezTo>
                  <a:cubicBezTo>
                    <a:pt x="1379" y="8629"/>
                    <a:pt x="1333" y="8550"/>
                    <a:pt x="1286" y="8550"/>
                  </a:cubicBezTo>
                  <a:cubicBezTo>
                    <a:pt x="1279" y="8550"/>
                    <a:pt x="1272" y="8551"/>
                    <a:pt x="1265" y="8554"/>
                  </a:cubicBezTo>
                  <a:cubicBezTo>
                    <a:pt x="1265" y="8554"/>
                    <a:pt x="1233" y="8481"/>
                    <a:pt x="1192" y="8400"/>
                  </a:cubicBezTo>
                  <a:cubicBezTo>
                    <a:pt x="1244" y="8308"/>
                    <a:pt x="1194" y="8217"/>
                    <a:pt x="1135" y="8217"/>
                  </a:cubicBezTo>
                  <a:cubicBezTo>
                    <a:pt x="1110" y="8217"/>
                    <a:pt x="1084" y="8232"/>
                    <a:pt x="1063" y="8270"/>
                  </a:cubicBezTo>
                  <a:lnTo>
                    <a:pt x="990" y="8108"/>
                  </a:lnTo>
                  <a:lnTo>
                    <a:pt x="1047" y="8084"/>
                  </a:lnTo>
                  <a:cubicBezTo>
                    <a:pt x="1071" y="8076"/>
                    <a:pt x="1071" y="8027"/>
                    <a:pt x="1038" y="7906"/>
                  </a:cubicBezTo>
                  <a:cubicBezTo>
                    <a:pt x="957" y="7687"/>
                    <a:pt x="892" y="7468"/>
                    <a:pt x="844" y="7241"/>
                  </a:cubicBezTo>
                  <a:cubicBezTo>
                    <a:pt x="690" y="6487"/>
                    <a:pt x="730" y="6398"/>
                    <a:pt x="601" y="6398"/>
                  </a:cubicBezTo>
                  <a:cubicBezTo>
                    <a:pt x="479" y="6316"/>
                    <a:pt x="471" y="6227"/>
                    <a:pt x="592" y="6227"/>
                  </a:cubicBezTo>
                  <a:cubicBezTo>
                    <a:pt x="657" y="6227"/>
                    <a:pt x="706" y="6138"/>
                    <a:pt x="649" y="6138"/>
                  </a:cubicBezTo>
                  <a:cubicBezTo>
                    <a:pt x="649" y="6106"/>
                    <a:pt x="649" y="6073"/>
                    <a:pt x="649" y="6041"/>
                  </a:cubicBezTo>
                  <a:cubicBezTo>
                    <a:pt x="657" y="5984"/>
                    <a:pt x="682" y="5927"/>
                    <a:pt x="714" y="5879"/>
                  </a:cubicBezTo>
                  <a:cubicBezTo>
                    <a:pt x="844" y="5627"/>
                    <a:pt x="795" y="5546"/>
                    <a:pt x="730" y="5538"/>
                  </a:cubicBezTo>
                  <a:lnTo>
                    <a:pt x="730" y="5538"/>
                  </a:lnTo>
                  <a:cubicBezTo>
                    <a:pt x="697" y="5558"/>
                    <a:pt x="677" y="5567"/>
                    <a:pt x="667" y="5567"/>
                  </a:cubicBezTo>
                  <a:cubicBezTo>
                    <a:pt x="642" y="5567"/>
                    <a:pt x="688" y="5508"/>
                    <a:pt x="747" y="5449"/>
                  </a:cubicBezTo>
                  <a:cubicBezTo>
                    <a:pt x="819" y="5376"/>
                    <a:pt x="892" y="5303"/>
                    <a:pt x="828" y="5295"/>
                  </a:cubicBezTo>
                  <a:cubicBezTo>
                    <a:pt x="803" y="5181"/>
                    <a:pt x="795" y="5068"/>
                    <a:pt x="819" y="4954"/>
                  </a:cubicBezTo>
                  <a:cubicBezTo>
                    <a:pt x="842" y="4825"/>
                    <a:pt x="887" y="4710"/>
                    <a:pt x="939" y="4710"/>
                  </a:cubicBezTo>
                  <a:cubicBezTo>
                    <a:pt x="942" y="4710"/>
                    <a:pt x="946" y="4710"/>
                    <a:pt x="949" y="4711"/>
                  </a:cubicBezTo>
                  <a:lnTo>
                    <a:pt x="998" y="4549"/>
                  </a:lnTo>
                  <a:cubicBezTo>
                    <a:pt x="933" y="4533"/>
                    <a:pt x="998" y="4371"/>
                    <a:pt x="1055" y="4208"/>
                  </a:cubicBezTo>
                  <a:cubicBezTo>
                    <a:pt x="1103" y="4070"/>
                    <a:pt x="1134" y="3991"/>
                    <a:pt x="1177" y="3991"/>
                  </a:cubicBezTo>
                  <a:cubicBezTo>
                    <a:pt x="1185" y="3991"/>
                    <a:pt x="1192" y="3993"/>
                    <a:pt x="1201" y="3998"/>
                  </a:cubicBezTo>
                  <a:cubicBezTo>
                    <a:pt x="1208" y="4027"/>
                    <a:pt x="1216" y="4041"/>
                    <a:pt x="1224" y="4041"/>
                  </a:cubicBezTo>
                  <a:cubicBezTo>
                    <a:pt x="1244" y="4041"/>
                    <a:pt x="1265" y="3968"/>
                    <a:pt x="1282" y="3844"/>
                  </a:cubicBezTo>
                  <a:cubicBezTo>
                    <a:pt x="1314" y="3771"/>
                    <a:pt x="1249" y="3633"/>
                    <a:pt x="1282" y="3560"/>
                  </a:cubicBezTo>
                  <a:cubicBezTo>
                    <a:pt x="1233" y="3527"/>
                    <a:pt x="1225" y="3422"/>
                    <a:pt x="1274" y="3349"/>
                  </a:cubicBezTo>
                  <a:lnTo>
                    <a:pt x="1274" y="3349"/>
                  </a:lnTo>
                  <a:lnTo>
                    <a:pt x="1322" y="3373"/>
                  </a:lnTo>
                  <a:lnTo>
                    <a:pt x="1428" y="3438"/>
                  </a:lnTo>
                  <a:cubicBezTo>
                    <a:pt x="1468" y="3365"/>
                    <a:pt x="1517" y="3292"/>
                    <a:pt x="1468" y="3260"/>
                  </a:cubicBezTo>
                  <a:cubicBezTo>
                    <a:pt x="1557" y="3219"/>
                    <a:pt x="1598" y="3146"/>
                    <a:pt x="1711" y="3008"/>
                  </a:cubicBezTo>
                  <a:cubicBezTo>
                    <a:pt x="1809" y="2903"/>
                    <a:pt x="1882" y="2773"/>
                    <a:pt x="1930" y="2636"/>
                  </a:cubicBezTo>
                  <a:cubicBezTo>
                    <a:pt x="1933" y="2636"/>
                    <a:pt x="1937" y="2636"/>
                    <a:pt x="1940" y="2636"/>
                  </a:cubicBezTo>
                  <a:cubicBezTo>
                    <a:pt x="2013" y="2636"/>
                    <a:pt x="2129" y="2550"/>
                    <a:pt x="2222" y="2441"/>
                  </a:cubicBezTo>
                  <a:cubicBezTo>
                    <a:pt x="2328" y="2336"/>
                    <a:pt x="2425" y="2222"/>
                    <a:pt x="2417" y="2141"/>
                  </a:cubicBezTo>
                  <a:cubicBezTo>
                    <a:pt x="2376" y="2100"/>
                    <a:pt x="2441" y="2044"/>
                    <a:pt x="2546" y="2027"/>
                  </a:cubicBezTo>
                  <a:cubicBezTo>
                    <a:pt x="2644" y="2019"/>
                    <a:pt x="2652" y="2019"/>
                    <a:pt x="2676" y="1922"/>
                  </a:cubicBezTo>
                  <a:cubicBezTo>
                    <a:pt x="2717" y="1825"/>
                    <a:pt x="2822" y="1817"/>
                    <a:pt x="2919" y="1817"/>
                  </a:cubicBezTo>
                  <a:cubicBezTo>
                    <a:pt x="2959" y="1831"/>
                    <a:pt x="2993" y="1837"/>
                    <a:pt x="3022" y="1837"/>
                  </a:cubicBezTo>
                  <a:cubicBezTo>
                    <a:pt x="3093" y="1837"/>
                    <a:pt x="3136" y="1797"/>
                    <a:pt x="3171" y="1727"/>
                  </a:cubicBezTo>
                  <a:cubicBezTo>
                    <a:pt x="3260" y="1614"/>
                    <a:pt x="3373" y="1525"/>
                    <a:pt x="3503" y="1460"/>
                  </a:cubicBezTo>
                  <a:cubicBezTo>
                    <a:pt x="3633" y="1338"/>
                    <a:pt x="3714" y="1298"/>
                    <a:pt x="3609" y="1282"/>
                  </a:cubicBezTo>
                  <a:cubicBezTo>
                    <a:pt x="3584" y="1225"/>
                    <a:pt x="3641" y="1136"/>
                    <a:pt x="3641" y="1136"/>
                  </a:cubicBezTo>
                  <a:cubicBezTo>
                    <a:pt x="3707" y="1074"/>
                    <a:pt x="3746" y="1054"/>
                    <a:pt x="3762" y="1054"/>
                  </a:cubicBezTo>
                  <a:cubicBezTo>
                    <a:pt x="3778" y="1054"/>
                    <a:pt x="3765" y="1078"/>
                    <a:pt x="3722" y="1095"/>
                  </a:cubicBezTo>
                  <a:cubicBezTo>
                    <a:pt x="3584" y="1225"/>
                    <a:pt x="3665" y="1192"/>
                    <a:pt x="3763" y="1209"/>
                  </a:cubicBezTo>
                  <a:cubicBezTo>
                    <a:pt x="3884" y="1209"/>
                    <a:pt x="4006" y="1184"/>
                    <a:pt x="4111" y="1136"/>
                  </a:cubicBezTo>
                  <a:cubicBezTo>
                    <a:pt x="4217" y="1095"/>
                    <a:pt x="4330" y="1055"/>
                    <a:pt x="4436" y="1030"/>
                  </a:cubicBezTo>
                  <a:cubicBezTo>
                    <a:pt x="4703" y="1022"/>
                    <a:pt x="4784" y="1006"/>
                    <a:pt x="4776" y="941"/>
                  </a:cubicBezTo>
                  <a:cubicBezTo>
                    <a:pt x="4771" y="919"/>
                    <a:pt x="4768" y="901"/>
                    <a:pt x="4765" y="887"/>
                  </a:cubicBezTo>
                  <a:lnTo>
                    <a:pt x="4765" y="887"/>
                  </a:lnTo>
                  <a:cubicBezTo>
                    <a:pt x="4796" y="906"/>
                    <a:pt x="4872" y="915"/>
                    <a:pt x="4971" y="915"/>
                  </a:cubicBezTo>
                  <a:cubicBezTo>
                    <a:pt x="5074" y="915"/>
                    <a:pt x="5202" y="905"/>
                    <a:pt x="5327" y="884"/>
                  </a:cubicBezTo>
                  <a:cubicBezTo>
                    <a:pt x="5587" y="860"/>
                    <a:pt x="5838" y="828"/>
                    <a:pt x="5887" y="763"/>
                  </a:cubicBezTo>
                  <a:lnTo>
                    <a:pt x="5887" y="819"/>
                  </a:lnTo>
                  <a:cubicBezTo>
                    <a:pt x="5887" y="884"/>
                    <a:pt x="5968" y="884"/>
                    <a:pt x="6138" y="884"/>
                  </a:cubicBezTo>
                  <a:cubicBezTo>
                    <a:pt x="6219" y="884"/>
                    <a:pt x="6560" y="828"/>
                    <a:pt x="6819" y="828"/>
                  </a:cubicBezTo>
                  <a:cubicBezTo>
                    <a:pt x="7152" y="828"/>
                    <a:pt x="7411" y="828"/>
                    <a:pt x="7411" y="771"/>
                  </a:cubicBezTo>
                  <a:cubicBezTo>
                    <a:pt x="7492" y="771"/>
                    <a:pt x="7492" y="771"/>
                    <a:pt x="7492" y="828"/>
                  </a:cubicBezTo>
                  <a:cubicBezTo>
                    <a:pt x="7411" y="892"/>
                    <a:pt x="7492" y="892"/>
                    <a:pt x="7581" y="892"/>
                  </a:cubicBezTo>
                  <a:cubicBezTo>
                    <a:pt x="7662" y="892"/>
                    <a:pt x="7662" y="836"/>
                    <a:pt x="7662" y="771"/>
                  </a:cubicBezTo>
                  <a:cubicBezTo>
                    <a:pt x="7662" y="742"/>
                    <a:pt x="7685" y="728"/>
                    <a:pt x="7727" y="728"/>
                  </a:cubicBezTo>
                  <a:cubicBezTo>
                    <a:pt x="7770" y="728"/>
                    <a:pt x="7833" y="742"/>
                    <a:pt x="7914" y="771"/>
                  </a:cubicBezTo>
                  <a:cubicBezTo>
                    <a:pt x="8031" y="804"/>
                    <a:pt x="8151" y="820"/>
                    <a:pt x="8269" y="820"/>
                  </a:cubicBezTo>
                  <a:cubicBezTo>
                    <a:pt x="8379" y="820"/>
                    <a:pt x="8489" y="806"/>
                    <a:pt x="8595" y="779"/>
                  </a:cubicBezTo>
                  <a:cubicBezTo>
                    <a:pt x="8676" y="779"/>
                    <a:pt x="8765" y="779"/>
                    <a:pt x="8765" y="836"/>
                  </a:cubicBezTo>
                  <a:cubicBezTo>
                    <a:pt x="8827" y="885"/>
                    <a:pt x="8902" y="910"/>
                    <a:pt x="8978" y="910"/>
                  </a:cubicBezTo>
                  <a:cubicBezTo>
                    <a:pt x="9050" y="910"/>
                    <a:pt x="9123" y="887"/>
                    <a:pt x="9187" y="844"/>
                  </a:cubicBezTo>
                  <a:cubicBezTo>
                    <a:pt x="9276" y="844"/>
                    <a:pt x="9276" y="844"/>
                    <a:pt x="9268" y="900"/>
                  </a:cubicBezTo>
                  <a:cubicBezTo>
                    <a:pt x="9320" y="934"/>
                    <a:pt x="9341" y="969"/>
                    <a:pt x="9367" y="969"/>
                  </a:cubicBezTo>
                  <a:cubicBezTo>
                    <a:pt x="9385" y="969"/>
                    <a:pt x="9404" y="951"/>
                    <a:pt x="9438" y="900"/>
                  </a:cubicBezTo>
                  <a:cubicBezTo>
                    <a:pt x="9535" y="872"/>
                    <a:pt x="9637" y="858"/>
                    <a:pt x="9738" y="858"/>
                  </a:cubicBezTo>
                  <a:cubicBezTo>
                    <a:pt x="9839" y="858"/>
                    <a:pt x="9941" y="872"/>
                    <a:pt x="10038" y="900"/>
                  </a:cubicBezTo>
                  <a:cubicBezTo>
                    <a:pt x="10059" y="903"/>
                    <a:pt x="10080" y="904"/>
                    <a:pt x="10100" y="904"/>
                  </a:cubicBezTo>
                  <a:cubicBezTo>
                    <a:pt x="10156" y="904"/>
                    <a:pt x="10200" y="892"/>
                    <a:pt x="10200" y="844"/>
                  </a:cubicBezTo>
                  <a:cubicBezTo>
                    <a:pt x="10206" y="804"/>
                    <a:pt x="10208" y="760"/>
                    <a:pt x="10208" y="760"/>
                  </a:cubicBezTo>
                  <a:cubicBezTo>
                    <a:pt x="10208" y="760"/>
                    <a:pt x="10208" y="768"/>
                    <a:pt x="10208" y="787"/>
                  </a:cubicBezTo>
                  <a:cubicBezTo>
                    <a:pt x="10249" y="848"/>
                    <a:pt x="10269" y="878"/>
                    <a:pt x="10289" y="878"/>
                  </a:cubicBezTo>
                  <a:cubicBezTo>
                    <a:pt x="10310" y="878"/>
                    <a:pt x="10330" y="848"/>
                    <a:pt x="10370" y="787"/>
                  </a:cubicBezTo>
                  <a:cubicBezTo>
                    <a:pt x="10370" y="755"/>
                    <a:pt x="10393" y="738"/>
                    <a:pt x="10415" y="738"/>
                  </a:cubicBezTo>
                  <a:cubicBezTo>
                    <a:pt x="10437" y="738"/>
                    <a:pt x="10460" y="755"/>
                    <a:pt x="10460" y="787"/>
                  </a:cubicBezTo>
                  <a:cubicBezTo>
                    <a:pt x="10508" y="819"/>
                    <a:pt x="10565" y="844"/>
                    <a:pt x="10630" y="844"/>
                  </a:cubicBezTo>
                  <a:cubicBezTo>
                    <a:pt x="10706" y="844"/>
                    <a:pt x="11078" y="794"/>
                    <a:pt x="11477" y="794"/>
                  </a:cubicBezTo>
                  <a:cubicBezTo>
                    <a:pt x="11505" y="794"/>
                    <a:pt x="11534" y="795"/>
                    <a:pt x="11562" y="795"/>
                  </a:cubicBezTo>
                  <a:cubicBezTo>
                    <a:pt x="12235" y="795"/>
                    <a:pt x="12495" y="795"/>
                    <a:pt x="12495" y="738"/>
                  </a:cubicBezTo>
                  <a:cubicBezTo>
                    <a:pt x="12535" y="710"/>
                    <a:pt x="12555" y="696"/>
                    <a:pt x="12577" y="696"/>
                  </a:cubicBezTo>
                  <a:cubicBezTo>
                    <a:pt x="12598" y="696"/>
                    <a:pt x="12620" y="710"/>
                    <a:pt x="12665" y="738"/>
                  </a:cubicBezTo>
                  <a:cubicBezTo>
                    <a:pt x="12723" y="777"/>
                    <a:pt x="12791" y="800"/>
                    <a:pt x="12861" y="800"/>
                  </a:cubicBezTo>
                  <a:cubicBezTo>
                    <a:pt x="12879" y="800"/>
                    <a:pt x="12898" y="798"/>
                    <a:pt x="12916" y="795"/>
                  </a:cubicBezTo>
                  <a:cubicBezTo>
                    <a:pt x="12997" y="795"/>
                    <a:pt x="13087" y="803"/>
                    <a:pt x="13087" y="860"/>
                  </a:cubicBezTo>
                  <a:cubicBezTo>
                    <a:pt x="13168" y="803"/>
                    <a:pt x="13168" y="803"/>
                    <a:pt x="13257" y="803"/>
                  </a:cubicBezTo>
                  <a:cubicBezTo>
                    <a:pt x="13257" y="832"/>
                    <a:pt x="13277" y="846"/>
                    <a:pt x="13308" y="846"/>
                  </a:cubicBezTo>
                  <a:cubicBezTo>
                    <a:pt x="13340" y="846"/>
                    <a:pt x="13382" y="832"/>
                    <a:pt x="13427" y="803"/>
                  </a:cubicBezTo>
                  <a:cubicBezTo>
                    <a:pt x="13468" y="742"/>
                    <a:pt x="13488" y="712"/>
                    <a:pt x="13498" y="712"/>
                  </a:cubicBezTo>
                  <a:cubicBezTo>
                    <a:pt x="13508" y="712"/>
                    <a:pt x="13508" y="742"/>
                    <a:pt x="13508" y="803"/>
                  </a:cubicBezTo>
                  <a:cubicBezTo>
                    <a:pt x="13508" y="843"/>
                    <a:pt x="13632" y="887"/>
                    <a:pt x="13678" y="887"/>
                  </a:cubicBezTo>
                  <a:cubicBezTo>
                    <a:pt x="13697" y="887"/>
                    <a:pt x="13702" y="879"/>
                    <a:pt x="13678" y="860"/>
                  </a:cubicBezTo>
                  <a:cubicBezTo>
                    <a:pt x="13678" y="803"/>
                    <a:pt x="13849" y="803"/>
                    <a:pt x="13930" y="746"/>
                  </a:cubicBezTo>
                  <a:cubicBezTo>
                    <a:pt x="14019" y="746"/>
                    <a:pt x="14100" y="746"/>
                    <a:pt x="14100" y="803"/>
                  </a:cubicBezTo>
                  <a:cubicBezTo>
                    <a:pt x="14128" y="823"/>
                    <a:pt x="14188" y="832"/>
                    <a:pt x="14260" y="832"/>
                  </a:cubicBezTo>
                  <a:cubicBezTo>
                    <a:pt x="14419" y="832"/>
                    <a:pt x="14636" y="791"/>
                    <a:pt x="14692" y="746"/>
                  </a:cubicBezTo>
                  <a:cubicBezTo>
                    <a:pt x="14692" y="718"/>
                    <a:pt x="14714" y="704"/>
                    <a:pt x="14736" y="704"/>
                  </a:cubicBezTo>
                  <a:cubicBezTo>
                    <a:pt x="14759" y="704"/>
                    <a:pt x="14781" y="718"/>
                    <a:pt x="14781" y="746"/>
                  </a:cubicBezTo>
                  <a:cubicBezTo>
                    <a:pt x="14781" y="811"/>
                    <a:pt x="14862" y="811"/>
                    <a:pt x="14951" y="811"/>
                  </a:cubicBezTo>
                  <a:cubicBezTo>
                    <a:pt x="14975" y="792"/>
                    <a:pt x="14992" y="784"/>
                    <a:pt x="15004" y="784"/>
                  </a:cubicBezTo>
                  <a:cubicBezTo>
                    <a:pt x="15032" y="784"/>
                    <a:pt x="15032" y="828"/>
                    <a:pt x="15032" y="868"/>
                  </a:cubicBezTo>
                  <a:cubicBezTo>
                    <a:pt x="14943" y="933"/>
                    <a:pt x="15032" y="933"/>
                    <a:pt x="15203" y="933"/>
                  </a:cubicBezTo>
                  <a:cubicBezTo>
                    <a:pt x="15268" y="881"/>
                    <a:pt x="15498" y="876"/>
                    <a:pt x="15717" y="876"/>
                  </a:cubicBezTo>
                  <a:cubicBezTo>
                    <a:pt x="15772" y="876"/>
                    <a:pt x="15825" y="876"/>
                    <a:pt x="15876" y="876"/>
                  </a:cubicBezTo>
                  <a:cubicBezTo>
                    <a:pt x="16305" y="876"/>
                    <a:pt x="16386" y="819"/>
                    <a:pt x="16557" y="698"/>
                  </a:cubicBezTo>
                  <a:lnTo>
                    <a:pt x="16646" y="576"/>
                  </a:lnTo>
                  <a:lnTo>
                    <a:pt x="16646" y="698"/>
                  </a:lnTo>
                  <a:cubicBezTo>
                    <a:pt x="16662" y="763"/>
                    <a:pt x="16686" y="828"/>
                    <a:pt x="16727" y="876"/>
                  </a:cubicBezTo>
                  <a:cubicBezTo>
                    <a:pt x="16808" y="876"/>
                    <a:pt x="16808" y="819"/>
                    <a:pt x="16816" y="763"/>
                  </a:cubicBezTo>
                  <a:cubicBezTo>
                    <a:pt x="16816" y="730"/>
                    <a:pt x="16836" y="714"/>
                    <a:pt x="16878" y="714"/>
                  </a:cubicBezTo>
                  <a:cubicBezTo>
                    <a:pt x="16919" y="714"/>
                    <a:pt x="16982" y="730"/>
                    <a:pt x="17067" y="763"/>
                  </a:cubicBezTo>
                  <a:cubicBezTo>
                    <a:pt x="17153" y="791"/>
                    <a:pt x="17215" y="805"/>
                    <a:pt x="17268" y="805"/>
                  </a:cubicBezTo>
                  <a:cubicBezTo>
                    <a:pt x="17321" y="805"/>
                    <a:pt x="17363" y="791"/>
                    <a:pt x="17408" y="763"/>
                  </a:cubicBezTo>
                  <a:cubicBezTo>
                    <a:pt x="17419" y="762"/>
                    <a:pt x="17431" y="761"/>
                    <a:pt x="17442" y="761"/>
                  </a:cubicBezTo>
                  <a:cubicBezTo>
                    <a:pt x="17520" y="761"/>
                    <a:pt x="17596" y="785"/>
                    <a:pt x="17659" y="828"/>
                  </a:cubicBezTo>
                  <a:cubicBezTo>
                    <a:pt x="17740" y="828"/>
                    <a:pt x="17740" y="828"/>
                    <a:pt x="17740" y="763"/>
                  </a:cubicBezTo>
                  <a:cubicBezTo>
                    <a:pt x="17744" y="734"/>
                    <a:pt x="17767" y="720"/>
                    <a:pt x="17798" y="720"/>
                  </a:cubicBezTo>
                  <a:cubicBezTo>
                    <a:pt x="17830" y="720"/>
                    <a:pt x="17870" y="734"/>
                    <a:pt x="17911" y="763"/>
                  </a:cubicBezTo>
                  <a:cubicBezTo>
                    <a:pt x="17964" y="835"/>
                    <a:pt x="18074" y="864"/>
                    <a:pt x="18155" y="864"/>
                  </a:cubicBezTo>
                  <a:cubicBezTo>
                    <a:pt x="18210" y="864"/>
                    <a:pt x="18251" y="851"/>
                    <a:pt x="18251" y="828"/>
                  </a:cubicBezTo>
                  <a:cubicBezTo>
                    <a:pt x="18251" y="771"/>
                    <a:pt x="18340" y="771"/>
                    <a:pt x="18421" y="771"/>
                  </a:cubicBezTo>
                  <a:cubicBezTo>
                    <a:pt x="18433" y="772"/>
                    <a:pt x="18444" y="772"/>
                    <a:pt x="18455" y="772"/>
                  </a:cubicBezTo>
                  <a:cubicBezTo>
                    <a:pt x="18533" y="772"/>
                    <a:pt x="18609" y="748"/>
                    <a:pt x="18673" y="706"/>
                  </a:cubicBezTo>
                  <a:lnTo>
                    <a:pt x="18843" y="714"/>
                  </a:lnTo>
                  <a:cubicBezTo>
                    <a:pt x="18932" y="714"/>
                    <a:pt x="18843" y="771"/>
                    <a:pt x="18762" y="771"/>
                  </a:cubicBezTo>
                  <a:lnTo>
                    <a:pt x="18843" y="828"/>
                  </a:lnTo>
                  <a:cubicBezTo>
                    <a:pt x="18888" y="830"/>
                    <a:pt x="18926" y="831"/>
                    <a:pt x="18961" y="831"/>
                  </a:cubicBezTo>
                  <a:cubicBezTo>
                    <a:pt x="19059" y="831"/>
                    <a:pt x="19124" y="819"/>
                    <a:pt x="19184" y="771"/>
                  </a:cubicBezTo>
                  <a:cubicBezTo>
                    <a:pt x="19228" y="714"/>
                    <a:pt x="19250" y="686"/>
                    <a:pt x="19262" y="686"/>
                  </a:cubicBezTo>
                  <a:cubicBezTo>
                    <a:pt x="19273" y="686"/>
                    <a:pt x="19273" y="714"/>
                    <a:pt x="19273" y="771"/>
                  </a:cubicBezTo>
                  <a:cubicBezTo>
                    <a:pt x="19278" y="826"/>
                    <a:pt x="19325" y="862"/>
                    <a:pt x="19372" y="862"/>
                  </a:cubicBezTo>
                  <a:cubicBezTo>
                    <a:pt x="19394" y="862"/>
                    <a:pt x="19417" y="854"/>
                    <a:pt x="19435" y="836"/>
                  </a:cubicBezTo>
                  <a:cubicBezTo>
                    <a:pt x="19473" y="783"/>
                    <a:pt x="19510" y="764"/>
                    <a:pt x="19539" y="764"/>
                  </a:cubicBezTo>
                  <a:cubicBezTo>
                    <a:pt x="19579" y="764"/>
                    <a:pt x="19605" y="799"/>
                    <a:pt x="19605" y="836"/>
                  </a:cubicBezTo>
                  <a:cubicBezTo>
                    <a:pt x="19565" y="896"/>
                    <a:pt x="19544" y="927"/>
                    <a:pt x="19577" y="927"/>
                  </a:cubicBezTo>
                  <a:cubicBezTo>
                    <a:pt x="19609" y="927"/>
                    <a:pt x="19694" y="896"/>
                    <a:pt x="19865" y="836"/>
                  </a:cubicBezTo>
                  <a:cubicBezTo>
                    <a:pt x="20027" y="836"/>
                    <a:pt x="20367" y="779"/>
                    <a:pt x="20627" y="779"/>
                  </a:cubicBezTo>
                  <a:cubicBezTo>
                    <a:pt x="20959" y="779"/>
                    <a:pt x="21129" y="779"/>
                    <a:pt x="21219" y="844"/>
                  </a:cubicBezTo>
                  <a:cubicBezTo>
                    <a:pt x="21219" y="855"/>
                    <a:pt x="21219" y="865"/>
                    <a:pt x="21220" y="874"/>
                  </a:cubicBezTo>
                  <a:lnTo>
                    <a:pt x="21220" y="874"/>
                  </a:lnTo>
                  <a:cubicBezTo>
                    <a:pt x="21234" y="787"/>
                    <a:pt x="21322" y="787"/>
                    <a:pt x="21559" y="787"/>
                  </a:cubicBezTo>
                  <a:cubicBezTo>
                    <a:pt x="21622" y="805"/>
                    <a:pt x="21685" y="814"/>
                    <a:pt x="21748" y="814"/>
                  </a:cubicBezTo>
                  <a:cubicBezTo>
                    <a:pt x="21857" y="814"/>
                    <a:pt x="21964" y="787"/>
                    <a:pt x="22062" y="730"/>
                  </a:cubicBezTo>
                  <a:lnTo>
                    <a:pt x="21900" y="730"/>
                  </a:lnTo>
                  <a:cubicBezTo>
                    <a:pt x="21900" y="658"/>
                    <a:pt x="21928" y="629"/>
                    <a:pt x="21987" y="629"/>
                  </a:cubicBezTo>
                  <a:cubicBezTo>
                    <a:pt x="22028" y="629"/>
                    <a:pt x="22082" y="642"/>
                    <a:pt x="22151" y="665"/>
                  </a:cubicBezTo>
                  <a:cubicBezTo>
                    <a:pt x="22232" y="665"/>
                    <a:pt x="22232" y="730"/>
                    <a:pt x="22232" y="787"/>
                  </a:cubicBezTo>
                  <a:cubicBezTo>
                    <a:pt x="22232" y="852"/>
                    <a:pt x="22321" y="909"/>
                    <a:pt x="22402" y="909"/>
                  </a:cubicBezTo>
                  <a:cubicBezTo>
                    <a:pt x="22483" y="909"/>
                    <a:pt x="22573" y="909"/>
                    <a:pt x="22483" y="852"/>
                  </a:cubicBezTo>
                  <a:cubicBezTo>
                    <a:pt x="22492" y="787"/>
                    <a:pt x="22492" y="787"/>
                    <a:pt x="22573" y="787"/>
                  </a:cubicBezTo>
                  <a:cubicBezTo>
                    <a:pt x="22591" y="790"/>
                    <a:pt x="22610" y="792"/>
                    <a:pt x="22628" y="792"/>
                  </a:cubicBezTo>
                  <a:cubicBezTo>
                    <a:pt x="22698" y="792"/>
                    <a:pt x="22766" y="769"/>
                    <a:pt x="22824" y="730"/>
                  </a:cubicBezTo>
                  <a:cubicBezTo>
                    <a:pt x="22824" y="673"/>
                    <a:pt x="22913" y="673"/>
                    <a:pt x="22994" y="673"/>
                  </a:cubicBezTo>
                  <a:cubicBezTo>
                    <a:pt x="23075" y="714"/>
                    <a:pt x="23164" y="730"/>
                    <a:pt x="23254" y="730"/>
                  </a:cubicBezTo>
                  <a:cubicBezTo>
                    <a:pt x="23254" y="747"/>
                    <a:pt x="23254" y="770"/>
                    <a:pt x="23254" y="795"/>
                  </a:cubicBezTo>
                  <a:cubicBezTo>
                    <a:pt x="23254" y="852"/>
                    <a:pt x="23335" y="917"/>
                    <a:pt x="23335" y="917"/>
                  </a:cubicBezTo>
                  <a:cubicBezTo>
                    <a:pt x="23416" y="917"/>
                    <a:pt x="23416" y="852"/>
                    <a:pt x="23416" y="852"/>
                  </a:cubicBezTo>
                  <a:cubicBezTo>
                    <a:pt x="23416" y="808"/>
                    <a:pt x="24647" y="803"/>
                    <a:pt x="25316" y="803"/>
                  </a:cubicBezTo>
                  <a:cubicBezTo>
                    <a:pt x="25507" y="803"/>
                    <a:pt x="25653" y="803"/>
                    <a:pt x="25710" y="803"/>
                  </a:cubicBezTo>
                  <a:cubicBezTo>
                    <a:pt x="25808" y="840"/>
                    <a:pt x="25931" y="864"/>
                    <a:pt x="26004" y="864"/>
                  </a:cubicBezTo>
                  <a:cubicBezTo>
                    <a:pt x="26059" y="864"/>
                    <a:pt x="26086" y="851"/>
                    <a:pt x="26051" y="819"/>
                  </a:cubicBezTo>
                  <a:cubicBezTo>
                    <a:pt x="26051" y="799"/>
                    <a:pt x="26107" y="788"/>
                    <a:pt x="26201" y="788"/>
                  </a:cubicBezTo>
                  <a:cubicBezTo>
                    <a:pt x="26374" y="788"/>
                    <a:pt x="26675" y="825"/>
                    <a:pt x="26999" y="909"/>
                  </a:cubicBezTo>
                  <a:cubicBezTo>
                    <a:pt x="27531" y="1031"/>
                    <a:pt x="27897" y="1210"/>
                    <a:pt x="27990" y="1210"/>
                  </a:cubicBezTo>
                  <a:cubicBezTo>
                    <a:pt x="28003" y="1210"/>
                    <a:pt x="28010" y="1207"/>
                    <a:pt x="28013" y="1200"/>
                  </a:cubicBezTo>
                  <a:lnTo>
                    <a:pt x="28248" y="1314"/>
                  </a:lnTo>
                  <a:cubicBezTo>
                    <a:pt x="28402" y="1395"/>
                    <a:pt x="28580" y="1444"/>
                    <a:pt x="28662" y="1492"/>
                  </a:cubicBezTo>
                  <a:cubicBezTo>
                    <a:pt x="28767" y="1492"/>
                    <a:pt x="28848" y="1533"/>
                    <a:pt x="28735" y="1541"/>
                  </a:cubicBezTo>
                  <a:cubicBezTo>
                    <a:pt x="28702" y="1590"/>
                    <a:pt x="28670" y="1638"/>
                    <a:pt x="28743" y="1687"/>
                  </a:cubicBezTo>
                  <a:cubicBezTo>
                    <a:pt x="28803" y="1733"/>
                    <a:pt x="28843" y="1750"/>
                    <a:pt x="28873" y="1750"/>
                  </a:cubicBezTo>
                  <a:cubicBezTo>
                    <a:pt x="28910" y="1750"/>
                    <a:pt x="28931" y="1722"/>
                    <a:pt x="28953" y="1695"/>
                  </a:cubicBezTo>
                  <a:cubicBezTo>
                    <a:pt x="28963" y="1680"/>
                    <a:pt x="28977" y="1675"/>
                    <a:pt x="28991" y="1675"/>
                  </a:cubicBezTo>
                  <a:cubicBezTo>
                    <a:pt x="29023" y="1675"/>
                    <a:pt x="29059" y="1703"/>
                    <a:pt x="29059" y="1703"/>
                  </a:cubicBezTo>
                  <a:cubicBezTo>
                    <a:pt x="29132" y="1760"/>
                    <a:pt x="29132" y="1760"/>
                    <a:pt x="29091" y="1800"/>
                  </a:cubicBezTo>
                  <a:lnTo>
                    <a:pt x="29018" y="1898"/>
                  </a:lnTo>
                  <a:lnTo>
                    <a:pt x="29091" y="1946"/>
                  </a:lnTo>
                  <a:cubicBezTo>
                    <a:pt x="29102" y="1933"/>
                    <a:pt x="29115" y="1928"/>
                    <a:pt x="29128" y="1928"/>
                  </a:cubicBezTo>
                  <a:cubicBezTo>
                    <a:pt x="29162" y="1928"/>
                    <a:pt x="29197" y="1963"/>
                    <a:pt x="29197" y="1963"/>
                  </a:cubicBezTo>
                  <a:cubicBezTo>
                    <a:pt x="29262" y="2019"/>
                    <a:pt x="29262" y="2019"/>
                    <a:pt x="29180" y="2109"/>
                  </a:cubicBezTo>
                  <a:cubicBezTo>
                    <a:pt x="29115" y="2180"/>
                    <a:pt x="29145" y="2231"/>
                    <a:pt x="29235" y="2231"/>
                  </a:cubicBezTo>
                  <a:cubicBezTo>
                    <a:pt x="29257" y="2231"/>
                    <a:pt x="29282" y="2228"/>
                    <a:pt x="29310" y="2222"/>
                  </a:cubicBezTo>
                  <a:lnTo>
                    <a:pt x="29472" y="2303"/>
                  </a:lnTo>
                  <a:cubicBezTo>
                    <a:pt x="29448" y="2441"/>
                    <a:pt x="29651" y="2490"/>
                    <a:pt x="29756" y="2514"/>
                  </a:cubicBezTo>
                  <a:cubicBezTo>
                    <a:pt x="29724" y="2660"/>
                    <a:pt x="29780" y="2717"/>
                    <a:pt x="29926" y="2717"/>
                  </a:cubicBezTo>
                  <a:cubicBezTo>
                    <a:pt x="29934" y="2711"/>
                    <a:pt x="29942" y="2709"/>
                    <a:pt x="29950" y="2709"/>
                  </a:cubicBezTo>
                  <a:cubicBezTo>
                    <a:pt x="29990" y="2709"/>
                    <a:pt x="30025" y="2774"/>
                    <a:pt x="30032" y="2863"/>
                  </a:cubicBezTo>
                  <a:cubicBezTo>
                    <a:pt x="30032" y="2968"/>
                    <a:pt x="30089" y="3033"/>
                    <a:pt x="30178" y="3179"/>
                  </a:cubicBezTo>
                  <a:cubicBezTo>
                    <a:pt x="30275" y="3219"/>
                    <a:pt x="30624" y="3738"/>
                    <a:pt x="30826" y="4419"/>
                  </a:cubicBezTo>
                  <a:cubicBezTo>
                    <a:pt x="31061" y="5173"/>
                    <a:pt x="31053" y="5708"/>
                    <a:pt x="31118" y="5708"/>
                  </a:cubicBezTo>
                  <a:cubicBezTo>
                    <a:pt x="31126" y="5765"/>
                    <a:pt x="31110" y="5838"/>
                    <a:pt x="31070" y="5879"/>
                  </a:cubicBezTo>
                  <a:cubicBezTo>
                    <a:pt x="31005" y="5887"/>
                    <a:pt x="31013" y="5968"/>
                    <a:pt x="31134" y="6057"/>
                  </a:cubicBezTo>
                  <a:cubicBezTo>
                    <a:pt x="31181" y="6130"/>
                    <a:pt x="31227" y="6149"/>
                    <a:pt x="31176" y="6149"/>
                  </a:cubicBezTo>
                  <a:cubicBezTo>
                    <a:pt x="31165" y="6149"/>
                    <a:pt x="31149" y="6148"/>
                    <a:pt x="31126" y="6146"/>
                  </a:cubicBezTo>
                  <a:cubicBezTo>
                    <a:pt x="31061" y="6146"/>
                    <a:pt x="31070" y="6325"/>
                    <a:pt x="31029" y="6665"/>
                  </a:cubicBezTo>
                  <a:cubicBezTo>
                    <a:pt x="30997" y="6933"/>
                    <a:pt x="30932" y="7273"/>
                    <a:pt x="30980" y="7281"/>
                  </a:cubicBezTo>
                  <a:cubicBezTo>
                    <a:pt x="30985" y="7393"/>
                    <a:pt x="30987" y="7441"/>
                    <a:pt x="30982" y="7441"/>
                  </a:cubicBezTo>
                  <a:cubicBezTo>
                    <a:pt x="30978" y="7441"/>
                    <a:pt x="30970" y="7415"/>
                    <a:pt x="30956" y="7370"/>
                  </a:cubicBezTo>
                  <a:cubicBezTo>
                    <a:pt x="30944" y="7357"/>
                    <a:pt x="30932" y="7351"/>
                    <a:pt x="30919" y="7351"/>
                  </a:cubicBezTo>
                  <a:cubicBezTo>
                    <a:pt x="30824" y="7351"/>
                    <a:pt x="30706" y="7688"/>
                    <a:pt x="30713" y="7938"/>
                  </a:cubicBezTo>
                  <a:cubicBezTo>
                    <a:pt x="30684" y="8009"/>
                    <a:pt x="30656" y="8080"/>
                    <a:pt x="30611" y="8080"/>
                  </a:cubicBezTo>
                  <a:cubicBezTo>
                    <a:pt x="30605" y="8080"/>
                    <a:pt x="30598" y="8079"/>
                    <a:pt x="30591" y="8076"/>
                  </a:cubicBezTo>
                  <a:cubicBezTo>
                    <a:pt x="30534" y="8214"/>
                    <a:pt x="30486" y="8351"/>
                    <a:pt x="30453" y="8497"/>
                  </a:cubicBezTo>
                  <a:cubicBezTo>
                    <a:pt x="30421" y="8578"/>
                    <a:pt x="30234" y="8870"/>
                    <a:pt x="30145" y="9016"/>
                  </a:cubicBezTo>
                  <a:cubicBezTo>
                    <a:pt x="30072" y="9114"/>
                    <a:pt x="30016" y="9219"/>
                    <a:pt x="29975" y="9333"/>
                  </a:cubicBezTo>
                  <a:cubicBezTo>
                    <a:pt x="29958" y="9359"/>
                    <a:pt x="29939" y="9385"/>
                    <a:pt x="29925" y="9404"/>
                  </a:cubicBezTo>
                  <a:lnTo>
                    <a:pt x="29925" y="9404"/>
                  </a:lnTo>
                  <a:cubicBezTo>
                    <a:pt x="29923" y="9403"/>
                    <a:pt x="29920" y="9402"/>
                    <a:pt x="29917" y="9402"/>
                  </a:cubicBezTo>
                  <a:cubicBezTo>
                    <a:pt x="29849" y="9402"/>
                    <a:pt x="29585" y="9735"/>
                    <a:pt x="29140" y="10111"/>
                  </a:cubicBezTo>
                  <a:cubicBezTo>
                    <a:pt x="28691" y="10474"/>
                    <a:pt x="28243" y="10712"/>
                    <a:pt x="28111" y="10712"/>
                  </a:cubicBezTo>
                  <a:cubicBezTo>
                    <a:pt x="28104" y="10712"/>
                    <a:pt x="28099" y="10712"/>
                    <a:pt x="28094" y="10711"/>
                  </a:cubicBezTo>
                  <a:cubicBezTo>
                    <a:pt x="28037" y="10743"/>
                    <a:pt x="27989" y="10784"/>
                    <a:pt x="27956" y="10841"/>
                  </a:cubicBezTo>
                  <a:cubicBezTo>
                    <a:pt x="27936" y="10961"/>
                    <a:pt x="27878" y="11009"/>
                    <a:pt x="27795" y="11009"/>
                  </a:cubicBezTo>
                  <a:cubicBezTo>
                    <a:pt x="27777" y="11009"/>
                    <a:pt x="27757" y="11007"/>
                    <a:pt x="27737" y="11003"/>
                  </a:cubicBezTo>
                  <a:cubicBezTo>
                    <a:pt x="27709" y="10982"/>
                    <a:pt x="27671" y="10973"/>
                    <a:pt x="27628" y="10973"/>
                  </a:cubicBezTo>
                  <a:cubicBezTo>
                    <a:pt x="27484" y="10973"/>
                    <a:pt x="27286" y="11073"/>
                    <a:pt x="27243" y="11173"/>
                  </a:cubicBezTo>
                  <a:lnTo>
                    <a:pt x="27226" y="11108"/>
                  </a:lnTo>
                  <a:cubicBezTo>
                    <a:pt x="27197" y="11087"/>
                    <a:pt x="27162" y="11078"/>
                    <a:pt x="27125" y="11078"/>
                  </a:cubicBezTo>
                  <a:cubicBezTo>
                    <a:pt x="27006" y="11078"/>
                    <a:pt x="26862" y="11172"/>
                    <a:pt x="26813" y="11270"/>
                  </a:cubicBezTo>
                  <a:cubicBezTo>
                    <a:pt x="26752" y="11245"/>
                    <a:pt x="26691" y="11216"/>
                    <a:pt x="26637" y="11216"/>
                  </a:cubicBezTo>
                  <a:cubicBezTo>
                    <a:pt x="26604" y="11216"/>
                    <a:pt x="26573" y="11227"/>
                    <a:pt x="26545" y="11254"/>
                  </a:cubicBezTo>
                  <a:cubicBezTo>
                    <a:pt x="26522" y="11258"/>
                    <a:pt x="26504" y="11262"/>
                    <a:pt x="26491" y="11262"/>
                  </a:cubicBezTo>
                  <a:cubicBezTo>
                    <a:pt x="26455" y="11262"/>
                    <a:pt x="26452" y="11238"/>
                    <a:pt x="26440" y="11149"/>
                  </a:cubicBezTo>
                  <a:cubicBezTo>
                    <a:pt x="26440" y="11098"/>
                    <a:pt x="26434" y="11041"/>
                    <a:pt x="26374" y="11041"/>
                  </a:cubicBezTo>
                  <a:cubicBezTo>
                    <a:pt x="26367" y="11041"/>
                    <a:pt x="26359" y="11042"/>
                    <a:pt x="26351" y="11043"/>
                  </a:cubicBezTo>
                  <a:cubicBezTo>
                    <a:pt x="26262" y="11051"/>
                    <a:pt x="26270" y="11108"/>
                    <a:pt x="26278" y="11173"/>
                  </a:cubicBezTo>
                  <a:lnTo>
                    <a:pt x="26108" y="11181"/>
                  </a:lnTo>
                  <a:cubicBezTo>
                    <a:pt x="26108" y="11181"/>
                    <a:pt x="26018" y="11181"/>
                    <a:pt x="26027" y="11246"/>
                  </a:cubicBezTo>
                  <a:cubicBezTo>
                    <a:pt x="26027" y="11303"/>
                    <a:pt x="25937" y="11303"/>
                    <a:pt x="25848" y="11311"/>
                  </a:cubicBezTo>
                  <a:cubicBezTo>
                    <a:pt x="25848" y="11294"/>
                    <a:pt x="25841" y="11287"/>
                    <a:pt x="25833" y="11287"/>
                  </a:cubicBezTo>
                  <a:cubicBezTo>
                    <a:pt x="25815" y="11287"/>
                    <a:pt x="25791" y="11327"/>
                    <a:pt x="25848" y="11368"/>
                  </a:cubicBezTo>
                  <a:cubicBezTo>
                    <a:pt x="25848" y="11432"/>
                    <a:pt x="25856" y="11489"/>
                    <a:pt x="25759" y="11497"/>
                  </a:cubicBezTo>
                  <a:lnTo>
                    <a:pt x="25759" y="11611"/>
                  </a:lnTo>
                  <a:cubicBezTo>
                    <a:pt x="25759" y="11732"/>
                    <a:pt x="25759" y="11789"/>
                    <a:pt x="25945" y="11846"/>
                  </a:cubicBezTo>
                  <a:cubicBezTo>
                    <a:pt x="26110" y="11866"/>
                    <a:pt x="26258" y="11880"/>
                    <a:pt x="26373" y="11880"/>
                  </a:cubicBezTo>
                  <a:cubicBezTo>
                    <a:pt x="26531" y="11880"/>
                    <a:pt x="26628" y="11855"/>
                    <a:pt x="26618" y="11789"/>
                  </a:cubicBezTo>
                  <a:cubicBezTo>
                    <a:pt x="26667" y="11740"/>
                    <a:pt x="26732" y="11716"/>
                    <a:pt x="26797" y="11700"/>
                  </a:cubicBezTo>
                  <a:cubicBezTo>
                    <a:pt x="26813" y="11698"/>
                    <a:pt x="26830" y="11697"/>
                    <a:pt x="26847" y="11697"/>
                  </a:cubicBezTo>
                  <a:cubicBezTo>
                    <a:pt x="26897" y="11697"/>
                    <a:pt x="26949" y="11706"/>
                    <a:pt x="26991" y="11724"/>
                  </a:cubicBezTo>
                  <a:cubicBezTo>
                    <a:pt x="26993" y="11735"/>
                    <a:pt x="27015" y="11741"/>
                    <a:pt x="27052" y="11741"/>
                  </a:cubicBezTo>
                  <a:cubicBezTo>
                    <a:pt x="27179" y="11741"/>
                    <a:pt x="27492" y="11676"/>
                    <a:pt x="27843" y="11538"/>
                  </a:cubicBezTo>
                  <a:cubicBezTo>
                    <a:pt x="28386" y="11327"/>
                    <a:pt x="28637" y="11173"/>
                    <a:pt x="28751" y="11173"/>
                  </a:cubicBezTo>
                  <a:cubicBezTo>
                    <a:pt x="28816" y="11173"/>
                    <a:pt x="28889" y="11157"/>
                    <a:pt x="28945" y="11124"/>
                  </a:cubicBezTo>
                  <a:cubicBezTo>
                    <a:pt x="28913" y="11076"/>
                    <a:pt x="29432" y="10776"/>
                    <a:pt x="29918" y="10297"/>
                  </a:cubicBezTo>
                  <a:cubicBezTo>
                    <a:pt x="30413" y="9811"/>
                    <a:pt x="30794" y="9235"/>
                    <a:pt x="30737" y="9195"/>
                  </a:cubicBezTo>
                  <a:lnTo>
                    <a:pt x="30834" y="9033"/>
                  </a:lnTo>
                  <a:cubicBezTo>
                    <a:pt x="30839" y="9035"/>
                    <a:pt x="30843" y="9037"/>
                    <a:pt x="30848" y="9037"/>
                  </a:cubicBezTo>
                  <a:cubicBezTo>
                    <a:pt x="30903" y="9037"/>
                    <a:pt x="31004" y="8887"/>
                    <a:pt x="31078" y="8716"/>
                  </a:cubicBezTo>
                  <a:cubicBezTo>
                    <a:pt x="31102" y="8587"/>
                    <a:pt x="31143" y="8465"/>
                    <a:pt x="31199" y="8343"/>
                  </a:cubicBezTo>
                  <a:cubicBezTo>
                    <a:pt x="31204" y="8346"/>
                    <a:pt x="31209" y="8347"/>
                    <a:pt x="31214" y="8347"/>
                  </a:cubicBezTo>
                  <a:cubicBezTo>
                    <a:pt x="31256" y="8347"/>
                    <a:pt x="31295" y="8252"/>
                    <a:pt x="31353" y="8092"/>
                  </a:cubicBezTo>
                  <a:cubicBezTo>
                    <a:pt x="31426" y="7906"/>
                    <a:pt x="31459" y="7808"/>
                    <a:pt x="31402" y="7792"/>
                  </a:cubicBezTo>
                  <a:lnTo>
                    <a:pt x="31524" y="7346"/>
                  </a:lnTo>
                  <a:cubicBezTo>
                    <a:pt x="31588" y="7135"/>
                    <a:pt x="31629" y="6892"/>
                    <a:pt x="31686" y="6754"/>
                  </a:cubicBezTo>
                  <a:cubicBezTo>
                    <a:pt x="31759" y="6665"/>
                    <a:pt x="31702" y="6560"/>
                    <a:pt x="31653" y="6454"/>
                  </a:cubicBezTo>
                  <a:cubicBezTo>
                    <a:pt x="31588" y="6454"/>
                    <a:pt x="31540" y="6349"/>
                    <a:pt x="31540" y="6260"/>
                  </a:cubicBezTo>
                  <a:lnTo>
                    <a:pt x="31661" y="6260"/>
                  </a:lnTo>
                  <a:cubicBezTo>
                    <a:pt x="31685" y="6304"/>
                    <a:pt x="31699" y="6329"/>
                    <a:pt x="31708" y="6329"/>
                  </a:cubicBezTo>
                  <a:cubicBezTo>
                    <a:pt x="31720" y="6329"/>
                    <a:pt x="31722" y="6280"/>
                    <a:pt x="31726" y="6162"/>
                  </a:cubicBezTo>
                  <a:cubicBezTo>
                    <a:pt x="31726" y="6098"/>
                    <a:pt x="31734" y="6033"/>
                    <a:pt x="31726" y="5968"/>
                  </a:cubicBezTo>
                  <a:cubicBezTo>
                    <a:pt x="31661" y="5968"/>
                    <a:pt x="31678" y="5481"/>
                    <a:pt x="31548" y="4808"/>
                  </a:cubicBezTo>
                  <a:cubicBezTo>
                    <a:pt x="31491" y="4598"/>
                    <a:pt x="31443" y="4419"/>
                    <a:pt x="31410" y="4273"/>
                  </a:cubicBezTo>
                  <a:lnTo>
                    <a:pt x="31280" y="3933"/>
                  </a:lnTo>
                  <a:cubicBezTo>
                    <a:pt x="31219" y="3773"/>
                    <a:pt x="31173" y="3713"/>
                    <a:pt x="31147" y="3713"/>
                  </a:cubicBezTo>
                  <a:cubicBezTo>
                    <a:pt x="31146" y="3713"/>
                    <a:pt x="31144" y="3713"/>
                    <a:pt x="31143" y="3714"/>
                  </a:cubicBezTo>
                  <a:cubicBezTo>
                    <a:pt x="31137" y="3716"/>
                    <a:pt x="31131" y="3718"/>
                    <a:pt x="31125" y="3718"/>
                  </a:cubicBezTo>
                  <a:cubicBezTo>
                    <a:pt x="31077" y="3718"/>
                    <a:pt x="31038" y="3620"/>
                    <a:pt x="30972" y="3365"/>
                  </a:cubicBezTo>
                  <a:cubicBezTo>
                    <a:pt x="30851" y="2765"/>
                    <a:pt x="30826" y="2765"/>
                    <a:pt x="30737" y="2717"/>
                  </a:cubicBezTo>
                  <a:lnTo>
                    <a:pt x="30737" y="2717"/>
                  </a:lnTo>
                  <a:cubicBezTo>
                    <a:pt x="30786" y="2798"/>
                    <a:pt x="30737" y="2830"/>
                    <a:pt x="30688" y="2863"/>
                  </a:cubicBezTo>
                  <a:cubicBezTo>
                    <a:pt x="30663" y="2878"/>
                    <a:pt x="30642" y="2885"/>
                    <a:pt x="30624" y="2885"/>
                  </a:cubicBezTo>
                  <a:cubicBezTo>
                    <a:pt x="30568" y="2885"/>
                    <a:pt x="30550" y="2812"/>
                    <a:pt x="30575" y="2700"/>
                  </a:cubicBezTo>
                  <a:cubicBezTo>
                    <a:pt x="30624" y="2676"/>
                    <a:pt x="30437" y="2344"/>
                    <a:pt x="30170" y="2084"/>
                  </a:cubicBezTo>
                  <a:cubicBezTo>
                    <a:pt x="29915" y="1806"/>
                    <a:pt x="29582" y="1598"/>
                    <a:pt x="29509" y="1598"/>
                  </a:cubicBezTo>
                  <a:cubicBezTo>
                    <a:pt x="29507" y="1598"/>
                    <a:pt x="29506" y="1598"/>
                    <a:pt x="29505" y="1598"/>
                  </a:cubicBezTo>
                  <a:lnTo>
                    <a:pt x="29545" y="1557"/>
                  </a:lnTo>
                  <a:cubicBezTo>
                    <a:pt x="29586" y="1509"/>
                    <a:pt x="29513" y="1444"/>
                    <a:pt x="29197" y="1209"/>
                  </a:cubicBezTo>
                  <a:cubicBezTo>
                    <a:pt x="29124" y="1144"/>
                    <a:pt x="29043" y="1087"/>
                    <a:pt x="28953" y="1046"/>
                  </a:cubicBezTo>
                  <a:cubicBezTo>
                    <a:pt x="28946" y="1058"/>
                    <a:pt x="28932" y="1063"/>
                    <a:pt x="28915" y="1063"/>
                  </a:cubicBezTo>
                  <a:cubicBezTo>
                    <a:pt x="28785" y="1063"/>
                    <a:pt x="28428" y="782"/>
                    <a:pt x="28443" y="746"/>
                  </a:cubicBezTo>
                  <a:cubicBezTo>
                    <a:pt x="28386" y="657"/>
                    <a:pt x="28386" y="649"/>
                    <a:pt x="28208" y="568"/>
                  </a:cubicBezTo>
                  <a:cubicBezTo>
                    <a:pt x="27891" y="552"/>
                    <a:pt x="27453" y="333"/>
                    <a:pt x="27462" y="284"/>
                  </a:cubicBezTo>
                  <a:lnTo>
                    <a:pt x="27275" y="236"/>
                  </a:lnTo>
                  <a:cubicBezTo>
                    <a:pt x="27248" y="245"/>
                    <a:pt x="27218" y="249"/>
                    <a:pt x="27185" y="249"/>
                  </a:cubicBezTo>
                  <a:cubicBezTo>
                    <a:pt x="27079" y="249"/>
                    <a:pt x="26952" y="209"/>
                    <a:pt x="26878" y="203"/>
                  </a:cubicBezTo>
                  <a:cubicBezTo>
                    <a:pt x="26737" y="180"/>
                    <a:pt x="26641" y="166"/>
                    <a:pt x="26590" y="166"/>
                  </a:cubicBezTo>
                  <a:cubicBezTo>
                    <a:pt x="26535" y="166"/>
                    <a:pt x="26532" y="182"/>
                    <a:pt x="26578" y="219"/>
                  </a:cubicBezTo>
                  <a:cubicBezTo>
                    <a:pt x="26571" y="269"/>
                    <a:pt x="26564" y="320"/>
                    <a:pt x="26495" y="320"/>
                  </a:cubicBezTo>
                  <a:cubicBezTo>
                    <a:pt x="26486" y="320"/>
                    <a:pt x="26476" y="319"/>
                    <a:pt x="26464" y="317"/>
                  </a:cubicBezTo>
                  <a:lnTo>
                    <a:pt x="26472" y="260"/>
                  </a:lnTo>
                  <a:cubicBezTo>
                    <a:pt x="26481" y="195"/>
                    <a:pt x="26189" y="171"/>
                    <a:pt x="25808" y="155"/>
                  </a:cubicBezTo>
                  <a:cubicBezTo>
                    <a:pt x="25370" y="146"/>
                    <a:pt x="25208" y="146"/>
                    <a:pt x="25118" y="90"/>
                  </a:cubicBezTo>
                  <a:lnTo>
                    <a:pt x="25037" y="146"/>
                  </a:lnTo>
                  <a:cubicBezTo>
                    <a:pt x="24993" y="175"/>
                    <a:pt x="24950" y="189"/>
                    <a:pt x="24919" y="189"/>
                  </a:cubicBezTo>
                  <a:cubicBezTo>
                    <a:pt x="24887" y="189"/>
                    <a:pt x="24867" y="175"/>
                    <a:pt x="24867" y="146"/>
                  </a:cubicBezTo>
                  <a:cubicBezTo>
                    <a:pt x="24827" y="114"/>
                    <a:pt x="24721" y="98"/>
                    <a:pt x="24605" y="98"/>
                  </a:cubicBezTo>
                  <a:cubicBezTo>
                    <a:pt x="24488" y="98"/>
                    <a:pt x="24360" y="114"/>
                    <a:pt x="24275" y="146"/>
                  </a:cubicBezTo>
                  <a:lnTo>
                    <a:pt x="24105" y="138"/>
                  </a:lnTo>
                  <a:cubicBezTo>
                    <a:pt x="24048" y="82"/>
                    <a:pt x="23971" y="53"/>
                    <a:pt x="23894" y="53"/>
                  </a:cubicBezTo>
                  <a:cubicBezTo>
                    <a:pt x="23817" y="53"/>
                    <a:pt x="23740" y="82"/>
                    <a:pt x="23683" y="138"/>
                  </a:cubicBezTo>
                  <a:cubicBezTo>
                    <a:pt x="23683" y="82"/>
                    <a:pt x="23594" y="82"/>
                    <a:pt x="23513" y="82"/>
                  </a:cubicBezTo>
                  <a:cubicBezTo>
                    <a:pt x="23431" y="109"/>
                    <a:pt x="23309" y="123"/>
                    <a:pt x="23205" y="123"/>
                  </a:cubicBezTo>
                  <a:cubicBezTo>
                    <a:pt x="23093" y="123"/>
                    <a:pt x="23002" y="107"/>
                    <a:pt x="23002" y="73"/>
                  </a:cubicBezTo>
                  <a:lnTo>
                    <a:pt x="22921" y="73"/>
                  </a:lnTo>
                  <a:cubicBezTo>
                    <a:pt x="22850" y="116"/>
                    <a:pt x="22774" y="140"/>
                    <a:pt x="22696" y="140"/>
                  </a:cubicBezTo>
                  <a:cubicBezTo>
                    <a:pt x="22684" y="140"/>
                    <a:pt x="22673" y="139"/>
                    <a:pt x="22662" y="138"/>
                  </a:cubicBezTo>
                  <a:cubicBezTo>
                    <a:pt x="22643" y="135"/>
                    <a:pt x="22625" y="133"/>
                    <a:pt x="22606" y="133"/>
                  </a:cubicBezTo>
                  <a:cubicBezTo>
                    <a:pt x="22536" y="133"/>
                    <a:pt x="22468" y="157"/>
                    <a:pt x="22410" y="195"/>
                  </a:cubicBezTo>
                  <a:cubicBezTo>
                    <a:pt x="22362" y="228"/>
                    <a:pt x="22297" y="252"/>
                    <a:pt x="22240" y="252"/>
                  </a:cubicBezTo>
                  <a:cubicBezTo>
                    <a:pt x="22151" y="252"/>
                    <a:pt x="22240" y="195"/>
                    <a:pt x="22321" y="130"/>
                  </a:cubicBezTo>
                  <a:cubicBezTo>
                    <a:pt x="22390" y="107"/>
                    <a:pt x="22390" y="94"/>
                    <a:pt x="22348" y="94"/>
                  </a:cubicBezTo>
                  <a:cubicBezTo>
                    <a:pt x="22288" y="94"/>
                    <a:pt x="22138" y="123"/>
                    <a:pt x="21989" y="195"/>
                  </a:cubicBezTo>
                  <a:cubicBezTo>
                    <a:pt x="21859" y="252"/>
                    <a:pt x="21794" y="280"/>
                    <a:pt x="21783" y="280"/>
                  </a:cubicBezTo>
                  <a:cubicBezTo>
                    <a:pt x="21772" y="280"/>
                    <a:pt x="21815" y="252"/>
                    <a:pt x="21900" y="195"/>
                  </a:cubicBezTo>
                  <a:cubicBezTo>
                    <a:pt x="21963" y="149"/>
                    <a:pt x="22022" y="107"/>
                    <a:pt x="21990" y="107"/>
                  </a:cubicBezTo>
                  <a:cubicBezTo>
                    <a:pt x="21977" y="107"/>
                    <a:pt x="21949" y="114"/>
                    <a:pt x="21900" y="130"/>
                  </a:cubicBezTo>
                  <a:cubicBezTo>
                    <a:pt x="21900" y="130"/>
                    <a:pt x="21729" y="130"/>
                    <a:pt x="21729" y="187"/>
                  </a:cubicBezTo>
                  <a:lnTo>
                    <a:pt x="21478" y="187"/>
                  </a:lnTo>
                  <a:cubicBezTo>
                    <a:pt x="21386" y="152"/>
                    <a:pt x="21282" y="129"/>
                    <a:pt x="21182" y="129"/>
                  </a:cubicBezTo>
                  <a:cubicBezTo>
                    <a:pt x="21167" y="129"/>
                    <a:pt x="21152" y="129"/>
                    <a:pt x="21138" y="130"/>
                  </a:cubicBezTo>
                  <a:cubicBezTo>
                    <a:pt x="21097" y="159"/>
                    <a:pt x="21077" y="173"/>
                    <a:pt x="21055" y="173"/>
                  </a:cubicBezTo>
                  <a:cubicBezTo>
                    <a:pt x="21034" y="173"/>
                    <a:pt x="21012" y="159"/>
                    <a:pt x="20967" y="130"/>
                  </a:cubicBezTo>
                  <a:cubicBezTo>
                    <a:pt x="20967" y="103"/>
                    <a:pt x="20953" y="87"/>
                    <a:pt x="20936" y="87"/>
                  </a:cubicBezTo>
                  <a:cubicBezTo>
                    <a:pt x="20913" y="87"/>
                    <a:pt x="20886" y="117"/>
                    <a:pt x="20886" y="187"/>
                  </a:cubicBezTo>
                  <a:cubicBezTo>
                    <a:pt x="20850" y="215"/>
                    <a:pt x="20805" y="230"/>
                    <a:pt x="20760" y="230"/>
                  </a:cubicBezTo>
                  <a:cubicBezTo>
                    <a:pt x="20714" y="230"/>
                    <a:pt x="20667" y="215"/>
                    <a:pt x="20627" y="187"/>
                  </a:cubicBezTo>
                  <a:cubicBezTo>
                    <a:pt x="20632" y="115"/>
                    <a:pt x="20602" y="85"/>
                    <a:pt x="20577" y="85"/>
                  </a:cubicBezTo>
                  <a:cubicBezTo>
                    <a:pt x="20560" y="85"/>
                    <a:pt x="20546" y="99"/>
                    <a:pt x="20546" y="122"/>
                  </a:cubicBezTo>
                  <a:cubicBezTo>
                    <a:pt x="20497" y="163"/>
                    <a:pt x="20440" y="179"/>
                    <a:pt x="20375" y="179"/>
                  </a:cubicBezTo>
                  <a:cubicBezTo>
                    <a:pt x="20375" y="122"/>
                    <a:pt x="19613" y="122"/>
                    <a:pt x="18851" y="114"/>
                  </a:cubicBezTo>
                  <a:cubicBezTo>
                    <a:pt x="18770" y="114"/>
                    <a:pt x="18681" y="171"/>
                    <a:pt x="18681" y="236"/>
                  </a:cubicBezTo>
                  <a:cubicBezTo>
                    <a:pt x="18681" y="286"/>
                    <a:pt x="18681" y="305"/>
                    <a:pt x="18675" y="305"/>
                  </a:cubicBezTo>
                  <a:cubicBezTo>
                    <a:pt x="18667" y="305"/>
                    <a:pt x="18647" y="269"/>
                    <a:pt x="18600" y="236"/>
                  </a:cubicBezTo>
                  <a:cubicBezTo>
                    <a:pt x="18555" y="145"/>
                    <a:pt x="18491" y="99"/>
                    <a:pt x="18449" y="99"/>
                  </a:cubicBezTo>
                  <a:cubicBezTo>
                    <a:pt x="18409" y="99"/>
                    <a:pt x="18389" y="143"/>
                    <a:pt x="18430" y="236"/>
                  </a:cubicBezTo>
                  <a:cubicBezTo>
                    <a:pt x="18470" y="292"/>
                    <a:pt x="18490" y="321"/>
                    <a:pt x="18479" y="321"/>
                  </a:cubicBezTo>
                  <a:cubicBezTo>
                    <a:pt x="18468" y="321"/>
                    <a:pt x="18426" y="292"/>
                    <a:pt x="18340" y="236"/>
                  </a:cubicBezTo>
                  <a:cubicBezTo>
                    <a:pt x="18300" y="203"/>
                    <a:pt x="18280" y="187"/>
                    <a:pt x="18258" y="187"/>
                  </a:cubicBezTo>
                  <a:cubicBezTo>
                    <a:pt x="18237" y="187"/>
                    <a:pt x="18215" y="203"/>
                    <a:pt x="18170" y="236"/>
                  </a:cubicBezTo>
                  <a:cubicBezTo>
                    <a:pt x="18174" y="264"/>
                    <a:pt x="18152" y="278"/>
                    <a:pt x="18130" y="278"/>
                  </a:cubicBezTo>
                  <a:cubicBezTo>
                    <a:pt x="18107" y="278"/>
                    <a:pt x="18085" y="264"/>
                    <a:pt x="18089" y="236"/>
                  </a:cubicBezTo>
                  <a:cubicBezTo>
                    <a:pt x="18031" y="190"/>
                    <a:pt x="17970" y="147"/>
                    <a:pt x="17939" y="147"/>
                  </a:cubicBezTo>
                  <a:cubicBezTo>
                    <a:pt x="17926" y="147"/>
                    <a:pt x="17919" y="154"/>
                    <a:pt x="17919" y="171"/>
                  </a:cubicBezTo>
                  <a:cubicBezTo>
                    <a:pt x="17862" y="171"/>
                    <a:pt x="17797" y="146"/>
                    <a:pt x="17749" y="114"/>
                  </a:cubicBezTo>
                  <a:cubicBezTo>
                    <a:pt x="17723" y="94"/>
                    <a:pt x="17697" y="85"/>
                    <a:pt x="17671" y="85"/>
                  </a:cubicBezTo>
                  <a:cubicBezTo>
                    <a:pt x="17613" y="85"/>
                    <a:pt x="17553" y="126"/>
                    <a:pt x="17497" y="171"/>
                  </a:cubicBezTo>
                  <a:cubicBezTo>
                    <a:pt x="17367" y="228"/>
                    <a:pt x="17282" y="256"/>
                    <a:pt x="17241" y="256"/>
                  </a:cubicBezTo>
                  <a:cubicBezTo>
                    <a:pt x="17199" y="256"/>
                    <a:pt x="17201" y="228"/>
                    <a:pt x="17246" y="171"/>
                  </a:cubicBezTo>
                  <a:cubicBezTo>
                    <a:pt x="17277" y="123"/>
                    <a:pt x="17233" y="103"/>
                    <a:pt x="17161" y="103"/>
                  </a:cubicBezTo>
                  <a:cubicBezTo>
                    <a:pt x="17049" y="103"/>
                    <a:pt x="16871" y="153"/>
                    <a:pt x="16816" y="228"/>
                  </a:cubicBezTo>
                  <a:cubicBezTo>
                    <a:pt x="16769" y="294"/>
                    <a:pt x="16749" y="322"/>
                    <a:pt x="16741" y="322"/>
                  </a:cubicBezTo>
                  <a:cubicBezTo>
                    <a:pt x="16735" y="322"/>
                    <a:pt x="16735" y="308"/>
                    <a:pt x="16735" y="284"/>
                  </a:cubicBezTo>
                  <a:cubicBezTo>
                    <a:pt x="16735" y="228"/>
                    <a:pt x="16646" y="228"/>
                    <a:pt x="16646" y="228"/>
                  </a:cubicBezTo>
                  <a:cubicBezTo>
                    <a:pt x="16565" y="228"/>
                    <a:pt x="16476" y="219"/>
                    <a:pt x="16476" y="163"/>
                  </a:cubicBezTo>
                  <a:cubicBezTo>
                    <a:pt x="16395" y="171"/>
                    <a:pt x="16305" y="187"/>
                    <a:pt x="16224" y="219"/>
                  </a:cubicBezTo>
                  <a:cubicBezTo>
                    <a:pt x="16157" y="263"/>
                    <a:pt x="16081" y="285"/>
                    <a:pt x="16005" y="285"/>
                  </a:cubicBezTo>
                  <a:cubicBezTo>
                    <a:pt x="15899" y="285"/>
                    <a:pt x="15794" y="243"/>
                    <a:pt x="15713" y="163"/>
                  </a:cubicBezTo>
                  <a:lnTo>
                    <a:pt x="15543" y="219"/>
                  </a:lnTo>
                  <a:cubicBezTo>
                    <a:pt x="15494" y="294"/>
                    <a:pt x="15441" y="344"/>
                    <a:pt x="15410" y="344"/>
                  </a:cubicBezTo>
                  <a:cubicBezTo>
                    <a:pt x="15389" y="344"/>
                    <a:pt x="15378" y="323"/>
                    <a:pt x="15381" y="276"/>
                  </a:cubicBezTo>
                  <a:cubicBezTo>
                    <a:pt x="15381" y="256"/>
                    <a:pt x="15381" y="235"/>
                    <a:pt x="15381" y="219"/>
                  </a:cubicBezTo>
                  <a:cubicBezTo>
                    <a:pt x="15347" y="262"/>
                    <a:pt x="15278" y="281"/>
                    <a:pt x="15204" y="281"/>
                  </a:cubicBezTo>
                  <a:cubicBezTo>
                    <a:pt x="15083" y="281"/>
                    <a:pt x="14951" y="230"/>
                    <a:pt x="14951" y="155"/>
                  </a:cubicBezTo>
                  <a:cubicBezTo>
                    <a:pt x="14959" y="98"/>
                    <a:pt x="14959" y="98"/>
                    <a:pt x="14870" y="98"/>
                  </a:cubicBezTo>
                  <a:lnTo>
                    <a:pt x="14870" y="155"/>
                  </a:lnTo>
                  <a:cubicBezTo>
                    <a:pt x="14870" y="211"/>
                    <a:pt x="14870" y="276"/>
                    <a:pt x="14781" y="276"/>
                  </a:cubicBezTo>
                  <a:cubicBezTo>
                    <a:pt x="14700" y="276"/>
                    <a:pt x="14611" y="276"/>
                    <a:pt x="14619" y="211"/>
                  </a:cubicBezTo>
                  <a:cubicBezTo>
                    <a:pt x="14556" y="171"/>
                    <a:pt x="14497" y="127"/>
                    <a:pt x="14468" y="127"/>
                  </a:cubicBezTo>
                  <a:cubicBezTo>
                    <a:pt x="14456" y="127"/>
                    <a:pt x="14449" y="135"/>
                    <a:pt x="14449" y="155"/>
                  </a:cubicBezTo>
                  <a:cubicBezTo>
                    <a:pt x="14384" y="146"/>
                    <a:pt x="14327" y="130"/>
                    <a:pt x="14278" y="90"/>
                  </a:cubicBezTo>
                  <a:lnTo>
                    <a:pt x="13938" y="90"/>
                  </a:lnTo>
                  <a:cubicBezTo>
                    <a:pt x="13897" y="118"/>
                    <a:pt x="13834" y="132"/>
                    <a:pt x="13782" y="132"/>
                  </a:cubicBezTo>
                  <a:cubicBezTo>
                    <a:pt x="13729" y="132"/>
                    <a:pt x="13687" y="118"/>
                    <a:pt x="13687" y="90"/>
                  </a:cubicBezTo>
                  <a:cubicBezTo>
                    <a:pt x="13597" y="90"/>
                    <a:pt x="13508" y="106"/>
                    <a:pt x="13427" y="146"/>
                  </a:cubicBezTo>
                  <a:cubicBezTo>
                    <a:pt x="13257" y="146"/>
                    <a:pt x="13176" y="146"/>
                    <a:pt x="13176" y="90"/>
                  </a:cubicBezTo>
                  <a:cubicBezTo>
                    <a:pt x="13176" y="57"/>
                    <a:pt x="13176" y="41"/>
                    <a:pt x="13166" y="41"/>
                  </a:cubicBezTo>
                  <a:cubicBezTo>
                    <a:pt x="13155" y="41"/>
                    <a:pt x="13135" y="57"/>
                    <a:pt x="13095" y="90"/>
                  </a:cubicBezTo>
                  <a:cubicBezTo>
                    <a:pt x="13095" y="146"/>
                    <a:pt x="13005" y="146"/>
                    <a:pt x="12924" y="146"/>
                  </a:cubicBezTo>
                  <a:lnTo>
                    <a:pt x="12754" y="146"/>
                  </a:lnTo>
                  <a:cubicBezTo>
                    <a:pt x="12754" y="203"/>
                    <a:pt x="12754" y="203"/>
                    <a:pt x="12665" y="203"/>
                  </a:cubicBezTo>
                  <a:cubicBezTo>
                    <a:pt x="12584" y="203"/>
                    <a:pt x="12333" y="138"/>
                    <a:pt x="12243" y="138"/>
                  </a:cubicBezTo>
                  <a:cubicBezTo>
                    <a:pt x="11992" y="138"/>
                    <a:pt x="11992" y="138"/>
                    <a:pt x="12073" y="203"/>
                  </a:cubicBezTo>
                  <a:cubicBezTo>
                    <a:pt x="12133" y="203"/>
                    <a:pt x="12152" y="228"/>
                    <a:pt x="12109" y="228"/>
                  </a:cubicBezTo>
                  <a:cubicBezTo>
                    <a:pt x="12087" y="228"/>
                    <a:pt x="12049" y="222"/>
                    <a:pt x="11992" y="203"/>
                  </a:cubicBezTo>
                  <a:cubicBezTo>
                    <a:pt x="11903" y="203"/>
                    <a:pt x="11651" y="138"/>
                    <a:pt x="11400" y="138"/>
                  </a:cubicBezTo>
                  <a:cubicBezTo>
                    <a:pt x="11060" y="138"/>
                    <a:pt x="11060" y="138"/>
                    <a:pt x="11060" y="195"/>
                  </a:cubicBezTo>
                  <a:cubicBezTo>
                    <a:pt x="11100" y="256"/>
                    <a:pt x="11100" y="286"/>
                    <a:pt x="11079" y="286"/>
                  </a:cubicBezTo>
                  <a:cubicBezTo>
                    <a:pt x="11058" y="286"/>
                    <a:pt x="11015" y="256"/>
                    <a:pt x="10970" y="195"/>
                  </a:cubicBezTo>
                  <a:cubicBezTo>
                    <a:pt x="10877" y="125"/>
                    <a:pt x="10807" y="95"/>
                    <a:pt x="10766" y="95"/>
                  </a:cubicBezTo>
                  <a:cubicBezTo>
                    <a:pt x="10735" y="95"/>
                    <a:pt x="10719" y="111"/>
                    <a:pt x="10719" y="138"/>
                  </a:cubicBezTo>
                  <a:cubicBezTo>
                    <a:pt x="10638" y="195"/>
                    <a:pt x="10638" y="195"/>
                    <a:pt x="10549" y="195"/>
                  </a:cubicBezTo>
                  <a:cubicBezTo>
                    <a:pt x="10549" y="163"/>
                    <a:pt x="10529" y="146"/>
                    <a:pt x="10487" y="146"/>
                  </a:cubicBezTo>
                  <a:cubicBezTo>
                    <a:pt x="10445" y="146"/>
                    <a:pt x="10383" y="163"/>
                    <a:pt x="10297" y="195"/>
                  </a:cubicBezTo>
                  <a:cubicBezTo>
                    <a:pt x="10208" y="195"/>
                    <a:pt x="10208" y="195"/>
                    <a:pt x="10208" y="130"/>
                  </a:cubicBezTo>
                  <a:lnTo>
                    <a:pt x="10038" y="130"/>
                  </a:lnTo>
                  <a:cubicBezTo>
                    <a:pt x="9967" y="181"/>
                    <a:pt x="9838" y="199"/>
                    <a:pt x="9706" y="199"/>
                  </a:cubicBezTo>
                  <a:cubicBezTo>
                    <a:pt x="9521" y="199"/>
                    <a:pt x="9328" y="163"/>
                    <a:pt x="9276" y="130"/>
                  </a:cubicBezTo>
                  <a:cubicBezTo>
                    <a:pt x="9219" y="130"/>
                    <a:pt x="9162" y="155"/>
                    <a:pt x="9106" y="187"/>
                  </a:cubicBezTo>
                  <a:cubicBezTo>
                    <a:pt x="9065" y="248"/>
                    <a:pt x="9023" y="278"/>
                    <a:pt x="8991" y="278"/>
                  </a:cubicBezTo>
                  <a:cubicBezTo>
                    <a:pt x="8960" y="278"/>
                    <a:pt x="8939" y="248"/>
                    <a:pt x="8943" y="187"/>
                  </a:cubicBezTo>
                  <a:cubicBezTo>
                    <a:pt x="8943" y="126"/>
                    <a:pt x="8943" y="96"/>
                    <a:pt x="8932" y="96"/>
                  </a:cubicBezTo>
                  <a:cubicBezTo>
                    <a:pt x="8921" y="96"/>
                    <a:pt x="8899" y="126"/>
                    <a:pt x="8854" y="187"/>
                  </a:cubicBezTo>
                  <a:cubicBezTo>
                    <a:pt x="8821" y="210"/>
                    <a:pt x="8731" y="224"/>
                    <a:pt x="8641" y="224"/>
                  </a:cubicBezTo>
                  <a:cubicBezTo>
                    <a:pt x="8510" y="224"/>
                    <a:pt x="8380" y="194"/>
                    <a:pt x="8433" y="122"/>
                  </a:cubicBezTo>
                  <a:cubicBezTo>
                    <a:pt x="8433" y="65"/>
                    <a:pt x="8433" y="1"/>
                    <a:pt x="8433" y="1"/>
                  </a:cubicBezTo>
                  <a:close/>
                  <a:moveTo>
                    <a:pt x="5579" y="12170"/>
                  </a:moveTo>
                  <a:cubicBezTo>
                    <a:pt x="5579" y="12227"/>
                    <a:pt x="5579" y="12227"/>
                    <a:pt x="5676" y="12235"/>
                  </a:cubicBezTo>
                  <a:cubicBezTo>
                    <a:pt x="5731" y="12237"/>
                    <a:pt x="5771" y="12239"/>
                    <a:pt x="5799" y="12239"/>
                  </a:cubicBezTo>
                  <a:cubicBezTo>
                    <a:pt x="5877" y="12239"/>
                    <a:pt x="5853" y="12226"/>
                    <a:pt x="5781" y="12178"/>
                  </a:cubicBezTo>
                  <a:lnTo>
                    <a:pt x="5579" y="121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2"/>
            <p:cNvSpPr/>
            <p:nvPr/>
          </p:nvSpPr>
          <p:spPr>
            <a:xfrm>
              <a:off x="4353369" y="2307093"/>
              <a:ext cx="629341" cy="177098"/>
            </a:xfrm>
            <a:custGeom>
              <a:avLst/>
              <a:gdLst/>
              <a:ahLst/>
              <a:cxnLst/>
              <a:rect l="l" t="t" r="r" b="b"/>
              <a:pathLst>
                <a:path w="36510" h="10274" extrusionOk="0">
                  <a:moveTo>
                    <a:pt x="5141" y="1"/>
                  </a:moveTo>
                  <a:cubicBezTo>
                    <a:pt x="2303" y="1"/>
                    <a:pt x="1" y="2295"/>
                    <a:pt x="1" y="5133"/>
                  </a:cubicBezTo>
                  <a:cubicBezTo>
                    <a:pt x="1" y="7970"/>
                    <a:pt x="2303" y="10273"/>
                    <a:pt x="5141" y="10273"/>
                  </a:cubicBezTo>
                  <a:lnTo>
                    <a:pt x="31370" y="10273"/>
                  </a:lnTo>
                  <a:cubicBezTo>
                    <a:pt x="34207" y="10273"/>
                    <a:pt x="36510" y="7970"/>
                    <a:pt x="36510" y="5133"/>
                  </a:cubicBezTo>
                  <a:cubicBezTo>
                    <a:pt x="36510" y="2295"/>
                    <a:pt x="34207" y="1"/>
                    <a:pt x="31370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2"/>
            <p:cNvSpPr/>
            <p:nvPr/>
          </p:nvSpPr>
          <p:spPr>
            <a:xfrm>
              <a:off x="4339251" y="2291441"/>
              <a:ext cx="657438" cy="211056"/>
            </a:xfrm>
            <a:custGeom>
              <a:avLst/>
              <a:gdLst/>
              <a:ahLst/>
              <a:cxnLst/>
              <a:rect l="l" t="t" r="r" b="b"/>
              <a:pathLst>
                <a:path w="38140" h="12244" extrusionOk="0">
                  <a:moveTo>
                    <a:pt x="22897" y="179"/>
                  </a:moveTo>
                  <a:cubicBezTo>
                    <a:pt x="22889" y="236"/>
                    <a:pt x="22889" y="300"/>
                    <a:pt x="22792" y="300"/>
                  </a:cubicBezTo>
                  <a:lnTo>
                    <a:pt x="22694" y="236"/>
                  </a:lnTo>
                  <a:lnTo>
                    <a:pt x="22792" y="179"/>
                  </a:lnTo>
                  <a:close/>
                  <a:moveTo>
                    <a:pt x="21600" y="236"/>
                  </a:moveTo>
                  <a:cubicBezTo>
                    <a:pt x="21697" y="236"/>
                    <a:pt x="21697" y="236"/>
                    <a:pt x="21697" y="292"/>
                  </a:cubicBezTo>
                  <a:cubicBezTo>
                    <a:pt x="21697" y="292"/>
                    <a:pt x="21697" y="357"/>
                    <a:pt x="21592" y="357"/>
                  </a:cubicBezTo>
                  <a:lnTo>
                    <a:pt x="21494" y="292"/>
                  </a:lnTo>
                  <a:cubicBezTo>
                    <a:pt x="21494" y="236"/>
                    <a:pt x="21600" y="236"/>
                    <a:pt x="21600" y="236"/>
                  </a:cubicBezTo>
                  <a:close/>
                  <a:moveTo>
                    <a:pt x="26278" y="495"/>
                  </a:moveTo>
                  <a:cubicBezTo>
                    <a:pt x="26383" y="495"/>
                    <a:pt x="26375" y="552"/>
                    <a:pt x="26375" y="552"/>
                  </a:cubicBezTo>
                  <a:cubicBezTo>
                    <a:pt x="26375" y="552"/>
                    <a:pt x="26375" y="617"/>
                    <a:pt x="26278" y="617"/>
                  </a:cubicBezTo>
                  <a:cubicBezTo>
                    <a:pt x="26278" y="617"/>
                    <a:pt x="26181" y="552"/>
                    <a:pt x="26181" y="495"/>
                  </a:cubicBezTo>
                  <a:close/>
                  <a:moveTo>
                    <a:pt x="30348" y="488"/>
                  </a:moveTo>
                  <a:cubicBezTo>
                    <a:pt x="30363" y="488"/>
                    <a:pt x="30372" y="495"/>
                    <a:pt x="30372" y="511"/>
                  </a:cubicBezTo>
                  <a:cubicBezTo>
                    <a:pt x="30372" y="511"/>
                    <a:pt x="30364" y="568"/>
                    <a:pt x="30267" y="633"/>
                  </a:cubicBezTo>
                  <a:cubicBezTo>
                    <a:pt x="30267" y="633"/>
                    <a:pt x="30224" y="658"/>
                    <a:pt x="30195" y="658"/>
                  </a:cubicBezTo>
                  <a:cubicBezTo>
                    <a:pt x="30181" y="658"/>
                    <a:pt x="30170" y="652"/>
                    <a:pt x="30170" y="633"/>
                  </a:cubicBezTo>
                  <a:lnTo>
                    <a:pt x="30170" y="568"/>
                  </a:lnTo>
                  <a:cubicBezTo>
                    <a:pt x="30239" y="528"/>
                    <a:pt x="30311" y="488"/>
                    <a:pt x="30348" y="488"/>
                  </a:cubicBezTo>
                  <a:close/>
                  <a:moveTo>
                    <a:pt x="23623" y="558"/>
                  </a:moveTo>
                  <a:cubicBezTo>
                    <a:pt x="23659" y="558"/>
                    <a:pt x="23684" y="572"/>
                    <a:pt x="23684" y="600"/>
                  </a:cubicBezTo>
                  <a:cubicBezTo>
                    <a:pt x="23684" y="648"/>
                    <a:pt x="23684" y="661"/>
                    <a:pt x="23644" y="661"/>
                  </a:cubicBezTo>
                  <a:cubicBezTo>
                    <a:pt x="23630" y="661"/>
                    <a:pt x="23612" y="659"/>
                    <a:pt x="23586" y="657"/>
                  </a:cubicBezTo>
                  <a:cubicBezTo>
                    <a:pt x="23384" y="657"/>
                    <a:pt x="23384" y="657"/>
                    <a:pt x="23489" y="600"/>
                  </a:cubicBezTo>
                  <a:cubicBezTo>
                    <a:pt x="23538" y="572"/>
                    <a:pt x="23586" y="558"/>
                    <a:pt x="23623" y="558"/>
                  </a:cubicBezTo>
                  <a:close/>
                  <a:moveTo>
                    <a:pt x="24284" y="600"/>
                  </a:moveTo>
                  <a:cubicBezTo>
                    <a:pt x="24381" y="600"/>
                    <a:pt x="24381" y="600"/>
                    <a:pt x="24381" y="665"/>
                  </a:cubicBezTo>
                  <a:lnTo>
                    <a:pt x="24284" y="665"/>
                  </a:lnTo>
                  <a:lnTo>
                    <a:pt x="24186" y="600"/>
                  </a:lnTo>
                  <a:close/>
                  <a:moveTo>
                    <a:pt x="25281" y="609"/>
                  </a:moveTo>
                  <a:cubicBezTo>
                    <a:pt x="25378" y="609"/>
                    <a:pt x="25378" y="609"/>
                    <a:pt x="25378" y="665"/>
                  </a:cubicBezTo>
                  <a:lnTo>
                    <a:pt x="25281" y="665"/>
                  </a:lnTo>
                  <a:lnTo>
                    <a:pt x="25183" y="609"/>
                  </a:lnTo>
                  <a:close/>
                  <a:moveTo>
                    <a:pt x="13314" y="552"/>
                  </a:moveTo>
                  <a:cubicBezTo>
                    <a:pt x="13314" y="617"/>
                    <a:pt x="13314" y="673"/>
                    <a:pt x="13216" y="673"/>
                  </a:cubicBezTo>
                  <a:lnTo>
                    <a:pt x="13111" y="673"/>
                  </a:lnTo>
                  <a:cubicBezTo>
                    <a:pt x="13111" y="617"/>
                    <a:pt x="13216" y="552"/>
                    <a:pt x="13216" y="552"/>
                  </a:cubicBezTo>
                  <a:close/>
                  <a:moveTo>
                    <a:pt x="33818" y="528"/>
                  </a:moveTo>
                  <a:cubicBezTo>
                    <a:pt x="33924" y="552"/>
                    <a:pt x="33924" y="552"/>
                    <a:pt x="33907" y="609"/>
                  </a:cubicBezTo>
                  <a:cubicBezTo>
                    <a:pt x="33896" y="650"/>
                    <a:pt x="33824" y="678"/>
                    <a:pt x="33745" y="678"/>
                  </a:cubicBezTo>
                  <a:cubicBezTo>
                    <a:pt x="33716" y="678"/>
                    <a:pt x="33685" y="674"/>
                    <a:pt x="33656" y="665"/>
                  </a:cubicBezTo>
                  <a:cubicBezTo>
                    <a:pt x="33559" y="641"/>
                    <a:pt x="33583" y="528"/>
                    <a:pt x="33818" y="528"/>
                  </a:cubicBezTo>
                  <a:close/>
                  <a:moveTo>
                    <a:pt x="9122" y="592"/>
                  </a:moveTo>
                  <a:cubicBezTo>
                    <a:pt x="9325" y="600"/>
                    <a:pt x="9325" y="600"/>
                    <a:pt x="9325" y="657"/>
                  </a:cubicBezTo>
                  <a:cubicBezTo>
                    <a:pt x="9325" y="714"/>
                    <a:pt x="9122" y="714"/>
                    <a:pt x="9025" y="714"/>
                  </a:cubicBezTo>
                  <a:cubicBezTo>
                    <a:pt x="8927" y="657"/>
                    <a:pt x="9025" y="592"/>
                    <a:pt x="9122" y="592"/>
                  </a:cubicBezTo>
                  <a:close/>
                  <a:moveTo>
                    <a:pt x="25051" y="701"/>
                  </a:moveTo>
                  <a:cubicBezTo>
                    <a:pt x="25039" y="701"/>
                    <a:pt x="25016" y="709"/>
                    <a:pt x="24981" y="730"/>
                  </a:cubicBezTo>
                  <a:cubicBezTo>
                    <a:pt x="25051" y="730"/>
                    <a:pt x="25074" y="701"/>
                    <a:pt x="25051" y="701"/>
                  </a:cubicBezTo>
                  <a:close/>
                  <a:moveTo>
                    <a:pt x="23986" y="874"/>
                  </a:moveTo>
                  <a:cubicBezTo>
                    <a:pt x="23984" y="882"/>
                    <a:pt x="23984" y="891"/>
                    <a:pt x="23984" y="900"/>
                  </a:cubicBezTo>
                  <a:cubicBezTo>
                    <a:pt x="23988" y="903"/>
                    <a:pt x="23992" y="906"/>
                    <a:pt x="23995" y="909"/>
                  </a:cubicBezTo>
                  <a:lnTo>
                    <a:pt x="23995" y="909"/>
                  </a:lnTo>
                  <a:cubicBezTo>
                    <a:pt x="23991" y="899"/>
                    <a:pt x="23988" y="888"/>
                    <a:pt x="23986" y="874"/>
                  </a:cubicBezTo>
                  <a:close/>
                  <a:moveTo>
                    <a:pt x="23995" y="909"/>
                  </a:moveTo>
                  <a:lnTo>
                    <a:pt x="23995" y="909"/>
                  </a:lnTo>
                  <a:cubicBezTo>
                    <a:pt x="24005" y="933"/>
                    <a:pt x="24019" y="944"/>
                    <a:pt x="24025" y="944"/>
                  </a:cubicBezTo>
                  <a:cubicBezTo>
                    <a:pt x="24030" y="944"/>
                    <a:pt x="24026" y="931"/>
                    <a:pt x="23995" y="909"/>
                  </a:cubicBezTo>
                  <a:close/>
                  <a:moveTo>
                    <a:pt x="2336" y="1938"/>
                  </a:moveTo>
                  <a:cubicBezTo>
                    <a:pt x="2376" y="1987"/>
                    <a:pt x="2417" y="2036"/>
                    <a:pt x="2336" y="2100"/>
                  </a:cubicBezTo>
                  <a:lnTo>
                    <a:pt x="2222" y="2125"/>
                  </a:lnTo>
                  <a:lnTo>
                    <a:pt x="2255" y="2011"/>
                  </a:lnTo>
                  <a:lnTo>
                    <a:pt x="2336" y="1938"/>
                  </a:lnTo>
                  <a:close/>
                  <a:moveTo>
                    <a:pt x="1128" y="2765"/>
                  </a:moveTo>
                  <a:cubicBezTo>
                    <a:pt x="1176" y="2798"/>
                    <a:pt x="1217" y="2830"/>
                    <a:pt x="1160" y="2927"/>
                  </a:cubicBezTo>
                  <a:lnTo>
                    <a:pt x="1103" y="3025"/>
                  </a:lnTo>
                  <a:cubicBezTo>
                    <a:pt x="1055" y="2992"/>
                    <a:pt x="1063" y="2863"/>
                    <a:pt x="1063" y="2863"/>
                  </a:cubicBezTo>
                  <a:cubicBezTo>
                    <a:pt x="1079" y="2830"/>
                    <a:pt x="1103" y="2798"/>
                    <a:pt x="1128" y="2765"/>
                  </a:cubicBezTo>
                  <a:close/>
                  <a:moveTo>
                    <a:pt x="743" y="4630"/>
                  </a:moveTo>
                  <a:cubicBezTo>
                    <a:pt x="752" y="4630"/>
                    <a:pt x="763" y="4634"/>
                    <a:pt x="779" y="4638"/>
                  </a:cubicBezTo>
                  <a:cubicBezTo>
                    <a:pt x="836" y="4654"/>
                    <a:pt x="868" y="4776"/>
                    <a:pt x="868" y="4776"/>
                  </a:cubicBezTo>
                  <a:cubicBezTo>
                    <a:pt x="862" y="4802"/>
                    <a:pt x="851" y="4812"/>
                    <a:pt x="837" y="4812"/>
                  </a:cubicBezTo>
                  <a:cubicBezTo>
                    <a:pt x="798" y="4812"/>
                    <a:pt x="740" y="4739"/>
                    <a:pt x="698" y="4727"/>
                  </a:cubicBezTo>
                  <a:cubicBezTo>
                    <a:pt x="715" y="4652"/>
                    <a:pt x="720" y="4630"/>
                    <a:pt x="743" y="4630"/>
                  </a:cubicBezTo>
                  <a:close/>
                  <a:moveTo>
                    <a:pt x="736" y="7115"/>
                  </a:moveTo>
                  <a:cubicBezTo>
                    <a:pt x="776" y="7115"/>
                    <a:pt x="810" y="7130"/>
                    <a:pt x="828" y="7200"/>
                  </a:cubicBezTo>
                  <a:lnTo>
                    <a:pt x="795" y="7314"/>
                  </a:lnTo>
                  <a:lnTo>
                    <a:pt x="714" y="7224"/>
                  </a:lnTo>
                  <a:lnTo>
                    <a:pt x="690" y="7119"/>
                  </a:lnTo>
                  <a:cubicBezTo>
                    <a:pt x="706" y="7117"/>
                    <a:pt x="721" y="7115"/>
                    <a:pt x="736" y="7115"/>
                  </a:cubicBezTo>
                  <a:close/>
                  <a:moveTo>
                    <a:pt x="8575" y="10108"/>
                  </a:moveTo>
                  <a:cubicBezTo>
                    <a:pt x="8537" y="10108"/>
                    <a:pt x="8481" y="10138"/>
                    <a:pt x="8425" y="10208"/>
                  </a:cubicBezTo>
                  <a:cubicBezTo>
                    <a:pt x="8425" y="10265"/>
                    <a:pt x="8425" y="10265"/>
                    <a:pt x="8522" y="10273"/>
                  </a:cubicBezTo>
                  <a:cubicBezTo>
                    <a:pt x="8522" y="10273"/>
                    <a:pt x="8619" y="10208"/>
                    <a:pt x="8619" y="10151"/>
                  </a:cubicBezTo>
                  <a:cubicBezTo>
                    <a:pt x="8619" y="10124"/>
                    <a:pt x="8602" y="10108"/>
                    <a:pt x="8575" y="10108"/>
                  </a:cubicBezTo>
                  <a:close/>
                  <a:moveTo>
                    <a:pt x="30559" y="10605"/>
                  </a:moveTo>
                  <a:cubicBezTo>
                    <a:pt x="30462" y="10605"/>
                    <a:pt x="30454" y="10670"/>
                    <a:pt x="30454" y="10727"/>
                  </a:cubicBezTo>
                  <a:lnTo>
                    <a:pt x="30559" y="10727"/>
                  </a:lnTo>
                  <a:cubicBezTo>
                    <a:pt x="30559" y="10727"/>
                    <a:pt x="30656" y="10670"/>
                    <a:pt x="30656" y="10605"/>
                  </a:cubicBezTo>
                  <a:close/>
                  <a:moveTo>
                    <a:pt x="13268" y="11221"/>
                  </a:moveTo>
                  <a:cubicBezTo>
                    <a:pt x="13287" y="11221"/>
                    <a:pt x="13297" y="11227"/>
                    <a:pt x="13297" y="11246"/>
                  </a:cubicBezTo>
                  <a:cubicBezTo>
                    <a:pt x="13395" y="11246"/>
                    <a:pt x="13192" y="11303"/>
                    <a:pt x="13095" y="11303"/>
                  </a:cubicBezTo>
                  <a:lnTo>
                    <a:pt x="13095" y="11246"/>
                  </a:lnTo>
                  <a:cubicBezTo>
                    <a:pt x="13165" y="11246"/>
                    <a:pt x="13232" y="11221"/>
                    <a:pt x="13268" y="11221"/>
                  </a:cubicBezTo>
                  <a:close/>
                  <a:moveTo>
                    <a:pt x="22767" y="11173"/>
                  </a:moveTo>
                  <a:cubicBezTo>
                    <a:pt x="22702" y="11173"/>
                    <a:pt x="22630" y="11197"/>
                    <a:pt x="22573" y="11230"/>
                  </a:cubicBezTo>
                  <a:cubicBezTo>
                    <a:pt x="22573" y="11286"/>
                    <a:pt x="22670" y="11286"/>
                    <a:pt x="22767" y="11295"/>
                  </a:cubicBezTo>
                  <a:cubicBezTo>
                    <a:pt x="22826" y="11311"/>
                    <a:pt x="22876" y="11318"/>
                    <a:pt x="22917" y="11318"/>
                  </a:cubicBezTo>
                  <a:cubicBezTo>
                    <a:pt x="23018" y="11318"/>
                    <a:pt x="23067" y="11276"/>
                    <a:pt x="23067" y="11230"/>
                  </a:cubicBezTo>
                  <a:cubicBezTo>
                    <a:pt x="23067" y="11173"/>
                    <a:pt x="22970" y="11173"/>
                    <a:pt x="22767" y="11173"/>
                  </a:cubicBezTo>
                  <a:close/>
                  <a:moveTo>
                    <a:pt x="23667" y="11295"/>
                  </a:moveTo>
                  <a:cubicBezTo>
                    <a:pt x="23667" y="11348"/>
                    <a:pt x="23487" y="11409"/>
                    <a:pt x="23385" y="11409"/>
                  </a:cubicBezTo>
                  <a:cubicBezTo>
                    <a:pt x="23379" y="11409"/>
                    <a:pt x="23373" y="11409"/>
                    <a:pt x="23367" y="11408"/>
                  </a:cubicBezTo>
                  <a:cubicBezTo>
                    <a:pt x="23270" y="11408"/>
                    <a:pt x="23270" y="11351"/>
                    <a:pt x="23465" y="11295"/>
                  </a:cubicBezTo>
                  <a:close/>
                  <a:moveTo>
                    <a:pt x="7838" y="11375"/>
                  </a:moveTo>
                  <a:cubicBezTo>
                    <a:pt x="7874" y="11375"/>
                    <a:pt x="7941" y="11400"/>
                    <a:pt x="8011" y="11400"/>
                  </a:cubicBezTo>
                  <a:cubicBezTo>
                    <a:pt x="8109" y="11465"/>
                    <a:pt x="8109" y="11465"/>
                    <a:pt x="7906" y="11465"/>
                  </a:cubicBezTo>
                  <a:cubicBezTo>
                    <a:pt x="7809" y="11465"/>
                    <a:pt x="7809" y="11400"/>
                    <a:pt x="7809" y="11400"/>
                  </a:cubicBezTo>
                  <a:cubicBezTo>
                    <a:pt x="7809" y="11381"/>
                    <a:pt x="7819" y="11375"/>
                    <a:pt x="7838" y="11375"/>
                  </a:cubicBezTo>
                  <a:close/>
                  <a:moveTo>
                    <a:pt x="9706" y="11351"/>
                  </a:moveTo>
                  <a:cubicBezTo>
                    <a:pt x="9770" y="11351"/>
                    <a:pt x="9843" y="11375"/>
                    <a:pt x="9900" y="11416"/>
                  </a:cubicBezTo>
                  <a:lnTo>
                    <a:pt x="9900" y="11416"/>
                  </a:lnTo>
                  <a:cubicBezTo>
                    <a:pt x="9892" y="11473"/>
                    <a:pt x="9803" y="11473"/>
                    <a:pt x="9803" y="11473"/>
                  </a:cubicBezTo>
                  <a:cubicBezTo>
                    <a:pt x="9706" y="11473"/>
                    <a:pt x="9600" y="11473"/>
                    <a:pt x="9600" y="11408"/>
                  </a:cubicBezTo>
                  <a:cubicBezTo>
                    <a:pt x="9600" y="11408"/>
                    <a:pt x="9608" y="11351"/>
                    <a:pt x="9706" y="11351"/>
                  </a:cubicBezTo>
                  <a:close/>
                  <a:moveTo>
                    <a:pt x="15292" y="11376"/>
                  </a:moveTo>
                  <a:cubicBezTo>
                    <a:pt x="15292" y="11432"/>
                    <a:pt x="15187" y="11497"/>
                    <a:pt x="15187" y="11497"/>
                  </a:cubicBezTo>
                  <a:lnTo>
                    <a:pt x="15089" y="11497"/>
                  </a:lnTo>
                  <a:cubicBezTo>
                    <a:pt x="15089" y="11432"/>
                    <a:pt x="15089" y="11376"/>
                    <a:pt x="15187" y="11376"/>
                  </a:cubicBezTo>
                  <a:close/>
                  <a:moveTo>
                    <a:pt x="5470" y="11432"/>
                  </a:moveTo>
                  <a:cubicBezTo>
                    <a:pt x="5477" y="11432"/>
                    <a:pt x="5483" y="11432"/>
                    <a:pt x="5490" y="11432"/>
                  </a:cubicBezTo>
                  <a:lnTo>
                    <a:pt x="5595" y="11497"/>
                  </a:lnTo>
                  <a:lnTo>
                    <a:pt x="5482" y="11546"/>
                  </a:lnTo>
                  <a:cubicBezTo>
                    <a:pt x="5441" y="11546"/>
                    <a:pt x="5409" y="11546"/>
                    <a:pt x="5376" y="11538"/>
                  </a:cubicBezTo>
                  <a:cubicBezTo>
                    <a:pt x="5376" y="11485"/>
                    <a:pt x="5383" y="11432"/>
                    <a:pt x="5470" y="11432"/>
                  </a:cubicBezTo>
                  <a:close/>
                  <a:moveTo>
                    <a:pt x="18478" y="11327"/>
                  </a:moveTo>
                  <a:lnTo>
                    <a:pt x="18284" y="11449"/>
                  </a:lnTo>
                  <a:cubicBezTo>
                    <a:pt x="18173" y="11546"/>
                    <a:pt x="18123" y="11590"/>
                    <a:pt x="18100" y="11590"/>
                  </a:cubicBezTo>
                  <a:cubicBezTo>
                    <a:pt x="18081" y="11590"/>
                    <a:pt x="18081" y="11560"/>
                    <a:pt x="18081" y="11505"/>
                  </a:cubicBezTo>
                  <a:cubicBezTo>
                    <a:pt x="18081" y="11449"/>
                    <a:pt x="18081" y="11392"/>
                    <a:pt x="18284" y="11327"/>
                  </a:cubicBezTo>
                  <a:close/>
                  <a:moveTo>
                    <a:pt x="6211" y="11457"/>
                  </a:moveTo>
                  <a:cubicBezTo>
                    <a:pt x="6211" y="11457"/>
                    <a:pt x="6309" y="11513"/>
                    <a:pt x="6309" y="11578"/>
                  </a:cubicBezTo>
                  <a:cubicBezTo>
                    <a:pt x="6309" y="11601"/>
                    <a:pt x="6293" y="11615"/>
                    <a:pt x="6267" y="11615"/>
                  </a:cubicBezTo>
                  <a:cubicBezTo>
                    <a:pt x="6230" y="11615"/>
                    <a:pt x="6172" y="11586"/>
                    <a:pt x="6114" y="11513"/>
                  </a:cubicBezTo>
                  <a:cubicBezTo>
                    <a:pt x="6114" y="11457"/>
                    <a:pt x="6114" y="11457"/>
                    <a:pt x="6211" y="11457"/>
                  </a:cubicBezTo>
                  <a:close/>
                  <a:moveTo>
                    <a:pt x="29051" y="11376"/>
                  </a:moveTo>
                  <a:cubicBezTo>
                    <a:pt x="29148" y="11376"/>
                    <a:pt x="29254" y="11440"/>
                    <a:pt x="29254" y="11497"/>
                  </a:cubicBezTo>
                  <a:cubicBezTo>
                    <a:pt x="29351" y="11619"/>
                    <a:pt x="29351" y="11619"/>
                    <a:pt x="29148" y="11619"/>
                  </a:cubicBezTo>
                  <a:cubicBezTo>
                    <a:pt x="29051" y="11619"/>
                    <a:pt x="28954" y="11619"/>
                    <a:pt x="28954" y="11554"/>
                  </a:cubicBezTo>
                  <a:lnTo>
                    <a:pt x="29051" y="11554"/>
                  </a:lnTo>
                  <a:cubicBezTo>
                    <a:pt x="29051" y="11573"/>
                    <a:pt x="29059" y="11581"/>
                    <a:pt x="29069" y="11581"/>
                  </a:cubicBezTo>
                  <a:cubicBezTo>
                    <a:pt x="29091" y="11581"/>
                    <a:pt x="29119" y="11537"/>
                    <a:pt x="29051" y="11497"/>
                  </a:cubicBezTo>
                  <a:lnTo>
                    <a:pt x="29051" y="11376"/>
                  </a:lnTo>
                  <a:close/>
                  <a:moveTo>
                    <a:pt x="30348" y="11505"/>
                  </a:moveTo>
                  <a:lnTo>
                    <a:pt x="30445" y="11562"/>
                  </a:lnTo>
                  <a:cubicBezTo>
                    <a:pt x="30445" y="11614"/>
                    <a:pt x="30383" y="11619"/>
                    <a:pt x="30304" y="11619"/>
                  </a:cubicBezTo>
                  <a:cubicBezTo>
                    <a:pt x="30285" y="11619"/>
                    <a:pt x="30264" y="11619"/>
                    <a:pt x="30243" y="11619"/>
                  </a:cubicBezTo>
                  <a:cubicBezTo>
                    <a:pt x="30145" y="11619"/>
                    <a:pt x="30145" y="11619"/>
                    <a:pt x="30145" y="11562"/>
                  </a:cubicBezTo>
                  <a:cubicBezTo>
                    <a:pt x="30210" y="11530"/>
                    <a:pt x="30275" y="11505"/>
                    <a:pt x="30348" y="11505"/>
                  </a:cubicBezTo>
                  <a:close/>
                  <a:moveTo>
                    <a:pt x="11498" y="11595"/>
                  </a:moveTo>
                  <a:lnTo>
                    <a:pt x="11595" y="11659"/>
                  </a:lnTo>
                  <a:lnTo>
                    <a:pt x="11498" y="11659"/>
                  </a:lnTo>
                  <a:cubicBezTo>
                    <a:pt x="11400" y="11659"/>
                    <a:pt x="11400" y="11659"/>
                    <a:pt x="11400" y="11595"/>
                  </a:cubicBezTo>
                  <a:close/>
                  <a:moveTo>
                    <a:pt x="12292" y="11538"/>
                  </a:moveTo>
                  <a:lnTo>
                    <a:pt x="12495" y="11546"/>
                  </a:lnTo>
                  <a:cubicBezTo>
                    <a:pt x="12495" y="11603"/>
                    <a:pt x="12495" y="11659"/>
                    <a:pt x="12398" y="11659"/>
                  </a:cubicBezTo>
                  <a:cubicBezTo>
                    <a:pt x="12369" y="11677"/>
                    <a:pt x="12341" y="11685"/>
                    <a:pt x="12317" y="11685"/>
                  </a:cubicBezTo>
                  <a:cubicBezTo>
                    <a:pt x="12254" y="11685"/>
                    <a:pt x="12221" y="11626"/>
                    <a:pt x="12292" y="11538"/>
                  </a:cubicBezTo>
                  <a:close/>
                  <a:moveTo>
                    <a:pt x="18681" y="11570"/>
                  </a:moveTo>
                  <a:lnTo>
                    <a:pt x="18778" y="11627"/>
                  </a:lnTo>
                  <a:cubicBezTo>
                    <a:pt x="18778" y="11692"/>
                    <a:pt x="18673" y="11692"/>
                    <a:pt x="18576" y="11692"/>
                  </a:cubicBezTo>
                  <a:lnTo>
                    <a:pt x="18576" y="11627"/>
                  </a:lnTo>
                  <a:lnTo>
                    <a:pt x="18681" y="11570"/>
                  </a:lnTo>
                  <a:close/>
                  <a:moveTo>
                    <a:pt x="16087" y="11562"/>
                  </a:moveTo>
                  <a:cubicBezTo>
                    <a:pt x="16184" y="11562"/>
                    <a:pt x="16087" y="11619"/>
                    <a:pt x="15981" y="11740"/>
                  </a:cubicBezTo>
                  <a:cubicBezTo>
                    <a:pt x="15902" y="11764"/>
                    <a:pt x="15855" y="11777"/>
                    <a:pt x="15834" y="11777"/>
                  </a:cubicBezTo>
                  <a:cubicBezTo>
                    <a:pt x="15803" y="11777"/>
                    <a:pt x="15826" y="11748"/>
                    <a:pt x="15884" y="11676"/>
                  </a:cubicBezTo>
                  <a:lnTo>
                    <a:pt x="16087" y="11562"/>
                  </a:lnTo>
                  <a:close/>
                  <a:moveTo>
                    <a:pt x="33039" y="11513"/>
                  </a:moveTo>
                  <a:cubicBezTo>
                    <a:pt x="33052" y="11513"/>
                    <a:pt x="33056" y="11544"/>
                    <a:pt x="33064" y="11603"/>
                  </a:cubicBezTo>
                  <a:cubicBezTo>
                    <a:pt x="33072" y="11659"/>
                    <a:pt x="33080" y="11716"/>
                    <a:pt x="32967" y="11732"/>
                  </a:cubicBezTo>
                  <a:cubicBezTo>
                    <a:pt x="32898" y="11783"/>
                    <a:pt x="32850" y="11804"/>
                    <a:pt x="32825" y="11804"/>
                  </a:cubicBezTo>
                  <a:cubicBezTo>
                    <a:pt x="32774" y="11804"/>
                    <a:pt x="32815" y="11717"/>
                    <a:pt x="32951" y="11619"/>
                  </a:cubicBezTo>
                  <a:cubicBezTo>
                    <a:pt x="33001" y="11548"/>
                    <a:pt x="33025" y="11513"/>
                    <a:pt x="33039" y="11513"/>
                  </a:cubicBezTo>
                  <a:close/>
                  <a:moveTo>
                    <a:pt x="10395" y="11716"/>
                  </a:moveTo>
                  <a:cubicBezTo>
                    <a:pt x="10298" y="11716"/>
                    <a:pt x="10298" y="11773"/>
                    <a:pt x="10298" y="11773"/>
                  </a:cubicBezTo>
                  <a:cubicBezTo>
                    <a:pt x="10298" y="11773"/>
                    <a:pt x="10298" y="11830"/>
                    <a:pt x="10395" y="11830"/>
                  </a:cubicBezTo>
                  <a:lnTo>
                    <a:pt x="10492" y="11830"/>
                  </a:lnTo>
                  <a:cubicBezTo>
                    <a:pt x="10500" y="11773"/>
                    <a:pt x="10395" y="11716"/>
                    <a:pt x="10395" y="11716"/>
                  </a:cubicBezTo>
                  <a:close/>
                  <a:moveTo>
                    <a:pt x="28743" y="11854"/>
                  </a:moveTo>
                  <a:cubicBezTo>
                    <a:pt x="28743" y="11919"/>
                    <a:pt x="28743" y="11919"/>
                    <a:pt x="28848" y="11919"/>
                  </a:cubicBezTo>
                  <a:lnTo>
                    <a:pt x="28945" y="11919"/>
                  </a:lnTo>
                  <a:lnTo>
                    <a:pt x="28848" y="11854"/>
                  </a:lnTo>
                  <a:close/>
                  <a:moveTo>
                    <a:pt x="13889" y="11846"/>
                  </a:moveTo>
                  <a:lnTo>
                    <a:pt x="13881" y="11968"/>
                  </a:lnTo>
                  <a:lnTo>
                    <a:pt x="13881" y="11968"/>
                  </a:lnTo>
                  <a:lnTo>
                    <a:pt x="13889" y="11911"/>
                  </a:lnTo>
                  <a:cubicBezTo>
                    <a:pt x="13889" y="11886"/>
                    <a:pt x="13889" y="11862"/>
                    <a:pt x="13889" y="11846"/>
                  </a:cubicBezTo>
                  <a:close/>
                  <a:moveTo>
                    <a:pt x="8936" y="0"/>
                  </a:moveTo>
                  <a:cubicBezTo>
                    <a:pt x="8871" y="41"/>
                    <a:pt x="8806" y="57"/>
                    <a:pt x="8733" y="57"/>
                  </a:cubicBezTo>
                  <a:cubicBezTo>
                    <a:pt x="8733" y="122"/>
                    <a:pt x="8636" y="122"/>
                    <a:pt x="8336" y="122"/>
                  </a:cubicBezTo>
                  <a:cubicBezTo>
                    <a:pt x="8133" y="122"/>
                    <a:pt x="7736" y="179"/>
                    <a:pt x="7541" y="179"/>
                  </a:cubicBezTo>
                  <a:cubicBezTo>
                    <a:pt x="7338" y="171"/>
                    <a:pt x="7038" y="171"/>
                    <a:pt x="6941" y="114"/>
                  </a:cubicBezTo>
                  <a:cubicBezTo>
                    <a:pt x="6923" y="113"/>
                    <a:pt x="6905" y="112"/>
                    <a:pt x="6888" y="112"/>
                  </a:cubicBezTo>
                  <a:cubicBezTo>
                    <a:pt x="6768" y="112"/>
                    <a:pt x="6649" y="135"/>
                    <a:pt x="6536" y="171"/>
                  </a:cubicBezTo>
                  <a:cubicBezTo>
                    <a:pt x="6487" y="199"/>
                    <a:pt x="6412" y="213"/>
                    <a:pt x="6350" y="213"/>
                  </a:cubicBezTo>
                  <a:cubicBezTo>
                    <a:pt x="6288" y="213"/>
                    <a:pt x="6240" y="199"/>
                    <a:pt x="6244" y="171"/>
                  </a:cubicBezTo>
                  <a:lnTo>
                    <a:pt x="6138" y="171"/>
                  </a:lnTo>
                  <a:cubicBezTo>
                    <a:pt x="6041" y="203"/>
                    <a:pt x="5936" y="219"/>
                    <a:pt x="5822" y="236"/>
                  </a:cubicBezTo>
                  <a:cubicBezTo>
                    <a:pt x="5822" y="192"/>
                    <a:pt x="5772" y="156"/>
                    <a:pt x="5704" y="156"/>
                  </a:cubicBezTo>
                  <a:cubicBezTo>
                    <a:pt x="5671" y="156"/>
                    <a:pt x="5633" y="165"/>
                    <a:pt x="5595" y="187"/>
                  </a:cubicBezTo>
                  <a:cubicBezTo>
                    <a:pt x="5603" y="252"/>
                    <a:pt x="5490" y="244"/>
                    <a:pt x="5263" y="268"/>
                  </a:cubicBezTo>
                  <a:cubicBezTo>
                    <a:pt x="5256" y="267"/>
                    <a:pt x="5246" y="267"/>
                    <a:pt x="5233" y="267"/>
                  </a:cubicBezTo>
                  <a:cubicBezTo>
                    <a:pt x="5030" y="267"/>
                    <a:pt x="4092" y="393"/>
                    <a:pt x="3276" y="827"/>
                  </a:cubicBezTo>
                  <a:cubicBezTo>
                    <a:pt x="3065" y="933"/>
                    <a:pt x="2863" y="1055"/>
                    <a:pt x="2668" y="1184"/>
                  </a:cubicBezTo>
                  <a:cubicBezTo>
                    <a:pt x="2490" y="1322"/>
                    <a:pt x="2320" y="1444"/>
                    <a:pt x="2182" y="1557"/>
                  </a:cubicBezTo>
                  <a:cubicBezTo>
                    <a:pt x="1922" y="1800"/>
                    <a:pt x="1760" y="1971"/>
                    <a:pt x="1776" y="1987"/>
                  </a:cubicBezTo>
                  <a:lnTo>
                    <a:pt x="1541" y="2230"/>
                  </a:lnTo>
                  <a:cubicBezTo>
                    <a:pt x="1468" y="2311"/>
                    <a:pt x="1395" y="2400"/>
                    <a:pt x="1330" y="2498"/>
                  </a:cubicBezTo>
                  <a:cubicBezTo>
                    <a:pt x="1323" y="2492"/>
                    <a:pt x="1315" y="2489"/>
                    <a:pt x="1306" y="2489"/>
                  </a:cubicBezTo>
                  <a:cubicBezTo>
                    <a:pt x="1253" y="2489"/>
                    <a:pt x="1169" y="2585"/>
                    <a:pt x="1079" y="2717"/>
                  </a:cubicBezTo>
                  <a:cubicBezTo>
                    <a:pt x="982" y="2887"/>
                    <a:pt x="893" y="3065"/>
                    <a:pt x="828" y="3252"/>
                  </a:cubicBezTo>
                  <a:cubicBezTo>
                    <a:pt x="820" y="3365"/>
                    <a:pt x="787" y="3479"/>
                    <a:pt x="730" y="3584"/>
                  </a:cubicBezTo>
                  <a:cubicBezTo>
                    <a:pt x="721" y="3579"/>
                    <a:pt x="712" y="3577"/>
                    <a:pt x="702" y="3577"/>
                  </a:cubicBezTo>
                  <a:cubicBezTo>
                    <a:pt x="594" y="3577"/>
                    <a:pt x="470" y="3855"/>
                    <a:pt x="455" y="4079"/>
                  </a:cubicBezTo>
                  <a:cubicBezTo>
                    <a:pt x="517" y="4203"/>
                    <a:pt x="503" y="4298"/>
                    <a:pt x="426" y="4298"/>
                  </a:cubicBezTo>
                  <a:cubicBezTo>
                    <a:pt x="413" y="4298"/>
                    <a:pt x="398" y="4295"/>
                    <a:pt x="382" y="4289"/>
                  </a:cubicBezTo>
                  <a:cubicBezTo>
                    <a:pt x="373" y="4286"/>
                    <a:pt x="364" y="4285"/>
                    <a:pt x="355" y="4285"/>
                  </a:cubicBezTo>
                  <a:cubicBezTo>
                    <a:pt x="253" y="4285"/>
                    <a:pt x="212" y="4504"/>
                    <a:pt x="317" y="4744"/>
                  </a:cubicBezTo>
                  <a:cubicBezTo>
                    <a:pt x="349" y="4865"/>
                    <a:pt x="349" y="4865"/>
                    <a:pt x="268" y="4962"/>
                  </a:cubicBezTo>
                  <a:cubicBezTo>
                    <a:pt x="139" y="5052"/>
                    <a:pt x="122" y="5165"/>
                    <a:pt x="179" y="5173"/>
                  </a:cubicBezTo>
                  <a:cubicBezTo>
                    <a:pt x="285" y="5311"/>
                    <a:pt x="252" y="5416"/>
                    <a:pt x="130" y="5514"/>
                  </a:cubicBezTo>
                  <a:cubicBezTo>
                    <a:pt x="1" y="5733"/>
                    <a:pt x="1" y="5733"/>
                    <a:pt x="114" y="5854"/>
                  </a:cubicBezTo>
                  <a:cubicBezTo>
                    <a:pt x="212" y="5976"/>
                    <a:pt x="244" y="6414"/>
                    <a:pt x="130" y="6535"/>
                  </a:cubicBezTo>
                  <a:cubicBezTo>
                    <a:pt x="130" y="6645"/>
                    <a:pt x="92" y="6763"/>
                    <a:pt x="142" y="6763"/>
                  </a:cubicBezTo>
                  <a:cubicBezTo>
                    <a:pt x="143" y="6763"/>
                    <a:pt x="145" y="6763"/>
                    <a:pt x="147" y="6762"/>
                  </a:cubicBezTo>
                  <a:lnTo>
                    <a:pt x="147" y="6762"/>
                  </a:lnTo>
                  <a:lnTo>
                    <a:pt x="106" y="6884"/>
                  </a:lnTo>
                  <a:cubicBezTo>
                    <a:pt x="122" y="6997"/>
                    <a:pt x="139" y="7111"/>
                    <a:pt x="139" y="7111"/>
                  </a:cubicBezTo>
                  <a:lnTo>
                    <a:pt x="203" y="7095"/>
                  </a:lnTo>
                  <a:cubicBezTo>
                    <a:pt x="309" y="8035"/>
                    <a:pt x="682" y="8927"/>
                    <a:pt x="1274" y="9657"/>
                  </a:cubicBezTo>
                  <a:cubicBezTo>
                    <a:pt x="1356" y="9759"/>
                    <a:pt x="1395" y="9800"/>
                    <a:pt x="1412" y="9800"/>
                  </a:cubicBezTo>
                  <a:cubicBezTo>
                    <a:pt x="1421" y="9800"/>
                    <a:pt x="1423" y="9786"/>
                    <a:pt x="1420" y="9762"/>
                  </a:cubicBezTo>
                  <a:cubicBezTo>
                    <a:pt x="1426" y="9717"/>
                    <a:pt x="1442" y="9698"/>
                    <a:pt x="1461" y="9698"/>
                  </a:cubicBezTo>
                  <a:cubicBezTo>
                    <a:pt x="1510" y="9698"/>
                    <a:pt x="1579" y="9822"/>
                    <a:pt x="1574" y="9932"/>
                  </a:cubicBezTo>
                  <a:cubicBezTo>
                    <a:pt x="1647" y="10014"/>
                    <a:pt x="1752" y="10232"/>
                    <a:pt x="1922" y="10386"/>
                  </a:cubicBezTo>
                  <a:cubicBezTo>
                    <a:pt x="2093" y="10549"/>
                    <a:pt x="2271" y="10695"/>
                    <a:pt x="2230" y="10735"/>
                  </a:cubicBezTo>
                  <a:lnTo>
                    <a:pt x="2328" y="10808"/>
                  </a:lnTo>
                  <a:cubicBezTo>
                    <a:pt x="2579" y="10865"/>
                    <a:pt x="3147" y="11230"/>
                    <a:pt x="3447" y="11416"/>
                  </a:cubicBezTo>
                  <a:cubicBezTo>
                    <a:pt x="3609" y="11513"/>
                    <a:pt x="3803" y="11570"/>
                    <a:pt x="3998" y="11586"/>
                  </a:cubicBezTo>
                  <a:cubicBezTo>
                    <a:pt x="4233" y="11611"/>
                    <a:pt x="4225" y="11603"/>
                    <a:pt x="4322" y="11692"/>
                  </a:cubicBezTo>
                  <a:cubicBezTo>
                    <a:pt x="4303" y="11742"/>
                    <a:pt x="4698" y="11890"/>
                    <a:pt x="4888" y="11890"/>
                  </a:cubicBezTo>
                  <a:cubicBezTo>
                    <a:pt x="4943" y="11890"/>
                    <a:pt x="4982" y="11877"/>
                    <a:pt x="4987" y="11846"/>
                  </a:cubicBezTo>
                  <a:lnTo>
                    <a:pt x="5092" y="11919"/>
                  </a:lnTo>
                  <a:cubicBezTo>
                    <a:pt x="5134" y="11951"/>
                    <a:pt x="5178" y="11964"/>
                    <a:pt x="5217" y="11964"/>
                  </a:cubicBezTo>
                  <a:cubicBezTo>
                    <a:pt x="5276" y="11964"/>
                    <a:pt x="5323" y="11934"/>
                    <a:pt x="5328" y="11895"/>
                  </a:cubicBezTo>
                  <a:cubicBezTo>
                    <a:pt x="5334" y="11846"/>
                    <a:pt x="5357" y="11820"/>
                    <a:pt x="5390" y="11820"/>
                  </a:cubicBezTo>
                  <a:cubicBezTo>
                    <a:pt x="5433" y="11820"/>
                    <a:pt x="5494" y="11868"/>
                    <a:pt x="5555" y="11976"/>
                  </a:cubicBezTo>
                  <a:cubicBezTo>
                    <a:pt x="5545" y="12045"/>
                    <a:pt x="5586" y="12075"/>
                    <a:pt x="5620" y="12075"/>
                  </a:cubicBezTo>
                  <a:cubicBezTo>
                    <a:pt x="5641" y="12075"/>
                    <a:pt x="5660" y="12063"/>
                    <a:pt x="5660" y="12040"/>
                  </a:cubicBezTo>
                  <a:cubicBezTo>
                    <a:pt x="5743" y="12002"/>
                    <a:pt x="5827" y="11967"/>
                    <a:pt x="5905" y="11967"/>
                  </a:cubicBezTo>
                  <a:cubicBezTo>
                    <a:pt x="5941" y="11967"/>
                    <a:pt x="5975" y="11974"/>
                    <a:pt x="6009" y="11992"/>
                  </a:cubicBezTo>
                  <a:cubicBezTo>
                    <a:pt x="6106" y="11992"/>
                    <a:pt x="6203" y="11992"/>
                    <a:pt x="6203" y="11878"/>
                  </a:cubicBezTo>
                  <a:cubicBezTo>
                    <a:pt x="6211" y="11813"/>
                    <a:pt x="6309" y="11813"/>
                    <a:pt x="6406" y="11813"/>
                  </a:cubicBezTo>
                  <a:cubicBezTo>
                    <a:pt x="6406" y="11878"/>
                    <a:pt x="6406" y="11878"/>
                    <a:pt x="6309" y="11935"/>
                  </a:cubicBezTo>
                  <a:lnTo>
                    <a:pt x="6503" y="11935"/>
                  </a:lnTo>
                  <a:cubicBezTo>
                    <a:pt x="6609" y="11935"/>
                    <a:pt x="6803" y="12000"/>
                    <a:pt x="6803" y="12057"/>
                  </a:cubicBezTo>
                  <a:cubicBezTo>
                    <a:pt x="6843" y="12080"/>
                    <a:pt x="6884" y="12094"/>
                    <a:pt x="6910" y="12094"/>
                  </a:cubicBezTo>
                  <a:cubicBezTo>
                    <a:pt x="6948" y="12094"/>
                    <a:pt x="6957" y="12066"/>
                    <a:pt x="6900" y="12000"/>
                  </a:cubicBezTo>
                  <a:cubicBezTo>
                    <a:pt x="6900" y="11878"/>
                    <a:pt x="6900" y="11878"/>
                    <a:pt x="7103" y="11878"/>
                  </a:cubicBezTo>
                  <a:cubicBezTo>
                    <a:pt x="7200" y="11878"/>
                    <a:pt x="7306" y="11878"/>
                    <a:pt x="7306" y="11943"/>
                  </a:cubicBezTo>
                  <a:cubicBezTo>
                    <a:pt x="7306" y="12000"/>
                    <a:pt x="7306" y="12000"/>
                    <a:pt x="7500" y="12000"/>
                  </a:cubicBezTo>
                  <a:cubicBezTo>
                    <a:pt x="7768" y="11992"/>
                    <a:pt x="8011" y="11886"/>
                    <a:pt x="8206" y="11708"/>
                  </a:cubicBezTo>
                  <a:cubicBezTo>
                    <a:pt x="8206" y="11647"/>
                    <a:pt x="8206" y="11617"/>
                    <a:pt x="8218" y="11617"/>
                  </a:cubicBezTo>
                  <a:cubicBezTo>
                    <a:pt x="8230" y="11617"/>
                    <a:pt x="8254" y="11647"/>
                    <a:pt x="8303" y="11708"/>
                  </a:cubicBezTo>
                  <a:cubicBezTo>
                    <a:pt x="8303" y="11765"/>
                    <a:pt x="8400" y="11765"/>
                    <a:pt x="8498" y="11765"/>
                  </a:cubicBezTo>
                  <a:cubicBezTo>
                    <a:pt x="8500" y="11746"/>
                    <a:pt x="8513" y="11740"/>
                    <a:pt x="8525" y="11740"/>
                  </a:cubicBezTo>
                  <a:cubicBezTo>
                    <a:pt x="8548" y="11740"/>
                    <a:pt x="8568" y="11765"/>
                    <a:pt x="8498" y="11765"/>
                  </a:cubicBezTo>
                  <a:cubicBezTo>
                    <a:pt x="8498" y="11822"/>
                    <a:pt x="8400" y="11822"/>
                    <a:pt x="8303" y="11822"/>
                  </a:cubicBezTo>
                  <a:lnTo>
                    <a:pt x="8303" y="11886"/>
                  </a:lnTo>
                  <a:cubicBezTo>
                    <a:pt x="8353" y="11944"/>
                    <a:pt x="8402" y="11975"/>
                    <a:pt x="8453" y="11975"/>
                  </a:cubicBezTo>
                  <a:cubicBezTo>
                    <a:pt x="8501" y="11975"/>
                    <a:pt x="8551" y="11946"/>
                    <a:pt x="8603" y="11886"/>
                  </a:cubicBezTo>
                  <a:cubicBezTo>
                    <a:pt x="8652" y="11858"/>
                    <a:pt x="8676" y="11844"/>
                    <a:pt x="8700" y="11844"/>
                  </a:cubicBezTo>
                  <a:cubicBezTo>
                    <a:pt x="8725" y="11844"/>
                    <a:pt x="8749" y="11858"/>
                    <a:pt x="8798" y="11886"/>
                  </a:cubicBezTo>
                  <a:cubicBezTo>
                    <a:pt x="8866" y="11926"/>
                    <a:pt x="8939" y="11970"/>
                    <a:pt x="8975" y="11970"/>
                  </a:cubicBezTo>
                  <a:cubicBezTo>
                    <a:pt x="8991" y="11970"/>
                    <a:pt x="9000" y="11962"/>
                    <a:pt x="9000" y="11943"/>
                  </a:cubicBezTo>
                  <a:cubicBezTo>
                    <a:pt x="9098" y="11943"/>
                    <a:pt x="9203" y="11968"/>
                    <a:pt x="9300" y="12008"/>
                  </a:cubicBezTo>
                  <a:cubicBezTo>
                    <a:pt x="9495" y="12008"/>
                    <a:pt x="9592" y="12008"/>
                    <a:pt x="9600" y="11951"/>
                  </a:cubicBezTo>
                  <a:cubicBezTo>
                    <a:pt x="9600" y="11886"/>
                    <a:pt x="9698" y="11886"/>
                    <a:pt x="9795" y="11886"/>
                  </a:cubicBezTo>
                  <a:cubicBezTo>
                    <a:pt x="9822" y="11889"/>
                    <a:pt x="9849" y="11890"/>
                    <a:pt x="9874" y="11890"/>
                  </a:cubicBezTo>
                  <a:cubicBezTo>
                    <a:pt x="9945" y="11890"/>
                    <a:pt x="9998" y="11878"/>
                    <a:pt x="9998" y="11830"/>
                  </a:cubicBezTo>
                  <a:cubicBezTo>
                    <a:pt x="9998" y="11773"/>
                    <a:pt x="10095" y="11716"/>
                    <a:pt x="10298" y="11716"/>
                  </a:cubicBezTo>
                  <a:cubicBezTo>
                    <a:pt x="10383" y="11689"/>
                    <a:pt x="10433" y="11673"/>
                    <a:pt x="10468" y="11673"/>
                  </a:cubicBezTo>
                  <a:cubicBezTo>
                    <a:pt x="10518" y="11673"/>
                    <a:pt x="10541" y="11703"/>
                    <a:pt x="10598" y="11773"/>
                  </a:cubicBezTo>
                  <a:cubicBezTo>
                    <a:pt x="10598" y="11830"/>
                    <a:pt x="10695" y="11838"/>
                    <a:pt x="10792" y="11838"/>
                  </a:cubicBezTo>
                  <a:cubicBezTo>
                    <a:pt x="10865" y="11838"/>
                    <a:pt x="10930" y="11862"/>
                    <a:pt x="10995" y="11895"/>
                  </a:cubicBezTo>
                  <a:cubicBezTo>
                    <a:pt x="11024" y="11914"/>
                    <a:pt x="11044" y="11922"/>
                    <a:pt x="11058" y="11922"/>
                  </a:cubicBezTo>
                  <a:cubicBezTo>
                    <a:pt x="11092" y="11922"/>
                    <a:pt x="11092" y="11878"/>
                    <a:pt x="11092" y="11838"/>
                  </a:cubicBezTo>
                  <a:lnTo>
                    <a:pt x="11092" y="11716"/>
                  </a:lnTo>
                  <a:cubicBezTo>
                    <a:pt x="11189" y="11732"/>
                    <a:pt x="11271" y="11797"/>
                    <a:pt x="11295" y="11895"/>
                  </a:cubicBezTo>
                  <a:cubicBezTo>
                    <a:pt x="11344" y="11955"/>
                    <a:pt x="11368" y="11986"/>
                    <a:pt x="11380" y="11986"/>
                  </a:cubicBezTo>
                  <a:cubicBezTo>
                    <a:pt x="11392" y="11986"/>
                    <a:pt x="11392" y="11955"/>
                    <a:pt x="11392" y="11895"/>
                  </a:cubicBezTo>
                  <a:cubicBezTo>
                    <a:pt x="11392" y="11854"/>
                    <a:pt x="11445" y="11814"/>
                    <a:pt x="11545" y="11814"/>
                  </a:cubicBezTo>
                  <a:cubicBezTo>
                    <a:pt x="11586" y="11814"/>
                    <a:pt x="11635" y="11821"/>
                    <a:pt x="11692" y="11838"/>
                  </a:cubicBezTo>
                  <a:cubicBezTo>
                    <a:pt x="11895" y="11838"/>
                    <a:pt x="12089" y="11838"/>
                    <a:pt x="12089" y="11903"/>
                  </a:cubicBezTo>
                  <a:cubicBezTo>
                    <a:pt x="12122" y="11919"/>
                    <a:pt x="12156" y="11927"/>
                    <a:pt x="12191" y="11927"/>
                  </a:cubicBezTo>
                  <a:cubicBezTo>
                    <a:pt x="12225" y="11927"/>
                    <a:pt x="12260" y="11919"/>
                    <a:pt x="12292" y="11903"/>
                  </a:cubicBezTo>
                  <a:cubicBezTo>
                    <a:pt x="12339" y="11871"/>
                    <a:pt x="12386" y="11857"/>
                    <a:pt x="12456" y="11857"/>
                  </a:cubicBezTo>
                  <a:cubicBezTo>
                    <a:pt x="12531" y="11857"/>
                    <a:pt x="12632" y="11873"/>
                    <a:pt x="12787" y="11903"/>
                  </a:cubicBezTo>
                  <a:cubicBezTo>
                    <a:pt x="13038" y="11963"/>
                    <a:pt x="13164" y="11994"/>
                    <a:pt x="13227" y="11994"/>
                  </a:cubicBezTo>
                  <a:cubicBezTo>
                    <a:pt x="13289" y="11994"/>
                    <a:pt x="13289" y="11963"/>
                    <a:pt x="13289" y="11903"/>
                  </a:cubicBezTo>
                  <a:cubicBezTo>
                    <a:pt x="13289" y="11870"/>
                    <a:pt x="13289" y="11837"/>
                    <a:pt x="13308" y="11837"/>
                  </a:cubicBezTo>
                  <a:cubicBezTo>
                    <a:pt x="13322" y="11837"/>
                    <a:pt x="13346" y="11855"/>
                    <a:pt x="13387" y="11903"/>
                  </a:cubicBezTo>
                  <a:cubicBezTo>
                    <a:pt x="13416" y="11922"/>
                    <a:pt x="13445" y="11930"/>
                    <a:pt x="13478" y="11930"/>
                  </a:cubicBezTo>
                  <a:cubicBezTo>
                    <a:pt x="13554" y="11930"/>
                    <a:pt x="13647" y="11886"/>
                    <a:pt x="13784" y="11846"/>
                  </a:cubicBezTo>
                  <a:cubicBezTo>
                    <a:pt x="13857" y="11789"/>
                    <a:pt x="13897" y="11700"/>
                    <a:pt x="13889" y="11611"/>
                  </a:cubicBezTo>
                  <a:cubicBezTo>
                    <a:pt x="13889" y="11539"/>
                    <a:pt x="13889" y="11509"/>
                    <a:pt x="13932" y="11509"/>
                  </a:cubicBezTo>
                  <a:cubicBezTo>
                    <a:pt x="13961" y="11509"/>
                    <a:pt x="14010" y="11523"/>
                    <a:pt x="14092" y="11546"/>
                  </a:cubicBezTo>
                  <a:cubicBezTo>
                    <a:pt x="14189" y="11546"/>
                    <a:pt x="14287" y="11611"/>
                    <a:pt x="14287" y="11668"/>
                  </a:cubicBezTo>
                  <a:cubicBezTo>
                    <a:pt x="14287" y="11732"/>
                    <a:pt x="14189" y="11732"/>
                    <a:pt x="14189" y="11732"/>
                  </a:cubicBezTo>
                  <a:lnTo>
                    <a:pt x="14084" y="11732"/>
                  </a:lnTo>
                  <a:cubicBezTo>
                    <a:pt x="14084" y="11789"/>
                    <a:pt x="14084" y="11846"/>
                    <a:pt x="14287" y="11846"/>
                  </a:cubicBezTo>
                  <a:cubicBezTo>
                    <a:pt x="14337" y="11879"/>
                    <a:pt x="14387" y="11896"/>
                    <a:pt x="14424" y="11896"/>
                  </a:cubicBezTo>
                  <a:cubicBezTo>
                    <a:pt x="14458" y="11896"/>
                    <a:pt x="14481" y="11881"/>
                    <a:pt x="14481" y="11854"/>
                  </a:cubicBezTo>
                  <a:cubicBezTo>
                    <a:pt x="14587" y="11911"/>
                    <a:pt x="14781" y="11911"/>
                    <a:pt x="14984" y="11911"/>
                  </a:cubicBezTo>
                  <a:cubicBezTo>
                    <a:pt x="15178" y="11911"/>
                    <a:pt x="15478" y="11919"/>
                    <a:pt x="15584" y="11976"/>
                  </a:cubicBezTo>
                  <a:cubicBezTo>
                    <a:pt x="15778" y="11976"/>
                    <a:pt x="15876" y="11976"/>
                    <a:pt x="15884" y="11919"/>
                  </a:cubicBezTo>
                  <a:cubicBezTo>
                    <a:pt x="15884" y="11847"/>
                    <a:pt x="15918" y="11817"/>
                    <a:pt x="15946" y="11817"/>
                  </a:cubicBezTo>
                  <a:cubicBezTo>
                    <a:pt x="15965" y="11817"/>
                    <a:pt x="15981" y="11831"/>
                    <a:pt x="15981" y="11854"/>
                  </a:cubicBezTo>
                  <a:cubicBezTo>
                    <a:pt x="16043" y="11931"/>
                    <a:pt x="16592" y="11986"/>
                    <a:pt x="17007" y="11986"/>
                  </a:cubicBezTo>
                  <a:cubicBezTo>
                    <a:pt x="17244" y="11986"/>
                    <a:pt x="17438" y="11968"/>
                    <a:pt x="17473" y="11927"/>
                  </a:cubicBezTo>
                  <a:lnTo>
                    <a:pt x="17676" y="11927"/>
                  </a:lnTo>
                  <a:cubicBezTo>
                    <a:pt x="17776" y="11956"/>
                    <a:pt x="17985" y="11973"/>
                    <a:pt x="18178" y="11973"/>
                  </a:cubicBezTo>
                  <a:cubicBezTo>
                    <a:pt x="18358" y="11973"/>
                    <a:pt x="18525" y="11958"/>
                    <a:pt x="18576" y="11927"/>
                  </a:cubicBezTo>
                  <a:lnTo>
                    <a:pt x="18876" y="11927"/>
                  </a:lnTo>
                  <a:cubicBezTo>
                    <a:pt x="18976" y="11960"/>
                    <a:pt x="19051" y="11977"/>
                    <a:pt x="19114" y="11977"/>
                  </a:cubicBezTo>
                  <a:cubicBezTo>
                    <a:pt x="19173" y="11977"/>
                    <a:pt x="19222" y="11963"/>
                    <a:pt x="19273" y="11935"/>
                  </a:cubicBezTo>
                  <a:cubicBezTo>
                    <a:pt x="19342" y="11889"/>
                    <a:pt x="19362" y="11847"/>
                    <a:pt x="19368" y="11847"/>
                  </a:cubicBezTo>
                  <a:cubicBezTo>
                    <a:pt x="19370" y="11847"/>
                    <a:pt x="19370" y="11854"/>
                    <a:pt x="19370" y="11870"/>
                  </a:cubicBezTo>
                  <a:cubicBezTo>
                    <a:pt x="19370" y="11935"/>
                    <a:pt x="19573" y="11935"/>
                    <a:pt x="19970" y="11935"/>
                  </a:cubicBezTo>
                  <a:cubicBezTo>
                    <a:pt x="20367" y="11935"/>
                    <a:pt x="20367" y="11935"/>
                    <a:pt x="20270" y="11878"/>
                  </a:cubicBezTo>
                  <a:cubicBezTo>
                    <a:pt x="20387" y="11862"/>
                    <a:pt x="20469" y="11855"/>
                    <a:pt x="20527" y="11855"/>
                  </a:cubicBezTo>
                  <a:cubicBezTo>
                    <a:pt x="20667" y="11855"/>
                    <a:pt x="20667" y="11895"/>
                    <a:pt x="20667" y="11935"/>
                  </a:cubicBezTo>
                  <a:cubicBezTo>
                    <a:pt x="20620" y="11990"/>
                    <a:pt x="20635" y="12020"/>
                    <a:pt x="20676" y="12020"/>
                  </a:cubicBezTo>
                  <a:cubicBezTo>
                    <a:pt x="20725" y="12020"/>
                    <a:pt x="20812" y="11976"/>
                    <a:pt x="20870" y="11878"/>
                  </a:cubicBezTo>
                  <a:cubicBezTo>
                    <a:pt x="20926" y="11809"/>
                    <a:pt x="21015" y="11782"/>
                    <a:pt x="21082" y="11782"/>
                  </a:cubicBezTo>
                  <a:cubicBezTo>
                    <a:pt x="21133" y="11782"/>
                    <a:pt x="21170" y="11797"/>
                    <a:pt x="21170" y="11822"/>
                  </a:cubicBezTo>
                  <a:cubicBezTo>
                    <a:pt x="21170" y="11878"/>
                    <a:pt x="21065" y="11878"/>
                    <a:pt x="20967" y="11878"/>
                  </a:cubicBezTo>
                  <a:cubicBezTo>
                    <a:pt x="20967" y="11878"/>
                    <a:pt x="20967" y="11943"/>
                    <a:pt x="20967" y="12000"/>
                  </a:cubicBezTo>
                  <a:cubicBezTo>
                    <a:pt x="20977" y="12001"/>
                    <a:pt x="20986" y="12001"/>
                    <a:pt x="20996" y="12001"/>
                  </a:cubicBezTo>
                  <a:cubicBezTo>
                    <a:pt x="21059" y="12001"/>
                    <a:pt x="21120" y="11978"/>
                    <a:pt x="21162" y="11943"/>
                  </a:cubicBezTo>
                  <a:cubicBezTo>
                    <a:pt x="21235" y="11935"/>
                    <a:pt x="21308" y="11919"/>
                    <a:pt x="21365" y="11878"/>
                  </a:cubicBezTo>
                  <a:cubicBezTo>
                    <a:pt x="21470" y="11822"/>
                    <a:pt x="21470" y="11765"/>
                    <a:pt x="21365" y="11700"/>
                  </a:cubicBezTo>
                  <a:cubicBezTo>
                    <a:pt x="21267" y="11643"/>
                    <a:pt x="21373" y="11643"/>
                    <a:pt x="21470" y="11643"/>
                  </a:cubicBezTo>
                  <a:cubicBezTo>
                    <a:pt x="21665" y="11700"/>
                    <a:pt x="21665" y="11765"/>
                    <a:pt x="21567" y="11822"/>
                  </a:cubicBezTo>
                  <a:cubicBezTo>
                    <a:pt x="21470" y="11822"/>
                    <a:pt x="21462" y="11878"/>
                    <a:pt x="21462" y="11943"/>
                  </a:cubicBezTo>
                  <a:cubicBezTo>
                    <a:pt x="21462" y="11954"/>
                    <a:pt x="21479" y="11958"/>
                    <a:pt x="21507" y="11958"/>
                  </a:cubicBezTo>
                  <a:cubicBezTo>
                    <a:pt x="21632" y="11958"/>
                    <a:pt x="21982" y="11864"/>
                    <a:pt x="22062" y="11765"/>
                  </a:cubicBezTo>
                  <a:cubicBezTo>
                    <a:pt x="22065" y="11741"/>
                    <a:pt x="22067" y="11728"/>
                    <a:pt x="22068" y="11728"/>
                  </a:cubicBezTo>
                  <a:lnTo>
                    <a:pt x="22068" y="11728"/>
                  </a:lnTo>
                  <a:cubicBezTo>
                    <a:pt x="22069" y="11728"/>
                    <a:pt x="22067" y="11755"/>
                    <a:pt x="22062" y="11822"/>
                  </a:cubicBezTo>
                  <a:cubicBezTo>
                    <a:pt x="22062" y="11886"/>
                    <a:pt x="22265" y="11886"/>
                    <a:pt x="22459" y="11886"/>
                  </a:cubicBezTo>
                  <a:cubicBezTo>
                    <a:pt x="22662" y="11886"/>
                    <a:pt x="22759" y="11886"/>
                    <a:pt x="22759" y="11830"/>
                  </a:cubicBezTo>
                  <a:cubicBezTo>
                    <a:pt x="22767" y="11765"/>
                    <a:pt x="22767" y="11708"/>
                    <a:pt x="22865" y="11708"/>
                  </a:cubicBezTo>
                  <a:cubicBezTo>
                    <a:pt x="22767" y="11708"/>
                    <a:pt x="22767" y="11651"/>
                    <a:pt x="22767" y="11586"/>
                  </a:cubicBezTo>
                  <a:lnTo>
                    <a:pt x="22767" y="11586"/>
                  </a:lnTo>
                  <a:cubicBezTo>
                    <a:pt x="22873" y="11619"/>
                    <a:pt x="22970" y="11659"/>
                    <a:pt x="23067" y="11708"/>
                  </a:cubicBezTo>
                  <a:cubicBezTo>
                    <a:pt x="23262" y="11830"/>
                    <a:pt x="23457" y="11895"/>
                    <a:pt x="23862" y="11895"/>
                  </a:cubicBezTo>
                  <a:cubicBezTo>
                    <a:pt x="24056" y="11895"/>
                    <a:pt x="24356" y="11895"/>
                    <a:pt x="24454" y="11951"/>
                  </a:cubicBezTo>
                  <a:cubicBezTo>
                    <a:pt x="24507" y="11953"/>
                    <a:pt x="24552" y="11955"/>
                    <a:pt x="24591" y="11955"/>
                  </a:cubicBezTo>
                  <a:cubicBezTo>
                    <a:pt x="24701" y="11955"/>
                    <a:pt x="24754" y="11942"/>
                    <a:pt x="24754" y="11895"/>
                  </a:cubicBezTo>
                  <a:lnTo>
                    <a:pt x="24956" y="11895"/>
                  </a:lnTo>
                  <a:cubicBezTo>
                    <a:pt x="25007" y="11928"/>
                    <a:pt x="25085" y="11944"/>
                    <a:pt x="25149" y="11944"/>
                  </a:cubicBezTo>
                  <a:cubicBezTo>
                    <a:pt x="25209" y="11944"/>
                    <a:pt x="25256" y="11930"/>
                    <a:pt x="25256" y="11903"/>
                  </a:cubicBezTo>
                  <a:cubicBezTo>
                    <a:pt x="25289" y="11881"/>
                    <a:pt x="25322" y="11874"/>
                    <a:pt x="25356" y="11874"/>
                  </a:cubicBezTo>
                  <a:cubicBezTo>
                    <a:pt x="25423" y="11874"/>
                    <a:pt x="25492" y="11903"/>
                    <a:pt x="25556" y="11903"/>
                  </a:cubicBezTo>
                  <a:cubicBezTo>
                    <a:pt x="25643" y="11957"/>
                    <a:pt x="25691" y="11987"/>
                    <a:pt x="25709" y="11987"/>
                  </a:cubicBezTo>
                  <a:cubicBezTo>
                    <a:pt x="25732" y="11987"/>
                    <a:pt x="25708" y="11941"/>
                    <a:pt x="25654" y="11838"/>
                  </a:cubicBezTo>
                  <a:cubicBezTo>
                    <a:pt x="25654" y="11781"/>
                    <a:pt x="25459" y="11724"/>
                    <a:pt x="25362" y="11716"/>
                  </a:cubicBezTo>
                  <a:lnTo>
                    <a:pt x="25062" y="11716"/>
                  </a:lnTo>
                  <a:lnTo>
                    <a:pt x="25362" y="11659"/>
                  </a:lnTo>
                  <a:cubicBezTo>
                    <a:pt x="25459" y="11659"/>
                    <a:pt x="25662" y="11603"/>
                    <a:pt x="25662" y="11538"/>
                  </a:cubicBezTo>
                  <a:cubicBezTo>
                    <a:pt x="25662" y="11538"/>
                    <a:pt x="25662" y="11481"/>
                    <a:pt x="25759" y="11481"/>
                  </a:cubicBezTo>
                  <a:lnTo>
                    <a:pt x="25759" y="11603"/>
                  </a:lnTo>
                  <a:cubicBezTo>
                    <a:pt x="25686" y="11635"/>
                    <a:pt x="25646" y="11708"/>
                    <a:pt x="25654" y="11781"/>
                  </a:cubicBezTo>
                  <a:cubicBezTo>
                    <a:pt x="25714" y="11857"/>
                    <a:pt x="25853" y="11907"/>
                    <a:pt x="25950" y="11907"/>
                  </a:cubicBezTo>
                  <a:cubicBezTo>
                    <a:pt x="26008" y="11907"/>
                    <a:pt x="26051" y="11889"/>
                    <a:pt x="26051" y="11846"/>
                  </a:cubicBezTo>
                  <a:cubicBezTo>
                    <a:pt x="26063" y="11845"/>
                    <a:pt x="26075" y="11844"/>
                    <a:pt x="26086" y="11844"/>
                  </a:cubicBezTo>
                  <a:cubicBezTo>
                    <a:pt x="26147" y="11844"/>
                    <a:pt x="26206" y="11862"/>
                    <a:pt x="26254" y="11903"/>
                  </a:cubicBezTo>
                  <a:cubicBezTo>
                    <a:pt x="26254" y="11927"/>
                    <a:pt x="26272" y="11942"/>
                    <a:pt x="26300" y="11942"/>
                  </a:cubicBezTo>
                  <a:cubicBezTo>
                    <a:pt x="26339" y="11942"/>
                    <a:pt x="26396" y="11915"/>
                    <a:pt x="26456" y="11846"/>
                  </a:cubicBezTo>
                  <a:cubicBezTo>
                    <a:pt x="26505" y="11785"/>
                    <a:pt x="26554" y="11755"/>
                    <a:pt x="26603" y="11755"/>
                  </a:cubicBezTo>
                  <a:cubicBezTo>
                    <a:pt x="26653" y="11755"/>
                    <a:pt x="26704" y="11785"/>
                    <a:pt x="26756" y="11846"/>
                  </a:cubicBezTo>
                  <a:cubicBezTo>
                    <a:pt x="26872" y="11918"/>
                    <a:pt x="27059" y="11947"/>
                    <a:pt x="27192" y="11947"/>
                  </a:cubicBezTo>
                  <a:cubicBezTo>
                    <a:pt x="27283" y="11947"/>
                    <a:pt x="27348" y="11934"/>
                    <a:pt x="27348" y="11911"/>
                  </a:cubicBezTo>
                  <a:cubicBezTo>
                    <a:pt x="27348" y="11840"/>
                    <a:pt x="27448" y="11811"/>
                    <a:pt x="27553" y="11811"/>
                  </a:cubicBezTo>
                  <a:cubicBezTo>
                    <a:pt x="27630" y="11811"/>
                    <a:pt x="27709" y="11827"/>
                    <a:pt x="27754" y="11854"/>
                  </a:cubicBezTo>
                  <a:cubicBezTo>
                    <a:pt x="27798" y="11882"/>
                    <a:pt x="27849" y="11897"/>
                    <a:pt x="27900" y="11897"/>
                  </a:cubicBezTo>
                  <a:cubicBezTo>
                    <a:pt x="27950" y="11897"/>
                    <a:pt x="28001" y="11882"/>
                    <a:pt x="28046" y="11854"/>
                  </a:cubicBezTo>
                  <a:cubicBezTo>
                    <a:pt x="28046" y="11894"/>
                    <a:pt x="28098" y="11938"/>
                    <a:pt x="28162" y="11938"/>
                  </a:cubicBezTo>
                  <a:cubicBezTo>
                    <a:pt x="28190" y="11938"/>
                    <a:pt x="28219" y="11930"/>
                    <a:pt x="28248" y="11911"/>
                  </a:cubicBezTo>
                  <a:cubicBezTo>
                    <a:pt x="28248" y="11911"/>
                    <a:pt x="28345" y="11911"/>
                    <a:pt x="28248" y="11854"/>
                  </a:cubicBezTo>
                  <a:lnTo>
                    <a:pt x="28451" y="11732"/>
                  </a:lnTo>
                  <a:cubicBezTo>
                    <a:pt x="28354" y="11732"/>
                    <a:pt x="28354" y="11676"/>
                    <a:pt x="28354" y="11611"/>
                  </a:cubicBezTo>
                  <a:cubicBezTo>
                    <a:pt x="28354" y="11597"/>
                    <a:pt x="28376" y="11591"/>
                    <a:pt x="28412" y="11591"/>
                  </a:cubicBezTo>
                  <a:cubicBezTo>
                    <a:pt x="28529" y="11591"/>
                    <a:pt x="28797" y="11661"/>
                    <a:pt x="28945" y="11797"/>
                  </a:cubicBezTo>
                  <a:lnTo>
                    <a:pt x="29148" y="11919"/>
                  </a:lnTo>
                  <a:lnTo>
                    <a:pt x="29148" y="11797"/>
                  </a:lnTo>
                  <a:cubicBezTo>
                    <a:pt x="29245" y="11797"/>
                    <a:pt x="29343" y="11797"/>
                    <a:pt x="29343" y="11862"/>
                  </a:cubicBezTo>
                  <a:cubicBezTo>
                    <a:pt x="29343" y="11919"/>
                    <a:pt x="29343" y="11919"/>
                    <a:pt x="29448" y="11919"/>
                  </a:cubicBezTo>
                  <a:cubicBezTo>
                    <a:pt x="29448" y="11919"/>
                    <a:pt x="29545" y="11919"/>
                    <a:pt x="29545" y="11862"/>
                  </a:cubicBezTo>
                  <a:cubicBezTo>
                    <a:pt x="29545" y="11790"/>
                    <a:pt x="29545" y="11761"/>
                    <a:pt x="29566" y="11761"/>
                  </a:cubicBezTo>
                  <a:cubicBezTo>
                    <a:pt x="29580" y="11761"/>
                    <a:pt x="29603" y="11774"/>
                    <a:pt x="29643" y="11797"/>
                  </a:cubicBezTo>
                  <a:cubicBezTo>
                    <a:pt x="29691" y="11858"/>
                    <a:pt x="29742" y="11888"/>
                    <a:pt x="29793" y="11888"/>
                  </a:cubicBezTo>
                  <a:cubicBezTo>
                    <a:pt x="29843" y="11888"/>
                    <a:pt x="29894" y="11858"/>
                    <a:pt x="29943" y="11797"/>
                  </a:cubicBezTo>
                  <a:cubicBezTo>
                    <a:pt x="29943" y="11740"/>
                    <a:pt x="29943" y="11712"/>
                    <a:pt x="29956" y="11712"/>
                  </a:cubicBezTo>
                  <a:cubicBezTo>
                    <a:pt x="29969" y="11712"/>
                    <a:pt x="29995" y="11740"/>
                    <a:pt x="30048" y="11797"/>
                  </a:cubicBezTo>
                  <a:cubicBezTo>
                    <a:pt x="30040" y="11862"/>
                    <a:pt x="30145" y="11919"/>
                    <a:pt x="30243" y="11919"/>
                  </a:cubicBezTo>
                  <a:lnTo>
                    <a:pt x="30243" y="11862"/>
                  </a:lnTo>
                  <a:cubicBezTo>
                    <a:pt x="30243" y="11792"/>
                    <a:pt x="30278" y="11762"/>
                    <a:pt x="30326" y="11762"/>
                  </a:cubicBezTo>
                  <a:cubicBezTo>
                    <a:pt x="30362" y="11762"/>
                    <a:pt x="30404" y="11778"/>
                    <a:pt x="30445" y="11805"/>
                  </a:cubicBezTo>
                  <a:cubicBezTo>
                    <a:pt x="30445" y="11834"/>
                    <a:pt x="30470" y="11848"/>
                    <a:pt x="30519" y="11848"/>
                  </a:cubicBezTo>
                  <a:cubicBezTo>
                    <a:pt x="30569" y="11848"/>
                    <a:pt x="30644" y="11834"/>
                    <a:pt x="30745" y="11805"/>
                  </a:cubicBezTo>
                  <a:cubicBezTo>
                    <a:pt x="30940" y="11805"/>
                    <a:pt x="31045" y="11805"/>
                    <a:pt x="31037" y="11862"/>
                  </a:cubicBezTo>
                  <a:cubicBezTo>
                    <a:pt x="31037" y="11923"/>
                    <a:pt x="31037" y="11953"/>
                    <a:pt x="31050" y="11953"/>
                  </a:cubicBezTo>
                  <a:cubicBezTo>
                    <a:pt x="31064" y="11953"/>
                    <a:pt x="31090" y="11923"/>
                    <a:pt x="31143" y="11862"/>
                  </a:cubicBezTo>
                  <a:cubicBezTo>
                    <a:pt x="31190" y="11835"/>
                    <a:pt x="31214" y="11820"/>
                    <a:pt x="31249" y="11820"/>
                  </a:cubicBezTo>
                  <a:cubicBezTo>
                    <a:pt x="31287" y="11820"/>
                    <a:pt x="31338" y="11837"/>
                    <a:pt x="31443" y="11870"/>
                  </a:cubicBezTo>
                  <a:cubicBezTo>
                    <a:pt x="31491" y="11899"/>
                    <a:pt x="31516" y="11913"/>
                    <a:pt x="31540" y="11913"/>
                  </a:cubicBezTo>
                  <a:cubicBezTo>
                    <a:pt x="31564" y="11913"/>
                    <a:pt x="31589" y="11899"/>
                    <a:pt x="31637" y="11870"/>
                  </a:cubicBezTo>
                  <a:cubicBezTo>
                    <a:pt x="31637" y="11749"/>
                    <a:pt x="31645" y="11684"/>
                    <a:pt x="31540" y="11684"/>
                  </a:cubicBezTo>
                  <a:cubicBezTo>
                    <a:pt x="31443" y="11684"/>
                    <a:pt x="31443" y="11684"/>
                    <a:pt x="31443" y="11627"/>
                  </a:cubicBezTo>
                  <a:lnTo>
                    <a:pt x="31645" y="11627"/>
                  </a:lnTo>
                  <a:cubicBezTo>
                    <a:pt x="31775" y="11627"/>
                    <a:pt x="31913" y="11611"/>
                    <a:pt x="32043" y="11570"/>
                  </a:cubicBezTo>
                  <a:cubicBezTo>
                    <a:pt x="32209" y="11524"/>
                    <a:pt x="32239" y="11434"/>
                    <a:pt x="32133" y="11434"/>
                  </a:cubicBezTo>
                  <a:cubicBezTo>
                    <a:pt x="32110" y="11434"/>
                    <a:pt x="32079" y="11438"/>
                    <a:pt x="32043" y="11449"/>
                  </a:cubicBezTo>
                  <a:lnTo>
                    <a:pt x="31945" y="11392"/>
                  </a:lnTo>
                  <a:cubicBezTo>
                    <a:pt x="31945" y="11303"/>
                    <a:pt x="31897" y="11258"/>
                    <a:pt x="31847" y="11258"/>
                  </a:cubicBezTo>
                  <a:cubicBezTo>
                    <a:pt x="31797" y="11258"/>
                    <a:pt x="31747" y="11303"/>
                    <a:pt x="31743" y="11392"/>
                  </a:cubicBezTo>
                  <a:cubicBezTo>
                    <a:pt x="31743" y="11490"/>
                    <a:pt x="31743" y="11534"/>
                    <a:pt x="31727" y="11534"/>
                  </a:cubicBezTo>
                  <a:cubicBezTo>
                    <a:pt x="31713" y="11534"/>
                    <a:pt x="31689" y="11504"/>
                    <a:pt x="31645" y="11449"/>
                  </a:cubicBezTo>
                  <a:cubicBezTo>
                    <a:pt x="31645" y="11327"/>
                    <a:pt x="31548" y="11327"/>
                    <a:pt x="31443" y="11327"/>
                  </a:cubicBezTo>
                  <a:cubicBezTo>
                    <a:pt x="31345" y="11327"/>
                    <a:pt x="31345" y="11327"/>
                    <a:pt x="31345" y="11270"/>
                  </a:cubicBezTo>
                  <a:cubicBezTo>
                    <a:pt x="31345" y="11205"/>
                    <a:pt x="31248" y="11149"/>
                    <a:pt x="31151" y="11149"/>
                  </a:cubicBezTo>
                  <a:cubicBezTo>
                    <a:pt x="31053" y="11149"/>
                    <a:pt x="31053" y="11149"/>
                    <a:pt x="31045" y="11205"/>
                  </a:cubicBezTo>
                  <a:cubicBezTo>
                    <a:pt x="31088" y="11232"/>
                    <a:pt x="31080" y="11246"/>
                    <a:pt x="31049" y="11246"/>
                  </a:cubicBezTo>
                  <a:cubicBezTo>
                    <a:pt x="31003" y="11246"/>
                    <a:pt x="30908" y="11216"/>
                    <a:pt x="30851" y="11149"/>
                  </a:cubicBezTo>
                  <a:cubicBezTo>
                    <a:pt x="30810" y="11121"/>
                    <a:pt x="30786" y="11105"/>
                    <a:pt x="30772" y="11105"/>
                  </a:cubicBezTo>
                  <a:cubicBezTo>
                    <a:pt x="30754" y="11105"/>
                    <a:pt x="30754" y="11135"/>
                    <a:pt x="30754" y="11205"/>
                  </a:cubicBezTo>
                  <a:cubicBezTo>
                    <a:pt x="30749" y="11266"/>
                    <a:pt x="30699" y="11297"/>
                    <a:pt x="30637" y="11297"/>
                  </a:cubicBezTo>
                  <a:cubicBezTo>
                    <a:pt x="30575" y="11297"/>
                    <a:pt x="30502" y="11266"/>
                    <a:pt x="30454" y="11205"/>
                  </a:cubicBezTo>
                  <a:lnTo>
                    <a:pt x="30251" y="11205"/>
                  </a:lnTo>
                  <a:cubicBezTo>
                    <a:pt x="30154" y="11205"/>
                    <a:pt x="30154" y="11262"/>
                    <a:pt x="30154" y="11319"/>
                  </a:cubicBezTo>
                  <a:cubicBezTo>
                    <a:pt x="30149" y="11391"/>
                    <a:pt x="30147" y="11420"/>
                    <a:pt x="30126" y="11420"/>
                  </a:cubicBezTo>
                  <a:cubicBezTo>
                    <a:pt x="30111" y="11420"/>
                    <a:pt x="30088" y="11407"/>
                    <a:pt x="30048" y="11384"/>
                  </a:cubicBezTo>
                  <a:cubicBezTo>
                    <a:pt x="29951" y="11319"/>
                    <a:pt x="29951" y="11262"/>
                    <a:pt x="29951" y="11262"/>
                  </a:cubicBezTo>
                  <a:cubicBezTo>
                    <a:pt x="29951" y="11205"/>
                    <a:pt x="29854" y="11197"/>
                    <a:pt x="29756" y="11197"/>
                  </a:cubicBezTo>
                  <a:cubicBezTo>
                    <a:pt x="29651" y="11197"/>
                    <a:pt x="29456" y="11197"/>
                    <a:pt x="29456" y="11262"/>
                  </a:cubicBezTo>
                  <a:lnTo>
                    <a:pt x="29456" y="11197"/>
                  </a:lnTo>
                  <a:cubicBezTo>
                    <a:pt x="29386" y="11197"/>
                    <a:pt x="29363" y="11172"/>
                    <a:pt x="29355" y="11172"/>
                  </a:cubicBezTo>
                  <a:cubicBezTo>
                    <a:pt x="29351" y="11172"/>
                    <a:pt x="29351" y="11178"/>
                    <a:pt x="29351" y="11197"/>
                  </a:cubicBezTo>
                  <a:cubicBezTo>
                    <a:pt x="29254" y="11189"/>
                    <a:pt x="29148" y="11173"/>
                    <a:pt x="29059" y="11141"/>
                  </a:cubicBezTo>
                  <a:cubicBezTo>
                    <a:pt x="29020" y="11128"/>
                    <a:pt x="28977" y="11122"/>
                    <a:pt x="28936" y="11122"/>
                  </a:cubicBezTo>
                  <a:cubicBezTo>
                    <a:pt x="28763" y="11122"/>
                    <a:pt x="28614" y="11221"/>
                    <a:pt x="28856" y="11319"/>
                  </a:cubicBezTo>
                  <a:lnTo>
                    <a:pt x="28751" y="11319"/>
                  </a:lnTo>
                  <a:cubicBezTo>
                    <a:pt x="28654" y="11319"/>
                    <a:pt x="28654" y="11376"/>
                    <a:pt x="28654" y="11376"/>
                  </a:cubicBezTo>
                  <a:cubicBezTo>
                    <a:pt x="28654" y="11432"/>
                    <a:pt x="28556" y="11432"/>
                    <a:pt x="28451" y="11432"/>
                  </a:cubicBezTo>
                  <a:lnTo>
                    <a:pt x="28451" y="11319"/>
                  </a:lnTo>
                  <a:cubicBezTo>
                    <a:pt x="28513" y="11214"/>
                    <a:pt x="28471" y="11148"/>
                    <a:pt x="28405" y="11148"/>
                  </a:cubicBezTo>
                  <a:cubicBezTo>
                    <a:pt x="28358" y="11148"/>
                    <a:pt x="28300" y="11181"/>
                    <a:pt x="28256" y="11254"/>
                  </a:cubicBezTo>
                  <a:cubicBezTo>
                    <a:pt x="28256" y="11239"/>
                    <a:pt x="28256" y="11218"/>
                    <a:pt x="28256" y="11197"/>
                  </a:cubicBezTo>
                  <a:cubicBezTo>
                    <a:pt x="28256" y="11165"/>
                    <a:pt x="28232" y="11149"/>
                    <a:pt x="28182" y="11149"/>
                  </a:cubicBezTo>
                  <a:cubicBezTo>
                    <a:pt x="28133" y="11149"/>
                    <a:pt x="28058" y="11165"/>
                    <a:pt x="27956" y="11197"/>
                  </a:cubicBezTo>
                  <a:cubicBezTo>
                    <a:pt x="27859" y="11205"/>
                    <a:pt x="27778" y="11278"/>
                    <a:pt x="27754" y="11376"/>
                  </a:cubicBezTo>
                  <a:cubicBezTo>
                    <a:pt x="27754" y="11432"/>
                    <a:pt x="27656" y="11432"/>
                    <a:pt x="27656" y="11432"/>
                  </a:cubicBezTo>
                  <a:cubicBezTo>
                    <a:pt x="27559" y="11432"/>
                    <a:pt x="27559" y="11432"/>
                    <a:pt x="27559" y="11368"/>
                  </a:cubicBezTo>
                  <a:cubicBezTo>
                    <a:pt x="27559" y="11311"/>
                    <a:pt x="27508" y="11282"/>
                    <a:pt x="27446" y="11282"/>
                  </a:cubicBezTo>
                  <a:cubicBezTo>
                    <a:pt x="27383" y="11282"/>
                    <a:pt x="27308" y="11311"/>
                    <a:pt x="27259" y="11368"/>
                  </a:cubicBezTo>
                  <a:lnTo>
                    <a:pt x="27259" y="11311"/>
                  </a:lnTo>
                  <a:cubicBezTo>
                    <a:pt x="27259" y="11270"/>
                    <a:pt x="27208" y="11224"/>
                    <a:pt x="26987" y="11224"/>
                  </a:cubicBezTo>
                  <a:cubicBezTo>
                    <a:pt x="26903" y="11224"/>
                    <a:pt x="26796" y="11230"/>
                    <a:pt x="26659" y="11246"/>
                  </a:cubicBezTo>
                  <a:cubicBezTo>
                    <a:pt x="26262" y="11246"/>
                    <a:pt x="25962" y="11246"/>
                    <a:pt x="25962" y="11181"/>
                  </a:cubicBezTo>
                  <a:cubicBezTo>
                    <a:pt x="25962" y="11171"/>
                    <a:pt x="25950" y="11167"/>
                    <a:pt x="25928" y="11167"/>
                  </a:cubicBezTo>
                  <a:cubicBezTo>
                    <a:pt x="25829" y="11167"/>
                    <a:pt x="25529" y="11266"/>
                    <a:pt x="25362" y="11359"/>
                  </a:cubicBezTo>
                  <a:cubicBezTo>
                    <a:pt x="25362" y="11303"/>
                    <a:pt x="25265" y="11303"/>
                    <a:pt x="25062" y="11303"/>
                  </a:cubicBezTo>
                  <a:cubicBezTo>
                    <a:pt x="24762" y="11303"/>
                    <a:pt x="24762" y="11303"/>
                    <a:pt x="24762" y="11238"/>
                  </a:cubicBezTo>
                  <a:cubicBezTo>
                    <a:pt x="24815" y="11181"/>
                    <a:pt x="24841" y="11153"/>
                    <a:pt x="24829" y="11153"/>
                  </a:cubicBezTo>
                  <a:cubicBezTo>
                    <a:pt x="24817" y="11153"/>
                    <a:pt x="24766" y="11181"/>
                    <a:pt x="24665" y="11238"/>
                  </a:cubicBezTo>
                  <a:cubicBezTo>
                    <a:pt x="24628" y="11284"/>
                    <a:pt x="24562" y="11303"/>
                    <a:pt x="24494" y="11303"/>
                  </a:cubicBezTo>
                  <a:cubicBezTo>
                    <a:pt x="24383" y="11303"/>
                    <a:pt x="24267" y="11252"/>
                    <a:pt x="24267" y="11181"/>
                  </a:cubicBezTo>
                  <a:cubicBezTo>
                    <a:pt x="24267" y="11116"/>
                    <a:pt x="24170" y="11116"/>
                    <a:pt x="23967" y="11116"/>
                  </a:cubicBezTo>
                  <a:cubicBezTo>
                    <a:pt x="23870" y="11173"/>
                    <a:pt x="23667" y="11173"/>
                    <a:pt x="23473" y="11173"/>
                  </a:cubicBezTo>
                  <a:cubicBezTo>
                    <a:pt x="23173" y="11173"/>
                    <a:pt x="23173" y="11173"/>
                    <a:pt x="23173" y="11295"/>
                  </a:cubicBezTo>
                  <a:cubicBezTo>
                    <a:pt x="23166" y="11391"/>
                    <a:pt x="23104" y="11411"/>
                    <a:pt x="22976" y="11411"/>
                  </a:cubicBezTo>
                  <a:cubicBezTo>
                    <a:pt x="22943" y="11411"/>
                    <a:pt x="22906" y="11410"/>
                    <a:pt x="22865" y="11408"/>
                  </a:cubicBezTo>
                  <a:cubicBezTo>
                    <a:pt x="22767" y="11408"/>
                    <a:pt x="22670" y="11408"/>
                    <a:pt x="22670" y="11351"/>
                  </a:cubicBezTo>
                  <a:cubicBezTo>
                    <a:pt x="22605" y="11319"/>
                    <a:pt x="22540" y="11295"/>
                    <a:pt x="22467" y="11286"/>
                  </a:cubicBezTo>
                  <a:cubicBezTo>
                    <a:pt x="22370" y="11286"/>
                    <a:pt x="22273" y="11286"/>
                    <a:pt x="22273" y="11230"/>
                  </a:cubicBezTo>
                  <a:cubicBezTo>
                    <a:pt x="22175" y="11181"/>
                    <a:pt x="22078" y="11165"/>
                    <a:pt x="21973" y="11165"/>
                  </a:cubicBezTo>
                  <a:cubicBezTo>
                    <a:pt x="21778" y="11165"/>
                    <a:pt x="21576" y="11165"/>
                    <a:pt x="21576" y="11108"/>
                  </a:cubicBezTo>
                  <a:cubicBezTo>
                    <a:pt x="21478" y="11108"/>
                    <a:pt x="21478" y="11108"/>
                    <a:pt x="21478" y="11165"/>
                  </a:cubicBezTo>
                  <a:cubicBezTo>
                    <a:pt x="21478" y="11205"/>
                    <a:pt x="21426" y="11249"/>
                    <a:pt x="21257" y="11249"/>
                  </a:cubicBezTo>
                  <a:cubicBezTo>
                    <a:pt x="21186" y="11249"/>
                    <a:pt x="21093" y="11241"/>
                    <a:pt x="20976" y="11222"/>
                  </a:cubicBezTo>
                  <a:cubicBezTo>
                    <a:pt x="20773" y="11222"/>
                    <a:pt x="20481" y="11222"/>
                    <a:pt x="20473" y="11278"/>
                  </a:cubicBezTo>
                  <a:cubicBezTo>
                    <a:pt x="20376" y="11278"/>
                    <a:pt x="20376" y="11278"/>
                    <a:pt x="20376" y="11222"/>
                  </a:cubicBezTo>
                  <a:cubicBezTo>
                    <a:pt x="20376" y="11161"/>
                    <a:pt x="20327" y="11130"/>
                    <a:pt x="20253" y="11130"/>
                  </a:cubicBezTo>
                  <a:cubicBezTo>
                    <a:pt x="20179" y="11130"/>
                    <a:pt x="20080" y="11161"/>
                    <a:pt x="19978" y="11222"/>
                  </a:cubicBezTo>
                  <a:cubicBezTo>
                    <a:pt x="19978" y="11250"/>
                    <a:pt x="19954" y="11264"/>
                    <a:pt x="19916" y="11264"/>
                  </a:cubicBezTo>
                  <a:cubicBezTo>
                    <a:pt x="19879" y="11264"/>
                    <a:pt x="19828" y="11250"/>
                    <a:pt x="19776" y="11222"/>
                  </a:cubicBezTo>
                  <a:cubicBezTo>
                    <a:pt x="19711" y="11222"/>
                    <a:pt x="19638" y="11238"/>
                    <a:pt x="19581" y="11278"/>
                  </a:cubicBezTo>
                  <a:cubicBezTo>
                    <a:pt x="19528" y="11307"/>
                    <a:pt x="19502" y="11321"/>
                    <a:pt x="19464" y="11321"/>
                  </a:cubicBezTo>
                  <a:cubicBezTo>
                    <a:pt x="19427" y="11321"/>
                    <a:pt x="19378" y="11307"/>
                    <a:pt x="19281" y="11278"/>
                  </a:cubicBezTo>
                  <a:cubicBezTo>
                    <a:pt x="19281" y="11213"/>
                    <a:pt x="19184" y="11213"/>
                    <a:pt x="19078" y="11213"/>
                  </a:cubicBezTo>
                  <a:cubicBezTo>
                    <a:pt x="18984" y="11241"/>
                    <a:pt x="18678" y="11255"/>
                    <a:pt x="18376" y="11255"/>
                  </a:cubicBezTo>
                  <a:cubicBezTo>
                    <a:pt x="18053" y="11255"/>
                    <a:pt x="17734" y="11239"/>
                    <a:pt x="17684" y="11205"/>
                  </a:cubicBezTo>
                  <a:cubicBezTo>
                    <a:pt x="17634" y="11248"/>
                    <a:pt x="17572" y="11272"/>
                    <a:pt x="17509" y="11272"/>
                  </a:cubicBezTo>
                  <a:cubicBezTo>
                    <a:pt x="17500" y="11272"/>
                    <a:pt x="17490" y="11271"/>
                    <a:pt x="17481" y="11270"/>
                  </a:cubicBezTo>
                  <a:cubicBezTo>
                    <a:pt x="17443" y="11223"/>
                    <a:pt x="17405" y="11203"/>
                    <a:pt x="17373" y="11203"/>
                  </a:cubicBezTo>
                  <a:cubicBezTo>
                    <a:pt x="17323" y="11203"/>
                    <a:pt x="17287" y="11253"/>
                    <a:pt x="17287" y="11327"/>
                  </a:cubicBezTo>
                  <a:lnTo>
                    <a:pt x="17481" y="11327"/>
                  </a:lnTo>
                  <a:cubicBezTo>
                    <a:pt x="17481" y="11381"/>
                    <a:pt x="17421" y="11411"/>
                    <a:pt x="17356" y="11411"/>
                  </a:cubicBezTo>
                  <a:cubicBezTo>
                    <a:pt x="17275" y="11411"/>
                    <a:pt x="17185" y="11365"/>
                    <a:pt x="17189" y="11262"/>
                  </a:cubicBezTo>
                  <a:cubicBezTo>
                    <a:pt x="17137" y="11205"/>
                    <a:pt x="17110" y="11177"/>
                    <a:pt x="17085" y="11177"/>
                  </a:cubicBezTo>
                  <a:cubicBezTo>
                    <a:pt x="17059" y="11177"/>
                    <a:pt x="17035" y="11205"/>
                    <a:pt x="16987" y="11262"/>
                  </a:cubicBezTo>
                  <a:cubicBezTo>
                    <a:pt x="16934" y="11323"/>
                    <a:pt x="16883" y="11353"/>
                    <a:pt x="16833" y="11353"/>
                  </a:cubicBezTo>
                  <a:cubicBezTo>
                    <a:pt x="16784" y="11353"/>
                    <a:pt x="16735" y="11323"/>
                    <a:pt x="16687" y="11262"/>
                  </a:cubicBezTo>
                  <a:cubicBezTo>
                    <a:pt x="16687" y="11201"/>
                    <a:pt x="16687" y="11171"/>
                    <a:pt x="16674" y="11171"/>
                  </a:cubicBezTo>
                  <a:cubicBezTo>
                    <a:pt x="16662" y="11171"/>
                    <a:pt x="16638" y="11201"/>
                    <a:pt x="16589" y="11262"/>
                  </a:cubicBezTo>
                  <a:cubicBezTo>
                    <a:pt x="16476" y="11398"/>
                    <a:pt x="16333" y="11475"/>
                    <a:pt x="16228" y="11475"/>
                  </a:cubicBezTo>
                  <a:cubicBezTo>
                    <a:pt x="16145" y="11475"/>
                    <a:pt x="16087" y="11426"/>
                    <a:pt x="16087" y="11319"/>
                  </a:cubicBezTo>
                  <a:cubicBezTo>
                    <a:pt x="16087" y="11218"/>
                    <a:pt x="16005" y="11140"/>
                    <a:pt x="15906" y="11140"/>
                  </a:cubicBezTo>
                  <a:cubicBezTo>
                    <a:pt x="15902" y="11140"/>
                    <a:pt x="15897" y="11140"/>
                    <a:pt x="15892" y="11141"/>
                  </a:cubicBezTo>
                  <a:cubicBezTo>
                    <a:pt x="15795" y="11141"/>
                    <a:pt x="15787" y="11197"/>
                    <a:pt x="15787" y="11262"/>
                  </a:cubicBezTo>
                  <a:cubicBezTo>
                    <a:pt x="15834" y="11322"/>
                    <a:pt x="15835" y="11350"/>
                    <a:pt x="15801" y="11350"/>
                  </a:cubicBezTo>
                  <a:cubicBezTo>
                    <a:pt x="15765" y="11350"/>
                    <a:pt x="15691" y="11320"/>
                    <a:pt x="15592" y="11262"/>
                  </a:cubicBezTo>
                  <a:cubicBezTo>
                    <a:pt x="15426" y="11159"/>
                    <a:pt x="15290" y="11113"/>
                    <a:pt x="15150" y="11113"/>
                  </a:cubicBezTo>
                  <a:cubicBezTo>
                    <a:pt x="15038" y="11113"/>
                    <a:pt x="14923" y="11143"/>
                    <a:pt x="14789" y="11197"/>
                  </a:cubicBezTo>
                  <a:cubicBezTo>
                    <a:pt x="14591" y="11254"/>
                    <a:pt x="14416" y="11282"/>
                    <a:pt x="14329" y="11282"/>
                  </a:cubicBezTo>
                  <a:cubicBezTo>
                    <a:pt x="14242" y="11282"/>
                    <a:pt x="14242" y="11254"/>
                    <a:pt x="14392" y="11197"/>
                  </a:cubicBezTo>
                  <a:cubicBezTo>
                    <a:pt x="14512" y="11125"/>
                    <a:pt x="14561" y="11096"/>
                    <a:pt x="14539" y="11096"/>
                  </a:cubicBezTo>
                  <a:cubicBezTo>
                    <a:pt x="14523" y="11096"/>
                    <a:pt x="14474" y="11109"/>
                    <a:pt x="14392" y="11132"/>
                  </a:cubicBezTo>
                  <a:lnTo>
                    <a:pt x="13897" y="11132"/>
                  </a:lnTo>
                  <a:cubicBezTo>
                    <a:pt x="13792" y="11132"/>
                    <a:pt x="13695" y="11189"/>
                    <a:pt x="13695" y="11254"/>
                  </a:cubicBezTo>
                  <a:cubicBezTo>
                    <a:pt x="13618" y="11168"/>
                    <a:pt x="13514" y="11124"/>
                    <a:pt x="13410" y="11124"/>
                  </a:cubicBezTo>
                  <a:cubicBezTo>
                    <a:pt x="13337" y="11124"/>
                    <a:pt x="13264" y="11146"/>
                    <a:pt x="13200" y="11189"/>
                  </a:cubicBezTo>
                  <a:lnTo>
                    <a:pt x="12997" y="11189"/>
                  </a:lnTo>
                  <a:cubicBezTo>
                    <a:pt x="12986" y="11188"/>
                    <a:pt x="12974" y="11187"/>
                    <a:pt x="12962" y="11187"/>
                  </a:cubicBezTo>
                  <a:cubicBezTo>
                    <a:pt x="12901" y="11187"/>
                    <a:pt x="12842" y="11205"/>
                    <a:pt x="12795" y="11246"/>
                  </a:cubicBezTo>
                  <a:cubicBezTo>
                    <a:pt x="12766" y="11263"/>
                    <a:pt x="12738" y="11269"/>
                    <a:pt x="12709" y="11269"/>
                  </a:cubicBezTo>
                  <a:cubicBezTo>
                    <a:pt x="12640" y="11269"/>
                    <a:pt x="12569" y="11229"/>
                    <a:pt x="12495" y="11189"/>
                  </a:cubicBezTo>
                  <a:cubicBezTo>
                    <a:pt x="12426" y="11143"/>
                    <a:pt x="12356" y="11101"/>
                    <a:pt x="12322" y="11101"/>
                  </a:cubicBezTo>
                  <a:cubicBezTo>
                    <a:pt x="12308" y="11101"/>
                    <a:pt x="12300" y="11108"/>
                    <a:pt x="12300" y="11124"/>
                  </a:cubicBezTo>
                  <a:cubicBezTo>
                    <a:pt x="12300" y="11181"/>
                    <a:pt x="12098" y="11246"/>
                    <a:pt x="12000" y="11303"/>
                  </a:cubicBezTo>
                  <a:cubicBezTo>
                    <a:pt x="11969" y="11319"/>
                    <a:pt x="11939" y="11326"/>
                    <a:pt x="11915" y="11326"/>
                  </a:cubicBezTo>
                  <a:cubicBezTo>
                    <a:pt x="11855" y="11326"/>
                    <a:pt x="11828" y="11286"/>
                    <a:pt x="11903" y="11246"/>
                  </a:cubicBezTo>
                  <a:cubicBezTo>
                    <a:pt x="11903" y="11181"/>
                    <a:pt x="11903" y="11181"/>
                    <a:pt x="11700" y="11124"/>
                  </a:cubicBezTo>
                  <a:cubicBezTo>
                    <a:pt x="11603" y="11124"/>
                    <a:pt x="11400" y="11124"/>
                    <a:pt x="11400" y="11181"/>
                  </a:cubicBezTo>
                  <a:cubicBezTo>
                    <a:pt x="11400" y="11209"/>
                    <a:pt x="11250" y="11224"/>
                    <a:pt x="11088" y="11224"/>
                  </a:cubicBezTo>
                  <a:cubicBezTo>
                    <a:pt x="10926" y="11224"/>
                    <a:pt x="10752" y="11209"/>
                    <a:pt x="10703" y="11181"/>
                  </a:cubicBezTo>
                  <a:lnTo>
                    <a:pt x="10500" y="11173"/>
                  </a:lnTo>
                  <a:cubicBezTo>
                    <a:pt x="10403" y="11173"/>
                    <a:pt x="10306" y="11238"/>
                    <a:pt x="10200" y="11238"/>
                  </a:cubicBezTo>
                  <a:cubicBezTo>
                    <a:pt x="10135" y="11238"/>
                    <a:pt x="10062" y="11262"/>
                    <a:pt x="10006" y="11295"/>
                  </a:cubicBezTo>
                  <a:cubicBezTo>
                    <a:pt x="9900" y="11295"/>
                    <a:pt x="9803" y="11295"/>
                    <a:pt x="9803" y="11230"/>
                  </a:cubicBezTo>
                  <a:cubicBezTo>
                    <a:pt x="9754" y="11291"/>
                    <a:pt x="9730" y="11321"/>
                    <a:pt x="9706" y="11321"/>
                  </a:cubicBezTo>
                  <a:cubicBezTo>
                    <a:pt x="9681" y="11321"/>
                    <a:pt x="9657" y="11291"/>
                    <a:pt x="9608" y="11230"/>
                  </a:cubicBezTo>
                  <a:cubicBezTo>
                    <a:pt x="9608" y="11173"/>
                    <a:pt x="9608" y="11145"/>
                    <a:pt x="9595" y="11145"/>
                  </a:cubicBezTo>
                  <a:cubicBezTo>
                    <a:pt x="9582" y="11145"/>
                    <a:pt x="9556" y="11173"/>
                    <a:pt x="9503" y="11230"/>
                  </a:cubicBezTo>
                  <a:cubicBezTo>
                    <a:pt x="9454" y="11262"/>
                    <a:pt x="9430" y="11278"/>
                    <a:pt x="9406" y="11278"/>
                  </a:cubicBezTo>
                  <a:cubicBezTo>
                    <a:pt x="9381" y="11278"/>
                    <a:pt x="9357" y="11262"/>
                    <a:pt x="9308" y="11230"/>
                  </a:cubicBezTo>
                  <a:cubicBezTo>
                    <a:pt x="9308" y="11201"/>
                    <a:pt x="9284" y="11187"/>
                    <a:pt x="9259" y="11187"/>
                  </a:cubicBezTo>
                  <a:cubicBezTo>
                    <a:pt x="9233" y="11187"/>
                    <a:pt x="9207" y="11201"/>
                    <a:pt x="9203" y="11230"/>
                  </a:cubicBezTo>
                  <a:cubicBezTo>
                    <a:pt x="9144" y="11304"/>
                    <a:pt x="9009" y="11354"/>
                    <a:pt x="8912" y="11354"/>
                  </a:cubicBezTo>
                  <a:cubicBezTo>
                    <a:pt x="8851" y="11354"/>
                    <a:pt x="8806" y="11334"/>
                    <a:pt x="8806" y="11286"/>
                  </a:cubicBezTo>
                  <a:cubicBezTo>
                    <a:pt x="8733" y="11295"/>
                    <a:pt x="8668" y="11311"/>
                    <a:pt x="8603" y="11351"/>
                  </a:cubicBezTo>
                  <a:cubicBezTo>
                    <a:pt x="8554" y="11408"/>
                    <a:pt x="8530" y="11436"/>
                    <a:pt x="8518" y="11436"/>
                  </a:cubicBezTo>
                  <a:cubicBezTo>
                    <a:pt x="8506" y="11436"/>
                    <a:pt x="8506" y="11408"/>
                    <a:pt x="8506" y="11351"/>
                  </a:cubicBezTo>
                  <a:cubicBezTo>
                    <a:pt x="8456" y="11289"/>
                    <a:pt x="8407" y="11259"/>
                    <a:pt x="8356" y="11259"/>
                  </a:cubicBezTo>
                  <a:cubicBezTo>
                    <a:pt x="8307" y="11259"/>
                    <a:pt x="8258" y="11287"/>
                    <a:pt x="8206" y="11343"/>
                  </a:cubicBezTo>
                  <a:cubicBezTo>
                    <a:pt x="8177" y="11363"/>
                    <a:pt x="8143" y="11374"/>
                    <a:pt x="8109" y="11374"/>
                  </a:cubicBezTo>
                  <a:cubicBezTo>
                    <a:pt x="8074" y="11374"/>
                    <a:pt x="8040" y="11363"/>
                    <a:pt x="8011" y="11343"/>
                  </a:cubicBezTo>
                  <a:cubicBezTo>
                    <a:pt x="7893" y="11310"/>
                    <a:pt x="7640" y="11274"/>
                    <a:pt x="7470" y="11274"/>
                  </a:cubicBezTo>
                  <a:cubicBezTo>
                    <a:pt x="7349" y="11274"/>
                    <a:pt x="7270" y="11293"/>
                    <a:pt x="7314" y="11343"/>
                  </a:cubicBezTo>
                  <a:lnTo>
                    <a:pt x="7111" y="11343"/>
                  </a:lnTo>
                  <a:cubicBezTo>
                    <a:pt x="7010" y="11311"/>
                    <a:pt x="6935" y="11295"/>
                    <a:pt x="6873" y="11295"/>
                  </a:cubicBezTo>
                  <a:cubicBezTo>
                    <a:pt x="6811" y="11295"/>
                    <a:pt x="6763" y="11311"/>
                    <a:pt x="6714" y="11343"/>
                  </a:cubicBezTo>
                  <a:lnTo>
                    <a:pt x="6609" y="11400"/>
                  </a:lnTo>
                  <a:cubicBezTo>
                    <a:pt x="6609" y="11343"/>
                    <a:pt x="6511" y="11278"/>
                    <a:pt x="6414" y="11278"/>
                  </a:cubicBezTo>
                  <a:cubicBezTo>
                    <a:pt x="6317" y="11278"/>
                    <a:pt x="6317" y="11278"/>
                    <a:pt x="6317" y="11335"/>
                  </a:cubicBezTo>
                  <a:cubicBezTo>
                    <a:pt x="6414" y="11400"/>
                    <a:pt x="6317" y="11400"/>
                    <a:pt x="6211" y="11400"/>
                  </a:cubicBezTo>
                  <a:cubicBezTo>
                    <a:pt x="6114" y="11400"/>
                    <a:pt x="6017" y="11335"/>
                    <a:pt x="6017" y="11278"/>
                  </a:cubicBezTo>
                  <a:lnTo>
                    <a:pt x="5911" y="11270"/>
                  </a:lnTo>
                  <a:cubicBezTo>
                    <a:pt x="5911" y="11341"/>
                    <a:pt x="5876" y="11370"/>
                    <a:pt x="5848" y="11370"/>
                  </a:cubicBezTo>
                  <a:cubicBezTo>
                    <a:pt x="5827" y="11370"/>
                    <a:pt x="5811" y="11354"/>
                    <a:pt x="5814" y="11327"/>
                  </a:cubicBezTo>
                  <a:cubicBezTo>
                    <a:pt x="5727" y="11283"/>
                    <a:pt x="5633" y="11253"/>
                    <a:pt x="5539" y="11253"/>
                  </a:cubicBezTo>
                  <a:cubicBezTo>
                    <a:pt x="5528" y="11253"/>
                    <a:pt x="5517" y="11253"/>
                    <a:pt x="5506" y="11254"/>
                  </a:cubicBezTo>
                  <a:cubicBezTo>
                    <a:pt x="5506" y="11272"/>
                    <a:pt x="5497" y="11278"/>
                    <a:pt x="5487" y="11278"/>
                  </a:cubicBezTo>
                  <a:cubicBezTo>
                    <a:pt x="5466" y="11278"/>
                    <a:pt x="5443" y="11253"/>
                    <a:pt x="5490" y="11253"/>
                  </a:cubicBezTo>
                  <a:cubicBezTo>
                    <a:pt x="5495" y="11253"/>
                    <a:pt x="5500" y="11254"/>
                    <a:pt x="5506" y="11254"/>
                  </a:cubicBezTo>
                  <a:lnTo>
                    <a:pt x="5514" y="11189"/>
                  </a:lnTo>
                  <a:cubicBezTo>
                    <a:pt x="5486" y="11169"/>
                    <a:pt x="5466" y="11161"/>
                    <a:pt x="5452" y="11161"/>
                  </a:cubicBezTo>
                  <a:cubicBezTo>
                    <a:pt x="5420" y="11161"/>
                    <a:pt x="5414" y="11201"/>
                    <a:pt x="5409" y="11246"/>
                  </a:cubicBezTo>
                  <a:lnTo>
                    <a:pt x="5206" y="11213"/>
                  </a:lnTo>
                  <a:cubicBezTo>
                    <a:pt x="5164" y="11207"/>
                    <a:pt x="5121" y="11200"/>
                    <a:pt x="5093" y="11200"/>
                  </a:cubicBezTo>
                  <a:cubicBezTo>
                    <a:pt x="5054" y="11200"/>
                    <a:pt x="5041" y="11212"/>
                    <a:pt x="5092" y="11254"/>
                  </a:cubicBezTo>
                  <a:cubicBezTo>
                    <a:pt x="5085" y="11311"/>
                    <a:pt x="5078" y="11362"/>
                    <a:pt x="5004" y="11362"/>
                  </a:cubicBezTo>
                  <a:cubicBezTo>
                    <a:pt x="4994" y="11362"/>
                    <a:pt x="4983" y="11361"/>
                    <a:pt x="4971" y="11359"/>
                  </a:cubicBezTo>
                  <a:cubicBezTo>
                    <a:pt x="4968" y="11376"/>
                    <a:pt x="4959" y="11381"/>
                    <a:pt x="4948" y="11381"/>
                  </a:cubicBezTo>
                  <a:cubicBezTo>
                    <a:pt x="4927" y="11381"/>
                    <a:pt x="4904" y="11357"/>
                    <a:pt x="4944" y="11357"/>
                  </a:cubicBezTo>
                  <a:cubicBezTo>
                    <a:pt x="4951" y="11357"/>
                    <a:pt x="4960" y="11358"/>
                    <a:pt x="4971" y="11359"/>
                  </a:cubicBezTo>
                  <a:cubicBezTo>
                    <a:pt x="4987" y="11303"/>
                    <a:pt x="4995" y="11238"/>
                    <a:pt x="4890" y="11222"/>
                  </a:cubicBezTo>
                  <a:cubicBezTo>
                    <a:pt x="4792" y="11197"/>
                    <a:pt x="4809" y="11141"/>
                    <a:pt x="4809" y="11141"/>
                  </a:cubicBezTo>
                  <a:cubicBezTo>
                    <a:pt x="4905" y="11070"/>
                    <a:pt x="4678" y="11025"/>
                    <a:pt x="4518" y="11025"/>
                  </a:cubicBezTo>
                  <a:cubicBezTo>
                    <a:pt x="4475" y="11025"/>
                    <a:pt x="4437" y="11028"/>
                    <a:pt x="4411" y="11035"/>
                  </a:cubicBezTo>
                  <a:cubicBezTo>
                    <a:pt x="4348" y="11049"/>
                    <a:pt x="4294" y="11055"/>
                    <a:pt x="4251" y="11055"/>
                  </a:cubicBezTo>
                  <a:cubicBezTo>
                    <a:pt x="4141" y="11055"/>
                    <a:pt x="4098" y="11011"/>
                    <a:pt x="4128" y="10930"/>
                  </a:cubicBezTo>
                  <a:cubicBezTo>
                    <a:pt x="4146" y="10886"/>
                    <a:pt x="4123" y="10867"/>
                    <a:pt x="4077" y="10867"/>
                  </a:cubicBezTo>
                  <a:cubicBezTo>
                    <a:pt x="4004" y="10867"/>
                    <a:pt x="3875" y="10914"/>
                    <a:pt x="3771" y="10978"/>
                  </a:cubicBezTo>
                  <a:lnTo>
                    <a:pt x="3601" y="11100"/>
                  </a:lnTo>
                  <a:lnTo>
                    <a:pt x="3601" y="11100"/>
                  </a:lnTo>
                  <a:lnTo>
                    <a:pt x="3682" y="10938"/>
                  </a:lnTo>
                  <a:cubicBezTo>
                    <a:pt x="3690" y="10670"/>
                    <a:pt x="3690" y="10686"/>
                    <a:pt x="3365" y="10638"/>
                  </a:cubicBezTo>
                  <a:cubicBezTo>
                    <a:pt x="3163" y="10581"/>
                    <a:pt x="3155" y="10581"/>
                    <a:pt x="3187" y="10532"/>
                  </a:cubicBezTo>
                  <a:cubicBezTo>
                    <a:pt x="3228" y="10476"/>
                    <a:pt x="3122" y="10443"/>
                    <a:pt x="2887" y="10257"/>
                  </a:cubicBezTo>
                  <a:cubicBezTo>
                    <a:pt x="2688" y="10110"/>
                    <a:pt x="2603" y="10035"/>
                    <a:pt x="2556" y="10035"/>
                  </a:cubicBezTo>
                  <a:cubicBezTo>
                    <a:pt x="2546" y="10035"/>
                    <a:pt x="2538" y="10039"/>
                    <a:pt x="2530" y="10046"/>
                  </a:cubicBezTo>
                  <a:lnTo>
                    <a:pt x="2376" y="9908"/>
                  </a:lnTo>
                  <a:cubicBezTo>
                    <a:pt x="2382" y="9809"/>
                    <a:pt x="2306" y="9733"/>
                    <a:pt x="2249" y="9733"/>
                  </a:cubicBezTo>
                  <a:cubicBezTo>
                    <a:pt x="2218" y="9733"/>
                    <a:pt x="2193" y="9756"/>
                    <a:pt x="2190" y="9811"/>
                  </a:cubicBezTo>
                  <a:cubicBezTo>
                    <a:pt x="2190" y="9811"/>
                    <a:pt x="2117" y="9738"/>
                    <a:pt x="2044" y="9657"/>
                  </a:cubicBezTo>
                  <a:lnTo>
                    <a:pt x="2093" y="9616"/>
                  </a:lnTo>
                  <a:cubicBezTo>
                    <a:pt x="2149" y="9576"/>
                    <a:pt x="1963" y="9454"/>
                    <a:pt x="1525" y="8773"/>
                  </a:cubicBezTo>
                  <a:cubicBezTo>
                    <a:pt x="1133" y="8075"/>
                    <a:pt x="1104" y="7896"/>
                    <a:pt x="1015" y="7896"/>
                  </a:cubicBezTo>
                  <a:cubicBezTo>
                    <a:pt x="1003" y="7896"/>
                    <a:pt x="989" y="7900"/>
                    <a:pt x="974" y="7906"/>
                  </a:cubicBezTo>
                  <a:cubicBezTo>
                    <a:pt x="828" y="7849"/>
                    <a:pt x="795" y="7743"/>
                    <a:pt x="909" y="7711"/>
                  </a:cubicBezTo>
                  <a:cubicBezTo>
                    <a:pt x="962" y="7696"/>
                    <a:pt x="979" y="7596"/>
                    <a:pt x="942" y="7596"/>
                  </a:cubicBezTo>
                  <a:cubicBezTo>
                    <a:pt x="939" y="7596"/>
                    <a:pt x="936" y="7596"/>
                    <a:pt x="933" y="7597"/>
                  </a:cubicBezTo>
                  <a:cubicBezTo>
                    <a:pt x="901" y="7492"/>
                    <a:pt x="901" y="7387"/>
                    <a:pt x="909" y="7289"/>
                  </a:cubicBezTo>
                  <a:cubicBezTo>
                    <a:pt x="948" y="6986"/>
                    <a:pt x="905" y="6892"/>
                    <a:pt x="844" y="6892"/>
                  </a:cubicBezTo>
                  <a:cubicBezTo>
                    <a:pt x="841" y="6892"/>
                    <a:pt x="838" y="6892"/>
                    <a:pt x="836" y="6892"/>
                  </a:cubicBezTo>
                  <a:cubicBezTo>
                    <a:pt x="804" y="6927"/>
                    <a:pt x="785" y="6941"/>
                    <a:pt x="776" y="6941"/>
                  </a:cubicBezTo>
                  <a:cubicBezTo>
                    <a:pt x="756" y="6941"/>
                    <a:pt x="786" y="6866"/>
                    <a:pt x="820" y="6787"/>
                  </a:cubicBezTo>
                  <a:cubicBezTo>
                    <a:pt x="859" y="6685"/>
                    <a:pt x="905" y="6584"/>
                    <a:pt x="858" y="6584"/>
                  </a:cubicBezTo>
                  <a:cubicBezTo>
                    <a:pt x="856" y="6584"/>
                    <a:pt x="854" y="6584"/>
                    <a:pt x="852" y="6584"/>
                  </a:cubicBezTo>
                  <a:cubicBezTo>
                    <a:pt x="780" y="6495"/>
                    <a:pt x="699" y="5887"/>
                    <a:pt x="825" y="5887"/>
                  </a:cubicBezTo>
                  <a:cubicBezTo>
                    <a:pt x="826" y="5887"/>
                    <a:pt x="827" y="5887"/>
                    <a:pt x="828" y="5887"/>
                  </a:cubicBezTo>
                  <a:cubicBezTo>
                    <a:pt x="828" y="5887"/>
                    <a:pt x="836" y="5789"/>
                    <a:pt x="844" y="5684"/>
                  </a:cubicBezTo>
                  <a:cubicBezTo>
                    <a:pt x="779" y="5684"/>
                    <a:pt x="787" y="5481"/>
                    <a:pt x="828" y="5279"/>
                  </a:cubicBezTo>
                  <a:cubicBezTo>
                    <a:pt x="859" y="5092"/>
                    <a:pt x="875" y="4994"/>
                    <a:pt x="927" y="4994"/>
                  </a:cubicBezTo>
                  <a:cubicBezTo>
                    <a:pt x="929" y="4994"/>
                    <a:pt x="931" y="4995"/>
                    <a:pt x="933" y="4995"/>
                  </a:cubicBezTo>
                  <a:cubicBezTo>
                    <a:pt x="945" y="5028"/>
                    <a:pt x="955" y="5043"/>
                    <a:pt x="962" y="5043"/>
                  </a:cubicBezTo>
                  <a:cubicBezTo>
                    <a:pt x="981" y="5043"/>
                    <a:pt x="988" y="4950"/>
                    <a:pt x="982" y="4800"/>
                  </a:cubicBezTo>
                  <a:cubicBezTo>
                    <a:pt x="1014" y="4711"/>
                    <a:pt x="917" y="4581"/>
                    <a:pt x="949" y="4476"/>
                  </a:cubicBezTo>
                  <a:cubicBezTo>
                    <a:pt x="893" y="4460"/>
                    <a:pt x="868" y="4346"/>
                    <a:pt x="909" y="4249"/>
                  </a:cubicBezTo>
                  <a:lnTo>
                    <a:pt x="909" y="4249"/>
                  </a:lnTo>
                  <a:lnTo>
                    <a:pt x="966" y="4265"/>
                  </a:lnTo>
                  <a:lnTo>
                    <a:pt x="1071" y="4306"/>
                  </a:lnTo>
                  <a:cubicBezTo>
                    <a:pt x="1112" y="4217"/>
                    <a:pt x="1144" y="4119"/>
                    <a:pt x="1087" y="4095"/>
                  </a:cubicBezTo>
                  <a:cubicBezTo>
                    <a:pt x="1184" y="3998"/>
                    <a:pt x="1266" y="3884"/>
                    <a:pt x="1314" y="3754"/>
                  </a:cubicBezTo>
                  <a:cubicBezTo>
                    <a:pt x="1395" y="3568"/>
                    <a:pt x="1509" y="3398"/>
                    <a:pt x="1509" y="3284"/>
                  </a:cubicBezTo>
                  <a:cubicBezTo>
                    <a:pt x="1655" y="3252"/>
                    <a:pt x="2003" y="2781"/>
                    <a:pt x="1987" y="2627"/>
                  </a:cubicBezTo>
                  <a:cubicBezTo>
                    <a:pt x="1947" y="2587"/>
                    <a:pt x="2020" y="2514"/>
                    <a:pt x="2125" y="2481"/>
                  </a:cubicBezTo>
                  <a:cubicBezTo>
                    <a:pt x="2238" y="2441"/>
                    <a:pt x="2238" y="2441"/>
                    <a:pt x="2271" y="2327"/>
                  </a:cubicBezTo>
                  <a:cubicBezTo>
                    <a:pt x="2303" y="2214"/>
                    <a:pt x="2417" y="2190"/>
                    <a:pt x="2530" y="2173"/>
                  </a:cubicBezTo>
                  <a:cubicBezTo>
                    <a:pt x="2546" y="2177"/>
                    <a:pt x="2563" y="2178"/>
                    <a:pt x="2579" y="2178"/>
                  </a:cubicBezTo>
                  <a:cubicBezTo>
                    <a:pt x="2677" y="2178"/>
                    <a:pt x="2770" y="2118"/>
                    <a:pt x="2798" y="2027"/>
                  </a:cubicBezTo>
                  <a:cubicBezTo>
                    <a:pt x="2903" y="1890"/>
                    <a:pt x="3025" y="1776"/>
                    <a:pt x="3171" y="1687"/>
                  </a:cubicBezTo>
                  <a:cubicBezTo>
                    <a:pt x="3317" y="1533"/>
                    <a:pt x="3406" y="1476"/>
                    <a:pt x="3284" y="1476"/>
                  </a:cubicBezTo>
                  <a:cubicBezTo>
                    <a:pt x="3260" y="1427"/>
                    <a:pt x="3317" y="1322"/>
                    <a:pt x="3317" y="1322"/>
                  </a:cubicBezTo>
                  <a:cubicBezTo>
                    <a:pt x="3392" y="1247"/>
                    <a:pt x="3439" y="1222"/>
                    <a:pt x="3455" y="1222"/>
                  </a:cubicBezTo>
                  <a:cubicBezTo>
                    <a:pt x="3472" y="1222"/>
                    <a:pt x="3456" y="1249"/>
                    <a:pt x="3406" y="1273"/>
                  </a:cubicBezTo>
                  <a:cubicBezTo>
                    <a:pt x="3313" y="1366"/>
                    <a:pt x="3312" y="1383"/>
                    <a:pt x="3350" y="1383"/>
                  </a:cubicBezTo>
                  <a:cubicBezTo>
                    <a:pt x="3371" y="1383"/>
                    <a:pt x="3402" y="1378"/>
                    <a:pt x="3438" y="1378"/>
                  </a:cubicBezTo>
                  <a:cubicBezTo>
                    <a:pt x="3446" y="1378"/>
                    <a:pt x="3454" y="1378"/>
                    <a:pt x="3463" y="1379"/>
                  </a:cubicBezTo>
                  <a:cubicBezTo>
                    <a:pt x="3601" y="1363"/>
                    <a:pt x="3738" y="1322"/>
                    <a:pt x="3860" y="1257"/>
                  </a:cubicBezTo>
                  <a:cubicBezTo>
                    <a:pt x="3949" y="1209"/>
                    <a:pt x="4144" y="1152"/>
                    <a:pt x="4241" y="1111"/>
                  </a:cubicBezTo>
                  <a:cubicBezTo>
                    <a:pt x="4541" y="1063"/>
                    <a:pt x="4647" y="1063"/>
                    <a:pt x="4630" y="998"/>
                  </a:cubicBezTo>
                  <a:cubicBezTo>
                    <a:pt x="4611" y="925"/>
                    <a:pt x="4603" y="896"/>
                    <a:pt x="4603" y="896"/>
                  </a:cubicBezTo>
                  <a:lnTo>
                    <a:pt x="4603" y="896"/>
                  </a:lnTo>
                  <a:cubicBezTo>
                    <a:pt x="4604" y="896"/>
                    <a:pt x="4607" y="910"/>
                    <a:pt x="4614" y="933"/>
                  </a:cubicBezTo>
                  <a:cubicBezTo>
                    <a:pt x="4634" y="948"/>
                    <a:pt x="4675" y="953"/>
                    <a:pt x="4732" y="953"/>
                  </a:cubicBezTo>
                  <a:cubicBezTo>
                    <a:pt x="4861" y="953"/>
                    <a:pt x="5070" y="923"/>
                    <a:pt x="5279" y="900"/>
                  </a:cubicBezTo>
                  <a:cubicBezTo>
                    <a:pt x="5579" y="852"/>
                    <a:pt x="5879" y="836"/>
                    <a:pt x="5928" y="763"/>
                  </a:cubicBezTo>
                  <a:lnTo>
                    <a:pt x="5928" y="827"/>
                  </a:lnTo>
                  <a:cubicBezTo>
                    <a:pt x="5928" y="884"/>
                    <a:pt x="6033" y="884"/>
                    <a:pt x="6228" y="884"/>
                  </a:cubicBezTo>
                  <a:cubicBezTo>
                    <a:pt x="6333" y="884"/>
                    <a:pt x="6730" y="827"/>
                    <a:pt x="7030" y="827"/>
                  </a:cubicBezTo>
                  <a:cubicBezTo>
                    <a:pt x="7427" y="827"/>
                    <a:pt x="7727" y="827"/>
                    <a:pt x="7727" y="771"/>
                  </a:cubicBezTo>
                  <a:cubicBezTo>
                    <a:pt x="7825" y="771"/>
                    <a:pt x="7825" y="771"/>
                    <a:pt x="7825" y="827"/>
                  </a:cubicBezTo>
                  <a:cubicBezTo>
                    <a:pt x="7727" y="892"/>
                    <a:pt x="7825" y="892"/>
                    <a:pt x="7930" y="892"/>
                  </a:cubicBezTo>
                  <a:cubicBezTo>
                    <a:pt x="8027" y="892"/>
                    <a:pt x="8027" y="836"/>
                    <a:pt x="8027" y="771"/>
                  </a:cubicBezTo>
                  <a:cubicBezTo>
                    <a:pt x="8027" y="742"/>
                    <a:pt x="8052" y="728"/>
                    <a:pt x="8101" y="728"/>
                  </a:cubicBezTo>
                  <a:cubicBezTo>
                    <a:pt x="8151" y="728"/>
                    <a:pt x="8226" y="742"/>
                    <a:pt x="8327" y="771"/>
                  </a:cubicBezTo>
                  <a:cubicBezTo>
                    <a:pt x="8461" y="804"/>
                    <a:pt x="8600" y="820"/>
                    <a:pt x="8738" y="820"/>
                  </a:cubicBezTo>
                  <a:cubicBezTo>
                    <a:pt x="8867" y="820"/>
                    <a:pt x="8997" y="806"/>
                    <a:pt x="9122" y="779"/>
                  </a:cubicBezTo>
                  <a:cubicBezTo>
                    <a:pt x="9227" y="779"/>
                    <a:pt x="9325" y="779"/>
                    <a:pt x="9325" y="836"/>
                  </a:cubicBezTo>
                  <a:cubicBezTo>
                    <a:pt x="9403" y="885"/>
                    <a:pt x="9491" y="910"/>
                    <a:pt x="9578" y="910"/>
                  </a:cubicBezTo>
                  <a:cubicBezTo>
                    <a:pt x="9661" y="910"/>
                    <a:pt x="9744" y="887"/>
                    <a:pt x="9819" y="844"/>
                  </a:cubicBezTo>
                  <a:cubicBezTo>
                    <a:pt x="9925" y="844"/>
                    <a:pt x="9925" y="844"/>
                    <a:pt x="9925" y="900"/>
                  </a:cubicBezTo>
                  <a:cubicBezTo>
                    <a:pt x="9981" y="934"/>
                    <a:pt x="10005" y="969"/>
                    <a:pt x="10034" y="969"/>
                  </a:cubicBezTo>
                  <a:cubicBezTo>
                    <a:pt x="10055" y="969"/>
                    <a:pt x="10079" y="951"/>
                    <a:pt x="10119" y="900"/>
                  </a:cubicBezTo>
                  <a:cubicBezTo>
                    <a:pt x="10229" y="873"/>
                    <a:pt x="10342" y="859"/>
                    <a:pt x="10456" y="859"/>
                  </a:cubicBezTo>
                  <a:cubicBezTo>
                    <a:pt x="10578" y="859"/>
                    <a:pt x="10699" y="875"/>
                    <a:pt x="10817" y="909"/>
                  </a:cubicBezTo>
                  <a:cubicBezTo>
                    <a:pt x="10922" y="909"/>
                    <a:pt x="11019" y="909"/>
                    <a:pt x="11019" y="844"/>
                  </a:cubicBezTo>
                  <a:cubicBezTo>
                    <a:pt x="11019" y="824"/>
                    <a:pt x="11019" y="803"/>
                    <a:pt x="11019" y="787"/>
                  </a:cubicBezTo>
                  <a:cubicBezTo>
                    <a:pt x="11068" y="848"/>
                    <a:pt x="11092" y="878"/>
                    <a:pt x="11118" y="878"/>
                  </a:cubicBezTo>
                  <a:cubicBezTo>
                    <a:pt x="11143" y="878"/>
                    <a:pt x="11169" y="848"/>
                    <a:pt x="11222" y="787"/>
                  </a:cubicBezTo>
                  <a:cubicBezTo>
                    <a:pt x="11222" y="759"/>
                    <a:pt x="11246" y="744"/>
                    <a:pt x="11271" y="744"/>
                  </a:cubicBezTo>
                  <a:cubicBezTo>
                    <a:pt x="11295" y="744"/>
                    <a:pt x="11319" y="759"/>
                    <a:pt x="11319" y="787"/>
                  </a:cubicBezTo>
                  <a:cubicBezTo>
                    <a:pt x="11376" y="819"/>
                    <a:pt x="11449" y="844"/>
                    <a:pt x="11514" y="844"/>
                  </a:cubicBezTo>
                  <a:cubicBezTo>
                    <a:pt x="11612" y="844"/>
                    <a:pt x="12050" y="794"/>
                    <a:pt x="12516" y="794"/>
                  </a:cubicBezTo>
                  <a:cubicBezTo>
                    <a:pt x="12549" y="794"/>
                    <a:pt x="12583" y="795"/>
                    <a:pt x="12616" y="795"/>
                  </a:cubicBezTo>
                  <a:cubicBezTo>
                    <a:pt x="13411" y="795"/>
                    <a:pt x="13711" y="795"/>
                    <a:pt x="13711" y="738"/>
                  </a:cubicBezTo>
                  <a:cubicBezTo>
                    <a:pt x="13764" y="710"/>
                    <a:pt x="13790" y="696"/>
                    <a:pt x="13815" y="696"/>
                  </a:cubicBezTo>
                  <a:cubicBezTo>
                    <a:pt x="13841" y="696"/>
                    <a:pt x="13865" y="710"/>
                    <a:pt x="13914" y="738"/>
                  </a:cubicBezTo>
                  <a:cubicBezTo>
                    <a:pt x="13992" y="781"/>
                    <a:pt x="14082" y="805"/>
                    <a:pt x="14174" y="805"/>
                  </a:cubicBezTo>
                  <a:cubicBezTo>
                    <a:pt x="14187" y="805"/>
                    <a:pt x="14200" y="804"/>
                    <a:pt x="14214" y="803"/>
                  </a:cubicBezTo>
                  <a:cubicBezTo>
                    <a:pt x="14311" y="803"/>
                    <a:pt x="14408" y="803"/>
                    <a:pt x="14408" y="860"/>
                  </a:cubicBezTo>
                  <a:cubicBezTo>
                    <a:pt x="14456" y="819"/>
                    <a:pt x="14515" y="801"/>
                    <a:pt x="14575" y="801"/>
                  </a:cubicBezTo>
                  <a:cubicBezTo>
                    <a:pt x="14587" y="801"/>
                    <a:pt x="14599" y="802"/>
                    <a:pt x="14611" y="803"/>
                  </a:cubicBezTo>
                  <a:cubicBezTo>
                    <a:pt x="14611" y="832"/>
                    <a:pt x="14635" y="846"/>
                    <a:pt x="14672" y="846"/>
                  </a:cubicBezTo>
                  <a:cubicBezTo>
                    <a:pt x="14708" y="846"/>
                    <a:pt x="14757" y="832"/>
                    <a:pt x="14806" y="803"/>
                  </a:cubicBezTo>
                  <a:cubicBezTo>
                    <a:pt x="14858" y="742"/>
                    <a:pt x="14885" y="712"/>
                    <a:pt x="14898" y="712"/>
                  </a:cubicBezTo>
                  <a:cubicBezTo>
                    <a:pt x="14911" y="712"/>
                    <a:pt x="14911" y="742"/>
                    <a:pt x="14911" y="803"/>
                  </a:cubicBezTo>
                  <a:cubicBezTo>
                    <a:pt x="14911" y="843"/>
                    <a:pt x="15055" y="887"/>
                    <a:pt x="15107" y="887"/>
                  </a:cubicBezTo>
                  <a:cubicBezTo>
                    <a:pt x="15129" y="887"/>
                    <a:pt x="15134" y="879"/>
                    <a:pt x="15106" y="860"/>
                  </a:cubicBezTo>
                  <a:cubicBezTo>
                    <a:pt x="15106" y="803"/>
                    <a:pt x="15308" y="803"/>
                    <a:pt x="15406" y="746"/>
                  </a:cubicBezTo>
                  <a:cubicBezTo>
                    <a:pt x="15511" y="746"/>
                    <a:pt x="15608" y="746"/>
                    <a:pt x="15608" y="803"/>
                  </a:cubicBezTo>
                  <a:cubicBezTo>
                    <a:pt x="15639" y="823"/>
                    <a:pt x="15708" y="832"/>
                    <a:pt x="15793" y="832"/>
                  </a:cubicBezTo>
                  <a:cubicBezTo>
                    <a:pt x="15980" y="832"/>
                    <a:pt x="16239" y="791"/>
                    <a:pt x="16305" y="746"/>
                  </a:cubicBezTo>
                  <a:cubicBezTo>
                    <a:pt x="16305" y="718"/>
                    <a:pt x="16330" y="704"/>
                    <a:pt x="16354" y="704"/>
                  </a:cubicBezTo>
                  <a:cubicBezTo>
                    <a:pt x="16378" y="704"/>
                    <a:pt x="16403" y="718"/>
                    <a:pt x="16403" y="746"/>
                  </a:cubicBezTo>
                  <a:cubicBezTo>
                    <a:pt x="16403" y="811"/>
                    <a:pt x="16508" y="811"/>
                    <a:pt x="16605" y="811"/>
                  </a:cubicBezTo>
                  <a:cubicBezTo>
                    <a:pt x="16634" y="792"/>
                    <a:pt x="16655" y="784"/>
                    <a:pt x="16669" y="784"/>
                  </a:cubicBezTo>
                  <a:cubicBezTo>
                    <a:pt x="16703" y="784"/>
                    <a:pt x="16703" y="828"/>
                    <a:pt x="16703" y="868"/>
                  </a:cubicBezTo>
                  <a:cubicBezTo>
                    <a:pt x="16605" y="933"/>
                    <a:pt x="16703" y="933"/>
                    <a:pt x="16905" y="933"/>
                  </a:cubicBezTo>
                  <a:cubicBezTo>
                    <a:pt x="16983" y="881"/>
                    <a:pt x="17253" y="876"/>
                    <a:pt x="17512" y="876"/>
                  </a:cubicBezTo>
                  <a:cubicBezTo>
                    <a:pt x="17576" y="876"/>
                    <a:pt x="17640" y="876"/>
                    <a:pt x="17700" y="876"/>
                  </a:cubicBezTo>
                  <a:cubicBezTo>
                    <a:pt x="18203" y="876"/>
                    <a:pt x="18300" y="819"/>
                    <a:pt x="18503" y="698"/>
                  </a:cubicBezTo>
                  <a:lnTo>
                    <a:pt x="18600" y="576"/>
                  </a:lnTo>
                  <a:lnTo>
                    <a:pt x="18600" y="698"/>
                  </a:lnTo>
                  <a:cubicBezTo>
                    <a:pt x="18600" y="763"/>
                    <a:pt x="18697" y="876"/>
                    <a:pt x="18697" y="876"/>
                  </a:cubicBezTo>
                  <a:cubicBezTo>
                    <a:pt x="18795" y="876"/>
                    <a:pt x="18795" y="819"/>
                    <a:pt x="18803" y="763"/>
                  </a:cubicBezTo>
                  <a:cubicBezTo>
                    <a:pt x="18803" y="730"/>
                    <a:pt x="18827" y="714"/>
                    <a:pt x="18877" y="714"/>
                  </a:cubicBezTo>
                  <a:cubicBezTo>
                    <a:pt x="18926" y="714"/>
                    <a:pt x="19001" y="730"/>
                    <a:pt x="19103" y="763"/>
                  </a:cubicBezTo>
                  <a:cubicBezTo>
                    <a:pt x="19200" y="791"/>
                    <a:pt x="19273" y="805"/>
                    <a:pt x="19335" y="805"/>
                  </a:cubicBezTo>
                  <a:cubicBezTo>
                    <a:pt x="19397" y="805"/>
                    <a:pt x="19447" y="791"/>
                    <a:pt x="19500" y="763"/>
                  </a:cubicBezTo>
                  <a:cubicBezTo>
                    <a:pt x="19512" y="762"/>
                    <a:pt x="19525" y="761"/>
                    <a:pt x="19537" y="761"/>
                  </a:cubicBezTo>
                  <a:cubicBezTo>
                    <a:pt x="19624" y="761"/>
                    <a:pt x="19715" y="785"/>
                    <a:pt x="19800" y="827"/>
                  </a:cubicBezTo>
                  <a:cubicBezTo>
                    <a:pt x="19897" y="827"/>
                    <a:pt x="19897" y="827"/>
                    <a:pt x="19897" y="763"/>
                  </a:cubicBezTo>
                  <a:cubicBezTo>
                    <a:pt x="19897" y="734"/>
                    <a:pt x="19922" y="720"/>
                    <a:pt x="19959" y="720"/>
                  </a:cubicBezTo>
                  <a:cubicBezTo>
                    <a:pt x="19997" y="720"/>
                    <a:pt x="20047" y="734"/>
                    <a:pt x="20100" y="763"/>
                  </a:cubicBezTo>
                  <a:cubicBezTo>
                    <a:pt x="20158" y="835"/>
                    <a:pt x="20287" y="864"/>
                    <a:pt x="20383" y="864"/>
                  </a:cubicBezTo>
                  <a:cubicBezTo>
                    <a:pt x="20448" y="864"/>
                    <a:pt x="20497" y="851"/>
                    <a:pt x="20497" y="827"/>
                  </a:cubicBezTo>
                  <a:cubicBezTo>
                    <a:pt x="20497" y="771"/>
                    <a:pt x="20594" y="771"/>
                    <a:pt x="20692" y="771"/>
                  </a:cubicBezTo>
                  <a:cubicBezTo>
                    <a:pt x="20705" y="772"/>
                    <a:pt x="20719" y="772"/>
                    <a:pt x="20733" y="772"/>
                  </a:cubicBezTo>
                  <a:cubicBezTo>
                    <a:pt x="20824" y="772"/>
                    <a:pt x="20914" y="749"/>
                    <a:pt x="20992" y="714"/>
                  </a:cubicBezTo>
                  <a:lnTo>
                    <a:pt x="21194" y="714"/>
                  </a:lnTo>
                  <a:cubicBezTo>
                    <a:pt x="21292" y="714"/>
                    <a:pt x="21194" y="771"/>
                    <a:pt x="21097" y="771"/>
                  </a:cubicBezTo>
                  <a:lnTo>
                    <a:pt x="21194" y="827"/>
                  </a:lnTo>
                  <a:cubicBezTo>
                    <a:pt x="21245" y="830"/>
                    <a:pt x="21290" y="831"/>
                    <a:pt x="21330" y="831"/>
                  </a:cubicBezTo>
                  <a:cubicBezTo>
                    <a:pt x="21444" y="831"/>
                    <a:pt x="21520" y="819"/>
                    <a:pt x="21592" y="771"/>
                  </a:cubicBezTo>
                  <a:cubicBezTo>
                    <a:pt x="21644" y="714"/>
                    <a:pt x="21671" y="686"/>
                    <a:pt x="21683" y="686"/>
                  </a:cubicBezTo>
                  <a:cubicBezTo>
                    <a:pt x="21695" y="686"/>
                    <a:pt x="21693" y="714"/>
                    <a:pt x="21689" y="771"/>
                  </a:cubicBezTo>
                  <a:cubicBezTo>
                    <a:pt x="21689" y="817"/>
                    <a:pt x="21738" y="859"/>
                    <a:pt x="21805" y="859"/>
                  </a:cubicBezTo>
                  <a:cubicBezTo>
                    <a:pt x="21832" y="859"/>
                    <a:pt x="21861" y="852"/>
                    <a:pt x="21892" y="836"/>
                  </a:cubicBezTo>
                  <a:cubicBezTo>
                    <a:pt x="21932" y="785"/>
                    <a:pt x="21974" y="767"/>
                    <a:pt x="22009" y="767"/>
                  </a:cubicBezTo>
                  <a:cubicBezTo>
                    <a:pt x="22057" y="767"/>
                    <a:pt x="22091" y="802"/>
                    <a:pt x="22086" y="836"/>
                  </a:cubicBezTo>
                  <a:cubicBezTo>
                    <a:pt x="22038" y="896"/>
                    <a:pt x="22013" y="927"/>
                    <a:pt x="22051" y="927"/>
                  </a:cubicBezTo>
                  <a:cubicBezTo>
                    <a:pt x="22088" y="927"/>
                    <a:pt x="22188" y="896"/>
                    <a:pt x="22386" y="836"/>
                  </a:cubicBezTo>
                  <a:cubicBezTo>
                    <a:pt x="22589" y="836"/>
                    <a:pt x="22986" y="779"/>
                    <a:pt x="23286" y="779"/>
                  </a:cubicBezTo>
                  <a:cubicBezTo>
                    <a:pt x="23684" y="779"/>
                    <a:pt x="23886" y="787"/>
                    <a:pt x="23984" y="844"/>
                  </a:cubicBezTo>
                  <a:cubicBezTo>
                    <a:pt x="23984" y="855"/>
                    <a:pt x="23984" y="865"/>
                    <a:pt x="23986" y="874"/>
                  </a:cubicBezTo>
                  <a:lnTo>
                    <a:pt x="23986" y="874"/>
                  </a:lnTo>
                  <a:cubicBezTo>
                    <a:pt x="24002" y="787"/>
                    <a:pt x="24113" y="787"/>
                    <a:pt x="24381" y="787"/>
                  </a:cubicBezTo>
                  <a:cubicBezTo>
                    <a:pt x="24455" y="805"/>
                    <a:pt x="24531" y="814"/>
                    <a:pt x="24605" y="814"/>
                  </a:cubicBezTo>
                  <a:cubicBezTo>
                    <a:pt x="24735" y="814"/>
                    <a:pt x="24863" y="787"/>
                    <a:pt x="24981" y="730"/>
                  </a:cubicBezTo>
                  <a:lnTo>
                    <a:pt x="24786" y="730"/>
                  </a:lnTo>
                  <a:cubicBezTo>
                    <a:pt x="24786" y="658"/>
                    <a:pt x="24821" y="629"/>
                    <a:pt x="24891" y="629"/>
                  </a:cubicBezTo>
                  <a:cubicBezTo>
                    <a:pt x="24939" y="629"/>
                    <a:pt x="25004" y="642"/>
                    <a:pt x="25086" y="665"/>
                  </a:cubicBezTo>
                  <a:cubicBezTo>
                    <a:pt x="25183" y="665"/>
                    <a:pt x="25183" y="730"/>
                    <a:pt x="25183" y="787"/>
                  </a:cubicBezTo>
                  <a:cubicBezTo>
                    <a:pt x="25183" y="852"/>
                    <a:pt x="25281" y="909"/>
                    <a:pt x="25378" y="909"/>
                  </a:cubicBezTo>
                  <a:cubicBezTo>
                    <a:pt x="25483" y="909"/>
                    <a:pt x="25581" y="909"/>
                    <a:pt x="25483" y="852"/>
                  </a:cubicBezTo>
                  <a:cubicBezTo>
                    <a:pt x="25483" y="787"/>
                    <a:pt x="25483" y="787"/>
                    <a:pt x="25581" y="787"/>
                  </a:cubicBezTo>
                  <a:cubicBezTo>
                    <a:pt x="25603" y="790"/>
                    <a:pt x="25625" y="792"/>
                    <a:pt x="25647" y="792"/>
                  </a:cubicBezTo>
                  <a:cubicBezTo>
                    <a:pt x="25729" y="792"/>
                    <a:pt x="25810" y="769"/>
                    <a:pt x="25881" y="730"/>
                  </a:cubicBezTo>
                  <a:cubicBezTo>
                    <a:pt x="25881" y="673"/>
                    <a:pt x="25978" y="673"/>
                    <a:pt x="26083" y="673"/>
                  </a:cubicBezTo>
                  <a:cubicBezTo>
                    <a:pt x="26161" y="709"/>
                    <a:pt x="26251" y="732"/>
                    <a:pt x="26343" y="732"/>
                  </a:cubicBezTo>
                  <a:cubicBezTo>
                    <a:pt x="26356" y="732"/>
                    <a:pt x="26370" y="731"/>
                    <a:pt x="26383" y="730"/>
                  </a:cubicBezTo>
                  <a:lnTo>
                    <a:pt x="26383" y="730"/>
                  </a:lnTo>
                  <a:lnTo>
                    <a:pt x="26375" y="795"/>
                  </a:lnTo>
                  <a:cubicBezTo>
                    <a:pt x="26375" y="852"/>
                    <a:pt x="26481" y="917"/>
                    <a:pt x="26481" y="917"/>
                  </a:cubicBezTo>
                  <a:cubicBezTo>
                    <a:pt x="26578" y="917"/>
                    <a:pt x="26578" y="852"/>
                    <a:pt x="26578" y="852"/>
                  </a:cubicBezTo>
                  <a:cubicBezTo>
                    <a:pt x="26578" y="808"/>
                    <a:pt x="28025" y="803"/>
                    <a:pt x="28809" y="803"/>
                  </a:cubicBezTo>
                  <a:cubicBezTo>
                    <a:pt x="29033" y="803"/>
                    <a:pt x="29203" y="803"/>
                    <a:pt x="29270" y="803"/>
                  </a:cubicBezTo>
                  <a:cubicBezTo>
                    <a:pt x="29375" y="837"/>
                    <a:pt x="29505" y="853"/>
                    <a:pt x="29593" y="853"/>
                  </a:cubicBezTo>
                  <a:cubicBezTo>
                    <a:pt x="29674" y="853"/>
                    <a:pt x="29718" y="839"/>
                    <a:pt x="29667" y="811"/>
                  </a:cubicBezTo>
                  <a:cubicBezTo>
                    <a:pt x="29667" y="759"/>
                    <a:pt x="29989" y="754"/>
                    <a:pt x="30425" y="754"/>
                  </a:cubicBezTo>
                  <a:cubicBezTo>
                    <a:pt x="30534" y="754"/>
                    <a:pt x="30650" y="755"/>
                    <a:pt x="30770" y="755"/>
                  </a:cubicBezTo>
                  <a:cubicBezTo>
                    <a:pt x="30909" y="755"/>
                    <a:pt x="31041" y="755"/>
                    <a:pt x="31161" y="755"/>
                  </a:cubicBezTo>
                  <a:cubicBezTo>
                    <a:pt x="31645" y="755"/>
                    <a:pt x="31962" y="750"/>
                    <a:pt x="31962" y="698"/>
                  </a:cubicBezTo>
                  <a:cubicBezTo>
                    <a:pt x="31962" y="698"/>
                    <a:pt x="32059" y="698"/>
                    <a:pt x="32270" y="706"/>
                  </a:cubicBezTo>
                  <a:cubicBezTo>
                    <a:pt x="32285" y="706"/>
                    <a:pt x="32301" y="707"/>
                    <a:pt x="32317" y="707"/>
                  </a:cubicBezTo>
                  <a:cubicBezTo>
                    <a:pt x="32489" y="707"/>
                    <a:pt x="32660" y="673"/>
                    <a:pt x="32762" y="673"/>
                  </a:cubicBezTo>
                  <a:cubicBezTo>
                    <a:pt x="32772" y="673"/>
                    <a:pt x="32780" y="673"/>
                    <a:pt x="32789" y="673"/>
                  </a:cubicBezTo>
                  <a:cubicBezTo>
                    <a:pt x="32834" y="657"/>
                    <a:pt x="32879" y="650"/>
                    <a:pt x="32908" y="650"/>
                  </a:cubicBezTo>
                  <a:cubicBezTo>
                    <a:pt x="32951" y="650"/>
                    <a:pt x="32962" y="665"/>
                    <a:pt x="32894" y="690"/>
                  </a:cubicBezTo>
                  <a:cubicBezTo>
                    <a:pt x="32886" y="755"/>
                    <a:pt x="32878" y="811"/>
                    <a:pt x="32983" y="827"/>
                  </a:cubicBezTo>
                  <a:cubicBezTo>
                    <a:pt x="33024" y="834"/>
                    <a:pt x="33057" y="837"/>
                    <a:pt x="33084" y="837"/>
                  </a:cubicBezTo>
                  <a:cubicBezTo>
                    <a:pt x="33189" y="837"/>
                    <a:pt x="33196" y="792"/>
                    <a:pt x="33202" y="746"/>
                  </a:cubicBezTo>
                  <a:cubicBezTo>
                    <a:pt x="33212" y="708"/>
                    <a:pt x="33253" y="698"/>
                    <a:pt x="33285" y="698"/>
                  </a:cubicBezTo>
                  <a:cubicBezTo>
                    <a:pt x="33306" y="698"/>
                    <a:pt x="33324" y="703"/>
                    <a:pt x="33324" y="706"/>
                  </a:cubicBezTo>
                  <a:cubicBezTo>
                    <a:pt x="33421" y="730"/>
                    <a:pt x="33421" y="730"/>
                    <a:pt x="33413" y="787"/>
                  </a:cubicBezTo>
                  <a:lnTo>
                    <a:pt x="33380" y="900"/>
                  </a:lnTo>
                  <a:lnTo>
                    <a:pt x="33478" y="933"/>
                  </a:lnTo>
                  <a:cubicBezTo>
                    <a:pt x="33486" y="902"/>
                    <a:pt x="33521" y="895"/>
                    <a:pt x="33551" y="895"/>
                  </a:cubicBezTo>
                  <a:cubicBezTo>
                    <a:pt x="33577" y="895"/>
                    <a:pt x="33599" y="900"/>
                    <a:pt x="33599" y="900"/>
                  </a:cubicBezTo>
                  <a:cubicBezTo>
                    <a:pt x="33697" y="925"/>
                    <a:pt x="33697" y="925"/>
                    <a:pt x="33664" y="1038"/>
                  </a:cubicBezTo>
                  <a:cubicBezTo>
                    <a:pt x="33639" y="1109"/>
                    <a:pt x="33667" y="1145"/>
                    <a:pt x="33722" y="1145"/>
                  </a:cubicBezTo>
                  <a:cubicBezTo>
                    <a:pt x="33757" y="1145"/>
                    <a:pt x="33801" y="1131"/>
                    <a:pt x="33851" y="1103"/>
                  </a:cubicBezTo>
                  <a:lnTo>
                    <a:pt x="34070" y="1119"/>
                  </a:lnTo>
                  <a:cubicBezTo>
                    <a:pt x="34103" y="1213"/>
                    <a:pt x="34218" y="1228"/>
                    <a:pt x="34327" y="1228"/>
                  </a:cubicBezTo>
                  <a:cubicBezTo>
                    <a:pt x="34378" y="1228"/>
                    <a:pt x="34428" y="1225"/>
                    <a:pt x="34467" y="1225"/>
                  </a:cubicBezTo>
                  <a:cubicBezTo>
                    <a:pt x="34496" y="1335"/>
                    <a:pt x="34550" y="1387"/>
                    <a:pt x="34631" y="1387"/>
                  </a:cubicBezTo>
                  <a:cubicBezTo>
                    <a:pt x="34664" y="1387"/>
                    <a:pt x="34701" y="1379"/>
                    <a:pt x="34743" y="1363"/>
                  </a:cubicBezTo>
                  <a:cubicBezTo>
                    <a:pt x="34751" y="1347"/>
                    <a:pt x="34764" y="1340"/>
                    <a:pt x="34780" y="1340"/>
                  </a:cubicBezTo>
                  <a:cubicBezTo>
                    <a:pt x="34821" y="1340"/>
                    <a:pt x="34880" y="1391"/>
                    <a:pt x="34921" y="1468"/>
                  </a:cubicBezTo>
                  <a:cubicBezTo>
                    <a:pt x="34978" y="1582"/>
                    <a:pt x="35075" y="1622"/>
                    <a:pt x="35237" y="1744"/>
                  </a:cubicBezTo>
                  <a:cubicBezTo>
                    <a:pt x="35351" y="1752"/>
                    <a:pt x="35959" y="2181"/>
                    <a:pt x="36445" y="2846"/>
                  </a:cubicBezTo>
                  <a:cubicBezTo>
                    <a:pt x="36986" y="3586"/>
                    <a:pt x="37168" y="4185"/>
                    <a:pt x="37228" y="4185"/>
                  </a:cubicBezTo>
                  <a:cubicBezTo>
                    <a:pt x="37229" y="4185"/>
                    <a:pt x="37231" y="4185"/>
                    <a:pt x="37232" y="4184"/>
                  </a:cubicBezTo>
                  <a:cubicBezTo>
                    <a:pt x="37264" y="4257"/>
                    <a:pt x="37272" y="4330"/>
                    <a:pt x="37248" y="4403"/>
                  </a:cubicBezTo>
                  <a:cubicBezTo>
                    <a:pt x="37191" y="4419"/>
                    <a:pt x="37223" y="4517"/>
                    <a:pt x="37361" y="4581"/>
                  </a:cubicBezTo>
                  <a:cubicBezTo>
                    <a:pt x="37442" y="4671"/>
                    <a:pt x="37507" y="4654"/>
                    <a:pt x="37386" y="4687"/>
                  </a:cubicBezTo>
                  <a:cubicBezTo>
                    <a:pt x="37321" y="4703"/>
                    <a:pt x="37394" y="4898"/>
                    <a:pt x="37451" y="5303"/>
                  </a:cubicBezTo>
                  <a:cubicBezTo>
                    <a:pt x="37499" y="5611"/>
                    <a:pt x="37491" y="6025"/>
                    <a:pt x="37564" y="6025"/>
                  </a:cubicBezTo>
                  <a:cubicBezTo>
                    <a:pt x="37593" y="6148"/>
                    <a:pt x="37604" y="6199"/>
                    <a:pt x="37598" y="6199"/>
                  </a:cubicBezTo>
                  <a:cubicBezTo>
                    <a:pt x="37593" y="6199"/>
                    <a:pt x="37579" y="6174"/>
                    <a:pt x="37556" y="6130"/>
                  </a:cubicBezTo>
                  <a:cubicBezTo>
                    <a:pt x="37545" y="6120"/>
                    <a:pt x="37534" y="6116"/>
                    <a:pt x="37524" y="6116"/>
                  </a:cubicBezTo>
                  <a:cubicBezTo>
                    <a:pt x="37425" y="6116"/>
                    <a:pt x="37383" y="6556"/>
                    <a:pt x="37434" y="6843"/>
                  </a:cubicBezTo>
                  <a:cubicBezTo>
                    <a:pt x="37419" y="6945"/>
                    <a:pt x="37403" y="7038"/>
                    <a:pt x="37344" y="7038"/>
                  </a:cubicBezTo>
                  <a:cubicBezTo>
                    <a:pt x="37342" y="7038"/>
                    <a:pt x="37340" y="7038"/>
                    <a:pt x="37337" y="7038"/>
                  </a:cubicBezTo>
                  <a:cubicBezTo>
                    <a:pt x="37305" y="7208"/>
                    <a:pt x="37280" y="7379"/>
                    <a:pt x="37272" y="7549"/>
                  </a:cubicBezTo>
                  <a:cubicBezTo>
                    <a:pt x="37207" y="7776"/>
                    <a:pt x="37118" y="8003"/>
                    <a:pt x="37021" y="8222"/>
                  </a:cubicBezTo>
                  <a:cubicBezTo>
                    <a:pt x="36964" y="8351"/>
                    <a:pt x="36915" y="8481"/>
                    <a:pt x="36891" y="8619"/>
                  </a:cubicBezTo>
                  <a:cubicBezTo>
                    <a:pt x="36870" y="8652"/>
                    <a:pt x="36850" y="8684"/>
                    <a:pt x="36834" y="8708"/>
                  </a:cubicBezTo>
                  <a:cubicBezTo>
                    <a:pt x="36832" y="8707"/>
                    <a:pt x="36830" y="8707"/>
                    <a:pt x="36828" y="8707"/>
                  </a:cubicBezTo>
                  <a:cubicBezTo>
                    <a:pt x="36762" y="8707"/>
                    <a:pt x="36526" y="9155"/>
                    <a:pt x="36048" y="9665"/>
                  </a:cubicBezTo>
                  <a:cubicBezTo>
                    <a:pt x="35553" y="10184"/>
                    <a:pt x="35018" y="10508"/>
                    <a:pt x="34897" y="10508"/>
                  </a:cubicBezTo>
                  <a:cubicBezTo>
                    <a:pt x="34840" y="10549"/>
                    <a:pt x="34791" y="10597"/>
                    <a:pt x="34751" y="10662"/>
                  </a:cubicBezTo>
                  <a:cubicBezTo>
                    <a:pt x="34743" y="10774"/>
                    <a:pt x="34646" y="10859"/>
                    <a:pt x="34530" y="10859"/>
                  </a:cubicBezTo>
                  <a:cubicBezTo>
                    <a:pt x="34520" y="10859"/>
                    <a:pt x="34510" y="10858"/>
                    <a:pt x="34499" y="10857"/>
                  </a:cubicBezTo>
                  <a:cubicBezTo>
                    <a:pt x="34478" y="10848"/>
                    <a:pt x="34452" y="10844"/>
                    <a:pt x="34422" y="10844"/>
                  </a:cubicBezTo>
                  <a:cubicBezTo>
                    <a:pt x="34256" y="10844"/>
                    <a:pt x="33983" y="10965"/>
                    <a:pt x="33925" y="11081"/>
                  </a:cubicBezTo>
                  <a:lnTo>
                    <a:pt x="33925" y="11081"/>
                  </a:lnTo>
                  <a:cubicBezTo>
                    <a:pt x="33920" y="11066"/>
                    <a:pt x="33913" y="11047"/>
                    <a:pt x="33907" y="11027"/>
                  </a:cubicBezTo>
                  <a:cubicBezTo>
                    <a:pt x="33883" y="11015"/>
                    <a:pt x="33853" y="11009"/>
                    <a:pt x="33820" y="11009"/>
                  </a:cubicBezTo>
                  <a:cubicBezTo>
                    <a:pt x="33680" y="11009"/>
                    <a:pt x="33488" y="11111"/>
                    <a:pt x="33429" y="11230"/>
                  </a:cubicBezTo>
                  <a:cubicBezTo>
                    <a:pt x="33364" y="11211"/>
                    <a:pt x="33301" y="11192"/>
                    <a:pt x="33241" y="11192"/>
                  </a:cubicBezTo>
                  <a:cubicBezTo>
                    <a:pt x="33197" y="11192"/>
                    <a:pt x="33154" y="11202"/>
                    <a:pt x="33113" y="11230"/>
                  </a:cubicBezTo>
                  <a:cubicBezTo>
                    <a:pt x="33086" y="11234"/>
                    <a:pt x="33067" y="11237"/>
                    <a:pt x="33052" y="11237"/>
                  </a:cubicBezTo>
                  <a:cubicBezTo>
                    <a:pt x="33014" y="11237"/>
                    <a:pt x="33011" y="11215"/>
                    <a:pt x="32999" y="11132"/>
                  </a:cubicBezTo>
                  <a:cubicBezTo>
                    <a:pt x="32992" y="11075"/>
                    <a:pt x="32985" y="11024"/>
                    <a:pt x="32917" y="11024"/>
                  </a:cubicBezTo>
                  <a:cubicBezTo>
                    <a:pt x="32907" y="11024"/>
                    <a:pt x="32897" y="11025"/>
                    <a:pt x="32886" y="11027"/>
                  </a:cubicBezTo>
                  <a:cubicBezTo>
                    <a:pt x="32789" y="11035"/>
                    <a:pt x="32789" y="11100"/>
                    <a:pt x="32797" y="11157"/>
                  </a:cubicBezTo>
                  <a:cubicBezTo>
                    <a:pt x="32732" y="11165"/>
                    <a:pt x="32667" y="11173"/>
                    <a:pt x="32602" y="11173"/>
                  </a:cubicBezTo>
                  <a:cubicBezTo>
                    <a:pt x="32602" y="11173"/>
                    <a:pt x="32497" y="11181"/>
                    <a:pt x="32505" y="11238"/>
                  </a:cubicBezTo>
                  <a:cubicBezTo>
                    <a:pt x="32505" y="11303"/>
                    <a:pt x="32399" y="11303"/>
                    <a:pt x="32302" y="11311"/>
                  </a:cubicBezTo>
                  <a:cubicBezTo>
                    <a:pt x="32302" y="11292"/>
                    <a:pt x="32293" y="11284"/>
                    <a:pt x="32282" y="11284"/>
                  </a:cubicBezTo>
                  <a:cubicBezTo>
                    <a:pt x="32258" y="11284"/>
                    <a:pt x="32228" y="11328"/>
                    <a:pt x="32302" y="11368"/>
                  </a:cubicBezTo>
                  <a:cubicBezTo>
                    <a:pt x="32302" y="11424"/>
                    <a:pt x="32302" y="11489"/>
                    <a:pt x="32197" y="11489"/>
                  </a:cubicBezTo>
                  <a:lnTo>
                    <a:pt x="32197" y="11611"/>
                  </a:lnTo>
                  <a:cubicBezTo>
                    <a:pt x="32197" y="11732"/>
                    <a:pt x="32189" y="11789"/>
                    <a:pt x="32416" y="11846"/>
                  </a:cubicBezTo>
                  <a:cubicBezTo>
                    <a:pt x="32564" y="11862"/>
                    <a:pt x="32702" y="11870"/>
                    <a:pt x="32819" y="11870"/>
                  </a:cubicBezTo>
                  <a:cubicBezTo>
                    <a:pt x="33059" y="11870"/>
                    <a:pt x="33213" y="11836"/>
                    <a:pt x="33202" y="11765"/>
                  </a:cubicBezTo>
                  <a:cubicBezTo>
                    <a:pt x="33267" y="11716"/>
                    <a:pt x="33340" y="11684"/>
                    <a:pt x="33413" y="11668"/>
                  </a:cubicBezTo>
                  <a:cubicBezTo>
                    <a:pt x="33449" y="11659"/>
                    <a:pt x="33488" y="11655"/>
                    <a:pt x="33526" y="11655"/>
                  </a:cubicBezTo>
                  <a:cubicBezTo>
                    <a:pt x="33565" y="11655"/>
                    <a:pt x="33603" y="11659"/>
                    <a:pt x="33640" y="11668"/>
                  </a:cubicBezTo>
                  <a:cubicBezTo>
                    <a:pt x="33643" y="11679"/>
                    <a:pt x="33660" y="11685"/>
                    <a:pt x="33690" y="11685"/>
                  </a:cubicBezTo>
                  <a:cubicBezTo>
                    <a:pt x="33741" y="11685"/>
                    <a:pt x="33830" y="11669"/>
                    <a:pt x="33948" y="11643"/>
                  </a:cubicBezTo>
                  <a:cubicBezTo>
                    <a:pt x="34175" y="11578"/>
                    <a:pt x="34402" y="11489"/>
                    <a:pt x="34629" y="11392"/>
                  </a:cubicBezTo>
                  <a:cubicBezTo>
                    <a:pt x="34864" y="11286"/>
                    <a:pt x="35099" y="11165"/>
                    <a:pt x="35318" y="11027"/>
                  </a:cubicBezTo>
                  <a:cubicBezTo>
                    <a:pt x="35424" y="10962"/>
                    <a:pt x="35537" y="10913"/>
                    <a:pt x="35651" y="10873"/>
                  </a:cubicBezTo>
                  <a:cubicBezTo>
                    <a:pt x="35724" y="10857"/>
                    <a:pt x="35805" y="10832"/>
                    <a:pt x="35869" y="10784"/>
                  </a:cubicBezTo>
                  <a:cubicBezTo>
                    <a:pt x="35837" y="10735"/>
                    <a:pt x="36397" y="10322"/>
                    <a:pt x="36891" y="9681"/>
                  </a:cubicBezTo>
                  <a:cubicBezTo>
                    <a:pt x="37402" y="9049"/>
                    <a:pt x="37710" y="8287"/>
                    <a:pt x="37653" y="8262"/>
                  </a:cubicBezTo>
                  <a:cubicBezTo>
                    <a:pt x="37694" y="8157"/>
                    <a:pt x="37734" y="8051"/>
                    <a:pt x="37734" y="8051"/>
                  </a:cubicBezTo>
                  <a:cubicBezTo>
                    <a:pt x="37736" y="8052"/>
                    <a:pt x="37738" y="8052"/>
                    <a:pt x="37740" y="8052"/>
                  </a:cubicBezTo>
                  <a:cubicBezTo>
                    <a:pt x="37790" y="8052"/>
                    <a:pt x="37882" y="7849"/>
                    <a:pt x="37929" y="7630"/>
                  </a:cubicBezTo>
                  <a:cubicBezTo>
                    <a:pt x="37937" y="7524"/>
                    <a:pt x="37945" y="7419"/>
                    <a:pt x="37961" y="7314"/>
                  </a:cubicBezTo>
                  <a:lnTo>
                    <a:pt x="37986" y="7168"/>
                  </a:lnTo>
                  <a:cubicBezTo>
                    <a:pt x="37989" y="7169"/>
                    <a:pt x="37993" y="7169"/>
                    <a:pt x="37996" y="7169"/>
                  </a:cubicBezTo>
                  <a:cubicBezTo>
                    <a:pt x="38045" y="7169"/>
                    <a:pt x="38061" y="7056"/>
                    <a:pt x="38099" y="6835"/>
                  </a:cubicBezTo>
                  <a:cubicBezTo>
                    <a:pt x="38140" y="6608"/>
                    <a:pt x="38132" y="6495"/>
                    <a:pt x="38075" y="6487"/>
                  </a:cubicBezTo>
                  <a:cubicBezTo>
                    <a:pt x="38075" y="6430"/>
                    <a:pt x="38099" y="6203"/>
                    <a:pt x="38099" y="5943"/>
                  </a:cubicBezTo>
                  <a:cubicBezTo>
                    <a:pt x="38099" y="5692"/>
                    <a:pt x="38099" y="5400"/>
                    <a:pt x="38099" y="5222"/>
                  </a:cubicBezTo>
                  <a:cubicBezTo>
                    <a:pt x="38140" y="5100"/>
                    <a:pt x="38067" y="4995"/>
                    <a:pt x="37986" y="4889"/>
                  </a:cubicBezTo>
                  <a:cubicBezTo>
                    <a:pt x="37982" y="4891"/>
                    <a:pt x="37979" y="4891"/>
                    <a:pt x="37975" y="4891"/>
                  </a:cubicBezTo>
                  <a:cubicBezTo>
                    <a:pt x="37925" y="4891"/>
                    <a:pt x="37846" y="4793"/>
                    <a:pt x="37823" y="4695"/>
                  </a:cubicBezTo>
                  <a:lnTo>
                    <a:pt x="37937" y="4671"/>
                  </a:lnTo>
                  <a:cubicBezTo>
                    <a:pt x="37972" y="4709"/>
                    <a:pt x="37994" y="4732"/>
                    <a:pt x="38003" y="4732"/>
                  </a:cubicBezTo>
                  <a:cubicBezTo>
                    <a:pt x="38017" y="4732"/>
                    <a:pt x="38004" y="4678"/>
                    <a:pt x="37969" y="4541"/>
                  </a:cubicBezTo>
                  <a:cubicBezTo>
                    <a:pt x="37937" y="4427"/>
                    <a:pt x="37913" y="4322"/>
                    <a:pt x="37913" y="4322"/>
                  </a:cubicBezTo>
                  <a:cubicBezTo>
                    <a:pt x="37912" y="4322"/>
                    <a:pt x="37911" y="4322"/>
                    <a:pt x="37910" y="4322"/>
                  </a:cubicBezTo>
                  <a:cubicBezTo>
                    <a:pt x="37844" y="4322"/>
                    <a:pt x="37696" y="3761"/>
                    <a:pt x="37305" y="3073"/>
                  </a:cubicBezTo>
                  <a:cubicBezTo>
                    <a:pt x="36803" y="2245"/>
                    <a:pt x="36508" y="2008"/>
                    <a:pt x="36453" y="2008"/>
                  </a:cubicBezTo>
                  <a:cubicBezTo>
                    <a:pt x="36449" y="2008"/>
                    <a:pt x="36447" y="2009"/>
                    <a:pt x="36445" y="2011"/>
                  </a:cubicBezTo>
                  <a:cubicBezTo>
                    <a:pt x="36438" y="2017"/>
                    <a:pt x="36430" y="2021"/>
                    <a:pt x="36421" y="2021"/>
                  </a:cubicBezTo>
                  <a:cubicBezTo>
                    <a:pt x="36373" y="2021"/>
                    <a:pt x="36298" y="1922"/>
                    <a:pt x="36113" y="1695"/>
                  </a:cubicBezTo>
                  <a:cubicBezTo>
                    <a:pt x="35715" y="1103"/>
                    <a:pt x="35683" y="1119"/>
                    <a:pt x="35561" y="1095"/>
                  </a:cubicBezTo>
                  <a:lnTo>
                    <a:pt x="35561" y="1095"/>
                  </a:lnTo>
                  <a:cubicBezTo>
                    <a:pt x="35659" y="1168"/>
                    <a:pt x="35618" y="1217"/>
                    <a:pt x="35586" y="1265"/>
                  </a:cubicBezTo>
                  <a:cubicBezTo>
                    <a:pt x="35563" y="1296"/>
                    <a:pt x="35540" y="1309"/>
                    <a:pt x="35517" y="1309"/>
                  </a:cubicBezTo>
                  <a:cubicBezTo>
                    <a:pt x="35467" y="1309"/>
                    <a:pt x="35422" y="1242"/>
                    <a:pt x="35399" y="1136"/>
                  </a:cubicBezTo>
                  <a:cubicBezTo>
                    <a:pt x="35432" y="1087"/>
                    <a:pt x="35083" y="819"/>
                    <a:pt x="34670" y="657"/>
                  </a:cubicBezTo>
                  <a:cubicBezTo>
                    <a:pt x="34331" y="511"/>
                    <a:pt x="33966" y="425"/>
                    <a:pt x="33804" y="425"/>
                  </a:cubicBezTo>
                  <a:cubicBezTo>
                    <a:pt x="33768" y="425"/>
                    <a:pt x="33742" y="429"/>
                    <a:pt x="33729" y="438"/>
                  </a:cubicBezTo>
                  <a:cubicBezTo>
                    <a:pt x="33733" y="424"/>
                    <a:pt x="33738" y="405"/>
                    <a:pt x="33745" y="382"/>
                  </a:cubicBezTo>
                  <a:cubicBezTo>
                    <a:pt x="33761" y="333"/>
                    <a:pt x="33656" y="276"/>
                    <a:pt x="33202" y="195"/>
                  </a:cubicBezTo>
                  <a:lnTo>
                    <a:pt x="32853" y="146"/>
                  </a:lnTo>
                  <a:cubicBezTo>
                    <a:pt x="32851" y="182"/>
                    <a:pt x="32771" y="195"/>
                    <a:pt x="32668" y="195"/>
                  </a:cubicBezTo>
                  <a:cubicBezTo>
                    <a:pt x="32464" y="195"/>
                    <a:pt x="32167" y="144"/>
                    <a:pt x="32172" y="106"/>
                  </a:cubicBezTo>
                  <a:cubicBezTo>
                    <a:pt x="32075" y="41"/>
                    <a:pt x="32075" y="41"/>
                    <a:pt x="31872" y="41"/>
                  </a:cubicBezTo>
                  <a:cubicBezTo>
                    <a:pt x="31747" y="92"/>
                    <a:pt x="31589" y="110"/>
                    <a:pt x="31446" y="110"/>
                  </a:cubicBezTo>
                  <a:cubicBezTo>
                    <a:pt x="31246" y="110"/>
                    <a:pt x="31078" y="74"/>
                    <a:pt x="31078" y="41"/>
                  </a:cubicBezTo>
                  <a:lnTo>
                    <a:pt x="30875" y="41"/>
                  </a:lnTo>
                  <a:cubicBezTo>
                    <a:pt x="30762" y="76"/>
                    <a:pt x="30649" y="99"/>
                    <a:pt x="30531" y="99"/>
                  </a:cubicBezTo>
                  <a:cubicBezTo>
                    <a:pt x="30513" y="99"/>
                    <a:pt x="30496" y="99"/>
                    <a:pt x="30478" y="98"/>
                  </a:cubicBezTo>
                  <a:cubicBezTo>
                    <a:pt x="30418" y="98"/>
                    <a:pt x="30366" y="97"/>
                    <a:pt x="30322" y="97"/>
                  </a:cubicBezTo>
                  <a:cubicBezTo>
                    <a:pt x="30147" y="97"/>
                    <a:pt x="30100" y="103"/>
                    <a:pt x="30178" y="155"/>
                  </a:cubicBezTo>
                  <a:cubicBezTo>
                    <a:pt x="30178" y="211"/>
                    <a:pt x="30178" y="276"/>
                    <a:pt x="30072" y="276"/>
                  </a:cubicBezTo>
                  <a:lnTo>
                    <a:pt x="30072" y="211"/>
                  </a:lnTo>
                  <a:cubicBezTo>
                    <a:pt x="30072" y="155"/>
                    <a:pt x="29781" y="155"/>
                    <a:pt x="29375" y="146"/>
                  </a:cubicBezTo>
                  <a:cubicBezTo>
                    <a:pt x="28881" y="146"/>
                    <a:pt x="28678" y="146"/>
                    <a:pt x="28581" y="90"/>
                  </a:cubicBezTo>
                  <a:lnTo>
                    <a:pt x="28483" y="146"/>
                  </a:lnTo>
                  <a:cubicBezTo>
                    <a:pt x="28431" y="175"/>
                    <a:pt x="28380" y="189"/>
                    <a:pt x="28342" y="189"/>
                  </a:cubicBezTo>
                  <a:cubicBezTo>
                    <a:pt x="28305" y="189"/>
                    <a:pt x="28281" y="175"/>
                    <a:pt x="28281" y="146"/>
                  </a:cubicBezTo>
                  <a:cubicBezTo>
                    <a:pt x="28230" y="113"/>
                    <a:pt x="28100" y="97"/>
                    <a:pt x="27958" y="97"/>
                  </a:cubicBezTo>
                  <a:cubicBezTo>
                    <a:pt x="27825" y="97"/>
                    <a:pt x="27681" y="111"/>
                    <a:pt x="27583" y="138"/>
                  </a:cubicBezTo>
                  <a:lnTo>
                    <a:pt x="27381" y="138"/>
                  </a:lnTo>
                  <a:cubicBezTo>
                    <a:pt x="27331" y="81"/>
                    <a:pt x="27229" y="50"/>
                    <a:pt x="27128" y="50"/>
                  </a:cubicBezTo>
                  <a:cubicBezTo>
                    <a:pt x="27031" y="50"/>
                    <a:pt x="26934" y="79"/>
                    <a:pt x="26886" y="138"/>
                  </a:cubicBezTo>
                  <a:cubicBezTo>
                    <a:pt x="26886" y="82"/>
                    <a:pt x="26789" y="82"/>
                    <a:pt x="26683" y="82"/>
                  </a:cubicBezTo>
                  <a:cubicBezTo>
                    <a:pt x="26589" y="109"/>
                    <a:pt x="26446" y="123"/>
                    <a:pt x="26324" y="123"/>
                  </a:cubicBezTo>
                  <a:cubicBezTo>
                    <a:pt x="26194" y="123"/>
                    <a:pt x="26087" y="107"/>
                    <a:pt x="26092" y="73"/>
                  </a:cubicBezTo>
                  <a:lnTo>
                    <a:pt x="25986" y="73"/>
                  </a:lnTo>
                  <a:cubicBezTo>
                    <a:pt x="25916" y="112"/>
                    <a:pt x="25835" y="135"/>
                    <a:pt x="25752" y="135"/>
                  </a:cubicBezTo>
                  <a:cubicBezTo>
                    <a:pt x="25730" y="135"/>
                    <a:pt x="25708" y="134"/>
                    <a:pt x="25686" y="130"/>
                  </a:cubicBezTo>
                  <a:cubicBezTo>
                    <a:pt x="25674" y="129"/>
                    <a:pt x="25661" y="129"/>
                    <a:pt x="25649" y="129"/>
                  </a:cubicBezTo>
                  <a:cubicBezTo>
                    <a:pt x="25562" y="129"/>
                    <a:pt x="25471" y="153"/>
                    <a:pt x="25386" y="195"/>
                  </a:cubicBezTo>
                  <a:cubicBezTo>
                    <a:pt x="25329" y="228"/>
                    <a:pt x="25256" y="252"/>
                    <a:pt x="25192" y="252"/>
                  </a:cubicBezTo>
                  <a:cubicBezTo>
                    <a:pt x="25086" y="252"/>
                    <a:pt x="25192" y="195"/>
                    <a:pt x="25289" y="130"/>
                  </a:cubicBezTo>
                  <a:cubicBezTo>
                    <a:pt x="25373" y="107"/>
                    <a:pt x="25371" y="93"/>
                    <a:pt x="25318" y="93"/>
                  </a:cubicBezTo>
                  <a:cubicBezTo>
                    <a:pt x="25243" y="93"/>
                    <a:pt x="25067" y="120"/>
                    <a:pt x="24892" y="187"/>
                  </a:cubicBezTo>
                  <a:cubicBezTo>
                    <a:pt x="24742" y="248"/>
                    <a:pt x="24667" y="278"/>
                    <a:pt x="24654" y="278"/>
                  </a:cubicBezTo>
                  <a:cubicBezTo>
                    <a:pt x="24642" y="278"/>
                    <a:pt x="24693" y="248"/>
                    <a:pt x="24794" y="187"/>
                  </a:cubicBezTo>
                  <a:cubicBezTo>
                    <a:pt x="24863" y="147"/>
                    <a:pt x="24932" y="107"/>
                    <a:pt x="24897" y="107"/>
                  </a:cubicBezTo>
                  <a:cubicBezTo>
                    <a:pt x="24883" y="107"/>
                    <a:pt x="24851" y="114"/>
                    <a:pt x="24794" y="130"/>
                  </a:cubicBezTo>
                  <a:cubicBezTo>
                    <a:pt x="24794" y="130"/>
                    <a:pt x="24592" y="130"/>
                    <a:pt x="24592" y="187"/>
                  </a:cubicBezTo>
                  <a:lnTo>
                    <a:pt x="24292" y="187"/>
                  </a:lnTo>
                  <a:cubicBezTo>
                    <a:pt x="24179" y="152"/>
                    <a:pt x="24066" y="129"/>
                    <a:pt x="23947" y="129"/>
                  </a:cubicBezTo>
                  <a:cubicBezTo>
                    <a:pt x="23930" y="129"/>
                    <a:pt x="23912" y="129"/>
                    <a:pt x="23894" y="130"/>
                  </a:cubicBezTo>
                  <a:cubicBezTo>
                    <a:pt x="23847" y="158"/>
                    <a:pt x="23823" y="172"/>
                    <a:pt x="23799" y="172"/>
                  </a:cubicBezTo>
                  <a:cubicBezTo>
                    <a:pt x="23772" y="172"/>
                    <a:pt x="23746" y="156"/>
                    <a:pt x="23692" y="122"/>
                  </a:cubicBezTo>
                  <a:cubicBezTo>
                    <a:pt x="23692" y="99"/>
                    <a:pt x="23676" y="85"/>
                    <a:pt x="23657" y="85"/>
                  </a:cubicBezTo>
                  <a:cubicBezTo>
                    <a:pt x="23629" y="85"/>
                    <a:pt x="23594" y="115"/>
                    <a:pt x="23594" y="187"/>
                  </a:cubicBezTo>
                  <a:cubicBezTo>
                    <a:pt x="23550" y="215"/>
                    <a:pt x="23497" y="230"/>
                    <a:pt x="23444" y="230"/>
                  </a:cubicBezTo>
                  <a:cubicBezTo>
                    <a:pt x="23392" y="230"/>
                    <a:pt x="23339" y="215"/>
                    <a:pt x="23294" y="187"/>
                  </a:cubicBezTo>
                  <a:cubicBezTo>
                    <a:pt x="23294" y="115"/>
                    <a:pt x="23260" y="85"/>
                    <a:pt x="23232" y="85"/>
                  </a:cubicBezTo>
                  <a:cubicBezTo>
                    <a:pt x="23213" y="85"/>
                    <a:pt x="23197" y="99"/>
                    <a:pt x="23197" y="122"/>
                  </a:cubicBezTo>
                  <a:cubicBezTo>
                    <a:pt x="23132" y="155"/>
                    <a:pt x="23067" y="179"/>
                    <a:pt x="22994" y="179"/>
                  </a:cubicBezTo>
                  <a:cubicBezTo>
                    <a:pt x="22994" y="122"/>
                    <a:pt x="22103" y="114"/>
                    <a:pt x="21203" y="114"/>
                  </a:cubicBezTo>
                  <a:cubicBezTo>
                    <a:pt x="21105" y="114"/>
                    <a:pt x="21000" y="171"/>
                    <a:pt x="21000" y="236"/>
                  </a:cubicBezTo>
                  <a:cubicBezTo>
                    <a:pt x="21000" y="284"/>
                    <a:pt x="21000" y="301"/>
                    <a:pt x="20993" y="301"/>
                  </a:cubicBezTo>
                  <a:cubicBezTo>
                    <a:pt x="20982" y="301"/>
                    <a:pt x="20959" y="268"/>
                    <a:pt x="20903" y="236"/>
                  </a:cubicBezTo>
                  <a:cubicBezTo>
                    <a:pt x="20854" y="142"/>
                    <a:pt x="20779" y="96"/>
                    <a:pt x="20728" y="96"/>
                  </a:cubicBezTo>
                  <a:cubicBezTo>
                    <a:pt x="20678" y="96"/>
                    <a:pt x="20651" y="142"/>
                    <a:pt x="20700" y="236"/>
                  </a:cubicBezTo>
                  <a:cubicBezTo>
                    <a:pt x="20749" y="292"/>
                    <a:pt x="20773" y="321"/>
                    <a:pt x="20761" y="321"/>
                  </a:cubicBezTo>
                  <a:cubicBezTo>
                    <a:pt x="20749" y="321"/>
                    <a:pt x="20700" y="292"/>
                    <a:pt x="20603" y="236"/>
                  </a:cubicBezTo>
                  <a:cubicBezTo>
                    <a:pt x="20552" y="202"/>
                    <a:pt x="20528" y="186"/>
                    <a:pt x="20502" y="186"/>
                  </a:cubicBezTo>
                  <a:cubicBezTo>
                    <a:pt x="20477" y="186"/>
                    <a:pt x="20451" y="200"/>
                    <a:pt x="20400" y="228"/>
                  </a:cubicBezTo>
                  <a:cubicBezTo>
                    <a:pt x="20400" y="260"/>
                    <a:pt x="20376" y="276"/>
                    <a:pt x="20351" y="276"/>
                  </a:cubicBezTo>
                  <a:cubicBezTo>
                    <a:pt x="20327" y="276"/>
                    <a:pt x="20303" y="260"/>
                    <a:pt x="20303" y="228"/>
                  </a:cubicBezTo>
                  <a:cubicBezTo>
                    <a:pt x="20234" y="187"/>
                    <a:pt x="20165" y="147"/>
                    <a:pt x="20128" y="147"/>
                  </a:cubicBezTo>
                  <a:cubicBezTo>
                    <a:pt x="20112" y="147"/>
                    <a:pt x="20102" y="154"/>
                    <a:pt x="20100" y="171"/>
                  </a:cubicBezTo>
                  <a:cubicBezTo>
                    <a:pt x="20035" y="163"/>
                    <a:pt x="19962" y="146"/>
                    <a:pt x="19905" y="106"/>
                  </a:cubicBezTo>
                  <a:cubicBezTo>
                    <a:pt x="19877" y="90"/>
                    <a:pt x="19848" y="83"/>
                    <a:pt x="19819" y="83"/>
                  </a:cubicBezTo>
                  <a:cubicBezTo>
                    <a:pt x="19748" y="83"/>
                    <a:pt x="19675" y="125"/>
                    <a:pt x="19605" y="171"/>
                  </a:cubicBezTo>
                  <a:cubicBezTo>
                    <a:pt x="19458" y="227"/>
                    <a:pt x="19359" y="255"/>
                    <a:pt x="19309" y="255"/>
                  </a:cubicBezTo>
                  <a:cubicBezTo>
                    <a:pt x="19257" y="255"/>
                    <a:pt x="19256" y="225"/>
                    <a:pt x="19305" y="163"/>
                  </a:cubicBezTo>
                  <a:cubicBezTo>
                    <a:pt x="19345" y="120"/>
                    <a:pt x="19298" y="101"/>
                    <a:pt x="19219" y="101"/>
                  </a:cubicBezTo>
                  <a:cubicBezTo>
                    <a:pt x="19088" y="101"/>
                    <a:pt x="18868" y="152"/>
                    <a:pt x="18803" y="228"/>
                  </a:cubicBezTo>
                  <a:cubicBezTo>
                    <a:pt x="18746" y="294"/>
                    <a:pt x="18722" y="322"/>
                    <a:pt x="18712" y="322"/>
                  </a:cubicBezTo>
                  <a:cubicBezTo>
                    <a:pt x="18705" y="322"/>
                    <a:pt x="18705" y="308"/>
                    <a:pt x="18705" y="284"/>
                  </a:cubicBezTo>
                  <a:cubicBezTo>
                    <a:pt x="18705" y="219"/>
                    <a:pt x="18608" y="219"/>
                    <a:pt x="18608" y="219"/>
                  </a:cubicBezTo>
                  <a:cubicBezTo>
                    <a:pt x="18511" y="219"/>
                    <a:pt x="18405" y="219"/>
                    <a:pt x="18405" y="163"/>
                  </a:cubicBezTo>
                  <a:cubicBezTo>
                    <a:pt x="18308" y="171"/>
                    <a:pt x="18203" y="187"/>
                    <a:pt x="18105" y="219"/>
                  </a:cubicBezTo>
                  <a:cubicBezTo>
                    <a:pt x="18032" y="265"/>
                    <a:pt x="17945" y="284"/>
                    <a:pt x="17858" y="284"/>
                  </a:cubicBezTo>
                  <a:cubicBezTo>
                    <a:pt x="17714" y="284"/>
                    <a:pt x="17574" y="231"/>
                    <a:pt x="17514" y="155"/>
                  </a:cubicBezTo>
                  <a:lnTo>
                    <a:pt x="17311" y="219"/>
                  </a:lnTo>
                  <a:cubicBezTo>
                    <a:pt x="17245" y="290"/>
                    <a:pt x="17183" y="342"/>
                    <a:pt x="17145" y="342"/>
                  </a:cubicBezTo>
                  <a:cubicBezTo>
                    <a:pt x="17122" y="342"/>
                    <a:pt x="17108" y="322"/>
                    <a:pt x="17108" y="276"/>
                  </a:cubicBezTo>
                  <a:cubicBezTo>
                    <a:pt x="17108" y="256"/>
                    <a:pt x="17108" y="235"/>
                    <a:pt x="17108" y="219"/>
                  </a:cubicBezTo>
                  <a:cubicBezTo>
                    <a:pt x="17071" y="262"/>
                    <a:pt x="16992" y="281"/>
                    <a:pt x="16907" y="281"/>
                  </a:cubicBezTo>
                  <a:cubicBezTo>
                    <a:pt x="16768" y="281"/>
                    <a:pt x="16614" y="230"/>
                    <a:pt x="16614" y="155"/>
                  </a:cubicBezTo>
                  <a:cubicBezTo>
                    <a:pt x="16614" y="98"/>
                    <a:pt x="16614" y="98"/>
                    <a:pt x="16516" y="98"/>
                  </a:cubicBezTo>
                  <a:lnTo>
                    <a:pt x="16516" y="155"/>
                  </a:lnTo>
                  <a:cubicBezTo>
                    <a:pt x="16516" y="211"/>
                    <a:pt x="16508" y="276"/>
                    <a:pt x="16411" y="276"/>
                  </a:cubicBezTo>
                  <a:cubicBezTo>
                    <a:pt x="16314" y="276"/>
                    <a:pt x="16216" y="268"/>
                    <a:pt x="16216" y="211"/>
                  </a:cubicBezTo>
                  <a:cubicBezTo>
                    <a:pt x="16142" y="171"/>
                    <a:pt x="16072" y="127"/>
                    <a:pt x="16037" y="127"/>
                  </a:cubicBezTo>
                  <a:cubicBezTo>
                    <a:pt x="16022" y="127"/>
                    <a:pt x="16014" y="135"/>
                    <a:pt x="16014" y="155"/>
                  </a:cubicBezTo>
                  <a:cubicBezTo>
                    <a:pt x="15941" y="146"/>
                    <a:pt x="15876" y="130"/>
                    <a:pt x="15819" y="90"/>
                  </a:cubicBezTo>
                  <a:lnTo>
                    <a:pt x="15414" y="90"/>
                  </a:lnTo>
                  <a:cubicBezTo>
                    <a:pt x="15365" y="118"/>
                    <a:pt x="15290" y="132"/>
                    <a:pt x="15228" y="132"/>
                  </a:cubicBezTo>
                  <a:cubicBezTo>
                    <a:pt x="15166" y="132"/>
                    <a:pt x="15118" y="118"/>
                    <a:pt x="15122" y="90"/>
                  </a:cubicBezTo>
                  <a:cubicBezTo>
                    <a:pt x="15016" y="90"/>
                    <a:pt x="14911" y="106"/>
                    <a:pt x="14822" y="146"/>
                  </a:cubicBezTo>
                  <a:cubicBezTo>
                    <a:pt x="14619" y="146"/>
                    <a:pt x="14522" y="146"/>
                    <a:pt x="14522" y="82"/>
                  </a:cubicBezTo>
                  <a:cubicBezTo>
                    <a:pt x="14522" y="53"/>
                    <a:pt x="14522" y="39"/>
                    <a:pt x="14509" y="39"/>
                  </a:cubicBezTo>
                  <a:cubicBezTo>
                    <a:pt x="14495" y="39"/>
                    <a:pt x="14469" y="53"/>
                    <a:pt x="14416" y="82"/>
                  </a:cubicBezTo>
                  <a:cubicBezTo>
                    <a:pt x="14416" y="146"/>
                    <a:pt x="14319" y="146"/>
                    <a:pt x="14222" y="146"/>
                  </a:cubicBezTo>
                  <a:lnTo>
                    <a:pt x="14019" y="146"/>
                  </a:lnTo>
                  <a:cubicBezTo>
                    <a:pt x="14019" y="203"/>
                    <a:pt x="14019" y="203"/>
                    <a:pt x="13922" y="203"/>
                  </a:cubicBezTo>
                  <a:cubicBezTo>
                    <a:pt x="13816" y="203"/>
                    <a:pt x="13525" y="138"/>
                    <a:pt x="13419" y="138"/>
                  </a:cubicBezTo>
                  <a:cubicBezTo>
                    <a:pt x="13119" y="138"/>
                    <a:pt x="13119" y="138"/>
                    <a:pt x="13225" y="203"/>
                  </a:cubicBezTo>
                  <a:cubicBezTo>
                    <a:pt x="13289" y="203"/>
                    <a:pt x="13311" y="228"/>
                    <a:pt x="13258" y="228"/>
                  </a:cubicBezTo>
                  <a:cubicBezTo>
                    <a:pt x="13232" y="228"/>
                    <a:pt x="13187" y="222"/>
                    <a:pt x="13119" y="203"/>
                  </a:cubicBezTo>
                  <a:cubicBezTo>
                    <a:pt x="13022" y="203"/>
                    <a:pt x="12722" y="138"/>
                    <a:pt x="12422" y="138"/>
                  </a:cubicBezTo>
                  <a:cubicBezTo>
                    <a:pt x="12025" y="138"/>
                    <a:pt x="12025" y="138"/>
                    <a:pt x="12025" y="195"/>
                  </a:cubicBezTo>
                  <a:cubicBezTo>
                    <a:pt x="12073" y="256"/>
                    <a:pt x="12073" y="286"/>
                    <a:pt x="12049" y="286"/>
                  </a:cubicBezTo>
                  <a:cubicBezTo>
                    <a:pt x="12025" y="286"/>
                    <a:pt x="11976" y="256"/>
                    <a:pt x="11927" y="195"/>
                  </a:cubicBezTo>
                  <a:cubicBezTo>
                    <a:pt x="11807" y="123"/>
                    <a:pt x="11724" y="94"/>
                    <a:pt x="11676" y="94"/>
                  </a:cubicBezTo>
                  <a:cubicBezTo>
                    <a:pt x="11643" y="94"/>
                    <a:pt x="11627" y="107"/>
                    <a:pt x="11627" y="130"/>
                  </a:cubicBezTo>
                  <a:cubicBezTo>
                    <a:pt x="11578" y="173"/>
                    <a:pt x="11516" y="197"/>
                    <a:pt x="11452" y="197"/>
                  </a:cubicBezTo>
                  <a:cubicBezTo>
                    <a:pt x="11443" y="197"/>
                    <a:pt x="11434" y="196"/>
                    <a:pt x="11425" y="195"/>
                  </a:cubicBezTo>
                  <a:cubicBezTo>
                    <a:pt x="11425" y="162"/>
                    <a:pt x="11399" y="145"/>
                    <a:pt x="11346" y="145"/>
                  </a:cubicBezTo>
                  <a:cubicBezTo>
                    <a:pt x="11296" y="145"/>
                    <a:pt x="11223" y="160"/>
                    <a:pt x="11125" y="187"/>
                  </a:cubicBezTo>
                  <a:cubicBezTo>
                    <a:pt x="11027" y="187"/>
                    <a:pt x="11027" y="187"/>
                    <a:pt x="11027" y="130"/>
                  </a:cubicBezTo>
                  <a:lnTo>
                    <a:pt x="10833" y="130"/>
                  </a:lnTo>
                  <a:cubicBezTo>
                    <a:pt x="10750" y="180"/>
                    <a:pt x="10600" y="199"/>
                    <a:pt x="10445" y="199"/>
                  </a:cubicBezTo>
                  <a:cubicBezTo>
                    <a:pt x="10222" y="199"/>
                    <a:pt x="9990" y="160"/>
                    <a:pt x="9933" y="122"/>
                  </a:cubicBezTo>
                  <a:cubicBezTo>
                    <a:pt x="9860" y="130"/>
                    <a:pt x="9795" y="146"/>
                    <a:pt x="9730" y="187"/>
                  </a:cubicBezTo>
                  <a:cubicBezTo>
                    <a:pt x="9681" y="244"/>
                    <a:pt x="9631" y="272"/>
                    <a:pt x="9593" y="272"/>
                  </a:cubicBezTo>
                  <a:cubicBezTo>
                    <a:pt x="9556" y="272"/>
                    <a:pt x="9531" y="244"/>
                    <a:pt x="9535" y="187"/>
                  </a:cubicBezTo>
                  <a:cubicBezTo>
                    <a:pt x="9535" y="126"/>
                    <a:pt x="9535" y="96"/>
                    <a:pt x="9522" y="96"/>
                  </a:cubicBezTo>
                  <a:cubicBezTo>
                    <a:pt x="9509" y="96"/>
                    <a:pt x="9483" y="126"/>
                    <a:pt x="9430" y="187"/>
                  </a:cubicBezTo>
                  <a:cubicBezTo>
                    <a:pt x="9391" y="210"/>
                    <a:pt x="9284" y="224"/>
                    <a:pt x="9179" y="224"/>
                  </a:cubicBezTo>
                  <a:cubicBezTo>
                    <a:pt x="9025" y="224"/>
                    <a:pt x="8873" y="194"/>
                    <a:pt x="8936" y="122"/>
                  </a:cubicBezTo>
                  <a:lnTo>
                    <a:pt x="8936" y="0"/>
                  </a:lnTo>
                  <a:close/>
                  <a:moveTo>
                    <a:pt x="8498" y="12186"/>
                  </a:moveTo>
                  <a:cubicBezTo>
                    <a:pt x="8498" y="12243"/>
                    <a:pt x="8498" y="12243"/>
                    <a:pt x="8595" y="12243"/>
                  </a:cubicBezTo>
                  <a:cubicBezTo>
                    <a:pt x="8798" y="12243"/>
                    <a:pt x="8798" y="12243"/>
                    <a:pt x="8700" y="121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2"/>
            <p:cNvSpPr/>
            <p:nvPr/>
          </p:nvSpPr>
          <p:spPr>
            <a:xfrm>
              <a:off x="4835398" y="2337276"/>
              <a:ext cx="118111" cy="114698"/>
            </a:xfrm>
            <a:custGeom>
              <a:avLst/>
              <a:gdLst/>
              <a:ahLst/>
              <a:cxnLst/>
              <a:rect l="l" t="t" r="r" b="b"/>
              <a:pathLst>
                <a:path w="6852" h="6654" extrusionOk="0">
                  <a:moveTo>
                    <a:pt x="1565" y="236"/>
                  </a:moveTo>
                  <a:cubicBezTo>
                    <a:pt x="1581" y="293"/>
                    <a:pt x="1606" y="349"/>
                    <a:pt x="1573" y="358"/>
                  </a:cubicBezTo>
                  <a:lnTo>
                    <a:pt x="1541" y="358"/>
                  </a:lnTo>
                  <a:cubicBezTo>
                    <a:pt x="1533" y="317"/>
                    <a:pt x="1525" y="276"/>
                    <a:pt x="1533" y="236"/>
                  </a:cubicBezTo>
                  <a:close/>
                  <a:moveTo>
                    <a:pt x="2019" y="576"/>
                  </a:moveTo>
                  <a:cubicBezTo>
                    <a:pt x="2019" y="633"/>
                    <a:pt x="2027" y="690"/>
                    <a:pt x="2003" y="690"/>
                  </a:cubicBezTo>
                  <a:lnTo>
                    <a:pt x="1971" y="633"/>
                  </a:lnTo>
                  <a:lnTo>
                    <a:pt x="1995" y="576"/>
                  </a:lnTo>
                  <a:close/>
                  <a:moveTo>
                    <a:pt x="3422" y="609"/>
                  </a:moveTo>
                  <a:cubicBezTo>
                    <a:pt x="3462" y="609"/>
                    <a:pt x="3462" y="609"/>
                    <a:pt x="3462" y="666"/>
                  </a:cubicBezTo>
                  <a:cubicBezTo>
                    <a:pt x="3462" y="722"/>
                    <a:pt x="3422" y="722"/>
                    <a:pt x="3406" y="722"/>
                  </a:cubicBezTo>
                  <a:cubicBezTo>
                    <a:pt x="3381" y="666"/>
                    <a:pt x="3406" y="609"/>
                    <a:pt x="3422" y="609"/>
                  </a:cubicBezTo>
                  <a:close/>
                  <a:moveTo>
                    <a:pt x="4338" y="682"/>
                  </a:moveTo>
                  <a:lnTo>
                    <a:pt x="4354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1" y="796"/>
                    <a:pt x="4299" y="796"/>
                    <a:pt x="4297" y="795"/>
                  </a:cubicBezTo>
                  <a:lnTo>
                    <a:pt x="4281" y="787"/>
                  </a:lnTo>
                  <a:cubicBezTo>
                    <a:pt x="4289" y="755"/>
                    <a:pt x="4314" y="714"/>
                    <a:pt x="4338" y="682"/>
                  </a:cubicBezTo>
                  <a:close/>
                  <a:moveTo>
                    <a:pt x="1289" y="762"/>
                  </a:moveTo>
                  <a:cubicBezTo>
                    <a:pt x="1298" y="762"/>
                    <a:pt x="1309" y="775"/>
                    <a:pt x="1330" y="812"/>
                  </a:cubicBezTo>
                  <a:cubicBezTo>
                    <a:pt x="1346" y="844"/>
                    <a:pt x="1362" y="876"/>
                    <a:pt x="1379" y="917"/>
                  </a:cubicBezTo>
                  <a:cubicBezTo>
                    <a:pt x="1377" y="918"/>
                    <a:pt x="1375" y="919"/>
                    <a:pt x="1374" y="919"/>
                  </a:cubicBezTo>
                  <a:cubicBezTo>
                    <a:pt x="1348" y="919"/>
                    <a:pt x="1304" y="817"/>
                    <a:pt x="1273" y="771"/>
                  </a:cubicBezTo>
                  <a:cubicBezTo>
                    <a:pt x="1279" y="765"/>
                    <a:pt x="1284" y="762"/>
                    <a:pt x="1289" y="762"/>
                  </a:cubicBezTo>
                  <a:close/>
                  <a:moveTo>
                    <a:pt x="925" y="1209"/>
                  </a:moveTo>
                  <a:cubicBezTo>
                    <a:pt x="981" y="1241"/>
                    <a:pt x="1030" y="1274"/>
                    <a:pt x="1022" y="1298"/>
                  </a:cubicBezTo>
                  <a:lnTo>
                    <a:pt x="957" y="1282"/>
                  </a:lnTo>
                  <a:lnTo>
                    <a:pt x="916" y="1233"/>
                  </a:lnTo>
                  <a:lnTo>
                    <a:pt x="925" y="1209"/>
                  </a:lnTo>
                  <a:close/>
                  <a:moveTo>
                    <a:pt x="6107" y="1602"/>
                  </a:moveTo>
                  <a:cubicBezTo>
                    <a:pt x="6118" y="1602"/>
                    <a:pt x="6122" y="1606"/>
                    <a:pt x="6122" y="1606"/>
                  </a:cubicBezTo>
                  <a:cubicBezTo>
                    <a:pt x="6138" y="1630"/>
                    <a:pt x="6138" y="1630"/>
                    <a:pt x="6089" y="1663"/>
                  </a:cubicBezTo>
                  <a:cubicBezTo>
                    <a:pt x="6089" y="1663"/>
                    <a:pt x="6059" y="1680"/>
                    <a:pt x="6040" y="1680"/>
                  </a:cubicBezTo>
                  <a:cubicBezTo>
                    <a:pt x="6032" y="1680"/>
                    <a:pt x="6027" y="1678"/>
                    <a:pt x="6024" y="1671"/>
                  </a:cubicBezTo>
                  <a:lnTo>
                    <a:pt x="6057" y="1622"/>
                  </a:lnTo>
                  <a:cubicBezTo>
                    <a:pt x="6081" y="1606"/>
                    <a:pt x="6097" y="1602"/>
                    <a:pt x="6107" y="1602"/>
                  </a:cubicBezTo>
                  <a:close/>
                  <a:moveTo>
                    <a:pt x="6332" y="1841"/>
                  </a:moveTo>
                  <a:lnTo>
                    <a:pt x="6341" y="1866"/>
                  </a:lnTo>
                  <a:cubicBezTo>
                    <a:pt x="6304" y="1884"/>
                    <a:pt x="6263" y="1907"/>
                    <a:pt x="6241" y="1907"/>
                  </a:cubicBezTo>
                  <a:cubicBezTo>
                    <a:pt x="6234" y="1907"/>
                    <a:pt x="6229" y="1904"/>
                    <a:pt x="6227" y="1898"/>
                  </a:cubicBezTo>
                  <a:lnTo>
                    <a:pt x="6268" y="1849"/>
                  </a:lnTo>
                  <a:lnTo>
                    <a:pt x="6332" y="1841"/>
                  </a:lnTo>
                  <a:close/>
                  <a:moveTo>
                    <a:pt x="6032" y="2182"/>
                  </a:moveTo>
                  <a:cubicBezTo>
                    <a:pt x="6089" y="2182"/>
                    <a:pt x="6105" y="2198"/>
                    <a:pt x="6049" y="2222"/>
                  </a:cubicBezTo>
                  <a:cubicBezTo>
                    <a:pt x="6017" y="2236"/>
                    <a:pt x="6003" y="2242"/>
                    <a:pt x="5996" y="2242"/>
                  </a:cubicBezTo>
                  <a:cubicBezTo>
                    <a:pt x="5989" y="2242"/>
                    <a:pt x="5987" y="2238"/>
                    <a:pt x="5984" y="2230"/>
                  </a:cubicBezTo>
                  <a:cubicBezTo>
                    <a:pt x="5968" y="2190"/>
                    <a:pt x="5968" y="2190"/>
                    <a:pt x="6032" y="2182"/>
                  </a:cubicBezTo>
                  <a:close/>
                  <a:moveTo>
                    <a:pt x="6089" y="2328"/>
                  </a:moveTo>
                  <a:lnTo>
                    <a:pt x="6097" y="2352"/>
                  </a:lnTo>
                  <a:cubicBezTo>
                    <a:pt x="6105" y="2368"/>
                    <a:pt x="6105" y="2368"/>
                    <a:pt x="6049" y="2393"/>
                  </a:cubicBezTo>
                  <a:lnTo>
                    <a:pt x="6041" y="2368"/>
                  </a:lnTo>
                  <a:lnTo>
                    <a:pt x="6089" y="2328"/>
                  </a:lnTo>
                  <a:close/>
                  <a:moveTo>
                    <a:pt x="5825" y="2389"/>
                  </a:moveTo>
                  <a:cubicBezTo>
                    <a:pt x="5817" y="2393"/>
                    <a:pt x="5807" y="2396"/>
                    <a:pt x="5797" y="2401"/>
                  </a:cubicBezTo>
                  <a:cubicBezTo>
                    <a:pt x="5795" y="2403"/>
                    <a:pt x="5792" y="2405"/>
                    <a:pt x="5790" y="2407"/>
                  </a:cubicBezTo>
                  <a:lnTo>
                    <a:pt x="5790" y="2407"/>
                  </a:lnTo>
                  <a:cubicBezTo>
                    <a:pt x="5799" y="2402"/>
                    <a:pt x="5811" y="2396"/>
                    <a:pt x="5825" y="2389"/>
                  </a:cubicBezTo>
                  <a:close/>
                  <a:moveTo>
                    <a:pt x="5790" y="2407"/>
                  </a:moveTo>
                  <a:cubicBezTo>
                    <a:pt x="5770" y="2418"/>
                    <a:pt x="5762" y="2424"/>
                    <a:pt x="5764" y="2424"/>
                  </a:cubicBezTo>
                  <a:cubicBezTo>
                    <a:pt x="5765" y="2424"/>
                    <a:pt x="5775" y="2418"/>
                    <a:pt x="5790" y="2407"/>
                  </a:cubicBezTo>
                  <a:close/>
                  <a:moveTo>
                    <a:pt x="6032" y="2530"/>
                  </a:moveTo>
                  <a:cubicBezTo>
                    <a:pt x="6035" y="2536"/>
                    <a:pt x="6043" y="2538"/>
                    <a:pt x="6051" y="2538"/>
                  </a:cubicBezTo>
                  <a:cubicBezTo>
                    <a:pt x="6065" y="2538"/>
                    <a:pt x="6076" y="2530"/>
                    <a:pt x="6032" y="2530"/>
                  </a:cubicBezTo>
                  <a:close/>
                  <a:moveTo>
                    <a:pt x="6162" y="2539"/>
                  </a:moveTo>
                  <a:lnTo>
                    <a:pt x="6170" y="2563"/>
                  </a:lnTo>
                  <a:cubicBezTo>
                    <a:pt x="6178" y="2579"/>
                    <a:pt x="6178" y="2579"/>
                    <a:pt x="6122" y="2603"/>
                  </a:cubicBezTo>
                  <a:lnTo>
                    <a:pt x="6114" y="2579"/>
                  </a:lnTo>
                  <a:lnTo>
                    <a:pt x="6162" y="2539"/>
                  </a:lnTo>
                  <a:close/>
                  <a:moveTo>
                    <a:pt x="673" y="2628"/>
                  </a:moveTo>
                  <a:cubicBezTo>
                    <a:pt x="730" y="2628"/>
                    <a:pt x="795" y="2628"/>
                    <a:pt x="787" y="2652"/>
                  </a:cubicBezTo>
                  <a:lnTo>
                    <a:pt x="730" y="2676"/>
                  </a:lnTo>
                  <a:lnTo>
                    <a:pt x="673" y="2652"/>
                  </a:lnTo>
                  <a:lnTo>
                    <a:pt x="673" y="2628"/>
                  </a:lnTo>
                  <a:close/>
                  <a:moveTo>
                    <a:pt x="6332" y="2733"/>
                  </a:moveTo>
                  <a:lnTo>
                    <a:pt x="6341" y="2757"/>
                  </a:lnTo>
                  <a:cubicBezTo>
                    <a:pt x="6349" y="2774"/>
                    <a:pt x="6284" y="2790"/>
                    <a:pt x="6284" y="2790"/>
                  </a:cubicBezTo>
                  <a:cubicBezTo>
                    <a:pt x="6284" y="2790"/>
                    <a:pt x="6270" y="2792"/>
                    <a:pt x="6255" y="2792"/>
                  </a:cubicBezTo>
                  <a:cubicBezTo>
                    <a:pt x="6241" y="2792"/>
                    <a:pt x="6227" y="2790"/>
                    <a:pt x="6227" y="2782"/>
                  </a:cubicBezTo>
                  <a:cubicBezTo>
                    <a:pt x="6260" y="2757"/>
                    <a:pt x="6300" y="2741"/>
                    <a:pt x="6332" y="2733"/>
                  </a:cubicBezTo>
                  <a:close/>
                  <a:moveTo>
                    <a:pt x="730" y="2774"/>
                  </a:moveTo>
                  <a:cubicBezTo>
                    <a:pt x="787" y="2774"/>
                    <a:pt x="787" y="2774"/>
                    <a:pt x="787" y="2790"/>
                  </a:cubicBezTo>
                  <a:cubicBezTo>
                    <a:pt x="746" y="2806"/>
                    <a:pt x="706" y="2814"/>
                    <a:pt x="665" y="2814"/>
                  </a:cubicBezTo>
                  <a:cubicBezTo>
                    <a:pt x="608" y="2814"/>
                    <a:pt x="608" y="2790"/>
                    <a:pt x="730" y="2774"/>
                  </a:cubicBezTo>
                  <a:close/>
                  <a:moveTo>
                    <a:pt x="844" y="3114"/>
                  </a:moveTo>
                  <a:cubicBezTo>
                    <a:pt x="900" y="3114"/>
                    <a:pt x="844" y="3130"/>
                    <a:pt x="844" y="3155"/>
                  </a:cubicBezTo>
                  <a:cubicBezTo>
                    <a:pt x="818" y="3161"/>
                    <a:pt x="803" y="3165"/>
                    <a:pt x="794" y="3165"/>
                  </a:cubicBezTo>
                  <a:cubicBezTo>
                    <a:pt x="779" y="3165"/>
                    <a:pt x="779" y="3155"/>
                    <a:pt x="779" y="3130"/>
                  </a:cubicBezTo>
                  <a:cubicBezTo>
                    <a:pt x="779" y="3114"/>
                    <a:pt x="844" y="3114"/>
                    <a:pt x="844" y="3114"/>
                  </a:cubicBezTo>
                  <a:close/>
                  <a:moveTo>
                    <a:pt x="2035" y="3236"/>
                  </a:moveTo>
                  <a:cubicBezTo>
                    <a:pt x="1971" y="3236"/>
                    <a:pt x="1971" y="3236"/>
                    <a:pt x="1971" y="3252"/>
                  </a:cubicBezTo>
                  <a:cubicBezTo>
                    <a:pt x="2011" y="3268"/>
                    <a:pt x="2052" y="3276"/>
                    <a:pt x="2092" y="3276"/>
                  </a:cubicBezTo>
                  <a:cubicBezTo>
                    <a:pt x="2149" y="3276"/>
                    <a:pt x="2157" y="3252"/>
                    <a:pt x="2035" y="3236"/>
                  </a:cubicBezTo>
                  <a:close/>
                  <a:moveTo>
                    <a:pt x="57" y="3252"/>
                  </a:moveTo>
                  <a:cubicBezTo>
                    <a:pt x="0" y="3252"/>
                    <a:pt x="0" y="3252"/>
                    <a:pt x="0" y="3268"/>
                  </a:cubicBezTo>
                  <a:cubicBezTo>
                    <a:pt x="0" y="3293"/>
                    <a:pt x="0" y="3303"/>
                    <a:pt x="13" y="3303"/>
                  </a:cubicBezTo>
                  <a:cubicBezTo>
                    <a:pt x="22" y="3303"/>
                    <a:pt x="35" y="3299"/>
                    <a:pt x="57" y="3293"/>
                  </a:cubicBezTo>
                  <a:cubicBezTo>
                    <a:pt x="57" y="3268"/>
                    <a:pt x="57" y="3252"/>
                    <a:pt x="57" y="3252"/>
                  </a:cubicBezTo>
                  <a:close/>
                  <a:moveTo>
                    <a:pt x="835" y="3471"/>
                  </a:moveTo>
                  <a:cubicBezTo>
                    <a:pt x="835" y="3471"/>
                    <a:pt x="892" y="3471"/>
                    <a:pt x="892" y="3495"/>
                  </a:cubicBezTo>
                  <a:cubicBezTo>
                    <a:pt x="892" y="3511"/>
                    <a:pt x="835" y="3528"/>
                    <a:pt x="835" y="3528"/>
                  </a:cubicBezTo>
                  <a:lnTo>
                    <a:pt x="835" y="3536"/>
                  </a:lnTo>
                  <a:cubicBezTo>
                    <a:pt x="771" y="3536"/>
                    <a:pt x="771" y="3511"/>
                    <a:pt x="771" y="3511"/>
                  </a:cubicBezTo>
                  <a:cubicBezTo>
                    <a:pt x="771" y="3495"/>
                    <a:pt x="771" y="3471"/>
                    <a:pt x="835" y="3471"/>
                  </a:cubicBezTo>
                  <a:close/>
                  <a:moveTo>
                    <a:pt x="471" y="3609"/>
                  </a:moveTo>
                  <a:cubicBezTo>
                    <a:pt x="471" y="3609"/>
                    <a:pt x="414" y="3609"/>
                    <a:pt x="414" y="3633"/>
                  </a:cubicBezTo>
                  <a:lnTo>
                    <a:pt x="414" y="3649"/>
                  </a:lnTo>
                  <a:cubicBezTo>
                    <a:pt x="454" y="3649"/>
                    <a:pt x="495" y="3641"/>
                    <a:pt x="527" y="3633"/>
                  </a:cubicBezTo>
                  <a:cubicBezTo>
                    <a:pt x="527" y="3609"/>
                    <a:pt x="471" y="3609"/>
                    <a:pt x="471" y="3609"/>
                  </a:cubicBezTo>
                  <a:close/>
                  <a:moveTo>
                    <a:pt x="6260" y="3641"/>
                  </a:moveTo>
                  <a:lnTo>
                    <a:pt x="6324" y="3649"/>
                  </a:lnTo>
                  <a:cubicBezTo>
                    <a:pt x="6374" y="3677"/>
                    <a:pt x="6417" y="3700"/>
                    <a:pt x="6390" y="3700"/>
                  </a:cubicBezTo>
                  <a:cubicBezTo>
                    <a:pt x="6386" y="3700"/>
                    <a:pt x="6380" y="3699"/>
                    <a:pt x="6373" y="3698"/>
                  </a:cubicBezTo>
                  <a:cubicBezTo>
                    <a:pt x="6332" y="3698"/>
                    <a:pt x="6292" y="3682"/>
                    <a:pt x="6260" y="3666"/>
                  </a:cubicBezTo>
                  <a:cubicBezTo>
                    <a:pt x="6260" y="3666"/>
                    <a:pt x="6203" y="3641"/>
                    <a:pt x="6260" y="3641"/>
                  </a:cubicBezTo>
                  <a:close/>
                  <a:moveTo>
                    <a:pt x="649" y="3828"/>
                  </a:moveTo>
                  <a:lnTo>
                    <a:pt x="649" y="3852"/>
                  </a:lnTo>
                  <a:lnTo>
                    <a:pt x="584" y="3868"/>
                  </a:lnTo>
                  <a:lnTo>
                    <a:pt x="584" y="3852"/>
                  </a:lnTo>
                  <a:cubicBezTo>
                    <a:pt x="584" y="3828"/>
                    <a:pt x="584" y="3828"/>
                    <a:pt x="649" y="3828"/>
                  </a:cubicBezTo>
                  <a:close/>
                  <a:moveTo>
                    <a:pt x="610" y="4004"/>
                  </a:moveTo>
                  <a:cubicBezTo>
                    <a:pt x="633" y="4004"/>
                    <a:pt x="663" y="4007"/>
                    <a:pt x="698" y="4014"/>
                  </a:cubicBezTo>
                  <a:lnTo>
                    <a:pt x="698" y="4055"/>
                  </a:lnTo>
                  <a:cubicBezTo>
                    <a:pt x="641" y="4055"/>
                    <a:pt x="576" y="4055"/>
                    <a:pt x="584" y="4030"/>
                  </a:cubicBezTo>
                  <a:cubicBezTo>
                    <a:pt x="539" y="4019"/>
                    <a:pt x="557" y="4004"/>
                    <a:pt x="610" y="4004"/>
                  </a:cubicBezTo>
                  <a:close/>
                  <a:moveTo>
                    <a:pt x="998" y="4168"/>
                  </a:moveTo>
                  <a:cubicBezTo>
                    <a:pt x="998" y="4193"/>
                    <a:pt x="1054" y="4209"/>
                    <a:pt x="998" y="4209"/>
                  </a:cubicBezTo>
                  <a:cubicBezTo>
                    <a:pt x="998" y="4214"/>
                    <a:pt x="995" y="4216"/>
                    <a:pt x="990" y="4216"/>
                  </a:cubicBezTo>
                  <a:cubicBezTo>
                    <a:pt x="972" y="4216"/>
                    <a:pt x="933" y="4187"/>
                    <a:pt x="933" y="4168"/>
                  </a:cubicBezTo>
                  <a:close/>
                  <a:moveTo>
                    <a:pt x="6249" y="4429"/>
                  </a:moveTo>
                  <a:cubicBezTo>
                    <a:pt x="6282" y="4429"/>
                    <a:pt x="6364" y="4472"/>
                    <a:pt x="6397" y="4525"/>
                  </a:cubicBezTo>
                  <a:cubicBezTo>
                    <a:pt x="6393" y="4537"/>
                    <a:pt x="6391" y="4543"/>
                    <a:pt x="6383" y="4543"/>
                  </a:cubicBezTo>
                  <a:cubicBezTo>
                    <a:pt x="6375" y="4543"/>
                    <a:pt x="6361" y="4537"/>
                    <a:pt x="6332" y="4525"/>
                  </a:cubicBezTo>
                  <a:cubicBezTo>
                    <a:pt x="6276" y="4501"/>
                    <a:pt x="6227" y="4460"/>
                    <a:pt x="6235" y="4436"/>
                  </a:cubicBezTo>
                  <a:cubicBezTo>
                    <a:pt x="6237" y="4431"/>
                    <a:pt x="6241" y="4429"/>
                    <a:pt x="6249" y="4429"/>
                  </a:cubicBezTo>
                  <a:close/>
                  <a:moveTo>
                    <a:pt x="746" y="4574"/>
                  </a:moveTo>
                  <a:cubicBezTo>
                    <a:pt x="811" y="4574"/>
                    <a:pt x="868" y="4574"/>
                    <a:pt x="868" y="4590"/>
                  </a:cubicBezTo>
                  <a:lnTo>
                    <a:pt x="868" y="4614"/>
                  </a:lnTo>
                  <a:cubicBezTo>
                    <a:pt x="827" y="4606"/>
                    <a:pt x="787" y="4606"/>
                    <a:pt x="746" y="4590"/>
                  </a:cubicBezTo>
                  <a:lnTo>
                    <a:pt x="746" y="4574"/>
                  </a:lnTo>
                  <a:close/>
                  <a:moveTo>
                    <a:pt x="477" y="4718"/>
                  </a:moveTo>
                  <a:cubicBezTo>
                    <a:pt x="492" y="4718"/>
                    <a:pt x="521" y="4721"/>
                    <a:pt x="568" y="4728"/>
                  </a:cubicBezTo>
                  <a:lnTo>
                    <a:pt x="681" y="4768"/>
                  </a:lnTo>
                  <a:cubicBezTo>
                    <a:pt x="681" y="4776"/>
                    <a:pt x="676" y="4778"/>
                    <a:pt x="665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8" y="4727"/>
                    <a:pt x="455" y="4718"/>
                    <a:pt x="477" y="4718"/>
                  </a:cubicBezTo>
                  <a:close/>
                  <a:moveTo>
                    <a:pt x="856" y="5260"/>
                  </a:moveTo>
                  <a:cubicBezTo>
                    <a:pt x="880" y="5260"/>
                    <a:pt x="906" y="5264"/>
                    <a:pt x="933" y="5271"/>
                  </a:cubicBezTo>
                  <a:lnTo>
                    <a:pt x="941" y="5311"/>
                  </a:lnTo>
                  <a:lnTo>
                    <a:pt x="819" y="5311"/>
                  </a:lnTo>
                  <a:cubicBezTo>
                    <a:pt x="750" y="5318"/>
                    <a:pt x="708" y="5322"/>
                    <a:pt x="688" y="5322"/>
                  </a:cubicBezTo>
                  <a:cubicBezTo>
                    <a:pt x="658" y="5322"/>
                    <a:pt x="685" y="5312"/>
                    <a:pt x="754" y="5287"/>
                  </a:cubicBezTo>
                  <a:cubicBezTo>
                    <a:pt x="788" y="5268"/>
                    <a:pt x="821" y="5260"/>
                    <a:pt x="856" y="5260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36"/>
                    <a:pt x="3187" y="5401"/>
                  </a:cubicBezTo>
                  <a:lnTo>
                    <a:pt x="3203" y="5401"/>
                  </a:lnTo>
                  <a:cubicBezTo>
                    <a:pt x="3219" y="5360"/>
                    <a:pt x="3227" y="5320"/>
                    <a:pt x="3227" y="5279"/>
                  </a:cubicBezTo>
                  <a:close/>
                  <a:moveTo>
                    <a:pt x="730" y="5457"/>
                  </a:moveTo>
                  <a:lnTo>
                    <a:pt x="681" y="5514"/>
                  </a:lnTo>
                  <a:cubicBezTo>
                    <a:pt x="668" y="5521"/>
                    <a:pt x="657" y="5524"/>
                    <a:pt x="649" y="5524"/>
                  </a:cubicBezTo>
                  <a:cubicBezTo>
                    <a:pt x="628" y="5524"/>
                    <a:pt x="622" y="5505"/>
                    <a:pt x="617" y="5482"/>
                  </a:cubicBezTo>
                  <a:lnTo>
                    <a:pt x="665" y="5457"/>
                  </a:lnTo>
                  <a:close/>
                  <a:moveTo>
                    <a:pt x="1646" y="5822"/>
                  </a:moveTo>
                  <a:cubicBezTo>
                    <a:pt x="1630" y="5822"/>
                    <a:pt x="1581" y="5871"/>
                    <a:pt x="1581" y="5871"/>
                  </a:cubicBezTo>
                  <a:cubicBezTo>
                    <a:pt x="1557" y="5919"/>
                    <a:pt x="1573" y="5928"/>
                    <a:pt x="1598" y="5936"/>
                  </a:cubicBezTo>
                  <a:cubicBezTo>
                    <a:pt x="1603" y="5958"/>
                    <a:pt x="1612" y="5967"/>
                    <a:pt x="1623" y="5967"/>
                  </a:cubicBezTo>
                  <a:cubicBezTo>
                    <a:pt x="1644" y="5967"/>
                    <a:pt x="1671" y="5933"/>
                    <a:pt x="1687" y="5895"/>
                  </a:cubicBezTo>
                  <a:cubicBezTo>
                    <a:pt x="1703" y="5838"/>
                    <a:pt x="1687" y="5830"/>
                    <a:pt x="1646" y="5822"/>
                  </a:cubicBezTo>
                  <a:close/>
                  <a:moveTo>
                    <a:pt x="1792" y="5960"/>
                  </a:moveTo>
                  <a:cubicBezTo>
                    <a:pt x="1776" y="6025"/>
                    <a:pt x="1711" y="6074"/>
                    <a:pt x="1687" y="6074"/>
                  </a:cubicBezTo>
                  <a:cubicBezTo>
                    <a:pt x="1662" y="6065"/>
                    <a:pt x="1687" y="6017"/>
                    <a:pt x="1743" y="5960"/>
                  </a:cubicBezTo>
                  <a:close/>
                  <a:moveTo>
                    <a:pt x="2290" y="608"/>
                  </a:moveTo>
                  <a:cubicBezTo>
                    <a:pt x="2300" y="608"/>
                    <a:pt x="2295" y="633"/>
                    <a:pt x="2279" y="633"/>
                  </a:cubicBezTo>
                  <a:cubicBezTo>
                    <a:pt x="2238" y="690"/>
                    <a:pt x="2262" y="690"/>
                    <a:pt x="2279" y="755"/>
                  </a:cubicBezTo>
                  <a:cubicBezTo>
                    <a:pt x="2287" y="795"/>
                    <a:pt x="2327" y="820"/>
                    <a:pt x="2360" y="820"/>
                  </a:cubicBezTo>
                  <a:lnTo>
                    <a:pt x="2441" y="820"/>
                  </a:lnTo>
                  <a:cubicBezTo>
                    <a:pt x="2469" y="848"/>
                    <a:pt x="2489" y="862"/>
                    <a:pt x="2503" y="862"/>
                  </a:cubicBezTo>
                  <a:cubicBezTo>
                    <a:pt x="2516" y="862"/>
                    <a:pt x="2522" y="848"/>
                    <a:pt x="2522" y="820"/>
                  </a:cubicBezTo>
                  <a:lnTo>
                    <a:pt x="2522" y="763"/>
                  </a:lnTo>
                  <a:cubicBezTo>
                    <a:pt x="2530" y="821"/>
                    <a:pt x="2593" y="851"/>
                    <a:pt x="2655" y="851"/>
                  </a:cubicBezTo>
                  <a:cubicBezTo>
                    <a:pt x="2714" y="851"/>
                    <a:pt x="2773" y="823"/>
                    <a:pt x="2781" y="763"/>
                  </a:cubicBezTo>
                  <a:lnTo>
                    <a:pt x="2781" y="828"/>
                  </a:lnTo>
                  <a:cubicBezTo>
                    <a:pt x="2781" y="885"/>
                    <a:pt x="2806" y="885"/>
                    <a:pt x="2838" y="885"/>
                  </a:cubicBezTo>
                  <a:cubicBezTo>
                    <a:pt x="2862" y="885"/>
                    <a:pt x="2943" y="828"/>
                    <a:pt x="3000" y="828"/>
                  </a:cubicBezTo>
                  <a:cubicBezTo>
                    <a:pt x="3016" y="828"/>
                    <a:pt x="3032" y="828"/>
                    <a:pt x="3046" y="828"/>
                  </a:cubicBezTo>
                  <a:cubicBezTo>
                    <a:pt x="3102" y="828"/>
                    <a:pt x="3138" y="823"/>
                    <a:pt x="3138" y="771"/>
                  </a:cubicBezTo>
                  <a:cubicBezTo>
                    <a:pt x="3162" y="771"/>
                    <a:pt x="3162" y="771"/>
                    <a:pt x="3162" y="836"/>
                  </a:cubicBezTo>
                  <a:cubicBezTo>
                    <a:pt x="3138" y="893"/>
                    <a:pt x="3162" y="893"/>
                    <a:pt x="3179" y="893"/>
                  </a:cubicBezTo>
                  <a:cubicBezTo>
                    <a:pt x="3203" y="893"/>
                    <a:pt x="3203" y="836"/>
                    <a:pt x="3203" y="771"/>
                  </a:cubicBezTo>
                  <a:cubicBezTo>
                    <a:pt x="3203" y="744"/>
                    <a:pt x="3207" y="729"/>
                    <a:pt x="3215" y="729"/>
                  </a:cubicBezTo>
                  <a:cubicBezTo>
                    <a:pt x="3224" y="729"/>
                    <a:pt x="3239" y="746"/>
                    <a:pt x="3260" y="779"/>
                  </a:cubicBezTo>
                  <a:cubicBezTo>
                    <a:pt x="3280" y="808"/>
                    <a:pt x="3310" y="822"/>
                    <a:pt x="3341" y="822"/>
                  </a:cubicBezTo>
                  <a:cubicBezTo>
                    <a:pt x="3371" y="822"/>
                    <a:pt x="3402" y="808"/>
                    <a:pt x="3422" y="779"/>
                  </a:cubicBezTo>
                  <a:cubicBezTo>
                    <a:pt x="3438" y="779"/>
                    <a:pt x="3462" y="779"/>
                    <a:pt x="3462" y="844"/>
                  </a:cubicBezTo>
                  <a:cubicBezTo>
                    <a:pt x="3472" y="877"/>
                    <a:pt x="3489" y="910"/>
                    <a:pt x="3510" y="910"/>
                  </a:cubicBezTo>
                  <a:cubicBezTo>
                    <a:pt x="3525" y="910"/>
                    <a:pt x="3542" y="892"/>
                    <a:pt x="3560" y="844"/>
                  </a:cubicBezTo>
                  <a:cubicBezTo>
                    <a:pt x="3584" y="844"/>
                    <a:pt x="3584" y="844"/>
                    <a:pt x="3584" y="909"/>
                  </a:cubicBezTo>
                  <a:cubicBezTo>
                    <a:pt x="3593" y="942"/>
                    <a:pt x="3597" y="974"/>
                    <a:pt x="3604" y="974"/>
                  </a:cubicBezTo>
                  <a:cubicBezTo>
                    <a:pt x="3608" y="974"/>
                    <a:pt x="3614" y="957"/>
                    <a:pt x="3624" y="909"/>
                  </a:cubicBezTo>
                  <a:cubicBezTo>
                    <a:pt x="3640" y="883"/>
                    <a:pt x="3665" y="870"/>
                    <a:pt x="3691" y="870"/>
                  </a:cubicBezTo>
                  <a:cubicBezTo>
                    <a:pt x="3720" y="870"/>
                    <a:pt x="3749" y="887"/>
                    <a:pt x="3762" y="917"/>
                  </a:cubicBezTo>
                  <a:cubicBezTo>
                    <a:pt x="3766" y="917"/>
                    <a:pt x="3769" y="917"/>
                    <a:pt x="3773" y="917"/>
                  </a:cubicBezTo>
                  <a:cubicBezTo>
                    <a:pt x="3788" y="917"/>
                    <a:pt x="3804" y="912"/>
                    <a:pt x="3811" y="860"/>
                  </a:cubicBezTo>
                  <a:cubicBezTo>
                    <a:pt x="3811" y="846"/>
                    <a:pt x="3811" y="832"/>
                    <a:pt x="3812" y="820"/>
                  </a:cubicBezTo>
                  <a:lnTo>
                    <a:pt x="3812" y="820"/>
                  </a:lnTo>
                  <a:cubicBezTo>
                    <a:pt x="3815" y="871"/>
                    <a:pt x="3818" y="896"/>
                    <a:pt x="3822" y="896"/>
                  </a:cubicBezTo>
                  <a:cubicBezTo>
                    <a:pt x="3827" y="896"/>
                    <a:pt x="3836" y="867"/>
                    <a:pt x="3852" y="812"/>
                  </a:cubicBezTo>
                  <a:cubicBezTo>
                    <a:pt x="3856" y="783"/>
                    <a:pt x="3864" y="769"/>
                    <a:pt x="3870" y="769"/>
                  </a:cubicBezTo>
                  <a:cubicBezTo>
                    <a:pt x="3876" y="769"/>
                    <a:pt x="3880" y="783"/>
                    <a:pt x="3876" y="812"/>
                  </a:cubicBezTo>
                  <a:cubicBezTo>
                    <a:pt x="3892" y="876"/>
                    <a:pt x="3908" y="885"/>
                    <a:pt x="3908" y="885"/>
                  </a:cubicBezTo>
                  <a:cubicBezTo>
                    <a:pt x="3955" y="869"/>
                    <a:pt x="4004" y="864"/>
                    <a:pt x="4055" y="864"/>
                  </a:cubicBezTo>
                  <a:cubicBezTo>
                    <a:pt x="4084" y="864"/>
                    <a:pt x="4114" y="865"/>
                    <a:pt x="4143" y="868"/>
                  </a:cubicBezTo>
                  <a:cubicBezTo>
                    <a:pt x="4239" y="897"/>
                    <a:pt x="4298" y="917"/>
                    <a:pt x="4334" y="917"/>
                  </a:cubicBezTo>
                  <a:cubicBezTo>
                    <a:pt x="4359" y="917"/>
                    <a:pt x="4372" y="908"/>
                    <a:pt x="4379" y="885"/>
                  </a:cubicBezTo>
                  <a:cubicBezTo>
                    <a:pt x="4397" y="862"/>
                    <a:pt x="4407" y="850"/>
                    <a:pt x="4413" y="850"/>
                  </a:cubicBezTo>
                  <a:cubicBezTo>
                    <a:pt x="4419" y="850"/>
                    <a:pt x="4419" y="866"/>
                    <a:pt x="4419" y="901"/>
                  </a:cubicBezTo>
                  <a:cubicBezTo>
                    <a:pt x="4419" y="966"/>
                    <a:pt x="4435" y="966"/>
                    <a:pt x="4460" y="974"/>
                  </a:cubicBezTo>
                  <a:cubicBezTo>
                    <a:pt x="4476" y="982"/>
                    <a:pt x="4500" y="990"/>
                    <a:pt x="4476" y="1047"/>
                  </a:cubicBezTo>
                  <a:cubicBezTo>
                    <a:pt x="4505" y="1012"/>
                    <a:pt x="4513" y="1002"/>
                    <a:pt x="4521" y="1002"/>
                  </a:cubicBezTo>
                  <a:cubicBezTo>
                    <a:pt x="4525" y="1002"/>
                    <a:pt x="4528" y="1004"/>
                    <a:pt x="4533" y="1006"/>
                  </a:cubicBezTo>
                  <a:cubicBezTo>
                    <a:pt x="4523" y="1039"/>
                    <a:pt x="4525" y="1056"/>
                    <a:pt x="4536" y="1056"/>
                  </a:cubicBezTo>
                  <a:cubicBezTo>
                    <a:pt x="4544" y="1056"/>
                    <a:pt x="4556" y="1047"/>
                    <a:pt x="4573" y="1031"/>
                  </a:cubicBezTo>
                  <a:cubicBezTo>
                    <a:pt x="4605" y="979"/>
                    <a:pt x="4621" y="952"/>
                    <a:pt x="4624" y="952"/>
                  </a:cubicBezTo>
                  <a:cubicBezTo>
                    <a:pt x="4626" y="952"/>
                    <a:pt x="4614" y="981"/>
                    <a:pt x="4589" y="1039"/>
                  </a:cubicBezTo>
                  <a:cubicBezTo>
                    <a:pt x="4571" y="1080"/>
                    <a:pt x="4584" y="1136"/>
                    <a:pt x="4596" y="1136"/>
                  </a:cubicBezTo>
                  <a:cubicBezTo>
                    <a:pt x="4600" y="1136"/>
                    <a:pt x="4603" y="1129"/>
                    <a:pt x="4606" y="1112"/>
                  </a:cubicBezTo>
                  <a:cubicBezTo>
                    <a:pt x="4630" y="1055"/>
                    <a:pt x="4662" y="1071"/>
                    <a:pt x="4711" y="1031"/>
                  </a:cubicBezTo>
                  <a:cubicBezTo>
                    <a:pt x="4727" y="1039"/>
                    <a:pt x="4751" y="1047"/>
                    <a:pt x="4719" y="1103"/>
                  </a:cubicBezTo>
                  <a:cubicBezTo>
                    <a:pt x="4714" y="1137"/>
                    <a:pt x="4751" y="1153"/>
                    <a:pt x="4794" y="1153"/>
                  </a:cubicBezTo>
                  <a:cubicBezTo>
                    <a:pt x="4824" y="1153"/>
                    <a:pt x="4858" y="1145"/>
                    <a:pt x="4881" y="1128"/>
                  </a:cubicBezTo>
                  <a:cubicBezTo>
                    <a:pt x="4892" y="1105"/>
                    <a:pt x="4903" y="1095"/>
                    <a:pt x="4909" y="1095"/>
                  </a:cubicBezTo>
                  <a:cubicBezTo>
                    <a:pt x="4916" y="1095"/>
                    <a:pt x="4915" y="1110"/>
                    <a:pt x="4897" y="1136"/>
                  </a:cubicBezTo>
                  <a:cubicBezTo>
                    <a:pt x="4865" y="1193"/>
                    <a:pt x="4881" y="1201"/>
                    <a:pt x="4897" y="1209"/>
                  </a:cubicBezTo>
                  <a:cubicBezTo>
                    <a:pt x="4908" y="1202"/>
                    <a:pt x="4915" y="1198"/>
                    <a:pt x="4919" y="1198"/>
                  </a:cubicBezTo>
                  <a:cubicBezTo>
                    <a:pt x="4931" y="1198"/>
                    <a:pt x="4906" y="1236"/>
                    <a:pt x="4881" y="1274"/>
                  </a:cubicBezTo>
                  <a:cubicBezTo>
                    <a:pt x="4833" y="1314"/>
                    <a:pt x="4849" y="1322"/>
                    <a:pt x="4881" y="1347"/>
                  </a:cubicBezTo>
                  <a:cubicBezTo>
                    <a:pt x="4896" y="1336"/>
                    <a:pt x="4911" y="1331"/>
                    <a:pt x="4926" y="1331"/>
                  </a:cubicBezTo>
                  <a:cubicBezTo>
                    <a:pt x="4968" y="1331"/>
                    <a:pt x="5008" y="1366"/>
                    <a:pt x="5043" y="1395"/>
                  </a:cubicBezTo>
                  <a:cubicBezTo>
                    <a:pt x="5075" y="1417"/>
                    <a:pt x="5103" y="1427"/>
                    <a:pt x="5131" y="1427"/>
                  </a:cubicBezTo>
                  <a:cubicBezTo>
                    <a:pt x="5176" y="1427"/>
                    <a:pt x="5222" y="1403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2" y="1428"/>
                    <a:pt x="5230" y="1476"/>
                    <a:pt x="5197" y="1525"/>
                  </a:cubicBezTo>
                  <a:cubicBezTo>
                    <a:pt x="5200" y="1527"/>
                    <a:pt x="5202" y="1528"/>
                    <a:pt x="5205" y="1528"/>
                  </a:cubicBezTo>
                  <a:cubicBezTo>
                    <a:pt x="5225" y="1528"/>
                    <a:pt x="5260" y="1487"/>
                    <a:pt x="5295" y="1452"/>
                  </a:cubicBezTo>
                  <a:cubicBezTo>
                    <a:pt x="5310" y="1437"/>
                    <a:pt x="5321" y="1430"/>
                    <a:pt x="5329" y="1430"/>
                  </a:cubicBezTo>
                  <a:cubicBezTo>
                    <a:pt x="5344" y="1430"/>
                    <a:pt x="5348" y="1452"/>
                    <a:pt x="5343" y="1493"/>
                  </a:cubicBezTo>
                  <a:cubicBezTo>
                    <a:pt x="5332" y="1545"/>
                    <a:pt x="5337" y="1568"/>
                    <a:pt x="5361" y="1568"/>
                  </a:cubicBezTo>
                  <a:cubicBezTo>
                    <a:pt x="5371" y="1568"/>
                    <a:pt x="5384" y="1564"/>
                    <a:pt x="5400" y="1558"/>
                  </a:cubicBezTo>
                  <a:cubicBezTo>
                    <a:pt x="5416" y="1574"/>
                    <a:pt x="5424" y="1590"/>
                    <a:pt x="5400" y="1647"/>
                  </a:cubicBezTo>
                  <a:cubicBezTo>
                    <a:pt x="5403" y="1653"/>
                    <a:pt x="5405" y="1657"/>
                    <a:pt x="5409" y="1657"/>
                  </a:cubicBezTo>
                  <a:cubicBezTo>
                    <a:pt x="5415" y="1657"/>
                    <a:pt x="5427" y="1647"/>
                    <a:pt x="5457" y="1622"/>
                  </a:cubicBezTo>
                  <a:cubicBezTo>
                    <a:pt x="5472" y="1607"/>
                    <a:pt x="5484" y="1600"/>
                    <a:pt x="5491" y="1600"/>
                  </a:cubicBezTo>
                  <a:cubicBezTo>
                    <a:pt x="5503" y="1600"/>
                    <a:pt x="5501" y="1619"/>
                    <a:pt x="5481" y="1655"/>
                  </a:cubicBezTo>
                  <a:cubicBezTo>
                    <a:pt x="5426" y="1722"/>
                    <a:pt x="5436" y="1767"/>
                    <a:pt x="5461" y="1767"/>
                  </a:cubicBezTo>
                  <a:cubicBezTo>
                    <a:pt x="5470" y="1767"/>
                    <a:pt x="5479" y="1762"/>
                    <a:pt x="5489" y="1752"/>
                  </a:cubicBezTo>
                  <a:cubicBezTo>
                    <a:pt x="5510" y="1738"/>
                    <a:pt x="5525" y="1733"/>
                    <a:pt x="5535" y="1733"/>
                  </a:cubicBezTo>
                  <a:cubicBezTo>
                    <a:pt x="5550" y="1733"/>
                    <a:pt x="5558" y="1743"/>
                    <a:pt x="5562" y="1752"/>
                  </a:cubicBezTo>
                  <a:cubicBezTo>
                    <a:pt x="5574" y="1764"/>
                    <a:pt x="5581" y="1775"/>
                    <a:pt x="5607" y="1775"/>
                  </a:cubicBezTo>
                  <a:cubicBezTo>
                    <a:pt x="5618" y="1775"/>
                    <a:pt x="5632" y="1773"/>
                    <a:pt x="5651" y="1768"/>
                  </a:cubicBezTo>
                  <a:lnTo>
                    <a:pt x="5676" y="1801"/>
                  </a:lnTo>
                  <a:cubicBezTo>
                    <a:pt x="5681" y="1812"/>
                    <a:pt x="5655" y="1824"/>
                    <a:pt x="5633" y="1824"/>
                  </a:cubicBezTo>
                  <a:cubicBezTo>
                    <a:pt x="5624" y="1824"/>
                    <a:pt x="5616" y="1822"/>
                    <a:pt x="5611" y="1817"/>
                  </a:cubicBezTo>
                  <a:lnTo>
                    <a:pt x="5578" y="1874"/>
                  </a:lnTo>
                  <a:cubicBezTo>
                    <a:pt x="5596" y="1897"/>
                    <a:pt x="5605" y="1913"/>
                    <a:pt x="5634" y="1913"/>
                  </a:cubicBezTo>
                  <a:cubicBezTo>
                    <a:pt x="5645" y="1913"/>
                    <a:pt x="5658" y="1910"/>
                    <a:pt x="5676" y="1906"/>
                  </a:cubicBezTo>
                  <a:cubicBezTo>
                    <a:pt x="5725" y="1884"/>
                    <a:pt x="5751" y="1871"/>
                    <a:pt x="5755" y="1871"/>
                  </a:cubicBezTo>
                  <a:cubicBezTo>
                    <a:pt x="5760" y="1871"/>
                    <a:pt x="5736" y="1888"/>
                    <a:pt x="5684" y="1922"/>
                  </a:cubicBezTo>
                  <a:cubicBezTo>
                    <a:pt x="5642" y="1950"/>
                    <a:pt x="5606" y="1990"/>
                    <a:pt x="5639" y="1990"/>
                  </a:cubicBezTo>
                  <a:cubicBezTo>
                    <a:pt x="5644" y="1990"/>
                    <a:pt x="5651" y="1989"/>
                    <a:pt x="5660" y="1987"/>
                  </a:cubicBezTo>
                  <a:cubicBezTo>
                    <a:pt x="5688" y="1976"/>
                    <a:pt x="5706" y="1972"/>
                    <a:pt x="5716" y="1972"/>
                  </a:cubicBezTo>
                  <a:cubicBezTo>
                    <a:pt x="5742" y="1972"/>
                    <a:pt x="5711" y="2004"/>
                    <a:pt x="5676" y="2028"/>
                  </a:cubicBezTo>
                  <a:cubicBezTo>
                    <a:pt x="5562" y="2076"/>
                    <a:pt x="5562" y="2068"/>
                    <a:pt x="5708" y="2076"/>
                  </a:cubicBezTo>
                  <a:cubicBezTo>
                    <a:pt x="5733" y="2117"/>
                    <a:pt x="5822" y="2157"/>
                    <a:pt x="5846" y="2214"/>
                  </a:cubicBezTo>
                  <a:cubicBezTo>
                    <a:pt x="5878" y="2295"/>
                    <a:pt x="5903" y="2336"/>
                    <a:pt x="5854" y="2376"/>
                  </a:cubicBezTo>
                  <a:cubicBezTo>
                    <a:pt x="5843" y="2381"/>
                    <a:pt x="5834" y="2385"/>
                    <a:pt x="5825" y="2389"/>
                  </a:cubicBezTo>
                  <a:lnTo>
                    <a:pt x="5825" y="2389"/>
                  </a:lnTo>
                  <a:cubicBezTo>
                    <a:pt x="5854" y="2378"/>
                    <a:pt x="5875" y="2372"/>
                    <a:pt x="5889" y="2372"/>
                  </a:cubicBezTo>
                  <a:cubicBezTo>
                    <a:pt x="5919" y="2372"/>
                    <a:pt x="5925" y="2394"/>
                    <a:pt x="5935" y="2433"/>
                  </a:cubicBezTo>
                  <a:cubicBezTo>
                    <a:pt x="5903" y="2506"/>
                    <a:pt x="5968" y="2530"/>
                    <a:pt x="6032" y="2530"/>
                  </a:cubicBezTo>
                  <a:cubicBezTo>
                    <a:pt x="6024" y="2506"/>
                    <a:pt x="6016" y="2490"/>
                    <a:pt x="6016" y="2490"/>
                  </a:cubicBezTo>
                  <a:cubicBezTo>
                    <a:pt x="6055" y="2476"/>
                    <a:pt x="6082" y="2470"/>
                    <a:pt x="6098" y="2470"/>
                  </a:cubicBezTo>
                  <a:cubicBezTo>
                    <a:pt x="6130" y="2470"/>
                    <a:pt x="6124" y="2493"/>
                    <a:pt x="6097" y="2530"/>
                  </a:cubicBezTo>
                  <a:cubicBezTo>
                    <a:pt x="6105" y="2555"/>
                    <a:pt x="6049" y="2571"/>
                    <a:pt x="5992" y="2587"/>
                  </a:cubicBezTo>
                  <a:cubicBezTo>
                    <a:pt x="5935" y="2603"/>
                    <a:pt x="5887" y="2644"/>
                    <a:pt x="5887" y="2660"/>
                  </a:cubicBezTo>
                  <a:cubicBezTo>
                    <a:pt x="5891" y="2675"/>
                    <a:pt x="5893" y="2686"/>
                    <a:pt x="5906" y="2686"/>
                  </a:cubicBezTo>
                  <a:cubicBezTo>
                    <a:pt x="5915" y="2686"/>
                    <a:pt x="5929" y="2681"/>
                    <a:pt x="5951" y="2668"/>
                  </a:cubicBezTo>
                  <a:cubicBezTo>
                    <a:pt x="5980" y="2660"/>
                    <a:pt x="5994" y="2656"/>
                    <a:pt x="6001" y="2656"/>
                  </a:cubicBezTo>
                  <a:cubicBezTo>
                    <a:pt x="6008" y="2656"/>
                    <a:pt x="6008" y="2660"/>
                    <a:pt x="6008" y="2668"/>
                  </a:cubicBezTo>
                  <a:cubicBezTo>
                    <a:pt x="6016" y="2693"/>
                    <a:pt x="6024" y="2709"/>
                    <a:pt x="6081" y="2717"/>
                  </a:cubicBezTo>
                  <a:cubicBezTo>
                    <a:pt x="6096" y="2713"/>
                    <a:pt x="6108" y="2712"/>
                    <a:pt x="6117" y="2712"/>
                  </a:cubicBezTo>
                  <a:cubicBezTo>
                    <a:pt x="6146" y="2712"/>
                    <a:pt x="6148" y="2729"/>
                    <a:pt x="6154" y="2741"/>
                  </a:cubicBezTo>
                  <a:cubicBezTo>
                    <a:pt x="6097" y="2782"/>
                    <a:pt x="6105" y="2822"/>
                    <a:pt x="6105" y="2822"/>
                  </a:cubicBezTo>
                  <a:lnTo>
                    <a:pt x="6049" y="2830"/>
                  </a:lnTo>
                  <a:cubicBezTo>
                    <a:pt x="6008" y="2839"/>
                    <a:pt x="5976" y="2855"/>
                    <a:pt x="5935" y="2879"/>
                  </a:cubicBezTo>
                  <a:cubicBezTo>
                    <a:pt x="5939" y="2887"/>
                    <a:pt x="5955" y="2889"/>
                    <a:pt x="5971" y="2889"/>
                  </a:cubicBezTo>
                  <a:cubicBezTo>
                    <a:pt x="5986" y="2889"/>
                    <a:pt x="6000" y="2887"/>
                    <a:pt x="6000" y="2887"/>
                  </a:cubicBezTo>
                  <a:cubicBezTo>
                    <a:pt x="6001" y="2887"/>
                    <a:pt x="6002" y="2887"/>
                    <a:pt x="6002" y="2887"/>
                  </a:cubicBezTo>
                  <a:cubicBezTo>
                    <a:pt x="6027" y="2887"/>
                    <a:pt x="6065" y="3005"/>
                    <a:pt x="6081" y="3130"/>
                  </a:cubicBezTo>
                  <a:cubicBezTo>
                    <a:pt x="6097" y="3228"/>
                    <a:pt x="6097" y="3333"/>
                    <a:pt x="6089" y="3430"/>
                  </a:cubicBezTo>
                  <a:cubicBezTo>
                    <a:pt x="6039" y="3467"/>
                    <a:pt x="6027" y="3522"/>
                    <a:pt x="6071" y="3522"/>
                  </a:cubicBezTo>
                  <a:cubicBezTo>
                    <a:pt x="6076" y="3522"/>
                    <a:pt x="6082" y="3521"/>
                    <a:pt x="6089" y="3520"/>
                  </a:cubicBezTo>
                  <a:cubicBezTo>
                    <a:pt x="6146" y="3520"/>
                    <a:pt x="6146" y="3625"/>
                    <a:pt x="6122" y="3755"/>
                  </a:cubicBezTo>
                  <a:cubicBezTo>
                    <a:pt x="6097" y="3901"/>
                    <a:pt x="6065" y="3998"/>
                    <a:pt x="6122" y="4014"/>
                  </a:cubicBezTo>
                  <a:cubicBezTo>
                    <a:pt x="6122" y="4014"/>
                    <a:pt x="6114" y="4038"/>
                    <a:pt x="6105" y="4079"/>
                  </a:cubicBezTo>
                  <a:cubicBezTo>
                    <a:pt x="6097" y="4120"/>
                    <a:pt x="6138" y="4176"/>
                    <a:pt x="6130" y="4201"/>
                  </a:cubicBezTo>
                  <a:cubicBezTo>
                    <a:pt x="6159" y="4225"/>
                    <a:pt x="6168" y="4240"/>
                    <a:pt x="6160" y="4240"/>
                  </a:cubicBezTo>
                  <a:cubicBezTo>
                    <a:pt x="6154" y="4240"/>
                    <a:pt x="6141" y="4233"/>
                    <a:pt x="6122" y="4217"/>
                  </a:cubicBezTo>
                  <a:cubicBezTo>
                    <a:pt x="6082" y="4205"/>
                    <a:pt x="6041" y="4194"/>
                    <a:pt x="6018" y="4194"/>
                  </a:cubicBezTo>
                  <a:cubicBezTo>
                    <a:pt x="6009" y="4194"/>
                    <a:pt x="6002" y="4196"/>
                    <a:pt x="6000" y="4201"/>
                  </a:cubicBezTo>
                  <a:cubicBezTo>
                    <a:pt x="5984" y="4241"/>
                    <a:pt x="6041" y="4265"/>
                    <a:pt x="6097" y="4282"/>
                  </a:cubicBezTo>
                  <a:cubicBezTo>
                    <a:pt x="6154" y="4306"/>
                    <a:pt x="6146" y="4322"/>
                    <a:pt x="6146" y="4322"/>
                  </a:cubicBezTo>
                  <a:cubicBezTo>
                    <a:pt x="6142" y="4334"/>
                    <a:pt x="6140" y="4340"/>
                    <a:pt x="6132" y="4340"/>
                  </a:cubicBezTo>
                  <a:cubicBezTo>
                    <a:pt x="6124" y="4340"/>
                    <a:pt x="6110" y="4334"/>
                    <a:pt x="6081" y="4322"/>
                  </a:cubicBezTo>
                  <a:lnTo>
                    <a:pt x="5976" y="4282"/>
                  </a:lnTo>
                  <a:lnTo>
                    <a:pt x="5968" y="4298"/>
                  </a:lnTo>
                  <a:cubicBezTo>
                    <a:pt x="6024" y="4322"/>
                    <a:pt x="6016" y="4347"/>
                    <a:pt x="6016" y="4347"/>
                  </a:cubicBezTo>
                  <a:cubicBezTo>
                    <a:pt x="6013" y="4353"/>
                    <a:pt x="6011" y="4357"/>
                    <a:pt x="6003" y="4357"/>
                  </a:cubicBezTo>
                  <a:cubicBezTo>
                    <a:pt x="5991" y="4357"/>
                    <a:pt x="5964" y="4347"/>
                    <a:pt x="5895" y="4322"/>
                  </a:cubicBezTo>
                  <a:cubicBezTo>
                    <a:pt x="5850" y="4303"/>
                    <a:pt x="5822" y="4294"/>
                    <a:pt x="5810" y="4294"/>
                  </a:cubicBezTo>
                  <a:cubicBezTo>
                    <a:pt x="5792" y="4294"/>
                    <a:pt x="5815" y="4315"/>
                    <a:pt x="5878" y="4355"/>
                  </a:cubicBezTo>
                  <a:lnTo>
                    <a:pt x="5919" y="4420"/>
                  </a:lnTo>
                  <a:cubicBezTo>
                    <a:pt x="5901" y="4415"/>
                    <a:pt x="5887" y="4413"/>
                    <a:pt x="5878" y="4413"/>
                  </a:cubicBezTo>
                  <a:cubicBezTo>
                    <a:pt x="5823" y="4413"/>
                    <a:pt x="5894" y="4482"/>
                    <a:pt x="5935" y="4517"/>
                  </a:cubicBezTo>
                  <a:cubicBezTo>
                    <a:pt x="5896" y="4506"/>
                    <a:pt x="5868" y="4501"/>
                    <a:pt x="5852" y="4501"/>
                  </a:cubicBezTo>
                  <a:cubicBezTo>
                    <a:pt x="5819" y="4501"/>
                    <a:pt x="5837" y="4524"/>
                    <a:pt x="5903" y="4574"/>
                  </a:cubicBezTo>
                  <a:cubicBezTo>
                    <a:pt x="5950" y="4600"/>
                    <a:pt x="5947" y="4616"/>
                    <a:pt x="5912" y="4616"/>
                  </a:cubicBezTo>
                  <a:cubicBezTo>
                    <a:pt x="5905" y="4616"/>
                    <a:pt x="5896" y="4616"/>
                    <a:pt x="5887" y="4614"/>
                  </a:cubicBezTo>
                  <a:cubicBezTo>
                    <a:pt x="5876" y="4613"/>
                    <a:pt x="5867" y="4612"/>
                    <a:pt x="5859" y="4612"/>
                  </a:cubicBezTo>
                  <a:cubicBezTo>
                    <a:pt x="5819" y="4612"/>
                    <a:pt x="5810" y="4629"/>
                    <a:pt x="5789" y="4663"/>
                  </a:cubicBezTo>
                  <a:cubicBezTo>
                    <a:pt x="5822" y="4703"/>
                    <a:pt x="5757" y="4841"/>
                    <a:pt x="5643" y="4971"/>
                  </a:cubicBezTo>
                  <a:cubicBezTo>
                    <a:pt x="5530" y="5125"/>
                    <a:pt x="5424" y="5206"/>
                    <a:pt x="5473" y="5255"/>
                  </a:cubicBezTo>
                  <a:cubicBezTo>
                    <a:pt x="5466" y="5262"/>
                    <a:pt x="5462" y="5266"/>
                    <a:pt x="5454" y="5266"/>
                  </a:cubicBezTo>
                  <a:cubicBezTo>
                    <a:pt x="5445" y="5266"/>
                    <a:pt x="5431" y="5260"/>
                    <a:pt x="5400" y="5247"/>
                  </a:cubicBezTo>
                  <a:cubicBezTo>
                    <a:pt x="5386" y="5232"/>
                    <a:pt x="5374" y="5224"/>
                    <a:pt x="5369" y="5224"/>
                  </a:cubicBezTo>
                  <a:cubicBezTo>
                    <a:pt x="5358" y="5224"/>
                    <a:pt x="5366" y="5251"/>
                    <a:pt x="5408" y="5320"/>
                  </a:cubicBezTo>
                  <a:cubicBezTo>
                    <a:pt x="5422" y="5352"/>
                    <a:pt x="5442" y="5380"/>
                    <a:pt x="5440" y="5380"/>
                  </a:cubicBezTo>
                  <a:cubicBezTo>
                    <a:pt x="5439" y="5380"/>
                    <a:pt x="5426" y="5365"/>
                    <a:pt x="5392" y="5328"/>
                  </a:cubicBezTo>
                  <a:cubicBezTo>
                    <a:pt x="5378" y="5314"/>
                    <a:pt x="5365" y="5307"/>
                    <a:pt x="5352" y="5307"/>
                  </a:cubicBezTo>
                  <a:cubicBezTo>
                    <a:pt x="5325" y="5307"/>
                    <a:pt x="5297" y="5331"/>
                    <a:pt x="5254" y="5368"/>
                  </a:cubicBezTo>
                  <a:cubicBezTo>
                    <a:pt x="5205" y="5417"/>
                    <a:pt x="5141" y="5465"/>
                    <a:pt x="5173" y="5514"/>
                  </a:cubicBezTo>
                  <a:cubicBezTo>
                    <a:pt x="5173" y="5552"/>
                    <a:pt x="5173" y="5570"/>
                    <a:pt x="5171" y="5570"/>
                  </a:cubicBezTo>
                  <a:cubicBezTo>
                    <a:pt x="5169" y="5570"/>
                    <a:pt x="5165" y="5554"/>
                    <a:pt x="5157" y="5522"/>
                  </a:cubicBezTo>
                  <a:cubicBezTo>
                    <a:pt x="5131" y="5475"/>
                    <a:pt x="5094" y="5450"/>
                    <a:pt x="5062" y="5450"/>
                  </a:cubicBezTo>
                  <a:cubicBezTo>
                    <a:pt x="5023" y="5450"/>
                    <a:pt x="4990" y="5487"/>
                    <a:pt x="4995" y="5563"/>
                  </a:cubicBezTo>
                  <a:cubicBezTo>
                    <a:pt x="4988" y="5566"/>
                    <a:pt x="4981" y="5571"/>
                    <a:pt x="4972" y="5571"/>
                  </a:cubicBezTo>
                  <a:cubicBezTo>
                    <a:pt x="4961" y="5571"/>
                    <a:pt x="4948" y="5563"/>
                    <a:pt x="4930" y="5530"/>
                  </a:cubicBezTo>
                  <a:cubicBezTo>
                    <a:pt x="4914" y="5547"/>
                    <a:pt x="4897" y="5555"/>
                    <a:pt x="4873" y="5636"/>
                  </a:cubicBezTo>
                  <a:cubicBezTo>
                    <a:pt x="4824" y="5660"/>
                    <a:pt x="4784" y="5684"/>
                    <a:pt x="4735" y="5709"/>
                  </a:cubicBezTo>
                  <a:cubicBezTo>
                    <a:pt x="4703" y="5725"/>
                    <a:pt x="4687" y="5798"/>
                    <a:pt x="4687" y="5798"/>
                  </a:cubicBezTo>
                  <a:cubicBezTo>
                    <a:pt x="4681" y="5801"/>
                    <a:pt x="4675" y="5803"/>
                    <a:pt x="4670" y="5805"/>
                  </a:cubicBezTo>
                  <a:lnTo>
                    <a:pt x="4670" y="5805"/>
                  </a:lnTo>
                  <a:cubicBezTo>
                    <a:pt x="4660" y="5788"/>
                    <a:pt x="4643" y="5780"/>
                    <a:pt x="4622" y="5780"/>
                  </a:cubicBezTo>
                  <a:cubicBezTo>
                    <a:pt x="4575" y="5780"/>
                    <a:pt x="4502" y="5813"/>
                    <a:pt x="4403" y="5847"/>
                  </a:cubicBezTo>
                  <a:cubicBezTo>
                    <a:pt x="4323" y="5875"/>
                    <a:pt x="4245" y="5892"/>
                    <a:pt x="4188" y="5892"/>
                  </a:cubicBezTo>
                  <a:cubicBezTo>
                    <a:pt x="4147" y="5892"/>
                    <a:pt x="4116" y="5883"/>
                    <a:pt x="4103" y="5863"/>
                  </a:cubicBezTo>
                  <a:cubicBezTo>
                    <a:pt x="4103" y="5863"/>
                    <a:pt x="4087" y="5871"/>
                    <a:pt x="4079" y="5928"/>
                  </a:cubicBezTo>
                  <a:cubicBezTo>
                    <a:pt x="4079" y="6006"/>
                    <a:pt x="4070" y="6037"/>
                    <a:pt x="4056" y="6037"/>
                  </a:cubicBezTo>
                  <a:cubicBezTo>
                    <a:pt x="4046" y="6037"/>
                    <a:pt x="4035" y="6023"/>
                    <a:pt x="4022" y="6001"/>
                  </a:cubicBezTo>
                  <a:cubicBezTo>
                    <a:pt x="4003" y="5947"/>
                    <a:pt x="3974" y="5920"/>
                    <a:pt x="3949" y="5920"/>
                  </a:cubicBezTo>
                  <a:cubicBezTo>
                    <a:pt x="3921" y="5920"/>
                    <a:pt x="3896" y="5953"/>
                    <a:pt x="3892" y="6017"/>
                  </a:cubicBezTo>
                  <a:lnTo>
                    <a:pt x="3884" y="5960"/>
                  </a:lnTo>
                  <a:cubicBezTo>
                    <a:pt x="3872" y="5916"/>
                    <a:pt x="3858" y="5898"/>
                    <a:pt x="3845" y="5898"/>
                  </a:cubicBezTo>
                  <a:cubicBezTo>
                    <a:pt x="3821" y="5898"/>
                    <a:pt x="3797" y="5955"/>
                    <a:pt x="3787" y="6033"/>
                  </a:cubicBezTo>
                  <a:cubicBezTo>
                    <a:pt x="3770" y="5988"/>
                    <a:pt x="3753" y="5948"/>
                    <a:pt x="3739" y="5948"/>
                  </a:cubicBezTo>
                  <a:cubicBezTo>
                    <a:pt x="3733" y="5948"/>
                    <a:pt x="3727" y="5956"/>
                    <a:pt x="3722" y="5976"/>
                  </a:cubicBezTo>
                  <a:cubicBezTo>
                    <a:pt x="3697" y="5976"/>
                    <a:pt x="3697" y="5976"/>
                    <a:pt x="3689" y="5855"/>
                  </a:cubicBezTo>
                  <a:cubicBezTo>
                    <a:pt x="3689" y="5798"/>
                    <a:pt x="3681" y="5733"/>
                    <a:pt x="3665" y="5733"/>
                  </a:cubicBezTo>
                  <a:cubicBezTo>
                    <a:pt x="3649" y="5733"/>
                    <a:pt x="3649" y="5798"/>
                    <a:pt x="3649" y="5855"/>
                  </a:cubicBezTo>
                  <a:lnTo>
                    <a:pt x="3608" y="5855"/>
                  </a:lnTo>
                  <a:cubicBezTo>
                    <a:pt x="3608" y="5855"/>
                    <a:pt x="3592" y="5855"/>
                    <a:pt x="3592" y="5919"/>
                  </a:cubicBezTo>
                  <a:cubicBezTo>
                    <a:pt x="3592" y="5976"/>
                    <a:pt x="3568" y="5976"/>
                    <a:pt x="3552" y="5976"/>
                  </a:cubicBezTo>
                  <a:cubicBezTo>
                    <a:pt x="3552" y="5960"/>
                    <a:pt x="3549" y="5953"/>
                    <a:pt x="3547" y="5953"/>
                  </a:cubicBezTo>
                  <a:cubicBezTo>
                    <a:pt x="3542" y="5953"/>
                    <a:pt x="3534" y="5995"/>
                    <a:pt x="3552" y="6041"/>
                  </a:cubicBezTo>
                  <a:cubicBezTo>
                    <a:pt x="3552" y="6093"/>
                    <a:pt x="3552" y="6146"/>
                    <a:pt x="3532" y="6154"/>
                  </a:cubicBezTo>
                  <a:lnTo>
                    <a:pt x="3532" y="6154"/>
                  </a:lnTo>
                  <a:cubicBezTo>
                    <a:pt x="3535" y="6127"/>
                    <a:pt x="3532" y="6107"/>
                    <a:pt x="3522" y="6107"/>
                  </a:cubicBezTo>
                  <a:cubicBezTo>
                    <a:pt x="3517" y="6107"/>
                    <a:pt x="3511" y="6111"/>
                    <a:pt x="3503" y="6122"/>
                  </a:cubicBezTo>
                  <a:lnTo>
                    <a:pt x="3479" y="6065"/>
                  </a:lnTo>
                  <a:cubicBezTo>
                    <a:pt x="3479" y="5975"/>
                    <a:pt x="3470" y="5929"/>
                    <a:pt x="3461" y="5929"/>
                  </a:cubicBezTo>
                  <a:cubicBezTo>
                    <a:pt x="3452" y="5929"/>
                    <a:pt x="3442" y="5973"/>
                    <a:pt x="3438" y="6065"/>
                  </a:cubicBezTo>
                  <a:cubicBezTo>
                    <a:pt x="3438" y="6163"/>
                    <a:pt x="3438" y="6207"/>
                    <a:pt x="3435" y="6207"/>
                  </a:cubicBezTo>
                  <a:cubicBezTo>
                    <a:pt x="3433" y="6207"/>
                    <a:pt x="3429" y="6177"/>
                    <a:pt x="3422" y="6122"/>
                  </a:cubicBezTo>
                  <a:cubicBezTo>
                    <a:pt x="3422" y="6001"/>
                    <a:pt x="3406" y="6001"/>
                    <a:pt x="3381" y="6001"/>
                  </a:cubicBezTo>
                  <a:cubicBezTo>
                    <a:pt x="3365" y="6001"/>
                    <a:pt x="3365" y="6001"/>
                    <a:pt x="3365" y="5944"/>
                  </a:cubicBezTo>
                  <a:cubicBezTo>
                    <a:pt x="3365" y="5879"/>
                    <a:pt x="3341" y="5822"/>
                    <a:pt x="3324" y="5822"/>
                  </a:cubicBezTo>
                  <a:cubicBezTo>
                    <a:pt x="3300" y="5822"/>
                    <a:pt x="3300" y="5822"/>
                    <a:pt x="3300" y="5879"/>
                  </a:cubicBezTo>
                  <a:cubicBezTo>
                    <a:pt x="3310" y="5905"/>
                    <a:pt x="3309" y="5920"/>
                    <a:pt x="3303" y="5920"/>
                  </a:cubicBezTo>
                  <a:cubicBezTo>
                    <a:pt x="3294" y="5920"/>
                    <a:pt x="3274" y="5889"/>
                    <a:pt x="3260" y="5822"/>
                  </a:cubicBezTo>
                  <a:cubicBezTo>
                    <a:pt x="3253" y="5795"/>
                    <a:pt x="3249" y="5779"/>
                    <a:pt x="3247" y="5779"/>
                  </a:cubicBezTo>
                  <a:cubicBezTo>
                    <a:pt x="3243" y="5779"/>
                    <a:pt x="3243" y="5809"/>
                    <a:pt x="3243" y="5879"/>
                  </a:cubicBezTo>
                  <a:cubicBezTo>
                    <a:pt x="3243" y="5940"/>
                    <a:pt x="3233" y="5970"/>
                    <a:pt x="3220" y="5970"/>
                  </a:cubicBezTo>
                  <a:cubicBezTo>
                    <a:pt x="3207" y="5970"/>
                    <a:pt x="3191" y="5940"/>
                    <a:pt x="3179" y="5879"/>
                  </a:cubicBezTo>
                  <a:lnTo>
                    <a:pt x="3146" y="5879"/>
                  </a:lnTo>
                  <a:cubicBezTo>
                    <a:pt x="3122" y="5879"/>
                    <a:pt x="3122" y="5936"/>
                    <a:pt x="3122" y="5992"/>
                  </a:cubicBezTo>
                  <a:cubicBezTo>
                    <a:pt x="3122" y="6065"/>
                    <a:pt x="3122" y="6094"/>
                    <a:pt x="3118" y="6094"/>
                  </a:cubicBezTo>
                  <a:cubicBezTo>
                    <a:pt x="3116" y="6094"/>
                    <a:pt x="3112" y="6080"/>
                    <a:pt x="3106" y="6057"/>
                  </a:cubicBezTo>
                  <a:cubicBezTo>
                    <a:pt x="3089" y="6017"/>
                    <a:pt x="3081" y="5976"/>
                    <a:pt x="3081" y="5936"/>
                  </a:cubicBezTo>
                  <a:cubicBezTo>
                    <a:pt x="3081" y="5871"/>
                    <a:pt x="3065" y="5871"/>
                    <a:pt x="3041" y="5871"/>
                  </a:cubicBezTo>
                  <a:cubicBezTo>
                    <a:pt x="3025" y="5871"/>
                    <a:pt x="2984" y="5871"/>
                    <a:pt x="2984" y="5936"/>
                  </a:cubicBezTo>
                  <a:cubicBezTo>
                    <a:pt x="2984" y="5919"/>
                    <a:pt x="2984" y="5896"/>
                    <a:pt x="2984" y="5871"/>
                  </a:cubicBezTo>
                  <a:cubicBezTo>
                    <a:pt x="2968" y="5871"/>
                    <a:pt x="2962" y="5846"/>
                    <a:pt x="2961" y="5846"/>
                  </a:cubicBezTo>
                  <a:cubicBezTo>
                    <a:pt x="2960" y="5846"/>
                    <a:pt x="2960" y="5852"/>
                    <a:pt x="2960" y="5871"/>
                  </a:cubicBezTo>
                  <a:cubicBezTo>
                    <a:pt x="2960" y="5871"/>
                    <a:pt x="2943" y="5871"/>
                    <a:pt x="2903" y="5814"/>
                  </a:cubicBezTo>
                  <a:cubicBezTo>
                    <a:pt x="2895" y="5802"/>
                    <a:pt x="2887" y="5796"/>
                    <a:pt x="2879" y="5796"/>
                  </a:cubicBezTo>
                  <a:cubicBezTo>
                    <a:pt x="2845" y="5796"/>
                    <a:pt x="2817" y="5894"/>
                    <a:pt x="2862" y="5992"/>
                  </a:cubicBezTo>
                  <a:lnTo>
                    <a:pt x="2838" y="5992"/>
                  </a:lnTo>
                  <a:cubicBezTo>
                    <a:pt x="2822" y="5992"/>
                    <a:pt x="2822" y="6049"/>
                    <a:pt x="2822" y="6049"/>
                  </a:cubicBezTo>
                  <a:cubicBezTo>
                    <a:pt x="2822" y="6106"/>
                    <a:pt x="2797" y="6106"/>
                    <a:pt x="2781" y="6106"/>
                  </a:cubicBezTo>
                  <a:lnTo>
                    <a:pt x="2781" y="5992"/>
                  </a:lnTo>
                  <a:cubicBezTo>
                    <a:pt x="2791" y="5884"/>
                    <a:pt x="2784" y="5819"/>
                    <a:pt x="2771" y="5819"/>
                  </a:cubicBezTo>
                  <a:cubicBezTo>
                    <a:pt x="2763" y="5819"/>
                    <a:pt x="2751" y="5853"/>
                    <a:pt x="2741" y="5928"/>
                  </a:cubicBezTo>
                  <a:lnTo>
                    <a:pt x="2741" y="5871"/>
                  </a:lnTo>
                  <a:cubicBezTo>
                    <a:pt x="2741" y="5837"/>
                    <a:pt x="2734" y="5821"/>
                    <a:pt x="2723" y="5821"/>
                  </a:cubicBezTo>
                  <a:cubicBezTo>
                    <a:pt x="2713" y="5821"/>
                    <a:pt x="2700" y="5835"/>
                    <a:pt x="2684" y="5863"/>
                  </a:cubicBezTo>
                  <a:cubicBezTo>
                    <a:pt x="2660" y="5863"/>
                    <a:pt x="2643" y="5984"/>
                    <a:pt x="2643" y="6041"/>
                  </a:cubicBezTo>
                  <a:cubicBezTo>
                    <a:pt x="2643" y="6106"/>
                    <a:pt x="2619" y="6106"/>
                    <a:pt x="2619" y="6106"/>
                  </a:cubicBezTo>
                  <a:cubicBezTo>
                    <a:pt x="2603" y="6106"/>
                    <a:pt x="2603" y="6106"/>
                    <a:pt x="2603" y="6041"/>
                  </a:cubicBezTo>
                  <a:cubicBezTo>
                    <a:pt x="2603" y="5983"/>
                    <a:pt x="2592" y="5953"/>
                    <a:pt x="2579" y="5953"/>
                  </a:cubicBezTo>
                  <a:cubicBezTo>
                    <a:pt x="2566" y="5953"/>
                    <a:pt x="2550" y="5981"/>
                    <a:pt x="2538" y="6041"/>
                  </a:cubicBezTo>
                  <a:lnTo>
                    <a:pt x="2538" y="5984"/>
                  </a:lnTo>
                  <a:cubicBezTo>
                    <a:pt x="2538" y="5938"/>
                    <a:pt x="2530" y="5896"/>
                    <a:pt x="2487" y="5896"/>
                  </a:cubicBezTo>
                  <a:cubicBezTo>
                    <a:pt x="2470" y="5896"/>
                    <a:pt x="2447" y="5903"/>
                    <a:pt x="2416" y="5919"/>
                  </a:cubicBezTo>
                  <a:cubicBezTo>
                    <a:pt x="2343" y="5919"/>
                    <a:pt x="2279" y="5919"/>
                    <a:pt x="2279" y="5855"/>
                  </a:cubicBezTo>
                  <a:cubicBezTo>
                    <a:pt x="2279" y="5844"/>
                    <a:pt x="2276" y="5840"/>
                    <a:pt x="2271" y="5840"/>
                  </a:cubicBezTo>
                  <a:cubicBezTo>
                    <a:pt x="2250" y="5840"/>
                    <a:pt x="2190" y="5934"/>
                    <a:pt x="2157" y="6033"/>
                  </a:cubicBezTo>
                  <a:cubicBezTo>
                    <a:pt x="2157" y="5976"/>
                    <a:pt x="2141" y="5976"/>
                    <a:pt x="2100" y="5976"/>
                  </a:cubicBezTo>
                  <a:cubicBezTo>
                    <a:pt x="2027" y="5968"/>
                    <a:pt x="2027" y="5968"/>
                    <a:pt x="2035" y="5911"/>
                  </a:cubicBezTo>
                  <a:cubicBezTo>
                    <a:pt x="2052" y="5851"/>
                    <a:pt x="2060" y="5820"/>
                    <a:pt x="2057" y="5820"/>
                  </a:cubicBezTo>
                  <a:cubicBezTo>
                    <a:pt x="2054" y="5820"/>
                    <a:pt x="2039" y="5851"/>
                    <a:pt x="2011" y="5911"/>
                  </a:cubicBezTo>
                  <a:cubicBezTo>
                    <a:pt x="2001" y="5958"/>
                    <a:pt x="1984" y="5978"/>
                    <a:pt x="1969" y="5978"/>
                  </a:cubicBezTo>
                  <a:cubicBezTo>
                    <a:pt x="1960" y="5978"/>
                    <a:pt x="1952" y="5972"/>
                    <a:pt x="1946" y="5960"/>
                  </a:cubicBezTo>
                  <a:cubicBezTo>
                    <a:pt x="1930" y="5928"/>
                    <a:pt x="1930" y="5887"/>
                    <a:pt x="1938" y="5847"/>
                  </a:cubicBezTo>
                  <a:cubicBezTo>
                    <a:pt x="1954" y="5790"/>
                    <a:pt x="1930" y="5790"/>
                    <a:pt x="1898" y="5790"/>
                  </a:cubicBezTo>
                  <a:cubicBezTo>
                    <a:pt x="1876" y="5825"/>
                    <a:pt x="1837" y="5848"/>
                    <a:pt x="1800" y="5848"/>
                  </a:cubicBezTo>
                  <a:cubicBezTo>
                    <a:pt x="1795" y="5848"/>
                    <a:pt x="1789" y="5848"/>
                    <a:pt x="1784" y="5847"/>
                  </a:cubicBezTo>
                  <a:cubicBezTo>
                    <a:pt x="1770" y="5845"/>
                    <a:pt x="1760" y="5843"/>
                    <a:pt x="1751" y="5843"/>
                  </a:cubicBezTo>
                  <a:cubicBezTo>
                    <a:pt x="1717" y="5843"/>
                    <a:pt x="1711" y="5862"/>
                    <a:pt x="1679" y="5952"/>
                  </a:cubicBezTo>
                  <a:cubicBezTo>
                    <a:pt x="1649" y="6034"/>
                    <a:pt x="1628" y="6057"/>
                    <a:pt x="1600" y="6057"/>
                  </a:cubicBezTo>
                  <a:cubicBezTo>
                    <a:pt x="1590" y="6057"/>
                    <a:pt x="1578" y="6054"/>
                    <a:pt x="1565" y="6049"/>
                  </a:cubicBezTo>
                  <a:cubicBezTo>
                    <a:pt x="1541" y="6049"/>
                    <a:pt x="1516" y="6041"/>
                    <a:pt x="1549" y="5984"/>
                  </a:cubicBezTo>
                  <a:cubicBezTo>
                    <a:pt x="1549" y="5984"/>
                    <a:pt x="1549" y="5919"/>
                    <a:pt x="1533" y="5919"/>
                  </a:cubicBezTo>
                  <a:cubicBezTo>
                    <a:pt x="1508" y="5911"/>
                    <a:pt x="1492" y="5903"/>
                    <a:pt x="1525" y="5847"/>
                  </a:cubicBezTo>
                  <a:cubicBezTo>
                    <a:pt x="1525" y="5847"/>
                    <a:pt x="1533" y="5790"/>
                    <a:pt x="1500" y="5774"/>
                  </a:cubicBezTo>
                  <a:cubicBezTo>
                    <a:pt x="1460" y="5757"/>
                    <a:pt x="1427" y="5733"/>
                    <a:pt x="1468" y="5676"/>
                  </a:cubicBezTo>
                  <a:cubicBezTo>
                    <a:pt x="1463" y="5674"/>
                    <a:pt x="1460" y="5672"/>
                    <a:pt x="1457" y="5672"/>
                  </a:cubicBezTo>
                  <a:cubicBezTo>
                    <a:pt x="1449" y="5672"/>
                    <a:pt x="1440" y="5684"/>
                    <a:pt x="1411" y="5725"/>
                  </a:cubicBezTo>
                  <a:cubicBezTo>
                    <a:pt x="1394" y="5751"/>
                    <a:pt x="1370" y="5772"/>
                    <a:pt x="1347" y="5772"/>
                  </a:cubicBezTo>
                  <a:cubicBezTo>
                    <a:pt x="1326" y="5772"/>
                    <a:pt x="1305" y="5755"/>
                    <a:pt x="1289" y="5709"/>
                  </a:cubicBezTo>
                  <a:cubicBezTo>
                    <a:pt x="1272" y="5691"/>
                    <a:pt x="1241" y="5661"/>
                    <a:pt x="1211" y="5661"/>
                  </a:cubicBezTo>
                  <a:cubicBezTo>
                    <a:pt x="1199" y="5661"/>
                    <a:pt x="1187" y="5665"/>
                    <a:pt x="1176" y="5676"/>
                  </a:cubicBezTo>
                  <a:cubicBezTo>
                    <a:pt x="1160" y="5660"/>
                    <a:pt x="1160" y="5660"/>
                    <a:pt x="1208" y="5619"/>
                  </a:cubicBezTo>
                  <a:cubicBezTo>
                    <a:pt x="1267" y="5561"/>
                    <a:pt x="1280" y="5530"/>
                    <a:pt x="1247" y="5530"/>
                  </a:cubicBezTo>
                  <a:cubicBezTo>
                    <a:pt x="1230" y="5530"/>
                    <a:pt x="1201" y="5538"/>
                    <a:pt x="1160" y="5555"/>
                  </a:cubicBezTo>
                  <a:cubicBezTo>
                    <a:pt x="1143" y="5566"/>
                    <a:pt x="1131" y="5571"/>
                    <a:pt x="1124" y="5571"/>
                  </a:cubicBezTo>
                  <a:cubicBezTo>
                    <a:pt x="1110" y="5571"/>
                    <a:pt x="1114" y="5551"/>
                    <a:pt x="1135" y="5514"/>
                  </a:cubicBezTo>
                  <a:cubicBezTo>
                    <a:pt x="1135" y="5514"/>
                    <a:pt x="1132" y="5507"/>
                    <a:pt x="1113" y="5507"/>
                  </a:cubicBezTo>
                  <a:cubicBezTo>
                    <a:pt x="1103" y="5507"/>
                    <a:pt x="1089" y="5509"/>
                    <a:pt x="1071" y="5514"/>
                  </a:cubicBezTo>
                  <a:cubicBezTo>
                    <a:pt x="1052" y="5519"/>
                    <a:pt x="1039" y="5521"/>
                    <a:pt x="1031" y="5521"/>
                  </a:cubicBezTo>
                  <a:cubicBezTo>
                    <a:pt x="1008" y="5521"/>
                    <a:pt x="1015" y="5504"/>
                    <a:pt x="1038" y="5457"/>
                  </a:cubicBezTo>
                  <a:cubicBezTo>
                    <a:pt x="1087" y="5425"/>
                    <a:pt x="1087" y="5401"/>
                    <a:pt x="1079" y="5384"/>
                  </a:cubicBezTo>
                  <a:cubicBezTo>
                    <a:pt x="998" y="5376"/>
                    <a:pt x="965" y="5133"/>
                    <a:pt x="1030" y="5101"/>
                  </a:cubicBezTo>
                  <a:cubicBezTo>
                    <a:pt x="973" y="5101"/>
                    <a:pt x="973" y="5092"/>
                    <a:pt x="973" y="5076"/>
                  </a:cubicBezTo>
                  <a:cubicBezTo>
                    <a:pt x="1051" y="5045"/>
                    <a:pt x="1056" y="5031"/>
                    <a:pt x="1017" y="5031"/>
                  </a:cubicBezTo>
                  <a:cubicBezTo>
                    <a:pt x="995" y="5031"/>
                    <a:pt x="960" y="5035"/>
                    <a:pt x="916" y="5044"/>
                  </a:cubicBezTo>
                  <a:lnTo>
                    <a:pt x="916" y="5068"/>
                  </a:lnTo>
                  <a:lnTo>
                    <a:pt x="916" y="5092"/>
                  </a:lnTo>
                  <a:cubicBezTo>
                    <a:pt x="900" y="5096"/>
                    <a:pt x="885" y="5097"/>
                    <a:pt x="873" y="5097"/>
                  </a:cubicBezTo>
                  <a:cubicBezTo>
                    <a:pt x="798" y="5097"/>
                    <a:pt x="820" y="5039"/>
                    <a:pt x="973" y="5011"/>
                  </a:cubicBezTo>
                  <a:cubicBezTo>
                    <a:pt x="1095" y="4963"/>
                    <a:pt x="1095" y="4971"/>
                    <a:pt x="973" y="4963"/>
                  </a:cubicBezTo>
                  <a:cubicBezTo>
                    <a:pt x="860" y="4963"/>
                    <a:pt x="860" y="4938"/>
                    <a:pt x="973" y="4898"/>
                  </a:cubicBezTo>
                  <a:cubicBezTo>
                    <a:pt x="1095" y="4890"/>
                    <a:pt x="1095" y="4890"/>
                    <a:pt x="973" y="4882"/>
                  </a:cubicBezTo>
                  <a:cubicBezTo>
                    <a:pt x="756" y="4859"/>
                    <a:pt x="691" y="4774"/>
                    <a:pt x="868" y="4774"/>
                  </a:cubicBezTo>
                  <a:cubicBezTo>
                    <a:pt x="882" y="4774"/>
                    <a:pt x="899" y="4775"/>
                    <a:pt x="916" y="4776"/>
                  </a:cubicBezTo>
                  <a:cubicBezTo>
                    <a:pt x="1038" y="4776"/>
                    <a:pt x="1103" y="4752"/>
                    <a:pt x="1103" y="4736"/>
                  </a:cubicBezTo>
                  <a:cubicBezTo>
                    <a:pt x="1103" y="4711"/>
                    <a:pt x="1038" y="4711"/>
                    <a:pt x="981" y="4711"/>
                  </a:cubicBezTo>
                  <a:cubicBezTo>
                    <a:pt x="948" y="4718"/>
                    <a:pt x="924" y="4721"/>
                    <a:pt x="909" y="4721"/>
                  </a:cubicBezTo>
                  <a:cubicBezTo>
                    <a:pt x="869" y="4721"/>
                    <a:pt x="893" y="4700"/>
                    <a:pt x="981" y="4671"/>
                  </a:cubicBezTo>
                  <a:cubicBezTo>
                    <a:pt x="1160" y="4614"/>
                    <a:pt x="1160" y="4574"/>
                    <a:pt x="1046" y="4517"/>
                  </a:cubicBezTo>
                  <a:cubicBezTo>
                    <a:pt x="959" y="4459"/>
                    <a:pt x="935" y="4409"/>
                    <a:pt x="972" y="4409"/>
                  </a:cubicBezTo>
                  <a:cubicBezTo>
                    <a:pt x="987" y="4409"/>
                    <a:pt x="1011" y="4417"/>
                    <a:pt x="1046" y="4436"/>
                  </a:cubicBezTo>
                  <a:cubicBezTo>
                    <a:pt x="1107" y="4456"/>
                    <a:pt x="1137" y="4466"/>
                    <a:pt x="1145" y="4466"/>
                  </a:cubicBezTo>
                  <a:cubicBezTo>
                    <a:pt x="1152" y="4466"/>
                    <a:pt x="1135" y="4456"/>
                    <a:pt x="1103" y="4436"/>
                  </a:cubicBezTo>
                  <a:cubicBezTo>
                    <a:pt x="1111" y="4395"/>
                    <a:pt x="1111" y="4355"/>
                    <a:pt x="1111" y="4330"/>
                  </a:cubicBezTo>
                  <a:cubicBezTo>
                    <a:pt x="1111" y="4314"/>
                    <a:pt x="1046" y="4290"/>
                    <a:pt x="989" y="4290"/>
                  </a:cubicBezTo>
                  <a:cubicBezTo>
                    <a:pt x="1111" y="4274"/>
                    <a:pt x="1168" y="4233"/>
                    <a:pt x="1054" y="4193"/>
                  </a:cubicBezTo>
                  <a:cubicBezTo>
                    <a:pt x="1054" y="4176"/>
                    <a:pt x="1054" y="4152"/>
                    <a:pt x="1054" y="4152"/>
                  </a:cubicBezTo>
                  <a:cubicBezTo>
                    <a:pt x="1054" y="4136"/>
                    <a:pt x="1054" y="4136"/>
                    <a:pt x="998" y="4111"/>
                  </a:cubicBezTo>
                  <a:cubicBezTo>
                    <a:pt x="933" y="4095"/>
                    <a:pt x="998" y="4071"/>
                    <a:pt x="1054" y="4055"/>
                  </a:cubicBezTo>
                  <a:cubicBezTo>
                    <a:pt x="1111" y="4030"/>
                    <a:pt x="1176" y="4014"/>
                    <a:pt x="1119" y="4014"/>
                  </a:cubicBezTo>
                  <a:cubicBezTo>
                    <a:pt x="1054" y="3998"/>
                    <a:pt x="989" y="3982"/>
                    <a:pt x="941" y="3949"/>
                  </a:cubicBezTo>
                  <a:cubicBezTo>
                    <a:pt x="896" y="3938"/>
                    <a:pt x="913" y="3923"/>
                    <a:pt x="947" y="3923"/>
                  </a:cubicBezTo>
                  <a:cubicBezTo>
                    <a:pt x="962" y="3923"/>
                    <a:pt x="980" y="3926"/>
                    <a:pt x="998" y="3933"/>
                  </a:cubicBezTo>
                  <a:cubicBezTo>
                    <a:pt x="1005" y="3934"/>
                    <a:pt x="1012" y="3935"/>
                    <a:pt x="1019" y="3935"/>
                  </a:cubicBezTo>
                  <a:cubicBezTo>
                    <a:pt x="1054" y="3935"/>
                    <a:pt x="1092" y="3919"/>
                    <a:pt x="1119" y="3893"/>
                  </a:cubicBezTo>
                  <a:cubicBezTo>
                    <a:pt x="1119" y="3868"/>
                    <a:pt x="1119" y="3836"/>
                    <a:pt x="1062" y="3836"/>
                  </a:cubicBezTo>
                  <a:cubicBezTo>
                    <a:pt x="998" y="3836"/>
                    <a:pt x="1006" y="3714"/>
                    <a:pt x="1062" y="3690"/>
                  </a:cubicBezTo>
                  <a:lnTo>
                    <a:pt x="1062" y="3649"/>
                  </a:lnTo>
                  <a:cubicBezTo>
                    <a:pt x="1062" y="3633"/>
                    <a:pt x="1006" y="3609"/>
                    <a:pt x="1006" y="3593"/>
                  </a:cubicBezTo>
                  <a:cubicBezTo>
                    <a:pt x="1006" y="3593"/>
                    <a:pt x="1006" y="3568"/>
                    <a:pt x="949" y="3552"/>
                  </a:cubicBezTo>
                  <a:cubicBezTo>
                    <a:pt x="949" y="3536"/>
                    <a:pt x="949" y="3511"/>
                    <a:pt x="1006" y="3511"/>
                  </a:cubicBezTo>
                  <a:cubicBezTo>
                    <a:pt x="892" y="3495"/>
                    <a:pt x="892" y="3495"/>
                    <a:pt x="1006" y="3471"/>
                  </a:cubicBezTo>
                  <a:cubicBezTo>
                    <a:pt x="1127" y="3471"/>
                    <a:pt x="1127" y="3471"/>
                    <a:pt x="1006" y="3455"/>
                  </a:cubicBezTo>
                  <a:cubicBezTo>
                    <a:pt x="949" y="3430"/>
                    <a:pt x="949" y="3430"/>
                    <a:pt x="1006" y="3414"/>
                  </a:cubicBezTo>
                  <a:cubicBezTo>
                    <a:pt x="1071" y="3414"/>
                    <a:pt x="1071" y="3390"/>
                    <a:pt x="1006" y="3390"/>
                  </a:cubicBezTo>
                  <a:cubicBezTo>
                    <a:pt x="892" y="3374"/>
                    <a:pt x="835" y="3309"/>
                    <a:pt x="949" y="3309"/>
                  </a:cubicBezTo>
                  <a:cubicBezTo>
                    <a:pt x="949" y="3309"/>
                    <a:pt x="949" y="3293"/>
                    <a:pt x="892" y="3268"/>
                  </a:cubicBezTo>
                  <a:cubicBezTo>
                    <a:pt x="771" y="3252"/>
                    <a:pt x="771" y="3252"/>
                    <a:pt x="892" y="3252"/>
                  </a:cubicBezTo>
                  <a:cubicBezTo>
                    <a:pt x="1014" y="3228"/>
                    <a:pt x="1014" y="3211"/>
                    <a:pt x="892" y="3195"/>
                  </a:cubicBezTo>
                  <a:cubicBezTo>
                    <a:pt x="892" y="3195"/>
                    <a:pt x="835" y="3171"/>
                    <a:pt x="892" y="3155"/>
                  </a:cubicBezTo>
                  <a:cubicBezTo>
                    <a:pt x="953" y="3117"/>
                    <a:pt x="1007" y="3007"/>
                    <a:pt x="919" y="3007"/>
                  </a:cubicBezTo>
                  <a:cubicBezTo>
                    <a:pt x="914" y="3007"/>
                    <a:pt x="907" y="3008"/>
                    <a:pt x="900" y="3009"/>
                  </a:cubicBezTo>
                  <a:lnTo>
                    <a:pt x="900" y="2968"/>
                  </a:lnTo>
                  <a:cubicBezTo>
                    <a:pt x="957" y="2928"/>
                    <a:pt x="957" y="2912"/>
                    <a:pt x="900" y="2887"/>
                  </a:cubicBezTo>
                  <a:lnTo>
                    <a:pt x="844" y="2871"/>
                  </a:lnTo>
                  <a:cubicBezTo>
                    <a:pt x="900" y="2871"/>
                    <a:pt x="957" y="2855"/>
                    <a:pt x="965" y="2830"/>
                  </a:cubicBezTo>
                  <a:cubicBezTo>
                    <a:pt x="965" y="2814"/>
                    <a:pt x="965" y="2814"/>
                    <a:pt x="900" y="2814"/>
                  </a:cubicBezTo>
                  <a:cubicBezTo>
                    <a:pt x="884" y="2819"/>
                    <a:pt x="873" y="2821"/>
                    <a:pt x="865" y="2821"/>
                  </a:cubicBezTo>
                  <a:cubicBezTo>
                    <a:pt x="844" y="2821"/>
                    <a:pt x="844" y="2807"/>
                    <a:pt x="844" y="2790"/>
                  </a:cubicBezTo>
                  <a:cubicBezTo>
                    <a:pt x="844" y="2774"/>
                    <a:pt x="900" y="2749"/>
                    <a:pt x="965" y="2749"/>
                  </a:cubicBezTo>
                  <a:lnTo>
                    <a:pt x="965" y="2733"/>
                  </a:lnTo>
                  <a:cubicBezTo>
                    <a:pt x="844" y="2733"/>
                    <a:pt x="844" y="2709"/>
                    <a:pt x="900" y="2709"/>
                  </a:cubicBezTo>
                  <a:cubicBezTo>
                    <a:pt x="965" y="2693"/>
                    <a:pt x="965" y="2668"/>
                    <a:pt x="965" y="2652"/>
                  </a:cubicBezTo>
                  <a:cubicBezTo>
                    <a:pt x="927" y="2652"/>
                    <a:pt x="940" y="2641"/>
                    <a:pt x="953" y="2641"/>
                  </a:cubicBezTo>
                  <a:cubicBezTo>
                    <a:pt x="959" y="2641"/>
                    <a:pt x="965" y="2644"/>
                    <a:pt x="965" y="2652"/>
                  </a:cubicBezTo>
                  <a:lnTo>
                    <a:pt x="1022" y="2652"/>
                  </a:lnTo>
                  <a:cubicBezTo>
                    <a:pt x="1087" y="2628"/>
                    <a:pt x="1022" y="2628"/>
                    <a:pt x="965" y="2628"/>
                  </a:cubicBezTo>
                  <a:cubicBezTo>
                    <a:pt x="965" y="2628"/>
                    <a:pt x="965" y="2612"/>
                    <a:pt x="965" y="2587"/>
                  </a:cubicBezTo>
                  <a:cubicBezTo>
                    <a:pt x="965" y="2576"/>
                    <a:pt x="965" y="2561"/>
                    <a:pt x="946" y="2561"/>
                  </a:cubicBezTo>
                  <a:cubicBezTo>
                    <a:pt x="938" y="2561"/>
                    <a:pt x="926" y="2564"/>
                    <a:pt x="908" y="2571"/>
                  </a:cubicBezTo>
                  <a:cubicBezTo>
                    <a:pt x="844" y="2571"/>
                    <a:pt x="787" y="2571"/>
                    <a:pt x="787" y="2547"/>
                  </a:cubicBezTo>
                  <a:cubicBezTo>
                    <a:pt x="749" y="2547"/>
                    <a:pt x="762" y="2539"/>
                    <a:pt x="774" y="2539"/>
                  </a:cubicBezTo>
                  <a:cubicBezTo>
                    <a:pt x="780" y="2539"/>
                    <a:pt x="787" y="2541"/>
                    <a:pt x="787" y="2547"/>
                  </a:cubicBezTo>
                  <a:cubicBezTo>
                    <a:pt x="844" y="2547"/>
                    <a:pt x="908" y="2547"/>
                    <a:pt x="908" y="2530"/>
                  </a:cubicBezTo>
                  <a:cubicBezTo>
                    <a:pt x="908" y="2514"/>
                    <a:pt x="965" y="2506"/>
                    <a:pt x="965" y="2506"/>
                  </a:cubicBezTo>
                  <a:cubicBezTo>
                    <a:pt x="981" y="2509"/>
                    <a:pt x="994" y="2511"/>
                    <a:pt x="1004" y="2511"/>
                  </a:cubicBezTo>
                  <a:cubicBezTo>
                    <a:pt x="1072" y="2511"/>
                    <a:pt x="1023" y="2447"/>
                    <a:pt x="973" y="2433"/>
                  </a:cubicBezTo>
                  <a:cubicBezTo>
                    <a:pt x="852" y="2393"/>
                    <a:pt x="852" y="2368"/>
                    <a:pt x="973" y="2368"/>
                  </a:cubicBezTo>
                  <a:cubicBezTo>
                    <a:pt x="1095" y="2368"/>
                    <a:pt x="973" y="2328"/>
                    <a:pt x="795" y="2312"/>
                  </a:cubicBezTo>
                  <a:lnTo>
                    <a:pt x="617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6" y="2206"/>
                  </a:cubicBezTo>
                  <a:cubicBezTo>
                    <a:pt x="860" y="2166"/>
                    <a:pt x="860" y="2166"/>
                    <a:pt x="916" y="2166"/>
                  </a:cubicBezTo>
                  <a:cubicBezTo>
                    <a:pt x="924" y="2167"/>
                    <a:pt x="930" y="2167"/>
                    <a:pt x="935" y="2167"/>
                  </a:cubicBezTo>
                  <a:cubicBezTo>
                    <a:pt x="973" y="2167"/>
                    <a:pt x="974" y="2142"/>
                    <a:pt x="981" y="2093"/>
                  </a:cubicBezTo>
                  <a:cubicBezTo>
                    <a:pt x="981" y="2028"/>
                    <a:pt x="981" y="2012"/>
                    <a:pt x="916" y="2012"/>
                  </a:cubicBezTo>
                  <a:cubicBezTo>
                    <a:pt x="916" y="2012"/>
                    <a:pt x="916" y="1987"/>
                    <a:pt x="925" y="1971"/>
                  </a:cubicBezTo>
                  <a:cubicBezTo>
                    <a:pt x="1020" y="1951"/>
                    <a:pt x="995" y="1919"/>
                    <a:pt x="912" y="1919"/>
                  </a:cubicBezTo>
                  <a:cubicBezTo>
                    <a:pt x="897" y="1919"/>
                    <a:pt x="879" y="1920"/>
                    <a:pt x="860" y="1922"/>
                  </a:cubicBezTo>
                  <a:cubicBezTo>
                    <a:pt x="860" y="1922"/>
                    <a:pt x="860" y="1898"/>
                    <a:pt x="860" y="1874"/>
                  </a:cubicBezTo>
                  <a:lnTo>
                    <a:pt x="925" y="1874"/>
                  </a:lnTo>
                  <a:cubicBezTo>
                    <a:pt x="929" y="1874"/>
                    <a:pt x="933" y="1875"/>
                    <a:pt x="937" y="1875"/>
                  </a:cubicBezTo>
                  <a:cubicBezTo>
                    <a:pt x="981" y="1875"/>
                    <a:pt x="982" y="1828"/>
                    <a:pt x="989" y="1671"/>
                  </a:cubicBezTo>
                  <a:cubicBezTo>
                    <a:pt x="998" y="1476"/>
                    <a:pt x="1022" y="1460"/>
                    <a:pt x="908" y="1412"/>
                  </a:cubicBezTo>
                  <a:cubicBezTo>
                    <a:pt x="840" y="1364"/>
                    <a:pt x="820" y="1338"/>
                    <a:pt x="842" y="1338"/>
                  </a:cubicBezTo>
                  <a:cubicBezTo>
                    <a:pt x="854" y="1338"/>
                    <a:pt x="879" y="1346"/>
                    <a:pt x="916" y="1363"/>
                  </a:cubicBezTo>
                  <a:cubicBezTo>
                    <a:pt x="948" y="1381"/>
                    <a:pt x="980" y="1392"/>
                    <a:pt x="993" y="1392"/>
                  </a:cubicBezTo>
                  <a:cubicBezTo>
                    <a:pt x="1004" y="1392"/>
                    <a:pt x="1003" y="1385"/>
                    <a:pt x="981" y="1371"/>
                  </a:cubicBezTo>
                  <a:cubicBezTo>
                    <a:pt x="995" y="1351"/>
                    <a:pt x="1019" y="1336"/>
                    <a:pt x="1041" y="1336"/>
                  </a:cubicBezTo>
                  <a:cubicBezTo>
                    <a:pt x="1045" y="1336"/>
                    <a:pt x="1050" y="1337"/>
                    <a:pt x="1054" y="1339"/>
                  </a:cubicBezTo>
                  <a:cubicBezTo>
                    <a:pt x="1066" y="1339"/>
                    <a:pt x="1076" y="1340"/>
                    <a:pt x="1084" y="1340"/>
                  </a:cubicBezTo>
                  <a:cubicBezTo>
                    <a:pt x="1177" y="1340"/>
                    <a:pt x="1139" y="1303"/>
                    <a:pt x="1095" y="1266"/>
                  </a:cubicBezTo>
                  <a:cubicBezTo>
                    <a:pt x="1038" y="1241"/>
                    <a:pt x="1026" y="1233"/>
                    <a:pt x="1035" y="1233"/>
                  </a:cubicBezTo>
                  <a:cubicBezTo>
                    <a:pt x="1044" y="1233"/>
                    <a:pt x="1075" y="1241"/>
                    <a:pt x="1103" y="1249"/>
                  </a:cubicBezTo>
                  <a:cubicBezTo>
                    <a:pt x="1137" y="1259"/>
                    <a:pt x="1173" y="1272"/>
                    <a:pt x="1187" y="1272"/>
                  </a:cubicBezTo>
                  <a:cubicBezTo>
                    <a:pt x="1197" y="1272"/>
                    <a:pt x="1196" y="1266"/>
                    <a:pt x="1176" y="1249"/>
                  </a:cubicBezTo>
                  <a:cubicBezTo>
                    <a:pt x="1145" y="1212"/>
                    <a:pt x="1162" y="1116"/>
                    <a:pt x="1213" y="1116"/>
                  </a:cubicBezTo>
                  <a:cubicBezTo>
                    <a:pt x="1227" y="1116"/>
                    <a:pt x="1245" y="1124"/>
                    <a:pt x="1265" y="1144"/>
                  </a:cubicBezTo>
                  <a:cubicBezTo>
                    <a:pt x="1273" y="1136"/>
                    <a:pt x="1281" y="1120"/>
                    <a:pt x="1289" y="1112"/>
                  </a:cubicBezTo>
                  <a:cubicBezTo>
                    <a:pt x="1249" y="1071"/>
                    <a:pt x="1281" y="1039"/>
                    <a:pt x="1314" y="1022"/>
                  </a:cubicBezTo>
                  <a:cubicBezTo>
                    <a:pt x="1330" y="1006"/>
                    <a:pt x="1344" y="996"/>
                    <a:pt x="1358" y="996"/>
                  </a:cubicBezTo>
                  <a:cubicBezTo>
                    <a:pt x="1373" y="996"/>
                    <a:pt x="1387" y="1006"/>
                    <a:pt x="1403" y="1031"/>
                  </a:cubicBezTo>
                  <a:cubicBezTo>
                    <a:pt x="1414" y="1060"/>
                    <a:pt x="1423" y="1074"/>
                    <a:pt x="1430" y="1074"/>
                  </a:cubicBezTo>
                  <a:cubicBezTo>
                    <a:pt x="1439" y="1074"/>
                    <a:pt x="1443" y="1054"/>
                    <a:pt x="1443" y="1014"/>
                  </a:cubicBezTo>
                  <a:cubicBezTo>
                    <a:pt x="1452" y="998"/>
                    <a:pt x="1411" y="893"/>
                    <a:pt x="1427" y="885"/>
                  </a:cubicBezTo>
                  <a:cubicBezTo>
                    <a:pt x="1395" y="836"/>
                    <a:pt x="1387" y="771"/>
                    <a:pt x="1411" y="763"/>
                  </a:cubicBezTo>
                  <a:lnTo>
                    <a:pt x="1411" y="763"/>
                  </a:lnTo>
                  <a:lnTo>
                    <a:pt x="1443" y="812"/>
                  </a:lnTo>
                  <a:cubicBezTo>
                    <a:pt x="1468" y="868"/>
                    <a:pt x="1500" y="917"/>
                    <a:pt x="1500" y="917"/>
                  </a:cubicBezTo>
                  <a:cubicBezTo>
                    <a:pt x="1516" y="909"/>
                    <a:pt x="1541" y="901"/>
                    <a:pt x="1508" y="852"/>
                  </a:cubicBezTo>
                  <a:lnTo>
                    <a:pt x="1508" y="852"/>
                  </a:lnTo>
                  <a:cubicBezTo>
                    <a:pt x="1542" y="880"/>
                    <a:pt x="1564" y="889"/>
                    <a:pt x="1588" y="889"/>
                  </a:cubicBezTo>
                  <a:cubicBezTo>
                    <a:pt x="1598" y="889"/>
                    <a:pt x="1609" y="887"/>
                    <a:pt x="1622" y="885"/>
                  </a:cubicBezTo>
                  <a:cubicBezTo>
                    <a:pt x="1662" y="876"/>
                    <a:pt x="1703" y="868"/>
                    <a:pt x="1703" y="812"/>
                  </a:cubicBezTo>
                  <a:cubicBezTo>
                    <a:pt x="1735" y="868"/>
                    <a:pt x="1780" y="897"/>
                    <a:pt x="1816" y="897"/>
                  </a:cubicBezTo>
                  <a:cubicBezTo>
                    <a:pt x="1853" y="897"/>
                    <a:pt x="1881" y="868"/>
                    <a:pt x="1881" y="812"/>
                  </a:cubicBezTo>
                  <a:cubicBezTo>
                    <a:pt x="1873" y="779"/>
                    <a:pt x="1875" y="763"/>
                    <a:pt x="1883" y="763"/>
                  </a:cubicBezTo>
                  <a:cubicBezTo>
                    <a:pt x="1891" y="763"/>
                    <a:pt x="1906" y="779"/>
                    <a:pt x="1922" y="812"/>
                  </a:cubicBezTo>
                  <a:cubicBezTo>
                    <a:pt x="1938" y="840"/>
                    <a:pt x="1946" y="854"/>
                    <a:pt x="1952" y="854"/>
                  </a:cubicBezTo>
                  <a:cubicBezTo>
                    <a:pt x="1958" y="854"/>
                    <a:pt x="1962" y="840"/>
                    <a:pt x="1971" y="812"/>
                  </a:cubicBezTo>
                  <a:cubicBezTo>
                    <a:pt x="1973" y="792"/>
                    <a:pt x="1977" y="785"/>
                    <a:pt x="1983" y="785"/>
                  </a:cubicBezTo>
                  <a:cubicBezTo>
                    <a:pt x="1997" y="785"/>
                    <a:pt x="2018" y="828"/>
                    <a:pt x="2035" y="868"/>
                  </a:cubicBezTo>
                  <a:cubicBezTo>
                    <a:pt x="2055" y="941"/>
                    <a:pt x="2068" y="970"/>
                    <a:pt x="2079" y="970"/>
                  </a:cubicBezTo>
                  <a:cubicBezTo>
                    <a:pt x="2087" y="970"/>
                    <a:pt x="2094" y="956"/>
                    <a:pt x="2100" y="933"/>
                  </a:cubicBezTo>
                  <a:cubicBezTo>
                    <a:pt x="2114" y="898"/>
                    <a:pt x="2147" y="875"/>
                    <a:pt x="2182" y="875"/>
                  </a:cubicBezTo>
                  <a:cubicBezTo>
                    <a:pt x="2187" y="875"/>
                    <a:pt x="2192" y="875"/>
                    <a:pt x="2198" y="876"/>
                  </a:cubicBezTo>
                  <a:cubicBezTo>
                    <a:pt x="2238" y="812"/>
                    <a:pt x="2262" y="812"/>
                    <a:pt x="2238" y="755"/>
                  </a:cubicBezTo>
                  <a:cubicBezTo>
                    <a:pt x="2246" y="714"/>
                    <a:pt x="2246" y="674"/>
                    <a:pt x="2262" y="633"/>
                  </a:cubicBezTo>
                  <a:cubicBezTo>
                    <a:pt x="2276" y="614"/>
                    <a:pt x="2285" y="608"/>
                    <a:pt x="2290" y="608"/>
                  </a:cubicBezTo>
                  <a:close/>
                  <a:moveTo>
                    <a:pt x="2903" y="6049"/>
                  </a:moveTo>
                  <a:cubicBezTo>
                    <a:pt x="2927" y="6049"/>
                    <a:pt x="2943" y="6114"/>
                    <a:pt x="2943" y="6171"/>
                  </a:cubicBezTo>
                  <a:cubicBezTo>
                    <a:pt x="2960" y="6292"/>
                    <a:pt x="2960" y="6292"/>
                    <a:pt x="2919" y="6292"/>
                  </a:cubicBezTo>
                  <a:cubicBezTo>
                    <a:pt x="2903" y="6292"/>
                    <a:pt x="2879" y="6292"/>
                    <a:pt x="2879" y="6228"/>
                  </a:cubicBezTo>
                  <a:lnTo>
                    <a:pt x="2903" y="6228"/>
                  </a:lnTo>
                  <a:cubicBezTo>
                    <a:pt x="2903" y="6247"/>
                    <a:pt x="2904" y="6255"/>
                    <a:pt x="2906" y="6255"/>
                  </a:cubicBezTo>
                  <a:cubicBezTo>
                    <a:pt x="2910" y="6255"/>
                    <a:pt x="2914" y="6211"/>
                    <a:pt x="2903" y="6171"/>
                  </a:cubicBezTo>
                  <a:lnTo>
                    <a:pt x="2903" y="6049"/>
                  </a:lnTo>
                  <a:close/>
                  <a:moveTo>
                    <a:pt x="3162" y="6171"/>
                  </a:moveTo>
                  <a:lnTo>
                    <a:pt x="3179" y="6236"/>
                  </a:lnTo>
                  <a:cubicBezTo>
                    <a:pt x="3179" y="6292"/>
                    <a:pt x="3162" y="6292"/>
                    <a:pt x="3138" y="6292"/>
                  </a:cubicBezTo>
                  <a:cubicBezTo>
                    <a:pt x="3122" y="6292"/>
                    <a:pt x="3122" y="6292"/>
                    <a:pt x="3122" y="6236"/>
                  </a:cubicBezTo>
                  <a:cubicBezTo>
                    <a:pt x="3122" y="6236"/>
                    <a:pt x="3138" y="6171"/>
                    <a:pt x="3162" y="6171"/>
                  </a:cubicBezTo>
                  <a:close/>
                  <a:moveTo>
                    <a:pt x="3713" y="6250"/>
                  </a:moveTo>
                  <a:cubicBezTo>
                    <a:pt x="3716" y="6250"/>
                    <a:pt x="3718" y="6280"/>
                    <a:pt x="3722" y="6341"/>
                  </a:cubicBezTo>
                  <a:lnTo>
                    <a:pt x="3722" y="6333"/>
                  </a:lnTo>
                  <a:lnTo>
                    <a:pt x="3722" y="6333"/>
                  </a:lnTo>
                  <a:cubicBezTo>
                    <a:pt x="3730" y="6398"/>
                    <a:pt x="3730" y="6455"/>
                    <a:pt x="3706" y="6455"/>
                  </a:cubicBezTo>
                  <a:cubicBezTo>
                    <a:pt x="3694" y="6490"/>
                    <a:pt x="3684" y="6505"/>
                    <a:pt x="3679" y="6505"/>
                  </a:cubicBezTo>
                  <a:cubicBezTo>
                    <a:pt x="3664" y="6505"/>
                    <a:pt x="3669" y="6421"/>
                    <a:pt x="3697" y="6341"/>
                  </a:cubicBezTo>
                  <a:cubicBezTo>
                    <a:pt x="3706" y="6280"/>
                    <a:pt x="3710" y="6250"/>
                    <a:pt x="3713" y="6250"/>
                  </a:cubicBezTo>
                  <a:close/>
                  <a:moveTo>
                    <a:pt x="2838" y="6528"/>
                  </a:moveTo>
                  <a:cubicBezTo>
                    <a:pt x="2838" y="6584"/>
                    <a:pt x="2838" y="6584"/>
                    <a:pt x="2862" y="6584"/>
                  </a:cubicBezTo>
                  <a:lnTo>
                    <a:pt x="2879" y="6584"/>
                  </a:lnTo>
                  <a:lnTo>
                    <a:pt x="2862" y="6528"/>
                  </a:lnTo>
                  <a:close/>
                  <a:moveTo>
                    <a:pt x="3381" y="1"/>
                  </a:moveTo>
                  <a:cubicBezTo>
                    <a:pt x="3365" y="58"/>
                    <a:pt x="3341" y="58"/>
                    <a:pt x="3341" y="58"/>
                  </a:cubicBezTo>
                  <a:cubicBezTo>
                    <a:pt x="3341" y="122"/>
                    <a:pt x="3324" y="122"/>
                    <a:pt x="3260" y="122"/>
                  </a:cubicBezTo>
                  <a:cubicBezTo>
                    <a:pt x="3257" y="122"/>
                    <a:pt x="3255" y="122"/>
                    <a:pt x="3252" y="122"/>
                  </a:cubicBezTo>
                  <a:cubicBezTo>
                    <a:pt x="3213" y="122"/>
                    <a:pt x="3152" y="172"/>
                    <a:pt x="3113" y="172"/>
                  </a:cubicBezTo>
                  <a:cubicBezTo>
                    <a:pt x="3110" y="172"/>
                    <a:pt x="3108" y="172"/>
                    <a:pt x="3106" y="171"/>
                  </a:cubicBezTo>
                  <a:cubicBezTo>
                    <a:pt x="3065" y="171"/>
                    <a:pt x="3000" y="171"/>
                    <a:pt x="2984" y="114"/>
                  </a:cubicBezTo>
                  <a:cubicBezTo>
                    <a:pt x="2960" y="114"/>
                    <a:pt x="2943" y="114"/>
                    <a:pt x="2903" y="171"/>
                  </a:cubicBezTo>
                  <a:cubicBezTo>
                    <a:pt x="2891" y="199"/>
                    <a:pt x="2877" y="214"/>
                    <a:pt x="2865" y="214"/>
                  </a:cubicBezTo>
                  <a:cubicBezTo>
                    <a:pt x="2854" y="214"/>
                    <a:pt x="2846" y="199"/>
                    <a:pt x="2846" y="171"/>
                  </a:cubicBezTo>
                  <a:lnTo>
                    <a:pt x="2822" y="171"/>
                  </a:lnTo>
                  <a:cubicBezTo>
                    <a:pt x="2781" y="228"/>
                    <a:pt x="2765" y="228"/>
                    <a:pt x="2765" y="228"/>
                  </a:cubicBezTo>
                  <a:cubicBezTo>
                    <a:pt x="2765" y="187"/>
                    <a:pt x="2752" y="141"/>
                    <a:pt x="2739" y="141"/>
                  </a:cubicBezTo>
                  <a:cubicBezTo>
                    <a:pt x="2734" y="141"/>
                    <a:pt x="2729" y="147"/>
                    <a:pt x="2725" y="163"/>
                  </a:cubicBezTo>
                  <a:cubicBezTo>
                    <a:pt x="2725" y="228"/>
                    <a:pt x="2700" y="228"/>
                    <a:pt x="2660" y="228"/>
                  </a:cubicBezTo>
                  <a:cubicBezTo>
                    <a:pt x="2643" y="195"/>
                    <a:pt x="2465" y="179"/>
                    <a:pt x="2295" y="171"/>
                  </a:cubicBezTo>
                  <a:cubicBezTo>
                    <a:pt x="2173" y="171"/>
                    <a:pt x="1841" y="179"/>
                    <a:pt x="1857" y="212"/>
                  </a:cubicBezTo>
                  <a:lnTo>
                    <a:pt x="1752" y="212"/>
                  </a:lnTo>
                  <a:cubicBezTo>
                    <a:pt x="1719" y="212"/>
                    <a:pt x="1654" y="220"/>
                    <a:pt x="1654" y="220"/>
                  </a:cubicBezTo>
                  <a:cubicBezTo>
                    <a:pt x="1645" y="175"/>
                    <a:pt x="1619" y="158"/>
                    <a:pt x="1585" y="158"/>
                  </a:cubicBezTo>
                  <a:cubicBezTo>
                    <a:pt x="1528" y="158"/>
                    <a:pt x="1449" y="209"/>
                    <a:pt x="1403" y="260"/>
                  </a:cubicBezTo>
                  <a:cubicBezTo>
                    <a:pt x="1403" y="301"/>
                    <a:pt x="1379" y="333"/>
                    <a:pt x="1338" y="341"/>
                  </a:cubicBezTo>
                  <a:cubicBezTo>
                    <a:pt x="1316" y="294"/>
                    <a:pt x="1285" y="275"/>
                    <a:pt x="1255" y="275"/>
                  </a:cubicBezTo>
                  <a:cubicBezTo>
                    <a:pt x="1217" y="275"/>
                    <a:pt x="1181" y="305"/>
                    <a:pt x="1168" y="349"/>
                  </a:cubicBezTo>
                  <a:cubicBezTo>
                    <a:pt x="1186" y="411"/>
                    <a:pt x="1186" y="444"/>
                    <a:pt x="1173" y="444"/>
                  </a:cubicBezTo>
                  <a:cubicBezTo>
                    <a:pt x="1162" y="444"/>
                    <a:pt x="1141" y="422"/>
                    <a:pt x="1111" y="374"/>
                  </a:cubicBezTo>
                  <a:cubicBezTo>
                    <a:pt x="1087" y="338"/>
                    <a:pt x="1064" y="320"/>
                    <a:pt x="1046" y="320"/>
                  </a:cubicBezTo>
                  <a:cubicBezTo>
                    <a:pt x="1015" y="320"/>
                    <a:pt x="1002" y="374"/>
                    <a:pt x="1038" y="487"/>
                  </a:cubicBezTo>
                  <a:cubicBezTo>
                    <a:pt x="1043" y="525"/>
                    <a:pt x="1045" y="541"/>
                    <a:pt x="1033" y="541"/>
                  </a:cubicBezTo>
                  <a:cubicBezTo>
                    <a:pt x="1024" y="541"/>
                    <a:pt x="1008" y="533"/>
                    <a:pt x="981" y="520"/>
                  </a:cubicBezTo>
                  <a:cubicBezTo>
                    <a:pt x="936" y="486"/>
                    <a:pt x="907" y="473"/>
                    <a:pt x="891" y="473"/>
                  </a:cubicBezTo>
                  <a:cubicBezTo>
                    <a:pt x="874" y="473"/>
                    <a:pt x="875" y="490"/>
                    <a:pt x="892" y="512"/>
                  </a:cubicBezTo>
                  <a:cubicBezTo>
                    <a:pt x="927" y="581"/>
                    <a:pt x="931" y="614"/>
                    <a:pt x="905" y="614"/>
                  </a:cubicBezTo>
                  <a:cubicBezTo>
                    <a:pt x="888" y="614"/>
                    <a:pt x="860" y="601"/>
                    <a:pt x="819" y="576"/>
                  </a:cubicBezTo>
                  <a:cubicBezTo>
                    <a:pt x="770" y="558"/>
                    <a:pt x="740" y="548"/>
                    <a:pt x="724" y="548"/>
                  </a:cubicBezTo>
                  <a:cubicBezTo>
                    <a:pt x="699" y="548"/>
                    <a:pt x="714" y="576"/>
                    <a:pt x="754" y="641"/>
                  </a:cubicBezTo>
                  <a:cubicBezTo>
                    <a:pt x="801" y="728"/>
                    <a:pt x="760" y="798"/>
                    <a:pt x="681" y="798"/>
                  </a:cubicBezTo>
                  <a:cubicBezTo>
                    <a:pt x="664" y="798"/>
                    <a:pt x="645" y="795"/>
                    <a:pt x="625" y="787"/>
                  </a:cubicBezTo>
                  <a:cubicBezTo>
                    <a:pt x="608" y="812"/>
                    <a:pt x="544" y="803"/>
                    <a:pt x="592" y="836"/>
                  </a:cubicBezTo>
                  <a:lnTo>
                    <a:pt x="519" y="828"/>
                  </a:lnTo>
                  <a:cubicBezTo>
                    <a:pt x="511" y="844"/>
                    <a:pt x="495" y="860"/>
                    <a:pt x="487" y="885"/>
                  </a:cubicBezTo>
                  <a:lnTo>
                    <a:pt x="535" y="917"/>
                  </a:lnTo>
                  <a:cubicBezTo>
                    <a:pt x="430" y="1031"/>
                    <a:pt x="357" y="1160"/>
                    <a:pt x="317" y="1306"/>
                  </a:cubicBezTo>
                  <a:cubicBezTo>
                    <a:pt x="253" y="1624"/>
                    <a:pt x="269" y="1726"/>
                    <a:pt x="307" y="1726"/>
                  </a:cubicBezTo>
                  <a:cubicBezTo>
                    <a:pt x="312" y="1726"/>
                    <a:pt x="318" y="1724"/>
                    <a:pt x="325" y="1720"/>
                  </a:cubicBezTo>
                  <a:cubicBezTo>
                    <a:pt x="333" y="1719"/>
                    <a:pt x="340" y="1719"/>
                    <a:pt x="347" y="1719"/>
                  </a:cubicBezTo>
                  <a:cubicBezTo>
                    <a:pt x="446" y="1719"/>
                    <a:pt x="438" y="1770"/>
                    <a:pt x="325" y="1793"/>
                  </a:cubicBezTo>
                  <a:cubicBezTo>
                    <a:pt x="325" y="1825"/>
                    <a:pt x="268" y="1890"/>
                    <a:pt x="268" y="1955"/>
                  </a:cubicBezTo>
                  <a:cubicBezTo>
                    <a:pt x="260" y="2012"/>
                    <a:pt x="260" y="2044"/>
                    <a:pt x="203" y="2044"/>
                  </a:cubicBezTo>
                  <a:lnTo>
                    <a:pt x="203" y="2068"/>
                  </a:lnTo>
                  <a:cubicBezTo>
                    <a:pt x="300" y="2093"/>
                    <a:pt x="333" y="2214"/>
                    <a:pt x="260" y="2287"/>
                  </a:cubicBezTo>
                  <a:cubicBezTo>
                    <a:pt x="260" y="2328"/>
                    <a:pt x="260" y="2344"/>
                    <a:pt x="317" y="2385"/>
                  </a:cubicBezTo>
                  <a:cubicBezTo>
                    <a:pt x="373" y="2425"/>
                    <a:pt x="373" y="2425"/>
                    <a:pt x="317" y="2449"/>
                  </a:cubicBezTo>
                  <a:cubicBezTo>
                    <a:pt x="252" y="2449"/>
                    <a:pt x="195" y="2563"/>
                    <a:pt x="308" y="2563"/>
                  </a:cubicBezTo>
                  <a:lnTo>
                    <a:pt x="252" y="2587"/>
                  </a:lnTo>
                  <a:cubicBezTo>
                    <a:pt x="187" y="2603"/>
                    <a:pt x="252" y="2628"/>
                    <a:pt x="308" y="2628"/>
                  </a:cubicBezTo>
                  <a:cubicBezTo>
                    <a:pt x="430" y="2628"/>
                    <a:pt x="430" y="2644"/>
                    <a:pt x="252" y="2668"/>
                  </a:cubicBezTo>
                  <a:cubicBezTo>
                    <a:pt x="130" y="2668"/>
                    <a:pt x="130" y="2684"/>
                    <a:pt x="187" y="2684"/>
                  </a:cubicBezTo>
                  <a:cubicBezTo>
                    <a:pt x="252" y="2709"/>
                    <a:pt x="308" y="2725"/>
                    <a:pt x="244" y="2749"/>
                  </a:cubicBezTo>
                  <a:cubicBezTo>
                    <a:pt x="244" y="2766"/>
                    <a:pt x="244" y="2790"/>
                    <a:pt x="365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1" y="2830"/>
                    <a:pt x="341" y="2822"/>
                    <a:pt x="308" y="2806"/>
                  </a:cubicBezTo>
                  <a:cubicBezTo>
                    <a:pt x="308" y="2813"/>
                    <a:pt x="308" y="2827"/>
                    <a:pt x="308" y="2847"/>
                  </a:cubicBezTo>
                  <a:cubicBezTo>
                    <a:pt x="308" y="2871"/>
                    <a:pt x="244" y="2903"/>
                    <a:pt x="187" y="2903"/>
                  </a:cubicBezTo>
                  <a:cubicBezTo>
                    <a:pt x="140" y="2921"/>
                    <a:pt x="127" y="2934"/>
                    <a:pt x="169" y="2934"/>
                  </a:cubicBezTo>
                  <a:cubicBezTo>
                    <a:pt x="185" y="2934"/>
                    <a:pt x="210" y="2932"/>
                    <a:pt x="244" y="2928"/>
                  </a:cubicBezTo>
                  <a:cubicBezTo>
                    <a:pt x="365" y="2928"/>
                    <a:pt x="365" y="2928"/>
                    <a:pt x="365" y="2968"/>
                  </a:cubicBezTo>
                  <a:cubicBezTo>
                    <a:pt x="365" y="2984"/>
                    <a:pt x="357" y="3009"/>
                    <a:pt x="300" y="3009"/>
                  </a:cubicBezTo>
                  <a:cubicBezTo>
                    <a:pt x="244" y="3009"/>
                    <a:pt x="244" y="3009"/>
                    <a:pt x="244" y="3049"/>
                  </a:cubicBezTo>
                  <a:cubicBezTo>
                    <a:pt x="235" y="3106"/>
                    <a:pt x="414" y="3171"/>
                    <a:pt x="535" y="3187"/>
                  </a:cubicBezTo>
                  <a:cubicBezTo>
                    <a:pt x="657" y="3187"/>
                    <a:pt x="657" y="3187"/>
                    <a:pt x="535" y="3211"/>
                  </a:cubicBezTo>
                  <a:cubicBezTo>
                    <a:pt x="479" y="3211"/>
                    <a:pt x="479" y="3228"/>
                    <a:pt x="479" y="3252"/>
                  </a:cubicBezTo>
                  <a:cubicBezTo>
                    <a:pt x="517" y="3252"/>
                    <a:pt x="504" y="3259"/>
                    <a:pt x="491" y="3259"/>
                  </a:cubicBezTo>
                  <a:cubicBezTo>
                    <a:pt x="485" y="3259"/>
                    <a:pt x="479" y="3257"/>
                    <a:pt x="479" y="3252"/>
                  </a:cubicBezTo>
                  <a:cubicBezTo>
                    <a:pt x="414" y="3252"/>
                    <a:pt x="414" y="3228"/>
                    <a:pt x="414" y="3211"/>
                  </a:cubicBezTo>
                  <a:lnTo>
                    <a:pt x="357" y="3211"/>
                  </a:lnTo>
                  <a:cubicBezTo>
                    <a:pt x="235" y="3228"/>
                    <a:pt x="235" y="3244"/>
                    <a:pt x="357" y="3268"/>
                  </a:cubicBezTo>
                  <a:cubicBezTo>
                    <a:pt x="414" y="3284"/>
                    <a:pt x="414" y="3284"/>
                    <a:pt x="357" y="3309"/>
                  </a:cubicBezTo>
                  <a:cubicBezTo>
                    <a:pt x="292" y="3325"/>
                    <a:pt x="235" y="3349"/>
                    <a:pt x="292" y="3349"/>
                  </a:cubicBezTo>
                  <a:cubicBezTo>
                    <a:pt x="292" y="3349"/>
                    <a:pt x="292" y="3390"/>
                    <a:pt x="235" y="3406"/>
                  </a:cubicBezTo>
                  <a:cubicBezTo>
                    <a:pt x="235" y="3447"/>
                    <a:pt x="227" y="3471"/>
                    <a:pt x="292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8"/>
                    <a:pt x="349" y="3544"/>
                    <a:pt x="406" y="3552"/>
                  </a:cubicBezTo>
                  <a:cubicBezTo>
                    <a:pt x="471" y="3552"/>
                    <a:pt x="527" y="3568"/>
                    <a:pt x="527" y="3609"/>
                  </a:cubicBezTo>
                  <a:cubicBezTo>
                    <a:pt x="584" y="3649"/>
                    <a:pt x="584" y="3649"/>
                    <a:pt x="462" y="3666"/>
                  </a:cubicBezTo>
                  <a:cubicBezTo>
                    <a:pt x="406" y="3666"/>
                    <a:pt x="406" y="3690"/>
                    <a:pt x="406" y="3706"/>
                  </a:cubicBezTo>
                  <a:cubicBezTo>
                    <a:pt x="406" y="3706"/>
                    <a:pt x="406" y="3730"/>
                    <a:pt x="341" y="3747"/>
                  </a:cubicBezTo>
                  <a:cubicBezTo>
                    <a:pt x="284" y="3771"/>
                    <a:pt x="341" y="3771"/>
                    <a:pt x="406" y="3771"/>
                  </a:cubicBezTo>
                  <a:lnTo>
                    <a:pt x="527" y="3771"/>
                  </a:lnTo>
                  <a:cubicBezTo>
                    <a:pt x="527" y="3787"/>
                    <a:pt x="406" y="3811"/>
                    <a:pt x="341" y="3811"/>
                  </a:cubicBezTo>
                  <a:cubicBezTo>
                    <a:pt x="227" y="3828"/>
                    <a:pt x="227" y="3828"/>
                    <a:pt x="341" y="3828"/>
                  </a:cubicBezTo>
                  <a:cubicBezTo>
                    <a:pt x="406" y="3828"/>
                    <a:pt x="462" y="3852"/>
                    <a:pt x="406" y="3884"/>
                  </a:cubicBezTo>
                  <a:cubicBezTo>
                    <a:pt x="398" y="3925"/>
                    <a:pt x="398" y="3966"/>
                    <a:pt x="341" y="3966"/>
                  </a:cubicBezTo>
                  <a:cubicBezTo>
                    <a:pt x="276" y="3990"/>
                    <a:pt x="341" y="4006"/>
                    <a:pt x="341" y="4006"/>
                  </a:cubicBezTo>
                  <a:cubicBezTo>
                    <a:pt x="398" y="4030"/>
                    <a:pt x="398" y="4047"/>
                    <a:pt x="341" y="4111"/>
                  </a:cubicBezTo>
                  <a:cubicBezTo>
                    <a:pt x="219" y="4209"/>
                    <a:pt x="219" y="4209"/>
                    <a:pt x="333" y="4209"/>
                  </a:cubicBezTo>
                  <a:cubicBezTo>
                    <a:pt x="398" y="4209"/>
                    <a:pt x="454" y="4209"/>
                    <a:pt x="333" y="4225"/>
                  </a:cubicBezTo>
                  <a:cubicBezTo>
                    <a:pt x="276" y="4249"/>
                    <a:pt x="333" y="4265"/>
                    <a:pt x="389" y="4306"/>
                  </a:cubicBezTo>
                  <a:cubicBezTo>
                    <a:pt x="471" y="4322"/>
                    <a:pt x="552" y="4330"/>
                    <a:pt x="633" y="4330"/>
                  </a:cubicBezTo>
                  <a:cubicBezTo>
                    <a:pt x="754" y="4330"/>
                    <a:pt x="754" y="4330"/>
                    <a:pt x="689" y="4371"/>
                  </a:cubicBezTo>
                  <a:cubicBezTo>
                    <a:pt x="689" y="4387"/>
                    <a:pt x="633" y="4411"/>
                    <a:pt x="568" y="4411"/>
                  </a:cubicBezTo>
                  <a:cubicBezTo>
                    <a:pt x="511" y="4411"/>
                    <a:pt x="511" y="4387"/>
                    <a:pt x="511" y="4387"/>
                  </a:cubicBezTo>
                  <a:lnTo>
                    <a:pt x="511" y="4371"/>
                  </a:lnTo>
                  <a:cubicBezTo>
                    <a:pt x="454" y="4371"/>
                    <a:pt x="389" y="4371"/>
                    <a:pt x="389" y="4411"/>
                  </a:cubicBezTo>
                  <a:cubicBezTo>
                    <a:pt x="333" y="4428"/>
                    <a:pt x="333" y="4444"/>
                    <a:pt x="389" y="4452"/>
                  </a:cubicBezTo>
                  <a:cubicBezTo>
                    <a:pt x="333" y="4468"/>
                    <a:pt x="325" y="4509"/>
                    <a:pt x="325" y="4549"/>
                  </a:cubicBezTo>
                  <a:cubicBezTo>
                    <a:pt x="325" y="4590"/>
                    <a:pt x="325" y="4647"/>
                    <a:pt x="268" y="4671"/>
                  </a:cubicBezTo>
                  <a:cubicBezTo>
                    <a:pt x="268" y="4711"/>
                    <a:pt x="260" y="4728"/>
                    <a:pt x="325" y="4728"/>
                  </a:cubicBezTo>
                  <a:cubicBezTo>
                    <a:pt x="446" y="4728"/>
                    <a:pt x="446" y="4744"/>
                    <a:pt x="381" y="4744"/>
                  </a:cubicBezTo>
                  <a:cubicBezTo>
                    <a:pt x="379" y="4744"/>
                    <a:pt x="378" y="4743"/>
                    <a:pt x="376" y="4743"/>
                  </a:cubicBezTo>
                  <a:cubicBezTo>
                    <a:pt x="259" y="4743"/>
                    <a:pt x="198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lnTo>
                    <a:pt x="333" y="5295"/>
                  </a:lnTo>
                  <a:cubicBezTo>
                    <a:pt x="276" y="5376"/>
                    <a:pt x="325" y="5579"/>
                    <a:pt x="389" y="5587"/>
                  </a:cubicBezTo>
                  <a:lnTo>
                    <a:pt x="422" y="5676"/>
                  </a:lnTo>
                  <a:cubicBezTo>
                    <a:pt x="398" y="5765"/>
                    <a:pt x="414" y="5798"/>
                    <a:pt x="479" y="5798"/>
                  </a:cubicBezTo>
                  <a:cubicBezTo>
                    <a:pt x="523" y="5792"/>
                    <a:pt x="559" y="5776"/>
                    <a:pt x="563" y="5776"/>
                  </a:cubicBezTo>
                  <a:cubicBezTo>
                    <a:pt x="565" y="5776"/>
                    <a:pt x="559" y="5779"/>
                    <a:pt x="544" y="5790"/>
                  </a:cubicBezTo>
                  <a:cubicBezTo>
                    <a:pt x="495" y="5822"/>
                    <a:pt x="519" y="5887"/>
                    <a:pt x="592" y="5992"/>
                  </a:cubicBezTo>
                  <a:cubicBezTo>
                    <a:pt x="638" y="6052"/>
                    <a:pt x="658" y="6077"/>
                    <a:pt x="671" y="6077"/>
                  </a:cubicBezTo>
                  <a:cubicBezTo>
                    <a:pt x="681" y="6077"/>
                    <a:pt x="687" y="6061"/>
                    <a:pt x="698" y="6033"/>
                  </a:cubicBezTo>
                  <a:cubicBezTo>
                    <a:pt x="827" y="6082"/>
                    <a:pt x="779" y="6122"/>
                    <a:pt x="738" y="6171"/>
                  </a:cubicBezTo>
                  <a:cubicBezTo>
                    <a:pt x="678" y="6203"/>
                    <a:pt x="668" y="6233"/>
                    <a:pt x="698" y="6233"/>
                  </a:cubicBezTo>
                  <a:cubicBezTo>
                    <a:pt x="720" y="6233"/>
                    <a:pt x="765" y="6216"/>
                    <a:pt x="827" y="6171"/>
                  </a:cubicBezTo>
                  <a:cubicBezTo>
                    <a:pt x="869" y="6145"/>
                    <a:pt x="901" y="6134"/>
                    <a:pt x="922" y="6134"/>
                  </a:cubicBezTo>
                  <a:cubicBezTo>
                    <a:pt x="953" y="6134"/>
                    <a:pt x="960" y="6158"/>
                    <a:pt x="941" y="6187"/>
                  </a:cubicBezTo>
                  <a:cubicBezTo>
                    <a:pt x="924" y="6208"/>
                    <a:pt x="909" y="6215"/>
                    <a:pt x="897" y="6215"/>
                  </a:cubicBezTo>
                  <a:cubicBezTo>
                    <a:pt x="880" y="6215"/>
                    <a:pt x="866" y="6201"/>
                    <a:pt x="852" y="6187"/>
                  </a:cubicBezTo>
                  <a:lnTo>
                    <a:pt x="771" y="6276"/>
                  </a:lnTo>
                  <a:cubicBezTo>
                    <a:pt x="783" y="6288"/>
                    <a:pt x="789" y="6294"/>
                    <a:pt x="800" y="6294"/>
                  </a:cubicBezTo>
                  <a:cubicBezTo>
                    <a:pt x="811" y="6294"/>
                    <a:pt x="827" y="6288"/>
                    <a:pt x="860" y="6276"/>
                  </a:cubicBezTo>
                  <a:cubicBezTo>
                    <a:pt x="860" y="6276"/>
                    <a:pt x="868" y="6285"/>
                    <a:pt x="890" y="6285"/>
                  </a:cubicBezTo>
                  <a:cubicBezTo>
                    <a:pt x="904" y="6285"/>
                    <a:pt x="923" y="6281"/>
                    <a:pt x="949" y="6268"/>
                  </a:cubicBezTo>
                  <a:cubicBezTo>
                    <a:pt x="1006" y="6244"/>
                    <a:pt x="1046" y="6195"/>
                    <a:pt x="1062" y="6130"/>
                  </a:cubicBezTo>
                  <a:cubicBezTo>
                    <a:pt x="1071" y="6094"/>
                    <a:pt x="1080" y="6083"/>
                    <a:pt x="1091" y="6083"/>
                  </a:cubicBezTo>
                  <a:cubicBezTo>
                    <a:pt x="1099" y="6083"/>
                    <a:pt x="1108" y="6091"/>
                    <a:pt x="1119" y="6098"/>
                  </a:cubicBezTo>
                  <a:cubicBezTo>
                    <a:pt x="1135" y="6171"/>
                    <a:pt x="1095" y="6236"/>
                    <a:pt x="1038" y="6260"/>
                  </a:cubicBezTo>
                  <a:cubicBezTo>
                    <a:pt x="1035" y="6258"/>
                    <a:pt x="1031" y="6257"/>
                    <a:pt x="1028" y="6257"/>
                  </a:cubicBezTo>
                  <a:cubicBezTo>
                    <a:pt x="1003" y="6257"/>
                    <a:pt x="969" y="6299"/>
                    <a:pt x="941" y="6341"/>
                  </a:cubicBezTo>
                  <a:cubicBezTo>
                    <a:pt x="925" y="6360"/>
                    <a:pt x="948" y="6371"/>
                    <a:pt x="987" y="6371"/>
                  </a:cubicBezTo>
                  <a:cubicBezTo>
                    <a:pt x="1046" y="6371"/>
                    <a:pt x="1139" y="6348"/>
                    <a:pt x="1194" y="6298"/>
                  </a:cubicBezTo>
                  <a:lnTo>
                    <a:pt x="1194" y="6298"/>
                  </a:lnTo>
                  <a:cubicBezTo>
                    <a:pt x="1187" y="6310"/>
                    <a:pt x="1178" y="6324"/>
                    <a:pt x="1168" y="6341"/>
                  </a:cubicBezTo>
                  <a:cubicBezTo>
                    <a:pt x="1135" y="6390"/>
                    <a:pt x="1192" y="6422"/>
                    <a:pt x="1249" y="6446"/>
                  </a:cubicBezTo>
                  <a:cubicBezTo>
                    <a:pt x="1274" y="6457"/>
                    <a:pt x="1295" y="6465"/>
                    <a:pt x="1312" y="6465"/>
                  </a:cubicBezTo>
                  <a:cubicBezTo>
                    <a:pt x="1333" y="6465"/>
                    <a:pt x="1349" y="6453"/>
                    <a:pt x="1362" y="6422"/>
                  </a:cubicBezTo>
                  <a:cubicBezTo>
                    <a:pt x="1385" y="6377"/>
                    <a:pt x="1408" y="6324"/>
                    <a:pt x="1437" y="6324"/>
                  </a:cubicBezTo>
                  <a:cubicBezTo>
                    <a:pt x="1439" y="6324"/>
                    <a:pt x="1441" y="6324"/>
                    <a:pt x="1443" y="6325"/>
                  </a:cubicBezTo>
                  <a:cubicBezTo>
                    <a:pt x="1411" y="6317"/>
                    <a:pt x="1443" y="6260"/>
                    <a:pt x="1468" y="6203"/>
                  </a:cubicBezTo>
                  <a:cubicBezTo>
                    <a:pt x="1484" y="6252"/>
                    <a:pt x="1492" y="6292"/>
                    <a:pt x="1500" y="6341"/>
                  </a:cubicBezTo>
                  <a:cubicBezTo>
                    <a:pt x="1508" y="6463"/>
                    <a:pt x="1549" y="6536"/>
                    <a:pt x="1679" y="6552"/>
                  </a:cubicBezTo>
                  <a:cubicBezTo>
                    <a:pt x="1735" y="6560"/>
                    <a:pt x="1816" y="6560"/>
                    <a:pt x="1849" y="6601"/>
                  </a:cubicBezTo>
                  <a:cubicBezTo>
                    <a:pt x="1857" y="6609"/>
                    <a:pt x="1865" y="6617"/>
                    <a:pt x="1873" y="6625"/>
                  </a:cubicBezTo>
                  <a:cubicBezTo>
                    <a:pt x="1938" y="6625"/>
                    <a:pt x="1971" y="6625"/>
                    <a:pt x="1979" y="6568"/>
                  </a:cubicBezTo>
                  <a:lnTo>
                    <a:pt x="2043" y="6568"/>
                  </a:lnTo>
                  <a:cubicBezTo>
                    <a:pt x="2060" y="6597"/>
                    <a:pt x="2088" y="6614"/>
                    <a:pt x="2109" y="6614"/>
                  </a:cubicBezTo>
                  <a:cubicBezTo>
                    <a:pt x="2130" y="6614"/>
                    <a:pt x="2145" y="6599"/>
                    <a:pt x="2141" y="6568"/>
                  </a:cubicBezTo>
                  <a:cubicBezTo>
                    <a:pt x="2146" y="6549"/>
                    <a:pt x="2152" y="6543"/>
                    <a:pt x="2159" y="6543"/>
                  </a:cubicBezTo>
                  <a:cubicBezTo>
                    <a:pt x="2172" y="6543"/>
                    <a:pt x="2187" y="6568"/>
                    <a:pt x="2198" y="6568"/>
                  </a:cubicBezTo>
                  <a:cubicBezTo>
                    <a:pt x="2216" y="6623"/>
                    <a:pt x="2226" y="6653"/>
                    <a:pt x="2230" y="6653"/>
                  </a:cubicBezTo>
                  <a:cubicBezTo>
                    <a:pt x="2235" y="6653"/>
                    <a:pt x="2231" y="6609"/>
                    <a:pt x="2222" y="6511"/>
                  </a:cubicBezTo>
                  <a:cubicBezTo>
                    <a:pt x="2222" y="6455"/>
                    <a:pt x="2181" y="6390"/>
                    <a:pt x="2157" y="6390"/>
                  </a:cubicBezTo>
                  <a:lnTo>
                    <a:pt x="2084" y="6390"/>
                  </a:lnTo>
                  <a:cubicBezTo>
                    <a:pt x="2116" y="6374"/>
                    <a:pt x="2141" y="6357"/>
                    <a:pt x="2157" y="6333"/>
                  </a:cubicBezTo>
                  <a:cubicBezTo>
                    <a:pt x="2181" y="6333"/>
                    <a:pt x="2222" y="6276"/>
                    <a:pt x="2222" y="6211"/>
                  </a:cubicBezTo>
                  <a:cubicBezTo>
                    <a:pt x="2222" y="6211"/>
                    <a:pt x="2222" y="6155"/>
                    <a:pt x="2238" y="6155"/>
                  </a:cubicBezTo>
                  <a:lnTo>
                    <a:pt x="2238" y="6276"/>
                  </a:lnTo>
                  <a:cubicBezTo>
                    <a:pt x="2222" y="6333"/>
                    <a:pt x="2214" y="6390"/>
                    <a:pt x="2222" y="6455"/>
                  </a:cubicBezTo>
                  <a:cubicBezTo>
                    <a:pt x="2232" y="6525"/>
                    <a:pt x="2261" y="6577"/>
                    <a:pt x="2281" y="6577"/>
                  </a:cubicBezTo>
                  <a:cubicBezTo>
                    <a:pt x="2294" y="6577"/>
                    <a:pt x="2303" y="6557"/>
                    <a:pt x="2303" y="6511"/>
                  </a:cubicBezTo>
                  <a:cubicBezTo>
                    <a:pt x="2319" y="6511"/>
                    <a:pt x="2319" y="6511"/>
                    <a:pt x="2343" y="6576"/>
                  </a:cubicBezTo>
                  <a:cubicBezTo>
                    <a:pt x="2343" y="6600"/>
                    <a:pt x="2346" y="6613"/>
                    <a:pt x="2351" y="6613"/>
                  </a:cubicBezTo>
                  <a:cubicBezTo>
                    <a:pt x="2358" y="6613"/>
                    <a:pt x="2370" y="6586"/>
                    <a:pt x="2384" y="6519"/>
                  </a:cubicBezTo>
                  <a:cubicBezTo>
                    <a:pt x="2392" y="6459"/>
                    <a:pt x="2402" y="6428"/>
                    <a:pt x="2412" y="6428"/>
                  </a:cubicBezTo>
                  <a:cubicBezTo>
                    <a:pt x="2423" y="6428"/>
                    <a:pt x="2433" y="6459"/>
                    <a:pt x="2441" y="6519"/>
                  </a:cubicBezTo>
                  <a:cubicBezTo>
                    <a:pt x="2464" y="6590"/>
                    <a:pt x="2501" y="6619"/>
                    <a:pt x="2528" y="6619"/>
                  </a:cubicBezTo>
                  <a:cubicBezTo>
                    <a:pt x="2548" y="6619"/>
                    <a:pt x="2562" y="6604"/>
                    <a:pt x="2562" y="6576"/>
                  </a:cubicBezTo>
                  <a:cubicBezTo>
                    <a:pt x="2562" y="6510"/>
                    <a:pt x="2582" y="6482"/>
                    <a:pt x="2603" y="6482"/>
                  </a:cubicBezTo>
                  <a:cubicBezTo>
                    <a:pt x="2618" y="6482"/>
                    <a:pt x="2633" y="6496"/>
                    <a:pt x="2643" y="6519"/>
                  </a:cubicBezTo>
                  <a:cubicBezTo>
                    <a:pt x="2652" y="6552"/>
                    <a:pt x="2660" y="6568"/>
                    <a:pt x="2669" y="6568"/>
                  </a:cubicBezTo>
                  <a:cubicBezTo>
                    <a:pt x="2678" y="6568"/>
                    <a:pt x="2688" y="6552"/>
                    <a:pt x="2700" y="6519"/>
                  </a:cubicBezTo>
                  <a:cubicBezTo>
                    <a:pt x="2700" y="6566"/>
                    <a:pt x="2708" y="6608"/>
                    <a:pt x="2722" y="6608"/>
                  </a:cubicBezTo>
                  <a:cubicBezTo>
                    <a:pt x="2727" y="6608"/>
                    <a:pt x="2734" y="6601"/>
                    <a:pt x="2741" y="6584"/>
                  </a:cubicBezTo>
                  <a:cubicBezTo>
                    <a:pt x="2741" y="6584"/>
                    <a:pt x="2757" y="6584"/>
                    <a:pt x="2741" y="6528"/>
                  </a:cubicBezTo>
                  <a:lnTo>
                    <a:pt x="2781" y="6406"/>
                  </a:lnTo>
                  <a:cubicBezTo>
                    <a:pt x="2757" y="6406"/>
                    <a:pt x="2757" y="6341"/>
                    <a:pt x="2757" y="6284"/>
                  </a:cubicBezTo>
                  <a:cubicBezTo>
                    <a:pt x="2759" y="6270"/>
                    <a:pt x="2765" y="6263"/>
                    <a:pt x="2773" y="6263"/>
                  </a:cubicBezTo>
                  <a:cubicBezTo>
                    <a:pt x="2799" y="6263"/>
                    <a:pt x="2848" y="6330"/>
                    <a:pt x="2879" y="6471"/>
                  </a:cubicBezTo>
                  <a:lnTo>
                    <a:pt x="2919" y="6584"/>
                  </a:lnTo>
                  <a:lnTo>
                    <a:pt x="2919" y="6471"/>
                  </a:lnTo>
                  <a:cubicBezTo>
                    <a:pt x="2943" y="6471"/>
                    <a:pt x="2960" y="6471"/>
                    <a:pt x="2960" y="6528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0" y="6592"/>
                    <a:pt x="3000" y="6528"/>
                  </a:cubicBezTo>
                  <a:cubicBezTo>
                    <a:pt x="3000" y="6461"/>
                    <a:pt x="3000" y="6434"/>
                    <a:pt x="3003" y="6434"/>
                  </a:cubicBezTo>
                  <a:cubicBezTo>
                    <a:pt x="3006" y="6434"/>
                    <a:pt x="3010" y="6447"/>
                    <a:pt x="3016" y="6471"/>
                  </a:cubicBezTo>
                  <a:cubicBezTo>
                    <a:pt x="3029" y="6532"/>
                    <a:pt x="3039" y="6562"/>
                    <a:pt x="3049" y="6562"/>
                  </a:cubicBezTo>
                  <a:cubicBezTo>
                    <a:pt x="3059" y="6562"/>
                    <a:pt x="3069" y="6532"/>
                    <a:pt x="3081" y="6471"/>
                  </a:cubicBezTo>
                  <a:cubicBezTo>
                    <a:pt x="3081" y="6410"/>
                    <a:pt x="3081" y="6380"/>
                    <a:pt x="3083" y="6380"/>
                  </a:cubicBezTo>
                  <a:cubicBezTo>
                    <a:pt x="3085" y="6380"/>
                    <a:pt x="3089" y="6410"/>
                    <a:pt x="3097" y="6471"/>
                  </a:cubicBezTo>
                  <a:cubicBezTo>
                    <a:pt x="3097" y="6536"/>
                    <a:pt x="3122" y="6592"/>
                    <a:pt x="3138" y="6592"/>
                  </a:cubicBezTo>
                  <a:lnTo>
                    <a:pt x="3138" y="6536"/>
                  </a:lnTo>
                  <a:cubicBezTo>
                    <a:pt x="3138" y="6463"/>
                    <a:pt x="3147" y="6434"/>
                    <a:pt x="3157" y="6434"/>
                  </a:cubicBezTo>
                  <a:cubicBezTo>
                    <a:pt x="3164" y="6434"/>
                    <a:pt x="3172" y="6448"/>
                    <a:pt x="3179" y="6471"/>
                  </a:cubicBezTo>
                  <a:cubicBezTo>
                    <a:pt x="3179" y="6504"/>
                    <a:pt x="3185" y="6521"/>
                    <a:pt x="3197" y="6521"/>
                  </a:cubicBezTo>
                  <a:cubicBezTo>
                    <a:pt x="3208" y="6521"/>
                    <a:pt x="3224" y="6506"/>
                    <a:pt x="3243" y="6479"/>
                  </a:cubicBezTo>
                  <a:cubicBezTo>
                    <a:pt x="3284" y="6479"/>
                    <a:pt x="3300" y="6479"/>
                    <a:pt x="3300" y="6536"/>
                  </a:cubicBezTo>
                  <a:cubicBezTo>
                    <a:pt x="3300" y="6596"/>
                    <a:pt x="3300" y="6627"/>
                    <a:pt x="3303" y="6627"/>
                  </a:cubicBezTo>
                  <a:cubicBezTo>
                    <a:pt x="3306" y="6627"/>
                    <a:pt x="3312" y="6596"/>
                    <a:pt x="3324" y="6536"/>
                  </a:cubicBezTo>
                  <a:cubicBezTo>
                    <a:pt x="3333" y="6507"/>
                    <a:pt x="3337" y="6493"/>
                    <a:pt x="3344" y="6493"/>
                  </a:cubicBezTo>
                  <a:cubicBezTo>
                    <a:pt x="3351" y="6493"/>
                    <a:pt x="3361" y="6507"/>
                    <a:pt x="3381" y="6536"/>
                  </a:cubicBezTo>
                  <a:cubicBezTo>
                    <a:pt x="3389" y="6568"/>
                    <a:pt x="3393" y="6584"/>
                    <a:pt x="3398" y="6584"/>
                  </a:cubicBezTo>
                  <a:cubicBezTo>
                    <a:pt x="3404" y="6584"/>
                    <a:pt x="3410" y="6568"/>
                    <a:pt x="3422" y="6536"/>
                  </a:cubicBezTo>
                  <a:cubicBezTo>
                    <a:pt x="3422" y="6422"/>
                    <a:pt x="3422" y="6357"/>
                    <a:pt x="3397" y="6357"/>
                  </a:cubicBezTo>
                  <a:cubicBezTo>
                    <a:pt x="3381" y="6357"/>
                    <a:pt x="3381" y="6357"/>
                    <a:pt x="3381" y="6301"/>
                  </a:cubicBezTo>
                  <a:lnTo>
                    <a:pt x="3422" y="6301"/>
                  </a:lnTo>
                  <a:cubicBezTo>
                    <a:pt x="3438" y="6301"/>
                    <a:pt x="3462" y="6301"/>
                    <a:pt x="3503" y="6244"/>
                  </a:cubicBezTo>
                  <a:cubicBezTo>
                    <a:pt x="3514" y="6226"/>
                    <a:pt x="3522" y="6204"/>
                    <a:pt x="3527" y="6183"/>
                  </a:cubicBezTo>
                  <a:lnTo>
                    <a:pt x="3527" y="6183"/>
                  </a:lnTo>
                  <a:lnTo>
                    <a:pt x="3527" y="6276"/>
                  </a:lnTo>
                  <a:cubicBezTo>
                    <a:pt x="3527" y="6398"/>
                    <a:pt x="3527" y="6455"/>
                    <a:pt x="3576" y="6511"/>
                  </a:cubicBezTo>
                  <a:cubicBezTo>
                    <a:pt x="3636" y="6548"/>
                    <a:pt x="3688" y="6583"/>
                    <a:pt x="3721" y="6583"/>
                  </a:cubicBezTo>
                  <a:cubicBezTo>
                    <a:pt x="3745" y="6583"/>
                    <a:pt x="3758" y="6563"/>
                    <a:pt x="3754" y="6511"/>
                  </a:cubicBezTo>
                  <a:cubicBezTo>
                    <a:pt x="3754" y="6511"/>
                    <a:pt x="3779" y="6446"/>
                    <a:pt x="3803" y="6446"/>
                  </a:cubicBezTo>
                  <a:cubicBezTo>
                    <a:pt x="3827" y="6446"/>
                    <a:pt x="3860" y="6503"/>
                    <a:pt x="3860" y="6503"/>
                  </a:cubicBezTo>
                  <a:cubicBezTo>
                    <a:pt x="3864" y="6539"/>
                    <a:pt x="3896" y="6550"/>
                    <a:pt x="3945" y="6550"/>
                  </a:cubicBezTo>
                  <a:cubicBezTo>
                    <a:pt x="3985" y="6550"/>
                    <a:pt x="4037" y="6543"/>
                    <a:pt x="4095" y="6536"/>
                  </a:cubicBezTo>
                  <a:cubicBezTo>
                    <a:pt x="4184" y="6522"/>
                    <a:pt x="4246" y="6508"/>
                    <a:pt x="4290" y="6508"/>
                  </a:cubicBezTo>
                  <a:cubicBezTo>
                    <a:pt x="4322" y="6508"/>
                    <a:pt x="4345" y="6515"/>
                    <a:pt x="4362" y="6536"/>
                  </a:cubicBezTo>
                  <a:cubicBezTo>
                    <a:pt x="4394" y="6580"/>
                    <a:pt x="4420" y="6585"/>
                    <a:pt x="4431" y="6585"/>
                  </a:cubicBezTo>
                  <a:cubicBezTo>
                    <a:pt x="4434" y="6585"/>
                    <a:pt x="4435" y="6584"/>
                    <a:pt x="4435" y="6584"/>
                  </a:cubicBezTo>
                  <a:cubicBezTo>
                    <a:pt x="4419" y="6528"/>
                    <a:pt x="4573" y="6487"/>
                    <a:pt x="4743" y="6422"/>
                  </a:cubicBezTo>
                  <a:cubicBezTo>
                    <a:pt x="4922" y="6357"/>
                    <a:pt x="5084" y="6268"/>
                    <a:pt x="5060" y="6219"/>
                  </a:cubicBezTo>
                  <a:lnTo>
                    <a:pt x="5108" y="6195"/>
                  </a:lnTo>
                  <a:cubicBezTo>
                    <a:pt x="5118" y="6216"/>
                    <a:pt x="5133" y="6223"/>
                    <a:pt x="5150" y="6223"/>
                  </a:cubicBezTo>
                  <a:cubicBezTo>
                    <a:pt x="5174" y="6223"/>
                    <a:pt x="5202" y="6209"/>
                    <a:pt x="5230" y="6195"/>
                  </a:cubicBezTo>
                  <a:cubicBezTo>
                    <a:pt x="5230" y="6146"/>
                    <a:pt x="5254" y="6114"/>
                    <a:pt x="5287" y="6090"/>
                  </a:cubicBezTo>
                  <a:cubicBezTo>
                    <a:pt x="5302" y="6113"/>
                    <a:pt x="5315" y="6121"/>
                    <a:pt x="5330" y="6121"/>
                  </a:cubicBezTo>
                  <a:cubicBezTo>
                    <a:pt x="5346" y="6121"/>
                    <a:pt x="5362" y="6111"/>
                    <a:pt x="5384" y="6098"/>
                  </a:cubicBezTo>
                  <a:cubicBezTo>
                    <a:pt x="5433" y="6065"/>
                    <a:pt x="5449" y="6049"/>
                    <a:pt x="5416" y="6001"/>
                  </a:cubicBezTo>
                  <a:cubicBezTo>
                    <a:pt x="5497" y="5936"/>
                    <a:pt x="5587" y="5895"/>
                    <a:pt x="5684" y="5871"/>
                  </a:cubicBezTo>
                  <a:cubicBezTo>
                    <a:pt x="5693" y="5875"/>
                    <a:pt x="5700" y="5877"/>
                    <a:pt x="5706" y="5877"/>
                  </a:cubicBezTo>
                  <a:cubicBezTo>
                    <a:pt x="5735" y="5877"/>
                    <a:pt x="5722" y="5828"/>
                    <a:pt x="5708" y="5774"/>
                  </a:cubicBezTo>
                  <a:cubicBezTo>
                    <a:pt x="5668" y="5733"/>
                    <a:pt x="5643" y="5668"/>
                    <a:pt x="5660" y="5652"/>
                  </a:cubicBezTo>
                  <a:lnTo>
                    <a:pt x="5660" y="5652"/>
                  </a:lnTo>
                  <a:lnTo>
                    <a:pt x="5749" y="5741"/>
                  </a:lnTo>
                  <a:cubicBezTo>
                    <a:pt x="5758" y="5773"/>
                    <a:pt x="5762" y="5787"/>
                    <a:pt x="5771" y="5787"/>
                  </a:cubicBezTo>
                  <a:cubicBezTo>
                    <a:pt x="5778" y="5787"/>
                    <a:pt x="5788" y="5779"/>
                    <a:pt x="5805" y="5765"/>
                  </a:cubicBezTo>
                  <a:lnTo>
                    <a:pt x="5846" y="5733"/>
                  </a:lnTo>
                  <a:cubicBezTo>
                    <a:pt x="5805" y="5692"/>
                    <a:pt x="5895" y="5595"/>
                    <a:pt x="6024" y="5457"/>
                  </a:cubicBezTo>
                  <a:cubicBezTo>
                    <a:pt x="6170" y="5279"/>
                    <a:pt x="6219" y="5206"/>
                    <a:pt x="6170" y="5174"/>
                  </a:cubicBezTo>
                  <a:cubicBezTo>
                    <a:pt x="6122" y="5141"/>
                    <a:pt x="6130" y="5125"/>
                    <a:pt x="6227" y="5092"/>
                  </a:cubicBezTo>
                  <a:cubicBezTo>
                    <a:pt x="6462" y="5052"/>
                    <a:pt x="6462" y="5044"/>
                    <a:pt x="6422" y="4995"/>
                  </a:cubicBezTo>
                  <a:lnTo>
                    <a:pt x="6422" y="4995"/>
                  </a:lnTo>
                  <a:cubicBezTo>
                    <a:pt x="6420" y="5001"/>
                    <a:pt x="6415" y="5004"/>
                    <a:pt x="6408" y="5004"/>
                  </a:cubicBezTo>
                  <a:cubicBezTo>
                    <a:pt x="6386" y="5004"/>
                    <a:pt x="6345" y="4979"/>
                    <a:pt x="6308" y="4955"/>
                  </a:cubicBezTo>
                  <a:cubicBezTo>
                    <a:pt x="6239" y="4917"/>
                    <a:pt x="6222" y="4898"/>
                    <a:pt x="6251" y="4898"/>
                  </a:cubicBezTo>
                  <a:cubicBezTo>
                    <a:pt x="6266" y="4898"/>
                    <a:pt x="6294" y="4903"/>
                    <a:pt x="6332" y="4914"/>
                  </a:cubicBezTo>
                  <a:cubicBezTo>
                    <a:pt x="6340" y="4918"/>
                    <a:pt x="6347" y="4920"/>
                    <a:pt x="6355" y="4920"/>
                  </a:cubicBezTo>
                  <a:cubicBezTo>
                    <a:pt x="6456" y="4920"/>
                    <a:pt x="6568" y="4585"/>
                    <a:pt x="6462" y="4517"/>
                  </a:cubicBezTo>
                  <a:lnTo>
                    <a:pt x="6462" y="4517"/>
                  </a:lnTo>
                  <a:lnTo>
                    <a:pt x="6511" y="4541"/>
                  </a:lnTo>
                  <a:cubicBezTo>
                    <a:pt x="6524" y="4547"/>
                    <a:pt x="6535" y="4550"/>
                    <a:pt x="6544" y="4550"/>
                  </a:cubicBezTo>
                  <a:cubicBezTo>
                    <a:pt x="6573" y="4550"/>
                    <a:pt x="6585" y="4517"/>
                    <a:pt x="6616" y="4436"/>
                  </a:cubicBezTo>
                  <a:lnTo>
                    <a:pt x="6649" y="4363"/>
                  </a:lnTo>
                  <a:cubicBezTo>
                    <a:pt x="6539" y="4331"/>
                    <a:pt x="6627" y="4208"/>
                    <a:pt x="6684" y="4208"/>
                  </a:cubicBezTo>
                  <a:cubicBezTo>
                    <a:pt x="6686" y="4208"/>
                    <a:pt x="6688" y="4208"/>
                    <a:pt x="6689" y="4209"/>
                  </a:cubicBezTo>
                  <a:cubicBezTo>
                    <a:pt x="6754" y="4201"/>
                    <a:pt x="6754" y="4201"/>
                    <a:pt x="6770" y="4152"/>
                  </a:cubicBezTo>
                  <a:cubicBezTo>
                    <a:pt x="6684" y="4050"/>
                    <a:pt x="6749" y="3941"/>
                    <a:pt x="6812" y="3941"/>
                  </a:cubicBezTo>
                  <a:cubicBezTo>
                    <a:pt x="6815" y="3941"/>
                    <a:pt x="6817" y="3941"/>
                    <a:pt x="6819" y="3941"/>
                  </a:cubicBezTo>
                  <a:cubicBezTo>
                    <a:pt x="6819" y="3941"/>
                    <a:pt x="6819" y="3909"/>
                    <a:pt x="6827" y="3884"/>
                  </a:cubicBezTo>
                  <a:cubicBezTo>
                    <a:pt x="6787" y="3860"/>
                    <a:pt x="6770" y="3811"/>
                    <a:pt x="6787" y="3771"/>
                  </a:cubicBezTo>
                  <a:cubicBezTo>
                    <a:pt x="6793" y="3705"/>
                    <a:pt x="6794" y="3677"/>
                    <a:pt x="6765" y="3677"/>
                  </a:cubicBezTo>
                  <a:cubicBezTo>
                    <a:pt x="6758" y="3677"/>
                    <a:pt x="6749" y="3679"/>
                    <a:pt x="6738" y="3682"/>
                  </a:cubicBezTo>
                  <a:cubicBezTo>
                    <a:pt x="6673" y="3682"/>
                    <a:pt x="6616" y="3674"/>
                    <a:pt x="6616" y="3649"/>
                  </a:cubicBezTo>
                  <a:lnTo>
                    <a:pt x="6616" y="3649"/>
                  </a:lnTo>
                  <a:lnTo>
                    <a:pt x="6673" y="3657"/>
                  </a:lnTo>
                  <a:cubicBezTo>
                    <a:pt x="6738" y="3657"/>
                    <a:pt x="6746" y="3584"/>
                    <a:pt x="6746" y="3479"/>
                  </a:cubicBezTo>
                  <a:cubicBezTo>
                    <a:pt x="6762" y="3349"/>
                    <a:pt x="6754" y="3293"/>
                    <a:pt x="6811" y="3268"/>
                  </a:cubicBezTo>
                  <a:lnTo>
                    <a:pt x="6754" y="3244"/>
                  </a:lnTo>
                  <a:cubicBezTo>
                    <a:pt x="6689" y="3220"/>
                    <a:pt x="6689" y="3195"/>
                    <a:pt x="6746" y="3187"/>
                  </a:cubicBezTo>
                  <a:cubicBezTo>
                    <a:pt x="6811" y="3139"/>
                    <a:pt x="6803" y="3049"/>
                    <a:pt x="6738" y="3009"/>
                  </a:cubicBezTo>
                  <a:cubicBezTo>
                    <a:pt x="6738" y="2984"/>
                    <a:pt x="6730" y="2960"/>
                    <a:pt x="6730" y="2960"/>
                  </a:cubicBezTo>
                  <a:cubicBezTo>
                    <a:pt x="6851" y="2920"/>
                    <a:pt x="6835" y="2830"/>
                    <a:pt x="6714" y="2830"/>
                  </a:cubicBezTo>
                  <a:cubicBezTo>
                    <a:pt x="6770" y="2814"/>
                    <a:pt x="6770" y="2790"/>
                    <a:pt x="6770" y="2766"/>
                  </a:cubicBezTo>
                  <a:cubicBezTo>
                    <a:pt x="6705" y="2725"/>
                    <a:pt x="6673" y="2620"/>
                    <a:pt x="6738" y="2603"/>
                  </a:cubicBezTo>
                  <a:lnTo>
                    <a:pt x="6730" y="2579"/>
                  </a:lnTo>
                  <a:cubicBezTo>
                    <a:pt x="6665" y="2571"/>
                    <a:pt x="6657" y="2547"/>
                    <a:pt x="6649" y="2514"/>
                  </a:cubicBezTo>
                  <a:cubicBezTo>
                    <a:pt x="6649" y="2490"/>
                    <a:pt x="6641" y="2466"/>
                    <a:pt x="6576" y="2457"/>
                  </a:cubicBezTo>
                  <a:cubicBezTo>
                    <a:pt x="6511" y="2449"/>
                    <a:pt x="6503" y="2425"/>
                    <a:pt x="6503" y="2425"/>
                  </a:cubicBezTo>
                  <a:cubicBezTo>
                    <a:pt x="6499" y="2413"/>
                    <a:pt x="6513" y="2409"/>
                    <a:pt x="6536" y="2409"/>
                  </a:cubicBezTo>
                  <a:cubicBezTo>
                    <a:pt x="6559" y="2409"/>
                    <a:pt x="6592" y="2413"/>
                    <a:pt x="6624" y="2417"/>
                  </a:cubicBezTo>
                  <a:cubicBezTo>
                    <a:pt x="6636" y="2422"/>
                    <a:pt x="6646" y="2424"/>
                    <a:pt x="6653" y="2424"/>
                  </a:cubicBezTo>
                  <a:cubicBezTo>
                    <a:pt x="6689" y="2424"/>
                    <a:pt x="6658" y="2363"/>
                    <a:pt x="6535" y="2336"/>
                  </a:cubicBezTo>
                  <a:cubicBezTo>
                    <a:pt x="6443" y="2314"/>
                    <a:pt x="6413" y="2307"/>
                    <a:pt x="6441" y="2307"/>
                  </a:cubicBezTo>
                  <a:cubicBezTo>
                    <a:pt x="6455" y="2307"/>
                    <a:pt x="6484" y="2309"/>
                    <a:pt x="6527" y="2312"/>
                  </a:cubicBezTo>
                  <a:cubicBezTo>
                    <a:pt x="6549" y="2312"/>
                    <a:pt x="6570" y="2312"/>
                    <a:pt x="6587" y="2312"/>
                  </a:cubicBezTo>
                  <a:cubicBezTo>
                    <a:pt x="6620" y="2312"/>
                    <a:pt x="6632" y="2309"/>
                    <a:pt x="6584" y="2287"/>
                  </a:cubicBezTo>
                  <a:cubicBezTo>
                    <a:pt x="6578" y="2270"/>
                    <a:pt x="6559" y="2256"/>
                    <a:pt x="6537" y="2256"/>
                  </a:cubicBezTo>
                  <a:cubicBezTo>
                    <a:pt x="6529" y="2256"/>
                    <a:pt x="6520" y="2258"/>
                    <a:pt x="6511" y="2263"/>
                  </a:cubicBezTo>
                  <a:lnTo>
                    <a:pt x="6487" y="2190"/>
                  </a:lnTo>
                  <a:cubicBezTo>
                    <a:pt x="6527" y="2117"/>
                    <a:pt x="6511" y="2093"/>
                    <a:pt x="6503" y="2068"/>
                  </a:cubicBezTo>
                  <a:cubicBezTo>
                    <a:pt x="6438" y="2068"/>
                    <a:pt x="6438" y="2068"/>
                    <a:pt x="6478" y="2020"/>
                  </a:cubicBezTo>
                  <a:cubicBezTo>
                    <a:pt x="6511" y="2006"/>
                    <a:pt x="6522" y="1992"/>
                    <a:pt x="6504" y="1992"/>
                  </a:cubicBezTo>
                  <a:cubicBezTo>
                    <a:pt x="6491" y="1992"/>
                    <a:pt x="6462" y="1999"/>
                    <a:pt x="6414" y="2020"/>
                  </a:cubicBezTo>
                  <a:cubicBezTo>
                    <a:pt x="6349" y="2020"/>
                    <a:pt x="6341" y="2003"/>
                    <a:pt x="6381" y="1955"/>
                  </a:cubicBezTo>
                  <a:cubicBezTo>
                    <a:pt x="6459" y="1913"/>
                    <a:pt x="6475" y="1889"/>
                    <a:pt x="6455" y="1889"/>
                  </a:cubicBezTo>
                  <a:cubicBezTo>
                    <a:pt x="6448" y="1889"/>
                    <a:pt x="6436" y="1892"/>
                    <a:pt x="6422" y="1898"/>
                  </a:cubicBezTo>
                  <a:cubicBezTo>
                    <a:pt x="6412" y="1899"/>
                    <a:pt x="6404" y="1900"/>
                    <a:pt x="6397" y="1900"/>
                  </a:cubicBezTo>
                  <a:cubicBezTo>
                    <a:pt x="6355" y="1900"/>
                    <a:pt x="6349" y="1882"/>
                    <a:pt x="6349" y="1882"/>
                  </a:cubicBezTo>
                  <a:cubicBezTo>
                    <a:pt x="6405" y="1849"/>
                    <a:pt x="6292" y="1639"/>
                    <a:pt x="6154" y="1444"/>
                  </a:cubicBezTo>
                  <a:cubicBezTo>
                    <a:pt x="6150" y="1440"/>
                    <a:pt x="6142" y="1438"/>
                    <a:pt x="6132" y="1438"/>
                  </a:cubicBezTo>
                  <a:cubicBezTo>
                    <a:pt x="6105" y="1438"/>
                    <a:pt x="6062" y="1453"/>
                    <a:pt x="6032" y="1476"/>
                  </a:cubicBezTo>
                  <a:cubicBezTo>
                    <a:pt x="5995" y="1505"/>
                    <a:pt x="5979" y="1516"/>
                    <a:pt x="5976" y="1516"/>
                  </a:cubicBezTo>
                  <a:cubicBezTo>
                    <a:pt x="5970" y="1516"/>
                    <a:pt x="5996" y="1487"/>
                    <a:pt x="6016" y="1452"/>
                  </a:cubicBezTo>
                  <a:cubicBezTo>
                    <a:pt x="6086" y="1377"/>
                    <a:pt x="6105" y="1332"/>
                    <a:pt x="6085" y="1332"/>
                  </a:cubicBezTo>
                  <a:cubicBezTo>
                    <a:pt x="6071" y="1332"/>
                    <a:pt x="6035" y="1357"/>
                    <a:pt x="5984" y="1412"/>
                  </a:cubicBezTo>
                  <a:cubicBezTo>
                    <a:pt x="5945" y="1458"/>
                    <a:pt x="5925" y="1483"/>
                    <a:pt x="5921" y="1483"/>
                  </a:cubicBezTo>
                  <a:cubicBezTo>
                    <a:pt x="5918" y="1483"/>
                    <a:pt x="5934" y="1454"/>
                    <a:pt x="5968" y="1395"/>
                  </a:cubicBezTo>
                  <a:cubicBezTo>
                    <a:pt x="5989" y="1358"/>
                    <a:pt x="5996" y="1345"/>
                    <a:pt x="5981" y="1345"/>
                  </a:cubicBezTo>
                  <a:cubicBezTo>
                    <a:pt x="5973" y="1345"/>
                    <a:pt x="5958" y="1349"/>
                    <a:pt x="5935" y="1355"/>
                  </a:cubicBezTo>
                  <a:cubicBezTo>
                    <a:pt x="5920" y="1370"/>
                    <a:pt x="5908" y="1376"/>
                    <a:pt x="5902" y="1376"/>
                  </a:cubicBezTo>
                  <a:cubicBezTo>
                    <a:pt x="5890" y="1376"/>
                    <a:pt x="5894" y="1359"/>
                    <a:pt x="5919" y="1339"/>
                  </a:cubicBezTo>
                  <a:cubicBezTo>
                    <a:pt x="5944" y="1294"/>
                    <a:pt x="5965" y="1245"/>
                    <a:pt x="5953" y="1245"/>
                  </a:cubicBezTo>
                  <a:cubicBezTo>
                    <a:pt x="5950" y="1245"/>
                    <a:pt x="5944" y="1249"/>
                    <a:pt x="5935" y="1258"/>
                  </a:cubicBezTo>
                  <a:cubicBezTo>
                    <a:pt x="5935" y="1258"/>
                    <a:pt x="5919" y="1241"/>
                    <a:pt x="5943" y="1176"/>
                  </a:cubicBezTo>
                  <a:cubicBezTo>
                    <a:pt x="5955" y="1148"/>
                    <a:pt x="5945" y="1138"/>
                    <a:pt x="5925" y="1138"/>
                  </a:cubicBezTo>
                  <a:cubicBezTo>
                    <a:pt x="5905" y="1138"/>
                    <a:pt x="5874" y="1148"/>
                    <a:pt x="5846" y="1160"/>
                  </a:cubicBezTo>
                  <a:cubicBezTo>
                    <a:pt x="5806" y="1167"/>
                    <a:pt x="5776" y="1171"/>
                    <a:pt x="5756" y="1171"/>
                  </a:cubicBezTo>
                  <a:cubicBezTo>
                    <a:pt x="5709" y="1171"/>
                    <a:pt x="5723" y="1149"/>
                    <a:pt x="5797" y="1103"/>
                  </a:cubicBezTo>
                  <a:cubicBezTo>
                    <a:pt x="5862" y="1060"/>
                    <a:pt x="5823" y="1024"/>
                    <a:pt x="5760" y="1024"/>
                  </a:cubicBezTo>
                  <a:cubicBezTo>
                    <a:pt x="5729" y="1024"/>
                    <a:pt x="5692" y="1033"/>
                    <a:pt x="5660" y="1055"/>
                  </a:cubicBezTo>
                  <a:cubicBezTo>
                    <a:pt x="5604" y="1097"/>
                    <a:pt x="5580" y="1114"/>
                    <a:pt x="5577" y="1114"/>
                  </a:cubicBezTo>
                  <a:cubicBezTo>
                    <a:pt x="5576" y="1114"/>
                    <a:pt x="5585" y="1105"/>
                    <a:pt x="5603" y="1087"/>
                  </a:cubicBezTo>
                  <a:cubicBezTo>
                    <a:pt x="5643" y="1039"/>
                    <a:pt x="5619" y="1022"/>
                    <a:pt x="5619" y="1022"/>
                  </a:cubicBezTo>
                  <a:cubicBezTo>
                    <a:pt x="5603" y="1006"/>
                    <a:pt x="5587" y="990"/>
                    <a:pt x="5627" y="941"/>
                  </a:cubicBezTo>
                  <a:cubicBezTo>
                    <a:pt x="5627" y="941"/>
                    <a:pt x="5612" y="931"/>
                    <a:pt x="5568" y="931"/>
                  </a:cubicBezTo>
                  <a:cubicBezTo>
                    <a:pt x="5557" y="931"/>
                    <a:pt x="5544" y="932"/>
                    <a:pt x="5530" y="933"/>
                  </a:cubicBezTo>
                  <a:cubicBezTo>
                    <a:pt x="5501" y="948"/>
                    <a:pt x="5479" y="955"/>
                    <a:pt x="5461" y="955"/>
                  </a:cubicBezTo>
                  <a:cubicBezTo>
                    <a:pt x="5404" y="955"/>
                    <a:pt x="5403" y="882"/>
                    <a:pt x="5441" y="795"/>
                  </a:cubicBezTo>
                  <a:lnTo>
                    <a:pt x="5441" y="795"/>
                  </a:lnTo>
                  <a:lnTo>
                    <a:pt x="5368" y="812"/>
                  </a:lnTo>
                  <a:cubicBezTo>
                    <a:pt x="5317" y="858"/>
                    <a:pt x="5277" y="888"/>
                    <a:pt x="5265" y="888"/>
                  </a:cubicBezTo>
                  <a:cubicBezTo>
                    <a:pt x="5256" y="888"/>
                    <a:pt x="5263" y="870"/>
                    <a:pt x="5295" y="828"/>
                  </a:cubicBezTo>
                  <a:cubicBezTo>
                    <a:pt x="5307" y="810"/>
                    <a:pt x="5318" y="792"/>
                    <a:pt x="5327" y="779"/>
                  </a:cubicBezTo>
                  <a:lnTo>
                    <a:pt x="5327" y="779"/>
                  </a:lnTo>
                  <a:cubicBezTo>
                    <a:pt x="5305" y="799"/>
                    <a:pt x="5285" y="808"/>
                    <a:pt x="5269" y="808"/>
                  </a:cubicBezTo>
                  <a:cubicBezTo>
                    <a:pt x="5221" y="808"/>
                    <a:pt x="5205" y="731"/>
                    <a:pt x="5254" y="658"/>
                  </a:cubicBezTo>
                  <a:cubicBezTo>
                    <a:pt x="5287" y="609"/>
                    <a:pt x="5287" y="609"/>
                    <a:pt x="5262" y="593"/>
                  </a:cubicBezTo>
                  <a:lnTo>
                    <a:pt x="5262" y="593"/>
                  </a:lnTo>
                  <a:lnTo>
                    <a:pt x="5230" y="641"/>
                  </a:lnTo>
                  <a:cubicBezTo>
                    <a:pt x="5202" y="691"/>
                    <a:pt x="5174" y="734"/>
                    <a:pt x="5156" y="734"/>
                  </a:cubicBezTo>
                  <a:cubicBezTo>
                    <a:pt x="5153" y="734"/>
                    <a:pt x="5151" y="733"/>
                    <a:pt x="5149" y="731"/>
                  </a:cubicBezTo>
                  <a:cubicBezTo>
                    <a:pt x="5124" y="714"/>
                    <a:pt x="5100" y="706"/>
                    <a:pt x="5133" y="649"/>
                  </a:cubicBezTo>
                  <a:cubicBezTo>
                    <a:pt x="5138" y="602"/>
                    <a:pt x="5144" y="555"/>
                    <a:pt x="5135" y="555"/>
                  </a:cubicBezTo>
                  <a:cubicBezTo>
                    <a:pt x="5131" y="555"/>
                    <a:pt x="5125" y="561"/>
                    <a:pt x="5116" y="576"/>
                  </a:cubicBezTo>
                  <a:cubicBezTo>
                    <a:pt x="5116" y="576"/>
                    <a:pt x="5100" y="560"/>
                    <a:pt x="5108" y="495"/>
                  </a:cubicBezTo>
                  <a:lnTo>
                    <a:pt x="5011" y="447"/>
                  </a:lnTo>
                  <a:cubicBezTo>
                    <a:pt x="4994" y="461"/>
                    <a:pt x="4978" y="467"/>
                    <a:pt x="4964" y="467"/>
                  </a:cubicBezTo>
                  <a:cubicBezTo>
                    <a:pt x="4938" y="467"/>
                    <a:pt x="4922" y="444"/>
                    <a:pt x="4938" y="406"/>
                  </a:cubicBezTo>
                  <a:cubicBezTo>
                    <a:pt x="4930" y="404"/>
                    <a:pt x="4921" y="403"/>
                    <a:pt x="4912" y="403"/>
                  </a:cubicBezTo>
                  <a:cubicBezTo>
                    <a:pt x="4886" y="403"/>
                    <a:pt x="4859" y="412"/>
                    <a:pt x="4841" y="431"/>
                  </a:cubicBezTo>
                  <a:cubicBezTo>
                    <a:pt x="4792" y="406"/>
                    <a:pt x="4776" y="390"/>
                    <a:pt x="4792" y="341"/>
                  </a:cubicBezTo>
                  <a:cubicBezTo>
                    <a:pt x="4805" y="311"/>
                    <a:pt x="4811" y="297"/>
                    <a:pt x="4806" y="297"/>
                  </a:cubicBezTo>
                  <a:cubicBezTo>
                    <a:pt x="4802" y="297"/>
                    <a:pt x="4790" y="307"/>
                    <a:pt x="4768" y="325"/>
                  </a:cubicBezTo>
                  <a:cubicBezTo>
                    <a:pt x="4752" y="362"/>
                    <a:pt x="4736" y="371"/>
                    <a:pt x="4721" y="371"/>
                  </a:cubicBezTo>
                  <a:cubicBezTo>
                    <a:pt x="4712" y="371"/>
                    <a:pt x="4703" y="369"/>
                    <a:pt x="4695" y="366"/>
                  </a:cubicBezTo>
                  <a:lnTo>
                    <a:pt x="4646" y="349"/>
                  </a:lnTo>
                  <a:cubicBezTo>
                    <a:pt x="4635" y="384"/>
                    <a:pt x="4631" y="394"/>
                    <a:pt x="4622" y="394"/>
                  </a:cubicBezTo>
                  <a:cubicBezTo>
                    <a:pt x="4618" y="394"/>
                    <a:pt x="4613" y="392"/>
                    <a:pt x="4606" y="390"/>
                  </a:cubicBezTo>
                  <a:cubicBezTo>
                    <a:pt x="4581" y="382"/>
                    <a:pt x="4524" y="301"/>
                    <a:pt x="4500" y="293"/>
                  </a:cubicBezTo>
                  <a:cubicBezTo>
                    <a:pt x="4472" y="283"/>
                    <a:pt x="4455" y="278"/>
                    <a:pt x="4445" y="278"/>
                  </a:cubicBezTo>
                  <a:cubicBezTo>
                    <a:pt x="4428" y="278"/>
                    <a:pt x="4430" y="293"/>
                    <a:pt x="4435" y="333"/>
                  </a:cubicBezTo>
                  <a:cubicBezTo>
                    <a:pt x="4450" y="338"/>
                    <a:pt x="4450" y="362"/>
                    <a:pt x="4440" y="362"/>
                  </a:cubicBezTo>
                  <a:cubicBezTo>
                    <a:pt x="4433" y="362"/>
                    <a:pt x="4423" y="353"/>
                    <a:pt x="4411" y="325"/>
                  </a:cubicBezTo>
                  <a:cubicBezTo>
                    <a:pt x="4387" y="317"/>
                    <a:pt x="4330" y="236"/>
                    <a:pt x="4249" y="220"/>
                  </a:cubicBezTo>
                  <a:cubicBezTo>
                    <a:pt x="4211" y="207"/>
                    <a:pt x="4187" y="201"/>
                    <a:pt x="4171" y="201"/>
                  </a:cubicBezTo>
                  <a:cubicBezTo>
                    <a:pt x="4145" y="201"/>
                    <a:pt x="4140" y="217"/>
                    <a:pt x="4135" y="252"/>
                  </a:cubicBezTo>
                  <a:cubicBezTo>
                    <a:pt x="4135" y="313"/>
                    <a:pt x="4129" y="343"/>
                    <a:pt x="4123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1" y="173"/>
                    <a:pt x="4075" y="139"/>
                    <a:pt x="4063" y="139"/>
                  </a:cubicBezTo>
                  <a:cubicBezTo>
                    <a:pt x="4055" y="139"/>
                    <a:pt x="4049" y="154"/>
                    <a:pt x="4046" y="179"/>
                  </a:cubicBezTo>
                  <a:cubicBezTo>
                    <a:pt x="4006" y="228"/>
                    <a:pt x="4006" y="228"/>
                    <a:pt x="3981" y="228"/>
                  </a:cubicBezTo>
                  <a:cubicBezTo>
                    <a:pt x="3986" y="196"/>
                    <a:pt x="3980" y="180"/>
                    <a:pt x="3965" y="180"/>
                  </a:cubicBezTo>
                  <a:cubicBezTo>
                    <a:pt x="3952" y="180"/>
                    <a:pt x="3933" y="190"/>
                    <a:pt x="3908" y="212"/>
                  </a:cubicBezTo>
                  <a:cubicBezTo>
                    <a:pt x="3884" y="212"/>
                    <a:pt x="3884" y="212"/>
                    <a:pt x="3884" y="155"/>
                  </a:cubicBezTo>
                  <a:cubicBezTo>
                    <a:pt x="3868" y="147"/>
                    <a:pt x="3852" y="147"/>
                    <a:pt x="3835" y="147"/>
                  </a:cubicBezTo>
                  <a:cubicBezTo>
                    <a:pt x="3810" y="190"/>
                    <a:pt x="3773" y="207"/>
                    <a:pt x="3736" y="207"/>
                  </a:cubicBezTo>
                  <a:cubicBezTo>
                    <a:pt x="3676" y="207"/>
                    <a:pt x="3615" y="165"/>
                    <a:pt x="3600" y="131"/>
                  </a:cubicBezTo>
                  <a:cubicBezTo>
                    <a:pt x="3600" y="131"/>
                    <a:pt x="3576" y="131"/>
                    <a:pt x="3543" y="187"/>
                  </a:cubicBezTo>
                  <a:cubicBezTo>
                    <a:pt x="3531" y="244"/>
                    <a:pt x="3521" y="272"/>
                    <a:pt x="3514" y="272"/>
                  </a:cubicBezTo>
                  <a:cubicBezTo>
                    <a:pt x="3507" y="272"/>
                    <a:pt x="3503" y="244"/>
                    <a:pt x="3503" y="187"/>
                  </a:cubicBezTo>
                  <a:cubicBezTo>
                    <a:pt x="3503" y="127"/>
                    <a:pt x="3503" y="96"/>
                    <a:pt x="3500" y="96"/>
                  </a:cubicBezTo>
                  <a:cubicBezTo>
                    <a:pt x="3497" y="96"/>
                    <a:pt x="3491" y="127"/>
                    <a:pt x="3479" y="187"/>
                  </a:cubicBezTo>
                  <a:cubicBezTo>
                    <a:pt x="3472" y="210"/>
                    <a:pt x="3452" y="224"/>
                    <a:pt x="3432" y="224"/>
                  </a:cubicBezTo>
                  <a:cubicBezTo>
                    <a:pt x="3402" y="224"/>
                    <a:pt x="3372" y="195"/>
                    <a:pt x="3381" y="122"/>
                  </a:cubicBezTo>
                  <a:lnTo>
                    <a:pt x="33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2"/>
            <p:cNvSpPr/>
            <p:nvPr/>
          </p:nvSpPr>
          <p:spPr>
            <a:xfrm>
              <a:off x="4760760" y="2142182"/>
              <a:ext cx="117973" cy="114716"/>
            </a:xfrm>
            <a:custGeom>
              <a:avLst/>
              <a:gdLst/>
              <a:ahLst/>
              <a:cxnLst/>
              <a:rect l="l" t="t" r="r" b="b"/>
              <a:pathLst>
                <a:path w="6844" h="6655" extrusionOk="0">
                  <a:moveTo>
                    <a:pt x="1566" y="236"/>
                  </a:moveTo>
                  <a:cubicBezTo>
                    <a:pt x="1582" y="292"/>
                    <a:pt x="1598" y="349"/>
                    <a:pt x="1574" y="357"/>
                  </a:cubicBezTo>
                  <a:lnTo>
                    <a:pt x="1541" y="357"/>
                  </a:lnTo>
                  <a:cubicBezTo>
                    <a:pt x="1533" y="325"/>
                    <a:pt x="1525" y="284"/>
                    <a:pt x="1533" y="244"/>
                  </a:cubicBezTo>
                  <a:lnTo>
                    <a:pt x="1566" y="236"/>
                  </a:lnTo>
                  <a:close/>
                  <a:moveTo>
                    <a:pt x="2020" y="576"/>
                  </a:moveTo>
                  <a:cubicBezTo>
                    <a:pt x="2020" y="633"/>
                    <a:pt x="2028" y="698"/>
                    <a:pt x="2003" y="698"/>
                  </a:cubicBezTo>
                  <a:lnTo>
                    <a:pt x="1971" y="633"/>
                  </a:lnTo>
                  <a:lnTo>
                    <a:pt x="1987" y="576"/>
                  </a:lnTo>
                  <a:close/>
                  <a:moveTo>
                    <a:pt x="3422" y="609"/>
                  </a:moveTo>
                  <a:cubicBezTo>
                    <a:pt x="3463" y="609"/>
                    <a:pt x="3463" y="609"/>
                    <a:pt x="3463" y="665"/>
                  </a:cubicBezTo>
                  <a:cubicBezTo>
                    <a:pt x="3463" y="730"/>
                    <a:pt x="3422" y="730"/>
                    <a:pt x="3406" y="730"/>
                  </a:cubicBezTo>
                  <a:cubicBezTo>
                    <a:pt x="3382" y="665"/>
                    <a:pt x="3406" y="609"/>
                    <a:pt x="3422" y="609"/>
                  </a:cubicBezTo>
                  <a:close/>
                  <a:moveTo>
                    <a:pt x="4330" y="681"/>
                  </a:moveTo>
                  <a:lnTo>
                    <a:pt x="4355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1" y="796"/>
                    <a:pt x="4299" y="796"/>
                    <a:pt x="4298" y="795"/>
                  </a:cubicBezTo>
                  <a:lnTo>
                    <a:pt x="4274" y="795"/>
                  </a:lnTo>
                  <a:cubicBezTo>
                    <a:pt x="4290" y="754"/>
                    <a:pt x="4306" y="714"/>
                    <a:pt x="4330" y="681"/>
                  </a:cubicBezTo>
                  <a:close/>
                  <a:moveTo>
                    <a:pt x="1285" y="767"/>
                  </a:moveTo>
                  <a:cubicBezTo>
                    <a:pt x="1293" y="767"/>
                    <a:pt x="1299" y="777"/>
                    <a:pt x="1322" y="811"/>
                  </a:cubicBezTo>
                  <a:cubicBezTo>
                    <a:pt x="1347" y="844"/>
                    <a:pt x="1363" y="876"/>
                    <a:pt x="1371" y="917"/>
                  </a:cubicBezTo>
                  <a:cubicBezTo>
                    <a:pt x="1370" y="918"/>
                    <a:pt x="1369" y="918"/>
                    <a:pt x="1367" y="918"/>
                  </a:cubicBezTo>
                  <a:cubicBezTo>
                    <a:pt x="1348" y="918"/>
                    <a:pt x="1304" y="816"/>
                    <a:pt x="1274" y="771"/>
                  </a:cubicBezTo>
                  <a:cubicBezTo>
                    <a:pt x="1278" y="768"/>
                    <a:pt x="1282" y="767"/>
                    <a:pt x="1285" y="767"/>
                  </a:cubicBezTo>
                  <a:close/>
                  <a:moveTo>
                    <a:pt x="925" y="1209"/>
                  </a:moveTo>
                  <a:cubicBezTo>
                    <a:pt x="974" y="1241"/>
                    <a:pt x="1030" y="1273"/>
                    <a:pt x="1014" y="1298"/>
                  </a:cubicBezTo>
                  <a:lnTo>
                    <a:pt x="957" y="1290"/>
                  </a:lnTo>
                  <a:lnTo>
                    <a:pt x="917" y="1233"/>
                  </a:lnTo>
                  <a:lnTo>
                    <a:pt x="925" y="1209"/>
                  </a:lnTo>
                  <a:close/>
                  <a:moveTo>
                    <a:pt x="6108" y="1602"/>
                  </a:moveTo>
                  <a:cubicBezTo>
                    <a:pt x="6118" y="1602"/>
                    <a:pt x="6122" y="1606"/>
                    <a:pt x="6122" y="1606"/>
                  </a:cubicBezTo>
                  <a:cubicBezTo>
                    <a:pt x="6130" y="1630"/>
                    <a:pt x="6130" y="1630"/>
                    <a:pt x="6082" y="1663"/>
                  </a:cubicBezTo>
                  <a:cubicBezTo>
                    <a:pt x="6082" y="1663"/>
                    <a:pt x="6050" y="1683"/>
                    <a:pt x="6030" y="1683"/>
                  </a:cubicBezTo>
                  <a:cubicBezTo>
                    <a:pt x="6025" y="1683"/>
                    <a:pt x="6020" y="1682"/>
                    <a:pt x="6017" y="1679"/>
                  </a:cubicBezTo>
                  <a:lnTo>
                    <a:pt x="6057" y="1622"/>
                  </a:lnTo>
                  <a:cubicBezTo>
                    <a:pt x="6082" y="1606"/>
                    <a:pt x="6098" y="1602"/>
                    <a:pt x="6108" y="1602"/>
                  </a:cubicBezTo>
                  <a:close/>
                  <a:moveTo>
                    <a:pt x="6325" y="1841"/>
                  </a:moveTo>
                  <a:lnTo>
                    <a:pt x="6341" y="1865"/>
                  </a:lnTo>
                  <a:cubicBezTo>
                    <a:pt x="6298" y="1883"/>
                    <a:pt x="6260" y="1906"/>
                    <a:pt x="6237" y="1906"/>
                  </a:cubicBezTo>
                  <a:cubicBezTo>
                    <a:pt x="6230" y="1906"/>
                    <a:pt x="6223" y="1904"/>
                    <a:pt x="6219" y="1898"/>
                  </a:cubicBezTo>
                  <a:lnTo>
                    <a:pt x="6260" y="1849"/>
                  </a:lnTo>
                  <a:lnTo>
                    <a:pt x="6325" y="1841"/>
                  </a:lnTo>
                  <a:close/>
                  <a:moveTo>
                    <a:pt x="6048" y="2188"/>
                  </a:moveTo>
                  <a:cubicBezTo>
                    <a:pt x="6091" y="2188"/>
                    <a:pt x="6091" y="2209"/>
                    <a:pt x="6049" y="2230"/>
                  </a:cubicBezTo>
                  <a:cubicBezTo>
                    <a:pt x="6021" y="2242"/>
                    <a:pt x="6007" y="2248"/>
                    <a:pt x="5998" y="2248"/>
                  </a:cubicBezTo>
                  <a:cubicBezTo>
                    <a:pt x="5990" y="2248"/>
                    <a:pt x="5988" y="2242"/>
                    <a:pt x="5984" y="2230"/>
                  </a:cubicBezTo>
                  <a:cubicBezTo>
                    <a:pt x="5968" y="2190"/>
                    <a:pt x="5968" y="2190"/>
                    <a:pt x="6025" y="2190"/>
                  </a:cubicBezTo>
                  <a:cubicBezTo>
                    <a:pt x="6034" y="2188"/>
                    <a:pt x="6041" y="2188"/>
                    <a:pt x="6048" y="2188"/>
                  </a:cubicBezTo>
                  <a:close/>
                  <a:moveTo>
                    <a:pt x="6090" y="2327"/>
                  </a:moveTo>
                  <a:lnTo>
                    <a:pt x="6098" y="2352"/>
                  </a:lnTo>
                  <a:cubicBezTo>
                    <a:pt x="6106" y="2368"/>
                    <a:pt x="6106" y="2368"/>
                    <a:pt x="6049" y="2392"/>
                  </a:cubicBezTo>
                  <a:lnTo>
                    <a:pt x="6041" y="2376"/>
                  </a:lnTo>
                  <a:lnTo>
                    <a:pt x="6090" y="2327"/>
                  </a:lnTo>
                  <a:close/>
                  <a:moveTo>
                    <a:pt x="6033" y="2530"/>
                  </a:moveTo>
                  <a:cubicBezTo>
                    <a:pt x="6036" y="2538"/>
                    <a:pt x="6044" y="2541"/>
                    <a:pt x="6051" y="2541"/>
                  </a:cubicBezTo>
                  <a:cubicBezTo>
                    <a:pt x="6065" y="2541"/>
                    <a:pt x="6076" y="2530"/>
                    <a:pt x="6033" y="2530"/>
                  </a:cubicBezTo>
                  <a:close/>
                  <a:moveTo>
                    <a:pt x="6163" y="2538"/>
                  </a:moveTo>
                  <a:lnTo>
                    <a:pt x="6171" y="2562"/>
                  </a:lnTo>
                  <a:cubicBezTo>
                    <a:pt x="6179" y="2587"/>
                    <a:pt x="6179" y="2587"/>
                    <a:pt x="6122" y="2603"/>
                  </a:cubicBezTo>
                  <a:lnTo>
                    <a:pt x="6114" y="2579"/>
                  </a:lnTo>
                  <a:lnTo>
                    <a:pt x="6163" y="2538"/>
                  </a:lnTo>
                  <a:close/>
                  <a:moveTo>
                    <a:pt x="674" y="2635"/>
                  </a:moveTo>
                  <a:cubicBezTo>
                    <a:pt x="730" y="2635"/>
                    <a:pt x="787" y="2635"/>
                    <a:pt x="787" y="2652"/>
                  </a:cubicBezTo>
                  <a:lnTo>
                    <a:pt x="730" y="2676"/>
                  </a:lnTo>
                  <a:lnTo>
                    <a:pt x="674" y="2652"/>
                  </a:lnTo>
                  <a:lnTo>
                    <a:pt x="674" y="2635"/>
                  </a:lnTo>
                  <a:close/>
                  <a:moveTo>
                    <a:pt x="6333" y="2733"/>
                  </a:moveTo>
                  <a:lnTo>
                    <a:pt x="6341" y="2757"/>
                  </a:lnTo>
                  <a:cubicBezTo>
                    <a:pt x="6341" y="2781"/>
                    <a:pt x="6284" y="2790"/>
                    <a:pt x="6284" y="2790"/>
                  </a:cubicBezTo>
                  <a:cubicBezTo>
                    <a:pt x="6284" y="2790"/>
                    <a:pt x="6266" y="2795"/>
                    <a:pt x="6248" y="2795"/>
                  </a:cubicBezTo>
                  <a:cubicBezTo>
                    <a:pt x="6235" y="2795"/>
                    <a:pt x="6223" y="2792"/>
                    <a:pt x="6219" y="2781"/>
                  </a:cubicBezTo>
                  <a:cubicBezTo>
                    <a:pt x="6260" y="2757"/>
                    <a:pt x="6292" y="2741"/>
                    <a:pt x="6333" y="2733"/>
                  </a:cubicBezTo>
                  <a:close/>
                  <a:moveTo>
                    <a:pt x="730" y="2773"/>
                  </a:moveTo>
                  <a:cubicBezTo>
                    <a:pt x="787" y="2773"/>
                    <a:pt x="787" y="2773"/>
                    <a:pt x="787" y="2798"/>
                  </a:cubicBezTo>
                  <a:cubicBezTo>
                    <a:pt x="747" y="2806"/>
                    <a:pt x="706" y="2814"/>
                    <a:pt x="666" y="2814"/>
                  </a:cubicBezTo>
                  <a:cubicBezTo>
                    <a:pt x="609" y="2814"/>
                    <a:pt x="609" y="2790"/>
                    <a:pt x="730" y="2773"/>
                  </a:cubicBezTo>
                  <a:close/>
                  <a:moveTo>
                    <a:pt x="836" y="3114"/>
                  </a:moveTo>
                  <a:cubicBezTo>
                    <a:pt x="901" y="3114"/>
                    <a:pt x="836" y="3130"/>
                    <a:pt x="836" y="3154"/>
                  </a:cubicBezTo>
                  <a:cubicBezTo>
                    <a:pt x="814" y="3161"/>
                    <a:pt x="800" y="3164"/>
                    <a:pt x="792" y="3164"/>
                  </a:cubicBezTo>
                  <a:cubicBezTo>
                    <a:pt x="779" y="3164"/>
                    <a:pt x="779" y="3155"/>
                    <a:pt x="779" y="3130"/>
                  </a:cubicBezTo>
                  <a:cubicBezTo>
                    <a:pt x="779" y="3114"/>
                    <a:pt x="836" y="3114"/>
                    <a:pt x="836" y="3114"/>
                  </a:cubicBezTo>
                  <a:close/>
                  <a:moveTo>
                    <a:pt x="2036" y="3235"/>
                  </a:moveTo>
                  <a:cubicBezTo>
                    <a:pt x="1971" y="3235"/>
                    <a:pt x="1971" y="3235"/>
                    <a:pt x="1971" y="3260"/>
                  </a:cubicBezTo>
                  <a:cubicBezTo>
                    <a:pt x="2011" y="3268"/>
                    <a:pt x="2052" y="3276"/>
                    <a:pt x="2093" y="3276"/>
                  </a:cubicBezTo>
                  <a:cubicBezTo>
                    <a:pt x="2149" y="3276"/>
                    <a:pt x="2149" y="3260"/>
                    <a:pt x="2036" y="3235"/>
                  </a:cubicBezTo>
                  <a:close/>
                  <a:moveTo>
                    <a:pt x="58" y="3252"/>
                  </a:moveTo>
                  <a:cubicBezTo>
                    <a:pt x="1" y="3252"/>
                    <a:pt x="1" y="3252"/>
                    <a:pt x="1" y="3268"/>
                  </a:cubicBezTo>
                  <a:cubicBezTo>
                    <a:pt x="1" y="3293"/>
                    <a:pt x="1" y="3302"/>
                    <a:pt x="14" y="3302"/>
                  </a:cubicBezTo>
                  <a:cubicBezTo>
                    <a:pt x="22" y="3302"/>
                    <a:pt x="36" y="3298"/>
                    <a:pt x="58" y="3292"/>
                  </a:cubicBezTo>
                  <a:cubicBezTo>
                    <a:pt x="58" y="3268"/>
                    <a:pt x="58" y="3252"/>
                    <a:pt x="58" y="3252"/>
                  </a:cubicBezTo>
                  <a:close/>
                  <a:moveTo>
                    <a:pt x="828" y="3471"/>
                  </a:moveTo>
                  <a:cubicBezTo>
                    <a:pt x="828" y="3471"/>
                    <a:pt x="893" y="3471"/>
                    <a:pt x="893" y="3495"/>
                  </a:cubicBezTo>
                  <a:cubicBezTo>
                    <a:pt x="893" y="3511"/>
                    <a:pt x="828" y="3535"/>
                    <a:pt x="828" y="3535"/>
                  </a:cubicBezTo>
                  <a:cubicBezTo>
                    <a:pt x="771" y="3535"/>
                    <a:pt x="771" y="3511"/>
                    <a:pt x="771" y="3511"/>
                  </a:cubicBezTo>
                  <a:cubicBezTo>
                    <a:pt x="771" y="3495"/>
                    <a:pt x="771" y="3471"/>
                    <a:pt x="828" y="3471"/>
                  </a:cubicBezTo>
                  <a:close/>
                  <a:moveTo>
                    <a:pt x="471" y="3608"/>
                  </a:moveTo>
                  <a:cubicBezTo>
                    <a:pt x="471" y="3608"/>
                    <a:pt x="406" y="3608"/>
                    <a:pt x="406" y="3633"/>
                  </a:cubicBezTo>
                  <a:lnTo>
                    <a:pt x="406" y="3649"/>
                  </a:lnTo>
                  <a:cubicBezTo>
                    <a:pt x="447" y="3649"/>
                    <a:pt x="487" y="3641"/>
                    <a:pt x="528" y="3633"/>
                  </a:cubicBezTo>
                  <a:cubicBezTo>
                    <a:pt x="528" y="3608"/>
                    <a:pt x="471" y="3608"/>
                    <a:pt x="471" y="3608"/>
                  </a:cubicBezTo>
                  <a:close/>
                  <a:moveTo>
                    <a:pt x="6242" y="3647"/>
                  </a:moveTo>
                  <a:cubicBezTo>
                    <a:pt x="6246" y="3647"/>
                    <a:pt x="6252" y="3648"/>
                    <a:pt x="6260" y="3649"/>
                  </a:cubicBezTo>
                  <a:lnTo>
                    <a:pt x="6317" y="3649"/>
                  </a:lnTo>
                  <a:cubicBezTo>
                    <a:pt x="6382" y="3681"/>
                    <a:pt x="6430" y="3706"/>
                    <a:pt x="6373" y="3706"/>
                  </a:cubicBezTo>
                  <a:cubicBezTo>
                    <a:pt x="6333" y="3698"/>
                    <a:pt x="6292" y="3681"/>
                    <a:pt x="6260" y="3665"/>
                  </a:cubicBezTo>
                  <a:cubicBezTo>
                    <a:pt x="6260" y="3665"/>
                    <a:pt x="6218" y="3647"/>
                    <a:pt x="6242" y="3647"/>
                  </a:cubicBezTo>
                  <a:close/>
                  <a:moveTo>
                    <a:pt x="641" y="3835"/>
                  </a:moveTo>
                  <a:lnTo>
                    <a:pt x="641" y="3852"/>
                  </a:lnTo>
                  <a:lnTo>
                    <a:pt x="585" y="3876"/>
                  </a:lnTo>
                  <a:lnTo>
                    <a:pt x="585" y="3852"/>
                  </a:lnTo>
                  <a:cubicBezTo>
                    <a:pt x="585" y="3835"/>
                    <a:pt x="585" y="3835"/>
                    <a:pt x="641" y="3835"/>
                  </a:cubicBezTo>
                  <a:close/>
                  <a:moveTo>
                    <a:pt x="607" y="4003"/>
                  </a:moveTo>
                  <a:cubicBezTo>
                    <a:pt x="630" y="4003"/>
                    <a:pt x="661" y="4006"/>
                    <a:pt x="698" y="4014"/>
                  </a:cubicBezTo>
                  <a:cubicBezTo>
                    <a:pt x="698" y="4030"/>
                    <a:pt x="698" y="4030"/>
                    <a:pt x="698" y="4054"/>
                  </a:cubicBezTo>
                  <a:cubicBezTo>
                    <a:pt x="641" y="4054"/>
                    <a:pt x="576" y="4054"/>
                    <a:pt x="576" y="4030"/>
                  </a:cubicBezTo>
                  <a:cubicBezTo>
                    <a:pt x="537" y="4019"/>
                    <a:pt x="552" y="4003"/>
                    <a:pt x="607" y="4003"/>
                  </a:cubicBezTo>
                  <a:close/>
                  <a:moveTo>
                    <a:pt x="998" y="4176"/>
                  </a:moveTo>
                  <a:cubicBezTo>
                    <a:pt x="998" y="4192"/>
                    <a:pt x="1055" y="4216"/>
                    <a:pt x="998" y="4216"/>
                  </a:cubicBezTo>
                  <a:lnTo>
                    <a:pt x="990" y="4216"/>
                  </a:lnTo>
                  <a:cubicBezTo>
                    <a:pt x="990" y="4219"/>
                    <a:pt x="988" y="4220"/>
                    <a:pt x="986" y="4220"/>
                  </a:cubicBezTo>
                  <a:cubicBezTo>
                    <a:pt x="973" y="4220"/>
                    <a:pt x="933" y="4190"/>
                    <a:pt x="933" y="4176"/>
                  </a:cubicBezTo>
                  <a:close/>
                  <a:moveTo>
                    <a:pt x="6246" y="4432"/>
                  </a:moveTo>
                  <a:cubicBezTo>
                    <a:pt x="6276" y="4432"/>
                    <a:pt x="6363" y="4469"/>
                    <a:pt x="6398" y="4525"/>
                  </a:cubicBezTo>
                  <a:cubicBezTo>
                    <a:pt x="6394" y="4537"/>
                    <a:pt x="6392" y="4543"/>
                    <a:pt x="6384" y="4543"/>
                  </a:cubicBezTo>
                  <a:cubicBezTo>
                    <a:pt x="6375" y="4543"/>
                    <a:pt x="6361" y="4537"/>
                    <a:pt x="6333" y="4525"/>
                  </a:cubicBezTo>
                  <a:cubicBezTo>
                    <a:pt x="6276" y="4500"/>
                    <a:pt x="6228" y="4460"/>
                    <a:pt x="6236" y="4435"/>
                  </a:cubicBezTo>
                  <a:cubicBezTo>
                    <a:pt x="6237" y="4433"/>
                    <a:pt x="6240" y="4432"/>
                    <a:pt x="6246" y="4432"/>
                  </a:cubicBezTo>
                  <a:close/>
                  <a:moveTo>
                    <a:pt x="747" y="4573"/>
                  </a:moveTo>
                  <a:cubicBezTo>
                    <a:pt x="803" y="4573"/>
                    <a:pt x="868" y="4573"/>
                    <a:pt x="868" y="4589"/>
                  </a:cubicBezTo>
                  <a:lnTo>
                    <a:pt x="868" y="4614"/>
                  </a:lnTo>
                  <a:cubicBezTo>
                    <a:pt x="828" y="4614"/>
                    <a:pt x="787" y="4606"/>
                    <a:pt x="747" y="4589"/>
                  </a:cubicBezTo>
                  <a:lnTo>
                    <a:pt x="747" y="4573"/>
                  </a:lnTo>
                  <a:close/>
                  <a:moveTo>
                    <a:pt x="476" y="4717"/>
                  </a:moveTo>
                  <a:cubicBezTo>
                    <a:pt x="489" y="4717"/>
                    <a:pt x="516" y="4721"/>
                    <a:pt x="560" y="4727"/>
                  </a:cubicBezTo>
                  <a:lnTo>
                    <a:pt x="682" y="4768"/>
                  </a:lnTo>
                  <a:cubicBezTo>
                    <a:pt x="682" y="4775"/>
                    <a:pt x="677" y="4778"/>
                    <a:pt x="666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9" y="4727"/>
                    <a:pt x="455" y="4717"/>
                    <a:pt x="476" y="4717"/>
                  </a:cubicBezTo>
                  <a:close/>
                  <a:moveTo>
                    <a:pt x="863" y="5262"/>
                  </a:moveTo>
                  <a:cubicBezTo>
                    <a:pt x="884" y="5262"/>
                    <a:pt x="905" y="5265"/>
                    <a:pt x="925" y="5270"/>
                  </a:cubicBezTo>
                  <a:cubicBezTo>
                    <a:pt x="933" y="5295"/>
                    <a:pt x="933" y="5311"/>
                    <a:pt x="933" y="5311"/>
                  </a:cubicBezTo>
                  <a:lnTo>
                    <a:pt x="820" y="5311"/>
                  </a:lnTo>
                  <a:cubicBezTo>
                    <a:pt x="747" y="5317"/>
                    <a:pt x="704" y="5321"/>
                    <a:pt x="685" y="5321"/>
                  </a:cubicBezTo>
                  <a:cubicBezTo>
                    <a:pt x="655" y="5321"/>
                    <a:pt x="685" y="5312"/>
                    <a:pt x="755" y="5287"/>
                  </a:cubicBezTo>
                  <a:cubicBezTo>
                    <a:pt x="786" y="5271"/>
                    <a:pt x="824" y="5262"/>
                    <a:pt x="863" y="5262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43"/>
                    <a:pt x="3187" y="5400"/>
                  </a:cubicBezTo>
                  <a:lnTo>
                    <a:pt x="3203" y="5400"/>
                  </a:lnTo>
                  <a:cubicBezTo>
                    <a:pt x="3220" y="5360"/>
                    <a:pt x="3220" y="5319"/>
                    <a:pt x="3228" y="5279"/>
                  </a:cubicBezTo>
                  <a:close/>
                  <a:moveTo>
                    <a:pt x="730" y="5465"/>
                  </a:moveTo>
                  <a:lnTo>
                    <a:pt x="682" y="5514"/>
                  </a:lnTo>
                  <a:cubicBezTo>
                    <a:pt x="668" y="5521"/>
                    <a:pt x="657" y="5524"/>
                    <a:pt x="648" y="5524"/>
                  </a:cubicBezTo>
                  <a:cubicBezTo>
                    <a:pt x="628" y="5524"/>
                    <a:pt x="620" y="5507"/>
                    <a:pt x="609" y="5489"/>
                  </a:cubicBezTo>
                  <a:lnTo>
                    <a:pt x="666" y="5465"/>
                  </a:lnTo>
                  <a:close/>
                  <a:moveTo>
                    <a:pt x="1642" y="5829"/>
                  </a:moveTo>
                  <a:cubicBezTo>
                    <a:pt x="1623" y="5829"/>
                    <a:pt x="1582" y="5870"/>
                    <a:pt x="1582" y="5870"/>
                  </a:cubicBezTo>
                  <a:cubicBezTo>
                    <a:pt x="1557" y="5927"/>
                    <a:pt x="1574" y="5927"/>
                    <a:pt x="1598" y="5935"/>
                  </a:cubicBezTo>
                  <a:cubicBezTo>
                    <a:pt x="1603" y="5957"/>
                    <a:pt x="1613" y="5966"/>
                    <a:pt x="1623" y="5966"/>
                  </a:cubicBezTo>
                  <a:cubicBezTo>
                    <a:pt x="1643" y="5966"/>
                    <a:pt x="1668" y="5932"/>
                    <a:pt x="1679" y="5895"/>
                  </a:cubicBezTo>
                  <a:cubicBezTo>
                    <a:pt x="1703" y="5838"/>
                    <a:pt x="1687" y="5838"/>
                    <a:pt x="1647" y="5830"/>
                  </a:cubicBezTo>
                  <a:cubicBezTo>
                    <a:pt x="1645" y="5829"/>
                    <a:pt x="1644" y="5829"/>
                    <a:pt x="1642" y="5829"/>
                  </a:cubicBezTo>
                  <a:close/>
                  <a:moveTo>
                    <a:pt x="1744" y="5960"/>
                  </a:moveTo>
                  <a:lnTo>
                    <a:pt x="1793" y="5968"/>
                  </a:lnTo>
                  <a:cubicBezTo>
                    <a:pt x="1777" y="6021"/>
                    <a:pt x="1720" y="6074"/>
                    <a:pt x="1692" y="6074"/>
                  </a:cubicBezTo>
                  <a:cubicBezTo>
                    <a:pt x="1690" y="6074"/>
                    <a:pt x="1689" y="6074"/>
                    <a:pt x="1687" y="6073"/>
                  </a:cubicBezTo>
                  <a:cubicBezTo>
                    <a:pt x="1663" y="6073"/>
                    <a:pt x="1687" y="6016"/>
                    <a:pt x="1744" y="5960"/>
                  </a:cubicBezTo>
                  <a:close/>
                  <a:moveTo>
                    <a:pt x="2903" y="6049"/>
                  </a:moveTo>
                  <a:cubicBezTo>
                    <a:pt x="2920" y="6049"/>
                    <a:pt x="2944" y="6114"/>
                    <a:pt x="2944" y="6170"/>
                  </a:cubicBezTo>
                  <a:cubicBezTo>
                    <a:pt x="2960" y="6292"/>
                    <a:pt x="2960" y="6292"/>
                    <a:pt x="2920" y="6292"/>
                  </a:cubicBezTo>
                  <a:cubicBezTo>
                    <a:pt x="2903" y="6292"/>
                    <a:pt x="2879" y="6292"/>
                    <a:pt x="2879" y="6227"/>
                  </a:cubicBezTo>
                  <a:lnTo>
                    <a:pt x="2903" y="6227"/>
                  </a:lnTo>
                  <a:cubicBezTo>
                    <a:pt x="2903" y="6246"/>
                    <a:pt x="2905" y="6254"/>
                    <a:pt x="2906" y="6254"/>
                  </a:cubicBezTo>
                  <a:cubicBezTo>
                    <a:pt x="2910" y="6254"/>
                    <a:pt x="2915" y="6210"/>
                    <a:pt x="2903" y="6170"/>
                  </a:cubicBezTo>
                  <a:lnTo>
                    <a:pt x="2903" y="6049"/>
                  </a:lnTo>
                  <a:close/>
                  <a:moveTo>
                    <a:pt x="3163" y="6179"/>
                  </a:moveTo>
                  <a:lnTo>
                    <a:pt x="3179" y="6235"/>
                  </a:lnTo>
                  <a:cubicBezTo>
                    <a:pt x="3179" y="6283"/>
                    <a:pt x="3170" y="6296"/>
                    <a:pt x="3156" y="6296"/>
                  </a:cubicBezTo>
                  <a:cubicBezTo>
                    <a:pt x="3151" y="6296"/>
                    <a:pt x="3145" y="6294"/>
                    <a:pt x="3138" y="6292"/>
                  </a:cubicBezTo>
                  <a:cubicBezTo>
                    <a:pt x="3122" y="6292"/>
                    <a:pt x="3122" y="6292"/>
                    <a:pt x="3122" y="6235"/>
                  </a:cubicBezTo>
                  <a:cubicBezTo>
                    <a:pt x="3122" y="6235"/>
                    <a:pt x="3138" y="6179"/>
                    <a:pt x="3163" y="6179"/>
                  </a:cubicBezTo>
                  <a:close/>
                  <a:moveTo>
                    <a:pt x="3713" y="6249"/>
                  </a:moveTo>
                  <a:cubicBezTo>
                    <a:pt x="3716" y="6249"/>
                    <a:pt x="3718" y="6280"/>
                    <a:pt x="3722" y="6341"/>
                  </a:cubicBezTo>
                  <a:cubicBezTo>
                    <a:pt x="3722" y="6397"/>
                    <a:pt x="3730" y="6454"/>
                    <a:pt x="3706" y="6462"/>
                  </a:cubicBezTo>
                  <a:cubicBezTo>
                    <a:pt x="3692" y="6498"/>
                    <a:pt x="3682" y="6513"/>
                    <a:pt x="3676" y="6513"/>
                  </a:cubicBezTo>
                  <a:cubicBezTo>
                    <a:pt x="3661" y="6513"/>
                    <a:pt x="3669" y="6427"/>
                    <a:pt x="3698" y="6341"/>
                  </a:cubicBezTo>
                  <a:cubicBezTo>
                    <a:pt x="3706" y="6280"/>
                    <a:pt x="3710" y="6249"/>
                    <a:pt x="3713" y="6249"/>
                  </a:cubicBezTo>
                  <a:close/>
                  <a:moveTo>
                    <a:pt x="2838" y="6527"/>
                  </a:moveTo>
                  <a:cubicBezTo>
                    <a:pt x="2838" y="6584"/>
                    <a:pt x="2838" y="6584"/>
                    <a:pt x="2863" y="6592"/>
                  </a:cubicBezTo>
                  <a:lnTo>
                    <a:pt x="2879" y="6592"/>
                  </a:lnTo>
                  <a:lnTo>
                    <a:pt x="2863" y="6527"/>
                  </a:lnTo>
                  <a:close/>
                  <a:moveTo>
                    <a:pt x="3382" y="0"/>
                  </a:moveTo>
                  <a:cubicBezTo>
                    <a:pt x="3357" y="65"/>
                    <a:pt x="3341" y="65"/>
                    <a:pt x="3341" y="65"/>
                  </a:cubicBezTo>
                  <a:cubicBezTo>
                    <a:pt x="3341" y="122"/>
                    <a:pt x="3317" y="122"/>
                    <a:pt x="3260" y="122"/>
                  </a:cubicBezTo>
                  <a:cubicBezTo>
                    <a:pt x="3220" y="122"/>
                    <a:pt x="3138" y="179"/>
                    <a:pt x="3098" y="179"/>
                  </a:cubicBezTo>
                  <a:cubicBezTo>
                    <a:pt x="3057" y="179"/>
                    <a:pt x="3001" y="171"/>
                    <a:pt x="2976" y="114"/>
                  </a:cubicBezTo>
                  <a:cubicBezTo>
                    <a:pt x="2960" y="114"/>
                    <a:pt x="2944" y="114"/>
                    <a:pt x="2903" y="171"/>
                  </a:cubicBezTo>
                  <a:cubicBezTo>
                    <a:pt x="2892" y="202"/>
                    <a:pt x="2876" y="216"/>
                    <a:pt x="2863" y="216"/>
                  </a:cubicBezTo>
                  <a:cubicBezTo>
                    <a:pt x="2849" y="216"/>
                    <a:pt x="2838" y="200"/>
                    <a:pt x="2838" y="171"/>
                  </a:cubicBezTo>
                  <a:lnTo>
                    <a:pt x="2822" y="171"/>
                  </a:lnTo>
                  <a:cubicBezTo>
                    <a:pt x="2782" y="227"/>
                    <a:pt x="2757" y="227"/>
                    <a:pt x="2757" y="227"/>
                  </a:cubicBezTo>
                  <a:cubicBezTo>
                    <a:pt x="2757" y="188"/>
                    <a:pt x="2749" y="144"/>
                    <a:pt x="2736" y="144"/>
                  </a:cubicBezTo>
                  <a:cubicBezTo>
                    <a:pt x="2731" y="144"/>
                    <a:pt x="2724" y="151"/>
                    <a:pt x="2717" y="171"/>
                  </a:cubicBezTo>
                  <a:cubicBezTo>
                    <a:pt x="2717" y="227"/>
                    <a:pt x="2701" y="227"/>
                    <a:pt x="2660" y="227"/>
                  </a:cubicBezTo>
                  <a:cubicBezTo>
                    <a:pt x="2636" y="195"/>
                    <a:pt x="2466" y="179"/>
                    <a:pt x="2295" y="171"/>
                  </a:cubicBezTo>
                  <a:cubicBezTo>
                    <a:pt x="2174" y="171"/>
                    <a:pt x="1833" y="179"/>
                    <a:pt x="1849" y="211"/>
                  </a:cubicBezTo>
                  <a:lnTo>
                    <a:pt x="1752" y="211"/>
                  </a:lnTo>
                  <a:cubicBezTo>
                    <a:pt x="1720" y="211"/>
                    <a:pt x="1655" y="219"/>
                    <a:pt x="1655" y="219"/>
                  </a:cubicBezTo>
                  <a:cubicBezTo>
                    <a:pt x="1643" y="175"/>
                    <a:pt x="1615" y="158"/>
                    <a:pt x="1581" y="158"/>
                  </a:cubicBezTo>
                  <a:cubicBezTo>
                    <a:pt x="1522" y="158"/>
                    <a:pt x="1445" y="211"/>
                    <a:pt x="1403" y="268"/>
                  </a:cubicBezTo>
                  <a:cubicBezTo>
                    <a:pt x="1403" y="300"/>
                    <a:pt x="1379" y="341"/>
                    <a:pt x="1339" y="349"/>
                  </a:cubicBezTo>
                  <a:cubicBezTo>
                    <a:pt x="1316" y="297"/>
                    <a:pt x="1284" y="276"/>
                    <a:pt x="1252" y="276"/>
                  </a:cubicBezTo>
                  <a:cubicBezTo>
                    <a:pt x="1214" y="276"/>
                    <a:pt x="1178" y="305"/>
                    <a:pt x="1160" y="349"/>
                  </a:cubicBezTo>
                  <a:cubicBezTo>
                    <a:pt x="1178" y="412"/>
                    <a:pt x="1179" y="445"/>
                    <a:pt x="1164" y="445"/>
                  </a:cubicBezTo>
                  <a:cubicBezTo>
                    <a:pt x="1153" y="445"/>
                    <a:pt x="1132" y="425"/>
                    <a:pt x="1103" y="382"/>
                  </a:cubicBezTo>
                  <a:cubicBezTo>
                    <a:pt x="1082" y="342"/>
                    <a:pt x="1059" y="322"/>
                    <a:pt x="1042" y="322"/>
                  </a:cubicBezTo>
                  <a:cubicBezTo>
                    <a:pt x="1014" y="322"/>
                    <a:pt x="1000" y="376"/>
                    <a:pt x="1030" y="487"/>
                  </a:cubicBezTo>
                  <a:cubicBezTo>
                    <a:pt x="1035" y="527"/>
                    <a:pt x="1037" y="542"/>
                    <a:pt x="1025" y="542"/>
                  </a:cubicBezTo>
                  <a:cubicBezTo>
                    <a:pt x="1017" y="542"/>
                    <a:pt x="1003" y="537"/>
                    <a:pt x="982" y="527"/>
                  </a:cubicBezTo>
                  <a:cubicBezTo>
                    <a:pt x="935" y="488"/>
                    <a:pt x="903" y="474"/>
                    <a:pt x="887" y="474"/>
                  </a:cubicBezTo>
                  <a:cubicBezTo>
                    <a:pt x="870" y="474"/>
                    <a:pt x="872" y="490"/>
                    <a:pt x="893" y="511"/>
                  </a:cubicBezTo>
                  <a:cubicBezTo>
                    <a:pt x="923" y="581"/>
                    <a:pt x="928" y="614"/>
                    <a:pt x="903" y="614"/>
                  </a:cubicBezTo>
                  <a:cubicBezTo>
                    <a:pt x="888" y="614"/>
                    <a:pt x="860" y="601"/>
                    <a:pt x="820" y="576"/>
                  </a:cubicBezTo>
                  <a:cubicBezTo>
                    <a:pt x="771" y="558"/>
                    <a:pt x="739" y="547"/>
                    <a:pt x="722" y="547"/>
                  </a:cubicBezTo>
                  <a:cubicBezTo>
                    <a:pt x="694" y="547"/>
                    <a:pt x="706" y="575"/>
                    <a:pt x="747" y="641"/>
                  </a:cubicBezTo>
                  <a:cubicBezTo>
                    <a:pt x="799" y="726"/>
                    <a:pt x="762" y="801"/>
                    <a:pt x="686" y="801"/>
                  </a:cubicBezTo>
                  <a:cubicBezTo>
                    <a:pt x="667" y="801"/>
                    <a:pt x="647" y="796"/>
                    <a:pt x="625" y="787"/>
                  </a:cubicBezTo>
                  <a:cubicBezTo>
                    <a:pt x="601" y="811"/>
                    <a:pt x="536" y="803"/>
                    <a:pt x="585" y="836"/>
                  </a:cubicBezTo>
                  <a:lnTo>
                    <a:pt x="520" y="827"/>
                  </a:lnTo>
                  <a:cubicBezTo>
                    <a:pt x="503" y="844"/>
                    <a:pt x="495" y="868"/>
                    <a:pt x="487" y="884"/>
                  </a:cubicBezTo>
                  <a:lnTo>
                    <a:pt x="536" y="917"/>
                  </a:lnTo>
                  <a:cubicBezTo>
                    <a:pt x="430" y="1030"/>
                    <a:pt x="349" y="1168"/>
                    <a:pt x="309" y="1314"/>
                  </a:cubicBezTo>
                  <a:cubicBezTo>
                    <a:pt x="251" y="1633"/>
                    <a:pt x="271" y="1731"/>
                    <a:pt x="310" y="1731"/>
                  </a:cubicBezTo>
                  <a:cubicBezTo>
                    <a:pt x="315" y="1731"/>
                    <a:pt x="320" y="1730"/>
                    <a:pt x="325" y="1727"/>
                  </a:cubicBezTo>
                  <a:cubicBezTo>
                    <a:pt x="340" y="1725"/>
                    <a:pt x="353" y="1725"/>
                    <a:pt x="364" y="1725"/>
                  </a:cubicBezTo>
                  <a:cubicBezTo>
                    <a:pt x="445" y="1725"/>
                    <a:pt x="432" y="1771"/>
                    <a:pt x="325" y="1792"/>
                  </a:cubicBezTo>
                  <a:cubicBezTo>
                    <a:pt x="325" y="1825"/>
                    <a:pt x="260" y="1890"/>
                    <a:pt x="260" y="1963"/>
                  </a:cubicBezTo>
                  <a:cubicBezTo>
                    <a:pt x="260" y="2019"/>
                    <a:pt x="260" y="2044"/>
                    <a:pt x="203" y="2052"/>
                  </a:cubicBezTo>
                  <a:lnTo>
                    <a:pt x="203" y="2068"/>
                  </a:lnTo>
                  <a:cubicBezTo>
                    <a:pt x="301" y="2092"/>
                    <a:pt x="333" y="2222"/>
                    <a:pt x="252" y="2287"/>
                  </a:cubicBezTo>
                  <a:cubicBezTo>
                    <a:pt x="252" y="2327"/>
                    <a:pt x="252" y="2352"/>
                    <a:pt x="309" y="2384"/>
                  </a:cubicBezTo>
                  <a:cubicBezTo>
                    <a:pt x="374" y="2425"/>
                    <a:pt x="374" y="2425"/>
                    <a:pt x="309" y="2449"/>
                  </a:cubicBezTo>
                  <a:cubicBezTo>
                    <a:pt x="252" y="2449"/>
                    <a:pt x="187" y="2571"/>
                    <a:pt x="309" y="2571"/>
                  </a:cubicBezTo>
                  <a:lnTo>
                    <a:pt x="252" y="2587"/>
                  </a:lnTo>
                  <a:cubicBezTo>
                    <a:pt x="187" y="2611"/>
                    <a:pt x="244" y="2627"/>
                    <a:pt x="309" y="2627"/>
                  </a:cubicBezTo>
                  <a:cubicBezTo>
                    <a:pt x="430" y="2627"/>
                    <a:pt x="422" y="2652"/>
                    <a:pt x="244" y="2668"/>
                  </a:cubicBezTo>
                  <a:cubicBezTo>
                    <a:pt x="130" y="2668"/>
                    <a:pt x="122" y="2684"/>
                    <a:pt x="187" y="2692"/>
                  </a:cubicBezTo>
                  <a:cubicBezTo>
                    <a:pt x="244" y="2708"/>
                    <a:pt x="301" y="2733"/>
                    <a:pt x="244" y="2749"/>
                  </a:cubicBezTo>
                  <a:cubicBezTo>
                    <a:pt x="244" y="2765"/>
                    <a:pt x="244" y="2790"/>
                    <a:pt x="366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2" y="2830"/>
                    <a:pt x="341" y="2822"/>
                    <a:pt x="301" y="2806"/>
                  </a:cubicBezTo>
                  <a:cubicBezTo>
                    <a:pt x="301" y="2813"/>
                    <a:pt x="301" y="2827"/>
                    <a:pt x="301" y="2846"/>
                  </a:cubicBezTo>
                  <a:cubicBezTo>
                    <a:pt x="301" y="2871"/>
                    <a:pt x="244" y="2911"/>
                    <a:pt x="179" y="2911"/>
                  </a:cubicBezTo>
                  <a:cubicBezTo>
                    <a:pt x="140" y="2922"/>
                    <a:pt x="128" y="2938"/>
                    <a:pt x="162" y="2938"/>
                  </a:cubicBezTo>
                  <a:cubicBezTo>
                    <a:pt x="177" y="2938"/>
                    <a:pt x="201" y="2935"/>
                    <a:pt x="236" y="2927"/>
                  </a:cubicBezTo>
                  <a:cubicBezTo>
                    <a:pt x="358" y="2927"/>
                    <a:pt x="358" y="2927"/>
                    <a:pt x="358" y="2968"/>
                  </a:cubicBezTo>
                  <a:cubicBezTo>
                    <a:pt x="358" y="2992"/>
                    <a:pt x="358" y="3008"/>
                    <a:pt x="301" y="3008"/>
                  </a:cubicBezTo>
                  <a:cubicBezTo>
                    <a:pt x="236" y="3008"/>
                    <a:pt x="236" y="3008"/>
                    <a:pt x="236" y="3049"/>
                  </a:cubicBezTo>
                  <a:cubicBezTo>
                    <a:pt x="236" y="3106"/>
                    <a:pt x="414" y="3171"/>
                    <a:pt x="536" y="3187"/>
                  </a:cubicBezTo>
                  <a:cubicBezTo>
                    <a:pt x="649" y="3187"/>
                    <a:pt x="649" y="3187"/>
                    <a:pt x="536" y="3211"/>
                  </a:cubicBezTo>
                  <a:cubicBezTo>
                    <a:pt x="471" y="3211"/>
                    <a:pt x="471" y="3227"/>
                    <a:pt x="471" y="3252"/>
                  </a:cubicBezTo>
                  <a:cubicBezTo>
                    <a:pt x="514" y="3252"/>
                    <a:pt x="500" y="3259"/>
                    <a:pt x="485" y="3259"/>
                  </a:cubicBezTo>
                  <a:cubicBezTo>
                    <a:pt x="478" y="3259"/>
                    <a:pt x="471" y="3257"/>
                    <a:pt x="471" y="3252"/>
                  </a:cubicBezTo>
                  <a:cubicBezTo>
                    <a:pt x="414" y="3252"/>
                    <a:pt x="414" y="3227"/>
                    <a:pt x="414" y="3211"/>
                  </a:cubicBezTo>
                  <a:lnTo>
                    <a:pt x="358" y="3211"/>
                  </a:lnTo>
                  <a:cubicBezTo>
                    <a:pt x="236" y="3227"/>
                    <a:pt x="236" y="3252"/>
                    <a:pt x="349" y="3268"/>
                  </a:cubicBezTo>
                  <a:cubicBezTo>
                    <a:pt x="414" y="3292"/>
                    <a:pt x="414" y="3292"/>
                    <a:pt x="349" y="3308"/>
                  </a:cubicBezTo>
                  <a:cubicBezTo>
                    <a:pt x="293" y="3333"/>
                    <a:pt x="228" y="3349"/>
                    <a:pt x="293" y="3349"/>
                  </a:cubicBezTo>
                  <a:cubicBezTo>
                    <a:pt x="293" y="3349"/>
                    <a:pt x="293" y="3389"/>
                    <a:pt x="228" y="3406"/>
                  </a:cubicBezTo>
                  <a:cubicBezTo>
                    <a:pt x="228" y="3446"/>
                    <a:pt x="228" y="3471"/>
                    <a:pt x="285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7"/>
                    <a:pt x="349" y="3552"/>
                    <a:pt x="406" y="3552"/>
                  </a:cubicBezTo>
                  <a:cubicBezTo>
                    <a:pt x="463" y="3552"/>
                    <a:pt x="528" y="3568"/>
                    <a:pt x="528" y="3608"/>
                  </a:cubicBezTo>
                  <a:cubicBezTo>
                    <a:pt x="585" y="3649"/>
                    <a:pt x="585" y="3649"/>
                    <a:pt x="463" y="3673"/>
                  </a:cubicBezTo>
                  <a:cubicBezTo>
                    <a:pt x="406" y="3673"/>
                    <a:pt x="406" y="3689"/>
                    <a:pt x="406" y="3714"/>
                  </a:cubicBezTo>
                  <a:cubicBezTo>
                    <a:pt x="406" y="3714"/>
                    <a:pt x="406" y="3730"/>
                    <a:pt x="341" y="3754"/>
                  </a:cubicBezTo>
                  <a:cubicBezTo>
                    <a:pt x="285" y="3771"/>
                    <a:pt x="341" y="3771"/>
                    <a:pt x="398" y="3771"/>
                  </a:cubicBezTo>
                  <a:lnTo>
                    <a:pt x="520" y="3771"/>
                  </a:lnTo>
                  <a:cubicBezTo>
                    <a:pt x="520" y="3795"/>
                    <a:pt x="398" y="3811"/>
                    <a:pt x="341" y="3811"/>
                  </a:cubicBezTo>
                  <a:cubicBezTo>
                    <a:pt x="220" y="3827"/>
                    <a:pt x="220" y="3827"/>
                    <a:pt x="341" y="3827"/>
                  </a:cubicBezTo>
                  <a:cubicBezTo>
                    <a:pt x="398" y="3827"/>
                    <a:pt x="463" y="3852"/>
                    <a:pt x="398" y="3892"/>
                  </a:cubicBezTo>
                  <a:cubicBezTo>
                    <a:pt x="398" y="3933"/>
                    <a:pt x="398" y="3973"/>
                    <a:pt x="341" y="3973"/>
                  </a:cubicBezTo>
                  <a:cubicBezTo>
                    <a:pt x="276" y="3989"/>
                    <a:pt x="333" y="4014"/>
                    <a:pt x="333" y="4014"/>
                  </a:cubicBezTo>
                  <a:cubicBezTo>
                    <a:pt x="398" y="4030"/>
                    <a:pt x="398" y="4054"/>
                    <a:pt x="333" y="4111"/>
                  </a:cubicBezTo>
                  <a:cubicBezTo>
                    <a:pt x="212" y="4208"/>
                    <a:pt x="212" y="4208"/>
                    <a:pt x="333" y="4208"/>
                  </a:cubicBezTo>
                  <a:cubicBezTo>
                    <a:pt x="390" y="4208"/>
                    <a:pt x="455" y="4208"/>
                    <a:pt x="333" y="4233"/>
                  </a:cubicBezTo>
                  <a:cubicBezTo>
                    <a:pt x="268" y="4249"/>
                    <a:pt x="333" y="4273"/>
                    <a:pt x="390" y="4314"/>
                  </a:cubicBezTo>
                  <a:cubicBezTo>
                    <a:pt x="471" y="4330"/>
                    <a:pt x="552" y="4330"/>
                    <a:pt x="625" y="4330"/>
                  </a:cubicBezTo>
                  <a:cubicBezTo>
                    <a:pt x="747" y="4330"/>
                    <a:pt x="747" y="4330"/>
                    <a:pt x="690" y="4371"/>
                  </a:cubicBezTo>
                  <a:cubicBezTo>
                    <a:pt x="690" y="4395"/>
                    <a:pt x="625" y="4411"/>
                    <a:pt x="568" y="4411"/>
                  </a:cubicBezTo>
                  <a:cubicBezTo>
                    <a:pt x="503" y="4411"/>
                    <a:pt x="512" y="4387"/>
                    <a:pt x="512" y="4387"/>
                  </a:cubicBezTo>
                  <a:lnTo>
                    <a:pt x="512" y="4371"/>
                  </a:lnTo>
                  <a:cubicBezTo>
                    <a:pt x="447" y="4371"/>
                    <a:pt x="390" y="4371"/>
                    <a:pt x="390" y="4411"/>
                  </a:cubicBezTo>
                  <a:cubicBezTo>
                    <a:pt x="325" y="4427"/>
                    <a:pt x="325" y="4452"/>
                    <a:pt x="390" y="4452"/>
                  </a:cubicBezTo>
                  <a:cubicBezTo>
                    <a:pt x="325" y="4468"/>
                    <a:pt x="325" y="4508"/>
                    <a:pt x="325" y="4549"/>
                  </a:cubicBezTo>
                  <a:cubicBezTo>
                    <a:pt x="325" y="4589"/>
                    <a:pt x="325" y="4646"/>
                    <a:pt x="260" y="4670"/>
                  </a:cubicBezTo>
                  <a:cubicBezTo>
                    <a:pt x="260" y="4711"/>
                    <a:pt x="260" y="4727"/>
                    <a:pt x="317" y="4727"/>
                  </a:cubicBezTo>
                  <a:cubicBezTo>
                    <a:pt x="439" y="4727"/>
                    <a:pt x="439" y="4752"/>
                    <a:pt x="382" y="4752"/>
                  </a:cubicBezTo>
                  <a:cubicBezTo>
                    <a:pt x="379" y="4751"/>
                    <a:pt x="376" y="4751"/>
                    <a:pt x="373" y="4751"/>
                  </a:cubicBezTo>
                  <a:cubicBezTo>
                    <a:pt x="258" y="4751"/>
                    <a:pt x="199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lnTo>
                    <a:pt x="325" y="5303"/>
                  </a:lnTo>
                  <a:cubicBezTo>
                    <a:pt x="276" y="5384"/>
                    <a:pt x="317" y="5579"/>
                    <a:pt x="390" y="5587"/>
                  </a:cubicBezTo>
                  <a:lnTo>
                    <a:pt x="422" y="5676"/>
                  </a:lnTo>
                  <a:cubicBezTo>
                    <a:pt x="390" y="5765"/>
                    <a:pt x="406" y="5797"/>
                    <a:pt x="471" y="5797"/>
                  </a:cubicBezTo>
                  <a:cubicBezTo>
                    <a:pt x="520" y="5797"/>
                    <a:pt x="558" y="5783"/>
                    <a:pt x="563" y="5783"/>
                  </a:cubicBezTo>
                  <a:cubicBezTo>
                    <a:pt x="566" y="5783"/>
                    <a:pt x="560" y="5787"/>
                    <a:pt x="544" y="5797"/>
                  </a:cubicBezTo>
                  <a:cubicBezTo>
                    <a:pt x="487" y="5830"/>
                    <a:pt x="520" y="5887"/>
                    <a:pt x="593" y="5992"/>
                  </a:cubicBezTo>
                  <a:cubicBezTo>
                    <a:pt x="638" y="6051"/>
                    <a:pt x="658" y="6077"/>
                    <a:pt x="671" y="6077"/>
                  </a:cubicBezTo>
                  <a:cubicBezTo>
                    <a:pt x="681" y="6077"/>
                    <a:pt x="687" y="6061"/>
                    <a:pt x="698" y="6033"/>
                  </a:cubicBezTo>
                  <a:cubicBezTo>
                    <a:pt x="820" y="6089"/>
                    <a:pt x="779" y="6130"/>
                    <a:pt x="739" y="6170"/>
                  </a:cubicBezTo>
                  <a:cubicBezTo>
                    <a:pt x="674" y="6203"/>
                    <a:pt x="662" y="6233"/>
                    <a:pt x="692" y="6233"/>
                  </a:cubicBezTo>
                  <a:cubicBezTo>
                    <a:pt x="715" y="6233"/>
                    <a:pt x="762" y="6216"/>
                    <a:pt x="828" y="6170"/>
                  </a:cubicBezTo>
                  <a:cubicBezTo>
                    <a:pt x="865" y="6146"/>
                    <a:pt x="895" y="6136"/>
                    <a:pt x="915" y="6136"/>
                  </a:cubicBezTo>
                  <a:cubicBezTo>
                    <a:pt x="949" y="6136"/>
                    <a:pt x="958" y="6162"/>
                    <a:pt x="933" y="6187"/>
                  </a:cubicBezTo>
                  <a:cubicBezTo>
                    <a:pt x="915" y="6208"/>
                    <a:pt x="901" y="6215"/>
                    <a:pt x="888" y="6215"/>
                  </a:cubicBezTo>
                  <a:cubicBezTo>
                    <a:pt x="871" y="6215"/>
                    <a:pt x="858" y="6204"/>
                    <a:pt x="844" y="6195"/>
                  </a:cubicBezTo>
                  <a:lnTo>
                    <a:pt x="763" y="6284"/>
                  </a:lnTo>
                  <a:cubicBezTo>
                    <a:pt x="774" y="6291"/>
                    <a:pt x="781" y="6295"/>
                    <a:pt x="792" y="6295"/>
                  </a:cubicBezTo>
                  <a:cubicBezTo>
                    <a:pt x="806" y="6295"/>
                    <a:pt x="824" y="6289"/>
                    <a:pt x="860" y="6276"/>
                  </a:cubicBezTo>
                  <a:cubicBezTo>
                    <a:pt x="860" y="6276"/>
                    <a:pt x="871" y="6287"/>
                    <a:pt x="895" y="6287"/>
                  </a:cubicBezTo>
                  <a:cubicBezTo>
                    <a:pt x="907" y="6287"/>
                    <a:pt x="922" y="6284"/>
                    <a:pt x="941" y="6276"/>
                  </a:cubicBezTo>
                  <a:cubicBezTo>
                    <a:pt x="1006" y="6252"/>
                    <a:pt x="1047" y="6195"/>
                    <a:pt x="1055" y="6130"/>
                  </a:cubicBezTo>
                  <a:cubicBezTo>
                    <a:pt x="1063" y="6097"/>
                    <a:pt x="1073" y="6087"/>
                    <a:pt x="1084" y="6087"/>
                  </a:cubicBezTo>
                  <a:cubicBezTo>
                    <a:pt x="1095" y="6087"/>
                    <a:pt x="1107" y="6097"/>
                    <a:pt x="1120" y="6106"/>
                  </a:cubicBezTo>
                  <a:cubicBezTo>
                    <a:pt x="1128" y="6170"/>
                    <a:pt x="1095" y="6235"/>
                    <a:pt x="1030" y="6260"/>
                  </a:cubicBezTo>
                  <a:cubicBezTo>
                    <a:pt x="1027" y="6257"/>
                    <a:pt x="1024" y="6256"/>
                    <a:pt x="1020" y="6256"/>
                  </a:cubicBezTo>
                  <a:cubicBezTo>
                    <a:pt x="997" y="6256"/>
                    <a:pt x="968" y="6299"/>
                    <a:pt x="933" y="6341"/>
                  </a:cubicBezTo>
                  <a:cubicBezTo>
                    <a:pt x="917" y="6360"/>
                    <a:pt x="940" y="6370"/>
                    <a:pt x="980" y="6370"/>
                  </a:cubicBezTo>
                  <a:cubicBezTo>
                    <a:pt x="1040" y="6370"/>
                    <a:pt x="1139" y="6346"/>
                    <a:pt x="1193" y="6292"/>
                  </a:cubicBezTo>
                  <a:lnTo>
                    <a:pt x="1193" y="6292"/>
                  </a:lnTo>
                  <a:cubicBezTo>
                    <a:pt x="1184" y="6304"/>
                    <a:pt x="1174" y="6320"/>
                    <a:pt x="1160" y="6341"/>
                  </a:cubicBezTo>
                  <a:cubicBezTo>
                    <a:pt x="1128" y="6397"/>
                    <a:pt x="1185" y="6422"/>
                    <a:pt x="1249" y="6446"/>
                  </a:cubicBezTo>
                  <a:cubicBezTo>
                    <a:pt x="1276" y="6458"/>
                    <a:pt x="1298" y="6465"/>
                    <a:pt x="1315" y="6465"/>
                  </a:cubicBezTo>
                  <a:cubicBezTo>
                    <a:pt x="1335" y="6465"/>
                    <a:pt x="1350" y="6456"/>
                    <a:pt x="1363" y="6430"/>
                  </a:cubicBezTo>
                  <a:cubicBezTo>
                    <a:pt x="1386" y="6377"/>
                    <a:pt x="1408" y="6324"/>
                    <a:pt x="1431" y="6324"/>
                  </a:cubicBezTo>
                  <a:cubicBezTo>
                    <a:pt x="1433" y="6324"/>
                    <a:pt x="1434" y="6324"/>
                    <a:pt x="1436" y="6324"/>
                  </a:cubicBezTo>
                  <a:cubicBezTo>
                    <a:pt x="1412" y="6316"/>
                    <a:pt x="1436" y="6260"/>
                    <a:pt x="1460" y="6211"/>
                  </a:cubicBezTo>
                  <a:cubicBezTo>
                    <a:pt x="1476" y="6252"/>
                    <a:pt x="1493" y="6292"/>
                    <a:pt x="1493" y="6341"/>
                  </a:cubicBezTo>
                  <a:cubicBezTo>
                    <a:pt x="1509" y="6470"/>
                    <a:pt x="1549" y="6543"/>
                    <a:pt x="1679" y="6560"/>
                  </a:cubicBezTo>
                  <a:cubicBezTo>
                    <a:pt x="1728" y="6560"/>
                    <a:pt x="1809" y="6568"/>
                    <a:pt x="1849" y="6600"/>
                  </a:cubicBezTo>
                  <a:cubicBezTo>
                    <a:pt x="1857" y="6608"/>
                    <a:pt x="1866" y="6616"/>
                    <a:pt x="1866" y="6624"/>
                  </a:cubicBezTo>
                  <a:cubicBezTo>
                    <a:pt x="1880" y="6624"/>
                    <a:pt x="1893" y="6625"/>
                    <a:pt x="1905" y="6625"/>
                  </a:cubicBezTo>
                  <a:cubicBezTo>
                    <a:pt x="1951" y="6625"/>
                    <a:pt x="1973" y="6620"/>
                    <a:pt x="1979" y="6568"/>
                  </a:cubicBezTo>
                  <a:lnTo>
                    <a:pt x="2044" y="6568"/>
                  </a:lnTo>
                  <a:cubicBezTo>
                    <a:pt x="2060" y="6600"/>
                    <a:pt x="2086" y="6616"/>
                    <a:pt x="2107" y="6616"/>
                  </a:cubicBezTo>
                  <a:cubicBezTo>
                    <a:pt x="2127" y="6616"/>
                    <a:pt x="2141" y="6600"/>
                    <a:pt x="2133" y="6568"/>
                  </a:cubicBezTo>
                  <a:cubicBezTo>
                    <a:pt x="2141" y="6550"/>
                    <a:pt x="2147" y="6544"/>
                    <a:pt x="2154" y="6544"/>
                  </a:cubicBezTo>
                  <a:cubicBezTo>
                    <a:pt x="2168" y="6544"/>
                    <a:pt x="2181" y="6576"/>
                    <a:pt x="2198" y="6576"/>
                  </a:cubicBezTo>
                  <a:cubicBezTo>
                    <a:pt x="2216" y="6626"/>
                    <a:pt x="2226" y="6654"/>
                    <a:pt x="2229" y="6654"/>
                  </a:cubicBezTo>
                  <a:cubicBezTo>
                    <a:pt x="2234" y="6654"/>
                    <a:pt x="2228" y="6610"/>
                    <a:pt x="2214" y="6511"/>
                  </a:cubicBezTo>
                  <a:cubicBezTo>
                    <a:pt x="2214" y="6454"/>
                    <a:pt x="2174" y="6389"/>
                    <a:pt x="2157" y="6389"/>
                  </a:cubicBezTo>
                  <a:lnTo>
                    <a:pt x="2084" y="6389"/>
                  </a:lnTo>
                  <a:cubicBezTo>
                    <a:pt x="2109" y="6373"/>
                    <a:pt x="2133" y="6357"/>
                    <a:pt x="2157" y="6333"/>
                  </a:cubicBezTo>
                  <a:cubicBezTo>
                    <a:pt x="2174" y="6333"/>
                    <a:pt x="2214" y="6276"/>
                    <a:pt x="2214" y="6211"/>
                  </a:cubicBezTo>
                  <a:cubicBezTo>
                    <a:pt x="2214" y="6211"/>
                    <a:pt x="2214" y="6154"/>
                    <a:pt x="2239" y="6154"/>
                  </a:cubicBezTo>
                  <a:lnTo>
                    <a:pt x="2239" y="6276"/>
                  </a:lnTo>
                  <a:cubicBezTo>
                    <a:pt x="2222" y="6333"/>
                    <a:pt x="2214" y="6389"/>
                    <a:pt x="2214" y="6454"/>
                  </a:cubicBezTo>
                  <a:cubicBezTo>
                    <a:pt x="2229" y="6528"/>
                    <a:pt x="2256" y="6579"/>
                    <a:pt x="2275" y="6579"/>
                  </a:cubicBezTo>
                  <a:cubicBezTo>
                    <a:pt x="2287" y="6579"/>
                    <a:pt x="2295" y="6558"/>
                    <a:pt x="2295" y="6511"/>
                  </a:cubicBezTo>
                  <a:cubicBezTo>
                    <a:pt x="2320" y="6511"/>
                    <a:pt x="2320" y="6511"/>
                    <a:pt x="2336" y="6576"/>
                  </a:cubicBezTo>
                  <a:cubicBezTo>
                    <a:pt x="2336" y="6599"/>
                    <a:pt x="2340" y="6613"/>
                    <a:pt x="2346" y="6613"/>
                  </a:cubicBezTo>
                  <a:cubicBezTo>
                    <a:pt x="2355" y="6613"/>
                    <a:pt x="2367" y="6586"/>
                    <a:pt x="2376" y="6519"/>
                  </a:cubicBezTo>
                  <a:cubicBezTo>
                    <a:pt x="2389" y="6458"/>
                    <a:pt x="2399" y="6428"/>
                    <a:pt x="2409" y="6428"/>
                  </a:cubicBezTo>
                  <a:cubicBezTo>
                    <a:pt x="2419" y="6428"/>
                    <a:pt x="2429" y="6458"/>
                    <a:pt x="2441" y="6519"/>
                  </a:cubicBezTo>
                  <a:cubicBezTo>
                    <a:pt x="2460" y="6591"/>
                    <a:pt x="2497" y="6621"/>
                    <a:pt x="2523" y="6621"/>
                  </a:cubicBezTo>
                  <a:cubicBezTo>
                    <a:pt x="2541" y="6621"/>
                    <a:pt x="2555" y="6607"/>
                    <a:pt x="2555" y="6584"/>
                  </a:cubicBezTo>
                  <a:cubicBezTo>
                    <a:pt x="2555" y="6512"/>
                    <a:pt x="2578" y="6482"/>
                    <a:pt x="2600" y="6482"/>
                  </a:cubicBezTo>
                  <a:cubicBezTo>
                    <a:pt x="2615" y="6482"/>
                    <a:pt x="2629" y="6496"/>
                    <a:pt x="2636" y="6519"/>
                  </a:cubicBezTo>
                  <a:cubicBezTo>
                    <a:pt x="2648" y="6553"/>
                    <a:pt x="2659" y="6569"/>
                    <a:pt x="2669" y="6569"/>
                  </a:cubicBezTo>
                  <a:cubicBezTo>
                    <a:pt x="2679" y="6569"/>
                    <a:pt x="2689" y="6555"/>
                    <a:pt x="2701" y="6527"/>
                  </a:cubicBezTo>
                  <a:cubicBezTo>
                    <a:pt x="2701" y="6567"/>
                    <a:pt x="2709" y="6607"/>
                    <a:pt x="2722" y="6607"/>
                  </a:cubicBezTo>
                  <a:cubicBezTo>
                    <a:pt x="2728" y="6607"/>
                    <a:pt x="2734" y="6601"/>
                    <a:pt x="2741" y="6584"/>
                  </a:cubicBezTo>
                  <a:cubicBezTo>
                    <a:pt x="2741" y="6584"/>
                    <a:pt x="2757" y="6584"/>
                    <a:pt x="2741" y="6527"/>
                  </a:cubicBezTo>
                  <a:lnTo>
                    <a:pt x="2782" y="6406"/>
                  </a:lnTo>
                  <a:cubicBezTo>
                    <a:pt x="2757" y="6406"/>
                    <a:pt x="2757" y="6349"/>
                    <a:pt x="2757" y="6284"/>
                  </a:cubicBezTo>
                  <a:cubicBezTo>
                    <a:pt x="2757" y="6270"/>
                    <a:pt x="2762" y="6263"/>
                    <a:pt x="2770" y="6263"/>
                  </a:cubicBezTo>
                  <a:cubicBezTo>
                    <a:pt x="2795" y="6263"/>
                    <a:pt x="2848" y="6330"/>
                    <a:pt x="2879" y="6470"/>
                  </a:cubicBezTo>
                  <a:lnTo>
                    <a:pt x="2920" y="6592"/>
                  </a:lnTo>
                  <a:lnTo>
                    <a:pt x="2920" y="6470"/>
                  </a:lnTo>
                  <a:cubicBezTo>
                    <a:pt x="2936" y="6470"/>
                    <a:pt x="2960" y="6470"/>
                    <a:pt x="2960" y="6527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1" y="6592"/>
                    <a:pt x="3001" y="6527"/>
                  </a:cubicBezTo>
                  <a:cubicBezTo>
                    <a:pt x="3001" y="6461"/>
                    <a:pt x="3001" y="6433"/>
                    <a:pt x="3004" y="6433"/>
                  </a:cubicBezTo>
                  <a:cubicBezTo>
                    <a:pt x="3006" y="6433"/>
                    <a:pt x="3010" y="6447"/>
                    <a:pt x="3017" y="6470"/>
                  </a:cubicBezTo>
                  <a:cubicBezTo>
                    <a:pt x="3029" y="6531"/>
                    <a:pt x="3039" y="6562"/>
                    <a:pt x="3049" y="6562"/>
                  </a:cubicBezTo>
                  <a:cubicBezTo>
                    <a:pt x="3059" y="6562"/>
                    <a:pt x="3070" y="6531"/>
                    <a:pt x="3082" y="6470"/>
                  </a:cubicBezTo>
                  <a:cubicBezTo>
                    <a:pt x="3082" y="6414"/>
                    <a:pt x="3082" y="6385"/>
                    <a:pt x="3084" y="6385"/>
                  </a:cubicBezTo>
                  <a:cubicBezTo>
                    <a:pt x="3086" y="6385"/>
                    <a:pt x="3090" y="6414"/>
                    <a:pt x="3098" y="6470"/>
                  </a:cubicBezTo>
                  <a:cubicBezTo>
                    <a:pt x="3098" y="6535"/>
                    <a:pt x="3114" y="6592"/>
                    <a:pt x="3138" y="6592"/>
                  </a:cubicBezTo>
                  <a:lnTo>
                    <a:pt x="3138" y="6535"/>
                  </a:lnTo>
                  <a:cubicBezTo>
                    <a:pt x="3138" y="6465"/>
                    <a:pt x="3144" y="6435"/>
                    <a:pt x="3153" y="6435"/>
                  </a:cubicBezTo>
                  <a:cubicBezTo>
                    <a:pt x="3160" y="6435"/>
                    <a:pt x="3169" y="6451"/>
                    <a:pt x="3179" y="6479"/>
                  </a:cubicBezTo>
                  <a:cubicBezTo>
                    <a:pt x="3179" y="6507"/>
                    <a:pt x="3183" y="6521"/>
                    <a:pt x="3192" y="6521"/>
                  </a:cubicBezTo>
                  <a:cubicBezTo>
                    <a:pt x="3201" y="6521"/>
                    <a:pt x="3215" y="6507"/>
                    <a:pt x="3236" y="6479"/>
                  </a:cubicBezTo>
                  <a:cubicBezTo>
                    <a:pt x="3276" y="6479"/>
                    <a:pt x="3301" y="6479"/>
                    <a:pt x="3301" y="6535"/>
                  </a:cubicBezTo>
                  <a:cubicBezTo>
                    <a:pt x="3301" y="6596"/>
                    <a:pt x="3301" y="6626"/>
                    <a:pt x="3303" y="6626"/>
                  </a:cubicBezTo>
                  <a:cubicBezTo>
                    <a:pt x="3305" y="6626"/>
                    <a:pt x="3309" y="6596"/>
                    <a:pt x="3317" y="6535"/>
                  </a:cubicBezTo>
                  <a:cubicBezTo>
                    <a:pt x="3329" y="6507"/>
                    <a:pt x="3335" y="6493"/>
                    <a:pt x="3343" y="6493"/>
                  </a:cubicBezTo>
                  <a:cubicBezTo>
                    <a:pt x="3351" y="6493"/>
                    <a:pt x="3361" y="6507"/>
                    <a:pt x="3382" y="6535"/>
                  </a:cubicBezTo>
                  <a:cubicBezTo>
                    <a:pt x="3390" y="6568"/>
                    <a:pt x="3394" y="6584"/>
                    <a:pt x="3398" y="6584"/>
                  </a:cubicBezTo>
                  <a:cubicBezTo>
                    <a:pt x="3402" y="6584"/>
                    <a:pt x="3406" y="6568"/>
                    <a:pt x="3414" y="6535"/>
                  </a:cubicBezTo>
                  <a:cubicBezTo>
                    <a:pt x="3414" y="6422"/>
                    <a:pt x="3414" y="6357"/>
                    <a:pt x="3398" y="6357"/>
                  </a:cubicBezTo>
                  <a:cubicBezTo>
                    <a:pt x="3382" y="6357"/>
                    <a:pt x="3382" y="6357"/>
                    <a:pt x="3382" y="6300"/>
                  </a:cubicBezTo>
                  <a:lnTo>
                    <a:pt x="3422" y="6300"/>
                  </a:lnTo>
                  <a:cubicBezTo>
                    <a:pt x="3438" y="6300"/>
                    <a:pt x="3463" y="6300"/>
                    <a:pt x="3495" y="6243"/>
                  </a:cubicBezTo>
                  <a:cubicBezTo>
                    <a:pt x="3528" y="6197"/>
                    <a:pt x="3540" y="6107"/>
                    <a:pt x="3521" y="6107"/>
                  </a:cubicBezTo>
                  <a:cubicBezTo>
                    <a:pt x="3516" y="6107"/>
                    <a:pt x="3511" y="6111"/>
                    <a:pt x="3503" y="6122"/>
                  </a:cubicBezTo>
                  <a:lnTo>
                    <a:pt x="3479" y="6065"/>
                  </a:lnTo>
                  <a:cubicBezTo>
                    <a:pt x="3479" y="5976"/>
                    <a:pt x="3469" y="5931"/>
                    <a:pt x="3459" y="5931"/>
                  </a:cubicBezTo>
                  <a:cubicBezTo>
                    <a:pt x="3449" y="5931"/>
                    <a:pt x="3438" y="5976"/>
                    <a:pt x="3438" y="6065"/>
                  </a:cubicBezTo>
                  <a:cubicBezTo>
                    <a:pt x="3438" y="6163"/>
                    <a:pt x="3438" y="6207"/>
                    <a:pt x="3436" y="6207"/>
                  </a:cubicBezTo>
                  <a:cubicBezTo>
                    <a:pt x="3434" y="6207"/>
                    <a:pt x="3430" y="6177"/>
                    <a:pt x="3422" y="6122"/>
                  </a:cubicBezTo>
                  <a:cubicBezTo>
                    <a:pt x="3422" y="6000"/>
                    <a:pt x="3398" y="6000"/>
                    <a:pt x="3382" y="6000"/>
                  </a:cubicBezTo>
                  <a:cubicBezTo>
                    <a:pt x="3357" y="6000"/>
                    <a:pt x="3357" y="6000"/>
                    <a:pt x="3357" y="5943"/>
                  </a:cubicBezTo>
                  <a:cubicBezTo>
                    <a:pt x="3357" y="5879"/>
                    <a:pt x="3341" y="5822"/>
                    <a:pt x="3325" y="5822"/>
                  </a:cubicBezTo>
                  <a:cubicBezTo>
                    <a:pt x="3301" y="5822"/>
                    <a:pt x="3301" y="5822"/>
                    <a:pt x="3301" y="5879"/>
                  </a:cubicBezTo>
                  <a:cubicBezTo>
                    <a:pt x="3307" y="5906"/>
                    <a:pt x="3306" y="5922"/>
                    <a:pt x="3299" y="5922"/>
                  </a:cubicBezTo>
                  <a:cubicBezTo>
                    <a:pt x="3291" y="5922"/>
                    <a:pt x="3274" y="5892"/>
                    <a:pt x="3260" y="5822"/>
                  </a:cubicBezTo>
                  <a:cubicBezTo>
                    <a:pt x="3253" y="5794"/>
                    <a:pt x="3249" y="5779"/>
                    <a:pt x="3247" y="5779"/>
                  </a:cubicBezTo>
                  <a:cubicBezTo>
                    <a:pt x="3244" y="5779"/>
                    <a:pt x="3244" y="5808"/>
                    <a:pt x="3244" y="5879"/>
                  </a:cubicBezTo>
                  <a:cubicBezTo>
                    <a:pt x="3244" y="5939"/>
                    <a:pt x="3234" y="5970"/>
                    <a:pt x="3221" y="5970"/>
                  </a:cubicBezTo>
                  <a:cubicBezTo>
                    <a:pt x="3207" y="5970"/>
                    <a:pt x="3191" y="5939"/>
                    <a:pt x="3179" y="5879"/>
                  </a:cubicBezTo>
                  <a:lnTo>
                    <a:pt x="3138" y="5879"/>
                  </a:lnTo>
                  <a:cubicBezTo>
                    <a:pt x="3122" y="5879"/>
                    <a:pt x="3122" y="5935"/>
                    <a:pt x="3122" y="6000"/>
                  </a:cubicBezTo>
                  <a:cubicBezTo>
                    <a:pt x="3122" y="6067"/>
                    <a:pt x="3122" y="6094"/>
                    <a:pt x="3117" y="6094"/>
                  </a:cubicBezTo>
                  <a:cubicBezTo>
                    <a:pt x="3114" y="6094"/>
                    <a:pt x="3108" y="6080"/>
                    <a:pt x="3098" y="6057"/>
                  </a:cubicBezTo>
                  <a:cubicBezTo>
                    <a:pt x="3090" y="6016"/>
                    <a:pt x="3082" y="5976"/>
                    <a:pt x="3082" y="5935"/>
                  </a:cubicBezTo>
                  <a:cubicBezTo>
                    <a:pt x="3082" y="5879"/>
                    <a:pt x="3057" y="5879"/>
                    <a:pt x="3041" y="5879"/>
                  </a:cubicBezTo>
                  <a:cubicBezTo>
                    <a:pt x="3037" y="5876"/>
                    <a:pt x="3031" y="5875"/>
                    <a:pt x="3025" y="5875"/>
                  </a:cubicBezTo>
                  <a:cubicBezTo>
                    <a:pt x="3007" y="5875"/>
                    <a:pt x="2984" y="5887"/>
                    <a:pt x="2984" y="5935"/>
                  </a:cubicBezTo>
                  <a:cubicBezTo>
                    <a:pt x="2984" y="5919"/>
                    <a:pt x="2984" y="5895"/>
                    <a:pt x="2984" y="5870"/>
                  </a:cubicBezTo>
                  <a:cubicBezTo>
                    <a:pt x="2968" y="5870"/>
                    <a:pt x="2963" y="5845"/>
                    <a:pt x="2961" y="5845"/>
                  </a:cubicBezTo>
                  <a:cubicBezTo>
                    <a:pt x="2960" y="5845"/>
                    <a:pt x="2960" y="5852"/>
                    <a:pt x="2960" y="5870"/>
                  </a:cubicBezTo>
                  <a:cubicBezTo>
                    <a:pt x="2960" y="5870"/>
                    <a:pt x="2944" y="5870"/>
                    <a:pt x="2903" y="5814"/>
                  </a:cubicBezTo>
                  <a:cubicBezTo>
                    <a:pt x="2896" y="5801"/>
                    <a:pt x="2887" y="5796"/>
                    <a:pt x="2878" y="5796"/>
                  </a:cubicBezTo>
                  <a:cubicBezTo>
                    <a:pt x="2843" y="5796"/>
                    <a:pt x="2810" y="5894"/>
                    <a:pt x="2863" y="5992"/>
                  </a:cubicBezTo>
                  <a:lnTo>
                    <a:pt x="2838" y="5992"/>
                  </a:lnTo>
                  <a:cubicBezTo>
                    <a:pt x="2822" y="5992"/>
                    <a:pt x="2822" y="6049"/>
                    <a:pt x="2822" y="6049"/>
                  </a:cubicBezTo>
                  <a:cubicBezTo>
                    <a:pt x="2822" y="6097"/>
                    <a:pt x="2809" y="6109"/>
                    <a:pt x="2796" y="6109"/>
                  </a:cubicBezTo>
                  <a:cubicBezTo>
                    <a:pt x="2791" y="6109"/>
                    <a:pt x="2786" y="6108"/>
                    <a:pt x="2782" y="6106"/>
                  </a:cubicBezTo>
                  <a:lnTo>
                    <a:pt x="2782" y="5992"/>
                  </a:lnTo>
                  <a:cubicBezTo>
                    <a:pt x="2791" y="5887"/>
                    <a:pt x="2781" y="5822"/>
                    <a:pt x="2768" y="5822"/>
                  </a:cubicBezTo>
                  <a:cubicBezTo>
                    <a:pt x="2759" y="5822"/>
                    <a:pt x="2748" y="5854"/>
                    <a:pt x="2741" y="5927"/>
                  </a:cubicBezTo>
                  <a:lnTo>
                    <a:pt x="2741" y="5870"/>
                  </a:lnTo>
                  <a:cubicBezTo>
                    <a:pt x="2741" y="5838"/>
                    <a:pt x="2735" y="5822"/>
                    <a:pt x="2724" y="5822"/>
                  </a:cubicBezTo>
                  <a:cubicBezTo>
                    <a:pt x="2713" y="5822"/>
                    <a:pt x="2697" y="5838"/>
                    <a:pt x="2676" y="5870"/>
                  </a:cubicBezTo>
                  <a:cubicBezTo>
                    <a:pt x="2660" y="5870"/>
                    <a:pt x="2636" y="5984"/>
                    <a:pt x="2636" y="6049"/>
                  </a:cubicBezTo>
                  <a:cubicBezTo>
                    <a:pt x="2636" y="6106"/>
                    <a:pt x="2620" y="6106"/>
                    <a:pt x="2620" y="6106"/>
                  </a:cubicBezTo>
                  <a:cubicBezTo>
                    <a:pt x="2595" y="6106"/>
                    <a:pt x="2595" y="6106"/>
                    <a:pt x="2595" y="6041"/>
                  </a:cubicBezTo>
                  <a:cubicBezTo>
                    <a:pt x="2595" y="5984"/>
                    <a:pt x="2585" y="5956"/>
                    <a:pt x="2573" y="5956"/>
                  </a:cubicBezTo>
                  <a:cubicBezTo>
                    <a:pt x="2561" y="5956"/>
                    <a:pt x="2547" y="5984"/>
                    <a:pt x="2538" y="6041"/>
                  </a:cubicBezTo>
                  <a:lnTo>
                    <a:pt x="2538" y="5984"/>
                  </a:lnTo>
                  <a:cubicBezTo>
                    <a:pt x="2538" y="5943"/>
                    <a:pt x="2530" y="5897"/>
                    <a:pt x="2485" y="5897"/>
                  </a:cubicBezTo>
                  <a:cubicBezTo>
                    <a:pt x="2468" y="5897"/>
                    <a:pt x="2446" y="5904"/>
                    <a:pt x="2417" y="5919"/>
                  </a:cubicBezTo>
                  <a:cubicBezTo>
                    <a:pt x="2336" y="5919"/>
                    <a:pt x="2279" y="5919"/>
                    <a:pt x="2279" y="5854"/>
                  </a:cubicBezTo>
                  <a:cubicBezTo>
                    <a:pt x="2279" y="5844"/>
                    <a:pt x="2277" y="5840"/>
                    <a:pt x="2272" y="5840"/>
                  </a:cubicBezTo>
                  <a:cubicBezTo>
                    <a:pt x="2252" y="5840"/>
                    <a:pt x="2191" y="5939"/>
                    <a:pt x="2157" y="6033"/>
                  </a:cubicBezTo>
                  <a:cubicBezTo>
                    <a:pt x="2157" y="5976"/>
                    <a:pt x="2141" y="5976"/>
                    <a:pt x="2093" y="5976"/>
                  </a:cubicBezTo>
                  <a:cubicBezTo>
                    <a:pt x="2028" y="5976"/>
                    <a:pt x="2028" y="5976"/>
                    <a:pt x="2036" y="5911"/>
                  </a:cubicBezTo>
                  <a:cubicBezTo>
                    <a:pt x="2048" y="5854"/>
                    <a:pt x="2056" y="5826"/>
                    <a:pt x="2054" y="5826"/>
                  </a:cubicBezTo>
                  <a:cubicBezTo>
                    <a:pt x="2052" y="5826"/>
                    <a:pt x="2040" y="5854"/>
                    <a:pt x="2011" y="5911"/>
                  </a:cubicBezTo>
                  <a:cubicBezTo>
                    <a:pt x="2001" y="5958"/>
                    <a:pt x="1984" y="5978"/>
                    <a:pt x="1969" y="5978"/>
                  </a:cubicBezTo>
                  <a:cubicBezTo>
                    <a:pt x="1960" y="5978"/>
                    <a:pt x="1952" y="5971"/>
                    <a:pt x="1947" y="5960"/>
                  </a:cubicBezTo>
                  <a:cubicBezTo>
                    <a:pt x="1930" y="5927"/>
                    <a:pt x="1930" y="5887"/>
                    <a:pt x="1939" y="5854"/>
                  </a:cubicBezTo>
                  <a:cubicBezTo>
                    <a:pt x="1947" y="5789"/>
                    <a:pt x="1930" y="5789"/>
                    <a:pt x="1890" y="5789"/>
                  </a:cubicBezTo>
                  <a:cubicBezTo>
                    <a:pt x="1876" y="5825"/>
                    <a:pt x="1837" y="5848"/>
                    <a:pt x="1795" y="5848"/>
                  </a:cubicBezTo>
                  <a:cubicBezTo>
                    <a:pt x="1789" y="5848"/>
                    <a:pt x="1783" y="5847"/>
                    <a:pt x="1776" y="5846"/>
                  </a:cubicBezTo>
                  <a:cubicBezTo>
                    <a:pt x="1720" y="5846"/>
                    <a:pt x="1720" y="5846"/>
                    <a:pt x="1679" y="5952"/>
                  </a:cubicBezTo>
                  <a:cubicBezTo>
                    <a:pt x="1644" y="6034"/>
                    <a:pt x="1626" y="6056"/>
                    <a:pt x="1600" y="6056"/>
                  </a:cubicBezTo>
                  <a:cubicBezTo>
                    <a:pt x="1590" y="6056"/>
                    <a:pt x="1579" y="6053"/>
                    <a:pt x="1566" y="6049"/>
                  </a:cubicBezTo>
                  <a:cubicBezTo>
                    <a:pt x="1541" y="6049"/>
                    <a:pt x="1517" y="6041"/>
                    <a:pt x="1541" y="5984"/>
                  </a:cubicBezTo>
                  <a:cubicBezTo>
                    <a:pt x="1541" y="5984"/>
                    <a:pt x="1549" y="5927"/>
                    <a:pt x="1533" y="5919"/>
                  </a:cubicBezTo>
                  <a:cubicBezTo>
                    <a:pt x="1509" y="5911"/>
                    <a:pt x="1493" y="5903"/>
                    <a:pt x="1517" y="5846"/>
                  </a:cubicBezTo>
                  <a:cubicBezTo>
                    <a:pt x="1517" y="5846"/>
                    <a:pt x="1533" y="5789"/>
                    <a:pt x="1493" y="5773"/>
                  </a:cubicBezTo>
                  <a:cubicBezTo>
                    <a:pt x="1460" y="5757"/>
                    <a:pt x="1428" y="5733"/>
                    <a:pt x="1468" y="5684"/>
                  </a:cubicBezTo>
                  <a:cubicBezTo>
                    <a:pt x="1463" y="5678"/>
                    <a:pt x="1459" y="5675"/>
                    <a:pt x="1455" y="5675"/>
                  </a:cubicBezTo>
                  <a:cubicBezTo>
                    <a:pt x="1447" y="5675"/>
                    <a:pt x="1438" y="5688"/>
                    <a:pt x="1412" y="5725"/>
                  </a:cubicBezTo>
                  <a:cubicBezTo>
                    <a:pt x="1390" y="5750"/>
                    <a:pt x="1364" y="5771"/>
                    <a:pt x="1341" y="5771"/>
                  </a:cubicBezTo>
                  <a:cubicBezTo>
                    <a:pt x="1320" y="5771"/>
                    <a:pt x="1301" y="5754"/>
                    <a:pt x="1290" y="5708"/>
                  </a:cubicBezTo>
                  <a:cubicBezTo>
                    <a:pt x="1266" y="5691"/>
                    <a:pt x="1239" y="5660"/>
                    <a:pt x="1210" y="5660"/>
                  </a:cubicBezTo>
                  <a:cubicBezTo>
                    <a:pt x="1199" y="5660"/>
                    <a:pt x="1188" y="5665"/>
                    <a:pt x="1176" y="5676"/>
                  </a:cubicBezTo>
                  <a:cubicBezTo>
                    <a:pt x="1160" y="5660"/>
                    <a:pt x="1160" y="5660"/>
                    <a:pt x="1209" y="5619"/>
                  </a:cubicBezTo>
                  <a:cubicBezTo>
                    <a:pt x="1269" y="5564"/>
                    <a:pt x="1281" y="5531"/>
                    <a:pt x="1245" y="5531"/>
                  </a:cubicBezTo>
                  <a:cubicBezTo>
                    <a:pt x="1227" y="5531"/>
                    <a:pt x="1199" y="5539"/>
                    <a:pt x="1160" y="5554"/>
                  </a:cubicBezTo>
                  <a:cubicBezTo>
                    <a:pt x="1143" y="5565"/>
                    <a:pt x="1131" y="5571"/>
                    <a:pt x="1123" y="5571"/>
                  </a:cubicBezTo>
                  <a:cubicBezTo>
                    <a:pt x="1107" y="5571"/>
                    <a:pt x="1109" y="5551"/>
                    <a:pt x="1136" y="5514"/>
                  </a:cubicBezTo>
                  <a:cubicBezTo>
                    <a:pt x="1136" y="5514"/>
                    <a:pt x="1132" y="5506"/>
                    <a:pt x="1111" y="5506"/>
                  </a:cubicBezTo>
                  <a:cubicBezTo>
                    <a:pt x="1100" y="5506"/>
                    <a:pt x="1085" y="5508"/>
                    <a:pt x="1063" y="5514"/>
                  </a:cubicBezTo>
                  <a:cubicBezTo>
                    <a:pt x="1045" y="5519"/>
                    <a:pt x="1032" y="5522"/>
                    <a:pt x="1025" y="5522"/>
                  </a:cubicBezTo>
                  <a:cubicBezTo>
                    <a:pt x="1009" y="5522"/>
                    <a:pt x="1017" y="5507"/>
                    <a:pt x="1039" y="5457"/>
                  </a:cubicBezTo>
                  <a:cubicBezTo>
                    <a:pt x="1087" y="5425"/>
                    <a:pt x="1079" y="5408"/>
                    <a:pt x="1079" y="5384"/>
                  </a:cubicBezTo>
                  <a:cubicBezTo>
                    <a:pt x="998" y="5384"/>
                    <a:pt x="966" y="5141"/>
                    <a:pt x="1030" y="5100"/>
                  </a:cubicBezTo>
                  <a:cubicBezTo>
                    <a:pt x="974" y="5100"/>
                    <a:pt x="974" y="5100"/>
                    <a:pt x="974" y="5076"/>
                  </a:cubicBezTo>
                  <a:cubicBezTo>
                    <a:pt x="1052" y="5045"/>
                    <a:pt x="1053" y="5030"/>
                    <a:pt x="1014" y="5030"/>
                  </a:cubicBezTo>
                  <a:cubicBezTo>
                    <a:pt x="992" y="5030"/>
                    <a:pt x="958" y="5035"/>
                    <a:pt x="917" y="5043"/>
                  </a:cubicBezTo>
                  <a:lnTo>
                    <a:pt x="917" y="5068"/>
                  </a:lnTo>
                  <a:lnTo>
                    <a:pt x="917" y="5092"/>
                  </a:lnTo>
                  <a:cubicBezTo>
                    <a:pt x="897" y="5097"/>
                    <a:pt x="881" y="5100"/>
                    <a:pt x="868" y="5100"/>
                  </a:cubicBezTo>
                  <a:cubicBezTo>
                    <a:pt x="800" y="5100"/>
                    <a:pt x="824" y="5038"/>
                    <a:pt x="974" y="5011"/>
                  </a:cubicBezTo>
                  <a:cubicBezTo>
                    <a:pt x="1095" y="4970"/>
                    <a:pt x="1095" y="4970"/>
                    <a:pt x="974" y="4970"/>
                  </a:cubicBezTo>
                  <a:cubicBezTo>
                    <a:pt x="852" y="4962"/>
                    <a:pt x="852" y="4938"/>
                    <a:pt x="974" y="4906"/>
                  </a:cubicBezTo>
                  <a:cubicBezTo>
                    <a:pt x="1095" y="4889"/>
                    <a:pt x="1095" y="4889"/>
                    <a:pt x="974" y="4881"/>
                  </a:cubicBezTo>
                  <a:cubicBezTo>
                    <a:pt x="749" y="4858"/>
                    <a:pt x="687" y="4775"/>
                    <a:pt x="888" y="4775"/>
                  </a:cubicBezTo>
                  <a:cubicBezTo>
                    <a:pt x="897" y="4775"/>
                    <a:pt x="907" y="4776"/>
                    <a:pt x="917" y="4776"/>
                  </a:cubicBezTo>
                  <a:cubicBezTo>
                    <a:pt x="1039" y="4776"/>
                    <a:pt x="1095" y="4752"/>
                    <a:pt x="1095" y="4735"/>
                  </a:cubicBezTo>
                  <a:cubicBezTo>
                    <a:pt x="1095" y="4711"/>
                    <a:pt x="1039" y="4711"/>
                    <a:pt x="982" y="4711"/>
                  </a:cubicBezTo>
                  <a:cubicBezTo>
                    <a:pt x="948" y="4718"/>
                    <a:pt x="924" y="4721"/>
                    <a:pt x="909" y="4721"/>
                  </a:cubicBezTo>
                  <a:cubicBezTo>
                    <a:pt x="869" y="4721"/>
                    <a:pt x="894" y="4700"/>
                    <a:pt x="982" y="4670"/>
                  </a:cubicBezTo>
                  <a:cubicBezTo>
                    <a:pt x="1160" y="4614"/>
                    <a:pt x="1160" y="4573"/>
                    <a:pt x="1047" y="4516"/>
                  </a:cubicBezTo>
                  <a:cubicBezTo>
                    <a:pt x="960" y="4459"/>
                    <a:pt x="935" y="4409"/>
                    <a:pt x="972" y="4409"/>
                  </a:cubicBezTo>
                  <a:cubicBezTo>
                    <a:pt x="987" y="4409"/>
                    <a:pt x="1012" y="4417"/>
                    <a:pt x="1047" y="4435"/>
                  </a:cubicBezTo>
                  <a:cubicBezTo>
                    <a:pt x="1103" y="4456"/>
                    <a:pt x="1132" y="4466"/>
                    <a:pt x="1139" y="4466"/>
                  </a:cubicBezTo>
                  <a:cubicBezTo>
                    <a:pt x="1146" y="4466"/>
                    <a:pt x="1132" y="4456"/>
                    <a:pt x="1103" y="4435"/>
                  </a:cubicBezTo>
                  <a:cubicBezTo>
                    <a:pt x="1103" y="4395"/>
                    <a:pt x="1103" y="4354"/>
                    <a:pt x="1103" y="4338"/>
                  </a:cubicBezTo>
                  <a:cubicBezTo>
                    <a:pt x="1103" y="4314"/>
                    <a:pt x="1047" y="4298"/>
                    <a:pt x="990" y="4298"/>
                  </a:cubicBezTo>
                  <a:cubicBezTo>
                    <a:pt x="1112" y="4273"/>
                    <a:pt x="1168" y="4233"/>
                    <a:pt x="1047" y="4192"/>
                  </a:cubicBezTo>
                  <a:cubicBezTo>
                    <a:pt x="1047" y="4176"/>
                    <a:pt x="1055" y="4152"/>
                    <a:pt x="1055" y="4152"/>
                  </a:cubicBezTo>
                  <a:cubicBezTo>
                    <a:pt x="1055" y="4135"/>
                    <a:pt x="1055" y="4135"/>
                    <a:pt x="990" y="4111"/>
                  </a:cubicBezTo>
                  <a:cubicBezTo>
                    <a:pt x="933" y="4095"/>
                    <a:pt x="990" y="4071"/>
                    <a:pt x="1055" y="4054"/>
                  </a:cubicBezTo>
                  <a:cubicBezTo>
                    <a:pt x="1112" y="4038"/>
                    <a:pt x="1176" y="4014"/>
                    <a:pt x="1112" y="4014"/>
                  </a:cubicBezTo>
                  <a:cubicBezTo>
                    <a:pt x="1055" y="4006"/>
                    <a:pt x="990" y="3981"/>
                    <a:pt x="933" y="3957"/>
                  </a:cubicBezTo>
                  <a:cubicBezTo>
                    <a:pt x="892" y="3939"/>
                    <a:pt x="910" y="3926"/>
                    <a:pt x="948" y="3926"/>
                  </a:cubicBezTo>
                  <a:cubicBezTo>
                    <a:pt x="962" y="3926"/>
                    <a:pt x="980" y="3928"/>
                    <a:pt x="998" y="3933"/>
                  </a:cubicBezTo>
                  <a:cubicBezTo>
                    <a:pt x="1005" y="3934"/>
                    <a:pt x="1012" y="3935"/>
                    <a:pt x="1019" y="3935"/>
                  </a:cubicBezTo>
                  <a:cubicBezTo>
                    <a:pt x="1055" y="3935"/>
                    <a:pt x="1093" y="3919"/>
                    <a:pt x="1120" y="3892"/>
                  </a:cubicBezTo>
                  <a:cubicBezTo>
                    <a:pt x="1120" y="3876"/>
                    <a:pt x="1120" y="3835"/>
                    <a:pt x="1055" y="3835"/>
                  </a:cubicBezTo>
                  <a:cubicBezTo>
                    <a:pt x="998" y="3835"/>
                    <a:pt x="998" y="3714"/>
                    <a:pt x="1063" y="3698"/>
                  </a:cubicBezTo>
                  <a:cubicBezTo>
                    <a:pt x="1063" y="3698"/>
                    <a:pt x="1063" y="3673"/>
                    <a:pt x="1063" y="3657"/>
                  </a:cubicBezTo>
                  <a:cubicBezTo>
                    <a:pt x="1063" y="3633"/>
                    <a:pt x="1006" y="3616"/>
                    <a:pt x="1006" y="3592"/>
                  </a:cubicBezTo>
                  <a:cubicBezTo>
                    <a:pt x="1006" y="3592"/>
                    <a:pt x="1006" y="3576"/>
                    <a:pt x="941" y="3552"/>
                  </a:cubicBezTo>
                  <a:cubicBezTo>
                    <a:pt x="941" y="3535"/>
                    <a:pt x="949" y="3511"/>
                    <a:pt x="1006" y="3511"/>
                  </a:cubicBezTo>
                  <a:cubicBezTo>
                    <a:pt x="885" y="3495"/>
                    <a:pt x="885" y="3495"/>
                    <a:pt x="1006" y="3471"/>
                  </a:cubicBezTo>
                  <a:cubicBezTo>
                    <a:pt x="1128" y="3471"/>
                    <a:pt x="1128" y="3471"/>
                    <a:pt x="1006" y="3454"/>
                  </a:cubicBezTo>
                  <a:cubicBezTo>
                    <a:pt x="949" y="3430"/>
                    <a:pt x="949" y="3430"/>
                    <a:pt x="1006" y="3414"/>
                  </a:cubicBezTo>
                  <a:cubicBezTo>
                    <a:pt x="1071" y="3414"/>
                    <a:pt x="1071" y="3389"/>
                    <a:pt x="1006" y="3389"/>
                  </a:cubicBezTo>
                  <a:cubicBezTo>
                    <a:pt x="885" y="3373"/>
                    <a:pt x="828" y="3317"/>
                    <a:pt x="949" y="3317"/>
                  </a:cubicBezTo>
                  <a:cubicBezTo>
                    <a:pt x="949" y="3317"/>
                    <a:pt x="949" y="3292"/>
                    <a:pt x="893" y="3276"/>
                  </a:cubicBezTo>
                  <a:cubicBezTo>
                    <a:pt x="771" y="3252"/>
                    <a:pt x="771" y="3252"/>
                    <a:pt x="893" y="3252"/>
                  </a:cubicBezTo>
                  <a:cubicBezTo>
                    <a:pt x="1014" y="3235"/>
                    <a:pt x="1014" y="3211"/>
                    <a:pt x="893" y="3195"/>
                  </a:cubicBezTo>
                  <a:cubicBezTo>
                    <a:pt x="893" y="3195"/>
                    <a:pt x="836" y="3171"/>
                    <a:pt x="893" y="3154"/>
                  </a:cubicBezTo>
                  <a:cubicBezTo>
                    <a:pt x="952" y="3117"/>
                    <a:pt x="1004" y="3013"/>
                    <a:pt x="921" y="3013"/>
                  </a:cubicBezTo>
                  <a:cubicBezTo>
                    <a:pt x="913" y="3013"/>
                    <a:pt x="904" y="3014"/>
                    <a:pt x="893" y="3017"/>
                  </a:cubicBezTo>
                  <a:lnTo>
                    <a:pt x="901" y="2976"/>
                  </a:lnTo>
                  <a:cubicBezTo>
                    <a:pt x="957" y="2935"/>
                    <a:pt x="957" y="2911"/>
                    <a:pt x="901" y="2895"/>
                  </a:cubicBezTo>
                  <a:lnTo>
                    <a:pt x="836" y="2871"/>
                  </a:lnTo>
                  <a:cubicBezTo>
                    <a:pt x="901" y="2871"/>
                    <a:pt x="957" y="2854"/>
                    <a:pt x="957" y="2830"/>
                  </a:cubicBezTo>
                  <a:cubicBezTo>
                    <a:pt x="957" y="2814"/>
                    <a:pt x="957" y="2814"/>
                    <a:pt x="901" y="2814"/>
                  </a:cubicBezTo>
                  <a:cubicBezTo>
                    <a:pt x="885" y="2818"/>
                    <a:pt x="873" y="2820"/>
                    <a:pt x="865" y="2820"/>
                  </a:cubicBezTo>
                  <a:cubicBezTo>
                    <a:pt x="844" y="2820"/>
                    <a:pt x="844" y="2807"/>
                    <a:pt x="844" y="2790"/>
                  </a:cubicBezTo>
                  <a:cubicBezTo>
                    <a:pt x="844" y="2773"/>
                    <a:pt x="901" y="2749"/>
                    <a:pt x="957" y="2749"/>
                  </a:cubicBezTo>
                  <a:lnTo>
                    <a:pt x="957" y="2733"/>
                  </a:lnTo>
                  <a:cubicBezTo>
                    <a:pt x="844" y="2733"/>
                    <a:pt x="844" y="2708"/>
                    <a:pt x="901" y="2708"/>
                  </a:cubicBezTo>
                  <a:cubicBezTo>
                    <a:pt x="966" y="2692"/>
                    <a:pt x="966" y="2668"/>
                    <a:pt x="966" y="2652"/>
                  </a:cubicBezTo>
                  <a:cubicBezTo>
                    <a:pt x="922" y="2652"/>
                    <a:pt x="937" y="2644"/>
                    <a:pt x="951" y="2644"/>
                  </a:cubicBezTo>
                  <a:cubicBezTo>
                    <a:pt x="958" y="2644"/>
                    <a:pt x="966" y="2646"/>
                    <a:pt x="966" y="2652"/>
                  </a:cubicBezTo>
                  <a:lnTo>
                    <a:pt x="1022" y="2652"/>
                  </a:lnTo>
                  <a:cubicBezTo>
                    <a:pt x="1079" y="2635"/>
                    <a:pt x="1022" y="2635"/>
                    <a:pt x="966" y="2635"/>
                  </a:cubicBezTo>
                  <a:cubicBezTo>
                    <a:pt x="966" y="2635"/>
                    <a:pt x="966" y="2611"/>
                    <a:pt x="966" y="2595"/>
                  </a:cubicBezTo>
                  <a:cubicBezTo>
                    <a:pt x="966" y="2577"/>
                    <a:pt x="966" y="2564"/>
                    <a:pt x="944" y="2564"/>
                  </a:cubicBezTo>
                  <a:cubicBezTo>
                    <a:pt x="936" y="2564"/>
                    <a:pt x="925" y="2566"/>
                    <a:pt x="909" y="2571"/>
                  </a:cubicBezTo>
                  <a:cubicBezTo>
                    <a:pt x="844" y="2571"/>
                    <a:pt x="787" y="2571"/>
                    <a:pt x="787" y="2554"/>
                  </a:cubicBezTo>
                  <a:cubicBezTo>
                    <a:pt x="744" y="2554"/>
                    <a:pt x="758" y="2544"/>
                    <a:pt x="773" y="2544"/>
                  </a:cubicBezTo>
                  <a:cubicBezTo>
                    <a:pt x="780" y="2544"/>
                    <a:pt x="787" y="2546"/>
                    <a:pt x="787" y="2554"/>
                  </a:cubicBezTo>
                  <a:cubicBezTo>
                    <a:pt x="844" y="2554"/>
                    <a:pt x="909" y="2554"/>
                    <a:pt x="909" y="2530"/>
                  </a:cubicBezTo>
                  <a:cubicBezTo>
                    <a:pt x="909" y="2514"/>
                    <a:pt x="966" y="2514"/>
                    <a:pt x="966" y="2514"/>
                  </a:cubicBezTo>
                  <a:cubicBezTo>
                    <a:pt x="977" y="2515"/>
                    <a:pt x="986" y="2516"/>
                    <a:pt x="994" y="2516"/>
                  </a:cubicBezTo>
                  <a:cubicBezTo>
                    <a:pt x="1077" y="2516"/>
                    <a:pt x="1025" y="2448"/>
                    <a:pt x="966" y="2433"/>
                  </a:cubicBezTo>
                  <a:cubicBezTo>
                    <a:pt x="852" y="2392"/>
                    <a:pt x="852" y="2368"/>
                    <a:pt x="966" y="2368"/>
                  </a:cubicBezTo>
                  <a:cubicBezTo>
                    <a:pt x="1087" y="2368"/>
                    <a:pt x="974" y="2327"/>
                    <a:pt x="787" y="2311"/>
                  </a:cubicBezTo>
                  <a:lnTo>
                    <a:pt x="609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7" y="2214"/>
                  </a:cubicBezTo>
                  <a:cubicBezTo>
                    <a:pt x="852" y="2173"/>
                    <a:pt x="852" y="2173"/>
                    <a:pt x="917" y="2173"/>
                  </a:cubicBezTo>
                  <a:cubicBezTo>
                    <a:pt x="974" y="2173"/>
                    <a:pt x="974" y="2149"/>
                    <a:pt x="974" y="2092"/>
                  </a:cubicBezTo>
                  <a:cubicBezTo>
                    <a:pt x="974" y="2035"/>
                    <a:pt x="974" y="2011"/>
                    <a:pt x="917" y="2011"/>
                  </a:cubicBezTo>
                  <a:lnTo>
                    <a:pt x="917" y="1971"/>
                  </a:lnTo>
                  <a:cubicBezTo>
                    <a:pt x="1019" y="1950"/>
                    <a:pt x="995" y="1918"/>
                    <a:pt x="913" y="1918"/>
                  </a:cubicBezTo>
                  <a:cubicBezTo>
                    <a:pt x="897" y="1918"/>
                    <a:pt x="880" y="1919"/>
                    <a:pt x="860" y="1922"/>
                  </a:cubicBezTo>
                  <a:cubicBezTo>
                    <a:pt x="860" y="1922"/>
                    <a:pt x="860" y="1898"/>
                    <a:pt x="860" y="1873"/>
                  </a:cubicBezTo>
                  <a:lnTo>
                    <a:pt x="917" y="1881"/>
                  </a:lnTo>
                  <a:cubicBezTo>
                    <a:pt x="982" y="1881"/>
                    <a:pt x="982" y="1841"/>
                    <a:pt x="990" y="1671"/>
                  </a:cubicBezTo>
                  <a:cubicBezTo>
                    <a:pt x="998" y="1484"/>
                    <a:pt x="1014" y="1468"/>
                    <a:pt x="901" y="1411"/>
                  </a:cubicBezTo>
                  <a:cubicBezTo>
                    <a:pt x="840" y="1366"/>
                    <a:pt x="821" y="1339"/>
                    <a:pt x="840" y="1339"/>
                  </a:cubicBezTo>
                  <a:cubicBezTo>
                    <a:pt x="851" y="1339"/>
                    <a:pt x="877" y="1349"/>
                    <a:pt x="917" y="1371"/>
                  </a:cubicBezTo>
                  <a:cubicBezTo>
                    <a:pt x="947" y="1384"/>
                    <a:pt x="978" y="1392"/>
                    <a:pt x="991" y="1392"/>
                  </a:cubicBezTo>
                  <a:cubicBezTo>
                    <a:pt x="1002" y="1392"/>
                    <a:pt x="1000" y="1386"/>
                    <a:pt x="974" y="1371"/>
                  </a:cubicBezTo>
                  <a:cubicBezTo>
                    <a:pt x="986" y="1352"/>
                    <a:pt x="1007" y="1343"/>
                    <a:pt x="1031" y="1343"/>
                  </a:cubicBezTo>
                  <a:cubicBezTo>
                    <a:pt x="1039" y="1343"/>
                    <a:pt x="1047" y="1344"/>
                    <a:pt x="1055" y="1346"/>
                  </a:cubicBezTo>
                  <a:cubicBezTo>
                    <a:pt x="1064" y="1347"/>
                    <a:pt x="1073" y="1347"/>
                    <a:pt x="1081" y="1347"/>
                  </a:cubicBezTo>
                  <a:cubicBezTo>
                    <a:pt x="1178" y="1347"/>
                    <a:pt x="1140" y="1303"/>
                    <a:pt x="1095" y="1265"/>
                  </a:cubicBezTo>
                  <a:cubicBezTo>
                    <a:pt x="1034" y="1243"/>
                    <a:pt x="1023" y="1236"/>
                    <a:pt x="1035" y="1236"/>
                  </a:cubicBezTo>
                  <a:cubicBezTo>
                    <a:pt x="1045" y="1236"/>
                    <a:pt x="1073" y="1242"/>
                    <a:pt x="1103" y="1249"/>
                  </a:cubicBezTo>
                  <a:cubicBezTo>
                    <a:pt x="1137" y="1259"/>
                    <a:pt x="1174" y="1271"/>
                    <a:pt x="1188" y="1271"/>
                  </a:cubicBezTo>
                  <a:cubicBezTo>
                    <a:pt x="1197" y="1271"/>
                    <a:pt x="1196" y="1265"/>
                    <a:pt x="1176" y="1249"/>
                  </a:cubicBezTo>
                  <a:cubicBezTo>
                    <a:pt x="1138" y="1211"/>
                    <a:pt x="1160" y="1119"/>
                    <a:pt x="1213" y="1119"/>
                  </a:cubicBezTo>
                  <a:cubicBezTo>
                    <a:pt x="1228" y="1119"/>
                    <a:pt x="1246" y="1126"/>
                    <a:pt x="1266" y="1144"/>
                  </a:cubicBezTo>
                  <a:cubicBezTo>
                    <a:pt x="1274" y="1136"/>
                    <a:pt x="1282" y="1127"/>
                    <a:pt x="1290" y="1119"/>
                  </a:cubicBezTo>
                  <a:cubicBezTo>
                    <a:pt x="1249" y="1079"/>
                    <a:pt x="1282" y="1046"/>
                    <a:pt x="1314" y="1022"/>
                  </a:cubicBezTo>
                  <a:cubicBezTo>
                    <a:pt x="1331" y="1009"/>
                    <a:pt x="1344" y="999"/>
                    <a:pt x="1358" y="999"/>
                  </a:cubicBezTo>
                  <a:cubicBezTo>
                    <a:pt x="1371" y="999"/>
                    <a:pt x="1384" y="1007"/>
                    <a:pt x="1403" y="1030"/>
                  </a:cubicBezTo>
                  <a:cubicBezTo>
                    <a:pt x="1415" y="1060"/>
                    <a:pt x="1424" y="1074"/>
                    <a:pt x="1430" y="1074"/>
                  </a:cubicBezTo>
                  <a:cubicBezTo>
                    <a:pt x="1437" y="1074"/>
                    <a:pt x="1440" y="1054"/>
                    <a:pt x="1436" y="1014"/>
                  </a:cubicBezTo>
                  <a:cubicBezTo>
                    <a:pt x="1452" y="1006"/>
                    <a:pt x="1403" y="900"/>
                    <a:pt x="1428" y="884"/>
                  </a:cubicBezTo>
                  <a:cubicBezTo>
                    <a:pt x="1395" y="836"/>
                    <a:pt x="1387" y="771"/>
                    <a:pt x="1403" y="763"/>
                  </a:cubicBezTo>
                  <a:lnTo>
                    <a:pt x="1403" y="763"/>
                  </a:lnTo>
                  <a:lnTo>
                    <a:pt x="1436" y="819"/>
                  </a:lnTo>
                  <a:lnTo>
                    <a:pt x="1501" y="917"/>
                  </a:lnTo>
                  <a:cubicBezTo>
                    <a:pt x="1517" y="917"/>
                    <a:pt x="1541" y="909"/>
                    <a:pt x="1509" y="852"/>
                  </a:cubicBezTo>
                  <a:lnTo>
                    <a:pt x="1509" y="852"/>
                  </a:lnTo>
                  <a:cubicBezTo>
                    <a:pt x="1539" y="882"/>
                    <a:pt x="1560" y="890"/>
                    <a:pt x="1581" y="890"/>
                  </a:cubicBezTo>
                  <a:cubicBezTo>
                    <a:pt x="1594" y="890"/>
                    <a:pt x="1607" y="887"/>
                    <a:pt x="1622" y="884"/>
                  </a:cubicBezTo>
                  <a:cubicBezTo>
                    <a:pt x="1663" y="876"/>
                    <a:pt x="1703" y="868"/>
                    <a:pt x="1703" y="811"/>
                  </a:cubicBezTo>
                  <a:cubicBezTo>
                    <a:pt x="1736" y="868"/>
                    <a:pt x="1778" y="896"/>
                    <a:pt x="1813" y="896"/>
                  </a:cubicBezTo>
                  <a:cubicBezTo>
                    <a:pt x="1847" y="896"/>
                    <a:pt x="1874" y="868"/>
                    <a:pt x="1874" y="811"/>
                  </a:cubicBezTo>
                  <a:cubicBezTo>
                    <a:pt x="1870" y="783"/>
                    <a:pt x="1874" y="769"/>
                    <a:pt x="1883" y="769"/>
                  </a:cubicBezTo>
                  <a:cubicBezTo>
                    <a:pt x="1892" y="769"/>
                    <a:pt x="1906" y="783"/>
                    <a:pt x="1922" y="811"/>
                  </a:cubicBezTo>
                  <a:cubicBezTo>
                    <a:pt x="1939" y="840"/>
                    <a:pt x="1947" y="854"/>
                    <a:pt x="1952" y="854"/>
                  </a:cubicBezTo>
                  <a:cubicBezTo>
                    <a:pt x="1957" y="854"/>
                    <a:pt x="1959" y="840"/>
                    <a:pt x="1963" y="811"/>
                  </a:cubicBezTo>
                  <a:cubicBezTo>
                    <a:pt x="1968" y="795"/>
                    <a:pt x="1974" y="788"/>
                    <a:pt x="1981" y="788"/>
                  </a:cubicBezTo>
                  <a:cubicBezTo>
                    <a:pt x="1997" y="788"/>
                    <a:pt x="2019" y="828"/>
                    <a:pt x="2036" y="868"/>
                  </a:cubicBezTo>
                  <a:cubicBezTo>
                    <a:pt x="2055" y="940"/>
                    <a:pt x="2069" y="970"/>
                    <a:pt x="2080" y="970"/>
                  </a:cubicBezTo>
                  <a:cubicBezTo>
                    <a:pt x="2088" y="970"/>
                    <a:pt x="2094" y="956"/>
                    <a:pt x="2101" y="933"/>
                  </a:cubicBezTo>
                  <a:cubicBezTo>
                    <a:pt x="2117" y="892"/>
                    <a:pt x="2157" y="876"/>
                    <a:pt x="2198" y="876"/>
                  </a:cubicBezTo>
                  <a:cubicBezTo>
                    <a:pt x="2239" y="819"/>
                    <a:pt x="2255" y="819"/>
                    <a:pt x="2239" y="754"/>
                  </a:cubicBezTo>
                  <a:cubicBezTo>
                    <a:pt x="2239" y="714"/>
                    <a:pt x="2247" y="673"/>
                    <a:pt x="2263" y="633"/>
                  </a:cubicBezTo>
                  <a:cubicBezTo>
                    <a:pt x="2275" y="615"/>
                    <a:pt x="2283" y="609"/>
                    <a:pt x="2288" y="609"/>
                  </a:cubicBezTo>
                  <a:cubicBezTo>
                    <a:pt x="2297" y="609"/>
                    <a:pt x="2291" y="634"/>
                    <a:pt x="2282" y="634"/>
                  </a:cubicBezTo>
                  <a:cubicBezTo>
                    <a:pt x="2281" y="634"/>
                    <a:pt x="2280" y="633"/>
                    <a:pt x="2279" y="633"/>
                  </a:cubicBezTo>
                  <a:cubicBezTo>
                    <a:pt x="2239" y="698"/>
                    <a:pt x="2263" y="698"/>
                    <a:pt x="2279" y="754"/>
                  </a:cubicBezTo>
                  <a:cubicBezTo>
                    <a:pt x="2287" y="795"/>
                    <a:pt x="2320" y="819"/>
                    <a:pt x="2360" y="819"/>
                  </a:cubicBezTo>
                  <a:lnTo>
                    <a:pt x="2441" y="819"/>
                  </a:lnTo>
                  <a:cubicBezTo>
                    <a:pt x="2470" y="852"/>
                    <a:pt x="2490" y="868"/>
                    <a:pt x="2503" y="868"/>
                  </a:cubicBezTo>
                  <a:cubicBezTo>
                    <a:pt x="2516" y="868"/>
                    <a:pt x="2522" y="852"/>
                    <a:pt x="2522" y="819"/>
                  </a:cubicBezTo>
                  <a:lnTo>
                    <a:pt x="2522" y="763"/>
                  </a:lnTo>
                  <a:cubicBezTo>
                    <a:pt x="2531" y="824"/>
                    <a:pt x="2591" y="855"/>
                    <a:pt x="2652" y="855"/>
                  </a:cubicBezTo>
                  <a:cubicBezTo>
                    <a:pt x="2711" y="855"/>
                    <a:pt x="2770" y="826"/>
                    <a:pt x="2782" y="771"/>
                  </a:cubicBezTo>
                  <a:lnTo>
                    <a:pt x="2782" y="827"/>
                  </a:lnTo>
                  <a:cubicBezTo>
                    <a:pt x="2782" y="884"/>
                    <a:pt x="2798" y="884"/>
                    <a:pt x="2838" y="884"/>
                  </a:cubicBezTo>
                  <a:cubicBezTo>
                    <a:pt x="2861" y="884"/>
                    <a:pt x="2926" y="835"/>
                    <a:pt x="2988" y="835"/>
                  </a:cubicBezTo>
                  <a:cubicBezTo>
                    <a:pt x="2992" y="835"/>
                    <a:pt x="2996" y="835"/>
                    <a:pt x="3001" y="836"/>
                  </a:cubicBezTo>
                  <a:cubicBezTo>
                    <a:pt x="3082" y="836"/>
                    <a:pt x="3138" y="836"/>
                    <a:pt x="3138" y="779"/>
                  </a:cubicBezTo>
                  <a:cubicBezTo>
                    <a:pt x="3163" y="779"/>
                    <a:pt x="3163" y="779"/>
                    <a:pt x="3163" y="836"/>
                  </a:cubicBezTo>
                  <a:cubicBezTo>
                    <a:pt x="3138" y="892"/>
                    <a:pt x="3163" y="892"/>
                    <a:pt x="3179" y="892"/>
                  </a:cubicBezTo>
                  <a:cubicBezTo>
                    <a:pt x="3203" y="892"/>
                    <a:pt x="3203" y="836"/>
                    <a:pt x="3203" y="779"/>
                  </a:cubicBezTo>
                  <a:cubicBezTo>
                    <a:pt x="3203" y="746"/>
                    <a:pt x="3207" y="730"/>
                    <a:pt x="3217" y="730"/>
                  </a:cubicBezTo>
                  <a:cubicBezTo>
                    <a:pt x="3226" y="730"/>
                    <a:pt x="3240" y="746"/>
                    <a:pt x="3260" y="779"/>
                  </a:cubicBezTo>
                  <a:cubicBezTo>
                    <a:pt x="3277" y="808"/>
                    <a:pt x="3309" y="824"/>
                    <a:pt x="3341" y="824"/>
                  </a:cubicBezTo>
                  <a:cubicBezTo>
                    <a:pt x="3372" y="824"/>
                    <a:pt x="3403" y="810"/>
                    <a:pt x="3422" y="779"/>
                  </a:cubicBezTo>
                  <a:cubicBezTo>
                    <a:pt x="3438" y="779"/>
                    <a:pt x="3463" y="779"/>
                    <a:pt x="3463" y="844"/>
                  </a:cubicBezTo>
                  <a:cubicBezTo>
                    <a:pt x="3472" y="877"/>
                    <a:pt x="3490" y="913"/>
                    <a:pt x="3511" y="913"/>
                  </a:cubicBezTo>
                  <a:cubicBezTo>
                    <a:pt x="3526" y="913"/>
                    <a:pt x="3543" y="894"/>
                    <a:pt x="3560" y="844"/>
                  </a:cubicBezTo>
                  <a:cubicBezTo>
                    <a:pt x="3576" y="844"/>
                    <a:pt x="3576" y="844"/>
                    <a:pt x="3576" y="909"/>
                  </a:cubicBezTo>
                  <a:cubicBezTo>
                    <a:pt x="3590" y="942"/>
                    <a:pt x="3594" y="977"/>
                    <a:pt x="3599" y="977"/>
                  </a:cubicBezTo>
                  <a:cubicBezTo>
                    <a:pt x="3602" y="977"/>
                    <a:pt x="3607" y="959"/>
                    <a:pt x="3617" y="909"/>
                  </a:cubicBezTo>
                  <a:cubicBezTo>
                    <a:pt x="3632" y="882"/>
                    <a:pt x="3659" y="870"/>
                    <a:pt x="3687" y="870"/>
                  </a:cubicBezTo>
                  <a:cubicBezTo>
                    <a:pt x="3718" y="870"/>
                    <a:pt x="3750" y="886"/>
                    <a:pt x="3763" y="917"/>
                  </a:cubicBezTo>
                  <a:cubicBezTo>
                    <a:pt x="3767" y="919"/>
                    <a:pt x="3772" y="920"/>
                    <a:pt x="3776" y="920"/>
                  </a:cubicBezTo>
                  <a:cubicBezTo>
                    <a:pt x="3787" y="920"/>
                    <a:pt x="3797" y="909"/>
                    <a:pt x="3803" y="868"/>
                  </a:cubicBezTo>
                  <a:cubicBezTo>
                    <a:pt x="3806" y="844"/>
                    <a:pt x="3809" y="821"/>
                    <a:pt x="3812" y="804"/>
                  </a:cubicBezTo>
                  <a:lnTo>
                    <a:pt x="3812" y="804"/>
                  </a:lnTo>
                  <a:cubicBezTo>
                    <a:pt x="3816" y="865"/>
                    <a:pt x="3818" y="895"/>
                    <a:pt x="3823" y="895"/>
                  </a:cubicBezTo>
                  <a:cubicBezTo>
                    <a:pt x="3828" y="895"/>
                    <a:pt x="3836" y="867"/>
                    <a:pt x="3852" y="811"/>
                  </a:cubicBezTo>
                  <a:cubicBezTo>
                    <a:pt x="3856" y="784"/>
                    <a:pt x="3864" y="770"/>
                    <a:pt x="3870" y="770"/>
                  </a:cubicBezTo>
                  <a:cubicBezTo>
                    <a:pt x="3876" y="770"/>
                    <a:pt x="3880" y="786"/>
                    <a:pt x="3876" y="819"/>
                  </a:cubicBezTo>
                  <a:cubicBezTo>
                    <a:pt x="3884" y="876"/>
                    <a:pt x="3909" y="884"/>
                    <a:pt x="3909" y="884"/>
                  </a:cubicBezTo>
                  <a:cubicBezTo>
                    <a:pt x="3949" y="871"/>
                    <a:pt x="3992" y="865"/>
                    <a:pt x="4035" y="865"/>
                  </a:cubicBezTo>
                  <a:cubicBezTo>
                    <a:pt x="4071" y="865"/>
                    <a:pt x="4107" y="869"/>
                    <a:pt x="4144" y="876"/>
                  </a:cubicBezTo>
                  <a:cubicBezTo>
                    <a:pt x="4238" y="900"/>
                    <a:pt x="4296" y="918"/>
                    <a:pt x="4332" y="918"/>
                  </a:cubicBezTo>
                  <a:cubicBezTo>
                    <a:pt x="4358" y="918"/>
                    <a:pt x="4372" y="908"/>
                    <a:pt x="4379" y="884"/>
                  </a:cubicBezTo>
                  <a:cubicBezTo>
                    <a:pt x="4398" y="862"/>
                    <a:pt x="4408" y="850"/>
                    <a:pt x="4413" y="850"/>
                  </a:cubicBezTo>
                  <a:cubicBezTo>
                    <a:pt x="4419" y="850"/>
                    <a:pt x="4419" y="866"/>
                    <a:pt x="4419" y="900"/>
                  </a:cubicBezTo>
                  <a:cubicBezTo>
                    <a:pt x="4419" y="965"/>
                    <a:pt x="4436" y="973"/>
                    <a:pt x="4460" y="981"/>
                  </a:cubicBezTo>
                  <a:cubicBezTo>
                    <a:pt x="4476" y="990"/>
                    <a:pt x="4492" y="998"/>
                    <a:pt x="4476" y="1054"/>
                  </a:cubicBezTo>
                  <a:cubicBezTo>
                    <a:pt x="4505" y="1020"/>
                    <a:pt x="4513" y="1010"/>
                    <a:pt x="4522" y="1010"/>
                  </a:cubicBezTo>
                  <a:cubicBezTo>
                    <a:pt x="4525" y="1010"/>
                    <a:pt x="4528" y="1012"/>
                    <a:pt x="4533" y="1014"/>
                  </a:cubicBezTo>
                  <a:cubicBezTo>
                    <a:pt x="4519" y="1042"/>
                    <a:pt x="4518" y="1060"/>
                    <a:pt x="4530" y="1060"/>
                  </a:cubicBezTo>
                  <a:cubicBezTo>
                    <a:pt x="4538" y="1060"/>
                    <a:pt x="4553" y="1051"/>
                    <a:pt x="4574" y="1030"/>
                  </a:cubicBezTo>
                  <a:cubicBezTo>
                    <a:pt x="4605" y="982"/>
                    <a:pt x="4622" y="958"/>
                    <a:pt x="4624" y="958"/>
                  </a:cubicBezTo>
                  <a:cubicBezTo>
                    <a:pt x="4627" y="958"/>
                    <a:pt x="4615" y="984"/>
                    <a:pt x="4590" y="1038"/>
                  </a:cubicBezTo>
                  <a:cubicBezTo>
                    <a:pt x="4572" y="1080"/>
                    <a:pt x="4580" y="1135"/>
                    <a:pt x="4589" y="1135"/>
                  </a:cubicBezTo>
                  <a:cubicBezTo>
                    <a:pt x="4592" y="1135"/>
                    <a:pt x="4596" y="1128"/>
                    <a:pt x="4598" y="1111"/>
                  </a:cubicBezTo>
                  <a:cubicBezTo>
                    <a:pt x="4630" y="1054"/>
                    <a:pt x="4663" y="1079"/>
                    <a:pt x="4711" y="1030"/>
                  </a:cubicBezTo>
                  <a:cubicBezTo>
                    <a:pt x="4728" y="1046"/>
                    <a:pt x="4744" y="1054"/>
                    <a:pt x="4719" y="1103"/>
                  </a:cubicBezTo>
                  <a:cubicBezTo>
                    <a:pt x="4715" y="1139"/>
                    <a:pt x="4748" y="1155"/>
                    <a:pt x="4787" y="1155"/>
                  </a:cubicBezTo>
                  <a:cubicBezTo>
                    <a:pt x="4818" y="1155"/>
                    <a:pt x="4852" y="1145"/>
                    <a:pt x="4874" y="1127"/>
                  </a:cubicBezTo>
                  <a:cubicBezTo>
                    <a:pt x="4888" y="1106"/>
                    <a:pt x="4899" y="1095"/>
                    <a:pt x="4904" y="1095"/>
                  </a:cubicBezTo>
                  <a:cubicBezTo>
                    <a:pt x="4911" y="1095"/>
                    <a:pt x="4908" y="1112"/>
                    <a:pt x="4890" y="1144"/>
                  </a:cubicBezTo>
                  <a:cubicBezTo>
                    <a:pt x="4865" y="1192"/>
                    <a:pt x="4882" y="1200"/>
                    <a:pt x="4898" y="1217"/>
                  </a:cubicBezTo>
                  <a:cubicBezTo>
                    <a:pt x="4911" y="1206"/>
                    <a:pt x="4918" y="1202"/>
                    <a:pt x="4921" y="1202"/>
                  </a:cubicBezTo>
                  <a:cubicBezTo>
                    <a:pt x="4930" y="1202"/>
                    <a:pt x="4906" y="1237"/>
                    <a:pt x="4882" y="1273"/>
                  </a:cubicBezTo>
                  <a:cubicBezTo>
                    <a:pt x="4833" y="1314"/>
                    <a:pt x="4849" y="1322"/>
                    <a:pt x="4882" y="1346"/>
                  </a:cubicBezTo>
                  <a:cubicBezTo>
                    <a:pt x="4894" y="1336"/>
                    <a:pt x="4907" y="1332"/>
                    <a:pt x="4920" y="1332"/>
                  </a:cubicBezTo>
                  <a:cubicBezTo>
                    <a:pt x="4961" y="1332"/>
                    <a:pt x="5007" y="1371"/>
                    <a:pt x="5044" y="1395"/>
                  </a:cubicBezTo>
                  <a:cubicBezTo>
                    <a:pt x="5075" y="1420"/>
                    <a:pt x="5101" y="1430"/>
                    <a:pt x="5128" y="1430"/>
                  </a:cubicBezTo>
                  <a:cubicBezTo>
                    <a:pt x="5172" y="1430"/>
                    <a:pt x="5217" y="1403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3" y="1427"/>
                    <a:pt x="5230" y="1476"/>
                    <a:pt x="5198" y="1533"/>
                  </a:cubicBezTo>
                  <a:cubicBezTo>
                    <a:pt x="5199" y="1534"/>
                    <a:pt x="5201" y="1534"/>
                    <a:pt x="5203" y="1534"/>
                  </a:cubicBezTo>
                  <a:cubicBezTo>
                    <a:pt x="5221" y="1534"/>
                    <a:pt x="5258" y="1496"/>
                    <a:pt x="5295" y="1452"/>
                  </a:cubicBezTo>
                  <a:cubicBezTo>
                    <a:pt x="5310" y="1437"/>
                    <a:pt x="5321" y="1430"/>
                    <a:pt x="5329" y="1430"/>
                  </a:cubicBezTo>
                  <a:cubicBezTo>
                    <a:pt x="5343" y="1430"/>
                    <a:pt x="5346" y="1453"/>
                    <a:pt x="5336" y="1500"/>
                  </a:cubicBezTo>
                  <a:cubicBezTo>
                    <a:pt x="5330" y="1550"/>
                    <a:pt x="5336" y="1569"/>
                    <a:pt x="5358" y="1569"/>
                  </a:cubicBezTo>
                  <a:cubicBezTo>
                    <a:pt x="5368" y="1569"/>
                    <a:pt x="5382" y="1565"/>
                    <a:pt x="5401" y="1557"/>
                  </a:cubicBezTo>
                  <a:lnTo>
                    <a:pt x="5401" y="1557"/>
                  </a:lnTo>
                  <a:cubicBezTo>
                    <a:pt x="5409" y="1573"/>
                    <a:pt x="5425" y="1590"/>
                    <a:pt x="5392" y="1646"/>
                  </a:cubicBezTo>
                  <a:cubicBezTo>
                    <a:pt x="5399" y="1653"/>
                    <a:pt x="5403" y="1656"/>
                    <a:pt x="5407" y="1656"/>
                  </a:cubicBezTo>
                  <a:cubicBezTo>
                    <a:pt x="5415" y="1656"/>
                    <a:pt x="5424" y="1647"/>
                    <a:pt x="5449" y="1622"/>
                  </a:cubicBezTo>
                  <a:cubicBezTo>
                    <a:pt x="5468" y="1607"/>
                    <a:pt x="5481" y="1599"/>
                    <a:pt x="5490" y="1599"/>
                  </a:cubicBezTo>
                  <a:cubicBezTo>
                    <a:pt x="5503" y="1599"/>
                    <a:pt x="5502" y="1619"/>
                    <a:pt x="5482" y="1654"/>
                  </a:cubicBezTo>
                  <a:cubicBezTo>
                    <a:pt x="5425" y="1730"/>
                    <a:pt x="5432" y="1771"/>
                    <a:pt x="5460" y="1771"/>
                  </a:cubicBezTo>
                  <a:cubicBezTo>
                    <a:pt x="5468" y="1771"/>
                    <a:pt x="5479" y="1767"/>
                    <a:pt x="5490" y="1760"/>
                  </a:cubicBezTo>
                  <a:cubicBezTo>
                    <a:pt x="5512" y="1741"/>
                    <a:pt x="5526" y="1734"/>
                    <a:pt x="5536" y="1734"/>
                  </a:cubicBezTo>
                  <a:cubicBezTo>
                    <a:pt x="5548" y="1734"/>
                    <a:pt x="5554" y="1743"/>
                    <a:pt x="5563" y="1752"/>
                  </a:cubicBezTo>
                  <a:cubicBezTo>
                    <a:pt x="5568" y="1763"/>
                    <a:pt x="5578" y="1775"/>
                    <a:pt x="5604" y="1775"/>
                  </a:cubicBezTo>
                  <a:cubicBezTo>
                    <a:pt x="5614" y="1775"/>
                    <a:pt x="5627" y="1773"/>
                    <a:pt x="5644" y="1768"/>
                  </a:cubicBezTo>
                  <a:lnTo>
                    <a:pt x="5668" y="1800"/>
                  </a:lnTo>
                  <a:cubicBezTo>
                    <a:pt x="5681" y="1813"/>
                    <a:pt x="5645" y="1830"/>
                    <a:pt x="5624" y="1830"/>
                  </a:cubicBezTo>
                  <a:cubicBezTo>
                    <a:pt x="5618" y="1830"/>
                    <a:pt x="5613" y="1828"/>
                    <a:pt x="5611" y="1825"/>
                  </a:cubicBezTo>
                  <a:lnTo>
                    <a:pt x="5571" y="1873"/>
                  </a:lnTo>
                  <a:cubicBezTo>
                    <a:pt x="5589" y="1897"/>
                    <a:pt x="5602" y="1912"/>
                    <a:pt x="5630" y="1912"/>
                  </a:cubicBezTo>
                  <a:cubicBezTo>
                    <a:pt x="5641" y="1912"/>
                    <a:pt x="5653" y="1910"/>
                    <a:pt x="5668" y="1906"/>
                  </a:cubicBezTo>
                  <a:cubicBezTo>
                    <a:pt x="5721" y="1883"/>
                    <a:pt x="5749" y="1871"/>
                    <a:pt x="5754" y="1871"/>
                  </a:cubicBezTo>
                  <a:cubicBezTo>
                    <a:pt x="5761" y="1871"/>
                    <a:pt x="5736" y="1887"/>
                    <a:pt x="5684" y="1922"/>
                  </a:cubicBezTo>
                  <a:cubicBezTo>
                    <a:pt x="5642" y="1950"/>
                    <a:pt x="5605" y="1998"/>
                    <a:pt x="5635" y="1998"/>
                  </a:cubicBezTo>
                  <a:cubicBezTo>
                    <a:pt x="5640" y="1998"/>
                    <a:pt x="5645" y="1997"/>
                    <a:pt x="5652" y="1995"/>
                  </a:cubicBezTo>
                  <a:cubicBezTo>
                    <a:pt x="5686" y="1980"/>
                    <a:pt x="5707" y="1974"/>
                    <a:pt x="5717" y="1974"/>
                  </a:cubicBezTo>
                  <a:cubicBezTo>
                    <a:pt x="5740" y="1974"/>
                    <a:pt x="5710" y="2005"/>
                    <a:pt x="5676" y="2027"/>
                  </a:cubicBezTo>
                  <a:cubicBezTo>
                    <a:pt x="5563" y="2076"/>
                    <a:pt x="5563" y="2076"/>
                    <a:pt x="5709" y="2084"/>
                  </a:cubicBezTo>
                  <a:cubicBezTo>
                    <a:pt x="5725" y="2117"/>
                    <a:pt x="5822" y="2157"/>
                    <a:pt x="5846" y="2222"/>
                  </a:cubicBezTo>
                  <a:cubicBezTo>
                    <a:pt x="5879" y="2295"/>
                    <a:pt x="5895" y="2335"/>
                    <a:pt x="5846" y="2376"/>
                  </a:cubicBezTo>
                  <a:cubicBezTo>
                    <a:pt x="5782" y="2406"/>
                    <a:pt x="5760" y="2423"/>
                    <a:pt x="5764" y="2423"/>
                  </a:cubicBezTo>
                  <a:cubicBezTo>
                    <a:pt x="5766" y="2423"/>
                    <a:pt x="5779" y="2416"/>
                    <a:pt x="5798" y="2400"/>
                  </a:cubicBezTo>
                  <a:cubicBezTo>
                    <a:pt x="5839" y="2381"/>
                    <a:pt x="5866" y="2372"/>
                    <a:pt x="5884" y="2372"/>
                  </a:cubicBezTo>
                  <a:cubicBezTo>
                    <a:pt x="5912" y="2372"/>
                    <a:pt x="5921" y="2393"/>
                    <a:pt x="5936" y="2433"/>
                  </a:cubicBezTo>
                  <a:cubicBezTo>
                    <a:pt x="5895" y="2514"/>
                    <a:pt x="5968" y="2530"/>
                    <a:pt x="6033" y="2530"/>
                  </a:cubicBezTo>
                  <a:lnTo>
                    <a:pt x="6017" y="2490"/>
                  </a:lnTo>
                  <a:cubicBezTo>
                    <a:pt x="6056" y="2476"/>
                    <a:pt x="6082" y="2469"/>
                    <a:pt x="6098" y="2469"/>
                  </a:cubicBezTo>
                  <a:cubicBezTo>
                    <a:pt x="6130" y="2469"/>
                    <a:pt x="6124" y="2493"/>
                    <a:pt x="6098" y="2530"/>
                  </a:cubicBezTo>
                  <a:cubicBezTo>
                    <a:pt x="6106" y="2554"/>
                    <a:pt x="6049" y="2571"/>
                    <a:pt x="5992" y="2587"/>
                  </a:cubicBezTo>
                  <a:cubicBezTo>
                    <a:pt x="5936" y="2611"/>
                    <a:pt x="5879" y="2644"/>
                    <a:pt x="5887" y="2668"/>
                  </a:cubicBezTo>
                  <a:cubicBezTo>
                    <a:pt x="5887" y="2677"/>
                    <a:pt x="5890" y="2687"/>
                    <a:pt x="5901" y="2687"/>
                  </a:cubicBezTo>
                  <a:cubicBezTo>
                    <a:pt x="5910" y="2687"/>
                    <a:pt x="5923" y="2682"/>
                    <a:pt x="5944" y="2668"/>
                  </a:cubicBezTo>
                  <a:cubicBezTo>
                    <a:pt x="5976" y="2660"/>
                    <a:pt x="5992" y="2656"/>
                    <a:pt x="6001" y="2656"/>
                  </a:cubicBezTo>
                  <a:cubicBezTo>
                    <a:pt x="6009" y="2656"/>
                    <a:pt x="6009" y="2660"/>
                    <a:pt x="6009" y="2668"/>
                  </a:cubicBezTo>
                  <a:cubicBezTo>
                    <a:pt x="6017" y="2692"/>
                    <a:pt x="6017" y="2708"/>
                    <a:pt x="6082" y="2717"/>
                  </a:cubicBezTo>
                  <a:cubicBezTo>
                    <a:pt x="6094" y="2713"/>
                    <a:pt x="6105" y="2711"/>
                    <a:pt x="6113" y="2711"/>
                  </a:cubicBezTo>
                  <a:cubicBezTo>
                    <a:pt x="6142" y="2711"/>
                    <a:pt x="6146" y="2730"/>
                    <a:pt x="6146" y="2749"/>
                  </a:cubicBezTo>
                  <a:cubicBezTo>
                    <a:pt x="6098" y="2781"/>
                    <a:pt x="6106" y="2822"/>
                    <a:pt x="6106" y="2822"/>
                  </a:cubicBezTo>
                  <a:cubicBezTo>
                    <a:pt x="6121" y="2820"/>
                    <a:pt x="6128" y="2819"/>
                    <a:pt x="6129" y="2819"/>
                  </a:cubicBezTo>
                  <a:cubicBezTo>
                    <a:pt x="6132" y="2819"/>
                    <a:pt x="6091" y="2826"/>
                    <a:pt x="6049" y="2838"/>
                  </a:cubicBezTo>
                  <a:cubicBezTo>
                    <a:pt x="6009" y="2846"/>
                    <a:pt x="5968" y="2862"/>
                    <a:pt x="5936" y="2879"/>
                  </a:cubicBezTo>
                  <a:cubicBezTo>
                    <a:pt x="5936" y="2887"/>
                    <a:pt x="5952" y="2889"/>
                    <a:pt x="5968" y="2889"/>
                  </a:cubicBezTo>
                  <a:cubicBezTo>
                    <a:pt x="5984" y="2889"/>
                    <a:pt x="6001" y="2887"/>
                    <a:pt x="6001" y="2887"/>
                  </a:cubicBezTo>
                  <a:cubicBezTo>
                    <a:pt x="6001" y="2887"/>
                    <a:pt x="6002" y="2886"/>
                    <a:pt x="6003" y="2886"/>
                  </a:cubicBezTo>
                  <a:cubicBezTo>
                    <a:pt x="6027" y="2886"/>
                    <a:pt x="6058" y="3004"/>
                    <a:pt x="6082" y="3130"/>
                  </a:cubicBezTo>
                  <a:cubicBezTo>
                    <a:pt x="6090" y="3235"/>
                    <a:pt x="6098" y="3333"/>
                    <a:pt x="6090" y="3438"/>
                  </a:cubicBezTo>
                  <a:cubicBezTo>
                    <a:pt x="6033" y="3474"/>
                    <a:pt x="6026" y="3522"/>
                    <a:pt x="6064" y="3522"/>
                  </a:cubicBezTo>
                  <a:cubicBezTo>
                    <a:pt x="6069" y="3522"/>
                    <a:pt x="6075" y="3521"/>
                    <a:pt x="6082" y="3519"/>
                  </a:cubicBezTo>
                  <a:cubicBezTo>
                    <a:pt x="6138" y="3519"/>
                    <a:pt x="6146" y="3633"/>
                    <a:pt x="6114" y="3754"/>
                  </a:cubicBezTo>
                  <a:cubicBezTo>
                    <a:pt x="6098" y="3900"/>
                    <a:pt x="6065" y="4006"/>
                    <a:pt x="6122" y="4014"/>
                  </a:cubicBezTo>
                  <a:lnTo>
                    <a:pt x="6106" y="4079"/>
                  </a:lnTo>
                  <a:cubicBezTo>
                    <a:pt x="6090" y="4119"/>
                    <a:pt x="6138" y="4184"/>
                    <a:pt x="6130" y="4200"/>
                  </a:cubicBezTo>
                  <a:cubicBezTo>
                    <a:pt x="6161" y="4226"/>
                    <a:pt x="6169" y="4245"/>
                    <a:pt x="6158" y="4245"/>
                  </a:cubicBezTo>
                  <a:cubicBezTo>
                    <a:pt x="6152" y="4245"/>
                    <a:pt x="6140" y="4239"/>
                    <a:pt x="6122" y="4225"/>
                  </a:cubicBezTo>
                  <a:cubicBezTo>
                    <a:pt x="6085" y="4209"/>
                    <a:pt x="6048" y="4196"/>
                    <a:pt x="6025" y="4196"/>
                  </a:cubicBezTo>
                  <a:cubicBezTo>
                    <a:pt x="6012" y="4196"/>
                    <a:pt x="6003" y="4200"/>
                    <a:pt x="6001" y="4208"/>
                  </a:cubicBezTo>
                  <a:cubicBezTo>
                    <a:pt x="5984" y="4241"/>
                    <a:pt x="6041" y="4265"/>
                    <a:pt x="6098" y="4281"/>
                  </a:cubicBezTo>
                  <a:cubicBezTo>
                    <a:pt x="6155" y="4306"/>
                    <a:pt x="6146" y="4322"/>
                    <a:pt x="6146" y="4322"/>
                  </a:cubicBezTo>
                  <a:cubicBezTo>
                    <a:pt x="6142" y="4334"/>
                    <a:pt x="6140" y="4340"/>
                    <a:pt x="6132" y="4340"/>
                  </a:cubicBezTo>
                  <a:cubicBezTo>
                    <a:pt x="6124" y="4340"/>
                    <a:pt x="6110" y="4334"/>
                    <a:pt x="6082" y="4322"/>
                  </a:cubicBezTo>
                  <a:lnTo>
                    <a:pt x="5968" y="4281"/>
                  </a:lnTo>
                  <a:lnTo>
                    <a:pt x="5960" y="4306"/>
                  </a:lnTo>
                  <a:cubicBezTo>
                    <a:pt x="6017" y="4322"/>
                    <a:pt x="6009" y="4346"/>
                    <a:pt x="6009" y="4346"/>
                  </a:cubicBezTo>
                  <a:cubicBezTo>
                    <a:pt x="6005" y="4352"/>
                    <a:pt x="6004" y="4356"/>
                    <a:pt x="5996" y="4356"/>
                  </a:cubicBezTo>
                  <a:cubicBezTo>
                    <a:pt x="5985" y="4356"/>
                    <a:pt x="5960" y="4347"/>
                    <a:pt x="5895" y="4322"/>
                  </a:cubicBezTo>
                  <a:cubicBezTo>
                    <a:pt x="5851" y="4303"/>
                    <a:pt x="5823" y="4294"/>
                    <a:pt x="5811" y="4294"/>
                  </a:cubicBezTo>
                  <a:cubicBezTo>
                    <a:pt x="5792" y="4294"/>
                    <a:pt x="5814" y="4317"/>
                    <a:pt x="5879" y="4362"/>
                  </a:cubicBezTo>
                  <a:lnTo>
                    <a:pt x="5911" y="4419"/>
                  </a:lnTo>
                  <a:cubicBezTo>
                    <a:pt x="5895" y="4414"/>
                    <a:pt x="5882" y="4412"/>
                    <a:pt x="5873" y="4412"/>
                  </a:cubicBezTo>
                  <a:cubicBezTo>
                    <a:pt x="5823" y="4412"/>
                    <a:pt x="5893" y="4483"/>
                    <a:pt x="5928" y="4525"/>
                  </a:cubicBezTo>
                  <a:cubicBezTo>
                    <a:pt x="5891" y="4514"/>
                    <a:pt x="5865" y="4509"/>
                    <a:pt x="5850" y="4509"/>
                  </a:cubicBezTo>
                  <a:cubicBezTo>
                    <a:pt x="5820" y="4509"/>
                    <a:pt x="5838" y="4532"/>
                    <a:pt x="5903" y="4581"/>
                  </a:cubicBezTo>
                  <a:cubicBezTo>
                    <a:pt x="5941" y="4600"/>
                    <a:pt x="5945" y="4619"/>
                    <a:pt x="5914" y="4619"/>
                  </a:cubicBezTo>
                  <a:cubicBezTo>
                    <a:pt x="5905" y="4619"/>
                    <a:pt x="5894" y="4617"/>
                    <a:pt x="5879" y="4614"/>
                  </a:cubicBezTo>
                  <a:cubicBezTo>
                    <a:pt x="5870" y="4613"/>
                    <a:pt x="5863" y="4612"/>
                    <a:pt x="5856" y="4612"/>
                  </a:cubicBezTo>
                  <a:cubicBezTo>
                    <a:pt x="5812" y="4612"/>
                    <a:pt x="5803" y="4634"/>
                    <a:pt x="5782" y="4662"/>
                  </a:cubicBezTo>
                  <a:cubicBezTo>
                    <a:pt x="5822" y="4711"/>
                    <a:pt x="5749" y="4841"/>
                    <a:pt x="5644" y="4979"/>
                  </a:cubicBezTo>
                  <a:cubicBezTo>
                    <a:pt x="5522" y="5133"/>
                    <a:pt x="5425" y="5214"/>
                    <a:pt x="5474" y="5254"/>
                  </a:cubicBezTo>
                  <a:cubicBezTo>
                    <a:pt x="5466" y="5262"/>
                    <a:pt x="5462" y="5266"/>
                    <a:pt x="5455" y="5266"/>
                  </a:cubicBezTo>
                  <a:cubicBezTo>
                    <a:pt x="5446" y="5266"/>
                    <a:pt x="5432" y="5260"/>
                    <a:pt x="5401" y="5246"/>
                  </a:cubicBezTo>
                  <a:cubicBezTo>
                    <a:pt x="5383" y="5232"/>
                    <a:pt x="5371" y="5224"/>
                    <a:pt x="5366" y="5224"/>
                  </a:cubicBezTo>
                  <a:cubicBezTo>
                    <a:pt x="5355" y="5224"/>
                    <a:pt x="5367" y="5251"/>
                    <a:pt x="5409" y="5319"/>
                  </a:cubicBezTo>
                  <a:cubicBezTo>
                    <a:pt x="5423" y="5353"/>
                    <a:pt x="5443" y="5381"/>
                    <a:pt x="5440" y="5381"/>
                  </a:cubicBezTo>
                  <a:cubicBezTo>
                    <a:pt x="5438" y="5381"/>
                    <a:pt x="5425" y="5368"/>
                    <a:pt x="5392" y="5335"/>
                  </a:cubicBezTo>
                  <a:cubicBezTo>
                    <a:pt x="5379" y="5319"/>
                    <a:pt x="5366" y="5312"/>
                    <a:pt x="5352" y="5312"/>
                  </a:cubicBezTo>
                  <a:cubicBezTo>
                    <a:pt x="5326" y="5312"/>
                    <a:pt x="5297" y="5338"/>
                    <a:pt x="5255" y="5376"/>
                  </a:cubicBezTo>
                  <a:cubicBezTo>
                    <a:pt x="5206" y="5416"/>
                    <a:pt x="5133" y="5465"/>
                    <a:pt x="5174" y="5514"/>
                  </a:cubicBezTo>
                  <a:cubicBezTo>
                    <a:pt x="5174" y="5551"/>
                    <a:pt x="5174" y="5569"/>
                    <a:pt x="5171" y="5569"/>
                  </a:cubicBezTo>
                  <a:cubicBezTo>
                    <a:pt x="5169" y="5569"/>
                    <a:pt x="5165" y="5553"/>
                    <a:pt x="5157" y="5522"/>
                  </a:cubicBezTo>
                  <a:cubicBezTo>
                    <a:pt x="5132" y="5475"/>
                    <a:pt x="5095" y="5453"/>
                    <a:pt x="5062" y="5453"/>
                  </a:cubicBezTo>
                  <a:cubicBezTo>
                    <a:pt x="5020" y="5453"/>
                    <a:pt x="4986" y="5490"/>
                    <a:pt x="4995" y="5562"/>
                  </a:cubicBezTo>
                  <a:cubicBezTo>
                    <a:pt x="4988" y="5566"/>
                    <a:pt x="4980" y="5572"/>
                    <a:pt x="4971" y="5572"/>
                  </a:cubicBezTo>
                  <a:cubicBezTo>
                    <a:pt x="4960" y="5572"/>
                    <a:pt x="4948" y="5564"/>
                    <a:pt x="4930" y="5538"/>
                  </a:cubicBezTo>
                  <a:cubicBezTo>
                    <a:pt x="4906" y="5546"/>
                    <a:pt x="4890" y="5554"/>
                    <a:pt x="4865" y="5635"/>
                  </a:cubicBezTo>
                  <a:cubicBezTo>
                    <a:pt x="4825" y="5668"/>
                    <a:pt x="4784" y="5692"/>
                    <a:pt x="4736" y="5708"/>
                  </a:cubicBezTo>
                  <a:cubicBezTo>
                    <a:pt x="4695" y="5725"/>
                    <a:pt x="4687" y="5797"/>
                    <a:pt x="4687" y="5797"/>
                  </a:cubicBezTo>
                  <a:cubicBezTo>
                    <a:pt x="4670" y="5803"/>
                    <a:pt x="4657" y="5809"/>
                    <a:pt x="4656" y="5809"/>
                  </a:cubicBezTo>
                  <a:cubicBezTo>
                    <a:pt x="4656" y="5809"/>
                    <a:pt x="4658" y="5808"/>
                    <a:pt x="4663" y="5806"/>
                  </a:cubicBezTo>
                  <a:cubicBezTo>
                    <a:pt x="4655" y="5790"/>
                    <a:pt x="4640" y="5784"/>
                    <a:pt x="4618" y="5784"/>
                  </a:cubicBezTo>
                  <a:cubicBezTo>
                    <a:pt x="4572" y="5784"/>
                    <a:pt x="4497" y="5813"/>
                    <a:pt x="4403" y="5846"/>
                  </a:cubicBezTo>
                  <a:cubicBezTo>
                    <a:pt x="4323" y="5874"/>
                    <a:pt x="4246" y="5892"/>
                    <a:pt x="4189" y="5892"/>
                  </a:cubicBezTo>
                  <a:cubicBezTo>
                    <a:pt x="4148" y="5892"/>
                    <a:pt x="4117" y="5883"/>
                    <a:pt x="4103" y="5862"/>
                  </a:cubicBezTo>
                  <a:cubicBezTo>
                    <a:pt x="4103" y="5862"/>
                    <a:pt x="4079" y="5870"/>
                    <a:pt x="4071" y="5935"/>
                  </a:cubicBezTo>
                  <a:cubicBezTo>
                    <a:pt x="4076" y="6008"/>
                    <a:pt x="4069" y="6037"/>
                    <a:pt x="4056" y="6037"/>
                  </a:cubicBezTo>
                  <a:cubicBezTo>
                    <a:pt x="4047" y="6037"/>
                    <a:pt x="4035" y="6023"/>
                    <a:pt x="4022" y="6000"/>
                  </a:cubicBezTo>
                  <a:cubicBezTo>
                    <a:pt x="4003" y="5946"/>
                    <a:pt x="3975" y="5920"/>
                    <a:pt x="3949" y="5920"/>
                  </a:cubicBezTo>
                  <a:cubicBezTo>
                    <a:pt x="3921" y="5920"/>
                    <a:pt x="3897" y="5952"/>
                    <a:pt x="3892" y="6016"/>
                  </a:cubicBezTo>
                  <a:lnTo>
                    <a:pt x="3884" y="5960"/>
                  </a:lnTo>
                  <a:cubicBezTo>
                    <a:pt x="3873" y="5918"/>
                    <a:pt x="3858" y="5901"/>
                    <a:pt x="3843" y="5901"/>
                  </a:cubicBezTo>
                  <a:cubicBezTo>
                    <a:pt x="3817" y="5901"/>
                    <a:pt x="3792" y="5955"/>
                    <a:pt x="3787" y="6033"/>
                  </a:cubicBezTo>
                  <a:cubicBezTo>
                    <a:pt x="3764" y="5993"/>
                    <a:pt x="3745" y="5949"/>
                    <a:pt x="3731" y="5949"/>
                  </a:cubicBezTo>
                  <a:cubicBezTo>
                    <a:pt x="3724" y="5949"/>
                    <a:pt x="3719" y="5957"/>
                    <a:pt x="3714" y="5976"/>
                  </a:cubicBezTo>
                  <a:cubicBezTo>
                    <a:pt x="3698" y="5976"/>
                    <a:pt x="3698" y="5976"/>
                    <a:pt x="3690" y="5854"/>
                  </a:cubicBezTo>
                  <a:cubicBezTo>
                    <a:pt x="3682" y="5797"/>
                    <a:pt x="3682" y="5733"/>
                    <a:pt x="3665" y="5733"/>
                  </a:cubicBezTo>
                  <a:cubicBezTo>
                    <a:pt x="3641" y="5741"/>
                    <a:pt x="3641" y="5797"/>
                    <a:pt x="3649" y="5854"/>
                  </a:cubicBezTo>
                  <a:lnTo>
                    <a:pt x="3609" y="5854"/>
                  </a:lnTo>
                  <a:cubicBezTo>
                    <a:pt x="3609" y="5854"/>
                    <a:pt x="3584" y="5854"/>
                    <a:pt x="3593" y="5919"/>
                  </a:cubicBezTo>
                  <a:cubicBezTo>
                    <a:pt x="3593" y="5976"/>
                    <a:pt x="3568" y="5976"/>
                    <a:pt x="3552" y="5976"/>
                  </a:cubicBezTo>
                  <a:cubicBezTo>
                    <a:pt x="3552" y="5959"/>
                    <a:pt x="3550" y="5953"/>
                    <a:pt x="3548" y="5953"/>
                  </a:cubicBezTo>
                  <a:cubicBezTo>
                    <a:pt x="3542" y="5953"/>
                    <a:pt x="3535" y="5995"/>
                    <a:pt x="3552" y="6041"/>
                  </a:cubicBezTo>
                  <a:cubicBezTo>
                    <a:pt x="3552" y="6097"/>
                    <a:pt x="3552" y="6162"/>
                    <a:pt x="3528" y="6162"/>
                  </a:cubicBezTo>
                  <a:lnTo>
                    <a:pt x="3528" y="6276"/>
                  </a:lnTo>
                  <a:cubicBezTo>
                    <a:pt x="3528" y="6397"/>
                    <a:pt x="3528" y="6462"/>
                    <a:pt x="3576" y="6519"/>
                  </a:cubicBezTo>
                  <a:cubicBezTo>
                    <a:pt x="3636" y="6551"/>
                    <a:pt x="3687" y="6583"/>
                    <a:pt x="3720" y="6583"/>
                  </a:cubicBezTo>
                  <a:cubicBezTo>
                    <a:pt x="3745" y="6583"/>
                    <a:pt x="3758" y="6564"/>
                    <a:pt x="3755" y="6511"/>
                  </a:cubicBezTo>
                  <a:cubicBezTo>
                    <a:pt x="3755" y="6511"/>
                    <a:pt x="3771" y="6454"/>
                    <a:pt x="3803" y="6446"/>
                  </a:cubicBezTo>
                  <a:cubicBezTo>
                    <a:pt x="3828" y="6446"/>
                    <a:pt x="3852" y="6503"/>
                    <a:pt x="3852" y="6503"/>
                  </a:cubicBezTo>
                  <a:cubicBezTo>
                    <a:pt x="3856" y="6539"/>
                    <a:pt x="3891" y="6550"/>
                    <a:pt x="3942" y="6550"/>
                  </a:cubicBezTo>
                  <a:cubicBezTo>
                    <a:pt x="3984" y="6550"/>
                    <a:pt x="4037" y="6543"/>
                    <a:pt x="4095" y="6535"/>
                  </a:cubicBezTo>
                  <a:cubicBezTo>
                    <a:pt x="4180" y="6522"/>
                    <a:pt x="4240" y="6509"/>
                    <a:pt x="4283" y="6509"/>
                  </a:cubicBezTo>
                  <a:cubicBezTo>
                    <a:pt x="4319" y="6509"/>
                    <a:pt x="4344" y="6518"/>
                    <a:pt x="4363" y="6543"/>
                  </a:cubicBezTo>
                  <a:cubicBezTo>
                    <a:pt x="4393" y="6580"/>
                    <a:pt x="4414" y="6584"/>
                    <a:pt x="4423" y="6584"/>
                  </a:cubicBezTo>
                  <a:cubicBezTo>
                    <a:pt x="4426" y="6584"/>
                    <a:pt x="4428" y="6584"/>
                    <a:pt x="4428" y="6584"/>
                  </a:cubicBezTo>
                  <a:cubicBezTo>
                    <a:pt x="4419" y="6527"/>
                    <a:pt x="4565" y="6487"/>
                    <a:pt x="4744" y="6422"/>
                  </a:cubicBezTo>
                  <a:cubicBezTo>
                    <a:pt x="4922" y="6357"/>
                    <a:pt x="5084" y="6268"/>
                    <a:pt x="5060" y="6219"/>
                  </a:cubicBezTo>
                  <a:lnTo>
                    <a:pt x="5101" y="6195"/>
                  </a:lnTo>
                  <a:cubicBezTo>
                    <a:pt x="5114" y="6215"/>
                    <a:pt x="5131" y="6223"/>
                    <a:pt x="5149" y="6223"/>
                  </a:cubicBezTo>
                  <a:cubicBezTo>
                    <a:pt x="5173" y="6223"/>
                    <a:pt x="5199" y="6209"/>
                    <a:pt x="5222" y="6195"/>
                  </a:cubicBezTo>
                  <a:cubicBezTo>
                    <a:pt x="5230" y="6154"/>
                    <a:pt x="5246" y="6114"/>
                    <a:pt x="5287" y="6089"/>
                  </a:cubicBezTo>
                  <a:cubicBezTo>
                    <a:pt x="5303" y="6114"/>
                    <a:pt x="5317" y="6124"/>
                    <a:pt x="5333" y="6124"/>
                  </a:cubicBezTo>
                  <a:cubicBezTo>
                    <a:pt x="5348" y="6124"/>
                    <a:pt x="5364" y="6114"/>
                    <a:pt x="5384" y="6097"/>
                  </a:cubicBezTo>
                  <a:cubicBezTo>
                    <a:pt x="5425" y="6065"/>
                    <a:pt x="5449" y="6049"/>
                    <a:pt x="5417" y="6000"/>
                  </a:cubicBezTo>
                  <a:cubicBezTo>
                    <a:pt x="5498" y="5943"/>
                    <a:pt x="5587" y="5895"/>
                    <a:pt x="5684" y="5870"/>
                  </a:cubicBezTo>
                  <a:cubicBezTo>
                    <a:pt x="5695" y="5876"/>
                    <a:pt x="5703" y="5879"/>
                    <a:pt x="5709" y="5879"/>
                  </a:cubicBezTo>
                  <a:cubicBezTo>
                    <a:pt x="5735" y="5879"/>
                    <a:pt x="5720" y="5826"/>
                    <a:pt x="5701" y="5773"/>
                  </a:cubicBezTo>
                  <a:cubicBezTo>
                    <a:pt x="5660" y="5733"/>
                    <a:pt x="5644" y="5668"/>
                    <a:pt x="5660" y="5652"/>
                  </a:cubicBezTo>
                  <a:lnTo>
                    <a:pt x="5660" y="5652"/>
                  </a:lnTo>
                  <a:lnTo>
                    <a:pt x="5741" y="5741"/>
                  </a:lnTo>
                  <a:cubicBezTo>
                    <a:pt x="5755" y="5777"/>
                    <a:pt x="5761" y="5793"/>
                    <a:pt x="5770" y="5793"/>
                  </a:cubicBezTo>
                  <a:cubicBezTo>
                    <a:pt x="5778" y="5793"/>
                    <a:pt x="5788" y="5783"/>
                    <a:pt x="5806" y="5765"/>
                  </a:cubicBezTo>
                  <a:lnTo>
                    <a:pt x="5846" y="5733"/>
                  </a:lnTo>
                  <a:cubicBezTo>
                    <a:pt x="5806" y="5692"/>
                    <a:pt x="5895" y="5595"/>
                    <a:pt x="6017" y="5457"/>
                  </a:cubicBezTo>
                  <a:cubicBezTo>
                    <a:pt x="6171" y="5279"/>
                    <a:pt x="6211" y="5214"/>
                    <a:pt x="6163" y="5181"/>
                  </a:cubicBezTo>
                  <a:cubicBezTo>
                    <a:pt x="6114" y="5149"/>
                    <a:pt x="6130" y="5125"/>
                    <a:pt x="6219" y="5092"/>
                  </a:cubicBezTo>
                  <a:cubicBezTo>
                    <a:pt x="6455" y="5052"/>
                    <a:pt x="6463" y="5052"/>
                    <a:pt x="6422" y="4995"/>
                  </a:cubicBezTo>
                  <a:lnTo>
                    <a:pt x="6422" y="4995"/>
                  </a:lnTo>
                  <a:cubicBezTo>
                    <a:pt x="6418" y="5001"/>
                    <a:pt x="6412" y="5003"/>
                    <a:pt x="6404" y="5003"/>
                  </a:cubicBezTo>
                  <a:cubicBezTo>
                    <a:pt x="6381" y="5003"/>
                    <a:pt x="6343" y="4981"/>
                    <a:pt x="6301" y="4962"/>
                  </a:cubicBezTo>
                  <a:cubicBezTo>
                    <a:pt x="6236" y="4919"/>
                    <a:pt x="6218" y="4898"/>
                    <a:pt x="6249" y="4898"/>
                  </a:cubicBezTo>
                  <a:cubicBezTo>
                    <a:pt x="6264" y="4898"/>
                    <a:pt x="6292" y="4903"/>
                    <a:pt x="6333" y="4914"/>
                  </a:cubicBezTo>
                  <a:cubicBezTo>
                    <a:pt x="6341" y="4919"/>
                    <a:pt x="6349" y="4921"/>
                    <a:pt x="6357" y="4921"/>
                  </a:cubicBezTo>
                  <a:cubicBezTo>
                    <a:pt x="6453" y="4921"/>
                    <a:pt x="6553" y="4606"/>
                    <a:pt x="6464" y="4524"/>
                  </a:cubicBezTo>
                  <a:lnTo>
                    <a:pt x="6464" y="4524"/>
                  </a:lnTo>
                  <a:cubicBezTo>
                    <a:pt x="6477" y="4529"/>
                    <a:pt x="6493" y="4534"/>
                    <a:pt x="6511" y="4541"/>
                  </a:cubicBezTo>
                  <a:cubicBezTo>
                    <a:pt x="6525" y="4547"/>
                    <a:pt x="6535" y="4550"/>
                    <a:pt x="6544" y="4550"/>
                  </a:cubicBezTo>
                  <a:cubicBezTo>
                    <a:pt x="6574" y="4550"/>
                    <a:pt x="6586" y="4518"/>
                    <a:pt x="6617" y="4443"/>
                  </a:cubicBezTo>
                  <a:cubicBezTo>
                    <a:pt x="6633" y="4395"/>
                    <a:pt x="6641" y="4362"/>
                    <a:pt x="6641" y="4362"/>
                  </a:cubicBezTo>
                  <a:cubicBezTo>
                    <a:pt x="6534" y="4332"/>
                    <a:pt x="6621" y="4215"/>
                    <a:pt x="6679" y="4215"/>
                  </a:cubicBezTo>
                  <a:cubicBezTo>
                    <a:pt x="6683" y="4215"/>
                    <a:pt x="6686" y="4216"/>
                    <a:pt x="6690" y="4216"/>
                  </a:cubicBezTo>
                  <a:cubicBezTo>
                    <a:pt x="6755" y="4200"/>
                    <a:pt x="6755" y="4200"/>
                    <a:pt x="6763" y="4152"/>
                  </a:cubicBezTo>
                  <a:cubicBezTo>
                    <a:pt x="6676" y="4050"/>
                    <a:pt x="6749" y="3940"/>
                    <a:pt x="6805" y="3940"/>
                  </a:cubicBezTo>
                  <a:cubicBezTo>
                    <a:pt x="6807" y="3940"/>
                    <a:pt x="6809" y="3941"/>
                    <a:pt x="6811" y="3941"/>
                  </a:cubicBezTo>
                  <a:lnTo>
                    <a:pt x="6819" y="3884"/>
                  </a:lnTo>
                  <a:cubicBezTo>
                    <a:pt x="6787" y="3860"/>
                    <a:pt x="6771" y="3819"/>
                    <a:pt x="6779" y="3771"/>
                  </a:cubicBezTo>
                  <a:cubicBezTo>
                    <a:pt x="6791" y="3709"/>
                    <a:pt x="6794" y="3680"/>
                    <a:pt x="6767" y="3680"/>
                  </a:cubicBezTo>
                  <a:cubicBezTo>
                    <a:pt x="6758" y="3680"/>
                    <a:pt x="6746" y="3684"/>
                    <a:pt x="6730" y="3689"/>
                  </a:cubicBezTo>
                  <a:cubicBezTo>
                    <a:pt x="6673" y="3681"/>
                    <a:pt x="6617" y="3673"/>
                    <a:pt x="6617" y="3649"/>
                  </a:cubicBezTo>
                  <a:lnTo>
                    <a:pt x="6617" y="3649"/>
                  </a:lnTo>
                  <a:lnTo>
                    <a:pt x="6673" y="3657"/>
                  </a:lnTo>
                  <a:cubicBezTo>
                    <a:pt x="6676" y="3657"/>
                    <a:pt x="6679" y="3658"/>
                    <a:pt x="6681" y="3658"/>
                  </a:cubicBezTo>
                  <a:cubicBezTo>
                    <a:pt x="6731" y="3658"/>
                    <a:pt x="6739" y="3579"/>
                    <a:pt x="6746" y="3479"/>
                  </a:cubicBezTo>
                  <a:cubicBezTo>
                    <a:pt x="6755" y="3349"/>
                    <a:pt x="6746" y="3300"/>
                    <a:pt x="6811" y="3268"/>
                  </a:cubicBezTo>
                  <a:lnTo>
                    <a:pt x="6746" y="3244"/>
                  </a:lnTo>
                  <a:cubicBezTo>
                    <a:pt x="6690" y="3219"/>
                    <a:pt x="6690" y="3195"/>
                    <a:pt x="6746" y="3195"/>
                  </a:cubicBezTo>
                  <a:cubicBezTo>
                    <a:pt x="6803" y="3146"/>
                    <a:pt x="6803" y="3049"/>
                    <a:pt x="6738" y="3008"/>
                  </a:cubicBezTo>
                  <a:cubicBezTo>
                    <a:pt x="6730" y="2984"/>
                    <a:pt x="6730" y="2960"/>
                    <a:pt x="6730" y="2960"/>
                  </a:cubicBezTo>
                  <a:cubicBezTo>
                    <a:pt x="6844" y="2919"/>
                    <a:pt x="6836" y="2838"/>
                    <a:pt x="6714" y="2830"/>
                  </a:cubicBezTo>
                  <a:cubicBezTo>
                    <a:pt x="6771" y="2822"/>
                    <a:pt x="6771" y="2790"/>
                    <a:pt x="6763" y="2765"/>
                  </a:cubicBezTo>
                  <a:cubicBezTo>
                    <a:pt x="6698" y="2725"/>
                    <a:pt x="6673" y="2627"/>
                    <a:pt x="6730" y="2611"/>
                  </a:cubicBezTo>
                  <a:lnTo>
                    <a:pt x="6722" y="2579"/>
                  </a:lnTo>
                  <a:cubicBezTo>
                    <a:pt x="6657" y="2571"/>
                    <a:pt x="6657" y="2546"/>
                    <a:pt x="6649" y="2522"/>
                  </a:cubicBezTo>
                  <a:cubicBezTo>
                    <a:pt x="6641" y="2498"/>
                    <a:pt x="6633" y="2465"/>
                    <a:pt x="6576" y="2457"/>
                  </a:cubicBezTo>
                  <a:cubicBezTo>
                    <a:pt x="6511" y="2449"/>
                    <a:pt x="6503" y="2433"/>
                    <a:pt x="6503" y="2433"/>
                  </a:cubicBezTo>
                  <a:cubicBezTo>
                    <a:pt x="6498" y="2417"/>
                    <a:pt x="6522" y="2412"/>
                    <a:pt x="6557" y="2412"/>
                  </a:cubicBezTo>
                  <a:cubicBezTo>
                    <a:pt x="6577" y="2412"/>
                    <a:pt x="6601" y="2414"/>
                    <a:pt x="6625" y="2417"/>
                  </a:cubicBezTo>
                  <a:cubicBezTo>
                    <a:pt x="6637" y="2422"/>
                    <a:pt x="6647" y="2425"/>
                    <a:pt x="6654" y="2425"/>
                  </a:cubicBezTo>
                  <a:cubicBezTo>
                    <a:pt x="6686" y="2425"/>
                    <a:pt x="6650" y="2369"/>
                    <a:pt x="6536" y="2335"/>
                  </a:cubicBezTo>
                  <a:cubicBezTo>
                    <a:pt x="6444" y="2314"/>
                    <a:pt x="6413" y="2307"/>
                    <a:pt x="6441" y="2307"/>
                  </a:cubicBezTo>
                  <a:cubicBezTo>
                    <a:pt x="6455" y="2307"/>
                    <a:pt x="6484" y="2308"/>
                    <a:pt x="6528" y="2311"/>
                  </a:cubicBezTo>
                  <a:cubicBezTo>
                    <a:pt x="6557" y="2315"/>
                    <a:pt x="6586" y="2318"/>
                    <a:pt x="6602" y="2318"/>
                  </a:cubicBezTo>
                  <a:cubicBezTo>
                    <a:pt x="6623" y="2318"/>
                    <a:pt x="6625" y="2313"/>
                    <a:pt x="6584" y="2295"/>
                  </a:cubicBezTo>
                  <a:cubicBezTo>
                    <a:pt x="6572" y="2271"/>
                    <a:pt x="6552" y="2256"/>
                    <a:pt x="6532" y="2256"/>
                  </a:cubicBezTo>
                  <a:cubicBezTo>
                    <a:pt x="6525" y="2256"/>
                    <a:pt x="6518" y="2258"/>
                    <a:pt x="6511" y="2263"/>
                  </a:cubicBezTo>
                  <a:lnTo>
                    <a:pt x="6487" y="2190"/>
                  </a:lnTo>
                  <a:cubicBezTo>
                    <a:pt x="6519" y="2117"/>
                    <a:pt x="6511" y="2092"/>
                    <a:pt x="6503" y="2068"/>
                  </a:cubicBezTo>
                  <a:cubicBezTo>
                    <a:pt x="6430" y="2068"/>
                    <a:pt x="6430" y="2068"/>
                    <a:pt x="6479" y="2019"/>
                  </a:cubicBezTo>
                  <a:cubicBezTo>
                    <a:pt x="6510" y="2006"/>
                    <a:pt x="6519" y="1993"/>
                    <a:pt x="6504" y="1993"/>
                  </a:cubicBezTo>
                  <a:cubicBezTo>
                    <a:pt x="6491" y="1993"/>
                    <a:pt x="6462" y="2002"/>
                    <a:pt x="6414" y="2027"/>
                  </a:cubicBezTo>
                  <a:cubicBezTo>
                    <a:pt x="6349" y="2027"/>
                    <a:pt x="6341" y="2003"/>
                    <a:pt x="6382" y="1954"/>
                  </a:cubicBezTo>
                  <a:cubicBezTo>
                    <a:pt x="6455" y="1915"/>
                    <a:pt x="6473" y="1891"/>
                    <a:pt x="6459" y="1891"/>
                  </a:cubicBezTo>
                  <a:cubicBezTo>
                    <a:pt x="6452" y="1891"/>
                    <a:pt x="6439" y="1896"/>
                    <a:pt x="6422" y="1906"/>
                  </a:cubicBezTo>
                  <a:cubicBezTo>
                    <a:pt x="6357" y="1906"/>
                    <a:pt x="6349" y="1881"/>
                    <a:pt x="6349" y="1881"/>
                  </a:cubicBezTo>
                  <a:cubicBezTo>
                    <a:pt x="6398" y="1857"/>
                    <a:pt x="6292" y="1638"/>
                    <a:pt x="6155" y="1452"/>
                  </a:cubicBezTo>
                  <a:cubicBezTo>
                    <a:pt x="6149" y="1444"/>
                    <a:pt x="6138" y="1440"/>
                    <a:pt x="6125" y="1440"/>
                  </a:cubicBezTo>
                  <a:cubicBezTo>
                    <a:pt x="6097" y="1440"/>
                    <a:pt x="6057" y="1454"/>
                    <a:pt x="6025" y="1476"/>
                  </a:cubicBezTo>
                  <a:cubicBezTo>
                    <a:pt x="5985" y="1506"/>
                    <a:pt x="5970" y="1518"/>
                    <a:pt x="5968" y="1518"/>
                  </a:cubicBezTo>
                  <a:cubicBezTo>
                    <a:pt x="5965" y="1518"/>
                    <a:pt x="5990" y="1493"/>
                    <a:pt x="6009" y="1460"/>
                  </a:cubicBezTo>
                  <a:cubicBezTo>
                    <a:pt x="6084" y="1385"/>
                    <a:pt x="6105" y="1337"/>
                    <a:pt x="6085" y="1337"/>
                  </a:cubicBezTo>
                  <a:cubicBezTo>
                    <a:pt x="6071" y="1337"/>
                    <a:pt x="6035" y="1362"/>
                    <a:pt x="5984" y="1419"/>
                  </a:cubicBezTo>
                  <a:cubicBezTo>
                    <a:pt x="5946" y="1461"/>
                    <a:pt x="5926" y="1483"/>
                    <a:pt x="5922" y="1483"/>
                  </a:cubicBezTo>
                  <a:cubicBezTo>
                    <a:pt x="5918" y="1483"/>
                    <a:pt x="5934" y="1455"/>
                    <a:pt x="5968" y="1395"/>
                  </a:cubicBezTo>
                  <a:cubicBezTo>
                    <a:pt x="5989" y="1358"/>
                    <a:pt x="5997" y="1345"/>
                    <a:pt x="5981" y="1345"/>
                  </a:cubicBezTo>
                  <a:cubicBezTo>
                    <a:pt x="5973" y="1345"/>
                    <a:pt x="5958" y="1349"/>
                    <a:pt x="5936" y="1354"/>
                  </a:cubicBezTo>
                  <a:cubicBezTo>
                    <a:pt x="5916" y="1371"/>
                    <a:pt x="5902" y="1378"/>
                    <a:pt x="5895" y="1378"/>
                  </a:cubicBezTo>
                  <a:cubicBezTo>
                    <a:pt x="5884" y="1378"/>
                    <a:pt x="5890" y="1362"/>
                    <a:pt x="5919" y="1338"/>
                  </a:cubicBezTo>
                  <a:cubicBezTo>
                    <a:pt x="5938" y="1294"/>
                    <a:pt x="5962" y="1244"/>
                    <a:pt x="5949" y="1244"/>
                  </a:cubicBezTo>
                  <a:cubicBezTo>
                    <a:pt x="5945" y="1244"/>
                    <a:pt x="5938" y="1248"/>
                    <a:pt x="5928" y="1257"/>
                  </a:cubicBezTo>
                  <a:cubicBezTo>
                    <a:pt x="5928" y="1257"/>
                    <a:pt x="5911" y="1241"/>
                    <a:pt x="5936" y="1184"/>
                  </a:cubicBezTo>
                  <a:cubicBezTo>
                    <a:pt x="5952" y="1152"/>
                    <a:pt x="5944" y="1142"/>
                    <a:pt x="5925" y="1142"/>
                  </a:cubicBezTo>
                  <a:cubicBezTo>
                    <a:pt x="5905" y="1142"/>
                    <a:pt x="5875" y="1152"/>
                    <a:pt x="5846" y="1160"/>
                  </a:cubicBezTo>
                  <a:cubicBezTo>
                    <a:pt x="5802" y="1168"/>
                    <a:pt x="5770" y="1172"/>
                    <a:pt x="5751" y="1172"/>
                  </a:cubicBezTo>
                  <a:cubicBezTo>
                    <a:pt x="5710" y="1172"/>
                    <a:pt x="5724" y="1153"/>
                    <a:pt x="5790" y="1103"/>
                  </a:cubicBezTo>
                  <a:cubicBezTo>
                    <a:pt x="5858" y="1061"/>
                    <a:pt x="5824" y="1026"/>
                    <a:pt x="5766" y="1026"/>
                  </a:cubicBezTo>
                  <a:cubicBezTo>
                    <a:pt x="5734" y="1026"/>
                    <a:pt x="5694" y="1037"/>
                    <a:pt x="5660" y="1063"/>
                  </a:cubicBezTo>
                  <a:cubicBezTo>
                    <a:pt x="5601" y="1099"/>
                    <a:pt x="5575" y="1115"/>
                    <a:pt x="5571" y="1115"/>
                  </a:cubicBezTo>
                  <a:cubicBezTo>
                    <a:pt x="5567" y="1115"/>
                    <a:pt x="5577" y="1105"/>
                    <a:pt x="5595" y="1087"/>
                  </a:cubicBezTo>
                  <a:cubicBezTo>
                    <a:pt x="5636" y="1038"/>
                    <a:pt x="5619" y="1022"/>
                    <a:pt x="5619" y="1022"/>
                  </a:cubicBezTo>
                  <a:cubicBezTo>
                    <a:pt x="5603" y="1006"/>
                    <a:pt x="5579" y="990"/>
                    <a:pt x="5619" y="941"/>
                  </a:cubicBezTo>
                  <a:cubicBezTo>
                    <a:pt x="5619" y="941"/>
                    <a:pt x="5612" y="934"/>
                    <a:pt x="5583" y="934"/>
                  </a:cubicBezTo>
                  <a:cubicBezTo>
                    <a:pt x="5569" y="934"/>
                    <a:pt x="5549" y="936"/>
                    <a:pt x="5522" y="941"/>
                  </a:cubicBezTo>
                  <a:cubicBezTo>
                    <a:pt x="5498" y="953"/>
                    <a:pt x="5478" y="959"/>
                    <a:pt x="5462" y="959"/>
                  </a:cubicBezTo>
                  <a:cubicBezTo>
                    <a:pt x="5405" y="959"/>
                    <a:pt x="5403" y="884"/>
                    <a:pt x="5441" y="795"/>
                  </a:cubicBezTo>
                  <a:lnTo>
                    <a:pt x="5441" y="795"/>
                  </a:lnTo>
                  <a:lnTo>
                    <a:pt x="5368" y="811"/>
                  </a:lnTo>
                  <a:cubicBezTo>
                    <a:pt x="5313" y="857"/>
                    <a:pt x="5274" y="887"/>
                    <a:pt x="5261" y="887"/>
                  </a:cubicBezTo>
                  <a:cubicBezTo>
                    <a:pt x="5252" y="887"/>
                    <a:pt x="5259" y="870"/>
                    <a:pt x="5287" y="827"/>
                  </a:cubicBezTo>
                  <a:lnTo>
                    <a:pt x="5328" y="779"/>
                  </a:lnTo>
                  <a:lnTo>
                    <a:pt x="5328" y="779"/>
                  </a:lnTo>
                  <a:cubicBezTo>
                    <a:pt x="5304" y="800"/>
                    <a:pt x="5284" y="809"/>
                    <a:pt x="5267" y="809"/>
                  </a:cubicBezTo>
                  <a:cubicBezTo>
                    <a:pt x="5220" y="809"/>
                    <a:pt x="5204" y="735"/>
                    <a:pt x="5246" y="657"/>
                  </a:cubicBezTo>
                  <a:cubicBezTo>
                    <a:pt x="5279" y="609"/>
                    <a:pt x="5279" y="609"/>
                    <a:pt x="5263" y="592"/>
                  </a:cubicBezTo>
                  <a:lnTo>
                    <a:pt x="5263" y="592"/>
                  </a:lnTo>
                  <a:lnTo>
                    <a:pt x="5230" y="649"/>
                  </a:lnTo>
                  <a:cubicBezTo>
                    <a:pt x="5202" y="691"/>
                    <a:pt x="5174" y="733"/>
                    <a:pt x="5151" y="733"/>
                  </a:cubicBezTo>
                  <a:cubicBezTo>
                    <a:pt x="5148" y="733"/>
                    <a:pt x="5144" y="732"/>
                    <a:pt x="5141" y="730"/>
                  </a:cubicBezTo>
                  <a:cubicBezTo>
                    <a:pt x="5125" y="722"/>
                    <a:pt x="5101" y="706"/>
                    <a:pt x="5133" y="657"/>
                  </a:cubicBezTo>
                  <a:cubicBezTo>
                    <a:pt x="5139" y="608"/>
                    <a:pt x="5145" y="559"/>
                    <a:pt x="5134" y="559"/>
                  </a:cubicBezTo>
                  <a:cubicBezTo>
                    <a:pt x="5130" y="559"/>
                    <a:pt x="5125" y="564"/>
                    <a:pt x="5117" y="576"/>
                  </a:cubicBezTo>
                  <a:cubicBezTo>
                    <a:pt x="5117" y="576"/>
                    <a:pt x="5092" y="560"/>
                    <a:pt x="5101" y="495"/>
                  </a:cubicBezTo>
                  <a:lnTo>
                    <a:pt x="5011" y="446"/>
                  </a:lnTo>
                  <a:cubicBezTo>
                    <a:pt x="4991" y="461"/>
                    <a:pt x="4974" y="467"/>
                    <a:pt x="4960" y="467"/>
                  </a:cubicBezTo>
                  <a:cubicBezTo>
                    <a:pt x="4934" y="467"/>
                    <a:pt x="4923" y="446"/>
                    <a:pt x="4938" y="414"/>
                  </a:cubicBezTo>
                  <a:cubicBezTo>
                    <a:pt x="4927" y="408"/>
                    <a:pt x="4914" y="406"/>
                    <a:pt x="4902" y="406"/>
                  </a:cubicBezTo>
                  <a:cubicBezTo>
                    <a:pt x="4879" y="406"/>
                    <a:pt x="4857" y="414"/>
                    <a:pt x="4841" y="430"/>
                  </a:cubicBezTo>
                  <a:cubicBezTo>
                    <a:pt x="4792" y="406"/>
                    <a:pt x="4768" y="398"/>
                    <a:pt x="4792" y="341"/>
                  </a:cubicBezTo>
                  <a:cubicBezTo>
                    <a:pt x="4805" y="312"/>
                    <a:pt x="4811" y="297"/>
                    <a:pt x="4807" y="297"/>
                  </a:cubicBezTo>
                  <a:cubicBezTo>
                    <a:pt x="4804" y="297"/>
                    <a:pt x="4792" y="309"/>
                    <a:pt x="4768" y="333"/>
                  </a:cubicBezTo>
                  <a:cubicBezTo>
                    <a:pt x="4754" y="365"/>
                    <a:pt x="4740" y="374"/>
                    <a:pt x="4727" y="374"/>
                  </a:cubicBezTo>
                  <a:cubicBezTo>
                    <a:pt x="4716" y="374"/>
                    <a:pt x="4706" y="369"/>
                    <a:pt x="4695" y="365"/>
                  </a:cubicBezTo>
                  <a:lnTo>
                    <a:pt x="4647" y="349"/>
                  </a:lnTo>
                  <a:cubicBezTo>
                    <a:pt x="4635" y="390"/>
                    <a:pt x="4632" y="402"/>
                    <a:pt x="4621" y="402"/>
                  </a:cubicBezTo>
                  <a:cubicBezTo>
                    <a:pt x="4617" y="402"/>
                    <a:pt x="4613" y="400"/>
                    <a:pt x="4606" y="398"/>
                  </a:cubicBezTo>
                  <a:cubicBezTo>
                    <a:pt x="4582" y="382"/>
                    <a:pt x="4525" y="300"/>
                    <a:pt x="4501" y="292"/>
                  </a:cubicBezTo>
                  <a:cubicBezTo>
                    <a:pt x="4473" y="283"/>
                    <a:pt x="4456" y="277"/>
                    <a:pt x="4445" y="277"/>
                  </a:cubicBezTo>
                  <a:cubicBezTo>
                    <a:pt x="4429" y="277"/>
                    <a:pt x="4431" y="293"/>
                    <a:pt x="4436" y="333"/>
                  </a:cubicBezTo>
                  <a:cubicBezTo>
                    <a:pt x="4451" y="338"/>
                    <a:pt x="4450" y="362"/>
                    <a:pt x="4440" y="362"/>
                  </a:cubicBezTo>
                  <a:cubicBezTo>
                    <a:pt x="4434" y="362"/>
                    <a:pt x="4424" y="353"/>
                    <a:pt x="4411" y="325"/>
                  </a:cubicBezTo>
                  <a:cubicBezTo>
                    <a:pt x="4387" y="317"/>
                    <a:pt x="4322" y="244"/>
                    <a:pt x="4249" y="219"/>
                  </a:cubicBezTo>
                  <a:cubicBezTo>
                    <a:pt x="4208" y="210"/>
                    <a:pt x="4182" y="204"/>
                    <a:pt x="4167" y="204"/>
                  </a:cubicBezTo>
                  <a:cubicBezTo>
                    <a:pt x="4143" y="204"/>
                    <a:pt x="4141" y="217"/>
                    <a:pt x="4136" y="252"/>
                  </a:cubicBezTo>
                  <a:cubicBezTo>
                    <a:pt x="4136" y="313"/>
                    <a:pt x="4130" y="343"/>
                    <a:pt x="4124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2" y="174"/>
                    <a:pt x="4072" y="143"/>
                    <a:pt x="4058" y="143"/>
                  </a:cubicBezTo>
                  <a:cubicBezTo>
                    <a:pt x="4049" y="143"/>
                    <a:pt x="4042" y="156"/>
                    <a:pt x="4038" y="179"/>
                  </a:cubicBezTo>
                  <a:cubicBezTo>
                    <a:pt x="4015" y="220"/>
                    <a:pt x="4008" y="231"/>
                    <a:pt x="3997" y="231"/>
                  </a:cubicBezTo>
                  <a:cubicBezTo>
                    <a:pt x="3993" y="231"/>
                    <a:pt x="3988" y="230"/>
                    <a:pt x="3982" y="227"/>
                  </a:cubicBezTo>
                  <a:cubicBezTo>
                    <a:pt x="3986" y="197"/>
                    <a:pt x="3981" y="181"/>
                    <a:pt x="3966" y="181"/>
                  </a:cubicBezTo>
                  <a:cubicBezTo>
                    <a:pt x="3952" y="181"/>
                    <a:pt x="3931" y="193"/>
                    <a:pt x="3901" y="219"/>
                  </a:cubicBezTo>
                  <a:cubicBezTo>
                    <a:pt x="3876" y="211"/>
                    <a:pt x="3876" y="211"/>
                    <a:pt x="3884" y="154"/>
                  </a:cubicBezTo>
                  <a:cubicBezTo>
                    <a:pt x="3868" y="146"/>
                    <a:pt x="3852" y="146"/>
                    <a:pt x="3836" y="146"/>
                  </a:cubicBezTo>
                  <a:cubicBezTo>
                    <a:pt x="3810" y="191"/>
                    <a:pt x="3771" y="208"/>
                    <a:pt x="3733" y="208"/>
                  </a:cubicBezTo>
                  <a:cubicBezTo>
                    <a:pt x="3674" y="208"/>
                    <a:pt x="3615" y="169"/>
                    <a:pt x="3601" y="130"/>
                  </a:cubicBezTo>
                  <a:cubicBezTo>
                    <a:pt x="3601" y="130"/>
                    <a:pt x="3568" y="130"/>
                    <a:pt x="3544" y="187"/>
                  </a:cubicBezTo>
                  <a:cubicBezTo>
                    <a:pt x="3532" y="248"/>
                    <a:pt x="3522" y="278"/>
                    <a:pt x="3514" y="278"/>
                  </a:cubicBezTo>
                  <a:cubicBezTo>
                    <a:pt x="3507" y="278"/>
                    <a:pt x="3503" y="248"/>
                    <a:pt x="3503" y="187"/>
                  </a:cubicBezTo>
                  <a:cubicBezTo>
                    <a:pt x="3503" y="126"/>
                    <a:pt x="3503" y="96"/>
                    <a:pt x="3500" y="96"/>
                  </a:cubicBezTo>
                  <a:cubicBezTo>
                    <a:pt x="3497" y="96"/>
                    <a:pt x="3491" y="126"/>
                    <a:pt x="3479" y="187"/>
                  </a:cubicBezTo>
                  <a:cubicBezTo>
                    <a:pt x="3472" y="210"/>
                    <a:pt x="3451" y="224"/>
                    <a:pt x="3430" y="224"/>
                  </a:cubicBezTo>
                  <a:cubicBezTo>
                    <a:pt x="3399" y="224"/>
                    <a:pt x="3367" y="194"/>
                    <a:pt x="3382" y="122"/>
                  </a:cubicBezTo>
                  <a:lnTo>
                    <a:pt x="33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2"/>
            <p:cNvSpPr/>
            <p:nvPr/>
          </p:nvSpPr>
          <p:spPr>
            <a:xfrm>
              <a:off x="4754899" y="2529302"/>
              <a:ext cx="117973" cy="114698"/>
            </a:xfrm>
            <a:custGeom>
              <a:avLst/>
              <a:gdLst/>
              <a:ahLst/>
              <a:cxnLst/>
              <a:rect l="l" t="t" r="r" b="b"/>
              <a:pathLst>
                <a:path w="6844" h="6654" extrusionOk="0">
                  <a:moveTo>
                    <a:pt x="1565" y="236"/>
                  </a:moveTo>
                  <a:cubicBezTo>
                    <a:pt x="1581" y="293"/>
                    <a:pt x="1606" y="349"/>
                    <a:pt x="1573" y="349"/>
                  </a:cubicBezTo>
                  <a:lnTo>
                    <a:pt x="1541" y="358"/>
                  </a:lnTo>
                  <a:cubicBezTo>
                    <a:pt x="1533" y="317"/>
                    <a:pt x="1525" y="277"/>
                    <a:pt x="1533" y="236"/>
                  </a:cubicBezTo>
                  <a:close/>
                  <a:moveTo>
                    <a:pt x="2019" y="576"/>
                  </a:moveTo>
                  <a:cubicBezTo>
                    <a:pt x="2019" y="633"/>
                    <a:pt x="2027" y="690"/>
                    <a:pt x="2003" y="690"/>
                  </a:cubicBezTo>
                  <a:lnTo>
                    <a:pt x="1970" y="633"/>
                  </a:lnTo>
                  <a:lnTo>
                    <a:pt x="1995" y="576"/>
                  </a:lnTo>
                  <a:close/>
                  <a:moveTo>
                    <a:pt x="3422" y="601"/>
                  </a:moveTo>
                  <a:cubicBezTo>
                    <a:pt x="3462" y="609"/>
                    <a:pt x="3462" y="609"/>
                    <a:pt x="3462" y="666"/>
                  </a:cubicBezTo>
                  <a:cubicBezTo>
                    <a:pt x="3462" y="722"/>
                    <a:pt x="3422" y="722"/>
                    <a:pt x="3406" y="722"/>
                  </a:cubicBezTo>
                  <a:cubicBezTo>
                    <a:pt x="3381" y="666"/>
                    <a:pt x="3406" y="601"/>
                    <a:pt x="3422" y="601"/>
                  </a:cubicBezTo>
                  <a:close/>
                  <a:moveTo>
                    <a:pt x="5340" y="759"/>
                  </a:moveTo>
                  <a:cubicBezTo>
                    <a:pt x="5340" y="759"/>
                    <a:pt x="5332" y="769"/>
                    <a:pt x="5321" y="785"/>
                  </a:cubicBezTo>
                  <a:lnTo>
                    <a:pt x="5321" y="785"/>
                  </a:lnTo>
                  <a:cubicBezTo>
                    <a:pt x="5323" y="783"/>
                    <a:pt x="5325" y="781"/>
                    <a:pt x="5327" y="779"/>
                  </a:cubicBezTo>
                  <a:cubicBezTo>
                    <a:pt x="5337" y="765"/>
                    <a:pt x="5340" y="759"/>
                    <a:pt x="5340" y="759"/>
                  </a:cubicBezTo>
                  <a:close/>
                  <a:moveTo>
                    <a:pt x="4338" y="682"/>
                  </a:moveTo>
                  <a:lnTo>
                    <a:pt x="4354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0" y="796"/>
                    <a:pt x="4299" y="796"/>
                    <a:pt x="4297" y="795"/>
                  </a:cubicBezTo>
                  <a:lnTo>
                    <a:pt x="4281" y="787"/>
                  </a:lnTo>
                  <a:cubicBezTo>
                    <a:pt x="4289" y="747"/>
                    <a:pt x="4314" y="714"/>
                    <a:pt x="4338" y="682"/>
                  </a:cubicBezTo>
                  <a:close/>
                  <a:moveTo>
                    <a:pt x="1289" y="761"/>
                  </a:moveTo>
                  <a:cubicBezTo>
                    <a:pt x="1299" y="761"/>
                    <a:pt x="1309" y="773"/>
                    <a:pt x="1330" y="804"/>
                  </a:cubicBezTo>
                  <a:cubicBezTo>
                    <a:pt x="1346" y="836"/>
                    <a:pt x="1362" y="876"/>
                    <a:pt x="1379" y="917"/>
                  </a:cubicBezTo>
                  <a:cubicBezTo>
                    <a:pt x="1378" y="917"/>
                    <a:pt x="1377" y="917"/>
                    <a:pt x="1376" y="917"/>
                  </a:cubicBezTo>
                  <a:cubicBezTo>
                    <a:pt x="1351" y="917"/>
                    <a:pt x="1304" y="818"/>
                    <a:pt x="1273" y="771"/>
                  </a:cubicBezTo>
                  <a:cubicBezTo>
                    <a:pt x="1279" y="765"/>
                    <a:pt x="1284" y="761"/>
                    <a:pt x="1289" y="761"/>
                  </a:cubicBezTo>
                  <a:close/>
                  <a:moveTo>
                    <a:pt x="925" y="1209"/>
                  </a:moveTo>
                  <a:cubicBezTo>
                    <a:pt x="981" y="1241"/>
                    <a:pt x="1030" y="1274"/>
                    <a:pt x="1022" y="1290"/>
                  </a:cubicBezTo>
                  <a:lnTo>
                    <a:pt x="957" y="1282"/>
                  </a:lnTo>
                  <a:lnTo>
                    <a:pt x="916" y="1233"/>
                  </a:lnTo>
                  <a:lnTo>
                    <a:pt x="925" y="1209"/>
                  </a:lnTo>
                  <a:close/>
                  <a:moveTo>
                    <a:pt x="6104" y="1599"/>
                  </a:moveTo>
                  <a:cubicBezTo>
                    <a:pt x="6117" y="1599"/>
                    <a:pt x="6122" y="1606"/>
                    <a:pt x="6122" y="1606"/>
                  </a:cubicBezTo>
                  <a:cubicBezTo>
                    <a:pt x="6138" y="1622"/>
                    <a:pt x="6138" y="1622"/>
                    <a:pt x="6089" y="1663"/>
                  </a:cubicBezTo>
                  <a:cubicBezTo>
                    <a:pt x="6089" y="1663"/>
                    <a:pt x="6059" y="1680"/>
                    <a:pt x="6040" y="1680"/>
                  </a:cubicBezTo>
                  <a:cubicBezTo>
                    <a:pt x="6032" y="1680"/>
                    <a:pt x="6027" y="1678"/>
                    <a:pt x="6024" y="1671"/>
                  </a:cubicBezTo>
                  <a:lnTo>
                    <a:pt x="6057" y="1622"/>
                  </a:lnTo>
                  <a:cubicBezTo>
                    <a:pt x="6079" y="1604"/>
                    <a:pt x="6094" y="1599"/>
                    <a:pt x="6104" y="1599"/>
                  </a:cubicBezTo>
                  <a:close/>
                  <a:moveTo>
                    <a:pt x="6332" y="1841"/>
                  </a:moveTo>
                  <a:lnTo>
                    <a:pt x="6341" y="1858"/>
                  </a:lnTo>
                  <a:cubicBezTo>
                    <a:pt x="6303" y="1883"/>
                    <a:pt x="6260" y="1903"/>
                    <a:pt x="6239" y="1903"/>
                  </a:cubicBezTo>
                  <a:cubicBezTo>
                    <a:pt x="6233" y="1903"/>
                    <a:pt x="6229" y="1902"/>
                    <a:pt x="6227" y="1898"/>
                  </a:cubicBezTo>
                  <a:lnTo>
                    <a:pt x="6268" y="1849"/>
                  </a:lnTo>
                  <a:lnTo>
                    <a:pt x="6332" y="1841"/>
                  </a:lnTo>
                  <a:close/>
                  <a:moveTo>
                    <a:pt x="6053" y="2180"/>
                  </a:moveTo>
                  <a:cubicBezTo>
                    <a:pt x="6092" y="2180"/>
                    <a:pt x="6098" y="2201"/>
                    <a:pt x="6049" y="2222"/>
                  </a:cubicBezTo>
                  <a:cubicBezTo>
                    <a:pt x="6017" y="2236"/>
                    <a:pt x="6003" y="2242"/>
                    <a:pt x="5996" y="2242"/>
                  </a:cubicBezTo>
                  <a:cubicBezTo>
                    <a:pt x="5989" y="2242"/>
                    <a:pt x="5987" y="2238"/>
                    <a:pt x="5984" y="2230"/>
                  </a:cubicBezTo>
                  <a:cubicBezTo>
                    <a:pt x="5968" y="2190"/>
                    <a:pt x="5968" y="2190"/>
                    <a:pt x="6032" y="2182"/>
                  </a:cubicBezTo>
                  <a:cubicBezTo>
                    <a:pt x="6040" y="2181"/>
                    <a:pt x="6047" y="2180"/>
                    <a:pt x="6053" y="2180"/>
                  </a:cubicBezTo>
                  <a:close/>
                  <a:moveTo>
                    <a:pt x="6089" y="2328"/>
                  </a:moveTo>
                  <a:lnTo>
                    <a:pt x="6097" y="2344"/>
                  </a:lnTo>
                  <a:cubicBezTo>
                    <a:pt x="6105" y="2368"/>
                    <a:pt x="6105" y="2368"/>
                    <a:pt x="6049" y="2393"/>
                  </a:cubicBezTo>
                  <a:lnTo>
                    <a:pt x="6041" y="2368"/>
                  </a:lnTo>
                  <a:lnTo>
                    <a:pt x="6089" y="2328"/>
                  </a:lnTo>
                  <a:close/>
                  <a:moveTo>
                    <a:pt x="6032" y="2530"/>
                  </a:moveTo>
                  <a:cubicBezTo>
                    <a:pt x="6035" y="2536"/>
                    <a:pt x="6043" y="2538"/>
                    <a:pt x="6050" y="2538"/>
                  </a:cubicBezTo>
                  <a:cubicBezTo>
                    <a:pt x="6065" y="2538"/>
                    <a:pt x="6076" y="2530"/>
                    <a:pt x="6032" y="2530"/>
                  </a:cubicBezTo>
                  <a:close/>
                  <a:moveTo>
                    <a:pt x="6162" y="2539"/>
                  </a:moveTo>
                  <a:lnTo>
                    <a:pt x="6170" y="2563"/>
                  </a:lnTo>
                  <a:cubicBezTo>
                    <a:pt x="6178" y="2579"/>
                    <a:pt x="6178" y="2579"/>
                    <a:pt x="6122" y="2595"/>
                  </a:cubicBezTo>
                  <a:lnTo>
                    <a:pt x="6113" y="2579"/>
                  </a:lnTo>
                  <a:lnTo>
                    <a:pt x="6162" y="2539"/>
                  </a:lnTo>
                  <a:close/>
                  <a:moveTo>
                    <a:pt x="673" y="2628"/>
                  </a:moveTo>
                  <a:cubicBezTo>
                    <a:pt x="730" y="2628"/>
                    <a:pt x="795" y="2628"/>
                    <a:pt x="787" y="2652"/>
                  </a:cubicBezTo>
                  <a:lnTo>
                    <a:pt x="730" y="2668"/>
                  </a:lnTo>
                  <a:lnTo>
                    <a:pt x="673" y="2652"/>
                  </a:lnTo>
                  <a:lnTo>
                    <a:pt x="673" y="2628"/>
                  </a:lnTo>
                  <a:close/>
                  <a:moveTo>
                    <a:pt x="6332" y="2733"/>
                  </a:moveTo>
                  <a:lnTo>
                    <a:pt x="6341" y="2749"/>
                  </a:lnTo>
                  <a:cubicBezTo>
                    <a:pt x="6349" y="2774"/>
                    <a:pt x="6284" y="2790"/>
                    <a:pt x="6284" y="2790"/>
                  </a:cubicBezTo>
                  <a:cubicBezTo>
                    <a:pt x="6284" y="2790"/>
                    <a:pt x="6270" y="2792"/>
                    <a:pt x="6255" y="2792"/>
                  </a:cubicBezTo>
                  <a:cubicBezTo>
                    <a:pt x="6241" y="2792"/>
                    <a:pt x="6227" y="2790"/>
                    <a:pt x="6227" y="2782"/>
                  </a:cubicBezTo>
                  <a:cubicBezTo>
                    <a:pt x="6259" y="2757"/>
                    <a:pt x="6300" y="2741"/>
                    <a:pt x="6332" y="2733"/>
                  </a:cubicBezTo>
                  <a:close/>
                  <a:moveTo>
                    <a:pt x="730" y="2774"/>
                  </a:moveTo>
                  <a:cubicBezTo>
                    <a:pt x="787" y="2774"/>
                    <a:pt x="787" y="2774"/>
                    <a:pt x="787" y="2790"/>
                  </a:cubicBezTo>
                  <a:cubicBezTo>
                    <a:pt x="746" y="2806"/>
                    <a:pt x="706" y="2806"/>
                    <a:pt x="665" y="2814"/>
                  </a:cubicBezTo>
                  <a:lnTo>
                    <a:pt x="665" y="2806"/>
                  </a:lnTo>
                  <a:cubicBezTo>
                    <a:pt x="608" y="2806"/>
                    <a:pt x="608" y="2790"/>
                    <a:pt x="730" y="2774"/>
                  </a:cubicBezTo>
                  <a:close/>
                  <a:moveTo>
                    <a:pt x="843" y="3106"/>
                  </a:moveTo>
                  <a:cubicBezTo>
                    <a:pt x="900" y="3114"/>
                    <a:pt x="843" y="3130"/>
                    <a:pt x="843" y="3155"/>
                  </a:cubicBezTo>
                  <a:lnTo>
                    <a:pt x="843" y="3147"/>
                  </a:lnTo>
                  <a:cubicBezTo>
                    <a:pt x="815" y="3157"/>
                    <a:pt x="799" y="3163"/>
                    <a:pt x="790" y="3163"/>
                  </a:cubicBezTo>
                  <a:cubicBezTo>
                    <a:pt x="779" y="3163"/>
                    <a:pt x="779" y="3153"/>
                    <a:pt x="779" y="3130"/>
                  </a:cubicBezTo>
                  <a:cubicBezTo>
                    <a:pt x="779" y="3106"/>
                    <a:pt x="843" y="3106"/>
                    <a:pt x="843" y="3106"/>
                  </a:cubicBezTo>
                  <a:close/>
                  <a:moveTo>
                    <a:pt x="2035" y="3236"/>
                  </a:moveTo>
                  <a:cubicBezTo>
                    <a:pt x="1970" y="3236"/>
                    <a:pt x="1970" y="3236"/>
                    <a:pt x="1970" y="3252"/>
                  </a:cubicBezTo>
                  <a:cubicBezTo>
                    <a:pt x="2011" y="3268"/>
                    <a:pt x="2052" y="3276"/>
                    <a:pt x="2092" y="3276"/>
                  </a:cubicBezTo>
                  <a:cubicBezTo>
                    <a:pt x="2149" y="3276"/>
                    <a:pt x="2157" y="3252"/>
                    <a:pt x="2035" y="3236"/>
                  </a:cubicBezTo>
                  <a:close/>
                  <a:moveTo>
                    <a:pt x="57" y="3252"/>
                  </a:moveTo>
                  <a:cubicBezTo>
                    <a:pt x="0" y="3252"/>
                    <a:pt x="0" y="3252"/>
                    <a:pt x="0" y="3268"/>
                  </a:cubicBezTo>
                  <a:cubicBezTo>
                    <a:pt x="0" y="3293"/>
                    <a:pt x="0" y="3303"/>
                    <a:pt x="13" y="3303"/>
                  </a:cubicBezTo>
                  <a:cubicBezTo>
                    <a:pt x="22" y="3303"/>
                    <a:pt x="35" y="3299"/>
                    <a:pt x="57" y="3293"/>
                  </a:cubicBezTo>
                  <a:cubicBezTo>
                    <a:pt x="57" y="3268"/>
                    <a:pt x="57" y="3252"/>
                    <a:pt x="57" y="3252"/>
                  </a:cubicBezTo>
                  <a:close/>
                  <a:moveTo>
                    <a:pt x="835" y="3471"/>
                  </a:moveTo>
                  <a:cubicBezTo>
                    <a:pt x="835" y="3471"/>
                    <a:pt x="892" y="3471"/>
                    <a:pt x="892" y="3487"/>
                  </a:cubicBezTo>
                  <a:cubicBezTo>
                    <a:pt x="892" y="3510"/>
                    <a:pt x="832" y="3526"/>
                    <a:pt x="828" y="3528"/>
                  </a:cubicBezTo>
                  <a:lnTo>
                    <a:pt x="828" y="3528"/>
                  </a:lnTo>
                  <a:cubicBezTo>
                    <a:pt x="770" y="3526"/>
                    <a:pt x="770" y="3511"/>
                    <a:pt x="770" y="3511"/>
                  </a:cubicBezTo>
                  <a:cubicBezTo>
                    <a:pt x="770" y="3487"/>
                    <a:pt x="770" y="3471"/>
                    <a:pt x="835" y="3471"/>
                  </a:cubicBezTo>
                  <a:close/>
                  <a:moveTo>
                    <a:pt x="470" y="3609"/>
                  </a:moveTo>
                  <a:cubicBezTo>
                    <a:pt x="470" y="3609"/>
                    <a:pt x="414" y="3609"/>
                    <a:pt x="414" y="3633"/>
                  </a:cubicBezTo>
                  <a:lnTo>
                    <a:pt x="414" y="3649"/>
                  </a:lnTo>
                  <a:cubicBezTo>
                    <a:pt x="454" y="3649"/>
                    <a:pt x="495" y="3641"/>
                    <a:pt x="527" y="3633"/>
                  </a:cubicBezTo>
                  <a:cubicBezTo>
                    <a:pt x="527" y="3609"/>
                    <a:pt x="470" y="3609"/>
                    <a:pt x="470" y="3609"/>
                  </a:cubicBezTo>
                  <a:close/>
                  <a:moveTo>
                    <a:pt x="6244" y="3640"/>
                  </a:moveTo>
                  <a:cubicBezTo>
                    <a:pt x="6248" y="3640"/>
                    <a:pt x="6253" y="3640"/>
                    <a:pt x="6259" y="3641"/>
                  </a:cubicBezTo>
                  <a:lnTo>
                    <a:pt x="6324" y="3649"/>
                  </a:lnTo>
                  <a:cubicBezTo>
                    <a:pt x="6375" y="3671"/>
                    <a:pt x="6419" y="3699"/>
                    <a:pt x="6388" y="3699"/>
                  </a:cubicBezTo>
                  <a:cubicBezTo>
                    <a:pt x="6384" y="3699"/>
                    <a:pt x="6379" y="3699"/>
                    <a:pt x="6373" y="3698"/>
                  </a:cubicBezTo>
                  <a:cubicBezTo>
                    <a:pt x="6332" y="3690"/>
                    <a:pt x="6292" y="3682"/>
                    <a:pt x="6259" y="3666"/>
                  </a:cubicBezTo>
                  <a:cubicBezTo>
                    <a:pt x="6259" y="3666"/>
                    <a:pt x="6215" y="3640"/>
                    <a:pt x="6244" y="3640"/>
                  </a:cubicBezTo>
                  <a:close/>
                  <a:moveTo>
                    <a:pt x="649" y="3828"/>
                  </a:moveTo>
                  <a:lnTo>
                    <a:pt x="649" y="3852"/>
                  </a:lnTo>
                  <a:lnTo>
                    <a:pt x="584" y="3868"/>
                  </a:lnTo>
                  <a:lnTo>
                    <a:pt x="584" y="3852"/>
                  </a:lnTo>
                  <a:cubicBezTo>
                    <a:pt x="584" y="3828"/>
                    <a:pt x="584" y="3828"/>
                    <a:pt x="649" y="3828"/>
                  </a:cubicBezTo>
                  <a:close/>
                  <a:moveTo>
                    <a:pt x="616" y="4000"/>
                  </a:moveTo>
                  <a:cubicBezTo>
                    <a:pt x="638" y="4000"/>
                    <a:pt x="666" y="4002"/>
                    <a:pt x="698" y="4006"/>
                  </a:cubicBezTo>
                  <a:cubicBezTo>
                    <a:pt x="698" y="4030"/>
                    <a:pt x="698" y="4030"/>
                    <a:pt x="698" y="4047"/>
                  </a:cubicBezTo>
                  <a:cubicBezTo>
                    <a:pt x="641" y="4047"/>
                    <a:pt x="584" y="4047"/>
                    <a:pt x="584" y="4030"/>
                  </a:cubicBezTo>
                  <a:cubicBezTo>
                    <a:pt x="537" y="4013"/>
                    <a:pt x="558" y="4000"/>
                    <a:pt x="616" y="4000"/>
                  </a:cubicBezTo>
                  <a:close/>
                  <a:moveTo>
                    <a:pt x="997" y="4168"/>
                  </a:moveTo>
                  <a:cubicBezTo>
                    <a:pt x="997" y="4193"/>
                    <a:pt x="1054" y="4209"/>
                    <a:pt x="997" y="4209"/>
                  </a:cubicBezTo>
                  <a:cubicBezTo>
                    <a:pt x="997" y="4214"/>
                    <a:pt x="994" y="4216"/>
                    <a:pt x="990" y="4216"/>
                  </a:cubicBezTo>
                  <a:cubicBezTo>
                    <a:pt x="973" y="4216"/>
                    <a:pt x="934" y="4187"/>
                    <a:pt x="941" y="4168"/>
                  </a:cubicBezTo>
                  <a:close/>
                  <a:moveTo>
                    <a:pt x="6251" y="4429"/>
                  </a:moveTo>
                  <a:cubicBezTo>
                    <a:pt x="6285" y="4429"/>
                    <a:pt x="6365" y="4466"/>
                    <a:pt x="6397" y="4525"/>
                  </a:cubicBezTo>
                  <a:cubicBezTo>
                    <a:pt x="6393" y="4537"/>
                    <a:pt x="6391" y="4543"/>
                    <a:pt x="6383" y="4543"/>
                  </a:cubicBezTo>
                  <a:cubicBezTo>
                    <a:pt x="6375" y="4543"/>
                    <a:pt x="6361" y="4537"/>
                    <a:pt x="6332" y="4525"/>
                  </a:cubicBezTo>
                  <a:cubicBezTo>
                    <a:pt x="6276" y="4501"/>
                    <a:pt x="6227" y="4460"/>
                    <a:pt x="6235" y="4436"/>
                  </a:cubicBezTo>
                  <a:cubicBezTo>
                    <a:pt x="6237" y="4431"/>
                    <a:pt x="6242" y="4429"/>
                    <a:pt x="6251" y="4429"/>
                  </a:cubicBezTo>
                  <a:close/>
                  <a:moveTo>
                    <a:pt x="746" y="4565"/>
                  </a:moveTo>
                  <a:cubicBezTo>
                    <a:pt x="811" y="4565"/>
                    <a:pt x="868" y="4565"/>
                    <a:pt x="868" y="4590"/>
                  </a:cubicBezTo>
                  <a:lnTo>
                    <a:pt x="868" y="4606"/>
                  </a:lnTo>
                  <a:cubicBezTo>
                    <a:pt x="827" y="4606"/>
                    <a:pt x="787" y="4598"/>
                    <a:pt x="746" y="4590"/>
                  </a:cubicBezTo>
                  <a:lnTo>
                    <a:pt x="746" y="4565"/>
                  </a:lnTo>
                  <a:close/>
                  <a:moveTo>
                    <a:pt x="477" y="4718"/>
                  </a:moveTo>
                  <a:cubicBezTo>
                    <a:pt x="492" y="4718"/>
                    <a:pt x="521" y="4721"/>
                    <a:pt x="568" y="4728"/>
                  </a:cubicBezTo>
                  <a:lnTo>
                    <a:pt x="681" y="4768"/>
                  </a:lnTo>
                  <a:cubicBezTo>
                    <a:pt x="681" y="4776"/>
                    <a:pt x="676" y="4778"/>
                    <a:pt x="665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8" y="4727"/>
                    <a:pt x="455" y="4718"/>
                    <a:pt x="477" y="4718"/>
                  </a:cubicBezTo>
                  <a:close/>
                  <a:moveTo>
                    <a:pt x="866" y="5254"/>
                  </a:moveTo>
                  <a:cubicBezTo>
                    <a:pt x="888" y="5254"/>
                    <a:pt x="910" y="5257"/>
                    <a:pt x="933" y="5263"/>
                  </a:cubicBezTo>
                  <a:lnTo>
                    <a:pt x="941" y="5311"/>
                  </a:lnTo>
                  <a:lnTo>
                    <a:pt x="819" y="5311"/>
                  </a:lnTo>
                  <a:cubicBezTo>
                    <a:pt x="763" y="5317"/>
                    <a:pt x="724" y="5319"/>
                    <a:pt x="701" y="5319"/>
                  </a:cubicBezTo>
                  <a:cubicBezTo>
                    <a:pt x="652" y="5319"/>
                    <a:pt x="677" y="5307"/>
                    <a:pt x="754" y="5279"/>
                  </a:cubicBezTo>
                  <a:cubicBezTo>
                    <a:pt x="791" y="5263"/>
                    <a:pt x="828" y="5254"/>
                    <a:pt x="866" y="5254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36"/>
                    <a:pt x="3187" y="5401"/>
                  </a:cubicBezTo>
                  <a:lnTo>
                    <a:pt x="3203" y="5401"/>
                  </a:lnTo>
                  <a:cubicBezTo>
                    <a:pt x="3219" y="5360"/>
                    <a:pt x="3227" y="5320"/>
                    <a:pt x="3227" y="5279"/>
                  </a:cubicBezTo>
                  <a:close/>
                  <a:moveTo>
                    <a:pt x="730" y="5457"/>
                  </a:moveTo>
                  <a:lnTo>
                    <a:pt x="689" y="5514"/>
                  </a:lnTo>
                  <a:cubicBezTo>
                    <a:pt x="673" y="5521"/>
                    <a:pt x="661" y="5524"/>
                    <a:pt x="652" y="5524"/>
                  </a:cubicBezTo>
                  <a:cubicBezTo>
                    <a:pt x="628" y="5524"/>
                    <a:pt x="622" y="5505"/>
                    <a:pt x="616" y="5482"/>
                  </a:cubicBezTo>
                  <a:lnTo>
                    <a:pt x="673" y="5457"/>
                  </a:lnTo>
                  <a:close/>
                  <a:moveTo>
                    <a:pt x="1646" y="5822"/>
                  </a:moveTo>
                  <a:cubicBezTo>
                    <a:pt x="1630" y="5822"/>
                    <a:pt x="1581" y="5871"/>
                    <a:pt x="1581" y="5871"/>
                  </a:cubicBezTo>
                  <a:cubicBezTo>
                    <a:pt x="1557" y="5919"/>
                    <a:pt x="1573" y="5928"/>
                    <a:pt x="1597" y="5936"/>
                  </a:cubicBezTo>
                  <a:cubicBezTo>
                    <a:pt x="1603" y="5957"/>
                    <a:pt x="1611" y="5965"/>
                    <a:pt x="1621" y="5965"/>
                  </a:cubicBezTo>
                  <a:cubicBezTo>
                    <a:pt x="1642" y="5965"/>
                    <a:pt x="1670" y="5928"/>
                    <a:pt x="1687" y="5895"/>
                  </a:cubicBezTo>
                  <a:lnTo>
                    <a:pt x="1687" y="5887"/>
                  </a:lnTo>
                  <a:cubicBezTo>
                    <a:pt x="1703" y="5838"/>
                    <a:pt x="1687" y="5830"/>
                    <a:pt x="1646" y="5822"/>
                  </a:cubicBezTo>
                  <a:close/>
                  <a:moveTo>
                    <a:pt x="1792" y="5960"/>
                  </a:moveTo>
                  <a:cubicBezTo>
                    <a:pt x="1776" y="6025"/>
                    <a:pt x="1711" y="6074"/>
                    <a:pt x="1687" y="6074"/>
                  </a:cubicBezTo>
                  <a:cubicBezTo>
                    <a:pt x="1662" y="6065"/>
                    <a:pt x="1687" y="6009"/>
                    <a:pt x="1752" y="5960"/>
                  </a:cubicBezTo>
                  <a:close/>
                  <a:moveTo>
                    <a:pt x="2903" y="6049"/>
                  </a:moveTo>
                  <a:cubicBezTo>
                    <a:pt x="2919" y="6049"/>
                    <a:pt x="2943" y="6106"/>
                    <a:pt x="2943" y="6171"/>
                  </a:cubicBezTo>
                  <a:cubicBezTo>
                    <a:pt x="2956" y="6267"/>
                    <a:pt x="2959" y="6287"/>
                    <a:pt x="2939" y="6287"/>
                  </a:cubicBezTo>
                  <a:cubicBezTo>
                    <a:pt x="2934" y="6287"/>
                    <a:pt x="2927" y="6286"/>
                    <a:pt x="2919" y="6284"/>
                  </a:cubicBezTo>
                  <a:cubicBezTo>
                    <a:pt x="2903" y="6284"/>
                    <a:pt x="2887" y="6284"/>
                    <a:pt x="2887" y="6228"/>
                  </a:cubicBezTo>
                  <a:lnTo>
                    <a:pt x="2903" y="6228"/>
                  </a:lnTo>
                  <a:cubicBezTo>
                    <a:pt x="2903" y="6244"/>
                    <a:pt x="2905" y="6251"/>
                    <a:pt x="2907" y="6251"/>
                  </a:cubicBezTo>
                  <a:cubicBezTo>
                    <a:pt x="2913" y="6251"/>
                    <a:pt x="2920" y="6211"/>
                    <a:pt x="2903" y="6171"/>
                  </a:cubicBezTo>
                  <a:lnTo>
                    <a:pt x="2903" y="6049"/>
                  </a:lnTo>
                  <a:close/>
                  <a:moveTo>
                    <a:pt x="3162" y="6171"/>
                  </a:moveTo>
                  <a:lnTo>
                    <a:pt x="3187" y="6236"/>
                  </a:lnTo>
                  <a:cubicBezTo>
                    <a:pt x="3187" y="6292"/>
                    <a:pt x="3162" y="6292"/>
                    <a:pt x="3146" y="6292"/>
                  </a:cubicBezTo>
                  <a:cubicBezTo>
                    <a:pt x="3122" y="6292"/>
                    <a:pt x="3122" y="6292"/>
                    <a:pt x="3122" y="6236"/>
                  </a:cubicBezTo>
                  <a:cubicBezTo>
                    <a:pt x="3122" y="6236"/>
                    <a:pt x="3146" y="6171"/>
                    <a:pt x="3162" y="6171"/>
                  </a:cubicBezTo>
                  <a:close/>
                  <a:moveTo>
                    <a:pt x="3713" y="6248"/>
                  </a:moveTo>
                  <a:cubicBezTo>
                    <a:pt x="3716" y="6248"/>
                    <a:pt x="3718" y="6276"/>
                    <a:pt x="3722" y="6333"/>
                  </a:cubicBezTo>
                  <a:cubicBezTo>
                    <a:pt x="3730" y="6398"/>
                    <a:pt x="3730" y="6455"/>
                    <a:pt x="3705" y="6455"/>
                  </a:cubicBezTo>
                  <a:cubicBezTo>
                    <a:pt x="3694" y="6490"/>
                    <a:pt x="3685" y="6505"/>
                    <a:pt x="3679" y="6505"/>
                  </a:cubicBezTo>
                  <a:cubicBezTo>
                    <a:pt x="3664" y="6505"/>
                    <a:pt x="3669" y="6419"/>
                    <a:pt x="3697" y="6333"/>
                  </a:cubicBezTo>
                  <a:cubicBezTo>
                    <a:pt x="3705" y="6276"/>
                    <a:pt x="3710" y="6248"/>
                    <a:pt x="3713" y="6248"/>
                  </a:cubicBezTo>
                  <a:close/>
                  <a:moveTo>
                    <a:pt x="2838" y="6528"/>
                  </a:moveTo>
                  <a:cubicBezTo>
                    <a:pt x="2838" y="6584"/>
                    <a:pt x="2838" y="6584"/>
                    <a:pt x="2862" y="6584"/>
                  </a:cubicBezTo>
                  <a:lnTo>
                    <a:pt x="2878" y="6584"/>
                  </a:lnTo>
                  <a:lnTo>
                    <a:pt x="2862" y="6528"/>
                  </a:lnTo>
                  <a:close/>
                  <a:moveTo>
                    <a:pt x="3381" y="1"/>
                  </a:moveTo>
                  <a:cubicBezTo>
                    <a:pt x="3365" y="58"/>
                    <a:pt x="3341" y="58"/>
                    <a:pt x="3341" y="58"/>
                  </a:cubicBezTo>
                  <a:cubicBezTo>
                    <a:pt x="3341" y="106"/>
                    <a:pt x="3332" y="118"/>
                    <a:pt x="3301" y="118"/>
                  </a:cubicBezTo>
                  <a:cubicBezTo>
                    <a:pt x="3290" y="118"/>
                    <a:pt x="3277" y="116"/>
                    <a:pt x="3260" y="114"/>
                  </a:cubicBezTo>
                  <a:cubicBezTo>
                    <a:pt x="3221" y="114"/>
                    <a:pt x="3147" y="172"/>
                    <a:pt x="3105" y="172"/>
                  </a:cubicBezTo>
                  <a:cubicBezTo>
                    <a:pt x="3102" y="172"/>
                    <a:pt x="3100" y="172"/>
                    <a:pt x="3097" y="171"/>
                  </a:cubicBezTo>
                  <a:cubicBezTo>
                    <a:pt x="3057" y="171"/>
                    <a:pt x="3000" y="171"/>
                    <a:pt x="2984" y="114"/>
                  </a:cubicBezTo>
                  <a:cubicBezTo>
                    <a:pt x="2960" y="114"/>
                    <a:pt x="2943" y="114"/>
                    <a:pt x="2903" y="171"/>
                  </a:cubicBezTo>
                  <a:cubicBezTo>
                    <a:pt x="2891" y="199"/>
                    <a:pt x="2874" y="214"/>
                    <a:pt x="2861" y="214"/>
                  </a:cubicBezTo>
                  <a:cubicBezTo>
                    <a:pt x="2848" y="214"/>
                    <a:pt x="2838" y="199"/>
                    <a:pt x="2838" y="171"/>
                  </a:cubicBezTo>
                  <a:lnTo>
                    <a:pt x="2822" y="171"/>
                  </a:lnTo>
                  <a:cubicBezTo>
                    <a:pt x="2781" y="228"/>
                    <a:pt x="2757" y="228"/>
                    <a:pt x="2757" y="228"/>
                  </a:cubicBezTo>
                  <a:cubicBezTo>
                    <a:pt x="2757" y="187"/>
                    <a:pt x="2748" y="141"/>
                    <a:pt x="2737" y="141"/>
                  </a:cubicBezTo>
                  <a:cubicBezTo>
                    <a:pt x="2733" y="141"/>
                    <a:pt x="2729" y="148"/>
                    <a:pt x="2724" y="163"/>
                  </a:cubicBezTo>
                  <a:cubicBezTo>
                    <a:pt x="2724" y="228"/>
                    <a:pt x="2700" y="228"/>
                    <a:pt x="2660" y="228"/>
                  </a:cubicBezTo>
                  <a:cubicBezTo>
                    <a:pt x="2643" y="195"/>
                    <a:pt x="2465" y="179"/>
                    <a:pt x="2295" y="171"/>
                  </a:cubicBezTo>
                  <a:cubicBezTo>
                    <a:pt x="2173" y="171"/>
                    <a:pt x="1833" y="179"/>
                    <a:pt x="1849" y="212"/>
                  </a:cubicBezTo>
                  <a:lnTo>
                    <a:pt x="1752" y="212"/>
                  </a:lnTo>
                  <a:cubicBezTo>
                    <a:pt x="1719" y="212"/>
                    <a:pt x="1654" y="220"/>
                    <a:pt x="1654" y="220"/>
                  </a:cubicBezTo>
                  <a:cubicBezTo>
                    <a:pt x="1642" y="175"/>
                    <a:pt x="1614" y="158"/>
                    <a:pt x="1580" y="158"/>
                  </a:cubicBezTo>
                  <a:cubicBezTo>
                    <a:pt x="1521" y="158"/>
                    <a:pt x="1444" y="209"/>
                    <a:pt x="1403" y="260"/>
                  </a:cubicBezTo>
                  <a:cubicBezTo>
                    <a:pt x="1403" y="301"/>
                    <a:pt x="1379" y="333"/>
                    <a:pt x="1338" y="341"/>
                  </a:cubicBezTo>
                  <a:cubicBezTo>
                    <a:pt x="1316" y="294"/>
                    <a:pt x="1285" y="275"/>
                    <a:pt x="1254" y="275"/>
                  </a:cubicBezTo>
                  <a:cubicBezTo>
                    <a:pt x="1217" y="275"/>
                    <a:pt x="1181" y="305"/>
                    <a:pt x="1168" y="349"/>
                  </a:cubicBezTo>
                  <a:cubicBezTo>
                    <a:pt x="1181" y="411"/>
                    <a:pt x="1182" y="444"/>
                    <a:pt x="1170" y="444"/>
                  </a:cubicBezTo>
                  <a:cubicBezTo>
                    <a:pt x="1160" y="444"/>
                    <a:pt x="1140" y="422"/>
                    <a:pt x="1111" y="374"/>
                  </a:cubicBezTo>
                  <a:cubicBezTo>
                    <a:pt x="1087" y="338"/>
                    <a:pt x="1063" y="320"/>
                    <a:pt x="1045" y="320"/>
                  </a:cubicBezTo>
                  <a:cubicBezTo>
                    <a:pt x="1014" y="320"/>
                    <a:pt x="999" y="374"/>
                    <a:pt x="1030" y="487"/>
                  </a:cubicBezTo>
                  <a:cubicBezTo>
                    <a:pt x="1039" y="525"/>
                    <a:pt x="1043" y="541"/>
                    <a:pt x="1032" y="541"/>
                  </a:cubicBezTo>
                  <a:cubicBezTo>
                    <a:pt x="1024" y="541"/>
                    <a:pt x="1008" y="533"/>
                    <a:pt x="981" y="520"/>
                  </a:cubicBezTo>
                  <a:cubicBezTo>
                    <a:pt x="936" y="486"/>
                    <a:pt x="905" y="473"/>
                    <a:pt x="888" y="473"/>
                  </a:cubicBezTo>
                  <a:cubicBezTo>
                    <a:pt x="870" y="473"/>
                    <a:pt x="870" y="490"/>
                    <a:pt x="892" y="512"/>
                  </a:cubicBezTo>
                  <a:cubicBezTo>
                    <a:pt x="922" y="581"/>
                    <a:pt x="927" y="614"/>
                    <a:pt x="903" y="614"/>
                  </a:cubicBezTo>
                  <a:cubicBezTo>
                    <a:pt x="887" y="614"/>
                    <a:pt x="860" y="601"/>
                    <a:pt x="819" y="576"/>
                  </a:cubicBezTo>
                  <a:cubicBezTo>
                    <a:pt x="770" y="558"/>
                    <a:pt x="740" y="548"/>
                    <a:pt x="724" y="548"/>
                  </a:cubicBezTo>
                  <a:cubicBezTo>
                    <a:pt x="697" y="548"/>
                    <a:pt x="711" y="576"/>
                    <a:pt x="746" y="641"/>
                  </a:cubicBezTo>
                  <a:cubicBezTo>
                    <a:pt x="799" y="726"/>
                    <a:pt x="761" y="801"/>
                    <a:pt x="685" y="801"/>
                  </a:cubicBezTo>
                  <a:cubicBezTo>
                    <a:pt x="667" y="801"/>
                    <a:pt x="646" y="797"/>
                    <a:pt x="625" y="787"/>
                  </a:cubicBezTo>
                  <a:cubicBezTo>
                    <a:pt x="608" y="812"/>
                    <a:pt x="535" y="804"/>
                    <a:pt x="584" y="836"/>
                  </a:cubicBezTo>
                  <a:lnTo>
                    <a:pt x="519" y="828"/>
                  </a:lnTo>
                  <a:cubicBezTo>
                    <a:pt x="511" y="844"/>
                    <a:pt x="495" y="868"/>
                    <a:pt x="487" y="885"/>
                  </a:cubicBezTo>
                  <a:lnTo>
                    <a:pt x="535" y="917"/>
                  </a:lnTo>
                  <a:cubicBezTo>
                    <a:pt x="430" y="1031"/>
                    <a:pt x="349" y="1160"/>
                    <a:pt x="308" y="1314"/>
                  </a:cubicBezTo>
                  <a:cubicBezTo>
                    <a:pt x="252" y="1624"/>
                    <a:pt x="269" y="1726"/>
                    <a:pt x="306" y="1726"/>
                  </a:cubicBezTo>
                  <a:cubicBezTo>
                    <a:pt x="312" y="1726"/>
                    <a:pt x="318" y="1724"/>
                    <a:pt x="325" y="1720"/>
                  </a:cubicBezTo>
                  <a:cubicBezTo>
                    <a:pt x="333" y="1719"/>
                    <a:pt x="340" y="1719"/>
                    <a:pt x="347" y="1719"/>
                  </a:cubicBezTo>
                  <a:cubicBezTo>
                    <a:pt x="446" y="1719"/>
                    <a:pt x="438" y="1770"/>
                    <a:pt x="325" y="1793"/>
                  </a:cubicBezTo>
                  <a:cubicBezTo>
                    <a:pt x="325" y="1825"/>
                    <a:pt x="260" y="1890"/>
                    <a:pt x="260" y="1955"/>
                  </a:cubicBezTo>
                  <a:cubicBezTo>
                    <a:pt x="260" y="2012"/>
                    <a:pt x="260" y="2044"/>
                    <a:pt x="203" y="2044"/>
                  </a:cubicBezTo>
                  <a:lnTo>
                    <a:pt x="203" y="2068"/>
                  </a:lnTo>
                  <a:cubicBezTo>
                    <a:pt x="300" y="2093"/>
                    <a:pt x="333" y="2214"/>
                    <a:pt x="252" y="2287"/>
                  </a:cubicBezTo>
                  <a:cubicBezTo>
                    <a:pt x="252" y="2328"/>
                    <a:pt x="252" y="2344"/>
                    <a:pt x="316" y="2385"/>
                  </a:cubicBezTo>
                  <a:cubicBezTo>
                    <a:pt x="373" y="2425"/>
                    <a:pt x="373" y="2425"/>
                    <a:pt x="308" y="2449"/>
                  </a:cubicBezTo>
                  <a:cubicBezTo>
                    <a:pt x="252" y="2449"/>
                    <a:pt x="187" y="2563"/>
                    <a:pt x="308" y="2563"/>
                  </a:cubicBezTo>
                  <a:lnTo>
                    <a:pt x="252" y="2587"/>
                  </a:lnTo>
                  <a:cubicBezTo>
                    <a:pt x="187" y="2603"/>
                    <a:pt x="252" y="2628"/>
                    <a:pt x="308" y="2628"/>
                  </a:cubicBezTo>
                  <a:cubicBezTo>
                    <a:pt x="430" y="2628"/>
                    <a:pt x="430" y="2644"/>
                    <a:pt x="243" y="2668"/>
                  </a:cubicBezTo>
                  <a:cubicBezTo>
                    <a:pt x="130" y="2668"/>
                    <a:pt x="130" y="2685"/>
                    <a:pt x="187" y="2685"/>
                  </a:cubicBezTo>
                  <a:cubicBezTo>
                    <a:pt x="243" y="2709"/>
                    <a:pt x="308" y="2725"/>
                    <a:pt x="243" y="2749"/>
                  </a:cubicBezTo>
                  <a:cubicBezTo>
                    <a:pt x="243" y="2766"/>
                    <a:pt x="243" y="2790"/>
                    <a:pt x="365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1" y="2830"/>
                    <a:pt x="341" y="2822"/>
                    <a:pt x="300" y="2806"/>
                  </a:cubicBezTo>
                  <a:cubicBezTo>
                    <a:pt x="300" y="2814"/>
                    <a:pt x="300" y="2827"/>
                    <a:pt x="300" y="2847"/>
                  </a:cubicBezTo>
                  <a:cubicBezTo>
                    <a:pt x="300" y="2871"/>
                    <a:pt x="243" y="2903"/>
                    <a:pt x="179" y="2903"/>
                  </a:cubicBezTo>
                  <a:cubicBezTo>
                    <a:pt x="138" y="2921"/>
                    <a:pt x="126" y="2934"/>
                    <a:pt x="169" y="2934"/>
                  </a:cubicBezTo>
                  <a:cubicBezTo>
                    <a:pt x="185" y="2934"/>
                    <a:pt x="210" y="2932"/>
                    <a:pt x="243" y="2928"/>
                  </a:cubicBezTo>
                  <a:cubicBezTo>
                    <a:pt x="357" y="2928"/>
                    <a:pt x="357" y="2928"/>
                    <a:pt x="357" y="2968"/>
                  </a:cubicBezTo>
                  <a:cubicBezTo>
                    <a:pt x="357" y="2984"/>
                    <a:pt x="357" y="3009"/>
                    <a:pt x="300" y="3009"/>
                  </a:cubicBezTo>
                  <a:cubicBezTo>
                    <a:pt x="235" y="3009"/>
                    <a:pt x="235" y="3009"/>
                    <a:pt x="235" y="3049"/>
                  </a:cubicBezTo>
                  <a:cubicBezTo>
                    <a:pt x="235" y="3106"/>
                    <a:pt x="414" y="3171"/>
                    <a:pt x="535" y="3187"/>
                  </a:cubicBezTo>
                  <a:cubicBezTo>
                    <a:pt x="657" y="3187"/>
                    <a:pt x="657" y="3187"/>
                    <a:pt x="535" y="3212"/>
                  </a:cubicBezTo>
                  <a:cubicBezTo>
                    <a:pt x="470" y="3212"/>
                    <a:pt x="470" y="3228"/>
                    <a:pt x="470" y="3252"/>
                  </a:cubicBezTo>
                  <a:cubicBezTo>
                    <a:pt x="514" y="3252"/>
                    <a:pt x="499" y="3259"/>
                    <a:pt x="485" y="3259"/>
                  </a:cubicBezTo>
                  <a:cubicBezTo>
                    <a:pt x="478" y="3259"/>
                    <a:pt x="470" y="3257"/>
                    <a:pt x="470" y="3252"/>
                  </a:cubicBezTo>
                  <a:cubicBezTo>
                    <a:pt x="414" y="3252"/>
                    <a:pt x="414" y="3228"/>
                    <a:pt x="414" y="3212"/>
                  </a:cubicBezTo>
                  <a:lnTo>
                    <a:pt x="357" y="3212"/>
                  </a:lnTo>
                  <a:cubicBezTo>
                    <a:pt x="235" y="3228"/>
                    <a:pt x="235" y="3244"/>
                    <a:pt x="349" y="3268"/>
                  </a:cubicBezTo>
                  <a:cubicBezTo>
                    <a:pt x="414" y="3284"/>
                    <a:pt x="414" y="3284"/>
                    <a:pt x="349" y="3309"/>
                  </a:cubicBezTo>
                  <a:cubicBezTo>
                    <a:pt x="292" y="3325"/>
                    <a:pt x="227" y="3349"/>
                    <a:pt x="292" y="3349"/>
                  </a:cubicBezTo>
                  <a:cubicBezTo>
                    <a:pt x="292" y="3349"/>
                    <a:pt x="292" y="3390"/>
                    <a:pt x="227" y="3406"/>
                  </a:cubicBezTo>
                  <a:cubicBezTo>
                    <a:pt x="227" y="3447"/>
                    <a:pt x="227" y="3471"/>
                    <a:pt x="292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8"/>
                    <a:pt x="349" y="3552"/>
                    <a:pt x="406" y="3552"/>
                  </a:cubicBezTo>
                  <a:cubicBezTo>
                    <a:pt x="462" y="3552"/>
                    <a:pt x="527" y="3568"/>
                    <a:pt x="527" y="3609"/>
                  </a:cubicBezTo>
                  <a:cubicBezTo>
                    <a:pt x="584" y="3649"/>
                    <a:pt x="584" y="3649"/>
                    <a:pt x="462" y="3666"/>
                  </a:cubicBezTo>
                  <a:cubicBezTo>
                    <a:pt x="406" y="3666"/>
                    <a:pt x="406" y="3690"/>
                    <a:pt x="406" y="3706"/>
                  </a:cubicBezTo>
                  <a:cubicBezTo>
                    <a:pt x="406" y="3706"/>
                    <a:pt x="406" y="3730"/>
                    <a:pt x="341" y="3747"/>
                  </a:cubicBezTo>
                  <a:cubicBezTo>
                    <a:pt x="284" y="3771"/>
                    <a:pt x="341" y="3771"/>
                    <a:pt x="406" y="3771"/>
                  </a:cubicBezTo>
                  <a:lnTo>
                    <a:pt x="519" y="3771"/>
                  </a:lnTo>
                  <a:cubicBezTo>
                    <a:pt x="519" y="3787"/>
                    <a:pt x="398" y="3811"/>
                    <a:pt x="341" y="3811"/>
                  </a:cubicBezTo>
                  <a:cubicBezTo>
                    <a:pt x="219" y="3828"/>
                    <a:pt x="219" y="3828"/>
                    <a:pt x="341" y="3828"/>
                  </a:cubicBezTo>
                  <a:cubicBezTo>
                    <a:pt x="398" y="3828"/>
                    <a:pt x="462" y="3852"/>
                    <a:pt x="398" y="3893"/>
                  </a:cubicBezTo>
                  <a:cubicBezTo>
                    <a:pt x="398" y="3933"/>
                    <a:pt x="398" y="3966"/>
                    <a:pt x="341" y="3966"/>
                  </a:cubicBezTo>
                  <a:cubicBezTo>
                    <a:pt x="276" y="3990"/>
                    <a:pt x="341" y="4006"/>
                    <a:pt x="341" y="4006"/>
                  </a:cubicBezTo>
                  <a:cubicBezTo>
                    <a:pt x="398" y="4030"/>
                    <a:pt x="398" y="4047"/>
                    <a:pt x="333" y="4111"/>
                  </a:cubicBezTo>
                  <a:cubicBezTo>
                    <a:pt x="211" y="4209"/>
                    <a:pt x="211" y="4209"/>
                    <a:pt x="333" y="4209"/>
                  </a:cubicBezTo>
                  <a:cubicBezTo>
                    <a:pt x="389" y="4209"/>
                    <a:pt x="454" y="4209"/>
                    <a:pt x="333" y="4225"/>
                  </a:cubicBezTo>
                  <a:cubicBezTo>
                    <a:pt x="268" y="4249"/>
                    <a:pt x="333" y="4266"/>
                    <a:pt x="389" y="4306"/>
                  </a:cubicBezTo>
                  <a:cubicBezTo>
                    <a:pt x="470" y="4322"/>
                    <a:pt x="552" y="4330"/>
                    <a:pt x="633" y="4330"/>
                  </a:cubicBezTo>
                  <a:cubicBezTo>
                    <a:pt x="746" y="4330"/>
                    <a:pt x="746" y="4330"/>
                    <a:pt x="689" y="4371"/>
                  </a:cubicBezTo>
                  <a:cubicBezTo>
                    <a:pt x="689" y="4387"/>
                    <a:pt x="625" y="4411"/>
                    <a:pt x="568" y="4411"/>
                  </a:cubicBezTo>
                  <a:cubicBezTo>
                    <a:pt x="511" y="4411"/>
                    <a:pt x="511" y="4387"/>
                    <a:pt x="511" y="4387"/>
                  </a:cubicBezTo>
                  <a:lnTo>
                    <a:pt x="511" y="4371"/>
                  </a:lnTo>
                  <a:cubicBezTo>
                    <a:pt x="446" y="4371"/>
                    <a:pt x="389" y="4371"/>
                    <a:pt x="389" y="4411"/>
                  </a:cubicBezTo>
                  <a:cubicBezTo>
                    <a:pt x="325" y="4428"/>
                    <a:pt x="325" y="4452"/>
                    <a:pt x="389" y="4452"/>
                  </a:cubicBezTo>
                  <a:cubicBezTo>
                    <a:pt x="325" y="4468"/>
                    <a:pt x="325" y="4509"/>
                    <a:pt x="325" y="4549"/>
                  </a:cubicBezTo>
                  <a:cubicBezTo>
                    <a:pt x="325" y="4590"/>
                    <a:pt x="325" y="4647"/>
                    <a:pt x="260" y="4671"/>
                  </a:cubicBezTo>
                  <a:cubicBezTo>
                    <a:pt x="260" y="4711"/>
                    <a:pt x="260" y="4728"/>
                    <a:pt x="316" y="4728"/>
                  </a:cubicBezTo>
                  <a:cubicBezTo>
                    <a:pt x="438" y="4728"/>
                    <a:pt x="438" y="4752"/>
                    <a:pt x="381" y="4752"/>
                  </a:cubicBezTo>
                  <a:cubicBezTo>
                    <a:pt x="378" y="4751"/>
                    <a:pt x="376" y="4751"/>
                    <a:pt x="373" y="4751"/>
                  </a:cubicBezTo>
                  <a:cubicBezTo>
                    <a:pt x="258" y="4751"/>
                    <a:pt x="199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cubicBezTo>
                    <a:pt x="325" y="5230"/>
                    <a:pt x="325" y="5263"/>
                    <a:pt x="325" y="5295"/>
                  </a:cubicBezTo>
                  <a:cubicBezTo>
                    <a:pt x="276" y="5384"/>
                    <a:pt x="325" y="5579"/>
                    <a:pt x="389" y="5587"/>
                  </a:cubicBezTo>
                  <a:lnTo>
                    <a:pt x="422" y="5676"/>
                  </a:lnTo>
                  <a:cubicBezTo>
                    <a:pt x="398" y="5765"/>
                    <a:pt x="406" y="5798"/>
                    <a:pt x="470" y="5798"/>
                  </a:cubicBezTo>
                  <a:cubicBezTo>
                    <a:pt x="520" y="5792"/>
                    <a:pt x="558" y="5776"/>
                    <a:pt x="563" y="5776"/>
                  </a:cubicBezTo>
                  <a:cubicBezTo>
                    <a:pt x="565" y="5776"/>
                    <a:pt x="559" y="5779"/>
                    <a:pt x="543" y="5790"/>
                  </a:cubicBezTo>
                  <a:cubicBezTo>
                    <a:pt x="487" y="5822"/>
                    <a:pt x="519" y="5887"/>
                    <a:pt x="592" y="5992"/>
                  </a:cubicBezTo>
                  <a:cubicBezTo>
                    <a:pt x="638" y="6052"/>
                    <a:pt x="658" y="6077"/>
                    <a:pt x="671" y="6077"/>
                  </a:cubicBezTo>
                  <a:cubicBezTo>
                    <a:pt x="681" y="6077"/>
                    <a:pt x="687" y="6062"/>
                    <a:pt x="698" y="6033"/>
                  </a:cubicBezTo>
                  <a:cubicBezTo>
                    <a:pt x="819" y="6090"/>
                    <a:pt x="779" y="6122"/>
                    <a:pt x="738" y="6171"/>
                  </a:cubicBezTo>
                  <a:cubicBezTo>
                    <a:pt x="673" y="6203"/>
                    <a:pt x="661" y="6233"/>
                    <a:pt x="692" y="6233"/>
                  </a:cubicBezTo>
                  <a:cubicBezTo>
                    <a:pt x="714" y="6233"/>
                    <a:pt x="761" y="6216"/>
                    <a:pt x="827" y="6171"/>
                  </a:cubicBezTo>
                  <a:cubicBezTo>
                    <a:pt x="866" y="6145"/>
                    <a:pt x="897" y="6135"/>
                    <a:pt x="918" y="6135"/>
                  </a:cubicBezTo>
                  <a:cubicBezTo>
                    <a:pt x="949" y="6135"/>
                    <a:pt x="957" y="6158"/>
                    <a:pt x="933" y="6187"/>
                  </a:cubicBezTo>
                  <a:cubicBezTo>
                    <a:pt x="918" y="6209"/>
                    <a:pt x="904" y="6216"/>
                    <a:pt x="890" y="6216"/>
                  </a:cubicBezTo>
                  <a:cubicBezTo>
                    <a:pt x="873" y="6216"/>
                    <a:pt x="857" y="6204"/>
                    <a:pt x="843" y="6195"/>
                  </a:cubicBezTo>
                  <a:lnTo>
                    <a:pt x="762" y="6276"/>
                  </a:lnTo>
                  <a:cubicBezTo>
                    <a:pt x="775" y="6288"/>
                    <a:pt x="783" y="6294"/>
                    <a:pt x="796" y="6294"/>
                  </a:cubicBezTo>
                  <a:cubicBezTo>
                    <a:pt x="809" y="6294"/>
                    <a:pt x="827" y="6288"/>
                    <a:pt x="860" y="6276"/>
                  </a:cubicBezTo>
                  <a:cubicBezTo>
                    <a:pt x="860" y="6276"/>
                    <a:pt x="868" y="6285"/>
                    <a:pt x="888" y="6285"/>
                  </a:cubicBezTo>
                  <a:cubicBezTo>
                    <a:pt x="901" y="6285"/>
                    <a:pt x="918" y="6281"/>
                    <a:pt x="941" y="6268"/>
                  </a:cubicBezTo>
                  <a:cubicBezTo>
                    <a:pt x="1006" y="6244"/>
                    <a:pt x="1046" y="6195"/>
                    <a:pt x="1054" y="6130"/>
                  </a:cubicBezTo>
                  <a:cubicBezTo>
                    <a:pt x="1063" y="6096"/>
                    <a:pt x="1074" y="6087"/>
                    <a:pt x="1086" y="6087"/>
                  </a:cubicBezTo>
                  <a:cubicBezTo>
                    <a:pt x="1096" y="6087"/>
                    <a:pt x="1108" y="6094"/>
                    <a:pt x="1119" y="6098"/>
                  </a:cubicBezTo>
                  <a:cubicBezTo>
                    <a:pt x="1127" y="6171"/>
                    <a:pt x="1095" y="6236"/>
                    <a:pt x="1030" y="6260"/>
                  </a:cubicBezTo>
                  <a:cubicBezTo>
                    <a:pt x="1027" y="6258"/>
                    <a:pt x="1023" y="6257"/>
                    <a:pt x="1020" y="6257"/>
                  </a:cubicBezTo>
                  <a:cubicBezTo>
                    <a:pt x="997" y="6257"/>
                    <a:pt x="968" y="6299"/>
                    <a:pt x="933" y="6341"/>
                  </a:cubicBezTo>
                  <a:cubicBezTo>
                    <a:pt x="917" y="6360"/>
                    <a:pt x="940" y="6371"/>
                    <a:pt x="979" y="6371"/>
                  </a:cubicBezTo>
                  <a:cubicBezTo>
                    <a:pt x="1040" y="6371"/>
                    <a:pt x="1138" y="6346"/>
                    <a:pt x="1192" y="6292"/>
                  </a:cubicBezTo>
                  <a:lnTo>
                    <a:pt x="1192" y="6292"/>
                  </a:lnTo>
                  <a:lnTo>
                    <a:pt x="1160" y="6341"/>
                  </a:lnTo>
                  <a:cubicBezTo>
                    <a:pt x="1127" y="6390"/>
                    <a:pt x="1184" y="6422"/>
                    <a:pt x="1249" y="6446"/>
                  </a:cubicBezTo>
                  <a:cubicBezTo>
                    <a:pt x="1274" y="6457"/>
                    <a:pt x="1295" y="6465"/>
                    <a:pt x="1312" y="6465"/>
                  </a:cubicBezTo>
                  <a:cubicBezTo>
                    <a:pt x="1333" y="6465"/>
                    <a:pt x="1349" y="6453"/>
                    <a:pt x="1362" y="6422"/>
                  </a:cubicBezTo>
                  <a:cubicBezTo>
                    <a:pt x="1385" y="6377"/>
                    <a:pt x="1408" y="6324"/>
                    <a:pt x="1431" y="6324"/>
                  </a:cubicBezTo>
                  <a:cubicBezTo>
                    <a:pt x="1432" y="6324"/>
                    <a:pt x="1434" y="6324"/>
                    <a:pt x="1435" y="6325"/>
                  </a:cubicBezTo>
                  <a:cubicBezTo>
                    <a:pt x="1411" y="6317"/>
                    <a:pt x="1435" y="6260"/>
                    <a:pt x="1460" y="6203"/>
                  </a:cubicBezTo>
                  <a:cubicBezTo>
                    <a:pt x="1476" y="6252"/>
                    <a:pt x="1492" y="6292"/>
                    <a:pt x="1492" y="6341"/>
                  </a:cubicBezTo>
                  <a:cubicBezTo>
                    <a:pt x="1508" y="6463"/>
                    <a:pt x="1549" y="6536"/>
                    <a:pt x="1679" y="6552"/>
                  </a:cubicBezTo>
                  <a:cubicBezTo>
                    <a:pt x="1735" y="6560"/>
                    <a:pt x="1808" y="6560"/>
                    <a:pt x="1849" y="6601"/>
                  </a:cubicBezTo>
                  <a:cubicBezTo>
                    <a:pt x="1857" y="6609"/>
                    <a:pt x="1865" y="6617"/>
                    <a:pt x="1865" y="6625"/>
                  </a:cubicBezTo>
                  <a:cubicBezTo>
                    <a:pt x="1938" y="6625"/>
                    <a:pt x="1970" y="6625"/>
                    <a:pt x="1979" y="6568"/>
                  </a:cubicBezTo>
                  <a:lnTo>
                    <a:pt x="2043" y="6568"/>
                  </a:lnTo>
                  <a:cubicBezTo>
                    <a:pt x="2060" y="6597"/>
                    <a:pt x="2088" y="6614"/>
                    <a:pt x="2108" y="6614"/>
                  </a:cubicBezTo>
                  <a:cubicBezTo>
                    <a:pt x="2127" y="6614"/>
                    <a:pt x="2140" y="6599"/>
                    <a:pt x="2133" y="6568"/>
                  </a:cubicBezTo>
                  <a:cubicBezTo>
                    <a:pt x="2141" y="6549"/>
                    <a:pt x="2148" y="6543"/>
                    <a:pt x="2155" y="6543"/>
                  </a:cubicBezTo>
                  <a:cubicBezTo>
                    <a:pt x="2169" y="6543"/>
                    <a:pt x="2181" y="6568"/>
                    <a:pt x="2197" y="6568"/>
                  </a:cubicBezTo>
                  <a:cubicBezTo>
                    <a:pt x="2216" y="6623"/>
                    <a:pt x="2226" y="6653"/>
                    <a:pt x="2229" y="6653"/>
                  </a:cubicBezTo>
                  <a:cubicBezTo>
                    <a:pt x="2233" y="6653"/>
                    <a:pt x="2227" y="6609"/>
                    <a:pt x="2214" y="6511"/>
                  </a:cubicBezTo>
                  <a:cubicBezTo>
                    <a:pt x="2214" y="6455"/>
                    <a:pt x="2173" y="6390"/>
                    <a:pt x="2157" y="6390"/>
                  </a:cubicBezTo>
                  <a:lnTo>
                    <a:pt x="2084" y="6390"/>
                  </a:lnTo>
                  <a:cubicBezTo>
                    <a:pt x="2108" y="6374"/>
                    <a:pt x="2133" y="6357"/>
                    <a:pt x="2157" y="6333"/>
                  </a:cubicBezTo>
                  <a:cubicBezTo>
                    <a:pt x="2173" y="6333"/>
                    <a:pt x="2214" y="6276"/>
                    <a:pt x="2214" y="6211"/>
                  </a:cubicBezTo>
                  <a:cubicBezTo>
                    <a:pt x="2214" y="6211"/>
                    <a:pt x="2214" y="6155"/>
                    <a:pt x="2238" y="6155"/>
                  </a:cubicBezTo>
                  <a:lnTo>
                    <a:pt x="2238" y="6276"/>
                  </a:lnTo>
                  <a:cubicBezTo>
                    <a:pt x="2222" y="6333"/>
                    <a:pt x="2214" y="6390"/>
                    <a:pt x="2214" y="6455"/>
                  </a:cubicBezTo>
                  <a:cubicBezTo>
                    <a:pt x="2229" y="6525"/>
                    <a:pt x="2256" y="6577"/>
                    <a:pt x="2275" y="6577"/>
                  </a:cubicBezTo>
                  <a:cubicBezTo>
                    <a:pt x="2287" y="6577"/>
                    <a:pt x="2295" y="6557"/>
                    <a:pt x="2295" y="6511"/>
                  </a:cubicBezTo>
                  <a:cubicBezTo>
                    <a:pt x="2319" y="6511"/>
                    <a:pt x="2319" y="6511"/>
                    <a:pt x="2335" y="6576"/>
                  </a:cubicBezTo>
                  <a:cubicBezTo>
                    <a:pt x="2335" y="6599"/>
                    <a:pt x="2339" y="6613"/>
                    <a:pt x="2345" y="6613"/>
                  </a:cubicBezTo>
                  <a:cubicBezTo>
                    <a:pt x="2354" y="6613"/>
                    <a:pt x="2366" y="6584"/>
                    <a:pt x="2376" y="6511"/>
                  </a:cubicBezTo>
                  <a:cubicBezTo>
                    <a:pt x="2388" y="6456"/>
                    <a:pt x="2398" y="6427"/>
                    <a:pt x="2408" y="6427"/>
                  </a:cubicBezTo>
                  <a:cubicBezTo>
                    <a:pt x="2418" y="6427"/>
                    <a:pt x="2428" y="6458"/>
                    <a:pt x="2441" y="6519"/>
                  </a:cubicBezTo>
                  <a:cubicBezTo>
                    <a:pt x="2459" y="6590"/>
                    <a:pt x="2494" y="6619"/>
                    <a:pt x="2521" y="6619"/>
                  </a:cubicBezTo>
                  <a:cubicBezTo>
                    <a:pt x="2540" y="6619"/>
                    <a:pt x="2554" y="6604"/>
                    <a:pt x="2554" y="6576"/>
                  </a:cubicBezTo>
                  <a:cubicBezTo>
                    <a:pt x="2554" y="6510"/>
                    <a:pt x="2576" y="6482"/>
                    <a:pt x="2598" y="6482"/>
                  </a:cubicBezTo>
                  <a:cubicBezTo>
                    <a:pt x="2613" y="6482"/>
                    <a:pt x="2629" y="6496"/>
                    <a:pt x="2635" y="6519"/>
                  </a:cubicBezTo>
                  <a:cubicBezTo>
                    <a:pt x="2647" y="6552"/>
                    <a:pt x="2658" y="6568"/>
                    <a:pt x="2668" y="6568"/>
                  </a:cubicBezTo>
                  <a:cubicBezTo>
                    <a:pt x="2678" y="6568"/>
                    <a:pt x="2688" y="6552"/>
                    <a:pt x="2700" y="6519"/>
                  </a:cubicBezTo>
                  <a:cubicBezTo>
                    <a:pt x="2700" y="6566"/>
                    <a:pt x="2708" y="6608"/>
                    <a:pt x="2719" y="6608"/>
                  </a:cubicBezTo>
                  <a:cubicBezTo>
                    <a:pt x="2723" y="6608"/>
                    <a:pt x="2728" y="6601"/>
                    <a:pt x="2733" y="6584"/>
                  </a:cubicBezTo>
                  <a:cubicBezTo>
                    <a:pt x="2733" y="6584"/>
                    <a:pt x="2757" y="6584"/>
                    <a:pt x="2733" y="6519"/>
                  </a:cubicBezTo>
                  <a:lnTo>
                    <a:pt x="2773" y="6406"/>
                  </a:lnTo>
                  <a:cubicBezTo>
                    <a:pt x="2757" y="6406"/>
                    <a:pt x="2757" y="6341"/>
                    <a:pt x="2757" y="6284"/>
                  </a:cubicBezTo>
                  <a:cubicBezTo>
                    <a:pt x="2757" y="6270"/>
                    <a:pt x="2762" y="6263"/>
                    <a:pt x="2770" y="6263"/>
                  </a:cubicBezTo>
                  <a:cubicBezTo>
                    <a:pt x="2794" y="6263"/>
                    <a:pt x="2848" y="6330"/>
                    <a:pt x="2878" y="6471"/>
                  </a:cubicBezTo>
                  <a:lnTo>
                    <a:pt x="2919" y="6584"/>
                  </a:lnTo>
                  <a:lnTo>
                    <a:pt x="2919" y="6471"/>
                  </a:lnTo>
                  <a:cubicBezTo>
                    <a:pt x="2935" y="6471"/>
                    <a:pt x="2960" y="6471"/>
                    <a:pt x="2960" y="6528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0" y="6592"/>
                    <a:pt x="3000" y="6528"/>
                  </a:cubicBezTo>
                  <a:cubicBezTo>
                    <a:pt x="3000" y="6457"/>
                    <a:pt x="3000" y="6428"/>
                    <a:pt x="3003" y="6428"/>
                  </a:cubicBezTo>
                  <a:cubicBezTo>
                    <a:pt x="3006" y="6428"/>
                    <a:pt x="3009" y="6443"/>
                    <a:pt x="3016" y="6471"/>
                  </a:cubicBezTo>
                  <a:cubicBezTo>
                    <a:pt x="3028" y="6532"/>
                    <a:pt x="3039" y="6562"/>
                    <a:pt x="3048" y="6562"/>
                  </a:cubicBezTo>
                  <a:cubicBezTo>
                    <a:pt x="3057" y="6562"/>
                    <a:pt x="3065" y="6532"/>
                    <a:pt x="3073" y="6471"/>
                  </a:cubicBezTo>
                  <a:cubicBezTo>
                    <a:pt x="3073" y="6410"/>
                    <a:pt x="3073" y="6380"/>
                    <a:pt x="3076" y="6380"/>
                  </a:cubicBezTo>
                  <a:cubicBezTo>
                    <a:pt x="3079" y="6380"/>
                    <a:pt x="3085" y="6410"/>
                    <a:pt x="3097" y="6471"/>
                  </a:cubicBezTo>
                  <a:cubicBezTo>
                    <a:pt x="3097" y="6528"/>
                    <a:pt x="3114" y="6592"/>
                    <a:pt x="3138" y="6592"/>
                  </a:cubicBezTo>
                  <a:lnTo>
                    <a:pt x="3138" y="6536"/>
                  </a:lnTo>
                  <a:cubicBezTo>
                    <a:pt x="3138" y="6463"/>
                    <a:pt x="3144" y="6434"/>
                    <a:pt x="3153" y="6434"/>
                  </a:cubicBezTo>
                  <a:cubicBezTo>
                    <a:pt x="3160" y="6434"/>
                    <a:pt x="3169" y="6448"/>
                    <a:pt x="3178" y="6471"/>
                  </a:cubicBezTo>
                  <a:cubicBezTo>
                    <a:pt x="3178" y="6503"/>
                    <a:pt x="3183" y="6519"/>
                    <a:pt x="3192" y="6519"/>
                  </a:cubicBezTo>
                  <a:cubicBezTo>
                    <a:pt x="3201" y="6519"/>
                    <a:pt x="3215" y="6503"/>
                    <a:pt x="3235" y="6471"/>
                  </a:cubicBezTo>
                  <a:cubicBezTo>
                    <a:pt x="3276" y="6479"/>
                    <a:pt x="3300" y="6479"/>
                    <a:pt x="3300" y="6536"/>
                  </a:cubicBezTo>
                  <a:cubicBezTo>
                    <a:pt x="3300" y="6596"/>
                    <a:pt x="3300" y="6627"/>
                    <a:pt x="3302" y="6627"/>
                  </a:cubicBezTo>
                  <a:cubicBezTo>
                    <a:pt x="3304" y="6627"/>
                    <a:pt x="3308" y="6596"/>
                    <a:pt x="3316" y="6536"/>
                  </a:cubicBezTo>
                  <a:cubicBezTo>
                    <a:pt x="3328" y="6507"/>
                    <a:pt x="3335" y="6493"/>
                    <a:pt x="3343" y="6493"/>
                  </a:cubicBezTo>
                  <a:cubicBezTo>
                    <a:pt x="3351" y="6493"/>
                    <a:pt x="3361" y="6507"/>
                    <a:pt x="3381" y="6536"/>
                  </a:cubicBezTo>
                  <a:cubicBezTo>
                    <a:pt x="3389" y="6568"/>
                    <a:pt x="3393" y="6584"/>
                    <a:pt x="3397" y="6584"/>
                  </a:cubicBezTo>
                  <a:cubicBezTo>
                    <a:pt x="3401" y="6584"/>
                    <a:pt x="3406" y="6568"/>
                    <a:pt x="3414" y="6536"/>
                  </a:cubicBezTo>
                  <a:cubicBezTo>
                    <a:pt x="3414" y="6422"/>
                    <a:pt x="3414" y="6357"/>
                    <a:pt x="3397" y="6357"/>
                  </a:cubicBezTo>
                  <a:cubicBezTo>
                    <a:pt x="3381" y="6357"/>
                    <a:pt x="3381" y="6357"/>
                    <a:pt x="3381" y="6301"/>
                  </a:cubicBezTo>
                  <a:lnTo>
                    <a:pt x="3422" y="6301"/>
                  </a:lnTo>
                  <a:cubicBezTo>
                    <a:pt x="3438" y="6301"/>
                    <a:pt x="3454" y="6301"/>
                    <a:pt x="3495" y="6244"/>
                  </a:cubicBezTo>
                  <a:cubicBezTo>
                    <a:pt x="3528" y="6191"/>
                    <a:pt x="3539" y="6107"/>
                    <a:pt x="3521" y="6107"/>
                  </a:cubicBezTo>
                  <a:cubicBezTo>
                    <a:pt x="3516" y="6107"/>
                    <a:pt x="3510" y="6111"/>
                    <a:pt x="3503" y="6122"/>
                  </a:cubicBezTo>
                  <a:lnTo>
                    <a:pt x="3487" y="6057"/>
                  </a:lnTo>
                  <a:cubicBezTo>
                    <a:pt x="3487" y="5968"/>
                    <a:pt x="3476" y="5924"/>
                    <a:pt x="3466" y="5924"/>
                  </a:cubicBezTo>
                  <a:cubicBezTo>
                    <a:pt x="3456" y="5924"/>
                    <a:pt x="3446" y="5968"/>
                    <a:pt x="3446" y="6057"/>
                  </a:cubicBezTo>
                  <a:cubicBezTo>
                    <a:pt x="3446" y="6157"/>
                    <a:pt x="3446" y="6201"/>
                    <a:pt x="3442" y="6201"/>
                  </a:cubicBezTo>
                  <a:cubicBezTo>
                    <a:pt x="3439" y="6201"/>
                    <a:pt x="3433" y="6173"/>
                    <a:pt x="3422" y="6122"/>
                  </a:cubicBezTo>
                  <a:cubicBezTo>
                    <a:pt x="3422" y="6001"/>
                    <a:pt x="3406" y="6001"/>
                    <a:pt x="3381" y="6001"/>
                  </a:cubicBezTo>
                  <a:cubicBezTo>
                    <a:pt x="3365" y="6001"/>
                    <a:pt x="3365" y="6001"/>
                    <a:pt x="3365" y="5936"/>
                  </a:cubicBezTo>
                  <a:cubicBezTo>
                    <a:pt x="3365" y="5879"/>
                    <a:pt x="3341" y="5822"/>
                    <a:pt x="3324" y="5814"/>
                  </a:cubicBezTo>
                  <a:cubicBezTo>
                    <a:pt x="3300" y="5814"/>
                    <a:pt x="3300" y="5814"/>
                    <a:pt x="3300" y="5879"/>
                  </a:cubicBezTo>
                  <a:cubicBezTo>
                    <a:pt x="3310" y="5902"/>
                    <a:pt x="3309" y="5916"/>
                    <a:pt x="3303" y="5916"/>
                  </a:cubicBezTo>
                  <a:cubicBezTo>
                    <a:pt x="3294" y="5916"/>
                    <a:pt x="3274" y="5886"/>
                    <a:pt x="3260" y="5814"/>
                  </a:cubicBezTo>
                  <a:cubicBezTo>
                    <a:pt x="3253" y="5791"/>
                    <a:pt x="3249" y="5777"/>
                    <a:pt x="3247" y="5777"/>
                  </a:cubicBezTo>
                  <a:cubicBezTo>
                    <a:pt x="3243" y="5777"/>
                    <a:pt x="3243" y="5807"/>
                    <a:pt x="3243" y="5879"/>
                  </a:cubicBezTo>
                  <a:cubicBezTo>
                    <a:pt x="3243" y="5935"/>
                    <a:pt x="3234" y="5963"/>
                    <a:pt x="3222" y="5963"/>
                  </a:cubicBezTo>
                  <a:cubicBezTo>
                    <a:pt x="3209" y="5963"/>
                    <a:pt x="3195" y="5933"/>
                    <a:pt x="3187" y="5871"/>
                  </a:cubicBezTo>
                  <a:lnTo>
                    <a:pt x="3146" y="5871"/>
                  </a:lnTo>
                  <a:cubicBezTo>
                    <a:pt x="3122" y="5871"/>
                    <a:pt x="3122" y="5936"/>
                    <a:pt x="3122" y="5992"/>
                  </a:cubicBezTo>
                  <a:cubicBezTo>
                    <a:pt x="3122" y="6063"/>
                    <a:pt x="3122" y="6092"/>
                    <a:pt x="3119" y="6092"/>
                  </a:cubicBezTo>
                  <a:cubicBezTo>
                    <a:pt x="3116" y="6092"/>
                    <a:pt x="3112" y="6077"/>
                    <a:pt x="3106" y="6049"/>
                  </a:cubicBezTo>
                  <a:cubicBezTo>
                    <a:pt x="3089" y="6017"/>
                    <a:pt x="3081" y="5976"/>
                    <a:pt x="3081" y="5936"/>
                  </a:cubicBezTo>
                  <a:cubicBezTo>
                    <a:pt x="3081" y="5871"/>
                    <a:pt x="3065" y="5871"/>
                    <a:pt x="3041" y="5871"/>
                  </a:cubicBezTo>
                  <a:cubicBezTo>
                    <a:pt x="3024" y="5871"/>
                    <a:pt x="2984" y="5871"/>
                    <a:pt x="2984" y="5928"/>
                  </a:cubicBezTo>
                  <a:cubicBezTo>
                    <a:pt x="2984" y="5912"/>
                    <a:pt x="2984" y="5891"/>
                    <a:pt x="2984" y="5871"/>
                  </a:cubicBezTo>
                  <a:cubicBezTo>
                    <a:pt x="2968" y="5871"/>
                    <a:pt x="2962" y="5842"/>
                    <a:pt x="2960" y="5842"/>
                  </a:cubicBezTo>
                  <a:cubicBezTo>
                    <a:pt x="2960" y="5842"/>
                    <a:pt x="2960" y="5849"/>
                    <a:pt x="2960" y="5871"/>
                  </a:cubicBezTo>
                  <a:cubicBezTo>
                    <a:pt x="2960" y="5871"/>
                    <a:pt x="2943" y="5871"/>
                    <a:pt x="2903" y="5806"/>
                  </a:cubicBezTo>
                  <a:cubicBezTo>
                    <a:pt x="2895" y="5796"/>
                    <a:pt x="2887" y="5791"/>
                    <a:pt x="2880" y="5791"/>
                  </a:cubicBezTo>
                  <a:cubicBezTo>
                    <a:pt x="2845" y="5791"/>
                    <a:pt x="2816" y="5885"/>
                    <a:pt x="2862" y="5984"/>
                  </a:cubicBezTo>
                  <a:lnTo>
                    <a:pt x="2838" y="5984"/>
                  </a:lnTo>
                  <a:cubicBezTo>
                    <a:pt x="2822" y="5984"/>
                    <a:pt x="2822" y="6049"/>
                    <a:pt x="2822" y="6049"/>
                  </a:cubicBezTo>
                  <a:cubicBezTo>
                    <a:pt x="2822" y="6106"/>
                    <a:pt x="2797" y="6106"/>
                    <a:pt x="2781" y="6106"/>
                  </a:cubicBezTo>
                  <a:lnTo>
                    <a:pt x="2781" y="5984"/>
                  </a:lnTo>
                  <a:cubicBezTo>
                    <a:pt x="2791" y="5881"/>
                    <a:pt x="2784" y="5819"/>
                    <a:pt x="2772" y="5819"/>
                  </a:cubicBezTo>
                  <a:cubicBezTo>
                    <a:pt x="2763" y="5819"/>
                    <a:pt x="2751" y="5852"/>
                    <a:pt x="2741" y="5928"/>
                  </a:cubicBezTo>
                  <a:lnTo>
                    <a:pt x="2741" y="5863"/>
                  </a:lnTo>
                  <a:cubicBezTo>
                    <a:pt x="2741" y="5834"/>
                    <a:pt x="2737" y="5820"/>
                    <a:pt x="2727" y="5820"/>
                  </a:cubicBezTo>
                  <a:cubicBezTo>
                    <a:pt x="2718" y="5820"/>
                    <a:pt x="2704" y="5834"/>
                    <a:pt x="2684" y="5863"/>
                  </a:cubicBezTo>
                  <a:cubicBezTo>
                    <a:pt x="2660" y="5863"/>
                    <a:pt x="2643" y="5984"/>
                    <a:pt x="2643" y="6041"/>
                  </a:cubicBezTo>
                  <a:cubicBezTo>
                    <a:pt x="2643" y="6106"/>
                    <a:pt x="2619" y="6106"/>
                    <a:pt x="2619" y="6106"/>
                  </a:cubicBezTo>
                  <a:cubicBezTo>
                    <a:pt x="2603" y="6106"/>
                    <a:pt x="2603" y="6106"/>
                    <a:pt x="2603" y="6041"/>
                  </a:cubicBezTo>
                  <a:cubicBezTo>
                    <a:pt x="2603" y="5980"/>
                    <a:pt x="2593" y="5950"/>
                    <a:pt x="2580" y="5950"/>
                  </a:cubicBezTo>
                  <a:cubicBezTo>
                    <a:pt x="2566" y="5950"/>
                    <a:pt x="2550" y="5980"/>
                    <a:pt x="2538" y="6041"/>
                  </a:cubicBezTo>
                  <a:lnTo>
                    <a:pt x="2538" y="5976"/>
                  </a:lnTo>
                  <a:cubicBezTo>
                    <a:pt x="2538" y="5936"/>
                    <a:pt x="2530" y="5896"/>
                    <a:pt x="2488" y="5896"/>
                  </a:cubicBezTo>
                  <a:cubicBezTo>
                    <a:pt x="2470" y="5896"/>
                    <a:pt x="2447" y="5903"/>
                    <a:pt x="2416" y="5919"/>
                  </a:cubicBezTo>
                  <a:cubicBezTo>
                    <a:pt x="2343" y="5919"/>
                    <a:pt x="2279" y="5911"/>
                    <a:pt x="2279" y="5855"/>
                  </a:cubicBezTo>
                  <a:cubicBezTo>
                    <a:pt x="2279" y="5844"/>
                    <a:pt x="2276" y="5840"/>
                    <a:pt x="2271" y="5840"/>
                  </a:cubicBezTo>
                  <a:cubicBezTo>
                    <a:pt x="2250" y="5840"/>
                    <a:pt x="2190" y="5934"/>
                    <a:pt x="2157" y="6033"/>
                  </a:cubicBezTo>
                  <a:cubicBezTo>
                    <a:pt x="2157" y="5968"/>
                    <a:pt x="2141" y="5968"/>
                    <a:pt x="2100" y="5968"/>
                  </a:cubicBezTo>
                  <a:cubicBezTo>
                    <a:pt x="2027" y="5968"/>
                    <a:pt x="2027" y="5968"/>
                    <a:pt x="2035" y="5911"/>
                  </a:cubicBezTo>
                  <a:cubicBezTo>
                    <a:pt x="2052" y="5851"/>
                    <a:pt x="2060" y="5820"/>
                    <a:pt x="2057" y="5820"/>
                  </a:cubicBezTo>
                  <a:cubicBezTo>
                    <a:pt x="2054" y="5820"/>
                    <a:pt x="2039" y="5851"/>
                    <a:pt x="2011" y="5911"/>
                  </a:cubicBezTo>
                  <a:cubicBezTo>
                    <a:pt x="2000" y="5955"/>
                    <a:pt x="1982" y="5973"/>
                    <a:pt x="1967" y="5973"/>
                  </a:cubicBezTo>
                  <a:cubicBezTo>
                    <a:pt x="1959" y="5973"/>
                    <a:pt x="1952" y="5968"/>
                    <a:pt x="1946" y="5960"/>
                  </a:cubicBezTo>
                  <a:cubicBezTo>
                    <a:pt x="1930" y="5928"/>
                    <a:pt x="1930" y="5887"/>
                    <a:pt x="1938" y="5847"/>
                  </a:cubicBezTo>
                  <a:cubicBezTo>
                    <a:pt x="1954" y="5790"/>
                    <a:pt x="1930" y="5790"/>
                    <a:pt x="1897" y="5790"/>
                  </a:cubicBezTo>
                  <a:cubicBezTo>
                    <a:pt x="1876" y="5825"/>
                    <a:pt x="1837" y="5848"/>
                    <a:pt x="1800" y="5848"/>
                  </a:cubicBezTo>
                  <a:cubicBezTo>
                    <a:pt x="1795" y="5848"/>
                    <a:pt x="1789" y="5848"/>
                    <a:pt x="1784" y="5847"/>
                  </a:cubicBezTo>
                  <a:cubicBezTo>
                    <a:pt x="1770" y="5845"/>
                    <a:pt x="1759" y="5843"/>
                    <a:pt x="1751" y="5843"/>
                  </a:cubicBezTo>
                  <a:cubicBezTo>
                    <a:pt x="1717" y="5843"/>
                    <a:pt x="1711" y="5862"/>
                    <a:pt x="1679" y="5952"/>
                  </a:cubicBezTo>
                  <a:cubicBezTo>
                    <a:pt x="1648" y="6036"/>
                    <a:pt x="1627" y="6053"/>
                    <a:pt x="1599" y="6053"/>
                  </a:cubicBezTo>
                  <a:cubicBezTo>
                    <a:pt x="1589" y="6053"/>
                    <a:pt x="1578" y="6051"/>
                    <a:pt x="1565" y="6049"/>
                  </a:cubicBezTo>
                  <a:cubicBezTo>
                    <a:pt x="1541" y="6041"/>
                    <a:pt x="1516" y="6033"/>
                    <a:pt x="1549" y="5984"/>
                  </a:cubicBezTo>
                  <a:cubicBezTo>
                    <a:pt x="1549" y="5984"/>
                    <a:pt x="1549" y="5919"/>
                    <a:pt x="1533" y="5911"/>
                  </a:cubicBezTo>
                  <a:cubicBezTo>
                    <a:pt x="1508" y="5911"/>
                    <a:pt x="1492" y="5895"/>
                    <a:pt x="1525" y="5847"/>
                  </a:cubicBezTo>
                  <a:cubicBezTo>
                    <a:pt x="1525" y="5847"/>
                    <a:pt x="1533" y="5790"/>
                    <a:pt x="1500" y="5774"/>
                  </a:cubicBezTo>
                  <a:cubicBezTo>
                    <a:pt x="1460" y="5749"/>
                    <a:pt x="1427" y="5733"/>
                    <a:pt x="1468" y="5676"/>
                  </a:cubicBezTo>
                  <a:cubicBezTo>
                    <a:pt x="1463" y="5674"/>
                    <a:pt x="1460" y="5672"/>
                    <a:pt x="1456" y="5672"/>
                  </a:cubicBezTo>
                  <a:cubicBezTo>
                    <a:pt x="1448" y="5672"/>
                    <a:pt x="1440" y="5682"/>
                    <a:pt x="1411" y="5717"/>
                  </a:cubicBezTo>
                  <a:cubicBezTo>
                    <a:pt x="1394" y="5747"/>
                    <a:pt x="1369" y="5771"/>
                    <a:pt x="1345" y="5771"/>
                  </a:cubicBezTo>
                  <a:cubicBezTo>
                    <a:pt x="1324" y="5771"/>
                    <a:pt x="1304" y="5754"/>
                    <a:pt x="1289" y="5709"/>
                  </a:cubicBezTo>
                  <a:cubicBezTo>
                    <a:pt x="1272" y="5686"/>
                    <a:pt x="1247" y="5659"/>
                    <a:pt x="1217" y="5659"/>
                  </a:cubicBezTo>
                  <a:cubicBezTo>
                    <a:pt x="1204" y="5659"/>
                    <a:pt x="1190" y="5664"/>
                    <a:pt x="1176" y="5676"/>
                  </a:cubicBezTo>
                  <a:cubicBezTo>
                    <a:pt x="1160" y="5660"/>
                    <a:pt x="1160" y="5660"/>
                    <a:pt x="1208" y="5619"/>
                  </a:cubicBezTo>
                  <a:cubicBezTo>
                    <a:pt x="1270" y="5558"/>
                    <a:pt x="1281" y="5528"/>
                    <a:pt x="1243" y="5528"/>
                  </a:cubicBezTo>
                  <a:cubicBezTo>
                    <a:pt x="1225" y="5528"/>
                    <a:pt x="1198" y="5534"/>
                    <a:pt x="1160" y="5547"/>
                  </a:cubicBezTo>
                  <a:cubicBezTo>
                    <a:pt x="1141" y="5562"/>
                    <a:pt x="1129" y="5569"/>
                    <a:pt x="1122" y="5569"/>
                  </a:cubicBezTo>
                  <a:cubicBezTo>
                    <a:pt x="1111" y="5569"/>
                    <a:pt x="1115" y="5549"/>
                    <a:pt x="1135" y="5514"/>
                  </a:cubicBezTo>
                  <a:cubicBezTo>
                    <a:pt x="1135" y="5514"/>
                    <a:pt x="1132" y="5507"/>
                    <a:pt x="1113" y="5507"/>
                  </a:cubicBezTo>
                  <a:cubicBezTo>
                    <a:pt x="1103" y="5507"/>
                    <a:pt x="1089" y="5509"/>
                    <a:pt x="1070" y="5514"/>
                  </a:cubicBezTo>
                  <a:cubicBezTo>
                    <a:pt x="1053" y="5519"/>
                    <a:pt x="1040" y="5521"/>
                    <a:pt x="1031" y="5521"/>
                  </a:cubicBezTo>
                  <a:cubicBezTo>
                    <a:pt x="1008" y="5521"/>
                    <a:pt x="1014" y="5502"/>
                    <a:pt x="1038" y="5449"/>
                  </a:cubicBezTo>
                  <a:cubicBezTo>
                    <a:pt x="1087" y="5425"/>
                    <a:pt x="1087" y="5401"/>
                    <a:pt x="1079" y="5384"/>
                  </a:cubicBezTo>
                  <a:cubicBezTo>
                    <a:pt x="997" y="5376"/>
                    <a:pt x="965" y="5133"/>
                    <a:pt x="1030" y="5101"/>
                  </a:cubicBezTo>
                  <a:cubicBezTo>
                    <a:pt x="973" y="5092"/>
                    <a:pt x="973" y="5092"/>
                    <a:pt x="973" y="5076"/>
                  </a:cubicBezTo>
                  <a:cubicBezTo>
                    <a:pt x="1047" y="5042"/>
                    <a:pt x="1055" y="5028"/>
                    <a:pt x="1023" y="5028"/>
                  </a:cubicBezTo>
                  <a:cubicBezTo>
                    <a:pt x="1003" y="5028"/>
                    <a:pt x="965" y="5034"/>
                    <a:pt x="916" y="5044"/>
                  </a:cubicBezTo>
                  <a:lnTo>
                    <a:pt x="916" y="5068"/>
                  </a:lnTo>
                  <a:lnTo>
                    <a:pt x="916" y="5084"/>
                  </a:lnTo>
                  <a:cubicBezTo>
                    <a:pt x="895" y="5090"/>
                    <a:pt x="878" y="5093"/>
                    <a:pt x="864" y="5093"/>
                  </a:cubicBezTo>
                  <a:cubicBezTo>
                    <a:pt x="800" y="5093"/>
                    <a:pt x="826" y="5038"/>
                    <a:pt x="973" y="5011"/>
                  </a:cubicBezTo>
                  <a:cubicBezTo>
                    <a:pt x="1095" y="4963"/>
                    <a:pt x="1095" y="4971"/>
                    <a:pt x="973" y="4963"/>
                  </a:cubicBezTo>
                  <a:cubicBezTo>
                    <a:pt x="860" y="4963"/>
                    <a:pt x="860" y="4930"/>
                    <a:pt x="973" y="4898"/>
                  </a:cubicBezTo>
                  <a:cubicBezTo>
                    <a:pt x="1095" y="4890"/>
                    <a:pt x="1095" y="4890"/>
                    <a:pt x="973" y="4882"/>
                  </a:cubicBezTo>
                  <a:cubicBezTo>
                    <a:pt x="747" y="4858"/>
                    <a:pt x="686" y="4768"/>
                    <a:pt x="890" y="4768"/>
                  </a:cubicBezTo>
                  <a:cubicBezTo>
                    <a:pt x="898" y="4768"/>
                    <a:pt x="907" y="4768"/>
                    <a:pt x="916" y="4768"/>
                  </a:cubicBezTo>
                  <a:cubicBezTo>
                    <a:pt x="1038" y="4768"/>
                    <a:pt x="1103" y="4752"/>
                    <a:pt x="1103" y="4728"/>
                  </a:cubicBezTo>
                  <a:cubicBezTo>
                    <a:pt x="1103" y="4711"/>
                    <a:pt x="1038" y="4711"/>
                    <a:pt x="981" y="4711"/>
                  </a:cubicBezTo>
                  <a:cubicBezTo>
                    <a:pt x="950" y="4716"/>
                    <a:pt x="927" y="4718"/>
                    <a:pt x="911" y="4718"/>
                  </a:cubicBezTo>
                  <a:cubicBezTo>
                    <a:pt x="868" y="4718"/>
                    <a:pt x="891" y="4701"/>
                    <a:pt x="981" y="4671"/>
                  </a:cubicBezTo>
                  <a:cubicBezTo>
                    <a:pt x="1160" y="4614"/>
                    <a:pt x="1160" y="4574"/>
                    <a:pt x="1046" y="4509"/>
                  </a:cubicBezTo>
                  <a:cubicBezTo>
                    <a:pt x="959" y="4450"/>
                    <a:pt x="934" y="4405"/>
                    <a:pt x="972" y="4405"/>
                  </a:cubicBezTo>
                  <a:cubicBezTo>
                    <a:pt x="987" y="4405"/>
                    <a:pt x="1012" y="4412"/>
                    <a:pt x="1046" y="4428"/>
                  </a:cubicBezTo>
                  <a:cubicBezTo>
                    <a:pt x="1107" y="4448"/>
                    <a:pt x="1137" y="4458"/>
                    <a:pt x="1144" y="4458"/>
                  </a:cubicBezTo>
                  <a:cubicBezTo>
                    <a:pt x="1152" y="4458"/>
                    <a:pt x="1135" y="4448"/>
                    <a:pt x="1103" y="4428"/>
                  </a:cubicBezTo>
                  <a:cubicBezTo>
                    <a:pt x="1111" y="4395"/>
                    <a:pt x="1111" y="4355"/>
                    <a:pt x="1111" y="4330"/>
                  </a:cubicBezTo>
                  <a:cubicBezTo>
                    <a:pt x="1111" y="4314"/>
                    <a:pt x="1046" y="4290"/>
                    <a:pt x="989" y="4290"/>
                  </a:cubicBezTo>
                  <a:cubicBezTo>
                    <a:pt x="1111" y="4274"/>
                    <a:pt x="1168" y="4233"/>
                    <a:pt x="1054" y="4193"/>
                  </a:cubicBezTo>
                  <a:lnTo>
                    <a:pt x="1054" y="4152"/>
                  </a:lnTo>
                  <a:cubicBezTo>
                    <a:pt x="1054" y="4128"/>
                    <a:pt x="1054" y="4128"/>
                    <a:pt x="997" y="4111"/>
                  </a:cubicBezTo>
                  <a:cubicBezTo>
                    <a:pt x="933" y="4095"/>
                    <a:pt x="997" y="4071"/>
                    <a:pt x="1054" y="4055"/>
                  </a:cubicBezTo>
                  <a:cubicBezTo>
                    <a:pt x="1111" y="4030"/>
                    <a:pt x="1176" y="4014"/>
                    <a:pt x="1119" y="4014"/>
                  </a:cubicBezTo>
                  <a:cubicBezTo>
                    <a:pt x="1054" y="3998"/>
                    <a:pt x="997" y="3982"/>
                    <a:pt x="941" y="3949"/>
                  </a:cubicBezTo>
                  <a:cubicBezTo>
                    <a:pt x="896" y="3938"/>
                    <a:pt x="913" y="3923"/>
                    <a:pt x="947" y="3923"/>
                  </a:cubicBezTo>
                  <a:cubicBezTo>
                    <a:pt x="962" y="3923"/>
                    <a:pt x="980" y="3926"/>
                    <a:pt x="997" y="3933"/>
                  </a:cubicBezTo>
                  <a:cubicBezTo>
                    <a:pt x="1046" y="3933"/>
                    <a:pt x="1087" y="3925"/>
                    <a:pt x="1119" y="3893"/>
                  </a:cubicBezTo>
                  <a:cubicBezTo>
                    <a:pt x="1119" y="3868"/>
                    <a:pt x="1119" y="3828"/>
                    <a:pt x="1062" y="3828"/>
                  </a:cubicBezTo>
                  <a:cubicBezTo>
                    <a:pt x="997" y="3828"/>
                    <a:pt x="1006" y="3714"/>
                    <a:pt x="1062" y="3690"/>
                  </a:cubicBezTo>
                  <a:cubicBezTo>
                    <a:pt x="1062" y="3690"/>
                    <a:pt x="1062" y="3674"/>
                    <a:pt x="1062" y="3649"/>
                  </a:cubicBezTo>
                  <a:cubicBezTo>
                    <a:pt x="1062" y="3633"/>
                    <a:pt x="1006" y="3609"/>
                    <a:pt x="1006" y="3593"/>
                  </a:cubicBezTo>
                  <a:cubicBezTo>
                    <a:pt x="1006" y="3593"/>
                    <a:pt x="1006" y="3568"/>
                    <a:pt x="949" y="3552"/>
                  </a:cubicBezTo>
                  <a:cubicBezTo>
                    <a:pt x="949" y="3528"/>
                    <a:pt x="949" y="3511"/>
                    <a:pt x="1006" y="3511"/>
                  </a:cubicBezTo>
                  <a:cubicBezTo>
                    <a:pt x="892" y="3487"/>
                    <a:pt x="892" y="3487"/>
                    <a:pt x="1006" y="3471"/>
                  </a:cubicBezTo>
                  <a:cubicBezTo>
                    <a:pt x="1127" y="3471"/>
                    <a:pt x="1127" y="3471"/>
                    <a:pt x="1006" y="3447"/>
                  </a:cubicBezTo>
                  <a:cubicBezTo>
                    <a:pt x="949" y="3430"/>
                    <a:pt x="949" y="3430"/>
                    <a:pt x="1014" y="3414"/>
                  </a:cubicBezTo>
                  <a:cubicBezTo>
                    <a:pt x="1070" y="3414"/>
                    <a:pt x="1070" y="3390"/>
                    <a:pt x="1014" y="3390"/>
                  </a:cubicBezTo>
                  <a:cubicBezTo>
                    <a:pt x="892" y="3374"/>
                    <a:pt x="835" y="3309"/>
                    <a:pt x="949" y="3309"/>
                  </a:cubicBezTo>
                  <a:cubicBezTo>
                    <a:pt x="949" y="3309"/>
                    <a:pt x="949" y="3293"/>
                    <a:pt x="892" y="3268"/>
                  </a:cubicBezTo>
                  <a:cubicBezTo>
                    <a:pt x="770" y="3252"/>
                    <a:pt x="770" y="3252"/>
                    <a:pt x="892" y="3252"/>
                  </a:cubicBezTo>
                  <a:cubicBezTo>
                    <a:pt x="1014" y="3228"/>
                    <a:pt x="1014" y="3212"/>
                    <a:pt x="892" y="3187"/>
                  </a:cubicBezTo>
                  <a:cubicBezTo>
                    <a:pt x="892" y="3187"/>
                    <a:pt x="835" y="3171"/>
                    <a:pt x="892" y="3147"/>
                  </a:cubicBezTo>
                  <a:cubicBezTo>
                    <a:pt x="953" y="3109"/>
                    <a:pt x="1013" y="3007"/>
                    <a:pt x="922" y="3007"/>
                  </a:cubicBezTo>
                  <a:cubicBezTo>
                    <a:pt x="915" y="3007"/>
                    <a:pt x="908" y="3008"/>
                    <a:pt x="900" y="3009"/>
                  </a:cubicBezTo>
                  <a:lnTo>
                    <a:pt x="900" y="2968"/>
                  </a:lnTo>
                  <a:cubicBezTo>
                    <a:pt x="957" y="2928"/>
                    <a:pt x="957" y="2912"/>
                    <a:pt x="900" y="2887"/>
                  </a:cubicBezTo>
                  <a:lnTo>
                    <a:pt x="843" y="2871"/>
                  </a:lnTo>
                  <a:cubicBezTo>
                    <a:pt x="900" y="2871"/>
                    <a:pt x="965" y="2847"/>
                    <a:pt x="965" y="2830"/>
                  </a:cubicBezTo>
                  <a:cubicBezTo>
                    <a:pt x="965" y="2806"/>
                    <a:pt x="965" y="2806"/>
                    <a:pt x="900" y="2806"/>
                  </a:cubicBezTo>
                  <a:cubicBezTo>
                    <a:pt x="883" y="2814"/>
                    <a:pt x="871" y="2816"/>
                    <a:pt x="863" y="2816"/>
                  </a:cubicBezTo>
                  <a:cubicBezTo>
                    <a:pt x="843" y="2816"/>
                    <a:pt x="843" y="2801"/>
                    <a:pt x="843" y="2790"/>
                  </a:cubicBezTo>
                  <a:cubicBezTo>
                    <a:pt x="843" y="2766"/>
                    <a:pt x="900" y="2749"/>
                    <a:pt x="965" y="2749"/>
                  </a:cubicBezTo>
                  <a:lnTo>
                    <a:pt x="965" y="2725"/>
                  </a:lnTo>
                  <a:cubicBezTo>
                    <a:pt x="843" y="2725"/>
                    <a:pt x="843" y="2709"/>
                    <a:pt x="908" y="2709"/>
                  </a:cubicBezTo>
                  <a:cubicBezTo>
                    <a:pt x="965" y="2685"/>
                    <a:pt x="965" y="2668"/>
                    <a:pt x="965" y="2652"/>
                  </a:cubicBezTo>
                  <a:cubicBezTo>
                    <a:pt x="927" y="2652"/>
                    <a:pt x="940" y="2641"/>
                    <a:pt x="952" y="2641"/>
                  </a:cubicBezTo>
                  <a:cubicBezTo>
                    <a:pt x="959" y="2641"/>
                    <a:pt x="965" y="2644"/>
                    <a:pt x="965" y="2652"/>
                  </a:cubicBezTo>
                  <a:lnTo>
                    <a:pt x="1022" y="2652"/>
                  </a:lnTo>
                  <a:cubicBezTo>
                    <a:pt x="1087" y="2628"/>
                    <a:pt x="1022" y="2628"/>
                    <a:pt x="965" y="2628"/>
                  </a:cubicBezTo>
                  <a:lnTo>
                    <a:pt x="965" y="2587"/>
                  </a:lnTo>
                  <a:cubicBezTo>
                    <a:pt x="965" y="2576"/>
                    <a:pt x="965" y="2561"/>
                    <a:pt x="946" y="2561"/>
                  </a:cubicBezTo>
                  <a:cubicBezTo>
                    <a:pt x="938" y="2561"/>
                    <a:pt x="926" y="2564"/>
                    <a:pt x="908" y="2571"/>
                  </a:cubicBezTo>
                  <a:cubicBezTo>
                    <a:pt x="843" y="2571"/>
                    <a:pt x="787" y="2571"/>
                    <a:pt x="787" y="2547"/>
                  </a:cubicBezTo>
                  <a:cubicBezTo>
                    <a:pt x="749" y="2547"/>
                    <a:pt x="761" y="2539"/>
                    <a:pt x="774" y="2539"/>
                  </a:cubicBezTo>
                  <a:cubicBezTo>
                    <a:pt x="780" y="2539"/>
                    <a:pt x="787" y="2541"/>
                    <a:pt x="787" y="2547"/>
                  </a:cubicBezTo>
                  <a:cubicBezTo>
                    <a:pt x="852" y="2547"/>
                    <a:pt x="908" y="2547"/>
                    <a:pt x="908" y="2530"/>
                  </a:cubicBezTo>
                  <a:cubicBezTo>
                    <a:pt x="908" y="2506"/>
                    <a:pt x="965" y="2506"/>
                    <a:pt x="965" y="2506"/>
                  </a:cubicBezTo>
                  <a:cubicBezTo>
                    <a:pt x="981" y="2509"/>
                    <a:pt x="993" y="2511"/>
                    <a:pt x="1003" y="2511"/>
                  </a:cubicBezTo>
                  <a:cubicBezTo>
                    <a:pt x="1072" y="2511"/>
                    <a:pt x="1023" y="2446"/>
                    <a:pt x="973" y="2425"/>
                  </a:cubicBezTo>
                  <a:cubicBezTo>
                    <a:pt x="852" y="2385"/>
                    <a:pt x="852" y="2368"/>
                    <a:pt x="973" y="2368"/>
                  </a:cubicBezTo>
                  <a:cubicBezTo>
                    <a:pt x="1095" y="2368"/>
                    <a:pt x="973" y="2328"/>
                    <a:pt x="795" y="2312"/>
                  </a:cubicBezTo>
                  <a:lnTo>
                    <a:pt x="616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6" y="2206"/>
                  </a:cubicBezTo>
                  <a:cubicBezTo>
                    <a:pt x="860" y="2166"/>
                    <a:pt x="860" y="2166"/>
                    <a:pt x="916" y="2166"/>
                  </a:cubicBezTo>
                  <a:cubicBezTo>
                    <a:pt x="973" y="2166"/>
                    <a:pt x="973" y="2149"/>
                    <a:pt x="981" y="2085"/>
                  </a:cubicBezTo>
                  <a:cubicBezTo>
                    <a:pt x="981" y="2028"/>
                    <a:pt x="981" y="2012"/>
                    <a:pt x="916" y="2012"/>
                  </a:cubicBezTo>
                  <a:cubicBezTo>
                    <a:pt x="916" y="2012"/>
                    <a:pt x="916" y="1987"/>
                    <a:pt x="925" y="1963"/>
                  </a:cubicBezTo>
                  <a:cubicBezTo>
                    <a:pt x="1020" y="1949"/>
                    <a:pt x="995" y="1919"/>
                    <a:pt x="913" y="1919"/>
                  </a:cubicBezTo>
                  <a:cubicBezTo>
                    <a:pt x="897" y="1919"/>
                    <a:pt x="879" y="1920"/>
                    <a:pt x="860" y="1922"/>
                  </a:cubicBezTo>
                  <a:lnTo>
                    <a:pt x="860" y="1874"/>
                  </a:lnTo>
                  <a:lnTo>
                    <a:pt x="925" y="1874"/>
                  </a:lnTo>
                  <a:cubicBezTo>
                    <a:pt x="929" y="1874"/>
                    <a:pt x="933" y="1875"/>
                    <a:pt x="937" y="1875"/>
                  </a:cubicBezTo>
                  <a:cubicBezTo>
                    <a:pt x="981" y="1875"/>
                    <a:pt x="982" y="1828"/>
                    <a:pt x="989" y="1671"/>
                  </a:cubicBezTo>
                  <a:cubicBezTo>
                    <a:pt x="997" y="1476"/>
                    <a:pt x="1022" y="1460"/>
                    <a:pt x="908" y="1412"/>
                  </a:cubicBezTo>
                  <a:cubicBezTo>
                    <a:pt x="840" y="1364"/>
                    <a:pt x="819" y="1334"/>
                    <a:pt x="842" y="1334"/>
                  </a:cubicBezTo>
                  <a:cubicBezTo>
                    <a:pt x="854" y="1334"/>
                    <a:pt x="879" y="1343"/>
                    <a:pt x="916" y="1363"/>
                  </a:cubicBezTo>
                  <a:cubicBezTo>
                    <a:pt x="948" y="1381"/>
                    <a:pt x="980" y="1392"/>
                    <a:pt x="993" y="1392"/>
                  </a:cubicBezTo>
                  <a:cubicBezTo>
                    <a:pt x="1004" y="1392"/>
                    <a:pt x="1003" y="1385"/>
                    <a:pt x="981" y="1371"/>
                  </a:cubicBezTo>
                  <a:cubicBezTo>
                    <a:pt x="995" y="1351"/>
                    <a:pt x="1019" y="1337"/>
                    <a:pt x="1041" y="1337"/>
                  </a:cubicBezTo>
                  <a:cubicBezTo>
                    <a:pt x="1045" y="1337"/>
                    <a:pt x="1050" y="1337"/>
                    <a:pt x="1054" y="1339"/>
                  </a:cubicBezTo>
                  <a:cubicBezTo>
                    <a:pt x="1064" y="1339"/>
                    <a:pt x="1073" y="1340"/>
                    <a:pt x="1081" y="1340"/>
                  </a:cubicBezTo>
                  <a:cubicBezTo>
                    <a:pt x="1178" y="1340"/>
                    <a:pt x="1140" y="1296"/>
                    <a:pt x="1095" y="1266"/>
                  </a:cubicBezTo>
                  <a:cubicBezTo>
                    <a:pt x="1042" y="1241"/>
                    <a:pt x="1030" y="1233"/>
                    <a:pt x="1038" y="1233"/>
                  </a:cubicBezTo>
                  <a:cubicBezTo>
                    <a:pt x="1046" y="1233"/>
                    <a:pt x="1075" y="1241"/>
                    <a:pt x="1103" y="1249"/>
                  </a:cubicBezTo>
                  <a:cubicBezTo>
                    <a:pt x="1137" y="1259"/>
                    <a:pt x="1173" y="1272"/>
                    <a:pt x="1187" y="1272"/>
                  </a:cubicBezTo>
                  <a:cubicBezTo>
                    <a:pt x="1197" y="1272"/>
                    <a:pt x="1196" y="1266"/>
                    <a:pt x="1176" y="1249"/>
                  </a:cubicBezTo>
                  <a:cubicBezTo>
                    <a:pt x="1145" y="1206"/>
                    <a:pt x="1161" y="1115"/>
                    <a:pt x="1211" y="1115"/>
                  </a:cubicBezTo>
                  <a:cubicBezTo>
                    <a:pt x="1226" y="1115"/>
                    <a:pt x="1244" y="1123"/>
                    <a:pt x="1265" y="1144"/>
                  </a:cubicBezTo>
                  <a:cubicBezTo>
                    <a:pt x="1273" y="1128"/>
                    <a:pt x="1281" y="1120"/>
                    <a:pt x="1289" y="1112"/>
                  </a:cubicBezTo>
                  <a:cubicBezTo>
                    <a:pt x="1249" y="1071"/>
                    <a:pt x="1281" y="1039"/>
                    <a:pt x="1314" y="1014"/>
                  </a:cubicBezTo>
                  <a:cubicBezTo>
                    <a:pt x="1333" y="1003"/>
                    <a:pt x="1347" y="995"/>
                    <a:pt x="1359" y="995"/>
                  </a:cubicBezTo>
                  <a:cubicBezTo>
                    <a:pt x="1373" y="995"/>
                    <a:pt x="1386" y="1005"/>
                    <a:pt x="1403" y="1031"/>
                  </a:cubicBezTo>
                  <a:cubicBezTo>
                    <a:pt x="1414" y="1059"/>
                    <a:pt x="1423" y="1074"/>
                    <a:pt x="1430" y="1074"/>
                  </a:cubicBezTo>
                  <a:cubicBezTo>
                    <a:pt x="1438" y="1074"/>
                    <a:pt x="1443" y="1051"/>
                    <a:pt x="1443" y="1006"/>
                  </a:cubicBezTo>
                  <a:cubicBezTo>
                    <a:pt x="1452" y="998"/>
                    <a:pt x="1411" y="893"/>
                    <a:pt x="1427" y="885"/>
                  </a:cubicBezTo>
                  <a:cubicBezTo>
                    <a:pt x="1395" y="836"/>
                    <a:pt x="1387" y="771"/>
                    <a:pt x="1411" y="763"/>
                  </a:cubicBezTo>
                  <a:lnTo>
                    <a:pt x="1411" y="763"/>
                  </a:lnTo>
                  <a:lnTo>
                    <a:pt x="1443" y="812"/>
                  </a:lnTo>
                  <a:lnTo>
                    <a:pt x="1500" y="917"/>
                  </a:lnTo>
                  <a:cubicBezTo>
                    <a:pt x="1516" y="909"/>
                    <a:pt x="1541" y="901"/>
                    <a:pt x="1508" y="852"/>
                  </a:cubicBezTo>
                  <a:lnTo>
                    <a:pt x="1508" y="852"/>
                  </a:lnTo>
                  <a:cubicBezTo>
                    <a:pt x="1542" y="880"/>
                    <a:pt x="1564" y="889"/>
                    <a:pt x="1588" y="889"/>
                  </a:cubicBezTo>
                  <a:cubicBezTo>
                    <a:pt x="1598" y="889"/>
                    <a:pt x="1609" y="887"/>
                    <a:pt x="1622" y="885"/>
                  </a:cubicBezTo>
                  <a:cubicBezTo>
                    <a:pt x="1662" y="876"/>
                    <a:pt x="1703" y="868"/>
                    <a:pt x="1703" y="812"/>
                  </a:cubicBezTo>
                  <a:cubicBezTo>
                    <a:pt x="1735" y="864"/>
                    <a:pt x="1780" y="893"/>
                    <a:pt x="1816" y="893"/>
                  </a:cubicBezTo>
                  <a:cubicBezTo>
                    <a:pt x="1853" y="893"/>
                    <a:pt x="1881" y="864"/>
                    <a:pt x="1881" y="804"/>
                  </a:cubicBezTo>
                  <a:cubicBezTo>
                    <a:pt x="1873" y="775"/>
                    <a:pt x="1875" y="761"/>
                    <a:pt x="1883" y="761"/>
                  </a:cubicBezTo>
                  <a:cubicBezTo>
                    <a:pt x="1891" y="761"/>
                    <a:pt x="1906" y="775"/>
                    <a:pt x="1922" y="804"/>
                  </a:cubicBezTo>
                  <a:cubicBezTo>
                    <a:pt x="1938" y="836"/>
                    <a:pt x="1946" y="852"/>
                    <a:pt x="1952" y="852"/>
                  </a:cubicBezTo>
                  <a:cubicBezTo>
                    <a:pt x="1958" y="852"/>
                    <a:pt x="1962" y="836"/>
                    <a:pt x="1970" y="804"/>
                  </a:cubicBezTo>
                  <a:cubicBezTo>
                    <a:pt x="1973" y="788"/>
                    <a:pt x="1977" y="782"/>
                    <a:pt x="1982" y="782"/>
                  </a:cubicBezTo>
                  <a:cubicBezTo>
                    <a:pt x="1996" y="782"/>
                    <a:pt x="2018" y="827"/>
                    <a:pt x="2035" y="868"/>
                  </a:cubicBezTo>
                  <a:cubicBezTo>
                    <a:pt x="2054" y="939"/>
                    <a:pt x="2067" y="968"/>
                    <a:pt x="2078" y="968"/>
                  </a:cubicBezTo>
                  <a:cubicBezTo>
                    <a:pt x="2086" y="968"/>
                    <a:pt x="2093" y="953"/>
                    <a:pt x="2100" y="925"/>
                  </a:cubicBezTo>
                  <a:cubicBezTo>
                    <a:pt x="2116" y="893"/>
                    <a:pt x="2157" y="868"/>
                    <a:pt x="2197" y="868"/>
                  </a:cubicBezTo>
                  <a:cubicBezTo>
                    <a:pt x="2238" y="812"/>
                    <a:pt x="2262" y="812"/>
                    <a:pt x="2238" y="755"/>
                  </a:cubicBezTo>
                  <a:cubicBezTo>
                    <a:pt x="2246" y="714"/>
                    <a:pt x="2246" y="674"/>
                    <a:pt x="2262" y="633"/>
                  </a:cubicBezTo>
                  <a:cubicBezTo>
                    <a:pt x="2276" y="614"/>
                    <a:pt x="2285" y="608"/>
                    <a:pt x="2290" y="608"/>
                  </a:cubicBezTo>
                  <a:cubicBezTo>
                    <a:pt x="2300" y="608"/>
                    <a:pt x="2295" y="633"/>
                    <a:pt x="2279" y="633"/>
                  </a:cubicBezTo>
                  <a:cubicBezTo>
                    <a:pt x="2238" y="690"/>
                    <a:pt x="2262" y="690"/>
                    <a:pt x="2279" y="755"/>
                  </a:cubicBezTo>
                  <a:cubicBezTo>
                    <a:pt x="2286" y="784"/>
                    <a:pt x="2319" y="813"/>
                    <a:pt x="2349" y="813"/>
                  </a:cubicBezTo>
                  <a:cubicBezTo>
                    <a:pt x="2353" y="813"/>
                    <a:pt x="2356" y="812"/>
                    <a:pt x="2360" y="812"/>
                  </a:cubicBezTo>
                  <a:lnTo>
                    <a:pt x="2441" y="820"/>
                  </a:lnTo>
                  <a:cubicBezTo>
                    <a:pt x="2473" y="848"/>
                    <a:pt x="2493" y="862"/>
                    <a:pt x="2506" y="862"/>
                  </a:cubicBezTo>
                  <a:cubicBezTo>
                    <a:pt x="2518" y="862"/>
                    <a:pt x="2522" y="848"/>
                    <a:pt x="2522" y="820"/>
                  </a:cubicBezTo>
                  <a:lnTo>
                    <a:pt x="2522" y="755"/>
                  </a:lnTo>
                  <a:cubicBezTo>
                    <a:pt x="2530" y="818"/>
                    <a:pt x="2595" y="850"/>
                    <a:pt x="2658" y="850"/>
                  </a:cubicBezTo>
                  <a:cubicBezTo>
                    <a:pt x="2716" y="850"/>
                    <a:pt x="2773" y="822"/>
                    <a:pt x="2781" y="763"/>
                  </a:cubicBezTo>
                  <a:lnTo>
                    <a:pt x="2781" y="828"/>
                  </a:lnTo>
                  <a:cubicBezTo>
                    <a:pt x="2781" y="885"/>
                    <a:pt x="2806" y="885"/>
                    <a:pt x="2838" y="885"/>
                  </a:cubicBezTo>
                  <a:cubicBezTo>
                    <a:pt x="2862" y="885"/>
                    <a:pt x="2943" y="828"/>
                    <a:pt x="3000" y="828"/>
                  </a:cubicBezTo>
                  <a:cubicBezTo>
                    <a:pt x="3081" y="828"/>
                    <a:pt x="3138" y="828"/>
                    <a:pt x="3138" y="771"/>
                  </a:cubicBezTo>
                  <a:cubicBezTo>
                    <a:pt x="3162" y="771"/>
                    <a:pt x="3162" y="771"/>
                    <a:pt x="3162" y="836"/>
                  </a:cubicBezTo>
                  <a:cubicBezTo>
                    <a:pt x="3138" y="893"/>
                    <a:pt x="3162" y="893"/>
                    <a:pt x="3178" y="893"/>
                  </a:cubicBezTo>
                  <a:cubicBezTo>
                    <a:pt x="3203" y="893"/>
                    <a:pt x="3203" y="836"/>
                    <a:pt x="3203" y="771"/>
                  </a:cubicBezTo>
                  <a:cubicBezTo>
                    <a:pt x="3203" y="743"/>
                    <a:pt x="3207" y="729"/>
                    <a:pt x="3216" y="729"/>
                  </a:cubicBezTo>
                  <a:cubicBezTo>
                    <a:pt x="3225" y="729"/>
                    <a:pt x="3239" y="743"/>
                    <a:pt x="3260" y="771"/>
                  </a:cubicBezTo>
                  <a:cubicBezTo>
                    <a:pt x="3281" y="805"/>
                    <a:pt x="3312" y="821"/>
                    <a:pt x="3344" y="821"/>
                  </a:cubicBezTo>
                  <a:cubicBezTo>
                    <a:pt x="3373" y="821"/>
                    <a:pt x="3402" y="807"/>
                    <a:pt x="3422" y="779"/>
                  </a:cubicBezTo>
                  <a:cubicBezTo>
                    <a:pt x="3438" y="779"/>
                    <a:pt x="3462" y="779"/>
                    <a:pt x="3462" y="836"/>
                  </a:cubicBezTo>
                  <a:cubicBezTo>
                    <a:pt x="3472" y="874"/>
                    <a:pt x="3490" y="909"/>
                    <a:pt x="3511" y="909"/>
                  </a:cubicBezTo>
                  <a:cubicBezTo>
                    <a:pt x="3526" y="909"/>
                    <a:pt x="3543" y="891"/>
                    <a:pt x="3560" y="844"/>
                  </a:cubicBezTo>
                  <a:cubicBezTo>
                    <a:pt x="3584" y="844"/>
                    <a:pt x="3584" y="844"/>
                    <a:pt x="3584" y="901"/>
                  </a:cubicBezTo>
                  <a:cubicBezTo>
                    <a:pt x="3593" y="939"/>
                    <a:pt x="3597" y="974"/>
                    <a:pt x="3604" y="974"/>
                  </a:cubicBezTo>
                  <a:cubicBezTo>
                    <a:pt x="3608" y="974"/>
                    <a:pt x="3614" y="956"/>
                    <a:pt x="3624" y="909"/>
                  </a:cubicBezTo>
                  <a:cubicBezTo>
                    <a:pt x="3640" y="881"/>
                    <a:pt x="3667" y="867"/>
                    <a:pt x="3694" y="867"/>
                  </a:cubicBezTo>
                  <a:cubicBezTo>
                    <a:pt x="3722" y="867"/>
                    <a:pt x="3750" y="884"/>
                    <a:pt x="3762" y="917"/>
                  </a:cubicBezTo>
                  <a:cubicBezTo>
                    <a:pt x="3765" y="917"/>
                    <a:pt x="3769" y="917"/>
                    <a:pt x="3773" y="917"/>
                  </a:cubicBezTo>
                  <a:cubicBezTo>
                    <a:pt x="3788" y="917"/>
                    <a:pt x="3804" y="912"/>
                    <a:pt x="3811" y="860"/>
                  </a:cubicBezTo>
                  <a:cubicBezTo>
                    <a:pt x="3811" y="846"/>
                    <a:pt x="3811" y="832"/>
                    <a:pt x="3812" y="820"/>
                  </a:cubicBezTo>
                  <a:lnTo>
                    <a:pt x="3812" y="820"/>
                  </a:lnTo>
                  <a:cubicBezTo>
                    <a:pt x="3815" y="871"/>
                    <a:pt x="3818" y="896"/>
                    <a:pt x="3823" y="896"/>
                  </a:cubicBezTo>
                  <a:cubicBezTo>
                    <a:pt x="3829" y="896"/>
                    <a:pt x="3840" y="867"/>
                    <a:pt x="3860" y="812"/>
                  </a:cubicBezTo>
                  <a:cubicBezTo>
                    <a:pt x="3860" y="783"/>
                    <a:pt x="3866" y="769"/>
                    <a:pt x="3871" y="769"/>
                  </a:cubicBezTo>
                  <a:cubicBezTo>
                    <a:pt x="3876" y="769"/>
                    <a:pt x="3880" y="783"/>
                    <a:pt x="3876" y="812"/>
                  </a:cubicBezTo>
                  <a:cubicBezTo>
                    <a:pt x="3892" y="876"/>
                    <a:pt x="3908" y="876"/>
                    <a:pt x="3908" y="876"/>
                  </a:cubicBezTo>
                  <a:cubicBezTo>
                    <a:pt x="3951" y="867"/>
                    <a:pt x="3996" y="863"/>
                    <a:pt x="4043" y="863"/>
                  </a:cubicBezTo>
                  <a:cubicBezTo>
                    <a:pt x="4076" y="863"/>
                    <a:pt x="4110" y="865"/>
                    <a:pt x="4143" y="868"/>
                  </a:cubicBezTo>
                  <a:cubicBezTo>
                    <a:pt x="4243" y="893"/>
                    <a:pt x="4303" y="915"/>
                    <a:pt x="4338" y="915"/>
                  </a:cubicBezTo>
                  <a:cubicBezTo>
                    <a:pt x="4360" y="915"/>
                    <a:pt x="4372" y="906"/>
                    <a:pt x="4378" y="885"/>
                  </a:cubicBezTo>
                  <a:cubicBezTo>
                    <a:pt x="4397" y="862"/>
                    <a:pt x="4407" y="850"/>
                    <a:pt x="4413" y="850"/>
                  </a:cubicBezTo>
                  <a:cubicBezTo>
                    <a:pt x="4419" y="850"/>
                    <a:pt x="4419" y="866"/>
                    <a:pt x="4419" y="901"/>
                  </a:cubicBezTo>
                  <a:cubicBezTo>
                    <a:pt x="4419" y="958"/>
                    <a:pt x="4435" y="966"/>
                    <a:pt x="4460" y="974"/>
                  </a:cubicBezTo>
                  <a:cubicBezTo>
                    <a:pt x="4476" y="982"/>
                    <a:pt x="4500" y="990"/>
                    <a:pt x="4476" y="1047"/>
                  </a:cubicBezTo>
                  <a:cubicBezTo>
                    <a:pt x="4505" y="1012"/>
                    <a:pt x="4513" y="1002"/>
                    <a:pt x="4521" y="1002"/>
                  </a:cubicBezTo>
                  <a:cubicBezTo>
                    <a:pt x="4524" y="1002"/>
                    <a:pt x="4528" y="1004"/>
                    <a:pt x="4532" y="1006"/>
                  </a:cubicBezTo>
                  <a:cubicBezTo>
                    <a:pt x="4518" y="1039"/>
                    <a:pt x="4521" y="1056"/>
                    <a:pt x="4533" y="1056"/>
                  </a:cubicBezTo>
                  <a:cubicBezTo>
                    <a:pt x="4542" y="1056"/>
                    <a:pt x="4556" y="1047"/>
                    <a:pt x="4573" y="1031"/>
                  </a:cubicBezTo>
                  <a:cubicBezTo>
                    <a:pt x="4605" y="979"/>
                    <a:pt x="4621" y="952"/>
                    <a:pt x="4624" y="952"/>
                  </a:cubicBezTo>
                  <a:cubicBezTo>
                    <a:pt x="4626" y="952"/>
                    <a:pt x="4614" y="981"/>
                    <a:pt x="4589" y="1039"/>
                  </a:cubicBezTo>
                  <a:cubicBezTo>
                    <a:pt x="4571" y="1076"/>
                    <a:pt x="4585" y="1131"/>
                    <a:pt x="4596" y="1131"/>
                  </a:cubicBezTo>
                  <a:cubicBezTo>
                    <a:pt x="4600" y="1131"/>
                    <a:pt x="4603" y="1125"/>
                    <a:pt x="4605" y="1112"/>
                  </a:cubicBezTo>
                  <a:cubicBezTo>
                    <a:pt x="4630" y="1055"/>
                    <a:pt x="4662" y="1071"/>
                    <a:pt x="4711" y="1031"/>
                  </a:cubicBezTo>
                  <a:cubicBezTo>
                    <a:pt x="4727" y="1039"/>
                    <a:pt x="4751" y="1047"/>
                    <a:pt x="4719" y="1103"/>
                  </a:cubicBezTo>
                  <a:cubicBezTo>
                    <a:pt x="4714" y="1137"/>
                    <a:pt x="4751" y="1153"/>
                    <a:pt x="4792" y="1153"/>
                  </a:cubicBezTo>
                  <a:cubicBezTo>
                    <a:pt x="4821" y="1153"/>
                    <a:pt x="4853" y="1145"/>
                    <a:pt x="4873" y="1128"/>
                  </a:cubicBezTo>
                  <a:cubicBezTo>
                    <a:pt x="4888" y="1106"/>
                    <a:pt x="4901" y="1095"/>
                    <a:pt x="4908" y="1095"/>
                  </a:cubicBezTo>
                  <a:cubicBezTo>
                    <a:pt x="4916" y="1095"/>
                    <a:pt x="4915" y="1110"/>
                    <a:pt x="4897" y="1136"/>
                  </a:cubicBezTo>
                  <a:cubicBezTo>
                    <a:pt x="4865" y="1193"/>
                    <a:pt x="4881" y="1201"/>
                    <a:pt x="4897" y="1209"/>
                  </a:cubicBezTo>
                  <a:cubicBezTo>
                    <a:pt x="4909" y="1199"/>
                    <a:pt x="4916" y="1195"/>
                    <a:pt x="4919" y="1195"/>
                  </a:cubicBezTo>
                  <a:cubicBezTo>
                    <a:pt x="4930" y="1195"/>
                    <a:pt x="4906" y="1237"/>
                    <a:pt x="4881" y="1274"/>
                  </a:cubicBezTo>
                  <a:cubicBezTo>
                    <a:pt x="4832" y="1314"/>
                    <a:pt x="4849" y="1322"/>
                    <a:pt x="4881" y="1347"/>
                  </a:cubicBezTo>
                  <a:cubicBezTo>
                    <a:pt x="4896" y="1336"/>
                    <a:pt x="4911" y="1331"/>
                    <a:pt x="4926" y="1331"/>
                  </a:cubicBezTo>
                  <a:cubicBezTo>
                    <a:pt x="4967" y="1331"/>
                    <a:pt x="5008" y="1366"/>
                    <a:pt x="5043" y="1395"/>
                  </a:cubicBezTo>
                  <a:cubicBezTo>
                    <a:pt x="5073" y="1416"/>
                    <a:pt x="5100" y="1425"/>
                    <a:pt x="5126" y="1425"/>
                  </a:cubicBezTo>
                  <a:cubicBezTo>
                    <a:pt x="5173" y="1425"/>
                    <a:pt x="5220" y="1399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2" y="1428"/>
                    <a:pt x="5230" y="1476"/>
                    <a:pt x="5197" y="1525"/>
                  </a:cubicBezTo>
                  <a:cubicBezTo>
                    <a:pt x="5200" y="1527"/>
                    <a:pt x="5202" y="1528"/>
                    <a:pt x="5205" y="1528"/>
                  </a:cubicBezTo>
                  <a:cubicBezTo>
                    <a:pt x="5225" y="1528"/>
                    <a:pt x="5260" y="1487"/>
                    <a:pt x="5295" y="1452"/>
                  </a:cubicBezTo>
                  <a:cubicBezTo>
                    <a:pt x="5310" y="1436"/>
                    <a:pt x="5323" y="1428"/>
                    <a:pt x="5331" y="1428"/>
                  </a:cubicBezTo>
                  <a:cubicBezTo>
                    <a:pt x="5344" y="1428"/>
                    <a:pt x="5348" y="1448"/>
                    <a:pt x="5343" y="1493"/>
                  </a:cubicBezTo>
                  <a:cubicBezTo>
                    <a:pt x="5332" y="1545"/>
                    <a:pt x="5337" y="1568"/>
                    <a:pt x="5361" y="1568"/>
                  </a:cubicBezTo>
                  <a:cubicBezTo>
                    <a:pt x="5371" y="1568"/>
                    <a:pt x="5384" y="1564"/>
                    <a:pt x="5400" y="1558"/>
                  </a:cubicBezTo>
                  <a:cubicBezTo>
                    <a:pt x="5416" y="1574"/>
                    <a:pt x="5424" y="1590"/>
                    <a:pt x="5400" y="1647"/>
                  </a:cubicBezTo>
                  <a:cubicBezTo>
                    <a:pt x="5403" y="1653"/>
                    <a:pt x="5405" y="1657"/>
                    <a:pt x="5409" y="1657"/>
                  </a:cubicBezTo>
                  <a:cubicBezTo>
                    <a:pt x="5415" y="1657"/>
                    <a:pt x="5427" y="1647"/>
                    <a:pt x="5457" y="1622"/>
                  </a:cubicBezTo>
                  <a:cubicBezTo>
                    <a:pt x="5472" y="1607"/>
                    <a:pt x="5484" y="1600"/>
                    <a:pt x="5491" y="1600"/>
                  </a:cubicBezTo>
                  <a:cubicBezTo>
                    <a:pt x="5503" y="1600"/>
                    <a:pt x="5501" y="1619"/>
                    <a:pt x="5481" y="1655"/>
                  </a:cubicBezTo>
                  <a:cubicBezTo>
                    <a:pt x="5426" y="1722"/>
                    <a:pt x="5436" y="1767"/>
                    <a:pt x="5461" y="1767"/>
                  </a:cubicBezTo>
                  <a:cubicBezTo>
                    <a:pt x="5469" y="1767"/>
                    <a:pt x="5479" y="1762"/>
                    <a:pt x="5489" y="1752"/>
                  </a:cubicBezTo>
                  <a:cubicBezTo>
                    <a:pt x="5509" y="1736"/>
                    <a:pt x="5523" y="1730"/>
                    <a:pt x="5534" y="1730"/>
                  </a:cubicBezTo>
                  <a:cubicBezTo>
                    <a:pt x="5550" y="1730"/>
                    <a:pt x="5557" y="1742"/>
                    <a:pt x="5562" y="1752"/>
                  </a:cubicBezTo>
                  <a:cubicBezTo>
                    <a:pt x="5574" y="1764"/>
                    <a:pt x="5581" y="1775"/>
                    <a:pt x="5607" y="1775"/>
                  </a:cubicBezTo>
                  <a:cubicBezTo>
                    <a:pt x="5618" y="1775"/>
                    <a:pt x="5632" y="1773"/>
                    <a:pt x="5651" y="1768"/>
                  </a:cubicBezTo>
                  <a:lnTo>
                    <a:pt x="5676" y="1801"/>
                  </a:lnTo>
                  <a:cubicBezTo>
                    <a:pt x="5681" y="1812"/>
                    <a:pt x="5655" y="1824"/>
                    <a:pt x="5633" y="1824"/>
                  </a:cubicBezTo>
                  <a:cubicBezTo>
                    <a:pt x="5624" y="1824"/>
                    <a:pt x="5616" y="1822"/>
                    <a:pt x="5611" y="1817"/>
                  </a:cubicBezTo>
                  <a:lnTo>
                    <a:pt x="5578" y="1874"/>
                  </a:lnTo>
                  <a:cubicBezTo>
                    <a:pt x="5596" y="1897"/>
                    <a:pt x="5605" y="1913"/>
                    <a:pt x="5634" y="1913"/>
                  </a:cubicBezTo>
                  <a:cubicBezTo>
                    <a:pt x="5645" y="1913"/>
                    <a:pt x="5658" y="1911"/>
                    <a:pt x="5676" y="1906"/>
                  </a:cubicBezTo>
                  <a:cubicBezTo>
                    <a:pt x="5725" y="1884"/>
                    <a:pt x="5751" y="1871"/>
                    <a:pt x="5755" y="1871"/>
                  </a:cubicBezTo>
                  <a:cubicBezTo>
                    <a:pt x="5760" y="1871"/>
                    <a:pt x="5736" y="1888"/>
                    <a:pt x="5684" y="1922"/>
                  </a:cubicBezTo>
                  <a:cubicBezTo>
                    <a:pt x="5642" y="1950"/>
                    <a:pt x="5606" y="1990"/>
                    <a:pt x="5639" y="1990"/>
                  </a:cubicBezTo>
                  <a:cubicBezTo>
                    <a:pt x="5644" y="1990"/>
                    <a:pt x="5651" y="1989"/>
                    <a:pt x="5659" y="1987"/>
                  </a:cubicBezTo>
                  <a:cubicBezTo>
                    <a:pt x="5688" y="1976"/>
                    <a:pt x="5706" y="1972"/>
                    <a:pt x="5716" y="1972"/>
                  </a:cubicBezTo>
                  <a:cubicBezTo>
                    <a:pt x="5742" y="1972"/>
                    <a:pt x="5711" y="2004"/>
                    <a:pt x="5676" y="2028"/>
                  </a:cubicBezTo>
                  <a:cubicBezTo>
                    <a:pt x="5562" y="2076"/>
                    <a:pt x="5562" y="2068"/>
                    <a:pt x="5708" y="2076"/>
                  </a:cubicBezTo>
                  <a:cubicBezTo>
                    <a:pt x="5732" y="2117"/>
                    <a:pt x="5822" y="2158"/>
                    <a:pt x="5846" y="2214"/>
                  </a:cubicBezTo>
                  <a:cubicBezTo>
                    <a:pt x="5878" y="2295"/>
                    <a:pt x="5903" y="2328"/>
                    <a:pt x="5854" y="2376"/>
                  </a:cubicBezTo>
                  <a:cubicBezTo>
                    <a:pt x="5782" y="2402"/>
                    <a:pt x="5759" y="2422"/>
                    <a:pt x="5764" y="2422"/>
                  </a:cubicBezTo>
                  <a:cubicBezTo>
                    <a:pt x="5767" y="2422"/>
                    <a:pt x="5780" y="2415"/>
                    <a:pt x="5797" y="2401"/>
                  </a:cubicBezTo>
                  <a:cubicBezTo>
                    <a:pt x="5843" y="2381"/>
                    <a:pt x="5872" y="2372"/>
                    <a:pt x="5891" y="2372"/>
                  </a:cubicBezTo>
                  <a:cubicBezTo>
                    <a:pt x="5919" y="2372"/>
                    <a:pt x="5925" y="2391"/>
                    <a:pt x="5935" y="2425"/>
                  </a:cubicBezTo>
                  <a:cubicBezTo>
                    <a:pt x="5903" y="2506"/>
                    <a:pt x="5968" y="2530"/>
                    <a:pt x="6032" y="2530"/>
                  </a:cubicBezTo>
                  <a:cubicBezTo>
                    <a:pt x="6024" y="2506"/>
                    <a:pt x="6016" y="2490"/>
                    <a:pt x="6016" y="2490"/>
                  </a:cubicBezTo>
                  <a:cubicBezTo>
                    <a:pt x="6055" y="2476"/>
                    <a:pt x="6081" y="2470"/>
                    <a:pt x="6098" y="2470"/>
                  </a:cubicBezTo>
                  <a:cubicBezTo>
                    <a:pt x="6130" y="2470"/>
                    <a:pt x="6124" y="2493"/>
                    <a:pt x="6097" y="2530"/>
                  </a:cubicBezTo>
                  <a:cubicBezTo>
                    <a:pt x="6105" y="2555"/>
                    <a:pt x="6049" y="2571"/>
                    <a:pt x="5992" y="2587"/>
                  </a:cubicBezTo>
                  <a:cubicBezTo>
                    <a:pt x="5935" y="2603"/>
                    <a:pt x="5886" y="2644"/>
                    <a:pt x="5886" y="2660"/>
                  </a:cubicBezTo>
                  <a:cubicBezTo>
                    <a:pt x="5891" y="2675"/>
                    <a:pt x="5893" y="2686"/>
                    <a:pt x="5906" y="2686"/>
                  </a:cubicBezTo>
                  <a:cubicBezTo>
                    <a:pt x="5915" y="2686"/>
                    <a:pt x="5929" y="2681"/>
                    <a:pt x="5951" y="2668"/>
                  </a:cubicBezTo>
                  <a:cubicBezTo>
                    <a:pt x="5980" y="2660"/>
                    <a:pt x="5994" y="2656"/>
                    <a:pt x="6001" y="2656"/>
                  </a:cubicBezTo>
                  <a:cubicBezTo>
                    <a:pt x="6008" y="2656"/>
                    <a:pt x="6008" y="2660"/>
                    <a:pt x="6008" y="2668"/>
                  </a:cubicBezTo>
                  <a:cubicBezTo>
                    <a:pt x="6016" y="2693"/>
                    <a:pt x="6024" y="2709"/>
                    <a:pt x="6081" y="2717"/>
                  </a:cubicBezTo>
                  <a:cubicBezTo>
                    <a:pt x="6096" y="2713"/>
                    <a:pt x="6108" y="2712"/>
                    <a:pt x="6117" y="2712"/>
                  </a:cubicBezTo>
                  <a:cubicBezTo>
                    <a:pt x="6146" y="2712"/>
                    <a:pt x="6148" y="2729"/>
                    <a:pt x="6154" y="2741"/>
                  </a:cubicBezTo>
                  <a:cubicBezTo>
                    <a:pt x="6104" y="2777"/>
                    <a:pt x="6104" y="2813"/>
                    <a:pt x="6105" y="2821"/>
                  </a:cubicBezTo>
                  <a:lnTo>
                    <a:pt x="6105" y="2821"/>
                  </a:lnTo>
                  <a:cubicBezTo>
                    <a:pt x="6089" y="2824"/>
                    <a:pt x="6068" y="2828"/>
                    <a:pt x="6049" y="2830"/>
                  </a:cubicBezTo>
                  <a:cubicBezTo>
                    <a:pt x="6008" y="2839"/>
                    <a:pt x="5976" y="2855"/>
                    <a:pt x="5935" y="2879"/>
                  </a:cubicBezTo>
                  <a:cubicBezTo>
                    <a:pt x="5939" y="2887"/>
                    <a:pt x="5955" y="2889"/>
                    <a:pt x="5971" y="2889"/>
                  </a:cubicBezTo>
                  <a:cubicBezTo>
                    <a:pt x="5986" y="2889"/>
                    <a:pt x="6000" y="2887"/>
                    <a:pt x="6000" y="2887"/>
                  </a:cubicBezTo>
                  <a:cubicBezTo>
                    <a:pt x="6001" y="2887"/>
                    <a:pt x="6002" y="2887"/>
                    <a:pt x="6002" y="2887"/>
                  </a:cubicBezTo>
                  <a:cubicBezTo>
                    <a:pt x="6027" y="2887"/>
                    <a:pt x="6065" y="3005"/>
                    <a:pt x="6081" y="3130"/>
                  </a:cubicBezTo>
                  <a:cubicBezTo>
                    <a:pt x="6097" y="3228"/>
                    <a:pt x="6097" y="3333"/>
                    <a:pt x="6089" y="3430"/>
                  </a:cubicBezTo>
                  <a:cubicBezTo>
                    <a:pt x="6039" y="3467"/>
                    <a:pt x="6027" y="3522"/>
                    <a:pt x="6071" y="3522"/>
                  </a:cubicBezTo>
                  <a:cubicBezTo>
                    <a:pt x="6076" y="3522"/>
                    <a:pt x="6082" y="3521"/>
                    <a:pt x="6089" y="3520"/>
                  </a:cubicBezTo>
                  <a:cubicBezTo>
                    <a:pt x="6146" y="3520"/>
                    <a:pt x="6146" y="3625"/>
                    <a:pt x="6122" y="3755"/>
                  </a:cubicBezTo>
                  <a:cubicBezTo>
                    <a:pt x="6097" y="3901"/>
                    <a:pt x="6065" y="3998"/>
                    <a:pt x="6122" y="4014"/>
                  </a:cubicBezTo>
                  <a:lnTo>
                    <a:pt x="6105" y="4079"/>
                  </a:lnTo>
                  <a:cubicBezTo>
                    <a:pt x="6097" y="4120"/>
                    <a:pt x="6138" y="4176"/>
                    <a:pt x="6130" y="4201"/>
                  </a:cubicBezTo>
                  <a:cubicBezTo>
                    <a:pt x="6159" y="4225"/>
                    <a:pt x="6168" y="4240"/>
                    <a:pt x="6160" y="4240"/>
                  </a:cubicBezTo>
                  <a:cubicBezTo>
                    <a:pt x="6154" y="4240"/>
                    <a:pt x="6141" y="4233"/>
                    <a:pt x="6122" y="4217"/>
                  </a:cubicBezTo>
                  <a:cubicBezTo>
                    <a:pt x="6081" y="4205"/>
                    <a:pt x="6041" y="4194"/>
                    <a:pt x="6018" y="4194"/>
                  </a:cubicBezTo>
                  <a:cubicBezTo>
                    <a:pt x="6009" y="4194"/>
                    <a:pt x="6002" y="4196"/>
                    <a:pt x="6000" y="4201"/>
                  </a:cubicBezTo>
                  <a:cubicBezTo>
                    <a:pt x="5984" y="4241"/>
                    <a:pt x="6041" y="4257"/>
                    <a:pt x="6097" y="4282"/>
                  </a:cubicBezTo>
                  <a:cubicBezTo>
                    <a:pt x="6154" y="4298"/>
                    <a:pt x="6146" y="4322"/>
                    <a:pt x="6146" y="4322"/>
                  </a:cubicBezTo>
                  <a:cubicBezTo>
                    <a:pt x="6142" y="4334"/>
                    <a:pt x="6140" y="4341"/>
                    <a:pt x="6132" y="4341"/>
                  </a:cubicBezTo>
                  <a:cubicBezTo>
                    <a:pt x="6124" y="4341"/>
                    <a:pt x="6109" y="4334"/>
                    <a:pt x="6081" y="4322"/>
                  </a:cubicBezTo>
                  <a:lnTo>
                    <a:pt x="5976" y="4282"/>
                  </a:lnTo>
                  <a:lnTo>
                    <a:pt x="5968" y="4298"/>
                  </a:lnTo>
                  <a:cubicBezTo>
                    <a:pt x="6016" y="4322"/>
                    <a:pt x="6008" y="4338"/>
                    <a:pt x="6008" y="4338"/>
                  </a:cubicBezTo>
                  <a:cubicBezTo>
                    <a:pt x="6008" y="4349"/>
                    <a:pt x="6008" y="4354"/>
                    <a:pt x="6000" y="4354"/>
                  </a:cubicBezTo>
                  <a:cubicBezTo>
                    <a:pt x="5989" y="4354"/>
                    <a:pt x="5961" y="4343"/>
                    <a:pt x="5895" y="4314"/>
                  </a:cubicBezTo>
                  <a:cubicBezTo>
                    <a:pt x="5853" y="4299"/>
                    <a:pt x="5826" y="4292"/>
                    <a:pt x="5813" y="4292"/>
                  </a:cubicBezTo>
                  <a:cubicBezTo>
                    <a:pt x="5790" y="4292"/>
                    <a:pt x="5812" y="4314"/>
                    <a:pt x="5878" y="4355"/>
                  </a:cubicBezTo>
                  <a:lnTo>
                    <a:pt x="5919" y="4420"/>
                  </a:lnTo>
                  <a:cubicBezTo>
                    <a:pt x="5901" y="4415"/>
                    <a:pt x="5887" y="4413"/>
                    <a:pt x="5878" y="4413"/>
                  </a:cubicBezTo>
                  <a:cubicBezTo>
                    <a:pt x="5823" y="4413"/>
                    <a:pt x="5893" y="4482"/>
                    <a:pt x="5927" y="4517"/>
                  </a:cubicBezTo>
                  <a:cubicBezTo>
                    <a:pt x="5890" y="4506"/>
                    <a:pt x="5864" y="4501"/>
                    <a:pt x="5850" y="4501"/>
                  </a:cubicBezTo>
                  <a:cubicBezTo>
                    <a:pt x="5819" y="4501"/>
                    <a:pt x="5837" y="4524"/>
                    <a:pt x="5903" y="4574"/>
                  </a:cubicBezTo>
                  <a:cubicBezTo>
                    <a:pt x="5943" y="4600"/>
                    <a:pt x="5944" y="4616"/>
                    <a:pt x="5907" y="4616"/>
                  </a:cubicBezTo>
                  <a:cubicBezTo>
                    <a:pt x="5899" y="4616"/>
                    <a:pt x="5889" y="4616"/>
                    <a:pt x="5878" y="4614"/>
                  </a:cubicBezTo>
                  <a:cubicBezTo>
                    <a:pt x="5869" y="4613"/>
                    <a:pt x="5861" y="4612"/>
                    <a:pt x="5854" y="4612"/>
                  </a:cubicBezTo>
                  <a:cubicBezTo>
                    <a:pt x="5818" y="4612"/>
                    <a:pt x="5809" y="4629"/>
                    <a:pt x="5789" y="4663"/>
                  </a:cubicBezTo>
                  <a:cubicBezTo>
                    <a:pt x="5822" y="4703"/>
                    <a:pt x="5757" y="4841"/>
                    <a:pt x="5643" y="4971"/>
                  </a:cubicBezTo>
                  <a:cubicBezTo>
                    <a:pt x="5530" y="5125"/>
                    <a:pt x="5424" y="5206"/>
                    <a:pt x="5473" y="5255"/>
                  </a:cubicBezTo>
                  <a:cubicBezTo>
                    <a:pt x="5466" y="5262"/>
                    <a:pt x="5462" y="5266"/>
                    <a:pt x="5454" y="5266"/>
                  </a:cubicBezTo>
                  <a:cubicBezTo>
                    <a:pt x="5445" y="5266"/>
                    <a:pt x="5431" y="5260"/>
                    <a:pt x="5400" y="5247"/>
                  </a:cubicBezTo>
                  <a:cubicBezTo>
                    <a:pt x="5385" y="5229"/>
                    <a:pt x="5374" y="5220"/>
                    <a:pt x="5368" y="5220"/>
                  </a:cubicBezTo>
                  <a:cubicBezTo>
                    <a:pt x="5358" y="5220"/>
                    <a:pt x="5367" y="5249"/>
                    <a:pt x="5408" y="5311"/>
                  </a:cubicBezTo>
                  <a:cubicBezTo>
                    <a:pt x="5422" y="5349"/>
                    <a:pt x="5442" y="5379"/>
                    <a:pt x="5440" y="5379"/>
                  </a:cubicBezTo>
                  <a:cubicBezTo>
                    <a:pt x="5438" y="5379"/>
                    <a:pt x="5425" y="5364"/>
                    <a:pt x="5392" y="5328"/>
                  </a:cubicBezTo>
                  <a:cubicBezTo>
                    <a:pt x="5378" y="5314"/>
                    <a:pt x="5365" y="5307"/>
                    <a:pt x="5352" y="5307"/>
                  </a:cubicBezTo>
                  <a:cubicBezTo>
                    <a:pt x="5325" y="5307"/>
                    <a:pt x="5297" y="5331"/>
                    <a:pt x="5254" y="5368"/>
                  </a:cubicBezTo>
                  <a:cubicBezTo>
                    <a:pt x="5205" y="5417"/>
                    <a:pt x="5141" y="5457"/>
                    <a:pt x="5173" y="5506"/>
                  </a:cubicBezTo>
                  <a:cubicBezTo>
                    <a:pt x="5173" y="5545"/>
                    <a:pt x="5173" y="5563"/>
                    <a:pt x="5171" y="5563"/>
                  </a:cubicBezTo>
                  <a:cubicBezTo>
                    <a:pt x="5168" y="5563"/>
                    <a:pt x="5164" y="5549"/>
                    <a:pt x="5157" y="5522"/>
                  </a:cubicBezTo>
                  <a:cubicBezTo>
                    <a:pt x="5131" y="5475"/>
                    <a:pt x="5094" y="5450"/>
                    <a:pt x="5062" y="5450"/>
                  </a:cubicBezTo>
                  <a:cubicBezTo>
                    <a:pt x="5023" y="5450"/>
                    <a:pt x="4990" y="5487"/>
                    <a:pt x="4995" y="5563"/>
                  </a:cubicBezTo>
                  <a:cubicBezTo>
                    <a:pt x="4988" y="5566"/>
                    <a:pt x="4982" y="5569"/>
                    <a:pt x="4975" y="5569"/>
                  </a:cubicBezTo>
                  <a:cubicBezTo>
                    <a:pt x="4964" y="5569"/>
                    <a:pt x="4950" y="5561"/>
                    <a:pt x="4930" y="5530"/>
                  </a:cubicBezTo>
                  <a:cubicBezTo>
                    <a:pt x="4914" y="5547"/>
                    <a:pt x="4897" y="5555"/>
                    <a:pt x="4873" y="5636"/>
                  </a:cubicBezTo>
                  <a:cubicBezTo>
                    <a:pt x="4824" y="5660"/>
                    <a:pt x="4784" y="5684"/>
                    <a:pt x="4735" y="5709"/>
                  </a:cubicBezTo>
                  <a:cubicBezTo>
                    <a:pt x="4703" y="5725"/>
                    <a:pt x="4687" y="5798"/>
                    <a:pt x="4687" y="5798"/>
                  </a:cubicBezTo>
                  <a:cubicBezTo>
                    <a:pt x="4669" y="5804"/>
                    <a:pt x="4656" y="5809"/>
                    <a:pt x="4656" y="5809"/>
                  </a:cubicBezTo>
                  <a:cubicBezTo>
                    <a:pt x="4655" y="5809"/>
                    <a:pt x="4657" y="5808"/>
                    <a:pt x="4662" y="5806"/>
                  </a:cubicBezTo>
                  <a:cubicBezTo>
                    <a:pt x="4654" y="5788"/>
                    <a:pt x="4640" y="5780"/>
                    <a:pt x="4619" y="5780"/>
                  </a:cubicBezTo>
                  <a:cubicBezTo>
                    <a:pt x="4575" y="5780"/>
                    <a:pt x="4502" y="5813"/>
                    <a:pt x="4403" y="5847"/>
                  </a:cubicBezTo>
                  <a:cubicBezTo>
                    <a:pt x="4323" y="5875"/>
                    <a:pt x="4245" y="5892"/>
                    <a:pt x="4188" y="5892"/>
                  </a:cubicBezTo>
                  <a:cubicBezTo>
                    <a:pt x="4147" y="5892"/>
                    <a:pt x="4116" y="5883"/>
                    <a:pt x="4103" y="5863"/>
                  </a:cubicBezTo>
                  <a:cubicBezTo>
                    <a:pt x="4103" y="5863"/>
                    <a:pt x="4087" y="5863"/>
                    <a:pt x="4078" y="5928"/>
                  </a:cubicBezTo>
                  <a:cubicBezTo>
                    <a:pt x="4078" y="6003"/>
                    <a:pt x="4069" y="6034"/>
                    <a:pt x="4054" y="6034"/>
                  </a:cubicBezTo>
                  <a:cubicBezTo>
                    <a:pt x="4045" y="6034"/>
                    <a:pt x="4034" y="6022"/>
                    <a:pt x="4022" y="6001"/>
                  </a:cubicBezTo>
                  <a:cubicBezTo>
                    <a:pt x="4002" y="5947"/>
                    <a:pt x="3974" y="5920"/>
                    <a:pt x="3949" y="5920"/>
                  </a:cubicBezTo>
                  <a:cubicBezTo>
                    <a:pt x="3921" y="5920"/>
                    <a:pt x="3896" y="5953"/>
                    <a:pt x="3892" y="6017"/>
                  </a:cubicBezTo>
                  <a:lnTo>
                    <a:pt x="3884" y="5960"/>
                  </a:lnTo>
                  <a:cubicBezTo>
                    <a:pt x="3872" y="5916"/>
                    <a:pt x="3857" y="5897"/>
                    <a:pt x="3842" y="5897"/>
                  </a:cubicBezTo>
                  <a:cubicBezTo>
                    <a:pt x="3816" y="5897"/>
                    <a:pt x="3792" y="5953"/>
                    <a:pt x="3787" y="6025"/>
                  </a:cubicBezTo>
                  <a:cubicBezTo>
                    <a:pt x="3769" y="5985"/>
                    <a:pt x="3752" y="5945"/>
                    <a:pt x="3738" y="5945"/>
                  </a:cubicBezTo>
                  <a:cubicBezTo>
                    <a:pt x="3732" y="5945"/>
                    <a:pt x="3726" y="5952"/>
                    <a:pt x="3722" y="5968"/>
                  </a:cubicBezTo>
                  <a:cubicBezTo>
                    <a:pt x="3697" y="5968"/>
                    <a:pt x="3697" y="5968"/>
                    <a:pt x="3689" y="5855"/>
                  </a:cubicBezTo>
                  <a:cubicBezTo>
                    <a:pt x="3689" y="5790"/>
                    <a:pt x="3681" y="5733"/>
                    <a:pt x="3665" y="5733"/>
                  </a:cubicBezTo>
                  <a:cubicBezTo>
                    <a:pt x="3641" y="5733"/>
                    <a:pt x="3649" y="5798"/>
                    <a:pt x="3649" y="5855"/>
                  </a:cubicBezTo>
                  <a:lnTo>
                    <a:pt x="3608" y="5855"/>
                  </a:lnTo>
                  <a:cubicBezTo>
                    <a:pt x="3608" y="5855"/>
                    <a:pt x="3592" y="5855"/>
                    <a:pt x="3592" y="5919"/>
                  </a:cubicBezTo>
                  <a:cubicBezTo>
                    <a:pt x="3592" y="5976"/>
                    <a:pt x="3568" y="5976"/>
                    <a:pt x="3551" y="5976"/>
                  </a:cubicBezTo>
                  <a:cubicBezTo>
                    <a:pt x="3551" y="5960"/>
                    <a:pt x="3549" y="5953"/>
                    <a:pt x="3547" y="5953"/>
                  </a:cubicBezTo>
                  <a:cubicBezTo>
                    <a:pt x="3541" y="5953"/>
                    <a:pt x="3534" y="5993"/>
                    <a:pt x="3551" y="6033"/>
                  </a:cubicBezTo>
                  <a:cubicBezTo>
                    <a:pt x="3551" y="6098"/>
                    <a:pt x="3551" y="6155"/>
                    <a:pt x="3527" y="6155"/>
                  </a:cubicBezTo>
                  <a:lnTo>
                    <a:pt x="3527" y="6276"/>
                  </a:lnTo>
                  <a:cubicBezTo>
                    <a:pt x="3527" y="6398"/>
                    <a:pt x="3527" y="6455"/>
                    <a:pt x="3576" y="6511"/>
                  </a:cubicBezTo>
                  <a:cubicBezTo>
                    <a:pt x="3637" y="6544"/>
                    <a:pt x="3689" y="6577"/>
                    <a:pt x="3722" y="6577"/>
                  </a:cubicBezTo>
                  <a:cubicBezTo>
                    <a:pt x="3745" y="6577"/>
                    <a:pt x="3758" y="6559"/>
                    <a:pt x="3754" y="6511"/>
                  </a:cubicBezTo>
                  <a:cubicBezTo>
                    <a:pt x="3754" y="6511"/>
                    <a:pt x="3778" y="6446"/>
                    <a:pt x="3803" y="6446"/>
                  </a:cubicBezTo>
                  <a:cubicBezTo>
                    <a:pt x="3827" y="6446"/>
                    <a:pt x="3860" y="6503"/>
                    <a:pt x="3860" y="6503"/>
                  </a:cubicBezTo>
                  <a:cubicBezTo>
                    <a:pt x="3860" y="6537"/>
                    <a:pt x="3896" y="6548"/>
                    <a:pt x="3953" y="6548"/>
                  </a:cubicBezTo>
                  <a:cubicBezTo>
                    <a:pt x="3992" y="6548"/>
                    <a:pt x="4041" y="6542"/>
                    <a:pt x="4095" y="6536"/>
                  </a:cubicBezTo>
                  <a:cubicBezTo>
                    <a:pt x="4184" y="6522"/>
                    <a:pt x="4246" y="6508"/>
                    <a:pt x="4290" y="6508"/>
                  </a:cubicBezTo>
                  <a:cubicBezTo>
                    <a:pt x="4322" y="6508"/>
                    <a:pt x="4345" y="6515"/>
                    <a:pt x="4362" y="6536"/>
                  </a:cubicBezTo>
                  <a:cubicBezTo>
                    <a:pt x="4394" y="6580"/>
                    <a:pt x="4420" y="6585"/>
                    <a:pt x="4431" y="6585"/>
                  </a:cubicBezTo>
                  <a:cubicBezTo>
                    <a:pt x="4434" y="6585"/>
                    <a:pt x="4435" y="6584"/>
                    <a:pt x="4435" y="6584"/>
                  </a:cubicBezTo>
                  <a:cubicBezTo>
                    <a:pt x="4419" y="6528"/>
                    <a:pt x="4573" y="6487"/>
                    <a:pt x="4743" y="6422"/>
                  </a:cubicBezTo>
                  <a:cubicBezTo>
                    <a:pt x="4922" y="6357"/>
                    <a:pt x="5084" y="6268"/>
                    <a:pt x="5059" y="6219"/>
                  </a:cubicBezTo>
                  <a:lnTo>
                    <a:pt x="5100" y="6187"/>
                  </a:lnTo>
                  <a:cubicBezTo>
                    <a:pt x="5114" y="6212"/>
                    <a:pt x="5131" y="6221"/>
                    <a:pt x="5150" y="6221"/>
                  </a:cubicBezTo>
                  <a:cubicBezTo>
                    <a:pt x="5173" y="6221"/>
                    <a:pt x="5199" y="6205"/>
                    <a:pt x="5222" y="6187"/>
                  </a:cubicBezTo>
                  <a:cubicBezTo>
                    <a:pt x="5230" y="6147"/>
                    <a:pt x="5254" y="6114"/>
                    <a:pt x="5287" y="6082"/>
                  </a:cubicBezTo>
                  <a:cubicBezTo>
                    <a:pt x="5302" y="6109"/>
                    <a:pt x="5316" y="6119"/>
                    <a:pt x="5330" y="6119"/>
                  </a:cubicBezTo>
                  <a:cubicBezTo>
                    <a:pt x="5346" y="6119"/>
                    <a:pt x="5363" y="6107"/>
                    <a:pt x="5384" y="6090"/>
                  </a:cubicBezTo>
                  <a:cubicBezTo>
                    <a:pt x="5432" y="6065"/>
                    <a:pt x="5449" y="6049"/>
                    <a:pt x="5416" y="6001"/>
                  </a:cubicBezTo>
                  <a:cubicBezTo>
                    <a:pt x="5497" y="5936"/>
                    <a:pt x="5586" y="5895"/>
                    <a:pt x="5684" y="5871"/>
                  </a:cubicBezTo>
                  <a:cubicBezTo>
                    <a:pt x="5692" y="5874"/>
                    <a:pt x="5699" y="5876"/>
                    <a:pt x="5704" y="5876"/>
                  </a:cubicBezTo>
                  <a:cubicBezTo>
                    <a:pt x="5736" y="5876"/>
                    <a:pt x="5722" y="5822"/>
                    <a:pt x="5708" y="5774"/>
                  </a:cubicBezTo>
                  <a:cubicBezTo>
                    <a:pt x="5668" y="5725"/>
                    <a:pt x="5643" y="5668"/>
                    <a:pt x="5659" y="5652"/>
                  </a:cubicBezTo>
                  <a:lnTo>
                    <a:pt x="5659" y="5652"/>
                  </a:lnTo>
                  <a:cubicBezTo>
                    <a:pt x="5659" y="5652"/>
                    <a:pt x="5700" y="5692"/>
                    <a:pt x="5741" y="5741"/>
                  </a:cubicBezTo>
                  <a:cubicBezTo>
                    <a:pt x="5754" y="5773"/>
                    <a:pt x="5760" y="5787"/>
                    <a:pt x="5770" y="5787"/>
                  </a:cubicBezTo>
                  <a:cubicBezTo>
                    <a:pt x="5778" y="5787"/>
                    <a:pt x="5788" y="5779"/>
                    <a:pt x="5805" y="5765"/>
                  </a:cubicBezTo>
                  <a:lnTo>
                    <a:pt x="5846" y="5725"/>
                  </a:lnTo>
                  <a:cubicBezTo>
                    <a:pt x="5805" y="5684"/>
                    <a:pt x="5895" y="5595"/>
                    <a:pt x="6016" y="5457"/>
                  </a:cubicBezTo>
                  <a:cubicBezTo>
                    <a:pt x="6170" y="5271"/>
                    <a:pt x="6211" y="5206"/>
                    <a:pt x="6162" y="5174"/>
                  </a:cubicBezTo>
                  <a:cubicBezTo>
                    <a:pt x="6113" y="5141"/>
                    <a:pt x="6130" y="5125"/>
                    <a:pt x="6219" y="5092"/>
                  </a:cubicBezTo>
                  <a:cubicBezTo>
                    <a:pt x="6462" y="5052"/>
                    <a:pt x="6462" y="5044"/>
                    <a:pt x="6422" y="4995"/>
                  </a:cubicBezTo>
                  <a:lnTo>
                    <a:pt x="6422" y="4995"/>
                  </a:lnTo>
                  <a:cubicBezTo>
                    <a:pt x="6418" y="5001"/>
                    <a:pt x="6412" y="5004"/>
                    <a:pt x="6404" y="5004"/>
                  </a:cubicBezTo>
                  <a:cubicBezTo>
                    <a:pt x="6382" y="5004"/>
                    <a:pt x="6345" y="4979"/>
                    <a:pt x="6308" y="4955"/>
                  </a:cubicBezTo>
                  <a:cubicBezTo>
                    <a:pt x="6239" y="4917"/>
                    <a:pt x="6219" y="4894"/>
                    <a:pt x="6247" y="4894"/>
                  </a:cubicBezTo>
                  <a:cubicBezTo>
                    <a:pt x="6263" y="4894"/>
                    <a:pt x="6291" y="4900"/>
                    <a:pt x="6332" y="4914"/>
                  </a:cubicBezTo>
                  <a:cubicBezTo>
                    <a:pt x="6340" y="4918"/>
                    <a:pt x="6347" y="4920"/>
                    <a:pt x="6354" y="4920"/>
                  </a:cubicBezTo>
                  <a:cubicBezTo>
                    <a:pt x="6454" y="4920"/>
                    <a:pt x="6560" y="4577"/>
                    <a:pt x="6454" y="4517"/>
                  </a:cubicBezTo>
                  <a:cubicBezTo>
                    <a:pt x="6434" y="4507"/>
                    <a:pt x="6422" y="4501"/>
                    <a:pt x="6423" y="4501"/>
                  </a:cubicBezTo>
                  <a:lnTo>
                    <a:pt x="6423" y="4501"/>
                  </a:lnTo>
                  <a:cubicBezTo>
                    <a:pt x="6423" y="4501"/>
                    <a:pt x="6449" y="4513"/>
                    <a:pt x="6511" y="4541"/>
                  </a:cubicBezTo>
                  <a:cubicBezTo>
                    <a:pt x="6521" y="4544"/>
                    <a:pt x="6530" y="4546"/>
                    <a:pt x="6538" y="4546"/>
                  </a:cubicBezTo>
                  <a:cubicBezTo>
                    <a:pt x="6572" y="4546"/>
                    <a:pt x="6583" y="4515"/>
                    <a:pt x="6616" y="4436"/>
                  </a:cubicBezTo>
                  <a:lnTo>
                    <a:pt x="6641" y="4363"/>
                  </a:lnTo>
                  <a:cubicBezTo>
                    <a:pt x="6538" y="4331"/>
                    <a:pt x="6627" y="4208"/>
                    <a:pt x="6684" y="4208"/>
                  </a:cubicBezTo>
                  <a:cubicBezTo>
                    <a:pt x="6686" y="4208"/>
                    <a:pt x="6687" y="4209"/>
                    <a:pt x="6689" y="4209"/>
                  </a:cubicBezTo>
                  <a:cubicBezTo>
                    <a:pt x="6754" y="4201"/>
                    <a:pt x="6754" y="4201"/>
                    <a:pt x="6770" y="4144"/>
                  </a:cubicBezTo>
                  <a:cubicBezTo>
                    <a:pt x="6676" y="4050"/>
                    <a:pt x="6749" y="3933"/>
                    <a:pt x="6805" y="3933"/>
                  </a:cubicBezTo>
                  <a:cubicBezTo>
                    <a:pt x="6807" y="3933"/>
                    <a:pt x="6809" y="3933"/>
                    <a:pt x="6811" y="3933"/>
                  </a:cubicBezTo>
                  <a:cubicBezTo>
                    <a:pt x="6811" y="3933"/>
                    <a:pt x="6819" y="3909"/>
                    <a:pt x="6827" y="3884"/>
                  </a:cubicBezTo>
                  <a:cubicBezTo>
                    <a:pt x="6786" y="3860"/>
                    <a:pt x="6770" y="3811"/>
                    <a:pt x="6778" y="3771"/>
                  </a:cubicBezTo>
                  <a:cubicBezTo>
                    <a:pt x="6791" y="3705"/>
                    <a:pt x="6794" y="3677"/>
                    <a:pt x="6760" y="3677"/>
                  </a:cubicBezTo>
                  <a:cubicBezTo>
                    <a:pt x="6752" y="3677"/>
                    <a:pt x="6742" y="3679"/>
                    <a:pt x="6730" y="3682"/>
                  </a:cubicBezTo>
                  <a:cubicBezTo>
                    <a:pt x="6673" y="3682"/>
                    <a:pt x="6616" y="3674"/>
                    <a:pt x="6616" y="3649"/>
                  </a:cubicBezTo>
                  <a:lnTo>
                    <a:pt x="6673" y="3649"/>
                  </a:lnTo>
                  <a:cubicBezTo>
                    <a:pt x="6676" y="3650"/>
                    <a:pt x="6679" y="3650"/>
                    <a:pt x="6682" y="3650"/>
                  </a:cubicBezTo>
                  <a:cubicBezTo>
                    <a:pt x="6738" y="3650"/>
                    <a:pt x="6738" y="3579"/>
                    <a:pt x="6746" y="3479"/>
                  </a:cubicBezTo>
                  <a:cubicBezTo>
                    <a:pt x="6762" y="3349"/>
                    <a:pt x="6754" y="3293"/>
                    <a:pt x="6811" y="3268"/>
                  </a:cubicBezTo>
                  <a:lnTo>
                    <a:pt x="6754" y="3244"/>
                  </a:lnTo>
                  <a:cubicBezTo>
                    <a:pt x="6689" y="3220"/>
                    <a:pt x="6689" y="3195"/>
                    <a:pt x="6746" y="3187"/>
                  </a:cubicBezTo>
                  <a:cubicBezTo>
                    <a:pt x="6811" y="3139"/>
                    <a:pt x="6803" y="3049"/>
                    <a:pt x="6738" y="3009"/>
                  </a:cubicBezTo>
                  <a:cubicBezTo>
                    <a:pt x="6738" y="2984"/>
                    <a:pt x="6730" y="2952"/>
                    <a:pt x="6730" y="2952"/>
                  </a:cubicBezTo>
                  <a:cubicBezTo>
                    <a:pt x="6843" y="2912"/>
                    <a:pt x="6835" y="2830"/>
                    <a:pt x="6713" y="2822"/>
                  </a:cubicBezTo>
                  <a:cubicBezTo>
                    <a:pt x="6770" y="2814"/>
                    <a:pt x="6770" y="2790"/>
                    <a:pt x="6762" y="2766"/>
                  </a:cubicBezTo>
                  <a:cubicBezTo>
                    <a:pt x="6705" y="2717"/>
                    <a:pt x="6673" y="2620"/>
                    <a:pt x="6730" y="2603"/>
                  </a:cubicBezTo>
                  <a:lnTo>
                    <a:pt x="6730" y="2579"/>
                  </a:lnTo>
                  <a:cubicBezTo>
                    <a:pt x="6665" y="2571"/>
                    <a:pt x="6657" y="2547"/>
                    <a:pt x="6649" y="2514"/>
                  </a:cubicBezTo>
                  <a:cubicBezTo>
                    <a:pt x="6641" y="2490"/>
                    <a:pt x="6641" y="2466"/>
                    <a:pt x="6576" y="2457"/>
                  </a:cubicBezTo>
                  <a:cubicBezTo>
                    <a:pt x="6511" y="2449"/>
                    <a:pt x="6503" y="2425"/>
                    <a:pt x="6503" y="2425"/>
                  </a:cubicBezTo>
                  <a:cubicBezTo>
                    <a:pt x="6499" y="2413"/>
                    <a:pt x="6513" y="2409"/>
                    <a:pt x="6536" y="2409"/>
                  </a:cubicBezTo>
                  <a:cubicBezTo>
                    <a:pt x="6559" y="2409"/>
                    <a:pt x="6592" y="2413"/>
                    <a:pt x="6624" y="2417"/>
                  </a:cubicBezTo>
                  <a:cubicBezTo>
                    <a:pt x="6636" y="2422"/>
                    <a:pt x="6645" y="2424"/>
                    <a:pt x="6652" y="2424"/>
                  </a:cubicBezTo>
                  <a:cubicBezTo>
                    <a:pt x="6686" y="2424"/>
                    <a:pt x="6651" y="2363"/>
                    <a:pt x="6535" y="2336"/>
                  </a:cubicBezTo>
                  <a:cubicBezTo>
                    <a:pt x="6443" y="2314"/>
                    <a:pt x="6413" y="2307"/>
                    <a:pt x="6441" y="2307"/>
                  </a:cubicBezTo>
                  <a:cubicBezTo>
                    <a:pt x="6455" y="2307"/>
                    <a:pt x="6484" y="2309"/>
                    <a:pt x="6527" y="2312"/>
                  </a:cubicBezTo>
                  <a:cubicBezTo>
                    <a:pt x="6549" y="2312"/>
                    <a:pt x="6570" y="2312"/>
                    <a:pt x="6587" y="2312"/>
                  </a:cubicBezTo>
                  <a:cubicBezTo>
                    <a:pt x="6620" y="2312"/>
                    <a:pt x="6632" y="2309"/>
                    <a:pt x="6584" y="2287"/>
                  </a:cubicBezTo>
                  <a:cubicBezTo>
                    <a:pt x="6578" y="2270"/>
                    <a:pt x="6555" y="2256"/>
                    <a:pt x="6534" y="2256"/>
                  </a:cubicBezTo>
                  <a:cubicBezTo>
                    <a:pt x="6526" y="2256"/>
                    <a:pt x="6518" y="2258"/>
                    <a:pt x="6511" y="2263"/>
                  </a:cubicBezTo>
                  <a:lnTo>
                    <a:pt x="6486" y="2190"/>
                  </a:lnTo>
                  <a:cubicBezTo>
                    <a:pt x="6527" y="2117"/>
                    <a:pt x="6511" y="2093"/>
                    <a:pt x="6503" y="2068"/>
                  </a:cubicBezTo>
                  <a:cubicBezTo>
                    <a:pt x="6438" y="2068"/>
                    <a:pt x="6438" y="2068"/>
                    <a:pt x="6478" y="2020"/>
                  </a:cubicBezTo>
                  <a:cubicBezTo>
                    <a:pt x="6511" y="2006"/>
                    <a:pt x="6520" y="1992"/>
                    <a:pt x="6501" y="1992"/>
                  </a:cubicBezTo>
                  <a:cubicBezTo>
                    <a:pt x="6487" y="1992"/>
                    <a:pt x="6458" y="1999"/>
                    <a:pt x="6413" y="2020"/>
                  </a:cubicBezTo>
                  <a:cubicBezTo>
                    <a:pt x="6349" y="2020"/>
                    <a:pt x="6341" y="2003"/>
                    <a:pt x="6381" y="1947"/>
                  </a:cubicBezTo>
                  <a:cubicBezTo>
                    <a:pt x="6458" y="1911"/>
                    <a:pt x="6475" y="1889"/>
                    <a:pt x="6455" y="1889"/>
                  </a:cubicBezTo>
                  <a:cubicBezTo>
                    <a:pt x="6449" y="1889"/>
                    <a:pt x="6437" y="1892"/>
                    <a:pt x="6422" y="1898"/>
                  </a:cubicBezTo>
                  <a:cubicBezTo>
                    <a:pt x="6412" y="1899"/>
                    <a:pt x="6404" y="1900"/>
                    <a:pt x="6397" y="1900"/>
                  </a:cubicBezTo>
                  <a:cubicBezTo>
                    <a:pt x="6355" y="1900"/>
                    <a:pt x="6349" y="1882"/>
                    <a:pt x="6349" y="1882"/>
                  </a:cubicBezTo>
                  <a:cubicBezTo>
                    <a:pt x="6405" y="1849"/>
                    <a:pt x="6292" y="1639"/>
                    <a:pt x="6154" y="1444"/>
                  </a:cubicBezTo>
                  <a:cubicBezTo>
                    <a:pt x="6149" y="1439"/>
                    <a:pt x="6139" y="1436"/>
                    <a:pt x="6126" y="1436"/>
                  </a:cubicBezTo>
                  <a:cubicBezTo>
                    <a:pt x="6098" y="1436"/>
                    <a:pt x="6058" y="1449"/>
                    <a:pt x="6024" y="1476"/>
                  </a:cubicBezTo>
                  <a:cubicBezTo>
                    <a:pt x="5990" y="1505"/>
                    <a:pt x="5976" y="1516"/>
                    <a:pt x="5974" y="1516"/>
                  </a:cubicBezTo>
                  <a:cubicBezTo>
                    <a:pt x="5970" y="1516"/>
                    <a:pt x="5996" y="1487"/>
                    <a:pt x="6016" y="1452"/>
                  </a:cubicBezTo>
                  <a:cubicBezTo>
                    <a:pt x="6086" y="1377"/>
                    <a:pt x="6105" y="1332"/>
                    <a:pt x="6085" y="1332"/>
                  </a:cubicBezTo>
                  <a:cubicBezTo>
                    <a:pt x="6071" y="1332"/>
                    <a:pt x="6035" y="1357"/>
                    <a:pt x="5984" y="1412"/>
                  </a:cubicBezTo>
                  <a:cubicBezTo>
                    <a:pt x="5945" y="1458"/>
                    <a:pt x="5925" y="1483"/>
                    <a:pt x="5921" y="1483"/>
                  </a:cubicBezTo>
                  <a:cubicBezTo>
                    <a:pt x="5918" y="1483"/>
                    <a:pt x="5934" y="1454"/>
                    <a:pt x="5968" y="1395"/>
                  </a:cubicBezTo>
                  <a:cubicBezTo>
                    <a:pt x="5989" y="1358"/>
                    <a:pt x="5996" y="1346"/>
                    <a:pt x="5981" y="1346"/>
                  </a:cubicBezTo>
                  <a:cubicBezTo>
                    <a:pt x="5972" y="1346"/>
                    <a:pt x="5958" y="1349"/>
                    <a:pt x="5935" y="1355"/>
                  </a:cubicBezTo>
                  <a:cubicBezTo>
                    <a:pt x="5917" y="1370"/>
                    <a:pt x="5903" y="1376"/>
                    <a:pt x="5896" y="1376"/>
                  </a:cubicBezTo>
                  <a:cubicBezTo>
                    <a:pt x="5883" y="1376"/>
                    <a:pt x="5888" y="1359"/>
                    <a:pt x="5919" y="1339"/>
                  </a:cubicBezTo>
                  <a:cubicBezTo>
                    <a:pt x="5944" y="1289"/>
                    <a:pt x="5964" y="1244"/>
                    <a:pt x="5950" y="1244"/>
                  </a:cubicBezTo>
                  <a:cubicBezTo>
                    <a:pt x="5946" y="1244"/>
                    <a:pt x="5938" y="1248"/>
                    <a:pt x="5927" y="1258"/>
                  </a:cubicBezTo>
                  <a:cubicBezTo>
                    <a:pt x="5927" y="1258"/>
                    <a:pt x="5911" y="1241"/>
                    <a:pt x="5943" y="1176"/>
                  </a:cubicBezTo>
                  <a:cubicBezTo>
                    <a:pt x="5955" y="1148"/>
                    <a:pt x="5945" y="1138"/>
                    <a:pt x="5925" y="1138"/>
                  </a:cubicBezTo>
                  <a:cubicBezTo>
                    <a:pt x="5905" y="1138"/>
                    <a:pt x="5874" y="1148"/>
                    <a:pt x="5846" y="1160"/>
                  </a:cubicBezTo>
                  <a:cubicBezTo>
                    <a:pt x="5806" y="1167"/>
                    <a:pt x="5776" y="1171"/>
                    <a:pt x="5756" y="1171"/>
                  </a:cubicBezTo>
                  <a:cubicBezTo>
                    <a:pt x="5708" y="1171"/>
                    <a:pt x="5720" y="1149"/>
                    <a:pt x="5789" y="1103"/>
                  </a:cubicBezTo>
                  <a:cubicBezTo>
                    <a:pt x="5859" y="1060"/>
                    <a:pt x="5822" y="1021"/>
                    <a:pt x="5760" y="1021"/>
                  </a:cubicBezTo>
                  <a:cubicBezTo>
                    <a:pt x="5729" y="1021"/>
                    <a:pt x="5692" y="1031"/>
                    <a:pt x="5659" y="1055"/>
                  </a:cubicBezTo>
                  <a:cubicBezTo>
                    <a:pt x="5606" y="1095"/>
                    <a:pt x="5582" y="1113"/>
                    <a:pt x="5578" y="1113"/>
                  </a:cubicBezTo>
                  <a:cubicBezTo>
                    <a:pt x="5574" y="1113"/>
                    <a:pt x="5584" y="1101"/>
                    <a:pt x="5603" y="1079"/>
                  </a:cubicBezTo>
                  <a:cubicBezTo>
                    <a:pt x="5635" y="1039"/>
                    <a:pt x="5619" y="1022"/>
                    <a:pt x="5619" y="1022"/>
                  </a:cubicBezTo>
                  <a:cubicBezTo>
                    <a:pt x="5603" y="1006"/>
                    <a:pt x="5586" y="990"/>
                    <a:pt x="5619" y="941"/>
                  </a:cubicBezTo>
                  <a:cubicBezTo>
                    <a:pt x="5619" y="941"/>
                    <a:pt x="5609" y="931"/>
                    <a:pt x="5567" y="931"/>
                  </a:cubicBezTo>
                  <a:cubicBezTo>
                    <a:pt x="5557" y="931"/>
                    <a:pt x="5544" y="932"/>
                    <a:pt x="5530" y="933"/>
                  </a:cubicBezTo>
                  <a:cubicBezTo>
                    <a:pt x="5503" y="948"/>
                    <a:pt x="5481" y="954"/>
                    <a:pt x="5463" y="954"/>
                  </a:cubicBezTo>
                  <a:cubicBezTo>
                    <a:pt x="5404" y="954"/>
                    <a:pt x="5403" y="877"/>
                    <a:pt x="5441" y="795"/>
                  </a:cubicBezTo>
                  <a:lnTo>
                    <a:pt x="5441" y="795"/>
                  </a:lnTo>
                  <a:lnTo>
                    <a:pt x="5368" y="812"/>
                  </a:lnTo>
                  <a:cubicBezTo>
                    <a:pt x="5317" y="858"/>
                    <a:pt x="5277" y="888"/>
                    <a:pt x="5263" y="888"/>
                  </a:cubicBezTo>
                  <a:cubicBezTo>
                    <a:pt x="5253" y="888"/>
                    <a:pt x="5258" y="870"/>
                    <a:pt x="5287" y="828"/>
                  </a:cubicBezTo>
                  <a:cubicBezTo>
                    <a:pt x="5299" y="812"/>
                    <a:pt x="5311" y="797"/>
                    <a:pt x="5321" y="785"/>
                  </a:cubicBezTo>
                  <a:lnTo>
                    <a:pt x="5321" y="785"/>
                  </a:lnTo>
                  <a:cubicBezTo>
                    <a:pt x="5301" y="801"/>
                    <a:pt x="5283" y="808"/>
                    <a:pt x="5269" y="808"/>
                  </a:cubicBezTo>
                  <a:cubicBezTo>
                    <a:pt x="5221" y="808"/>
                    <a:pt x="5205" y="731"/>
                    <a:pt x="5254" y="658"/>
                  </a:cubicBezTo>
                  <a:cubicBezTo>
                    <a:pt x="5287" y="609"/>
                    <a:pt x="5287" y="609"/>
                    <a:pt x="5262" y="593"/>
                  </a:cubicBezTo>
                  <a:lnTo>
                    <a:pt x="5262" y="593"/>
                  </a:lnTo>
                  <a:lnTo>
                    <a:pt x="5230" y="641"/>
                  </a:lnTo>
                  <a:cubicBezTo>
                    <a:pt x="5201" y="684"/>
                    <a:pt x="5173" y="733"/>
                    <a:pt x="5150" y="733"/>
                  </a:cubicBezTo>
                  <a:cubicBezTo>
                    <a:pt x="5146" y="733"/>
                    <a:pt x="5143" y="732"/>
                    <a:pt x="5141" y="731"/>
                  </a:cubicBezTo>
                  <a:cubicBezTo>
                    <a:pt x="5124" y="714"/>
                    <a:pt x="5100" y="706"/>
                    <a:pt x="5132" y="649"/>
                  </a:cubicBezTo>
                  <a:cubicBezTo>
                    <a:pt x="5138" y="602"/>
                    <a:pt x="5144" y="555"/>
                    <a:pt x="5134" y="555"/>
                  </a:cubicBezTo>
                  <a:cubicBezTo>
                    <a:pt x="5131" y="555"/>
                    <a:pt x="5125" y="561"/>
                    <a:pt x="5116" y="576"/>
                  </a:cubicBezTo>
                  <a:cubicBezTo>
                    <a:pt x="5116" y="576"/>
                    <a:pt x="5100" y="560"/>
                    <a:pt x="5100" y="495"/>
                  </a:cubicBezTo>
                  <a:lnTo>
                    <a:pt x="5011" y="447"/>
                  </a:lnTo>
                  <a:cubicBezTo>
                    <a:pt x="4991" y="461"/>
                    <a:pt x="4974" y="467"/>
                    <a:pt x="4960" y="467"/>
                  </a:cubicBezTo>
                  <a:cubicBezTo>
                    <a:pt x="4934" y="467"/>
                    <a:pt x="4922" y="444"/>
                    <a:pt x="4938" y="406"/>
                  </a:cubicBezTo>
                  <a:cubicBezTo>
                    <a:pt x="4930" y="404"/>
                    <a:pt x="4921" y="403"/>
                    <a:pt x="4912" y="403"/>
                  </a:cubicBezTo>
                  <a:cubicBezTo>
                    <a:pt x="4886" y="403"/>
                    <a:pt x="4859" y="412"/>
                    <a:pt x="4841" y="431"/>
                  </a:cubicBezTo>
                  <a:cubicBezTo>
                    <a:pt x="4792" y="406"/>
                    <a:pt x="4768" y="390"/>
                    <a:pt x="4792" y="341"/>
                  </a:cubicBezTo>
                  <a:cubicBezTo>
                    <a:pt x="4805" y="311"/>
                    <a:pt x="4811" y="297"/>
                    <a:pt x="4806" y="297"/>
                  </a:cubicBezTo>
                  <a:cubicBezTo>
                    <a:pt x="4802" y="297"/>
                    <a:pt x="4790" y="307"/>
                    <a:pt x="4768" y="325"/>
                  </a:cubicBezTo>
                  <a:cubicBezTo>
                    <a:pt x="4752" y="362"/>
                    <a:pt x="4736" y="371"/>
                    <a:pt x="4720" y="371"/>
                  </a:cubicBezTo>
                  <a:cubicBezTo>
                    <a:pt x="4712" y="371"/>
                    <a:pt x="4703" y="369"/>
                    <a:pt x="4695" y="366"/>
                  </a:cubicBezTo>
                  <a:lnTo>
                    <a:pt x="4646" y="349"/>
                  </a:lnTo>
                  <a:cubicBezTo>
                    <a:pt x="4634" y="384"/>
                    <a:pt x="4631" y="394"/>
                    <a:pt x="4621" y="394"/>
                  </a:cubicBezTo>
                  <a:cubicBezTo>
                    <a:pt x="4618" y="394"/>
                    <a:pt x="4613" y="392"/>
                    <a:pt x="4605" y="390"/>
                  </a:cubicBezTo>
                  <a:cubicBezTo>
                    <a:pt x="4581" y="382"/>
                    <a:pt x="4524" y="301"/>
                    <a:pt x="4500" y="293"/>
                  </a:cubicBezTo>
                  <a:cubicBezTo>
                    <a:pt x="4472" y="283"/>
                    <a:pt x="4455" y="278"/>
                    <a:pt x="4445" y="278"/>
                  </a:cubicBezTo>
                  <a:cubicBezTo>
                    <a:pt x="4428" y="278"/>
                    <a:pt x="4430" y="293"/>
                    <a:pt x="4435" y="333"/>
                  </a:cubicBezTo>
                  <a:cubicBezTo>
                    <a:pt x="4450" y="338"/>
                    <a:pt x="4450" y="362"/>
                    <a:pt x="4440" y="362"/>
                  </a:cubicBezTo>
                  <a:cubicBezTo>
                    <a:pt x="4433" y="362"/>
                    <a:pt x="4423" y="353"/>
                    <a:pt x="4411" y="325"/>
                  </a:cubicBezTo>
                  <a:cubicBezTo>
                    <a:pt x="4387" y="317"/>
                    <a:pt x="4322" y="236"/>
                    <a:pt x="4249" y="220"/>
                  </a:cubicBezTo>
                  <a:cubicBezTo>
                    <a:pt x="4208" y="207"/>
                    <a:pt x="4183" y="201"/>
                    <a:pt x="4167" y="201"/>
                  </a:cubicBezTo>
                  <a:cubicBezTo>
                    <a:pt x="4142" y="201"/>
                    <a:pt x="4140" y="217"/>
                    <a:pt x="4135" y="252"/>
                  </a:cubicBezTo>
                  <a:cubicBezTo>
                    <a:pt x="4135" y="313"/>
                    <a:pt x="4129" y="343"/>
                    <a:pt x="4123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1" y="173"/>
                    <a:pt x="4074" y="140"/>
                    <a:pt x="4063" y="140"/>
                  </a:cubicBezTo>
                  <a:cubicBezTo>
                    <a:pt x="4055" y="140"/>
                    <a:pt x="4049" y="154"/>
                    <a:pt x="4046" y="179"/>
                  </a:cubicBezTo>
                  <a:cubicBezTo>
                    <a:pt x="4005" y="228"/>
                    <a:pt x="4005" y="228"/>
                    <a:pt x="3981" y="228"/>
                  </a:cubicBezTo>
                  <a:cubicBezTo>
                    <a:pt x="3986" y="196"/>
                    <a:pt x="3980" y="180"/>
                    <a:pt x="3964" y="180"/>
                  </a:cubicBezTo>
                  <a:cubicBezTo>
                    <a:pt x="3952" y="180"/>
                    <a:pt x="3933" y="190"/>
                    <a:pt x="3908" y="212"/>
                  </a:cubicBezTo>
                  <a:cubicBezTo>
                    <a:pt x="3876" y="212"/>
                    <a:pt x="3876" y="212"/>
                    <a:pt x="3884" y="147"/>
                  </a:cubicBezTo>
                  <a:lnTo>
                    <a:pt x="3835" y="147"/>
                  </a:lnTo>
                  <a:cubicBezTo>
                    <a:pt x="3810" y="190"/>
                    <a:pt x="3773" y="207"/>
                    <a:pt x="3736" y="207"/>
                  </a:cubicBezTo>
                  <a:cubicBezTo>
                    <a:pt x="3676" y="207"/>
                    <a:pt x="3615" y="165"/>
                    <a:pt x="3600" y="131"/>
                  </a:cubicBezTo>
                  <a:cubicBezTo>
                    <a:pt x="3600" y="131"/>
                    <a:pt x="3599" y="130"/>
                    <a:pt x="3597" y="130"/>
                  </a:cubicBezTo>
                  <a:cubicBezTo>
                    <a:pt x="3587" y="130"/>
                    <a:pt x="3563" y="135"/>
                    <a:pt x="3543" y="187"/>
                  </a:cubicBezTo>
                  <a:cubicBezTo>
                    <a:pt x="3531" y="243"/>
                    <a:pt x="3521" y="271"/>
                    <a:pt x="3514" y="271"/>
                  </a:cubicBezTo>
                  <a:cubicBezTo>
                    <a:pt x="3507" y="271"/>
                    <a:pt x="3503" y="241"/>
                    <a:pt x="3503" y="179"/>
                  </a:cubicBezTo>
                  <a:cubicBezTo>
                    <a:pt x="3503" y="122"/>
                    <a:pt x="3503" y="94"/>
                    <a:pt x="3500" y="94"/>
                  </a:cubicBezTo>
                  <a:cubicBezTo>
                    <a:pt x="3497" y="94"/>
                    <a:pt x="3491" y="122"/>
                    <a:pt x="3478" y="179"/>
                  </a:cubicBezTo>
                  <a:cubicBezTo>
                    <a:pt x="3472" y="207"/>
                    <a:pt x="3450" y="222"/>
                    <a:pt x="3429" y="222"/>
                  </a:cubicBezTo>
                  <a:cubicBezTo>
                    <a:pt x="3400" y="222"/>
                    <a:pt x="3372" y="193"/>
                    <a:pt x="3381" y="122"/>
                  </a:cubicBezTo>
                  <a:lnTo>
                    <a:pt x="33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2"/>
            <p:cNvSpPr/>
            <p:nvPr/>
          </p:nvSpPr>
          <p:spPr>
            <a:xfrm>
              <a:off x="4591384" y="2177708"/>
              <a:ext cx="37043" cy="62607"/>
            </a:xfrm>
            <a:custGeom>
              <a:avLst/>
              <a:gdLst/>
              <a:ahLst/>
              <a:cxnLst/>
              <a:rect l="l" t="t" r="r" b="b"/>
              <a:pathLst>
                <a:path w="2149" h="3632" extrusionOk="0">
                  <a:moveTo>
                    <a:pt x="519" y="72"/>
                  </a:moveTo>
                  <a:cubicBezTo>
                    <a:pt x="551" y="80"/>
                    <a:pt x="592" y="80"/>
                    <a:pt x="633" y="80"/>
                  </a:cubicBezTo>
                  <a:lnTo>
                    <a:pt x="633" y="72"/>
                  </a:lnTo>
                  <a:close/>
                  <a:moveTo>
                    <a:pt x="1468" y="80"/>
                  </a:moveTo>
                  <a:cubicBezTo>
                    <a:pt x="1533" y="80"/>
                    <a:pt x="1533" y="80"/>
                    <a:pt x="1533" y="88"/>
                  </a:cubicBezTo>
                  <a:lnTo>
                    <a:pt x="1468" y="88"/>
                  </a:lnTo>
                  <a:cubicBezTo>
                    <a:pt x="1451" y="88"/>
                    <a:pt x="1427" y="88"/>
                    <a:pt x="1411" y="80"/>
                  </a:cubicBezTo>
                  <a:close/>
                  <a:moveTo>
                    <a:pt x="1403" y="129"/>
                  </a:moveTo>
                  <a:cubicBezTo>
                    <a:pt x="1524" y="129"/>
                    <a:pt x="1524" y="129"/>
                    <a:pt x="1524" y="137"/>
                  </a:cubicBezTo>
                  <a:cubicBezTo>
                    <a:pt x="1524" y="137"/>
                    <a:pt x="1524" y="145"/>
                    <a:pt x="1460" y="145"/>
                  </a:cubicBezTo>
                  <a:lnTo>
                    <a:pt x="1460" y="137"/>
                  </a:lnTo>
                  <a:lnTo>
                    <a:pt x="1289" y="137"/>
                  </a:lnTo>
                  <a:cubicBezTo>
                    <a:pt x="1322" y="129"/>
                    <a:pt x="1362" y="129"/>
                    <a:pt x="1403" y="129"/>
                  </a:cubicBezTo>
                  <a:close/>
                  <a:moveTo>
                    <a:pt x="1760" y="145"/>
                  </a:moveTo>
                  <a:lnTo>
                    <a:pt x="1760" y="153"/>
                  </a:lnTo>
                  <a:cubicBezTo>
                    <a:pt x="1824" y="153"/>
                    <a:pt x="1824" y="153"/>
                    <a:pt x="1824" y="145"/>
                  </a:cubicBezTo>
                  <a:close/>
                  <a:moveTo>
                    <a:pt x="1200" y="364"/>
                  </a:moveTo>
                  <a:cubicBezTo>
                    <a:pt x="1241" y="364"/>
                    <a:pt x="1281" y="372"/>
                    <a:pt x="1322" y="380"/>
                  </a:cubicBezTo>
                  <a:cubicBezTo>
                    <a:pt x="1308" y="383"/>
                    <a:pt x="1295" y="383"/>
                    <a:pt x="1281" y="383"/>
                  </a:cubicBezTo>
                  <a:cubicBezTo>
                    <a:pt x="1254" y="383"/>
                    <a:pt x="1227" y="380"/>
                    <a:pt x="1200" y="380"/>
                  </a:cubicBezTo>
                  <a:lnTo>
                    <a:pt x="1200" y="364"/>
                  </a:lnTo>
                  <a:close/>
                  <a:moveTo>
                    <a:pt x="1135" y="396"/>
                  </a:moveTo>
                  <a:cubicBezTo>
                    <a:pt x="1078" y="396"/>
                    <a:pt x="1078" y="396"/>
                    <a:pt x="1078" y="404"/>
                  </a:cubicBezTo>
                  <a:cubicBezTo>
                    <a:pt x="1095" y="412"/>
                    <a:pt x="1119" y="412"/>
                    <a:pt x="1135" y="412"/>
                  </a:cubicBezTo>
                  <a:cubicBezTo>
                    <a:pt x="1200" y="412"/>
                    <a:pt x="1200" y="412"/>
                    <a:pt x="1200" y="404"/>
                  </a:cubicBezTo>
                  <a:cubicBezTo>
                    <a:pt x="1257" y="396"/>
                    <a:pt x="1200" y="396"/>
                    <a:pt x="1135" y="396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83"/>
                    <a:pt x="1597" y="583"/>
                  </a:cubicBezTo>
                  <a:lnTo>
                    <a:pt x="1476" y="583"/>
                  </a:lnTo>
                  <a:lnTo>
                    <a:pt x="1541" y="574"/>
                  </a:lnTo>
                  <a:close/>
                  <a:moveTo>
                    <a:pt x="1241" y="591"/>
                  </a:moveTo>
                  <a:lnTo>
                    <a:pt x="1354" y="599"/>
                  </a:lnTo>
                  <a:cubicBezTo>
                    <a:pt x="1533" y="607"/>
                    <a:pt x="1533" y="607"/>
                    <a:pt x="1419" y="607"/>
                  </a:cubicBezTo>
                  <a:cubicBezTo>
                    <a:pt x="1354" y="607"/>
                    <a:pt x="1297" y="607"/>
                    <a:pt x="1233" y="599"/>
                  </a:cubicBezTo>
                  <a:lnTo>
                    <a:pt x="1241" y="591"/>
                  </a:lnTo>
                  <a:close/>
                  <a:moveTo>
                    <a:pt x="1557" y="690"/>
                  </a:moveTo>
                  <a:cubicBezTo>
                    <a:pt x="1587" y="690"/>
                    <a:pt x="1618" y="692"/>
                    <a:pt x="1646" y="696"/>
                  </a:cubicBezTo>
                  <a:cubicBezTo>
                    <a:pt x="1703" y="704"/>
                    <a:pt x="1703" y="704"/>
                    <a:pt x="1581" y="704"/>
                  </a:cubicBezTo>
                  <a:lnTo>
                    <a:pt x="1468" y="696"/>
                  </a:lnTo>
                  <a:cubicBezTo>
                    <a:pt x="1496" y="692"/>
                    <a:pt x="1526" y="690"/>
                    <a:pt x="1557" y="690"/>
                  </a:cubicBezTo>
                  <a:close/>
                  <a:moveTo>
                    <a:pt x="1403" y="729"/>
                  </a:moveTo>
                  <a:lnTo>
                    <a:pt x="1403" y="737"/>
                  </a:lnTo>
                  <a:cubicBezTo>
                    <a:pt x="1362" y="737"/>
                    <a:pt x="1322" y="737"/>
                    <a:pt x="1281" y="729"/>
                  </a:cubicBezTo>
                  <a:close/>
                  <a:moveTo>
                    <a:pt x="1151" y="810"/>
                  </a:moveTo>
                  <a:cubicBezTo>
                    <a:pt x="1176" y="810"/>
                    <a:pt x="1192" y="810"/>
                    <a:pt x="1216" y="818"/>
                  </a:cubicBezTo>
                  <a:lnTo>
                    <a:pt x="1151" y="818"/>
                  </a:lnTo>
                  <a:cubicBezTo>
                    <a:pt x="1151" y="818"/>
                    <a:pt x="1095" y="810"/>
                    <a:pt x="1151" y="810"/>
                  </a:cubicBezTo>
                  <a:close/>
                  <a:moveTo>
                    <a:pt x="1451" y="842"/>
                  </a:moveTo>
                  <a:cubicBezTo>
                    <a:pt x="1492" y="842"/>
                    <a:pt x="1533" y="842"/>
                    <a:pt x="1565" y="850"/>
                  </a:cubicBezTo>
                  <a:cubicBezTo>
                    <a:pt x="1630" y="858"/>
                    <a:pt x="1565" y="858"/>
                    <a:pt x="1451" y="858"/>
                  </a:cubicBezTo>
                  <a:lnTo>
                    <a:pt x="1451" y="842"/>
                  </a:lnTo>
                  <a:close/>
                  <a:moveTo>
                    <a:pt x="1565" y="883"/>
                  </a:moveTo>
                  <a:lnTo>
                    <a:pt x="1565" y="891"/>
                  </a:lnTo>
                  <a:lnTo>
                    <a:pt x="1508" y="891"/>
                  </a:lnTo>
                  <a:lnTo>
                    <a:pt x="1565" y="883"/>
                  </a:lnTo>
                  <a:close/>
                  <a:moveTo>
                    <a:pt x="1743" y="931"/>
                  </a:moveTo>
                  <a:cubicBezTo>
                    <a:pt x="1678" y="931"/>
                    <a:pt x="1622" y="939"/>
                    <a:pt x="1622" y="939"/>
                  </a:cubicBezTo>
                  <a:lnTo>
                    <a:pt x="1743" y="939"/>
                  </a:lnTo>
                  <a:lnTo>
                    <a:pt x="1743" y="931"/>
                  </a:lnTo>
                  <a:close/>
                  <a:moveTo>
                    <a:pt x="1322" y="956"/>
                  </a:moveTo>
                  <a:cubicBezTo>
                    <a:pt x="1378" y="956"/>
                    <a:pt x="1378" y="964"/>
                    <a:pt x="1378" y="964"/>
                  </a:cubicBezTo>
                  <a:cubicBezTo>
                    <a:pt x="1378" y="964"/>
                    <a:pt x="1378" y="972"/>
                    <a:pt x="1314" y="972"/>
                  </a:cubicBezTo>
                  <a:cubicBezTo>
                    <a:pt x="1297" y="972"/>
                    <a:pt x="1281" y="972"/>
                    <a:pt x="1257" y="964"/>
                  </a:cubicBezTo>
                  <a:cubicBezTo>
                    <a:pt x="1281" y="964"/>
                    <a:pt x="1297" y="956"/>
                    <a:pt x="1322" y="956"/>
                  </a:cubicBezTo>
                  <a:close/>
                  <a:moveTo>
                    <a:pt x="57" y="1012"/>
                  </a:moveTo>
                  <a:cubicBezTo>
                    <a:pt x="0" y="1012"/>
                    <a:pt x="0" y="1012"/>
                    <a:pt x="114" y="1020"/>
                  </a:cubicBezTo>
                  <a:cubicBezTo>
                    <a:pt x="179" y="1020"/>
                    <a:pt x="179" y="1020"/>
                    <a:pt x="179" y="1012"/>
                  </a:cubicBezTo>
                  <a:close/>
                  <a:moveTo>
                    <a:pt x="2092" y="1004"/>
                  </a:moveTo>
                  <a:cubicBezTo>
                    <a:pt x="2092" y="1012"/>
                    <a:pt x="2092" y="1020"/>
                    <a:pt x="2092" y="1020"/>
                  </a:cubicBezTo>
                  <a:cubicBezTo>
                    <a:pt x="2149" y="1020"/>
                    <a:pt x="2149" y="1020"/>
                    <a:pt x="2149" y="1012"/>
                  </a:cubicBezTo>
                  <a:cubicBezTo>
                    <a:pt x="2149" y="1004"/>
                    <a:pt x="2149" y="1004"/>
                    <a:pt x="2092" y="1004"/>
                  </a:cubicBezTo>
                  <a:close/>
                  <a:moveTo>
                    <a:pt x="1314" y="1037"/>
                  </a:moveTo>
                  <a:cubicBezTo>
                    <a:pt x="1370" y="1037"/>
                    <a:pt x="1370" y="1037"/>
                    <a:pt x="1370" y="1045"/>
                  </a:cubicBezTo>
                  <a:lnTo>
                    <a:pt x="1306" y="1045"/>
                  </a:lnTo>
                  <a:cubicBezTo>
                    <a:pt x="1249" y="1045"/>
                    <a:pt x="1314" y="1045"/>
                    <a:pt x="1314" y="1037"/>
                  </a:cubicBezTo>
                  <a:close/>
                  <a:moveTo>
                    <a:pt x="1484" y="1110"/>
                  </a:moveTo>
                  <a:cubicBezTo>
                    <a:pt x="1541" y="1110"/>
                    <a:pt x="1541" y="1118"/>
                    <a:pt x="1419" y="1118"/>
                  </a:cubicBezTo>
                  <a:lnTo>
                    <a:pt x="1362" y="1118"/>
                  </a:lnTo>
                  <a:cubicBezTo>
                    <a:pt x="1362" y="1118"/>
                    <a:pt x="1419" y="1110"/>
                    <a:pt x="1484" y="1110"/>
                  </a:cubicBezTo>
                  <a:close/>
                  <a:moveTo>
                    <a:pt x="1476" y="1142"/>
                  </a:moveTo>
                  <a:lnTo>
                    <a:pt x="1476" y="1150"/>
                  </a:lnTo>
                  <a:cubicBezTo>
                    <a:pt x="1435" y="1150"/>
                    <a:pt x="1403" y="1150"/>
                    <a:pt x="1362" y="1142"/>
                  </a:cubicBezTo>
                  <a:close/>
                  <a:moveTo>
                    <a:pt x="1330" y="1418"/>
                  </a:moveTo>
                  <a:lnTo>
                    <a:pt x="1330" y="1426"/>
                  </a:lnTo>
                  <a:cubicBezTo>
                    <a:pt x="1289" y="1426"/>
                    <a:pt x="1249" y="1426"/>
                    <a:pt x="1208" y="1418"/>
                  </a:cubicBezTo>
                  <a:close/>
                  <a:moveTo>
                    <a:pt x="1378" y="1523"/>
                  </a:moveTo>
                  <a:cubicBezTo>
                    <a:pt x="1378" y="1531"/>
                    <a:pt x="1378" y="1531"/>
                    <a:pt x="1322" y="1531"/>
                  </a:cubicBezTo>
                  <a:cubicBezTo>
                    <a:pt x="1257" y="1531"/>
                    <a:pt x="1200" y="1523"/>
                    <a:pt x="1200" y="1523"/>
                  </a:cubicBezTo>
                  <a:close/>
                  <a:moveTo>
                    <a:pt x="1792" y="1596"/>
                  </a:moveTo>
                  <a:lnTo>
                    <a:pt x="1792" y="1604"/>
                  </a:lnTo>
                  <a:cubicBezTo>
                    <a:pt x="1751" y="1604"/>
                    <a:pt x="1711" y="1604"/>
                    <a:pt x="1670" y="1596"/>
                  </a:cubicBezTo>
                  <a:close/>
                  <a:moveTo>
                    <a:pt x="1362" y="1645"/>
                  </a:moveTo>
                  <a:lnTo>
                    <a:pt x="1427" y="1653"/>
                  </a:lnTo>
                  <a:cubicBezTo>
                    <a:pt x="1407" y="1657"/>
                    <a:pt x="1387" y="1659"/>
                    <a:pt x="1366" y="1659"/>
                  </a:cubicBezTo>
                  <a:cubicBezTo>
                    <a:pt x="1346" y="1659"/>
                    <a:pt x="1326" y="1657"/>
                    <a:pt x="1306" y="1653"/>
                  </a:cubicBezTo>
                  <a:lnTo>
                    <a:pt x="1362" y="1645"/>
                  </a:lnTo>
                  <a:close/>
                  <a:moveTo>
                    <a:pt x="1273" y="1945"/>
                  </a:moveTo>
                  <a:cubicBezTo>
                    <a:pt x="1314" y="1945"/>
                    <a:pt x="1354" y="1945"/>
                    <a:pt x="1395" y="1953"/>
                  </a:cubicBezTo>
                  <a:cubicBezTo>
                    <a:pt x="1395" y="1961"/>
                    <a:pt x="1395" y="1961"/>
                    <a:pt x="1330" y="1961"/>
                  </a:cubicBezTo>
                  <a:cubicBezTo>
                    <a:pt x="1273" y="1961"/>
                    <a:pt x="1273" y="1953"/>
                    <a:pt x="1273" y="1945"/>
                  </a:cubicBezTo>
                  <a:close/>
                  <a:moveTo>
                    <a:pt x="1800" y="2123"/>
                  </a:moveTo>
                  <a:cubicBezTo>
                    <a:pt x="1800" y="2127"/>
                    <a:pt x="1786" y="2129"/>
                    <a:pt x="1779" y="2129"/>
                  </a:cubicBezTo>
                  <a:cubicBezTo>
                    <a:pt x="1772" y="2129"/>
                    <a:pt x="1772" y="2127"/>
                    <a:pt x="1800" y="2123"/>
                  </a:cubicBezTo>
                  <a:close/>
                  <a:moveTo>
                    <a:pt x="1435" y="2123"/>
                  </a:moveTo>
                  <a:lnTo>
                    <a:pt x="1435" y="2131"/>
                  </a:lnTo>
                  <a:cubicBezTo>
                    <a:pt x="1395" y="2131"/>
                    <a:pt x="1354" y="2131"/>
                    <a:pt x="1314" y="2123"/>
                  </a:cubicBezTo>
                  <a:close/>
                  <a:moveTo>
                    <a:pt x="1760" y="2480"/>
                  </a:moveTo>
                  <a:cubicBezTo>
                    <a:pt x="1760" y="2488"/>
                    <a:pt x="1760" y="2488"/>
                    <a:pt x="1695" y="2488"/>
                  </a:cubicBezTo>
                  <a:cubicBezTo>
                    <a:pt x="1678" y="2488"/>
                    <a:pt x="1654" y="2488"/>
                    <a:pt x="1638" y="2480"/>
                  </a:cubicBezTo>
                  <a:close/>
                  <a:moveTo>
                    <a:pt x="1751" y="2528"/>
                  </a:moveTo>
                  <a:lnTo>
                    <a:pt x="1808" y="2537"/>
                  </a:lnTo>
                  <a:cubicBezTo>
                    <a:pt x="1797" y="2539"/>
                    <a:pt x="1786" y="2540"/>
                    <a:pt x="1773" y="2540"/>
                  </a:cubicBezTo>
                  <a:cubicBezTo>
                    <a:pt x="1749" y="2540"/>
                    <a:pt x="1722" y="2537"/>
                    <a:pt x="1695" y="2537"/>
                  </a:cubicBezTo>
                  <a:lnTo>
                    <a:pt x="1751" y="2528"/>
                  </a:lnTo>
                  <a:close/>
                  <a:moveTo>
                    <a:pt x="1337" y="2563"/>
                  </a:moveTo>
                  <a:cubicBezTo>
                    <a:pt x="1344" y="2563"/>
                    <a:pt x="1358" y="2565"/>
                    <a:pt x="1387" y="2569"/>
                  </a:cubicBezTo>
                  <a:lnTo>
                    <a:pt x="1330" y="2569"/>
                  </a:lnTo>
                  <a:cubicBezTo>
                    <a:pt x="1330" y="2565"/>
                    <a:pt x="1330" y="2563"/>
                    <a:pt x="1337" y="2563"/>
                  </a:cubicBezTo>
                  <a:close/>
                  <a:moveTo>
                    <a:pt x="1387" y="2561"/>
                  </a:moveTo>
                  <a:cubicBezTo>
                    <a:pt x="1451" y="2569"/>
                    <a:pt x="1451" y="2569"/>
                    <a:pt x="1387" y="2569"/>
                  </a:cubicBezTo>
                  <a:lnTo>
                    <a:pt x="1387" y="2561"/>
                  </a:lnTo>
                  <a:close/>
                  <a:moveTo>
                    <a:pt x="1095" y="2585"/>
                  </a:moveTo>
                  <a:cubicBezTo>
                    <a:pt x="1091" y="2586"/>
                    <a:pt x="1088" y="2586"/>
                    <a:pt x="1084" y="2587"/>
                  </a:cubicBezTo>
                  <a:lnTo>
                    <a:pt x="1084" y="2587"/>
                  </a:lnTo>
                  <a:cubicBezTo>
                    <a:pt x="1095" y="2586"/>
                    <a:pt x="1109" y="2586"/>
                    <a:pt x="1127" y="2585"/>
                  </a:cubicBezTo>
                  <a:lnTo>
                    <a:pt x="1127" y="2585"/>
                  </a:lnTo>
                  <a:cubicBezTo>
                    <a:pt x="1117" y="2585"/>
                    <a:pt x="1106" y="2585"/>
                    <a:pt x="1095" y="2585"/>
                  </a:cubicBezTo>
                  <a:close/>
                  <a:moveTo>
                    <a:pt x="1084" y="2587"/>
                  </a:moveTo>
                  <a:cubicBezTo>
                    <a:pt x="1062" y="2588"/>
                    <a:pt x="1055" y="2589"/>
                    <a:pt x="1059" y="2589"/>
                  </a:cubicBezTo>
                  <a:cubicBezTo>
                    <a:pt x="1062" y="2589"/>
                    <a:pt x="1071" y="2588"/>
                    <a:pt x="1084" y="2587"/>
                  </a:cubicBezTo>
                  <a:close/>
                  <a:moveTo>
                    <a:pt x="1387" y="2593"/>
                  </a:moveTo>
                  <a:lnTo>
                    <a:pt x="1387" y="2601"/>
                  </a:lnTo>
                  <a:lnTo>
                    <a:pt x="1330" y="2601"/>
                  </a:lnTo>
                  <a:lnTo>
                    <a:pt x="1387" y="2593"/>
                  </a:lnTo>
                  <a:close/>
                  <a:moveTo>
                    <a:pt x="1378" y="2634"/>
                  </a:moveTo>
                  <a:lnTo>
                    <a:pt x="1378" y="2642"/>
                  </a:lnTo>
                  <a:lnTo>
                    <a:pt x="1322" y="2642"/>
                  </a:lnTo>
                  <a:lnTo>
                    <a:pt x="1378" y="2634"/>
                  </a:lnTo>
                  <a:close/>
                  <a:moveTo>
                    <a:pt x="1500" y="2682"/>
                  </a:moveTo>
                  <a:cubicBezTo>
                    <a:pt x="1476" y="2691"/>
                    <a:pt x="1460" y="2691"/>
                    <a:pt x="1435" y="2691"/>
                  </a:cubicBezTo>
                  <a:cubicBezTo>
                    <a:pt x="1419" y="2691"/>
                    <a:pt x="1395" y="2691"/>
                    <a:pt x="1378" y="2682"/>
                  </a:cubicBezTo>
                  <a:close/>
                  <a:moveTo>
                    <a:pt x="1419" y="2853"/>
                  </a:moveTo>
                  <a:cubicBezTo>
                    <a:pt x="1476" y="2853"/>
                    <a:pt x="1541" y="2861"/>
                    <a:pt x="1476" y="2861"/>
                  </a:cubicBezTo>
                  <a:cubicBezTo>
                    <a:pt x="1476" y="2861"/>
                    <a:pt x="1419" y="2861"/>
                    <a:pt x="1362" y="2853"/>
                  </a:cubicBezTo>
                  <a:close/>
                  <a:moveTo>
                    <a:pt x="1614" y="2993"/>
                  </a:moveTo>
                  <a:cubicBezTo>
                    <a:pt x="1644" y="2993"/>
                    <a:pt x="1674" y="2995"/>
                    <a:pt x="1703" y="2999"/>
                  </a:cubicBezTo>
                  <a:cubicBezTo>
                    <a:pt x="1703" y="3007"/>
                    <a:pt x="1703" y="3007"/>
                    <a:pt x="1646" y="3007"/>
                  </a:cubicBezTo>
                  <a:cubicBezTo>
                    <a:pt x="1605" y="3007"/>
                    <a:pt x="1565" y="3007"/>
                    <a:pt x="1524" y="2999"/>
                  </a:cubicBezTo>
                  <a:cubicBezTo>
                    <a:pt x="1553" y="2995"/>
                    <a:pt x="1583" y="2993"/>
                    <a:pt x="1614" y="2993"/>
                  </a:cubicBezTo>
                  <a:close/>
                  <a:moveTo>
                    <a:pt x="1581" y="3591"/>
                  </a:moveTo>
                  <a:cubicBezTo>
                    <a:pt x="1622" y="3591"/>
                    <a:pt x="1662" y="3591"/>
                    <a:pt x="1703" y="3599"/>
                  </a:cubicBezTo>
                  <a:cubicBezTo>
                    <a:pt x="1760" y="3603"/>
                    <a:pt x="1760" y="3605"/>
                    <a:pt x="1730" y="3605"/>
                  </a:cubicBezTo>
                  <a:cubicBezTo>
                    <a:pt x="1701" y="3605"/>
                    <a:pt x="1642" y="3603"/>
                    <a:pt x="1581" y="3599"/>
                  </a:cubicBezTo>
                  <a:cubicBezTo>
                    <a:pt x="1460" y="3591"/>
                    <a:pt x="1460" y="3591"/>
                    <a:pt x="1581" y="3591"/>
                  </a:cubicBezTo>
                  <a:close/>
                  <a:moveTo>
                    <a:pt x="1374" y="1"/>
                  </a:moveTo>
                  <a:cubicBezTo>
                    <a:pt x="1344" y="1"/>
                    <a:pt x="1330" y="3"/>
                    <a:pt x="1362" y="7"/>
                  </a:cubicBezTo>
                  <a:lnTo>
                    <a:pt x="1354" y="7"/>
                  </a:lnTo>
                  <a:lnTo>
                    <a:pt x="1297" y="15"/>
                  </a:lnTo>
                  <a:cubicBezTo>
                    <a:pt x="1119" y="15"/>
                    <a:pt x="1119" y="23"/>
                    <a:pt x="1297" y="23"/>
                  </a:cubicBezTo>
                  <a:lnTo>
                    <a:pt x="1354" y="23"/>
                  </a:lnTo>
                  <a:cubicBezTo>
                    <a:pt x="1233" y="23"/>
                    <a:pt x="1233" y="31"/>
                    <a:pt x="1233" y="39"/>
                  </a:cubicBezTo>
                  <a:lnTo>
                    <a:pt x="1176" y="39"/>
                  </a:lnTo>
                  <a:cubicBezTo>
                    <a:pt x="1135" y="39"/>
                    <a:pt x="1095" y="39"/>
                    <a:pt x="1054" y="47"/>
                  </a:cubicBezTo>
                  <a:cubicBezTo>
                    <a:pt x="1054" y="56"/>
                    <a:pt x="1054" y="56"/>
                    <a:pt x="1111" y="56"/>
                  </a:cubicBezTo>
                  <a:cubicBezTo>
                    <a:pt x="1130" y="53"/>
                    <a:pt x="1143" y="52"/>
                    <a:pt x="1150" y="52"/>
                  </a:cubicBezTo>
                  <a:cubicBezTo>
                    <a:pt x="1165" y="52"/>
                    <a:pt x="1140" y="58"/>
                    <a:pt x="1054" y="64"/>
                  </a:cubicBezTo>
                  <a:lnTo>
                    <a:pt x="1111" y="64"/>
                  </a:lnTo>
                  <a:cubicBezTo>
                    <a:pt x="1233" y="64"/>
                    <a:pt x="1233" y="72"/>
                    <a:pt x="1111" y="80"/>
                  </a:cubicBezTo>
                  <a:lnTo>
                    <a:pt x="1111" y="88"/>
                  </a:lnTo>
                  <a:cubicBezTo>
                    <a:pt x="1138" y="88"/>
                    <a:pt x="1165" y="92"/>
                    <a:pt x="1192" y="92"/>
                  </a:cubicBezTo>
                  <a:cubicBezTo>
                    <a:pt x="1206" y="92"/>
                    <a:pt x="1219" y="91"/>
                    <a:pt x="1233" y="88"/>
                  </a:cubicBezTo>
                  <a:cubicBezTo>
                    <a:pt x="1346" y="88"/>
                    <a:pt x="1346" y="88"/>
                    <a:pt x="1289" y="96"/>
                  </a:cubicBezTo>
                  <a:lnTo>
                    <a:pt x="1168" y="96"/>
                  </a:lnTo>
                  <a:cubicBezTo>
                    <a:pt x="1111" y="96"/>
                    <a:pt x="1111" y="104"/>
                    <a:pt x="1111" y="104"/>
                  </a:cubicBezTo>
                  <a:cubicBezTo>
                    <a:pt x="1111" y="112"/>
                    <a:pt x="1111" y="120"/>
                    <a:pt x="1168" y="120"/>
                  </a:cubicBezTo>
                  <a:lnTo>
                    <a:pt x="1111" y="120"/>
                  </a:lnTo>
                  <a:cubicBezTo>
                    <a:pt x="1111" y="129"/>
                    <a:pt x="1046" y="129"/>
                    <a:pt x="1111" y="129"/>
                  </a:cubicBezTo>
                  <a:cubicBezTo>
                    <a:pt x="1111" y="129"/>
                    <a:pt x="1111" y="129"/>
                    <a:pt x="1046" y="137"/>
                  </a:cubicBezTo>
                  <a:cubicBezTo>
                    <a:pt x="1007" y="142"/>
                    <a:pt x="1049" y="152"/>
                    <a:pt x="1118" y="152"/>
                  </a:cubicBezTo>
                  <a:cubicBezTo>
                    <a:pt x="1150" y="152"/>
                    <a:pt x="1187" y="150"/>
                    <a:pt x="1224" y="145"/>
                  </a:cubicBezTo>
                  <a:lnTo>
                    <a:pt x="1224" y="153"/>
                  </a:lnTo>
                  <a:lnTo>
                    <a:pt x="1281" y="153"/>
                  </a:lnTo>
                  <a:cubicBezTo>
                    <a:pt x="1346" y="153"/>
                    <a:pt x="1346" y="161"/>
                    <a:pt x="1346" y="161"/>
                  </a:cubicBezTo>
                  <a:lnTo>
                    <a:pt x="1224" y="161"/>
                  </a:lnTo>
                  <a:cubicBezTo>
                    <a:pt x="1046" y="161"/>
                    <a:pt x="981" y="169"/>
                    <a:pt x="1160" y="169"/>
                  </a:cubicBezTo>
                  <a:lnTo>
                    <a:pt x="1103" y="169"/>
                  </a:lnTo>
                  <a:cubicBezTo>
                    <a:pt x="1046" y="169"/>
                    <a:pt x="1046" y="177"/>
                    <a:pt x="1103" y="185"/>
                  </a:cubicBezTo>
                  <a:cubicBezTo>
                    <a:pt x="1160" y="193"/>
                    <a:pt x="1216" y="193"/>
                    <a:pt x="1281" y="193"/>
                  </a:cubicBezTo>
                  <a:cubicBezTo>
                    <a:pt x="1338" y="193"/>
                    <a:pt x="1338" y="202"/>
                    <a:pt x="1338" y="202"/>
                  </a:cubicBezTo>
                  <a:lnTo>
                    <a:pt x="1281" y="202"/>
                  </a:lnTo>
                  <a:cubicBezTo>
                    <a:pt x="1160" y="202"/>
                    <a:pt x="1160" y="210"/>
                    <a:pt x="1281" y="218"/>
                  </a:cubicBezTo>
                  <a:lnTo>
                    <a:pt x="1216" y="218"/>
                  </a:lnTo>
                  <a:cubicBezTo>
                    <a:pt x="1160" y="218"/>
                    <a:pt x="1095" y="218"/>
                    <a:pt x="1151" y="242"/>
                  </a:cubicBezTo>
                  <a:cubicBezTo>
                    <a:pt x="1151" y="258"/>
                    <a:pt x="1151" y="266"/>
                    <a:pt x="1095" y="266"/>
                  </a:cubicBezTo>
                  <a:cubicBezTo>
                    <a:pt x="1030" y="266"/>
                    <a:pt x="1151" y="291"/>
                    <a:pt x="1273" y="299"/>
                  </a:cubicBezTo>
                  <a:cubicBezTo>
                    <a:pt x="1208" y="299"/>
                    <a:pt x="1208" y="299"/>
                    <a:pt x="1208" y="307"/>
                  </a:cubicBezTo>
                  <a:cubicBezTo>
                    <a:pt x="1208" y="323"/>
                    <a:pt x="1208" y="323"/>
                    <a:pt x="1151" y="323"/>
                  </a:cubicBezTo>
                  <a:cubicBezTo>
                    <a:pt x="1265" y="331"/>
                    <a:pt x="1208" y="339"/>
                    <a:pt x="1087" y="339"/>
                  </a:cubicBezTo>
                  <a:cubicBezTo>
                    <a:pt x="1030" y="339"/>
                    <a:pt x="1022" y="347"/>
                    <a:pt x="1022" y="356"/>
                  </a:cubicBezTo>
                  <a:cubicBezTo>
                    <a:pt x="1087" y="356"/>
                    <a:pt x="1087" y="372"/>
                    <a:pt x="1087" y="380"/>
                  </a:cubicBezTo>
                  <a:cubicBezTo>
                    <a:pt x="1078" y="388"/>
                    <a:pt x="1078" y="388"/>
                    <a:pt x="1200" y="388"/>
                  </a:cubicBezTo>
                  <a:cubicBezTo>
                    <a:pt x="1322" y="388"/>
                    <a:pt x="1322" y="396"/>
                    <a:pt x="1322" y="404"/>
                  </a:cubicBezTo>
                  <a:cubicBezTo>
                    <a:pt x="1322" y="404"/>
                    <a:pt x="1322" y="412"/>
                    <a:pt x="1257" y="412"/>
                  </a:cubicBezTo>
                  <a:cubicBezTo>
                    <a:pt x="1241" y="412"/>
                    <a:pt x="1216" y="412"/>
                    <a:pt x="1200" y="420"/>
                  </a:cubicBezTo>
                  <a:cubicBezTo>
                    <a:pt x="1200" y="420"/>
                    <a:pt x="1200" y="429"/>
                    <a:pt x="1135" y="429"/>
                  </a:cubicBezTo>
                  <a:cubicBezTo>
                    <a:pt x="1135" y="429"/>
                    <a:pt x="1078" y="429"/>
                    <a:pt x="1078" y="437"/>
                  </a:cubicBezTo>
                  <a:cubicBezTo>
                    <a:pt x="1078" y="453"/>
                    <a:pt x="1070" y="461"/>
                    <a:pt x="1014" y="461"/>
                  </a:cubicBezTo>
                  <a:lnTo>
                    <a:pt x="1070" y="461"/>
                  </a:lnTo>
                  <a:cubicBezTo>
                    <a:pt x="1135" y="461"/>
                    <a:pt x="1192" y="469"/>
                    <a:pt x="1135" y="485"/>
                  </a:cubicBezTo>
                  <a:cubicBezTo>
                    <a:pt x="1127" y="493"/>
                    <a:pt x="1127" y="501"/>
                    <a:pt x="1192" y="501"/>
                  </a:cubicBezTo>
                  <a:cubicBezTo>
                    <a:pt x="1192" y="510"/>
                    <a:pt x="1192" y="510"/>
                    <a:pt x="1127" y="510"/>
                  </a:cubicBezTo>
                  <a:cubicBezTo>
                    <a:pt x="1006" y="510"/>
                    <a:pt x="1006" y="518"/>
                    <a:pt x="1127" y="526"/>
                  </a:cubicBezTo>
                  <a:cubicBezTo>
                    <a:pt x="1184" y="526"/>
                    <a:pt x="1184" y="534"/>
                    <a:pt x="1127" y="534"/>
                  </a:cubicBezTo>
                  <a:cubicBezTo>
                    <a:pt x="1127" y="534"/>
                    <a:pt x="1127" y="542"/>
                    <a:pt x="1184" y="542"/>
                  </a:cubicBezTo>
                  <a:cubicBezTo>
                    <a:pt x="1241" y="550"/>
                    <a:pt x="1241" y="550"/>
                    <a:pt x="1184" y="558"/>
                  </a:cubicBezTo>
                  <a:cubicBezTo>
                    <a:pt x="1127" y="558"/>
                    <a:pt x="1127" y="558"/>
                    <a:pt x="1119" y="566"/>
                  </a:cubicBezTo>
                  <a:cubicBezTo>
                    <a:pt x="1184" y="574"/>
                    <a:pt x="1176" y="623"/>
                    <a:pt x="1119" y="623"/>
                  </a:cubicBezTo>
                  <a:cubicBezTo>
                    <a:pt x="1176" y="631"/>
                    <a:pt x="1176" y="631"/>
                    <a:pt x="1176" y="631"/>
                  </a:cubicBezTo>
                  <a:cubicBezTo>
                    <a:pt x="1054" y="639"/>
                    <a:pt x="1111" y="639"/>
                    <a:pt x="1233" y="639"/>
                  </a:cubicBezTo>
                  <a:lnTo>
                    <a:pt x="1233" y="631"/>
                  </a:lnTo>
                  <a:cubicBezTo>
                    <a:pt x="1354" y="631"/>
                    <a:pt x="1354" y="647"/>
                    <a:pt x="1176" y="647"/>
                  </a:cubicBezTo>
                  <a:cubicBezTo>
                    <a:pt x="1054" y="647"/>
                    <a:pt x="1054" y="647"/>
                    <a:pt x="1176" y="656"/>
                  </a:cubicBezTo>
                  <a:cubicBezTo>
                    <a:pt x="1289" y="656"/>
                    <a:pt x="1289" y="664"/>
                    <a:pt x="1168" y="664"/>
                  </a:cubicBezTo>
                  <a:cubicBezTo>
                    <a:pt x="1054" y="664"/>
                    <a:pt x="1054" y="664"/>
                    <a:pt x="1168" y="672"/>
                  </a:cubicBezTo>
                  <a:cubicBezTo>
                    <a:pt x="1411" y="680"/>
                    <a:pt x="1468" y="696"/>
                    <a:pt x="1233" y="696"/>
                  </a:cubicBezTo>
                  <a:cubicBezTo>
                    <a:pt x="1206" y="693"/>
                    <a:pt x="1180" y="691"/>
                    <a:pt x="1155" y="691"/>
                  </a:cubicBezTo>
                  <a:cubicBezTo>
                    <a:pt x="1119" y="691"/>
                    <a:pt x="1084" y="695"/>
                    <a:pt x="1046" y="704"/>
                  </a:cubicBezTo>
                  <a:lnTo>
                    <a:pt x="1168" y="704"/>
                  </a:lnTo>
                  <a:cubicBezTo>
                    <a:pt x="1289" y="704"/>
                    <a:pt x="1289" y="704"/>
                    <a:pt x="1168" y="712"/>
                  </a:cubicBezTo>
                  <a:cubicBezTo>
                    <a:pt x="989" y="729"/>
                    <a:pt x="981" y="737"/>
                    <a:pt x="1103" y="745"/>
                  </a:cubicBezTo>
                  <a:cubicBezTo>
                    <a:pt x="1189" y="756"/>
                    <a:pt x="1210" y="768"/>
                    <a:pt x="1175" y="768"/>
                  </a:cubicBezTo>
                  <a:cubicBezTo>
                    <a:pt x="1160" y="768"/>
                    <a:pt x="1136" y="766"/>
                    <a:pt x="1103" y="761"/>
                  </a:cubicBezTo>
                  <a:cubicBezTo>
                    <a:pt x="1042" y="757"/>
                    <a:pt x="1012" y="755"/>
                    <a:pt x="1003" y="755"/>
                  </a:cubicBezTo>
                  <a:cubicBezTo>
                    <a:pt x="995" y="755"/>
                    <a:pt x="1010" y="757"/>
                    <a:pt x="1038" y="761"/>
                  </a:cubicBezTo>
                  <a:cubicBezTo>
                    <a:pt x="1038" y="777"/>
                    <a:pt x="1038" y="785"/>
                    <a:pt x="1038" y="785"/>
                  </a:cubicBezTo>
                  <a:cubicBezTo>
                    <a:pt x="1078" y="793"/>
                    <a:pt x="1119" y="793"/>
                    <a:pt x="1160" y="793"/>
                  </a:cubicBezTo>
                  <a:cubicBezTo>
                    <a:pt x="1038" y="801"/>
                    <a:pt x="981" y="810"/>
                    <a:pt x="1095" y="818"/>
                  </a:cubicBezTo>
                  <a:lnTo>
                    <a:pt x="1095" y="826"/>
                  </a:lnTo>
                  <a:cubicBezTo>
                    <a:pt x="1095" y="826"/>
                    <a:pt x="1095" y="826"/>
                    <a:pt x="1151" y="834"/>
                  </a:cubicBezTo>
                  <a:cubicBezTo>
                    <a:pt x="1216" y="834"/>
                    <a:pt x="1151" y="842"/>
                    <a:pt x="1095" y="842"/>
                  </a:cubicBezTo>
                  <a:cubicBezTo>
                    <a:pt x="1030" y="850"/>
                    <a:pt x="973" y="858"/>
                    <a:pt x="1030" y="858"/>
                  </a:cubicBezTo>
                  <a:cubicBezTo>
                    <a:pt x="1095" y="858"/>
                    <a:pt x="1151" y="866"/>
                    <a:pt x="1208" y="866"/>
                  </a:cubicBezTo>
                  <a:cubicBezTo>
                    <a:pt x="1273" y="874"/>
                    <a:pt x="1208" y="874"/>
                    <a:pt x="1151" y="874"/>
                  </a:cubicBezTo>
                  <a:cubicBezTo>
                    <a:pt x="1140" y="872"/>
                    <a:pt x="1128" y="871"/>
                    <a:pt x="1116" y="871"/>
                  </a:cubicBezTo>
                  <a:cubicBezTo>
                    <a:pt x="1087" y="871"/>
                    <a:pt x="1059" y="877"/>
                    <a:pt x="1030" y="883"/>
                  </a:cubicBezTo>
                  <a:cubicBezTo>
                    <a:pt x="1030" y="883"/>
                    <a:pt x="1030" y="891"/>
                    <a:pt x="1087" y="891"/>
                  </a:cubicBezTo>
                  <a:cubicBezTo>
                    <a:pt x="1151" y="891"/>
                    <a:pt x="1143" y="915"/>
                    <a:pt x="1087" y="923"/>
                  </a:cubicBezTo>
                  <a:cubicBezTo>
                    <a:pt x="1087" y="923"/>
                    <a:pt x="1087" y="931"/>
                    <a:pt x="1087" y="931"/>
                  </a:cubicBezTo>
                  <a:cubicBezTo>
                    <a:pt x="1087" y="939"/>
                    <a:pt x="1143" y="939"/>
                    <a:pt x="1143" y="947"/>
                  </a:cubicBezTo>
                  <a:cubicBezTo>
                    <a:pt x="1143" y="947"/>
                    <a:pt x="1143" y="947"/>
                    <a:pt x="1200" y="956"/>
                  </a:cubicBezTo>
                  <a:cubicBezTo>
                    <a:pt x="1200" y="956"/>
                    <a:pt x="1200" y="964"/>
                    <a:pt x="1143" y="964"/>
                  </a:cubicBezTo>
                  <a:cubicBezTo>
                    <a:pt x="1257" y="964"/>
                    <a:pt x="1257" y="964"/>
                    <a:pt x="1143" y="972"/>
                  </a:cubicBezTo>
                  <a:cubicBezTo>
                    <a:pt x="1200" y="980"/>
                    <a:pt x="1200" y="980"/>
                    <a:pt x="1135" y="980"/>
                  </a:cubicBezTo>
                  <a:cubicBezTo>
                    <a:pt x="1078" y="980"/>
                    <a:pt x="1078" y="988"/>
                    <a:pt x="1135" y="988"/>
                  </a:cubicBezTo>
                  <a:cubicBezTo>
                    <a:pt x="1257" y="988"/>
                    <a:pt x="1314" y="1004"/>
                    <a:pt x="1200" y="1004"/>
                  </a:cubicBezTo>
                  <a:cubicBezTo>
                    <a:pt x="1200" y="1004"/>
                    <a:pt x="1200" y="1012"/>
                    <a:pt x="1257" y="1012"/>
                  </a:cubicBezTo>
                  <a:cubicBezTo>
                    <a:pt x="1378" y="1020"/>
                    <a:pt x="1378" y="1020"/>
                    <a:pt x="1257" y="1020"/>
                  </a:cubicBezTo>
                  <a:cubicBezTo>
                    <a:pt x="1135" y="1020"/>
                    <a:pt x="1135" y="1028"/>
                    <a:pt x="1257" y="1028"/>
                  </a:cubicBezTo>
                  <a:cubicBezTo>
                    <a:pt x="1257" y="1028"/>
                    <a:pt x="1314" y="1037"/>
                    <a:pt x="1257" y="1037"/>
                  </a:cubicBezTo>
                  <a:cubicBezTo>
                    <a:pt x="1192" y="1045"/>
                    <a:pt x="1127" y="1069"/>
                    <a:pt x="1249" y="1069"/>
                  </a:cubicBezTo>
                  <a:lnTo>
                    <a:pt x="1249" y="1077"/>
                  </a:lnTo>
                  <a:cubicBezTo>
                    <a:pt x="1192" y="1085"/>
                    <a:pt x="1192" y="1093"/>
                    <a:pt x="1249" y="1093"/>
                  </a:cubicBezTo>
                  <a:lnTo>
                    <a:pt x="1287" y="1099"/>
                  </a:lnTo>
                  <a:lnTo>
                    <a:pt x="1287" y="1099"/>
                  </a:lnTo>
                  <a:cubicBezTo>
                    <a:pt x="1281" y="1098"/>
                    <a:pt x="1276" y="1098"/>
                    <a:pt x="1270" y="1098"/>
                  </a:cubicBezTo>
                  <a:cubicBezTo>
                    <a:pt x="1241" y="1098"/>
                    <a:pt x="1213" y="1104"/>
                    <a:pt x="1184" y="1110"/>
                  </a:cubicBezTo>
                  <a:lnTo>
                    <a:pt x="1249" y="1110"/>
                  </a:lnTo>
                  <a:cubicBezTo>
                    <a:pt x="1306" y="1110"/>
                    <a:pt x="1306" y="1110"/>
                    <a:pt x="1306" y="1118"/>
                  </a:cubicBezTo>
                  <a:cubicBezTo>
                    <a:pt x="1265" y="1126"/>
                    <a:pt x="1224" y="1126"/>
                    <a:pt x="1184" y="1126"/>
                  </a:cubicBezTo>
                  <a:cubicBezTo>
                    <a:pt x="1306" y="1126"/>
                    <a:pt x="1306" y="1134"/>
                    <a:pt x="1241" y="1134"/>
                  </a:cubicBezTo>
                  <a:cubicBezTo>
                    <a:pt x="1184" y="1134"/>
                    <a:pt x="1184" y="1142"/>
                    <a:pt x="1184" y="1142"/>
                  </a:cubicBezTo>
                  <a:cubicBezTo>
                    <a:pt x="1222" y="1142"/>
                    <a:pt x="1209" y="1146"/>
                    <a:pt x="1197" y="1146"/>
                  </a:cubicBezTo>
                  <a:cubicBezTo>
                    <a:pt x="1190" y="1146"/>
                    <a:pt x="1184" y="1145"/>
                    <a:pt x="1184" y="1142"/>
                  </a:cubicBezTo>
                  <a:lnTo>
                    <a:pt x="1127" y="1142"/>
                  </a:lnTo>
                  <a:cubicBezTo>
                    <a:pt x="1062" y="1150"/>
                    <a:pt x="1127" y="1150"/>
                    <a:pt x="1184" y="1150"/>
                  </a:cubicBezTo>
                  <a:cubicBezTo>
                    <a:pt x="1184" y="1150"/>
                    <a:pt x="1184" y="1150"/>
                    <a:pt x="1184" y="1158"/>
                  </a:cubicBezTo>
                  <a:cubicBezTo>
                    <a:pt x="1184" y="1158"/>
                    <a:pt x="1184" y="1162"/>
                    <a:pt x="1201" y="1162"/>
                  </a:cubicBezTo>
                  <a:cubicBezTo>
                    <a:pt x="1209" y="1162"/>
                    <a:pt x="1222" y="1161"/>
                    <a:pt x="1241" y="1158"/>
                  </a:cubicBezTo>
                  <a:cubicBezTo>
                    <a:pt x="1281" y="1158"/>
                    <a:pt x="1322" y="1158"/>
                    <a:pt x="1362" y="1166"/>
                  </a:cubicBezTo>
                  <a:cubicBezTo>
                    <a:pt x="1400" y="1166"/>
                    <a:pt x="1387" y="1170"/>
                    <a:pt x="1375" y="1170"/>
                  </a:cubicBezTo>
                  <a:cubicBezTo>
                    <a:pt x="1369" y="1170"/>
                    <a:pt x="1362" y="1169"/>
                    <a:pt x="1362" y="1166"/>
                  </a:cubicBezTo>
                  <a:cubicBezTo>
                    <a:pt x="1322" y="1166"/>
                    <a:pt x="1281" y="1166"/>
                    <a:pt x="1241" y="1174"/>
                  </a:cubicBezTo>
                  <a:lnTo>
                    <a:pt x="1184" y="1174"/>
                  </a:lnTo>
                  <a:cubicBezTo>
                    <a:pt x="1062" y="1174"/>
                    <a:pt x="1119" y="1191"/>
                    <a:pt x="1176" y="1191"/>
                  </a:cubicBezTo>
                  <a:cubicBezTo>
                    <a:pt x="1297" y="1199"/>
                    <a:pt x="1297" y="1207"/>
                    <a:pt x="1176" y="1207"/>
                  </a:cubicBezTo>
                  <a:cubicBezTo>
                    <a:pt x="1054" y="1207"/>
                    <a:pt x="1176" y="1215"/>
                    <a:pt x="1354" y="1215"/>
                  </a:cubicBezTo>
                  <a:lnTo>
                    <a:pt x="1533" y="1223"/>
                  </a:lnTo>
                  <a:lnTo>
                    <a:pt x="1354" y="1223"/>
                  </a:lnTo>
                  <a:cubicBezTo>
                    <a:pt x="1119" y="1223"/>
                    <a:pt x="1119" y="1223"/>
                    <a:pt x="1233" y="1239"/>
                  </a:cubicBezTo>
                  <a:cubicBezTo>
                    <a:pt x="1289" y="1247"/>
                    <a:pt x="1289" y="1247"/>
                    <a:pt x="1233" y="1247"/>
                  </a:cubicBezTo>
                  <a:cubicBezTo>
                    <a:pt x="1176" y="1247"/>
                    <a:pt x="1176" y="1256"/>
                    <a:pt x="1168" y="1264"/>
                  </a:cubicBezTo>
                  <a:cubicBezTo>
                    <a:pt x="1168" y="1280"/>
                    <a:pt x="1168" y="1280"/>
                    <a:pt x="1233" y="1280"/>
                  </a:cubicBezTo>
                  <a:cubicBezTo>
                    <a:pt x="1233" y="1280"/>
                    <a:pt x="1233" y="1288"/>
                    <a:pt x="1224" y="1288"/>
                  </a:cubicBezTo>
                  <a:cubicBezTo>
                    <a:pt x="1144" y="1294"/>
                    <a:pt x="1149" y="1299"/>
                    <a:pt x="1202" y="1299"/>
                  </a:cubicBezTo>
                  <a:cubicBezTo>
                    <a:pt x="1224" y="1299"/>
                    <a:pt x="1254" y="1298"/>
                    <a:pt x="1289" y="1296"/>
                  </a:cubicBezTo>
                  <a:cubicBezTo>
                    <a:pt x="1289" y="1296"/>
                    <a:pt x="1289" y="1304"/>
                    <a:pt x="1289" y="1304"/>
                  </a:cubicBezTo>
                  <a:lnTo>
                    <a:pt x="1224" y="1304"/>
                  </a:lnTo>
                  <a:cubicBezTo>
                    <a:pt x="1168" y="1304"/>
                    <a:pt x="1168" y="1312"/>
                    <a:pt x="1160" y="1353"/>
                  </a:cubicBezTo>
                  <a:cubicBezTo>
                    <a:pt x="1160" y="1385"/>
                    <a:pt x="1160" y="1393"/>
                    <a:pt x="1281" y="1393"/>
                  </a:cubicBezTo>
                  <a:cubicBezTo>
                    <a:pt x="1395" y="1393"/>
                    <a:pt x="1395" y="1401"/>
                    <a:pt x="1273" y="1401"/>
                  </a:cubicBezTo>
                  <a:cubicBezTo>
                    <a:pt x="1216" y="1401"/>
                    <a:pt x="1160" y="1410"/>
                    <a:pt x="1216" y="1410"/>
                  </a:cubicBezTo>
                  <a:cubicBezTo>
                    <a:pt x="1216" y="1410"/>
                    <a:pt x="1216" y="1418"/>
                    <a:pt x="1151" y="1418"/>
                  </a:cubicBezTo>
                  <a:cubicBezTo>
                    <a:pt x="1038" y="1434"/>
                    <a:pt x="1095" y="1434"/>
                    <a:pt x="1151" y="1434"/>
                  </a:cubicBezTo>
                  <a:cubicBezTo>
                    <a:pt x="1273" y="1434"/>
                    <a:pt x="1216" y="1434"/>
                    <a:pt x="1151" y="1442"/>
                  </a:cubicBezTo>
                  <a:cubicBezTo>
                    <a:pt x="1095" y="1442"/>
                    <a:pt x="1030" y="1450"/>
                    <a:pt x="1095" y="1450"/>
                  </a:cubicBezTo>
                  <a:cubicBezTo>
                    <a:pt x="1145" y="1450"/>
                    <a:pt x="1196" y="1476"/>
                    <a:pt x="1121" y="1476"/>
                  </a:cubicBezTo>
                  <a:cubicBezTo>
                    <a:pt x="1111" y="1476"/>
                    <a:pt x="1100" y="1475"/>
                    <a:pt x="1087" y="1474"/>
                  </a:cubicBezTo>
                  <a:lnTo>
                    <a:pt x="1087" y="1491"/>
                  </a:lnTo>
                  <a:cubicBezTo>
                    <a:pt x="1151" y="1491"/>
                    <a:pt x="1151" y="1499"/>
                    <a:pt x="1143" y="1507"/>
                  </a:cubicBezTo>
                  <a:cubicBezTo>
                    <a:pt x="1143" y="1515"/>
                    <a:pt x="1143" y="1515"/>
                    <a:pt x="1087" y="1515"/>
                  </a:cubicBezTo>
                  <a:cubicBezTo>
                    <a:pt x="1030" y="1515"/>
                    <a:pt x="1030" y="1515"/>
                    <a:pt x="1087" y="1523"/>
                  </a:cubicBezTo>
                  <a:cubicBezTo>
                    <a:pt x="1087" y="1531"/>
                    <a:pt x="1200" y="1531"/>
                    <a:pt x="1200" y="1539"/>
                  </a:cubicBezTo>
                  <a:cubicBezTo>
                    <a:pt x="1241" y="1539"/>
                    <a:pt x="1281" y="1539"/>
                    <a:pt x="1322" y="1547"/>
                  </a:cubicBezTo>
                  <a:lnTo>
                    <a:pt x="1143" y="1547"/>
                  </a:lnTo>
                  <a:cubicBezTo>
                    <a:pt x="1143" y="1547"/>
                    <a:pt x="1143" y="1555"/>
                    <a:pt x="1200" y="1555"/>
                  </a:cubicBezTo>
                  <a:cubicBezTo>
                    <a:pt x="1143" y="1555"/>
                    <a:pt x="1143" y="1564"/>
                    <a:pt x="1143" y="1572"/>
                  </a:cubicBezTo>
                  <a:cubicBezTo>
                    <a:pt x="1143" y="1580"/>
                    <a:pt x="1135" y="1588"/>
                    <a:pt x="1200" y="1596"/>
                  </a:cubicBezTo>
                  <a:cubicBezTo>
                    <a:pt x="1078" y="1596"/>
                    <a:pt x="1078" y="1620"/>
                    <a:pt x="1192" y="1628"/>
                  </a:cubicBezTo>
                  <a:cubicBezTo>
                    <a:pt x="1257" y="1628"/>
                    <a:pt x="1257" y="1628"/>
                    <a:pt x="1192" y="1637"/>
                  </a:cubicBezTo>
                  <a:cubicBezTo>
                    <a:pt x="1135" y="1637"/>
                    <a:pt x="1135" y="1637"/>
                    <a:pt x="1192" y="1645"/>
                  </a:cubicBezTo>
                  <a:cubicBezTo>
                    <a:pt x="1249" y="1653"/>
                    <a:pt x="1192" y="1653"/>
                    <a:pt x="1135" y="1661"/>
                  </a:cubicBezTo>
                  <a:cubicBezTo>
                    <a:pt x="1014" y="1661"/>
                    <a:pt x="1014" y="1669"/>
                    <a:pt x="1070" y="1669"/>
                  </a:cubicBezTo>
                  <a:cubicBezTo>
                    <a:pt x="1127" y="1677"/>
                    <a:pt x="1127" y="1685"/>
                    <a:pt x="1127" y="1693"/>
                  </a:cubicBezTo>
                  <a:cubicBezTo>
                    <a:pt x="1168" y="1701"/>
                    <a:pt x="1208" y="1701"/>
                    <a:pt x="1249" y="1701"/>
                  </a:cubicBezTo>
                  <a:lnTo>
                    <a:pt x="1362" y="1701"/>
                  </a:lnTo>
                  <a:cubicBezTo>
                    <a:pt x="1427" y="1710"/>
                    <a:pt x="1362" y="1710"/>
                    <a:pt x="1362" y="1710"/>
                  </a:cubicBezTo>
                  <a:cubicBezTo>
                    <a:pt x="1346" y="1705"/>
                    <a:pt x="1328" y="1703"/>
                    <a:pt x="1309" y="1703"/>
                  </a:cubicBezTo>
                  <a:cubicBezTo>
                    <a:pt x="1289" y="1703"/>
                    <a:pt x="1269" y="1705"/>
                    <a:pt x="1249" y="1710"/>
                  </a:cubicBezTo>
                  <a:cubicBezTo>
                    <a:pt x="1184" y="1710"/>
                    <a:pt x="1184" y="1718"/>
                    <a:pt x="1184" y="1726"/>
                  </a:cubicBezTo>
                  <a:cubicBezTo>
                    <a:pt x="1184" y="1734"/>
                    <a:pt x="1184" y="1742"/>
                    <a:pt x="1184" y="1742"/>
                  </a:cubicBezTo>
                  <a:cubicBezTo>
                    <a:pt x="1119" y="1758"/>
                    <a:pt x="1119" y="1758"/>
                    <a:pt x="1184" y="1758"/>
                  </a:cubicBezTo>
                  <a:lnTo>
                    <a:pt x="1241" y="1758"/>
                  </a:lnTo>
                  <a:cubicBezTo>
                    <a:pt x="1119" y="1766"/>
                    <a:pt x="1119" y="1807"/>
                    <a:pt x="1233" y="1815"/>
                  </a:cubicBezTo>
                  <a:lnTo>
                    <a:pt x="1176" y="1815"/>
                  </a:lnTo>
                  <a:cubicBezTo>
                    <a:pt x="1119" y="1815"/>
                    <a:pt x="1119" y="1823"/>
                    <a:pt x="1111" y="1831"/>
                  </a:cubicBezTo>
                  <a:cubicBezTo>
                    <a:pt x="1111" y="1831"/>
                    <a:pt x="1176" y="1847"/>
                    <a:pt x="1168" y="1864"/>
                  </a:cubicBezTo>
                  <a:cubicBezTo>
                    <a:pt x="1168" y="1880"/>
                    <a:pt x="1168" y="1896"/>
                    <a:pt x="1224" y="1896"/>
                  </a:cubicBezTo>
                  <a:lnTo>
                    <a:pt x="1168" y="1896"/>
                  </a:lnTo>
                  <a:cubicBezTo>
                    <a:pt x="1111" y="1896"/>
                    <a:pt x="1111" y="1896"/>
                    <a:pt x="1111" y="1904"/>
                  </a:cubicBezTo>
                  <a:lnTo>
                    <a:pt x="1224" y="1904"/>
                  </a:lnTo>
                  <a:cubicBezTo>
                    <a:pt x="1289" y="1904"/>
                    <a:pt x="1289" y="1912"/>
                    <a:pt x="1224" y="1920"/>
                  </a:cubicBezTo>
                  <a:cubicBezTo>
                    <a:pt x="1168" y="1928"/>
                    <a:pt x="1160" y="1945"/>
                    <a:pt x="1224" y="1953"/>
                  </a:cubicBezTo>
                  <a:cubicBezTo>
                    <a:pt x="1224" y="1953"/>
                    <a:pt x="1224" y="1961"/>
                    <a:pt x="1160" y="1961"/>
                  </a:cubicBezTo>
                  <a:cubicBezTo>
                    <a:pt x="1103" y="1961"/>
                    <a:pt x="1038" y="1977"/>
                    <a:pt x="1160" y="1985"/>
                  </a:cubicBezTo>
                  <a:lnTo>
                    <a:pt x="1095" y="1985"/>
                  </a:lnTo>
                  <a:cubicBezTo>
                    <a:pt x="1038" y="1993"/>
                    <a:pt x="981" y="1993"/>
                    <a:pt x="1095" y="1993"/>
                  </a:cubicBezTo>
                  <a:cubicBezTo>
                    <a:pt x="1160" y="2001"/>
                    <a:pt x="1151" y="2018"/>
                    <a:pt x="1095" y="2026"/>
                  </a:cubicBezTo>
                  <a:cubicBezTo>
                    <a:pt x="1095" y="2026"/>
                    <a:pt x="1095" y="2034"/>
                    <a:pt x="1151" y="2034"/>
                  </a:cubicBezTo>
                  <a:lnTo>
                    <a:pt x="1216" y="2034"/>
                  </a:lnTo>
                  <a:cubicBezTo>
                    <a:pt x="1095" y="2034"/>
                    <a:pt x="1095" y="2034"/>
                    <a:pt x="1208" y="2042"/>
                  </a:cubicBezTo>
                  <a:cubicBezTo>
                    <a:pt x="1151" y="2050"/>
                    <a:pt x="1151" y="2058"/>
                    <a:pt x="1151" y="2058"/>
                  </a:cubicBezTo>
                  <a:cubicBezTo>
                    <a:pt x="1151" y="2058"/>
                    <a:pt x="1208" y="2082"/>
                    <a:pt x="1208" y="2099"/>
                  </a:cubicBezTo>
                  <a:cubicBezTo>
                    <a:pt x="1200" y="2139"/>
                    <a:pt x="1200" y="2147"/>
                    <a:pt x="1265" y="2147"/>
                  </a:cubicBezTo>
                  <a:cubicBezTo>
                    <a:pt x="1322" y="2155"/>
                    <a:pt x="1322" y="2155"/>
                    <a:pt x="1257" y="2155"/>
                  </a:cubicBezTo>
                  <a:cubicBezTo>
                    <a:pt x="1200" y="2164"/>
                    <a:pt x="1200" y="2164"/>
                    <a:pt x="1200" y="2172"/>
                  </a:cubicBezTo>
                  <a:cubicBezTo>
                    <a:pt x="1200" y="2172"/>
                    <a:pt x="1200" y="2180"/>
                    <a:pt x="1135" y="2180"/>
                  </a:cubicBezTo>
                  <a:cubicBezTo>
                    <a:pt x="1200" y="2180"/>
                    <a:pt x="1200" y="2180"/>
                    <a:pt x="1200" y="2188"/>
                  </a:cubicBezTo>
                  <a:cubicBezTo>
                    <a:pt x="1135" y="2188"/>
                    <a:pt x="1135" y="2188"/>
                    <a:pt x="1200" y="2196"/>
                  </a:cubicBezTo>
                  <a:cubicBezTo>
                    <a:pt x="1148" y="2196"/>
                    <a:pt x="1102" y="2206"/>
                    <a:pt x="1114" y="2206"/>
                  </a:cubicBezTo>
                  <a:cubicBezTo>
                    <a:pt x="1117" y="2206"/>
                    <a:pt x="1124" y="2206"/>
                    <a:pt x="1135" y="2204"/>
                  </a:cubicBezTo>
                  <a:cubicBezTo>
                    <a:pt x="1176" y="2212"/>
                    <a:pt x="1216" y="2212"/>
                    <a:pt x="1257" y="2220"/>
                  </a:cubicBezTo>
                  <a:cubicBezTo>
                    <a:pt x="1257" y="2228"/>
                    <a:pt x="1257" y="2228"/>
                    <a:pt x="1192" y="2228"/>
                  </a:cubicBezTo>
                  <a:cubicBezTo>
                    <a:pt x="1135" y="2237"/>
                    <a:pt x="1192" y="2253"/>
                    <a:pt x="1249" y="2261"/>
                  </a:cubicBezTo>
                  <a:cubicBezTo>
                    <a:pt x="1192" y="2261"/>
                    <a:pt x="1192" y="2269"/>
                    <a:pt x="1192" y="2269"/>
                  </a:cubicBezTo>
                  <a:cubicBezTo>
                    <a:pt x="1249" y="2277"/>
                    <a:pt x="1192" y="2277"/>
                    <a:pt x="1127" y="2277"/>
                  </a:cubicBezTo>
                  <a:cubicBezTo>
                    <a:pt x="1111" y="2275"/>
                    <a:pt x="1099" y="2274"/>
                    <a:pt x="1090" y="2274"/>
                  </a:cubicBezTo>
                  <a:cubicBezTo>
                    <a:pt x="1070" y="2274"/>
                    <a:pt x="1070" y="2279"/>
                    <a:pt x="1070" y="2285"/>
                  </a:cubicBezTo>
                  <a:cubicBezTo>
                    <a:pt x="1127" y="2285"/>
                    <a:pt x="1127" y="2310"/>
                    <a:pt x="1127" y="2318"/>
                  </a:cubicBezTo>
                  <a:cubicBezTo>
                    <a:pt x="1119" y="2342"/>
                    <a:pt x="1184" y="2342"/>
                    <a:pt x="1297" y="2350"/>
                  </a:cubicBezTo>
                  <a:lnTo>
                    <a:pt x="1419" y="2358"/>
                  </a:lnTo>
                  <a:lnTo>
                    <a:pt x="1119" y="2358"/>
                  </a:lnTo>
                  <a:cubicBezTo>
                    <a:pt x="1160" y="2366"/>
                    <a:pt x="1200" y="2366"/>
                    <a:pt x="1241" y="2366"/>
                  </a:cubicBezTo>
                  <a:cubicBezTo>
                    <a:pt x="1297" y="2366"/>
                    <a:pt x="1297" y="2366"/>
                    <a:pt x="1241" y="2382"/>
                  </a:cubicBezTo>
                  <a:cubicBezTo>
                    <a:pt x="1176" y="2391"/>
                    <a:pt x="1176" y="2391"/>
                    <a:pt x="1233" y="2399"/>
                  </a:cubicBezTo>
                  <a:cubicBezTo>
                    <a:pt x="1233" y="2399"/>
                    <a:pt x="1233" y="2407"/>
                    <a:pt x="1176" y="2407"/>
                  </a:cubicBezTo>
                  <a:cubicBezTo>
                    <a:pt x="1176" y="2415"/>
                    <a:pt x="1176" y="2415"/>
                    <a:pt x="1233" y="2415"/>
                  </a:cubicBezTo>
                  <a:cubicBezTo>
                    <a:pt x="1297" y="2415"/>
                    <a:pt x="1297" y="2415"/>
                    <a:pt x="1233" y="2423"/>
                  </a:cubicBezTo>
                  <a:cubicBezTo>
                    <a:pt x="1111" y="2423"/>
                    <a:pt x="1111" y="2439"/>
                    <a:pt x="1176" y="2439"/>
                  </a:cubicBezTo>
                  <a:cubicBezTo>
                    <a:pt x="1233" y="2439"/>
                    <a:pt x="1233" y="2439"/>
                    <a:pt x="1233" y="2447"/>
                  </a:cubicBezTo>
                  <a:cubicBezTo>
                    <a:pt x="1233" y="2447"/>
                    <a:pt x="1233" y="2455"/>
                    <a:pt x="1289" y="2464"/>
                  </a:cubicBezTo>
                  <a:cubicBezTo>
                    <a:pt x="1289" y="2464"/>
                    <a:pt x="1289" y="2472"/>
                    <a:pt x="1289" y="2472"/>
                  </a:cubicBezTo>
                  <a:cubicBezTo>
                    <a:pt x="1265" y="2472"/>
                    <a:pt x="1249" y="2472"/>
                    <a:pt x="1233" y="2464"/>
                  </a:cubicBezTo>
                  <a:lnTo>
                    <a:pt x="1168" y="2472"/>
                  </a:lnTo>
                  <a:cubicBezTo>
                    <a:pt x="1168" y="2480"/>
                    <a:pt x="1168" y="2480"/>
                    <a:pt x="1224" y="2488"/>
                  </a:cubicBezTo>
                  <a:cubicBezTo>
                    <a:pt x="1168" y="2488"/>
                    <a:pt x="1103" y="2496"/>
                    <a:pt x="1168" y="2496"/>
                  </a:cubicBezTo>
                  <a:cubicBezTo>
                    <a:pt x="1281" y="2504"/>
                    <a:pt x="1224" y="2504"/>
                    <a:pt x="1168" y="2504"/>
                  </a:cubicBezTo>
                  <a:cubicBezTo>
                    <a:pt x="1046" y="2504"/>
                    <a:pt x="1046" y="2504"/>
                    <a:pt x="1168" y="2520"/>
                  </a:cubicBezTo>
                  <a:cubicBezTo>
                    <a:pt x="1160" y="2528"/>
                    <a:pt x="1224" y="2545"/>
                    <a:pt x="1216" y="2561"/>
                  </a:cubicBezTo>
                  <a:cubicBezTo>
                    <a:pt x="1216" y="2577"/>
                    <a:pt x="1216" y="2585"/>
                    <a:pt x="1160" y="2585"/>
                  </a:cubicBezTo>
                  <a:cubicBezTo>
                    <a:pt x="1147" y="2585"/>
                    <a:pt x="1136" y="2585"/>
                    <a:pt x="1127" y="2585"/>
                  </a:cubicBezTo>
                  <a:lnTo>
                    <a:pt x="1127" y="2585"/>
                  </a:lnTo>
                  <a:cubicBezTo>
                    <a:pt x="1216" y="2587"/>
                    <a:pt x="1216" y="2594"/>
                    <a:pt x="1216" y="2601"/>
                  </a:cubicBezTo>
                  <a:cubicBezTo>
                    <a:pt x="1151" y="2618"/>
                    <a:pt x="1216" y="2626"/>
                    <a:pt x="1273" y="2634"/>
                  </a:cubicBezTo>
                  <a:lnTo>
                    <a:pt x="1273" y="2626"/>
                  </a:lnTo>
                  <a:cubicBezTo>
                    <a:pt x="1395" y="2626"/>
                    <a:pt x="1395" y="2626"/>
                    <a:pt x="1330" y="2634"/>
                  </a:cubicBezTo>
                  <a:cubicBezTo>
                    <a:pt x="1289" y="2642"/>
                    <a:pt x="1249" y="2642"/>
                    <a:pt x="1208" y="2642"/>
                  </a:cubicBezTo>
                  <a:cubicBezTo>
                    <a:pt x="1196" y="2640"/>
                    <a:pt x="1184" y="2639"/>
                    <a:pt x="1173" y="2639"/>
                  </a:cubicBezTo>
                  <a:cubicBezTo>
                    <a:pt x="1144" y="2639"/>
                    <a:pt x="1115" y="2644"/>
                    <a:pt x="1087" y="2650"/>
                  </a:cubicBezTo>
                  <a:cubicBezTo>
                    <a:pt x="1087" y="2650"/>
                    <a:pt x="1087" y="2654"/>
                    <a:pt x="1106" y="2654"/>
                  </a:cubicBezTo>
                  <a:cubicBezTo>
                    <a:pt x="1115" y="2654"/>
                    <a:pt x="1130" y="2653"/>
                    <a:pt x="1151" y="2650"/>
                  </a:cubicBezTo>
                  <a:cubicBezTo>
                    <a:pt x="1208" y="2650"/>
                    <a:pt x="1208" y="2650"/>
                    <a:pt x="1208" y="2658"/>
                  </a:cubicBezTo>
                  <a:cubicBezTo>
                    <a:pt x="1208" y="2658"/>
                    <a:pt x="1208" y="2666"/>
                    <a:pt x="1265" y="2666"/>
                  </a:cubicBezTo>
                  <a:cubicBezTo>
                    <a:pt x="1330" y="2666"/>
                    <a:pt x="1330" y="2674"/>
                    <a:pt x="1330" y="2674"/>
                  </a:cubicBezTo>
                  <a:cubicBezTo>
                    <a:pt x="1265" y="2682"/>
                    <a:pt x="1265" y="2691"/>
                    <a:pt x="1265" y="2691"/>
                  </a:cubicBezTo>
                  <a:lnTo>
                    <a:pt x="1087" y="2691"/>
                  </a:lnTo>
                  <a:cubicBezTo>
                    <a:pt x="1103" y="2699"/>
                    <a:pt x="1127" y="2699"/>
                    <a:pt x="1143" y="2699"/>
                  </a:cubicBezTo>
                  <a:cubicBezTo>
                    <a:pt x="1208" y="2699"/>
                    <a:pt x="1192" y="2804"/>
                    <a:pt x="1192" y="2812"/>
                  </a:cubicBezTo>
                  <a:cubicBezTo>
                    <a:pt x="1146" y="2819"/>
                    <a:pt x="1132" y="2831"/>
                    <a:pt x="1163" y="2831"/>
                  </a:cubicBezTo>
                  <a:cubicBezTo>
                    <a:pt x="1170" y="2831"/>
                    <a:pt x="1180" y="2830"/>
                    <a:pt x="1192" y="2828"/>
                  </a:cubicBezTo>
                  <a:cubicBezTo>
                    <a:pt x="1249" y="2828"/>
                    <a:pt x="1249" y="2853"/>
                    <a:pt x="1249" y="2877"/>
                  </a:cubicBezTo>
                  <a:cubicBezTo>
                    <a:pt x="1241" y="2909"/>
                    <a:pt x="1241" y="2926"/>
                    <a:pt x="1297" y="2926"/>
                  </a:cubicBezTo>
                  <a:cubicBezTo>
                    <a:pt x="1297" y="2926"/>
                    <a:pt x="1297" y="2934"/>
                    <a:pt x="1297" y="2942"/>
                  </a:cubicBezTo>
                  <a:cubicBezTo>
                    <a:pt x="1297" y="2950"/>
                    <a:pt x="1354" y="2958"/>
                    <a:pt x="1354" y="2966"/>
                  </a:cubicBezTo>
                  <a:cubicBezTo>
                    <a:pt x="1397" y="2966"/>
                    <a:pt x="1412" y="2970"/>
                    <a:pt x="1397" y="2970"/>
                  </a:cubicBezTo>
                  <a:cubicBezTo>
                    <a:pt x="1390" y="2970"/>
                    <a:pt x="1376" y="2969"/>
                    <a:pt x="1354" y="2966"/>
                  </a:cubicBezTo>
                  <a:cubicBezTo>
                    <a:pt x="1314" y="2966"/>
                    <a:pt x="1273" y="2966"/>
                    <a:pt x="1233" y="2974"/>
                  </a:cubicBezTo>
                  <a:cubicBezTo>
                    <a:pt x="1233" y="2982"/>
                    <a:pt x="1297" y="2982"/>
                    <a:pt x="1354" y="2982"/>
                  </a:cubicBezTo>
                  <a:lnTo>
                    <a:pt x="1411" y="2982"/>
                  </a:lnTo>
                  <a:cubicBezTo>
                    <a:pt x="1411" y="2991"/>
                    <a:pt x="1411" y="2991"/>
                    <a:pt x="1354" y="2991"/>
                  </a:cubicBezTo>
                  <a:lnTo>
                    <a:pt x="1233" y="2991"/>
                  </a:lnTo>
                  <a:cubicBezTo>
                    <a:pt x="1297" y="2991"/>
                    <a:pt x="1297" y="2999"/>
                    <a:pt x="1297" y="2999"/>
                  </a:cubicBezTo>
                  <a:lnTo>
                    <a:pt x="1176" y="2999"/>
                  </a:lnTo>
                  <a:cubicBezTo>
                    <a:pt x="1054" y="2999"/>
                    <a:pt x="1054" y="3007"/>
                    <a:pt x="1176" y="3007"/>
                  </a:cubicBezTo>
                  <a:lnTo>
                    <a:pt x="1233" y="3015"/>
                  </a:lnTo>
                  <a:cubicBezTo>
                    <a:pt x="1111" y="3023"/>
                    <a:pt x="1233" y="3031"/>
                    <a:pt x="1289" y="3039"/>
                  </a:cubicBezTo>
                  <a:cubicBezTo>
                    <a:pt x="1168" y="3039"/>
                    <a:pt x="1168" y="3047"/>
                    <a:pt x="1289" y="3047"/>
                  </a:cubicBezTo>
                  <a:cubicBezTo>
                    <a:pt x="1346" y="3047"/>
                    <a:pt x="1346" y="3055"/>
                    <a:pt x="1289" y="3055"/>
                  </a:cubicBezTo>
                  <a:cubicBezTo>
                    <a:pt x="1224" y="3064"/>
                    <a:pt x="1224" y="3064"/>
                    <a:pt x="1224" y="3072"/>
                  </a:cubicBezTo>
                  <a:cubicBezTo>
                    <a:pt x="1289" y="3080"/>
                    <a:pt x="1281" y="3104"/>
                    <a:pt x="1281" y="3145"/>
                  </a:cubicBezTo>
                  <a:cubicBezTo>
                    <a:pt x="1273" y="3177"/>
                    <a:pt x="1273" y="3209"/>
                    <a:pt x="1330" y="3209"/>
                  </a:cubicBezTo>
                  <a:cubicBezTo>
                    <a:pt x="1330" y="3209"/>
                    <a:pt x="1330" y="3209"/>
                    <a:pt x="1273" y="3218"/>
                  </a:cubicBezTo>
                  <a:cubicBezTo>
                    <a:pt x="1208" y="3218"/>
                    <a:pt x="1208" y="3218"/>
                    <a:pt x="1330" y="3226"/>
                  </a:cubicBezTo>
                  <a:cubicBezTo>
                    <a:pt x="1273" y="3226"/>
                    <a:pt x="1273" y="3234"/>
                    <a:pt x="1265" y="3250"/>
                  </a:cubicBezTo>
                  <a:cubicBezTo>
                    <a:pt x="1265" y="3266"/>
                    <a:pt x="1265" y="3282"/>
                    <a:pt x="1322" y="3282"/>
                  </a:cubicBezTo>
                  <a:cubicBezTo>
                    <a:pt x="1387" y="3291"/>
                    <a:pt x="1387" y="3291"/>
                    <a:pt x="1322" y="3291"/>
                  </a:cubicBezTo>
                  <a:cubicBezTo>
                    <a:pt x="1306" y="3289"/>
                    <a:pt x="1291" y="3289"/>
                    <a:pt x="1277" y="3289"/>
                  </a:cubicBezTo>
                  <a:cubicBezTo>
                    <a:pt x="1194" y="3289"/>
                    <a:pt x="1160" y="3308"/>
                    <a:pt x="1265" y="3315"/>
                  </a:cubicBezTo>
                  <a:cubicBezTo>
                    <a:pt x="1265" y="3323"/>
                    <a:pt x="1257" y="3323"/>
                    <a:pt x="1200" y="3323"/>
                  </a:cubicBezTo>
                  <a:cubicBezTo>
                    <a:pt x="1200" y="3331"/>
                    <a:pt x="1200" y="3331"/>
                    <a:pt x="1257" y="3347"/>
                  </a:cubicBezTo>
                  <a:cubicBezTo>
                    <a:pt x="1257" y="3347"/>
                    <a:pt x="1257" y="3372"/>
                    <a:pt x="1257" y="3380"/>
                  </a:cubicBezTo>
                  <a:cubicBezTo>
                    <a:pt x="1257" y="3388"/>
                    <a:pt x="1314" y="3396"/>
                    <a:pt x="1314" y="3396"/>
                  </a:cubicBezTo>
                  <a:cubicBezTo>
                    <a:pt x="1257" y="3396"/>
                    <a:pt x="1249" y="3420"/>
                    <a:pt x="1249" y="3453"/>
                  </a:cubicBezTo>
                  <a:cubicBezTo>
                    <a:pt x="1241" y="3477"/>
                    <a:pt x="1241" y="3501"/>
                    <a:pt x="1184" y="3509"/>
                  </a:cubicBezTo>
                  <a:cubicBezTo>
                    <a:pt x="1184" y="3509"/>
                    <a:pt x="1184" y="3509"/>
                    <a:pt x="1241" y="3518"/>
                  </a:cubicBezTo>
                  <a:cubicBezTo>
                    <a:pt x="1362" y="3526"/>
                    <a:pt x="1362" y="3526"/>
                    <a:pt x="1297" y="3534"/>
                  </a:cubicBezTo>
                  <a:cubicBezTo>
                    <a:pt x="1176" y="3534"/>
                    <a:pt x="1176" y="3550"/>
                    <a:pt x="1297" y="3558"/>
                  </a:cubicBezTo>
                  <a:lnTo>
                    <a:pt x="1233" y="3558"/>
                  </a:lnTo>
                  <a:cubicBezTo>
                    <a:pt x="1119" y="3558"/>
                    <a:pt x="1176" y="3574"/>
                    <a:pt x="1297" y="3574"/>
                  </a:cubicBezTo>
                  <a:cubicBezTo>
                    <a:pt x="1233" y="3582"/>
                    <a:pt x="1176" y="3582"/>
                    <a:pt x="1233" y="3591"/>
                  </a:cubicBezTo>
                  <a:lnTo>
                    <a:pt x="1111" y="3591"/>
                  </a:lnTo>
                  <a:cubicBezTo>
                    <a:pt x="1070" y="3591"/>
                    <a:pt x="1030" y="3591"/>
                    <a:pt x="989" y="3599"/>
                  </a:cubicBezTo>
                  <a:cubicBezTo>
                    <a:pt x="1030" y="3607"/>
                    <a:pt x="1070" y="3607"/>
                    <a:pt x="1111" y="3607"/>
                  </a:cubicBezTo>
                  <a:cubicBezTo>
                    <a:pt x="1111" y="3607"/>
                    <a:pt x="1111" y="3607"/>
                    <a:pt x="1111" y="3615"/>
                  </a:cubicBezTo>
                  <a:lnTo>
                    <a:pt x="1168" y="3615"/>
                  </a:lnTo>
                  <a:cubicBezTo>
                    <a:pt x="1233" y="3615"/>
                    <a:pt x="1233" y="3623"/>
                    <a:pt x="1233" y="3623"/>
                  </a:cubicBezTo>
                  <a:cubicBezTo>
                    <a:pt x="1189" y="3623"/>
                    <a:pt x="1204" y="3627"/>
                    <a:pt x="1235" y="3627"/>
                  </a:cubicBezTo>
                  <a:cubicBezTo>
                    <a:pt x="1251" y="3627"/>
                    <a:pt x="1270" y="3626"/>
                    <a:pt x="1289" y="3623"/>
                  </a:cubicBezTo>
                  <a:cubicBezTo>
                    <a:pt x="1330" y="3623"/>
                    <a:pt x="1370" y="3623"/>
                    <a:pt x="1411" y="3631"/>
                  </a:cubicBezTo>
                  <a:lnTo>
                    <a:pt x="1524" y="3631"/>
                  </a:lnTo>
                  <a:cubicBezTo>
                    <a:pt x="1605" y="3631"/>
                    <a:pt x="1687" y="3631"/>
                    <a:pt x="1768" y="3623"/>
                  </a:cubicBezTo>
                  <a:cubicBezTo>
                    <a:pt x="1833" y="3607"/>
                    <a:pt x="1889" y="3591"/>
                    <a:pt x="1768" y="3591"/>
                  </a:cubicBezTo>
                  <a:cubicBezTo>
                    <a:pt x="1751" y="3591"/>
                    <a:pt x="1735" y="3591"/>
                    <a:pt x="1711" y="3582"/>
                  </a:cubicBezTo>
                  <a:cubicBezTo>
                    <a:pt x="1735" y="3574"/>
                    <a:pt x="1751" y="3574"/>
                    <a:pt x="1776" y="3574"/>
                  </a:cubicBezTo>
                  <a:cubicBezTo>
                    <a:pt x="1833" y="3574"/>
                    <a:pt x="1833" y="3558"/>
                    <a:pt x="1841" y="3534"/>
                  </a:cubicBezTo>
                  <a:cubicBezTo>
                    <a:pt x="1841" y="3509"/>
                    <a:pt x="1841" y="3493"/>
                    <a:pt x="1897" y="3493"/>
                  </a:cubicBezTo>
                  <a:cubicBezTo>
                    <a:pt x="1962" y="3485"/>
                    <a:pt x="1962" y="3485"/>
                    <a:pt x="1962" y="3485"/>
                  </a:cubicBezTo>
                  <a:cubicBezTo>
                    <a:pt x="1905" y="3485"/>
                    <a:pt x="1905" y="3461"/>
                    <a:pt x="1905" y="3428"/>
                  </a:cubicBezTo>
                  <a:cubicBezTo>
                    <a:pt x="1914" y="3396"/>
                    <a:pt x="1914" y="3372"/>
                    <a:pt x="1857" y="3372"/>
                  </a:cubicBezTo>
                  <a:lnTo>
                    <a:pt x="1857" y="3364"/>
                  </a:lnTo>
                  <a:cubicBezTo>
                    <a:pt x="1914" y="3364"/>
                    <a:pt x="1914" y="3355"/>
                    <a:pt x="1914" y="3339"/>
                  </a:cubicBezTo>
                  <a:cubicBezTo>
                    <a:pt x="1857" y="3331"/>
                    <a:pt x="1857" y="3323"/>
                    <a:pt x="1857" y="3323"/>
                  </a:cubicBezTo>
                  <a:cubicBezTo>
                    <a:pt x="1922" y="3323"/>
                    <a:pt x="1922" y="3323"/>
                    <a:pt x="1922" y="3315"/>
                  </a:cubicBezTo>
                  <a:cubicBezTo>
                    <a:pt x="1922" y="3307"/>
                    <a:pt x="1922" y="3299"/>
                    <a:pt x="1865" y="3299"/>
                  </a:cubicBezTo>
                  <a:cubicBezTo>
                    <a:pt x="1865" y="3299"/>
                    <a:pt x="1865" y="3266"/>
                    <a:pt x="1930" y="3250"/>
                  </a:cubicBezTo>
                  <a:cubicBezTo>
                    <a:pt x="1987" y="3250"/>
                    <a:pt x="1930" y="3242"/>
                    <a:pt x="1865" y="3242"/>
                  </a:cubicBezTo>
                  <a:cubicBezTo>
                    <a:pt x="1824" y="3242"/>
                    <a:pt x="1792" y="3242"/>
                    <a:pt x="1751" y="3234"/>
                  </a:cubicBezTo>
                  <a:lnTo>
                    <a:pt x="1865" y="3234"/>
                  </a:lnTo>
                  <a:cubicBezTo>
                    <a:pt x="1930" y="3234"/>
                    <a:pt x="1930" y="3234"/>
                    <a:pt x="1930" y="3226"/>
                  </a:cubicBezTo>
                  <a:cubicBezTo>
                    <a:pt x="1930" y="3226"/>
                    <a:pt x="1930" y="3218"/>
                    <a:pt x="1930" y="3218"/>
                  </a:cubicBezTo>
                  <a:cubicBezTo>
                    <a:pt x="1873" y="3218"/>
                    <a:pt x="1873" y="3201"/>
                    <a:pt x="1873" y="3169"/>
                  </a:cubicBezTo>
                  <a:cubicBezTo>
                    <a:pt x="1881" y="3128"/>
                    <a:pt x="1881" y="3120"/>
                    <a:pt x="1824" y="3120"/>
                  </a:cubicBezTo>
                  <a:cubicBezTo>
                    <a:pt x="1760" y="3120"/>
                    <a:pt x="1760" y="3112"/>
                    <a:pt x="1824" y="3096"/>
                  </a:cubicBezTo>
                  <a:cubicBezTo>
                    <a:pt x="2003" y="3072"/>
                    <a:pt x="2003" y="3072"/>
                    <a:pt x="1946" y="3072"/>
                  </a:cubicBezTo>
                  <a:cubicBezTo>
                    <a:pt x="1919" y="3072"/>
                    <a:pt x="1892" y="3075"/>
                    <a:pt x="1865" y="3075"/>
                  </a:cubicBezTo>
                  <a:cubicBezTo>
                    <a:pt x="1851" y="3075"/>
                    <a:pt x="1838" y="3074"/>
                    <a:pt x="1824" y="3072"/>
                  </a:cubicBezTo>
                  <a:cubicBezTo>
                    <a:pt x="1703" y="3072"/>
                    <a:pt x="1703" y="3072"/>
                    <a:pt x="1824" y="3064"/>
                  </a:cubicBezTo>
                  <a:cubicBezTo>
                    <a:pt x="1946" y="3064"/>
                    <a:pt x="1889" y="2999"/>
                    <a:pt x="1776" y="2999"/>
                  </a:cubicBezTo>
                  <a:lnTo>
                    <a:pt x="1833" y="2999"/>
                  </a:lnTo>
                  <a:cubicBezTo>
                    <a:pt x="1889" y="2999"/>
                    <a:pt x="1897" y="2991"/>
                    <a:pt x="1897" y="2974"/>
                  </a:cubicBezTo>
                  <a:cubicBezTo>
                    <a:pt x="1897" y="2966"/>
                    <a:pt x="1897" y="2966"/>
                    <a:pt x="1897" y="2966"/>
                  </a:cubicBezTo>
                  <a:cubicBezTo>
                    <a:pt x="1776" y="2966"/>
                    <a:pt x="1841" y="2934"/>
                    <a:pt x="1897" y="2934"/>
                  </a:cubicBezTo>
                  <a:cubicBezTo>
                    <a:pt x="1962" y="2934"/>
                    <a:pt x="1962" y="2934"/>
                    <a:pt x="1962" y="2926"/>
                  </a:cubicBezTo>
                  <a:cubicBezTo>
                    <a:pt x="1841" y="2909"/>
                    <a:pt x="1905" y="2893"/>
                    <a:pt x="1962" y="2893"/>
                  </a:cubicBezTo>
                  <a:cubicBezTo>
                    <a:pt x="1962" y="2893"/>
                    <a:pt x="1962" y="2885"/>
                    <a:pt x="1962" y="2885"/>
                  </a:cubicBezTo>
                  <a:cubicBezTo>
                    <a:pt x="1905" y="2877"/>
                    <a:pt x="1905" y="2869"/>
                    <a:pt x="1905" y="2869"/>
                  </a:cubicBezTo>
                  <a:cubicBezTo>
                    <a:pt x="1905" y="2857"/>
                    <a:pt x="1905" y="2850"/>
                    <a:pt x="1883" y="2850"/>
                  </a:cubicBezTo>
                  <a:cubicBezTo>
                    <a:pt x="1875" y="2850"/>
                    <a:pt x="1864" y="2851"/>
                    <a:pt x="1849" y="2853"/>
                  </a:cubicBezTo>
                  <a:cubicBezTo>
                    <a:pt x="1808" y="2853"/>
                    <a:pt x="1768" y="2853"/>
                    <a:pt x="1727" y="2845"/>
                  </a:cubicBezTo>
                  <a:lnTo>
                    <a:pt x="1792" y="2845"/>
                  </a:lnTo>
                  <a:cubicBezTo>
                    <a:pt x="1849" y="2845"/>
                    <a:pt x="1849" y="2837"/>
                    <a:pt x="1849" y="2820"/>
                  </a:cubicBezTo>
                  <a:cubicBezTo>
                    <a:pt x="1857" y="2796"/>
                    <a:pt x="1857" y="2788"/>
                    <a:pt x="1914" y="2788"/>
                  </a:cubicBezTo>
                  <a:lnTo>
                    <a:pt x="1857" y="2780"/>
                  </a:lnTo>
                  <a:cubicBezTo>
                    <a:pt x="1800" y="2772"/>
                    <a:pt x="1800" y="2772"/>
                    <a:pt x="1857" y="2772"/>
                  </a:cubicBezTo>
                  <a:cubicBezTo>
                    <a:pt x="1914" y="2764"/>
                    <a:pt x="1922" y="2747"/>
                    <a:pt x="1857" y="2739"/>
                  </a:cubicBezTo>
                  <a:cubicBezTo>
                    <a:pt x="1857" y="2739"/>
                    <a:pt x="1857" y="2731"/>
                    <a:pt x="1857" y="2731"/>
                  </a:cubicBezTo>
                  <a:cubicBezTo>
                    <a:pt x="1978" y="2731"/>
                    <a:pt x="1978" y="2715"/>
                    <a:pt x="1865" y="2715"/>
                  </a:cubicBezTo>
                  <a:cubicBezTo>
                    <a:pt x="1922" y="2715"/>
                    <a:pt x="1922" y="2707"/>
                    <a:pt x="1922" y="2707"/>
                  </a:cubicBezTo>
                  <a:cubicBezTo>
                    <a:pt x="1865" y="2691"/>
                    <a:pt x="1865" y="2674"/>
                    <a:pt x="1930" y="2674"/>
                  </a:cubicBezTo>
                  <a:cubicBezTo>
                    <a:pt x="1865" y="2666"/>
                    <a:pt x="1865" y="2666"/>
                    <a:pt x="1865" y="2658"/>
                  </a:cubicBezTo>
                  <a:cubicBezTo>
                    <a:pt x="1865" y="2658"/>
                    <a:pt x="1865" y="2650"/>
                    <a:pt x="1808" y="2650"/>
                  </a:cubicBezTo>
                  <a:cubicBezTo>
                    <a:pt x="1751" y="2642"/>
                    <a:pt x="1751" y="2642"/>
                    <a:pt x="1751" y="2642"/>
                  </a:cubicBezTo>
                  <a:cubicBezTo>
                    <a:pt x="1765" y="2639"/>
                    <a:pt x="1778" y="2638"/>
                    <a:pt x="1792" y="2638"/>
                  </a:cubicBezTo>
                  <a:cubicBezTo>
                    <a:pt x="1819" y="2638"/>
                    <a:pt x="1846" y="2642"/>
                    <a:pt x="1873" y="2642"/>
                  </a:cubicBezTo>
                  <a:cubicBezTo>
                    <a:pt x="1888" y="2644"/>
                    <a:pt x="1899" y="2645"/>
                    <a:pt x="1905" y="2645"/>
                  </a:cubicBezTo>
                  <a:cubicBezTo>
                    <a:pt x="1921" y="2645"/>
                    <a:pt x="1897" y="2638"/>
                    <a:pt x="1808" y="2626"/>
                  </a:cubicBezTo>
                  <a:cubicBezTo>
                    <a:pt x="1851" y="2626"/>
                    <a:pt x="1891" y="2629"/>
                    <a:pt x="1896" y="2629"/>
                  </a:cubicBezTo>
                  <a:cubicBezTo>
                    <a:pt x="1898" y="2629"/>
                    <a:pt x="1892" y="2628"/>
                    <a:pt x="1873" y="2626"/>
                  </a:cubicBezTo>
                  <a:cubicBezTo>
                    <a:pt x="1873" y="2626"/>
                    <a:pt x="1873" y="2609"/>
                    <a:pt x="1816" y="2609"/>
                  </a:cubicBezTo>
                  <a:cubicBezTo>
                    <a:pt x="1816" y="2609"/>
                    <a:pt x="1816" y="2601"/>
                    <a:pt x="1816" y="2601"/>
                  </a:cubicBezTo>
                  <a:cubicBezTo>
                    <a:pt x="1873" y="2593"/>
                    <a:pt x="1873" y="2585"/>
                    <a:pt x="1873" y="2585"/>
                  </a:cubicBezTo>
                  <a:cubicBezTo>
                    <a:pt x="1816" y="2577"/>
                    <a:pt x="1816" y="2577"/>
                    <a:pt x="1873" y="2577"/>
                  </a:cubicBezTo>
                  <a:cubicBezTo>
                    <a:pt x="1938" y="2577"/>
                    <a:pt x="1938" y="2569"/>
                    <a:pt x="1816" y="2569"/>
                  </a:cubicBezTo>
                  <a:cubicBezTo>
                    <a:pt x="1760" y="2569"/>
                    <a:pt x="1760" y="2561"/>
                    <a:pt x="1816" y="2561"/>
                  </a:cubicBezTo>
                  <a:cubicBezTo>
                    <a:pt x="1938" y="2561"/>
                    <a:pt x="1938" y="2553"/>
                    <a:pt x="1881" y="2553"/>
                  </a:cubicBezTo>
                  <a:cubicBezTo>
                    <a:pt x="1816" y="2553"/>
                    <a:pt x="1816" y="2545"/>
                    <a:pt x="1816" y="2545"/>
                  </a:cubicBezTo>
                  <a:cubicBezTo>
                    <a:pt x="1881" y="2545"/>
                    <a:pt x="1881" y="2504"/>
                    <a:pt x="1889" y="2472"/>
                  </a:cubicBezTo>
                  <a:cubicBezTo>
                    <a:pt x="1861" y="2466"/>
                    <a:pt x="1832" y="2460"/>
                    <a:pt x="1803" y="2460"/>
                  </a:cubicBezTo>
                  <a:cubicBezTo>
                    <a:pt x="1791" y="2460"/>
                    <a:pt x="1780" y="2461"/>
                    <a:pt x="1768" y="2464"/>
                  </a:cubicBezTo>
                  <a:cubicBezTo>
                    <a:pt x="1646" y="2464"/>
                    <a:pt x="1711" y="2464"/>
                    <a:pt x="1768" y="2455"/>
                  </a:cubicBezTo>
                  <a:cubicBezTo>
                    <a:pt x="1894" y="2450"/>
                    <a:pt x="1931" y="2444"/>
                    <a:pt x="1878" y="2444"/>
                  </a:cubicBezTo>
                  <a:cubicBezTo>
                    <a:pt x="1857" y="2444"/>
                    <a:pt x="1820" y="2445"/>
                    <a:pt x="1768" y="2447"/>
                  </a:cubicBezTo>
                  <a:cubicBezTo>
                    <a:pt x="1646" y="2447"/>
                    <a:pt x="1646" y="2447"/>
                    <a:pt x="1768" y="2439"/>
                  </a:cubicBezTo>
                  <a:cubicBezTo>
                    <a:pt x="1833" y="2439"/>
                    <a:pt x="1833" y="2439"/>
                    <a:pt x="1768" y="2431"/>
                  </a:cubicBezTo>
                  <a:cubicBezTo>
                    <a:pt x="1833" y="2423"/>
                    <a:pt x="1889" y="2423"/>
                    <a:pt x="1833" y="2423"/>
                  </a:cubicBezTo>
                  <a:cubicBezTo>
                    <a:pt x="1833" y="2423"/>
                    <a:pt x="1833" y="2415"/>
                    <a:pt x="1889" y="2415"/>
                  </a:cubicBezTo>
                  <a:cubicBezTo>
                    <a:pt x="1954" y="2407"/>
                    <a:pt x="1889" y="2407"/>
                    <a:pt x="1833" y="2399"/>
                  </a:cubicBezTo>
                  <a:cubicBezTo>
                    <a:pt x="1752" y="2393"/>
                    <a:pt x="1729" y="2387"/>
                    <a:pt x="1762" y="2387"/>
                  </a:cubicBezTo>
                  <a:cubicBezTo>
                    <a:pt x="1776" y="2387"/>
                    <a:pt x="1799" y="2388"/>
                    <a:pt x="1833" y="2391"/>
                  </a:cubicBezTo>
                  <a:cubicBezTo>
                    <a:pt x="1954" y="2391"/>
                    <a:pt x="1897" y="2374"/>
                    <a:pt x="1776" y="2366"/>
                  </a:cubicBezTo>
                  <a:cubicBezTo>
                    <a:pt x="1662" y="2358"/>
                    <a:pt x="1662" y="2358"/>
                    <a:pt x="1719" y="2358"/>
                  </a:cubicBezTo>
                  <a:lnTo>
                    <a:pt x="1776" y="2358"/>
                  </a:lnTo>
                  <a:cubicBezTo>
                    <a:pt x="1776" y="2350"/>
                    <a:pt x="1776" y="2350"/>
                    <a:pt x="1841" y="2350"/>
                  </a:cubicBezTo>
                  <a:cubicBezTo>
                    <a:pt x="1841" y="2350"/>
                    <a:pt x="1841" y="2342"/>
                    <a:pt x="1784" y="2334"/>
                  </a:cubicBezTo>
                  <a:cubicBezTo>
                    <a:pt x="1662" y="2326"/>
                    <a:pt x="1727" y="2318"/>
                    <a:pt x="1841" y="2310"/>
                  </a:cubicBezTo>
                  <a:lnTo>
                    <a:pt x="1784" y="2301"/>
                  </a:lnTo>
                  <a:cubicBezTo>
                    <a:pt x="1662" y="2301"/>
                    <a:pt x="1605" y="2293"/>
                    <a:pt x="1727" y="2293"/>
                  </a:cubicBezTo>
                  <a:lnTo>
                    <a:pt x="1784" y="2293"/>
                  </a:lnTo>
                  <a:cubicBezTo>
                    <a:pt x="1662" y="2285"/>
                    <a:pt x="1727" y="2269"/>
                    <a:pt x="1849" y="2269"/>
                  </a:cubicBezTo>
                  <a:cubicBezTo>
                    <a:pt x="1808" y="2269"/>
                    <a:pt x="1768" y="2269"/>
                    <a:pt x="1727" y="2261"/>
                  </a:cubicBezTo>
                  <a:cubicBezTo>
                    <a:pt x="1727" y="2261"/>
                    <a:pt x="1727" y="2253"/>
                    <a:pt x="1792" y="2253"/>
                  </a:cubicBezTo>
                  <a:cubicBezTo>
                    <a:pt x="1849" y="2253"/>
                    <a:pt x="1914" y="2245"/>
                    <a:pt x="1849" y="2245"/>
                  </a:cubicBezTo>
                  <a:cubicBezTo>
                    <a:pt x="1849" y="2245"/>
                    <a:pt x="1849" y="2245"/>
                    <a:pt x="1914" y="2237"/>
                  </a:cubicBezTo>
                  <a:cubicBezTo>
                    <a:pt x="1914" y="2237"/>
                    <a:pt x="1914" y="2228"/>
                    <a:pt x="1914" y="2220"/>
                  </a:cubicBezTo>
                  <a:cubicBezTo>
                    <a:pt x="1857" y="2220"/>
                    <a:pt x="1857" y="2204"/>
                    <a:pt x="1914" y="2204"/>
                  </a:cubicBezTo>
                  <a:cubicBezTo>
                    <a:pt x="1914" y="2204"/>
                    <a:pt x="1914" y="2196"/>
                    <a:pt x="1857" y="2196"/>
                  </a:cubicBezTo>
                  <a:cubicBezTo>
                    <a:pt x="1857" y="2188"/>
                    <a:pt x="1857" y="2180"/>
                    <a:pt x="1914" y="2180"/>
                  </a:cubicBezTo>
                  <a:cubicBezTo>
                    <a:pt x="1857" y="2180"/>
                    <a:pt x="1857" y="2172"/>
                    <a:pt x="1857" y="2172"/>
                  </a:cubicBezTo>
                  <a:lnTo>
                    <a:pt x="1857" y="2164"/>
                  </a:lnTo>
                  <a:cubicBezTo>
                    <a:pt x="1800" y="2164"/>
                    <a:pt x="1800" y="2164"/>
                    <a:pt x="1800" y="2155"/>
                  </a:cubicBezTo>
                  <a:cubicBezTo>
                    <a:pt x="1800" y="2155"/>
                    <a:pt x="1857" y="2139"/>
                    <a:pt x="1865" y="2139"/>
                  </a:cubicBezTo>
                  <a:cubicBezTo>
                    <a:pt x="1865" y="2123"/>
                    <a:pt x="1865" y="2123"/>
                    <a:pt x="1800" y="2123"/>
                  </a:cubicBezTo>
                  <a:cubicBezTo>
                    <a:pt x="1800" y="2115"/>
                    <a:pt x="1865" y="2107"/>
                    <a:pt x="1865" y="2091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768" y="2077"/>
                    <a:pt x="1741" y="2078"/>
                    <a:pt x="1727" y="2078"/>
                  </a:cubicBezTo>
                  <a:cubicBezTo>
                    <a:pt x="1700" y="2078"/>
                    <a:pt x="1727" y="2074"/>
                    <a:pt x="1808" y="2074"/>
                  </a:cubicBezTo>
                  <a:cubicBezTo>
                    <a:pt x="1930" y="2066"/>
                    <a:pt x="1930" y="2058"/>
                    <a:pt x="1865" y="2058"/>
                  </a:cubicBezTo>
                  <a:cubicBezTo>
                    <a:pt x="1808" y="2058"/>
                    <a:pt x="1808" y="2058"/>
                    <a:pt x="1808" y="2050"/>
                  </a:cubicBezTo>
                  <a:cubicBezTo>
                    <a:pt x="1865" y="2050"/>
                    <a:pt x="1873" y="2050"/>
                    <a:pt x="1808" y="2034"/>
                  </a:cubicBezTo>
                  <a:lnTo>
                    <a:pt x="1873" y="2034"/>
                  </a:lnTo>
                  <a:lnTo>
                    <a:pt x="1873" y="2026"/>
                  </a:lnTo>
                  <a:cubicBezTo>
                    <a:pt x="1751" y="2018"/>
                    <a:pt x="1816" y="1993"/>
                    <a:pt x="1873" y="1985"/>
                  </a:cubicBezTo>
                  <a:cubicBezTo>
                    <a:pt x="1873" y="1985"/>
                    <a:pt x="1873" y="1985"/>
                    <a:pt x="1816" y="1977"/>
                  </a:cubicBezTo>
                  <a:cubicBezTo>
                    <a:pt x="1695" y="1977"/>
                    <a:pt x="1695" y="1969"/>
                    <a:pt x="1816" y="1969"/>
                  </a:cubicBezTo>
                  <a:cubicBezTo>
                    <a:pt x="1938" y="1969"/>
                    <a:pt x="1938" y="1969"/>
                    <a:pt x="1816" y="1961"/>
                  </a:cubicBezTo>
                  <a:cubicBezTo>
                    <a:pt x="1768" y="1961"/>
                    <a:pt x="1761" y="1943"/>
                    <a:pt x="1836" y="1943"/>
                  </a:cubicBezTo>
                  <a:cubicBezTo>
                    <a:pt x="1849" y="1943"/>
                    <a:pt x="1864" y="1944"/>
                    <a:pt x="1881" y="1945"/>
                  </a:cubicBezTo>
                  <a:lnTo>
                    <a:pt x="2003" y="1945"/>
                  </a:lnTo>
                  <a:cubicBezTo>
                    <a:pt x="1938" y="1937"/>
                    <a:pt x="1938" y="1937"/>
                    <a:pt x="1938" y="1937"/>
                  </a:cubicBezTo>
                  <a:cubicBezTo>
                    <a:pt x="1881" y="1937"/>
                    <a:pt x="1881" y="1928"/>
                    <a:pt x="1881" y="1920"/>
                  </a:cubicBezTo>
                  <a:cubicBezTo>
                    <a:pt x="1881" y="1912"/>
                    <a:pt x="1824" y="1896"/>
                    <a:pt x="1824" y="1880"/>
                  </a:cubicBezTo>
                  <a:cubicBezTo>
                    <a:pt x="1824" y="1872"/>
                    <a:pt x="1824" y="1864"/>
                    <a:pt x="1889" y="1855"/>
                  </a:cubicBezTo>
                  <a:cubicBezTo>
                    <a:pt x="1889" y="1855"/>
                    <a:pt x="1889" y="1847"/>
                    <a:pt x="1833" y="1839"/>
                  </a:cubicBezTo>
                  <a:cubicBezTo>
                    <a:pt x="1768" y="1839"/>
                    <a:pt x="1776" y="1831"/>
                    <a:pt x="1833" y="1831"/>
                  </a:cubicBezTo>
                  <a:lnTo>
                    <a:pt x="1833" y="1823"/>
                  </a:lnTo>
                  <a:cubicBezTo>
                    <a:pt x="1776" y="1815"/>
                    <a:pt x="1776" y="1815"/>
                    <a:pt x="1776" y="1815"/>
                  </a:cubicBezTo>
                  <a:cubicBezTo>
                    <a:pt x="1833" y="1815"/>
                    <a:pt x="1889" y="1807"/>
                    <a:pt x="1833" y="1799"/>
                  </a:cubicBezTo>
                  <a:cubicBezTo>
                    <a:pt x="1776" y="1799"/>
                    <a:pt x="1776" y="1799"/>
                    <a:pt x="1776" y="1791"/>
                  </a:cubicBezTo>
                  <a:cubicBezTo>
                    <a:pt x="1833" y="1783"/>
                    <a:pt x="1849" y="1645"/>
                    <a:pt x="1792" y="1645"/>
                  </a:cubicBezTo>
                  <a:lnTo>
                    <a:pt x="1792" y="1628"/>
                  </a:lnTo>
                  <a:cubicBezTo>
                    <a:pt x="1792" y="1620"/>
                    <a:pt x="1792" y="1612"/>
                    <a:pt x="1792" y="1612"/>
                  </a:cubicBezTo>
                  <a:cubicBezTo>
                    <a:pt x="1914" y="1612"/>
                    <a:pt x="1857" y="1596"/>
                    <a:pt x="1800" y="1580"/>
                  </a:cubicBezTo>
                  <a:cubicBezTo>
                    <a:pt x="1735" y="1580"/>
                    <a:pt x="1735" y="1572"/>
                    <a:pt x="1735" y="1572"/>
                  </a:cubicBezTo>
                  <a:cubicBezTo>
                    <a:pt x="1857" y="1572"/>
                    <a:pt x="1857" y="1555"/>
                    <a:pt x="1800" y="1547"/>
                  </a:cubicBezTo>
                  <a:cubicBezTo>
                    <a:pt x="1678" y="1539"/>
                    <a:pt x="1678" y="1539"/>
                    <a:pt x="1800" y="1539"/>
                  </a:cubicBezTo>
                  <a:cubicBezTo>
                    <a:pt x="1922" y="1539"/>
                    <a:pt x="1922" y="1531"/>
                    <a:pt x="1743" y="1523"/>
                  </a:cubicBezTo>
                  <a:cubicBezTo>
                    <a:pt x="1687" y="1515"/>
                    <a:pt x="1687" y="1515"/>
                    <a:pt x="1743" y="1515"/>
                  </a:cubicBezTo>
                  <a:cubicBezTo>
                    <a:pt x="1865" y="1507"/>
                    <a:pt x="1865" y="1507"/>
                    <a:pt x="1808" y="1507"/>
                  </a:cubicBezTo>
                  <a:cubicBezTo>
                    <a:pt x="1687" y="1499"/>
                    <a:pt x="1687" y="1499"/>
                    <a:pt x="1808" y="1491"/>
                  </a:cubicBezTo>
                  <a:cubicBezTo>
                    <a:pt x="1930" y="1483"/>
                    <a:pt x="1930" y="1483"/>
                    <a:pt x="1808" y="1483"/>
                  </a:cubicBezTo>
                  <a:cubicBezTo>
                    <a:pt x="1687" y="1474"/>
                    <a:pt x="1695" y="1458"/>
                    <a:pt x="1808" y="1450"/>
                  </a:cubicBezTo>
                  <a:cubicBezTo>
                    <a:pt x="1808" y="1450"/>
                    <a:pt x="1873" y="1442"/>
                    <a:pt x="1808" y="1442"/>
                  </a:cubicBezTo>
                  <a:lnTo>
                    <a:pt x="1873" y="1442"/>
                  </a:lnTo>
                  <a:lnTo>
                    <a:pt x="1873" y="1434"/>
                  </a:lnTo>
                  <a:lnTo>
                    <a:pt x="1816" y="1434"/>
                  </a:lnTo>
                  <a:cubicBezTo>
                    <a:pt x="1816" y="1426"/>
                    <a:pt x="1873" y="1401"/>
                    <a:pt x="1881" y="1369"/>
                  </a:cubicBezTo>
                  <a:cubicBezTo>
                    <a:pt x="1881" y="1328"/>
                    <a:pt x="1881" y="1320"/>
                    <a:pt x="1824" y="1320"/>
                  </a:cubicBezTo>
                  <a:cubicBezTo>
                    <a:pt x="1789" y="1323"/>
                    <a:pt x="1764" y="1324"/>
                    <a:pt x="1749" y="1324"/>
                  </a:cubicBezTo>
                  <a:cubicBezTo>
                    <a:pt x="1713" y="1324"/>
                    <a:pt x="1738" y="1318"/>
                    <a:pt x="1824" y="1312"/>
                  </a:cubicBezTo>
                  <a:cubicBezTo>
                    <a:pt x="1824" y="1304"/>
                    <a:pt x="1889" y="1296"/>
                    <a:pt x="1889" y="1288"/>
                  </a:cubicBezTo>
                  <a:cubicBezTo>
                    <a:pt x="1889" y="1280"/>
                    <a:pt x="1889" y="1272"/>
                    <a:pt x="1946" y="1272"/>
                  </a:cubicBezTo>
                  <a:cubicBezTo>
                    <a:pt x="1833" y="1264"/>
                    <a:pt x="1833" y="1239"/>
                    <a:pt x="1897" y="1223"/>
                  </a:cubicBezTo>
                  <a:cubicBezTo>
                    <a:pt x="1897" y="1215"/>
                    <a:pt x="1897" y="1207"/>
                    <a:pt x="1841" y="1199"/>
                  </a:cubicBezTo>
                  <a:cubicBezTo>
                    <a:pt x="1776" y="1191"/>
                    <a:pt x="1776" y="1191"/>
                    <a:pt x="1841" y="1191"/>
                  </a:cubicBezTo>
                  <a:cubicBezTo>
                    <a:pt x="1897" y="1191"/>
                    <a:pt x="1962" y="1166"/>
                    <a:pt x="1841" y="1166"/>
                  </a:cubicBezTo>
                  <a:lnTo>
                    <a:pt x="1897" y="1158"/>
                  </a:lnTo>
                  <a:cubicBezTo>
                    <a:pt x="1962" y="1158"/>
                    <a:pt x="1905" y="1150"/>
                    <a:pt x="1841" y="1150"/>
                  </a:cubicBezTo>
                  <a:cubicBezTo>
                    <a:pt x="1719" y="1150"/>
                    <a:pt x="1727" y="1142"/>
                    <a:pt x="1905" y="1142"/>
                  </a:cubicBezTo>
                  <a:cubicBezTo>
                    <a:pt x="2019" y="1142"/>
                    <a:pt x="2027" y="1134"/>
                    <a:pt x="1962" y="1134"/>
                  </a:cubicBezTo>
                  <a:cubicBezTo>
                    <a:pt x="1905" y="1134"/>
                    <a:pt x="1849" y="1126"/>
                    <a:pt x="1905" y="1126"/>
                  </a:cubicBezTo>
                  <a:cubicBezTo>
                    <a:pt x="1905" y="1118"/>
                    <a:pt x="1905" y="1118"/>
                    <a:pt x="1784" y="1118"/>
                  </a:cubicBezTo>
                  <a:cubicBezTo>
                    <a:pt x="1727" y="1118"/>
                    <a:pt x="1727" y="1110"/>
                    <a:pt x="1727" y="1110"/>
                  </a:cubicBezTo>
                  <a:lnTo>
                    <a:pt x="1849" y="1110"/>
                  </a:lnTo>
                  <a:cubicBezTo>
                    <a:pt x="1849" y="1107"/>
                    <a:pt x="1849" y="1104"/>
                    <a:pt x="1849" y="1101"/>
                  </a:cubicBezTo>
                  <a:cubicBezTo>
                    <a:pt x="1877" y="1096"/>
                    <a:pt x="1906" y="1090"/>
                    <a:pt x="1935" y="1090"/>
                  </a:cubicBezTo>
                  <a:cubicBezTo>
                    <a:pt x="1947" y="1090"/>
                    <a:pt x="1958" y="1091"/>
                    <a:pt x="1970" y="1093"/>
                  </a:cubicBezTo>
                  <a:cubicBezTo>
                    <a:pt x="2027" y="1085"/>
                    <a:pt x="2027" y="1085"/>
                    <a:pt x="1905" y="1085"/>
                  </a:cubicBezTo>
                  <a:cubicBezTo>
                    <a:pt x="1792" y="1085"/>
                    <a:pt x="1792" y="1085"/>
                    <a:pt x="1792" y="1077"/>
                  </a:cubicBezTo>
                  <a:cubicBezTo>
                    <a:pt x="1792" y="1077"/>
                    <a:pt x="1792" y="1069"/>
                    <a:pt x="1849" y="1069"/>
                  </a:cubicBezTo>
                  <a:cubicBezTo>
                    <a:pt x="1914" y="1069"/>
                    <a:pt x="1914" y="1069"/>
                    <a:pt x="1914" y="1061"/>
                  </a:cubicBezTo>
                  <a:cubicBezTo>
                    <a:pt x="1816" y="1037"/>
                    <a:pt x="1719" y="1028"/>
                    <a:pt x="1614" y="1028"/>
                  </a:cubicBezTo>
                  <a:cubicBezTo>
                    <a:pt x="1678" y="1028"/>
                    <a:pt x="1678" y="1020"/>
                    <a:pt x="1678" y="1020"/>
                  </a:cubicBezTo>
                  <a:cubicBezTo>
                    <a:pt x="1635" y="1020"/>
                    <a:pt x="1650" y="1017"/>
                    <a:pt x="1664" y="1017"/>
                  </a:cubicBezTo>
                  <a:cubicBezTo>
                    <a:pt x="1671" y="1017"/>
                    <a:pt x="1678" y="1018"/>
                    <a:pt x="1678" y="1020"/>
                  </a:cubicBezTo>
                  <a:cubicBezTo>
                    <a:pt x="1735" y="1020"/>
                    <a:pt x="1735" y="1020"/>
                    <a:pt x="1735" y="1028"/>
                  </a:cubicBezTo>
                  <a:lnTo>
                    <a:pt x="1792" y="1028"/>
                  </a:lnTo>
                  <a:cubicBezTo>
                    <a:pt x="1914" y="1020"/>
                    <a:pt x="1914" y="1020"/>
                    <a:pt x="1800" y="1012"/>
                  </a:cubicBezTo>
                  <a:cubicBezTo>
                    <a:pt x="1735" y="1012"/>
                    <a:pt x="1735" y="1012"/>
                    <a:pt x="1800" y="1004"/>
                  </a:cubicBezTo>
                  <a:cubicBezTo>
                    <a:pt x="1857" y="1004"/>
                    <a:pt x="1922" y="996"/>
                    <a:pt x="1857" y="996"/>
                  </a:cubicBezTo>
                  <a:cubicBezTo>
                    <a:pt x="1857" y="996"/>
                    <a:pt x="1857" y="988"/>
                    <a:pt x="1922" y="980"/>
                  </a:cubicBezTo>
                  <a:cubicBezTo>
                    <a:pt x="1922" y="972"/>
                    <a:pt x="1922" y="972"/>
                    <a:pt x="1857" y="972"/>
                  </a:cubicBezTo>
                  <a:cubicBezTo>
                    <a:pt x="1800" y="972"/>
                    <a:pt x="1800" y="964"/>
                    <a:pt x="1800" y="964"/>
                  </a:cubicBezTo>
                  <a:cubicBezTo>
                    <a:pt x="1800" y="956"/>
                    <a:pt x="1800" y="956"/>
                    <a:pt x="1743" y="956"/>
                  </a:cubicBezTo>
                  <a:cubicBezTo>
                    <a:pt x="1687" y="956"/>
                    <a:pt x="1622" y="947"/>
                    <a:pt x="1622" y="939"/>
                  </a:cubicBezTo>
                  <a:cubicBezTo>
                    <a:pt x="1565" y="931"/>
                    <a:pt x="1565" y="931"/>
                    <a:pt x="1687" y="931"/>
                  </a:cubicBezTo>
                  <a:cubicBezTo>
                    <a:pt x="1743" y="931"/>
                    <a:pt x="1743" y="923"/>
                    <a:pt x="1743" y="923"/>
                  </a:cubicBezTo>
                  <a:cubicBezTo>
                    <a:pt x="1743" y="923"/>
                    <a:pt x="1743" y="915"/>
                    <a:pt x="1808" y="907"/>
                  </a:cubicBezTo>
                  <a:lnTo>
                    <a:pt x="1630" y="907"/>
                  </a:lnTo>
                  <a:cubicBezTo>
                    <a:pt x="1687" y="899"/>
                    <a:pt x="1751" y="899"/>
                    <a:pt x="1808" y="899"/>
                  </a:cubicBezTo>
                  <a:cubicBezTo>
                    <a:pt x="1930" y="891"/>
                    <a:pt x="1930" y="891"/>
                    <a:pt x="1808" y="891"/>
                  </a:cubicBezTo>
                  <a:cubicBezTo>
                    <a:pt x="1751" y="891"/>
                    <a:pt x="1687" y="891"/>
                    <a:pt x="1751" y="883"/>
                  </a:cubicBezTo>
                  <a:cubicBezTo>
                    <a:pt x="1751" y="874"/>
                    <a:pt x="1751" y="866"/>
                    <a:pt x="1808" y="866"/>
                  </a:cubicBezTo>
                  <a:cubicBezTo>
                    <a:pt x="1873" y="858"/>
                    <a:pt x="1816" y="858"/>
                    <a:pt x="1816" y="858"/>
                  </a:cubicBezTo>
                  <a:cubicBezTo>
                    <a:pt x="1751" y="850"/>
                    <a:pt x="1751" y="850"/>
                    <a:pt x="1816" y="834"/>
                  </a:cubicBezTo>
                  <a:cubicBezTo>
                    <a:pt x="1938" y="810"/>
                    <a:pt x="1938" y="810"/>
                    <a:pt x="1816" y="810"/>
                  </a:cubicBezTo>
                  <a:cubicBezTo>
                    <a:pt x="1881" y="801"/>
                    <a:pt x="1816" y="801"/>
                    <a:pt x="1760" y="793"/>
                  </a:cubicBezTo>
                  <a:cubicBezTo>
                    <a:pt x="1703" y="785"/>
                    <a:pt x="1581" y="785"/>
                    <a:pt x="1516" y="785"/>
                  </a:cubicBezTo>
                  <a:cubicBezTo>
                    <a:pt x="1403" y="785"/>
                    <a:pt x="1403" y="785"/>
                    <a:pt x="1460" y="777"/>
                  </a:cubicBezTo>
                  <a:cubicBezTo>
                    <a:pt x="1500" y="769"/>
                    <a:pt x="1541" y="769"/>
                    <a:pt x="1581" y="769"/>
                  </a:cubicBezTo>
                  <a:cubicBezTo>
                    <a:pt x="1638" y="769"/>
                    <a:pt x="1638" y="777"/>
                    <a:pt x="1638" y="777"/>
                  </a:cubicBezTo>
                  <a:cubicBezTo>
                    <a:pt x="1650" y="780"/>
                    <a:pt x="1662" y="781"/>
                    <a:pt x="1674" y="781"/>
                  </a:cubicBezTo>
                  <a:cubicBezTo>
                    <a:pt x="1702" y="781"/>
                    <a:pt x="1731" y="775"/>
                    <a:pt x="1760" y="769"/>
                  </a:cubicBezTo>
                  <a:cubicBezTo>
                    <a:pt x="1824" y="769"/>
                    <a:pt x="1824" y="761"/>
                    <a:pt x="1760" y="761"/>
                  </a:cubicBezTo>
                  <a:cubicBezTo>
                    <a:pt x="1824" y="761"/>
                    <a:pt x="1824" y="753"/>
                    <a:pt x="1824" y="737"/>
                  </a:cubicBezTo>
                  <a:cubicBezTo>
                    <a:pt x="1824" y="729"/>
                    <a:pt x="1824" y="720"/>
                    <a:pt x="1889" y="712"/>
                  </a:cubicBezTo>
                  <a:cubicBezTo>
                    <a:pt x="1889" y="704"/>
                    <a:pt x="1889" y="704"/>
                    <a:pt x="1824" y="704"/>
                  </a:cubicBezTo>
                  <a:cubicBezTo>
                    <a:pt x="1711" y="704"/>
                    <a:pt x="1711" y="696"/>
                    <a:pt x="1768" y="696"/>
                  </a:cubicBezTo>
                  <a:cubicBezTo>
                    <a:pt x="1889" y="696"/>
                    <a:pt x="1954" y="639"/>
                    <a:pt x="1833" y="631"/>
                  </a:cubicBezTo>
                  <a:lnTo>
                    <a:pt x="1833" y="623"/>
                  </a:lnTo>
                  <a:cubicBezTo>
                    <a:pt x="1897" y="615"/>
                    <a:pt x="1897" y="591"/>
                    <a:pt x="1841" y="591"/>
                  </a:cubicBezTo>
                  <a:cubicBezTo>
                    <a:pt x="1841" y="591"/>
                    <a:pt x="1841" y="583"/>
                    <a:pt x="1841" y="574"/>
                  </a:cubicBezTo>
                  <a:cubicBezTo>
                    <a:pt x="1905" y="566"/>
                    <a:pt x="1905" y="558"/>
                    <a:pt x="1841" y="558"/>
                  </a:cubicBezTo>
                  <a:cubicBezTo>
                    <a:pt x="1784" y="550"/>
                    <a:pt x="1727" y="550"/>
                    <a:pt x="1784" y="550"/>
                  </a:cubicBezTo>
                  <a:cubicBezTo>
                    <a:pt x="1841" y="550"/>
                    <a:pt x="1849" y="542"/>
                    <a:pt x="1849" y="526"/>
                  </a:cubicBezTo>
                  <a:cubicBezTo>
                    <a:pt x="1849" y="516"/>
                    <a:pt x="1849" y="512"/>
                    <a:pt x="1837" y="512"/>
                  </a:cubicBezTo>
                  <a:cubicBezTo>
                    <a:pt x="1829" y="512"/>
                    <a:pt x="1815" y="514"/>
                    <a:pt x="1792" y="518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884" y="496"/>
                    <a:pt x="1910" y="497"/>
                    <a:pt x="1923" y="497"/>
                  </a:cubicBezTo>
                  <a:cubicBezTo>
                    <a:pt x="1955" y="497"/>
                    <a:pt x="1918" y="491"/>
                    <a:pt x="1792" y="485"/>
                  </a:cubicBezTo>
                  <a:cubicBezTo>
                    <a:pt x="1670" y="485"/>
                    <a:pt x="1670" y="477"/>
                    <a:pt x="1735" y="477"/>
                  </a:cubicBezTo>
                  <a:cubicBezTo>
                    <a:pt x="1792" y="477"/>
                    <a:pt x="1792" y="477"/>
                    <a:pt x="1792" y="485"/>
                  </a:cubicBezTo>
                  <a:lnTo>
                    <a:pt x="1914" y="485"/>
                  </a:lnTo>
                  <a:cubicBezTo>
                    <a:pt x="1914" y="477"/>
                    <a:pt x="1914" y="477"/>
                    <a:pt x="1849" y="477"/>
                  </a:cubicBezTo>
                  <a:cubicBezTo>
                    <a:pt x="1849" y="477"/>
                    <a:pt x="1849" y="469"/>
                    <a:pt x="1792" y="469"/>
                  </a:cubicBezTo>
                  <a:cubicBezTo>
                    <a:pt x="1764" y="465"/>
                    <a:pt x="1733" y="463"/>
                    <a:pt x="1703" y="463"/>
                  </a:cubicBezTo>
                  <a:cubicBezTo>
                    <a:pt x="1672" y="463"/>
                    <a:pt x="1642" y="465"/>
                    <a:pt x="1614" y="469"/>
                  </a:cubicBezTo>
                  <a:cubicBezTo>
                    <a:pt x="1557" y="469"/>
                    <a:pt x="1557" y="469"/>
                    <a:pt x="1557" y="461"/>
                  </a:cubicBezTo>
                  <a:cubicBezTo>
                    <a:pt x="1585" y="457"/>
                    <a:pt x="1614" y="455"/>
                    <a:pt x="1643" y="455"/>
                  </a:cubicBezTo>
                  <a:cubicBezTo>
                    <a:pt x="1672" y="455"/>
                    <a:pt x="1703" y="457"/>
                    <a:pt x="1735" y="461"/>
                  </a:cubicBezTo>
                  <a:cubicBezTo>
                    <a:pt x="1762" y="461"/>
                    <a:pt x="1789" y="465"/>
                    <a:pt x="1816" y="465"/>
                  </a:cubicBezTo>
                  <a:cubicBezTo>
                    <a:pt x="1830" y="465"/>
                    <a:pt x="1843" y="464"/>
                    <a:pt x="1857" y="461"/>
                  </a:cubicBezTo>
                  <a:cubicBezTo>
                    <a:pt x="1914" y="461"/>
                    <a:pt x="1792" y="445"/>
                    <a:pt x="1678" y="437"/>
                  </a:cubicBezTo>
                  <a:lnTo>
                    <a:pt x="1735" y="437"/>
                  </a:lnTo>
                  <a:cubicBezTo>
                    <a:pt x="1792" y="437"/>
                    <a:pt x="1800" y="429"/>
                    <a:pt x="1800" y="420"/>
                  </a:cubicBezTo>
                  <a:cubicBezTo>
                    <a:pt x="1800" y="412"/>
                    <a:pt x="1800" y="404"/>
                    <a:pt x="1743" y="404"/>
                  </a:cubicBezTo>
                  <a:cubicBezTo>
                    <a:pt x="1723" y="408"/>
                    <a:pt x="1703" y="410"/>
                    <a:pt x="1683" y="410"/>
                  </a:cubicBezTo>
                  <a:cubicBezTo>
                    <a:pt x="1662" y="410"/>
                    <a:pt x="1642" y="408"/>
                    <a:pt x="1622" y="404"/>
                  </a:cubicBezTo>
                  <a:cubicBezTo>
                    <a:pt x="1601" y="408"/>
                    <a:pt x="1581" y="410"/>
                    <a:pt x="1561" y="410"/>
                  </a:cubicBezTo>
                  <a:cubicBezTo>
                    <a:pt x="1541" y="410"/>
                    <a:pt x="1520" y="408"/>
                    <a:pt x="1500" y="404"/>
                  </a:cubicBezTo>
                  <a:cubicBezTo>
                    <a:pt x="1500" y="404"/>
                    <a:pt x="1565" y="396"/>
                    <a:pt x="1622" y="396"/>
                  </a:cubicBezTo>
                  <a:cubicBezTo>
                    <a:pt x="1743" y="388"/>
                    <a:pt x="1800" y="380"/>
                    <a:pt x="1800" y="364"/>
                  </a:cubicBezTo>
                  <a:cubicBezTo>
                    <a:pt x="1808" y="356"/>
                    <a:pt x="1808" y="339"/>
                    <a:pt x="1865" y="331"/>
                  </a:cubicBezTo>
                  <a:cubicBezTo>
                    <a:pt x="1865" y="323"/>
                    <a:pt x="1865" y="323"/>
                    <a:pt x="1808" y="323"/>
                  </a:cubicBezTo>
                  <a:lnTo>
                    <a:pt x="1808" y="315"/>
                  </a:lnTo>
                  <a:cubicBezTo>
                    <a:pt x="1873" y="307"/>
                    <a:pt x="1873" y="299"/>
                    <a:pt x="1808" y="299"/>
                  </a:cubicBezTo>
                  <a:cubicBezTo>
                    <a:pt x="1751" y="299"/>
                    <a:pt x="1808" y="291"/>
                    <a:pt x="1808" y="291"/>
                  </a:cubicBezTo>
                  <a:cubicBezTo>
                    <a:pt x="1930" y="283"/>
                    <a:pt x="1930" y="283"/>
                    <a:pt x="1751" y="283"/>
                  </a:cubicBezTo>
                  <a:cubicBezTo>
                    <a:pt x="1711" y="283"/>
                    <a:pt x="1670" y="283"/>
                    <a:pt x="1630" y="299"/>
                  </a:cubicBezTo>
                  <a:lnTo>
                    <a:pt x="1630" y="307"/>
                  </a:lnTo>
                  <a:lnTo>
                    <a:pt x="1573" y="299"/>
                  </a:lnTo>
                  <a:cubicBezTo>
                    <a:pt x="1533" y="283"/>
                    <a:pt x="1492" y="283"/>
                    <a:pt x="1451" y="283"/>
                  </a:cubicBezTo>
                  <a:lnTo>
                    <a:pt x="1695" y="283"/>
                  </a:lnTo>
                  <a:cubicBezTo>
                    <a:pt x="1816" y="283"/>
                    <a:pt x="1873" y="266"/>
                    <a:pt x="1751" y="266"/>
                  </a:cubicBezTo>
                  <a:cubicBezTo>
                    <a:pt x="1751" y="266"/>
                    <a:pt x="1751" y="266"/>
                    <a:pt x="1816" y="258"/>
                  </a:cubicBezTo>
                  <a:cubicBezTo>
                    <a:pt x="1873" y="258"/>
                    <a:pt x="1873" y="250"/>
                    <a:pt x="1760" y="250"/>
                  </a:cubicBezTo>
                  <a:cubicBezTo>
                    <a:pt x="1638" y="242"/>
                    <a:pt x="1638" y="242"/>
                    <a:pt x="1760" y="234"/>
                  </a:cubicBezTo>
                  <a:cubicBezTo>
                    <a:pt x="1881" y="226"/>
                    <a:pt x="1881" y="210"/>
                    <a:pt x="1816" y="210"/>
                  </a:cubicBezTo>
                  <a:cubicBezTo>
                    <a:pt x="1703" y="210"/>
                    <a:pt x="1703" y="202"/>
                    <a:pt x="1760" y="193"/>
                  </a:cubicBezTo>
                  <a:cubicBezTo>
                    <a:pt x="1824" y="193"/>
                    <a:pt x="1824" y="185"/>
                    <a:pt x="1760" y="185"/>
                  </a:cubicBezTo>
                  <a:cubicBezTo>
                    <a:pt x="1824" y="185"/>
                    <a:pt x="1881" y="177"/>
                    <a:pt x="1824" y="169"/>
                  </a:cubicBezTo>
                  <a:lnTo>
                    <a:pt x="1768" y="169"/>
                  </a:lnTo>
                  <a:lnTo>
                    <a:pt x="1646" y="161"/>
                  </a:lnTo>
                  <a:cubicBezTo>
                    <a:pt x="1605" y="169"/>
                    <a:pt x="1565" y="169"/>
                    <a:pt x="1524" y="169"/>
                  </a:cubicBezTo>
                  <a:cubicBezTo>
                    <a:pt x="1468" y="169"/>
                    <a:pt x="1524" y="153"/>
                    <a:pt x="1711" y="145"/>
                  </a:cubicBezTo>
                  <a:lnTo>
                    <a:pt x="1824" y="137"/>
                  </a:lnTo>
                  <a:lnTo>
                    <a:pt x="1711" y="137"/>
                  </a:lnTo>
                  <a:cubicBezTo>
                    <a:pt x="1711" y="129"/>
                    <a:pt x="1711" y="129"/>
                    <a:pt x="1768" y="129"/>
                  </a:cubicBezTo>
                  <a:cubicBezTo>
                    <a:pt x="1833" y="129"/>
                    <a:pt x="1833" y="129"/>
                    <a:pt x="1833" y="120"/>
                  </a:cubicBezTo>
                  <a:lnTo>
                    <a:pt x="1768" y="120"/>
                  </a:lnTo>
                  <a:cubicBezTo>
                    <a:pt x="1654" y="120"/>
                    <a:pt x="1654" y="120"/>
                    <a:pt x="1711" y="112"/>
                  </a:cubicBezTo>
                  <a:cubicBezTo>
                    <a:pt x="1833" y="112"/>
                    <a:pt x="1833" y="104"/>
                    <a:pt x="1711" y="104"/>
                  </a:cubicBezTo>
                  <a:cubicBezTo>
                    <a:pt x="1589" y="104"/>
                    <a:pt x="1589" y="104"/>
                    <a:pt x="1711" y="96"/>
                  </a:cubicBezTo>
                  <a:cubicBezTo>
                    <a:pt x="1751" y="96"/>
                    <a:pt x="1792" y="96"/>
                    <a:pt x="1833" y="88"/>
                  </a:cubicBezTo>
                  <a:lnTo>
                    <a:pt x="1776" y="88"/>
                  </a:lnTo>
                  <a:cubicBezTo>
                    <a:pt x="1654" y="88"/>
                    <a:pt x="1654" y="80"/>
                    <a:pt x="1711" y="80"/>
                  </a:cubicBezTo>
                  <a:cubicBezTo>
                    <a:pt x="1776" y="80"/>
                    <a:pt x="1776" y="72"/>
                    <a:pt x="1719" y="64"/>
                  </a:cubicBezTo>
                  <a:cubicBezTo>
                    <a:pt x="1719" y="56"/>
                    <a:pt x="1719" y="56"/>
                    <a:pt x="1776" y="56"/>
                  </a:cubicBezTo>
                  <a:cubicBezTo>
                    <a:pt x="1897" y="56"/>
                    <a:pt x="1897" y="56"/>
                    <a:pt x="1776" y="47"/>
                  </a:cubicBezTo>
                  <a:cubicBezTo>
                    <a:pt x="1719" y="47"/>
                    <a:pt x="1719" y="47"/>
                    <a:pt x="1776" y="39"/>
                  </a:cubicBezTo>
                  <a:cubicBezTo>
                    <a:pt x="1841" y="31"/>
                    <a:pt x="1841" y="31"/>
                    <a:pt x="1776" y="31"/>
                  </a:cubicBezTo>
                  <a:cubicBezTo>
                    <a:pt x="1747" y="27"/>
                    <a:pt x="1719" y="25"/>
                    <a:pt x="1690" y="25"/>
                  </a:cubicBezTo>
                  <a:cubicBezTo>
                    <a:pt x="1660" y="25"/>
                    <a:pt x="1630" y="27"/>
                    <a:pt x="1597" y="31"/>
                  </a:cubicBezTo>
                  <a:cubicBezTo>
                    <a:pt x="1597" y="39"/>
                    <a:pt x="1597" y="39"/>
                    <a:pt x="1541" y="39"/>
                  </a:cubicBezTo>
                  <a:lnTo>
                    <a:pt x="1541" y="31"/>
                  </a:lnTo>
                  <a:cubicBezTo>
                    <a:pt x="1541" y="23"/>
                    <a:pt x="1541" y="23"/>
                    <a:pt x="1484" y="7"/>
                  </a:cubicBezTo>
                  <a:cubicBezTo>
                    <a:pt x="1451" y="3"/>
                    <a:pt x="1405" y="1"/>
                    <a:pt x="1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2"/>
            <p:cNvSpPr/>
            <p:nvPr/>
          </p:nvSpPr>
          <p:spPr>
            <a:xfrm>
              <a:off x="4622963" y="2151473"/>
              <a:ext cx="37061" cy="106304"/>
            </a:xfrm>
            <a:custGeom>
              <a:avLst/>
              <a:gdLst/>
              <a:ahLst/>
              <a:cxnLst/>
              <a:rect l="l" t="t" r="r" b="b"/>
              <a:pathLst>
                <a:path w="2150" h="6167" extrusionOk="0">
                  <a:moveTo>
                    <a:pt x="519" y="110"/>
                  </a:moveTo>
                  <a:lnTo>
                    <a:pt x="519" y="118"/>
                  </a:lnTo>
                  <a:cubicBezTo>
                    <a:pt x="552" y="126"/>
                    <a:pt x="592" y="126"/>
                    <a:pt x="633" y="126"/>
                  </a:cubicBezTo>
                  <a:lnTo>
                    <a:pt x="633" y="118"/>
                  </a:lnTo>
                  <a:cubicBezTo>
                    <a:pt x="592" y="110"/>
                    <a:pt x="552" y="110"/>
                    <a:pt x="519" y="110"/>
                  </a:cubicBezTo>
                  <a:close/>
                  <a:moveTo>
                    <a:pt x="1468" y="126"/>
                  </a:moveTo>
                  <a:cubicBezTo>
                    <a:pt x="1533" y="126"/>
                    <a:pt x="1533" y="134"/>
                    <a:pt x="1533" y="142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2"/>
                    <a:pt x="1411" y="134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32"/>
                    <a:pt x="1468" y="232"/>
                  </a:cubicBez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11" y="220"/>
                    <a:pt x="1341" y="212"/>
                    <a:pt x="1371" y="212"/>
                  </a:cubicBezTo>
                  <a:cubicBezTo>
                    <a:pt x="1381" y="212"/>
                    <a:pt x="1392" y="213"/>
                    <a:pt x="1403" y="215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768" y="240"/>
                  </a:moveTo>
                  <a:lnTo>
                    <a:pt x="1768" y="248"/>
                  </a:lnTo>
                  <a:cubicBezTo>
                    <a:pt x="1825" y="248"/>
                    <a:pt x="1825" y="248"/>
                    <a:pt x="1825" y="240"/>
                  </a:cubicBezTo>
                  <a:close/>
                  <a:moveTo>
                    <a:pt x="1231" y="618"/>
                  </a:moveTo>
                  <a:cubicBezTo>
                    <a:pt x="1261" y="618"/>
                    <a:pt x="1292" y="627"/>
                    <a:pt x="1322" y="645"/>
                  </a:cubicBezTo>
                  <a:cubicBezTo>
                    <a:pt x="1310" y="648"/>
                    <a:pt x="1298" y="649"/>
                    <a:pt x="1286" y="649"/>
                  </a:cubicBezTo>
                  <a:cubicBezTo>
                    <a:pt x="1258" y="649"/>
                    <a:pt x="1229" y="643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ubicBezTo>
                    <a:pt x="1211" y="619"/>
                    <a:pt x="1221" y="618"/>
                    <a:pt x="1231" y="618"/>
                  </a:cubicBezTo>
                  <a:close/>
                  <a:moveTo>
                    <a:pt x="1144" y="661"/>
                  </a:moveTo>
                  <a:cubicBezTo>
                    <a:pt x="1079" y="661"/>
                    <a:pt x="1079" y="670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0"/>
                    <a:pt x="1200" y="661"/>
                    <a:pt x="1144" y="661"/>
                  </a:cubicBez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994"/>
                  </a:moveTo>
                  <a:lnTo>
                    <a:pt x="1355" y="1010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355" y="1026"/>
                    <a:pt x="1298" y="1026"/>
                    <a:pt x="1241" y="1010"/>
                  </a:cubicBezTo>
                  <a:lnTo>
                    <a:pt x="1241" y="994"/>
                  </a:lnTo>
                  <a:close/>
                  <a:moveTo>
                    <a:pt x="1520" y="1169"/>
                  </a:moveTo>
                  <a:cubicBezTo>
                    <a:pt x="1562" y="1169"/>
                    <a:pt x="1606" y="1175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8"/>
                  </a:cubicBezTo>
                  <a:lnTo>
                    <a:pt x="1468" y="1172"/>
                  </a:lnTo>
                  <a:cubicBezTo>
                    <a:pt x="1485" y="1170"/>
                    <a:pt x="1502" y="1169"/>
                    <a:pt x="1520" y="1169"/>
                  </a:cubicBezTo>
                  <a:close/>
                  <a:moveTo>
                    <a:pt x="1282" y="1229"/>
                  </a:moveTo>
                  <a:cubicBezTo>
                    <a:pt x="1322" y="1229"/>
                    <a:pt x="1363" y="1229"/>
                    <a:pt x="1403" y="1237"/>
                  </a:cubicBezTo>
                  <a:lnTo>
                    <a:pt x="1403" y="1245"/>
                  </a:lnTo>
                  <a:cubicBezTo>
                    <a:pt x="1363" y="1245"/>
                    <a:pt x="1322" y="1245"/>
                    <a:pt x="1282" y="1237"/>
                  </a:cubicBezTo>
                  <a:lnTo>
                    <a:pt x="1282" y="1229"/>
                  </a:lnTo>
                  <a:close/>
                  <a:moveTo>
                    <a:pt x="1158" y="1373"/>
                  </a:moveTo>
                  <a:cubicBezTo>
                    <a:pt x="1174" y="1373"/>
                    <a:pt x="1217" y="1385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095" y="1375"/>
                    <a:pt x="1160" y="1375"/>
                  </a:cubicBezTo>
                  <a:lnTo>
                    <a:pt x="1152" y="1375"/>
                  </a:lnTo>
                  <a:cubicBezTo>
                    <a:pt x="1152" y="1373"/>
                    <a:pt x="1154" y="1373"/>
                    <a:pt x="1158" y="1373"/>
                  </a:cubicBezTo>
                  <a:close/>
                  <a:moveTo>
                    <a:pt x="1452" y="1432"/>
                  </a:moveTo>
                  <a:cubicBezTo>
                    <a:pt x="1492" y="1432"/>
                    <a:pt x="1533" y="1432"/>
                    <a:pt x="1573" y="1440"/>
                  </a:cubicBezTo>
                  <a:cubicBezTo>
                    <a:pt x="1614" y="1445"/>
                    <a:pt x="1593" y="1451"/>
                    <a:pt x="1537" y="1451"/>
                  </a:cubicBezTo>
                  <a:cubicBezTo>
                    <a:pt x="1514" y="1451"/>
                    <a:pt x="1485" y="1450"/>
                    <a:pt x="1452" y="1448"/>
                  </a:cubicBezTo>
                  <a:cubicBezTo>
                    <a:pt x="1452" y="1440"/>
                    <a:pt x="1452" y="1440"/>
                    <a:pt x="1452" y="1432"/>
                  </a:cubicBezTo>
                  <a:close/>
                  <a:moveTo>
                    <a:pt x="1565" y="1496"/>
                  </a:moveTo>
                  <a:lnTo>
                    <a:pt x="1565" y="1505"/>
                  </a:lnTo>
                  <a:cubicBezTo>
                    <a:pt x="1565" y="1513"/>
                    <a:pt x="1565" y="1513"/>
                    <a:pt x="1509" y="1513"/>
                  </a:cubicBezTo>
                  <a:lnTo>
                    <a:pt x="1509" y="1505"/>
                  </a:lnTo>
                  <a:lnTo>
                    <a:pt x="1565" y="1496"/>
                  </a:lnTo>
                  <a:close/>
                  <a:moveTo>
                    <a:pt x="1744" y="1578"/>
                  </a:moveTo>
                  <a:cubicBezTo>
                    <a:pt x="1703" y="1578"/>
                    <a:pt x="1663" y="1586"/>
                    <a:pt x="1622" y="1586"/>
                  </a:cubicBez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lnTo>
                    <a:pt x="1744" y="1578"/>
                  </a:lnTo>
                  <a:close/>
                  <a:moveTo>
                    <a:pt x="1322" y="1618"/>
                  </a:moveTo>
                  <a:cubicBezTo>
                    <a:pt x="1379" y="1618"/>
                    <a:pt x="1379" y="1626"/>
                    <a:pt x="1379" y="1626"/>
                  </a:cubicBezTo>
                  <a:cubicBezTo>
                    <a:pt x="1379" y="1634"/>
                    <a:pt x="1379" y="1642"/>
                    <a:pt x="1322" y="1642"/>
                  </a:cubicBezTo>
                  <a:cubicBezTo>
                    <a:pt x="1322" y="1642"/>
                    <a:pt x="1257" y="1642"/>
                    <a:pt x="1257" y="1634"/>
                  </a:cubicBezTo>
                  <a:cubicBezTo>
                    <a:pt x="1257" y="1626"/>
                    <a:pt x="1322" y="1618"/>
                    <a:pt x="1322" y="1618"/>
                  </a:cubicBezTo>
                  <a:close/>
                  <a:moveTo>
                    <a:pt x="2138" y="1702"/>
                  </a:moveTo>
                  <a:cubicBezTo>
                    <a:pt x="2130" y="1702"/>
                    <a:pt x="2116" y="1704"/>
                    <a:pt x="2092" y="1707"/>
                  </a:cubicBezTo>
                  <a:lnTo>
                    <a:pt x="2092" y="1724"/>
                  </a:lnTo>
                  <a:cubicBezTo>
                    <a:pt x="2149" y="1724"/>
                    <a:pt x="2149" y="1724"/>
                    <a:pt x="2149" y="1715"/>
                  </a:cubicBezTo>
                  <a:cubicBezTo>
                    <a:pt x="2149" y="1706"/>
                    <a:pt x="2149" y="1702"/>
                    <a:pt x="2138" y="1702"/>
                  </a:cubicBezTo>
                  <a:close/>
                  <a:moveTo>
                    <a:pt x="57" y="1715"/>
                  </a:moveTo>
                  <a:cubicBezTo>
                    <a:pt x="1" y="1715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15"/>
                    <a:pt x="98" y="1715"/>
                    <a:pt x="57" y="1715"/>
                  </a:cubicBezTo>
                  <a:close/>
                  <a:moveTo>
                    <a:pt x="1314" y="1756"/>
                  </a:moveTo>
                  <a:cubicBezTo>
                    <a:pt x="1371" y="1756"/>
                    <a:pt x="1371" y="1756"/>
                    <a:pt x="1371" y="1764"/>
                  </a:cubicBezTo>
                  <a:cubicBezTo>
                    <a:pt x="1371" y="1772"/>
                    <a:pt x="1314" y="1772"/>
                    <a:pt x="1314" y="1772"/>
                  </a:cubicBezTo>
                  <a:cubicBezTo>
                    <a:pt x="1249" y="1772"/>
                    <a:pt x="1314" y="1764"/>
                    <a:pt x="1314" y="1756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894"/>
                  </a:cubicBezTo>
                  <a:lnTo>
                    <a:pt x="1363" y="1894"/>
                  </a:ln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2"/>
                  </a:lnTo>
                  <a:lnTo>
                    <a:pt x="1476" y="1951"/>
                  </a:lnTo>
                  <a:cubicBezTo>
                    <a:pt x="1444" y="1951"/>
                    <a:pt x="1403" y="1951"/>
                    <a:pt x="1363" y="1942"/>
                  </a:cubicBezTo>
                  <a:lnTo>
                    <a:pt x="1419" y="1934"/>
                  </a:lnTo>
                  <a:close/>
                  <a:moveTo>
                    <a:pt x="1273" y="2405"/>
                  </a:moveTo>
                  <a:lnTo>
                    <a:pt x="1330" y="2413"/>
                  </a:lnTo>
                  <a:lnTo>
                    <a:pt x="1330" y="2421"/>
                  </a:lnTo>
                  <a:cubicBezTo>
                    <a:pt x="1290" y="2421"/>
                    <a:pt x="1249" y="2421"/>
                    <a:pt x="1209" y="2413"/>
                  </a:cubicBezTo>
                  <a:lnTo>
                    <a:pt x="1273" y="2405"/>
                  </a:lnTo>
                  <a:close/>
                  <a:moveTo>
                    <a:pt x="1379" y="2583"/>
                  </a:moveTo>
                  <a:lnTo>
                    <a:pt x="1379" y="2591"/>
                  </a:lnTo>
                  <a:lnTo>
                    <a:pt x="1200" y="2591"/>
                  </a:lnTo>
                  <a:cubicBezTo>
                    <a:pt x="1257" y="2583"/>
                    <a:pt x="1322" y="2583"/>
                    <a:pt x="1379" y="2583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05"/>
                    <a:pt x="1792" y="2713"/>
                  </a:cubicBezTo>
                  <a:lnTo>
                    <a:pt x="1792" y="2721"/>
                  </a:lnTo>
                  <a:cubicBezTo>
                    <a:pt x="1752" y="2721"/>
                    <a:pt x="1711" y="2721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794"/>
                  </a:moveTo>
                  <a:lnTo>
                    <a:pt x="1427" y="2802"/>
                  </a:lnTo>
                  <a:lnTo>
                    <a:pt x="1427" y="2810"/>
                  </a:lnTo>
                  <a:cubicBezTo>
                    <a:pt x="1416" y="2812"/>
                    <a:pt x="1404" y="2813"/>
                    <a:pt x="1392" y="2813"/>
                  </a:cubicBezTo>
                  <a:cubicBezTo>
                    <a:pt x="1363" y="2813"/>
                    <a:pt x="1335" y="2808"/>
                    <a:pt x="1306" y="2802"/>
                  </a:cubicBezTo>
                  <a:lnTo>
                    <a:pt x="1371" y="2794"/>
                  </a:lnTo>
                  <a:close/>
                  <a:moveTo>
                    <a:pt x="1324" y="3299"/>
                  </a:moveTo>
                  <a:cubicBezTo>
                    <a:pt x="1348" y="3299"/>
                    <a:pt x="1371" y="3303"/>
                    <a:pt x="1395" y="3313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13"/>
                    <a:pt x="1273" y="3305"/>
                  </a:cubicBezTo>
                  <a:cubicBezTo>
                    <a:pt x="1290" y="3301"/>
                    <a:pt x="1307" y="3299"/>
                    <a:pt x="1324" y="3299"/>
                  </a:cubicBezTo>
                  <a:close/>
                  <a:moveTo>
                    <a:pt x="1322" y="3604"/>
                  </a:moveTo>
                  <a:cubicBezTo>
                    <a:pt x="1355" y="3604"/>
                    <a:pt x="1395" y="3604"/>
                    <a:pt x="1436" y="3613"/>
                  </a:cubicBezTo>
                  <a:lnTo>
                    <a:pt x="1436" y="3621"/>
                  </a:lnTo>
                  <a:cubicBezTo>
                    <a:pt x="1395" y="3621"/>
                    <a:pt x="1355" y="3621"/>
                    <a:pt x="1314" y="3613"/>
                  </a:cubicBezTo>
                  <a:lnTo>
                    <a:pt x="1322" y="3604"/>
                  </a:lnTo>
                  <a:close/>
                  <a:moveTo>
                    <a:pt x="1695" y="4213"/>
                  </a:moveTo>
                  <a:cubicBezTo>
                    <a:pt x="1760" y="4213"/>
                    <a:pt x="1760" y="4221"/>
                    <a:pt x="1760" y="4221"/>
                  </a:cubicBez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lnTo>
                    <a:pt x="1695" y="4213"/>
                  </a:ln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76" y="4318"/>
                    <a:pt x="1736" y="4318"/>
                    <a:pt x="1695" y="4310"/>
                  </a:cubicBezTo>
                  <a:lnTo>
                    <a:pt x="1752" y="4302"/>
                  </a:lnTo>
                  <a:close/>
                  <a:moveTo>
                    <a:pt x="1343" y="4353"/>
                  </a:moveTo>
                  <a:cubicBezTo>
                    <a:pt x="1352" y="4353"/>
                    <a:pt x="1368" y="4355"/>
                    <a:pt x="1395" y="4359"/>
                  </a:cubicBez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57"/>
                    <a:pt x="1330" y="4353"/>
                    <a:pt x="1343" y="4353"/>
                  </a:cubicBezTo>
                  <a:close/>
                  <a:moveTo>
                    <a:pt x="1095" y="4391"/>
                  </a:moveTo>
                  <a:cubicBezTo>
                    <a:pt x="1091" y="4391"/>
                    <a:pt x="1088" y="4392"/>
                    <a:pt x="1085" y="4392"/>
                  </a:cubicBezTo>
                  <a:lnTo>
                    <a:pt x="1085" y="4392"/>
                  </a:lnTo>
                  <a:cubicBezTo>
                    <a:pt x="1095" y="4392"/>
                    <a:pt x="1109" y="4391"/>
                    <a:pt x="1127" y="4391"/>
                  </a:cubicBezTo>
                  <a:lnTo>
                    <a:pt x="1127" y="4391"/>
                  </a:lnTo>
                  <a:cubicBezTo>
                    <a:pt x="1117" y="4391"/>
                    <a:pt x="1107" y="4391"/>
                    <a:pt x="1095" y="4391"/>
                  </a:cubicBezTo>
                  <a:close/>
                  <a:moveTo>
                    <a:pt x="1085" y="4392"/>
                  </a:moveTo>
                  <a:lnTo>
                    <a:pt x="1085" y="4392"/>
                  </a:lnTo>
                  <a:cubicBezTo>
                    <a:pt x="1062" y="4393"/>
                    <a:pt x="1055" y="4395"/>
                    <a:pt x="1060" y="4395"/>
                  </a:cubicBezTo>
                  <a:cubicBezTo>
                    <a:pt x="1063" y="4395"/>
                    <a:pt x="1072" y="4394"/>
                    <a:pt x="1085" y="4392"/>
                  </a:cubicBezTo>
                  <a:close/>
                  <a:moveTo>
                    <a:pt x="1387" y="4407"/>
                  </a:moveTo>
                  <a:lnTo>
                    <a:pt x="1387" y="4415"/>
                  </a:lnTo>
                  <a:cubicBezTo>
                    <a:pt x="1387" y="4423"/>
                    <a:pt x="1387" y="4423"/>
                    <a:pt x="1330" y="4423"/>
                  </a:cubicBezTo>
                  <a:lnTo>
                    <a:pt x="1330" y="4415"/>
                  </a:lnTo>
                  <a:lnTo>
                    <a:pt x="1387" y="4407"/>
                  </a:lnTo>
                  <a:close/>
                  <a:moveTo>
                    <a:pt x="1273" y="4464"/>
                  </a:moveTo>
                  <a:cubicBezTo>
                    <a:pt x="1273" y="4468"/>
                    <a:pt x="1288" y="4470"/>
                    <a:pt x="1295" y="4470"/>
                  </a:cubicBezTo>
                  <a:cubicBezTo>
                    <a:pt x="1302" y="4470"/>
                    <a:pt x="1302" y="4468"/>
                    <a:pt x="1273" y="4464"/>
                  </a:cubicBezTo>
                  <a:close/>
                  <a:moveTo>
                    <a:pt x="1387" y="4480"/>
                  </a:moveTo>
                  <a:lnTo>
                    <a:pt x="1387" y="4488"/>
                  </a:lnTo>
                  <a:cubicBezTo>
                    <a:pt x="1387" y="4496"/>
                    <a:pt x="1387" y="4496"/>
                    <a:pt x="1322" y="4496"/>
                  </a:cubicBezTo>
                  <a:lnTo>
                    <a:pt x="1322" y="4488"/>
                  </a:lnTo>
                  <a:lnTo>
                    <a:pt x="1387" y="4480"/>
                  </a:lnTo>
                  <a:close/>
                  <a:moveTo>
                    <a:pt x="1500" y="4553"/>
                  </a:moveTo>
                  <a:lnTo>
                    <a:pt x="1500" y="4561"/>
                  </a:ln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ubicBezTo>
                    <a:pt x="1419" y="4561"/>
                    <a:pt x="1460" y="4553"/>
                    <a:pt x="1500" y="4553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53"/>
                    <a:pt x="1363" y="4853"/>
                  </a:cubicBezTo>
                  <a:cubicBezTo>
                    <a:pt x="1363" y="4853"/>
                    <a:pt x="1298" y="4845"/>
                    <a:pt x="1363" y="4845"/>
                  </a:cubicBezTo>
                  <a:close/>
                  <a:moveTo>
                    <a:pt x="1576" y="5085"/>
                  </a:moveTo>
                  <a:cubicBezTo>
                    <a:pt x="1619" y="5085"/>
                    <a:pt x="1663" y="5091"/>
                    <a:pt x="1703" y="5096"/>
                  </a:cubicBezTo>
                  <a:cubicBezTo>
                    <a:pt x="1703" y="5104"/>
                    <a:pt x="1703" y="5104"/>
                    <a:pt x="1646" y="5104"/>
                  </a:cubicBezTo>
                  <a:cubicBezTo>
                    <a:pt x="1636" y="5107"/>
                    <a:pt x="1625" y="5108"/>
                    <a:pt x="1614" y="5108"/>
                  </a:cubicBezTo>
                  <a:cubicBezTo>
                    <a:pt x="1584" y="5108"/>
                    <a:pt x="1554" y="5100"/>
                    <a:pt x="1525" y="5088"/>
                  </a:cubicBezTo>
                  <a:cubicBezTo>
                    <a:pt x="1541" y="5086"/>
                    <a:pt x="1559" y="5085"/>
                    <a:pt x="1576" y="5085"/>
                  </a:cubicBezTo>
                  <a:close/>
                  <a:moveTo>
                    <a:pt x="1617" y="6106"/>
                  </a:moveTo>
                  <a:cubicBezTo>
                    <a:pt x="1646" y="6106"/>
                    <a:pt x="1674" y="6112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ubicBezTo>
                    <a:pt x="1593" y="6107"/>
                    <a:pt x="1605" y="6106"/>
                    <a:pt x="1617" y="6106"/>
                  </a:cubicBezTo>
                  <a:close/>
                  <a:moveTo>
                    <a:pt x="1371" y="1"/>
                  </a:moveTo>
                  <a:cubicBezTo>
                    <a:pt x="1342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29"/>
                    <a:pt x="1298" y="29"/>
                  </a:cubicBezTo>
                  <a:cubicBezTo>
                    <a:pt x="1476" y="29"/>
                    <a:pt x="1476" y="29"/>
                    <a:pt x="1355" y="37"/>
                  </a:cubicBezTo>
                  <a:cubicBezTo>
                    <a:pt x="1241" y="37"/>
                    <a:pt x="1241" y="45"/>
                    <a:pt x="1233" y="53"/>
                  </a:cubicBezTo>
                  <a:cubicBezTo>
                    <a:pt x="1233" y="61"/>
                    <a:pt x="1233" y="61"/>
                    <a:pt x="1176" y="61"/>
                  </a:cubicBezTo>
                  <a:cubicBezTo>
                    <a:pt x="1165" y="59"/>
                    <a:pt x="1154" y="58"/>
                    <a:pt x="1144" y="58"/>
                  </a:cubicBezTo>
                  <a:cubicBezTo>
                    <a:pt x="1114" y="58"/>
                    <a:pt x="1084" y="66"/>
                    <a:pt x="1055" y="78"/>
                  </a:cubicBezTo>
                  <a:cubicBezTo>
                    <a:pt x="1055" y="86"/>
                    <a:pt x="1055" y="86"/>
                    <a:pt x="1119" y="86"/>
                  </a:cubicBezTo>
                  <a:cubicBezTo>
                    <a:pt x="1136" y="83"/>
                    <a:pt x="1148" y="82"/>
                    <a:pt x="1153" y="82"/>
                  </a:cubicBezTo>
                  <a:cubicBezTo>
                    <a:pt x="1166" y="82"/>
                    <a:pt x="1141" y="88"/>
                    <a:pt x="1055" y="94"/>
                  </a:cubicBezTo>
                  <a:cubicBezTo>
                    <a:pt x="998" y="102"/>
                    <a:pt x="998" y="102"/>
                    <a:pt x="1111" y="102"/>
                  </a:cubicBezTo>
                  <a:cubicBezTo>
                    <a:pt x="1233" y="102"/>
                    <a:pt x="1233" y="118"/>
                    <a:pt x="1111" y="126"/>
                  </a:cubicBezTo>
                  <a:cubicBezTo>
                    <a:pt x="1111" y="126"/>
                    <a:pt x="1111" y="134"/>
                    <a:pt x="1111" y="142"/>
                  </a:cubicBezTo>
                  <a:cubicBezTo>
                    <a:pt x="1152" y="151"/>
                    <a:pt x="1192" y="151"/>
                    <a:pt x="1233" y="151"/>
                  </a:cubicBezTo>
                  <a:cubicBezTo>
                    <a:pt x="1355" y="151"/>
                    <a:pt x="1355" y="151"/>
                    <a:pt x="1290" y="159"/>
                  </a:cubicBezTo>
                  <a:lnTo>
                    <a:pt x="1168" y="159"/>
                  </a:lnTo>
                  <a:cubicBezTo>
                    <a:pt x="1111" y="159"/>
                    <a:pt x="1111" y="167"/>
                    <a:pt x="1111" y="175"/>
                  </a:cubicBezTo>
                  <a:cubicBezTo>
                    <a:pt x="1111" y="183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7"/>
                    <a:pt x="1046" y="207"/>
                    <a:pt x="1111" y="207"/>
                  </a:cubicBezTo>
                  <a:cubicBezTo>
                    <a:pt x="1111" y="207"/>
                    <a:pt x="1111" y="215"/>
                    <a:pt x="1046" y="224"/>
                  </a:cubicBezTo>
                  <a:cubicBezTo>
                    <a:pt x="1007" y="235"/>
                    <a:pt x="1050" y="250"/>
                    <a:pt x="1121" y="250"/>
                  </a:cubicBezTo>
                  <a:cubicBezTo>
                    <a:pt x="1152" y="250"/>
                    <a:pt x="1188" y="247"/>
                    <a:pt x="1225" y="240"/>
                  </a:cubicBezTo>
                  <a:lnTo>
                    <a:pt x="1225" y="248"/>
                  </a:lnTo>
                  <a:cubicBezTo>
                    <a:pt x="1225" y="256"/>
                    <a:pt x="1282" y="256"/>
                    <a:pt x="1282" y="256"/>
                  </a:cubicBezTo>
                  <a:cubicBezTo>
                    <a:pt x="1346" y="256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8"/>
                  </a:cubicBezTo>
                  <a:lnTo>
                    <a:pt x="1103" y="288"/>
                  </a:lnTo>
                  <a:cubicBezTo>
                    <a:pt x="1046" y="288"/>
                    <a:pt x="1046" y="297"/>
                    <a:pt x="1103" y="305"/>
                  </a:cubicBezTo>
                  <a:cubicBezTo>
                    <a:pt x="1160" y="321"/>
                    <a:pt x="1225" y="321"/>
                    <a:pt x="1282" y="321"/>
                  </a:cubicBezTo>
                  <a:cubicBezTo>
                    <a:pt x="1338" y="321"/>
                    <a:pt x="1338" y="329"/>
                    <a:pt x="1338" y="329"/>
                  </a:cubicBezTo>
                  <a:cubicBezTo>
                    <a:pt x="1338" y="337"/>
                    <a:pt x="1338" y="337"/>
                    <a:pt x="1282" y="337"/>
                  </a:cubicBezTo>
                  <a:cubicBezTo>
                    <a:pt x="1160" y="337"/>
                    <a:pt x="1160" y="353"/>
                    <a:pt x="1282" y="361"/>
                  </a:cubicBezTo>
                  <a:lnTo>
                    <a:pt x="1217" y="361"/>
                  </a:lnTo>
                  <a:cubicBezTo>
                    <a:pt x="1160" y="361"/>
                    <a:pt x="1095" y="370"/>
                    <a:pt x="1160" y="402"/>
                  </a:cubicBezTo>
                  <a:cubicBezTo>
                    <a:pt x="1152" y="434"/>
                    <a:pt x="1152" y="451"/>
                    <a:pt x="1095" y="451"/>
                  </a:cubicBezTo>
                  <a:cubicBezTo>
                    <a:pt x="1030" y="451"/>
                    <a:pt x="1152" y="483"/>
                    <a:pt x="1273" y="499"/>
                  </a:cubicBezTo>
                  <a:cubicBezTo>
                    <a:pt x="1209" y="499"/>
                    <a:pt x="1209" y="507"/>
                    <a:pt x="1209" y="515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101" y="536"/>
                    <a:pt x="1072" y="534"/>
                    <a:pt x="1063" y="534"/>
                  </a:cubicBezTo>
                  <a:cubicBezTo>
                    <a:pt x="1051" y="534"/>
                    <a:pt x="1081" y="538"/>
                    <a:pt x="1152" y="548"/>
                  </a:cubicBezTo>
                  <a:cubicBezTo>
                    <a:pt x="1249" y="555"/>
                    <a:pt x="1221" y="574"/>
                    <a:pt x="1134" y="574"/>
                  </a:cubicBezTo>
                  <a:cubicBezTo>
                    <a:pt x="1120" y="574"/>
                    <a:pt x="1104" y="573"/>
                    <a:pt x="1087" y="572"/>
                  </a:cubicBezTo>
                  <a:cubicBezTo>
                    <a:pt x="1030" y="572"/>
                    <a:pt x="1030" y="580"/>
                    <a:pt x="1030" y="597"/>
                  </a:cubicBezTo>
                  <a:cubicBezTo>
                    <a:pt x="1087" y="605"/>
                    <a:pt x="1087" y="621"/>
                    <a:pt x="1087" y="637"/>
                  </a:cubicBezTo>
                  <a:cubicBezTo>
                    <a:pt x="1079" y="653"/>
                    <a:pt x="1079" y="653"/>
                    <a:pt x="1200" y="653"/>
                  </a:cubicBezTo>
                  <a:cubicBezTo>
                    <a:pt x="1322" y="653"/>
                    <a:pt x="1322" y="661"/>
                    <a:pt x="1322" y="678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18"/>
                    <a:pt x="1136" y="718"/>
                  </a:cubicBezTo>
                  <a:cubicBezTo>
                    <a:pt x="1136" y="718"/>
                    <a:pt x="1079" y="726"/>
                    <a:pt x="1079" y="742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9" y="783"/>
                  </a:cubicBezTo>
                  <a:cubicBezTo>
                    <a:pt x="1136" y="783"/>
                    <a:pt x="1192" y="783"/>
                    <a:pt x="1136" y="815"/>
                  </a:cubicBezTo>
                  <a:cubicBezTo>
                    <a:pt x="1136" y="832"/>
                    <a:pt x="1127" y="856"/>
                    <a:pt x="1192" y="856"/>
                  </a:cubicBezTo>
                  <a:lnTo>
                    <a:pt x="1127" y="856"/>
                  </a:lnTo>
                  <a:cubicBezTo>
                    <a:pt x="1014" y="856"/>
                    <a:pt x="1006" y="872"/>
                    <a:pt x="1127" y="888"/>
                  </a:cubicBezTo>
                  <a:cubicBezTo>
                    <a:pt x="1184" y="888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1"/>
                    <a:pt x="1249" y="921"/>
                    <a:pt x="1184" y="937"/>
                  </a:cubicBezTo>
                  <a:cubicBezTo>
                    <a:pt x="1127" y="937"/>
                    <a:pt x="1127" y="945"/>
                    <a:pt x="1127" y="953"/>
                  </a:cubicBezTo>
                  <a:cubicBezTo>
                    <a:pt x="1184" y="969"/>
                    <a:pt x="1176" y="1051"/>
                    <a:pt x="1119" y="1059"/>
                  </a:cubicBezTo>
                  <a:cubicBezTo>
                    <a:pt x="1176" y="1059"/>
                    <a:pt x="1176" y="1059"/>
                    <a:pt x="1176" y="1067"/>
                  </a:cubicBezTo>
                  <a:cubicBezTo>
                    <a:pt x="1055" y="1075"/>
                    <a:pt x="1119" y="1083"/>
                    <a:pt x="1233" y="1083"/>
                  </a:cubicBezTo>
                  <a:lnTo>
                    <a:pt x="1233" y="1075"/>
                  </a:lnTo>
                  <a:lnTo>
                    <a:pt x="1233" y="1067"/>
                  </a:lnTo>
                  <a:cubicBezTo>
                    <a:pt x="1355" y="1067"/>
                    <a:pt x="1355" y="1091"/>
                    <a:pt x="1176" y="1091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5"/>
                    <a:pt x="1290" y="1124"/>
                    <a:pt x="1176" y="1132"/>
                  </a:cubicBezTo>
                  <a:cubicBezTo>
                    <a:pt x="1411" y="1148"/>
                    <a:pt x="1468" y="1172"/>
                    <a:pt x="1233" y="1172"/>
                  </a:cubicBezTo>
                  <a:cubicBezTo>
                    <a:pt x="1216" y="1170"/>
                    <a:pt x="1199" y="1169"/>
                    <a:pt x="1182" y="1169"/>
                  </a:cubicBezTo>
                  <a:cubicBezTo>
                    <a:pt x="1137" y="1169"/>
                    <a:pt x="1094" y="1177"/>
                    <a:pt x="1046" y="1188"/>
                  </a:cubicBezTo>
                  <a:cubicBezTo>
                    <a:pt x="1087" y="1197"/>
                    <a:pt x="1127" y="1197"/>
                    <a:pt x="1168" y="1197"/>
                  </a:cubicBezTo>
                  <a:cubicBezTo>
                    <a:pt x="1204" y="1194"/>
                    <a:pt x="1229" y="1193"/>
                    <a:pt x="1244" y="1193"/>
                  </a:cubicBezTo>
                  <a:cubicBezTo>
                    <a:pt x="1279" y="1193"/>
                    <a:pt x="1254" y="1199"/>
                    <a:pt x="1168" y="1205"/>
                  </a:cubicBezTo>
                  <a:cubicBezTo>
                    <a:pt x="990" y="1229"/>
                    <a:pt x="990" y="1245"/>
                    <a:pt x="1103" y="1269"/>
                  </a:cubicBezTo>
                  <a:cubicBezTo>
                    <a:pt x="1189" y="1287"/>
                    <a:pt x="1214" y="1304"/>
                    <a:pt x="1179" y="1304"/>
                  </a:cubicBezTo>
                  <a:cubicBezTo>
                    <a:pt x="1164" y="1304"/>
                    <a:pt x="1139" y="1301"/>
                    <a:pt x="1103" y="1294"/>
                  </a:cubicBezTo>
                  <a:cubicBezTo>
                    <a:pt x="1042" y="1286"/>
                    <a:pt x="1012" y="1282"/>
                    <a:pt x="1005" y="1282"/>
                  </a:cubicBezTo>
                  <a:cubicBezTo>
                    <a:pt x="998" y="1282"/>
                    <a:pt x="1014" y="1286"/>
                    <a:pt x="1046" y="1294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65" y="1340"/>
                    <a:pt x="1092" y="1345"/>
                    <a:pt x="1119" y="1346"/>
                  </a:cubicBezTo>
                  <a:lnTo>
                    <a:pt x="1119" y="1346"/>
                  </a:lnTo>
                  <a:cubicBezTo>
                    <a:pt x="1027" y="1354"/>
                    <a:pt x="995" y="1369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07"/>
                  </a:cubicBezTo>
                  <a:cubicBezTo>
                    <a:pt x="1217" y="1415"/>
                    <a:pt x="1152" y="1424"/>
                    <a:pt x="1095" y="1432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48"/>
                    <a:pt x="1152" y="1456"/>
                    <a:pt x="1209" y="1472"/>
                  </a:cubicBezTo>
                  <a:cubicBezTo>
                    <a:pt x="1241" y="1476"/>
                    <a:pt x="1241" y="1478"/>
                    <a:pt x="1226" y="1478"/>
                  </a:cubicBezTo>
                  <a:cubicBezTo>
                    <a:pt x="1211" y="1478"/>
                    <a:pt x="1180" y="1476"/>
                    <a:pt x="1152" y="1472"/>
                  </a:cubicBezTo>
                  <a:cubicBezTo>
                    <a:pt x="1111" y="1472"/>
                    <a:pt x="1071" y="1480"/>
                    <a:pt x="1030" y="1488"/>
                  </a:cubicBezTo>
                  <a:cubicBezTo>
                    <a:pt x="1030" y="1496"/>
                    <a:pt x="1030" y="1513"/>
                    <a:pt x="1087" y="1513"/>
                  </a:cubicBezTo>
                  <a:cubicBezTo>
                    <a:pt x="1152" y="1513"/>
                    <a:pt x="1144" y="1553"/>
                    <a:pt x="1087" y="1561"/>
                  </a:cubicBezTo>
                  <a:cubicBezTo>
                    <a:pt x="1087" y="1561"/>
                    <a:pt x="1087" y="1569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0"/>
                  </a:cubicBezTo>
                  <a:cubicBezTo>
                    <a:pt x="1200" y="1618"/>
                    <a:pt x="1200" y="1626"/>
                    <a:pt x="1144" y="1626"/>
                  </a:cubicBezTo>
                  <a:cubicBezTo>
                    <a:pt x="1265" y="1634"/>
                    <a:pt x="1265" y="1634"/>
                    <a:pt x="1144" y="1642"/>
                  </a:cubicBezTo>
                  <a:cubicBezTo>
                    <a:pt x="1022" y="1642"/>
                    <a:pt x="1022" y="1642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22" y="1699"/>
                    <a:pt x="1200" y="1699"/>
                  </a:cubicBezTo>
                  <a:cubicBezTo>
                    <a:pt x="1200" y="1699"/>
                    <a:pt x="1200" y="1707"/>
                    <a:pt x="1257" y="1715"/>
                  </a:cubicBezTo>
                  <a:cubicBezTo>
                    <a:pt x="1379" y="1724"/>
                    <a:pt x="1379" y="1724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56"/>
                  </a:cubicBezTo>
                  <a:cubicBezTo>
                    <a:pt x="1197" y="1771"/>
                    <a:pt x="1144" y="1814"/>
                    <a:pt x="1226" y="1814"/>
                  </a:cubicBezTo>
                  <a:cubicBezTo>
                    <a:pt x="1233" y="1814"/>
                    <a:pt x="1240" y="1813"/>
                    <a:pt x="1249" y="1813"/>
                  </a:cubicBezTo>
                  <a:lnTo>
                    <a:pt x="1249" y="1821"/>
                  </a:lnTo>
                  <a:cubicBezTo>
                    <a:pt x="1192" y="1837"/>
                    <a:pt x="1192" y="1845"/>
                    <a:pt x="1249" y="1853"/>
                  </a:cubicBezTo>
                  <a:lnTo>
                    <a:pt x="1306" y="1861"/>
                  </a:lnTo>
                  <a:cubicBezTo>
                    <a:pt x="1265" y="1861"/>
                    <a:pt x="1225" y="1861"/>
                    <a:pt x="1192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77" y="1899"/>
                    <a:pt x="1249" y="1905"/>
                    <a:pt x="1220" y="1905"/>
                  </a:cubicBezTo>
                  <a:cubicBezTo>
                    <a:pt x="1208" y="1905"/>
                    <a:pt x="1196" y="1904"/>
                    <a:pt x="1184" y="1902"/>
                  </a:cubicBezTo>
                  <a:lnTo>
                    <a:pt x="1184" y="1910"/>
                  </a:lnTo>
                  <a:cubicBezTo>
                    <a:pt x="1306" y="1910"/>
                    <a:pt x="1306" y="1918"/>
                    <a:pt x="1249" y="1918"/>
                  </a:cubicBezTo>
                  <a:cubicBezTo>
                    <a:pt x="1184" y="1926"/>
                    <a:pt x="1184" y="1934"/>
                    <a:pt x="1184" y="1942"/>
                  </a:cubicBezTo>
                  <a:cubicBezTo>
                    <a:pt x="1222" y="1942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2"/>
                  </a:cubicBezTo>
                  <a:lnTo>
                    <a:pt x="1127" y="1942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59"/>
                  </a:cubicBezTo>
                  <a:cubicBezTo>
                    <a:pt x="1184" y="1964"/>
                    <a:pt x="1184" y="1970"/>
                    <a:pt x="1204" y="1970"/>
                  </a:cubicBezTo>
                  <a:cubicBezTo>
                    <a:pt x="1213" y="1970"/>
                    <a:pt x="1224" y="1969"/>
                    <a:pt x="1241" y="1967"/>
                  </a:cubicBezTo>
                  <a:cubicBezTo>
                    <a:pt x="1282" y="1967"/>
                    <a:pt x="1322" y="1967"/>
                    <a:pt x="1363" y="1975"/>
                  </a:cubicBezTo>
                  <a:cubicBezTo>
                    <a:pt x="1400" y="1975"/>
                    <a:pt x="1388" y="1978"/>
                    <a:pt x="1375" y="1978"/>
                  </a:cubicBezTo>
                  <a:cubicBezTo>
                    <a:pt x="1369" y="1978"/>
                    <a:pt x="1363" y="1978"/>
                    <a:pt x="1363" y="1975"/>
                  </a:cubicBezTo>
                  <a:cubicBezTo>
                    <a:pt x="1322" y="1975"/>
                    <a:pt x="1282" y="1975"/>
                    <a:pt x="1241" y="1983"/>
                  </a:cubicBezTo>
                  <a:cubicBezTo>
                    <a:pt x="1241" y="1991"/>
                    <a:pt x="1184" y="1991"/>
                    <a:pt x="1184" y="1991"/>
                  </a:cubicBezTo>
                  <a:cubicBezTo>
                    <a:pt x="1171" y="1990"/>
                    <a:pt x="1160" y="1990"/>
                    <a:pt x="1150" y="1990"/>
                  </a:cubicBezTo>
                  <a:cubicBezTo>
                    <a:pt x="1075" y="1990"/>
                    <a:pt x="1126" y="2016"/>
                    <a:pt x="1184" y="2023"/>
                  </a:cubicBezTo>
                  <a:cubicBezTo>
                    <a:pt x="1298" y="2032"/>
                    <a:pt x="1298" y="2040"/>
                    <a:pt x="1176" y="2040"/>
                  </a:cubicBezTo>
                  <a:cubicBezTo>
                    <a:pt x="1063" y="2040"/>
                    <a:pt x="1176" y="2056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8" y="2113"/>
                    <a:pt x="1298" y="2113"/>
                    <a:pt x="1233" y="2113"/>
                  </a:cubicBezTo>
                  <a:cubicBezTo>
                    <a:pt x="1176" y="2113"/>
                    <a:pt x="1176" y="2121"/>
                    <a:pt x="1176" y="2145"/>
                  </a:cubicBezTo>
                  <a:cubicBezTo>
                    <a:pt x="1168" y="2169"/>
                    <a:pt x="1168" y="2169"/>
                    <a:pt x="1233" y="2169"/>
                  </a:cubicBezTo>
                  <a:lnTo>
                    <a:pt x="1233" y="2186"/>
                  </a:lnTo>
                  <a:cubicBezTo>
                    <a:pt x="1135" y="2192"/>
                    <a:pt x="1153" y="2204"/>
                    <a:pt x="1228" y="2204"/>
                  </a:cubicBezTo>
                  <a:cubicBezTo>
                    <a:pt x="1246" y="2204"/>
                    <a:pt x="1266" y="2203"/>
                    <a:pt x="1290" y="2202"/>
                  </a:cubicBezTo>
                  <a:cubicBezTo>
                    <a:pt x="1290" y="2202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82" y="2380"/>
                  </a:cubicBezTo>
                  <a:lnTo>
                    <a:pt x="1217" y="2380"/>
                  </a:lnTo>
                  <a:cubicBezTo>
                    <a:pt x="1217" y="2380"/>
                    <a:pt x="1217" y="2396"/>
                    <a:pt x="1160" y="2405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39"/>
                    <a:pt x="1152" y="2445"/>
                  </a:cubicBezTo>
                  <a:cubicBezTo>
                    <a:pt x="1095" y="2445"/>
                    <a:pt x="1030" y="2453"/>
                    <a:pt x="1095" y="2453"/>
                  </a:cubicBezTo>
                  <a:cubicBezTo>
                    <a:pt x="1152" y="2461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18"/>
                  </a:cubicBezTo>
                  <a:cubicBezTo>
                    <a:pt x="1152" y="2518"/>
                    <a:pt x="1152" y="2534"/>
                    <a:pt x="1144" y="2550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0" y="2572"/>
                    <a:pt x="1059" y="2571"/>
                    <a:pt x="1052" y="2571"/>
                  </a:cubicBezTo>
                  <a:cubicBezTo>
                    <a:pt x="1035" y="2571"/>
                    <a:pt x="1047" y="2577"/>
                    <a:pt x="1087" y="2583"/>
                  </a:cubicBezTo>
                  <a:cubicBezTo>
                    <a:pt x="1087" y="2591"/>
                    <a:pt x="1209" y="2599"/>
                    <a:pt x="1200" y="2607"/>
                  </a:cubicBezTo>
                  <a:cubicBezTo>
                    <a:pt x="1241" y="2607"/>
                    <a:pt x="1282" y="2607"/>
                    <a:pt x="1322" y="2623"/>
                  </a:cubicBezTo>
                  <a:lnTo>
                    <a:pt x="1144" y="2623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64"/>
                  </a:cubicBezTo>
                  <a:cubicBezTo>
                    <a:pt x="1144" y="2680"/>
                    <a:pt x="1136" y="2696"/>
                    <a:pt x="1200" y="2705"/>
                  </a:cubicBezTo>
                  <a:cubicBezTo>
                    <a:pt x="1079" y="2713"/>
                    <a:pt x="1079" y="2753"/>
                    <a:pt x="1192" y="2761"/>
                  </a:cubicBezTo>
                  <a:cubicBezTo>
                    <a:pt x="1257" y="2761"/>
                    <a:pt x="1257" y="2769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794"/>
                    <a:pt x="1192" y="2802"/>
                    <a:pt x="1136" y="2810"/>
                  </a:cubicBezTo>
                  <a:cubicBezTo>
                    <a:pt x="1014" y="2818"/>
                    <a:pt x="1014" y="2826"/>
                    <a:pt x="1071" y="2834"/>
                  </a:cubicBezTo>
                  <a:cubicBezTo>
                    <a:pt x="1127" y="2850"/>
                    <a:pt x="1127" y="2867"/>
                    <a:pt x="1127" y="2867"/>
                  </a:cubicBezTo>
                  <a:cubicBezTo>
                    <a:pt x="1157" y="2879"/>
                    <a:pt x="1187" y="2886"/>
                    <a:pt x="1217" y="2886"/>
                  </a:cubicBezTo>
                  <a:cubicBezTo>
                    <a:pt x="1227" y="2886"/>
                    <a:pt x="1238" y="2885"/>
                    <a:pt x="1249" y="2883"/>
                  </a:cubicBezTo>
                  <a:cubicBezTo>
                    <a:pt x="1290" y="2883"/>
                    <a:pt x="1330" y="2891"/>
                    <a:pt x="1371" y="2891"/>
                  </a:cubicBezTo>
                  <a:cubicBezTo>
                    <a:pt x="1404" y="2901"/>
                    <a:pt x="1395" y="2904"/>
                    <a:pt x="1384" y="2904"/>
                  </a:cubicBezTo>
                  <a:cubicBezTo>
                    <a:pt x="1377" y="2904"/>
                    <a:pt x="1367" y="2902"/>
                    <a:pt x="1371" y="2899"/>
                  </a:cubicBezTo>
                  <a:cubicBezTo>
                    <a:pt x="1350" y="2895"/>
                    <a:pt x="1330" y="2893"/>
                    <a:pt x="1310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3"/>
                    <a:pt x="1184" y="2932"/>
                  </a:cubicBezTo>
                  <a:cubicBezTo>
                    <a:pt x="1184" y="2932"/>
                    <a:pt x="1184" y="2948"/>
                    <a:pt x="1184" y="2956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6"/>
                    <a:pt x="1119" y="3069"/>
                    <a:pt x="1233" y="3077"/>
                  </a:cubicBezTo>
                  <a:lnTo>
                    <a:pt x="1176" y="3077"/>
                  </a:lnTo>
                  <a:cubicBezTo>
                    <a:pt x="1119" y="3077"/>
                    <a:pt x="1119" y="3086"/>
                    <a:pt x="1119" y="3102"/>
                  </a:cubicBezTo>
                  <a:cubicBezTo>
                    <a:pt x="1119" y="3110"/>
                    <a:pt x="1176" y="3142"/>
                    <a:pt x="1168" y="3159"/>
                  </a:cubicBezTo>
                  <a:cubicBezTo>
                    <a:pt x="1168" y="3191"/>
                    <a:pt x="1168" y="3207"/>
                    <a:pt x="1225" y="3207"/>
                  </a:cubicBezTo>
                  <a:cubicBezTo>
                    <a:pt x="1225" y="3215"/>
                    <a:pt x="1225" y="3215"/>
                    <a:pt x="1168" y="3215"/>
                  </a:cubicBezTo>
                  <a:cubicBezTo>
                    <a:pt x="1151" y="3213"/>
                    <a:pt x="1140" y="3212"/>
                    <a:pt x="1131" y="3212"/>
                  </a:cubicBezTo>
                  <a:cubicBezTo>
                    <a:pt x="1111" y="3212"/>
                    <a:pt x="1111" y="3218"/>
                    <a:pt x="1111" y="3223"/>
                  </a:cubicBezTo>
                  <a:cubicBezTo>
                    <a:pt x="1134" y="3229"/>
                    <a:pt x="1161" y="3235"/>
                    <a:pt x="1189" y="3235"/>
                  </a:cubicBezTo>
                  <a:cubicBezTo>
                    <a:pt x="1201" y="3235"/>
                    <a:pt x="1213" y="3234"/>
                    <a:pt x="1225" y="3232"/>
                  </a:cubicBezTo>
                  <a:cubicBezTo>
                    <a:pt x="1290" y="3232"/>
                    <a:pt x="1290" y="3240"/>
                    <a:pt x="1225" y="3256"/>
                  </a:cubicBezTo>
                  <a:cubicBezTo>
                    <a:pt x="1168" y="3272"/>
                    <a:pt x="1160" y="3296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45"/>
                    <a:pt x="1160" y="3361"/>
                  </a:cubicBezTo>
                  <a:cubicBezTo>
                    <a:pt x="1160" y="3369"/>
                    <a:pt x="1160" y="3369"/>
                    <a:pt x="1095" y="3369"/>
                  </a:cubicBezTo>
                  <a:cubicBezTo>
                    <a:pt x="1038" y="3377"/>
                    <a:pt x="982" y="3377"/>
                    <a:pt x="1095" y="3386"/>
                  </a:cubicBezTo>
                  <a:cubicBezTo>
                    <a:pt x="1160" y="3402"/>
                    <a:pt x="1152" y="3418"/>
                    <a:pt x="1095" y="3434"/>
                  </a:cubicBezTo>
                  <a:cubicBezTo>
                    <a:pt x="1095" y="3442"/>
                    <a:pt x="1095" y="3450"/>
                    <a:pt x="1152" y="3450"/>
                  </a:cubicBezTo>
                  <a:lnTo>
                    <a:pt x="1217" y="3450"/>
                  </a:lnTo>
                  <a:cubicBezTo>
                    <a:pt x="1095" y="3459"/>
                    <a:pt x="1095" y="3459"/>
                    <a:pt x="1217" y="3467"/>
                  </a:cubicBezTo>
                  <a:cubicBezTo>
                    <a:pt x="1273" y="3467"/>
                    <a:pt x="1273" y="3475"/>
                    <a:pt x="1217" y="3475"/>
                  </a:cubicBezTo>
                  <a:cubicBezTo>
                    <a:pt x="1152" y="3483"/>
                    <a:pt x="1152" y="3483"/>
                    <a:pt x="1152" y="3483"/>
                  </a:cubicBezTo>
                  <a:cubicBezTo>
                    <a:pt x="1152" y="3491"/>
                    <a:pt x="1209" y="3532"/>
                    <a:pt x="1209" y="3564"/>
                  </a:cubicBezTo>
                  <a:cubicBezTo>
                    <a:pt x="1200" y="3621"/>
                    <a:pt x="1200" y="3645"/>
                    <a:pt x="1265" y="3645"/>
                  </a:cubicBezTo>
                  <a:cubicBezTo>
                    <a:pt x="1322" y="3653"/>
                    <a:pt x="1322" y="3653"/>
                    <a:pt x="1257" y="3661"/>
                  </a:cubicBezTo>
                  <a:cubicBezTo>
                    <a:pt x="1200" y="3669"/>
                    <a:pt x="1200" y="3677"/>
                    <a:pt x="1200" y="3686"/>
                  </a:cubicBezTo>
                  <a:cubicBezTo>
                    <a:pt x="1200" y="3694"/>
                    <a:pt x="1200" y="3694"/>
                    <a:pt x="1136" y="3694"/>
                  </a:cubicBezTo>
                  <a:cubicBezTo>
                    <a:pt x="1200" y="3702"/>
                    <a:pt x="1200" y="3702"/>
                    <a:pt x="1200" y="3710"/>
                  </a:cubicBezTo>
                  <a:cubicBezTo>
                    <a:pt x="1136" y="3710"/>
                    <a:pt x="1136" y="3718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0"/>
                  </a:cubicBezTo>
                  <a:cubicBezTo>
                    <a:pt x="1192" y="3750"/>
                    <a:pt x="1192" y="3759"/>
                    <a:pt x="1257" y="3767"/>
                  </a:cubicBezTo>
                  <a:cubicBezTo>
                    <a:pt x="1257" y="3775"/>
                    <a:pt x="1257" y="3783"/>
                    <a:pt x="1192" y="3783"/>
                  </a:cubicBezTo>
                  <a:cubicBezTo>
                    <a:pt x="1136" y="3791"/>
                    <a:pt x="1192" y="3832"/>
                    <a:pt x="1249" y="3832"/>
                  </a:cubicBezTo>
                  <a:cubicBezTo>
                    <a:pt x="1314" y="3832"/>
                    <a:pt x="1306" y="3840"/>
                    <a:pt x="1249" y="3840"/>
                  </a:cubicBezTo>
                  <a:cubicBezTo>
                    <a:pt x="1192" y="3840"/>
                    <a:pt x="1192" y="3848"/>
                    <a:pt x="1192" y="3856"/>
                  </a:cubicBezTo>
                  <a:cubicBezTo>
                    <a:pt x="1249" y="3864"/>
                    <a:pt x="1192" y="3864"/>
                    <a:pt x="1127" y="3864"/>
                  </a:cubicBezTo>
                  <a:cubicBezTo>
                    <a:pt x="1112" y="3862"/>
                    <a:pt x="1101" y="3861"/>
                    <a:pt x="1093" y="3861"/>
                  </a:cubicBezTo>
                  <a:cubicBezTo>
                    <a:pt x="1071" y="3861"/>
                    <a:pt x="1071" y="3868"/>
                    <a:pt x="1071" y="3880"/>
                  </a:cubicBezTo>
                  <a:cubicBezTo>
                    <a:pt x="1127" y="3888"/>
                    <a:pt x="1127" y="3913"/>
                    <a:pt x="1127" y="3937"/>
                  </a:cubicBezTo>
                  <a:cubicBezTo>
                    <a:pt x="1119" y="3969"/>
                    <a:pt x="1184" y="3977"/>
                    <a:pt x="1298" y="3994"/>
                  </a:cubicBezTo>
                  <a:lnTo>
                    <a:pt x="1419" y="4002"/>
                  </a:lnTo>
                  <a:lnTo>
                    <a:pt x="1298" y="4002"/>
                  </a:lnTo>
                  <a:cubicBezTo>
                    <a:pt x="1241" y="4002"/>
                    <a:pt x="1119" y="4010"/>
                    <a:pt x="1119" y="4010"/>
                  </a:cubicBezTo>
                  <a:cubicBezTo>
                    <a:pt x="1160" y="4018"/>
                    <a:pt x="1200" y="4018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0"/>
                    <a:pt x="1176" y="4059"/>
                    <a:pt x="1233" y="4067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07"/>
                  </a:cubicBezTo>
                  <a:cubicBezTo>
                    <a:pt x="1111" y="4115"/>
                    <a:pt x="1111" y="4140"/>
                    <a:pt x="1176" y="4140"/>
                  </a:cubicBezTo>
                  <a:cubicBezTo>
                    <a:pt x="1233" y="4140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88"/>
                  </a:lnTo>
                  <a:cubicBezTo>
                    <a:pt x="1290" y="4191"/>
                    <a:pt x="1285" y="4192"/>
                    <a:pt x="1278" y="4192"/>
                  </a:cubicBezTo>
                  <a:cubicBezTo>
                    <a:pt x="1261" y="4192"/>
                    <a:pt x="1233" y="4186"/>
                    <a:pt x="1233" y="4180"/>
                  </a:cubicBezTo>
                  <a:lnTo>
                    <a:pt x="1168" y="4188"/>
                  </a:lnTo>
                  <a:cubicBezTo>
                    <a:pt x="1168" y="4204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11" y="4237"/>
                    <a:pt x="1168" y="4245"/>
                  </a:cubicBezTo>
                  <a:cubicBezTo>
                    <a:pt x="1290" y="4245"/>
                    <a:pt x="1225" y="4253"/>
                    <a:pt x="1168" y="4253"/>
                  </a:cubicBezTo>
                  <a:cubicBezTo>
                    <a:pt x="1127" y="4250"/>
                    <a:pt x="1100" y="4249"/>
                    <a:pt x="1087" y="4249"/>
                  </a:cubicBezTo>
                  <a:cubicBezTo>
                    <a:pt x="1060" y="4249"/>
                    <a:pt x="1087" y="4256"/>
                    <a:pt x="1168" y="4277"/>
                  </a:cubicBezTo>
                  <a:cubicBezTo>
                    <a:pt x="1160" y="4294"/>
                    <a:pt x="1225" y="4318"/>
                    <a:pt x="1217" y="4342"/>
                  </a:cubicBezTo>
                  <a:cubicBezTo>
                    <a:pt x="1217" y="4375"/>
                    <a:pt x="1217" y="4391"/>
                    <a:pt x="1160" y="4391"/>
                  </a:cubicBezTo>
                  <a:cubicBezTo>
                    <a:pt x="1148" y="4391"/>
                    <a:pt x="1136" y="4391"/>
                    <a:pt x="1127" y="4391"/>
                  </a:cubicBezTo>
                  <a:lnTo>
                    <a:pt x="1127" y="4391"/>
                  </a:lnTo>
                  <a:cubicBezTo>
                    <a:pt x="1217" y="4393"/>
                    <a:pt x="1217" y="4401"/>
                    <a:pt x="1217" y="4423"/>
                  </a:cubicBezTo>
                  <a:cubicBezTo>
                    <a:pt x="1152" y="4448"/>
                    <a:pt x="1217" y="4456"/>
                    <a:pt x="1273" y="4464"/>
                  </a:cubicBezTo>
                  <a:cubicBezTo>
                    <a:pt x="1273" y="4456"/>
                    <a:pt x="1273" y="4456"/>
                    <a:pt x="1273" y="4456"/>
                  </a:cubicBezTo>
                  <a:cubicBezTo>
                    <a:pt x="1395" y="4456"/>
                    <a:pt x="1395" y="4456"/>
                    <a:pt x="1330" y="4472"/>
                  </a:cubicBezTo>
                  <a:cubicBezTo>
                    <a:pt x="1302" y="4478"/>
                    <a:pt x="1273" y="4483"/>
                    <a:pt x="1244" y="4483"/>
                  </a:cubicBezTo>
                  <a:cubicBezTo>
                    <a:pt x="1232" y="4483"/>
                    <a:pt x="1220" y="4483"/>
                    <a:pt x="1209" y="4480"/>
                  </a:cubicBezTo>
                  <a:cubicBezTo>
                    <a:pt x="1168" y="4480"/>
                    <a:pt x="1127" y="4480"/>
                    <a:pt x="1095" y="4496"/>
                  </a:cubicBezTo>
                  <a:cubicBezTo>
                    <a:pt x="1095" y="4502"/>
                    <a:pt x="1091" y="4508"/>
                    <a:pt x="1112" y="4508"/>
                  </a:cubicBezTo>
                  <a:cubicBezTo>
                    <a:pt x="1120" y="4508"/>
                    <a:pt x="1133" y="4507"/>
                    <a:pt x="1152" y="4504"/>
                  </a:cubicBezTo>
                  <a:cubicBezTo>
                    <a:pt x="1209" y="4504"/>
                    <a:pt x="1209" y="4504"/>
                    <a:pt x="1209" y="4513"/>
                  </a:cubicBezTo>
                  <a:cubicBezTo>
                    <a:pt x="1209" y="4521"/>
                    <a:pt x="1209" y="4529"/>
                    <a:pt x="1265" y="4529"/>
                  </a:cubicBezTo>
                  <a:cubicBezTo>
                    <a:pt x="1330" y="4529"/>
                    <a:pt x="1330" y="4537"/>
                    <a:pt x="1330" y="4545"/>
                  </a:cubicBezTo>
                  <a:cubicBezTo>
                    <a:pt x="1265" y="4553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69"/>
                    <a:pt x="1087" y="4577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56"/>
                    <a:pt x="1192" y="4780"/>
                  </a:cubicBezTo>
                  <a:cubicBezTo>
                    <a:pt x="1146" y="4793"/>
                    <a:pt x="1132" y="4807"/>
                    <a:pt x="1164" y="4807"/>
                  </a:cubicBezTo>
                  <a:cubicBezTo>
                    <a:pt x="1171" y="4807"/>
                    <a:pt x="1180" y="4806"/>
                    <a:pt x="1192" y="4804"/>
                  </a:cubicBezTo>
                  <a:cubicBezTo>
                    <a:pt x="1249" y="4804"/>
                    <a:pt x="1249" y="4845"/>
                    <a:pt x="1249" y="4886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23"/>
                    <a:pt x="1355" y="5031"/>
                  </a:cubicBezTo>
                  <a:cubicBezTo>
                    <a:pt x="1400" y="5037"/>
                    <a:pt x="1414" y="5043"/>
                    <a:pt x="1395" y="5043"/>
                  </a:cubicBezTo>
                  <a:cubicBezTo>
                    <a:pt x="1387" y="5043"/>
                    <a:pt x="1374" y="5042"/>
                    <a:pt x="1355" y="5040"/>
                  </a:cubicBezTo>
                  <a:cubicBezTo>
                    <a:pt x="1314" y="5040"/>
                    <a:pt x="1273" y="5040"/>
                    <a:pt x="1241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9" y="5072"/>
                    <a:pt x="1419" y="5072"/>
                  </a:cubicBezTo>
                  <a:cubicBezTo>
                    <a:pt x="1419" y="5080"/>
                    <a:pt x="1419" y="5080"/>
                    <a:pt x="1355" y="5080"/>
                  </a:cubicBezTo>
                  <a:lnTo>
                    <a:pt x="1225" y="5080"/>
                  </a:lnTo>
                  <a:cubicBezTo>
                    <a:pt x="1290" y="5080"/>
                    <a:pt x="1290" y="5088"/>
                    <a:pt x="1290" y="5088"/>
                  </a:cubicBezTo>
                  <a:cubicBezTo>
                    <a:pt x="1290" y="5096"/>
                    <a:pt x="1290" y="5096"/>
                    <a:pt x="1168" y="5096"/>
                  </a:cubicBezTo>
                  <a:cubicBezTo>
                    <a:pt x="1046" y="5096"/>
                    <a:pt x="1046" y="5104"/>
                    <a:pt x="1168" y="5113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53"/>
                  </a:cubicBezTo>
                  <a:cubicBezTo>
                    <a:pt x="1160" y="5161"/>
                    <a:pt x="1160" y="5169"/>
                    <a:pt x="1282" y="5177"/>
                  </a:cubicBezTo>
                  <a:cubicBezTo>
                    <a:pt x="1338" y="5177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18"/>
                  </a:cubicBezTo>
                  <a:cubicBezTo>
                    <a:pt x="1282" y="5226"/>
                    <a:pt x="1273" y="5283"/>
                    <a:pt x="1273" y="5340"/>
                  </a:cubicBezTo>
                  <a:cubicBezTo>
                    <a:pt x="1265" y="5404"/>
                    <a:pt x="1265" y="5445"/>
                    <a:pt x="1322" y="5445"/>
                  </a:cubicBezTo>
                  <a:cubicBezTo>
                    <a:pt x="1322" y="5453"/>
                    <a:pt x="1322" y="5453"/>
                    <a:pt x="1265" y="5461"/>
                  </a:cubicBezTo>
                  <a:cubicBezTo>
                    <a:pt x="1200" y="5461"/>
                    <a:pt x="1200" y="5469"/>
                    <a:pt x="1322" y="5477"/>
                  </a:cubicBezTo>
                  <a:cubicBezTo>
                    <a:pt x="1379" y="5485"/>
                    <a:pt x="1444" y="5485"/>
                    <a:pt x="1322" y="5485"/>
                  </a:cubicBezTo>
                  <a:cubicBezTo>
                    <a:pt x="1265" y="5485"/>
                    <a:pt x="1265" y="5502"/>
                    <a:pt x="1257" y="5526"/>
                  </a:cubicBezTo>
                  <a:cubicBezTo>
                    <a:pt x="1257" y="5550"/>
                    <a:pt x="1257" y="5575"/>
                    <a:pt x="1314" y="5575"/>
                  </a:cubicBezTo>
                  <a:cubicBezTo>
                    <a:pt x="1352" y="5584"/>
                    <a:pt x="1368" y="5588"/>
                    <a:pt x="1361" y="5588"/>
                  </a:cubicBezTo>
                  <a:cubicBezTo>
                    <a:pt x="1357" y="5588"/>
                    <a:pt x="1341" y="5586"/>
                    <a:pt x="1314" y="5583"/>
                  </a:cubicBezTo>
                  <a:cubicBezTo>
                    <a:pt x="1304" y="5582"/>
                    <a:pt x="1294" y="5582"/>
                    <a:pt x="1285" y="5582"/>
                  </a:cubicBezTo>
                  <a:cubicBezTo>
                    <a:pt x="1190" y="5582"/>
                    <a:pt x="1146" y="5617"/>
                    <a:pt x="1257" y="5640"/>
                  </a:cubicBezTo>
                  <a:cubicBezTo>
                    <a:pt x="1257" y="5640"/>
                    <a:pt x="1249" y="5648"/>
                    <a:pt x="1192" y="5648"/>
                  </a:cubicBezTo>
                  <a:cubicBezTo>
                    <a:pt x="1192" y="5656"/>
                    <a:pt x="1192" y="5664"/>
                    <a:pt x="1249" y="5688"/>
                  </a:cubicBezTo>
                  <a:cubicBezTo>
                    <a:pt x="1249" y="5696"/>
                    <a:pt x="1249" y="5721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7"/>
                    <a:pt x="1306" y="5777"/>
                    <a:pt x="1306" y="5777"/>
                  </a:cubicBezTo>
                  <a:cubicBezTo>
                    <a:pt x="1241" y="5777"/>
                    <a:pt x="1241" y="5810"/>
                    <a:pt x="1241" y="5858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0"/>
                    <a:pt x="1355" y="5988"/>
                    <a:pt x="1290" y="5996"/>
                  </a:cubicBezTo>
                  <a:cubicBezTo>
                    <a:pt x="1168" y="6004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45"/>
                    <a:pt x="1168" y="6069"/>
                    <a:pt x="1290" y="6077"/>
                  </a:cubicBezTo>
                  <a:cubicBezTo>
                    <a:pt x="1225" y="6085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86" y="6106"/>
                    <a:pt x="1070" y="6104"/>
                    <a:pt x="1053" y="6104"/>
                  </a:cubicBezTo>
                  <a:cubicBezTo>
                    <a:pt x="1029" y="6104"/>
                    <a:pt x="1005" y="6108"/>
                    <a:pt x="982" y="6118"/>
                  </a:cubicBezTo>
                  <a:cubicBezTo>
                    <a:pt x="1002" y="6122"/>
                    <a:pt x="1022" y="6124"/>
                    <a:pt x="1042" y="6124"/>
                  </a:cubicBezTo>
                  <a:cubicBezTo>
                    <a:pt x="1063" y="6124"/>
                    <a:pt x="1083" y="6122"/>
                    <a:pt x="1103" y="6118"/>
                  </a:cubicBezTo>
                  <a:lnTo>
                    <a:pt x="1103" y="6134"/>
                  </a:lnTo>
                  <a:cubicBezTo>
                    <a:pt x="1103" y="6134"/>
                    <a:pt x="1103" y="6142"/>
                    <a:pt x="1160" y="6142"/>
                  </a:cubicBezTo>
                  <a:cubicBezTo>
                    <a:pt x="1225" y="6142"/>
                    <a:pt x="1225" y="6150"/>
                    <a:pt x="1225" y="6158"/>
                  </a:cubicBezTo>
                  <a:cubicBezTo>
                    <a:pt x="1182" y="6158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8"/>
                  </a:cubicBezTo>
                  <a:cubicBezTo>
                    <a:pt x="1293" y="6156"/>
                    <a:pt x="1305" y="6155"/>
                    <a:pt x="1317" y="6155"/>
                  </a:cubicBezTo>
                  <a:cubicBezTo>
                    <a:pt x="1346" y="6155"/>
                    <a:pt x="1374" y="6161"/>
                    <a:pt x="1403" y="6167"/>
                  </a:cubicBezTo>
                  <a:lnTo>
                    <a:pt x="1517" y="6167"/>
                  </a:lnTo>
                  <a:cubicBezTo>
                    <a:pt x="1598" y="6167"/>
                    <a:pt x="1679" y="6167"/>
                    <a:pt x="1760" y="6150"/>
                  </a:cubicBezTo>
                  <a:cubicBezTo>
                    <a:pt x="1825" y="6118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5"/>
                  </a:cubicBezTo>
                  <a:cubicBezTo>
                    <a:pt x="1703" y="6077"/>
                    <a:pt x="1768" y="6069"/>
                    <a:pt x="1768" y="6069"/>
                  </a:cubicBezTo>
                  <a:cubicBezTo>
                    <a:pt x="1825" y="6069"/>
                    <a:pt x="1825" y="6045"/>
                    <a:pt x="1833" y="6004"/>
                  </a:cubicBezTo>
                  <a:cubicBezTo>
                    <a:pt x="1833" y="5964"/>
                    <a:pt x="1833" y="5940"/>
                    <a:pt x="1890" y="5931"/>
                  </a:cubicBezTo>
                  <a:cubicBezTo>
                    <a:pt x="1954" y="5923"/>
                    <a:pt x="1954" y="5915"/>
                    <a:pt x="1954" y="5915"/>
                  </a:cubicBezTo>
                  <a:cubicBezTo>
                    <a:pt x="1898" y="5915"/>
                    <a:pt x="1898" y="5875"/>
                    <a:pt x="1898" y="5826"/>
                  </a:cubicBezTo>
                  <a:cubicBezTo>
                    <a:pt x="1906" y="5777"/>
                    <a:pt x="1906" y="5721"/>
                    <a:pt x="1849" y="5721"/>
                  </a:cubicBezTo>
                  <a:cubicBezTo>
                    <a:pt x="1849" y="5713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64"/>
                    <a:pt x="1849" y="5648"/>
                    <a:pt x="1849" y="5648"/>
                  </a:cubicBezTo>
                  <a:cubicBezTo>
                    <a:pt x="1914" y="5648"/>
                    <a:pt x="1914" y="5640"/>
                    <a:pt x="1914" y="5631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67"/>
                    <a:pt x="1882" y="5534"/>
                    <a:pt x="1922" y="5526"/>
                  </a:cubicBezTo>
                  <a:cubicBezTo>
                    <a:pt x="1979" y="5518"/>
                    <a:pt x="1922" y="5510"/>
                    <a:pt x="1857" y="5502"/>
                  </a:cubicBezTo>
                  <a:cubicBezTo>
                    <a:pt x="1845" y="5504"/>
                    <a:pt x="1833" y="5505"/>
                    <a:pt x="1822" y="5505"/>
                  </a:cubicBezTo>
                  <a:cubicBezTo>
                    <a:pt x="1794" y="5505"/>
                    <a:pt x="1767" y="5499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5"/>
                  </a:cubicBezTo>
                  <a:cubicBezTo>
                    <a:pt x="1922" y="5477"/>
                    <a:pt x="1922" y="5469"/>
                    <a:pt x="1922" y="5469"/>
                  </a:cubicBezTo>
                  <a:cubicBezTo>
                    <a:pt x="1865" y="5469"/>
                    <a:pt x="1865" y="5429"/>
                    <a:pt x="1865" y="5380"/>
                  </a:cubicBezTo>
                  <a:cubicBezTo>
                    <a:pt x="1873" y="5315"/>
                    <a:pt x="1873" y="5291"/>
                    <a:pt x="1817" y="5291"/>
                  </a:cubicBezTo>
                  <a:cubicBezTo>
                    <a:pt x="1752" y="5291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096"/>
                    <a:pt x="1768" y="5088"/>
                  </a:cubicBezTo>
                  <a:lnTo>
                    <a:pt x="1825" y="5088"/>
                  </a:lnTo>
                  <a:cubicBezTo>
                    <a:pt x="1882" y="5088"/>
                    <a:pt x="1882" y="5088"/>
                    <a:pt x="1890" y="5056"/>
                  </a:cubicBezTo>
                  <a:cubicBezTo>
                    <a:pt x="1890" y="5040"/>
                    <a:pt x="1890" y="5031"/>
                    <a:pt x="1890" y="5031"/>
                  </a:cubicBezTo>
                  <a:cubicBezTo>
                    <a:pt x="1768" y="5031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67"/>
                  </a:cubicBezTo>
                  <a:cubicBezTo>
                    <a:pt x="1833" y="4950"/>
                    <a:pt x="1898" y="4910"/>
                    <a:pt x="1954" y="4910"/>
                  </a:cubicBezTo>
                  <a:cubicBezTo>
                    <a:pt x="1954" y="4910"/>
                    <a:pt x="1954" y="4902"/>
                    <a:pt x="1954" y="4894"/>
                  </a:cubicBezTo>
                  <a:cubicBezTo>
                    <a:pt x="1898" y="4886"/>
                    <a:pt x="1898" y="4877"/>
                    <a:pt x="1898" y="4869"/>
                  </a:cubicBezTo>
                  <a:cubicBezTo>
                    <a:pt x="1898" y="4851"/>
                    <a:pt x="1898" y="4842"/>
                    <a:pt x="1874" y="4842"/>
                  </a:cubicBezTo>
                  <a:cubicBezTo>
                    <a:pt x="1866" y="4842"/>
                    <a:pt x="1855" y="4843"/>
                    <a:pt x="1841" y="4845"/>
                  </a:cubicBezTo>
                  <a:cubicBezTo>
                    <a:pt x="1800" y="4845"/>
                    <a:pt x="1760" y="4845"/>
                    <a:pt x="1719" y="4837"/>
                  </a:cubicBezTo>
                  <a:lnTo>
                    <a:pt x="1776" y="4837"/>
                  </a:lnTo>
                  <a:cubicBezTo>
                    <a:pt x="1841" y="4837"/>
                    <a:pt x="1841" y="4813"/>
                    <a:pt x="1841" y="4788"/>
                  </a:cubicBezTo>
                  <a:cubicBezTo>
                    <a:pt x="1849" y="4748"/>
                    <a:pt x="1849" y="4740"/>
                    <a:pt x="1906" y="4731"/>
                  </a:cubicBezTo>
                  <a:lnTo>
                    <a:pt x="1849" y="4723"/>
                  </a:lnTo>
                  <a:cubicBezTo>
                    <a:pt x="1784" y="4715"/>
                    <a:pt x="1784" y="4707"/>
                    <a:pt x="1849" y="4707"/>
                  </a:cubicBezTo>
                  <a:cubicBezTo>
                    <a:pt x="1906" y="4699"/>
                    <a:pt x="1914" y="4667"/>
                    <a:pt x="1849" y="4659"/>
                  </a:cubicBezTo>
                  <a:cubicBezTo>
                    <a:pt x="1849" y="4650"/>
                    <a:pt x="1849" y="4642"/>
                    <a:pt x="1849" y="4642"/>
                  </a:cubicBezTo>
                  <a:cubicBezTo>
                    <a:pt x="1971" y="4634"/>
                    <a:pt x="1971" y="4610"/>
                    <a:pt x="1857" y="4602"/>
                  </a:cubicBezTo>
                  <a:cubicBezTo>
                    <a:pt x="1914" y="4602"/>
                    <a:pt x="1914" y="4602"/>
                    <a:pt x="1914" y="4594"/>
                  </a:cubicBezTo>
                  <a:cubicBezTo>
                    <a:pt x="1857" y="4577"/>
                    <a:pt x="1857" y="4545"/>
                    <a:pt x="1914" y="4545"/>
                  </a:cubicBezTo>
                  <a:lnTo>
                    <a:pt x="1914" y="4537"/>
                  </a:lnTo>
                  <a:cubicBezTo>
                    <a:pt x="1857" y="4529"/>
                    <a:pt x="1857" y="4529"/>
                    <a:pt x="1857" y="4521"/>
                  </a:cubicBezTo>
                  <a:cubicBezTo>
                    <a:pt x="1857" y="4513"/>
                    <a:pt x="1857" y="4504"/>
                    <a:pt x="1800" y="4496"/>
                  </a:cubicBezTo>
                  <a:cubicBezTo>
                    <a:pt x="1744" y="4488"/>
                    <a:pt x="1744" y="4480"/>
                    <a:pt x="1744" y="4480"/>
                  </a:cubicBezTo>
                  <a:cubicBezTo>
                    <a:pt x="1784" y="4480"/>
                    <a:pt x="1825" y="4480"/>
                    <a:pt x="1857" y="4488"/>
                  </a:cubicBezTo>
                  <a:cubicBezTo>
                    <a:pt x="1872" y="4492"/>
                    <a:pt x="1884" y="4494"/>
                    <a:pt x="1891" y="4494"/>
                  </a:cubicBezTo>
                  <a:cubicBezTo>
                    <a:pt x="1915" y="4494"/>
                    <a:pt x="1894" y="4476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3" y="4460"/>
                    <a:pt x="1863" y="4462"/>
                    <a:pt x="1878" y="4462"/>
                  </a:cubicBezTo>
                  <a:cubicBezTo>
                    <a:pt x="1894" y="4462"/>
                    <a:pt x="1894" y="4460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1"/>
                    <a:pt x="1809" y="4423"/>
                    <a:pt x="1809" y="4415"/>
                  </a:cubicBezTo>
                  <a:cubicBezTo>
                    <a:pt x="1865" y="4399"/>
                    <a:pt x="1865" y="4391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0"/>
                    <a:pt x="1809" y="4342"/>
                  </a:cubicBezTo>
                  <a:cubicBezTo>
                    <a:pt x="1930" y="4342"/>
                    <a:pt x="1930" y="4334"/>
                    <a:pt x="1873" y="4334"/>
                  </a:cubicBezTo>
                  <a:cubicBezTo>
                    <a:pt x="1809" y="4326"/>
                    <a:pt x="1809" y="4326"/>
                    <a:pt x="1809" y="4326"/>
                  </a:cubicBezTo>
                  <a:cubicBezTo>
                    <a:pt x="1873" y="4326"/>
                    <a:pt x="1873" y="4253"/>
                    <a:pt x="1882" y="4188"/>
                  </a:cubicBezTo>
                  <a:cubicBezTo>
                    <a:pt x="1853" y="4183"/>
                    <a:pt x="1824" y="4177"/>
                    <a:pt x="1796" y="4177"/>
                  </a:cubicBezTo>
                  <a:cubicBezTo>
                    <a:pt x="1784" y="4177"/>
                    <a:pt x="1772" y="4178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5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0"/>
                    <a:pt x="1825" y="4140"/>
                    <a:pt x="1760" y="4131"/>
                  </a:cubicBezTo>
                  <a:cubicBezTo>
                    <a:pt x="1703" y="4131"/>
                    <a:pt x="1703" y="4123"/>
                    <a:pt x="1760" y="4123"/>
                  </a:cubicBezTo>
                  <a:cubicBezTo>
                    <a:pt x="1825" y="4115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75"/>
                  </a:cubicBezTo>
                  <a:cubicBezTo>
                    <a:pt x="1734" y="4057"/>
                    <a:pt x="1715" y="4047"/>
                    <a:pt x="1760" y="4047"/>
                  </a:cubicBezTo>
                  <a:cubicBezTo>
                    <a:pt x="1775" y="4047"/>
                    <a:pt x="1796" y="4048"/>
                    <a:pt x="1825" y="4050"/>
                  </a:cubicBezTo>
                  <a:cubicBezTo>
                    <a:pt x="1838" y="4051"/>
                    <a:pt x="1849" y="4052"/>
                    <a:pt x="1858" y="4052"/>
                  </a:cubicBezTo>
                  <a:cubicBezTo>
                    <a:pt x="1933" y="4052"/>
                    <a:pt x="1876" y="4025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cubicBezTo>
                    <a:pt x="1768" y="4010"/>
                    <a:pt x="1768" y="4002"/>
                    <a:pt x="1768" y="4002"/>
                  </a:cubicBezTo>
                  <a:cubicBezTo>
                    <a:pt x="1768" y="3994"/>
                    <a:pt x="1768" y="3986"/>
                    <a:pt x="1833" y="3986"/>
                  </a:cubicBezTo>
                  <a:cubicBezTo>
                    <a:pt x="1833" y="3986"/>
                    <a:pt x="1833" y="3977"/>
                    <a:pt x="1776" y="3969"/>
                  </a:cubicBezTo>
                  <a:cubicBezTo>
                    <a:pt x="1654" y="3953"/>
                    <a:pt x="1711" y="3929"/>
                    <a:pt x="1833" y="3921"/>
                  </a:cubicBezTo>
                  <a:lnTo>
                    <a:pt x="1776" y="3904"/>
                  </a:lnTo>
                  <a:cubicBezTo>
                    <a:pt x="1654" y="3904"/>
                    <a:pt x="1598" y="3896"/>
                    <a:pt x="1719" y="3896"/>
                  </a:cubicBezTo>
                  <a:lnTo>
                    <a:pt x="1776" y="3896"/>
                  </a:lnTo>
                  <a:cubicBezTo>
                    <a:pt x="1654" y="3888"/>
                    <a:pt x="1719" y="3856"/>
                    <a:pt x="1841" y="3856"/>
                  </a:cubicBezTo>
                  <a:cubicBezTo>
                    <a:pt x="1898" y="3856"/>
                    <a:pt x="1898" y="3856"/>
                    <a:pt x="1898" y="3848"/>
                  </a:cubicBezTo>
                  <a:lnTo>
                    <a:pt x="1841" y="3848"/>
                  </a:lnTo>
                  <a:cubicBezTo>
                    <a:pt x="1829" y="3850"/>
                    <a:pt x="1817" y="3851"/>
                    <a:pt x="1805" y="3851"/>
                  </a:cubicBezTo>
                  <a:cubicBezTo>
                    <a:pt x="1777" y="3851"/>
                    <a:pt x="1748" y="3845"/>
                    <a:pt x="1719" y="3840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3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1"/>
                    <a:pt x="1906" y="3783"/>
                    <a:pt x="1906" y="3767"/>
                  </a:cubicBezTo>
                  <a:cubicBezTo>
                    <a:pt x="1841" y="3767"/>
                    <a:pt x="1849" y="3750"/>
                    <a:pt x="1906" y="3750"/>
                  </a:cubicBezTo>
                  <a:cubicBezTo>
                    <a:pt x="1906" y="3750"/>
                    <a:pt x="1906" y="3734"/>
                    <a:pt x="1849" y="3726"/>
                  </a:cubicBezTo>
                  <a:cubicBezTo>
                    <a:pt x="1849" y="3710"/>
                    <a:pt x="1849" y="3702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7"/>
                    <a:pt x="1849" y="3669"/>
                    <a:pt x="1849" y="3669"/>
                  </a:cubicBezTo>
                  <a:cubicBezTo>
                    <a:pt x="1792" y="3669"/>
                    <a:pt x="1792" y="3669"/>
                    <a:pt x="1792" y="3661"/>
                  </a:cubicBezTo>
                  <a:cubicBezTo>
                    <a:pt x="1792" y="3653"/>
                    <a:pt x="1849" y="3629"/>
                    <a:pt x="1849" y="3629"/>
                  </a:cubicBezTo>
                  <a:cubicBezTo>
                    <a:pt x="1854" y="3613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4"/>
                  </a:cubicBezTo>
                  <a:cubicBezTo>
                    <a:pt x="1792" y="3596"/>
                    <a:pt x="1857" y="3572"/>
                    <a:pt x="1857" y="3556"/>
                  </a:cubicBezTo>
                  <a:cubicBezTo>
                    <a:pt x="1857" y="3523"/>
                    <a:pt x="1857" y="3523"/>
                    <a:pt x="1800" y="3523"/>
                  </a:cubicBezTo>
                  <a:cubicBezTo>
                    <a:pt x="1765" y="3526"/>
                    <a:pt x="1740" y="3527"/>
                    <a:pt x="1725" y="3527"/>
                  </a:cubicBezTo>
                  <a:cubicBezTo>
                    <a:pt x="1689" y="3527"/>
                    <a:pt x="1714" y="3521"/>
                    <a:pt x="1800" y="3515"/>
                  </a:cubicBezTo>
                  <a:cubicBezTo>
                    <a:pt x="1922" y="3499"/>
                    <a:pt x="1922" y="3491"/>
                    <a:pt x="1857" y="3491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cubicBezTo>
                    <a:pt x="1800" y="3450"/>
                    <a:pt x="1800" y="3450"/>
                    <a:pt x="1865" y="3450"/>
                  </a:cubicBezTo>
                  <a:cubicBezTo>
                    <a:pt x="1865" y="3450"/>
                    <a:pt x="1865" y="3442"/>
                    <a:pt x="1865" y="3434"/>
                  </a:cubicBezTo>
                  <a:cubicBezTo>
                    <a:pt x="1744" y="3418"/>
                    <a:pt x="1809" y="3377"/>
                    <a:pt x="1865" y="3369"/>
                  </a:cubicBezTo>
                  <a:cubicBezTo>
                    <a:pt x="1865" y="3369"/>
                    <a:pt x="1865" y="3361"/>
                    <a:pt x="1809" y="3353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7" y="3330"/>
                    <a:pt x="1752" y="3295"/>
                    <a:pt x="1843" y="3295"/>
                  </a:cubicBezTo>
                  <a:cubicBezTo>
                    <a:pt x="1852" y="3295"/>
                    <a:pt x="1862" y="3296"/>
                    <a:pt x="1873" y="3296"/>
                  </a:cubicBezTo>
                  <a:lnTo>
                    <a:pt x="1987" y="3296"/>
                  </a:lnTo>
                  <a:cubicBezTo>
                    <a:pt x="1930" y="3288"/>
                    <a:pt x="1930" y="3280"/>
                    <a:pt x="1930" y="3280"/>
                  </a:cubicBezTo>
                  <a:cubicBezTo>
                    <a:pt x="1873" y="3280"/>
                    <a:pt x="1873" y="3280"/>
                    <a:pt x="1873" y="3256"/>
                  </a:cubicBezTo>
                  <a:cubicBezTo>
                    <a:pt x="1873" y="3240"/>
                    <a:pt x="1817" y="3215"/>
                    <a:pt x="1817" y="3199"/>
                  </a:cubicBezTo>
                  <a:cubicBezTo>
                    <a:pt x="1817" y="3183"/>
                    <a:pt x="1817" y="3159"/>
                    <a:pt x="1882" y="3150"/>
                  </a:cubicBezTo>
                  <a:cubicBezTo>
                    <a:pt x="1882" y="3142"/>
                    <a:pt x="1882" y="3142"/>
                    <a:pt x="1825" y="3126"/>
                  </a:cubicBezTo>
                  <a:cubicBezTo>
                    <a:pt x="1760" y="3118"/>
                    <a:pt x="1760" y="3102"/>
                    <a:pt x="1825" y="3102"/>
                  </a:cubicBezTo>
                  <a:lnTo>
                    <a:pt x="1825" y="3094"/>
                  </a:lnTo>
                  <a:cubicBezTo>
                    <a:pt x="1768" y="3077"/>
                    <a:pt x="1768" y="3077"/>
                    <a:pt x="1768" y="3077"/>
                  </a:cubicBezTo>
                  <a:cubicBezTo>
                    <a:pt x="1825" y="3077"/>
                    <a:pt x="1882" y="3069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1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53"/>
                    <a:pt x="1784" y="2737"/>
                    <a:pt x="1784" y="2737"/>
                  </a:cubicBezTo>
                  <a:cubicBezTo>
                    <a:pt x="1906" y="2737"/>
                    <a:pt x="1849" y="2705"/>
                    <a:pt x="1792" y="2680"/>
                  </a:cubicBezTo>
                  <a:cubicBezTo>
                    <a:pt x="1727" y="2672"/>
                    <a:pt x="1727" y="2664"/>
                    <a:pt x="1727" y="2656"/>
                  </a:cubicBezTo>
                  <a:cubicBezTo>
                    <a:pt x="1849" y="2656"/>
                    <a:pt x="1849" y="2640"/>
                    <a:pt x="1792" y="2623"/>
                  </a:cubicBezTo>
                  <a:cubicBezTo>
                    <a:pt x="1671" y="2615"/>
                    <a:pt x="1671" y="2607"/>
                    <a:pt x="1792" y="2607"/>
                  </a:cubicBezTo>
                  <a:cubicBezTo>
                    <a:pt x="1914" y="2607"/>
                    <a:pt x="1914" y="2591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0"/>
                    <a:pt x="1800" y="2550"/>
                  </a:cubicBezTo>
                  <a:cubicBezTo>
                    <a:pt x="1679" y="2542"/>
                    <a:pt x="1679" y="2534"/>
                    <a:pt x="1800" y="2526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79" y="2469"/>
                    <a:pt x="1800" y="2461"/>
                  </a:cubicBezTo>
                  <a:cubicBezTo>
                    <a:pt x="1800" y="2453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23"/>
                  </a:cubicBezTo>
                  <a:cubicBezTo>
                    <a:pt x="1873" y="2258"/>
                    <a:pt x="1873" y="2240"/>
                    <a:pt x="1843" y="2240"/>
                  </a:cubicBezTo>
                  <a:cubicBezTo>
                    <a:pt x="1836" y="2240"/>
                    <a:pt x="1827" y="2241"/>
                    <a:pt x="1817" y="2242"/>
                  </a:cubicBezTo>
                  <a:cubicBezTo>
                    <a:pt x="1695" y="2242"/>
                    <a:pt x="1695" y="2234"/>
                    <a:pt x="1817" y="2226"/>
                  </a:cubicBezTo>
                  <a:cubicBezTo>
                    <a:pt x="1817" y="2218"/>
                    <a:pt x="1882" y="2202"/>
                    <a:pt x="1882" y="2186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6"/>
                    <a:pt x="1890" y="2072"/>
                  </a:cubicBezTo>
                  <a:cubicBezTo>
                    <a:pt x="1890" y="2056"/>
                    <a:pt x="1890" y="2048"/>
                    <a:pt x="1825" y="2040"/>
                  </a:cubicBezTo>
                  <a:cubicBezTo>
                    <a:pt x="1768" y="2023"/>
                    <a:pt x="1768" y="2023"/>
                    <a:pt x="1833" y="2015"/>
                  </a:cubicBezTo>
                  <a:cubicBezTo>
                    <a:pt x="1890" y="2015"/>
                    <a:pt x="1954" y="1967"/>
                    <a:pt x="1833" y="1967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1" y="1942"/>
                    <a:pt x="1898" y="1934"/>
                  </a:cubicBezTo>
                  <a:cubicBezTo>
                    <a:pt x="2011" y="1934"/>
                    <a:pt x="2011" y="1926"/>
                    <a:pt x="1954" y="1926"/>
                  </a:cubicBezTo>
                  <a:cubicBezTo>
                    <a:pt x="1898" y="1918"/>
                    <a:pt x="1833" y="1910"/>
                    <a:pt x="1898" y="1902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2"/>
                    <a:pt x="1841" y="1877"/>
                    <a:pt x="1841" y="1869"/>
                  </a:cubicBezTo>
                  <a:cubicBezTo>
                    <a:pt x="1873" y="1853"/>
                    <a:pt x="1922" y="1845"/>
                    <a:pt x="1963" y="1845"/>
                  </a:cubicBezTo>
                  <a:cubicBezTo>
                    <a:pt x="2003" y="1839"/>
                    <a:pt x="2014" y="1834"/>
                    <a:pt x="1975" y="1834"/>
                  </a:cubicBezTo>
                  <a:cubicBezTo>
                    <a:pt x="1959" y="1834"/>
                    <a:pt x="1933" y="1835"/>
                    <a:pt x="1898" y="1837"/>
                  </a:cubicBezTo>
                  <a:cubicBezTo>
                    <a:pt x="1784" y="1837"/>
                    <a:pt x="1784" y="1837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6"/>
                  </a:cubicBezTo>
                  <a:cubicBezTo>
                    <a:pt x="1906" y="1772"/>
                    <a:pt x="1727" y="1756"/>
                    <a:pt x="1606" y="1748"/>
                  </a:cubicBezTo>
                  <a:cubicBezTo>
                    <a:pt x="1484" y="1748"/>
                    <a:pt x="1484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627" y="1724"/>
                    <a:pt x="1642" y="1720"/>
                    <a:pt x="1656" y="1720"/>
                  </a:cubicBezTo>
                  <a:cubicBezTo>
                    <a:pt x="1664" y="1720"/>
                    <a:pt x="1671" y="1721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24"/>
                    <a:pt x="1792" y="1715"/>
                  </a:cubicBezTo>
                  <a:cubicBezTo>
                    <a:pt x="1727" y="1707"/>
                    <a:pt x="1727" y="1707"/>
                    <a:pt x="1792" y="1699"/>
                  </a:cubicBezTo>
                  <a:cubicBezTo>
                    <a:pt x="1849" y="1691"/>
                    <a:pt x="1906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1"/>
                    <a:pt x="1914" y="1642"/>
                    <a:pt x="1849" y="1642"/>
                  </a:cubicBezTo>
                  <a:cubicBezTo>
                    <a:pt x="1792" y="1642"/>
                    <a:pt x="1792" y="1634"/>
                    <a:pt x="1792" y="1626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78"/>
                    <a:pt x="1557" y="1578"/>
                    <a:pt x="1679" y="1569"/>
                  </a:cubicBezTo>
                  <a:cubicBezTo>
                    <a:pt x="1736" y="1569"/>
                    <a:pt x="1736" y="1561"/>
                    <a:pt x="1736" y="1553"/>
                  </a:cubicBezTo>
                  <a:cubicBezTo>
                    <a:pt x="1736" y="1553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36" y="1537"/>
                  </a:cubicBezTo>
                  <a:lnTo>
                    <a:pt x="1622" y="1537"/>
                  </a:lnTo>
                  <a:cubicBezTo>
                    <a:pt x="1679" y="1521"/>
                    <a:pt x="1744" y="1521"/>
                    <a:pt x="1800" y="1521"/>
                  </a:cubicBezTo>
                  <a:cubicBezTo>
                    <a:pt x="1922" y="1513"/>
                    <a:pt x="1922" y="1513"/>
                    <a:pt x="1800" y="1513"/>
                  </a:cubicBezTo>
                  <a:cubicBezTo>
                    <a:pt x="1744" y="1513"/>
                    <a:pt x="1679" y="1505"/>
                    <a:pt x="1744" y="1488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0" y="1448"/>
                    <a:pt x="1800" y="1448"/>
                  </a:cubicBezTo>
                  <a:cubicBezTo>
                    <a:pt x="1744" y="1440"/>
                    <a:pt x="1744" y="1432"/>
                    <a:pt x="1809" y="1415"/>
                  </a:cubicBezTo>
                  <a:cubicBezTo>
                    <a:pt x="1930" y="1375"/>
                    <a:pt x="1930" y="1375"/>
                    <a:pt x="1809" y="1375"/>
                  </a:cubicBezTo>
                  <a:cubicBezTo>
                    <a:pt x="1752" y="1375"/>
                    <a:pt x="1687" y="1375"/>
                    <a:pt x="1809" y="1367"/>
                  </a:cubicBezTo>
                  <a:cubicBezTo>
                    <a:pt x="1865" y="1359"/>
                    <a:pt x="1809" y="1351"/>
                    <a:pt x="1752" y="1342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92" y="1302"/>
                    <a:pt x="1533" y="1302"/>
                    <a:pt x="1573" y="1302"/>
                  </a:cubicBezTo>
                  <a:cubicBezTo>
                    <a:pt x="1630" y="1302"/>
                    <a:pt x="1630" y="1310"/>
                    <a:pt x="1630" y="1310"/>
                  </a:cubicBezTo>
                  <a:lnTo>
                    <a:pt x="1630" y="1318"/>
                  </a:lnTo>
                  <a:cubicBezTo>
                    <a:pt x="1695" y="1318"/>
                    <a:pt x="1752" y="1318"/>
                    <a:pt x="1752" y="1302"/>
                  </a:cubicBezTo>
                  <a:cubicBezTo>
                    <a:pt x="1817" y="1294"/>
                    <a:pt x="1817" y="1286"/>
                    <a:pt x="1752" y="1286"/>
                  </a:cubicBezTo>
                  <a:cubicBezTo>
                    <a:pt x="1817" y="1278"/>
                    <a:pt x="1817" y="1269"/>
                    <a:pt x="1817" y="1253"/>
                  </a:cubicBezTo>
                  <a:cubicBezTo>
                    <a:pt x="1817" y="1237"/>
                    <a:pt x="1817" y="1213"/>
                    <a:pt x="1882" y="1213"/>
                  </a:cubicBezTo>
                  <a:cubicBezTo>
                    <a:pt x="1882" y="1197"/>
                    <a:pt x="1882" y="1188"/>
                    <a:pt x="1817" y="1188"/>
                  </a:cubicBezTo>
                  <a:cubicBezTo>
                    <a:pt x="1703" y="1188"/>
                    <a:pt x="1703" y="1180"/>
                    <a:pt x="1760" y="1180"/>
                  </a:cubicBezTo>
                  <a:cubicBezTo>
                    <a:pt x="1882" y="1172"/>
                    <a:pt x="1946" y="1075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2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69"/>
                  </a:cubicBezTo>
                  <a:cubicBezTo>
                    <a:pt x="1898" y="953"/>
                    <a:pt x="1898" y="945"/>
                    <a:pt x="1833" y="937"/>
                  </a:cubicBezTo>
                  <a:cubicBezTo>
                    <a:pt x="1776" y="937"/>
                    <a:pt x="1719" y="929"/>
                    <a:pt x="1776" y="929"/>
                  </a:cubicBezTo>
                  <a:cubicBezTo>
                    <a:pt x="1833" y="929"/>
                    <a:pt x="1833" y="921"/>
                    <a:pt x="1841" y="888"/>
                  </a:cubicBezTo>
                  <a:cubicBezTo>
                    <a:pt x="1841" y="864"/>
                    <a:pt x="1841" y="864"/>
                    <a:pt x="1776" y="864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15"/>
                    <a:pt x="1663" y="799"/>
                    <a:pt x="1727" y="799"/>
                  </a:cubicBezTo>
                  <a:cubicBezTo>
                    <a:pt x="1784" y="799"/>
                    <a:pt x="1784" y="807"/>
                    <a:pt x="1784" y="815"/>
                  </a:cubicBezTo>
                  <a:lnTo>
                    <a:pt x="1906" y="815"/>
                  </a:lnTo>
                  <a:cubicBezTo>
                    <a:pt x="1906" y="807"/>
                    <a:pt x="1906" y="807"/>
                    <a:pt x="1841" y="799"/>
                  </a:cubicBezTo>
                  <a:cubicBezTo>
                    <a:pt x="1841" y="799"/>
                    <a:pt x="1841" y="791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49" y="791"/>
                    <a:pt x="1549" y="791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68" y="783"/>
                    <a:pt x="1809" y="783"/>
                    <a:pt x="1849" y="783"/>
                  </a:cubicBezTo>
                  <a:cubicBezTo>
                    <a:pt x="1906" y="783"/>
                    <a:pt x="1784" y="742"/>
                    <a:pt x="1671" y="734"/>
                  </a:cubicBezTo>
                  <a:lnTo>
                    <a:pt x="1727" y="734"/>
                  </a:lnTo>
                  <a:cubicBezTo>
                    <a:pt x="1784" y="734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27" y="686"/>
                  </a:cubicBezTo>
                  <a:cubicBezTo>
                    <a:pt x="1718" y="688"/>
                    <a:pt x="1708" y="689"/>
                    <a:pt x="1697" y="689"/>
                  </a:cubicBezTo>
                  <a:cubicBezTo>
                    <a:pt x="1671" y="689"/>
                    <a:pt x="1643" y="683"/>
                    <a:pt x="1614" y="678"/>
                  </a:cubicBezTo>
                  <a:cubicBezTo>
                    <a:pt x="1585" y="683"/>
                    <a:pt x="1557" y="689"/>
                    <a:pt x="1528" y="689"/>
                  </a:cubicBezTo>
                  <a:cubicBezTo>
                    <a:pt x="1516" y="689"/>
                    <a:pt x="1504" y="688"/>
                    <a:pt x="1492" y="686"/>
                  </a:cubicBezTo>
                  <a:cubicBezTo>
                    <a:pt x="1533" y="678"/>
                    <a:pt x="1573" y="670"/>
                    <a:pt x="1614" y="661"/>
                  </a:cubicBezTo>
                  <a:cubicBezTo>
                    <a:pt x="1736" y="653"/>
                    <a:pt x="1792" y="637"/>
                    <a:pt x="1792" y="605"/>
                  </a:cubicBezTo>
                  <a:cubicBezTo>
                    <a:pt x="1800" y="588"/>
                    <a:pt x="1800" y="572"/>
                    <a:pt x="1857" y="564"/>
                  </a:cubicBezTo>
                  <a:cubicBezTo>
                    <a:pt x="1857" y="548"/>
                    <a:pt x="1857" y="540"/>
                    <a:pt x="1800" y="540"/>
                  </a:cubicBezTo>
                  <a:lnTo>
                    <a:pt x="1800" y="524"/>
                  </a:lnTo>
                  <a:cubicBezTo>
                    <a:pt x="1857" y="515"/>
                    <a:pt x="1865" y="507"/>
                    <a:pt x="1800" y="507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872" y="474"/>
                    <a:pt x="1901" y="470"/>
                    <a:pt x="1878" y="470"/>
                  </a:cubicBezTo>
                  <a:cubicBezTo>
                    <a:pt x="1861" y="470"/>
                    <a:pt x="1818" y="472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15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cubicBezTo>
                    <a:pt x="1444" y="475"/>
                    <a:pt x="1387" y="475"/>
                    <a:pt x="1387" y="467"/>
                  </a:cubicBezTo>
                  <a:lnTo>
                    <a:pt x="1509" y="467"/>
                  </a:lnTo>
                  <a:cubicBezTo>
                    <a:pt x="1565" y="475"/>
                    <a:pt x="1622" y="475"/>
                    <a:pt x="1687" y="475"/>
                  </a:cubicBezTo>
                  <a:cubicBezTo>
                    <a:pt x="1809" y="467"/>
                    <a:pt x="1865" y="451"/>
                    <a:pt x="1744" y="442"/>
                  </a:cubicBezTo>
                  <a:cubicBezTo>
                    <a:pt x="1744" y="442"/>
                    <a:pt x="1744" y="442"/>
                    <a:pt x="1809" y="434"/>
                  </a:cubicBezTo>
                  <a:cubicBezTo>
                    <a:pt x="1865" y="434"/>
                    <a:pt x="1865" y="426"/>
                    <a:pt x="1752" y="418"/>
                  </a:cubicBezTo>
                  <a:cubicBezTo>
                    <a:pt x="1630" y="410"/>
                    <a:pt x="1630" y="402"/>
                    <a:pt x="1752" y="394"/>
                  </a:cubicBezTo>
                  <a:cubicBezTo>
                    <a:pt x="1873" y="378"/>
                    <a:pt x="1873" y="353"/>
                    <a:pt x="1809" y="353"/>
                  </a:cubicBezTo>
                  <a:cubicBezTo>
                    <a:pt x="1695" y="353"/>
                    <a:pt x="1695" y="329"/>
                    <a:pt x="1752" y="321"/>
                  </a:cubicBezTo>
                  <a:cubicBezTo>
                    <a:pt x="1817" y="313"/>
                    <a:pt x="1817" y="305"/>
                    <a:pt x="1752" y="305"/>
                  </a:cubicBezTo>
                  <a:cubicBezTo>
                    <a:pt x="1817" y="305"/>
                    <a:pt x="1873" y="297"/>
                    <a:pt x="1817" y="288"/>
                  </a:cubicBezTo>
                  <a:cubicBezTo>
                    <a:pt x="1817" y="288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8"/>
                  </a:cubicBezTo>
                  <a:lnTo>
                    <a:pt x="1638" y="272"/>
                  </a:lnTo>
                  <a:cubicBezTo>
                    <a:pt x="1598" y="280"/>
                    <a:pt x="1557" y="280"/>
                    <a:pt x="1517" y="280"/>
                  </a:cubicBezTo>
                  <a:cubicBezTo>
                    <a:pt x="1460" y="280"/>
                    <a:pt x="1517" y="248"/>
                    <a:pt x="1703" y="240"/>
                  </a:cubicBezTo>
                  <a:lnTo>
                    <a:pt x="1817" y="224"/>
                  </a:lnTo>
                  <a:lnTo>
                    <a:pt x="1703" y="224"/>
                  </a:lnTo>
                  <a:cubicBezTo>
                    <a:pt x="1703" y="215"/>
                    <a:pt x="1703" y="207"/>
                    <a:pt x="1760" y="207"/>
                  </a:cubicBezTo>
                  <a:cubicBezTo>
                    <a:pt x="1825" y="207"/>
                    <a:pt x="1825" y="207"/>
                    <a:pt x="1825" y="199"/>
                  </a:cubicBezTo>
                  <a:cubicBezTo>
                    <a:pt x="1825" y="199"/>
                    <a:pt x="1825" y="191"/>
                    <a:pt x="1760" y="191"/>
                  </a:cubicBezTo>
                  <a:cubicBezTo>
                    <a:pt x="1646" y="191"/>
                    <a:pt x="1646" y="191"/>
                    <a:pt x="1703" y="183"/>
                  </a:cubicBezTo>
                  <a:cubicBezTo>
                    <a:pt x="1825" y="175"/>
                    <a:pt x="1825" y="167"/>
                    <a:pt x="1703" y="167"/>
                  </a:cubicBezTo>
                  <a:cubicBezTo>
                    <a:pt x="1582" y="167"/>
                    <a:pt x="1582" y="167"/>
                    <a:pt x="1703" y="159"/>
                  </a:cubicBezTo>
                  <a:cubicBezTo>
                    <a:pt x="1744" y="159"/>
                    <a:pt x="1784" y="159"/>
                    <a:pt x="1825" y="142"/>
                  </a:cubicBezTo>
                  <a:lnTo>
                    <a:pt x="1768" y="142"/>
                  </a:lnTo>
                  <a:cubicBezTo>
                    <a:pt x="1646" y="142"/>
                    <a:pt x="1646" y="134"/>
                    <a:pt x="1703" y="126"/>
                  </a:cubicBezTo>
                  <a:cubicBezTo>
                    <a:pt x="1768" y="126"/>
                    <a:pt x="1768" y="118"/>
                    <a:pt x="1711" y="102"/>
                  </a:cubicBezTo>
                  <a:cubicBezTo>
                    <a:pt x="1711" y="94"/>
                    <a:pt x="1711" y="86"/>
                    <a:pt x="1768" y="86"/>
                  </a:cubicBezTo>
                  <a:cubicBezTo>
                    <a:pt x="1890" y="86"/>
                    <a:pt x="1890" y="86"/>
                    <a:pt x="1768" y="78"/>
                  </a:cubicBezTo>
                  <a:cubicBezTo>
                    <a:pt x="1711" y="70"/>
                    <a:pt x="1711" y="70"/>
                    <a:pt x="1768" y="53"/>
                  </a:cubicBezTo>
                  <a:cubicBezTo>
                    <a:pt x="1833" y="45"/>
                    <a:pt x="1833" y="45"/>
                    <a:pt x="1768" y="37"/>
                  </a:cubicBezTo>
                  <a:cubicBezTo>
                    <a:pt x="1711" y="37"/>
                    <a:pt x="1646" y="37"/>
                    <a:pt x="1590" y="45"/>
                  </a:cubicBezTo>
                  <a:cubicBezTo>
                    <a:pt x="1590" y="53"/>
                    <a:pt x="1590" y="53"/>
                    <a:pt x="1533" y="53"/>
                  </a:cubicBezTo>
                  <a:lnTo>
                    <a:pt x="1533" y="37"/>
                  </a:lnTo>
                  <a:cubicBezTo>
                    <a:pt x="1533" y="29"/>
                    <a:pt x="1533" y="29"/>
                    <a:pt x="1476" y="13"/>
                  </a:cubicBezTo>
                  <a:cubicBezTo>
                    <a:pt x="1444" y="5"/>
                    <a:pt x="1399" y="1"/>
                    <a:pt x="1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2"/>
            <p:cNvSpPr/>
            <p:nvPr/>
          </p:nvSpPr>
          <p:spPr>
            <a:xfrm>
              <a:off x="4591384" y="2368769"/>
              <a:ext cx="37043" cy="62451"/>
            </a:xfrm>
            <a:custGeom>
              <a:avLst/>
              <a:gdLst/>
              <a:ahLst/>
              <a:cxnLst/>
              <a:rect l="l" t="t" r="r" b="b"/>
              <a:pathLst>
                <a:path w="2149" h="3623" extrusionOk="0">
                  <a:moveTo>
                    <a:pt x="519" y="63"/>
                  </a:moveTo>
                  <a:lnTo>
                    <a:pt x="519" y="71"/>
                  </a:lnTo>
                  <a:lnTo>
                    <a:pt x="633" y="71"/>
                  </a:lnTo>
                  <a:cubicBezTo>
                    <a:pt x="633" y="71"/>
                    <a:pt x="576" y="63"/>
                    <a:pt x="519" y="63"/>
                  </a:cubicBezTo>
                  <a:close/>
                  <a:moveTo>
                    <a:pt x="1468" y="71"/>
                  </a:moveTo>
                  <a:cubicBezTo>
                    <a:pt x="1533" y="71"/>
                    <a:pt x="1533" y="79"/>
                    <a:pt x="1533" y="79"/>
                  </a:cubicBezTo>
                  <a:cubicBezTo>
                    <a:pt x="1533" y="87"/>
                    <a:pt x="1533" y="87"/>
                    <a:pt x="1468" y="87"/>
                  </a:cubicBezTo>
                  <a:cubicBezTo>
                    <a:pt x="1451" y="87"/>
                    <a:pt x="1427" y="79"/>
                    <a:pt x="1411" y="79"/>
                  </a:cubicBezTo>
                  <a:lnTo>
                    <a:pt x="1468" y="71"/>
                  </a:lnTo>
                  <a:close/>
                  <a:moveTo>
                    <a:pt x="1509" y="122"/>
                  </a:moveTo>
                  <a:cubicBezTo>
                    <a:pt x="1524" y="122"/>
                    <a:pt x="1524" y="124"/>
                    <a:pt x="1524" y="128"/>
                  </a:cubicBezTo>
                  <a:cubicBezTo>
                    <a:pt x="1524" y="136"/>
                    <a:pt x="1524" y="136"/>
                    <a:pt x="1460" y="136"/>
                  </a:cubicBezTo>
                  <a:cubicBezTo>
                    <a:pt x="1503" y="136"/>
                    <a:pt x="1488" y="132"/>
                    <a:pt x="1457" y="132"/>
                  </a:cubicBezTo>
                  <a:cubicBezTo>
                    <a:pt x="1442" y="132"/>
                    <a:pt x="1422" y="133"/>
                    <a:pt x="1403" y="136"/>
                  </a:cubicBezTo>
                  <a:lnTo>
                    <a:pt x="1289" y="136"/>
                  </a:lnTo>
                  <a:cubicBezTo>
                    <a:pt x="1312" y="130"/>
                    <a:pt x="1339" y="124"/>
                    <a:pt x="1367" y="124"/>
                  </a:cubicBezTo>
                  <a:cubicBezTo>
                    <a:pt x="1379" y="124"/>
                    <a:pt x="1391" y="125"/>
                    <a:pt x="1403" y="128"/>
                  </a:cubicBezTo>
                  <a:cubicBezTo>
                    <a:pt x="1464" y="124"/>
                    <a:pt x="1494" y="122"/>
                    <a:pt x="1509" y="122"/>
                  </a:cubicBezTo>
                  <a:close/>
                  <a:moveTo>
                    <a:pt x="1824" y="136"/>
                  </a:moveTo>
                  <a:lnTo>
                    <a:pt x="1760" y="144"/>
                  </a:lnTo>
                  <a:lnTo>
                    <a:pt x="1824" y="144"/>
                  </a:lnTo>
                  <a:lnTo>
                    <a:pt x="1824" y="136"/>
                  </a:lnTo>
                  <a:close/>
                  <a:moveTo>
                    <a:pt x="1516" y="274"/>
                  </a:moveTo>
                  <a:cubicBezTo>
                    <a:pt x="1567" y="281"/>
                    <a:pt x="1618" y="282"/>
                    <a:pt x="1674" y="282"/>
                  </a:cubicBezTo>
                  <a:lnTo>
                    <a:pt x="1674" y="282"/>
                  </a:lnTo>
                  <a:cubicBezTo>
                    <a:pt x="1660" y="284"/>
                    <a:pt x="1645" y="287"/>
                    <a:pt x="1630" y="290"/>
                  </a:cubicBezTo>
                  <a:lnTo>
                    <a:pt x="1630" y="306"/>
                  </a:lnTo>
                  <a:lnTo>
                    <a:pt x="1573" y="290"/>
                  </a:lnTo>
                  <a:cubicBezTo>
                    <a:pt x="1544" y="284"/>
                    <a:pt x="1516" y="278"/>
                    <a:pt x="1487" y="278"/>
                  </a:cubicBezTo>
                  <a:cubicBezTo>
                    <a:pt x="1475" y="278"/>
                    <a:pt x="1463" y="279"/>
                    <a:pt x="1451" y="282"/>
                  </a:cubicBezTo>
                  <a:cubicBezTo>
                    <a:pt x="1435" y="282"/>
                    <a:pt x="1411" y="274"/>
                    <a:pt x="1395" y="274"/>
                  </a:cubicBezTo>
                  <a:close/>
                  <a:moveTo>
                    <a:pt x="1200" y="363"/>
                  </a:moveTo>
                  <a:cubicBezTo>
                    <a:pt x="1241" y="363"/>
                    <a:pt x="1281" y="363"/>
                    <a:pt x="1322" y="379"/>
                  </a:cubicBezTo>
                  <a:cubicBezTo>
                    <a:pt x="1281" y="379"/>
                    <a:pt x="1241" y="379"/>
                    <a:pt x="1200" y="371"/>
                  </a:cubicBezTo>
                  <a:lnTo>
                    <a:pt x="1200" y="363"/>
                  </a:lnTo>
                  <a:close/>
                  <a:moveTo>
                    <a:pt x="1135" y="387"/>
                  </a:moveTo>
                  <a:cubicBezTo>
                    <a:pt x="1078" y="387"/>
                    <a:pt x="1078" y="395"/>
                    <a:pt x="1078" y="403"/>
                  </a:cubicBezTo>
                  <a:cubicBezTo>
                    <a:pt x="1095" y="403"/>
                    <a:pt x="1119" y="412"/>
                    <a:pt x="1135" y="412"/>
                  </a:cubicBezTo>
                  <a:cubicBezTo>
                    <a:pt x="1200" y="412"/>
                    <a:pt x="1200" y="403"/>
                    <a:pt x="1200" y="403"/>
                  </a:cubicBezTo>
                  <a:cubicBezTo>
                    <a:pt x="1257" y="395"/>
                    <a:pt x="1200" y="387"/>
                    <a:pt x="1135" y="387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74"/>
                    <a:pt x="1597" y="582"/>
                  </a:cubicBezTo>
                  <a:lnTo>
                    <a:pt x="1541" y="582"/>
                  </a:lnTo>
                  <a:lnTo>
                    <a:pt x="1476" y="574"/>
                  </a:lnTo>
                  <a:close/>
                  <a:moveTo>
                    <a:pt x="1241" y="582"/>
                  </a:moveTo>
                  <a:lnTo>
                    <a:pt x="1354" y="590"/>
                  </a:lnTo>
                  <a:cubicBezTo>
                    <a:pt x="1533" y="598"/>
                    <a:pt x="1533" y="598"/>
                    <a:pt x="1419" y="598"/>
                  </a:cubicBezTo>
                  <a:cubicBezTo>
                    <a:pt x="1400" y="600"/>
                    <a:pt x="1382" y="601"/>
                    <a:pt x="1364" y="601"/>
                  </a:cubicBezTo>
                  <a:cubicBezTo>
                    <a:pt x="1320" y="601"/>
                    <a:pt x="1278" y="596"/>
                    <a:pt x="1233" y="590"/>
                  </a:cubicBezTo>
                  <a:cubicBezTo>
                    <a:pt x="1241" y="590"/>
                    <a:pt x="1241" y="582"/>
                    <a:pt x="1241" y="582"/>
                  </a:cubicBezTo>
                  <a:close/>
                  <a:moveTo>
                    <a:pt x="1233" y="630"/>
                  </a:moveTo>
                  <a:cubicBezTo>
                    <a:pt x="1340" y="630"/>
                    <a:pt x="1352" y="637"/>
                    <a:pt x="1233" y="638"/>
                  </a:cubicBezTo>
                  <a:lnTo>
                    <a:pt x="1233" y="638"/>
                  </a:lnTo>
                  <a:lnTo>
                    <a:pt x="1233" y="630"/>
                  </a:lnTo>
                  <a:close/>
                  <a:moveTo>
                    <a:pt x="1468" y="687"/>
                  </a:moveTo>
                  <a:cubicBezTo>
                    <a:pt x="1524" y="687"/>
                    <a:pt x="1589" y="687"/>
                    <a:pt x="1646" y="695"/>
                  </a:cubicBezTo>
                  <a:cubicBezTo>
                    <a:pt x="1674" y="699"/>
                    <a:pt x="1689" y="701"/>
                    <a:pt x="1680" y="701"/>
                  </a:cubicBezTo>
                  <a:cubicBezTo>
                    <a:pt x="1672" y="701"/>
                    <a:pt x="1642" y="699"/>
                    <a:pt x="1581" y="695"/>
                  </a:cubicBezTo>
                  <a:lnTo>
                    <a:pt x="1468" y="687"/>
                  </a:lnTo>
                  <a:close/>
                  <a:moveTo>
                    <a:pt x="1281" y="720"/>
                  </a:moveTo>
                  <a:cubicBezTo>
                    <a:pt x="1346" y="720"/>
                    <a:pt x="1403" y="728"/>
                    <a:pt x="1403" y="728"/>
                  </a:cubicBezTo>
                  <a:cubicBezTo>
                    <a:pt x="1389" y="730"/>
                    <a:pt x="1376" y="731"/>
                    <a:pt x="1362" y="731"/>
                  </a:cubicBezTo>
                  <a:cubicBezTo>
                    <a:pt x="1335" y="731"/>
                    <a:pt x="1308" y="728"/>
                    <a:pt x="1281" y="728"/>
                  </a:cubicBezTo>
                  <a:lnTo>
                    <a:pt x="1281" y="720"/>
                  </a:lnTo>
                  <a:close/>
                  <a:moveTo>
                    <a:pt x="1151" y="809"/>
                  </a:moveTo>
                  <a:cubicBezTo>
                    <a:pt x="1176" y="809"/>
                    <a:pt x="1192" y="809"/>
                    <a:pt x="1216" y="817"/>
                  </a:cubicBezTo>
                  <a:lnTo>
                    <a:pt x="1151" y="817"/>
                  </a:lnTo>
                  <a:cubicBezTo>
                    <a:pt x="1151" y="809"/>
                    <a:pt x="1095" y="809"/>
                    <a:pt x="1151" y="809"/>
                  </a:cubicBezTo>
                  <a:close/>
                  <a:moveTo>
                    <a:pt x="1451" y="841"/>
                  </a:moveTo>
                  <a:cubicBezTo>
                    <a:pt x="1492" y="841"/>
                    <a:pt x="1533" y="841"/>
                    <a:pt x="1573" y="849"/>
                  </a:cubicBezTo>
                  <a:cubicBezTo>
                    <a:pt x="1611" y="849"/>
                    <a:pt x="1595" y="853"/>
                    <a:pt x="1546" y="853"/>
                  </a:cubicBezTo>
                  <a:cubicBezTo>
                    <a:pt x="1522" y="853"/>
                    <a:pt x="1489" y="852"/>
                    <a:pt x="1451" y="849"/>
                  </a:cubicBezTo>
                  <a:lnTo>
                    <a:pt x="1451" y="841"/>
                  </a:lnTo>
                  <a:close/>
                  <a:moveTo>
                    <a:pt x="1565" y="882"/>
                  </a:moveTo>
                  <a:cubicBezTo>
                    <a:pt x="1565" y="890"/>
                    <a:pt x="1565" y="890"/>
                    <a:pt x="1508" y="890"/>
                  </a:cubicBezTo>
                  <a:lnTo>
                    <a:pt x="1508" y="882"/>
                  </a:lnTo>
                  <a:close/>
                  <a:moveTo>
                    <a:pt x="1743" y="922"/>
                  </a:moveTo>
                  <a:cubicBezTo>
                    <a:pt x="1678" y="922"/>
                    <a:pt x="1622" y="930"/>
                    <a:pt x="1622" y="930"/>
                  </a:cubicBezTo>
                  <a:cubicBezTo>
                    <a:pt x="1638" y="930"/>
                    <a:pt x="1662" y="939"/>
                    <a:pt x="1678" y="939"/>
                  </a:cubicBezTo>
                  <a:cubicBezTo>
                    <a:pt x="1703" y="939"/>
                    <a:pt x="1719" y="930"/>
                    <a:pt x="1743" y="930"/>
                  </a:cubicBezTo>
                  <a:lnTo>
                    <a:pt x="1743" y="922"/>
                  </a:lnTo>
                  <a:close/>
                  <a:moveTo>
                    <a:pt x="1378" y="955"/>
                  </a:moveTo>
                  <a:cubicBezTo>
                    <a:pt x="1378" y="963"/>
                    <a:pt x="1378" y="963"/>
                    <a:pt x="1314" y="963"/>
                  </a:cubicBezTo>
                  <a:lnTo>
                    <a:pt x="1257" y="963"/>
                  </a:lnTo>
                  <a:cubicBezTo>
                    <a:pt x="1281" y="955"/>
                    <a:pt x="1297" y="955"/>
                    <a:pt x="1322" y="955"/>
                  </a:cubicBezTo>
                  <a:close/>
                  <a:moveTo>
                    <a:pt x="57" y="1003"/>
                  </a:moveTo>
                  <a:cubicBezTo>
                    <a:pt x="0" y="1003"/>
                    <a:pt x="0" y="1012"/>
                    <a:pt x="114" y="1012"/>
                  </a:cubicBezTo>
                  <a:lnTo>
                    <a:pt x="179" y="1012"/>
                  </a:lnTo>
                  <a:cubicBezTo>
                    <a:pt x="179" y="1012"/>
                    <a:pt x="114" y="1003"/>
                    <a:pt x="57" y="1003"/>
                  </a:cubicBezTo>
                  <a:close/>
                  <a:moveTo>
                    <a:pt x="2142" y="997"/>
                  </a:moveTo>
                  <a:cubicBezTo>
                    <a:pt x="2135" y="997"/>
                    <a:pt x="2120" y="999"/>
                    <a:pt x="2092" y="1003"/>
                  </a:cubicBezTo>
                  <a:lnTo>
                    <a:pt x="2092" y="1012"/>
                  </a:lnTo>
                  <a:cubicBezTo>
                    <a:pt x="2149" y="1012"/>
                    <a:pt x="2149" y="1012"/>
                    <a:pt x="2149" y="1003"/>
                  </a:cubicBezTo>
                  <a:cubicBezTo>
                    <a:pt x="2149" y="999"/>
                    <a:pt x="2149" y="997"/>
                    <a:pt x="2142" y="997"/>
                  </a:cubicBezTo>
                  <a:close/>
                  <a:moveTo>
                    <a:pt x="1363" y="1030"/>
                  </a:moveTo>
                  <a:cubicBezTo>
                    <a:pt x="1370" y="1030"/>
                    <a:pt x="1370" y="1032"/>
                    <a:pt x="1370" y="1036"/>
                  </a:cubicBezTo>
                  <a:cubicBezTo>
                    <a:pt x="1346" y="1044"/>
                    <a:pt x="1330" y="1044"/>
                    <a:pt x="1306" y="1044"/>
                  </a:cubicBezTo>
                  <a:cubicBezTo>
                    <a:pt x="1249" y="1044"/>
                    <a:pt x="1314" y="1036"/>
                    <a:pt x="1314" y="1036"/>
                  </a:cubicBezTo>
                  <a:cubicBezTo>
                    <a:pt x="1342" y="1032"/>
                    <a:pt x="1356" y="1030"/>
                    <a:pt x="1363" y="1030"/>
                  </a:cubicBezTo>
                  <a:close/>
                  <a:moveTo>
                    <a:pt x="1484" y="1109"/>
                  </a:moveTo>
                  <a:cubicBezTo>
                    <a:pt x="1541" y="1109"/>
                    <a:pt x="1541" y="1109"/>
                    <a:pt x="1419" y="1117"/>
                  </a:cubicBezTo>
                  <a:cubicBezTo>
                    <a:pt x="1362" y="1117"/>
                    <a:pt x="1362" y="1117"/>
                    <a:pt x="1362" y="1109"/>
                  </a:cubicBezTo>
                  <a:close/>
                  <a:moveTo>
                    <a:pt x="1419" y="1133"/>
                  </a:moveTo>
                  <a:lnTo>
                    <a:pt x="1476" y="1141"/>
                  </a:lnTo>
                  <a:cubicBezTo>
                    <a:pt x="1462" y="1144"/>
                    <a:pt x="1450" y="1145"/>
                    <a:pt x="1437" y="1145"/>
                  </a:cubicBezTo>
                  <a:cubicBezTo>
                    <a:pt x="1413" y="1145"/>
                    <a:pt x="1389" y="1141"/>
                    <a:pt x="1362" y="1141"/>
                  </a:cubicBezTo>
                  <a:lnTo>
                    <a:pt x="1419" y="1133"/>
                  </a:lnTo>
                  <a:close/>
                  <a:moveTo>
                    <a:pt x="1273" y="1409"/>
                  </a:moveTo>
                  <a:lnTo>
                    <a:pt x="1330" y="1417"/>
                  </a:lnTo>
                  <a:cubicBezTo>
                    <a:pt x="1310" y="1421"/>
                    <a:pt x="1289" y="1423"/>
                    <a:pt x="1269" y="1423"/>
                  </a:cubicBezTo>
                  <a:cubicBezTo>
                    <a:pt x="1249" y="1423"/>
                    <a:pt x="1228" y="1421"/>
                    <a:pt x="1208" y="1417"/>
                  </a:cubicBezTo>
                  <a:lnTo>
                    <a:pt x="1273" y="1409"/>
                  </a:lnTo>
                  <a:close/>
                  <a:moveTo>
                    <a:pt x="1234" y="1519"/>
                  </a:moveTo>
                  <a:cubicBezTo>
                    <a:pt x="1274" y="1519"/>
                    <a:pt x="1341" y="1522"/>
                    <a:pt x="1378" y="1522"/>
                  </a:cubicBezTo>
                  <a:lnTo>
                    <a:pt x="1200" y="1522"/>
                  </a:lnTo>
                  <a:cubicBezTo>
                    <a:pt x="1200" y="1520"/>
                    <a:pt x="1214" y="1519"/>
                    <a:pt x="1234" y="1519"/>
                  </a:cubicBezTo>
                  <a:close/>
                  <a:moveTo>
                    <a:pt x="1670" y="1587"/>
                  </a:moveTo>
                  <a:cubicBezTo>
                    <a:pt x="1727" y="1587"/>
                    <a:pt x="1792" y="1595"/>
                    <a:pt x="1792" y="1595"/>
                  </a:cubicBezTo>
                  <a:lnTo>
                    <a:pt x="1670" y="1595"/>
                  </a:lnTo>
                  <a:lnTo>
                    <a:pt x="1670" y="1587"/>
                  </a:lnTo>
                  <a:close/>
                  <a:moveTo>
                    <a:pt x="1427" y="1644"/>
                  </a:moveTo>
                  <a:lnTo>
                    <a:pt x="1427" y="1652"/>
                  </a:lnTo>
                  <a:cubicBezTo>
                    <a:pt x="1387" y="1652"/>
                    <a:pt x="1346" y="1652"/>
                    <a:pt x="1306" y="1644"/>
                  </a:cubicBezTo>
                  <a:close/>
                  <a:moveTo>
                    <a:pt x="1362" y="1701"/>
                  </a:moveTo>
                  <a:cubicBezTo>
                    <a:pt x="1395" y="1705"/>
                    <a:pt x="1395" y="1707"/>
                    <a:pt x="1387" y="1707"/>
                  </a:cubicBezTo>
                  <a:cubicBezTo>
                    <a:pt x="1378" y="1707"/>
                    <a:pt x="1362" y="1705"/>
                    <a:pt x="1362" y="1701"/>
                  </a:cubicBezTo>
                  <a:close/>
                  <a:moveTo>
                    <a:pt x="1334" y="1938"/>
                  </a:moveTo>
                  <a:cubicBezTo>
                    <a:pt x="1354" y="1938"/>
                    <a:pt x="1374" y="1940"/>
                    <a:pt x="1395" y="1944"/>
                  </a:cubicBezTo>
                  <a:cubicBezTo>
                    <a:pt x="1395" y="1952"/>
                    <a:pt x="1395" y="1952"/>
                    <a:pt x="1330" y="1952"/>
                  </a:cubicBezTo>
                  <a:cubicBezTo>
                    <a:pt x="1273" y="1952"/>
                    <a:pt x="1273" y="1944"/>
                    <a:pt x="1273" y="1944"/>
                  </a:cubicBezTo>
                  <a:cubicBezTo>
                    <a:pt x="1293" y="1940"/>
                    <a:pt x="1314" y="1938"/>
                    <a:pt x="1334" y="1938"/>
                  </a:cubicBezTo>
                  <a:close/>
                  <a:moveTo>
                    <a:pt x="1314" y="2114"/>
                  </a:moveTo>
                  <a:cubicBezTo>
                    <a:pt x="1378" y="2114"/>
                    <a:pt x="1435" y="2122"/>
                    <a:pt x="1435" y="2122"/>
                  </a:cubicBezTo>
                  <a:cubicBezTo>
                    <a:pt x="1422" y="2125"/>
                    <a:pt x="1408" y="2126"/>
                    <a:pt x="1395" y="2126"/>
                  </a:cubicBezTo>
                  <a:cubicBezTo>
                    <a:pt x="1368" y="2126"/>
                    <a:pt x="1341" y="2122"/>
                    <a:pt x="1314" y="2122"/>
                  </a:cubicBezTo>
                  <a:lnTo>
                    <a:pt x="1314" y="2114"/>
                  </a:lnTo>
                  <a:close/>
                  <a:moveTo>
                    <a:pt x="1695" y="2471"/>
                  </a:moveTo>
                  <a:cubicBezTo>
                    <a:pt x="1760" y="2471"/>
                    <a:pt x="1760" y="2479"/>
                    <a:pt x="1760" y="2479"/>
                  </a:cubicBezTo>
                  <a:lnTo>
                    <a:pt x="1695" y="2479"/>
                  </a:lnTo>
                  <a:cubicBezTo>
                    <a:pt x="1689" y="2482"/>
                    <a:pt x="1683" y="2483"/>
                    <a:pt x="1676" y="2483"/>
                  </a:cubicBezTo>
                  <a:cubicBezTo>
                    <a:pt x="1663" y="2483"/>
                    <a:pt x="1649" y="2479"/>
                    <a:pt x="1638" y="2479"/>
                  </a:cubicBezTo>
                  <a:lnTo>
                    <a:pt x="1695" y="2471"/>
                  </a:lnTo>
                  <a:close/>
                  <a:moveTo>
                    <a:pt x="1808" y="2528"/>
                  </a:moveTo>
                  <a:lnTo>
                    <a:pt x="1808" y="2536"/>
                  </a:lnTo>
                  <a:cubicBezTo>
                    <a:pt x="1776" y="2536"/>
                    <a:pt x="1735" y="2536"/>
                    <a:pt x="1695" y="2528"/>
                  </a:cubicBezTo>
                  <a:close/>
                  <a:moveTo>
                    <a:pt x="1337" y="2554"/>
                  </a:moveTo>
                  <a:cubicBezTo>
                    <a:pt x="1344" y="2554"/>
                    <a:pt x="1358" y="2556"/>
                    <a:pt x="1387" y="2560"/>
                  </a:cubicBezTo>
                  <a:cubicBezTo>
                    <a:pt x="1451" y="2560"/>
                    <a:pt x="1451" y="2568"/>
                    <a:pt x="1387" y="2568"/>
                  </a:cubicBezTo>
                  <a:cubicBezTo>
                    <a:pt x="1330" y="2568"/>
                    <a:pt x="1330" y="2568"/>
                    <a:pt x="1330" y="2560"/>
                  </a:cubicBezTo>
                  <a:cubicBezTo>
                    <a:pt x="1330" y="2556"/>
                    <a:pt x="1330" y="2554"/>
                    <a:pt x="1337" y="2554"/>
                  </a:cubicBezTo>
                  <a:close/>
                  <a:moveTo>
                    <a:pt x="1387" y="2593"/>
                  </a:moveTo>
                  <a:cubicBezTo>
                    <a:pt x="1387" y="2601"/>
                    <a:pt x="1387" y="2601"/>
                    <a:pt x="1330" y="2601"/>
                  </a:cubicBezTo>
                  <a:lnTo>
                    <a:pt x="1330" y="2593"/>
                  </a:lnTo>
                  <a:close/>
                  <a:moveTo>
                    <a:pt x="1378" y="2633"/>
                  </a:moveTo>
                  <a:cubicBezTo>
                    <a:pt x="1378" y="2641"/>
                    <a:pt x="1378" y="2641"/>
                    <a:pt x="1322" y="2641"/>
                  </a:cubicBezTo>
                  <a:lnTo>
                    <a:pt x="1322" y="2633"/>
                  </a:lnTo>
                  <a:close/>
                  <a:moveTo>
                    <a:pt x="1500" y="2674"/>
                  </a:moveTo>
                  <a:lnTo>
                    <a:pt x="1500" y="2682"/>
                  </a:lnTo>
                  <a:lnTo>
                    <a:pt x="1378" y="2682"/>
                  </a:lnTo>
                  <a:cubicBezTo>
                    <a:pt x="1378" y="2682"/>
                    <a:pt x="1435" y="2674"/>
                    <a:pt x="1500" y="2674"/>
                  </a:cubicBezTo>
                  <a:close/>
                  <a:moveTo>
                    <a:pt x="1419" y="2844"/>
                  </a:moveTo>
                  <a:cubicBezTo>
                    <a:pt x="1476" y="2852"/>
                    <a:pt x="1541" y="2852"/>
                    <a:pt x="1476" y="2852"/>
                  </a:cubicBezTo>
                  <a:lnTo>
                    <a:pt x="1362" y="2852"/>
                  </a:lnTo>
                  <a:cubicBezTo>
                    <a:pt x="1362" y="2852"/>
                    <a:pt x="1297" y="2844"/>
                    <a:pt x="1362" y="2844"/>
                  </a:cubicBezTo>
                  <a:close/>
                  <a:moveTo>
                    <a:pt x="1524" y="2990"/>
                  </a:moveTo>
                  <a:cubicBezTo>
                    <a:pt x="1581" y="2990"/>
                    <a:pt x="1646" y="2990"/>
                    <a:pt x="1703" y="2998"/>
                  </a:cubicBezTo>
                  <a:lnTo>
                    <a:pt x="1646" y="2998"/>
                  </a:lnTo>
                  <a:cubicBezTo>
                    <a:pt x="1605" y="2998"/>
                    <a:pt x="1565" y="2998"/>
                    <a:pt x="1524" y="2990"/>
                  </a:cubicBezTo>
                  <a:close/>
                  <a:moveTo>
                    <a:pt x="1622" y="3586"/>
                  </a:moveTo>
                  <a:cubicBezTo>
                    <a:pt x="1649" y="3586"/>
                    <a:pt x="1676" y="3590"/>
                    <a:pt x="1703" y="3590"/>
                  </a:cubicBezTo>
                  <a:cubicBezTo>
                    <a:pt x="1760" y="3594"/>
                    <a:pt x="1760" y="3596"/>
                    <a:pt x="1730" y="3596"/>
                  </a:cubicBezTo>
                  <a:cubicBezTo>
                    <a:pt x="1701" y="3596"/>
                    <a:pt x="1642" y="3594"/>
                    <a:pt x="1581" y="3590"/>
                  </a:cubicBezTo>
                  <a:cubicBezTo>
                    <a:pt x="1595" y="3587"/>
                    <a:pt x="1608" y="3586"/>
                    <a:pt x="1622" y="3586"/>
                  </a:cubicBezTo>
                  <a:close/>
                  <a:moveTo>
                    <a:pt x="1374" y="0"/>
                  </a:moveTo>
                  <a:cubicBezTo>
                    <a:pt x="1344" y="0"/>
                    <a:pt x="1330" y="2"/>
                    <a:pt x="1362" y="6"/>
                  </a:cubicBezTo>
                  <a:lnTo>
                    <a:pt x="1297" y="6"/>
                  </a:lnTo>
                  <a:cubicBezTo>
                    <a:pt x="1119" y="6"/>
                    <a:pt x="1119" y="14"/>
                    <a:pt x="1297" y="14"/>
                  </a:cubicBezTo>
                  <a:cubicBezTo>
                    <a:pt x="1476" y="14"/>
                    <a:pt x="1476" y="14"/>
                    <a:pt x="1354" y="22"/>
                  </a:cubicBezTo>
                  <a:cubicBezTo>
                    <a:pt x="1233" y="22"/>
                    <a:pt x="1233" y="22"/>
                    <a:pt x="1233" y="31"/>
                  </a:cubicBezTo>
                  <a:cubicBezTo>
                    <a:pt x="1233" y="39"/>
                    <a:pt x="1233" y="39"/>
                    <a:pt x="1176" y="39"/>
                  </a:cubicBezTo>
                  <a:cubicBezTo>
                    <a:pt x="1164" y="36"/>
                    <a:pt x="1152" y="35"/>
                    <a:pt x="1140" y="35"/>
                  </a:cubicBezTo>
                  <a:cubicBezTo>
                    <a:pt x="1111" y="35"/>
                    <a:pt x="1083" y="41"/>
                    <a:pt x="1054" y="47"/>
                  </a:cubicBezTo>
                  <a:lnTo>
                    <a:pt x="1111" y="47"/>
                  </a:lnTo>
                  <a:cubicBezTo>
                    <a:pt x="1176" y="47"/>
                    <a:pt x="1176" y="55"/>
                    <a:pt x="1054" y="55"/>
                  </a:cubicBezTo>
                  <a:cubicBezTo>
                    <a:pt x="989" y="63"/>
                    <a:pt x="989" y="63"/>
                    <a:pt x="1111" y="63"/>
                  </a:cubicBezTo>
                  <a:cubicBezTo>
                    <a:pt x="1233" y="63"/>
                    <a:pt x="1233" y="71"/>
                    <a:pt x="1111" y="71"/>
                  </a:cubicBezTo>
                  <a:cubicBezTo>
                    <a:pt x="1111" y="71"/>
                    <a:pt x="1111" y="79"/>
                    <a:pt x="1111" y="79"/>
                  </a:cubicBezTo>
                  <a:cubicBezTo>
                    <a:pt x="1151" y="87"/>
                    <a:pt x="1192" y="87"/>
                    <a:pt x="1233" y="87"/>
                  </a:cubicBezTo>
                  <a:lnTo>
                    <a:pt x="1289" y="87"/>
                  </a:lnTo>
                  <a:cubicBezTo>
                    <a:pt x="1233" y="95"/>
                    <a:pt x="1168" y="95"/>
                    <a:pt x="1168" y="95"/>
                  </a:cubicBezTo>
                  <a:cubicBezTo>
                    <a:pt x="1111" y="95"/>
                    <a:pt x="1111" y="95"/>
                    <a:pt x="1111" y="103"/>
                  </a:cubicBezTo>
                  <a:cubicBezTo>
                    <a:pt x="1111" y="103"/>
                    <a:pt x="1111" y="120"/>
                    <a:pt x="1168" y="120"/>
                  </a:cubicBezTo>
                  <a:lnTo>
                    <a:pt x="1111" y="120"/>
                  </a:lnTo>
                  <a:cubicBezTo>
                    <a:pt x="1111" y="120"/>
                    <a:pt x="1111" y="128"/>
                    <a:pt x="1046" y="136"/>
                  </a:cubicBezTo>
                  <a:cubicBezTo>
                    <a:pt x="1006" y="142"/>
                    <a:pt x="1051" y="147"/>
                    <a:pt x="1124" y="147"/>
                  </a:cubicBezTo>
                  <a:cubicBezTo>
                    <a:pt x="1154" y="147"/>
                    <a:pt x="1189" y="146"/>
                    <a:pt x="1224" y="144"/>
                  </a:cubicBezTo>
                  <a:cubicBezTo>
                    <a:pt x="1241" y="152"/>
                    <a:pt x="1265" y="152"/>
                    <a:pt x="1281" y="152"/>
                  </a:cubicBezTo>
                  <a:cubicBezTo>
                    <a:pt x="1346" y="152"/>
                    <a:pt x="1346" y="152"/>
                    <a:pt x="1346" y="160"/>
                  </a:cubicBezTo>
                  <a:lnTo>
                    <a:pt x="1224" y="160"/>
                  </a:lnTo>
                  <a:cubicBezTo>
                    <a:pt x="1172" y="158"/>
                    <a:pt x="1130" y="157"/>
                    <a:pt x="1100" y="157"/>
                  </a:cubicBezTo>
                  <a:cubicBezTo>
                    <a:pt x="1029" y="157"/>
                    <a:pt x="1033" y="163"/>
                    <a:pt x="1160" y="168"/>
                  </a:cubicBezTo>
                  <a:lnTo>
                    <a:pt x="1103" y="168"/>
                  </a:lnTo>
                  <a:cubicBezTo>
                    <a:pt x="1046" y="168"/>
                    <a:pt x="1046" y="168"/>
                    <a:pt x="1103" y="176"/>
                  </a:cubicBezTo>
                  <a:cubicBezTo>
                    <a:pt x="1143" y="182"/>
                    <a:pt x="1183" y="188"/>
                    <a:pt x="1226" y="188"/>
                  </a:cubicBezTo>
                  <a:cubicBezTo>
                    <a:pt x="1244" y="188"/>
                    <a:pt x="1262" y="187"/>
                    <a:pt x="1281" y="185"/>
                  </a:cubicBezTo>
                  <a:cubicBezTo>
                    <a:pt x="1338" y="185"/>
                    <a:pt x="1338" y="193"/>
                    <a:pt x="1338" y="193"/>
                  </a:cubicBezTo>
                  <a:cubicBezTo>
                    <a:pt x="1338" y="201"/>
                    <a:pt x="1338" y="201"/>
                    <a:pt x="1281" y="201"/>
                  </a:cubicBezTo>
                  <a:cubicBezTo>
                    <a:pt x="1160" y="201"/>
                    <a:pt x="1160" y="209"/>
                    <a:pt x="1281" y="209"/>
                  </a:cubicBezTo>
                  <a:lnTo>
                    <a:pt x="1216" y="209"/>
                  </a:lnTo>
                  <a:cubicBezTo>
                    <a:pt x="1160" y="209"/>
                    <a:pt x="1095" y="217"/>
                    <a:pt x="1151" y="233"/>
                  </a:cubicBezTo>
                  <a:cubicBezTo>
                    <a:pt x="1151" y="249"/>
                    <a:pt x="1151" y="266"/>
                    <a:pt x="1095" y="266"/>
                  </a:cubicBezTo>
                  <a:cubicBezTo>
                    <a:pt x="1030" y="266"/>
                    <a:pt x="1151" y="282"/>
                    <a:pt x="1273" y="290"/>
                  </a:cubicBezTo>
                  <a:cubicBezTo>
                    <a:pt x="1208" y="290"/>
                    <a:pt x="1208" y="298"/>
                    <a:pt x="1208" y="306"/>
                  </a:cubicBezTo>
                  <a:cubicBezTo>
                    <a:pt x="1208" y="314"/>
                    <a:pt x="1208" y="314"/>
                    <a:pt x="1151" y="314"/>
                  </a:cubicBezTo>
                  <a:cubicBezTo>
                    <a:pt x="1030" y="314"/>
                    <a:pt x="1030" y="314"/>
                    <a:pt x="1151" y="322"/>
                  </a:cubicBezTo>
                  <a:cubicBezTo>
                    <a:pt x="1265" y="322"/>
                    <a:pt x="1208" y="339"/>
                    <a:pt x="1087" y="339"/>
                  </a:cubicBezTo>
                  <a:cubicBezTo>
                    <a:pt x="1030" y="339"/>
                    <a:pt x="1022" y="339"/>
                    <a:pt x="1022" y="347"/>
                  </a:cubicBezTo>
                  <a:cubicBezTo>
                    <a:pt x="1087" y="355"/>
                    <a:pt x="1087" y="363"/>
                    <a:pt x="1087" y="371"/>
                  </a:cubicBezTo>
                  <a:cubicBezTo>
                    <a:pt x="1078" y="387"/>
                    <a:pt x="1078" y="387"/>
                    <a:pt x="1200" y="387"/>
                  </a:cubicBezTo>
                  <a:cubicBezTo>
                    <a:pt x="1322" y="387"/>
                    <a:pt x="1322" y="387"/>
                    <a:pt x="1322" y="395"/>
                  </a:cubicBezTo>
                  <a:cubicBezTo>
                    <a:pt x="1322" y="403"/>
                    <a:pt x="1322" y="403"/>
                    <a:pt x="1257" y="403"/>
                  </a:cubicBezTo>
                  <a:cubicBezTo>
                    <a:pt x="1241" y="403"/>
                    <a:pt x="1216" y="412"/>
                    <a:pt x="1200" y="412"/>
                  </a:cubicBezTo>
                  <a:cubicBezTo>
                    <a:pt x="1200" y="420"/>
                    <a:pt x="1200" y="420"/>
                    <a:pt x="1135" y="420"/>
                  </a:cubicBezTo>
                  <a:cubicBezTo>
                    <a:pt x="1135" y="420"/>
                    <a:pt x="1078" y="428"/>
                    <a:pt x="1078" y="436"/>
                  </a:cubicBezTo>
                  <a:cubicBezTo>
                    <a:pt x="1078" y="444"/>
                    <a:pt x="1070" y="452"/>
                    <a:pt x="1014" y="452"/>
                  </a:cubicBezTo>
                  <a:cubicBezTo>
                    <a:pt x="1014" y="460"/>
                    <a:pt x="1014" y="460"/>
                    <a:pt x="1070" y="460"/>
                  </a:cubicBezTo>
                  <a:cubicBezTo>
                    <a:pt x="1135" y="460"/>
                    <a:pt x="1192" y="460"/>
                    <a:pt x="1135" y="476"/>
                  </a:cubicBezTo>
                  <a:cubicBezTo>
                    <a:pt x="1127" y="485"/>
                    <a:pt x="1127" y="501"/>
                    <a:pt x="1192" y="501"/>
                  </a:cubicBezTo>
                  <a:lnTo>
                    <a:pt x="1127" y="501"/>
                  </a:lnTo>
                  <a:cubicBezTo>
                    <a:pt x="1006" y="501"/>
                    <a:pt x="1006" y="509"/>
                    <a:pt x="1127" y="525"/>
                  </a:cubicBezTo>
                  <a:cubicBezTo>
                    <a:pt x="1184" y="525"/>
                    <a:pt x="1184" y="525"/>
                    <a:pt x="1127" y="533"/>
                  </a:cubicBezTo>
                  <a:cubicBezTo>
                    <a:pt x="1127" y="533"/>
                    <a:pt x="1127" y="533"/>
                    <a:pt x="1184" y="541"/>
                  </a:cubicBezTo>
                  <a:cubicBezTo>
                    <a:pt x="1241" y="541"/>
                    <a:pt x="1241" y="541"/>
                    <a:pt x="1184" y="549"/>
                  </a:cubicBezTo>
                  <a:cubicBezTo>
                    <a:pt x="1127" y="549"/>
                    <a:pt x="1127" y="558"/>
                    <a:pt x="1119" y="558"/>
                  </a:cubicBezTo>
                  <a:cubicBezTo>
                    <a:pt x="1184" y="566"/>
                    <a:pt x="1176" y="614"/>
                    <a:pt x="1119" y="622"/>
                  </a:cubicBezTo>
                  <a:cubicBezTo>
                    <a:pt x="1176" y="622"/>
                    <a:pt x="1176" y="622"/>
                    <a:pt x="1176" y="630"/>
                  </a:cubicBezTo>
                  <a:cubicBezTo>
                    <a:pt x="1062" y="630"/>
                    <a:pt x="1104" y="638"/>
                    <a:pt x="1209" y="638"/>
                  </a:cubicBezTo>
                  <a:lnTo>
                    <a:pt x="1209" y="638"/>
                  </a:lnTo>
                  <a:cubicBezTo>
                    <a:pt x="1199" y="639"/>
                    <a:pt x="1188" y="639"/>
                    <a:pt x="1176" y="639"/>
                  </a:cubicBezTo>
                  <a:cubicBezTo>
                    <a:pt x="1054" y="647"/>
                    <a:pt x="1054" y="647"/>
                    <a:pt x="1176" y="647"/>
                  </a:cubicBezTo>
                  <a:cubicBezTo>
                    <a:pt x="1289" y="655"/>
                    <a:pt x="1289" y="655"/>
                    <a:pt x="1168" y="663"/>
                  </a:cubicBezTo>
                  <a:cubicBezTo>
                    <a:pt x="1411" y="671"/>
                    <a:pt x="1468" y="687"/>
                    <a:pt x="1233" y="687"/>
                  </a:cubicBezTo>
                  <a:cubicBezTo>
                    <a:pt x="1168" y="687"/>
                    <a:pt x="1111" y="687"/>
                    <a:pt x="1046" y="695"/>
                  </a:cubicBezTo>
                  <a:cubicBezTo>
                    <a:pt x="1087" y="703"/>
                    <a:pt x="1127" y="703"/>
                    <a:pt x="1168" y="703"/>
                  </a:cubicBezTo>
                  <a:cubicBezTo>
                    <a:pt x="1203" y="701"/>
                    <a:pt x="1228" y="700"/>
                    <a:pt x="1243" y="700"/>
                  </a:cubicBezTo>
                  <a:cubicBezTo>
                    <a:pt x="1279" y="700"/>
                    <a:pt x="1254" y="706"/>
                    <a:pt x="1168" y="712"/>
                  </a:cubicBezTo>
                  <a:cubicBezTo>
                    <a:pt x="989" y="720"/>
                    <a:pt x="981" y="728"/>
                    <a:pt x="1103" y="744"/>
                  </a:cubicBezTo>
                  <a:cubicBezTo>
                    <a:pt x="1189" y="755"/>
                    <a:pt x="1210" y="767"/>
                    <a:pt x="1175" y="767"/>
                  </a:cubicBezTo>
                  <a:cubicBezTo>
                    <a:pt x="1160" y="767"/>
                    <a:pt x="1136" y="765"/>
                    <a:pt x="1103" y="760"/>
                  </a:cubicBezTo>
                  <a:cubicBezTo>
                    <a:pt x="1042" y="756"/>
                    <a:pt x="1012" y="754"/>
                    <a:pt x="1003" y="754"/>
                  </a:cubicBezTo>
                  <a:cubicBezTo>
                    <a:pt x="995" y="754"/>
                    <a:pt x="1010" y="756"/>
                    <a:pt x="1038" y="760"/>
                  </a:cubicBezTo>
                  <a:cubicBezTo>
                    <a:pt x="1038" y="768"/>
                    <a:pt x="1038" y="776"/>
                    <a:pt x="1038" y="785"/>
                  </a:cubicBezTo>
                  <a:cubicBezTo>
                    <a:pt x="1078" y="793"/>
                    <a:pt x="1119" y="793"/>
                    <a:pt x="1160" y="793"/>
                  </a:cubicBezTo>
                  <a:cubicBezTo>
                    <a:pt x="1038" y="793"/>
                    <a:pt x="981" y="801"/>
                    <a:pt x="1095" y="809"/>
                  </a:cubicBezTo>
                  <a:cubicBezTo>
                    <a:pt x="1095" y="817"/>
                    <a:pt x="1095" y="817"/>
                    <a:pt x="1095" y="817"/>
                  </a:cubicBezTo>
                  <a:cubicBezTo>
                    <a:pt x="1095" y="825"/>
                    <a:pt x="1095" y="825"/>
                    <a:pt x="1151" y="825"/>
                  </a:cubicBezTo>
                  <a:cubicBezTo>
                    <a:pt x="1216" y="833"/>
                    <a:pt x="1151" y="833"/>
                    <a:pt x="1095" y="841"/>
                  </a:cubicBezTo>
                  <a:cubicBezTo>
                    <a:pt x="1030" y="841"/>
                    <a:pt x="973" y="849"/>
                    <a:pt x="1030" y="849"/>
                  </a:cubicBezTo>
                  <a:cubicBezTo>
                    <a:pt x="1095" y="849"/>
                    <a:pt x="1151" y="857"/>
                    <a:pt x="1208" y="866"/>
                  </a:cubicBezTo>
                  <a:cubicBezTo>
                    <a:pt x="1251" y="866"/>
                    <a:pt x="1237" y="869"/>
                    <a:pt x="1206" y="869"/>
                  </a:cubicBezTo>
                  <a:cubicBezTo>
                    <a:pt x="1190" y="869"/>
                    <a:pt x="1170" y="868"/>
                    <a:pt x="1151" y="866"/>
                  </a:cubicBezTo>
                  <a:cubicBezTo>
                    <a:pt x="1111" y="866"/>
                    <a:pt x="1070" y="866"/>
                    <a:pt x="1030" y="874"/>
                  </a:cubicBezTo>
                  <a:cubicBezTo>
                    <a:pt x="1030" y="882"/>
                    <a:pt x="1030" y="890"/>
                    <a:pt x="1087" y="890"/>
                  </a:cubicBezTo>
                  <a:cubicBezTo>
                    <a:pt x="1151" y="890"/>
                    <a:pt x="1143" y="914"/>
                    <a:pt x="1087" y="914"/>
                  </a:cubicBezTo>
                  <a:lnTo>
                    <a:pt x="1087" y="922"/>
                  </a:lnTo>
                  <a:cubicBezTo>
                    <a:pt x="1087" y="930"/>
                    <a:pt x="1143" y="939"/>
                    <a:pt x="1143" y="939"/>
                  </a:cubicBezTo>
                  <a:cubicBezTo>
                    <a:pt x="1143" y="939"/>
                    <a:pt x="1143" y="947"/>
                    <a:pt x="1200" y="947"/>
                  </a:cubicBezTo>
                  <a:cubicBezTo>
                    <a:pt x="1200" y="955"/>
                    <a:pt x="1200" y="955"/>
                    <a:pt x="1143" y="955"/>
                  </a:cubicBezTo>
                  <a:cubicBezTo>
                    <a:pt x="1257" y="963"/>
                    <a:pt x="1257" y="963"/>
                    <a:pt x="1143" y="963"/>
                  </a:cubicBezTo>
                  <a:cubicBezTo>
                    <a:pt x="1022" y="963"/>
                    <a:pt x="1022" y="963"/>
                    <a:pt x="1143" y="971"/>
                  </a:cubicBezTo>
                  <a:cubicBezTo>
                    <a:pt x="1200" y="971"/>
                    <a:pt x="1200" y="971"/>
                    <a:pt x="1135" y="979"/>
                  </a:cubicBezTo>
                  <a:cubicBezTo>
                    <a:pt x="1257" y="987"/>
                    <a:pt x="1314" y="995"/>
                    <a:pt x="1200" y="995"/>
                  </a:cubicBezTo>
                  <a:cubicBezTo>
                    <a:pt x="1200" y="995"/>
                    <a:pt x="1200" y="1003"/>
                    <a:pt x="1257" y="1003"/>
                  </a:cubicBezTo>
                  <a:cubicBezTo>
                    <a:pt x="1378" y="1012"/>
                    <a:pt x="1378" y="1012"/>
                    <a:pt x="1257" y="1012"/>
                  </a:cubicBezTo>
                  <a:cubicBezTo>
                    <a:pt x="1135" y="1020"/>
                    <a:pt x="1135" y="1020"/>
                    <a:pt x="1257" y="1028"/>
                  </a:cubicBezTo>
                  <a:cubicBezTo>
                    <a:pt x="1257" y="1028"/>
                    <a:pt x="1314" y="1028"/>
                    <a:pt x="1257" y="1036"/>
                  </a:cubicBezTo>
                  <a:cubicBezTo>
                    <a:pt x="1201" y="1043"/>
                    <a:pt x="1145" y="1062"/>
                    <a:pt x="1208" y="1062"/>
                  </a:cubicBezTo>
                  <a:cubicBezTo>
                    <a:pt x="1218" y="1062"/>
                    <a:pt x="1232" y="1061"/>
                    <a:pt x="1249" y="1060"/>
                  </a:cubicBezTo>
                  <a:lnTo>
                    <a:pt x="1249" y="1068"/>
                  </a:lnTo>
                  <a:cubicBezTo>
                    <a:pt x="1192" y="1076"/>
                    <a:pt x="1192" y="1085"/>
                    <a:pt x="1249" y="1085"/>
                  </a:cubicBezTo>
                  <a:lnTo>
                    <a:pt x="1306" y="1093"/>
                  </a:lnTo>
                  <a:cubicBezTo>
                    <a:pt x="1265" y="1093"/>
                    <a:pt x="1224" y="1093"/>
                    <a:pt x="1184" y="1101"/>
                  </a:cubicBezTo>
                  <a:cubicBezTo>
                    <a:pt x="1184" y="1109"/>
                    <a:pt x="1184" y="1109"/>
                    <a:pt x="1249" y="1109"/>
                  </a:cubicBezTo>
                  <a:cubicBezTo>
                    <a:pt x="1268" y="1106"/>
                    <a:pt x="1280" y="1105"/>
                    <a:pt x="1289" y="1105"/>
                  </a:cubicBezTo>
                  <a:cubicBezTo>
                    <a:pt x="1306" y="1105"/>
                    <a:pt x="1306" y="1109"/>
                    <a:pt x="1306" y="1109"/>
                  </a:cubicBezTo>
                  <a:cubicBezTo>
                    <a:pt x="1265" y="1117"/>
                    <a:pt x="1224" y="1117"/>
                    <a:pt x="1184" y="1117"/>
                  </a:cubicBezTo>
                  <a:lnTo>
                    <a:pt x="1184" y="1125"/>
                  </a:lnTo>
                  <a:lnTo>
                    <a:pt x="1241" y="1125"/>
                  </a:lnTo>
                  <a:cubicBezTo>
                    <a:pt x="1184" y="1133"/>
                    <a:pt x="1184" y="1133"/>
                    <a:pt x="1184" y="1141"/>
                  </a:cubicBezTo>
                  <a:lnTo>
                    <a:pt x="1184" y="1149"/>
                  </a:lnTo>
                  <a:cubicBezTo>
                    <a:pt x="1184" y="1157"/>
                    <a:pt x="1184" y="1157"/>
                    <a:pt x="1241" y="1157"/>
                  </a:cubicBezTo>
                  <a:lnTo>
                    <a:pt x="1362" y="1157"/>
                  </a:lnTo>
                  <a:cubicBezTo>
                    <a:pt x="1400" y="1157"/>
                    <a:pt x="1387" y="1161"/>
                    <a:pt x="1375" y="1161"/>
                  </a:cubicBezTo>
                  <a:cubicBezTo>
                    <a:pt x="1369" y="1161"/>
                    <a:pt x="1362" y="1160"/>
                    <a:pt x="1362" y="1157"/>
                  </a:cubicBezTo>
                  <a:cubicBezTo>
                    <a:pt x="1322" y="1157"/>
                    <a:pt x="1281" y="1157"/>
                    <a:pt x="1241" y="1166"/>
                  </a:cubicBezTo>
                  <a:cubicBezTo>
                    <a:pt x="1230" y="1166"/>
                    <a:pt x="1215" y="1169"/>
                    <a:pt x="1202" y="1169"/>
                  </a:cubicBezTo>
                  <a:cubicBezTo>
                    <a:pt x="1196" y="1169"/>
                    <a:pt x="1189" y="1168"/>
                    <a:pt x="1184" y="1166"/>
                  </a:cubicBezTo>
                  <a:cubicBezTo>
                    <a:pt x="1062" y="1166"/>
                    <a:pt x="1119" y="1182"/>
                    <a:pt x="1176" y="1190"/>
                  </a:cubicBezTo>
                  <a:cubicBezTo>
                    <a:pt x="1297" y="1198"/>
                    <a:pt x="1297" y="1198"/>
                    <a:pt x="1176" y="1198"/>
                  </a:cubicBezTo>
                  <a:cubicBezTo>
                    <a:pt x="1054" y="1198"/>
                    <a:pt x="1176" y="1206"/>
                    <a:pt x="1354" y="1214"/>
                  </a:cubicBezTo>
                  <a:cubicBezTo>
                    <a:pt x="1119" y="1222"/>
                    <a:pt x="1119" y="1222"/>
                    <a:pt x="1233" y="1230"/>
                  </a:cubicBezTo>
                  <a:cubicBezTo>
                    <a:pt x="1289" y="1239"/>
                    <a:pt x="1289" y="1239"/>
                    <a:pt x="1233" y="1239"/>
                  </a:cubicBezTo>
                  <a:cubicBezTo>
                    <a:pt x="1176" y="1239"/>
                    <a:pt x="1176" y="1247"/>
                    <a:pt x="1168" y="1263"/>
                  </a:cubicBezTo>
                  <a:cubicBezTo>
                    <a:pt x="1168" y="1271"/>
                    <a:pt x="1168" y="1279"/>
                    <a:pt x="1233" y="1279"/>
                  </a:cubicBezTo>
                  <a:lnTo>
                    <a:pt x="1224" y="1287"/>
                  </a:lnTo>
                  <a:cubicBezTo>
                    <a:pt x="1111" y="1287"/>
                    <a:pt x="1168" y="1295"/>
                    <a:pt x="1289" y="1295"/>
                  </a:cubicBezTo>
                  <a:lnTo>
                    <a:pt x="1289" y="1303"/>
                  </a:lnTo>
                  <a:lnTo>
                    <a:pt x="1224" y="1303"/>
                  </a:lnTo>
                  <a:cubicBezTo>
                    <a:pt x="1168" y="1303"/>
                    <a:pt x="1168" y="1312"/>
                    <a:pt x="1160" y="1344"/>
                  </a:cubicBezTo>
                  <a:cubicBezTo>
                    <a:pt x="1160" y="1384"/>
                    <a:pt x="1160" y="1384"/>
                    <a:pt x="1281" y="1384"/>
                  </a:cubicBezTo>
                  <a:cubicBezTo>
                    <a:pt x="1395" y="1393"/>
                    <a:pt x="1395" y="1393"/>
                    <a:pt x="1273" y="1393"/>
                  </a:cubicBezTo>
                  <a:cubicBezTo>
                    <a:pt x="1216" y="1393"/>
                    <a:pt x="1160" y="1401"/>
                    <a:pt x="1216" y="1401"/>
                  </a:cubicBezTo>
                  <a:cubicBezTo>
                    <a:pt x="1216" y="1401"/>
                    <a:pt x="1216" y="1409"/>
                    <a:pt x="1151" y="1409"/>
                  </a:cubicBezTo>
                  <a:cubicBezTo>
                    <a:pt x="1038" y="1425"/>
                    <a:pt x="1095" y="1433"/>
                    <a:pt x="1151" y="1433"/>
                  </a:cubicBezTo>
                  <a:cubicBezTo>
                    <a:pt x="1192" y="1430"/>
                    <a:pt x="1213" y="1430"/>
                    <a:pt x="1220" y="1430"/>
                  </a:cubicBezTo>
                  <a:cubicBezTo>
                    <a:pt x="1234" y="1430"/>
                    <a:pt x="1195" y="1433"/>
                    <a:pt x="1151" y="1433"/>
                  </a:cubicBezTo>
                  <a:cubicBezTo>
                    <a:pt x="1095" y="1441"/>
                    <a:pt x="1030" y="1441"/>
                    <a:pt x="1095" y="1441"/>
                  </a:cubicBezTo>
                  <a:cubicBezTo>
                    <a:pt x="1151" y="1449"/>
                    <a:pt x="1208" y="1474"/>
                    <a:pt x="1087" y="1474"/>
                  </a:cubicBezTo>
                  <a:cubicBezTo>
                    <a:pt x="1087" y="1474"/>
                    <a:pt x="1087" y="1474"/>
                    <a:pt x="1087" y="1482"/>
                  </a:cubicBezTo>
                  <a:cubicBezTo>
                    <a:pt x="1151" y="1482"/>
                    <a:pt x="1151" y="1490"/>
                    <a:pt x="1143" y="1498"/>
                  </a:cubicBezTo>
                  <a:cubicBezTo>
                    <a:pt x="1143" y="1506"/>
                    <a:pt x="1143" y="1514"/>
                    <a:pt x="1087" y="1514"/>
                  </a:cubicBezTo>
                  <a:cubicBezTo>
                    <a:pt x="1070" y="1512"/>
                    <a:pt x="1058" y="1511"/>
                    <a:pt x="1051" y="1511"/>
                  </a:cubicBezTo>
                  <a:cubicBezTo>
                    <a:pt x="1035" y="1511"/>
                    <a:pt x="1046" y="1517"/>
                    <a:pt x="1087" y="1522"/>
                  </a:cubicBezTo>
                  <a:cubicBezTo>
                    <a:pt x="1087" y="1522"/>
                    <a:pt x="1200" y="1530"/>
                    <a:pt x="1200" y="1530"/>
                  </a:cubicBezTo>
                  <a:cubicBezTo>
                    <a:pt x="1241" y="1530"/>
                    <a:pt x="1281" y="1530"/>
                    <a:pt x="1322" y="1539"/>
                  </a:cubicBezTo>
                  <a:lnTo>
                    <a:pt x="1143" y="1539"/>
                  </a:lnTo>
                  <a:cubicBezTo>
                    <a:pt x="1143" y="1547"/>
                    <a:pt x="1143" y="1547"/>
                    <a:pt x="1200" y="1547"/>
                  </a:cubicBezTo>
                  <a:cubicBezTo>
                    <a:pt x="1143" y="1555"/>
                    <a:pt x="1143" y="1555"/>
                    <a:pt x="1143" y="1563"/>
                  </a:cubicBezTo>
                  <a:cubicBezTo>
                    <a:pt x="1143" y="1571"/>
                    <a:pt x="1135" y="1587"/>
                    <a:pt x="1200" y="1587"/>
                  </a:cubicBezTo>
                  <a:cubicBezTo>
                    <a:pt x="1078" y="1595"/>
                    <a:pt x="1078" y="1620"/>
                    <a:pt x="1192" y="1620"/>
                  </a:cubicBezTo>
                  <a:cubicBezTo>
                    <a:pt x="1257" y="1620"/>
                    <a:pt x="1257" y="1628"/>
                    <a:pt x="1192" y="1628"/>
                  </a:cubicBezTo>
                  <a:cubicBezTo>
                    <a:pt x="1135" y="1636"/>
                    <a:pt x="1135" y="1636"/>
                    <a:pt x="1192" y="1636"/>
                  </a:cubicBezTo>
                  <a:cubicBezTo>
                    <a:pt x="1249" y="1644"/>
                    <a:pt x="1192" y="1644"/>
                    <a:pt x="1135" y="1652"/>
                  </a:cubicBezTo>
                  <a:cubicBezTo>
                    <a:pt x="1014" y="1652"/>
                    <a:pt x="1014" y="1660"/>
                    <a:pt x="1070" y="1668"/>
                  </a:cubicBezTo>
                  <a:cubicBezTo>
                    <a:pt x="1127" y="1676"/>
                    <a:pt x="1127" y="1684"/>
                    <a:pt x="1127" y="1684"/>
                  </a:cubicBezTo>
                  <a:cubicBezTo>
                    <a:pt x="1156" y="1690"/>
                    <a:pt x="1184" y="1696"/>
                    <a:pt x="1213" y="1696"/>
                  </a:cubicBezTo>
                  <a:cubicBezTo>
                    <a:pt x="1225" y="1696"/>
                    <a:pt x="1237" y="1695"/>
                    <a:pt x="1249" y="1693"/>
                  </a:cubicBezTo>
                  <a:cubicBezTo>
                    <a:pt x="1306" y="1693"/>
                    <a:pt x="1362" y="1701"/>
                    <a:pt x="1362" y="1701"/>
                  </a:cubicBezTo>
                  <a:lnTo>
                    <a:pt x="1249" y="1701"/>
                  </a:lnTo>
                  <a:cubicBezTo>
                    <a:pt x="1184" y="1709"/>
                    <a:pt x="1184" y="1717"/>
                    <a:pt x="1184" y="1717"/>
                  </a:cubicBezTo>
                  <a:cubicBezTo>
                    <a:pt x="1184" y="1725"/>
                    <a:pt x="1184" y="1733"/>
                    <a:pt x="1184" y="1733"/>
                  </a:cubicBezTo>
                  <a:cubicBezTo>
                    <a:pt x="1119" y="1749"/>
                    <a:pt x="1119" y="1757"/>
                    <a:pt x="1184" y="1757"/>
                  </a:cubicBezTo>
                  <a:lnTo>
                    <a:pt x="1241" y="1757"/>
                  </a:lnTo>
                  <a:cubicBezTo>
                    <a:pt x="1119" y="1757"/>
                    <a:pt x="1119" y="1806"/>
                    <a:pt x="1233" y="1806"/>
                  </a:cubicBezTo>
                  <a:lnTo>
                    <a:pt x="1176" y="1806"/>
                  </a:lnTo>
                  <a:cubicBezTo>
                    <a:pt x="1119" y="1806"/>
                    <a:pt x="1119" y="1814"/>
                    <a:pt x="1111" y="1822"/>
                  </a:cubicBezTo>
                  <a:cubicBezTo>
                    <a:pt x="1111" y="1830"/>
                    <a:pt x="1176" y="1847"/>
                    <a:pt x="1168" y="1855"/>
                  </a:cubicBezTo>
                  <a:cubicBezTo>
                    <a:pt x="1168" y="1871"/>
                    <a:pt x="1168" y="1887"/>
                    <a:pt x="1224" y="1887"/>
                  </a:cubicBezTo>
                  <a:lnTo>
                    <a:pt x="1168" y="1887"/>
                  </a:lnTo>
                  <a:cubicBezTo>
                    <a:pt x="1111" y="1887"/>
                    <a:pt x="1111" y="1887"/>
                    <a:pt x="1111" y="1895"/>
                  </a:cubicBezTo>
                  <a:cubicBezTo>
                    <a:pt x="1127" y="1899"/>
                    <a:pt x="1145" y="1901"/>
                    <a:pt x="1165" y="1901"/>
                  </a:cubicBezTo>
                  <a:cubicBezTo>
                    <a:pt x="1184" y="1901"/>
                    <a:pt x="1204" y="1899"/>
                    <a:pt x="1224" y="1895"/>
                  </a:cubicBezTo>
                  <a:cubicBezTo>
                    <a:pt x="1289" y="1895"/>
                    <a:pt x="1289" y="1903"/>
                    <a:pt x="1224" y="1911"/>
                  </a:cubicBezTo>
                  <a:cubicBezTo>
                    <a:pt x="1168" y="1920"/>
                    <a:pt x="1160" y="1936"/>
                    <a:pt x="1224" y="1944"/>
                  </a:cubicBezTo>
                  <a:cubicBezTo>
                    <a:pt x="1224" y="1952"/>
                    <a:pt x="1224" y="1952"/>
                    <a:pt x="1160" y="1952"/>
                  </a:cubicBezTo>
                  <a:cubicBezTo>
                    <a:pt x="1103" y="1960"/>
                    <a:pt x="1038" y="1968"/>
                    <a:pt x="1160" y="1976"/>
                  </a:cubicBezTo>
                  <a:lnTo>
                    <a:pt x="1095" y="1976"/>
                  </a:lnTo>
                  <a:cubicBezTo>
                    <a:pt x="1038" y="1984"/>
                    <a:pt x="981" y="1984"/>
                    <a:pt x="1095" y="1993"/>
                  </a:cubicBezTo>
                  <a:cubicBezTo>
                    <a:pt x="1160" y="2001"/>
                    <a:pt x="1151" y="2009"/>
                    <a:pt x="1095" y="2017"/>
                  </a:cubicBezTo>
                  <a:cubicBezTo>
                    <a:pt x="1095" y="2025"/>
                    <a:pt x="1095" y="2025"/>
                    <a:pt x="1151" y="2025"/>
                  </a:cubicBezTo>
                  <a:lnTo>
                    <a:pt x="1216" y="2025"/>
                  </a:lnTo>
                  <a:cubicBezTo>
                    <a:pt x="1095" y="2033"/>
                    <a:pt x="1095" y="2033"/>
                    <a:pt x="1208" y="2033"/>
                  </a:cubicBezTo>
                  <a:cubicBezTo>
                    <a:pt x="1273" y="2033"/>
                    <a:pt x="1273" y="2041"/>
                    <a:pt x="1208" y="2041"/>
                  </a:cubicBezTo>
                  <a:cubicBezTo>
                    <a:pt x="1151" y="2041"/>
                    <a:pt x="1151" y="2049"/>
                    <a:pt x="1151" y="2049"/>
                  </a:cubicBezTo>
                  <a:cubicBezTo>
                    <a:pt x="1151" y="2049"/>
                    <a:pt x="1208" y="2074"/>
                    <a:pt x="1208" y="2098"/>
                  </a:cubicBezTo>
                  <a:cubicBezTo>
                    <a:pt x="1200" y="2130"/>
                    <a:pt x="1200" y="2139"/>
                    <a:pt x="1265" y="2139"/>
                  </a:cubicBezTo>
                  <a:cubicBezTo>
                    <a:pt x="1322" y="2147"/>
                    <a:pt x="1322" y="2147"/>
                    <a:pt x="1257" y="2155"/>
                  </a:cubicBezTo>
                  <a:cubicBezTo>
                    <a:pt x="1200" y="2155"/>
                    <a:pt x="1200" y="2163"/>
                    <a:pt x="1200" y="2163"/>
                  </a:cubicBezTo>
                  <a:cubicBezTo>
                    <a:pt x="1200" y="2171"/>
                    <a:pt x="1200" y="2171"/>
                    <a:pt x="1135" y="2171"/>
                  </a:cubicBezTo>
                  <a:cubicBezTo>
                    <a:pt x="1200" y="2179"/>
                    <a:pt x="1200" y="2179"/>
                    <a:pt x="1200" y="2179"/>
                  </a:cubicBezTo>
                  <a:cubicBezTo>
                    <a:pt x="1135" y="2179"/>
                    <a:pt x="1135" y="2187"/>
                    <a:pt x="1200" y="2187"/>
                  </a:cubicBezTo>
                  <a:cubicBezTo>
                    <a:pt x="1314" y="2195"/>
                    <a:pt x="1314" y="2195"/>
                    <a:pt x="1200" y="2195"/>
                  </a:cubicBezTo>
                  <a:cubicBezTo>
                    <a:pt x="1135" y="2195"/>
                    <a:pt x="1078" y="2203"/>
                    <a:pt x="1135" y="2203"/>
                  </a:cubicBezTo>
                  <a:cubicBezTo>
                    <a:pt x="1176" y="2203"/>
                    <a:pt x="1216" y="2211"/>
                    <a:pt x="1257" y="2211"/>
                  </a:cubicBezTo>
                  <a:cubicBezTo>
                    <a:pt x="1257" y="2220"/>
                    <a:pt x="1257" y="2220"/>
                    <a:pt x="1192" y="2220"/>
                  </a:cubicBezTo>
                  <a:cubicBezTo>
                    <a:pt x="1135" y="2228"/>
                    <a:pt x="1192" y="2252"/>
                    <a:pt x="1249" y="2252"/>
                  </a:cubicBezTo>
                  <a:cubicBezTo>
                    <a:pt x="1314" y="2252"/>
                    <a:pt x="1306" y="2260"/>
                    <a:pt x="1249" y="2260"/>
                  </a:cubicBezTo>
                  <a:cubicBezTo>
                    <a:pt x="1192" y="2260"/>
                    <a:pt x="1192" y="2260"/>
                    <a:pt x="1192" y="2268"/>
                  </a:cubicBezTo>
                  <a:lnTo>
                    <a:pt x="1127" y="2268"/>
                  </a:lnTo>
                  <a:cubicBezTo>
                    <a:pt x="1070" y="2268"/>
                    <a:pt x="1070" y="2268"/>
                    <a:pt x="1070" y="2276"/>
                  </a:cubicBezTo>
                  <a:cubicBezTo>
                    <a:pt x="1127" y="2284"/>
                    <a:pt x="1127" y="2301"/>
                    <a:pt x="1127" y="2317"/>
                  </a:cubicBezTo>
                  <a:cubicBezTo>
                    <a:pt x="1119" y="2333"/>
                    <a:pt x="1184" y="2341"/>
                    <a:pt x="1297" y="2349"/>
                  </a:cubicBezTo>
                  <a:cubicBezTo>
                    <a:pt x="1241" y="2349"/>
                    <a:pt x="1119" y="2357"/>
                    <a:pt x="1119" y="2357"/>
                  </a:cubicBezTo>
                  <a:cubicBezTo>
                    <a:pt x="1146" y="2357"/>
                    <a:pt x="1173" y="2361"/>
                    <a:pt x="1200" y="2361"/>
                  </a:cubicBezTo>
                  <a:cubicBezTo>
                    <a:pt x="1214" y="2361"/>
                    <a:pt x="1227" y="2360"/>
                    <a:pt x="1241" y="2357"/>
                  </a:cubicBezTo>
                  <a:cubicBezTo>
                    <a:pt x="1297" y="2357"/>
                    <a:pt x="1297" y="2366"/>
                    <a:pt x="1241" y="2374"/>
                  </a:cubicBezTo>
                  <a:cubicBezTo>
                    <a:pt x="1176" y="2382"/>
                    <a:pt x="1176" y="2382"/>
                    <a:pt x="1233" y="2390"/>
                  </a:cubicBezTo>
                  <a:cubicBezTo>
                    <a:pt x="1233" y="2398"/>
                    <a:pt x="1233" y="2398"/>
                    <a:pt x="1176" y="2406"/>
                  </a:cubicBezTo>
                  <a:lnTo>
                    <a:pt x="1233" y="2406"/>
                  </a:lnTo>
                  <a:cubicBezTo>
                    <a:pt x="1297" y="2406"/>
                    <a:pt x="1297" y="2414"/>
                    <a:pt x="1233" y="2414"/>
                  </a:cubicBezTo>
                  <a:cubicBezTo>
                    <a:pt x="1111" y="2422"/>
                    <a:pt x="1111" y="2430"/>
                    <a:pt x="1176" y="2430"/>
                  </a:cubicBezTo>
                  <a:cubicBezTo>
                    <a:pt x="1233" y="2430"/>
                    <a:pt x="1233" y="2438"/>
                    <a:pt x="1233" y="2438"/>
                  </a:cubicBezTo>
                  <a:cubicBezTo>
                    <a:pt x="1233" y="2447"/>
                    <a:pt x="1233" y="2447"/>
                    <a:pt x="1289" y="2455"/>
                  </a:cubicBezTo>
                  <a:lnTo>
                    <a:pt x="1289" y="2463"/>
                  </a:lnTo>
                  <a:cubicBezTo>
                    <a:pt x="1265" y="2463"/>
                    <a:pt x="1249" y="2463"/>
                    <a:pt x="1233" y="2455"/>
                  </a:cubicBezTo>
                  <a:lnTo>
                    <a:pt x="1168" y="2463"/>
                  </a:lnTo>
                  <a:cubicBezTo>
                    <a:pt x="1168" y="2471"/>
                    <a:pt x="1168" y="2479"/>
                    <a:pt x="1224" y="2479"/>
                  </a:cubicBezTo>
                  <a:cubicBezTo>
                    <a:pt x="1346" y="2487"/>
                    <a:pt x="1346" y="2487"/>
                    <a:pt x="1224" y="2487"/>
                  </a:cubicBezTo>
                  <a:cubicBezTo>
                    <a:pt x="1168" y="2487"/>
                    <a:pt x="1103" y="2487"/>
                    <a:pt x="1168" y="2495"/>
                  </a:cubicBezTo>
                  <a:cubicBezTo>
                    <a:pt x="1281" y="2495"/>
                    <a:pt x="1224" y="2503"/>
                    <a:pt x="1168" y="2503"/>
                  </a:cubicBezTo>
                  <a:cubicBezTo>
                    <a:pt x="1117" y="2500"/>
                    <a:pt x="1088" y="2498"/>
                    <a:pt x="1079" y="2498"/>
                  </a:cubicBezTo>
                  <a:cubicBezTo>
                    <a:pt x="1067" y="2498"/>
                    <a:pt x="1096" y="2502"/>
                    <a:pt x="1168" y="2511"/>
                  </a:cubicBezTo>
                  <a:cubicBezTo>
                    <a:pt x="1160" y="2520"/>
                    <a:pt x="1224" y="2536"/>
                    <a:pt x="1216" y="2552"/>
                  </a:cubicBezTo>
                  <a:cubicBezTo>
                    <a:pt x="1216" y="2568"/>
                    <a:pt x="1216" y="2576"/>
                    <a:pt x="1160" y="2584"/>
                  </a:cubicBezTo>
                  <a:lnTo>
                    <a:pt x="1095" y="2584"/>
                  </a:lnTo>
                  <a:cubicBezTo>
                    <a:pt x="1216" y="2584"/>
                    <a:pt x="1216" y="2584"/>
                    <a:pt x="1216" y="2601"/>
                  </a:cubicBezTo>
                  <a:cubicBezTo>
                    <a:pt x="1151" y="2609"/>
                    <a:pt x="1216" y="2617"/>
                    <a:pt x="1273" y="2625"/>
                  </a:cubicBezTo>
                  <a:lnTo>
                    <a:pt x="1273" y="2617"/>
                  </a:lnTo>
                  <a:cubicBezTo>
                    <a:pt x="1395" y="2617"/>
                    <a:pt x="1395" y="2617"/>
                    <a:pt x="1330" y="2625"/>
                  </a:cubicBezTo>
                  <a:cubicBezTo>
                    <a:pt x="1289" y="2633"/>
                    <a:pt x="1249" y="2633"/>
                    <a:pt x="1208" y="2633"/>
                  </a:cubicBezTo>
                  <a:cubicBezTo>
                    <a:pt x="1168" y="2633"/>
                    <a:pt x="1127" y="2633"/>
                    <a:pt x="1087" y="2641"/>
                  </a:cubicBezTo>
                  <a:cubicBezTo>
                    <a:pt x="1087" y="2649"/>
                    <a:pt x="1087" y="2649"/>
                    <a:pt x="1151" y="2649"/>
                  </a:cubicBezTo>
                  <a:lnTo>
                    <a:pt x="1208" y="2649"/>
                  </a:lnTo>
                  <a:cubicBezTo>
                    <a:pt x="1208" y="2657"/>
                    <a:pt x="1208" y="2657"/>
                    <a:pt x="1265" y="2666"/>
                  </a:cubicBezTo>
                  <a:cubicBezTo>
                    <a:pt x="1330" y="2666"/>
                    <a:pt x="1330" y="2666"/>
                    <a:pt x="1330" y="2674"/>
                  </a:cubicBezTo>
                  <a:cubicBezTo>
                    <a:pt x="1265" y="2674"/>
                    <a:pt x="1265" y="2682"/>
                    <a:pt x="1265" y="2682"/>
                  </a:cubicBezTo>
                  <a:lnTo>
                    <a:pt x="1208" y="2682"/>
                  </a:lnTo>
                  <a:cubicBezTo>
                    <a:pt x="1143" y="2682"/>
                    <a:pt x="1087" y="2690"/>
                    <a:pt x="1087" y="2690"/>
                  </a:cubicBezTo>
                  <a:lnTo>
                    <a:pt x="1143" y="2690"/>
                  </a:lnTo>
                  <a:cubicBezTo>
                    <a:pt x="1208" y="2690"/>
                    <a:pt x="1192" y="2795"/>
                    <a:pt x="1192" y="2811"/>
                  </a:cubicBezTo>
                  <a:cubicBezTo>
                    <a:pt x="1135" y="2820"/>
                    <a:pt x="1127" y="2828"/>
                    <a:pt x="1192" y="2828"/>
                  </a:cubicBezTo>
                  <a:cubicBezTo>
                    <a:pt x="1249" y="2828"/>
                    <a:pt x="1249" y="2844"/>
                    <a:pt x="1249" y="2868"/>
                  </a:cubicBezTo>
                  <a:cubicBezTo>
                    <a:pt x="1241" y="2901"/>
                    <a:pt x="1241" y="2925"/>
                    <a:pt x="1297" y="2925"/>
                  </a:cubicBezTo>
                  <a:cubicBezTo>
                    <a:pt x="1297" y="2925"/>
                    <a:pt x="1297" y="2925"/>
                    <a:pt x="1297" y="2933"/>
                  </a:cubicBezTo>
                  <a:cubicBezTo>
                    <a:pt x="1297" y="2941"/>
                    <a:pt x="1354" y="2949"/>
                    <a:pt x="1354" y="2957"/>
                  </a:cubicBezTo>
                  <a:cubicBezTo>
                    <a:pt x="1397" y="2957"/>
                    <a:pt x="1412" y="2961"/>
                    <a:pt x="1397" y="2961"/>
                  </a:cubicBezTo>
                  <a:cubicBezTo>
                    <a:pt x="1390" y="2961"/>
                    <a:pt x="1376" y="2960"/>
                    <a:pt x="1354" y="2957"/>
                  </a:cubicBezTo>
                  <a:cubicBezTo>
                    <a:pt x="1314" y="2957"/>
                    <a:pt x="1273" y="2957"/>
                    <a:pt x="1233" y="2965"/>
                  </a:cubicBezTo>
                  <a:cubicBezTo>
                    <a:pt x="1233" y="2974"/>
                    <a:pt x="1297" y="2974"/>
                    <a:pt x="1354" y="2974"/>
                  </a:cubicBezTo>
                  <a:cubicBezTo>
                    <a:pt x="1411" y="2974"/>
                    <a:pt x="1411" y="2982"/>
                    <a:pt x="1411" y="2982"/>
                  </a:cubicBezTo>
                  <a:lnTo>
                    <a:pt x="1233" y="2982"/>
                  </a:lnTo>
                  <a:lnTo>
                    <a:pt x="1233" y="2990"/>
                  </a:lnTo>
                  <a:lnTo>
                    <a:pt x="1297" y="2990"/>
                  </a:lnTo>
                  <a:cubicBezTo>
                    <a:pt x="1297" y="2998"/>
                    <a:pt x="1297" y="2998"/>
                    <a:pt x="1176" y="2998"/>
                  </a:cubicBezTo>
                  <a:cubicBezTo>
                    <a:pt x="1054" y="2998"/>
                    <a:pt x="1054" y="2998"/>
                    <a:pt x="1176" y="3006"/>
                  </a:cubicBezTo>
                  <a:lnTo>
                    <a:pt x="1233" y="3014"/>
                  </a:lnTo>
                  <a:cubicBezTo>
                    <a:pt x="1111" y="3014"/>
                    <a:pt x="1233" y="3022"/>
                    <a:pt x="1289" y="3030"/>
                  </a:cubicBezTo>
                  <a:cubicBezTo>
                    <a:pt x="1168" y="3030"/>
                    <a:pt x="1168" y="3038"/>
                    <a:pt x="1289" y="3038"/>
                  </a:cubicBezTo>
                  <a:cubicBezTo>
                    <a:pt x="1346" y="3038"/>
                    <a:pt x="1346" y="3047"/>
                    <a:pt x="1289" y="3055"/>
                  </a:cubicBezTo>
                  <a:cubicBezTo>
                    <a:pt x="1224" y="3055"/>
                    <a:pt x="1224" y="3063"/>
                    <a:pt x="1224" y="3071"/>
                  </a:cubicBezTo>
                  <a:cubicBezTo>
                    <a:pt x="1289" y="3071"/>
                    <a:pt x="1281" y="3103"/>
                    <a:pt x="1281" y="3136"/>
                  </a:cubicBezTo>
                  <a:cubicBezTo>
                    <a:pt x="1273" y="3176"/>
                    <a:pt x="1273" y="3201"/>
                    <a:pt x="1330" y="3201"/>
                  </a:cubicBezTo>
                  <a:cubicBezTo>
                    <a:pt x="1330" y="3201"/>
                    <a:pt x="1330" y="3201"/>
                    <a:pt x="1273" y="3209"/>
                  </a:cubicBezTo>
                  <a:cubicBezTo>
                    <a:pt x="1208" y="3209"/>
                    <a:pt x="1208" y="3209"/>
                    <a:pt x="1330" y="3217"/>
                  </a:cubicBezTo>
                  <a:cubicBezTo>
                    <a:pt x="1387" y="3225"/>
                    <a:pt x="1451" y="3225"/>
                    <a:pt x="1330" y="3225"/>
                  </a:cubicBezTo>
                  <a:cubicBezTo>
                    <a:pt x="1273" y="3225"/>
                    <a:pt x="1273" y="3233"/>
                    <a:pt x="1265" y="3249"/>
                  </a:cubicBezTo>
                  <a:cubicBezTo>
                    <a:pt x="1265" y="3257"/>
                    <a:pt x="1265" y="3274"/>
                    <a:pt x="1322" y="3274"/>
                  </a:cubicBezTo>
                  <a:cubicBezTo>
                    <a:pt x="1387" y="3282"/>
                    <a:pt x="1387" y="3282"/>
                    <a:pt x="1322" y="3282"/>
                  </a:cubicBezTo>
                  <a:cubicBezTo>
                    <a:pt x="1306" y="3281"/>
                    <a:pt x="1292" y="3280"/>
                    <a:pt x="1278" y="3280"/>
                  </a:cubicBezTo>
                  <a:cubicBezTo>
                    <a:pt x="1194" y="3280"/>
                    <a:pt x="1160" y="3300"/>
                    <a:pt x="1265" y="3314"/>
                  </a:cubicBezTo>
                  <a:cubicBezTo>
                    <a:pt x="1265" y="3314"/>
                    <a:pt x="1257" y="3322"/>
                    <a:pt x="1200" y="3322"/>
                  </a:cubicBezTo>
                  <a:cubicBezTo>
                    <a:pt x="1200" y="3322"/>
                    <a:pt x="1200" y="3330"/>
                    <a:pt x="1257" y="3338"/>
                  </a:cubicBezTo>
                  <a:cubicBezTo>
                    <a:pt x="1257" y="3347"/>
                    <a:pt x="1257" y="3363"/>
                    <a:pt x="1257" y="3371"/>
                  </a:cubicBezTo>
                  <a:cubicBezTo>
                    <a:pt x="1257" y="3379"/>
                    <a:pt x="1314" y="3387"/>
                    <a:pt x="1314" y="3387"/>
                  </a:cubicBezTo>
                  <a:cubicBezTo>
                    <a:pt x="1314" y="3395"/>
                    <a:pt x="1314" y="3395"/>
                    <a:pt x="1314" y="3395"/>
                  </a:cubicBezTo>
                  <a:cubicBezTo>
                    <a:pt x="1257" y="3395"/>
                    <a:pt x="1249" y="3411"/>
                    <a:pt x="1249" y="3444"/>
                  </a:cubicBezTo>
                  <a:cubicBezTo>
                    <a:pt x="1241" y="3468"/>
                    <a:pt x="1241" y="3501"/>
                    <a:pt x="1184" y="3501"/>
                  </a:cubicBezTo>
                  <a:cubicBezTo>
                    <a:pt x="1184" y="3501"/>
                    <a:pt x="1184" y="3509"/>
                    <a:pt x="1241" y="3509"/>
                  </a:cubicBezTo>
                  <a:cubicBezTo>
                    <a:pt x="1362" y="3517"/>
                    <a:pt x="1362" y="3517"/>
                    <a:pt x="1297" y="3525"/>
                  </a:cubicBezTo>
                  <a:cubicBezTo>
                    <a:pt x="1176" y="3525"/>
                    <a:pt x="1176" y="3541"/>
                    <a:pt x="1297" y="3549"/>
                  </a:cubicBezTo>
                  <a:lnTo>
                    <a:pt x="1233" y="3549"/>
                  </a:lnTo>
                  <a:cubicBezTo>
                    <a:pt x="1119" y="3557"/>
                    <a:pt x="1176" y="3565"/>
                    <a:pt x="1297" y="3574"/>
                  </a:cubicBezTo>
                  <a:cubicBezTo>
                    <a:pt x="1233" y="3574"/>
                    <a:pt x="1176" y="3582"/>
                    <a:pt x="1233" y="3582"/>
                  </a:cubicBezTo>
                  <a:cubicBezTo>
                    <a:pt x="1233" y="3590"/>
                    <a:pt x="1233" y="3590"/>
                    <a:pt x="1111" y="3590"/>
                  </a:cubicBezTo>
                  <a:cubicBezTo>
                    <a:pt x="1097" y="3587"/>
                    <a:pt x="1084" y="3586"/>
                    <a:pt x="1070" y="3586"/>
                  </a:cubicBezTo>
                  <a:cubicBezTo>
                    <a:pt x="1043" y="3586"/>
                    <a:pt x="1016" y="3590"/>
                    <a:pt x="989" y="3590"/>
                  </a:cubicBezTo>
                  <a:cubicBezTo>
                    <a:pt x="1030" y="3598"/>
                    <a:pt x="1070" y="3598"/>
                    <a:pt x="1111" y="3598"/>
                  </a:cubicBezTo>
                  <a:cubicBezTo>
                    <a:pt x="1111" y="3598"/>
                    <a:pt x="1111" y="3598"/>
                    <a:pt x="1111" y="3606"/>
                  </a:cubicBezTo>
                  <a:lnTo>
                    <a:pt x="1168" y="3606"/>
                  </a:lnTo>
                  <a:cubicBezTo>
                    <a:pt x="1233" y="3606"/>
                    <a:pt x="1233" y="3614"/>
                    <a:pt x="1233" y="3614"/>
                  </a:cubicBezTo>
                  <a:cubicBezTo>
                    <a:pt x="1189" y="3614"/>
                    <a:pt x="1204" y="3618"/>
                    <a:pt x="1235" y="3618"/>
                  </a:cubicBezTo>
                  <a:cubicBezTo>
                    <a:pt x="1251" y="3618"/>
                    <a:pt x="1270" y="3617"/>
                    <a:pt x="1289" y="3614"/>
                  </a:cubicBezTo>
                  <a:cubicBezTo>
                    <a:pt x="1330" y="3614"/>
                    <a:pt x="1370" y="3614"/>
                    <a:pt x="1411" y="3622"/>
                  </a:cubicBezTo>
                  <a:lnTo>
                    <a:pt x="1524" y="3622"/>
                  </a:lnTo>
                  <a:cubicBezTo>
                    <a:pt x="1605" y="3622"/>
                    <a:pt x="1687" y="3622"/>
                    <a:pt x="1768" y="3614"/>
                  </a:cubicBezTo>
                  <a:cubicBezTo>
                    <a:pt x="1833" y="3598"/>
                    <a:pt x="1889" y="3582"/>
                    <a:pt x="1768" y="3582"/>
                  </a:cubicBezTo>
                  <a:cubicBezTo>
                    <a:pt x="1751" y="3582"/>
                    <a:pt x="1735" y="3582"/>
                    <a:pt x="1711" y="3574"/>
                  </a:cubicBezTo>
                  <a:cubicBezTo>
                    <a:pt x="1735" y="3574"/>
                    <a:pt x="1751" y="3565"/>
                    <a:pt x="1776" y="3565"/>
                  </a:cubicBezTo>
                  <a:cubicBezTo>
                    <a:pt x="1833" y="3565"/>
                    <a:pt x="1833" y="3549"/>
                    <a:pt x="1841" y="3525"/>
                  </a:cubicBezTo>
                  <a:cubicBezTo>
                    <a:pt x="1841" y="3501"/>
                    <a:pt x="1841" y="3493"/>
                    <a:pt x="1897" y="3484"/>
                  </a:cubicBezTo>
                  <a:cubicBezTo>
                    <a:pt x="1962" y="3484"/>
                    <a:pt x="1962" y="3476"/>
                    <a:pt x="1962" y="3476"/>
                  </a:cubicBezTo>
                  <a:cubicBezTo>
                    <a:pt x="1905" y="3476"/>
                    <a:pt x="1905" y="3452"/>
                    <a:pt x="1905" y="3420"/>
                  </a:cubicBezTo>
                  <a:cubicBezTo>
                    <a:pt x="1914" y="3395"/>
                    <a:pt x="1914" y="3363"/>
                    <a:pt x="1857" y="3363"/>
                  </a:cubicBezTo>
                  <a:lnTo>
                    <a:pt x="1857" y="3355"/>
                  </a:lnTo>
                  <a:cubicBezTo>
                    <a:pt x="1914" y="3355"/>
                    <a:pt x="1914" y="3347"/>
                    <a:pt x="1914" y="3338"/>
                  </a:cubicBezTo>
                  <a:cubicBezTo>
                    <a:pt x="1857" y="3330"/>
                    <a:pt x="1857" y="3322"/>
                    <a:pt x="1857" y="3322"/>
                  </a:cubicBezTo>
                  <a:cubicBezTo>
                    <a:pt x="1922" y="3322"/>
                    <a:pt x="1922" y="3314"/>
                    <a:pt x="1922" y="3306"/>
                  </a:cubicBezTo>
                  <a:cubicBezTo>
                    <a:pt x="1922" y="3298"/>
                    <a:pt x="1922" y="3290"/>
                    <a:pt x="1865" y="3290"/>
                  </a:cubicBezTo>
                  <a:cubicBezTo>
                    <a:pt x="1865" y="3290"/>
                    <a:pt x="1865" y="3257"/>
                    <a:pt x="1930" y="3249"/>
                  </a:cubicBezTo>
                  <a:cubicBezTo>
                    <a:pt x="1987" y="3241"/>
                    <a:pt x="1930" y="3241"/>
                    <a:pt x="1865" y="3233"/>
                  </a:cubicBezTo>
                  <a:cubicBezTo>
                    <a:pt x="1824" y="3233"/>
                    <a:pt x="1792" y="3233"/>
                    <a:pt x="1751" y="3225"/>
                  </a:cubicBezTo>
                  <a:lnTo>
                    <a:pt x="1865" y="3225"/>
                  </a:lnTo>
                  <a:cubicBezTo>
                    <a:pt x="1897" y="3229"/>
                    <a:pt x="1914" y="3231"/>
                    <a:pt x="1922" y="3231"/>
                  </a:cubicBezTo>
                  <a:cubicBezTo>
                    <a:pt x="1930" y="3231"/>
                    <a:pt x="1930" y="3229"/>
                    <a:pt x="1930" y="3225"/>
                  </a:cubicBezTo>
                  <a:lnTo>
                    <a:pt x="1930" y="3209"/>
                  </a:lnTo>
                  <a:cubicBezTo>
                    <a:pt x="1873" y="3209"/>
                    <a:pt x="1873" y="3193"/>
                    <a:pt x="1873" y="3160"/>
                  </a:cubicBezTo>
                  <a:cubicBezTo>
                    <a:pt x="1881" y="3120"/>
                    <a:pt x="1881" y="3111"/>
                    <a:pt x="1824" y="3111"/>
                  </a:cubicBezTo>
                  <a:cubicBezTo>
                    <a:pt x="1760" y="3111"/>
                    <a:pt x="1760" y="3103"/>
                    <a:pt x="1824" y="3095"/>
                  </a:cubicBezTo>
                  <a:cubicBezTo>
                    <a:pt x="2003" y="3071"/>
                    <a:pt x="2003" y="3071"/>
                    <a:pt x="1946" y="3063"/>
                  </a:cubicBezTo>
                  <a:lnTo>
                    <a:pt x="1946" y="3063"/>
                  </a:lnTo>
                  <a:cubicBezTo>
                    <a:pt x="1905" y="3071"/>
                    <a:pt x="1865" y="3071"/>
                    <a:pt x="1824" y="3071"/>
                  </a:cubicBezTo>
                  <a:cubicBezTo>
                    <a:pt x="1703" y="3071"/>
                    <a:pt x="1703" y="3063"/>
                    <a:pt x="1824" y="3063"/>
                  </a:cubicBezTo>
                  <a:cubicBezTo>
                    <a:pt x="1946" y="3063"/>
                    <a:pt x="1889" y="2998"/>
                    <a:pt x="1776" y="2990"/>
                  </a:cubicBezTo>
                  <a:lnTo>
                    <a:pt x="1833" y="2990"/>
                  </a:lnTo>
                  <a:cubicBezTo>
                    <a:pt x="1889" y="2990"/>
                    <a:pt x="1897" y="2990"/>
                    <a:pt x="1897" y="2974"/>
                  </a:cubicBezTo>
                  <a:lnTo>
                    <a:pt x="1897" y="2957"/>
                  </a:lnTo>
                  <a:cubicBezTo>
                    <a:pt x="1776" y="2957"/>
                    <a:pt x="1841" y="2933"/>
                    <a:pt x="1897" y="2933"/>
                  </a:cubicBezTo>
                  <a:cubicBezTo>
                    <a:pt x="1962" y="2925"/>
                    <a:pt x="1962" y="2925"/>
                    <a:pt x="1962" y="2917"/>
                  </a:cubicBezTo>
                  <a:cubicBezTo>
                    <a:pt x="1841" y="2909"/>
                    <a:pt x="1905" y="2884"/>
                    <a:pt x="1962" y="2884"/>
                  </a:cubicBezTo>
                  <a:lnTo>
                    <a:pt x="1962" y="2876"/>
                  </a:lnTo>
                  <a:cubicBezTo>
                    <a:pt x="1905" y="2868"/>
                    <a:pt x="1905" y="2860"/>
                    <a:pt x="1905" y="2860"/>
                  </a:cubicBezTo>
                  <a:cubicBezTo>
                    <a:pt x="1905" y="2844"/>
                    <a:pt x="1905" y="2844"/>
                    <a:pt x="1849" y="2844"/>
                  </a:cubicBezTo>
                  <a:cubicBezTo>
                    <a:pt x="1835" y="2847"/>
                    <a:pt x="1822" y="2847"/>
                    <a:pt x="1808" y="2847"/>
                  </a:cubicBezTo>
                  <a:cubicBezTo>
                    <a:pt x="1781" y="2847"/>
                    <a:pt x="1754" y="2844"/>
                    <a:pt x="1727" y="2844"/>
                  </a:cubicBezTo>
                  <a:lnTo>
                    <a:pt x="1792" y="2844"/>
                  </a:lnTo>
                  <a:cubicBezTo>
                    <a:pt x="1849" y="2844"/>
                    <a:pt x="1849" y="2828"/>
                    <a:pt x="1849" y="2811"/>
                  </a:cubicBezTo>
                  <a:cubicBezTo>
                    <a:pt x="1857" y="2787"/>
                    <a:pt x="1857" y="2779"/>
                    <a:pt x="1914" y="2779"/>
                  </a:cubicBezTo>
                  <a:lnTo>
                    <a:pt x="1857" y="2771"/>
                  </a:lnTo>
                  <a:cubicBezTo>
                    <a:pt x="1800" y="2771"/>
                    <a:pt x="1800" y="2763"/>
                    <a:pt x="1857" y="2763"/>
                  </a:cubicBezTo>
                  <a:cubicBezTo>
                    <a:pt x="1914" y="2763"/>
                    <a:pt x="1922" y="2747"/>
                    <a:pt x="1857" y="2738"/>
                  </a:cubicBezTo>
                  <a:lnTo>
                    <a:pt x="1857" y="2730"/>
                  </a:lnTo>
                  <a:cubicBezTo>
                    <a:pt x="1978" y="2722"/>
                    <a:pt x="1978" y="2706"/>
                    <a:pt x="1865" y="2706"/>
                  </a:cubicBezTo>
                  <a:cubicBezTo>
                    <a:pt x="1922" y="2706"/>
                    <a:pt x="1922" y="2698"/>
                    <a:pt x="1922" y="2698"/>
                  </a:cubicBezTo>
                  <a:cubicBezTo>
                    <a:pt x="1865" y="2690"/>
                    <a:pt x="1865" y="2674"/>
                    <a:pt x="1930" y="2674"/>
                  </a:cubicBezTo>
                  <a:lnTo>
                    <a:pt x="1930" y="2666"/>
                  </a:lnTo>
                  <a:cubicBezTo>
                    <a:pt x="1865" y="2666"/>
                    <a:pt x="1865" y="2657"/>
                    <a:pt x="1865" y="2657"/>
                  </a:cubicBezTo>
                  <a:cubicBezTo>
                    <a:pt x="1865" y="2649"/>
                    <a:pt x="1865" y="2649"/>
                    <a:pt x="1808" y="2641"/>
                  </a:cubicBezTo>
                  <a:cubicBezTo>
                    <a:pt x="1751" y="2633"/>
                    <a:pt x="1751" y="2633"/>
                    <a:pt x="1751" y="2633"/>
                  </a:cubicBezTo>
                  <a:lnTo>
                    <a:pt x="1873" y="2633"/>
                  </a:lnTo>
                  <a:cubicBezTo>
                    <a:pt x="1890" y="2638"/>
                    <a:pt x="1901" y="2640"/>
                    <a:pt x="1907" y="2640"/>
                  </a:cubicBezTo>
                  <a:cubicBezTo>
                    <a:pt x="1919" y="2640"/>
                    <a:pt x="1894" y="2628"/>
                    <a:pt x="1808" y="2617"/>
                  </a:cubicBezTo>
                  <a:cubicBezTo>
                    <a:pt x="1851" y="2617"/>
                    <a:pt x="1891" y="2620"/>
                    <a:pt x="1896" y="2620"/>
                  </a:cubicBezTo>
                  <a:cubicBezTo>
                    <a:pt x="1898" y="2620"/>
                    <a:pt x="1892" y="2620"/>
                    <a:pt x="1873" y="2617"/>
                  </a:cubicBezTo>
                  <a:cubicBezTo>
                    <a:pt x="1873" y="2617"/>
                    <a:pt x="1873" y="2609"/>
                    <a:pt x="1816" y="2609"/>
                  </a:cubicBezTo>
                  <a:lnTo>
                    <a:pt x="1816" y="2593"/>
                  </a:lnTo>
                  <a:cubicBezTo>
                    <a:pt x="1873" y="2584"/>
                    <a:pt x="1873" y="2584"/>
                    <a:pt x="1873" y="2576"/>
                  </a:cubicBezTo>
                  <a:cubicBezTo>
                    <a:pt x="1816" y="2576"/>
                    <a:pt x="1816" y="2576"/>
                    <a:pt x="1873" y="2568"/>
                  </a:cubicBezTo>
                  <a:lnTo>
                    <a:pt x="1816" y="2568"/>
                  </a:lnTo>
                  <a:cubicBezTo>
                    <a:pt x="1760" y="2560"/>
                    <a:pt x="1760" y="2552"/>
                    <a:pt x="1816" y="2552"/>
                  </a:cubicBezTo>
                  <a:cubicBezTo>
                    <a:pt x="1938" y="2552"/>
                    <a:pt x="1938" y="2544"/>
                    <a:pt x="1881" y="2544"/>
                  </a:cubicBezTo>
                  <a:cubicBezTo>
                    <a:pt x="1816" y="2544"/>
                    <a:pt x="1816" y="2536"/>
                    <a:pt x="1816" y="2536"/>
                  </a:cubicBezTo>
                  <a:cubicBezTo>
                    <a:pt x="1881" y="2536"/>
                    <a:pt x="1881" y="2503"/>
                    <a:pt x="1889" y="2463"/>
                  </a:cubicBezTo>
                  <a:cubicBezTo>
                    <a:pt x="1849" y="2455"/>
                    <a:pt x="1808" y="2455"/>
                    <a:pt x="1768" y="2455"/>
                  </a:cubicBezTo>
                  <a:cubicBezTo>
                    <a:pt x="1646" y="2455"/>
                    <a:pt x="1711" y="2455"/>
                    <a:pt x="1768" y="2447"/>
                  </a:cubicBezTo>
                  <a:cubicBezTo>
                    <a:pt x="1946" y="2447"/>
                    <a:pt x="1946" y="2438"/>
                    <a:pt x="1768" y="2438"/>
                  </a:cubicBezTo>
                  <a:cubicBezTo>
                    <a:pt x="1833" y="2430"/>
                    <a:pt x="1833" y="2430"/>
                    <a:pt x="1768" y="2430"/>
                  </a:cubicBezTo>
                  <a:cubicBezTo>
                    <a:pt x="1711" y="2430"/>
                    <a:pt x="1711" y="2422"/>
                    <a:pt x="1768" y="2422"/>
                  </a:cubicBezTo>
                  <a:cubicBezTo>
                    <a:pt x="1833" y="2422"/>
                    <a:pt x="1889" y="2414"/>
                    <a:pt x="1833" y="2414"/>
                  </a:cubicBezTo>
                  <a:cubicBezTo>
                    <a:pt x="1833" y="2414"/>
                    <a:pt x="1833" y="2414"/>
                    <a:pt x="1889" y="2406"/>
                  </a:cubicBezTo>
                  <a:cubicBezTo>
                    <a:pt x="1954" y="2406"/>
                    <a:pt x="1889" y="2398"/>
                    <a:pt x="1833" y="2390"/>
                  </a:cubicBezTo>
                  <a:cubicBezTo>
                    <a:pt x="1752" y="2384"/>
                    <a:pt x="1729" y="2378"/>
                    <a:pt x="1762" y="2378"/>
                  </a:cubicBezTo>
                  <a:cubicBezTo>
                    <a:pt x="1776" y="2378"/>
                    <a:pt x="1799" y="2379"/>
                    <a:pt x="1833" y="2382"/>
                  </a:cubicBezTo>
                  <a:cubicBezTo>
                    <a:pt x="1954" y="2382"/>
                    <a:pt x="1897" y="2366"/>
                    <a:pt x="1776" y="2357"/>
                  </a:cubicBezTo>
                  <a:lnTo>
                    <a:pt x="1719" y="2357"/>
                  </a:lnTo>
                  <a:cubicBezTo>
                    <a:pt x="1776" y="2357"/>
                    <a:pt x="1776" y="2349"/>
                    <a:pt x="1776" y="2349"/>
                  </a:cubicBezTo>
                  <a:cubicBezTo>
                    <a:pt x="1776" y="2349"/>
                    <a:pt x="1776" y="2341"/>
                    <a:pt x="1841" y="2341"/>
                  </a:cubicBezTo>
                  <a:cubicBezTo>
                    <a:pt x="1841" y="2341"/>
                    <a:pt x="1841" y="2341"/>
                    <a:pt x="1784" y="2333"/>
                  </a:cubicBezTo>
                  <a:cubicBezTo>
                    <a:pt x="1662" y="2325"/>
                    <a:pt x="1727" y="2309"/>
                    <a:pt x="1841" y="2301"/>
                  </a:cubicBezTo>
                  <a:lnTo>
                    <a:pt x="1784" y="2293"/>
                  </a:lnTo>
                  <a:cubicBezTo>
                    <a:pt x="1662" y="2293"/>
                    <a:pt x="1605" y="2284"/>
                    <a:pt x="1727" y="2284"/>
                  </a:cubicBezTo>
                  <a:lnTo>
                    <a:pt x="1784" y="2284"/>
                  </a:lnTo>
                  <a:cubicBezTo>
                    <a:pt x="1662" y="2284"/>
                    <a:pt x="1727" y="2268"/>
                    <a:pt x="1849" y="2268"/>
                  </a:cubicBezTo>
                  <a:cubicBezTo>
                    <a:pt x="1905" y="2268"/>
                    <a:pt x="1905" y="2268"/>
                    <a:pt x="1905" y="2260"/>
                  </a:cubicBezTo>
                  <a:lnTo>
                    <a:pt x="1727" y="2260"/>
                  </a:lnTo>
                  <a:cubicBezTo>
                    <a:pt x="1727" y="2252"/>
                    <a:pt x="1727" y="2252"/>
                    <a:pt x="1792" y="2252"/>
                  </a:cubicBezTo>
                  <a:cubicBezTo>
                    <a:pt x="1849" y="2244"/>
                    <a:pt x="1914" y="2244"/>
                    <a:pt x="1849" y="2244"/>
                  </a:cubicBezTo>
                  <a:cubicBezTo>
                    <a:pt x="1849" y="2244"/>
                    <a:pt x="1849" y="2236"/>
                    <a:pt x="1914" y="2228"/>
                  </a:cubicBezTo>
                  <a:cubicBezTo>
                    <a:pt x="1914" y="2228"/>
                    <a:pt x="1914" y="2220"/>
                    <a:pt x="1914" y="2211"/>
                  </a:cubicBezTo>
                  <a:cubicBezTo>
                    <a:pt x="1857" y="2211"/>
                    <a:pt x="1857" y="2203"/>
                    <a:pt x="1914" y="2203"/>
                  </a:cubicBezTo>
                  <a:cubicBezTo>
                    <a:pt x="1914" y="2203"/>
                    <a:pt x="1914" y="2195"/>
                    <a:pt x="1857" y="2187"/>
                  </a:cubicBezTo>
                  <a:cubicBezTo>
                    <a:pt x="1857" y="2179"/>
                    <a:pt x="1857" y="2179"/>
                    <a:pt x="1914" y="2179"/>
                  </a:cubicBezTo>
                  <a:cubicBezTo>
                    <a:pt x="1978" y="2179"/>
                    <a:pt x="1978" y="2179"/>
                    <a:pt x="1914" y="2171"/>
                  </a:cubicBezTo>
                  <a:cubicBezTo>
                    <a:pt x="1857" y="2171"/>
                    <a:pt x="1857" y="2171"/>
                    <a:pt x="1857" y="2163"/>
                  </a:cubicBezTo>
                  <a:lnTo>
                    <a:pt x="1857" y="2155"/>
                  </a:lnTo>
                  <a:cubicBezTo>
                    <a:pt x="1800" y="2155"/>
                    <a:pt x="1800" y="2155"/>
                    <a:pt x="1800" y="2147"/>
                  </a:cubicBezTo>
                  <a:cubicBezTo>
                    <a:pt x="1800" y="2147"/>
                    <a:pt x="1857" y="2130"/>
                    <a:pt x="1865" y="2130"/>
                  </a:cubicBezTo>
                  <a:cubicBezTo>
                    <a:pt x="1865" y="2121"/>
                    <a:pt x="1865" y="2117"/>
                    <a:pt x="1852" y="2117"/>
                  </a:cubicBezTo>
                  <a:cubicBezTo>
                    <a:pt x="1843" y="2117"/>
                    <a:pt x="1827" y="2119"/>
                    <a:pt x="1800" y="2122"/>
                  </a:cubicBezTo>
                  <a:cubicBezTo>
                    <a:pt x="1800" y="2122"/>
                    <a:pt x="1743" y="2122"/>
                    <a:pt x="1800" y="2114"/>
                  </a:cubicBezTo>
                  <a:cubicBezTo>
                    <a:pt x="1800" y="2114"/>
                    <a:pt x="1865" y="2098"/>
                    <a:pt x="1865" y="2090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687" y="2074"/>
                    <a:pt x="1687" y="2074"/>
                    <a:pt x="1808" y="2066"/>
                  </a:cubicBezTo>
                  <a:cubicBezTo>
                    <a:pt x="1930" y="2057"/>
                    <a:pt x="1930" y="2049"/>
                    <a:pt x="1865" y="2049"/>
                  </a:cubicBezTo>
                  <a:cubicBezTo>
                    <a:pt x="1808" y="2049"/>
                    <a:pt x="1808" y="2049"/>
                    <a:pt x="1808" y="2041"/>
                  </a:cubicBezTo>
                  <a:cubicBezTo>
                    <a:pt x="1865" y="2041"/>
                    <a:pt x="1873" y="2041"/>
                    <a:pt x="1808" y="2033"/>
                  </a:cubicBezTo>
                  <a:cubicBezTo>
                    <a:pt x="1808" y="2025"/>
                    <a:pt x="1808" y="2025"/>
                    <a:pt x="1873" y="2025"/>
                  </a:cubicBezTo>
                  <a:lnTo>
                    <a:pt x="1873" y="2017"/>
                  </a:lnTo>
                  <a:cubicBezTo>
                    <a:pt x="1751" y="2009"/>
                    <a:pt x="1816" y="1984"/>
                    <a:pt x="1873" y="1976"/>
                  </a:cubicBezTo>
                  <a:cubicBezTo>
                    <a:pt x="1873" y="1976"/>
                    <a:pt x="1873" y="1976"/>
                    <a:pt x="1816" y="1968"/>
                  </a:cubicBezTo>
                  <a:cubicBezTo>
                    <a:pt x="1695" y="1968"/>
                    <a:pt x="1695" y="1960"/>
                    <a:pt x="1816" y="1960"/>
                  </a:cubicBezTo>
                  <a:cubicBezTo>
                    <a:pt x="1760" y="1952"/>
                    <a:pt x="1760" y="1936"/>
                    <a:pt x="1881" y="1936"/>
                  </a:cubicBezTo>
                  <a:lnTo>
                    <a:pt x="2003" y="1936"/>
                  </a:lnTo>
                  <a:cubicBezTo>
                    <a:pt x="1938" y="1936"/>
                    <a:pt x="1938" y="1928"/>
                    <a:pt x="1938" y="1928"/>
                  </a:cubicBezTo>
                  <a:cubicBezTo>
                    <a:pt x="1881" y="1928"/>
                    <a:pt x="1881" y="1928"/>
                    <a:pt x="1881" y="1911"/>
                  </a:cubicBezTo>
                  <a:cubicBezTo>
                    <a:pt x="1881" y="1903"/>
                    <a:pt x="1824" y="1887"/>
                    <a:pt x="1824" y="1879"/>
                  </a:cubicBezTo>
                  <a:cubicBezTo>
                    <a:pt x="1824" y="1871"/>
                    <a:pt x="1824" y="1855"/>
                    <a:pt x="1889" y="1855"/>
                  </a:cubicBezTo>
                  <a:cubicBezTo>
                    <a:pt x="1889" y="1847"/>
                    <a:pt x="1889" y="1847"/>
                    <a:pt x="1833" y="1839"/>
                  </a:cubicBezTo>
                  <a:cubicBezTo>
                    <a:pt x="1768" y="1830"/>
                    <a:pt x="1776" y="1822"/>
                    <a:pt x="1833" y="1822"/>
                  </a:cubicBezTo>
                  <a:lnTo>
                    <a:pt x="1833" y="1814"/>
                  </a:lnTo>
                  <a:cubicBezTo>
                    <a:pt x="1776" y="1806"/>
                    <a:pt x="1776" y="1806"/>
                    <a:pt x="1776" y="1806"/>
                  </a:cubicBezTo>
                  <a:cubicBezTo>
                    <a:pt x="1833" y="1806"/>
                    <a:pt x="1889" y="1798"/>
                    <a:pt x="1833" y="1798"/>
                  </a:cubicBezTo>
                  <a:cubicBezTo>
                    <a:pt x="1776" y="1798"/>
                    <a:pt x="1776" y="1790"/>
                    <a:pt x="1776" y="1782"/>
                  </a:cubicBezTo>
                  <a:cubicBezTo>
                    <a:pt x="1833" y="1774"/>
                    <a:pt x="1849" y="1636"/>
                    <a:pt x="1792" y="1636"/>
                  </a:cubicBezTo>
                  <a:cubicBezTo>
                    <a:pt x="1792" y="1636"/>
                    <a:pt x="1792" y="1628"/>
                    <a:pt x="1792" y="1620"/>
                  </a:cubicBezTo>
                  <a:lnTo>
                    <a:pt x="1792" y="1612"/>
                  </a:lnTo>
                  <a:cubicBezTo>
                    <a:pt x="1914" y="1612"/>
                    <a:pt x="1857" y="1587"/>
                    <a:pt x="1800" y="1571"/>
                  </a:cubicBezTo>
                  <a:cubicBezTo>
                    <a:pt x="1735" y="1571"/>
                    <a:pt x="1735" y="1563"/>
                    <a:pt x="1735" y="1563"/>
                  </a:cubicBezTo>
                  <a:cubicBezTo>
                    <a:pt x="1857" y="1563"/>
                    <a:pt x="1857" y="1547"/>
                    <a:pt x="1800" y="1539"/>
                  </a:cubicBezTo>
                  <a:cubicBezTo>
                    <a:pt x="1678" y="1539"/>
                    <a:pt x="1678" y="1530"/>
                    <a:pt x="1800" y="1530"/>
                  </a:cubicBezTo>
                  <a:cubicBezTo>
                    <a:pt x="1922" y="1530"/>
                    <a:pt x="1922" y="1522"/>
                    <a:pt x="1743" y="1514"/>
                  </a:cubicBezTo>
                  <a:cubicBezTo>
                    <a:pt x="1687" y="1514"/>
                    <a:pt x="1687" y="1514"/>
                    <a:pt x="1743" y="1506"/>
                  </a:cubicBezTo>
                  <a:cubicBezTo>
                    <a:pt x="1865" y="1506"/>
                    <a:pt x="1865" y="1498"/>
                    <a:pt x="1808" y="1498"/>
                  </a:cubicBezTo>
                  <a:cubicBezTo>
                    <a:pt x="1687" y="1490"/>
                    <a:pt x="1687" y="1490"/>
                    <a:pt x="1808" y="1482"/>
                  </a:cubicBezTo>
                  <a:cubicBezTo>
                    <a:pt x="1930" y="1474"/>
                    <a:pt x="1930" y="1474"/>
                    <a:pt x="1808" y="1474"/>
                  </a:cubicBezTo>
                  <a:cubicBezTo>
                    <a:pt x="1687" y="1466"/>
                    <a:pt x="1695" y="1449"/>
                    <a:pt x="1808" y="1449"/>
                  </a:cubicBezTo>
                  <a:cubicBezTo>
                    <a:pt x="1808" y="1441"/>
                    <a:pt x="1873" y="1441"/>
                    <a:pt x="1808" y="1441"/>
                  </a:cubicBezTo>
                  <a:lnTo>
                    <a:pt x="1873" y="1433"/>
                  </a:lnTo>
                  <a:cubicBezTo>
                    <a:pt x="1873" y="1433"/>
                    <a:pt x="1873" y="1425"/>
                    <a:pt x="1873" y="1425"/>
                  </a:cubicBezTo>
                  <a:lnTo>
                    <a:pt x="1816" y="1425"/>
                  </a:lnTo>
                  <a:cubicBezTo>
                    <a:pt x="1816" y="1425"/>
                    <a:pt x="1873" y="1393"/>
                    <a:pt x="1881" y="1368"/>
                  </a:cubicBezTo>
                  <a:cubicBezTo>
                    <a:pt x="1881" y="1320"/>
                    <a:pt x="1881" y="1312"/>
                    <a:pt x="1824" y="1312"/>
                  </a:cubicBezTo>
                  <a:cubicBezTo>
                    <a:pt x="1789" y="1314"/>
                    <a:pt x="1764" y="1315"/>
                    <a:pt x="1749" y="1315"/>
                  </a:cubicBezTo>
                  <a:cubicBezTo>
                    <a:pt x="1713" y="1315"/>
                    <a:pt x="1738" y="1309"/>
                    <a:pt x="1824" y="1303"/>
                  </a:cubicBezTo>
                  <a:cubicBezTo>
                    <a:pt x="1824" y="1303"/>
                    <a:pt x="1889" y="1295"/>
                    <a:pt x="1889" y="1287"/>
                  </a:cubicBezTo>
                  <a:cubicBezTo>
                    <a:pt x="1889" y="1279"/>
                    <a:pt x="1889" y="1271"/>
                    <a:pt x="1946" y="1271"/>
                  </a:cubicBezTo>
                  <a:lnTo>
                    <a:pt x="1946" y="1263"/>
                  </a:lnTo>
                  <a:cubicBezTo>
                    <a:pt x="1833" y="1255"/>
                    <a:pt x="1833" y="1230"/>
                    <a:pt x="1897" y="1214"/>
                  </a:cubicBezTo>
                  <a:cubicBezTo>
                    <a:pt x="1897" y="1206"/>
                    <a:pt x="1897" y="1206"/>
                    <a:pt x="1841" y="1198"/>
                  </a:cubicBezTo>
                  <a:cubicBezTo>
                    <a:pt x="1776" y="1190"/>
                    <a:pt x="1776" y="1190"/>
                    <a:pt x="1841" y="1182"/>
                  </a:cubicBezTo>
                  <a:cubicBezTo>
                    <a:pt x="1897" y="1182"/>
                    <a:pt x="1962" y="1157"/>
                    <a:pt x="1841" y="1157"/>
                  </a:cubicBezTo>
                  <a:lnTo>
                    <a:pt x="1897" y="1149"/>
                  </a:lnTo>
                  <a:cubicBezTo>
                    <a:pt x="1962" y="1149"/>
                    <a:pt x="1905" y="1141"/>
                    <a:pt x="1841" y="1141"/>
                  </a:cubicBezTo>
                  <a:cubicBezTo>
                    <a:pt x="1719" y="1141"/>
                    <a:pt x="1727" y="1141"/>
                    <a:pt x="1905" y="1133"/>
                  </a:cubicBezTo>
                  <a:lnTo>
                    <a:pt x="1962" y="1133"/>
                  </a:lnTo>
                  <a:cubicBezTo>
                    <a:pt x="1905" y="1125"/>
                    <a:pt x="1849" y="1125"/>
                    <a:pt x="1905" y="1117"/>
                  </a:cubicBezTo>
                  <a:cubicBezTo>
                    <a:pt x="1905" y="1117"/>
                    <a:pt x="1905" y="1109"/>
                    <a:pt x="1784" y="1109"/>
                  </a:cubicBezTo>
                  <a:cubicBezTo>
                    <a:pt x="1727" y="1109"/>
                    <a:pt x="1727" y="1109"/>
                    <a:pt x="1727" y="1101"/>
                  </a:cubicBezTo>
                  <a:cubicBezTo>
                    <a:pt x="1768" y="1101"/>
                    <a:pt x="1808" y="1101"/>
                    <a:pt x="1849" y="1109"/>
                  </a:cubicBezTo>
                  <a:cubicBezTo>
                    <a:pt x="1849" y="1109"/>
                    <a:pt x="1849" y="1109"/>
                    <a:pt x="1849" y="1101"/>
                  </a:cubicBezTo>
                  <a:cubicBezTo>
                    <a:pt x="1889" y="1085"/>
                    <a:pt x="1930" y="1085"/>
                    <a:pt x="1970" y="1085"/>
                  </a:cubicBezTo>
                  <a:cubicBezTo>
                    <a:pt x="2027" y="1076"/>
                    <a:pt x="2027" y="1076"/>
                    <a:pt x="1905" y="1076"/>
                  </a:cubicBezTo>
                  <a:cubicBezTo>
                    <a:pt x="1792" y="1076"/>
                    <a:pt x="1792" y="1076"/>
                    <a:pt x="1792" y="1068"/>
                  </a:cubicBezTo>
                  <a:cubicBezTo>
                    <a:pt x="1792" y="1068"/>
                    <a:pt x="1792" y="1060"/>
                    <a:pt x="1849" y="1060"/>
                  </a:cubicBezTo>
                  <a:cubicBezTo>
                    <a:pt x="1914" y="1060"/>
                    <a:pt x="1914" y="1060"/>
                    <a:pt x="1914" y="1052"/>
                  </a:cubicBezTo>
                  <a:cubicBezTo>
                    <a:pt x="1834" y="1039"/>
                    <a:pt x="1755" y="1026"/>
                    <a:pt x="1671" y="1026"/>
                  </a:cubicBezTo>
                  <a:cubicBezTo>
                    <a:pt x="1652" y="1026"/>
                    <a:pt x="1633" y="1026"/>
                    <a:pt x="1614" y="1028"/>
                  </a:cubicBezTo>
                  <a:cubicBezTo>
                    <a:pt x="1500" y="1028"/>
                    <a:pt x="1500" y="1028"/>
                    <a:pt x="1614" y="1020"/>
                  </a:cubicBezTo>
                  <a:cubicBezTo>
                    <a:pt x="1678" y="1020"/>
                    <a:pt x="1678" y="1020"/>
                    <a:pt x="1678" y="1012"/>
                  </a:cubicBezTo>
                  <a:cubicBezTo>
                    <a:pt x="1635" y="1012"/>
                    <a:pt x="1650" y="1008"/>
                    <a:pt x="1664" y="1008"/>
                  </a:cubicBezTo>
                  <a:cubicBezTo>
                    <a:pt x="1671" y="1008"/>
                    <a:pt x="1678" y="1009"/>
                    <a:pt x="1678" y="1012"/>
                  </a:cubicBezTo>
                  <a:cubicBezTo>
                    <a:pt x="1735" y="1012"/>
                    <a:pt x="1735" y="1020"/>
                    <a:pt x="1735" y="1020"/>
                  </a:cubicBezTo>
                  <a:lnTo>
                    <a:pt x="1792" y="1020"/>
                  </a:lnTo>
                  <a:cubicBezTo>
                    <a:pt x="1914" y="1020"/>
                    <a:pt x="1914" y="1012"/>
                    <a:pt x="1800" y="1003"/>
                  </a:cubicBezTo>
                  <a:cubicBezTo>
                    <a:pt x="1735" y="1003"/>
                    <a:pt x="1735" y="1003"/>
                    <a:pt x="1800" y="995"/>
                  </a:cubicBezTo>
                  <a:cubicBezTo>
                    <a:pt x="1857" y="995"/>
                    <a:pt x="1922" y="987"/>
                    <a:pt x="1857" y="987"/>
                  </a:cubicBezTo>
                  <a:cubicBezTo>
                    <a:pt x="1857" y="987"/>
                    <a:pt x="1857" y="979"/>
                    <a:pt x="1922" y="979"/>
                  </a:cubicBezTo>
                  <a:cubicBezTo>
                    <a:pt x="1922" y="971"/>
                    <a:pt x="1922" y="963"/>
                    <a:pt x="1857" y="963"/>
                  </a:cubicBezTo>
                  <a:cubicBezTo>
                    <a:pt x="1800" y="963"/>
                    <a:pt x="1800" y="963"/>
                    <a:pt x="1800" y="955"/>
                  </a:cubicBezTo>
                  <a:cubicBezTo>
                    <a:pt x="1800" y="955"/>
                    <a:pt x="1800" y="947"/>
                    <a:pt x="1743" y="947"/>
                  </a:cubicBezTo>
                  <a:cubicBezTo>
                    <a:pt x="1687" y="947"/>
                    <a:pt x="1622" y="947"/>
                    <a:pt x="1622" y="939"/>
                  </a:cubicBezTo>
                  <a:cubicBezTo>
                    <a:pt x="1565" y="922"/>
                    <a:pt x="1565" y="922"/>
                    <a:pt x="1687" y="922"/>
                  </a:cubicBezTo>
                  <a:cubicBezTo>
                    <a:pt x="1743" y="922"/>
                    <a:pt x="1743" y="914"/>
                    <a:pt x="1743" y="914"/>
                  </a:cubicBezTo>
                  <a:cubicBezTo>
                    <a:pt x="1743" y="914"/>
                    <a:pt x="1743" y="906"/>
                    <a:pt x="1808" y="906"/>
                  </a:cubicBezTo>
                  <a:cubicBezTo>
                    <a:pt x="1865" y="898"/>
                    <a:pt x="1808" y="898"/>
                    <a:pt x="1751" y="898"/>
                  </a:cubicBezTo>
                  <a:lnTo>
                    <a:pt x="1630" y="898"/>
                  </a:lnTo>
                  <a:cubicBezTo>
                    <a:pt x="1687" y="898"/>
                    <a:pt x="1751" y="890"/>
                    <a:pt x="1808" y="890"/>
                  </a:cubicBezTo>
                  <a:cubicBezTo>
                    <a:pt x="1751" y="890"/>
                    <a:pt x="1687" y="882"/>
                    <a:pt x="1751" y="874"/>
                  </a:cubicBezTo>
                  <a:cubicBezTo>
                    <a:pt x="1751" y="866"/>
                    <a:pt x="1751" y="857"/>
                    <a:pt x="1808" y="857"/>
                  </a:cubicBezTo>
                  <a:cubicBezTo>
                    <a:pt x="1873" y="857"/>
                    <a:pt x="1816" y="849"/>
                    <a:pt x="1816" y="849"/>
                  </a:cubicBezTo>
                  <a:cubicBezTo>
                    <a:pt x="1751" y="849"/>
                    <a:pt x="1751" y="841"/>
                    <a:pt x="1816" y="825"/>
                  </a:cubicBezTo>
                  <a:cubicBezTo>
                    <a:pt x="1938" y="809"/>
                    <a:pt x="1938" y="809"/>
                    <a:pt x="1816" y="809"/>
                  </a:cubicBezTo>
                  <a:cubicBezTo>
                    <a:pt x="1760" y="809"/>
                    <a:pt x="1695" y="809"/>
                    <a:pt x="1816" y="801"/>
                  </a:cubicBezTo>
                  <a:cubicBezTo>
                    <a:pt x="1881" y="801"/>
                    <a:pt x="1816" y="793"/>
                    <a:pt x="1760" y="785"/>
                  </a:cubicBezTo>
                  <a:lnTo>
                    <a:pt x="1516" y="785"/>
                  </a:lnTo>
                  <a:cubicBezTo>
                    <a:pt x="1403" y="785"/>
                    <a:pt x="1403" y="785"/>
                    <a:pt x="1460" y="776"/>
                  </a:cubicBezTo>
                  <a:cubicBezTo>
                    <a:pt x="1500" y="768"/>
                    <a:pt x="1541" y="760"/>
                    <a:pt x="1581" y="760"/>
                  </a:cubicBezTo>
                  <a:cubicBezTo>
                    <a:pt x="1638" y="760"/>
                    <a:pt x="1638" y="768"/>
                    <a:pt x="1638" y="768"/>
                  </a:cubicBezTo>
                  <a:lnTo>
                    <a:pt x="1638" y="776"/>
                  </a:lnTo>
                  <a:cubicBezTo>
                    <a:pt x="1678" y="776"/>
                    <a:pt x="1719" y="776"/>
                    <a:pt x="1760" y="768"/>
                  </a:cubicBezTo>
                  <a:cubicBezTo>
                    <a:pt x="1824" y="760"/>
                    <a:pt x="1824" y="752"/>
                    <a:pt x="1760" y="752"/>
                  </a:cubicBezTo>
                  <a:cubicBezTo>
                    <a:pt x="1824" y="752"/>
                    <a:pt x="1824" y="744"/>
                    <a:pt x="1824" y="736"/>
                  </a:cubicBezTo>
                  <a:cubicBezTo>
                    <a:pt x="1824" y="728"/>
                    <a:pt x="1824" y="712"/>
                    <a:pt x="1889" y="712"/>
                  </a:cubicBezTo>
                  <a:cubicBezTo>
                    <a:pt x="1889" y="703"/>
                    <a:pt x="1889" y="695"/>
                    <a:pt x="1824" y="695"/>
                  </a:cubicBezTo>
                  <a:lnTo>
                    <a:pt x="1768" y="695"/>
                  </a:lnTo>
                  <a:cubicBezTo>
                    <a:pt x="1889" y="687"/>
                    <a:pt x="1954" y="630"/>
                    <a:pt x="1833" y="630"/>
                  </a:cubicBezTo>
                  <a:lnTo>
                    <a:pt x="1833" y="622"/>
                  </a:lnTo>
                  <a:cubicBezTo>
                    <a:pt x="1897" y="614"/>
                    <a:pt x="1897" y="582"/>
                    <a:pt x="1841" y="582"/>
                  </a:cubicBezTo>
                  <a:lnTo>
                    <a:pt x="1841" y="566"/>
                  </a:lnTo>
                  <a:cubicBezTo>
                    <a:pt x="1905" y="558"/>
                    <a:pt x="1905" y="558"/>
                    <a:pt x="1841" y="549"/>
                  </a:cubicBezTo>
                  <a:lnTo>
                    <a:pt x="1784" y="549"/>
                  </a:lnTo>
                  <a:cubicBezTo>
                    <a:pt x="1841" y="549"/>
                    <a:pt x="1849" y="541"/>
                    <a:pt x="1849" y="525"/>
                  </a:cubicBezTo>
                  <a:cubicBezTo>
                    <a:pt x="1849" y="510"/>
                    <a:pt x="1849" y="504"/>
                    <a:pt x="1834" y="504"/>
                  </a:cubicBezTo>
                  <a:cubicBezTo>
                    <a:pt x="1826" y="504"/>
                    <a:pt x="1813" y="506"/>
                    <a:pt x="1792" y="509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970" y="493"/>
                    <a:pt x="1970" y="485"/>
                    <a:pt x="1792" y="485"/>
                  </a:cubicBezTo>
                  <a:cubicBezTo>
                    <a:pt x="1670" y="476"/>
                    <a:pt x="1670" y="468"/>
                    <a:pt x="1735" y="468"/>
                  </a:cubicBezTo>
                  <a:cubicBezTo>
                    <a:pt x="1792" y="468"/>
                    <a:pt x="1792" y="476"/>
                    <a:pt x="1792" y="476"/>
                  </a:cubicBezTo>
                  <a:lnTo>
                    <a:pt x="1914" y="476"/>
                  </a:lnTo>
                  <a:cubicBezTo>
                    <a:pt x="1914" y="476"/>
                    <a:pt x="1914" y="476"/>
                    <a:pt x="1849" y="468"/>
                  </a:cubicBezTo>
                  <a:cubicBezTo>
                    <a:pt x="1849" y="468"/>
                    <a:pt x="1849" y="468"/>
                    <a:pt x="1792" y="460"/>
                  </a:cubicBezTo>
                  <a:lnTo>
                    <a:pt x="1614" y="460"/>
                  </a:lnTo>
                  <a:cubicBezTo>
                    <a:pt x="1595" y="463"/>
                    <a:pt x="1582" y="464"/>
                    <a:pt x="1574" y="464"/>
                  </a:cubicBezTo>
                  <a:cubicBezTo>
                    <a:pt x="1557" y="464"/>
                    <a:pt x="1557" y="460"/>
                    <a:pt x="1557" y="460"/>
                  </a:cubicBezTo>
                  <a:cubicBezTo>
                    <a:pt x="1597" y="454"/>
                    <a:pt x="1637" y="449"/>
                    <a:pt x="1680" y="449"/>
                  </a:cubicBezTo>
                  <a:cubicBezTo>
                    <a:pt x="1698" y="449"/>
                    <a:pt x="1716" y="450"/>
                    <a:pt x="1735" y="452"/>
                  </a:cubicBezTo>
                  <a:cubicBezTo>
                    <a:pt x="1776" y="460"/>
                    <a:pt x="1816" y="460"/>
                    <a:pt x="1857" y="460"/>
                  </a:cubicBezTo>
                  <a:cubicBezTo>
                    <a:pt x="1914" y="460"/>
                    <a:pt x="1792" y="436"/>
                    <a:pt x="1678" y="428"/>
                  </a:cubicBezTo>
                  <a:lnTo>
                    <a:pt x="1735" y="428"/>
                  </a:lnTo>
                  <a:cubicBezTo>
                    <a:pt x="1792" y="428"/>
                    <a:pt x="1800" y="420"/>
                    <a:pt x="1800" y="412"/>
                  </a:cubicBezTo>
                  <a:cubicBezTo>
                    <a:pt x="1800" y="403"/>
                    <a:pt x="1800" y="403"/>
                    <a:pt x="1743" y="403"/>
                  </a:cubicBezTo>
                  <a:cubicBezTo>
                    <a:pt x="1703" y="403"/>
                    <a:pt x="1662" y="403"/>
                    <a:pt x="1622" y="395"/>
                  </a:cubicBezTo>
                  <a:cubicBezTo>
                    <a:pt x="1581" y="403"/>
                    <a:pt x="1541" y="403"/>
                    <a:pt x="1500" y="403"/>
                  </a:cubicBezTo>
                  <a:cubicBezTo>
                    <a:pt x="1500" y="403"/>
                    <a:pt x="1565" y="395"/>
                    <a:pt x="1622" y="387"/>
                  </a:cubicBezTo>
                  <a:cubicBezTo>
                    <a:pt x="1743" y="379"/>
                    <a:pt x="1800" y="371"/>
                    <a:pt x="1800" y="355"/>
                  </a:cubicBezTo>
                  <a:cubicBezTo>
                    <a:pt x="1808" y="347"/>
                    <a:pt x="1808" y="330"/>
                    <a:pt x="1865" y="330"/>
                  </a:cubicBezTo>
                  <a:cubicBezTo>
                    <a:pt x="1865" y="322"/>
                    <a:pt x="1865" y="314"/>
                    <a:pt x="1808" y="314"/>
                  </a:cubicBezTo>
                  <a:lnTo>
                    <a:pt x="1808" y="306"/>
                  </a:lnTo>
                  <a:cubicBezTo>
                    <a:pt x="1873" y="306"/>
                    <a:pt x="1873" y="298"/>
                    <a:pt x="1808" y="298"/>
                  </a:cubicBezTo>
                  <a:cubicBezTo>
                    <a:pt x="1751" y="290"/>
                    <a:pt x="1808" y="290"/>
                    <a:pt x="1808" y="282"/>
                  </a:cubicBezTo>
                  <a:cubicBezTo>
                    <a:pt x="1869" y="278"/>
                    <a:pt x="1899" y="276"/>
                    <a:pt x="1892" y="276"/>
                  </a:cubicBezTo>
                  <a:cubicBezTo>
                    <a:pt x="1885" y="276"/>
                    <a:pt x="1841" y="278"/>
                    <a:pt x="1751" y="282"/>
                  </a:cubicBezTo>
                  <a:cubicBezTo>
                    <a:pt x="1745" y="280"/>
                    <a:pt x="1738" y="280"/>
                    <a:pt x="1731" y="279"/>
                  </a:cubicBezTo>
                  <a:lnTo>
                    <a:pt x="1731" y="279"/>
                  </a:lnTo>
                  <a:cubicBezTo>
                    <a:pt x="1826" y="270"/>
                    <a:pt x="1860" y="258"/>
                    <a:pt x="1751" y="258"/>
                  </a:cubicBezTo>
                  <a:cubicBezTo>
                    <a:pt x="1751" y="258"/>
                    <a:pt x="1751" y="258"/>
                    <a:pt x="1816" y="249"/>
                  </a:cubicBezTo>
                  <a:cubicBezTo>
                    <a:pt x="1873" y="249"/>
                    <a:pt x="1873" y="249"/>
                    <a:pt x="1760" y="241"/>
                  </a:cubicBezTo>
                  <a:cubicBezTo>
                    <a:pt x="1638" y="241"/>
                    <a:pt x="1638" y="233"/>
                    <a:pt x="1760" y="233"/>
                  </a:cubicBezTo>
                  <a:cubicBezTo>
                    <a:pt x="1881" y="225"/>
                    <a:pt x="1881" y="209"/>
                    <a:pt x="1816" y="209"/>
                  </a:cubicBezTo>
                  <a:cubicBezTo>
                    <a:pt x="1703" y="209"/>
                    <a:pt x="1703" y="193"/>
                    <a:pt x="1760" y="185"/>
                  </a:cubicBezTo>
                  <a:cubicBezTo>
                    <a:pt x="1824" y="185"/>
                    <a:pt x="1824" y="176"/>
                    <a:pt x="1760" y="176"/>
                  </a:cubicBezTo>
                  <a:cubicBezTo>
                    <a:pt x="1824" y="176"/>
                    <a:pt x="1881" y="168"/>
                    <a:pt x="1824" y="168"/>
                  </a:cubicBezTo>
                  <a:cubicBezTo>
                    <a:pt x="1824" y="168"/>
                    <a:pt x="1824" y="165"/>
                    <a:pt x="1808" y="165"/>
                  </a:cubicBezTo>
                  <a:cubicBezTo>
                    <a:pt x="1799" y="165"/>
                    <a:pt x="1787" y="166"/>
                    <a:pt x="1768" y="168"/>
                  </a:cubicBezTo>
                  <a:lnTo>
                    <a:pt x="1646" y="160"/>
                  </a:lnTo>
                  <a:cubicBezTo>
                    <a:pt x="1619" y="160"/>
                    <a:pt x="1592" y="164"/>
                    <a:pt x="1565" y="164"/>
                  </a:cubicBezTo>
                  <a:cubicBezTo>
                    <a:pt x="1551" y="164"/>
                    <a:pt x="1538" y="163"/>
                    <a:pt x="1524" y="160"/>
                  </a:cubicBezTo>
                  <a:cubicBezTo>
                    <a:pt x="1468" y="160"/>
                    <a:pt x="1524" y="144"/>
                    <a:pt x="1711" y="136"/>
                  </a:cubicBezTo>
                  <a:lnTo>
                    <a:pt x="1824" y="128"/>
                  </a:lnTo>
                  <a:lnTo>
                    <a:pt x="1711" y="128"/>
                  </a:lnTo>
                  <a:cubicBezTo>
                    <a:pt x="1711" y="128"/>
                    <a:pt x="1711" y="120"/>
                    <a:pt x="1768" y="120"/>
                  </a:cubicBezTo>
                  <a:lnTo>
                    <a:pt x="1833" y="120"/>
                  </a:lnTo>
                  <a:cubicBezTo>
                    <a:pt x="1833" y="120"/>
                    <a:pt x="1833" y="112"/>
                    <a:pt x="1768" y="112"/>
                  </a:cubicBezTo>
                  <a:cubicBezTo>
                    <a:pt x="1654" y="112"/>
                    <a:pt x="1654" y="112"/>
                    <a:pt x="1711" y="103"/>
                  </a:cubicBezTo>
                  <a:cubicBezTo>
                    <a:pt x="1833" y="103"/>
                    <a:pt x="1833" y="95"/>
                    <a:pt x="1711" y="95"/>
                  </a:cubicBezTo>
                  <a:cubicBezTo>
                    <a:pt x="1589" y="95"/>
                    <a:pt x="1589" y="95"/>
                    <a:pt x="1711" y="87"/>
                  </a:cubicBezTo>
                  <a:cubicBezTo>
                    <a:pt x="1723" y="90"/>
                    <a:pt x="1735" y="91"/>
                    <a:pt x="1747" y="91"/>
                  </a:cubicBezTo>
                  <a:cubicBezTo>
                    <a:pt x="1775" y="91"/>
                    <a:pt x="1804" y="85"/>
                    <a:pt x="1833" y="79"/>
                  </a:cubicBezTo>
                  <a:lnTo>
                    <a:pt x="1776" y="79"/>
                  </a:lnTo>
                  <a:cubicBezTo>
                    <a:pt x="1654" y="79"/>
                    <a:pt x="1654" y="79"/>
                    <a:pt x="1711" y="71"/>
                  </a:cubicBezTo>
                  <a:cubicBezTo>
                    <a:pt x="1776" y="71"/>
                    <a:pt x="1776" y="71"/>
                    <a:pt x="1719" y="63"/>
                  </a:cubicBezTo>
                  <a:cubicBezTo>
                    <a:pt x="1719" y="55"/>
                    <a:pt x="1719" y="47"/>
                    <a:pt x="1776" y="47"/>
                  </a:cubicBezTo>
                  <a:cubicBezTo>
                    <a:pt x="1719" y="39"/>
                    <a:pt x="1719" y="39"/>
                    <a:pt x="1776" y="31"/>
                  </a:cubicBezTo>
                  <a:cubicBezTo>
                    <a:pt x="1841" y="22"/>
                    <a:pt x="1841" y="22"/>
                    <a:pt x="1776" y="22"/>
                  </a:cubicBezTo>
                  <a:lnTo>
                    <a:pt x="1597" y="22"/>
                  </a:lnTo>
                  <a:cubicBezTo>
                    <a:pt x="1597" y="31"/>
                    <a:pt x="1597" y="31"/>
                    <a:pt x="1541" y="31"/>
                  </a:cubicBezTo>
                  <a:cubicBezTo>
                    <a:pt x="1541" y="31"/>
                    <a:pt x="1541" y="22"/>
                    <a:pt x="1541" y="22"/>
                  </a:cubicBezTo>
                  <a:cubicBezTo>
                    <a:pt x="1541" y="14"/>
                    <a:pt x="1541" y="14"/>
                    <a:pt x="1484" y="6"/>
                  </a:cubicBezTo>
                  <a:cubicBezTo>
                    <a:pt x="1451" y="2"/>
                    <a:pt x="1405" y="0"/>
                    <a:pt x="1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2"/>
            <p:cNvSpPr/>
            <p:nvPr/>
          </p:nvSpPr>
          <p:spPr>
            <a:xfrm>
              <a:off x="4622963" y="2342378"/>
              <a:ext cx="37061" cy="106373"/>
            </a:xfrm>
            <a:custGeom>
              <a:avLst/>
              <a:gdLst/>
              <a:ahLst/>
              <a:cxnLst/>
              <a:rect l="l" t="t" r="r" b="b"/>
              <a:pathLst>
                <a:path w="2150" h="6171" extrusionOk="0">
                  <a:moveTo>
                    <a:pt x="519" y="118"/>
                  </a:moveTo>
                  <a:cubicBezTo>
                    <a:pt x="538" y="128"/>
                    <a:pt x="560" y="132"/>
                    <a:pt x="583" y="132"/>
                  </a:cubicBezTo>
                  <a:cubicBezTo>
                    <a:pt x="599" y="132"/>
                    <a:pt x="616" y="130"/>
                    <a:pt x="633" y="126"/>
                  </a:cubicBezTo>
                  <a:lnTo>
                    <a:pt x="633" y="118"/>
                  </a:lnTo>
                  <a:close/>
                  <a:moveTo>
                    <a:pt x="1468" y="126"/>
                  </a:moveTo>
                  <a:cubicBezTo>
                    <a:pt x="1533" y="126"/>
                    <a:pt x="1533" y="135"/>
                    <a:pt x="1533" y="143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3"/>
                    <a:pt x="1411" y="135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40"/>
                    <a:pt x="1468" y="240"/>
                  </a:cubicBezTo>
                  <a:lnTo>
                    <a:pt x="1468" y="232"/>
                  </a:ln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22" y="216"/>
                    <a:pt x="1363" y="216"/>
                    <a:pt x="1403" y="216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825" y="240"/>
                  </a:moveTo>
                  <a:lnTo>
                    <a:pt x="1768" y="248"/>
                  </a:lnTo>
                  <a:lnTo>
                    <a:pt x="1768" y="256"/>
                  </a:lnTo>
                  <a:cubicBezTo>
                    <a:pt x="1825" y="256"/>
                    <a:pt x="1825" y="256"/>
                    <a:pt x="1825" y="248"/>
                  </a:cubicBezTo>
                  <a:lnTo>
                    <a:pt x="1825" y="240"/>
                  </a:lnTo>
                  <a:close/>
                  <a:moveTo>
                    <a:pt x="1200" y="621"/>
                  </a:moveTo>
                  <a:cubicBezTo>
                    <a:pt x="1241" y="621"/>
                    <a:pt x="1282" y="629"/>
                    <a:pt x="1322" y="645"/>
                  </a:cubicBezTo>
                  <a:cubicBezTo>
                    <a:pt x="1305" y="649"/>
                    <a:pt x="1288" y="651"/>
                    <a:pt x="1272" y="651"/>
                  </a:cubicBezTo>
                  <a:cubicBezTo>
                    <a:pt x="1248" y="651"/>
                    <a:pt x="1224" y="647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lose/>
                  <a:moveTo>
                    <a:pt x="1144" y="670"/>
                  </a:moveTo>
                  <a:cubicBezTo>
                    <a:pt x="1079" y="670"/>
                    <a:pt x="1079" y="678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8"/>
                    <a:pt x="1200" y="670"/>
                    <a:pt x="1144" y="670"/>
                  </a:cubicBez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1002"/>
                  </a:moveTo>
                  <a:lnTo>
                    <a:pt x="1355" y="1018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400" y="1029"/>
                    <a:pt x="1382" y="1030"/>
                    <a:pt x="1364" y="1030"/>
                  </a:cubicBezTo>
                  <a:cubicBezTo>
                    <a:pt x="1321" y="1030"/>
                    <a:pt x="1281" y="1024"/>
                    <a:pt x="1241" y="1018"/>
                  </a:cubicBezTo>
                  <a:lnTo>
                    <a:pt x="1241" y="1002"/>
                  </a:lnTo>
                  <a:close/>
                  <a:moveTo>
                    <a:pt x="1468" y="1172"/>
                  </a:moveTo>
                  <a:cubicBezTo>
                    <a:pt x="1525" y="1172"/>
                    <a:pt x="1590" y="1172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9"/>
                  </a:cubicBezTo>
                  <a:lnTo>
                    <a:pt x="1468" y="1172"/>
                  </a:lnTo>
                  <a:close/>
                  <a:moveTo>
                    <a:pt x="1403" y="1237"/>
                  </a:moveTo>
                  <a:lnTo>
                    <a:pt x="1403" y="1245"/>
                  </a:lnTo>
                  <a:cubicBezTo>
                    <a:pt x="1386" y="1249"/>
                    <a:pt x="1370" y="1251"/>
                    <a:pt x="1353" y="1251"/>
                  </a:cubicBezTo>
                  <a:cubicBezTo>
                    <a:pt x="1329" y="1251"/>
                    <a:pt x="1305" y="1247"/>
                    <a:pt x="1282" y="1237"/>
                  </a:cubicBezTo>
                  <a:close/>
                  <a:moveTo>
                    <a:pt x="1152" y="1375"/>
                  </a:moveTo>
                  <a:cubicBezTo>
                    <a:pt x="1157" y="1376"/>
                    <a:pt x="1217" y="1383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101" y="1376"/>
                    <a:pt x="1152" y="1375"/>
                  </a:cubicBezTo>
                  <a:close/>
                  <a:moveTo>
                    <a:pt x="1502" y="1435"/>
                  </a:moveTo>
                  <a:cubicBezTo>
                    <a:pt x="1526" y="1435"/>
                    <a:pt x="1550" y="1438"/>
                    <a:pt x="1573" y="1448"/>
                  </a:cubicBezTo>
                  <a:cubicBezTo>
                    <a:pt x="1611" y="1448"/>
                    <a:pt x="1595" y="1452"/>
                    <a:pt x="1546" y="1452"/>
                  </a:cubicBezTo>
                  <a:cubicBezTo>
                    <a:pt x="1522" y="1452"/>
                    <a:pt x="1490" y="1451"/>
                    <a:pt x="1452" y="1448"/>
                  </a:cubicBezTo>
                  <a:cubicBezTo>
                    <a:pt x="1452" y="1448"/>
                    <a:pt x="1452" y="1448"/>
                    <a:pt x="1452" y="1440"/>
                  </a:cubicBezTo>
                  <a:cubicBezTo>
                    <a:pt x="1469" y="1437"/>
                    <a:pt x="1485" y="1435"/>
                    <a:pt x="1502" y="1435"/>
                  </a:cubicBezTo>
                  <a:close/>
                  <a:moveTo>
                    <a:pt x="1565" y="1505"/>
                  </a:moveTo>
                  <a:lnTo>
                    <a:pt x="1565" y="1513"/>
                  </a:lnTo>
                  <a:cubicBezTo>
                    <a:pt x="1565" y="1517"/>
                    <a:pt x="1565" y="1519"/>
                    <a:pt x="1558" y="1519"/>
                  </a:cubicBezTo>
                  <a:cubicBezTo>
                    <a:pt x="1551" y="1519"/>
                    <a:pt x="1537" y="1517"/>
                    <a:pt x="1509" y="1513"/>
                  </a:cubicBezTo>
                  <a:lnTo>
                    <a:pt x="1565" y="1505"/>
                  </a:lnTo>
                  <a:close/>
                  <a:moveTo>
                    <a:pt x="1622" y="1586"/>
                  </a:move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close/>
                  <a:moveTo>
                    <a:pt x="1322" y="1626"/>
                  </a:moveTo>
                  <a:cubicBezTo>
                    <a:pt x="1379" y="1626"/>
                    <a:pt x="1379" y="1634"/>
                    <a:pt x="1379" y="1634"/>
                  </a:cubicBezTo>
                  <a:cubicBezTo>
                    <a:pt x="1379" y="1643"/>
                    <a:pt x="1379" y="1651"/>
                    <a:pt x="1322" y="1651"/>
                  </a:cubicBezTo>
                  <a:cubicBezTo>
                    <a:pt x="1322" y="1651"/>
                    <a:pt x="1257" y="1651"/>
                    <a:pt x="1257" y="1643"/>
                  </a:cubicBezTo>
                  <a:cubicBezTo>
                    <a:pt x="1257" y="1634"/>
                    <a:pt x="1322" y="1626"/>
                    <a:pt x="1322" y="1626"/>
                  </a:cubicBezTo>
                  <a:close/>
                  <a:moveTo>
                    <a:pt x="57" y="1716"/>
                  </a:moveTo>
                  <a:cubicBezTo>
                    <a:pt x="1" y="1716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24"/>
                    <a:pt x="98" y="1716"/>
                    <a:pt x="57" y="1716"/>
                  </a:cubicBezTo>
                  <a:close/>
                  <a:moveTo>
                    <a:pt x="2138" y="1710"/>
                  </a:moveTo>
                  <a:cubicBezTo>
                    <a:pt x="2130" y="1710"/>
                    <a:pt x="2116" y="1712"/>
                    <a:pt x="2092" y="1716"/>
                  </a:cubicBezTo>
                  <a:lnTo>
                    <a:pt x="2092" y="1732"/>
                  </a:lnTo>
                  <a:cubicBezTo>
                    <a:pt x="2149" y="1732"/>
                    <a:pt x="2149" y="1732"/>
                    <a:pt x="2149" y="1724"/>
                  </a:cubicBezTo>
                  <a:cubicBezTo>
                    <a:pt x="2149" y="1714"/>
                    <a:pt x="2149" y="1710"/>
                    <a:pt x="2138" y="1710"/>
                  </a:cubicBezTo>
                  <a:close/>
                  <a:moveTo>
                    <a:pt x="1359" y="1759"/>
                  </a:moveTo>
                  <a:cubicBezTo>
                    <a:pt x="1371" y="1759"/>
                    <a:pt x="1371" y="1763"/>
                    <a:pt x="1371" y="1772"/>
                  </a:cubicBezTo>
                  <a:cubicBezTo>
                    <a:pt x="1371" y="1780"/>
                    <a:pt x="1314" y="1780"/>
                    <a:pt x="1314" y="1780"/>
                  </a:cubicBezTo>
                  <a:cubicBezTo>
                    <a:pt x="1249" y="1780"/>
                    <a:pt x="1314" y="1772"/>
                    <a:pt x="1314" y="1764"/>
                  </a:cubicBezTo>
                  <a:cubicBezTo>
                    <a:pt x="1337" y="1761"/>
                    <a:pt x="1351" y="1759"/>
                    <a:pt x="1359" y="1759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902"/>
                  </a:cubicBezTo>
                  <a:cubicBezTo>
                    <a:pt x="1363" y="1902"/>
                    <a:pt x="1363" y="1902"/>
                    <a:pt x="1363" y="1894"/>
                  </a:cubicBez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3"/>
                  </a:lnTo>
                  <a:lnTo>
                    <a:pt x="1476" y="1951"/>
                  </a:lnTo>
                  <a:cubicBezTo>
                    <a:pt x="1467" y="1953"/>
                    <a:pt x="1456" y="1954"/>
                    <a:pt x="1446" y="1954"/>
                  </a:cubicBezTo>
                  <a:cubicBezTo>
                    <a:pt x="1420" y="1954"/>
                    <a:pt x="1391" y="1948"/>
                    <a:pt x="1363" y="1943"/>
                  </a:cubicBezTo>
                  <a:lnTo>
                    <a:pt x="1419" y="1934"/>
                  </a:lnTo>
                  <a:close/>
                  <a:moveTo>
                    <a:pt x="1330" y="2413"/>
                  </a:moveTo>
                  <a:lnTo>
                    <a:pt x="1330" y="2421"/>
                  </a:lnTo>
                  <a:cubicBezTo>
                    <a:pt x="1313" y="2424"/>
                    <a:pt x="1297" y="2426"/>
                    <a:pt x="1280" y="2426"/>
                  </a:cubicBezTo>
                  <a:cubicBezTo>
                    <a:pt x="1256" y="2426"/>
                    <a:pt x="1232" y="2422"/>
                    <a:pt x="1209" y="2413"/>
                  </a:cubicBezTo>
                  <a:close/>
                  <a:moveTo>
                    <a:pt x="1379" y="2591"/>
                  </a:moveTo>
                  <a:cubicBezTo>
                    <a:pt x="1379" y="2599"/>
                    <a:pt x="1379" y="2599"/>
                    <a:pt x="1322" y="2599"/>
                  </a:cubicBezTo>
                  <a:cubicBezTo>
                    <a:pt x="1282" y="2599"/>
                    <a:pt x="1241" y="2599"/>
                    <a:pt x="1200" y="2591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13"/>
                    <a:pt x="1792" y="2713"/>
                  </a:cubicBezTo>
                  <a:lnTo>
                    <a:pt x="1792" y="2721"/>
                  </a:lnTo>
                  <a:cubicBezTo>
                    <a:pt x="1780" y="2723"/>
                    <a:pt x="1769" y="2724"/>
                    <a:pt x="1757" y="2724"/>
                  </a:cubicBezTo>
                  <a:cubicBezTo>
                    <a:pt x="1728" y="2724"/>
                    <a:pt x="1699" y="2719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802"/>
                  </a:moveTo>
                  <a:lnTo>
                    <a:pt x="1427" y="2810"/>
                  </a:lnTo>
                  <a:lnTo>
                    <a:pt x="1427" y="2818"/>
                  </a:lnTo>
                  <a:cubicBezTo>
                    <a:pt x="1387" y="2818"/>
                    <a:pt x="1346" y="2818"/>
                    <a:pt x="1306" y="2810"/>
                  </a:cubicBezTo>
                  <a:lnTo>
                    <a:pt x="1371" y="2802"/>
                  </a:lnTo>
                  <a:close/>
                  <a:moveTo>
                    <a:pt x="1371" y="2899"/>
                  </a:moveTo>
                  <a:cubicBezTo>
                    <a:pt x="1399" y="2903"/>
                    <a:pt x="1397" y="2905"/>
                    <a:pt x="1389" y="2905"/>
                  </a:cubicBezTo>
                  <a:cubicBezTo>
                    <a:pt x="1381" y="2905"/>
                    <a:pt x="1367" y="2903"/>
                    <a:pt x="1371" y="2899"/>
                  </a:cubicBezTo>
                  <a:close/>
                  <a:moveTo>
                    <a:pt x="1324" y="3307"/>
                  </a:moveTo>
                  <a:cubicBezTo>
                    <a:pt x="1348" y="3307"/>
                    <a:pt x="1371" y="3311"/>
                    <a:pt x="1395" y="3321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21"/>
                    <a:pt x="1273" y="3313"/>
                  </a:cubicBezTo>
                  <a:cubicBezTo>
                    <a:pt x="1290" y="3309"/>
                    <a:pt x="1307" y="3307"/>
                    <a:pt x="1324" y="3307"/>
                  </a:cubicBezTo>
                  <a:close/>
                  <a:moveTo>
                    <a:pt x="1322" y="3605"/>
                  </a:moveTo>
                  <a:cubicBezTo>
                    <a:pt x="1355" y="3605"/>
                    <a:pt x="1395" y="3613"/>
                    <a:pt x="1436" y="3613"/>
                  </a:cubicBezTo>
                  <a:lnTo>
                    <a:pt x="1436" y="3621"/>
                  </a:lnTo>
                  <a:cubicBezTo>
                    <a:pt x="1424" y="3623"/>
                    <a:pt x="1412" y="3624"/>
                    <a:pt x="1400" y="3624"/>
                  </a:cubicBezTo>
                  <a:cubicBezTo>
                    <a:pt x="1371" y="3624"/>
                    <a:pt x="1343" y="3618"/>
                    <a:pt x="1314" y="3613"/>
                  </a:cubicBezTo>
                  <a:lnTo>
                    <a:pt x="1322" y="3605"/>
                  </a:lnTo>
                  <a:close/>
                  <a:moveTo>
                    <a:pt x="1760" y="4221"/>
                  </a:move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99" y="4321"/>
                    <a:pt x="1789" y="4321"/>
                    <a:pt x="1778" y="4321"/>
                  </a:cubicBezTo>
                  <a:cubicBezTo>
                    <a:pt x="1752" y="4321"/>
                    <a:pt x="1724" y="4316"/>
                    <a:pt x="1695" y="4310"/>
                  </a:cubicBezTo>
                  <a:lnTo>
                    <a:pt x="1752" y="4302"/>
                  </a:lnTo>
                  <a:close/>
                  <a:moveTo>
                    <a:pt x="1387" y="4359"/>
                  </a:move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63"/>
                    <a:pt x="1330" y="4361"/>
                    <a:pt x="1338" y="4361"/>
                  </a:cubicBezTo>
                  <a:cubicBezTo>
                    <a:pt x="1346" y="4361"/>
                    <a:pt x="1363" y="4363"/>
                    <a:pt x="1395" y="4367"/>
                  </a:cubicBezTo>
                  <a:lnTo>
                    <a:pt x="1387" y="4359"/>
                  </a:lnTo>
                  <a:close/>
                  <a:moveTo>
                    <a:pt x="1095" y="4399"/>
                  </a:moveTo>
                  <a:cubicBezTo>
                    <a:pt x="1091" y="4400"/>
                    <a:pt x="1088" y="4400"/>
                    <a:pt x="1085" y="4401"/>
                  </a:cubicBezTo>
                  <a:lnTo>
                    <a:pt x="1085" y="4401"/>
                  </a:lnTo>
                  <a:cubicBezTo>
                    <a:pt x="1095" y="4400"/>
                    <a:pt x="1109" y="4400"/>
                    <a:pt x="1127" y="4399"/>
                  </a:cubicBezTo>
                  <a:lnTo>
                    <a:pt x="1127" y="4399"/>
                  </a:lnTo>
                  <a:cubicBezTo>
                    <a:pt x="1117" y="4399"/>
                    <a:pt x="1107" y="4399"/>
                    <a:pt x="1095" y="4399"/>
                  </a:cubicBezTo>
                  <a:close/>
                  <a:moveTo>
                    <a:pt x="1085" y="4401"/>
                  </a:moveTo>
                  <a:cubicBezTo>
                    <a:pt x="1062" y="4402"/>
                    <a:pt x="1055" y="4403"/>
                    <a:pt x="1060" y="4403"/>
                  </a:cubicBezTo>
                  <a:cubicBezTo>
                    <a:pt x="1063" y="4403"/>
                    <a:pt x="1072" y="4402"/>
                    <a:pt x="1085" y="4401"/>
                  </a:cubicBezTo>
                  <a:close/>
                  <a:moveTo>
                    <a:pt x="1387" y="4415"/>
                  </a:moveTo>
                  <a:lnTo>
                    <a:pt x="1387" y="4424"/>
                  </a:lnTo>
                  <a:lnTo>
                    <a:pt x="1330" y="4424"/>
                  </a:lnTo>
                  <a:lnTo>
                    <a:pt x="1387" y="4415"/>
                  </a:lnTo>
                  <a:close/>
                  <a:moveTo>
                    <a:pt x="1273" y="4472"/>
                  </a:moveTo>
                  <a:cubicBezTo>
                    <a:pt x="1273" y="4476"/>
                    <a:pt x="1288" y="4478"/>
                    <a:pt x="1295" y="4478"/>
                  </a:cubicBezTo>
                  <a:cubicBezTo>
                    <a:pt x="1302" y="4478"/>
                    <a:pt x="1302" y="4476"/>
                    <a:pt x="1273" y="4472"/>
                  </a:cubicBezTo>
                  <a:close/>
                  <a:moveTo>
                    <a:pt x="1387" y="4488"/>
                  </a:moveTo>
                  <a:lnTo>
                    <a:pt x="1387" y="4496"/>
                  </a:lnTo>
                  <a:lnTo>
                    <a:pt x="1322" y="4496"/>
                  </a:lnTo>
                  <a:lnTo>
                    <a:pt x="1387" y="4488"/>
                  </a:lnTo>
                  <a:close/>
                  <a:moveTo>
                    <a:pt x="1500" y="4561"/>
                  </a:move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61"/>
                    <a:pt x="1363" y="4853"/>
                  </a:cubicBezTo>
                  <a:lnTo>
                    <a:pt x="1363" y="4845"/>
                  </a:lnTo>
                  <a:close/>
                  <a:moveTo>
                    <a:pt x="1598" y="5091"/>
                  </a:moveTo>
                  <a:cubicBezTo>
                    <a:pt x="1634" y="5091"/>
                    <a:pt x="1670" y="5095"/>
                    <a:pt x="1703" y="5105"/>
                  </a:cubicBezTo>
                  <a:cubicBezTo>
                    <a:pt x="1703" y="5113"/>
                    <a:pt x="1703" y="5113"/>
                    <a:pt x="1646" y="5113"/>
                  </a:cubicBezTo>
                  <a:cubicBezTo>
                    <a:pt x="1606" y="5113"/>
                    <a:pt x="1565" y="5105"/>
                    <a:pt x="1525" y="5096"/>
                  </a:cubicBezTo>
                  <a:cubicBezTo>
                    <a:pt x="1548" y="5093"/>
                    <a:pt x="1573" y="5091"/>
                    <a:pt x="1598" y="5091"/>
                  </a:cubicBezTo>
                  <a:close/>
                  <a:moveTo>
                    <a:pt x="1582" y="6110"/>
                  </a:moveTo>
                  <a:cubicBezTo>
                    <a:pt x="1622" y="6110"/>
                    <a:pt x="1663" y="6110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lose/>
                  <a:moveTo>
                    <a:pt x="1371" y="1"/>
                  </a:moveTo>
                  <a:cubicBezTo>
                    <a:pt x="1342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37"/>
                    <a:pt x="1298" y="37"/>
                  </a:cubicBezTo>
                  <a:cubicBezTo>
                    <a:pt x="1476" y="37"/>
                    <a:pt x="1476" y="37"/>
                    <a:pt x="1355" y="45"/>
                  </a:cubicBezTo>
                  <a:cubicBezTo>
                    <a:pt x="1241" y="45"/>
                    <a:pt x="1241" y="53"/>
                    <a:pt x="1233" y="53"/>
                  </a:cubicBezTo>
                  <a:cubicBezTo>
                    <a:pt x="1233" y="62"/>
                    <a:pt x="1233" y="62"/>
                    <a:pt x="1176" y="62"/>
                  </a:cubicBezTo>
                  <a:cubicBezTo>
                    <a:pt x="1136" y="62"/>
                    <a:pt x="1095" y="70"/>
                    <a:pt x="1055" y="78"/>
                  </a:cubicBezTo>
                  <a:cubicBezTo>
                    <a:pt x="1055" y="86"/>
                    <a:pt x="1055" y="86"/>
                    <a:pt x="1119" y="86"/>
                  </a:cubicBezTo>
                  <a:cubicBezTo>
                    <a:pt x="1130" y="84"/>
                    <a:pt x="1139" y="84"/>
                    <a:pt x="1145" y="84"/>
                  </a:cubicBezTo>
                  <a:cubicBezTo>
                    <a:pt x="1172" y="84"/>
                    <a:pt x="1153" y="96"/>
                    <a:pt x="1055" y="102"/>
                  </a:cubicBezTo>
                  <a:cubicBezTo>
                    <a:pt x="998" y="110"/>
                    <a:pt x="998" y="110"/>
                    <a:pt x="1111" y="110"/>
                  </a:cubicBezTo>
                  <a:cubicBezTo>
                    <a:pt x="1233" y="110"/>
                    <a:pt x="1233" y="126"/>
                    <a:pt x="1111" y="126"/>
                  </a:cubicBezTo>
                  <a:cubicBezTo>
                    <a:pt x="1111" y="126"/>
                    <a:pt x="1111" y="135"/>
                    <a:pt x="1111" y="143"/>
                  </a:cubicBezTo>
                  <a:cubicBezTo>
                    <a:pt x="1140" y="148"/>
                    <a:pt x="1169" y="154"/>
                    <a:pt x="1197" y="154"/>
                  </a:cubicBezTo>
                  <a:cubicBezTo>
                    <a:pt x="1209" y="154"/>
                    <a:pt x="1221" y="153"/>
                    <a:pt x="1233" y="151"/>
                  </a:cubicBezTo>
                  <a:cubicBezTo>
                    <a:pt x="1355" y="151"/>
                    <a:pt x="1355" y="151"/>
                    <a:pt x="1290" y="159"/>
                  </a:cubicBezTo>
                  <a:cubicBezTo>
                    <a:pt x="1249" y="167"/>
                    <a:pt x="1209" y="167"/>
                    <a:pt x="1168" y="167"/>
                  </a:cubicBezTo>
                  <a:cubicBezTo>
                    <a:pt x="1111" y="167"/>
                    <a:pt x="1111" y="175"/>
                    <a:pt x="1111" y="183"/>
                  </a:cubicBezTo>
                  <a:cubicBezTo>
                    <a:pt x="1111" y="191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8"/>
                    <a:pt x="1046" y="208"/>
                    <a:pt x="1111" y="208"/>
                  </a:cubicBezTo>
                  <a:cubicBezTo>
                    <a:pt x="1111" y="208"/>
                    <a:pt x="1111" y="216"/>
                    <a:pt x="1046" y="232"/>
                  </a:cubicBezTo>
                  <a:cubicBezTo>
                    <a:pt x="1006" y="243"/>
                    <a:pt x="1051" y="255"/>
                    <a:pt x="1124" y="255"/>
                  </a:cubicBezTo>
                  <a:cubicBezTo>
                    <a:pt x="1154" y="255"/>
                    <a:pt x="1189" y="253"/>
                    <a:pt x="1225" y="248"/>
                  </a:cubicBezTo>
                  <a:lnTo>
                    <a:pt x="1225" y="256"/>
                  </a:lnTo>
                  <a:cubicBezTo>
                    <a:pt x="1225" y="264"/>
                    <a:pt x="1282" y="264"/>
                    <a:pt x="1282" y="264"/>
                  </a:cubicBezTo>
                  <a:cubicBezTo>
                    <a:pt x="1346" y="264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9"/>
                  </a:cubicBezTo>
                  <a:lnTo>
                    <a:pt x="1103" y="289"/>
                  </a:lnTo>
                  <a:cubicBezTo>
                    <a:pt x="1046" y="289"/>
                    <a:pt x="1046" y="297"/>
                    <a:pt x="1103" y="313"/>
                  </a:cubicBezTo>
                  <a:cubicBezTo>
                    <a:pt x="1160" y="321"/>
                    <a:pt x="1225" y="329"/>
                    <a:pt x="1282" y="329"/>
                  </a:cubicBezTo>
                  <a:cubicBezTo>
                    <a:pt x="1338" y="329"/>
                    <a:pt x="1338" y="337"/>
                    <a:pt x="1338" y="337"/>
                  </a:cubicBezTo>
                  <a:lnTo>
                    <a:pt x="1282" y="337"/>
                  </a:lnTo>
                  <a:cubicBezTo>
                    <a:pt x="1160" y="337"/>
                    <a:pt x="1160" y="353"/>
                    <a:pt x="1282" y="362"/>
                  </a:cubicBezTo>
                  <a:lnTo>
                    <a:pt x="1217" y="362"/>
                  </a:lnTo>
                  <a:cubicBezTo>
                    <a:pt x="1160" y="362"/>
                    <a:pt x="1095" y="370"/>
                    <a:pt x="1160" y="402"/>
                  </a:cubicBezTo>
                  <a:cubicBezTo>
                    <a:pt x="1152" y="435"/>
                    <a:pt x="1152" y="459"/>
                    <a:pt x="1095" y="459"/>
                  </a:cubicBezTo>
                  <a:cubicBezTo>
                    <a:pt x="1030" y="459"/>
                    <a:pt x="1152" y="483"/>
                    <a:pt x="1273" y="499"/>
                  </a:cubicBezTo>
                  <a:cubicBezTo>
                    <a:pt x="1209" y="499"/>
                    <a:pt x="1209" y="507"/>
                    <a:pt x="1209" y="524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030" y="540"/>
                    <a:pt x="1030" y="540"/>
                    <a:pt x="1152" y="548"/>
                  </a:cubicBezTo>
                  <a:cubicBezTo>
                    <a:pt x="1265" y="556"/>
                    <a:pt x="1209" y="580"/>
                    <a:pt x="1087" y="580"/>
                  </a:cubicBezTo>
                  <a:cubicBezTo>
                    <a:pt x="1030" y="580"/>
                    <a:pt x="1030" y="589"/>
                    <a:pt x="1030" y="605"/>
                  </a:cubicBezTo>
                  <a:cubicBezTo>
                    <a:pt x="1087" y="613"/>
                    <a:pt x="1087" y="621"/>
                    <a:pt x="1087" y="637"/>
                  </a:cubicBezTo>
                  <a:cubicBezTo>
                    <a:pt x="1079" y="662"/>
                    <a:pt x="1079" y="662"/>
                    <a:pt x="1200" y="662"/>
                  </a:cubicBezTo>
                  <a:cubicBezTo>
                    <a:pt x="1322" y="662"/>
                    <a:pt x="1322" y="670"/>
                    <a:pt x="1322" y="686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26"/>
                    <a:pt x="1136" y="726"/>
                  </a:cubicBezTo>
                  <a:cubicBezTo>
                    <a:pt x="1136" y="726"/>
                    <a:pt x="1079" y="735"/>
                    <a:pt x="1079" y="751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9" y="783"/>
                  </a:cubicBezTo>
                  <a:cubicBezTo>
                    <a:pt x="1136" y="783"/>
                    <a:pt x="1192" y="791"/>
                    <a:pt x="1136" y="824"/>
                  </a:cubicBezTo>
                  <a:cubicBezTo>
                    <a:pt x="1136" y="832"/>
                    <a:pt x="1127" y="856"/>
                    <a:pt x="1192" y="856"/>
                  </a:cubicBezTo>
                  <a:cubicBezTo>
                    <a:pt x="1192" y="864"/>
                    <a:pt x="1192" y="864"/>
                    <a:pt x="1127" y="864"/>
                  </a:cubicBezTo>
                  <a:cubicBezTo>
                    <a:pt x="1014" y="864"/>
                    <a:pt x="1006" y="880"/>
                    <a:pt x="1127" y="889"/>
                  </a:cubicBezTo>
                  <a:cubicBezTo>
                    <a:pt x="1184" y="889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9"/>
                    <a:pt x="1249" y="929"/>
                    <a:pt x="1184" y="945"/>
                  </a:cubicBezTo>
                  <a:cubicBezTo>
                    <a:pt x="1127" y="945"/>
                    <a:pt x="1127" y="953"/>
                    <a:pt x="1127" y="962"/>
                  </a:cubicBezTo>
                  <a:cubicBezTo>
                    <a:pt x="1184" y="970"/>
                    <a:pt x="1176" y="1051"/>
                    <a:pt x="1119" y="1059"/>
                  </a:cubicBezTo>
                  <a:cubicBezTo>
                    <a:pt x="1176" y="1067"/>
                    <a:pt x="1176" y="1067"/>
                    <a:pt x="1176" y="1075"/>
                  </a:cubicBezTo>
                  <a:cubicBezTo>
                    <a:pt x="1055" y="1083"/>
                    <a:pt x="1119" y="1091"/>
                    <a:pt x="1233" y="1091"/>
                  </a:cubicBezTo>
                  <a:lnTo>
                    <a:pt x="1233" y="1083"/>
                  </a:lnTo>
                  <a:lnTo>
                    <a:pt x="1233" y="1075"/>
                  </a:lnTo>
                  <a:cubicBezTo>
                    <a:pt x="1355" y="1075"/>
                    <a:pt x="1355" y="1099"/>
                    <a:pt x="1176" y="1099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6"/>
                    <a:pt x="1290" y="1124"/>
                    <a:pt x="1176" y="1132"/>
                  </a:cubicBezTo>
                  <a:cubicBezTo>
                    <a:pt x="1055" y="1132"/>
                    <a:pt x="1055" y="1132"/>
                    <a:pt x="1176" y="1140"/>
                  </a:cubicBezTo>
                  <a:cubicBezTo>
                    <a:pt x="1411" y="1156"/>
                    <a:pt x="1468" y="1172"/>
                    <a:pt x="1233" y="1172"/>
                  </a:cubicBezTo>
                  <a:cubicBezTo>
                    <a:pt x="1168" y="1172"/>
                    <a:pt x="1111" y="1172"/>
                    <a:pt x="1046" y="1189"/>
                  </a:cubicBezTo>
                  <a:cubicBezTo>
                    <a:pt x="1075" y="1194"/>
                    <a:pt x="1104" y="1200"/>
                    <a:pt x="1132" y="1200"/>
                  </a:cubicBezTo>
                  <a:cubicBezTo>
                    <a:pt x="1144" y="1200"/>
                    <a:pt x="1156" y="1199"/>
                    <a:pt x="1168" y="1197"/>
                  </a:cubicBezTo>
                  <a:cubicBezTo>
                    <a:pt x="1201" y="1194"/>
                    <a:pt x="1224" y="1193"/>
                    <a:pt x="1240" y="1193"/>
                  </a:cubicBezTo>
                  <a:cubicBezTo>
                    <a:pt x="1281" y="1193"/>
                    <a:pt x="1257" y="1201"/>
                    <a:pt x="1168" y="1213"/>
                  </a:cubicBezTo>
                  <a:cubicBezTo>
                    <a:pt x="990" y="1229"/>
                    <a:pt x="990" y="1245"/>
                    <a:pt x="1103" y="1270"/>
                  </a:cubicBezTo>
                  <a:cubicBezTo>
                    <a:pt x="1192" y="1293"/>
                    <a:pt x="1216" y="1308"/>
                    <a:pt x="1175" y="1308"/>
                  </a:cubicBezTo>
                  <a:cubicBezTo>
                    <a:pt x="1160" y="1308"/>
                    <a:pt x="1136" y="1306"/>
                    <a:pt x="1103" y="1302"/>
                  </a:cubicBezTo>
                  <a:cubicBezTo>
                    <a:pt x="1042" y="1294"/>
                    <a:pt x="1012" y="1290"/>
                    <a:pt x="1005" y="1290"/>
                  </a:cubicBezTo>
                  <a:cubicBezTo>
                    <a:pt x="998" y="1290"/>
                    <a:pt x="1014" y="1294"/>
                    <a:pt x="1046" y="1302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79" y="1351"/>
                    <a:pt x="1119" y="1351"/>
                    <a:pt x="1160" y="1351"/>
                  </a:cubicBezTo>
                  <a:cubicBezTo>
                    <a:pt x="1038" y="1359"/>
                    <a:pt x="982" y="1375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16"/>
                  </a:cubicBezTo>
                  <a:cubicBezTo>
                    <a:pt x="1217" y="1424"/>
                    <a:pt x="1152" y="1432"/>
                    <a:pt x="1095" y="1440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56"/>
                    <a:pt x="1152" y="1464"/>
                    <a:pt x="1209" y="1472"/>
                  </a:cubicBezTo>
                  <a:cubicBezTo>
                    <a:pt x="1254" y="1478"/>
                    <a:pt x="1235" y="1484"/>
                    <a:pt x="1200" y="1484"/>
                  </a:cubicBezTo>
                  <a:cubicBezTo>
                    <a:pt x="1186" y="1484"/>
                    <a:pt x="1168" y="1483"/>
                    <a:pt x="1152" y="1480"/>
                  </a:cubicBezTo>
                  <a:cubicBezTo>
                    <a:pt x="1111" y="1480"/>
                    <a:pt x="1071" y="1480"/>
                    <a:pt x="1030" y="1497"/>
                  </a:cubicBezTo>
                  <a:cubicBezTo>
                    <a:pt x="1030" y="1505"/>
                    <a:pt x="1030" y="1513"/>
                    <a:pt x="1087" y="1513"/>
                  </a:cubicBezTo>
                  <a:cubicBezTo>
                    <a:pt x="1152" y="1513"/>
                    <a:pt x="1144" y="1562"/>
                    <a:pt x="1087" y="1570"/>
                  </a:cubicBezTo>
                  <a:cubicBezTo>
                    <a:pt x="1087" y="1570"/>
                    <a:pt x="1087" y="1578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8"/>
                  </a:cubicBezTo>
                  <a:cubicBezTo>
                    <a:pt x="1200" y="1626"/>
                    <a:pt x="1200" y="1634"/>
                    <a:pt x="1144" y="1634"/>
                  </a:cubicBezTo>
                  <a:cubicBezTo>
                    <a:pt x="1265" y="1643"/>
                    <a:pt x="1265" y="1643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22" y="1707"/>
                    <a:pt x="1200" y="1707"/>
                  </a:cubicBezTo>
                  <a:cubicBezTo>
                    <a:pt x="1200" y="1707"/>
                    <a:pt x="1200" y="1716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64"/>
                  </a:cubicBezTo>
                  <a:cubicBezTo>
                    <a:pt x="1198" y="1779"/>
                    <a:pt x="1146" y="1814"/>
                    <a:pt x="1223" y="1814"/>
                  </a:cubicBezTo>
                  <a:cubicBezTo>
                    <a:pt x="1230" y="1814"/>
                    <a:pt x="1239" y="1814"/>
                    <a:pt x="1249" y="1813"/>
                  </a:cubicBezTo>
                  <a:lnTo>
                    <a:pt x="1249" y="1829"/>
                  </a:lnTo>
                  <a:cubicBezTo>
                    <a:pt x="1192" y="1845"/>
                    <a:pt x="1192" y="1853"/>
                    <a:pt x="1249" y="1861"/>
                  </a:cubicBezTo>
                  <a:lnTo>
                    <a:pt x="1306" y="1861"/>
                  </a:lnTo>
                  <a:cubicBezTo>
                    <a:pt x="1265" y="1861"/>
                    <a:pt x="1225" y="1870"/>
                    <a:pt x="1192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65" y="1910"/>
                    <a:pt x="1225" y="1910"/>
                    <a:pt x="1184" y="1910"/>
                  </a:cubicBezTo>
                  <a:lnTo>
                    <a:pt x="1184" y="1918"/>
                  </a:lnTo>
                  <a:cubicBezTo>
                    <a:pt x="1306" y="1918"/>
                    <a:pt x="1306" y="1926"/>
                    <a:pt x="1249" y="1926"/>
                  </a:cubicBezTo>
                  <a:cubicBezTo>
                    <a:pt x="1184" y="1926"/>
                    <a:pt x="1184" y="1934"/>
                    <a:pt x="1184" y="1943"/>
                  </a:cubicBezTo>
                  <a:cubicBezTo>
                    <a:pt x="1222" y="1943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3"/>
                  </a:cubicBezTo>
                  <a:lnTo>
                    <a:pt x="1127" y="1943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67"/>
                  </a:cubicBezTo>
                  <a:cubicBezTo>
                    <a:pt x="1184" y="1973"/>
                    <a:pt x="1184" y="1978"/>
                    <a:pt x="1204" y="1978"/>
                  </a:cubicBezTo>
                  <a:cubicBezTo>
                    <a:pt x="1213" y="1978"/>
                    <a:pt x="1224" y="1977"/>
                    <a:pt x="1241" y="1975"/>
                  </a:cubicBezTo>
                  <a:cubicBezTo>
                    <a:pt x="1253" y="1973"/>
                    <a:pt x="1265" y="1972"/>
                    <a:pt x="1277" y="1972"/>
                  </a:cubicBezTo>
                  <a:cubicBezTo>
                    <a:pt x="1305" y="1972"/>
                    <a:pt x="1334" y="1977"/>
                    <a:pt x="1363" y="1983"/>
                  </a:cubicBezTo>
                  <a:cubicBezTo>
                    <a:pt x="1400" y="1983"/>
                    <a:pt x="1388" y="1987"/>
                    <a:pt x="1375" y="1987"/>
                  </a:cubicBezTo>
                  <a:cubicBezTo>
                    <a:pt x="1369" y="1987"/>
                    <a:pt x="1363" y="1986"/>
                    <a:pt x="1363" y="1983"/>
                  </a:cubicBezTo>
                  <a:cubicBezTo>
                    <a:pt x="1351" y="1981"/>
                    <a:pt x="1339" y="1980"/>
                    <a:pt x="1327" y="1980"/>
                  </a:cubicBezTo>
                  <a:cubicBezTo>
                    <a:pt x="1298" y="1980"/>
                    <a:pt x="1270" y="1985"/>
                    <a:pt x="1241" y="1991"/>
                  </a:cubicBezTo>
                  <a:cubicBezTo>
                    <a:pt x="1241" y="1999"/>
                    <a:pt x="1184" y="1999"/>
                    <a:pt x="1184" y="1999"/>
                  </a:cubicBezTo>
                  <a:cubicBezTo>
                    <a:pt x="1167" y="1998"/>
                    <a:pt x="1154" y="1998"/>
                    <a:pt x="1143" y="1998"/>
                  </a:cubicBezTo>
                  <a:cubicBezTo>
                    <a:pt x="1079" y="1998"/>
                    <a:pt x="1128" y="2017"/>
                    <a:pt x="1184" y="2024"/>
                  </a:cubicBezTo>
                  <a:cubicBezTo>
                    <a:pt x="1298" y="2040"/>
                    <a:pt x="1298" y="2048"/>
                    <a:pt x="1176" y="2048"/>
                  </a:cubicBezTo>
                  <a:cubicBezTo>
                    <a:pt x="1063" y="2048"/>
                    <a:pt x="1176" y="2064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8" y="2121"/>
                    <a:pt x="1298" y="2121"/>
                    <a:pt x="1233" y="2121"/>
                  </a:cubicBezTo>
                  <a:cubicBezTo>
                    <a:pt x="1176" y="2121"/>
                    <a:pt x="1176" y="2129"/>
                    <a:pt x="1176" y="2145"/>
                  </a:cubicBezTo>
                  <a:cubicBezTo>
                    <a:pt x="1168" y="2170"/>
                    <a:pt x="1168" y="2178"/>
                    <a:pt x="1233" y="2178"/>
                  </a:cubicBezTo>
                  <a:lnTo>
                    <a:pt x="1233" y="2194"/>
                  </a:lnTo>
                  <a:cubicBezTo>
                    <a:pt x="1111" y="2202"/>
                    <a:pt x="1168" y="2210"/>
                    <a:pt x="1290" y="2210"/>
                  </a:cubicBezTo>
                  <a:cubicBezTo>
                    <a:pt x="1290" y="2210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82" y="2380"/>
                  </a:cubicBezTo>
                  <a:cubicBezTo>
                    <a:pt x="1217" y="2380"/>
                    <a:pt x="1160" y="2388"/>
                    <a:pt x="1217" y="2388"/>
                  </a:cubicBezTo>
                  <a:cubicBezTo>
                    <a:pt x="1217" y="2388"/>
                    <a:pt x="1217" y="2405"/>
                    <a:pt x="1160" y="2413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40"/>
                    <a:pt x="1152" y="2445"/>
                  </a:cubicBezTo>
                  <a:cubicBezTo>
                    <a:pt x="1095" y="2453"/>
                    <a:pt x="1030" y="2461"/>
                    <a:pt x="1095" y="2461"/>
                  </a:cubicBezTo>
                  <a:cubicBezTo>
                    <a:pt x="1152" y="2470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26"/>
                  </a:cubicBezTo>
                  <a:cubicBezTo>
                    <a:pt x="1152" y="2526"/>
                    <a:pt x="1152" y="2543"/>
                    <a:pt x="1144" y="2551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2" y="2573"/>
                    <a:pt x="1061" y="2572"/>
                    <a:pt x="1054" y="2572"/>
                  </a:cubicBezTo>
                  <a:cubicBezTo>
                    <a:pt x="1034" y="2572"/>
                    <a:pt x="1045" y="2579"/>
                    <a:pt x="1087" y="2591"/>
                  </a:cubicBezTo>
                  <a:cubicBezTo>
                    <a:pt x="1087" y="2599"/>
                    <a:pt x="1209" y="2607"/>
                    <a:pt x="1200" y="2616"/>
                  </a:cubicBezTo>
                  <a:cubicBezTo>
                    <a:pt x="1212" y="2613"/>
                    <a:pt x="1224" y="2612"/>
                    <a:pt x="1236" y="2612"/>
                  </a:cubicBezTo>
                  <a:cubicBezTo>
                    <a:pt x="1265" y="2612"/>
                    <a:pt x="1293" y="2618"/>
                    <a:pt x="1322" y="2624"/>
                  </a:cubicBezTo>
                  <a:lnTo>
                    <a:pt x="1144" y="2624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72"/>
                  </a:cubicBezTo>
                  <a:cubicBezTo>
                    <a:pt x="1144" y="2688"/>
                    <a:pt x="1136" y="2697"/>
                    <a:pt x="1200" y="2705"/>
                  </a:cubicBezTo>
                  <a:cubicBezTo>
                    <a:pt x="1079" y="2713"/>
                    <a:pt x="1079" y="2761"/>
                    <a:pt x="1192" y="2761"/>
                  </a:cubicBezTo>
                  <a:cubicBezTo>
                    <a:pt x="1257" y="2761"/>
                    <a:pt x="1257" y="2770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802"/>
                    <a:pt x="1192" y="2810"/>
                    <a:pt x="1136" y="2818"/>
                  </a:cubicBezTo>
                  <a:cubicBezTo>
                    <a:pt x="1014" y="2826"/>
                    <a:pt x="1014" y="2826"/>
                    <a:pt x="1071" y="2834"/>
                  </a:cubicBezTo>
                  <a:cubicBezTo>
                    <a:pt x="1127" y="2851"/>
                    <a:pt x="1127" y="2867"/>
                    <a:pt x="1127" y="2875"/>
                  </a:cubicBezTo>
                  <a:cubicBezTo>
                    <a:pt x="1168" y="2891"/>
                    <a:pt x="1209" y="2891"/>
                    <a:pt x="1249" y="2891"/>
                  </a:cubicBezTo>
                  <a:cubicBezTo>
                    <a:pt x="1289" y="2891"/>
                    <a:pt x="1330" y="2891"/>
                    <a:pt x="1370" y="2899"/>
                  </a:cubicBezTo>
                  <a:lnTo>
                    <a:pt x="1370" y="2899"/>
                  </a:lnTo>
                  <a:cubicBezTo>
                    <a:pt x="1350" y="2895"/>
                    <a:pt x="1330" y="2893"/>
                    <a:pt x="1310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4"/>
                    <a:pt x="1184" y="2932"/>
                  </a:cubicBezTo>
                  <a:cubicBezTo>
                    <a:pt x="1184" y="2940"/>
                    <a:pt x="1184" y="2956"/>
                    <a:pt x="1184" y="2964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7"/>
                    <a:pt x="1119" y="3078"/>
                    <a:pt x="1233" y="3086"/>
                  </a:cubicBezTo>
                  <a:lnTo>
                    <a:pt x="1176" y="3086"/>
                  </a:lnTo>
                  <a:cubicBezTo>
                    <a:pt x="1119" y="3086"/>
                    <a:pt x="1119" y="3094"/>
                    <a:pt x="1119" y="3110"/>
                  </a:cubicBezTo>
                  <a:cubicBezTo>
                    <a:pt x="1119" y="3110"/>
                    <a:pt x="1176" y="3143"/>
                    <a:pt x="1168" y="3167"/>
                  </a:cubicBezTo>
                  <a:cubicBezTo>
                    <a:pt x="1168" y="3191"/>
                    <a:pt x="1168" y="3215"/>
                    <a:pt x="1225" y="3215"/>
                  </a:cubicBezTo>
                  <a:cubicBezTo>
                    <a:pt x="1225" y="3224"/>
                    <a:pt x="1225" y="3224"/>
                    <a:pt x="1168" y="3224"/>
                  </a:cubicBezTo>
                  <a:cubicBezTo>
                    <a:pt x="1151" y="3221"/>
                    <a:pt x="1140" y="3220"/>
                    <a:pt x="1131" y="3220"/>
                  </a:cubicBezTo>
                  <a:cubicBezTo>
                    <a:pt x="1111" y="3220"/>
                    <a:pt x="1111" y="3226"/>
                    <a:pt x="1111" y="3232"/>
                  </a:cubicBezTo>
                  <a:cubicBezTo>
                    <a:pt x="1144" y="3240"/>
                    <a:pt x="1184" y="3240"/>
                    <a:pt x="1225" y="3240"/>
                  </a:cubicBezTo>
                  <a:cubicBezTo>
                    <a:pt x="1290" y="3240"/>
                    <a:pt x="1290" y="3248"/>
                    <a:pt x="1225" y="3256"/>
                  </a:cubicBezTo>
                  <a:cubicBezTo>
                    <a:pt x="1168" y="3272"/>
                    <a:pt x="1160" y="3305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53"/>
                    <a:pt x="1160" y="3370"/>
                  </a:cubicBezTo>
                  <a:cubicBezTo>
                    <a:pt x="1160" y="3378"/>
                    <a:pt x="1160" y="3378"/>
                    <a:pt x="1095" y="3378"/>
                  </a:cubicBezTo>
                  <a:cubicBezTo>
                    <a:pt x="1038" y="3386"/>
                    <a:pt x="982" y="3386"/>
                    <a:pt x="1095" y="3386"/>
                  </a:cubicBezTo>
                  <a:cubicBezTo>
                    <a:pt x="1160" y="3402"/>
                    <a:pt x="1152" y="3426"/>
                    <a:pt x="1095" y="3442"/>
                  </a:cubicBezTo>
                  <a:cubicBezTo>
                    <a:pt x="1095" y="3451"/>
                    <a:pt x="1095" y="3451"/>
                    <a:pt x="1152" y="3451"/>
                  </a:cubicBezTo>
                  <a:lnTo>
                    <a:pt x="1217" y="3451"/>
                  </a:lnTo>
                  <a:cubicBezTo>
                    <a:pt x="1095" y="3459"/>
                    <a:pt x="1095" y="3459"/>
                    <a:pt x="1217" y="3467"/>
                  </a:cubicBezTo>
                  <a:cubicBezTo>
                    <a:pt x="1273" y="3467"/>
                    <a:pt x="1273" y="3475"/>
                    <a:pt x="1217" y="3475"/>
                  </a:cubicBezTo>
                  <a:cubicBezTo>
                    <a:pt x="1152" y="3483"/>
                    <a:pt x="1152" y="3491"/>
                    <a:pt x="1152" y="3491"/>
                  </a:cubicBezTo>
                  <a:cubicBezTo>
                    <a:pt x="1152" y="3499"/>
                    <a:pt x="1209" y="3532"/>
                    <a:pt x="1209" y="3572"/>
                  </a:cubicBezTo>
                  <a:cubicBezTo>
                    <a:pt x="1200" y="3629"/>
                    <a:pt x="1200" y="3653"/>
                    <a:pt x="1265" y="3653"/>
                  </a:cubicBezTo>
                  <a:cubicBezTo>
                    <a:pt x="1322" y="3661"/>
                    <a:pt x="1322" y="3661"/>
                    <a:pt x="1257" y="3661"/>
                  </a:cubicBezTo>
                  <a:cubicBezTo>
                    <a:pt x="1200" y="3670"/>
                    <a:pt x="1200" y="3678"/>
                    <a:pt x="1200" y="3686"/>
                  </a:cubicBezTo>
                  <a:cubicBezTo>
                    <a:pt x="1200" y="3694"/>
                    <a:pt x="1200" y="3702"/>
                    <a:pt x="1136" y="3702"/>
                  </a:cubicBezTo>
                  <a:cubicBezTo>
                    <a:pt x="1200" y="3710"/>
                    <a:pt x="1200" y="3710"/>
                    <a:pt x="1200" y="3718"/>
                  </a:cubicBezTo>
                  <a:cubicBezTo>
                    <a:pt x="1136" y="3718"/>
                    <a:pt x="1136" y="3726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1"/>
                  </a:cubicBezTo>
                  <a:cubicBezTo>
                    <a:pt x="1192" y="3751"/>
                    <a:pt x="1192" y="3767"/>
                    <a:pt x="1257" y="3775"/>
                  </a:cubicBezTo>
                  <a:cubicBezTo>
                    <a:pt x="1257" y="3783"/>
                    <a:pt x="1257" y="3791"/>
                    <a:pt x="1192" y="3791"/>
                  </a:cubicBezTo>
                  <a:cubicBezTo>
                    <a:pt x="1136" y="3799"/>
                    <a:pt x="1192" y="3832"/>
                    <a:pt x="1249" y="3840"/>
                  </a:cubicBezTo>
                  <a:cubicBezTo>
                    <a:pt x="1314" y="3840"/>
                    <a:pt x="1306" y="3848"/>
                    <a:pt x="1249" y="3848"/>
                  </a:cubicBezTo>
                  <a:cubicBezTo>
                    <a:pt x="1192" y="3848"/>
                    <a:pt x="1192" y="3856"/>
                    <a:pt x="1192" y="3864"/>
                  </a:cubicBezTo>
                  <a:lnTo>
                    <a:pt x="1127" y="3864"/>
                  </a:lnTo>
                  <a:cubicBezTo>
                    <a:pt x="1071" y="3864"/>
                    <a:pt x="1071" y="3864"/>
                    <a:pt x="1071" y="3880"/>
                  </a:cubicBezTo>
                  <a:cubicBezTo>
                    <a:pt x="1127" y="3888"/>
                    <a:pt x="1127" y="3921"/>
                    <a:pt x="1127" y="3937"/>
                  </a:cubicBezTo>
                  <a:cubicBezTo>
                    <a:pt x="1119" y="3978"/>
                    <a:pt x="1184" y="3986"/>
                    <a:pt x="1298" y="4002"/>
                  </a:cubicBezTo>
                  <a:lnTo>
                    <a:pt x="1419" y="4010"/>
                  </a:lnTo>
                  <a:lnTo>
                    <a:pt x="1119" y="4010"/>
                  </a:lnTo>
                  <a:cubicBezTo>
                    <a:pt x="1148" y="4016"/>
                    <a:pt x="1177" y="4022"/>
                    <a:pt x="1205" y="4022"/>
                  </a:cubicBezTo>
                  <a:cubicBezTo>
                    <a:pt x="1217" y="4022"/>
                    <a:pt x="1229" y="4021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9"/>
                    <a:pt x="1176" y="4067"/>
                    <a:pt x="1233" y="4075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15"/>
                  </a:cubicBezTo>
                  <a:cubicBezTo>
                    <a:pt x="1111" y="4124"/>
                    <a:pt x="1111" y="4140"/>
                    <a:pt x="1176" y="4148"/>
                  </a:cubicBezTo>
                  <a:cubicBezTo>
                    <a:pt x="1233" y="4148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97"/>
                  </a:lnTo>
                  <a:cubicBezTo>
                    <a:pt x="1290" y="4199"/>
                    <a:pt x="1285" y="4200"/>
                    <a:pt x="1278" y="4200"/>
                  </a:cubicBezTo>
                  <a:cubicBezTo>
                    <a:pt x="1261" y="4200"/>
                    <a:pt x="1233" y="4194"/>
                    <a:pt x="1233" y="4188"/>
                  </a:cubicBezTo>
                  <a:lnTo>
                    <a:pt x="1168" y="4197"/>
                  </a:lnTo>
                  <a:cubicBezTo>
                    <a:pt x="1168" y="4213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11" y="4237"/>
                    <a:pt x="1168" y="4245"/>
                  </a:cubicBezTo>
                  <a:cubicBezTo>
                    <a:pt x="1290" y="4253"/>
                    <a:pt x="1225" y="4261"/>
                    <a:pt x="1168" y="4261"/>
                  </a:cubicBezTo>
                  <a:cubicBezTo>
                    <a:pt x="1127" y="4259"/>
                    <a:pt x="1100" y="4257"/>
                    <a:pt x="1087" y="4257"/>
                  </a:cubicBezTo>
                  <a:cubicBezTo>
                    <a:pt x="1060" y="4257"/>
                    <a:pt x="1087" y="4264"/>
                    <a:pt x="1168" y="4286"/>
                  </a:cubicBezTo>
                  <a:cubicBezTo>
                    <a:pt x="1160" y="4294"/>
                    <a:pt x="1225" y="4326"/>
                    <a:pt x="1217" y="4351"/>
                  </a:cubicBezTo>
                  <a:cubicBezTo>
                    <a:pt x="1217" y="4375"/>
                    <a:pt x="1217" y="4391"/>
                    <a:pt x="1160" y="4399"/>
                  </a:cubicBezTo>
                  <a:cubicBezTo>
                    <a:pt x="1148" y="4399"/>
                    <a:pt x="1137" y="4399"/>
                    <a:pt x="1127" y="4399"/>
                  </a:cubicBezTo>
                  <a:lnTo>
                    <a:pt x="1127" y="4399"/>
                  </a:lnTo>
                  <a:cubicBezTo>
                    <a:pt x="1217" y="4401"/>
                    <a:pt x="1217" y="4409"/>
                    <a:pt x="1217" y="4424"/>
                  </a:cubicBezTo>
                  <a:cubicBezTo>
                    <a:pt x="1152" y="4448"/>
                    <a:pt x="1217" y="4464"/>
                    <a:pt x="1273" y="4472"/>
                  </a:cubicBezTo>
                  <a:cubicBezTo>
                    <a:pt x="1273" y="4464"/>
                    <a:pt x="1273" y="4456"/>
                    <a:pt x="1273" y="4456"/>
                  </a:cubicBezTo>
                  <a:cubicBezTo>
                    <a:pt x="1395" y="4456"/>
                    <a:pt x="1395" y="4464"/>
                    <a:pt x="1330" y="4480"/>
                  </a:cubicBezTo>
                  <a:cubicBezTo>
                    <a:pt x="1290" y="4488"/>
                    <a:pt x="1249" y="4488"/>
                    <a:pt x="1209" y="4488"/>
                  </a:cubicBezTo>
                  <a:cubicBezTo>
                    <a:pt x="1197" y="4486"/>
                    <a:pt x="1185" y="4485"/>
                    <a:pt x="1173" y="4485"/>
                  </a:cubicBezTo>
                  <a:cubicBezTo>
                    <a:pt x="1145" y="4485"/>
                    <a:pt x="1118" y="4491"/>
                    <a:pt x="1095" y="4496"/>
                  </a:cubicBezTo>
                  <a:cubicBezTo>
                    <a:pt x="1095" y="4502"/>
                    <a:pt x="1091" y="4508"/>
                    <a:pt x="1112" y="4508"/>
                  </a:cubicBezTo>
                  <a:cubicBezTo>
                    <a:pt x="1120" y="4508"/>
                    <a:pt x="1133" y="4507"/>
                    <a:pt x="1152" y="4505"/>
                  </a:cubicBezTo>
                  <a:cubicBezTo>
                    <a:pt x="1209" y="4505"/>
                    <a:pt x="1209" y="4505"/>
                    <a:pt x="1209" y="4513"/>
                  </a:cubicBezTo>
                  <a:cubicBezTo>
                    <a:pt x="1209" y="4521"/>
                    <a:pt x="1209" y="4529"/>
                    <a:pt x="1265" y="4537"/>
                  </a:cubicBezTo>
                  <a:cubicBezTo>
                    <a:pt x="1330" y="4537"/>
                    <a:pt x="1330" y="4545"/>
                    <a:pt x="1330" y="4553"/>
                  </a:cubicBezTo>
                  <a:cubicBezTo>
                    <a:pt x="1265" y="4561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78"/>
                    <a:pt x="1087" y="4578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64"/>
                    <a:pt x="1192" y="4780"/>
                  </a:cubicBezTo>
                  <a:cubicBezTo>
                    <a:pt x="1143" y="4794"/>
                    <a:pt x="1131" y="4814"/>
                    <a:pt x="1170" y="4814"/>
                  </a:cubicBezTo>
                  <a:cubicBezTo>
                    <a:pt x="1176" y="4814"/>
                    <a:pt x="1183" y="4814"/>
                    <a:pt x="1192" y="4813"/>
                  </a:cubicBezTo>
                  <a:cubicBezTo>
                    <a:pt x="1249" y="4813"/>
                    <a:pt x="1249" y="4845"/>
                    <a:pt x="1249" y="4894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32"/>
                    <a:pt x="1355" y="5040"/>
                  </a:cubicBezTo>
                  <a:cubicBezTo>
                    <a:pt x="1419" y="5048"/>
                    <a:pt x="1419" y="5048"/>
                    <a:pt x="1355" y="5048"/>
                  </a:cubicBezTo>
                  <a:cubicBezTo>
                    <a:pt x="1334" y="5044"/>
                    <a:pt x="1314" y="5042"/>
                    <a:pt x="1295" y="5042"/>
                  </a:cubicBezTo>
                  <a:cubicBezTo>
                    <a:pt x="1275" y="5042"/>
                    <a:pt x="1257" y="5044"/>
                    <a:pt x="1241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9" y="5072"/>
                    <a:pt x="1419" y="5072"/>
                  </a:cubicBezTo>
                  <a:cubicBezTo>
                    <a:pt x="1419" y="5080"/>
                    <a:pt x="1419" y="5080"/>
                    <a:pt x="1355" y="5080"/>
                  </a:cubicBezTo>
                  <a:lnTo>
                    <a:pt x="1225" y="5080"/>
                  </a:lnTo>
                  <a:lnTo>
                    <a:pt x="1225" y="5088"/>
                  </a:lnTo>
                  <a:cubicBezTo>
                    <a:pt x="1290" y="5088"/>
                    <a:pt x="1290" y="5096"/>
                    <a:pt x="1290" y="5096"/>
                  </a:cubicBezTo>
                  <a:cubicBezTo>
                    <a:pt x="1290" y="5105"/>
                    <a:pt x="1290" y="5105"/>
                    <a:pt x="1168" y="5105"/>
                  </a:cubicBezTo>
                  <a:cubicBezTo>
                    <a:pt x="1046" y="5105"/>
                    <a:pt x="1046" y="5113"/>
                    <a:pt x="1168" y="5121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61"/>
                  </a:cubicBezTo>
                  <a:cubicBezTo>
                    <a:pt x="1160" y="5169"/>
                    <a:pt x="1160" y="5178"/>
                    <a:pt x="1282" y="5186"/>
                  </a:cubicBezTo>
                  <a:cubicBezTo>
                    <a:pt x="1338" y="5186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26"/>
                  </a:cubicBezTo>
                  <a:cubicBezTo>
                    <a:pt x="1282" y="5234"/>
                    <a:pt x="1273" y="5283"/>
                    <a:pt x="1273" y="5340"/>
                  </a:cubicBezTo>
                  <a:cubicBezTo>
                    <a:pt x="1265" y="5405"/>
                    <a:pt x="1265" y="5453"/>
                    <a:pt x="1322" y="5453"/>
                  </a:cubicBezTo>
                  <a:cubicBezTo>
                    <a:pt x="1322" y="5461"/>
                    <a:pt x="1322" y="5461"/>
                    <a:pt x="1265" y="5461"/>
                  </a:cubicBezTo>
                  <a:cubicBezTo>
                    <a:pt x="1200" y="5461"/>
                    <a:pt x="1200" y="5469"/>
                    <a:pt x="1322" y="5478"/>
                  </a:cubicBezTo>
                  <a:cubicBezTo>
                    <a:pt x="1379" y="5486"/>
                    <a:pt x="1444" y="5486"/>
                    <a:pt x="1322" y="5486"/>
                  </a:cubicBezTo>
                  <a:cubicBezTo>
                    <a:pt x="1265" y="5486"/>
                    <a:pt x="1265" y="5502"/>
                    <a:pt x="1257" y="5534"/>
                  </a:cubicBezTo>
                  <a:cubicBezTo>
                    <a:pt x="1257" y="5551"/>
                    <a:pt x="1257" y="5583"/>
                    <a:pt x="1314" y="5583"/>
                  </a:cubicBezTo>
                  <a:cubicBezTo>
                    <a:pt x="1352" y="5592"/>
                    <a:pt x="1368" y="5596"/>
                    <a:pt x="1361" y="5596"/>
                  </a:cubicBezTo>
                  <a:cubicBezTo>
                    <a:pt x="1357" y="5596"/>
                    <a:pt x="1341" y="5594"/>
                    <a:pt x="1314" y="5591"/>
                  </a:cubicBezTo>
                  <a:cubicBezTo>
                    <a:pt x="1302" y="5590"/>
                    <a:pt x="1290" y="5590"/>
                    <a:pt x="1279" y="5590"/>
                  </a:cubicBezTo>
                  <a:cubicBezTo>
                    <a:pt x="1189" y="5590"/>
                    <a:pt x="1149" y="5618"/>
                    <a:pt x="1257" y="5640"/>
                  </a:cubicBezTo>
                  <a:cubicBezTo>
                    <a:pt x="1257" y="5648"/>
                    <a:pt x="1249" y="5656"/>
                    <a:pt x="1192" y="5656"/>
                  </a:cubicBezTo>
                  <a:cubicBezTo>
                    <a:pt x="1192" y="5664"/>
                    <a:pt x="1192" y="5672"/>
                    <a:pt x="1249" y="5688"/>
                  </a:cubicBezTo>
                  <a:cubicBezTo>
                    <a:pt x="1249" y="5696"/>
                    <a:pt x="1249" y="5729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2"/>
                    <a:pt x="1306" y="5775"/>
                    <a:pt x="1306" y="5778"/>
                  </a:cubicBezTo>
                  <a:cubicBezTo>
                    <a:pt x="1241" y="5778"/>
                    <a:pt x="1241" y="5810"/>
                    <a:pt x="1241" y="5867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8"/>
                    <a:pt x="1355" y="5996"/>
                    <a:pt x="1290" y="6005"/>
                  </a:cubicBezTo>
                  <a:cubicBezTo>
                    <a:pt x="1168" y="6013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53"/>
                    <a:pt x="1168" y="6078"/>
                    <a:pt x="1290" y="6086"/>
                  </a:cubicBezTo>
                  <a:cubicBezTo>
                    <a:pt x="1225" y="6086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63" y="6110"/>
                    <a:pt x="1022" y="6110"/>
                    <a:pt x="982" y="6118"/>
                  </a:cubicBezTo>
                  <a:cubicBezTo>
                    <a:pt x="1022" y="6126"/>
                    <a:pt x="1063" y="6126"/>
                    <a:pt x="1103" y="6126"/>
                  </a:cubicBezTo>
                  <a:lnTo>
                    <a:pt x="1103" y="6142"/>
                  </a:lnTo>
                  <a:cubicBezTo>
                    <a:pt x="1103" y="6142"/>
                    <a:pt x="1103" y="6150"/>
                    <a:pt x="1160" y="6150"/>
                  </a:cubicBezTo>
                  <a:cubicBezTo>
                    <a:pt x="1225" y="6150"/>
                    <a:pt x="1225" y="6150"/>
                    <a:pt x="1225" y="6159"/>
                  </a:cubicBezTo>
                  <a:cubicBezTo>
                    <a:pt x="1182" y="6159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9"/>
                  </a:cubicBezTo>
                  <a:cubicBezTo>
                    <a:pt x="1322" y="6159"/>
                    <a:pt x="1363" y="6159"/>
                    <a:pt x="1403" y="6167"/>
                  </a:cubicBezTo>
                  <a:lnTo>
                    <a:pt x="1517" y="6167"/>
                  </a:lnTo>
                  <a:cubicBezTo>
                    <a:pt x="1540" y="6169"/>
                    <a:pt x="1564" y="6170"/>
                    <a:pt x="1588" y="6170"/>
                  </a:cubicBezTo>
                  <a:cubicBezTo>
                    <a:pt x="1645" y="6170"/>
                    <a:pt x="1703" y="6164"/>
                    <a:pt x="1760" y="6159"/>
                  </a:cubicBezTo>
                  <a:cubicBezTo>
                    <a:pt x="1825" y="6126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6"/>
                  </a:cubicBezTo>
                  <a:cubicBezTo>
                    <a:pt x="1703" y="6086"/>
                    <a:pt x="1768" y="6078"/>
                    <a:pt x="1768" y="6078"/>
                  </a:cubicBezTo>
                  <a:cubicBezTo>
                    <a:pt x="1825" y="6078"/>
                    <a:pt x="1825" y="6045"/>
                    <a:pt x="1833" y="6013"/>
                  </a:cubicBezTo>
                  <a:cubicBezTo>
                    <a:pt x="1833" y="5964"/>
                    <a:pt x="1833" y="5948"/>
                    <a:pt x="1890" y="5940"/>
                  </a:cubicBezTo>
                  <a:cubicBezTo>
                    <a:pt x="1954" y="5932"/>
                    <a:pt x="1954" y="5923"/>
                    <a:pt x="1954" y="5923"/>
                  </a:cubicBezTo>
                  <a:cubicBezTo>
                    <a:pt x="1898" y="5923"/>
                    <a:pt x="1898" y="5883"/>
                    <a:pt x="1898" y="5826"/>
                  </a:cubicBezTo>
                  <a:cubicBezTo>
                    <a:pt x="1906" y="5778"/>
                    <a:pt x="1906" y="5729"/>
                    <a:pt x="1849" y="5729"/>
                  </a:cubicBezTo>
                  <a:cubicBezTo>
                    <a:pt x="1849" y="5721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72"/>
                    <a:pt x="1849" y="5656"/>
                    <a:pt x="1849" y="5656"/>
                  </a:cubicBezTo>
                  <a:cubicBezTo>
                    <a:pt x="1914" y="5656"/>
                    <a:pt x="1914" y="5648"/>
                    <a:pt x="1914" y="5632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75"/>
                    <a:pt x="1882" y="5542"/>
                    <a:pt x="1922" y="5534"/>
                  </a:cubicBezTo>
                  <a:cubicBezTo>
                    <a:pt x="1979" y="5526"/>
                    <a:pt x="1922" y="5518"/>
                    <a:pt x="1857" y="5510"/>
                  </a:cubicBezTo>
                  <a:cubicBezTo>
                    <a:pt x="1817" y="5510"/>
                    <a:pt x="1776" y="5510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6"/>
                  </a:cubicBezTo>
                  <a:cubicBezTo>
                    <a:pt x="1922" y="5478"/>
                    <a:pt x="1922" y="5469"/>
                    <a:pt x="1922" y="5469"/>
                  </a:cubicBezTo>
                  <a:cubicBezTo>
                    <a:pt x="1865" y="5469"/>
                    <a:pt x="1865" y="5437"/>
                    <a:pt x="1865" y="5388"/>
                  </a:cubicBezTo>
                  <a:cubicBezTo>
                    <a:pt x="1873" y="5323"/>
                    <a:pt x="1873" y="5299"/>
                    <a:pt x="1817" y="5299"/>
                  </a:cubicBezTo>
                  <a:cubicBezTo>
                    <a:pt x="1752" y="5299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105"/>
                    <a:pt x="1768" y="5096"/>
                  </a:cubicBezTo>
                  <a:lnTo>
                    <a:pt x="1825" y="5096"/>
                  </a:lnTo>
                  <a:cubicBezTo>
                    <a:pt x="1882" y="5096"/>
                    <a:pt x="1882" y="5088"/>
                    <a:pt x="1890" y="5056"/>
                  </a:cubicBezTo>
                  <a:cubicBezTo>
                    <a:pt x="1890" y="5048"/>
                    <a:pt x="1890" y="5040"/>
                    <a:pt x="1890" y="5040"/>
                  </a:cubicBezTo>
                  <a:cubicBezTo>
                    <a:pt x="1768" y="5040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75"/>
                  </a:cubicBezTo>
                  <a:cubicBezTo>
                    <a:pt x="1833" y="4951"/>
                    <a:pt x="1898" y="4910"/>
                    <a:pt x="1954" y="4910"/>
                  </a:cubicBezTo>
                  <a:cubicBezTo>
                    <a:pt x="1954" y="4910"/>
                    <a:pt x="1954" y="4910"/>
                    <a:pt x="1954" y="4902"/>
                  </a:cubicBezTo>
                  <a:cubicBezTo>
                    <a:pt x="1898" y="4894"/>
                    <a:pt x="1898" y="4878"/>
                    <a:pt x="1898" y="4869"/>
                  </a:cubicBezTo>
                  <a:cubicBezTo>
                    <a:pt x="1898" y="4845"/>
                    <a:pt x="1898" y="4845"/>
                    <a:pt x="1841" y="4845"/>
                  </a:cubicBezTo>
                  <a:cubicBezTo>
                    <a:pt x="1824" y="4848"/>
                    <a:pt x="1807" y="4850"/>
                    <a:pt x="1791" y="4850"/>
                  </a:cubicBezTo>
                  <a:cubicBezTo>
                    <a:pt x="1767" y="4850"/>
                    <a:pt x="1743" y="4847"/>
                    <a:pt x="1719" y="4837"/>
                  </a:cubicBezTo>
                  <a:lnTo>
                    <a:pt x="1784" y="4837"/>
                  </a:lnTo>
                  <a:cubicBezTo>
                    <a:pt x="1841" y="4837"/>
                    <a:pt x="1841" y="4821"/>
                    <a:pt x="1841" y="4788"/>
                  </a:cubicBezTo>
                  <a:cubicBezTo>
                    <a:pt x="1849" y="4756"/>
                    <a:pt x="1849" y="4740"/>
                    <a:pt x="1906" y="4732"/>
                  </a:cubicBezTo>
                  <a:lnTo>
                    <a:pt x="1849" y="4724"/>
                  </a:lnTo>
                  <a:cubicBezTo>
                    <a:pt x="1784" y="4715"/>
                    <a:pt x="1792" y="4707"/>
                    <a:pt x="1849" y="4707"/>
                  </a:cubicBezTo>
                  <a:cubicBezTo>
                    <a:pt x="1906" y="4707"/>
                    <a:pt x="1914" y="4675"/>
                    <a:pt x="1849" y="4659"/>
                  </a:cubicBezTo>
                  <a:cubicBezTo>
                    <a:pt x="1849" y="4651"/>
                    <a:pt x="1849" y="4642"/>
                    <a:pt x="1849" y="4642"/>
                  </a:cubicBezTo>
                  <a:cubicBezTo>
                    <a:pt x="1971" y="4634"/>
                    <a:pt x="1971" y="4618"/>
                    <a:pt x="1857" y="4610"/>
                  </a:cubicBezTo>
                  <a:cubicBezTo>
                    <a:pt x="1914" y="4610"/>
                    <a:pt x="1914" y="4602"/>
                    <a:pt x="1914" y="4594"/>
                  </a:cubicBezTo>
                  <a:cubicBezTo>
                    <a:pt x="1857" y="4578"/>
                    <a:pt x="1857" y="4553"/>
                    <a:pt x="1922" y="4553"/>
                  </a:cubicBezTo>
                  <a:lnTo>
                    <a:pt x="1922" y="4545"/>
                  </a:lnTo>
                  <a:cubicBezTo>
                    <a:pt x="1857" y="4537"/>
                    <a:pt x="1857" y="4529"/>
                    <a:pt x="1857" y="4521"/>
                  </a:cubicBezTo>
                  <a:cubicBezTo>
                    <a:pt x="1857" y="4513"/>
                    <a:pt x="1857" y="4505"/>
                    <a:pt x="1800" y="4496"/>
                  </a:cubicBezTo>
                  <a:cubicBezTo>
                    <a:pt x="1744" y="4496"/>
                    <a:pt x="1744" y="4488"/>
                    <a:pt x="1744" y="4488"/>
                  </a:cubicBezTo>
                  <a:cubicBezTo>
                    <a:pt x="1760" y="4485"/>
                    <a:pt x="1777" y="4483"/>
                    <a:pt x="1794" y="4483"/>
                  </a:cubicBezTo>
                  <a:cubicBezTo>
                    <a:pt x="1818" y="4483"/>
                    <a:pt x="1842" y="4487"/>
                    <a:pt x="1865" y="4496"/>
                  </a:cubicBezTo>
                  <a:cubicBezTo>
                    <a:pt x="1875" y="4498"/>
                    <a:pt x="1884" y="4499"/>
                    <a:pt x="1890" y="4499"/>
                  </a:cubicBezTo>
                  <a:cubicBezTo>
                    <a:pt x="1918" y="4499"/>
                    <a:pt x="1901" y="4484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8" y="4461"/>
                    <a:pt x="1873" y="4465"/>
                    <a:pt x="1884" y="4465"/>
                  </a:cubicBezTo>
                  <a:cubicBezTo>
                    <a:pt x="1893" y="4465"/>
                    <a:pt x="1889" y="4463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2"/>
                    <a:pt x="1809" y="4424"/>
                    <a:pt x="1809" y="4424"/>
                  </a:cubicBezTo>
                  <a:cubicBezTo>
                    <a:pt x="1865" y="4407"/>
                    <a:pt x="1865" y="4399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9"/>
                    <a:pt x="1809" y="4351"/>
                  </a:cubicBezTo>
                  <a:cubicBezTo>
                    <a:pt x="1930" y="4351"/>
                    <a:pt x="1930" y="4342"/>
                    <a:pt x="1873" y="4342"/>
                  </a:cubicBezTo>
                  <a:cubicBezTo>
                    <a:pt x="1809" y="4334"/>
                    <a:pt x="1809" y="4326"/>
                    <a:pt x="1809" y="4326"/>
                  </a:cubicBezTo>
                  <a:cubicBezTo>
                    <a:pt x="1873" y="4326"/>
                    <a:pt x="1873" y="4261"/>
                    <a:pt x="1882" y="4197"/>
                  </a:cubicBezTo>
                  <a:cubicBezTo>
                    <a:pt x="1841" y="4180"/>
                    <a:pt x="1800" y="4180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6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8"/>
                    <a:pt x="1825" y="4148"/>
                    <a:pt x="1760" y="4140"/>
                  </a:cubicBezTo>
                  <a:cubicBezTo>
                    <a:pt x="1703" y="4140"/>
                    <a:pt x="1703" y="4132"/>
                    <a:pt x="1760" y="4132"/>
                  </a:cubicBezTo>
                  <a:cubicBezTo>
                    <a:pt x="1825" y="4124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83"/>
                  </a:cubicBezTo>
                  <a:cubicBezTo>
                    <a:pt x="1740" y="4065"/>
                    <a:pt x="1718" y="4056"/>
                    <a:pt x="1761" y="4056"/>
                  </a:cubicBezTo>
                  <a:cubicBezTo>
                    <a:pt x="1775" y="4056"/>
                    <a:pt x="1796" y="4057"/>
                    <a:pt x="1825" y="4059"/>
                  </a:cubicBezTo>
                  <a:cubicBezTo>
                    <a:pt x="1836" y="4059"/>
                    <a:pt x="1845" y="4060"/>
                    <a:pt x="1853" y="4060"/>
                  </a:cubicBezTo>
                  <a:cubicBezTo>
                    <a:pt x="1936" y="4060"/>
                    <a:pt x="1879" y="4026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lnTo>
                    <a:pt x="1768" y="4010"/>
                  </a:lnTo>
                  <a:cubicBezTo>
                    <a:pt x="1768" y="4002"/>
                    <a:pt x="1768" y="3994"/>
                    <a:pt x="1833" y="3994"/>
                  </a:cubicBezTo>
                  <a:cubicBezTo>
                    <a:pt x="1833" y="3994"/>
                    <a:pt x="1833" y="3986"/>
                    <a:pt x="1776" y="3969"/>
                  </a:cubicBezTo>
                  <a:cubicBezTo>
                    <a:pt x="1654" y="3953"/>
                    <a:pt x="1711" y="3937"/>
                    <a:pt x="1833" y="3929"/>
                  </a:cubicBezTo>
                  <a:lnTo>
                    <a:pt x="1776" y="3913"/>
                  </a:lnTo>
                  <a:cubicBezTo>
                    <a:pt x="1654" y="3905"/>
                    <a:pt x="1598" y="3897"/>
                    <a:pt x="1719" y="3897"/>
                  </a:cubicBezTo>
                  <a:lnTo>
                    <a:pt x="1776" y="3897"/>
                  </a:lnTo>
                  <a:cubicBezTo>
                    <a:pt x="1654" y="3888"/>
                    <a:pt x="1719" y="3864"/>
                    <a:pt x="1841" y="3864"/>
                  </a:cubicBezTo>
                  <a:cubicBezTo>
                    <a:pt x="1898" y="3864"/>
                    <a:pt x="1898" y="3864"/>
                    <a:pt x="1898" y="3856"/>
                  </a:cubicBezTo>
                  <a:lnTo>
                    <a:pt x="1841" y="3856"/>
                  </a:lnTo>
                  <a:cubicBezTo>
                    <a:pt x="1800" y="3856"/>
                    <a:pt x="1760" y="3856"/>
                    <a:pt x="1719" y="3848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4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9"/>
                    <a:pt x="1906" y="3791"/>
                    <a:pt x="1906" y="3775"/>
                  </a:cubicBezTo>
                  <a:cubicBezTo>
                    <a:pt x="1849" y="3767"/>
                    <a:pt x="1849" y="3751"/>
                    <a:pt x="1906" y="3751"/>
                  </a:cubicBezTo>
                  <a:cubicBezTo>
                    <a:pt x="1906" y="3751"/>
                    <a:pt x="1906" y="3734"/>
                    <a:pt x="1849" y="3734"/>
                  </a:cubicBezTo>
                  <a:cubicBezTo>
                    <a:pt x="1849" y="3718"/>
                    <a:pt x="1849" y="3710"/>
                    <a:pt x="1906" y="3710"/>
                  </a:cubicBezTo>
                  <a:cubicBezTo>
                    <a:pt x="1971" y="3710"/>
                    <a:pt x="1971" y="3710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8"/>
                    <a:pt x="1849" y="3670"/>
                    <a:pt x="1849" y="3670"/>
                  </a:cubicBezTo>
                  <a:cubicBezTo>
                    <a:pt x="1792" y="3670"/>
                    <a:pt x="1792" y="3670"/>
                    <a:pt x="1792" y="3661"/>
                  </a:cubicBezTo>
                  <a:cubicBezTo>
                    <a:pt x="1792" y="3661"/>
                    <a:pt x="1849" y="3637"/>
                    <a:pt x="1849" y="3629"/>
                  </a:cubicBezTo>
                  <a:cubicBezTo>
                    <a:pt x="1854" y="3614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5"/>
                  </a:cubicBezTo>
                  <a:cubicBezTo>
                    <a:pt x="1792" y="3597"/>
                    <a:pt x="1857" y="3580"/>
                    <a:pt x="1857" y="3556"/>
                  </a:cubicBezTo>
                  <a:cubicBezTo>
                    <a:pt x="1857" y="3524"/>
                    <a:pt x="1857" y="3524"/>
                    <a:pt x="1800" y="3524"/>
                  </a:cubicBezTo>
                  <a:cubicBezTo>
                    <a:pt x="1760" y="3526"/>
                    <a:pt x="1733" y="3527"/>
                    <a:pt x="1719" y="3527"/>
                  </a:cubicBezTo>
                  <a:cubicBezTo>
                    <a:pt x="1692" y="3527"/>
                    <a:pt x="1719" y="3524"/>
                    <a:pt x="1800" y="3524"/>
                  </a:cubicBezTo>
                  <a:cubicBezTo>
                    <a:pt x="1922" y="3507"/>
                    <a:pt x="1922" y="3499"/>
                    <a:pt x="1857" y="3499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lnTo>
                    <a:pt x="1865" y="3459"/>
                  </a:lnTo>
                  <a:cubicBezTo>
                    <a:pt x="1865" y="3459"/>
                    <a:pt x="1865" y="3451"/>
                    <a:pt x="1865" y="3442"/>
                  </a:cubicBezTo>
                  <a:cubicBezTo>
                    <a:pt x="1744" y="3426"/>
                    <a:pt x="1809" y="3386"/>
                    <a:pt x="1865" y="3378"/>
                  </a:cubicBezTo>
                  <a:cubicBezTo>
                    <a:pt x="1865" y="3378"/>
                    <a:pt x="1865" y="3370"/>
                    <a:pt x="1809" y="3361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8" y="3330"/>
                    <a:pt x="1752" y="3303"/>
                    <a:pt x="1838" y="3303"/>
                  </a:cubicBezTo>
                  <a:cubicBezTo>
                    <a:pt x="1848" y="3303"/>
                    <a:pt x="1860" y="3304"/>
                    <a:pt x="1873" y="3305"/>
                  </a:cubicBezTo>
                  <a:lnTo>
                    <a:pt x="1995" y="3305"/>
                  </a:lnTo>
                  <a:cubicBezTo>
                    <a:pt x="1930" y="3297"/>
                    <a:pt x="1930" y="3288"/>
                    <a:pt x="1930" y="3288"/>
                  </a:cubicBezTo>
                  <a:cubicBezTo>
                    <a:pt x="1873" y="3288"/>
                    <a:pt x="1873" y="3280"/>
                    <a:pt x="1873" y="3256"/>
                  </a:cubicBezTo>
                  <a:cubicBezTo>
                    <a:pt x="1873" y="3248"/>
                    <a:pt x="1817" y="3215"/>
                    <a:pt x="1817" y="3199"/>
                  </a:cubicBezTo>
                  <a:cubicBezTo>
                    <a:pt x="1817" y="3183"/>
                    <a:pt x="1817" y="3167"/>
                    <a:pt x="1882" y="3159"/>
                  </a:cubicBezTo>
                  <a:cubicBezTo>
                    <a:pt x="1882" y="3151"/>
                    <a:pt x="1882" y="3143"/>
                    <a:pt x="1825" y="3126"/>
                  </a:cubicBezTo>
                  <a:cubicBezTo>
                    <a:pt x="1760" y="3118"/>
                    <a:pt x="1768" y="3110"/>
                    <a:pt x="1825" y="3110"/>
                  </a:cubicBezTo>
                  <a:lnTo>
                    <a:pt x="1825" y="3102"/>
                  </a:lnTo>
                  <a:cubicBezTo>
                    <a:pt x="1768" y="3086"/>
                    <a:pt x="1768" y="3078"/>
                    <a:pt x="1768" y="3078"/>
                  </a:cubicBezTo>
                  <a:cubicBezTo>
                    <a:pt x="1825" y="3078"/>
                    <a:pt x="1890" y="3070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9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61"/>
                    <a:pt x="1784" y="2745"/>
                    <a:pt x="1784" y="2745"/>
                  </a:cubicBezTo>
                  <a:cubicBezTo>
                    <a:pt x="1906" y="2745"/>
                    <a:pt x="1849" y="2705"/>
                    <a:pt x="1792" y="2688"/>
                  </a:cubicBezTo>
                  <a:cubicBezTo>
                    <a:pt x="1727" y="2680"/>
                    <a:pt x="1727" y="2672"/>
                    <a:pt x="1727" y="2664"/>
                  </a:cubicBezTo>
                  <a:cubicBezTo>
                    <a:pt x="1849" y="2664"/>
                    <a:pt x="1849" y="2640"/>
                    <a:pt x="1792" y="2624"/>
                  </a:cubicBezTo>
                  <a:cubicBezTo>
                    <a:pt x="1671" y="2624"/>
                    <a:pt x="1671" y="2616"/>
                    <a:pt x="1792" y="2616"/>
                  </a:cubicBezTo>
                  <a:cubicBezTo>
                    <a:pt x="1914" y="2616"/>
                    <a:pt x="1914" y="2599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1"/>
                    <a:pt x="1800" y="2551"/>
                  </a:cubicBezTo>
                  <a:cubicBezTo>
                    <a:pt x="1679" y="2551"/>
                    <a:pt x="1679" y="2543"/>
                    <a:pt x="1800" y="2534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87" y="2478"/>
                    <a:pt x="1800" y="2470"/>
                  </a:cubicBezTo>
                  <a:cubicBezTo>
                    <a:pt x="1800" y="2461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32"/>
                  </a:cubicBezTo>
                  <a:cubicBezTo>
                    <a:pt x="1873" y="2263"/>
                    <a:pt x="1873" y="2241"/>
                    <a:pt x="1838" y="2241"/>
                  </a:cubicBezTo>
                  <a:cubicBezTo>
                    <a:pt x="1832" y="2241"/>
                    <a:pt x="1825" y="2241"/>
                    <a:pt x="1817" y="2243"/>
                  </a:cubicBezTo>
                  <a:cubicBezTo>
                    <a:pt x="1793" y="2244"/>
                    <a:pt x="1775" y="2245"/>
                    <a:pt x="1760" y="2245"/>
                  </a:cubicBezTo>
                  <a:cubicBezTo>
                    <a:pt x="1699" y="2245"/>
                    <a:pt x="1718" y="2233"/>
                    <a:pt x="1817" y="2226"/>
                  </a:cubicBezTo>
                  <a:cubicBezTo>
                    <a:pt x="1817" y="2218"/>
                    <a:pt x="1882" y="2210"/>
                    <a:pt x="1882" y="2194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7"/>
                    <a:pt x="1890" y="2072"/>
                  </a:cubicBezTo>
                  <a:cubicBezTo>
                    <a:pt x="1890" y="2064"/>
                    <a:pt x="1890" y="2056"/>
                    <a:pt x="1833" y="2040"/>
                  </a:cubicBezTo>
                  <a:cubicBezTo>
                    <a:pt x="1768" y="2024"/>
                    <a:pt x="1768" y="2024"/>
                    <a:pt x="1833" y="2016"/>
                  </a:cubicBezTo>
                  <a:cubicBezTo>
                    <a:pt x="1890" y="2016"/>
                    <a:pt x="1954" y="1975"/>
                    <a:pt x="1833" y="1975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9" y="1943"/>
                    <a:pt x="1898" y="1934"/>
                  </a:cubicBezTo>
                  <a:lnTo>
                    <a:pt x="1954" y="1934"/>
                  </a:lnTo>
                  <a:cubicBezTo>
                    <a:pt x="1898" y="1926"/>
                    <a:pt x="1833" y="1918"/>
                    <a:pt x="1898" y="1910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3"/>
                    <a:pt x="1841" y="1877"/>
                    <a:pt x="1841" y="1870"/>
                  </a:cubicBezTo>
                  <a:cubicBezTo>
                    <a:pt x="1871" y="1858"/>
                    <a:pt x="1900" y="1850"/>
                    <a:pt x="1930" y="1850"/>
                  </a:cubicBezTo>
                  <a:cubicBezTo>
                    <a:pt x="1941" y="1850"/>
                    <a:pt x="1952" y="1851"/>
                    <a:pt x="1963" y="1853"/>
                  </a:cubicBezTo>
                  <a:cubicBezTo>
                    <a:pt x="2003" y="1848"/>
                    <a:pt x="2014" y="1842"/>
                    <a:pt x="1975" y="1842"/>
                  </a:cubicBezTo>
                  <a:cubicBezTo>
                    <a:pt x="1959" y="1842"/>
                    <a:pt x="1933" y="1843"/>
                    <a:pt x="1898" y="1845"/>
                  </a:cubicBezTo>
                  <a:cubicBezTo>
                    <a:pt x="1784" y="1845"/>
                    <a:pt x="1784" y="1845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7"/>
                  </a:cubicBezTo>
                  <a:cubicBezTo>
                    <a:pt x="1906" y="1780"/>
                    <a:pt x="1727" y="1756"/>
                    <a:pt x="1606" y="1748"/>
                  </a:cubicBezTo>
                  <a:cubicBezTo>
                    <a:pt x="1492" y="1748"/>
                    <a:pt x="1492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32"/>
                    <a:pt x="1792" y="1724"/>
                  </a:cubicBezTo>
                  <a:cubicBezTo>
                    <a:pt x="1727" y="1716"/>
                    <a:pt x="1727" y="1716"/>
                    <a:pt x="1792" y="1707"/>
                  </a:cubicBezTo>
                  <a:cubicBezTo>
                    <a:pt x="1849" y="1699"/>
                    <a:pt x="1914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9"/>
                    <a:pt x="1914" y="1651"/>
                    <a:pt x="1849" y="1651"/>
                  </a:cubicBezTo>
                  <a:cubicBezTo>
                    <a:pt x="1792" y="1651"/>
                    <a:pt x="1792" y="1643"/>
                    <a:pt x="1792" y="1634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86"/>
                    <a:pt x="1557" y="1586"/>
                    <a:pt x="1679" y="1578"/>
                  </a:cubicBezTo>
                  <a:cubicBezTo>
                    <a:pt x="1736" y="1578"/>
                    <a:pt x="1736" y="1570"/>
                    <a:pt x="1736" y="1562"/>
                  </a:cubicBezTo>
                  <a:cubicBezTo>
                    <a:pt x="1736" y="1562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44" y="1537"/>
                  </a:cubicBezTo>
                  <a:lnTo>
                    <a:pt x="1622" y="1537"/>
                  </a:lnTo>
                  <a:cubicBezTo>
                    <a:pt x="1679" y="1529"/>
                    <a:pt x="1744" y="1521"/>
                    <a:pt x="1800" y="1521"/>
                  </a:cubicBezTo>
                  <a:cubicBezTo>
                    <a:pt x="1744" y="1521"/>
                    <a:pt x="1679" y="1513"/>
                    <a:pt x="1744" y="1497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9" y="1448"/>
                    <a:pt x="1809" y="1448"/>
                  </a:cubicBezTo>
                  <a:cubicBezTo>
                    <a:pt x="1744" y="1448"/>
                    <a:pt x="1744" y="1440"/>
                    <a:pt x="1809" y="1416"/>
                  </a:cubicBezTo>
                  <a:cubicBezTo>
                    <a:pt x="1930" y="1383"/>
                    <a:pt x="1930" y="1383"/>
                    <a:pt x="1809" y="1383"/>
                  </a:cubicBezTo>
                  <a:cubicBezTo>
                    <a:pt x="1752" y="1383"/>
                    <a:pt x="1687" y="1383"/>
                    <a:pt x="1809" y="1375"/>
                  </a:cubicBezTo>
                  <a:cubicBezTo>
                    <a:pt x="1865" y="1367"/>
                    <a:pt x="1809" y="1359"/>
                    <a:pt x="1752" y="1343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80" y="1313"/>
                    <a:pt x="1509" y="1307"/>
                    <a:pt x="1538" y="1307"/>
                  </a:cubicBezTo>
                  <a:cubicBezTo>
                    <a:pt x="1550" y="1307"/>
                    <a:pt x="1562" y="1308"/>
                    <a:pt x="1573" y="1310"/>
                  </a:cubicBezTo>
                  <a:lnTo>
                    <a:pt x="1630" y="1310"/>
                  </a:lnTo>
                  <a:lnTo>
                    <a:pt x="1630" y="1318"/>
                  </a:lnTo>
                  <a:cubicBezTo>
                    <a:pt x="1695" y="1318"/>
                    <a:pt x="1752" y="1318"/>
                    <a:pt x="1752" y="1310"/>
                  </a:cubicBezTo>
                  <a:cubicBezTo>
                    <a:pt x="1817" y="1302"/>
                    <a:pt x="1817" y="1294"/>
                    <a:pt x="1752" y="1294"/>
                  </a:cubicBezTo>
                  <a:cubicBezTo>
                    <a:pt x="1817" y="1286"/>
                    <a:pt x="1817" y="1270"/>
                    <a:pt x="1817" y="1253"/>
                  </a:cubicBezTo>
                  <a:cubicBezTo>
                    <a:pt x="1817" y="1245"/>
                    <a:pt x="1817" y="1221"/>
                    <a:pt x="1882" y="1213"/>
                  </a:cubicBezTo>
                  <a:cubicBezTo>
                    <a:pt x="1882" y="1197"/>
                    <a:pt x="1882" y="1189"/>
                    <a:pt x="1817" y="1189"/>
                  </a:cubicBezTo>
                  <a:cubicBezTo>
                    <a:pt x="1703" y="1189"/>
                    <a:pt x="1703" y="1180"/>
                    <a:pt x="1760" y="1180"/>
                  </a:cubicBezTo>
                  <a:cubicBezTo>
                    <a:pt x="1882" y="1172"/>
                    <a:pt x="1946" y="1083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3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70"/>
                  </a:cubicBezTo>
                  <a:cubicBezTo>
                    <a:pt x="1898" y="962"/>
                    <a:pt x="1898" y="953"/>
                    <a:pt x="1833" y="945"/>
                  </a:cubicBezTo>
                  <a:cubicBezTo>
                    <a:pt x="1776" y="937"/>
                    <a:pt x="1719" y="937"/>
                    <a:pt x="1776" y="937"/>
                  </a:cubicBezTo>
                  <a:cubicBezTo>
                    <a:pt x="1833" y="937"/>
                    <a:pt x="1841" y="921"/>
                    <a:pt x="1841" y="897"/>
                  </a:cubicBezTo>
                  <a:cubicBezTo>
                    <a:pt x="1841" y="875"/>
                    <a:pt x="1841" y="868"/>
                    <a:pt x="1824" y="868"/>
                  </a:cubicBezTo>
                  <a:cubicBezTo>
                    <a:pt x="1816" y="868"/>
                    <a:pt x="1803" y="870"/>
                    <a:pt x="1784" y="872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24"/>
                    <a:pt x="1663" y="807"/>
                    <a:pt x="1727" y="807"/>
                  </a:cubicBezTo>
                  <a:cubicBezTo>
                    <a:pt x="1784" y="807"/>
                    <a:pt x="1784" y="816"/>
                    <a:pt x="1784" y="824"/>
                  </a:cubicBezTo>
                  <a:lnTo>
                    <a:pt x="1906" y="824"/>
                  </a:lnTo>
                  <a:cubicBezTo>
                    <a:pt x="1906" y="816"/>
                    <a:pt x="1906" y="816"/>
                    <a:pt x="1841" y="807"/>
                  </a:cubicBezTo>
                  <a:cubicBezTo>
                    <a:pt x="1841" y="807"/>
                    <a:pt x="1841" y="799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89" y="794"/>
                    <a:pt x="1577" y="795"/>
                    <a:pt x="1569" y="795"/>
                  </a:cubicBezTo>
                  <a:cubicBezTo>
                    <a:pt x="1549" y="795"/>
                    <a:pt x="1549" y="789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56" y="781"/>
                    <a:pt x="1785" y="787"/>
                    <a:pt x="1813" y="787"/>
                  </a:cubicBezTo>
                  <a:cubicBezTo>
                    <a:pt x="1825" y="787"/>
                    <a:pt x="1837" y="786"/>
                    <a:pt x="1849" y="783"/>
                  </a:cubicBezTo>
                  <a:cubicBezTo>
                    <a:pt x="1906" y="783"/>
                    <a:pt x="1784" y="751"/>
                    <a:pt x="1671" y="743"/>
                  </a:cubicBezTo>
                  <a:lnTo>
                    <a:pt x="1727" y="743"/>
                  </a:lnTo>
                  <a:cubicBezTo>
                    <a:pt x="1792" y="743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36" y="686"/>
                  </a:cubicBezTo>
                  <a:cubicBezTo>
                    <a:pt x="1715" y="690"/>
                    <a:pt x="1695" y="692"/>
                    <a:pt x="1675" y="692"/>
                  </a:cubicBezTo>
                  <a:cubicBezTo>
                    <a:pt x="1654" y="692"/>
                    <a:pt x="1634" y="690"/>
                    <a:pt x="1614" y="686"/>
                  </a:cubicBezTo>
                  <a:cubicBezTo>
                    <a:pt x="1594" y="690"/>
                    <a:pt x="1573" y="692"/>
                    <a:pt x="1553" y="692"/>
                  </a:cubicBezTo>
                  <a:cubicBezTo>
                    <a:pt x="1533" y="692"/>
                    <a:pt x="1513" y="690"/>
                    <a:pt x="1492" y="686"/>
                  </a:cubicBezTo>
                  <a:cubicBezTo>
                    <a:pt x="1492" y="686"/>
                    <a:pt x="1557" y="678"/>
                    <a:pt x="1614" y="670"/>
                  </a:cubicBezTo>
                  <a:cubicBezTo>
                    <a:pt x="1736" y="653"/>
                    <a:pt x="1792" y="637"/>
                    <a:pt x="1800" y="613"/>
                  </a:cubicBezTo>
                  <a:cubicBezTo>
                    <a:pt x="1800" y="597"/>
                    <a:pt x="1800" y="572"/>
                    <a:pt x="1857" y="564"/>
                  </a:cubicBezTo>
                  <a:cubicBezTo>
                    <a:pt x="1857" y="548"/>
                    <a:pt x="1857" y="548"/>
                    <a:pt x="1800" y="548"/>
                  </a:cubicBezTo>
                  <a:lnTo>
                    <a:pt x="1800" y="532"/>
                  </a:lnTo>
                  <a:cubicBezTo>
                    <a:pt x="1865" y="524"/>
                    <a:pt x="1865" y="507"/>
                    <a:pt x="1800" y="507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922" y="475"/>
                    <a:pt x="1922" y="475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24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lnTo>
                    <a:pt x="1509" y="475"/>
                  </a:lnTo>
                  <a:cubicBezTo>
                    <a:pt x="1546" y="475"/>
                    <a:pt x="1584" y="479"/>
                    <a:pt x="1624" y="479"/>
                  </a:cubicBezTo>
                  <a:cubicBezTo>
                    <a:pt x="1645" y="479"/>
                    <a:pt x="1665" y="478"/>
                    <a:pt x="1687" y="475"/>
                  </a:cubicBezTo>
                  <a:cubicBezTo>
                    <a:pt x="1809" y="475"/>
                    <a:pt x="1865" y="451"/>
                    <a:pt x="1744" y="451"/>
                  </a:cubicBezTo>
                  <a:cubicBezTo>
                    <a:pt x="1744" y="443"/>
                    <a:pt x="1744" y="443"/>
                    <a:pt x="1809" y="435"/>
                  </a:cubicBezTo>
                  <a:cubicBezTo>
                    <a:pt x="1865" y="435"/>
                    <a:pt x="1865" y="426"/>
                    <a:pt x="1752" y="418"/>
                  </a:cubicBezTo>
                  <a:cubicBezTo>
                    <a:pt x="1630" y="410"/>
                    <a:pt x="1630" y="410"/>
                    <a:pt x="1752" y="402"/>
                  </a:cubicBezTo>
                  <a:cubicBezTo>
                    <a:pt x="1873" y="386"/>
                    <a:pt x="1873" y="353"/>
                    <a:pt x="1809" y="353"/>
                  </a:cubicBezTo>
                  <a:cubicBezTo>
                    <a:pt x="1695" y="353"/>
                    <a:pt x="1695" y="337"/>
                    <a:pt x="1752" y="329"/>
                  </a:cubicBezTo>
                  <a:cubicBezTo>
                    <a:pt x="1817" y="321"/>
                    <a:pt x="1817" y="313"/>
                    <a:pt x="1752" y="305"/>
                  </a:cubicBezTo>
                  <a:cubicBezTo>
                    <a:pt x="1817" y="305"/>
                    <a:pt x="1873" y="297"/>
                    <a:pt x="1817" y="289"/>
                  </a:cubicBezTo>
                  <a:cubicBezTo>
                    <a:pt x="1817" y="289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9"/>
                  </a:cubicBezTo>
                  <a:lnTo>
                    <a:pt x="1638" y="272"/>
                  </a:lnTo>
                  <a:cubicBezTo>
                    <a:pt x="1610" y="278"/>
                    <a:pt x="1581" y="284"/>
                    <a:pt x="1552" y="284"/>
                  </a:cubicBezTo>
                  <a:cubicBezTo>
                    <a:pt x="1540" y="284"/>
                    <a:pt x="1529" y="283"/>
                    <a:pt x="1517" y="280"/>
                  </a:cubicBezTo>
                  <a:cubicBezTo>
                    <a:pt x="1460" y="280"/>
                    <a:pt x="1517" y="256"/>
                    <a:pt x="1703" y="240"/>
                  </a:cubicBezTo>
                  <a:lnTo>
                    <a:pt x="1817" y="224"/>
                  </a:lnTo>
                  <a:lnTo>
                    <a:pt x="1703" y="224"/>
                  </a:lnTo>
                  <a:cubicBezTo>
                    <a:pt x="1703" y="216"/>
                    <a:pt x="1703" y="208"/>
                    <a:pt x="1760" y="208"/>
                  </a:cubicBezTo>
                  <a:cubicBezTo>
                    <a:pt x="1825" y="208"/>
                    <a:pt x="1825" y="208"/>
                    <a:pt x="1825" y="199"/>
                  </a:cubicBezTo>
                  <a:lnTo>
                    <a:pt x="1760" y="199"/>
                  </a:lnTo>
                  <a:cubicBezTo>
                    <a:pt x="1646" y="199"/>
                    <a:pt x="1646" y="199"/>
                    <a:pt x="1703" y="191"/>
                  </a:cubicBezTo>
                  <a:cubicBezTo>
                    <a:pt x="1825" y="183"/>
                    <a:pt x="1825" y="175"/>
                    <a:pt x="1703" y="167"/>
                  </a:cubicBezTo>
                  <a:cubicBezTo>
                    <a:pt x="1582" y="167"/>
                    <a:pt x="1582" y="167"/>
                    <a:pt x="1703" y="159"/>
                  </a:cubicBezTo>
                  <a:cubicBezTo>
                    <a:pt x="1714" y="161"/>
                    <a:pt x="1725" y="162"/>
                    <a:pt x="1736" y="162"/>
                  </a:cubicBezTo>
                  <a:cubicBezTo>
                    <a:pt x="1765" y="162"/>
                    <a:pt x="1795" y="155"/>
                    <a:pt x="1825" y="143"/>
                  </a:cubicBezTo>
                  <a:lnTo>
                    <a:pt x="1768" y="143"/>
                  </a:lnTo>
                  <a:cubicBezTo>
                    <a:pt x="1646" y="143"/>
                    <a:pt x="1646" y="135"/>
                    <a:pt x="1703" y="135"/>
                  </a:cubicBezTo>
                  <a:cubicBezTo>
                    <a:pt x="1768" y="135"/>
                    <a:pt x="1768" y="126"/>
                    <a:pt x="1711" y="110"/>
                  </a:cubicBezTo>
                  <a:cubicBezTo>
                    <a:pt x="1711" y="94"/>
                    <a:pt x="1711" y="86"/>
                    <a:pt x="1768" y="86"/>
                  </a:cubicBezTo>
                  <a:cubicBezTo>
                    <a:pt x="1890" y="86"/>
                    <a:pt x="1890" y="86"/>
                    <a:pt x="1768" y="78"/>
                  </a:cubicBezTo>
                  <a:cubicBezTo>
                    <a:pt x="1711" y="70"/>
                    <a:pt x="1711" y="70"/>
                    <a:pt x="1768" y="62"/>
                  </a:cubicBezTo>
                  <a:cubicBezTo>
                    <a:pt x="1833" y="53"/>
                    <a:pt x="1833" y="53"/>
                    <a:pt x="1768" y="45"/>
                  </a:cubicBezTo>
                  <a:cubicBezTo>
                    <a:pt x="1744" y="42"/>
                    <a:pt x="1720" y="40"/>
                    <a:pt x="1694" y="40"/>
                  </a:cubicBezTo>
                  <a:cubicBezTo>
                    <a:pt x="1659" y="40"/>
                    <a:pt x="1623" y="44"/>
                    <a:pt x="1590" y="53"/>
                  </a:cubicBezTo>
                  <a:cubicBezTo>
                    <a:pt x="1590" y="62"/>
                    <a:pt x="1590" y="62"/>
                    <a:pt x="1533" y="62"/>
                  </a:cubicBezTo>
                  <a:lnTo>
                    <a:pt x="1533" y="45"/>
                  </a:lnTo>
                  <a:cubicBezTo>
                    <a:pt x="1533" y="37"/>
                    <a:pt x="1533" y="29"/>
                    <a:pt x="1476" y="13"/>
                  </a:cubicBezTo>
                  <a:cubicBezTo>
                    <a:pt x="1444" y="5"/>
                    <a:pt x="1399" y="1"/>
                    <a:pt x="1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2"/>
            <p:cNvSpPr/>
            <p:nvPr/>
          </p:nvSpPr>
          <p:spPr>
            <a:xfrm>
              <a:off x="4591384" y="2560795"/>
              <a:ext cx="37043" cy="62451"/>
            </a:xfrm>
            <a:custGeom>
              <a:avLst/>
              <a:gdLst/>
              <a:ahLst/>
              <a:cxnLst/>
              <a:rect l="l" t="t" r="r" b="b"/>
              <a:pathLst>
                <a:path w="2149" h="3623" extrusionOk="0">
                  <a:moveTo>
                    <a:pt x="519" y="63"/>
                  </a:moveTo>
                  <a:lnTo>
                    <a:pt x="519" y="71"/>
                  </a:lnTo>
                  <a:lnTo>
                    <a:pt x="633" y="71"/>
                  </a:lnTo>
                  <a:cubicBezTo>
                    <a:pt x="633" y="71"/>
                    <a:pt x="576" y="63"/>
                    <a:pt x="519" y="63"/>
                  </a:cubicBezTo>
                  <a:close/>
                  <a:moveTo>
                    <a:pt x="1468" y="71"/>
                  </a:moveTo>
                  <a:cubicBezTo>
                    <a:pt x="1533" y="71"/>
                    <a:pt x="1533" y="79"/>
                    <a:pt x="1533" y="79"/>
                  </a:cubicBezTo>
                  <a:cubicBezTo>
                    <a:pt x="1533" y="87"/>
                    <a:pt x="1533" y="87"/>
                    <a:pt x="1468" y="87"/>
                  </a:cubicBezTo>
                  <a:cubicBezTo>
                    <a:pt x="1451" y="87"/>
                    <a:pt x="1427" y="79"/>
                    <a:pt x="1411" y="79"/>
                  </a:cubicBezTo>
                  <a:lnTo>
                    <a:pt x="1468" y="71"/>
                  </a:lnTo>
                  <a:close/>
                  <a:moveTo>
                    <a:pt x="1403" y="120"/>
                  </a:moveTo>
                  <a:cubicBezTo>
                    <a:pt x="1524" y="120"/>
                    <a:pt x="1524" y="120"/>
                    <a:pt x="1524" y="128"/>
                  </a:cubicBezTo>
                  <a:cubicBezTo>
                    <a:pt x="1524" y="128"/>
                    <a:pt x="1524" y="136"/>
                    <a:pt x="1460" y="136"/>
                  </a:cubicBezTo>
                  <a:lnTo>
                    <a:pt x="1460" y="128"/>
                  </a:lnTo>
                  <a:lnTo>
                    <a:pt x="1289" y="128"/>
                  </a:lnTo>
                  <a:cubicBezTo>
                    <a:pt x="1322" y="128"/>
                    <a:pt x="1362" y="120"/>
                    <a:pt x="1403" y="120"/>
                  </a:cubicBezTo>
                  <a:close/>
                  <a:moveTo>
                    <a:pt x="1760" y="136"/>
                  </a:moveTo>
                  <a:lnTo>
                    <a:pt x="1760" y="144"/>
                  </a:lnTo>
                  <a:cubicBezTo>
                    <a:pt x="1824" y="144"/>
                    <a:pt x="1824" y="144"/>
                    <a:pt x="1824" y="136"/>
                  </a:cubicBezTo>
                  <a:close/>
                  <a:moveTo>
                    <a:pt x="1516" y="274"/>
                  </a:moveTo>
                  <a:cubicBezTo>
                    <a:pt x="1567" y="281"/>
                    <a:pt x="1618" y="282"/>
                    <a:pt x="1674" y="282"/>
                  </a:cubicBezTo>
                  <a:lnTo>
                    <a:pt x="1674" y="282"/>
                  </a:lnTo>
                  <a:cubicBezTo>
                    <a:pt x="1660" y="284"/>
                    <a:pt x="1645" y="287"/>
                    <a:pt x="1630" y="290"/>
                  </a:cubicBezTo>
                  <a:lnTo>
                    <a:pt x="1630" y="306"/>
                  </a:lnTo>
                  <a:lnTo>
                    <a:pt x="1573" y="290"/>
                  </a:lnTo>
                  <a:cubicBezTo>
                    <a:pt x="1544" y="284"/>
                    <a:pt x="1516" y="278"/>
                    <a:pt x="1487" y="278"/>
                  </a:cubicBezTo>
                  <a:cubicBezTo>
                    <a:pt x="1475" y="278"/>
                    <a:pt x="1463" y="279"/>
                    <a:pt x="1451" y="282"/>
                  </a:cubicBezTo>
                  <a:cubicBezTo>
                    <a:pt x="1435" y="282"/>
                    <a:pt x="1411" y="282"/>
                    <a:pt x="1395" y="274"/>
                  </a:cubicBezTo>
                  <a:close/>
                  <a:moveTo>
                    <a:pt x="1200" y="363"/>
                  </a:moveTo>
                  <a:cubicBezTo>
                    <a:pt x="1241" y="363"/>
                    <a:pt x="1281" y="363"/>
                    <a:pt x="1322" y="371"/>
                  </a:cubicBezTo>
                  <a:cubicBezTo>
                    <a:pt x="1301" y="375"/>
                    <a:pt x="1281" y="377"/>
                    <a:pt x="1261" y="377"/>
                  </a:cubicBezTo>
                  <a:cubicBezTo>
                    <a:pt x="1241" y="377"/>
                    <a:pt x="1220" y="375"/>
                    <a:pt x="1200" y="371"/>
                  </a:cubicBezTo>
                  <a:lnTo>
                    <a:pt x="1200" y="363"/>
                  </a:lnTo>
                  <a:close/>
                  <a:moveTo>
                    <a:pt x="1135" y="387"/>
                  </a:moveTo>
                  <a:cubicBezTo>
                    <a:pt x="1078" y="387"/>
                    <a:pt x="1078" y="387"/>
                    <a:pt x="1078" y="403"/>
                  </a:cubicBezTo>
                  <a:cubicBezTo>
                    <a:pt x="1095" y="403"/>
                    <a:pt x="1119" y="412"/>
                    <a:pt x="1135" y="412"/>
                  </a:cubicBezTo>
                  <a:cubicBezTo>
                    <a:pt x="1200" y="412"/>
                    <a:pt x="1200" y="403"/>
                    <a:pt x="1200" y="403"/>
                  </a:cubicBezTo>
                  <a:cubicBezTo>
                    <a:pt x="1257" y="395"/>
                    <a:pt x="1200" y="387"/>
                    <a:pt x="1135" y="387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74"/>
                    <a:pt x="1597" y="582"/>
                  </a:cubicBezTo>
                  <a:lnTo>
                    <a:pt x="1541" y="582"/>
                  </a:lnTo>
                  <a:lnTo>
                    <a:pt x="1476" y="574"/>
                  </a:lnTo>
                  <a:close/>
                  <a:moveTo>
                    <a:pt x="1241" y="582"/>
                  </a:moveTo>
                  <a:lnTo>
                    <a:pt x="1354" y="590"/>
                  </a:lnTo>
                  <a:cubicBezTo>
                    <a:pt x="1533" y="598"/>
                    <a:pt x="1533" y="598"/>
                    <a:pt x="1419" y="598"/>
                  </a:cubicBezTo>
                  <a:cubicBezTo>
                    <a:pt x="1400" y="600"/>
                    <a:pt x="1382" y="601"/>
                    <a:pt x="1364" y="601"/>
                  </a:cubicBezTo>
                  <a:cubicBezTo>
                    <a:pt x="1320" y="601"/>
                    <a:pt x="1278" y="596"/>
                    <a:pt x="1233" y="590"/>
                  </a:cubicBezTo>
                  <a:lnTo>
                    <a:pt x="1241" y="582"/>
                  </a:lnTo>
                  <a:close/>
                  <a:moveTo>
                    <a:pt x="1233" y="630"/>
                  </a:moveTo>
                  <a:cubicBezTo>
                    <a:pt x="1340" y="630"/>
                    <a:pt x="1352" y="637"/>
                    <a:pt x="1233" y="638"/>
                  </a:cubicBezTo>
                  <a:lnTo>
                    <a:pt x="1233" y="638"/>
                  </a:lnTo>
                  <a:lnTo>
                    <a:pt x="1233" y="630"/>
                  </a:lnTo>
                  <a:close/>
                  <a:moveTo>
                    <a:pt x="1646" y="687"/>
                  </a:moveTo>
                  <a:cubicBezTo>
                    <a:pt x="1703" y="695"/>
                    <a:pt x="1703" y="695"/>
                    <a:pt x="1581" y="695"/>
                  </a:cubicBezTo>
                  <a:lnTo>
                    <a:pt x="1468" y="687"/>
                  </a:lnTo>
                  <a:close/>
                  <a:moveTo>
                    <a:pt x="1281" y="720"/>
                  </a:moveTo>
                  <a:cubicBezTo>
                    <a:pt x="1346" y="720"/>
                    <a:pt x="1403" y="728"/>
                    <a:pt x="1403" y="728"/>
                  </a:cubicBezTo>
                  <a:lnTo>
                    <a:pt x="1281" y="728"/>
                  </a:lnTo>
                  <a:lnTo>
                    <a:pt x="1281" y="720"/>
                  </a:lnTo>
                  <a:close/>
                  <a:moveTo>
                    <a:pt x="1171" y="805"/>
                  </a:moveTo>
                  <a:cubicBezTo>
                    <a:pt x="1186" y="805"/>
                    <a:pt x="1199" y="811"/>
                    <a:pt x="1216" y="817"/>
                  </a:cubicBezTo>
                  <a:lnTo>
                    <a:pt x="1151" y="817"/>
                  </a:lnTo>
                  <a:cubicBezTo>
                    <a:pt x="1151" y="809"/>
                    <a:pt x="1095" y="809"/>
                    <a:pt x="1151" y="809"/>
                  </a:cubicBezTo>
                  <a:cubicBezTo>
                    <a:pt x="1159" y="806"/>
                    <a:pt x="1165" y="805"/>
                    <a:pt x="1171" y="805"/>
                  </a:cubicBezTo>
                  <a:close/>
                  <a:moveTo>
                    <a:pt x="1565" y="841"/>
                  </a:moveTo>
                  <a:cubicBezTo>
                    <a:pt x="1630" y="849"/>
                    <a:pt x="1565" y="849"/>
                    <a:pt x="1451" y="849"/>
                  </a:cubicBezTo>
                  <a:lnTo>
                    <a:pt x="1451" y="841"/>
                  </a:lnTo>
                  <a:close/>
                  <a:moveTo>
                    <a:pt x="1565" y="882"/>
                  </a:moveTo>
                  <a:cubicBezTo>
                    <a:pt x="1565" y="890"/>
                    <a:pt x="1565" y="890"/>
                    <a:pt x="1508" y="890"/>
                  </a:cubicBezTo>
                  <a:lnTo>
                    <a:pt x="1508" y="882"/>
                  </a:lnTo>
                  <a:close/>
                  <a:moveTo>
                    <a:pt x="1743" y="922"/>
                  </a:moveTo>
                  <a:cubicBezTo>
                    <a:pt x="1678" y="922"/>
                    <a:pt x="1622" y="930"/>
                    <a:pt x="1622" y="930"/>
                  </a:cubicBezTo>
                  <a:lnTo>
                    <a:pt x="1743" y="930"/>
                  </a:lnTo>
                  <a:lnTo>
                    <a:pt x="1743" y="922"/>
                  </a:lnTo>
                  <a:close/>
                  <a:moveTo>
                    <a:pt x="1322" y="947"/>
                  </a:moveTo>
                  <a:cubicBezTo>
                    <a:pt x="1378" y="947"/>
                    <a:pt x="1378" y="955"/>
                    <a:pt x="1378" y="955"/>
                  </a:cubicBezTo>
                  <a:cubicBezTo>
                    <a:pt x="1378" y="963"/>
                    <a:pt x="1378" y="963"/>
                    <a:pt x="1314" y="963"/>
                  </a:cubicBezTo>
                  <a:lnTo>
                    <a:pt x="1257" y="963"/>
                  </a:lnTo>
                  <a:cubicBezTo>
                    <a:pt x="1281" y="955"/>
                    <a:pt x="1297" y="955"/>
                    <a:pt x="1322" y="947"/>
                  </a:cubicBezTo>
                  <a:close/>
                  <a:moveTo>
                    <a:pt x="57" y="1003"/>
                  </a:moveTo>
                  <a:cubicBezTo>
                    <a:pt x="0" y="1003"/>
                    <a:pt x="0" y="1012"/>
                    <a:pt x="114" y="1012"/>
                  </a:cubicBezTo>
                  <a:lnTo>
                    <a:pt x="179" y="1012"/>
                  </a:lnTo>
                  <a:cubicBezTo>
                    <a:pt x="179" y="1012"/>
                    <a:pt x="114" y="1003"/>
                    <a:pt x="57" y="1003"/>
                  </a:cubicBezTo>
                  <a:close/>
                  <a:moveTo>
                    <a:pt x="2142" y="997"/>
                  </a:moveTo>
                  <a:cubicBezTo>
                    <a:pt x="2135" y="997"/>
                    <a:pt x="2120" y="999"/>
                    <a:pt x="2092" y="1003"/>
                  </a:cubicBezTo>
                  <a:cubicBezTo>
                    <a:pt x="2092" y="1003"/>
                    <a:pt x="2092" y="1012"/>
                    <a:pt x="2092" y="1012"/>
                  </a:cubicBezTo>
                  <a:cubicBezTo>
                    <a:pt x="2149" y="1012"/>
                    <a:pt x="2149" y="1012"/>
                    <a:pt x="2149" y="1003"/>
                  </a:cubicBezTo>
                  <a:cubicBezTo>
                    <a:pt x="2149" y="999"/>
                    <a:pt x="2149" y="997"/>
                    <a:pt x="2142" y="997"/>
                  </a:cubicBezTo>
                  <a:close/>
                  <a:moveTo>
                    <a:pt x="1314" y="1028"/>
                  </a:moveTo>
                  <a:cubicBezTo>
                    <a:pt x="1370" y="1028"/>
                    <a:pt x="1370" y="1028"/>
                    <a:pt x="1370" y="1036"/>
                  </a:cubicBezTo>
                  <a:cubicBezTo>
                    <a:pt x="1346" y="1036"/>
                    <a:pt x="1330" y="1044"/>
                    <a:pt x="1306" y="1044"/>
                  </a:cubicBezTo>
                  <a:cubicBezTo>
                    <a:pt x="1249" y="1036"/>
                    <a:pt x="1314" y="1036"/>
                    <a:pt x="1314" y="1028"/>
                  </a:cubicBezTo>
                  <a:close/>
                  <a:moveTo>
                    <a:pt x="1484" y="1101"/>
                  </a:moveTo>
                  <a:cubicBezTo>
                    <a:pt x="1541" y="1101"/>
                    <a:pt x="1541" y="1109"/>
                    <a:pt x="1419" y="1109"/>
                  </a:cubicBezTo>
                  <a:lnTo>
                    <a:pt x="1362" y="1109"/>
                  </a:lnTo>
                  <a:cubicBezTo>
                    <a:pt x="1362" y="1109"/>
                    <a:pt x="1419" y="1101"/>
                    <a:pt x="1484" y="1101"/>
                  </a:cubicBezTo>
                  <a:close/>
                  <a:moveTo>
                    <a:pt x="1419" y="1133"/>
                  </a:moveTo>
                  <a:lnTo>
                    <a:pt x="1476" y="1141"/>
                  </a:lnTo>
                  <a:lnTo>
                    <a:pt x="1362" y="1141"/>
                  </a:lnTo>
                  <a:lnTo>
                    <a:pt x="1419" y="1133"/>
                  </a:lnTo>
                  <a:close/>
                  <a:moveTo>
                    <a:pt x="1273" y="1409"/>
                  </a:moveTo>
                  <a:lnTo>
                    <a:pt x="1330" y="1417"/>
                  </a:lnTo>
                  <a:cubicBezTo>
                    <a:pt x="1316" y="1420"/>
                    <a:pt x="1303" y="1421"/>
                    <a:pt x="1289" y="1421"/>
                  </a:cubicBezTo>
                  <a:cubicBezTo>
                    <a:pt x="1262" y="1421"/>
                    <a:pt x="1235" y="1417"/>
                    <a:pt x="1208" y="1417"/>
                  </a:cubicBezTo>
                  <a:lnTo>
                    <a:pt x="1273" y="1409"/>
                  </a:lnTo>
                  <a:close/>
                  <a:moveTo>
                    <a:pt x="1378" y="1514"/>
                  </a:moveTo>
                  <a:cubicBezTo>
                    <a:pt x="1378" y="1522"/>
                    <a:pt x="1378" y="1522"/>
                    <a:pt x="1322" y="1522"/>
                  </a:cubicBezTo>
                  <a:cubicBezTo>
                    <a:pt x="1257" y="1522"/>
                    <a:pt x="1200" y="1514"/>
                    <a:pt x="1200" y="1514"/>
                  </a:cubicBezTo>
                  <a:close/>
                  <a:moveTo>
                    <a:pt x="1792" y="1587"/>
                  </a:moveTo>
                  <a:lnTo>
                    <a:pt x="1792" y="1595"/>
                  </a:lnTo>
                  <a:cubicBezTo>
                    <a:pt x="1751" y="1595"/>
                    <a:pt x="1711" y="1595"/>
                    <a:pt x="1670" y="1587"/>
                  </a:cubicBezTo>
                  <a:close/>
                  <a:moveTo>
                    <a:pt x="1427" y="1644"/>
                  </a:moveTo>
                  <a:lnTo>
                    <a:pt x="1427" y="1652"/>
                  </a:lnTo>
                  <a:cubicBezTo>
                    <a:pt x="1387" y="1652"/>
                    <a:pt x="1346" y="1652"/>
                    <a:pt x="1306" y="1644"/>
                  </a:cubicBezTo>
                  <a:close/>
                  <a:moveTo>
                    <a:pt x="1362" y="1701"/>
                  </a:moveTo>
                  <a:lnTo>
                    <a:pt x="1362" y="1701"/>
                  </a:lnTo>
                  <a:cubicBezTo>
                    <a:pt x="1395" y="1705"/>
                    <a:pt x="1395" y="1707"/>
                    <a:pt x="1387" y="1707"/>
                  </a:cubicBezTo>
                  <a:cubicBezTo>
                    <a:pt x="1378" y="1707"/>
                    <a:pt x="1362" y="1705"/>
                    <a:pt x="1362" y="1701"/>
                  </a:cubicBezTo>
                  <a:close/>
                  <a:moveTo>
                    <a:pt x="1334" y="1938"/>
                  </a:moveTo>
                  <a:cubicBezTo>
                    <a:pt x="1354" y="1938"/>
                    <a:pt x="1374" y="1940"/>
                    <a:pt x="1395" y="1944"/>
                  </a:cubicBezTo>
                  <a:cubicBezTo>
                    <a:pt x="1395" y="1952"/>
                    <a:pt x="1395" y="1952"/>
                    <a:pt x="1330" y="1952"/>
                  </a:cubicBezTo>
                  <a:cubicBezTo>
                    <a:pt x="1273" y="1952"/>
                    <a:pt x="1273" y="1944"/>
                    <a:pt x="1273" y="1944"/>
                  </a:cubicBezTo>
                  <a:cubicBezTo>
                    <a:pt x="1293" y="1940"/>
                    <a:pt x="1314" y="1938"/>
                    <a:pt x="1334" y="1938"/>
                  </a:cubicBezTo>
                  <a:close/>
                  <a:moveTo>
                    <a:pt x="1314" y="2114"/>
                  </a:moveTo>
                  <a:cubicBezTo>
                    <a:pt x="1378" y="2114"/>
                    <a:pt x="1435" y="2122"/>
                    <a:pt x="1435" y="2122"/>
                  </a:cubicBezTo>
                  <a:lnTo>
                    <a:pt x="1314" y="2122"/>
                  </a:lnTo>
                  <a:lnTo>
                    <a:pt x="1314" y="2114"/>
                  </a:lnTo>
                  <a:close/>
                  <a:moveTo>
                    <a:pt x="1695" y="2471"/>
                  </a:moveTo>
                  <a:cubicBezTo>
                    <a:pt x="1760" y="2471"/>
                    <a:pt x="1760" y="2479"/>
                    <a:pt x="1760" y="2479"/>
                  </a:cubicBezTo>
                  <a:lnTo>
                    <a:pt x="1638" y="2479"/>
                  </a:lnTo>
                  <a:lnTo>
                    <a:pt x="1695" y="2471"/>
                  </a:lnTo>
                  <a:close/>
                  <a:moveTo>
                    <a:pt x="1808" y="2528"/>
                  </a:moveTo>
                  <a:lnTo>
                    <a:pt x="1808" y="2536"/>
                  </a:lnTo>
                  <a:cubicBezTo>
                    <a:pt x="1776" y="2536"/>
                    <a:pt x="1735" y="2536"/>
                    <a:pt x="1695" y="2528"/>
                  </a:cubicBezTo>
                  <a:close/>
                  <a:moveTo>
                    <a:pt x="1337" y="2554"/>
                  </a:moveTo>
                  <a:cubicBezTo>
                    <a:pt x="1344" y="2554"/>
                    <a:pt x="1358" y="2556"/>
                    <a:pt x="1387" y="2560"/>
                  </a:cubicBezTo>
                  <a:cubicBezTo>
                    <a:pt x="1451" y="2560"/>
                    <a:pt x="1451" y="2568"/>
                    <a:pt x="1387" y="2568"/>
                  </a:cubicBezTo>
                  <a:cubicBezTo>
                    <a:pt x="1330" y="2568"/>
                    <a:pt x="1330" y="2568"/>
                    <a:pt x="1330" y="2560"/>
                  </a:cubicBezTo>
                  <a:cubicBezTo>
                    <a:pt x="1330" y="2556"/>
                    <a:pt x="1330" y="2554"/>
                    <a:pt x="1337" y="2554"/>
                  </a:cubicBezTo>
                  <a:close/>
                  <a:moveTo>
                    <a:pt x="1387" y="2593"/>
                  </a:moveTo>
                  <a:cubicBezTo>
                    <a:pt x="1387" y="2601"/>
                    <a:pt x="1387" y="2601"/>
                    <a:pt x="1330" y="2601"/>
                  </a:cubicBezTo>
                  <a:lnTo>
                    <a:pt x="1330" y="2593"/>
                  </a:lnTo>
                  <a:close/>
                  <a:moveTo>
                    <a:pt x="1273" y="2625"/>
                  </a:moveTo>
                  <a:cubicBezTo>
                    <a:pt x="1273" y="2629"/>
                    <a:pt x="1287" y="2631"/>
                    <a:pt x="1294" y="2631"/>
                  </a:cubicBezTo>
                  <a:cubicBezTo>
                    <a:pt x="1301" y="2631"/>
                    <a:pt x="1301" y="2629"/>
                    <a:pt x="1273" y="2625"/>
                  </a:cubicBezTo>
                  <a:close/>
                  <a:moveTo>
                    <a:pt x="1500" y="2674"/>
                  </a:moveTo>
                  <a:lnTo>
                    <a:pt x="1500" y="2682"/>
                  </a:lnTo>
                  <a:lnTo>
                    <a:pt x="1378" y="2682"/>
                  </a:lnTo>
                  <a:cubicBezTo>
                    <a:pt x="1378" y="2682"/>
                    <a:pt x="1435" y="2674"/>
                    <a:pt x="1500" y="2674"/>
                  </a:cubicBezTo>
                  <a:close/>
                  <a:moveTo>
                    <a:pt x="1419" y="2844"/>
                  </a:moveTo>
                  <a:cubicBezTo>
                    <a:pt x="1476" y="2852"/>
                    <a:pt x="1541" y="2852"/>
                    <a:pt x="1476" y="2852"/>
                  </a:cubicBezTo>
                  <a:lnTo>
                    <a:pt x="1362" y="2852"/>
                  </a:lnTo>
                  <a:cubicBezTo>
                    <a:pt x="1362" y="2852"/>
                    <a:pt x="1297" y="2844"/>
                    <a:pt x="1362" y="2844"/>
                  </a:cubicBezTo>
                  <a:close/>
                  <a:moveTo>
                    <a:pt x="1583" y="2986"/>
                  </a:moveTo>
                  <a:cubicBezTo>
                    <a:pt x="1624" y="2986"/>
                    <a:pt x="1665" y="2990"/>
                    <a:pt x="1703" y="2990"/>
                  </a:cubicBezTo>
                  <a:lnTo>
                    <a:pt x="1703" y="2998"/>
                  </a:lnTo>
                  <a:lnTo>
                    <a:pt x="1646" y="2998"/>
                  </a:lnTo>
                  <a:cubicBezTo>
                    <a:pt x="1605" y="2998"/>
                    <a:pt x="1565" y="2998"/>
                    <a:pt x="1524" y="2990"/>
                  </a:cubicBezTo>
                  <a:cubicBezTo>
                    <a:pt x="1543" y="2987"/>
                    <a:pt x="1563" y="2986"/>
                    <a:pt x="1583" y="2986"/>
                  </a:cubicBezTo>
                  <a:close/>
                  <a:moveTo>
                    <a:pt x="1622" y="3586"/>
                  </a:moveTo>
                  <a:cubicBezTo>
                    <a:pt x="1649" y="3586"/>
                    <a:pt x="1676" y="3590"/>
                    <a:pt x="1703" y="3590"/>
                  </a:cubicBezTo>
                  <a:cubicBezTo>
                    <a:pt x="1760" y="3594"/>
                    <a:pt x="1760" y="3596"/>
                    <a:pt x="1730" y="3596"/>
                  </a:cubicBezTo>
                  <a:cubicBezTo>
                    <a:pt x="1701" y="3596"/>
                    <a:pt x="1642" y="3594"/>
                    <a:pt x="1581" y="3590"/>
                  </a:cubicBezTo>
                  <a:cubicBezTo>
                    <a:pt x="1595" y="3587"/>
                    <a:pt x="1608" y="3586"/>
                    <a:pt x="1622" y="3586"/>
                  </a:cubicBezTo>
                  <a:close/>
                  <a:moveTo>
                    <a:pt x="1374" y="0"/>
                  </a:moveTo>
                  <a:cubicBezTo>
                    <a:pt x="1344" y="0"/>
                    <a:pt x="1330" y="2"/>
                    <a:pt x="1362" y="6"/>
                  </a:cubicBezTo>
                  <a:lnTo>
                    <a:pt x="1297" y="6"/>
                  </a:lnTo>
                  <a:cubicBezTo>
                    <a:pt x="1119" y="6"/>
                    <a:pt x="1119" y="14"/>
                    <a:pt x="1297" y="14"/>
                  </a:cubicBezTo>
                  <a:cubicBezTo>
                    <a:pt x="1476" y="14"/>
                    <a:pt x="1476" y="14"/>
                    <a:pt x="1354" y="22"/>
                  </a:cubicBezTo>
                  <a:cubicBezTo>
                    <a:pt x="1233" y="22"/>
                    <a:pt x="1233" y="22"/>
                    <a:pt x="1233" y="31"/>
                  </a:cubicBezTo>
                  <a:lnTo>
                    <a:pt x="1176" y="31"/>
                  </a:lnTo>
                  <a:cubicBezTo>
                    <a:pt x="1135" y="31"/>
                    <a:pt x="1095" y="39"/>
                    <a:pt x="1054" y="39"/>
                  </a:cubicBezTo>
                  <a:cubicBezTo>
                    <a:pt x="1054" y="47"/>
                    <a:pt x="1054" y="47"/>
                    <a:pt x="1111" y="47"/>
                  </a:cubicBezTo>
                  <a:cubicBezTo>
                    <a:pt x="1124" y="45"/>
                    <a:pt x="1134" y="44"/>
                    <a:pt x="1142" y="44"/>
                  </a:cubicBezTo>
                  <a:cubicBezTo>
                    <a:pt x="1171" y="44"/>
                    <a:pt x="1151" y="55"/>
                    <a:pt x="1054" y="55"/>
                  </a:cubicBezTo>
                  <a:cubicBezTo>
                    <a:pt x="989" y="63"/>
                    <a:pt x="989" y="63"/>
                    <a:pt x="1111" y="63"/>
                  </a:cubicBezTo>
                  <a:cubicBezTo>
                    <a:pt x="1233" y="63"/>
                    <a:pt x="1233" y="71"/>
                    <a:pt x="1111" y="71"/>
                  </a:cubicBezTo>
                  <a:lnTo>
                    <a:pt x="1111" y="79"/>
                  </a:lnTo>
                  <a:cubicBezTo>
                    <a:pt x="1151" y="87"/>
                    <a:pt x="1192" y="87"/>
                    <a:pt x="1233" y="87"/>
                  </a:cubicBezTo>
                  <a:lnTo>
                    <a:pt x="1289" y="87"/>
                  </a:lnTo>
                  <a:cubicBezTo>
                    <a:pt x="1233" y="95"/>
                    <a:pt x="1168" y="95"/>
                    <a:pt x="1168" y="95"/>
                  </a:cubicBezTo>
                  <a:cubicBezTo>
                    <a:pt x="1111" y="95"/>
                    <a:pt x="1111" y="95"/>
                    <a:pt x="1111" y="103"/>
                  </a:cubicBezTo>
                  <a:cubicBezTo>
                    <a:pt x="1111" y="103"/>
                    <a:pt x="1111" y="112"/>
                    <a:pt x="1168" y="112"/>
                  </a:cubicBezTo>
                  <a:lnTo>
                    <a:pt x="1111" y="112"/>
                  </a:lnTo>
                  <a:cubicBezTo>
                    <a:pt x="1111" y="120"/>
                    <a:pt x="1046" y="120"/>
                    <a:pt x="1111" y="120"/>
                  </a:cubicBezTo>
                  <a:cubicBezTo>
                    <a:pt x="1111" y="120"/>
                    <a:pt x="1111" y="120"/>
                    <a:pt x="1046" y="136"/>
                  </a:cubicBezTo>
                  <a:cubicBezTo>
                    <a:pt x="1006" y="142"/>
                    <a:pt x="1051" y="147"/>
                    <a:pt x="1124" y="147"/>
                  </a:cubicBezTo>
                  <a:cubicBezTo>
                    <a:pt x="1154" y="147"/>
                    <a:pt x="1189" y="146"/>
                    <a:pt x="1224" y="144"/>
                  </a:cubicBezTo>
                  <a:cubicBezTo>
                    <a:pt x="1241" y="152"/>
                    <a:pt x="1265" y="152"/>
                    <a:pt x="1281" y="152"/>
                  </a:cubicBezTo>
                  <a:cubicBezTo>
                    <a:pt x="1346" y="152"/>
                    <a:pt x="1346" y="152"/>
                    <a:pt x="1346" y="160"/>
                  </a:cubicBezTo>
                  <a:lnTo>
                    <a:pt x="1224" y="160"/>
                  </a:lnTo>
                  <a:cubicBezTo>
                    <a:pt x="1172" y="158"/>
                    <a:pt x="1130" y="157"/>
                    <a:pt x="1100" y="157"/>
                  </a:cubicBezTo>
                  <a:cubicBezTo>
                    <a:pt x="1029" y="157"/>
                    <a:pt x="1033" y="163"/>
                    <a:pt x="1160" y="168"/>
                  </a:cubicBezTo>
                  <a:lnTo>
                    <a:pt x="1103" y="168"/>
                  </a:lnTo>
                  <a:cubicBezTo>
                    <a:pt x="1046" y="168"/>
                    <a:pt x="1046" y="168"/>
                    <a:pt x="1103" y="176"/>
                  </a:cubicBezTo>
                  <a:cubicBezTo>
                    <a:pt x="1160" y="185"/>
                    <a:pt x="1216" y="185"/>
                    <a:pt x="1281" y="185"/>
                  </a:cubicBezTo>
                  <a:cubicBezTo>
                    <a:pt x="1338" y="185"/>
                    <a:pt x="1338" y="193"/>
                    <a:pt x="1338" y="193"/>
                  </a:cubicBezTo>
                  <a:lnTo>
                    <a:pt x="1281" y="193"/>
                  </a:lnTo>
                  <a:cubicBezTo>
                    <a:pt x="1160" y="193"/>
                    <a:pt x="1160" y="201"/>
                    <a:pt x="1281" y="209"/>
                  </a:cubicBezTo>
                  <a:lnTo>
                    <a:pt x="1216" y="209"/>
                  </a:lnTo>
                  <a:cubicBezTo>
                    <a:pt x="1160" y="209"/>
                    <a:pt x="1095" y="217"/>
                    <a:pt x="1151" y="233"/>
                  </a:cubicBezTo>
                  <a:cubicBezTo>
                    <a:pt x="1151" y="249"/>
                    <a:pt x="1151" y="266"/>
                    <a:pt x="1095" y="266"/>
                  </a:cubicBezTo>
                  <a:cubicBezTo>
                    <a:pt x="1030" y="266"/>
                    <a:pt x="1151" y="282"/>
                    <a:pt x="1273" y="290"/>
                  </a:cubicBezTo>
                  <a:cubicBezTo>
                    <a:pt x="1208" y="290"/>
                    <a:pt x="1208" y="298"/>
                    <a:pt x="1208" y="306"/>
                  </a:cubicBezTo>
                  <a:cubicBezTo>
                    <a:pt x="1208" y="314"/>
                    <a:pt x="1208" y="314"/>
                    <a:pt x="1151" y="314"/>
                  </a:cubicBezTo>
                  <a:cubicBezTo>
                    <a:pt x="1030" y="314"/>
                    <a:pt x="1030" y="314"/>
                    <a:pt x="1151" y="322"/>
                  </a:cubicBezTo>
                  <a:cubicBezTo>
                    <a:pt x="1265" y="322"/>
                    <a:pt x="1208" y="339"/>
                    <a:pt x="1087" y="339"/>
                  </a:cubicBezTo>
                  <a:cubicBezTo>
                    <a:pt x="1030" y="339"/>
                    <a:pt x="1022" y="339"/>
                    <a:pt x="1022" y="347"/>
                  </a:cubicBezTo>
                  <a:cubicBezTo>
                    <a:pt x="1087" y="355"/>
                    <a:pt x="1087" y="363"/>
                    <a:pt x="1087" y="371"/>
                  </a:cubicBezTo>
                  <a:cubicBezTo>
                    <a:pt x="1078" y="387"/>
                    <a:pt x="1078" y="387"/>
                    <a:pt x="1200" y="387"/>
                  </a:cubicBezTo>
                  <a:cubicBezTo>
                    <a:pt x="1322" y="387"/>
                    <a:pt x="1322" y="387"/>
                    <a:pt x="1322" y="395"/>
                  </a:cubicBezTo>
                  <a:cubicBezTo>
                    <a:pt x="1322" y="403"/>
                    <a:pt x="1322" y="403"/>
                    <a:pt x="1257" y="403"/>
                  </a:cubicBezTo>
                  <a:cubicBezTo>
                    <a:pt x="1241" y="403"/>
                    <a:pt x="1216" y="412"/>
                    <a:pt x="1200" y="412"/>
                  </a:cubicBezTo>
                  <a:cubicBezTo>
                    <a:pt x="1200" y="420"/>
                    <a:pt x="1200" y="420"/>
                    <a:pt x="1135" y="420"/>
                  </a:cubicBezTo>
                  <a:cubicBezTo>
                    <a:pt x="1135" y="420"/>
                    <a:pt x="1078" y="428"/>
                    <a:pt x="1078" y="436"/>
                  </a:cubicBezTo>
                  <a:cubicBezTo>
                    <a:pt x="1078" y="444"/>
                    <a:pt x="1070" y="452"/>
                    <a:pt x="1014" y="452"/>
                  </a:cubicBezTo>
                  <a:cubicBezTo>
                    <a:pt x="1014" y="460"/>
                    <a:pt x="1014" y="460"/>
                    <a:pt x="1070" y="460"/>
                  </a:cubicBezTo>
                  <a:cubicBezTo>
                    <a:pt x="1135" y="460"/>
                    <a:pt x="1192" y="460"/>
                    <a:pt x="1135" y="476"/>
                  </a:cubicBezTo>
                  <a:cubicBezTo>
                    <a:pt x="1127" y="485"/>
                    <a:pt x="1127" y="501"/>
                    <a:pt x="1192" y="501"/>
                  </a:cubicBezTo>
                  <a:lnTo>
                    <a:pt x="1127" y="501"/>
                  </a:lnTo>
                  <a:cubicBezTo>
                    <a:pt x="1006" y="501"/>
                    <a:pt x="1006" y="509"/>
                    <a:pt x="1127" y="517"/>
                  </a:cubicBezTo>
                  <a:cubicBezTo>
                    <a:pt x="1184" y="517"/>
                    <a:pt x="1184" y="525"/>
                    <a:pt x="1127" y="525"/>
                  </a:cubicBezTo>
                  <a:cubicBezTo>
                    <a:pt x="1127" y="525"/>
                    <a:pt x="1127" y="533"/>
                    <a:pt x="1184" y="541"/>
                  </a:cubicBezTo>
                  <a:cubicBezTo>
                    <a:pt x="1241" y="541"/>
                    <a:pt x="1241" y="541"/>
                    <a:pt x="1184" y="549"/>
                  </a:cubicBezTo>
                  <a:cubicBezTo>
                    <a:pt x="1127" y="549"/>
                    <a:pt x="1127" y="558"/>
                    <a:pt x="1119" y="558"/>
                  </a:cubicBezTo>
                  <a:cubicBezTo>
                    <a:pt x="1184" y="566"/>
                    <a:pt x="1176" y="614"/>
                    <a:pt x="1119" y="622"/>
                  </a:cubicBezTo>
                  <a:cubicBezTo>
                    <a:pt x="1176" y="622"/>
                    <a:pt x="1176" y="622"/>
                    <a:pt x="1176" y="630"/>
                  </a:cubicBezTo>
                  <a:cubicBezTo>
                    <a:pt x="1062" y="630"/>
                    <a:pt x="1104" y="638"/>
                    <a:pt x="1209" y="638"/>
                  </a:cubicBezTo>
                  <a:lnTo>
                    <a:pt x="1209" y="638"/>
                  </a:lnTo>
                  <a:cubicBezTo>
                    <a:pt x="1199" y="639"/>
                    <a:pt x="1188" y="639"/>
                    <a:pt x="1176" y="639"/>
                  </a:cubicBezTo>
                  <a:cubicBezTo>
                    <a:pt x="1054" y="647"/>
                    <a:pt x="1054" y="647"/>
                    <a:pt x="1176" y="647"/>
                  </a:cubicBezTo>
                  <a:cubicBezTo>
                    <a:pt x="1289" y="655"/>
                    <a:pt x="1289" y="655"/>
                    <a:pt x="1168" y="663"/>
                  </a:cubicBezTo>
                  <a:cubicBezTo>
                    <a:pt x="1411" y="671"/>
                    <a:pt x="1468" y="687"/>
                    <a:pt x="1233" y="687"/>
                  </a:cubicBezTo>
                  <a:cubicBezTo>
                    <a:pt x="1214" y="685"/>
                    <a:pt x="1195" y="684"/>
                    <a:pt x="1177" y="684"/>
                  </a:cubicBezTo>
                  <a:cubicBezTo>
                    <a:pt x="1134" y="684"/>
                    <a:pt x="1092" y="690"/>
                    <a:pt x="1046" y="695"/>
                  </a:cubicBezTo>
                  <a:cubicBezTo>
                    <a:pt x="1087" y="703"/>
                    <a:pt x="1127" y="703"/>
                    <a:pt x="1168" y="703"/>
                  </a:cubicBezTo>
                  <a:cubicBezTo>
                    <a:pt x="1203" y="701"/>
                    <a:pt x="1228" y="700"/>
                    <a:pt x="1243" y="700"/>
                  </a:cubicBezTo>
                  <a:cubicBezTo>
                    <a:pt x="1279" y="700"/>
                    <a:pt x="1254" y="706"/>
                    <a:pt x="1168" y="712"/>
                  </a:cubicBezTo>
                  <a:cubicBezTo>
                    <a:pt x="989" y="720"/>
                    <a:pt x="981" y="728"/>
                    <a:pt x="1103" y="744"/>
                  </a:cubicBezTo>
                  <a:cubicBezTo>
                    <a:pt x="1192" y="756"/>
                    <a:pt x="1211" y="763"/>
                    <a:pt x="1171" y="763"/>
                  </a:cubicBezTo>
                  <a:cubicBezTo>
                    <a:pt x="1156" y="763"/>
                    <a:pt x="1133" y="762"/>
                    <a:pt x="1103" y="760"/>
                  </a:cubicBezTo>
                  <a:cubicBezTo>
                    <a:pt x="1042" y="756"/>
                    <a:pt x="1012" y="754"/>
                    <a:pt x="1003" y="754"/>
                  </a:cubicBezTo>
                  <a:cubicBezTo>
                    <a:pt x="995" y="754"/>
                    <a:pt x="1010" y="756"/>
                    <a:pt x="1038" y="760"/>
                  </a:cubicBezTo>
                  <a:cubicBezTo>
                    <a:pt x="1038" y="768"/>
                    <a:pt x="1038" y="776"/>
                    <a:pt x="1038" y="785"/>
                  </a:cubicBezTo>
                  <a:cubicBezTo>
                    <a:pt x="1078" y="785"/>
                    <a:pt x="1119" y="793"/>
                    <a:pt x="1160" y="793"/>
                  </a:cubicBezTo>
                  <a:cubicBezTo>
                    <a:pt x="1038" y="793"/>
                    <a:pt x="981" y="801"/>
                    <a:pt x="1095" y="809"/>
                  </a:cubicBezTo>
                  <a:lnTo>
                    <a:pt x="1095" y="817"/>
                  </a:lnTo>
                  <a:cubicBezTo>
                    <a:pt x="1095" y="825"/>
                    <a:pt x="1095" y="825"/>
                    <a:pt x="1151" y="825"/>
                  </a:cubicBezTo>
                  <a:cubicBezTo>
                    <a:pt x="1216" y="833"/>
                    <a:pt x="1151" y="833"/>
                    <a:pt x="1095" y="841"/>
                  </a:cubicBezTo>
                  <a:cubicBezTo>
                    <a:pt x="1030" y="841"/>
                    <a:pt x="973" y="849"/>
                    <a:pt x="1030" y="849"/>
                  </a:cubicBezTo>
                  <a:cubicBezTo>
                    <a:pt x="1095" y="849"/>
                    <a:pt x="1151" y="858"/>
                    <a:pt x="1208" y="866"/>
                  </a:cubicBezTo>
                  <a:cubicBezTo>
                    <a:pt x="1251" y="866"/>
                    <a:pt x="1237" y="869"/>
                    <a:pt x="1206" y="869"/>
                  </a:cubicBezTo>
                  <a:cubicBezTo>
                    <a:pt x="1190" y="869"/>
                    <a:pt x="1170" y="868"/>
                    <a:pt x="1151" y="866"/>
                  </a:cubicBezTo>
                  <a:cubicBezTo>
                    <a:pt x="1111" y="866"/>
                    <a:pt x="1070" y="866"/>
                    <a:pt x="1030" y="874"/>
                  </a:cubicBezTo>
                  <a:cubicBezTo>
                    <a:pt x="1030" y="882"/>
                    <a:pt x="1030" y="890"/>
                    <a:pt x="1087" y="890"/>
                  </a:cubicBezTo>
                  <a:cubicBezTo>
                    <a:pt x="1151" y="890"/>
                    <a:pt x="1143" y="914"/>
                    <a:pt x="1087" y="914"/>
                  </a:cubicBezTo>
                  <a:lnTo>
                    <a:pt x="1087" y="922"/>
                  </a:lnTo>
                  <a:cubicBezTo>
                    <a:pt x="1087" y="930"/>
                    <a:pt x="1143" y="930"/>
                    <a:pt x="1143" y="939"/>
                  </a:cubicBezTo>
                  <a:cubicBezTo>
                    <a:pt x="1143" y="939"/>
                    <a:pt x="1143" y="947"/>
                    <a:pt x="1200" y="947"/>
                  </a:cubicBezTo>
                  <a:cubicBezTo>
                    <a:pt x="1200" y="955"/>
                    <a:pt x="1200" y="955"/>
                    <a:pt x="1143" y="955"/>
                  </a:cubicBezTo>
                  <a:cubicBezTo>
                    <a:pt x="1257" y="963"/>
                    <a:pt x="1257" y="963"/>
                    <a:pt x="1143" y="963"/>
                  </a:cubicBezTo>
                  <a:cubicBezTo>
                    <a:pt x="1022" y="963"/>
                    <a:pt x="1022" y="963"/>
                    <a:pt x="1143" y="971"/>
                  </a:cubicBezTo>
                  <a:cubicBezTo>
                    <a:pt x="1200" y="971"/>
                    <a:pt x="1200" y="971"/>
                    <a:pt x="1135" y="979"/>
                  </a:cubicBezTo>
                  <a:cubicBezTo>
                    <a:pt x="1257" y="987"/>
                    <a:pt x="1314" y="995"/>
                    <a:pt x="1200" y="995"/>
                  </a:cubicBezTo>
                  <a:cubicBezTo>
                    <a:pt x="1200" y="995"/>
                    <a:pt x="1200" y="1003"/>
                    <a:pt x="1257" y="1003"/>
                  </a:cubicBezTo>
                  <a:cubicBezTo>
                    <a:pt x="1378" y="1012"/>
                    <a:pt x="1378" y="1012"/>
                    <a:pt x="1257" y="1012"/>
                  </a:cubicBezTo>
                  <a:cubicBezTo>
                    <a:pt x="1135" y="1012"/>
                    <a:pt x="1135" y="1020"/>
                    <a:pt x="1257" y="1028"/>
                  </a:cubicBezTo>
                  <a:cubicBezTo>
                    <a:pt x="1257" y="1028"/>
                    <a:pt x="1314" y="1028"/>
                    <a:pt x="1257" y="1036"/>
                  </a:cubicBezTo>
                  <a:cubicBezTo>
                    <a:pt x="1201" y="1043"/>
                    <a:pt x="1145" y="1062"/>
                    <a:pt x="1208" y="1062"/>
                  </a:cubicBezTo>
                  <a:cubicBezTo>
                    <a:pt x="1218" y="1062"/>
                    <a:pt x="1232" y="1061"/>
                    <a:pt x="1249" y="1060"/>
                  </a:cubicBezTo>
                  <a:lnTo>
                    <a:pt x="1249" y="1068"/>
                  </a:lnTo>
                  <a:cubicBezTo>
                    <a:pt x="1192" y="1076"/>
                    <a:pt x="1192" y="1085"/>
                    <a:pt x="1249" y="1085"/>
                  </a:cubicBezTo>
                  <a:lnTo>
                    <a:pt x="1306" y="1093"/>
                  </a:lnTo>
                  <a:cubicBezTo>
                    <a:pt x="1265" y="1093"/>
                    <a:pt x="1224" y="1093"/>
                    <a:pt x="1184" y="1101"/>
                  </a:cubicBezTo>
                  <a:cubicBezTo>
                    <a:pt x="1184" y="1101"/>
                    <a:pt x="1184" y="1101"/>
                    <a:pt x="1249" y="1109"/>
                  </a:cubicBezTo>
                  <a:cubicBezTo>
                    <a:pt x="1268" y="1106"/>
                    <a:pt x="1280" y="1105"/>
                    <a:pt x="1289" y="1105"/>
                  </a:cubicBezTo>
                  <a:cubicBezTo>
                    <a:pt x="1306" y="1105"/>
                    <a:pt x="1306" y="1109"/>
                    <a:pt x="1306" y="1109"/>
                  </a:cubicBezTo>
                  <a:cubicBezTo>
                    <a:pt x="1265" y="1117"/>
                    <a:pt x="1224" y="1117"/>
                    <a:pt x="1184" y="1117"/>
                  </a:cubicBezTo>
                  <a:lnTo>
                    <a:pt x="1184" y="1125"/>
                  </a:lnTo>
                  <a:lnTo>
                    <a:pt x="1241" y="1125"/>
                  </a:lnTo>
                  <a:cubicBezTo>
                    <a:pt x="1184" y="1133"/>
                    <a:pt x="1184" y="1133"/>
                    <a:pt x="1184" y="1141"/>
                  </a:cubicBezTo>
                  <a:cubicBezTo>
                    <a:pt x="1184" y="1141"/>
                    <a:pt x="1184" y="1149"/>
                    <a:pt x="1184" y="1149"/>
                  </a:cubicBezTo>
                  <a:cubicBezTo>
                    <a:pt x="1184" y="1157"/>
                    <a:pt x="1184" y="1157"/>
                    <a:pt x="1241" y="1157"/>
                  </a:cubicBezTo>
                  <a:lnTo>
                    <a:pt x="1362" y="1157"/>
                  </a:lnTo>
                  <a:cubicBezTo>
                    <a:pt x="1400" y="1157"/>
                    <a:pt x="1387" y="1161"/>
                    <a:pt x="1375" y="1161"/>
                  </a:cubicBezTo>
                  <a:cubicBezTo>
                    <a:pt x="1369" y="1161"/>
                    <a:pt x="1362" y="1160"/>
                    <a:pt x="1362" y="1157"/>
                  </a:cubicBezTo>
                  <a:cubicBezTo>
                    <a:pt x="1322" y="1157"/>
                    <a:pt x="1281" y="1157"/>
                    <a:pt x="1241" y="1166"/>
                  </a:cubicBezTo>
                  <a:lnTo>
                    <a:pt x="1184" y="1166"/>
                  </a:lnTo>
                  <a:cubicBezTo>
                    <a:pt x="1062" y="1166"/>
                    <a:pt x="1119" y="1182"/>
                    <a:pt x="1176" y="1182"/>
                  </a:cubicBezTo>
                  <a:cubicBezTo>
                    <a:pt x="1297" y="1198"/>
                    <a:pt x="1297" y="1198"/>
                    <a:pt x="1176" y="1198"/>
                  </a:cubicBezTo>
                  <a:cubicBezTo>
                    <a:pt x="1054" y="1198"/>
                    <a:pt x="1176" y="1206"/>
                    <a:pt x="1354" y="1214"/>
                  </a:cubicBezTo>
                  <a:cubicBezTo>
                    <a:pt x="1119" y="1222"/>
                    <a:pt x="1119" y="1222"/>
                    <a:pt x="1233" y="1230"/>
                  </a:cubicBezTo>
                  <a:cubicBezTo>
                    <a:pt x="1289" y="1239"/>
                    <a:pt x="1289" y="1239"/>
                    <a:pt x="1233" y="1239"/>
                  </a:cubicBezTo>
                  <a:cubicBezTo>
                    <a:pt x="1176" y="1239"/>
                    <a:pt x="1176" y="1247"/>
                    <a:pt x="1168" y="1255"/>
                  </a:cubicBezTo>
                  <a:cubicBezTo>
                    <a:pt x="1168" y="1271"/>
                    <a:pt x="1168" y="1279"/>
                    <a:pt x="1233" y="1279"/>
                  </a:cubicBezTo>
                  <a:lnTo>
                    <a:pt x="1224" y="1287"/>
                  </a:lnTo>
                  <a:cubicBezTo>
                    <a:pt x="1111" y="1287"/>
                    <a:pt x="1168" y="1295"/>
                    <a:pt x="1289" y="1295"/>
                  </a:cubicBezTo>
                  <a:cubicBezTo>
                    <a:pt x="1289" y="1295"/>
                    <a:pt x="1289" y="1295"/>
                    <a:pt x="1289" y="1303"/>
                  </a:cubicBezTo>
                  <a:lnTo>
                    <a:pt x="1224" y="1303"/>
                  </a:lnTo>
                  <a:cubicBezTo>
                    <a:pt x="1168" y="1303"/>
                    <a:pt x="1168" y="1312"/>
                    <a:pt x="1160" y="1344"/>
                  </a:cubicBezTo>
                  <a:cubicBezTo>
                    <a:pt x="1160" y="1385"/>
                    <a:pt x="1160" y="1385"/>
                    <a:pt x="1281" y="1385"/>
                  </a:cubicBezTo>
                  <a:cubicBezTo>
                    <a:pt x="1395" y="1393"/>
                    <a:pt x="1395" y="1393"/>
                    <a:pt x="1273" y="1393"/>
                  </a:cubicBezTo>
                  <a:cubicBezTo>
                    <a:pt x="1216" y="1393"/>
                    <a:pt x="1160" y="1401"/>
                    <a:pt x="1216" y="1401"/>
                  </a:cubicBezTo>
                  <a:cubicBezTo>
                    <a:pt x="1216" y="1401"/>
                    <a:pt x="1216" y="1409"/>
                    <a:pt x="1151" y="1409"/>
                  </a:cubicBezTo>
                  <a:cubicBezTo>
                    <a:pt x="1038" y="1425"/>
                    <a:pt x="1095" y="1425"/>
                    <a:pt x="1151" y="1425"/>
                  </a:cubicBezTo>
                  <a:cubicBezTo>
                    <a:pt x="1273" y="1425"/>
                    <a:pt x="1216" y="1425"/>
                    <a:pt x="1151" y="1433"/>
                  </a:cubicBezTo>
                  <a:cubicBezTo>
                    <a:pt x="1095" y="1441"/>
                    <a:pt x="1030" y="1441"/>
                    <a:pt x="1095" y="1441"/>
                  </a:cubicBezTo>
                  <a:cubicBezTo>
                    <a:pt x="1151" y="1449"/>
                    <a:pt x="1208" y="1474"/>
                    <a:pt x="1087" y="1474"/>
                  </a:cubicBezTo>
                  <a:lnTo>
                    <a:pt x="1087" y="1482"/>
                  </a:lnTo>
                  <a:cubicBezTo>
                    <a:pt x="1151" y="1482"/>
                    <a:pt x="1151" y="1490"/>
                    <a:pt x="1143" y="1498"/>
                  </a:cubicBezTo>
                  <a:cubicBezTo>
                    <a:pt x="1143" y="1506"/>
                    <a:pt x="1143" y="1506"/>
                    <a:pt x="1087" y="1506"/>
                  </a:cubicBezTo>
                  <a:cubicBezTo>
                    <a:pt x="1030" y="1506"/>
                    <a:pt x="1030" y="1506"/>
                    <a:pt x="1087" y="1522"/>
                  </a:cubicBezTo>
                  <a:cubicBezTo>
                    <a:pt x="1087" y="1522"/>
                    <a:pt x="1200" y="1530"/>
                    <a:pt x="1200" y="1530"/>
                  </a:cubicBezTo>
                  <a:cubicBezTo>
                    <a:pt x="1241" y="1530"/>
                    <a:pt x="1281" y="1530"/>
                    <a:pt x="1322" y="1539"/>
                  </a:cubicBezTo>
                  <a:lnTo>
                    <a:pt x="1143" y="1539"/>
                  </a:lnTo>
                  <a:cubicBezTo>
                    <a:pt x="1143" y="1547"/>
                    <a:pt x="1143" y="1547"/>
                    <a:pt x="1200" y="1547"/>
                  </a:cubicBezTo>
                  <a:cubicBezTo>
                    <a:pt x="1143" y="1555"/>
                    <a:pt x="1143" y="1555"/>
                    <a:pt x="1143" y="1563"/>
                  </a:cubicBezTo>
                  <a:cubicBezTo>
                    <a:pt x="1143" y="1571"/>
                    <a:pt x="1135" y="1579"/>
                    <a:pt x="1200" y="1587"/>
                  </a:cubicBezTo>
                  <a:cubicBezTo>
                    <a:pt x="1078" y="1587"/>
                    <a:pt x="1078" y="1620"/>
                    <a:pt x="1192" y="1620"/>
                  </a:cubicBezTo>
                  <a:cubicBezTo>
                    <a:pt x="1257" y="1620"/>
                    <a:pt x="1257" y="1628"/>
                    <a:pt x="1192" y="1628"/>
                  </a:cubicBezTo>
                  <a:cubicBezTo>
                    <a:pt x="1135" y="1636"/>
                    <a:pt x="1135" y="1636"/>
                    <a:pt x="1192" y="1636"/>
                  </a:cubicBezTo>
                  <a:cubicBezTo>
                    <a:pt x="1249" y="1644"/>
                    <a:pt x="1192" y="1644"/>
                    <a:pt x="1135" y="1652"/>
                  </a:cubicBezTo>
                  <a:cubicBezTo>
                    <a:pt x="1014" y="1652"/>
                    <a:pt x="1014" y="1660"/>
                    <a:pt x="1070" y="1660"/>
                  </a:cubicBezTo>
                  <a:cubicBezTo>
                    <a:pt x="1127" y="1668"/>
                    <a:pt x="1127" y="1684"/>
                    <a:pt x="1127" y="1684"/>
                  </a:cubicBezTo>
                  <a:cubicBezTo>
                    <a:pt x="1156" y="1690"/>
                    <a:pt x="1184" y="1696"/>
                    <a:pt x="1213" y="1696"/>
                  </a:cubicBezTo>
                  <a:cubicBezTo>
                    <a:pt x="1225" y="1696"/>
                    <a:pt x="1237" y="1695"/>
                    <a:pt x="1249" y="1693"/>
                  </a:cubicBezTo>
                  <a:cubicBezTo>
                    <a:pt x="1268" y="1693"/>
                    <a:pt x="1286" y="1693"/>
                    <a:pt x="1303" y="1695"/>
                  </a:cubicBezTo>
                  <a:lnTo>
                    <a:pt x="1303" y="1695"/>
                  </a:lnTo>
                  <a:cubicBezTo>
                    <a:pt x="1285" y="1695"/>
                    <a:pt x="1267" y="1697"/>
                    <a:pt x="1249" y="1701"/>
                  </a:cubicBezTo>
                  <a:cubicBezTo>
                    <a:pt x="1184" y="1709"/>
                    <a:pt x="1184" y="1717"/>
                    <a:pt x="1184" y="1717"/>
                  </a:cubicBezTo>
                  <a:cubicBezTo>
                    <a:pt x="1184" y="1725"/>
                    <a:pt x="1184" y="1733"/>
                    <a:pt x="1184" y="1733"/>
                  </a:cubicBezTo>
                  <a:cubicBezTo>
                    <a:pt x="1119" y="1749"/>
                    <a:pt x="1119" y="1749"/>
                    <a:pt x="1184" y="1749"/>
                  </a:cubicBezTo>
                  <a:lnTo>
                    <a:pt x="1241" y="1749"/>
                  </a:lnTo>
                  <a:cubicBezTo>
                    <a:pt x="1119" y="1757"/>
                    <a:pt x="1119" y="1806"/>
                    <a:pt x="1233" y="1806"/>
                  </a:cubicBezTo>
                  <a:lnTo>
                    <a:pt x="1176" y="1806"/>
                  </a:lnTo>
                  <a:cubicBezTo>
                    <a:pt x="1119" y="1806"/>
                    <a:pt x="1119" y="1814"/>
                    <a:pt x="1111" y="1822"/>
                  </a:cubicBezTo>
                  <a:cubicBezTo>
                    <a:pt x="1111" y="1822"/>
                    <a:pt x="1176" y="1847"/>
                    <a:pt x="1168" y="1855"/>
                  </a:cubicBezTo>
                  <a:cubicBezTo>
                    <a:pt x="1168" y="1871"/>
                    <a:pt x="1168" y="1887"/>
                    <a:pt x="1224" y="1887"/>
                  </a:cubicBezTo>
                  <a:lnTo>
                    <a:pt x="1168" y="1887"/>
                  </a:lnTo>
                  <a:cubicBezTo>
                    <a:pt x="1111" y="1887"/>
                    <a:pt x="1111" y="1887"/>
                    <a:pt x="1111" y="1895"/>
                  </a:cubicBezTo>
                  <a:cubicBezTo>
                    <a:pt x="1127" y="1899"/>
                    <a:pt x="1145" y="1901"/>
                    <a:pt x="1165" y="1901"/>
                  </a:cubicBezTo>
                  <a:cubicBezTo>
                    <a:pt x="1184" y="1901"/>
                    <a:pt x="1204" y="1899"/>
                    <a:pt x="1224" y="1895"/>
                  </a:cubicBezTo>
                  <a:cubicBezTo>
                    <a:pt x="1289" y="1895"/>
                    <a:pt x="1289" y="1903"/>
                    <a:pt x="1224" y="1912"/>
                  </a:cubicBezTo>
                  <a:cubicBezTo>
                    <a:pt x="1168" y="1920"/>
                    <a:pt x="1160" y="1936"/>
                    <a:pt x="1224" y="1944"/>
                  </a:cubicBezTo>
                  <a:cubicBezTo>
                    <a:pt x="1224" y="1952"/>
                    <a:pt x="1224" y="1952"/>
                    <a:pt x="1160" y="1952"/>
                  </a:cubicBezTo>
                  <a:cubicBezTo>
                    <a:pt x="1103" y="1960"/>
                    <a:pt x="1038" y="1968"/>
                    <a:pt x="1160" y="1976"/>
                  </a:cubicBezTo>
                  <a:lnTo>
                    <a:pt x="1095" y="1976"/>
                  </a:lnTo>
                  <a:cubicBezTo>
                    <a:pt x="1038" y="1984"/>
                    <a:pt x="981" y="1984"/>
                    <a:pt x="1095" y="1984"/>
                  </a:cubicBezTo>
                  <a:cubicBezTo>
                    <a:pt x="1160" y="2001"/>
                    <a:pt x="1151" y="2009"/>
                    <a:pt x="1095" y="2017"/>
                  </a:cubicBezTo>
                  <a:cubicBezTo>
                    <a:pt x="1095" y="2025"/>
                    <a:pt x="1095" y="2025"/>
                    <a:pt x="1151" y="2025"/>
                  </a:cubicBezTo>
                  <a:lnTo>
                    <a:pt x="1216" y="2025"/>
                  </a:lnTo>
                  <a:cubicBezTo>
                    <a:pt x="1095" y="2033"/>
                    <a:pt x="1095" y="2033"/>
                    <a:pt x="1208" y="2033"/>
                  </a:cubicBezTo>
                  <a:cubicBezTo>
                    <a:pt x="1273" y="2033"/>
                    <a:pt x="1273" y="2041"/>
                    <a:pt x="1208" y="2041"/>
                  </a:cubicBezTo>
                  <a:cubicBezTo>
                    <a:pt x="1151" y="2041"/>
                    <a:pt x="1151" y="2049"/>
                    <a:pt x="1151" y="2049"/>
                  </a:cubicBezTo>
                  <a:cubicBezTo>
                    <a:pt x="1151" y="2049"/>
                    <a:pt x="1208" y="2074"/>
                    <a:pt x="1208" y="2098"/>
                  </a:cubicBezTo>
                  <a:cubicBezTo>
                    <a:pt x="1200" y="2130"/>
                    <a:pt x="1200" y="2139"/>
                    <a:pt x="1265" y="2139"/>
                  </a:cubicBezTo>
                  <a:cubicBezTo>
                    <a:pt x="1322" y="2147"/>
                    <a:pt x="1322" y="2147"/>
                    <a:pt x="1257" y="2147"/>
                  </a:cubicBezTo>
                  <a:cubicBezTo>
                    <a:pt x="1200" y="2155"/>
                    <a:pt x="1200" y="2163"/>
                    <a:pt x="1200" y="2163"/>
                  </a:cubicBezTo>
                  <a:cubicBezTo>
                    <a:pt x="1200" y="2171"/>
                    <a:pt x="1200" y="2171"/>
                    <a:pt x="1135" y="2171"/>
                  </a:cubicBezTo>
                  <a:cubicBezTo>
                    <a:pt x="1200" y="2179"/>
                    <a:pt x="1200" y="2179"/>
                    <a:pt x="1200" y="2179"/>
                  </a:cubicBezTo>
                  <a:cubicBezTo>
                    <a:pt x="1135" y="2179"/>
                    <a:pt x="1135" y="2187"/>
                    <a:pt x="1200" y="2187"/>
                  </a:cubicBezTo>
                  <a:cubicBezTo>
                    <a:pt x="1314" y="2195"/>
                    <a:pt x="1314" y="2195"/>
                    <a:pt x="1200" y="2195"/>
                  </a:cubicBezTo>
                  <a:cubicBezTo>
                    <a:pt x="1135" y="2195"/>
                    <a:pt x="1078" y="2203"/>
                    <a:pt x="1135" y="2203"/>
                  </a:cubicBezTo>
                  <a:cubicBezTo>
                    <a:pt x="1176" y="2203"/>
                    <a:pt x="1216" y="2211"/>
                    <a:pt x="1257" y="2211"/>
                  </a:cubicBezTo>
                  <a:cubicBezTo>
                    <a:pt x="1257" y="2220"/>
                    <a:pt x="1257" y="2220"/>
                    <a:pt x="1192" y="2220"/>
                  </a:cubicBezTo>
                  <a:cubicBezTo>
                    <a:pt x="1135" y="2228"/>
                    <a:pt x="1192" y="2252"/>
                    <a:pt x="1249" y="2252"/>
                  </a:cubicBezTo>
                  <a:cubicBezTo>
                    <a:pt x="1314" y="2252"/>
                    <a:pt x="1306" y="2260"/>
                    <a:pt x="1249" y="2260"/>
                  </a:cubicBezTo>
                  <a:cubicBezTo>
                    <a:pt x="1192" y="2260"/>
                    <a:pt x="1192" y="2260"/>
                    <a:pt x="1192" y="2268"/>
                  </a:cubicBezTo>
                  <a:lnTo>
                    <a:pt x="1127" y="2268"/>
                  </a:lnTo>
                  <a:cubicBezTo>
                    <a:pt x="1070" y="2268"/>
                    <a:pt x="1070" y="2268"/>
                    <a:pt x="1070" y="2276"/>
                  </a:cubicBezTo>
                  <a:cubicBezTo>
                    <a:pt x="1127" y="2284"/>
                    <a:pt x="1127" y="2301"/>
                    <a:pt x="1127" y="2317"/>
                  </a:cubicBezTo>
                  <a:cubicBezTo>
                    <a:pt x="1119" y="2333"/>
                    <a:pt x="1184" y="2341"/>
                    <a:pt x="1297" y="2349"/>
                  </a:cubicBezTo>
                  <a:cubicBezTo>
                    <a:pt x="1241" y="2349"/>
                    <a:pt x="1119" y="2357"/>
                    <a:pt x="1119" y="2357"/>
                  </a:cubicBezTo>
                  <a:cubicBezTo>
                    <a:pt x="1146" y="2357"/>
                    <a:pt x="1173" y="2361"/>
                    <a:pt x="1200" y="2361"/>
                  </a:cubicBezTo>
                  <a:cubicBezTo>
                    <a:pt x="1214" y="2361"/>
                    <a:pt x="1227" y="2360"/>
                    <a:pt x="1241" y="2357"/>
                  </a:cubicBezTo>
                  <a:cubicBezTo>
                    <a:pt x="1297" y="2357"/>
                    <a:pt x="1297" y="2366"/>
                    <a:pt x="1241" y="2374"/>
                  </a:cubicBezTo>
                  <a:cubicBezTo>
                    <a:pt x="1176" y="2382"/>
                    <a:pt x="1176" y="2390"/>
                    <a:pt x="1233" y="2390"/>
                  </a:cubicBezTo>
                  <a:cubicBezTo>
                    <a:pt x="1233" y="2398"/>
                    <a:pt x="1233" y="2398"/>
                    <a:pt x="1176" y="2406"/>
                  </a:cubicBezTo>
                  <a:lnTo>
                    <a:pt x="1233" y="2406"/>
                  </a:lnTo>
                  <a:cubicBezTo>
                    <a:pt x="1297" y="2406"/>
                    <a:pt x="1297" y="2414"/>
                    <a:pt x="1233" y="2414"/>
                  </a:cubicBezTo>
                  <a:cubicBezTo>
                    <a:pt x="1111" y="2422"/>
                    <a:pt x="1111" y="2430"/>
                    <a:pt x="1176" y="2430"/>
                  </a:cubicBezTo>
                  <a:cubicBezTo>
                    <a:pt x="1233" y="2430"/>
                    <a:pt x="1233" y="2439"/>
                    <a:pt x="1233" y="2439"/>
                  </a:cubicBezTo>
                  <a:cubicBezTo>
                    <a:pt x="1233" y="2447"/>
                    <a:pt x="1233" y="2447"/>
                    <a:pt x="1289" y="2455"/>
                  </a:cubicBezTo>
                  <a:cubicBezTo>
                    <a:pt x="1289" y="2455"/>
                    <a:pt x="1289" y="2463"/>
                    <a:pt x="1289" y="2463"/>
                  </a:cubicBezTo>
                  <a:cubicBezTo>
                    <a:pt x="1265" y="2463"/>
                    <a:pt x="1249" y="2463"/>
                    <a:pt x="1233" y="2455"/>
                  </a:cubicBezTo>
                  <a:lnTo>
                    <a:pt x="1168" y="2463"/>
                  </a:lnTo>
                  <a:cubicBezTo>
                    <a:pt x="1168" y="2471"/>
                    <a:pt x="1168" y="2479"/>
                    <a:pt x="1224" y="2479"/>
                  </a:cubicBezTo>
                  <a:cubicBezTo>
                    <a:pt x="1346" y="2487"/>
                    <a:pt x="1346" y="2487"/>
                    <a:pt x="1224" y="2487"/>
                  </a:cubicBezTo>
                  <a:cubicBezTo>
                    <a:pt x="1168" y="2487"/>
                    <a:pt x="1103" y="2487"/>
                    <a:pt x="1168" y="2495"/>
                  </a:cubicBezTo>
                  <a:cubicBezTo>
                    <a:pt x="1281" y="2495"/>
                    <a:pt x="1224" y="2503"/>
                    <a:pt x="1168" y="2503"/>
                  </a:cubicBezTo>
                  <a:cubicBezTo>
                    <a:pt x="1117" y="2500"/>
                    <a:pt x="1088" y="2498"/>
                    <a:pt x="1079" y="2498"/>
                  </a:cubicBezTo>
                  <a:cubicBezTo>
                    <a:pt x="1067" y="2498"/>
                    <a:pt x="1096" y="2502"/>
                    <a:pt x="1168" y="2511"/>
                  </a:cubicBezTo>
                  <a:cubicBezTo>
                    <a:pt x="1160" y="2520"/>
                    <a:pt x="1224" y="2536"/>
                    <a:pt x="1216" y="2552"/>
                  </a:cubicBezTo>
                  <a:cubicBezTo>
                    <a:pt x="1216" y="2568"/>
                    <a:pt x="1216" y="2576"/>
                    <a:pt x="1160" y="2584"/>
                  </a:cubicBezTo>
                  <a:lnTo>
                    <a:pt x="1095" y="2584"/>
                  </a:lnTo>
                  <a:cubicBezTo>
                    <a:pt x="1216" y="2584"/>
                    <a:pt x="1216" y="2584"/>
                    <a:pt x="1216" y="2601"/>
                  </a:cubicBezTo>
                  <a:cubicBezTo>
                    <a:pt x="1151" y="2609"/>
                    <a:pt x="1216" y="2617"/>
                    <a:pt x="1273" y="2625"/>
                  </a:cubicBezTo>
                  <a:lnTo>
                    <a:pt x="1273" y="2617"/>
                  </a:lnTo>
                  <a:cubicBezTo>
                    <a:pt x="1395" y="2617"/>
                    <a:pt x="1395" y="2617"/>
                    <a:pt x="1330" y="2633"/>
                  </a:cubicBezTo>
                  <a:lnTo>
                    <a:pt x="1378" y="2633"/>
                  </a:lnTo>
                  <a:cubicBezTo>
                    <a:pt x="1378" y="2641"/>
                    <a:pt x="1378" y="2641"/>
                    <a:pt x="1322" y="2641"/>
                  </a:cubicBezTo>
                  <a:lnTo>
                    <a:pt x="1322" y="2633"/>
                  </a:lnTo>
                  <a:lnTo>
                    <a:pt x="1208" y="2633"/>
                  </a:lnTo>
                  <a:cubicBezTo>
                    <a:pt x="1168" y="2633"/>
                    <a:pt x="1127" y="2633"/>
                    <a:pt x="1087" y="2641"/>
                  </a:cubicBezTo>
                  <a:cubicBezTo>
                    <a:pt x="1087" y="2649"/>
                    <a:pt x="1087" y="2649"/>
                    <a:pt x="1151" y="2649"/>
                  </a:cubicBezTo>
                  <a:lnTo>
                    <a:pt x="1208" y="2649"/>
                  </a:lnTo>
                  <a:cubicBezTo>
                    <a:pt x="1208" y="2657"/>
                    <a:pt x="1208" y="2657"/>
                    <a:pt x="1265" y="2666"/>
                  </a:cubicBezTo>
                  <a:cubicBezTo>
                    <a:pt x="1330" y="2666"/>
                    <a:pt x="1330" y="2666"/>
                    <a:pt x="1330" y="2674"/>
                  </a:cubicBezTo>
                  <a:cubicBezTo>
                    <a:pt x="1265" y="2674"/>
                    <a:pt x="1265" y="2682"/>
                    <a:pt x="1265" y="2682"/>
                  </a:cubicBezTo>
                  <a:lnTo>
                    <a:pt x="1208" y="2682"/>
                  </a:lnTo>
                  <a:cubicBezTo>
                    <a:pt x="1143" y="2682"/>
                    <a:pt x="1087" y="2690"/>
                    <a:pt x="1087" y="2690"/>
                  </a:cubicBezTo>
                  <a:lnTo>
                    <a:pt x="1143" y="2690"/>
                  </a:lnTo>
                  <a:cubicBezTo>
                    <a:pt x="1208" y="2690"/>
                    <a:pt x="1192" y="2795"/>
                    <a:pt x="1192" y="2811"/>
                  </a:cubicBezTo>
                  <a:cubicBezTo>
                    <a:pt x="1135" y="2820"/>
                    <a:pt x="1127" y="2828"/>
                    <a:pt x="1192" y="2828"/>
                  </a:cubicBezTo>
                  <a:cubicBezTo>
                    <a:pt x="1249" y="2828"/>
                    <a:pt x="1249" y="2844"/>
                    <a:pt x="1249" y="2868"/>
                  </a:cubicBezTo>
                  <a:cubicBezTo>
                    <a:pt x="1241" y="2901"/>
                    <a:pt x="1241" y="2925"/>
                    <a:pt x="1297" y="2925"/>
                  </a:cubicBezTo>
                  <a:cubicBezTo>
                    <a:pt x="1297" y="2925"/>
                    <a:pt x="1297" y="2925"/>
                    <a:pt x="1297" y="2933"/>
                  </a:cubicBezTo>
                  <a:cubicBezTo>
                    <a:pt x="1297" y="2941"/>
                    <a:pt x="1354" y="2957"/>
                    <a:pt x="1354" y="2957"/>
                  </a:cubicBezTo>
                  <a:cubicBezTo>
                    <a:pt x="1419" y="2966"/>
                    <a:pt x="1419" y="2966"/>
                    <a:pt x="1354" y="2966"/>
                  </a:cubicBezTo>
                  <a:cubicBezTo>
                    <a:pt x="1334" y="2961"/>
                    <a:pt x="1314" y="2959"/>
                    <a:pt x="1293" y="2959"/>
                  </a:cubicBezTo>
                  <a:cubicBezTo>
                    <a:pt x="1273" y="2959"/>
                    <a:pt x="1253" y="2961"/>
                    <a:pt x="1233" y="2966"/>
                  </a:cubicBezTo>
                  <a:cubicBezTo>
                    <a:pt x="1233" y="2974"/>
                    <a:pt x="1297" y="2974"/>
                    <a:pt x="1354" y="2974"/>
                  </a:cubicBezTo>
                  <a:cubicBezTo>
                    <a:pt x="1411" y="2974"/>
                    <a:pt x="1411" y="2982"/>
                    <a:pt x="1411" y="2982"/>
                  </a:cubicBezTo>
                  <a:lnTo>
                    <a:pt x="1233" y="2982"/>
                  </a:lnTo>
                  <a:lnTo>
                    <a:pt x="1233" y="2990"/>
                  </a:lnTo>
                  <a:lnTo>
                    <a:pt x="1297" y="2990"/>
                  </a:lnTo>
                  <a:cubicBezTo>
                    <a:pt x="1297" y="2998"/>
                    <a:pt x="1297" y="2998"/>
                    <a:pt x="1176" y="2998"/>
                  </a:cubicBezTo>
                  <a:cubicBezTo>
                    <a:pt x="1054" y="2998"/>
                    <a:pt x="1054" y="2998"/>
                    <a:pt x="1176" y="3006"/>
                  </a:cubicBezTo>
                  <a:lnTo>
                    <a:pt x="1233" y="3014"/>
                  </a:lnTo>
                  <a:cubicBezTo>
                    <a:pt x="1111" y="3014"/>
                    <a:pt x="1233" y="3022"/>
                    <a:pt x="1289" y="3030"/>
                  </a:cubicBezTo>
                  <a:cubicBezTo>
                    <a:pt x="1168" y="3038"/>
                    <a:pt x="1168" y="3038"/>
                    <a:pt x="1289" y="3047"/>
                  </a:cubicBezTo>
                  <a:cubicBezTo>
                    <a:pt x="1346" y="3047"/>
                    <a:pt x="1346" y="3047"/>
                    <a:pt x="1289" y="3055"/>
                  </a:cubicBezTo>
                  <a:cubicBezTo>
                    <a:pt x="1224" y="3055"/>
                    <a:pt x="1224" y="3063"/>
                    <a:pt x="1224" y="3071"/>
                  </a:cubicBezTo>
                  <a:cubicBezTo>
                    <a:pt x="1289" y="3071"/>
                    <a:pt x="1281" y="3103"/>
                    <a:pt x="1281" y="3136"/>
                  </a:cubicBezTo>
                  <a:cubicBezTo>
                    <a:pt x="1273" y="3176"/>
                    <a:pt x="1273" y="3201"/>
                    <a:pt x="1330" y="3201"/>
                  </a:cubicBezTo>
                  <a:cubicBezTo>
                    <a:pt x="1330" y="3209"/>
                    <a:pt x="1330" y="3209"/>
                    <a:pt x="1273" y="3209"/>
                  </a:cubicBezTo>
                  <a:cubicBezTo>
                    <a:pt x="1208" y="3209"/>
                    <a:pt x="1208" y="3217"/>
                    <a:pt x="1330" y="3217"/>
                  </a:cubicBezTo>
                  <a:cubicBezTo>
                    <a:pt x="1387" y="3225"/>
                    <a:pt x="1451" y="3225"/>
                    <a:pt x="1330" y="3225"/>
                  </a:cubicBezTo>
                  <a:cubicBezTo>
                    <a:pt x="1273" y="3225"/>
                    <a:pt x="1273" y="3233"/>
                    <a:pt x="1265" y="3249"/>
                  </a:cubicBezTo>
                  <a:cubicBezTo>
                    <a:pt x="1265" y="3256"/>
                    <a:pt x="1265" y="3276"/>
                    <a:pt x="1303" y="3281"/>
                  </a:cubicBezTo>
                  <a:lnTo>
                    <a:pt x="1303" y="3281"/>
                  </a:lnTo>
                  <a:cubicBezTo>
                    <a:pt x="1294" y="3280"/>
                    <a:pt x="1286" y="3280"/>
                    <a:pt x="1278" y="3280"/>
                  </a:cubicBezTo>
                  <a:cubicBezTo>
                    <a:pt x="1194" y="3280"/>
                    <a:pt x="1160" y="3300"/>
                    <a:pt x="1265" y="3314"/>
                  </a:cubicBezTo>
                  <a:cubicBezTo>
                    <a:pt x="1265" y="3314"/>
                    <a:pt x="1257" y="3322"/>
                    <a:pt x="1200" y="3322"/>
                  </a:cubicBezTo>
                  <a:cubicBezTo>
                    <a:pt x="1200" y="3322"/>
                    <a:pt x="1200" y="3330"/>
                    <a:pt x="1257" y="3338"/>
                  </a:cubicBezTo>
                  <a:cubicBezTo>
                    <a:pt x="1257" y="3347"/>
                    <a:pt x="1257" y="3363"/>
                    <a:pt x="1257" y="3371"/>
                  </a:cubicBezTo>
                  <a:cubicBezTo>
                    <a:pt x="1257" y="3379"/>
                    <a:pt x="1314" y="3387"/>
                    <a:pt x="1314" y="3387"/>
                  </a:cubicBezTo>
                  <a:cubicBezTo>
                    <a:pt x="1314" y="3395"/>
                    <a:pt x="1314" y="3395"/>
                    <a:pt x="1314" y="3395"/>
                  </a:cubicBezTo>
                  <a:cubicBezTo>
                    <a:pt x="1257" y="3395"/>
                    <a:pt x="1249" y="3411"/>
                    <a:pt x="1249" y="3444"/>
                  </a:cubicBezTo>
                  <a:cubicBezTo>
                    <a:pt x="1241" y="3476"/>
                    <a:pt x="1241" y="3501"/>
                    <a:pt x="1184" y="3501"/>
                  </a:cubicBezTo>
                  <a:cubicBezTo>
                    <a:pt x="1184" y="3501"/>
                    <a:pt x="1184" y="3509"/>
                    <a:pt x="1241" y="3509"/>
                  </a:cubicBezTo>
                  <a:cubicBezTo>
                    <a:pt x="1362" y="3517"/>
                    <a:pt x="1362" y="3517"/>
                    <a:pt x="1297" y="3525"/>
                  </a:cubicBezTo>
                  <a:cubicBezTo>
                    <a:pt x="1176" y="3525"/>
                    <a:pt x="1176" y="3549"/>
                    <a:pt x="1297" y="3549"/>
                  </a:cubicBezTo>
                  <a:lnTo>
                    <a:pt x="1233" y="3549"/>
                  </a:lnTo>
                  <a:cubicBezTo>
                    <a:pt x="1119" y="3557"/>
                    <a:pt x="1176" y="3565"/>
                    <a:pt x="1297" y="3574"/>
                  </a:cubicBezTo>
                  <a:cubicBezTo>
                    <a:pt x="1233" y="3574"/>
                    <a:pt x="1176" y="3582"/>
                    <a:pt x="1233" y="3582"/>
                  </a:cubicBezTo>
                  <a:cubicBezTo>
                    <a:pt x="1233" y="3590"/>
                    <a:pt x="1233" y="3590"/>
                    <a:pt x="1111" y="3590"/>
                  </a:cubicBezTo>
                  <a:lnTo>
                    <a:pt x="989" y="3590"/>
                  </a:lnTo>
                  <a:cubicBezTo>
                    <a:pt x="1030" y="3598"/>
                    <a:pt x="1070" y="3598"/>
                    <a:pt x="1111" y="3598"/>
                  </a:cubicBezTo>
                  <a:cubicBezTo>
                    <a:pt x="1111" y="3598"/>
                    <a:pt x="1111" y="3598"/>
                    <a:pt x="1111" y="3606"/>
                  </a:cubicBezTo>
                  <a:lnTo>
                    <a:pt x="1168" y="3606"/>
                  </a:lnTo>
                  <a:cubicBezTo>
                    <a:pt x="1233" y="3606"/>
                    <a:pt x="1233" y="3614"/>
                    <a:pt x="1233" y="3622"/>
                  </a:cubicBezTo>
                  <a:lnTo>
                    <a:pt x="1289" y="3622"/>
                  </a:lnTo>
                  <a:cubicBezTo>
                    <a:pt x="1310" y="3618"/>
                    <a:pt x="1330" y="3616"/>
                    <a:pt x="1350" y="3616"/>
                  </a:cubicBezTo>
                  <a:cubicBezTo>
                    <a:pt x="1370" y="3616"/>
                    <a:pt x="1391" y="3618"/>
                    <a:pt x="1411" y="3622"/>
                  </a:cubicBezTo>
                  <a:lnTo>
                    <a:pt x="1524" y="3622"/>
                  </a:lnTo>
                  <a:cubicBezTo>
                    <a:pt x="1605" y="3622"/>
                    <a:pt x="1687" y="3622"/>
                    <a:pt x="1768" y="3614"/>
                  </a:cubicBezTo>
                  <a:cubicBezTo>
                    <a:pt x="1833" y="3598"/>
                    <a:pt x="1889" y="3582"/>
                    <a:pt x="1768" y="3582"/>
                  </a:cubicBezTo>
                  <a:cubicBezTo>
                    <a:pt x="1751" y="3582"/>
                    <a:pt x="1735" y="3582"/>
                    <a:pt x="1711" y="3574"/>
                  </a:cubicBezTo>
                  <a:cubicBezTo>
                    <a:pt x="1735" y="3574"/>
                    <a:pt x="1751" y="3565"/>
                    <a:pt x="1776" y="3565"/>
                  </a:cubicBezTo>
                  <a:cubicBezTo>
                    <a:pt x="1833" y="3565"/>
                    <a:pt x="1833" y="3549"/>
                    <a:pt x="1841" y="3533"/>
                  </a:cubicBezTo>
                  <a:cubicBezTo>
                    <a:pt x="1841" y="3501"/>
                    <a:pt x="1841" y="3493"/>
                    <a:pt x="1897" y="3484"/>
                  </a:cubicBezTo>
                  <a:cubicBezTo>
                    <a:pt x="1962" y="3484"/>
                    <a:pt x="1962" y="3476"/>
                    <a:pt x="1962" y="3476"/>
                  </a:cubicBezTo>
                  <a:cubicBezTo>
                    <a:pt x="1905" y="3476"/>
                    <a:pt x="1905" y="3452"/>
                    <a:pt x="1905" y="3420"/>
                  </a:cubicBezTo>
                  <a:cubicBezTo>
                    <a:pt x="1914" y="3395"/>
                    <a:pt x="1914" y="3363"/>
                    <a:pt x="1857" y="3363"/>
                  </a:cubicBezTo>
                  <a:lnTo>
                    <a:pt x="1857" y="3355"/>
                  </a:lnTo>
                  <a:cubicBezTo>
                    <a:pt x="1914" y="3355"/>
                    <a:pt x="1914" y="3347"/>
                    <a:pt x="1914" y="3338"/>
                  </a:cubicBezTo>
                  <a:cubicBezTo>
                    <a:pt x="1857" y="3330"/>
                    <a:pt x="1857" y="3322"/>
                    <a:pt x="1857" y="3322"/>
                  </a:cubicBezTo>
                  <a:cubicBezTo>
                    <a:pt x="1922" y="3322"/>
                    <a:pt x="1922" y="3314"/>
                    <a:pt x="1922" y="3306"/>
                  </a:cubicBezTo>
                  <a:cubicBezTo>
                    <a:pt x="1922" y="3298"/>
                    <a:pt x="1922" y="3298"/>
                    <a:pt x="1865" y="3298"/>
                  </a:cubicBezTo>
                  <a:cubicBezTo>
                    <a:pt x="1865" y="3290"/>
                    <a:pt x="1865" y="3257"/>
                    <a:pt x="1930" y="3249"/>
                  </a:cubicBezTo>
                  <a:cubicBezTo>
                    <a:pt x="1987" y="3241"/>
                    <a:pt x="1930" y="3241"/>
                    <a:pt x="1865" y="3233"/>
                  </a:cubicBezTo>
                  <a:cubicBezTo>
                    <a:pt x="1824" y="3233"/>
                    <a:pt x="1792" y="3233"/>
                    <a:pt x="1751" y="3225"/>
                  </a:cubicBezTo>
                  <a:lnTo>
                    <a:pt x="1865" y="3225"/>
                  </a:lnTo>
                  <a:cubicBezTo>
                    <a:pt x="1897" y="3229"/>
                    <a:pt x="1914" y="3231"/>
                    <a:pt x="1922" y="3231"/>
                  </a:cubicBezTo>
                  <a:cubicBezTo>
                    <a:pt x="1930" y="3231"/>
                    <a:pt x="1930" y="3229"/>
                    <a:pt x="1930" y="3225"/>
                  </a:cubicBezTo>
                  <a:lnTo>
                    <a:pt x="1930" y="3217"/>
                  </a:lnTo>
                  <a:cubicBezTo>
                    <a:pt x="1873" y="3217"/>
                    <a:pt x="1873" y="3193"/>
                    <a:pt x="1873" y="3160"/>
                  </a:cubicBezTo>
                  <a:cubicBezTo>
                    <a:pt x="1881" y="3128"/>
                    <a:pt x="1881" y="3111"/>
                    <a:pt x="1824" y="3111"/>
                  </a:cubicBezTo>
                  <a:cubicBezTo>
                    <a:pt x="1760" y="3111"/>
                    <a:pt x="1760" y="3103"/>
                    <a:pt x="1824" y="3095"/>
                  </a:cubicBezTo>
                  <a:cubicBezTo>
                    <a:pt x="2003" y="3071"/>
                    <a:pt x="2003" y="3071"/>
                    <a:pt x="1946" y="3063"/>
                  </a:cubicBezTo>
                  <a:lnTo>
                    <a:pt x="1946" y="3063"/>
                  </a:lnTo>
                  <a:cubicBezTo>
                    <a:pt x="1905" y="3071"/>
                    <a:pt x="1865" y="3071"/>
                    <a:pt x="1824" y="3071"/>
                  </a:cubicBezTo>
                  <a:cubicBezTo>
                    <a:pt x="1703" y="3071"/>
                    <a:pt x="1703" y="3063"/>
                    <a:pt x="1824" y="3063"/>
                  </a:cubicBezTo>
                  <a:cubicBezTo>
                    <a:pt x="1946" y="3063"/>
                    <a:pt x="1889" y="2998"/>
                    <a:pt x="1776" y="2990"/>
                  </a:cubicBezTo>
                  <a:lnTo>
                    <a:pt x="1833" y="2990"/>
                  </a:lnTo>
                  <a:cubicBezTo>
                    <a:pt x="1889" y="2990"/>
                    <a:pt x="1897" y="2990"/>
                    <a:pt x="1897" y="2974"/>
                  </a:cubicBezTo>
                  <a:cubicBezTo>
                    <a:pt x="1897" y="2966"/>
                    <a:pt x="1897" y="2957"/>
                    <a:pt x="1897" y="2957"/>
                  </a:cubicBezTo>
                  <a:cubicBezTo>
                    <a:pt x="1776" y="2957"/>
                    <a:pt x="1841" y="2933"/>
                    <a:pt x="1897" y="2933"/>
                  </a:cubicBezTo>
                  <a:cubicBezTo>
                    <a:pt x="1962" y="2925"/>
                    <a:pt x="1962" y="2925"/>
                    <a:pt x="1962" y="2917"/>
                  </a:cubicBezTo>
                  <a:cubicBezTo>
                    <a:pt x="1841" y="2909"/>
                    <a:pt x="1905" y="2884"/>
                    <a:pt x="1962" y="2884"/>
                  </a:cubicBezTo>
                  <a:cubicBezTo>
                    <a:pt x="1962" y="2884"/>
                    <a:pt x="1962" y="2884"/>
                    <a:pt x="1962" y="2876"/>
                  </a:cubicBezTo>
                  <a:cubicBezTo>
                    <a:pt x="1905" y="2876"/>
                    <a:pt x="1905" y="2868"/>
                    <a:pt x="1905" y="2860"/>
                  </a:cubicBezTo>
                  <a:cubicBezTo>
                    <a:pt x="1905" y="2844"/>
                    <a:pt x="1905" y="2844"/>
                    <a:pt x="1849" y="2844"/>
                  </a:cubicBezTo>
                  <a:cubicBezTo>
                    <a:pt x="1828" y="2848"/>
                    <a:pt x="1808" y="2850"/>
                    <a:pt x="1788" y="2850"/>
                  </a:cubicBezTo>
                  <a:cubicBezTo>
                    <a:pt x="1768" y="2850"/>
                    <a:pt x="1747" y="2848"/>
                    <a:pt x="1727" y="2844"/>
                  </a:cubicBezTo>
                  <a:lnTo>
                    <a:pt x="1792" y="2844"/>
                  </a:lnTo>
                  <a:cubicBezTo>
                    <a:pt x="1849" y="2844"/>
                    <a:pt x="1849" y="2828"/>
                    <a:pt x="1849" y="2811"/>
                  </a:cubicBezTo>
                  <a:cubicBezTo>
                    <a:pt x="1857" y="2795"/>
                    <a:pt x="1857" y="2787"/>
                    <a:pt x="1914" y="2779"/>
                  </a:cubicBezTo>
                  <a:lnTo>
                    <a:pt x="1857" y="2771"/>
                  </a:lnTo>
                  <a:cubicBezTo>
                    <a:pt x="1800" y="2771"/>
                    <a:pt x="1800" y="2763"/>
                    <a:pt x="1857" y="2763"/>
                  </a:cubicBezTo>
                  <a:cubicBezTo>
                    <a:pt x="1914" y="2763"/>
                    <a:pt x="1922" y="2747"/>
                    <a:pt x="1857" y="2738"/>
                  </a:cubicBezTo>
                  <a:lnTo>
                    <a:pt x="1857" y="2730"/>
                  </a:lnTo>
                  <a:cubicBezTo>
                    <a:pt x="1978" y="2722"/>
                    <a:pt x="1978" y="2714"/>
                    <a:pt x="1865" y="2706"/>
                  </a:cubicBezTo>
                  <a:cubicBezTo>
                    <a:pt x="1922" y="2706"/>
                    <a:pt x="1922" y="2706"/>
                    <a:pt x="1922" y="2698"/>
                  </a:cubicBezTo>
                  <a:cubicBezTo>
                    <a:pt x="1865" y="2690"/>
                    <a:pt x="1865" y="2674"/>
                    <a:pt x="1930" y="2674"/>
                  </a:cubicBezTo>
                  <a:lnTo>
                    <a:pt x="1930" y="2666"/>
                  </a:lnTo>
                  <a:cubicBezTo>
                    <a:pt x="1865" y="2666"/>
                    <a:pt x="1865" y="2657"/>
                    <a:pt x="1865" y="2657"/>
                  </a:cubicBezTo>
                  <a:cubicBezTo>
                    <a:pt x="1865" y="2649"/>
                    <a:pt x="1865" y="2649"/>
                    <a:pt x="1808" y="2641"/>
                  </a:cubicBezTo>
                  <a:cubicBezTo>
                    <a:pt x="1751" y="2641"/>
                    <a:pt x="1751" y="2633"/>
                    <a:pt x="1751" y="2633"/>
                  </a:cubicBezTo>
                  <a:cubicBezTo>
                    <a:pt x="1792" y="2633"/>
                    <a:pt x="1833" y="2633"/>
                    <a:pt x="1873" y="2641"/>
                  </a:cubicBezTo>
                  <a:cubicBezTo>
                    <a:pt x="1884" y="2643"/>
                    <a:pt x="1893" y="2643"/>
                    <a:pt x="1899" y="2643"/>
                  </a:cubicBezTo>
                  <a:cubicBezTo>
                    <a:pt x="1925" y="2643"/>
                    <a:pt x="1907" y="2632"/>
                    <a:pt x="1808" y="2625"/>
                  </a:cubicBezTo>
                  <a:cubicBezTo>
                    <a:pt x="1742" y="2615"/>
                    <a:pt x="1714" y="2612"/>
                    <a:pt x="1726" y="2612"/>
                  </a:cubicBezTo>
                  <a:cubicBezTo>
                    <a:pt x="1734" y="2612"/>
                    <a:pt x="1761" y="2614"/>
                    <a:pt x="1808" y="2617"/>
                  </a:cubicBezTo>
                  <a:cubicBezTo>
                    <a:pt x="1841" y="2621"/>
                    <a:pt x="1871" y="2623"/>
                    <a:pt x="1886" y="2623"/>
                  </a:cubicBezTo>
                  <a:cubicBezTo>
                    <a:pt x="1901" y="2623"/>
                    <a:pt x="1901" y="2621"/>
                    <a:pt x="1873" y="2617"/>
                  </a:cubicBezTo>
                  <a:cubicBezTo>
                    <a:pt x="1873" y="2617"/>
                    <a:pt x="1873" y="2609"/>
                    <a:pt x="1816" y="2609"/>
                  </a:cubicBezTo>
                  <a:cubicBezTo>
                    <a:pt x="1816" y="2601"/>
                    <a:pt x="1816" y="2601"/>
                    <a:pt x="1816" y="2593"/>
                  </a:cubicBezTo>
                  <a:cubicBezTo>
                    <a:pt x="1873" y="2584"/>
                    <a:pt x="1873" y="2584"/>
                    <a:pt x="1873" y="2576"/>
                  </a:cubicBezTo>
                  <a:cubicBezTo>
                    <a:pt x="1816" y="2576"/>
                    <a:pt x="1816" y="2576"/>
                    <a:pt x="1873" y="2568"/>
                  </a:cubicBezTo>
                  <a:lnTo>
                    <a:pt x="1816" y="2568"/>
                  </a:lnTo>
                  <a:cubicBezTo>
                    <a:pt x="1760" y="2560"/>
                    <a:pt x="1760" y="2560"/>
                    <a:pt x="1816" y="2552"/>
                  </a:cubicBezTo>
                  <a:lnTo>
                    <a:pt x="1881" y="2552"/>
                  </a:lnTo>
                  <a:cubicBezTo>
                    <a:pt x="1816" y="2544"/>
                    <a:pt x="1816" y="2544"/>
                    <a:pt x="1816" y="2544"/>
                  </a:cubicBezTo>
                  <a:cubicBezTo>
                    <a:pt x="1881" y="2544"/>
                    <a:pt x="1881" y="2503"/>
                    <a:pt x="1889" y="2463"/>
                  </a:cubicBezTo>
                  <a:cubicBezTo>
                    <a:pt x="1849" y="2455"/>
                    <a:pt x="1808" y="2455"/>
                    <a:pt x="1768" y="2455"/>
                  </a:cubicBezTo>
                  <a:cubicBezTo>
                    <a:pt x="1646" y="2455"/>
                    <a:pt x="1711" y="2455"/>
                    <a:pt x="1768" y="2447"/>
                  </a:cubicBezTo>
                  <a:cubicBezTo>
                    <a:pt x="1946" y="2447"/>
                    <a:pt x="1946" y="2439"/>
                    <a:pt x="1768" y="2439"/>
                  </a:cubicBezTo>
                  <a:cubicBezTo>
                    <a:pt x="1833" y="2430"/>
                    <a:pt x="1833" y="2430"/>
                    <a:pt x="1768" y="2430"/>
                  </a:cubicBezTo>
                  <a:cubicBezTo>
                    <a:pt x="1711" y="2430"/>
                    <a:pt x="1711" y="2422"/>
                    <a:pt x="1768" y="2422"/>
                  </a:cubicBezTo>
                  <a:cubicBezTo>
                    <a:pt x="1833" y="2422"/>
                    <a:pt x="1889" y="2414"/>
                    <a:pt x="1833" y="2414"/>
                  </a:cubicBezTo>
                  <a:cubicBezTo>
                    <a:pt x="1833" y="2414"/>
                    <a:pt x="1833" y="2414"/>
                    <a:pt x="1889" y="2406"/>
                  </a:cubicBezTo>
                  <a:cubicBezTo>
                    <a:pt x="1954" y="2406"/>
                    <a:pt x="1889" y="2398"/>
                    <a:pt x="1833" y="2398"/>
                  </a:cubicBezTo>
                  <a:cubicBezTo>
                    <a:pt x="1719" y="2382"/>
                    <a:pt x="1719" y="2382"/>
                    <a:pt x="1833" y="2382"/>
                  </a:cubicBezTo>
                  <a:cubicBezTo>
                    <a:pt x="1849" y="2383"/>
                    <a:pt x="1863" y="2383"/>
                    <a:pt x="1873" y="2383"/>
                  </a:cubicBezTo>
                  <a:cubicBezTo>
                    <a:pt x="1937" y="2383"/>
                    <a:pt x="1880" y="2364"/>
                    <a:pt x="1776" y="2357"/>
                  </a:cubicBezTo>
                  <a:lnTo>
                    <a:pt x="1719" y="2357"/>
                  </a:lnTo>
                  <a:cubicBezTo>
                    <a:pt x="1776" y="2357"/>
                    <a:pt x="1776" y="2349"/>
                    <a:pt x="1776" y="2349"/>
                  </a:cubicBezTo>
                  <a:cubicBezTo>
                    <a:pt x="1776" y="2349"/>
                    <a:pt x="1776" y="2341"/>
                    <a:pt x="1841" y="2341"/>
                  </a:cubicBezTo>
                  <a:cubicBezTo>
                    <a:pt x="1841" y="2341"/>
                    <a:pt x="1841" y="2341"/>
                    <a:pt x="1784" y="2333"/>
                  </a:cubicBezTo>
                  <a:cubicBezTo>
                    <a:pt x="1662" y="2325"/>
                    <a:pt x="1727" y="2309"/>
                    <a:pt x="1841" y="2309"/>
                  </a:cubicBezTo>
                  <a:lnTo>
                    <a:pt x="1784" y="2301"/>
                  </a:lnTo>
                  <a:cubicBezTo>
                    <a:pt x="1662" y="2293"/>
                    <a:pt x="1605" y="2284"/>
                    <a:pt x="1727" y="2284"/>
                  </a:cubicBezTo>
                  <a:lnTo>
                    <a:pt x="1784" y="2284"/>
                  </a:lnTo>
                  <a:cubicBezTo>
                    <a:pt x="1662" y="2284"/>
                    <a:pt x="1727" y="2268"/>
                    <a:pt x="1849" y="2268"/>
                  </a:cubicBezTo>
                  <a:cubicBezTo>
                    <a:pt x="1905" y="2268"/>
                    <a:pt x="1905" y="2268"/>
                    <a:pt x="1905" y="2260"/>
                  </a:cubicBezTo>
                  <a:lnTo>
                    <a:pt x="1849" y="2260"/>
                  </a:lnTo>
                  <a:cubicBezTo>
                    <a:pt x="1835" y="2263"/>
                    <a:pt x="1822" y="2264"/>
                    <a:pt x="1808" y="2264"/>
                  </a:cubicBezTo>
                  <a:cubicBezTo>
                    <a:pt x="1781" y="2264"/>
                    <a:pt x="1754" y="2260"/>
                    <a:pt x="1727" y="2260"/>
                  </a:cubicBezTo>
                  <a:cubicBezTo>
                    <a:pt x="1727" y="2252"/>
                    <a:pt x="1727" y="2252"/>
                    <a:pt x="1792" y="2252"/>
                  </a:cubicBezTo>
                  <a:cubicBezTo>
                    <a:pt x="1849" y="2244"/>
                    <a:pt x="1914" y="2244"/>
                    <a:pt x="1849" y="2244"/>
                  </a:cubicBezTo>
                  <a:cubicBezTo>
                    <a:pt x="1849" y="2244"/>
                    <a:pt x="1849" y="2236"/>
                    <a:pt x="1914" y="2236"/>
                  </a:cubicBezTo>
                  <a:cubicBezTo>
                    <a:pt x="1914" y="2228"/>
                    <a:pt x="1914" y="2228"/>
                    <a:pt x="1914" y="2220"/>
                  </a:cubicBezTo>
                  <a:cubicBezTo>
                    <a:pt x="1857" y="2211"/>
                    <a:pt x="1857" y="2203"/>
                    <a:pt x="1914" y="2203"/>
                  </a:cubicBezTo>
                  <a:cubicBezTo>
                    <a:pt x="1914" y="2203"/>
                    <a:pt x="1914" y="2195"/>
                    <a:pt x="1857" y="2187"/>
                  </a:cubicBezTo>
                  <a:cubicBezTo>
                    <a:pt x="1857" y="2179"/>
                    <a:pt x="1857" y="2179"/>
                    <a:pt x="1914" y="2179"/>
                  </a:cubicBezTo>
                  <a:cubicBezTo>
                    <a:pt x="1978" y="2179"/>
                    <a:pt x="1978" y="2179"/>
                    <a:pt x="1914" y="2171"/>
                  </a:cubicBezTo>
                  <a:cubicBezTo>
                    <a:pt x="1857" y="2171"/>
                    <a:pt x="1857" y="2171"/>
                    <a:pt x="1857" y="2163"/>
                  </a:cubicBezTo>
                  <a:lnTo>
                    <a:pt x="1857" y="2155"/>
                  </a:lnTo>
                  <a:lnTo>
                    <a:pt x="1800" y="2155"/>
                  </a:lnTo>
                  <a:cubicBezTo>
                    <a:pt x="1800" y="2147"/>
                    <a:pt x="1857" y="2139"/>
                    <a:pt x="1865" y="2130"/>
                  </a:cubicBezTo>
                  <a:cubicBezTo>
                    <a:pt x="1865" y="2121"/>
                    <a:pt x="1865" y="2117"/>
                    <a:pt x="1852" y="2117"/>
                  </a:cubicBezTo>
                  <a:cubicBezTo>
                    <a:pt x="1843" y="2117"/>
                    <a:pt x="1827" y="2119"/>
                    <a:pt x="1800" y="2122"/>
                  </a:cubicBezTo>
                  <a:cubicBezTo>
                    <a:pt x="1800" y="2122"/>
                    <a:pt x="1743" y="2122"/>
                    <a:pt x="1800" y="2114"/>
                  </a:cubicBezTo>
                  <a:cubicBezTo>
                    <a:pt x="1800" y="2114"/>
                    <a:pt x="1865" y="2098"/>
                    <a:pt x="1865" y="2090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687" y="2074"/>
                    <a:pt x="1687" y="2074"/>
                    <a:pt x="1808" y="2066"/>
                  </a:cubicBezTo>
                  <a:cubicBezTo>
                    <a:pt x="1930" y="2057"/>
                    <a:pt x="1930" y="2057"/>
                    <a:pt x="1865" y="2057"/>
                  </a:cubicBezTo>
                  <a:cubicBezTo>
                    <a:pt x="1808" y="2049"/>
                    <a:pt x="1808" y="2049"/>
                    <a:pt x="1808" y="2041"/>
                  </a:cubicBezTo>
                  <a:cubicBezTo>
                    <a:pt x="1865" y="2041"/>
                    <a:pt x="1873" y="2041"/>
                    <a:pt x="1808" y="2033"/>
                  </a:cubicBezTo>
                  <a:cubicBezTo>
                    <a:pt x="1808" y="2025"/>
                    <a:pt x="1808" y="2025"/>
                    <a:pt x="1873" y="2025"/>
                  </a:cubicBezTo>
                  <a:cubicBezTo>
                    <a:pt x="1873" y="2025"/>
                    <a:pt x="1873" y="2025"/>
                    <a:pt x="1873" y="2017"/>
                  </a:cubicBezTo>
                  <a:cubicBezTo>
                    <a:pt x="1751" y="2009"/>
                    <a:pt x="1816" y="1984"/>
                    <a:pt x="1873" y="1984"/>
                  </a:cubicBezTo>
                  <a:cubicBezTo>
                    <a:pt x="1873" y="1984"/>
                    <a:pt x="1873" y="1976"/>
                    <a:pt x="1816" y="1976"/>
                  </a:cubicBezTo>
                  <a:cubicBezTo>
                    <a:pt x="1695" y="1968"/>
                    <a:pt x="1695" y="1960"/>
                    <a:pt x="1816" y="1960"/>
                  </a:cubicBezTo>
                  <a:cubicBezTo>
                    <a:pt x="1760" y="1952"/>
                    <a:pt x="1760" y="1936"/>
                    <a:pt x="1881" y="1936"/>
                  </a:cubicBezTo>
                  <a:lnTo>
                    <a:pt x="2003" y="1936"/>
                  </a:lnTo>
                  <a:cubicBezTo>
                    <a:pt x="1938" y="1936"/>
                    <a:pt x="1938" y="1928"/>
                    <a:pt x="1938" y="1928"/>
                  </a:cubicBezTo>
                  <a:cubicBezTo>
                    <a:pt x="1881" y="1928"/>
                    <a:pt x="1881" y="1928"/>
                    <a:pt x="1881" y="1912"/>
                  </a:cubicBezTo>
                  <a:cubicBezTo>
                    <a:pt x="1881" y="1903"/>
                    <a:pt x="1824" y="1887"/>
                    <a:pt x="1824" y="1879"/>
                  </a:cubicBezTo>
                  <a:cubicBezTo>
                    <a:pt x="1824" y="1871"/>
                    <a:pt x="1824" y="1855"/>
                    <a:pt x="1889" y="1855"/>
                  </a:cubicBezTo>
                  <a:cubicBezTo>
                    <a:pt x="1889" y="1847"/>
                    <a:pt x="1889" y="1847"/>
                    <a:pt x="1833" y="1839"/>
                  </a:cubicBezTo>
                  <a:cubicBezTo>
                    <a:pt x="1768" y="1830"/>
                    <a:pt x="1776" y="1822"/>
                    <a:pt x="1833" y="1822"/>
                  </a:cubicBezTo>
                  <a:cubicBezTo>
                    <a:pt x="1776" y="1814"/>
                    <a:pt x="1776" y="1806"/>
                    <a:pt x="1776" y="1806"/>
                  </a:cubicBezTo>
                  <a:cubicBezTo>
                    <a:pt x="1833" y="1806"/>
                    <a:pt x="1889" y="1798"/>
                    <a:pt x="1833" y="1798"/>
                  </a:cubicBezTo>
                  <a:cubicBezTo>
                    <a:pt x="1776" y="1798"/>
                    <a:pt x="1776" y="1790"/>
                    <a:pt x="1776" y="1782"/>
                  </a:cubicBezTo>
                  <a:cubicBezTo>
                    <a:pt x="1833" y="1774"/>
                    <a:pt x="1849" y="1636"/>
                    <a:pt x="1792" y="1636"/>
                  </a:cubicBezTo>
                  <a:lnTo>
                    <a:pt x="1792" y="1620"/>
                  </a:lnTo>
                  <a:cubicBezTo>
                    <a:pt x="1792" y="1620"/>
                    <a:pt x="1792" y="1612"/>
                    <a:pt x="1792" y="1612"/>
                  </a:cubicBezTo>
                  <a:cubicBezTo>
                    <a:pt x="1914" y="1612"/>
                    <a:pt x="1857" y="1587"/>
                    <a:pt x="1800" y="1579"/>
                  </a:cubicBezTo>
                  <a:cubicBezTo>
                    <a:pt x="1735" y="1571"/>
                    <a:pt x="1735" y="1571"/>
                    <a:pt x="1735" y="1563"/>
                  </a:cubicBezTo>
                  <a:cubicBezTo>
                    <a:pt x="1857" y="1563"/>
                    <a:pt x="1857" y="1547"/>
                    <a:pt x="1800" y="1539"/>
                  </a:cubicBezTo>
                  <a:cubicBezTo>
                    <a:pt x="1678" y="1539"/>
                    <a:pt x="1678" y="1530"/>
                    <a:pt x="1800" y="1530"/>
                  </a:cubicBezTo>
                  <a:cubicBezTo>
                    <a:pt x="1922" y="1530"/>
                    <a:pt x="1922" y="1522"/>
                    <a:pt x="1743" y="1514"/>
                  </a:cubicBezTo>
                  <a:cubicBezTo>
                    <a:pt x="1687" y="1514"/>
                    <a:pt x="1687" y="1514"/>
                    <a:pt x="1743" y="1506"/>
                  </a:cubicBezTo>
                  <a:cubicBezTo>
                    <a:pt x="1865" y="1506"/>
                    <a:pt x="1865" y="1498"/>
                    <a:pt x="1808" y="1498"/>
                  </a:cubicBezTo>
                  <a:cubicBezTo>
                    <a:pt x="1687" y="1498"/>
                    <a:pt x="1687" y="1490"/>
                    <a:pt x="1808" y="1490"/>
                  </a:cubicBezTo>
                  <a:cubicBezTo>
                    <a:pt x="1930" y="1482"/>
                    <a:pt x="1930" y="1482"/>
                    <a:pt x="1808" y="1474"/>
                  </a:cubicBezTo>
                  <a:cubicBezTo>
                    <a:pt x="1687" y="1466"/>
                    <a:pt x="1695" y="1449"/>
                    <a:pt x="1808" y="1449"/>
                  </a:cubicBezTo>
                  <a:cubicBezTo>
                    <a:pt x="1808" y="1441"/>
                    <a:pt x="1873" y="1441"/>
                    <a:pt x="1808" y="1441"/>
                  </a:cubicBezTo>
                  <a:lnTo>
                    <a:pt x="1873" y="1433"/>
                  </a:lnTo>
                  <a:lnTo>
                    <a:pt x="1873" y="1425"/>
                  </a:lnTo>
                  <a:lnTo>
                    <a:pt x="1816" y="1425"/>
                  </a:lnTo>
                  <a:cubicBezTo>
                    <a:pt x="1816" y="1425"/>
                    <a:pt x="1873" y="1393"/>
                    <a:pt x="1881" y="1368"/>
                  </a:cubicBezTo>
                  <a:cubicBezTo>
                    <a:pt x="1881" y="1330"/>
                    <a:pt x="1881" y="1317"/>
                    <a:pt x="1854" y="1317"/>
                  </a:cubicBezTo>
                  <a:cubicBezTo>
                    <a:pt x="1846" y="1317"/>
                    <a:pt x="1837" y="1318"/>
                    <a:pt x="1824" y="1320"/>
                  </a:cubicBezTo>
                  <a:cubicBezTo>
                    <a:pt x="1703" y="1320"/>
                    <a:pt x="1703" y="1312"/>
                    <a:pt x="1824" y="1303"/>
                  </a:cubicBezTo>
                  <a:cubicBezTo>
                    <a:pt x="1824" y="1303"/>
                    <a:pt x="1889" y="1295"/>
                    <a:pt x="1889" y="1287"/>
                  </a:cubicBezTo>
                  <a:cubicBezTo>
                    <a:pt x="1889" y="1279"/>
                    <a:pt x="1889" y="1271"/>
                    <a:pt x="1946" y="1271"/>
                  </a:cubicBezTo>
                  <a:lnTo>
                    <a:pt x="1946" y="1263"/>
                  </a:lnTo>
                  <a:cubicBezTo>
                    <a:pt x="1833" y="1255"/>
                    <a:pt x="1833" y="1230"/>
                    <a:pt x="1897" y="1214"/>
                  </a:cubicBezTo>
                  <a:cubicBezTo>
                    <a:pt x="1897" y="1206"/>
                    <a:pt x="1897" y="1206"/>
                    <a:pt x="1841" y="1198"/>
                  </a:cubicBezTo>
                  <a:cubicBezTo>
                    <a:pt x="1776" y="1190"/>
                    <a:pt x="1776" y="1190"/>
                    <a:pt x="1841" y="1182"/>
                  </a:cubicBezTo>
                  <a:cubicBezTo>
                    <a:pt x="1897" y="1182"/>
                    <a:pt x="1962" y="1157"/>
                    <a:pt x="1841" y="1157"/>
                  </a:cubicBezTo>
                  <a:lnTo>
                    <a:pt x="1897" y="1157"/>
                  </a:lnTo>
                  <a:cubicBezTo>
                    <a:pt x="1962" y="1149"/>
                    <a:pt x="1905" y="1141"/>
                    <a:pt x="1841" y="1141"/>
                  </a:cubicBezTo>
                  <a:cubicBezTo>
                    <a:pt x="1719" y="1141"/>
                    <a:pt x="1727" y="1141"/>
                    <a:pt x="1905" y="1133"/>
                  </a:cubicBezTo>
                  <a:lnTo>
                    <a:pt x="1962" y="1133"/>
                  </a:lnTo>
                  <a:cubicBezTo>
                    <a:pt x="1905" y="1125"/>
                    <a:pt x="1849" y="1125"/>
                    <a:pt x="1905" y="1117"/>
                  </a:cubicBezTo>
                  <a:cubicBezTo>
                    <a:pt x="1905" y="1117"/>
                    <a:pt x="1905" y="1109"/>
                    <a:pt x="1784" y="1109"/>
                  </a:cubicBezTo>
                  <a:cubicBezTo>
                    <a:pt x="1727" y="1109"/>
                    <a:pt x="1727" y="1109"/>
                    <a:pt x="1727" y="1101"/>
                  </a:cubicBezTo>
                  <a:cubicBezTo>
                    <a:pt x="1768" y="1101"/>
                    <a:pt x="1808" y="1101"/>
                    <a:pt x="1849" y="1109"/>
                  </a:cubicBezTo>
                  <a:cubicBezTo>
                    <a:pt x="1849" y="1109"/>
                    <a:pt x="1849" y="1109"/>
                    <a:pt x="1849" y="1101"/>
                  </a:cubicBezTo>
                  <a:cubicBezTo>
                    <a:pt x="1889" y="1085"/>
                    <a:pt x="1930" y="1085"/>
                    <a:pt x="1970" y="1085"/>
                  </a:cubicBezTo>
                  <a:cubicBezTo>
                    <a:pt x="2008" y="1085"/>
                    <a:pt x="2021" y="1081"/>
                    <a:pt x="1989" y="1081"/>
                  </a:cubicBezTo>
                  <a:cubicBezTo>
                    <a:pt x="1973" y="1081"/>
                    <a:pt x="1946" y="1082"/>
                    <a:pt x="1905" y="1085"/>
                  </a:cubicBezTo>
                  <a:cubicBezTo>
                    <a:pt x="1792" y="1085"/>
                    <a:pt x="1792" y="1085"/>
                    <a:pt x="1792" y="1076"/>
                  </a:cubicBezTo>
                  <a:cubicBezTo>
                    <a:pt x="1792" y="1068"/>
                    <a:pt x="1792" y="1060"/>
                    <a:pt x="1849" y="1060"/>
                  </a:cubicBezTo>
                  <a:cubicBezTo>
                    <a:pt x="1914" y="1060"/>
                    <a:pt x="1914" y="1060"/>
                    <a:pt x="1914" y="1052"/>
                  </a:cubicBezTo>
                  <a:cubicBezTo>
                    <a:pt x="1816" y="1036"/>
                    <a:pt x="1719" y="1028"/>
                    <a:pt x="1614" y="1028"/>
                  </a:cubicBezTo>
                  <a:cubicBezTo>
                    <a:pt x="1500" y="1028"/>
                    <a:pt x="1500" y="1028"/>
                    <a:pt x="1614" y="1020"/>
                  </a:cubicBezTo>
                  <a:cubicBezTo>
                    <a:pt x="1678" y="1020"/>
                    <a:pt x="1678" y="1020"/>
                    <a:pt x="1678" y="1012"/>
                  </a:cubicBezTo>
                  <a:cubicBezTo>
                    <a:pt x="1735" y="1012"/>
                    <a:pt x="1735" y="1020"/>
                    <a:pt x="1735" y="1020"/>
                  </a:cubicBezTo>
                  <a:lnTo>
                    <a:pt x="1792" y="1020"/>
                  </a:lnTo>
                  <a:cubicBezTo>
                    <a:pt x="1914" y="1020"/>
                    <a:pt x="1914" y="1012"/>
                    <a:pt x="1800" y="1012"/>
                  </a:cubicBezTo>
                  <a:cubicBezTo>
                    <a:pt x="1735" y="1003"/>
                    <a:pt x="1735" y="1003"/>
                    <a:pt x="1800" y="1003"/>
                  </a:cubicBezTo>
                  <a:cubicBezTo>
                    <a:pt x="1857" y="995"/>
                    <a:pt x="1922" y="987"/>
                    <a:pt x="1857" y="987"/>
                  </a:cubicBezTo>
                  <a:cubicBezTo>
                    <a:pt x="1857" y="987"/>
                    <a:pt x="1857" y="979"/>
                    <a:pt x="1922" y="979"/>
                  </a:cubicBezTo>
                  <a:cubicBezTo>
                    <a:pt x="1922" y="971"/>
                    <a:pt x="1922" y="963"/>
                    <a:pt x="1857" y="963"/>
                  </a:cubicBezTo>
                  <a:cubicBezTo>
                    <a:pt x="1800" y="963"/>
                    <a:pt x="1800" y="963"/>
                    <a:pt x="1800" y="955"/>
                  </a:cubicBezTo>
                  <a:cubicBezTo>
                    <a:pt x="1800" y="955"/>
                    <a:pt x="1800" y="947"/>
                    <a:pt x="1743" y="947"/>
                  </a:cubicBezTo>
                  <a:cubicBezTo>
                    <a:pt x="1687" y="947"/>
                    <a:pt x="1622" y="947"/>
                    <a:pt x="1622" y="939"/>
                  </a:cubicBezTo>
                  <a:cubicBezTo>
                    <a:pt x="1565" y="930"/>
                    <a:pt x="1565" y="930"/>
                    <a:pt x="1687" y="922"/>
                  </a:cubicBezTo>
                  <a:cubicBezTo>
                    <a:pt x="1743" y="922"/>
                    <a:pt x="1743" y="922"/>
                    <a:pt x="1743" y="914"/>
                  </a:cubicBezTo>
                  <a:cubicBezTo>
                    <a:pt x="1743" y="914"/>
                    <a:pt x="1743" y="906"/>
                    <a:pt x="1808" y="906"/>
                  </a:cubicBezTo>
                  <a:cubicBezTo>
                    <a:pt x="1865" y="898"/>
                    <a:pt x="1808" y="898"/>
                    <a:pt x="1751" y="898"/>
                  </a:cubicBezTo>
                  <a:lnTo>
                    <a:pt x="1630" y="898"/>
                  </a:lnTo>
                  <a:cubicBezTo>
                    <a:pt x="1687" y="898"/>
                    <a:pt x="1751" y="890"/>
                    <a:pt x="1808" y="890"/>
                  </a:cubicBezTo>
                  <a:cubicBezTo>
                    <a:pt x="1751" y="890"/>
                    <a:pt x="1687" y="882"/>
                    <a:pt x="1751" y="874"/>
                  </a:cubicBezTo>
                  <a:cubicBezTo>
                    <a:pt x="1751" y="866"/>
                    <a:pt x="1751" y="858"/>
                    <a:pt x="1808" y="858"/>
                  </a:cubicBezTo>
                  <a:cubicBezTo>
                    <a:pt x="1873" y="858"/>
                    <a:pt x="1816" y="849"/>
                    <a:pt x="1816" y="849"/>
                  </a:cubicBezTo>
                  <a:cubicBezTo>
                    <a:pt x="1751" y="849"/>
                    <a:pt x="1751" y="841"/>
                    <a:pt x="1816" y="833"/>
                  </a:cubicBezTo>
                  <a:cubicBezTo>
                    <a:pt x="1938" y="809"/>
                    <a:pt x="1938" y="809"/>
                    <a:pt x="1816" y="809"/>
                  </a:cubicBezTo>
                  <a:cubicBezTo>
                    <a:pt x="1760" y="809"/>
                    <a:pt x="1695" y="809"/>
                    <a:pt x="1816" y="801"/>
                  </a:cubicBezTo>
                  <a:cubicBezTo>
                    <a:pt x="1881" y="801"/>
                    <a:pt x="1816" y="793"/>
                    <a:pt x="1760" y="785"/>
                  </a:cubicBezTo>
                  <a:lnTo>
                    <a:pt x="1516" y="785"/>
                  </a:lnTo>
                  <a:cubicBezTo>
                    <a:pt x="1403" y="785"/>
                    <a:pt x="1403" y="785"/>
                    <a:pt x="1460" y="776"/>
                  </a:cubicBezTo>
                  <a:cubicBezTo>
                    <a:pt x="1488" y="771"/>
                    <a:pt x="1517" y="765"/>
                    <a:pt x="1546" y="765"/>
                  </a:cubicBezTo>
                  <a:cubicBezTo>
                    <a:pt x="1557" y="765"/>
                    <a:pt x="1569" y="766"/>
                    <a:pt x="1581" y="768"/>
                  </a:cubicBezTo>
                  <a:lnTo>
                    <a:pt x="1638" y="768"/>
                  </a:lnTo>
                  <a:lnTo>
                    <a:pt x="1638" y="776"/>
                  </a:lnTo>
                  <a:cubicBezTo>
                    <a:pt x="1678" y="776"/>
                    <a:pt x="1719" y="776"/>
                    <a:pt x="1760" y="768"/>
                  </a:cubicBezTo>
                  <a:cubicBezTo>
                    <a:pt x="1824" y="760"/>
                    <a:pt x="1824" y="760"/>
                    <a:pt x="1760" y="760"/>
                  </a:cubicBezTo>
                  <a:cubicBezTo>
                    <a:pt x="1824" y="752"/>
                    <a:pt x="1824" y="744"/>
                    <a:pt x="1824" y="736"/>
                  </a:cubicBezTo>
                  <a:cubicBezTo>
                    <a:pt x="1824" y="728"/>
                    <a:pt x="1824" y="712"/>
                    <a:pt x="1889" y="712"/>
                  </a:cubicBezTo>
                  <a:cubicBezTo>
                    <a:pt x="1889" y="703"/>
                    <a:pt x="1889" y="695"/>
                    <a:pt x="1824" y="695"/>
                  </a:cubicBezTo>
                  <a:lnTo>
                    <a:pt x="1768" y="695"/>
                  </a:lnTo>
                  <a:cubicBezTo>
                    <a:pt x="1889" y="687"/>
                    <a:pt x="1954" y="630"/>
                    <a:pt x="1833" y="630"/>
                  </a:cubicBezTo>
                  <a:lnTo>
                    <a:pt x="1833" y="622"/>
                  </a:lnTo>
                  <a:cubicBezTo>
                    <a:pt x="1897" y="614"/>
                    <a:pt x="1897" y="590"/>
                    <a:pt x="1841" y="582"/>
                  </a:cubicBezTo>
                  <a:cubicBezTo>
                    <a:pt x="1841" y="582"/>
                    <a:pt x="1841" y="574"/>
                    <a:pt x="1841" y="566"/>
                  </a:cubicBezTo>
                  <a:cubicBezTo>
                    <a:pt x="1905" y="558"/>
                    <a:pt x="1905" y="558"/>
                    <a:pt x="1841" y="549"/>
                  </a:cubicBezTo>
                  <a:lnTo>
                    <a:pt x="1784" y="549"/>
                  </a:lnTo>
                  <a:cubicBezTo>
                    <a:pt x="1841" y="549"/>
                    <a:pt x="1849" y="541"/>
                    <a:pt x="1849" y="525"/>
                  </a:cubicBezTo>
                  <a:cubicBezTo>
                    <a:pt x="1849" y="509"/>
                    <a:pt x="1849" y="509"/>
                    <a:pt x="1792" y="509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970" y="493"/>
                    <a:pt x="1970" y="485"/>
                    <a:pt x="1792" y="485"/>
                  </a:cubicBezTo>
                  <a:cubicBezTo>
                    <a:pt x="1670" y="476"/>
                    <a:pt x="1670" y="468"/>
                    <a:pt x="1735" y="468"/>
                  </a:cubicBezTo>
                  <a:cubicBezTo>
                    <a:pt x="1792" y="468"/>
                    <a:pt x="1792" y="476"/>
                    <a:pt x="1792" y="476"/>
                  </a:cubicBezTo>
                  <a:lnTo>
                    <a:pt x="1914" y="476"/>
                  </a:lnTo>
                  <a:cubicBezTo>
                    <a:pt x="1914" y="476"/>
                    <a:pt x="1914" y="476"/>
                    <a:pt x="1849" y="468"/>
                  </a:cubicBezTo>
                  <a:cubicBezTo>
                    <a:pt x="1849" y="468"/>
                    <a:pt x="1849" y="468"/>
                    <a:pt x="1792" y="460"/>
                  </a:cubicBezTo>
                  <a:lnTo>
                    <a:pt x="1614" y="460"/>
                  </a:lnTo>
                  <a:cubicBezTo>
                    <a:pt x="1595" y="463"/>
                    <a:pt x="1582" y="464"/>
                    <a:pt x="1574" y="464"/>
                  </a:cubicBezTo>
                  <a:cubicBezTo>
                    <a:pt x="1557" y="464"/>
                    <a:pt x="1557" y="460"/>
                    <a:pt x="1557" y="460"/>
                  </a:cubicBezTo>
                  <a:cubicBezTo>
                    <a:pt x="1614" y="452"/>
                    <a:pt x="1670" y="452"/>
                    <a:pt x="1735" y="452"/>
                  </a:cubicBezTo>
                  <a:cubicBezTo>
                    <a:pt x="1776" y="460"/>
                    <a:pt x="1816" y="460"/>
                    <a:pt x="1857" y="460"/>
                  </a:cubicBezTo>
                  <a:cubicBezTo>
                    <a:pt x="1914" y="460"/>
                    <a:pt x="1792" y="436"/>
                    <a:pt x="1678" y="436"/>
                  </a:cubicBezTo>
                  <a:lnTo>
                    <a:pt x="1735" y="436"/>
                  </a:lnTo>
                  <a:cubicBezTo>
                    <a:pt x="1792" y="436"/>
                    <a:pt x="1800" y="428"/>
                    <a:pt x="1800" y="412"/>
                  </a:cubicBezTo>
                  <a:cubicBezTo>
                    <a:pt x="1800" y="403"/>
                    <a:pt x="1800" y="403"/>
                    <a:pt x="1743" y="403"/>
                  </a:cubicBezTo>
                  <a:cubicBezTo>
                    <a:pt x="1703" y="403"/>
                    <a:pt x="1662" y="403"/>
                    <a:pt x="1622" y="395"/>
                  </a:cubicBezTo>
                  <a:cubicBezTo>
                    <a:pt x="1581" y="403"/>
                    <a:pt x="1541" y="403"/>
                    <a:pt x="1500" y="403"/>
                  </a:cubicBezTo>
                  <a:cubicBezTo>
                    <a:pt x="1500" y="403"/>
                    <a:pt x="1565" y="395"/>
                    <a:pt x="1622" y="387"/>
                  </a:cubicBezTo>
                  <a:cubicBezTo>
                    <a:pt x="1743" y="379"/>
                    <a:pt x="1800" y="371"/>
                    <a:pt x="1800" y="355"/>
                  </a:cubicBezTo>
                  <a:cubicBezTo>
                    <a:pt x="1808" y="347"/>
                    <a:pt x="1808" y="331"/>
                    <a:pt x="1865" y="331"/>
                  </a:cubicBezTo>
                  <a:cubicBezTo>
                    <a:pt x="1865" y="322"/>
                    <a:pt x="1865" y="314"/>
                    <a:pt x="1808" y="314"/>
                  </a:cubicBezTo>
                  <a:lnTo>
                    <a:pt x="1808" y="306"/>
                  </a:lnTo>
                  <a:cubicBezTo>
                    <a:pt x="1873" y="306"/>
                    <a:pt x="1873" y="298"/>
                    <a:pt x="1808" y="298"/>
                  </a:cubicBezTo>
                  <a:cubicBezTo>
                    <a:pt x="1751" y="290"/>
                    <a:pt x="1808" y="290"/>
                    <a:pt x="1808" y="282"/>
                  </a:cubicBezTo>
                  <a:cubicBezTo>
                    <a:pt x="1869" y="278"/>
                    <a:pt x="1899" y="276"/>
                    <a:pt x="1892" y="276"/>
                  </a:cubicBezTo>
                  <a:cubicBezTo>
                    <a:pt x="1885" y="276"/>
                    <a:pt x="1841" y="278"/>
                    <a:pt x="1751" y="282"/>
                  </a:cubicBezTo>
                  <a:cubicBezTo>
                    <a:pt x="1745" y="281"/>
                    <a:pt x="1739" y="280"/>
                    <a:pt x="1732" y="279"/>
                  </a:cubicBezTo>
                  <a:lnTo>
                    <a:pt x="1732" y="279"/>
                  </a:lnTo>
                  <a:cubicBezTo>
                    <a:pt x="1827" y="272"/>
                    <a:pt x="1860" y="266"/>
                    <a:pt x="1751" y="266"/>
                  </a:cubicBezTo>
                  <a:cubicBezTo>
                    <a:pt x="1751" y="258"/>
                    <a:pt x="1751" y="258"/>
                    <a:pt x="1816" y="249"/>
                  </a:cubicBezTo>
                  <a:cubicBezTo>
                    <a:pt x="1873" y="249"/>
                    <a:pt x="1873" y="249"/>
                    <a:pt x="1760" y="241"/>
                  </a:cubicBezTo>
                  <a:cubicBezTo>
                    <a:pt x="1638" y="241"/>
                    <a:pt x="1638" y="233"/>
                    <a:pt x="1760" y="233"/>
                  </a:cubicBezTo>
                  <a:cubicBezTo>
                    <a:pt x="1881" y="225"/>
                    <a:pt x="1881" y="209"/>
                    <a:pt x="1816" y="209"/>
                  </a:cubicBezTo>
                  <a:cubicBezTo>
                    <a:pt x="1703" y="209"/>
                    <a:pt x="1703" y="193"/>
                    <a:pt x="1760" y="193"/>
                  </a:cubicBezTo>
                  <a:cubicBezTo>
                    <a:pt x="1824" y="185"/>
                    <a:pt x="1824" y="185"/>
                    <a:pt x="1760" y="176"/>
                  </a:cubicBezTo>
                  <a:cubicBezTo>
                    <a:pt x="1824" y="176"/>
                    <a:pt x="1881" y="168"/>
                    <a:pt x="1824" y="168"/>
                  </a:cubicBezTo>
                  <a:cubicBezTo>
                    <a:pt x="1824" y="168"/>
                    <a:pt x="1824" y="165"/>
                    <a:pt x="1808" y="165"/>
                  </a:cubicBezTo>
                  <a:cubicBezTo>
                    <a:pt x="1799" y="165"/>
                    <a:pt x="1787" y="166"/>
                    <a:pt x="1768" y="168"/>
                  </a:cubicBezTo>
                  <a:lnTo>
                    <a:pt x="1646" y="160"/>
                  </a:lnTo>
                  <a:cubicBezTo>
                    <a:pt x="1626" y="164"/>
                    <a:pt x="1605" y="166"/>
                    <a:pt x="1585" y="166"/>
                  </a:cubicBezTo>
                  <a:cubicBezTo>
                    <a:pt x="1565" y="166"/>
                    <a:pt x="1545" y="164"/>
                    <a:pt x="1524" y="160"/>
                  </a:cubicBezTo>
                  <a:cubicBezTo>
                    <a:pt x="1468" y="160"/>
                    <a:pt x="1524" y="144"/>
                    <a:pt x="1711" y="136"/>
                  </a:cubicBezTo>
                  <a:lnTo>
                    <a:pt x="1824" y="128"/>
                  </a:lnTo>
                  <a:lnTo>
                    <a:pt x="1711" y="128"/>
                  </a:lnTo>
                  <a:cubicBezTo>
                    <a:pt x="1711" y="128"/>
                    <a:pt x="1711" y="120"/>
                    <a:pt x="1768" y="120"/>
                  </a:cubicBezTo>
                  <a:lnTo>
                    <a:pt x="1833" y="120"/>
                  </a:lnTo>
                  <a:cubicBezTo>
                    <a:pt x="1833" y="120"/>
                    <a:pt x="1833" y="112"/>
                    <a:pt x="1768" y="112"/>
                  </a:cubicBezTo>
                  <a:lnTo>
                    <a:pt x="1711" y="112"/>
                  </a:lnTo>
                  <a:cubicBezTo>
                    <a:pt x="1833" y="103"/>
                    <a:pt x="1833" y="103"/>
                    <a:pt x="1711" y="95"/>
                  </a:cubicBezTo>
                  <a:cubicBezTo>
                    <a:pt x="1751" y="95"/>
                    <a:pt x="1792" y="87"/>
                    <a:pt x="1833" y="79"/>
                  </a:cubicBezTo>
                  <a:lnTo>
                    <a:pt x="1776" y="79"/>
                  </a:lnTo>
                  <a:cubicBezTo>
                    <a:pt x="1654" y="79"/>
                    <a:pt x="1654" y="79"/>
                    <a:pt x="1711" y="71"/>
                  </a:cubicBezTo>
                  <a:cubicBezTo>
                    <a:pt x="1776" y="71"/>
                    <a:pt x="1776" y="71"/>
                    <a:pt x="1719" y="63"/>
                  </a:cubicBezTo>
                  <a:cubicBezTo>
                    <a:pt x="1719" y="55"/>
                    <a:pt x="1719" y="47"/>
                    <a:pt x="1776" y="47"/>
                  </a:cubicBezTo>
                  <a:cubicBezTo>
                    <a:pt x="1719" y="39"/>
                    <a:pt x="1719" y="39"/>
                    <a:pt x="1776" y="31"/>
                  </a:cubicBezTo>
                  <a:cubicBezTo>
                    <a:pt x="1841" y="31"/>
                    <a:pt x="1841" y="31"/>
                    <a:pt x="1776" y="22"/>
                  </a:cubicBezTo>
                  <a:cubicBezTo>
                    <a:pt x="1719" y="22"/>
                    <a:pt x="1662" y="22"/>
                    <a:pt x="1597" y="31"/>
                  </a:cubicBezTo>
                  <a:lnTo>
                    <a:pt x="1541" y="31"/>
                  </a:lnTo>
                  <a:lnTo>
                    <a:pt x="1541" y="22"/>
                  </a:lnTo>
                  <a:cubicBezTo>
                    <a:pt x="1541" y="22"/>
                    <a:pt x="1541" y="14"/>
                    <a:pt x="1484" y="6"/>
                  </a:cubicBezTo>
                  <a:cubicBezTo>
                    <a:pt x="1451" y="2"/>
                    <a:pt x="1405" y="0"/>
                    <a:pt x="1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2"/>
            <p:cNvSpPr/>
            <p:nvPr/>
          </p:nvSpPr>
          <p:spPr>
            <a:xfrm>
              <a:off x="4622963" y="2534404"/>
              <a:ext cx="37061" cy="106355"/>
            </a:xfrm>
            <a:custGeom>
              <a:avLst/>
              <a:gdLst/>
              <a:ahLst/>
              <a:cxnLst/>
              <a:rect l="l" t="t" r="r" b="b"/>
              <a:pathLst>
                <a:path w="2150" h="6170" extrusionOk="0">
                  <a:moveTo>
                    <a:pt x="519" y="110"/>
                  </a:moveTo>
                  <a:lnTo>
                    <a:pt x="519" y="118"/>
                  </a:lnTo>
                  <a:cubicBezTo>
                    <a:pt x="542" y="124"/>
                    <a:pt x="569" y="130"/>
                    <a:pt x="598" y="130"/>
                  </a:cubicBezTo>
                  <a:cubicBezTo>
                    <a:pt x="609" y="130"/>
                    <a:pt x="621" y="129"/>
                    <a:pt x="633" y="126"/>
                  </a:cubicBezTo>
                  <a:lnTo>
                    <a:pt x="633" y="118"/>
                  </a:lnTo>
                  <a:cubicBezTo>
                    <a:pt x="592" y="118"/>
                    <a:pt x="552" y="110"/>
                    <a:pt x="519" y="110"/>
                  </a:cubicBezTo>
                  <a:close/>
                  <a:moveTo>
                    <a:pt x="1468" y="126"/>
                  </a:moveTo>
                  <a:cubicBezTo>
                    <a:pt x="1533" y="126"/>
                    <a:pt x="1533" y="135"/>
                    <a:pt x="1533" y="143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3"/>
                    <a:pt x="1411" y="135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40"/>
                    <a:pt x="1468" y="240"/>
                  </a:cubicBezTo>
                  <a:lnTo>
                    <a:pt x="1468" y="232"/>
                  </a:ln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22" y="216"/>
                    <a:pt x="1363" y="216"/>
                    <a:pt x="1403" y="216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825" y="240"/>
                  </a:moveTo>
                  <a:lnTo>
                    <a:pt x="1768" y="248"/>
                  </a:lnTo>
                  <a:lnTo>
                    <a:pt x="1768" y="256"/>
                  </a:lnTo>
                  <a:cubicBezTo>
                    <a:pt x="1825" y="256"/>
                    <a:pt x="1825" y="256"/>
                    <a:pt x="1825" y="248"/>
                  </a:cubicBezTo>
                  <a:lnTo>
                    <a:pt x="1825" y="240"/>
                  </a:lnTo>
                  <a:close/>
                  <a:moveTo>
                    <a:pt x="1200" y="621"/>
                  </a:moveTo>
                  <a:cubicBezTo>
                    <a:pt x="1241" y="621"/>
                    <a:pt x="1282" y="629"/>
                    <a:pt x="1322" y="645"/>
                  </a:cubicBezTo>
                  <a:cubicBezTo>
                    <a:pt x="1305" y="649"/>
                    <a:pt x="1288" y="651"/>
                    <a:pt x="1272" y="651"/>
                  </a:cubicBezTo>
                  <a:cubicBezTo>
                    <a:pt x="1248" y="651"/>
                    <a:pt x="1224" y="647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lose/>
                  <a:moveTo>
                    <a:pt x="1144" y="662"/>
                  </a:moveTo>
                  <a:cubicBezTo>
                    <a:pt x="1079" y="662"/>
                    <a:pt x="1079" y="670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0"/>
                    <a:pt x="1200" y="670"/>
                    <a:pt x="1144" y="670"/>
                  </a:cubicBezTo>
                  <a:lnTo>
                    <a:pt x="1144" y="662"/>
                  </a:ln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1002"/>
                  </a:moveTo>
                  <a:lnTo>
                    <a:pt x="1355" y="1010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402" y="1029"/>
                    <a:pt x="1385" y="1030"/>
                    <a:pt x="1369" y="1030"/>
                  </a:cubicBezTo>
                  <a:cubicBezTo>
                    <a:pt x="1324" y="1030"/>
                    <a:pt x="1283" y="1022"/>
                    <a:pt x="1241" y="1010"/>
                  </a:cubicBezTo>
                  <a:lnTo>
                    <a:pt x="1241" y="1002"/>
                  </a:lnTo>
                  <a:close/>
                  <a:moveTo>
                    <a:pt x="1468" y="1172"/>
                  </a:moveTo>
                  <a:cubicBezTo>
                    <a:pt x="1525" y="1172"/>
                    <a:pt x="1590" y="1172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9"/>
                  </a:cubicBezTo>
                  <a:lnTo>
                    <a:pt x="1468" y="1172"/>
                  </a:lnTo>
                  <a:close/>
                  <a:moveTo>
                    <a:pt x="1282" y="1229"/>
                  </a:moveTo>
                  <a:cubicBezTo>
                    <a:pt x="1322" y="1229"/>
                    <a:pt x="1363" y="1237"/>
                    <a:pt x="1403" y="1237"/>
                  </a:cubicBezTo>
                  <a:lnTo>
                    <a:pt x="1403" y="1245"/>
                  </a:lnTo>
                  <a:cubicBezTo>
                    <a:pt x="1391" y="1248"/>
                    <a:pt x="1379" y="1249"/>
                    <a:pt x="1368" y="1249"/>
                  </a:cubicBezTo>
                  <a:cubicBezTo>
                    <a:pt x="1339" y="1249"/>
                    <a:pt x="1310" y="1243"/>
                    <a:pt x="1282" y="1237"/>
                  </a:cubicBezTo>
                  <a:lnTo>
                    <a:pt x="1282" y="1229"/>
                  </a:lnTo>
                  <a:close/>
                  <a:moveTo>
                    <a:pt x="1158" y="1373"/>
                  </a:moveTo>
                  <a:cubicBezTo>
                    <a:pt x="1174" y="1373"/>
                    <a:pt x="1217" y="1385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095" y="1375"/>
                    <a:pt x="1160" y="1375"/>
                  </a:cubicBezTo>
                  <a:lnTo>
                    <a:pt x="1152" y="1375"/>
                  </a:lnTo>
                  <a:cubicBezTo>
                    <a:pt x="1152" y="1373"/>
                    <a:pt x="1154" y="1373"/>
                    <a:pt x="1158" y="1373"/>
                  </a:cubicBezTo>
                  <a:close/>
                  <a:moveTo>
                    <a:pt x="1452" y="1432"/>
                  </a:moveTo>
                  <a:cubicBezTo>
                    <a:pt x="1492" y="1432"/>
                    <a:pt x="1533" y="1432"/>
                    <a:pt x="1573" y="1440"/>
                  </a:cubicBezTo>
                  <a:cubicBezTo>
                    <a:pt x="1614" y="1446"/>
                    <a:pt x="1593" y="1451"/>
                    <a:pt x="1537" y="1451"/>
                  </a:cubicBezTo>
                  <a:cubicBezTo>
                    <a:pt x="1514" y="1451"/>
                    <a:pt x="1485" y="1450"/>
                    <a:pt x="1452" y="1448"/>
                  </a:cubicBezTo>
                  <a:cubicBezTo>
                    <a:pt x="1452" y="1440"/>
                    <a:pt x="1452" y="1440"/>
                    <a:pt x="1452" y="1432"/>
                  </a:cubicBezTo>
                  <a:close/>
                  <a:moveTo>
                    <a:pt x="1565" y="1505"/>
                  </a:moveTo>
                  <a:cubicBezTo>
                    <a:pt x="1565" y="1513"/>
                    <a:pt x="1565" y="1513"/>
                    <a:pt x="1509" y="1513"/>
                  </a:cubicBezTo>
                  <a:lnTo>
                    <a:pt x="1509" y="1505"/>
                  </a:lnTo>
                  <a:close/>
                  <a:moveTo>
                    <a:pt x="1744" y="1578"/>
                  </a:moveTo>
                  <a:cubicBezTo>
                    <a:pt x="1703" y="1578"/>
                    <a:pt x="1663" y="1586"/>
                    <a:pt x="1622" y="1586"/>
                  </a:cubicBez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lnTo>
                    <a:pt x="1744" y="1578"/>
                  </a:lnTo>
                  <a:close/>
                  <a:moveTo>
                    <a:pt x="1322" y="1626"/>
                  </a:moveTo>
                  <a:cubicBezTo>
                    <a:pt x="1379" y="1626"/>
                    <a:pt x="1379" y="1634"/>
                    <a:pt x="1379" y="1634"/>
                  </a:cubicBezTo>
                  <a:cubicBezTo>
                    <a:pt x="1379" y="1643"/>
                    <a:pt x="1379" y="1643"/>
                    <a:pt x="1314" y="1643"/>
                  </a:cubicBezTo>
                  <a:cubicBezTo>
                    <a:pt x="1314" y="1643"/>
                    <a:pt x="1257" y="1643"/>
                    <a:pt x="1257" y="1634"/>
                  </a:cubicBezTo>
                  <a:cubicBezTo>
                    <a:pt x="1257" y="1634"/>
                    <a:pt x="1322" y="1626"/>
                    <a:pt x="1322" y="1626"/>
                  </a:cubicBezTo>
                  <a:close/>
                  <a:moveTo>
                    <a:pt x="2142" y="1709"/>
                  </a:moveTo>
                  <a:cubicBezTo>
                    <a:pt x="2135" y="1709"/>
                    <a:pt x="2121" y="1712"/>
                    <a:pt x="2092" y="1716"/>
                  </a:cubicBezTo>
                  <a:lnTo>
                    <a:pt x="2092" y="1724"/>
                  </a:lnTo>
                  <a:cubicBezTo>
                    <a:pt x="2149" y="1724"/>
                    <a:pt x="2149" y="1724"/>
                    <a:pt x="2149" y="1716"/>
                  </a:cubicBezTo>
                  <a:cubicBezTo>
                    <a:pt x="2149" y="1712"/>
                    <a:pt x="2149" y="1709"/>
                    <a:pt x="2142" y="1709"/>
                  </a:cubicBezTo>
                  <a:close/>
                  <a:moveTo>
                    <a:pt x="57" y="1716"/>
                  </a:moveTo>
                  <a:cubicBezTo>
                    <a:pt x="1" y="1716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24"/>
                    <a:pt x="98" y="1716"/>
                    <a:pt x="57" y="1716"/>
                  </a:cubicBezTo>
                  <a:close/>
                  <a:moveTo>
                    <a:pt x="1359" y="1759"/>
                  </a:moveTo>
                  <a:cubicBezTo>
                    <a:pt x="1371" y="1759"/>
                    <a:pt x="1371" y="1763"/>
                    <a:pt x="1371" y="1772"/>
                  </a:cubicBezTo>
                  <a:cubicBezTo>
                    <a:pt x="1371" y="1780"/>
                    <a:pt x="1314" y="1780"/>
                    <a:pt x="1314" y="1780"/>
                  </a:cubicBezTo>
                  <a:cubicBezTo>
                    <a:pt x="1249" y="1780"/>
                    <a:pt x="1314" y="1772"/>
                    <a:pt x="1314" y="1764"/>
                  </a:cubicBezTo>
                  <a:cubicBezTo>
                    <a:pt x="1337" y="1761"/>
                    <a:pt x="1351" y="1759"/>
                    <a:pt x="1359" y="1759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902"/>
                  </a:cubicBezTo>
                  <a:cubicBezTo>
                    <a:pt x="1363" y="1902"/>
                    <a:pt x="1363" y="1902"/>
                    <a:pt x="1363" y="1894"/>
                  </a:cubicBez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3"/>
                  </a:lnTo>
                  <a:lnTo>
                    <a:pt x="1476" y="1951"/>
                  </a:lnTo>
                  <a:cubicBezTo>
                    <a:pt x="1436" y="1951"/>
                    <a:pt x="1403" y="1951"/>
                    <a:pt x="1363" y="1943"/>
                  </a:cubicBezTo>
                  <a:lnTo>
                    <a:pt x="1419" y="1934"/>
                  </a:lnTo>
                  <a:close/>
                  <a:moveTo>
                    <a:pt x="1273" y="2405"/>
                  </a:moveTo>
                  <a:lnTo>
                    <a:pt x="1330" y="2413"/>
                  </a:lnTo>
                  <a:lnTo>
                    <a:pt x="1330" y="2421"/>
                  </a:lnTo>
                  <a:cubicBezTo>
                    <a:pt x="1318" y="2423"/>
                    <a:pt x="1306" y="2424"/>
                    <a:pt x="1295" y="2424"/>
                  </a:cubicBezTo>
                  <a:cubicBezTo>
                    <a:pt x="1266" y="2424"/>
                    <a:pt x="1237" y="2419"/>
                    <a:pt x="1209" y="2413"/>
                  </a:cubicBezTo>
                  <a:lnTo>
                    <a:pt x="1273" y="2405"/>
                  </a:lnTo>
                  <a:close/>
                  <a:moveTo>
                    <a:pt x="1290" y="2585"/>
                  </a:moveTo>
                  <a:cubicBezTo>
                    <a:pt x="1320" y="2585"/>
                    <a:pt x="1350" y="2587"/>
                    <a:pt x="1379" y="2591"/>
                  </a:cubicBezTo>
                  <a:cubicBezTo>
                    <a:pt x="1379" y="2599"/>
                    <a:pt x="1379" y="2599"/>
                    <a:pt x="1322" y="2599"/>
                  </a:cubicBezTo>
                  <a:cubicBezTo>
                    <a:pt x="1282" y="2599"/>
                    <a:pt x="1241" y="2591"/>
                    <a:pt x="1200" y="2591"/>
                  </a:cubicBezTo>
                  <a:cubicBezTo>
                    <a:pt x="1229" y="2587"/>
                    <a:pt x="1259" y="2585"/>
                    <a:pt x="1290" y="2585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13"/>
                    <a:pt x="1792" y="2713"/>
                  </a:cubicBezTo>
                  <a:lnTo>
                    <a:pt x="1792" y="2721"/>
                  </a:lnTo>
                  <a:cubicBezTo>
                    <a:pt x="1752" y="2721"/>
                    <a:pt x="1711" y="2721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802"/>
                  </a:moveTo>
                  <a:lnTo>
                    <a:pt x="1427" y="2810"/>
                  </a:lnTo>
                  <a:lnTo>
                    <a:pt x="1427" y="2818"/>
                  </a:lnTo>
                  <a:cubicBezTo>
                    <a:pt x="1387" y="2818"/>
                    <a:pt x="1346" y="2818"/>
                    <a:pt x="1306" y="2810"/>
                  </a:cubicBezTo>
                  <a:lnTo>
                    <a:pt x="1371" y="2802"/>
                  </a:lnTo>
                  <a:close/>
                  <a:moveTo>
                    <a:pt x="1309" y="3301"/>
                  </a:moveTo>
                  <a:cubicBezTo>
                    <a:pt x="1338" y="3301"/>
                    <a:pt x="1366" y="3307"/>
                    <a:pt x="1395" y="3313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13"/>
                    <a:pt x="1273" y="3305"/>
                  </a:cubicBezTo>
                  <a:cubicBezTo>
                    <a:pt x="1285" y="3302"/>
                    <a:pt x="1297" y="3301"/>
                    <a:pt x="1309" y="3301"/>
                  </a:cubicBezTo>
                  <a:close/>
                  <a:moveTo>
                    <a:pt x="1314" y="3605"/>
                  </a:moveTo>
                  <a:cubicBezTo>
                    <a:pt x="1355" y="3605"/>
                    <a:pt x="1395" y="3605"/>
                    <a:pt x="1436" y="3613"/>
                  </a:cubicBezTo>
                  <a:lnTo>
                    <a:pt x="1436" y="3621"/>
                  </a:lnTo>
                  <a:cubicBezTo>
                    <a:pt x="1395" y="3621"/>
                    <a:pt x="1355" y="3621"/>
                    <a:pt x="1314" y="3613"/>
                  </a:cubicBezTo>
                  <a:lnTo>
                    <a:pt x="1314" y="3605"/>
                  </a:lnTo>
                  <a:close/>
                  <a:moveTo>
                    <a:pt x="1695" y="4213"/>
                  </a:moveTo>
                  <a:cubicBezTo>
                    <a:pt x="1760" y="4213"/>
                    <a:pt x="1760" y="4221"/>
                    <a:pt x="1760" y="4221"/>
                  </a:cubicBez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lnTo>
                    <a:pt x="1695" y="4213"/>
                  </a:ln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76" y="4318"/>
                    <a:pt x="1736" y="4318"/>
                    <a:pt x="1695" y="4310"/>
                  </a:cubicBezTo>
                  <a:lnTo>
                    <a:pt x="1752" y="4302"/>
                  </a:lnTo>
                  <a:close/>
                  <a:moveTo>
                    <a:pt x="1343" y="4353"/>
                  </a:moveTo>
                  <a:cubicBezTo>
                    <a:pt x="1352" y="4353"/>
                    <a:pt x="1368" y="4355"/>
                    <a:pt x="1395" y="4359"/>
                  </a:cubicBez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57"/>
                    <a:pt x="1330" y="4353"/>
                    <a:pt x="1343" y="4353"/>
                  </a:cubicBezTo>
                  <a:close/>
                  <a:moveTo>
                    <a:pt x="1095" y="4399"/>
                  </a:moveTo>
                  <a:cubicBezTo>
                    <a:pt x="1091" y="4400"/>
                    <a:pt x="1088" y="4400"/>
                    <a:pt x="1085" y="4401"/>
                  </a:cubicBezTo>
                  <a:lnTo>
                    <a:pt x="1085" y="4401"/>
                  </a:lnTo>
                  <a:cubicBezTo>
                    <a:pt x="1095" y="4400"/>
                    <a:pt x="1109" y="4400"/>
                    <a:pt x="1127" y="4399"/>
                  </a:cubicBezTo>
                  <a:lnTo>
                    <a:pt x="1127" y="4399"/>
                  </a:lnTo>
                  <a:cubicBezTo>
                    <a:pt x="1117" y="4399"/>
                    <a:pt x="1107" y="4399"/>
                    <a:pt x="1095" y="4399"/>
                  </a:cubicBezTo>
                  <a:close/>
                  <a:moveTo>
                    <a:pt x="1085" y="4401"/>
                  </a:moveTo>
                  <a:lnTo>
                    <a:pt x="1085" y="4401"/>
                  </a:lnTo>
                  <a:cubicBezTo>
                    <a:pt x="1062" y="4402"/>
                    <a:pt x="1055" y="4403"/>
                    <a:pt x="1060" y="4403"/>
                  </a:cubicBezTo>
                  <a:cubicBezTo>
                    <a:pt x="1063" y="4403"/>
                    <a:pt x="1072" y="4402"/>
                    <a:pt x="1085" y="4401"/>
                  </a:cubicBezTo>
                  <a:close/>
                  <a:moveTo>
                    <a:pt x="1387" y="4415"/>
                  </a:moveTo>
                  <a:cubicBezTo>
                    <a:pt x="1387" y="4424"/>
                    <a:pt x="1387" y="4424"/>
                    <a:pt x="1330" y="4424"/>
                  </a:cubicBezTo>
                  <a:lnTo>
                    <a:pt x="1330" y="4415"/>
                  </a:lnTo>
                  <a:close/>
                  <a:moveTo>
                    <a:pt x="1273" y="4472"/>
                  </a:moveTo>
                  <a:cubicBezTo>
                    <a:pt x="1273" y="4476"/>
                    <a:pt x="1288" y="4478"/>
                    <a:pt x="1295" y="4478"/>
                  </a:cubicBezTo>
                  <a:cubicBezTo>
                    <a:pt x="1302" y="4478"/>
                    <a:pt x="1302" y="4476"/>
                    <a:pt x="1273" y="4472"/>
                  </a:cubicBezTo>
                  <a:close/>
                  <a:moveTo>
                    <a:pt x="1387" y="4480"/>
                  </a:moveTo>
                  <a:lnTo>
                    <a:pt x="1387" y="4488"/>
                  </a:lnTo>
                  <a:cubicBezTo>
                    <a:pt x="1387" y="4497"/>
                    <a:pt x="1387" y="4497"/>
                    <a:pt x="1322" y="4497"/>
                  </a:cubicBezTo>
                  <a:lnTo>
                    <a:pt x="1322" y="4488"/>
                  </a:lnTo>
                  <a:lnTo>
                    <a:pt x="1387" y="4480"/>
                  </a:lnTo>
                  <a:close/>
                  <a:moveTo>
                    <a:pt x="1500" y="4553"/>
                  </a:moveTo>
                  <a:lnTo>
                    <a:pt x="1500" y="4561"/>
                  </a:ln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ubicBezTo>
                    <a:pt x="1419" y="4561"/>
                    <a:pt x="1460" y="4561"/>
                    <a:pt x="1500" y="4553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61"/>
                    <a:pt x="1363" y="4853"/>
                  </a:cubicBezTo>
                  <a:cubicBezTo>
                    <a:pt x="1363" y="4853"/>
                    <a:pt x="1298" y="4845"/>
                    <a:pt x="1363" y="4845"/>
                  </a:cubicBezTo>
                  <a:close/>
                  <a:moveTo>
                    <a:pt x="1598" y="5091"/>
                  </a:moveTo>
                  <a:cubicBezTo>
                    <a:pt x="1634" y="5091"/>
                    <a:pt x="1670" y="5095"/>
                    <a:pt x="1703" y="5105"/>
                  </a:cubicBezTo>
                  <a:cubicBezTo>
                    <a:pt x="1703" y="5109"/>
                    <a:pt x="1703" y="5111"/>
                    <a:pt x="1696" y="5111"/>
                  </a:cubicBezTo>
                  <a:cubicBezTo>
                    <a:pt x="1689" y="5111"/>
                    <a:pt x="1675" y="5109"/>
                    <a:pt x="1646" y="5105"/>
                  </a:cubicBezTo>
                  <a:cubicBezTo>
                    <a:pt x="1635" y="5107"/>
                    <a:pt x="1623" y="5108"/>
                    <a:pt x="1611" y="5108"/>
                  </a:cubicBezTo>
                  <a:cubicBezTo>
                    <a:pt x="1582" y="5108"/>
                    <a:pt x="1553" y="5102"/>
                    <a:pt x="1525" y="5096"/>
                  </a:cubicBezTo>
                  <a:cubicBezTo>
                    <a:pt x="1548" y="5093"/>
                    <a:pt x="1573" y="5091"/>
                    <a:pt x="1598" y="5091"/>
                  </a:cubicBezTo>
                  <a:close/>
                  <a:moveTo>
                    <a:pt x="1582" y="6110"/>
                  </a:moveTo>
                  <a:cubicBezTo>
                    <a:pt x="1622" y="6110"/>
                    <a:pt x="1663" y="6110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lose/>
                  <a:moveTo>
                    <a:pt x="1374" y="1"/>
                  </a:moveTo>
                  <a:cubicBezTo>
                    <a:pt x="1344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37"/>
                    <a:pt x="1298" y="37"/>
                  </a:cubicBezTo>
                  <a:cubicBezTo>
                    <a:pt x="1476" y="37"/>
                    <a:pt x="1476" y="37"/>
                    <a:pt x="1355" y="45"/>
                  </a:cubicBezTo>
                  <a:cubicBezTo>
                    <a:pt x="1241" y="45"/>
                    <a:pt x="1233" y="45"/>
                    <a:pt x="1233" y="53"/>
                  </a:cubicBezTo>
                  <a:cubicBezTo>
                    <a:pt x="1233" y="62"/>
                    <a:pt x="1233" y="62"/>
                    <a:pt x="1176" y="62"/>
                  </a:cubicBezTo>
                  <a:cubicBezTo>
                    <a:pt x="1136" y="62"/>
                    <a:pt x="1095" y="62"/>
                    <a:pt x="1055" y="78"/>
                  </a:cubicBezTo>
                  <a:cubicBezTo>
                    <a:pt x="1055" y="86"/>
                    <a:pt x="1055" y="86"/>
                    <a:pt x="1111" y="86"/>
                  </a:cubicBezTo>
                  <a:cubicBezTo>
                    <a:pt x="1124" y="84"/>
                    <a:pt x="1134" y="84"/>
                    <a:pt x="1141" y="84"/>
                  </a:cubicBezTo>
                  <a:cubicBezTo>
                    <a:pt x="1172" y="84"/>
                    <a:pt x="1153" y="96"/>
                    <a:pt x="1055" y="102"/>
                  </a:cubicBezTo>
                  <a:cubicBezTo>
                    <a:pt x="998" y="110"/>
                    <a:pt x="998" y="110"/>
                    <a:pt x="1111" y="110"/>
                  </a:cubicBezTo>
                  <a:cubicBezTo>
                    <a:pt x="1233" y="110"/>
                    <a:pt x="1233" y="118"/>
                    <a:pt x="1111" y="126"/>
                  </a:cubicBezTo>
                  <a:cubicBezTo>
                    <a:pt x="1111" y="126"/>
                    <a:pt x="1111" y="135"/>
                    <a:pt x="1111" y="143"/>
                  </a:cubicBezTo>
                  <a:cubicBezTo>
                    <a:pt x="1152" y="151"/>
                    <a:pt x="1192" y="151"/>
                    <a:pt x="1233" y="151"/>
                  </a:cubicBezTo>
                  <a:cubicBezTo>
                    <a:pt x="1346" y="151"/>
                    <a:pt x="1346" y="151"/>
                    <a:pt x="1290" y="159"/>
                  </a:cubicBezTo>
                  <a:cubicBezTo>
                    <a:pt x="1249" y="159"/>
                    <a:pt x="1209" y="167"/>
                    <a:pt x="1168" y="167"/>
                  </a:cubicBezTo>
                  <a:cubicBezTo>
                    <a:pt x="1111" y="167"/>
                    <a:pt x="1111" y="175"/>
                    <a:pt x="1111" y="183"/>
                  </a:cubicBezTo>
                  <a:cubicBezTo>
                    <a:pt x="1111" y="183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8"/>
                    <a:pt x="1046" y="208"/>
                    <a:pt x="1111" y="208"/>
                  </a:cubicBezTo>
                  <a:cubicBezTo>
                    <a:pt x="1111" y="208"/>
                    <a:pt x="1111" y="216"/>
                    <a:pt x="1046" y="232"/>
                  </a:cubicBezTo>
                  <a:cubicBezTo>
                    <a:pt x="1006" y="243"/>
                    <a:pt x="1051" y="255"/>
                    <a:pt x="1124" y="255"/>
                  </a:cubicBezTo>
                  <a:cubicBezTo>
                    <a:pt x="1154" y="255"/>
                    <a:pt x="1189" y="253"/>
                    <a:pt x="1225" y="248"/>
                  </a:cubicBezTo>
                  <a:cubicBezTo>
                    <a:pt x="1225" y="256"/>
                    <a:pt x="1282" y="256"/>
                    <a:pt x="1282" y="256"/>
                  </a:cubicBezTo>
                  <a:cubicBezTo>
                    <a:pt x="1346" y="256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9"/>
                  </a:cubicBezTo>
                  <a:lnTo>
                    <a:pt x="1103" y="289"/>
                  </a:lnTo>
                  <a:cubicBezTo>
                    <a:pt x="1046" y="289"/>
                    <a:pt x="1046" y="297"/>
                    <a:pt x="1103" y="313"/>
                  </a:cubicBezTo>
                  <a:cubicBezTo>
                    <a:pt x="1143" y="319"/>
                    <a:pt x="1187" y="324"/>
                    <a:pt x="1230" y="324"/>
                  </a:cubicBezTo>
                  <a:cubicBezTo>
                    <a:pt x="1248" y="324"/>
                    <a:pt x="1265" y="323"/>
                    <a:pt x="1282" y="321"/>
                  </a:cubicBezTo>
                  <a:cubicBezTo>
                    <a:pt x="1338" y="321"/>
                    <a:pt x="1338" y="329"/>
                    <a:pt x="1338" y="329"/>
                  </a:cubicBezTo>
                  <a:cubicBezTo>
                    <a:pt x="1338" y="337"/>
                    <a:pt x="1338" y="337"/>
                    <a:pt x="1282" y="337"/>
                  </a:cubicBezTo>
                  <a:cubicBezTo>
                    <a:pt x="1160" y="337"/>
                    <a:pt x="1160" y="353"/>
                    <a:pt x="1282" y="362"/>
                  </a:cubicBezTo>
                  <a:lnTo>
                    <a:pt x="1217" y="362"/>
                  </a:lnTo>
                  <a:cubicBezTo>
                    <a:pt x="1160" y="362"/>
                    <a:pt x="1095" y="370"/>
                    <a:pt x="1160" y="402"/>
                  </a:cubicBezTo>
                  <a:cubicBezTo>
                    <a:pt x="1152" y="435"/>
                    <a:pt x="1152" y="459"/>
                    <a:pt x="1095" y="459"/>
                  </a:cubicBezTo>
                  <a:cubicBezTo>
                    <a:pt x="1030" y="459"/>
                    <a:pt x="1152" y="483"/>
                    <a:pt x="1273" y="499"/>
                  </a:cubicBezTo>
                  <a:cubicBezTo>
                    <a:pt x="1209" y="499"/>
                    <a:pt x="1209" y="508"/>
                    <a:pt x="1209" y="524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101" y="537"/>
                    <a:pt x="1072" y="535"/>
                    <a:pt x="1063" y="535"/>
                  </a:cubicBezTo>
                  <a:cubicBezTo>
                    <a:pt x="1051" y="535"/>
                    <a:pt x="1081" y="539"/>
                    <a:pt x="1152" y="548"/>
                  </a:cubicBezTo>
                  <a:cubicBezTo>
                    <a:pt x="1265" y="556"/>
                    <a:pt x="1209" y="580"/>
                    <a:pt x="1087" y="580"/>
                  </a:cubicBezTo>
                  <a:cubicBezTo>
                    <a:pt x="1030" y="580"/>
                    <a:pt x="1030" y="589"/>
                    <a:pt x="1022" y="597"/>
                  </a:cubicBezTo>
                  <a:cubicBezTo>
                    <a:pt x="1087" y="605"/>
                    <a:pt x="1087" y="621"/>
                    <a:pt x="1087" y="637"/>
                  </a:cubicBezTo>
                  <a:cubicBezTo>
                    <a:pt x="1079" y="662"/>
                    <a:pt x="1079" y="662"/>
                    <a:pt x="1200" y="662"/>
                  </a:cubicBezTo>
                  <a:cubicBezTo>
                    <a:pt x="1322" y="662"/>
                    <a:pt x="1322" y="670"/>
                    <a:pt x="1322" y="678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26"/>
                    <a:pt x="1136" y="726"/>
                  </a:cubicBezTo>
                  <a:cubicBezTo>
                    <a:pt x="1136" y="726"/>
                    <a:pt x="1079" y="735"/>
                    <a:pt x="1079" y="743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1" y="783"/>
                  </a:cubicBezTo>
                  <a:cubicBezTo>
                    <a:pt x="1136" y="783"/>
                    <a:pt x="1192" y="791"/>
                    <a:pt x="1136" y="816"/>
                  </a:cubicBezTo>
                  <a:cubicBezTo>
                    <a:pt x="1127" y="832"/>
                    <a:pt x="1127" y="856"/>
                    <a:pt x="1192" y="856"/>
                  </a:cubicBezTo>
                  <a:cubicBezTo>
                    <a:pt x="1192" y="864"/>
                    <a:pt x="1192" y="864"/>
                    <a:pt x="1127" y="864"/>
                  </a:cubicBezTo>
                  <a:cubicBezTo>
                    <a:pt x="1006" y="864"/>
                    <a:pt x="1006" y="872"/>
                    <a:pt x="1127" y="889"/>
                  </a:cubicBezTo>
                  <a:cubicBezTo>
                    <a:pt x="1184" y="889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9"/>
                    <a:pt x="1241" y="929"/>
                    <a:pt x="1184" y="945"/>
                  </a:cubicBezTo>
                  <a:cubicBezTo>
                    <a:pt x="1127" y="945"/>
                    <a:pt x="1127" y="945"/>
                    <a:pt x="1127" y="953"/>
                  </a:cubicBezTo>
                  <a:cubicBezTo>
                    <a:pt x="1184" y="970"/>
                    <a:pt x="1176" y="1051"/>
                    <a:pt x="1119" y="1059"/>
                  </a:cubicBezTo>
                  <a:cubicBezTo>
                    <a:pt x="1176" y="1067"/>
                    <a:pt x="1176" y="1067"/>
                    <a:pt x="1176" y="1075"/>
                  </a:cubicBezTo>
                  <a:cubicBezTo>
                    <a:pt x="1055" y="1083"/>
                    <a:pt x="1119" y="1083"/>
                    <a:pt x="1233" y="1083"/>
                  </a:cubicBezTo>
                  <a:lnTo>
                    <a:pt x="1233" y="1075"/>
                  </a:lnTo>
                  <a:cubicBezTo>
                    <a:pt x="1355" y="1075"/>
                    <a:pt x="1355" y="1091"/>
                    <a:pt x="1176" y="1091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6"/>
                    <a:pt x="1290" y="1124"/>
                    <a:pt x="1168" y="1132"/>
                  </a:cubicBezTo>
                  <a:cubicBezTo>
                    <a:pt x="1055" y="1132"/>
                    <a:pt x="1055" y="1132"/>
                    <a:pt x="1168" y="1140"/>
                  </a:cubicBezTo>
                  <a:cubicBezTo>
                    <a:pt x="1411" y="1156"/>
                    <a:pt x="1468" y="1172"/>
                    <a:pt x="1233" y="1172"/>
                  </a:cubicBezTo>
                  <a:cubicBezTo>
                    <a:pt x="1216" y="1170"/>
                    <a:pt x="1199" y="1169"/>
                    <a:pt x="1182" y="1169"/>
                  </a:cubicBezTo>
                  <a:cubicBezTo>
                    <a:pt x="1137" y="1169"/>
                    <a:pt x="1094" y="1177"/>
                    <a:pt x="1046" y="1189"/>
                  </a:cubicBezTo>
                  <a:cubicBezTo>
                    <a:pt x="1087" y="1197"/>
                    <a:pt x="1127" y="1197"/>
                    <a:pt x="1168" y="1197"/>
                  </a:cubicBezTo>
                  <a:cubicBezTo>
                    <a:pt x="1201" y="1194"/>
                    <a:pt x="1224" y="1193"/>
                    <a:pt x="1240" y="1193"/>
                  </a:cubicBezTo>
                  <a:cubicBezTo>
                    <a:pt x="1281" y="1193"/>
                    <a:pt x="1257" y="1201"/>
                    <a:pt x="1168" y="1213"/>
                  </a:cubicBezTo>
                  <a:cubicBezTo>
                    <a:pt x="990" y="1229"/>
                    <a:pt x="990" y="1245"/>
                    <a:pt x="1103" y="1270"/>
                  </a:cubicBezTo>
                  <a:cubicBezTo>
                    <a:pt x="1189" y="1287"/>
                    <a:pt x="1210" y="1304"/>
                    <a:pt x="1175" y="1304"/>
                  </a:cubicBezTo>
                  <a:cubicBezTo>
                    <a:pt x="1161" y="1304"/>
                    <a:pt x="1136" y="1301"/>
                    <a:pt x="1103" y="1294"/>
                  </a:cubicBezTo>
                  <a:cubicBezTo>
                    <a:pt x="1042" y="1290"/>
                    <a:pt x="1012" y="1288"/>
                    <a:pt x="1005" y="1288"/>
                  </a:cubicBezTo>
                  <a:cubicBezTo>
                    <a:pt x="998" y="1288"/>
                    <a:pt x="1014" y="1290"/>
                    <a:pt x="1046" y="1294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79" y="1343"/>
                    <a:pt x="1119" y="1351"/>
                    <a:pt x="1160" y="1351"/>
                  </a:cubicBezTo>
                  <a:cubicBezTo>
                    <a:pt x="1038" y="1359"/>
                    <a:pt x="982" y="1367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16"/>
                  </a:cubicBezTo>
                  <a:cubicBezTo>
                    <a:pt x="1217" y="1424"/>
                    <a:pt x="1152" y="1432"/>
                    <a:pt x="1095" y="1432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56"/>
                    <a:pt x="1152" y="1464"/>
                    <a:pt x="1209" y="1472"/>
                  </a:cubicBezTo>
                  <a:cubicBezTo>
                    <a:pt x="1254" y="1478"/>
                    <a:pt x="1235" y="1484"/>
                    <a:pt x="1200" y="1484"/>
                  </a:cubicBezTo>
                  <a:cubicBezTo>
                    <a:pt x="1186" y="1484"/>
                    <a:pt x="1168" y="1483"/>
                    <a:pt x="1152" y="1480"/>
                  </a:cubicBezTo>
                  <a:cubicBezTo>
                    <a:pt x="1141" y="1478"/>
                    <a:pt x="1130" y="1477"/>
                    <a:pt x="1119" y="1477"/>
                  </a:cubicBezTo>
                  <a:cubicBezTo>
                    <a:pt x="1090" y="1477"/>
                    <a:pt x="1060" y="1485"/>
                    <a:pt x="1030" y="1497"/>
                  </a:cubicBezTo>
                  <a:cubicBezTo>
                    <a:pt x="1030" y="1497"/>
                    <a:pt x="1030" y="1513"/>
                    <a:pt x="1087" y="1513"/>
                  </a:cubicBezTo>
                  <a:cubicBezTo>
                    <a:pt x="1152" y="1513"/>
                    <a:pt x="1144" y="1562"/>
                    <a:pt x="1087" y="1570"/>
                  </a:cubicBezTo>
                  <a:cubicBezTo>
                    <a:pt x="1087" y="1570"/>
                    <a:pt x="1087" y="1570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8"/>
                  </a:cubicBezTo>
                  <a:cubicBezTo>
                    <a:pt x="1200" y="1626"/>
                    <a:pt x="1200" y="1634"/>
                    <a:pt x="1144" y="1634"/>
                  </a:cubicBezTo>
                  <a:cubicBezTo>
                    <a:pt x="1257" y="1634"/>
                    <a:pt x="1257" y="1634"/>
                    <a:pt x="1144" y="1643"/>
                  </a:cubicBezTo>
                  <a:cubicBezTo>
                    <a:pt x="1022" y="1643"/>
                    <a:pt x="1022" y="1643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14" y="1707"/>
                    <a:pt x="1200" y="1707"/>
                  </a:cubicBezTo>
                  <a:cubicBezTo>
                    <a:pt x="1200" y="1707"/>
                    <a:pt x="1200" y="1707"/>
                    <a:pt x="1257" y="1716"/>
                  </a:cubicBezTo>
                  <a:cubicBezTo>
                    <a:pt x="1379" y="1724"/>
                    <a:pt x="1379" y="1724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64"/>
                  </a:cubicBezTo>
                  <a:cubicBezTo>
                    <a:pt x="1197" y="1772"/>
                    <a:pt x="1144" y="1814"/>
                    <a:pt x="1226" y="1814"/>
                  </a:cubicBezTo>
                  <a:cubicBezTo>
                    <a:pt x="1233" y="1814"/>
                    <a:pt x="1240" y="1813"/>
                    <a:pt x="1249" y="1813"/>
                  </a:cubicBezTo>
                  <a:lnTo>
                    <a:pt x="1249" y="1829"/>
                  </a:lnTo>
                  <a:cubicBezTo>
                    <a:pt x="1192" y="1845"/>
                    <a:pt x="1192" y="1845"/>
                    <a:pt x="1249" y="1853"/>
                  </a:cubicBezTo>
                  <a:lnTo>
                    <a:pt x="1306" y="1862"/>
                  </a:lnTo>
                  <a:cubicBezTo>
                    <a:pt x="1265" y="1862"/>
                    <a:pt x="1225" y="1862"/>
                    <a:pt x="1184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65" y="1902"/>
                    <a:pt x="1225" y="1910"/>
                    <a:pt x="1184" y="1910"/>
                  </a:cubicBezTo>
                  <a:cubicBezTo>
                    <a:pt x="1306" y="1910"/>
                    <a:pt x="1306" y="1918"/>
                    <a:pt x="1249" y="1918"/>
                  </a:cubicBezTo>
                  <a:cubicBezTo>
                    <a:pt x="1184" y="1926"/>
                    <a:pt x="1184" y="1934"/>
                    <a:pt x="1184" y="1943"/>
                  </a:cubicBezTo>
                  <a:cubicBezTo>
                    <a:pt x="1222" y="1943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3"/>
                  </a:cubicBezTo>
                  <a:lnTo>
                    <a:pt x="1127" y="1943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67"/>
                  </a:cubicBezTo>
                  <a:cubicBezTo>
                    <a:pt x="1184" y="1973"/>
                    <a:pt x="1184" y="1978"/>
                    <a:pt x="1204" y="1978"/>
                  </a:cubicBezTo>
                  <a:cubicBezTo>
                    <a:pt x="1213" y="1978"/>
                    <a:pt x="1224" y="1977"/>
                    <a:pt x="1241" y="1975"/>
                  </a:cubicBezTo>
                  <a:cubicBezTo>
                    <a:pt x="1258" y="1972"/>
                    <a:pt x="1275" y="1970"/>
                    <a:pt x="1291" y="1970"/>
                  </a:cubicBezTo>
                  <a:cubicBezTo>
                    <a:pt x="1315" y="1970"/>
                    <a:pt x="1339" y="1974"/>
                    <a:pt x="1363" y="1983"/>
                  </a:cubicBezTo>
                  <a:cubicBezTo>
                    <a:pt x="1342" y="1979"/>
                    <a:pt x="1322" y="1977"/>
                    <a:pt x="1302" y="1977"/>
                  </a:cubicBezTo>
                  <a:cubicBezTo>
                    <a:pt x="1282" y="1977"/>
                    <a:pt x="1261" y="1979"/>
                    <a:pt x="1241" y="1983"/>
                  </a:cubicBezTo>
                  <a:cubicBezTo>
                    <a:pt x="1241" y="1991"/>
                    <a:pt x="1184" y="1991"/>
                    <a:pt x="1184" y="1991"/>
                  </a:cubicBezTo>
                  <a:cubicBezTo>
                    <a:pt x="1171" y="1990"/>
                    <a:pt x="1160" y="1990"/>
                    <a:pt x="1150" y="1990"/>
                  </a:cubicBezTo>
                  <a:cubicBezTo>
                    <a:pt x="1075" y="1990"/>
                    <a:pt x="1126" y="2016"/>
                    <a:pt x="1176" y="2024"/>
                  </a:cubicBezTo>
                  <a:cubicBezTo>
                    <a:pt x="1298" y="2040"/>
                    <a:pt x="1298" y="2048"/>
                    <a:pt x="1176" y="2048"/>
                  </a:cubicBezTo>
                  <a:cubicBezTo>
                    <a:pt x="1063" y="2048"/>
                    <a:pt x="1176" y="2056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0" y="2121"/>
                    <a:pt x="1290" y="2121"/>
                    <a:pt x="1233" y="2121"/>
                  </a:cubicBezTo>
                  <a:cubicBezTo>
                    <a:pt x="1176" y="2121"/>
                    <a:pt x="1176" y="2121"/>
                    <a:pt x="1168" y="2145"/>
                  </a:cubicBezTo>
                  <a:cubicBezTo>
                    <a:pt x="1168" y="2170"/>
                    <a:pt x="1168" y="2178"/>
                    <a:pt x="1233" y="2178"/>
                  </a:cubicBezTo>
                  <a:lnTo>
                    <a:pt x="1233" y="2194"/>
                  </a:lnTo>
                  <a:cubicBezTo>
                    <a:pt x="1136" y="2194"/>
                    <a:pt x="1152" y="2204"/>
                    <a:pt x="1225" y="2204"/>
                  </a:cubicBezTo>
                  <a:cubicBezTo>
                    <a:pt x="1244" y="2204"/>
                    <a:pt x="1265" y="2204"/>
                    <a:pt x="1290" y="2202"/>
                  </a:cubicBezTo>
                  <a:cubicBezTo>
                    <a:pt x="1290" y="2202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73" y="2380"/>
                  </a:cubicBezTo>
                  <a:cubicBezTo>
                    <a:pt x="1217" y="2380"/>
                    <a:pt x="1160" y="2389"/>
                    <a:pt x="1217" y="2389"/>
                  </a:cubicBezTo>
                  <a:cubicBezTo>
                    <a:pt x="1217" y="2389"/>
                    <a:pt x="1217" y="2397"/>
                    <a:pt x="1160" y="2405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40"/>
                    <a:pt x="1152" y="2445"/>
                  </a:cubicBezTo>
                  <a:cubicBezTo>
                    <a:pt x="1095" y="2453"/>
                    <a:pt x="1030" y="2461"/>
                    <a:pt x="1095" y="2461"/>
                  </a:cubicBezTo>
                  <a:cubicBezTo>
                    <a:pt x="1152" y="2470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26"/>
                  </a:cubicBezTo>
                  <a:cubicBezTo>
                    <a:pt x="1152" y="2526"/>
                    <a:pt x="1152" y="2534"/>
                    <a:pt x="1144" y="2551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2" y="2573"/>
                    <a:pt x="1061" y="2572"/>
                    <a:pt x="1054" y="2572"/>
                  </a:cubicBezTo>
                  <a:cubicBezTo>
                    <a:pt x="1034" y="2572"/>
                    <a:pt x="1045" y="2579"/>
                    <a:pt x="1087" y="2591"/>
                  </a:cubicBezTo>
                  <a:cubicBezTo>
                    <a:pt x="1087" y="2599"/>
                    <a:pt x="1200" y="2607"/>
                    <a:pt x="1200" y="2607"/>
                  </a:cubicBezTo>
                  <a:cubicBezTo>
                    <a:pt x="1241" y="2607"/>
                    <a:pt x="1282" y="2616"/>
                    <a:pt x="1322" y="2624"/>
                  </a:cubicBezTo>
                  <a:lnTo>
                    <a:pt x="1144" y="2624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72"/>
                  </a:cubicBezTo>
                  <a:cubicBezTo>
                    <a:pt x="1136" y="2680"/>
                    <a:pt x="1136" y="2697"/>
                    <a:pt x="1200" y="2705"/>
                  </a:cubicBezTo>
                  <a:cubicBezTo>
                    <a:pt x="1079" y="2713"/>
                    <a:pt x="1079" y="2753"/>
                    <a:pt x="1192" y="2761"/>
                  </a:cubicBezTo>
                  <a:cubicBezTo>
                    <a:pt x="1257" y="2761"/>
                    <a:pt x="1257" y="2770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802"/>
                    <a:pt x="1192" y="2810"/>
                    <a:pt x="1136" y="2818"/>
                  </a:cubicBezTo>
                  <a:cubicBezTo>
                    <a:pt x="1014" y="2818"/>
                    <a:pt x="1014" y="2826"/>
                    <a:pt x="1071" y="2834"/>
                  </a:cubicBezTo>
                  <a:cubicBezTo>
                    <a:pt x="1127" y="2851"/>
                    <a:pt x="1127" y="2867"/>
                    <a:pt x="1127" y="2875"/>
                  </a:cubicBezTo>
                  <a:cubicBezTo>
                    <a:pt x="1151" y="2884"/>
                    <a:pt x="1175" y="2888"/>
                    <a:pt x="1199" y="2888"/>
                  </a:cubicBezTo>
                  <a:cubicBezTo>
                    <a:pt x="1216" y="2888"/>
                    <a:pt x="1232" y="2886"/>
                    <a:pt x="1249" y="2883"/>
                  </a:cubicBezTo>
                  <a:cubicBezTo>
                    <a:pt x="1290" y="2891"/>
                    <a:pt x="1330" y="2891"/>
                    <a:pt x="1363" y="2891"/>
                  </a:cubicBezTo>
                  <a:cubicBezTo>
                    <a:pt x="1401" y="2901"/>
                    <a:pt x="1394" y="2905"/>
                    <a:pt x="1382" y="2905"/>
                  </a:cubicBezTo>
                  <a:cubicBezTo>
                    <a:pt x="1374" y="2905"/>
                    <a:pt x="1363" y="2903"/>
                    <a:pt x="1363" y="2899"/>
                  </a:cubicBezTo>
                  <a:cubicBezTo>
                    <a:pt x="1346" y="2895"/>
                    <a:pt x="1328" y="2893"/>
                    <a:pt x="1309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4"/>
                    <a:pt x="1184" y="2932"/>
                  </a:cubicBezTo>
                  <a:cubicBezTo>
                    <a:pt x="1184" y="2940"/>
                    <a:pt x="1184" y="2956"/>
                    <a:pt x="1184" y="2956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7"/>
                    <a:pt x="1119" y="3078"/>
                    <a:pt x="1233" y="3086"/>
                  </a:cubicBezTo>
                  <a:lnTo>
                    <a:pt x="1176" y="3086"/>
                  </a:lnTo>
                  <a:cubicBezTo>
                    <a:pt x="1119" y="3086"/>
                    <a:pt x="1119" y="3094"/>
                    <a:pt x="1111" y="3102"/>
                  </a:cubicBezTo>
                  <a:cubicBezTo>
                    <a:pt x="1111" y="3110"/>
                    <a:pt x="1176" y="3143"/>
                    <a:pt x="1168" y="3167"/>
                  </a:cubicBezTo>
                  <a:cubicBezTo>
                    <a:pt x="1168" y="3191"/>
                    <a:pt x="1168" y="3215"/>
                    <a:pt x="1225" y="3215"/>
                  </a:cubicBezTo>
                  <a:cubicBezTo>
                    <a:pt x="1225" y="3224"/>
                    <a:pt x="1225" y="3224"/>
                    <a:pt x="1168" y="3224"/>
                  </a:cubicBezTo>
                  <a:cubicBezTo>
                    <a:pt x="1151" y="3221"/>
                    <a:pt x="1140" y="3220"/>
                    <a:pt x="1131" y="3220"/>
                  </a:cubicBezTo>
                  <a:cubicBezTo>
                    <a:pt x="1111" y="3220"/>
                    <a:pt x="1111" y="3226"/>
                    <a:pt x="1111" y="3232"/>
                  </a:cubicBezTo>
                  <a:cubicBezTo>
                    <a:pt x="1127" y="3236"/>
                    <a:pt x="1146" y="3238"/>
                    <a:pt x="1165" y="3238"/>
                  </a:cubicBezTo>
                  <a:cubicBezTo>
                    <a:pt x="1184" y="3238"/>
                    <a:pt x="1205" y="3236"/>
                    <a:pt x="1225" y="3232"/>
                  </a:cubicBezTo>
                  <a:cubicBezTo>
                    <a:pt x="1290" y="3232"/>
                    <a:pt x="1290" y="3240"/>
                    <a:pt x="1225" y="3256"/>
                  </a:cubicBezTo>
                  <a:cubicBezTo>
                    <a:pt x="1168" y="3272"/>
                    <a:pt x="1160" y="3305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53"/>
                    <a:pt x="1160" y="3370"/>
                  </a:cubicBezTo>
                  <a:lnTo>
                    <a:pt x="1095" y="3370"/>
                  </a:lnTo>
                  <a:cubicBezTo>
                    <a:pt x="1038" y="3378"/>
                    <a:pt x="982" y="3378"/>
                    <a:pt x="1095" y="3386"/>
                  </a:cubicBezTo>
                  <a:cubicBezTo>
                    <a:pt x="1160" y="3402"/>
                    <a:pt x="1152" y="3426"/>
                    <a:pt x="1095" y="3434"/>
                  </a:cubicBezTo>
                  <a:cubicBezTo>
                    <a:pt x="1095" y="3443"/>
                    <a:pt x="1095" y="3451"/>
                    <a:pt x="1152" y="3451"/>
                  </a:cubicBezTo>
                  <a:lnTo>
                    <a:pt x="1217" y="3451"/>
                  </a:lnTo>
                  <a:cubicBezTo>
                    <a:pt x="1095" y="3459"/>
                    <a:pt x="1095" y="3459"/>
                    <a:pt x="1209" y="3467"/>
                  </a:cubicBezTo>
                  <a:cubicBezTo>
                    <a:pt x="1273" y="3467"/>
                    <a:pt x="1273" y="3475"/>
                    <a:pt x="1209" y="3475"/>
                  </a:cubicBezTo>
                  <a:cubicBezTo>
                    <a:pt x="1152" y="3483"/>
                    <a:pt x="1152" y="3491"/>
                    <a:pt x="1152" y="3491"/>
                  </a:cubicBezTo>
                  <a:cubicBezTo>
                    <a:pt x="1152" y="3499"/>
                    <a:pt x="1209" y="3532"/>
                    <a:pt x="1209" y="3572"/>
                  </a:cubicBezTo>
                  <a:cubicBezTo>
                    <a:pt x="1200" y="3629"/>
                    <a:pt x="1200" y="3645"/>
                    <a:pt x="1265" y="3645"/>
                  </a:cubicBezTo>
                  <a:cubicBezTo>
                    <a:pt x="1322" y="3653"/>
                    <a:pt x="1322" y="3653"/>
                    <a:pt x="1257" y="3661"/>
                  </a:cubicBezTo>
                  <a:cubicBezTo>
                    <a:pt x="1200" y="3670"/>
                    <a:pt x="1200" y="3678"/>
                    <a:pt x="1200" y="3686"/>
                  </a:cubicBezTo>
                  <a:cubicBezTo>
                    <a:pt x="1200" y="3694"/>
                    <a:pt x="1200" y="3702"/>
                    <a:pt x="1136" y="3702"/>
                  </a:cubicBezTo>
                  <a:cubicBezTo>
                    <a:pt x="1200" y="3710"/>
                    <a:pt x="1200" y="3710"/>
                    <a:pt x="1200" y="3718"/>
                  </a:cubicBezTo>
                  <a:cubicBezTo>
                    <a:pt x="1136" y="3718"/>
                    <a:pt x="1136" y="3718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1"/>
                  </a:cubicBezTo>
                  <a:cubicBezTo>
                    <a:pt x="1176" y="3751"/>
                    <a:pt x="1217" y="3759"/>
                    <a:pt x="1257" y="3775"/>
                  </a:cubicBezTo>
                  <a:cubicBezTo>
                    <a:pt x="1257" y="3783"/>
                    <a:pt x="1257" y="3783"/>
                    <a:pt x="1192" y="3783"/>
                  </a:cubicBezTo>
                  <a:cubicBezTo>
                    <a:pt x="1136" y="3791"/>
                    <a:pt x="1192" y="3832"/>
                    <a:pt x="1249" y="3840"/>
                  </a:cubicBezTo>
                  <a:cubicBezTo>
                    <a:pt x="1314" y="3840"/>
                    <a:pt x="1306" y="3848"/>
                    <a:pt x="1249" y="3848"/>
                  </a:cubicBezTo>
                  <a:cubicBezTo>
                    <a:pt x="1192" y="3848"/>
                    <a:pt x="1192" y="3856"/>
                    <a:pt x="1192" y="3856"/>
                  </a:cubicBezTo>
                  <a:cubicBezTo>
                    <a:pt x="1249" y="3864"/>
                    <a:pt x="1192" y="3864"/>
                    <a:pt x="1127" y="3864"/>
                  </a:cubicBezTo>
                  <a:cubicBezTo>
                    <a:pt x="1112" y="3862"/>
                    <a:pt x="1101" y="3861"/>
                    <a:pt x="1093" y="3861"/>
                  </a:cubicBezTo>
                  <a:cubicBezTo>
                    <a:pt x="1071" y="3861"/>
                    <a:pt x="1071" y="3868"/>
                    <a:pt x="1071" y="3880"/>
                  </a:cubicBezTo>
                  <a:cubicBezTo>
                    <a:pt x="1127" y="3888"/>
                    <a:pt x="1127" y="3921"/>
                    <a:pt x="1127" y="3937"/>
                  </a:cubicBezTo>
                  <a:cubicBezTo>
                    <a:pt x="1119" y="3978"/>
                    <a:pt x="1184" y="3986"/>
                    <a:pt x="1298" y="3994"/>
                  </a:cubicBezTo>
                  <a:lnTo>
                    <a:pt x="1419" y="4002"/>
                  </a:lnTo>
                  <a:lnTo>
                    <a:pt x="1298" y="4002"/>
                  </a:lnTo>
                  <a:cubicBezTo>
                    <a:pt x="1241" y="4002"/>
                    <a:pt x="1119" y="4010"/>
                    <a:pt x="1119" y="4010"/>
                  </a:cubicBezTo>
                  <a:cubicBezTo>
                    <a:pt x="1148" y="4016"/>
                    <a:pt x="1177" y="4022"/>
                    <a:pt x="1205" y="4022"/>
                  </a:cubicBezTo>
                  <a:cubicBezTo>
                    <a:pt x="1217" y="4022"/>
                    <a:pt x="1229" y="4021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9"/>
                    <a:pt x="1176" y="4059"/>
                    <a:pt x="1233" y="4067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15"/>
                  </a:cubicBezTo>
                  <a:cubicBezTo>
                    <a:pt x="1111" y="4124"/>
                    <a:pt x="1111" y="4140"/>
                    <a:pt x="1168" y="4140"/>
                  </a:cubicBezTo>
                  <a:cubicBezTo>
                    <a:pt x="1233" y="4140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97"/>
                  </a:lnTo>
                  <a:cubicBezTo>
                    <a:pt x="1290" y="4199"/>
                    <a:pt x="1284" y="4200"/>
                    <a:pt x="1276" y="4200"/>
                  </a:cubicBezTo>
                  <a:cubicBezTo>
                    <a:pt x="1258" y="4200"/>
                    <a:pt x="1227" y="4194"/>
                    <a:pt x="1233" y="4188"/>
                  </a:cubicBezTo>
                  <a:lnTo>
                    <a:pt x="1233" y="4188"/>
                  </a:lnTo>
                  <a:lnTo>
                    <a:pt x="1168" y="4197"/>
                  </a:lnTo>
                  <a:cubicBezTo>
                    <a:pt x="1168" y="4205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03" y="4237"/>
                    <a:pt x="1168" y="4245"/>
                  </a:cubicBezTo>
                  <a:cubicBezTo>
                    <a:pt x="1282" y="4253"/>
                    <a:pt x="1225" y="4261"/>
                    <a:pt x="1168" y="4261"/>
                  </a:cubicBezTo>
                  <a:cubicBezTo>
                    <a:pt x="1124" y="4258"/>
                    <a:pt x="1095" y="4257"/>
                    <a:pt x="1083" y="4257"/>
                  </a:cubicBezTo>
                  <a:cubicBezTo>
                    <a:pt x="1062" y="4257"/>
                    <a:pt x="1088" y="4262"/>
                    <a:pt x="1160" y="4278"/>
                  </a:cubicBezTo>
                  <a:cubicBezTo>
                    <a:pt x="1160" y="4294"/>
                    <a:pt x="1225" y="4326"/>
                    <a:pt x="1217" y="4342"/>
                  </a:cubicBezTo>
                  <a:cubicBezTo>
                    <a:pt x="1217" y="4375"/>
                    <a:pt x="1217" y="4391"/>
                    <a:pt x="1160" y="4399"/>
                  </a:cubicBezTo>
                  <a:cubicBezTo>
                    <a:pt x="1148" y="4399"/>
                    <a:pt x="1137" y="4399"/>
                    <a:pt x="1127" y="4399"/>
                  </a:cubicBezTo>
                  <a:lnTo>
                    <a:pt x="1127" y="4399"/>
                  </a:lnTo>
                  <a:cubicBezTo>
                    <a:pt x="1217" y="4401"/>
                    <a:pt x="1217" y="4409"/>
                    <a:pt x="1217" y="4424"/>
                  </a:cubicBezTo>
                  <a:cubicBezTo>
                    <a:pt x="1152" y="4448"/>
                    <a:pt x="1209" y="4464"/>
                    <a:pt x="1273" y="4472"/>
                  </a:cubicBezTo>
                  <a:cubicBezTo>
                    <a:pt x="1273" y="4464"/>
                    <a:pt x="1273" y="4456"/>
                    <a:pt x="1273" y="4456"/>
                  </a:cubicBezTo>
                  <a:cubicBezTo>
                    <a:pt x="1395" y="4456"/>
                    <a:pt x="1395" y="4464"/>
                    <a:pt x="1330" y="4480"/>
                  </a:cubicBezTo>
                  <a:cubicBezTo>
                    <a:pt x="1310" y="4484"/>
                    <a:pt x="1290" y="4486"/>
                    <a:pt x="1269" y="4486"/>
                  </a:cubicBezTo>
                  <a:cubicBezTo>
                    <a:pt x="1249" y="4486"/>
                    <a:pt x="1229" y="4484"/>
                    <a:pt x="1209" y="4480"/>
                  </a:cubicBezTo>
                  <a:cubicBezTo>
                    <a:pt x="1168" y="4480"/>
                    <a:pt x="1127" y="4488"/>
                    <a:pt x="1087" y="4497"/>
                  </a:cubicBezTo>
                  <a:cubicBezTo>
                    <a:pt x="1087" y="4502"/>
                    <a:pt x="1087" y="4508"/>
                    <a:pt x="1110" y="4508"/>
                  </a:cubicBezTo>
                  <a:cubicBezTo>
                    <a:pt x="1119" y="4508"/>
                    <a:pt x="1133" y="4507"/>
                    <a:pt x="1152" y="4505"/>
                  </a:cubicBezTo>
                  <a:cubicBezTo>
                    <a:pt x="1209" y="4505"/>
                    <a:pt x="1209" y="4505"/>
                    <a:pt x="1209" y="4513"/>
                  </a:cubicBezTo>
                  <a:cubicBezTo>
                    <a:pt x="1209" y="4521"/>
                    <a:pt x="1209" y="4529"/>
                    <a:pt x="1265" y="4537"/>
                  </a:cubicBezTo>
                  <a:cubicBezTo>
                    <a:pt x="1330" y="4537"/>
                    <a:pt x="1330" y="4545"/>
                    <a:pt x="1330" y="4545"/>
                  </a:cubicBezTo>
                  <a:cubicBezTo>
                    <a:pt x="1265" y="4553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69"/>
                    <a:pt x="1087" y="4578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56"/>
                    <a:pt x="1192" y="4780"/>
                  </a:cubicBezTo>
                  <a:cubicBezTo>
                    <a:pt x="1143" y="4794"/>
                    <a:pt x="1131" y="4814"/>
                    <a:pt x="1170" y="4814"/>
                  </a:cubicBezTo>
                  <a:cubicBezTo>
                    <a:pt x="1176" y="4814"/>
                    <a:pt x="1183" y="4814"/>
                    <a:pt x="1192" y="4813"/>
                  </a:cubicBezTo>
                  <a:cubicBezTo>
                    <a:pt x="1249" y="4813"/>
                    <a:pt x="1249" y="4845"/>
                    <a:pt x="1249" y="4894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32"/>
                    <a:pt x="1355" y="5032"/>
                  </a:cubicBezTo>
                  <a:cubicBezTo>
                    <a:pt x="1400" y="5037"/>
                    <a:pt x="1414" y="5043"/>
                    <a:pt x="1395" y="5043"/>
                  </a:cubicBezTo>
                  <a:cubicBezTo>
                    <a:pt x="1387" y="5043"/>
                    <a:pt x="1374" y="5042"/>
                    <a:pt x="1355" y="5040"/>
                  </a:cubicBezTo>
                  <a:cubicBezTo>
                    <a:pt x="1314" y="5040"/>
                    <a:pt x="1273" y="5040"/>
                    <a:pt x="1233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1" y="5072"/>
                    <a:pt x="1411" y="5072"/>
                  </a:cubicBezTo>
                  <a:cubicBezTo>
                    <a:pt x="1411" y="5080"/>
                    <a:pt x="1411" y="5080"/>
                    <a:pt x="1355" y="5080"/>
                  </a:cubicBezTo>
                  <a:lnTo>
                    <a:pt x="1225" y="5080"/>
                  </a:lnTo>
                  <a:lnTo>
                    <a:pt x="1225" y="5088"/>
                  </a:lnTo>
                  <a:cubicBezTo>
                    <a:pt x="1290" y="5088"/>
                    <a:pt x="1290" y="5096"/>
                    <a:pt x="1290" y="5096"/>
                  </a:cubicBezTo>
                  <a:cubicBezTo>
                    <a:pt x="1290" y="5105"/>
                    <a:pt x="1290" y="5105"/>
                    <a:pt x="1168" y="5105"/>
                  </a:cubicBezTo>
                  <a:cubicBezTo>
                    <a:pt x="1046" y="5105"/>
                    <a:pt x="1046" y="5105"/>
                    <a:pt x="1168" y="5113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61"/>
                  </a:cubicBezTo>
                  <a:cubicBezTo>
                    <a:pt x="1160" y="5169"/>
                    <a:pt x="1160" y="5169"/>
                    <a:pt x="1282" y="5178"/>
                  </a:cubicBezTo>
                  <a:cubicBezTo>
                    <a:pt x="1338" y="5178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26"/>
                  </a:cubicBezTo>
                  <a:cubicBezTo>
                    <a:pt x="1282" y="5234"/>
                    <a:pt x="1273" y="5283"/>
                    <a:pt x="1273" y="5340"/>
                  </a:cubicBezTo>
                  <a:cubicBezTo>
                    <a:pt x="1265" y="5405"/>
                    <a:pt x="1265" y="5453"/>
                    <a:pt x="1322" y="5453"/>
                  </a:cubicBezTo>
                  <a:cubicBezTo>
                    <a:pt x="1322" y="5453"/>
                    <a:pt x="1322" y="5453"/>
                    <a:pt x="1265" y="5461"/>
                  </a:cubicBezTo>
                  <a:cubicBezTo>
                    <a:pt x="1200" y="5461"/>
                    <a:pt x="1200" y="5469"/>
                    <a:pt x="1322" y="5478"/>
                  </a:cubicBezTo>
                  <a:cubicBezTo>
                    <a:pt x="1379" y="5486"/>
                    <a:pt x="1444" y="5486"/>
                    <a:pt x="1322" y="5486"/>
                  </a:cubicBezTo>
                  <a:cubicBezTo>
                    <a:pt x="1265" y="5486"/>
                    <a:pt x="1265" y="5502"/>
                    <a:pt x="1257" y="5526"/>
                  </a:cubicBezTo>
                  <a:cubicBezTo>
                    <a:pt x="1257" y="5551"/>
                    <a:pt x="1257" y="5583"/>
                    <a:pt x="1314" y="5583"/>
                  </a:cubicBezTo>
                  <a:cubicBezTo>
                    <a:pt x="1379" y="5591"/>
                    <a:pt x="1379" y="5591"/>
                    <a:pt x="1314" y="5591"/>
                  </a:cubicBezTo>
                  <a:cubicBezTo>
                    <a:pt x="1302" y="5590"/>
                    <a:pt x="1290" y="5590"/>
                    <a:pt x="1279" y="5590"/>
                  </a:cubicBezTo>
                  <a:cubicBezTo>
                    <a:pt x="1189" y="5590"/>
                    <a:pt x="1149" y="5618"/>
                    <a:pt x="1257" y="5640"/>
                  </a:cubicBezTo>
                  <a:cubicBezTo>
                    <a:pt x="1257" y="5648"/>
                    <a:pt x="1249" y="5656"/>
                    <a:pt x="1192" y="5656"/>
                  </a:cubicBezTo>
                  <a:cubicBezTo>
                    <a:pt x="1192" y="5656"/>
                    <a:pt x="1192" y="5664"/>
                    <a:pt x="1249" y="5688"/>
                  </a:cubicBezTo>
                  <a:cubicBezTo>
                    <a:pt x="1249" y="5696"/>
                    <a:pt x="1249" y="5721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2"/>
                    <a:pt x="1306" y="5775"/>
                    <a:pt x="1306" y="5778"/>
                  </a:cubicBezTo>
                  <a:cubicBezTo>
                    <a:pt x="1241" y="5778"/>
                    <a:pt x="1241" y="5810"/>
                    <a:pt x="1241" y="5859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8"/>
                    <a:pt x="1355" y="5996"/>
                    <a:pt x="1290" y="5996"/>
                  </a:cubicBezTo>
                  <a:cubicBezTo>
                    <a:pt x="1168" y="6005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53"/>
                    <a:pt x="1168" y="6069"/>
                    <a:pt x="1290" y="6078"/>
                  </a:cubicBezTo>
                  <a:cubicBezTo>
                    <a:pt x="1225" y="6086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91" y="6108"/>
                    <a:pt x="1079" y="6107"/>
                    <a:pt x="1068" y="6107"/>
                  </a:cubicBezTo>
                  <a:cubicBezTo>
                    <a:pt x="1039" y="6107"/>
                    <a:pt x="1010" y="6112"/>
                    <a:pt x="982" y="6118"/>
                  </a:cubicBezTo>
                  <a:cubicBezTo>
                    <a:pt x="1022" y="6126"/>
                    <a:pt x="1063" y="6126"/>
                    <a:pt x="1103" y="6126"/>
                  </a:cubicBezTo>
                  <a:lnTo>
                    <a:pt x="1103" y="6134"/>
                  </a:lnTo>
                  <a:cubicBezTo>
                    <a:pt x="1103" y="6134"/>
                    <a:pt x="1103" y="6142"/>
                    <a:pt x="1160" y="6142"/>
                  </a:cubicBezTo>
                  <a:cubicBezTo>
                    <a:pt x="1225" y="6142"/>
                    <a:pt x="1225" y="6150"/>
                    <a:pt x="1225" y="6159"/>
                  </a:cubicBezTo>
                  <a:cubicBezTo>
                    <a:pt x="1182" y="6159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9"/>
                  </a:cubicBezTo>
                  <a:cubicBezTo>
                    <a:pt x="1322" y="6159"/>
                    <a:pt x="1363" y="6159"/>
                    <a:pt x="1403" y="6167"/>
                  </a:cubicBezTo>
                  <a:lnTo>
                    <a:pt x="1517" y="6167"/>
                  </a:lnTo>
                  <a:cubicBezTo>
                    <a:pt x="1538" y="6169"/>
                    <a:pt x="1560" y="6170"/>
                    <a:pt x="1582" y="6170"/>
                  </a:cubicBezTo>
                  <a:cubicBezTo>
                    <a:pt x="1641" y="6170"/>
                    <a:pt x="1701" y="6162"/>
                    <a:pt x="1760" y="6150"/>
                  </a:cubicBezTo>
                  <a:cubicBezTo>
                    <a:pt x="1825" y="6126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6"/>
                  </a:cubicBezTo>
                  <a:cubicBezTo>
                    <a:pt x="1703" y="6078"/>
                    <a:pt x="1768" y="6069"/>
                    <a:pt x="1768" y="6069"/>
                  </a:cubicBezTo>
                  <a:cubicBezTo>
                    <a:pt x="1825" y="6069"/>
                    <a:pt x="1825" y="6045"/>
                    <a:pt x="1833" y="6005"/>
                  </a:cubicBezTo>
                  <a:cubicBezTo>
                    <a:pt x="1833" y="5964"/>
                    <a:pt x="1833" y="5940"/>
                    <a:pt x="1890" y="5932"/>
                  </a:cubicBezTo>
                  <a:cubicBezTo>
                    <a:pt x="1954" y="5932"/>
                    <a:pt x="1954" y="5923"/>
                    <a:pt x="1954" y="5923"/>
                  </a:cubicBezTo>
                  <a:cubicBezTo>
                    <a:pt x="1898" y="5923"/>
                    <a:pt x="1898" y="5875"/>
                    <a:pt x="1898" y="5826"/>
                  </a:cubicBezTo>
                  <a:cubicBezTo>
                    <a:pt x="1906" y="5778"/>
                    <a:pt x="1906" y="5729"/>
                    <a:pt x="1849" y="5729"/>
                  </a:cubicBezTo>
                  <a:cubicBezTo>
                    <a:pt x="1849" y="5721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64"/>
                    <a:pt x="1849" y="5656"/>
                    <a:pt x="1849" y="5656"/>
                  </a:cubicBezTo>
                  <a:cubicBezTo>
                    <a:pt x="1914" y="5656"/>
                    <a:pt x="1914" y="5648"/>
                    <a:pt x="1914" y="5632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75"/>
                    <a:pt x="1882" y="5542"/>
                    <a:pt x="1922" y="5526"/>
                  </a:cubicBezTo>
                  <a:cubicBezTo>
                    <a:pt x="1979" y="5518"/>
                    <a:pt x="1922" y="5518"/>
                    <a:pt x="1857" y="5510"/>
                  </a:cubicBezTo>
                  <a:cubicBezTo>
                    <a:pt x="1817" y="5510"/>
                    <a:pt x="1776" y="5510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6"/>
                  </a:cubicBezTo>
                  <a:cubicBezTo>
                    <a:pt x="1922" y="5478"/>
                    <a:pt x="1922" y="5469"/>
                    <a:pt x="1922" y="5469"/>
                  </a:cubicBezTo>
                  <a:cubicBezTo>
                    <a:pt x="1865" y="5469"/>
                    <a:pt x="1865" y="5437"/>
                    <a:pt x="1865" y="5380"/>
                  </a:cubicBezTo>
                  <a:cubicBezTo>
                    <a:pt x="1873" y="5315"/>
                    <a:pt x="1873" y="5299"/>
                    <a:pt x="1817" y="5299"/>
                  </a:cubicBezTo>
                  <a:cubicBezTo>
                    <a:pt x="1752" y="5299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105"/>
                    <a:pt x="1768" y="5096"/>
                  </a:cubicBezTo>
                  <a:lnTo>
                    <a:pt x="1825" y="5096"/>
                  </a:lnTo>
                  <a:cubicBezTo>
                    <a:pt x="1882" y="5096"/>
                    <a:pt x="1882" y="5088"/>
                    <a:pt x="1890" y="5056"/>
                  </a:cubicBezTo>
                  <a:cubicBezTo>
                    <a:pt x="1890" y="5040"/>
                    <a:pt x="1890" y="5032"/>
                    <a:pt x="1890" y="5032"/>
                  </a:cubicBezTo>
                  <a:cubicBezTo>
                    <a:pt x="1768" y="5032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67"/>
                  </a:cubicBezTo>
                  <a:cubicBezTo>
                    <a:pt x="1833" y="4951"/>
                    <a:pt x="1898" y="4910"/>
                    <a:pt x="1954" y="4910"/>
                  </a:cubicBezTo>
                  <a:cubicBezTo>
                    <a:pt x="1954" y="4910"/>
                    <a:pt x="1954" y="4902"/>
                    <a:pt x="1954" y="4894"/>
                  </a:cubicBezTo>
                  <a:cubicBezTo>
                    <a:pt x="1898" y="4894"/>
                    <a:pt x="1898" y="4878"/>
                    <a:pt x="1898" y="4869"/>
                  </a:cubicBezTo>
                  <a:cubicBezTo>
                    <a:pt x="1898" y="4851"/>
                    <a:pt x="1898" y="4842"/>
                    <a:pt x="1874" y="4842"/>
                  </a:cubicBezTo>
                  <a:cubicBezTo>
                    <a:pt x="1866" y="4842"/>
                    <a:pt x="1855" y="4843"/>
                    <a:pt x="1841" y="4845"/>
                  </a:cubicBezTo>
                  <a:cubicBezTo>
                    <a:pt x="1829" y="4848"/>
                    <a:pt x="1817" y="4849"/>
                    <a:pt x="1805" y="4849"/>
                  </a:cubicBezTo>
                  <a:cubicBezTo>
                    <a:pt x="1777" y="4849"/>
                    <a:pt x="1748" y="4843"/>
                    <a:pt x="1719" y="4837"/>
                  </a:cubicBezTo>
                  <a:lnTo>
                    <a:pt x="1776" y="4837"/>
                  </a:lnTo>
                  <a:cubicBezTo>
                    <a:pt x="1841" y="4837"/>
                    <a:pt x="1841" y="4821"/>
                    <a:pt x="1841" y="4788"/>
                  </a:cubicBezTo>
                  <a:cubicBezTo>
                    <a:pt x="1849" y="4756"/>
                    <a:pt x="1849" y="4740"/>
                    <a:pt x="1906" y="4732"/>
                  </a:cubicBezTo>
                  <a:lnTo>
                    <a:pt x="1849" y="4724"/>
                  </a:lnTo>
                  <a:cubicBezTo>
                    <a:pt x="1784" y="4715"/>
                    <a:pt x="1784" y="4707"/>
                    <a:pt x="1849" y="4707"/>
                  </a:cubicBezTo>
                  <a:cubicBezTo>
                    <a:pt x="1906" y="4699"/>
                    <a:pt x="1914" y="4675"/>
                    <a:pt x="1849" y="4659"/>
                  </a:cubicBezTo>
                  <a:cubicBezTo>
                    <a:pt x="1849" y="4651"/>
                    <a:pt x="1849" y="4642"/>
                    <a:pt x="1849" y="4642"/>
                  </a:cubicBezTo>
                  <a:cubicBezTo>
                    <a:pt x="1971" y="4634"/>
                    <a:pt x="1971" y="4618"/>
                    <a:pt x="1857" y="4610"/>
                  </a:cubicBezTo>
                  <a:cubicBezTo>
                    <a:pt x="1914" y="4610"/>
                    <a:pt x="1914" y="4602"/>
                    <a:pt x="1914" y="4594"/>
                  </a:cubicBezTo>
                  <a:cubicBezTo>
                    <a:pt x="1857" y="4578"/>
                    <a:pt x="1857" y="4553"/>
                    <a:pt x="1914" y="4553"/>
                  </a:cubicBezTo>
                  <a:lnTo>
                    <a:pt x="1914" y="4545"/>
                  </a:lnTo>
                  <a:cubicBezTo>
                    <a:pt x="1857" y="4537"/>
                    <a:pt x="1857" y="4529"/>
                    <a:pt x="1857" y="4521"/>
                  </a:cubicBezTo>
                  <a:cubicBezTo>
                    <a:pt x="1857" y="4513"/>
                    <a:pt x="1857" y="4505"/>
                    <a:pt x="1800" y="4497"/>
                  </a:cubicBezTo>
                  <a:cubicBezTo>
                    <a:pt x="1744" y="4488"/>
                    <a:pt x="1744" y="4480"/>
                    <a:pt x="1744" y="4480"/>
                  </a:cubicBezTo>
                  <a:cubicBezTo>
                    <a:pt x="1784" y="4480"/>
                    <a:pt x="1825" y="4480"/>
                    <a:pt x="1857" y="4488"/>
                  </a:cubicBezTo>
                  <a:cubicBezTo>
                    <a:pt x="1872" y="4492"/>
                    <a:pt x="1884" y="4494"/>
                    <a:pt x="1891" y="4494"/>
                  </a:cubicBezTo>
                  <a:cubicBezTo>
                    <a:pt x="1915" y="4494"/>
                    <a:pt x="1894" y="4477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8" y="4461"/>
                    <a:pt x="1873" y="4465"/>
                    <a:pt x="1884" y="4465"/>
                  </a:cubicBezTo>
                  <a:cubicBezTo>
                    <a:pt x="1893" y="4465"/>
                    <a:pt x="1889" y="4463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2"/>
                    <a:pt x="1809" y="4424"/>
                    <a:pt x="1809" y="4415"/>
                  </a:cubicBezTo>
                  <a:cubicBezTo>
                    <a:pt x="1865" y="4407"/>
                    <a:pt x="1865" y="4399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1"/>
                    <a:pt x="1809" y="4342"/>
                  </a:cubicBezTo>
                  <a:lnTo>
                    <a:pt x="1873" y="4342"/>
                  </a:lnTo>
                  <a:cubicBezTo>
                    <a:pt x="1809" y="4334"/>
                    <a:pt x="1809" y="4326"/>
                    <a:pt x="1809" y="4326"/>
                  </a:cubicBezTo>
                  <a:cubicBezTo>
                    <a:pt x="1873" y="4326"/>
                    <a:pt x="1873" y="4261"/>
                    <a:pt x="1882" y="4197"/>
                  </a:cubicBezTo>
                  <a:cubicBezTo>
                    <a:pt x="1852" y="4185"/>
                    <a:pt x="1822" y="4177"/>
                    <a:pt x="1792" y="4177"/>
                  </a:cubicBezTo>
                  <a:cubicBezTo>
                    <a:pt x="1782" y="4177"/>
                    <a:pt x="1771" y="4178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6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0"/>
                    <a:pt x="1825" y="4140"/>
                    <a:pt x="1760" y="4132"/>
                  </a:cubicBezTo>
                  <a:cubicBezTo>
                    <a:pt x="1825" y="4124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75"/>
                  </a:cubicBezTo>
                  <a:cubicBezTo>
                    <a:pt x="1736" y="4063"/>
                    <a:pt x="1716" y="4056"/>
                    <a:pt x="1757" y="4056"/>
                  </a:cubicBezTo>
                  <a:cubicBezTo>
                    <a:pt x="1771" y="4056"/>
                    <a:pt x="1794" y="4057"/>
                    <a:pt x="1825" y="4059"/>
                  </a:cubicBezTo>
                  <a:cubicBezTo>
                    <a:pt x="1836" y="4059"/>
                    <a:pt x="1845" y="4060"/>
                    <a:pt x="1853" y="4060"/>
                  </a:cubicBezTo>
                  <a:cubicBezTo>
                    <a:pt x="1936" y="4060"/>
                    <a:pt x="1879" y="4026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cubicBezTo>
                    <a:pt x="1768" y="4010"/>
                    <a:pt x="1768" y="4002"/>
                    <a:pt x="1768" y="4002"/>
                  </a:cubicBezTo>
                  <a:cubicBezTo>
                    <a:pt x="1768" y="3994"/>
                    <a:pt x="1768" y="3994"/>
                    <a:pt x="1833" y="3994"/>
                  </a:cubicBezTo>
                  <a:cubicBezTo>
                    <a:pt x="1833" y="3994"/>
                    <a:pt x="1833" y="3986"/>
                    <a:pt x="1776" y="3970"/>
                  </a:cubicBezTo>
                  <a:cubicBezTo>
                    <a:pt x="1654" y="3953"/>
                    <a:pt x="1711" y="3929"/>
                    <a:pt x="1833" y="3921"/>
                  </a:cubicBezTo>
                  <a:lnTo>
                    <a:pt x="1776" y="3913"/>
                  </a:lnTo>
                  <a:cubicBezTo>
                    <a:pt x="1654" y="3905"/>
                    <a:pt x="1598" y="3897"/>
                    <a:pt x="1719" y="3897"/>
                  </a:cubicBezTo>
                  <a:lnTo>
                    <a:pt x="1776" y="3897"/>
                  </a:lnTo>
                  <a:cubicBezTo>
                    <a:pt x="1654" y="3888"/>
                    <a:pt x="1719" y="3856"/>
                    <a:pt x="1841" y="3856"/>
                  </a:cubicBezTo>
                  <a:cubicBezTo>
                    <a:pt x="1800" y="3856"/>
                    <a:pt x="1760" y="3856"/>
                    <a:pt x="1719" y="3848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4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1"/>
                    <a:pt x="1906" y="3791"/>
                    <a:pt x="1906" y="3775"/>
                  </a:cubicBezTo>
                  <a:cubicBezTo>
                    <a:pt x="1841" y="3767"/>
                    <a:pt x="1849" y="3751"/>
                    <a:pt x="1906" y="3751"/>
                  </a:cubicBezTo>
                  <a:cubicBezTo>
                    <a:pt x="1906" y="3751"/>
                    <a:pt x="1906" y="3734"/>
                    <a:pt x="1849" y="3726"/>
                  </a:cubicBezTo>
                  <a:cubicBezTo>
                    <a:pt x="1849" y="3718"/>
                    <a:pt x="1849" y="3710"/>
                    <a:pt x="1906" y="3710"/>
                  </a:cubicBezTo>
                  <a:cubicBezTo>
                    <a:pt x="1971" y="3710"/>
                    <a:pt x="1971" y="3710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8"/>
                    <a:pt x="1849" y="3670"/>
                    <a:pt x="1849" y="3670"/>
                  </a:cubicBezTo>
                  <a:cubicBezTo>
                    <a:pt x="1792" y="3670"/>
                    <a:pt x="1792" y="3670"/>
                    <a:pt x="1792" y="3661"/>
                  </a:cubicBezTo>
                  <a:cubicBezTo>
                    <a:pt x="1792" y="3653"/>
                    <a:pt x="1849" y="3637"/>
                    <a:pt x="1849" y="3629"/>
                  </a:cubicBezTo>
                  <a:cubicBezTo>
                    <a:pt x="1854" y="3614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5"/>
                  </a:cubicBezTo>
                  <a:cubicBezTo>
                    <a:pt x="1792" y="3597"/>
                    <a:pt x="1857" y="3580"/>
                    <a:pt x="1857" y="3556"/>
                  </a:cubicBezTo>
                  <a:cubicBezTo>
                    <a:pt x="1857" y="3524"/>
                    <a:pt x="1857" y="3524"/>
                    <a:pt x="1800" y="3524"/>
                  </a:cubicBezTo>
                  <a:cubicBezTo>
                    <a:pt x="1765" y="3526"/>
                    <a:pt x="1740" y="3527"/>
                    <a:pt x="1725" y="3527"/>
                  </a:cubicBezTo>
                  <a:cubicBezTo>
                    <a:pt x="1689" y="3527"/>
                    <a:pt x="1714" y="3521"/>
                    <a:pt x="1800" y="3515"/>
                  </a:cubicBezTo>
                  <a:cubicBezTo>
                    <a:pt x="1922" y="3507"/>
                    <a:pt x="1922" y="3499"/>
                    <a:pt x="1857" y="3499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cubicBezTo>
                    <a:pt x="1800" y="3451"/>
                    <a:pt x="1800" y="3451"/>
                    <a:pt x="1865" y="3451"/>
                  </a:cubicBezTo>
                  <a:cubicBezTo>
                    <a:pt x="1865" y="3451"/>
                    <a:pt x="1865" y="3443"/>
                    <a:pt x="1865" y="3443"/>
                  </a:cubicBezTo>
                  <a:cubicBezTo>
                    <a:pt x="1744" y="3426"/>
                    <a:pt x="1809" y="3378"/>
                    <a:pt x="1865" y="3370"/>
                  </a:cubicBezTo>
                  <a:cubicBezTo>
                    <a:pt x="1865" y="3370"/>
                    <a:pt x="1865" y="3370"/>
                    <a:pt x="1809" y="3361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8" y="3330"/>
                    <a:pt x="1752" y="3303"/>
                    <a:pt x="1838" y="3303"/>
                  </a:cubicBezTo>
                  <a:cubicBezTo>
                    <a:pt x="1848" y="3303"/>
                    <a:pt x="1860" y="3304"/>
                    <a:pt x="1873" y="3305"/>
                  </a:cubicBezTo>
                  <a:lnTo>
                    <a:pt x="1987" y="3305"/>
                  </a:lnTo>
                  <a:cubicBezTo>
                    <a:pt x="1930" y="3297"/>
                    <a:pt x="1930" y="3288"/>
                    <a:pt x="1930" y="3288"/>
                  </a:cubicBezTo>
                  <a:cubicBezTo>
                    <a:pt x="1873" y="3288"/>
                    <a:pt x="1873" y="3280"/>
                    <a:pt x="1873" y="3256"/>
                  </a:cubicBezTo>
                  <a:cubicBezTo>
                    <a:pt x="1873" y="3240"/>
                    <a:pt x="1817" y="3215"/>
                    <a:pt x="1817" y="3199"/>
                  </a:cubicBezTo>
                  <a:cubicBezTo>
                    <a:pt x="1817" y="3183"/>
                    <a:pt x="1817" y="3167"/>
                    <a:pt x="1882" y="3159"/>
                  </a:cubicBezTo>
                  <a:cubicBezTo>
                    <a:pt x="1882" y="3151"/>
                    <a:pt x="1882" y="3143"/>
                    <a:pt x="1825" y="3126"/>
                  </a:cubicBezTo>
                  <a:cubicBezTo>
                    <a:pt x="1760" y="3118"/>
                    <a:pt x="1760" y="3102"/>
                    <a:pt x="1825" y="3102"/>
                  </a:cubicBezTo>
                  <a:lnTo>
                    <a:pt x="1825" y="3094"/>
                  </a:lnTo>
                  <a:cubicBezTo>
                    <a:pt x="1768" y="3086"/>
                    <a:pt x="1768" y="3078"/>
                    <a:pt x="1768" y="3078"/>
                  </a:cubicBezTo>
                  <a:cubicBezTo>
                    <a:pt x="1825" y="3078"/>
                    <a:pt x="1882" y="3070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1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53"/>
                    <a:pt x="1784" y="2745"/>
                    <a:pt x="1784" y="2745"/>
                  </a:cubicBezTo>
                  <a:cubicBezTo>
                    <a:pt x="1906" y="2745"/>
                    <a:pt x="1849" y="2705"/>
                    <a:pt x="1792" y="2680"/>
                  </a:cubicBezTo>
                  <a:cubicBezTo>
                    <a:pt x="1727" y="2680"/>
                    <a:pt x="1727" y="2672"/>
                    <a:pt x="1727" y="2664"/>
                  </a:cubicBezTo>
                  <a:cubicBezTo>
                    <a:pt x="1849" y="2664"/>
                    <a:pt x="1849" y="2640"/>
                    <a:pt x="1792" y="2624"/>
                  </a:cubicBezTo>
                  <a:cubicBezTo>
                    <a:pt x="1671" y="2616"/>
                    <a:pt x="1671" y="2607"/>
                    <a:pt x="1792" y="2607"/>
                  </a:cubicBezTo>
                  <a:cubicBezTo>
                    <a:pt x="1914" y="2607"/>
                    <a:pt x="1914" y="2599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1"/>
                    <a:pt x="1800" y="2551"/>
                  </a:cubicBezTo>
                  <a:cubicBezTo>
                    <a:pt x="1679" y="2543"/>
                    <a:pt x="1679" y="2534"/>
                    <a:pt x="1800" y="2534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79" y="2470"/>
                    <a:pt x="1800" y="2470"/>
                  </a:cubicBezTo>
                  <a:cubicBezTo>
                    <a:pt x="1800" y="2461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32"/>
                  </a:cubicBezTo>
                  <a:cubicBezTo>
                    <a:pt x="1873" y="2263"/>
                    <a:pt x="1873" y="2241"/>
                    <a:pt x="1838" y="2241"/>
                  </a:cubicBezTo>
                  <a:cubicBezTo>
                    <a:pt x="1832" y="2241"/>
                    <a:pt x="1825" y="2241"/>
                    <a:pt x="1817" y="2243"/>
                  </a:cubicBezTo>
                  <a:cubicBezTo>
                    <a:pt x="1793" y="2244"/>
                    <a:pt x="1775" y="2245"/>
                    <a:pt x="1760" y="2245"/>
                  </a:cubicBezTo>
                  <a:cubicBezTo>
                    <a:pt x="1699" y="2245"/>
                    <a:pt x="1718" y="2233"/>
                    <a:pt x="1817" y="2226"/>
                  </a:cubicBezTo>
                  <a:cubicBezTo>
                    <a:pt x="1817" y="2218"/>
                    <a:pt x="1882" y="2202"/>
                    <a:pt x="1882" y="2194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7"/>
                    <a:pt x="1890" y="2072"/>
                  </a:cubicBezTo>
                  <a:cubicBezTo>
                    <a:pt x="1890" y="2056"/>
                    <a:pt x="1890" y="2056"/>
                    <a:pt x="1825" y="2040"/>
                  </a:cubicBezTo>
                  <a:cubicBezTo>
                    <a:pt x="1768" y="2024"/>
                    <a:pt x="1768" y="2024"/>
                    <a:pt x="1833" y="2016"/>
                  </a:cubicBezTo>
                  <a:cubicBezTo>
                    <a:pt x="1890" y="2016"/>
                    <a:pt x="1954" y="1975"/>
                    <a:pt x="1833" y="1975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1" y="1943"/>
                    <a:pt x="1898" y="1934"/>
                  </a:cubicBezTo>
                  <a:cubicBezTo>
                    <a:pt x="2011" y="1934"/>
                    <a:pt x="2011" y="1926"/>
                    <a:pt x="1954" y="1926"/>
                  </a:cubicBezTo>
                  <a:cubicBezTo>
                    <a:pt x="1898" y="1918"/>
                    <a:pt x="1833" y="1918"/>
                    <a:pt x="1898" y="1910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3"/>
                    <a:pt x="1841" y="1877"/>
                    <a:pt x="1841" y="1870"/>
                  </a:cubicBezTo>
                  <a:cubicBezTo>
                    <a:pt x="1873" y="1853"/>
                    <a:pt x="1922" y="1845"/>
                    <a:pt x="1963" y="1845"/>
                  </a:cubicBezTo>
                  <a:cubicBezTo>
                    <a:pt x="2000" y="1845"/>
                    <a:pt x="2013" y="1842"/>
                    <a:pt x="1981" y="1842"/>
                  </a:cubicBezTo>
                  <a:cubicBezTo>
                    <a:pt x="1965" y="1842"/>
                    <a:pt x="1938" y="1843"/>
                    <a:pt x="1898" y="1845"/>
                  </a:cubicBezTo>
                  <a:cubicBezTo>
                    <a:pt x="1784" y="1845"/>
                    <a:pt x="1784" y="1845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7"/>
                  </a:cubicBezTo>
                  <a:cubicBezTo>
                    <a:pt x="1906" y="1780"/>
                    <a:pt x="1727" y="1756"/>
                    <a:pt x="1606" y="1748"/>
                  </a:cubicBezTo>
                  <a:cubicBezTo>
                    <a:pt x="1484" y="1748"/>
                    <a:pt x="1484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627" y="1724"/>
                    <a:pt x="1642" y="1720"/>
                    <a:pt x="1656" y="1720"/>
                  </a:cubicBezTo>
                  <a:cubicBezTo>
                    <a:pt x="1664" y="1720"/>
                    <a:pt x="1671" y="1721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24"/>
                    <a:pt x="1792" y="1716"/>
                  </a:cubicBezTo>
                  <a:cubicBezTo>
                    <a:pt x="1727" y="1707"/>
                    <a:pt x="1727" y="1707"/>
                    <a:pt x="1792" y="1707"/>
                  </a:cubicBezTo>
                  <a:cubicBezTo>
                    <a:pt x="1849" y="1699"/>
                    <a:pt x="1906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1"/>
                    <a:pt x="1914" y="1643"/>
                    <a:pt x="1849" y="1643"/>
                  </a:cubicBezTo>
                  <a:cubicBezTo>
                    <a:pt x="1792" y="1643"/>
                    <a:pt x="1792" y="1643"/>
                    <a:pt x="1792" y="1634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78"/>
                    <a:pt x="1557" y="1578"/>
                    <a:pt x="1679" y="1570"/>
                  </a:cubicBezTo>
                  <a:cubicBezTo>
                    <a:pt x="1736" y="1570"/>
                    <a:pt x="1736" y="1570"/>
                    <a:pt x="1736" y="1562"/>
                  </a:cubicBezTo>
                  <a:cubicBezTo>
                    <a:pt x="1736" y="1562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36" y="1537"/>
                  </a:cubicBezTo>
                  <a:lnTo>
                    <a:pt x="1622" y="1537"/>
                  </a:lnTo>
                  <a:cubicBezTo>
                    <a:pt x="1679" y="1529"/>
                    <a:pt x="1744" y="1521"/>
                    <a:pt x="1800" y="1521"/>
                  </a:cubicBezTo>
                  <a:cubicBezTo>
                    <a:pt x="1922" y="1513"/>
                    <a:pt x="1922" y="1513"/>
                    <a:pt x="1800" y="1513"/>
                  </a:cubicBezTo>
                  <a:cubicBezTo>
                    <a:pt x="1744" y="1513"/>
                    <a:pt x="1679" y="1505"/>
                    <a:pt x="1744" y="1497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0" y="1448"/>
                    <a:pt x="1800" y="1448"/>
                  </a:cubicBezTo>
                  <a:cubicBezTo>
                    <a:pt x="1744" y="1440"/>
                    <a:pt x="1744" y="1432"/>
                    <a:pt x="1809" y="1416"/>
                  </a:cubicBezTo>
                  <a:cubicBezTo>
                    <a:pt x="1930" y="1375"/>
                    <a:pt x="1930" y="1375"/>
                    <a:pt x="1809" y="1375"/>
                  </a:cubicBezTo>
                  <a:cubicBezTo>
                    <a:pt x="1752" y="1375"/>
                    <a:pt x="1687" y="1375"/>
                    <a:pt x="1809" y="1367"/>
                  </a:cubicBezTo>
                  <a:cubicBezTo>
                    <a:pt x="1865" y="1367"/>
                    <a:pt x="1809" y="1359"/>
                    <a:pt x="1752" y="1343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92" y="1310"/>
                    <a:pt x="1533" y="1302"/>
                    <a:pt x="1573" y="1302"/>
                  </a:cubicBezTo>
                  <a:cubicBezTo>
                    <a:pt x="1630" y="1302"/>
                    <a:pt x="1630" y="1310"/>
                    <a:pt x="1630" y="1310"/>
                  </a:cubicBezTo>
                  <a:lnTo>
                    <a:pt x="1630" y="1318"/>
                  </a:lnTo>
                  <a:cubicBezTo>
                    <a:pt x="1695" y="1318"/>
                    <a:pt x="1752" y="1318"/>
                    <a:pt x="1752" y="1302"/>
                  </a:cubicBezTo>
                  <a:cubicBezTo>
                    <a:pt x="1817" y="1294"/>
                    <a:pt x="1817" y="1294"/>
                    <a:pt x="1752" y="1294"/>
                  </a:cubicBezTo>
                  <a:cubicBezTo>
                    <a:pt x="1817" y="1286"/>
                    <a:pt x="1817" y="1270"/>
                    <a:pt x="1817" y="1253"/>
                  </a:cubicBezTo>
                  <a:cubicBezTo>
                    <a:pt x="1817" y="1237"/>
                    <a:pt x="1817" y="1221"/>
                    <a:pt x="1882" y="1213"/>
                  </a:cubicBezTo>
                  <a:cubicBezTo>
                    <a:pt x="1882" y="1197"/>
                    <a:pt x="1882" y="1189"/>
                    <a:pt x="1817" y="1189"/>
                  </a:cubicBezTo>
                  <a:cubicBezTo>
                    <a:pt x="1703" y="1189"/>
                    <a:pt x="1703" y="1180"/>
                    <a:pt x="1760" y="1180"/>
                  </a:cubicBezTo>
                  <a:cubicBezTo>
                    <a:pt x="1882" y="1172"/>
                    <a:pt x="1946" y="1083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3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70"/>
                  </a:cubicBezTo>
                  <a:cubicBezTo>
                    <a:pt x="1898" y="953"/>
                    <a:pt x="1898" y="945"/>
                    <a:pt x="1833" y="945"/>
                  </a:cubicBezTo>
                  <a:cubicBezTo>
                    <a:pt x="1776" y="937"/>
                    <a:pt x="1719" y="937"/>
                    <a:pt x="1776" y="937"/>
                  </a:cubicBezTo>
                  <a:cubicBezTo>
                    <a:pt x="1833" y="937"/>
                    <a:pt x="1833" y="921"/>
                    <a:pt x="1841" y="889"/>
                  </a:cubicBezTo>
                  <a:cubicBezTo>
                    <a:pt x="1841" y="873"/>
                    <a:pt x="1841" y="868"/>
                    <a:pt x="1824" y="868"/>
                  </a:cubicBezTo>
                  <a:cubicBezTo>
                    <a:pt x="1815" y="868"/>
                    <a:pt x="1800" y="869"/>
                    <a:pt x="1776" y="872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16"/>
                    <a:pt x="1663" y="807"/>
                    <a:pt x="1727" y="807"/>
                  </a:cubicBezTo>
                  <a:cubicBezTo>
                    <a:pt x="1784" y="807"/>
                    <a:pt x="1784" y="807"/>
                    <a:pt x="1784" y="816"/>
                  </a:cubicBezTo>
                  <a:lnTo>
                    <a:pt x="1906" y="816"/>
                  </a:lnTo>
                  <a:cubicBezTo>
                    <a:pt x="1906" y="807"/>
                    <a:pt x="1906" y="807"/>
                    <a:pt x="1841" y="807"/>
                  </a:cubicBezTo>
                  <a:cubicBezTo>
                    <a:pt x="1841" y="807"/>
                    <a:pt x="1841" y="799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89" y="794"/>
                    <a:pt x="1577" y="795"/>
                    <a:pt x="1569" y="795"/>
                  </a:cubicBezTo>
                  <a:cubicBezTo>
                    <a:pt x="1549" y="795"/>
                    <a:pt x="1549" y="789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68" y="783"/>
                    <a:pt x="1809" y="783"/>
                    <a:pt x="1849" y="783"/>
                  </a:cubicBezTo>
                  <a:cubicBezTo>
                    <a:pt x="1906" y="783"/>
                    <a:pt x="1784" y="743"/>
                    <a:pt x="1671" y="743"/>
                  </a:cubicBezTo>
                  <a:lnTo>
                    <a:pt x="1727" y="743"/>
                  </a:lnTo>
                  <a:cubicBezTo>
                    <a:pt x="1784" y="743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27" y="686"/>
                  </a:cubicBezTo>
                  <a:cubicBezTo>
                    <a:pt x="1718" y="688"/>
                    <a:pt x="1708" y="689"/>
                    <a:pt x="1697" y="689"/>
                  </a:cubicBezTo>
                  <a:cubicBezTo>
                    <a:pt x="1671" y="689"/>
                    <a:pt x="1643" y="684"/>
                    <a:pt x="1614" y="678"/>
                  </a:cubicBezTo>
                  <a:cubicBezTo>
                    <a:pt x="1585" y="684"/>
                    <a:pt x="1557" y="689"/>
                    <a:pt x="1528" y="689"/>
                  </a:cubicBezTo>
                  <a:cubicBezTo>
                    <a:pt x="1516" y="689"/>
                    <a:pt x="1504" y="688"/>
                    <a:pt x="1492" y="686"/>
                  </a:cubicBezTo>
                  <a:cubicBezTo>
                    <a:pt x="1492" y="686"/>
                    <a:pt x="1549" y="670"/>
                    <a:pt x="1614" y="670"/>
                  </a:cubicBezTo>
                  <a:cubicBezTo>
                    <a:pt x="1736" y="653"/>
                    <a:pt x="1792" y="637"/>
                    <a:pt x="1792" y="605"/>
                  </a:cubicBezTo>
                  <a:cubicBezTo>
                    <a:pt x="1800" y="597"/>
                    <a:pt x="1800" y="572"/>
                    <a:pt x="1857" y="564"/>
                  </a:cubicBezTo>
                  <a:cubicBezTo>
                    <a:pt x="1857" y="548"/>
                    <a:pt x="1857" y="540"/>
                    <a:pt x="1800" y="540"/>
                  </a:cubicBezTo>
                  <a:lnTo>
                    <a:pt x="1800" y="532"/>
                  </a:lnTo>
                  <a:cubicBezTo>
                    <a:pt x="1857" y="524"/>
                    <a:pt x="1865" y="508"/>
                    <a:pt x="1800" y="508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872" y="474"/>
                    <a:pt x="1901" y="470"/>
                    <a:pt x="1878" y="470"/>
                  </a:cubicBezTo>
                  <a:cubicBezTo>
                    <a:pt x="1861" y="470"/>
                    <a:pt x="1818" y="472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24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cubicBezTo>
                    <a:pt x="1444" y="475"/>
                    <a:pt x="1387" y="475"/>
                    <a:pt x="1387" y="467"/>
                  </a:cubicBezTo>
                  <a:lnTo>
                    <a:pt x="1509" y="467"/>
                  </a:lnTo>
                  <a:cubicBezTo>
                    <a:pt x="1565" y="475"/>
                    <a:pt x="1622" y="475"/>
                    <a:pt x="1687" y="475"/>
                  </a:cubicBezTo>
                  <a:cubicBezTo>
                    <a:pt x="1809" y="467"/>
                    <a:pt x="1865" y="451"/>
                    <a:pt x="1744" y="451"/>
                  </a:cubicBezTo>
                  <a:cubicBezTo>
                    <a:pt x="1744" y="443"/>
                    <a:pt x="1744" y="443"/>
                    <a:pt x="1809" y="435"/>
                  </a:cubicBezTo>
                  <a:cubicBezTo>
                    <a:pt x="1865" y="435"/>
                    <a:pt x="1865" y="426"/>
                    <a:pt x="1752" y="418"/>
                  </a:cubicBezTo>
                  <a:cubicBezTo>
                    <a:pt x="1630" y="410"/>
                    <a:pt x="1630" y="402"/>
                    <a:pt x="1752" y="394"/>
                  </a:cubicBezTo>
                  <a:cubicBezTo>
                    <a:pt x="1873" y="386"/>
                    <a:pt x="1873" y="353"/>
                    <a:pt x="1809" y="353"/>
                  </a:cubicBezTo>
                  <a:cubicBezTo>
                    <a:pt x="1695" y="353"/>
                    <a:pt x="1695" y="329"/>
                    <a:pt x="1752" y="321"/>
                  </a:cubicBezTo>
                  <a:cubicBezTo>
                    <a:pt x="1817" y="321"/>
                    <a:pt x="1817" y="313"/>
                    <a:pt x="1752" y="305"/>
                  </a:cubicBezTo>
                  <a:cubicBezTo>
                    <a:pt x="1817" y="305"/>
                    <a:pt x="1873" y="297"/>
                    <a:pt x="1817" y="289"/>
                  </a:cubicBezTo>
                  <a:cubicBezTo>
                    <a:pt x="1817" y="289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9"/>
                  </a:cubicBezTo>
                  <a:lnTo>
                    <a:pt x="1638" y="272"/>
                  </a:lnTo>
                  <a:cubicBezTo>
                    <a:pt x="1610" y="278"/>
                    <a:pt x="1581" y="284"/>
                    <a:pt x="1552" y="284"/>
                  </a:cubicBezTo>
                  <a:cubicBezTo>
                    <a:pt x="1540" y="284"/>
                    <a:pt x="1529" y="283"/>
                    <a:pt x="1517" y="280"/>
                  </a:cubicBezTo>
                  <a:cubicBezTo>
                    <a:pt x="1460" y="280"/>
                    <a:pt x="1517" y="256"/>
                    <a:pt x="1703" y="240"/>
                  </a:cubicBezTo>
                  <a:lnTo>
                    <a:pt x="1825" y="224"/>
                  </a:lnTo>
                  <a:lnTo>
                    <a:pt x="1703" y="224"/>
                  </a:lnTo>
                  <a:cubicBezTo>
                    <a:pt x="1703" y="216"/>
                    <a:pt x="1703" y="208"/>
                    <a:pt x="1768" y="208"/>
                  </a:cubicBezTo>
                  <a:cubicBezTo>
                    <a:pt x="1825" y="208"/>
                    <a:pt x="1825" y="208"/>
                    <a:pt x="1825" y="199"/>
                  </a:cubicBezTo>
                  <a:cubicBezTo>
                    <a:pt x="1825" y="199"/>
                    <a:pt x="1825" y="191"/>
                    <a:pt x="1768" y="191"/>
                  </a:cubicBezTo>
                  <a:lnTo>
                    <a:pt x="1711" y="191"/>
                  </a:lnTo>
                  <a:cubicBezTo>
                    <a:pt x="1825" y="183"/>
                    <a:pt x="1825" y="175"/>
                    <a:pt x="1711" y="167"/>
                  </a:cubicBezTo>
                  <a:cubicBezTo>
                    <a:pt x="1590" y="167"/>
                    <a:pt x="1590" y="167"/>
                    <a:pt x="1711" y="159"/>
                  </a:cubicBezTo>
                  <a:cubicBezTo>
                    <a:pt x="1752" y="159"/>
                    <a:pt x="1792" y="159"/>
                    <a:pt x="1833" y="143"/>
                  </a:cubicBezTo>
                  <a:lnTo>
                    <a:pt x="1768" y="143"/>
                  </a:lnTo>
                  <a:cubicBezTo>
                    <a:pt x="1646" y="143"/>
                    <a:pt x="1646" y="135"/>
                    <a:pt x="1711" y="126"/>
                  </a:cubicBezTo>
                  <a:cubicBezTo>
                    <a:pt x="1768" y="126"/>
                    <a:pt x="1768" y="118"/>
                    <a:pt x="1711" y="110"/>
                  </a:cubicBezTo>
                  <a:cubicBezTo>
                    <a:pt x="1711" y="94"/>
                    <a:pt x="1711" y="86"/>
                    <a:pt x="1776" y="86"/>
                  </a:cubicBezTo>
                  <a:cubicBezTo>
                    <a:pt x="1890" y="86"/>
                    <a:pt x="1890" y="86"/>
                    <a:pt x="1776" y="78"/>
                  </a:cubicBezTo>
                  <a:cubicBezTo>
                    <a:pt x="1711" y="70"/>
                    <a:pt x="1711" y="70"/>
                    <a:pt x="1776" y="53"/>
                  </a:cubicBezTo>
                  <a:cubicBezTo>
                    <a:pt x="1833" y="53"/>
                    <a:pt x="1833" y="53"/>
                    <a:pt x="1776" y="45"/>
                  </a:cubicBezTo>
                  <a:cubicBezTo>
                    <a:pt x="1749" y="42"/>
                    <a:pt x="1724" y="40"/>
                    <a:pt x="1699" y="40"/>
                  </a:cubicBezTo>
                  <a:cubicBezTo>
                    <a:pt x="1664" y="40"/>
                    <a:pt x="1631" y="44"/>
                    <a:pt x="1598" y="53"/>
                  </a:cubicBezTo>
                  <a:lnTo>
                    <a:pt x="1533" y="53"/>
                  </a:lnTo>
                  <a:lnTo>
                    <a:pt x="1533" y="45"/>
                  </a:lnTo>
                  <a:cubicBezTo>
                    <a:pt x="1533" y="37"/>
                    <a:pt x="1533" y="29"/>
                    <a:pt x="1476" y="13"/>
                  </a:cubicBezTo>
                  <a:cubicBezTo>
                    <a:pt x="1448" y="5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2"/>
            <p:cNvSpPr/>
            <p:nvPr/>
          </p:nvSpPr>
          <p:spPr>
            <a:xfrm>
              <a:off x="5158515" y="1159799"/>
              <a:ext cx="1106337" cy="1385033"/>
            </a:xfrm>
            <a:custGeom>
              <a:avLst/>
              <a:gdLst/>
              <a:ahLst/>
              <a:cxnLst/>
              <a:rect l="l" t="t" r="r" b="b"/>
              <a:pathLst>
                <a:path w="64182" h="80350" extrusionOk="0">
                  <a:moveTo>
                    <a:pt x="32297" y="1"/>
                  </a:moveTo>
                  <a:cubicBezTo>
                    <a:pt x="31801" y="1"/>
                    <a:pt x="31303" y="12"/>
                    <a:pt x="30802" y="35"/>
                  </a:cubicBezTo>
                  <a:cubicBezTo>
                    <a:pt x="14343" y="797"/>
                    <a:pt x="1038" y="14248"/>
                    <a:pt x="454" y="30714"/>
                  </a:cubicBezTo>
                  <a:cubicBezTo>
                    <a:pt x="0" y="43573"/>
                    <a:pt x="7160" y="54802"/>
                    <a:pt x="17773" y="60251"/>
                  </a:cubicBezTo>
                  <a:lnTo>
                    <a:pt x="17789" y="72218"/>
                  </a:lnTo>
                  <a:cubicBezTo>
                    <a:pt x="17797" y="76709"/>
                    <a:pt x="21437" y="80350"/>
                    <a:pt x="25929" y="80350"/>
                  </a:cubicBezTo>
                  <a:lnTo>
                    <a:pt x="38180" y="80350"/>
                  </a:lnTo>
                  <a:cubicBezTo>
                    <a:pt x="42680" y="80350"/>
                    <a:pt x="46328" y="76701"/>
                    <a:pt x="46328" y="72202"/>
                  </a:cubicBezTo>
                  <a:lnTo>
                    <a:pt x="46328" y="60518"/>
                  </a:lnTo>
                  <a:cubicBezTo>
                    <a:pt x="56901" y="55329"/>
                    <a:pt x="64182" y="44457"/>
                    <a:pt x="64182" y="31882"/>
                  </a:cubicBezTo>
                  <a:cubicBezTo>
                    <a:pt x="64182" y="14273"/>
                    <a:pt x="49908" y="1"/>
                    <a:pt x="32297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2"/>
            <p:cNvSpPr/>
            <p:nvPr/>
          </p:nvSpPr>
          <p:spPr>
            <a:xfrm>
              <a:off x="5461550" y="2335742"/>
              <a:ext cx="498215" cy="36819"/>
            </a:xfrm>
            <a:custGeom>
              <a:avLst/>
              <a:gdLst/>
              <a:ahLst/>
              <a:cxnLst/>
              <a:rect l="l" t="t" r="r" b="b"/>
              <a:pathLst>
                <a:path w="28903" h="2136" extrusionOk="0">
                  <a:moveTo>
                    <a:pt x="8065" y="1"/>
                  </a:moveTo>
                  <a:cubicBezTo>
                    <a:pt x="7992" y="1"/>
                    <a:pt x="7992" y="1"/>
                    <a:pt x="8025" y="57"/>
                  </a:cubicBezTo>
                  <a:lnTo>
                    <a:pt x="8098" y="66"/>
                  </a:lnTo>
                  <a:cubicBezTo>
                    <a:pt x="8098" y="1"/>
                    <a:pt x="8098" y="1"/>
                    <a:pt x="8065" y="1"/>
                  </a:cubicBezTo>
                  <a:close/>
                  <a:moveTo>
                    <a:pt x="1125" y="333"/>
                  </a:moveTo>
                  <a:lnTo>
                    <a:pt x="1158" y="390"/>
                  </a:lnTo>
                  <a:lnTo>
                    <a:pt x="1190" y="390"/>
                  </a:lnTo>
                  <a:cubicBezTo>
                    <a:pt x="1190" y="333"/>
                    <a:pt x="1190" y="333"/>
                    <a:pt x="1158" y="333"/>
                  </a:cubicBezTo>
                  <a:close/>
                  <a:moveTo>
                    <a:pt x="20235" y="341"/>
                  </a:moveTo>
                  <a:cubicBezTo>
                    <a:pt x="20235" y="398"/>
                    <a:pt x="20235" y="463"/>
                    <a:pt x="20203" y="463"/>
                  </a:cubicBezTo>
                  <a:lnTo>
                    <a:pt x="20170" y="398"/>
                  </a:lnTo>
                  <a:lnTo>
                    <a:pt x="20203" y="341"/>
                  </a:lnTo>
                  <a:close/>
                  <a:moveTo>
                    <a:pt x="12752" y="365"/>
                  </a:moveTo>
                  <a:cubicBezTo>
                    <a:pt x="12752" y="422"/>
                    <a:pt x="12752" y="479"/>
                    <a:pt x="12719" y="479"/>
                  </a:cubicBezTo>
                  <a:lnTo>
                    <a:pt x="12687" y="479"/>
                  </a:lnTo>
                  <a:cubicBezTo>
                    <a:pt x="12687" y="438"/>
                    <a:pt x="12703" y="398"/>
                    <a:pt x="12719" y="365"/>
                  </a:cubicBezTo>
                  <a:close/>
                  <a:moveTo>
                    <a:pt x="19789" y="398"/>
                  </a:moveTo>
                  <a:cubicBezTo>
                    <a:pt x="19830" y="398"/>
                    <a:pt x="19830" y="398"/>
                    <a:pt x="19830" y="455"/>
                  </a:cubicBezTo>
                  <a:cubicBezTo>
                    <a:pt x="19830" y="455"/>
                    <a:pt x="19830" y="512"/>
                    <a:pt x="19796" y="512"/>
                  </a:cubicBezTo>
                  <a:cubicBezTo>
                    <a:pt x="19794" y="512"/>
                    <a:pt x="19792" y="512"/>
                    <a:pt x="19789" y="511"/>
                  </a:cubicBezTo>
                  <a:lnTo>
                    <a:pt x="19757" y="455"/>
                  </a:lnTo>
                  <a:cubicBezTo>
                    <a:pt x="19757" y="398"/>
                    <a:pt x="19789" y="398"/>
                    <a:pt x="19789" y="398"/>
                  </a:cubicBezTo>
                  <a:close/>
                  <a:moveTo>
                    <a:pt x="7417" y="414"/>
                  </a:moveTo>
                  <a:cubicBezTo>
                    <a:pt x="7417" y="455"/>
                    <a:pt x="7425" y="495"/>
                    <a:pt x="7449" y="536"/>
                  </a:cubicBezTo>
                  <a:cubicBezTo>
                    <a:pt x="7482" y="536"/>
                    <a:pt x="7482" y="471"/>
                    <a:pt x="7482" y="471"/>
                  </a:cubicBezTo>
                  <a:cubicBezTo>
                    <a:pt x="7482" y="471"/>
                    <a:pt x="7482" y="414"/>
                    <a:pt x="7449" y="414"/>
                  </a:cubicBezTo>
                  <a:close/>
                  <a:moveTo>
                    <a:pt x="23908" y="447"/>
                  </a:moveTo>
                  <a:cubicBezTo>
                    <a:pt x="23940" y="447"/>
                    <a:pt x="23940" y="447"/>
                    <a:pt x="23940" y="511"/>
                  </a:cubicBezTo>
                  <a:cubicBezTo>
                    <a:pt x="23940" y="565"/>
                    <a:pt x="23912" y="626"/>
                    <a:pt x="23881" y="626"/>
                  </a:cubicBezTo>
                  <a:cubicBezTo>
                    <a:pt x="23879" y="626"/>
                    <a:pt x="23877" y="625"/>
                    <a:pt x="23875" y="625"/>
                  </a:cubicBezTo>
                  <a:cubicBezTo>
                    <a:pt x="23835" y="625"/>
                    <a:pt x="23835" y="511"/>
                    <a:pt x="23908" y="447"/>
                  </a:cubicBezTo>
                  <a:close/>
                  <a:moveTo>
                    <a:pt x="7076" y="584"/>
                  </a:moveTo>
                  <a:cubicBezTo>
                    <a:pt x="7109" y="584"/>
                    <a:pt x="7109" y="584"/>
                    <a:pt x="7109" y="649"/>
                  </a:cubicBezTo>
                  <a:lnTo>
                    <a:pt x="7076" y="649"/>
                  </a:lnTo>
                  <a:lnTo>
                    <a:pt x="7044" y="584"/>
                  </a:lnTo>
                  <a:close/>
                  <a:moveTo>
                    <a:pt x="28708" y="404"/>
                  </a:moveTo>
                  <a:cubicBezTo>
                    <a:pt x="28726" y="404"/>
                    <a:pt x="28713" y="488"/>
                    <a:pt x="28667" y="568"/>
                  </a:cubicBezTo>
                  <a:cubicBezTo>
                    <a:pt x="28651" y="629"/>
                    <a:pt x="28643" y="659"/>
                    <a:pt x="28639" y="659"/>
                  </a:cubicBezTo>
                  <a:cubicBezTo>
                    <a:pt x="28635" y="659"/>
                    <a:pt x="28635" y="629"/>
                    <a:pt x="28635" y="568"/>
                  </a:cubicBezTo>
                  <a:cubicBezTo>
                    <a:pt x="28635" y="511"/>
                    <a:pt x="28635" y="455"/>
                    <a:pt x="28667" y="455"/>
                  </a:cubicBezTo>
                  <a:cubicBezTo>
                    <a:pt x="28686" y="419"/>
                    <a:pt x="28700" y="404"/>
                    <a:pt x="28708" y="404"/>
                  </a:cubicBezTo>
                  <a:close/>
                  <a:moveTo>
                    <a:pt x="4660" y="552"/>
                  </a:moveTo>
                  <a:lnTo>
                    <a:pt x="4660" y="617"/>
                  </a:lnTo>
                  <a:lnTo>
                    <a:pt x="4628" y="674"/>
                  </a:lnTo>
                  <a:lnTo>
                    <a:pt x="4595" y="617"/>
                  </a:lnTo>
                  <a:cubicBezTo>
                    <a:pt x="4595" y="552"/>
                    <a:pt x="4628" y="552"/>
                    <a:pt x="4660" y="552"/>
                  </a:cubicBezTo>
                  <a:close/>
                  <a:moveTo>
                    <a:pt x="5600" y="468"/>
                  </a:moveTo>
                  <a:cubicBezTo>
                    <a:pt x="5610" y="468"/>
                    <a:pt x="5600" y="498"/>
                    <a:pt x="5576" y="568"/>
                  </a:cubicBezTo>
                  <a:lnTo>
                    <a:pt x="5511" y="690"/>
                  </a:lnTo>
                  <a:cubicBezTo>
                    <a:pt x="5479" y="682"/>
                    <a:pt x="5511" y="625"/>
                    <a:pt x="5544" y="503"/>
                  </a:cubicBezTo>
                  <a:lnTo>
                    <a:pt x="5544" y="511"/>
                  </a:lnTo>
                  <a:cubicBezTo>
                    <a:pt x="5575" y="484"/>
                    <a:pt x="5592" y="468"/>
                    <a:pt x="5600" y="468"/>
                  </a:cubicBezTo>
                  <a:close/>
                  <a:moveTo>
                    <a:pt x="6793" y="562"/>
                  </a:moveTo>
                  <a:cubicBezTo>
                    <a:pt x="6813" y="562"/>
                    <a:pt x="6824" y="617"/>
                    <a:pt x="6801" y="706"/>
                  </a:cubicBezTo>
                  <a:lnTo>
                    <a:pt x="6736" y="706"/>
                  </a:lnTo>
                  <a:cubicBezTo>
                    <a:pt x="6736" y="641"/>
                    <a:pt x="6736" y="584"/>
                    <a:pt x="6768" y="584"/>
                  </a:cubicBezTo>
                  <a:cubicBezTo>
                    <a:pt x="6777" y="569"/>
                    <a:pt x="6785" y="562"/>
                    <a:pt x="6793" y="562"/>
                  </a:cubicBezTo>
                  <a:close/>
                  <a:moveTo>
                    <a:pt x="679" y="625"/>
                  </a:moveTo>
                  <a:cubicBezTo>
                    <a:pt x="720" y="625"/>
                    <a:pt x="720" y="625"/>
                    <a:pt x="720" y="682"/>
                  </a:cubicBezTo>
                  <a:cubicBezTo>
                    <a:pt x="720" y="682"/>
                    <a:pt x="684" y="739"/>
                    <a:pt x="653" y="739"/>
                  </a:cubicBezTo>
                  <a:cubicBezTo>
                    <a:pt x="651" y="739"/>
                    <a:pt x="649" y="739"/>
                    <a:pt x="647" y="738"/>
                  </a:cubicBezTo>
                  <a:lnTo>
                    <a:pt x="614" y="682"/>
                  </a:lnTo>
                  <a:cubicBezTo>
                    <a:pt x="614" y="625"/>
                    <a:pt x="647" y="625"/>
                    <a:pt x="679" y="625"/>
                  </a:cubicBezTo>
                  <a:close/>
                  <a:moveTo>
                    <a:pt x="21386" y="657"/>
                  </a:moveTo>
                  <a:cubicBezTo>
                    <a:pt x="21427" y="657"/>
                    <a:pt x="21427" y="714"/>
                    <a:pt x="21427" y="714"/>
                  </a:cubicBezTo>
                  <a:cubicBezTo>
                    <a:pt x="21427" y="714"/>
                    <a:pt x="21427" y="779"/>
                    <a:pt x="21386" y="779"/>
                  </a:cubicBezTo>
                  <a:cubicBezTo>
                    <a:pt x="21370" y="738"/>
                    <a:pt x="21354" y="698"/>
                    <a:pt x="21354" y="657"/>
                  </a:cubicBezTo>
                  <a:close/>
                  <a:moveTo>
                    <a:pt x="8859" y="630"/>
                  </a:moveTo>
                  <a:cubicBezTo>
                    <a:pt x="8871" y="630"/>
                    <a:pt x="8890" y="660"/>
                    <a:pt x="8909" y="730"/>
                  </a:cubicBezTo>
                  <a:cubicBezTo>
                    <a:pt x="8909" y="787"/>
                    <a:pt x="8909" y="787"/>
                    <a:pt x="8876" y="787"/>
                  </a:cubicBezTo>
                  <a:cubicBezTo>
                    <a:pt x="8852" y="755"/>
                    <a:pt x="8844" y="714"/>
                    <a:pt x="8844" y="674"/>
                  </a:cubicBezTo>
                  <a:cubicBezTo>
                    <a:pt x="8844" y="646"/>
                    <a:pt x="8849" y="630"/>
                    <a:pt x="8859" y="630"/>
                  </a:cubicBezTo>
                  <a:close/>
                  <a:moveTo>
                    <a:pt x="9152" y="674"/>
                  </a:moveTo>
                  <a:cubicBezTo>
                    <a:pt x="9152" y="730"/>
                    <a:pt x="9152" y="795"/>
                    <a:pt x="9111" y="795"/>
                  </a:cubicBezTo>
                  <a:lnTo>
                    <a:pt x="9079" y="730"/>
                  </a:lnTo>
                  <a:lnTo>
                    <a:pt x="9111" y="674"/>
                  </a:lnTo>
                  <a:close/>
                  <a:moveTo>
                    <a:pt x="22773" y="650"/>
                  </a:moveTo>
                  <a:cubicBezTo>
                    <a:pt x="22778" y="650"/>
                    <a:pt x="22781" y="657"/>
                    <a:pt x="22781" y="674"/>
                  </a:cubicBezTo>
                  <a:cubicBezTo>
                    <a:pt x="22781" y="714"/>
                    <a:pt x="22773" y="755"/>
                    <a:pt x="22748" y="795"/>
                  </a:cubicBezTo>
                  <a:cubicBezTo>
                    <a:pt x="22748" y="795"/>
                    <a:pt x="22734" y="820"/>
                    <a:pt x="22724" y="820"/>
                  </a:cubicBezTo>
                  <a:cubicBezTo>
                    <a:pt x="22720" y="820"/>
                    <a:pt x="22716" y="814"/>
                    <a:pt x="22716" y="795"/>
                  </a:cubicBezTo>
                  <a:lnTo>
                    <a:pt x="22716" y="730"/>
                  </a:lnTo>
                  <a:cubicBezTo>
                    <a:pt x="22739" y="690"/>
                    <a:pt x="22762" y="650"/>
                    <a:pt x="22773" y="650"/>
                  </a:cubicBezTo>
                  <a:close/>
                  <a:moveTo>
                    <a:pt x="20482" y="720"/>
                  </a:moveTo>
                  <a:cubicBezTo>
                    <a:pt x="20495" y="720"/>
                    <a:pt x="20503" y="734"/>
                    <a:pt x="20503" y="763"/>
                  </a:cubicBezTo>
                  <a:cubicBezTo>
                    <a:pt x="20503" y="811"/>
                    <a:pt x="20503" y="823"/>
                    <a:pt x="20490" y="823"/>
                  </a:cubicBezTo>
                  <a:cubicBezTo>
                    <a:pt x="20485" y="823"/>
                    <a:pt x="20479" y="822"/>
                    <a:pt x="20470" y="820"/>
                  </a:cubicBezTo>
                  <a:cubicBezTo>
                    <a:pt x="20405" y="820"/>
                    <a:pt x="20405" y="820"/>
                    <a:pt x="20438" y="763"/>
                  </a:cubicBezTo>
                  <a:cubicBezTo>
                    <a:pt x="20454" y="734"/>
                    <a:pt x="20470" y="720"/>
                    <a:pt x="20482" y="720"/>
                  </a:cubicBezTo>
                  <a:close/>
                  <a:moveTo>
                    <a:pt x="20705" y="763"/>
                  </a:moveTo>
                  <a:cubicBezTo>
                    <a:pt x="20746" y="763"/>
                    <a:pt x="20746" y="763"/>
                    <a:pt x="20746" y="828"/>
                  </a:cubicBezTo>
                  <a:lnTo>
                    <a:pt x="20705" y="828"/>
                  </a:lnTo>
                  <a:lnTo>
                    <a:pt x="20673" y="763"/>
                  </a:lnTo>
                  <a:close/>
                  <a:moveTo>
                    <a:pt x="21046" y="771"/>
                  </a:moveTo>
                  <a:cubicBezTo>
                    <a:pt x="21086" y="771"/>
                    <a:pt x="21086" y="771"/>
                    <a:pt x="21086" y="828"/>
                  </a:cubicBezTo>
                  <a:lnTo>
                    <a:pt x="21046" y="828"/>
                  </a:lnTo>
                  <a:lnTo>
                    <a:pt x="21013" y="771"/>
                  </a:lnTo>
                  <a:close/>
                  <a:moveTo>
                    <a:pt x="16968" y="714"/>
                  </a:moveTo>
                  <a:cubicBezTo>
                    <a:pt x="16968" y="779"/>
                    <a:pt x="16968" y="836"/>
                    <a:pt x="16935" y="836"/>
                  </a:cubicBezTo>
                  <a:lnTo>
                    <a:pt x="16903" y="836"/>
                  </a:lnTo>
                  <a:cubicBezTo>
                    <a:pt x="16903" y="795"/>
                    <a:pt x="16911" y="755"/>
                    <a:pt x="16935" y="714"/>
                  </a:cubicBezTo>
                  <a:close/>
                  <a:moveTo>
                    <a:pt x="13198" y="730"/>
                  </a:moveTo>
                  <a:cubicBezTo>
                    <a:pt x="13198" y="787"/>
                    <a:pt x="13198" y="844"/>
                    <a:pt x="13157" y="844"/>
                  </a:cubicBezTo>
                  <a:lnTo>
                    <a:pt x="13125" y="787"/>
                  </a:lnTo>
                  <a:lnTo>
                    <a:pt x="13157" y="730"/>
                  </a:lnTo>
                  <a:close/>
                  <a:moveTo>
                    <a:pt x="1060" y="625"/>
                  </a:moveTo>
                  <a:cubicBezTo>
                    <a:pt x="1093" y="625"/>
                    <a:pt x="1125" y="625"/>
                    <a:pt x="1125" y="690"/>
                  </a:cubicBezTo>
                  <a:lnTo>
                    <a:pt x="1093" y="690"/>
                  </a:lnTo>
                  <a:cubicBezTo>
                    <a:pt x="1093" y="671"/>
                    <a:pt x="1089" y="663"/>
                    <a:pt x="1085" y="663"/>
                  </a:cubicBezTo>
                  <a:cubicBezTo>
                    <a:pt x="1076" y="663"/>
                    <a:pt x="1064" y="707"/>
                    <a:pt x="1093" y="747"/>
                  </a:cubicBezTo>
                  <a:lnTo>
                    <a:pt x="1093" y="868"/>
                  </a:lnTo>
                  <a:cubicBezTo>
                    <a:pt x="1052" y="868"/>
                    <a:pt x="1020" y="803"/>
                    <a:pt x="1020" y="747"/>
                  </a:cubicBezTo>
                  <a:cubicBezTo>
                    <a:pt x="987" y="625"/>
                    <a:pt x="987" y="625"/>
                    <a:pt x="1060" y="625"/>
                  </a:cubicBezTo>
                  <a:close/>
                  <a:moveTo>
                    <a:pt x="5852" y="747"/>
                  </a:moveTo>
                  <a:cubicBezTo>
                    <a:pt x="5852" y="811"/>
                    <a:pt x="5852" y="868"/>
                    <a:pt x="5811" y="868"/>
                  </a:cubicBezTo>
                  <a:lnTo>
                    <a:pt x="5779" y="868"/>
                  </a:lnTo>
                  <a:cubicBezTo>
                    <a:pt x="5787" y="828"/>
                    <a:pt x="5795" y="787"/>
                    <a:pt x="5819" y="747"/>
                  </a:cubicBezTo>
                  <a:close/>
                  <a:moveTo>
                    <a:pt x="8300" y="779"/>
                  </a:moveTo>
                  <a:cubicBezTo>
                    <a:pt x="8333" y="779"/>
                    <a:pt x="8333" y="844"/>
                    <a:pt x="8333" y="844"/>
                  </a:cubicBezTo>
                  <a:cubicBezTo>
                    <a:pt x="8333" y="863"/>
                    <a:pt x="8329" y="869"/>
                    <a:pt x="8323" y="869"/>
                  </a:cubicBezTo>
                  <a:cubicBezTo>
                    <a:pt x="8310" y="869"/>
                    <a:pt x="8287" y="844"/>
                    <a:pt x="8260" y="844"/>
                  </a:cubicBezTo>
                  <a:cubicBezTo>
                    <a:pt x="8227" y="779"/>
                    <a:pt x="8227" y="779"/>
                    <a:pt x="8300" y="779"/>
                  </a:cubicBezTo>
                  <a:close/>
                  <a:moveTo>
                    <a:pt x="15541" y="755"/>
                  </a:moveTo>
                  <a:cubicBezTo>
                    <a:pt x="15606" y="763"/>
                    <a:pt x="15606" y="763"/>
                    <a:pt x="15606" y="820"/>
                  </a:cubicBezTo>
                  <a:cubicBezTo>
                    <a:pt x="15606" y="876"/>
                    <a:pt x="15541" y="876"/>
                    <a:pt x="15508" y="876"/>
                  </a:cubicBezTo>
                  <a:cubicBezTo>
                    <a:pt x="15476" y="820"/>
                    <a:pt x="15508" y="755"/>
                    <a:pt x="15541" y="755"/>
                  </a:cubicBezTo>
                  <a:close/>
                  <a:moveTo>
                    <a:pt x="20970" y="859"/>
                  </a:moveTo>
                  <a:cubicBezTo>
                    <a:pt x="20967" y="859"/>
                    <a:pt x="20959" y="865"/>
                    <a:pt x="20949" y="884"/>
                  </a:cubicBezTo>
                  <a:cubicBezTo>
                    <a:pt x="20970" y="884"/>
                    <a:pt x="20977" y="859"/>
                    <a:pt x="20970" y="859"/>
                  </a:cubicBezTo>
                  <a:close/>
                  <a:moveTo>
                    <a:pt x="7652" y="771"/>
                  </a:moveTo>
                  <a:cubicBezTo>
                    <a:pt x="7684" y="771"/>
                    <a:pt x="7717" y="779"/>
                    <a:pt x="7717" y="836"/>
                  </a:cubicBezTo>
                  <a:cubicBezTo>
                    <a:pt x="7717" y="836"/>
                    <a:pt x="7717" y="892"/>
                    <a:pt x="7684" y="892"/>
                  </a:cubicBezTo>
                  <a:cubicBezTo>
                    <a:pt x="7652" y="892"/>
                    <a:pt x="7619" y="836"/>
                    <a:pt x="7619" y="836"/>
                  </a:cubicBezTo>
                  <a:cubicBezTo>
                    <a:pt x="7619" y="771"/>
                    <a:pt x="7652" y="771"/>
                    <a:pt x="7652" y="771"/>
                  </a:cubicBezTo>
                  <a:close/>
                  <a:moveTo>
                    <a:pt x="4824" y="653"/>
                  </a:moveTo>
                  <a:cubicBezTo>
                    <a:pt x="4830" y="653"/>
                    <a:pt x="4830" y="683"/>
                    <a:pt x="4830" y="738"/>
                  </a:cubicBezTo>
                  <a:cubicBezTo>
                    <a:pt x="4838" y="803"/>
                    <a:pt x="4814" y="868"/>
                    <a:pt x="4765" y="917"/>
                  </a:cubicBezTo>
                  <a:lnTo>
                    <a:pt x="4692" y="917"/>
                  </a:lnTo>
                  <a:lnTo>
                    <a:pt x="4765" y="795"/>
                  </a:lnTo>
                  <a:cubicBezTo>
                    <a:pt x="4801" y="698"/>
                    <a:pt x="4817" y="653"/>
                    <a:pt x="4824" y="653"/>
                  </a:cubicBezTo>
                  <a:close/>
                  <a:moveTo>
                    <a:pt x="11357" y="820"/>
                  </a:moveTo>
                  <a:cubicBezTo>
                    <a:pt x="11357" y="884"/>
                    <a:pt x="11357" y="941"/>
                    <a:pt x="11325" y="941"/>
                  </a:cubicBezTo>
                  <a:lnTo>
                    <a:pt x="11292" y="884"/>
                  </a:lnTo>
                  <a:lnTo>
                    <a:pt x="11325" y="820"/>
                  </a:lnTo>
                  <a:close/>
                  <a:moveTo>
                    <a:pt x="3030" y="836"/>
                  </a:moveTo>
                  <a:cubicBezTo>
                    <a:pt x="3063" y="836"/>
                    <a:pt x="3063" y="892"/>
                    <a:pt x="2990" y="949"/>
                  </a:cubicBezTo>
                  <a:lnTo>
                    <a:pt x="2925" y="949"/>
                  </a:lnTo>
                  <a:cubicBezTo>
                    <a:pt x="2933" y="892"/>
                    <a:pt x="2974" y="844"/>
                    <a:pt x="3030" y="836"/>
                  </a:cubicBezTo>
                  <a:close/>
                  <a:moveTo>
                    <a:pt x="12144" y="771"/>
                  </a:moveTo>
                  <a:cubicBezTo>
                    <a:pt x="12176" y="771"/>
                    <a:pt x="12176" y="771"/>
                    <a:pt x="12176" y="836"/>
                  </a:cubicBezTo>
                  <a:cubicBezTo>
                    <a:pt x="12168" y="876"/>
                    <a:pt x="12160" y="917"/>
                    <a:pt x="12135" y="949"/>
                  </a:cubicBezTo>
                  <a:cubicBezTo>
                    <a:pt x="12103" y="949"/>
                    <a:pt x="12144" y="836"/>
                    <a:pt x="12144" y="771"/>
                  </a:cubicBezTo>
                  <a:close/>
                  <a:moveTo>
                    <a:pt x="6525" y="941"/>
                  </a:moveTo>
                  <a:lnTo>
                    <a:pt x="6525" y="998"/>
                  </a:lnTo>
                  <a:cubicBezTo>
                    <a:pt x="6503" y="998"/>
                    <a:pt x="6482" y="1023"/>
                    <a:pt x="6470" y="1023"/>
                  </a:cubicBezTo>
                  <a:cubicBezTo>
                    <a:pt x="6464" y="1023"/>
                    <a:pt x="6460" y="1017"/>
                    <a:pt x="6460" y="998"/>
                  </a:cubicBezTo>
                  <a:cubicBezTo>
                    <a:pt x="6428" y="998"/>
                    <a:pt x="6492" y="941"/>
                    <a:pt x="6525" y="941"/>
                  </a:cubicBezTo>
                  <a:close/>
                  <a:moveTo>
                    <a:pt x="3179" y="930"/>
                  </a:moveTo>
                  <a:cubicBezTo>
                    <a:pt x="3144" y="930"/>
                    <a:pt x="3128" y="974"/>
                    <a:pt x="3128" y="1014"/>
                  </a:cubicBezTo>
                  <a:cubicBezTo>
                    <a:pt x="3128" y="1071"/>
                    <a:pt x="3160" y="1071"/>
                    <a:pt x="3233" y="1071"/>
                  </a:cubicBezTo>
                  <a:cubicBezTo>
                    <a:pt x="3266" y="1071"/>
                    <a:pt x="3298" y="1014"/>
                    <a:pt x="3298" y="1014"/>
                  </a:cubicBezTo>
                  <a:cubicBezTo>
                    <a:pt x="3298" y="957"/>
                    <a:pt x="3266" y="957"/>
                    <a:pt x="3233" y="957"/>
                  </a:cubicBezTo>
                  <a:cubicBezTo>
                    <a:pt x="3211" y="938"/>
                    <a:pt x="3193" y="930"/>
                    <a:pt x="3179" y="930"/>
                  </a:cubicBezTo>
                  <a:close/>
                  <a:moveTo>
                    <a:pt x="20609" y="1031"/>
                  </a:moveTo>
                  <a:cubicBezTo>
                    <a:pt x="20608" y="1041"/>
                    <a:pt x="20608" y="1051"/>
                    <a:pt x="20608" y="1063"/>
                  </a:cubicBezTo>
                  <a:cubicBezTo>
                    <a:pt x="20610" y="1066"/>
                    <a:pt x="20612" y="1070"/>
                    <a:pt x="20614" y="1073"/>
                  </a:cubicBezTo>
                  <a:lnTo>
                    <a:pt x="20614" y="1073"/>
                  </a:lnTo>
                  <a:cubicBezTo>
                    <a:pt x="20612" y="1063"/>
                    <a:pt x="20610" y="1049"/>
                    <a:pt x="20609" y="1031"/>
                  </a:cubicBezTo>
                  <a:close/>
                  <a:moveTo>
                    <a:pt x="20614" y="1073"/>
                  </a:moveTo>
                  <a:cubicBezTo>
                    <a:pt x="20617" y="1091"/>
                    <a:pt x="20621" y="1099"/>
                    <a:pt x="20622" y="1099"/>
                  </a:cubicBezTo>
                  <a:cubicBezTo>
                    <a:pt x="20623" y="1099"/>
                    <a:pt x="20622" y="1090"/>
                    <a:pt x="20614" y="1073"/>
                  </a:cubicBezTo>
                  <a:close/>
                  <a:moveTo>
                    <a:pt x="8635" y="144"/>
                  </a:moveTo>
                  <a:cubicBezTo>
                    <a:pt x="8621" y="144"/>
                    <a:pt x="8618" y="174"/>
                    <a:pt x="8641" y="244"/>
                  </a:cubicBezTo>
                  <a:cubicBezTo>
                    <a:pt x="8641" y="365"/>
                    <a:pt x="8641" y="365"/>
                    <a:pt x="8568" y="365"/>
                  </a:cubicBezTo>
                  <a:cubicBezTo>
                    <a:pt x="8536" y="365"/>
                    <a:pt x="8503" y="365"/>
                    <a:pt x="8503" y="301"/>
                  </a:cubicBezTo>
                  <a:cubicBezTo>
                    <a:pt x="8503" y="244"/>
                    <a:pt x="8503" y="244"/>
                    <a:pt x="8430" y="244"/>
                  </a:cubicBezTo>
                  <a:cubicBezTo>
                    <a:pt x="8333" y="244"/>
                    <a:pt x="8227" y="422"/>
                    <a:pt x="8195" y="536"/>
                  </a:cubicBezTo>
                  <a:cubicBezTo>
                    <a:pt x="8195" y="597"/>
                    <a:pt x="8195" y="627"/>
                    <a:pt x="8191" y="627"/>
                  </a:cubicBezTo>
                  <a:cubicBezTo>
                    <a:pt x="8187" y="627"/>
                    <a:pt x="8179" y="597"/>
                    <a:pt x="8163" y="536"/>
                  </a:cubicBezTo>
                  <a:cubicBezTo>
                    <a:pt x="8163" y="479"/>
                    <a:pt x="8130" y="479"/>
                    <a:pt x="8090" y="479"/>
                  </a:cubicBezTo>
                  <a:cubicBezTo>
                    <a:pt x="8090" y="498"/>
                    <a:pt x="8086" y="504"/>
                    <a:pt x="8082" y="504"/>
                  </a:cubicBezTo>
                  <a:cubicBezTo>
                    <a:pt x="8075" y="504"/>
                    <a:pt x="8068" y="479"/>
                    <a:pt x="8090" y="479"/>
                  </a:cubicBezTo>
                  <a:cubicBezTo>
                    <a:pt x="8090" y="431"/>
                    <a:pt x="8112" y="419"/>
                    <a:pt x="8136" y="419"/>
                  </a:cubicBezTo>
                  <a:cubicBezTo>
                    <a:pt x="8145" y="419"/>
                    <a:pt x="8154" y="420"/>
                    <a:pt x="8163" y="422"/>
                  </a:cubicBezTo>
                  <a:lnTo>
                    <a:pt x="8163" y="357"/>
                  </a:lnTo>
                  <a:cubicBezTo>
                    <a:pt x="8146" y="297"/>
                    <a:pt x="8128" y="266"/>
                    <a:pt x="8110" y="266"/>
                  </a:cubicBezTo>
                  <a:cubicBezTo>
                    <a:pt x="8092" y="266"/>
                    <a:pt x="8073" y="297"/>
                    <a:pt x="8057" y="357"/>
                  </a:cubicBezTo>
                  <a:cubicBezTo>
                    <a:pt x="8041" y="386"/>
                    <a:pt x="8033" y="400"/>
                    <a:pt x="8025" y="400"/>
                  </a:cubicBezTo>
                  <a:cubicBezTo>
                    <a:pt x="8017" y="400"/>
                    <a:pt x="8009" y="386"/>
                    <a:pt x="7992" y="357"/>
                  </a:cubicBezTo>
                  <a:cubicBezTo>
                    <a:pt x="7969" y="311"/>
                    <a:pt x="7946" y="269"/>
                    <a:pt x="7932" y="269"/>
                  </a:cubicBezTo>
                  <a:cubicBezTo>
                    <a:pt x="7926" y="269"/>
                    <a:pt x="7922" y="276"/>
                    <a:pt x="7919" y="293"/>
                  </a:cubicBezTo>
                  <a:cubicBezTo>
                    <a:pt x="7879" y="293"/>
                    <a:pt x="7846" y="268"/>
                    <a:pt x="7822" y="236"/>
                  </a:cubicBezTo>
                  <a:cubicBezTo>
                    <a:pt x="7757" y="236"/>
                    <a:pt x="7717" y="236"/>
                    <a:pt x="7717" y="293"/>
                  </a:cubicBezTo>
                  <a:cubicBezTo>
                    <a:pt x="7717" y="349"/>
                    <a:pt x="7684" y="349"/>
                    <a:pt x="7652" y="349"/>
                  </a:cubicBezTo>
                  <a:cubicBezTo>
                    <a:pt x="7619" y="349"/>
                    <a:pt x="7587" y="349"/>
                    <a:pt x="7587" y="414"/>
                  </a:cubicBezTo>
                  <a:cubicBezTo>
                    <a:pt x="7587" y="471"/>
                    <a:pt x="7546" y="528"/>
                    <a:pt x="7482" y="528"/>
                  </a:cubicBezTo>
                  <a:cubicBezTo>
                    <a:pt x="7451" y="551"/>
                    <a:pt x="7434" y="565"/>
                    <a:pt x="7421" y="565"/>
                  </a:cubicBezTo>
                  <a:cubicBezTo>
                    <a:pt x="7403" y="565"/>
                    <a:pt x="7395" y="537"/>
                    <a:pt x="7376" y="471"/>
                  </a:cubicBezTo>
                  <a:cubicBezTo>
                    <a:pt x="7376" y="406"/>
                    <a:pt x="7344" y="406"/>
                    <a:pt x="7311" y="406"/>
                  </a:cubicBezTo>
                  <a:cubicBezTo>
                    <a:pt x="7311" y="406"/>
                    <a:pt x="7279" y="406"/>
                    <a:pt x="7246" y="349"/>
                  </a:cubicBezTo>
                  <a:cubicBezTo>
                    <a:pt x="7237" y="330"/>
                    <a:pt x="7229" y="322"/>
                    <a:pt x="7224" y="322"/>
                  </a:cubicBezTo>
                  <a:cubicBezTo>
                    <a:pt x="7210" y="322"/>
                    <a:pt x="7206" y="366"/>
                    <a:pt x="7206" y="406"/>
                  </a:cubicBezTo>
                  <a:lnTo>
                    <a:pt x="7206" y="528"/>
                  </a:lnTo>
                  <a:cubicBezTo>
                    <a:pt x="7173" y="528"/>
                    <a:pt x="7141" y="406"/>
                    <a:pt x="7141" y="349"/>
                  </a:cubicBezTo>
                  <a:cubicBezTo>
                    <a:pt x="7125" y="288"/>
                    <a:pt x="7117" y="258"/>
                    <a:pt x="7113" y="258"/>
                  </a:cubicBezTo>
                  <a:cubicBezTo>
                    <a:pt x="7109" y="258"/>
                    <a:pt x="7109" y="288"/>
                    <a:pt x="7109" y="349"/>
                  </a:cubicBezTo>
                  <a:cubicBezTo>
                    <a:pt x="7109" y="389"/>
                    <a:pt x="7092" y="430"/>
                    <a:pt x="7057" y="430"/>
                  </a:cubicBezTo>
                  <a:cubicBezTo>
                    <a:pt x="7042" y="430"/>
                    <a:pt x="7025" y="423"/>
                    <a:pt x="7003" y="406"/>
                  </a:cubicBezTo>
                  <a:cubicBezTo>
                    <a:pt x="6938" y="406"/>
                    <a:pt x="6873" y="406"/>
                    <a:pt x="6873" y="341"/>
                  </a:cubicBezTo>
                  <a:cubicBezTo>
                    <a:pt x="6860" y="322"/>
                    <a:pt x="6847" y="316"/>
                    <a:pt x="6837" y="316"/>
                  </a:cubicBezTo>
                  <a:cubicBezTo>
                    <a:pt x="6815" y="316"/>
                    <a:pt x="6801" y="341"/>
                    <a:pt x="6801" y="341"/>
                  </a:cubicBezTo>
                  <a:cubicBezTo>
                    <a:pt x="6784" y="370"/>
                    <a:pt x="6768" y="384"/>
                    <a:pt x="6743" y="384"/>
                  </a:cubicBezTo>
                  <a:cubicBezTo>
                    <a:pt x="6717" y="384"/>
                    <a:pt x="6683" y="370"/>
                    <a:pt x="6630" y="341"/>
                  </a:cubicBezTo>
                  <a:cubicBezTo>
                    <a:pt x="6544" y="279"/>
                    <a:pt x="6501" y="249"/>
                    <a:pt x="6480" y="249"/>
                  </a:cubicBezTo>
                  <a:cubicBezTo>
                    <a:pt x="6460" y="249"/>
                    <a:pt x="6460" y="277"/>
                    <a:pt x="6460" y="333"/>
                  </a:cubicBezTo>
                  <a:cubicBezTo>
                    <a:pt x="6460" y="370"/>
                    <a:pt x="6460" y="405"/>
                    <a:pt x="6454" y="405"/>
                  </a:cubicBezTo>
                  <a:cubicBezTo>
                    <a:pt x="6449" y="405"/>
                    <a:pt x="6441" y="385"/>
                    <a:pt x="6428" y="333"/>
                  </a:cubicBezTo>
                  <a:cubicBezTo>
                    <a:pt x="6418" y="317"/>
                    <a:pt x="6409" y="310"/>
                    <a:pt x="6398" y="310"/>
                  </a:cubicBezTo>
                  <a:cubicBezTo>
                    <a:pt x="6373" y="310"/>
                    <a:pt x="6342" y="352"/>
                    <a:pt x="6290" y="398"/>
                  </a:cubicBezTo>
                  <a:cubicBezTo>
                    <a:pt x="6265" y="471"/>
                    <a:pt x="6249" y="552"/>
                    <a:pt x="6257" y="633"/>
                  </a:cubicBezTo>
                  <a:cubicBezTo>
                    <a:pt x="6257" y="703"/>
                    <a:pt x="6257" y="733"/>
                    <a:pt x="6243" y="733"/>
                  </a:cubicBezTo>
                  <a:cubicBezTo>
                    <a:pt x="6233" y="733"/>
                    <a:pt x="6215" y="717"/>
                    <a:pt x="6184" y="690"/>
                  </a:cubicBezTo>
                  <a:cubicBezTo>
                    <a:pt x="6152" y="690"/>
                    <a:pt x="6119" y="633"/>
                    <a:pt x="6119" y="568"/>
                  </a:cubicBezTo>
                  <a:cubicBezTo>
                    <a:pt x="6119" y="511"/>
                    <a:pt x="6152" y="511"/>
                    <a:pt x="6152" y="511"/>
                  </a:cubicBezTo>
                  <a:lnTo>
                    <a:pt x="6192" y="511"/>
                  </a:lnTo>
                  <a:cubicBezTo>
                    <a:pt x="6192" y="455"/>
                    <a:pt x="6192" y="390"/>
                    <a:pt x="6119" y="390"/>
                  </a:cubicBezTo>
                  <a:cubicBezTo>
                    <a:pt x="6103" y="361"/>
                    <a:pt x="6087" y="347"/>
                    <a:pt x="6075" y="347"/>
                  </a:cubicBezTo>
                  <a:cubicBezTo>
                    <a:pt x="6063" y="347"/>
                    <a:pt x="6055" y="361"/>
                    <a:pt x="6055" y="390"/>
                  </a:cubicBezTo>
                  <a:cubicBezTo>
                    <a:pt x="6022" y="333"/>
                    <a:pt x="5949" y="333"/>
                    <a:pt x="5884" y="333"/>
                  </a:cubicBezTo>
                  <a:cubicBezTo>
                    <a:pt x="5811" y="325"/>
                    <a:pt x="5714" y="325"/>
                    <a:pt x="5682" y="268"/>
                  </a:cubicBezTo>
                  <a:cubicBezTo>
                    <a:pt x="5609" y="268"/>
                    <a:pt x="5576" y="268"/>
                    <a:pt x="5576" y="325"/>
                  </a:cubicBezTo>
                  <a:cubicBezTo>
                    <a:pt x="5576" y="395"/>
                    <a:pt x="5565" y="425"/>
                    <a:pt x="5556" y="425"/>
                  </a:cubicBezTo>
                  <a:cubicBezTo>
                    <a:pt x="5550" y="425"/>
                    <a:pt x="5544" y="409"/>
                    <a:pt x="5544" y="382"/>
                  </a:cubicBezTo>
                  <a:cubicBezTo>
                    <a:pt x="5523" y="310"/>
                    <a:pt x="5336" y="254"/>
                    <a:pt x="5194" y="254"/>
                  </a:cubicBezTo>
                  <a:cubicBezTo>
                    <a:pt x="5112" y="254"/>
                    <a:pt x="5045" y="272"/>
                    <a:pt x="5033" y="317"/>
                  </a:cubicBezTo>
                  <a:lnTo>
                    <a:pt x="4968" y="317"/>
                  </a:lnTo>
                  <a:cubicBezTo>
                    <a:pt x="4930" y="288"/>
                    <a:pt x="4858" y="271"/>
                    <a:pt x="4793" y="271"/>
                  </a:cubicBezTo>
                  <a:cubicBezTo>
                    <a:pt x="4731" y="271"/>
                    <a:pt x="4676" y="285"/>
                    <a:pt x="4660" y="317"/>
                  </a:cubicBezTo>
                  <a:lnTo>
                    <a:pt x="4563" y="317"/>
                  </a:lnTo>
                  <a:cubicBezTo>
                    <a:pt x="4526" y="284"/>
                    <a:pt x="4500" y="268"/>
                    <a:pt x="4479" y="268"/>
                  </a:cubicBezTo>
                  <a:cubicBezTo>
                    <a:pt x="4457" y="268"/>
                    <a:pt x="4441" y="284"/>
                    <a:pt x="4425" y="317"/>
                  </a:cubicBezTo>
                  <a:cubicBezTo>
                    <a:pt x="4404" y="347"/>
                    <a:pt x="4393" y="377"/>
                    <a:pt x="4390" y="390"/>
                  </a:cubicBezTo>
                  <a:lnTo>
                    <a:pt x="4390" y="390"/>
                  </a:lnTo>
                  <a:cubicBezTo>
                    <a:pt x="4391" y="386"/>
                    <a:pt x="4391" y="381"/>
                    <a:pt x="4393" y="374"/>
                  </a:cubicBezTo>
                  <a:cubicBezTo>
                    <a:pt x="4393" y="309"/>
                    <a:pt x="4320" y="309"/>
                    <a:pt x="4182" y="309"/>
                  </a:cubicBezTo>
                  <a:cubicBezTo>
                    <a:pt x="4052" y="309"/>
                    <a:pt x="4052" y="309"/>
                    <a:pt x="4084" y="365"/>
                  </a:cubicBezTo>
                  <a:cubicBezTo>
                    <a:pt x="4043" y="385"/>
                    <a:pt x="4015" y="393"/>
                    <a:pt x="3995" y="393"/>
                  </a:cubicBezTo>
                  <a:cubicBezTo>
                    <a:pt x="3947" y="393"/>
                    <a:pt x="3947" y="349"/>
                    <a:pt x="3947" y="309"/>
                  </a:cubicBezTo>
                  <a:cubicBezTo>
                    <a:pt x="3961" y="254"/>
                    <a:pt x="3956" y="224"/>
                    <a:pt x="3943" y="224"/>
                  </a:cubicBezTo>
                  <a:cubicBezTo>
                    <a:pt x="3927" y="224"/>
                    <a:pt x="3899" y="268"/>
                    <a:pt x="3882" y="365"/>
                  </a:cubicBezTo>
                  <a:cubicBezTo>
                    <a:pt x="3858" y="436"/>
                    <a:pt x="3827" y="465"/>
                    <a:pt x="3804" y="465"/>
                  </a:cubicBezTo>
                  <a:cubicBezTo>
                    <a:pt x="3788" y="465"/>
                    <a:pt x="3776" y="450"/>
                    <a:pt x="3776" y="422"/>
                  </a:cubicBezTo>
                  <a:cubicBezTo>
                    <a:pt x="3776" y="365"/>
                    <a:pt x="3809" y="365"/>
                    <a:pt x="3841" y="365"/>
                  </a:cubicBezTo>
                  <a:lnTo>
                    <a:pt x="3841" y="244"/>
                  </a:lnTo>
                  <a:cubicBezTo>
                    <a:pt x="3809" y="244"/>
                    <a:pt x="3809" y="244"/>
                    <a:pt x="3776" y="301"/>
                  </a:cubicBezTo>
                  <a:cubicBezTo>
                    <a:pt x="3776" y="301"/>
                    <a:pt x="3744" y="301"/>
                    <a:pt x="3711" y="365"/>
                  </a:cubicBezTo>
                  <a:cubicBezTo>
                    <a:pt x="3671" y="422"/>
                    <a:pt x="3671" y="487"/>
                    <a:pt x="3703" y="544"/>
                  </a:cubicBezTo>
                  <a:cubicBezTo>
                    <a:pt x="3744" y="601"/>
                    <a:pt x="3703" y="601"/>
                    <a:pt x="3671" y="601"/>
                  </a:cubicBezTo>
                  <a:cubicBezTo>
                    <a:pt x="3614" y="560"/>
                    <a:pt x="3598" y="479"/>
                    <a:pt x="3638" y="422"/>
                  </a:cubicBezTo>
                  <a:cubicBezTo>
                    <a:pt x="3671" y="422"/>
                    <a:pt x="3671" y="365"/>
                    <a:pt x="3671" y="301"/>
                  </a:cubicBezTo>
                  <a:cubicBezTo>
                    <a:pt x="3671" y="290"/>
                    <a:pt x="3665" y="286"/>
                    <a:pt x="3656" y="286"/>
                  </a:cubicBezTo>
                  <a:cubicBezTo>
                    <a:pt x="3613" y="286"/>
                    <a:pt x="3495" y="380"/>
                    <a:pt x="3468" y="479"/>
                  </a:cubicBezTo>
                  <a:lnTo>
                    <a:pt x="3468" y="422"/>
                  </a:lnTo>
                  <a:cubicBezTo>
                    <a:pt x="3468" y="357"/>
                    <a:pt x="3403" y="357"/>
                    <a:pt x="3330" y="357"/>
                  </a:cubicBezTo>
                  <a:cubicBezTo>
                    <a:pt x="3266" y="357"/>
                    <a:pt x="3233" y="357"/>
                    <a:pt x="3233" y="414"/>
                  </a:cubicBezTo>
                  <a:cubicBezTo>
                    <a:pt x="3233" y="479"/>
                    <a:pt x="3233" y="536"/>
                    <a:pt x="3201" y="536"/>
                  </a:cubicBezTo>
                  <a:cubicBezTo>
                    <a:pt x="3233" y="536"/>
                    <a:pt x="3233" y="593"/>
                    <a:pt x="3233" y="657"/>
                  </a:cubicBezTo>
                  <a:cubicBezTo>
                    <a:pt x="3193" y="617"/>
                    <a:pt x="3160" y="576"/>
                    <a:pt x="3128" y="536"/>
                  </a:cubicBezTo>
                  <a:cubicBezTo>
                    <a:pt x="3087" y="422"/>
                    <a:pt x="2974" y="349"/>
                    <a:pt x="2860" y="349"/>
                  </a:cubicBezTo>
                  <a:cubicBezTo>
                    <a:pt x="2787" y="349"/>
                    <a:pt x="2690" y="349"/>
                    <a:pt x="2657" y="293"/>
                  </a:cubicBezTo>
                  <a:cubicBezTo>
                    <a:pt x="2643" y="293"/>
                    <a:pt x="2630" y="292"/>
                    <a:pt x="2618" y="292"/>
                  </a:cubicBezTo>
                  <a:cubicBezTo>
                    <a:pt x="2573" y="292"/>
                    <a:pt x="2552" y="297"/>
                    <a:pt x="2552" y="349"/>
                  </a:cubicBezTo>
                  <a:lnTo>
                    <a:pt x="2487" y="349"/>
                  </a:lnTo>
                  <a:cubicBezTo>
                    <a:pt x="2467" y="317"/>
                    <a:pt x="2441" y="301"/>
                    <a:pt x="2419" y="301"/>
                  </a:cubicBezTo>
                  <a:cubicBezTo>
                    <a:pt x="2398" y="301"/>
                    <a:pt x="2382" y="317"/>
                    <a:pt x="2382" y="349"/>
                  </a:cubicBezTo>
                  <a:cubicBezTo>
                    <a:pt x="2372" y="367"/>
                    <a:pt x="2362" y="373"/>
                    <a:pt x="2352" y="373"/>
                  </a:cubicBezTo>
                  <a:cubicBezTo>
                    <a:pt x="2329" y="373"/>
                    <a:pt x="2305" y="341"/>
                    <a:pt x="2276" y="341"/>
                  </a:cubicBezTo>
                  <a:cubicBezTo>
                    <a:pt x="2248" y="291"/>
                    <a:pt x="2232" y="263"/>
                    <a:pt x="2226" y="263"/>
                  </a:cubicBezTo>
                  <a:cubicBezTo>
                    <a:pt x="2218" y="263"/>
                    <a:pt x="2226" y="307"/>
                    <a:pt x="2244" y="406"/>
                  </a:cubicBezTo>
                  <a:cubicBezTo>
                    <a:pt x="2252" y="463"/>
                    <a:pt x="2293" y="511"/>
                    <a:pt x="2349" y="528"/>
                  </a:cubicBezTo>
                  <a:lnTo>
                    <a:pt x="2447" y="528"/>
                  </a:lnTo>
                  <a:lnTo>
                    <a:pt x="2349" y="584"/>
                  </a:lnTo>
                  <a:cubicBezTo>
                    <a:pt x="2293" y="601"/>
                    <a:pt x="2252" y="649"/>
                    <a:pt x="2244" y="706"/>
                  </a:cubicBezTo>
                  <a:cubicBezTo>
                    <a:pt x="2244" y="706"/>
                    <a:pt x="2244" y="763"/>
                    <a:pt x="2212" y="763"/>
                  </a:cubicBezTo>
                  <a:cubicBezTo>
                    <a:pt x="2212" y="763"/>
                    <a:pt x="2212" y="706"/>
                    <a:pt x="2212" y="641"/>
                  </a:cubicBezTo>
                  <a:cubicBezTo>
                    <a:pt x="2236" y="584"/>
                    <a:pt x="2252" y="528"/>
                    <a:pt x="2244" y="463"/>
                  </a:cubicBezTo>
                  <a:cubicBezTo>
                    <a:pt x="2224" y="388"/>
                    <a:pt x="2177" y="338"/>
                    <a:pt x="2143" y="338"/>
                  </a:cubicBezTo>
                  <a:cubicBezTo>
                    <a:pt x="2122" y="338"/>
                    <a:pt x="2106" y="359"/>
                    <a:pt x="2106" y="406"/>
                  </a:cubicBezTo>
                  <a:cubicBezTo>
                    <a:pt x="2074" y="406"/>
                    <a:pt x="2074" y="406"/>
                    <a:pt x="2041" y="341"/>
                  </a:cubicBezTo>
                  <a:cubicBezTo>
                    <a:pt x="2041" y="318"/>
                    <a:pt x="2036" y="304"/>
                    <a:pt x="2027" y="304"/>
                  </a:cubicBezTo>
                  <a:cubicBezTo>
                    <a:pt x="2014" y="304"/>
                    <a:pt x="1995" y="331"/>
                    <a:pt x="1976" y="398"/>
                  </a:cubicBezTo>
                  <a:cubicBezTo>
                    <a:pt x="1956" y="459"/>
                    <a:pt x="1938" y="489"/>
                    <a:pt x="1921" y="489"/>
                  </a:cubicBezTo>
                  <a:cubicBezTo>
                    <a:pt x="1903" y="489"/>
                    <a:pt x="1887" y="459"/>
                    <a:pt x="1871" y="398"/>
                  </a:cubicBezTo>
                  <a:cubicBezTo>
                    <a:pt x="1832" y="326"/>
                    <a:pt x="1768" y="296"/>
                    <a:pt x="1722" y="296"/>
                  </a:cubicBezTo>
                  <a:cubicBezTo>
                    <a:pt x="1691" y="296"/>
                    <a:pt x="1668" y="310"/>
                    <a:pt x="1668" y="333"/>
                  </a:cubicBezTo>
                  <a:cubicBezTo>
                    <a:pt x="1668" y="405"/>
                    <a:pt x="1631" y="435"/>
                    <a:pt x="1594" y="435"/>
                  </a:cubicBezTo>
                  <a:cubicBezTo>
                    <a:pt x="1569" y="435"/>
                    <a:pt x="1544" y="421"/>
                    <a:pt x="1530" y="398"/>
                  </a:cubicBezTo>
                  <a:cubicBezTo>
                    <a:pt x="1514" y="364"/>
                    <a:pt x="1497" y="348"/>
                    <a:pt x="1480" y="348"/>
                  </a:cubicBezTo>
                  <a:cubicBezTo>
                    <a:pt x="1465" y="348"/>
                    <a:pt x="1449" y="362"/>
                    <a:pt x="1433" y="390"/>
                  </a:cubicBezTo>
                  <a:cubicBezTo>
                    <a:pt x="1433" y="350"/>
                    <a:pt x="1413" y="310"/>
                    <a:pt x="1390" y="310"/>
                  </a:cubicBezTo>
                  <a:cubicBezTo>
                    <a:pt x="1380" y="310"/>
                    <a:pt x="1370" y="316"/>
                    <a:pt x="1360" y="333"/>
                  </a:cubicBezTo>
                  <a:cubicBezTo>
                    <a:pt x="1360" y="333"/>
                    <a:pt x="1328" y="333"/>
                    <a:pt x="1360" y="390"/>
                  </a:cubicBezTo>
                  <a:lnTo>
                    <a:pt x="1295" y="511"/>
                  </a:lnTo>
                  <a:cubicBezTo>
                    <a:pt x="1328" y="511"/>
                    <a:pt x="1328" y="568"/>
                    <a:pt x="1328" y="633"/>
                  </a:cubicBezTo>
                  <a:cubicBezTo>
                    <a:pt x="1328" y="647"/>
                    <a:pt x="1319" y="654"/>
                    <a:pt x="1306" y="654"/>
                  </a:cubicBezTo>
                  <a:cubicBezTo>
                    <a:pt x="1264" y="654"/>
                    <a:pt x="1174" y="587"/>
                    <a:pt x="1125" y="447"/>
                  </a:cubicBezTo>
                  <a:lnTo>
                    <a:pt x="1052" y="325"/>
                  </a:lnTo>
                  <a:lnTo>
                    <a:pt x="1052" y="447"/>
                  </a:lnTo>
                  <a:cubicBezTo>
                    <a:pt x="1020" y="447"/>
                    <a:pt x="987" y="447"/>
                    <a:pt x="987" y="390"/>
                  </a:cubicBezTo>
                  <a:cubicBezTo>
                    <a:pt x="987" y="325"/>
                    <a:pt x="987" y="325"/>
                    <a:pt x="955" y="325"/>
                  </a:cubicBezTo>
                  <a:cubicBezTo>
                    <a:pt x="955" y="325"/>
                    <a:pt x="922" y="325"/>
                    <a:pt x="922" y="382"/>
                  </a:cubicBezTo>
                  <a:cubicBezTo>
                    <a:pt x="922" y="454"/>
                    <a:pt x="922" y="483"/>
                    <a:pt x="916" y="483"/>
                  </a:cubicBezTo>
                  <a:cubicBezTo>
                    <a:pt x="911" y="483"/>
                    <a:pt x="903" y="470"/>
                    <a:pt x="890" y="447"/>
                  </a:cubicBezTo>
                  <a:cubicBezTo>
                    <a:pt x="870" y="386"/>
                    <a:pt x="851" y="355"/>
                    <a:pt x="834" y="355"/>
                  </a:cubicBezTo>
                  <a:cubicBezTo>
                    <a:pt x="817" y="355"/>
                    <a:pt x="801" y="386"/>
                    <a:pt x="785" y="447"/>
                  </a:cubicBezTo>
                  <a:cubicBezTo>
                    <a:pt x="785" y="503"/>
                    <a:pt x="785" y="532"/>
                    <a:pt x="780" y="532"/>
                  </a:cubicBezTo>
                  <a:cubicBezTo>
                    <a:pt x="776" y="532"/>
                    <a:pt x="768" y="503"/>
                    <a:pt x="752" y="447"/>
                  </a:cubicBezTo>
                  <a:cubicBezTo>
                    <a:pt x="752" y="382"/>
                    <a:pt x="720" y="325"/>
                    <a:pt x="679" y="325"/>
                  </a:cubicBezTo>
                  <a:lnTo>
                    <a:pt x="679" y="382"/>
                  </a:lnTo>
                  <a:cubicBezTo>
                    <a:pt x="679" y="452"/>
                    <a:pt x="668" y="482"/>
                    <a:pt x="653" y="482"/>
                  </a:cubicBezTo>
                  <a:cubicBezTo>
                    <a:pt x="642" y="482"/>
                    <a:pt x="628" y="466"/>
                    <a:pt x="614" y="438"/>
                  </a:cubicBezTo>
                  <a:cubicBezTo>
                    <a:pt x="614" y="410"/>
                    <a:pt x="606" y="396"/>
                    <a:pt x="589" y="396"/>
                  </a:cubicBezTo>
                  <a:cubicBezTo>
                    <a:pt x="572" y="396"/>
                    <a:pt x="545" y="410"/>
                    <a:pt x="509" y="438"/>
                  </a:cubicBezTo>
                  <a:cubicBezTo>
                    <a:pt x="444" y="438"/>
                    <a:pt x="412" y="438"/>
                    <a:pt x="412" y="382"/>
                  </a:cubicBezTo>
                  <a:cubicBezTo>
                    <a:pt x="412" y="321"/>
                    <a:pt x="412" y="290"/>
                    <a:pt x="408" y="290"/>
                  </a:cubicBezTo>
                  <a:cubicBezTo>
                    <a:pt x="403" y="290"/>
                    <a:pt x="395" y="321"/>
                    <a:pt x="379" y="382"/>
                  </a:cubicBezTo>
                  <a:cubicBezTo>
                    <a:pt x="359" y="410"/>
                    <a:pt x="349" y="424"/>
                    <a:pt x="336" y="424"/>
                  </a:cubicBezTo>
                  <a:cubicBezTo>
                    <a:pt x="322" y="424"/>
                    <a:pt x="306" y="410"/>
                    <a:pt x="274" y="382"/>
                  </a:cubicBezTo>
                  <a:cubicBezTo>
                    <a:pt x="257" y="348"/>
                    <a:pt x="249" y="332"/>
                    <a:pt x="241" y="332"/>
                  </a:cubicBezTo>
                  <a:cubicBezTo>
                    <a:pt x="233" y="332"/>
                    <a:pt x="225" y="346"/>
                    <a:pt x="209" y="374"/>
                  </a:cubicBezTo>
                  <a:cubicBezTo>
                    <a:pt x="209" y="495"/>
                    <a:pt x="209" y="560"/>
                    <a:pt x="241" y="560"/>
                  </a:cubicBezTo>
                  <a:cubicBezTo>
                    <a:pt x="274" y="560"/>
                    <a:pt x="274" y="560"/>
                    <a:pt x="274" y="617"/>
                  </a:cubicBezTo>
                  <a:lnTo>
                    <a:pt x="209" y="617"/>
                  </a:lnTo>
                  <a:cubicBezTo>
                    <a:pt x="152" y="617"/>
                    <a:pt x="103" y="633"/>
                    <a:pt x="71" y="674"/>
                  </a:cubicBezTo>
                  <a:cubicBezTo>
                    <a:pt x="11" y="720"/>
                    <a:pt x="1" y="810"/>
                    <a:pt x="39" y="810"/>
                  </a:cubicBezTo>
                  <a:cubicBezTo>
                    <a:pt x="47" y="810"/>
                    <a:pt x="58" y="806"/>
                    <a:pt x="71" y="795"/>
                  </a:cubicBezTo>
                  <a:lnTo>
                    <a:pt x="103" y="852"/>
                  </a:lnTo>
                  <a:cubicBezTo>
                    <a:pt x="103" y="942"/>
                    <a:pt x="120" y="989"/>
                    <a:pt x="136" y="989"/>
                  </a:cubicBezTo>
                  <a:cubicBezTo>
                    <a:pt x="153" y="989"/>
                    <a:pt x="168" y="944"/>
                    <a:pt x="168" y="852"/>
                  </a:cubicBezTo>
                  <a:cubicBezTo>
                    <a:pt x="168" y="754"/>
                    <a:pt x="168" y="710"/>
                    <a:pt x="175" y="710"/>
                  </a:cubicBezTo>
                  <a:cubicBezTo>
                    <a:pt x="181" y="710"/>
                    <a:pt x="191" y="740"/>
                    <a:pt x="209" y="795"/>
                  </a:cubicBezTo>
                  <a:cubicBezTo>
                    <a:pt x="209" y="917"/>
                    <a:pt x="241" y="917"/>
                    <a:pt x="274" y="917"/>
                  </a:cubicBezTo>
                  <a:cubicBezTo>
                    <a:pt x="306" y="917"/>
                    <a:pt x="306" y="917"/>
                    <a:pt x="306" y="974"/>
                  </a:cubicBezTo>
                  <a:cubicBezTo>
                    <a:pt x="306" y="1038"/>
                    <a:pt x="339" y="1095"/>
                    <a:pt x="371" y="1095"/>
                  </a:cubicBezTo>
                  <a:cubicBezTo>
                    <a:pt x="412" y="1095"/>
                    <a:pt x="412" y="1095"/>
                    <a:pt x="412" y="1038"/>
                  </a:cubicBezTo>
                  <a:cubicBezTo>
                    <a:pt x="395" y="1015"/>
                    <a:pt x="397" y="1002"/>
                    <a:pt x="408" y="1002"/>
                  </a:cubicBezTo>
                  <a:cubicBezTo>
                    <a:pt x="424" y="1002"/>
                    <a:pt x="457" y="1031"/>
                    <a:pt x="476" y="1103"/>
                  </a:cubicBezTo>
                  <a:cubicBezTo>
                    <a:pt x="490" y="1126"/>
                    <a:pt x="497" y="1140"/>
                    <a:pt x="502" y="1140"/>
                  </a:cubicBezTo>
                  <a:cubicBezTo>
                    <a:pt x="509" y="1140"/>
                    <a:pt x="509" y="1111"/>
                    <a:pt x="509" y="1038"/>
                  </a:cubicBezTo>
                  <a:cubicBezTo>
                    <a:pt x="509" y="979"/>
                    <a:pt x="527" y="950"/>
                    <a:pt x="548" y="950"/>
                  </a:cubicBezTo>
                  <a:cubicBezTo>
                    <a:pt x="571" y="950"/>
                    <a:pt x="598" y="981"/>
                    <a:pt x="614" y="1038"/>
                  </a:cubicBezTo>
                  <a:lnTo>
                    <a:pt x="679" y="1038"/>
                  </a:lnTo>
                  <a:cubicBezTo>
                    <a:pt x="712" y="1038"/>
                    <a:pt x="712" y="982"/>
                    <a:pt x="712" y="925"/>
                  </a:cubicBezTo>
                  <a:cubicBezTo>
                    <a:pt x="712" y="853"/>
                    <a:pt x="712" y="823"/>
                    <a:pt x="720" y="823"/>
                  </a:cubicBezTo>
                  <a:cubicBezTo>
                    <a:pt x="726" y="823"/>
                    <a:pt x="736" y="837"/>
                    <a:pt x="752" y="860"/>
                  </a:cubicBezTo>
                  <a:cubicBezTo>
                    <a:pt x="768" y="901"/>
                    <a:pt x="785" y="941"/>
                    <a:pt x="785" y="982"/>
                  </a:cubicBezTo>
                  <a:cubicBezTo>
                    <a:pt x="785" y="1047"/>
                    <a:pt x="817" y="1047"/>
                    <a:pt x="849" y="1047"/>
                  </a:cubicBezTo>
                  <a:cubicBezTo>
                    <a:pt x="882" y="1047"/>
                    <a:pt x="955" y="1047"/>
                    <a:pt x="955" y="990"/>
                  </a:cubicBezTo>
                  <a:lnTo>
                    <a:pt x="955" y="1047"/>
                  </a:lnTo>
                  <a:cubicBezTo>
                    <a:pt x="976" y="1047"/>
                    <a:pt x="984" y="1072"/>
                    <a:pt x="986" y="1072"/>
                  </a:cubicBezTo>
                  <a:cubicBezTo>
                    <a:pt x="987" y="1072"/>
                    <a:pt x="987" y="1065"/>
                    <a:pt x="987" y="1047"/>
                  </a:cubicBezTo>
                  <a:cubicBezTo>
                    <a:pt x="987" y="1047"/>
                    <a:pt x="1020" y="1047"/>
                    <a:pt x="1085" y="1103"/>
                  </a:cubicBezTo>
                  <a:cubicBezTo>
                    <a:pt x="1099" y="1116"/>
                    <a:pt x="1114" y="1121"/>
                    <a:pt x="1128" y="1121"/>
                  </a:cubicBezTo>
                  <a:cubicBezTo>
                    <a:pt x="1188" y="1121"/>
                    <a:pt x="1236" y="1023"/>
                    <a:pt x="1158" y="925"/>
                  </a:cubicBezTo>
                  <a:lnTo>
                    <a:pt x="1190" y="925"/>
                  </a:lnTo>
                  <a:cubicBezTo>
                    <a:pt x="1222" y="925"/>
                    <a:pt x="1222" y="868"/>
                    <a:pt x="1222" y="868"/>
                  </a:cubicBezTo>
                  <a:cubicBezTo>
                    <a:pt x="1222" y="811"/>
                    <a:pt x="1263" y="811"/>
                    <a:pt x="1295" y="811"/>
                  </a:cubicBezTo>
                  <a:lnTo>
                    <a:pt x="1295" y="933"/>
                  </a:lnTo>
                  <a:cubicBezTo>
                    <a:pt x="1272" y="1036"/>
                    <a:pt x="1286" y="1099"/>
                    <a:pt x="1309" y="1099"/>
                  </a:cubicBezTo>
                  <a:cubicBezTo>
                    <a:pt x="1326" y="1099"/>
                    <a:pt x="1347" y="1065"/>
                    <a:pt x="1360" y="990"/>
                  </a:cubicBezTo>
                  <a:lnTo>
                    <a:pt x="1360" y="1047"/>
                  </a:lnTo>
                  <a:cubicBezTo>
                    <a:pt x="1360" y="1080"/>
                    <a:pt x="1369" y="1096"/>
                    <a:pt x="1387" y="1096"/>
                  </a:cubicBezTo>
                  <a:cubicBezTo>
                    <a:pt x="1405" y="1096"/>
                    <a:pt x="1430" y="1082"/>
                    <a:pt x="1466" y="1055"/>
                  </a:cubicBezTo>
                  <a:cubicBezTo>
                    <a:pt x="1498" y="1055"/>
                    <a:pt x="1530" y="933"/>
                    <a:pt x="1530" y="876"/>
                  </a:cubicBezTo>
                  <a:cubicBezTo>
                    <a:pt x="1530" y="811"/>
                    <a:pt x="1563" y="811"/>
                    <a:pt x="1563" y="811"/>
                  </a:cubicBezTo>
                  <a:cubicBezTo>
                    <a:pt x="1603" y="811"/>
                    <a:pt x="1603" y="811"/>
                    <a:pt x="1603" y="876"/>
                  </a:cubicBezTo>
                  <a:cubicBezTo>
                    <a:pt x="1603" y="934"/>
                    <a:pt x="1620" y="964"/>
                    <a:pt x="1641" y="964"/>
                  </a:cubicBezTo>
                  <a:cubicBezTo>
                    <a:pt x="1661" y="964"/>
                    <a:pt x="1685" y="936"/>
                    <a:pt x="1701" y="876"/>
                  </a:cubicBezTo>
                  <a:lnTo>
                    <a:pt x="1701" y="933"/>
                  </a:lnTo>
                  <a:cubicBezTo>
                    <a:pt x="1701" y="979"/>
                    <a:pt x="1717" y="1021"/>
                    <a:pt x="1788" y="1021"/>
                  </a:cubicBezTo>
                  <a:cubicBezTo>
                    <a:pt x="1817" y="1021"/>
                    <a:pt x="1854" y="1014"/>
                    <a:pt x="1903" y="998"/>
                  </a:cubicBezTo>
                  <a:cubicBezTo>
                    <a:pt x="2041" y="998"/>
                    <a:pt x="2147" y="998"/>
                    <a:pt x="2147" y="1063"/>
                  </a:cubicBezTo>
                  <a:cubicBezTo>
                    <a:pt x="2147" y="1073"/>
                    <a:pt x="2151" y="1078"/>
                    <a:pt x="2158" y="1078"/>
                  </a:cubicBezTo>
                  <a:cubicBezTo>
                    <a:pt x="2192" y="1078"/>
                    <a:pt x="2290" y="984"/>
                    <a:pt x="2349" y="884"/>
                  </a:cubicBezTo>
                  <a:cubicBezTo>
                    <a:pt x="2349" y="941"/>
                    <a:pt x="2382" y="941"/>
                    <a:pt x="2447" y="941"/>
                  </a:cubicBezTo>
                  <a:cubicBezTo>
                    <a:pt x="2552" y="949"/>
                    <a:pt x="2552" y="949"/>
                    <a:pt x="2552" y="1006"/>
                  </a:cubicBezTo>
                  <a:cubicBezTo>
                    <a:pt x="2536" y="1067"/>
                    <a:pt x="2528" y="1097"/>
                    <a:pt x="2532" y="1097"/>
                  </a:cubicBezTo>
                  <a:cubicBezTo>
                    <a:pt x="2536" y="1097"/>
                    <a:pt x="2552" y="1067"/>
                    <a:pt x="2584" y="1006"/>
                  </a:cubicBezTo>
                  <a:cubicBezTo>
                    <a:pt x="2597" y="960"/>
                    <a:pt x="2619" y="941"/>
                    <a:pt x="2642" y="941"/>
                  </a:cubicBezTo>
                  <a:cubicBezTo>
                    <a:pt x="2681" y="941"/>
                    <a:pt x="2722" y="995"/>
                    <a:pt x="2722" y="1071"/>
                  </a:cubicBezTo>
                  <a:cubicBezTo>
                    <a:pt x="2722" y="1128"/>
                    <a:pt x="2755" y="1128"/>
                    <a:pt x="2820" y="1128"/>
                  </a:cubicBezTo>
                  <a:cubicBezTo>
                    <a:pt x="2852" y="1071"/>
                    <a:pt x="2925" y="1071"/>
                    <a:pt x="2990" y="1071"/>
                  </a:cubicBezTo>
                  <a:cubicBezTo>
                    <a:pt x="3095" y="1071"/>
                    <a:pt x="3095" y="1071"/>
                    <a:pt x="3095" y="949"/>
                  </a:cubicBezTo>
                  <a:cubicBezTo>
                    <a:pt x="3095" y="836"/>
                    <a:pt x="3128" y="836"/>
                    <a:pt x="3201" y="836"/>
                  </a:cubicBezTo>
                  <a:cubicBezTo>
                    <a:pt x="3233" y="836"/>
                    <a:pt x="3266" y="836"/>
                    <a:pt x="3266" y="892"/>
                  </a:cubicBezTo>
                  <a:cubicBezTo>
                    <a:pt x="3266" y="892"/>
                    <a:pt x="3298" y="957"/>
                    <a:pt x="3330" y="957"/>
                  </a:cubicBezTo>
                  <a:cubicBezTo>
                    <a:pt x="3363" y="957"/>
                    <a:pt x="3403" y="957"/>
                    <a:pt x="3403" y="1014"/>
                  </a:cubicBezTo>
                  <a:cubicBezTo>
                    <a:pt x="3420" y="1055"/>
                    <a:pt x="3460" y="1071"/>
                    <a:pt x="3501" y="1079"/>
                  </a:cubicBezTo>
                  <a:cubicBezTo>
                    <a:pt x="3574" y="1079"/>
                    <a:pt x="3638" y="1079"/>
                    <a:pt x="3638" y="1136"/>
                  </a:cubicBezTo>
                  <a:cubicBezTo>
                    <a:pt x="3671" y="1136"/>
                    <a:pt x="3671" y="1136"/>
                    <a:pt x="3671" y="1079"/>
                  </a:cubicBezTo>
                  <a:cubicBezTo>
                    <a:pt x="3671" y="1039"/>
                    <a:pt x="3687" y="995"/>
                    <a:pt x="3744" y="995"/>
                  </a:cubicBezTo>
                  <a:cubicBezTo>
                    <a:pt x="3769" y="995"/>
                    <a:pt x="3800" y="1003"/>
                    <a:pt x="3841" y="1022"/>
                  </a:cubicBezTo>
                  <a:cubicBezTo>
                    <a:pt x="3906" y="1022"/>
                    <a:pt x="4011" y="1022"/>
                    <a:pt x="4011" y="965"/>
                  </a:cubicBezTo>
                  <a:cubicBezTo>
                    <a:pt x="4044" y="965"/>
                    <a:pt x="4044" y="965"/>
                    <a:pt x="4044" y="1022"/>
                  </a:cubicBezTo>
                  <a:cubicBezTo>
                    <a:pt x="4044" y="1084"/>
                    <a:pt x="4063" y="1114"/>
                    <a:pt x="4090" y="1114"/>
                  </a:cubicBezTo>
                  <a:cubicBezTo>
                    <a:pt x="4116" y="1114"/>
                    <a:pt x="4150" y="1086"/>
                    <a:pt x="4182" y="1030"/>
                  </a:cubicBezTo>
                  <a:cubicBezTo>
                    <a:pt x="4182" y="998"/>
                    <a:pt x="4190" y="982"/>
                    <a:pt x="4202" y="982"/>
                  </a:cubicBezTo>
                  <a:cubicBezTo>
                    <a:pt x="4214" y="982"/>
                    <a:pt x="4230" y="998"/>
                    <a:pt x="4247" y="1030"/>
                  </a:cubicBezTo>
                  <a:cubicBezTo>
                    <a:pt x="4247" y="1030"/>
                    <a:pt x="4287" y="1030"/>
                    <a:pt x="4320" y="965"/>
                  </a:cubicBezTo>
                  <a:cubicBezTo>
                    <a:pt x="4335" y="938"/>
                    <a:pt x="4343" y="924"/>
                    <a:pt x="4355" y="924"/>
                  </a:cubicBezTo>
                  <a:cubicBezTo>
                    <a:pt x="4367" y="924"/>
                    <a:pt x="4383" y="940"/>
                    <a:pt x="4417" y="974"/>
                  </a:cubicBezTo>
                  <a:cubicBezTo>
                    <a:pt x="4417" y="1030"/>
                    <a:pt x="4457" y="1030"/>
                    <a:pt x="4490" y="1030"/>
                  </a:cubicBezTo>
                  <a:cubicBezTo>
                    <a:pt x="4521" y="1003"/>
                    <a:pt x="4624" y="989"/>
                    <a:pt x="4727" y="989"/>
                  </a:cubicBezTo>
                  <a:cubicBezTo>
                    <a:pt x="4838" y="989"/>
                    <a:pt x="4947" y="1005"/>
                    <a:pt x="4968" y="1038"/>
                  </a:cubicBezTo>
                  <a:cubicBezTo>
                    <a:pt x="4992" y="991"/>
                    <a:pt x="4998" y="978"/>
                    <a:pt x="5013" y="978"/>
                  </a:cubicBezTo>
                  <a:cubicBezTo>
                    <a:pt x="5018" y="978"/>
                    <a:pt x="5025" y="980"/>
                    <a:pt x="5033" y="982"/>
                  </a:cubicBezTo>
                  <a:cubicBezTo>
                    <a:pt x="5045" y="1025"/>
                    <a:pt x="5057" y="1043"/>
                    <a:pt x="5068" y="1043"/>
                  </a:cubicBezTo>
                  <a:cubicBezTo>
                    <a:pt x="5085" y="1043"/>
                    <a:pt x="5098" y="993"/>
                    <a:pt x="5098" y="917"/>
                  </a:cubicBezTo>
                  <a:lnTo>
                    <a:pt x="5033" y="917"/>
                  </a:lnTo>
                  <a:cubicBezTo>
                    <a:pt x="5033" y="866"/>
                    <a:pt x="5054" y="838"/>
                    <a:pt x="5076" y="838"/>
                  </a:cubicBezTo>
                  <a:cubicBezTo>
                    <a:pt x="5104" y="838"/>
                    <a:pt x="5135" y="882"/>
                    <a:pt x="5130" y="982"/>
                  </a:cubicBezTo>
                  <a:cubicBezTo>
                    <a:pt x="5151" y="1042"/>
                    <a:pt x="5161" y="1073"/>
                    <a:pt x="5170" y="1073"/>
                  </a:cubicBezTo>
                  <a:cubicBezTo>
                    <a:pt x="5179" y="1073"/>
                    <a:pt x="5187" y="1042"/>
                    <a:pt x="5203" y="982"/>
                  </a:cubicBezTo>
                  <a:cubicBezTo>
                    <a:pt x="5219" y="921"/>
                    <a:pt x="5236" y="890"/>
                    <a:pt x="5252" y="890"/>
                  </a:cubicBezTo>
                  <a:cubicBezTo>
                    <a:pt x="5268" y="890"/>
                    <a:pt x="5284" y="921"/>
                    <a:pt x="5301" y="982"/>
                  </a:cubicBezTo>
                  <a:cubicBezTo>
                    <a:pt x="5301" y="1042"/>
                    <a:pt x="5301" y="1073"/>
                    <a:pt x="5306" y="1073"/>
                  </a:cubicBezTo>
                  <a:cubicBezTo>
                    <a:pt x="5311" y="1073"/>
                    <a:pt x="5321" y="1042"/>
                    <a:pt x="5341" y="982"/>
                  </a:cubicBezTo>
                  <a:cubicBezTo>
                    <a:pt x="5378" y="849"/>
                    <a:pt x="5427" y="771"/>
                    <a:pt x="5463" y="771"/>
                  </a:cubicBezTo>
                  <a:cubicBezTo>
                    <a:pt x="5491" y="771"/>
                    <a:pt x="5511" y="818"/>
                    <a:pt x="5511" y="925"/>
                  </a:cubicBezTo>
                  <a:cubicBezTo>
                    <a:pt x="5511" y="1047"/>
                    <a:pt x="5544" y="1103"/>
                    <a:pt x="5576" y="1103"/>
                  </a:cubicBezTo>
                  <a:cubicBezTo>
                    <a:pt x="5609" y="1103"/>
                    <a:pt x="5609" y="1047"/>
                    <a:pt x="5609" y="982"/>
                  </a:cubicBezTo>
                  <a:cubicBezTo>
                    <a:pt x="5593" y="926"/>
                    <a:pt x="5592" y="898"/>
                    <a:pt x="5605" y="898"/>
                  </a:cubicBezTo>
                  <a:cubicBezTo>
                    <a:pt x="5618" y="898"/>
                    <a:pt x="5645" y="928"/>
                    <a:pt x="5682" y="990"/>
                  </a:cubicBezTo>
                  <a:cubicBezTo>
                    <a:pt x="5735" y="1087"/>
                    <a:pt x="5778" y="1132"/>
                    <a:pt x="5824" y="1132"/>
                  </a:cubicBezTo>
                  <a:cubicBezTo>
                    <a:pt x="5862" y="1132"/>
                    <a:pt x="5902" y="1102"/>
                    <a:pt x="5949" y="1047"/>
                  </a:cubicBezTo>
                  <a:cubicBezTo>
                    <a:pt x="6017" y="991"/>
                    <a:pt x="6077" y="962"/>
                    <a:pt x="6108" y="962"/>
                  </a:cubicBezTo>
                  <a:cubicBezTo>
                    <a:pt x="6140" y="962"/>
                    <a:pt x="6141" y="993"/>
                    <a:pt x="6087" y="1055"/>
                  </a:cubicBezTo>
                  <a:cubicBezTo>
                    <a:pt x="6044" y="1121"/>
                    <a:pt x="6027" y="1149"/>
                    <a:pt x="6034" y="1149"/>
                  </a:cubicBezTo>
                  <a:cubicBezTo>
                    <a:pt x="6039" y="1149"/>
                    <a:pt x="6057" y="1135"/>
                    <a:pt x="6087" y="1111"/>
                  </a:cubicBezTo>
                  <a:lnTo>
                    <a:pt x="6257" y="1111"/>
                  </a:lnTo>
                  <a:cubicBezTo>
                    <a:pt x="6290" y="1111"/>
                    <a:pt x="6322" y="1055"/>
                    <a:pt x="6322" y="998"/>
                  </a:cubicBezTo>
                  <a:cubicBezTo>
                    <a:pt x="6342" y="1068"/>
                    <a:pt x="6378" y="1120"/>
                    <a:pt x="6418" y="1120"/>
                  </a:cubicBezTo>
                  <a:cubicBezTo>
                    <a:pt x="6442" y="1120"/>
                    <a:pt x="6468" y="1101"/>
                    <a:pt x="6492" y="1055"/>
                  </a:cubicBezTo>
                  <a:lnTo>
                    <a:pt x="6565" y="1055"/>
                  </a:lnTo>
                  <a:cubicBezTo>
                    <a:pt x="6598" y="1055"/>
                    <a:pt x="6598" y="1055"/>
                    <a:pt x="6630" y="998"/>
                  </a:cubicBezTo>
                  <a:cubicBezTo>
                    <a:pt x="6640" y="982"/>
                    <a:pt x="6649" y="975"/>
                    <a:pt x="6659" y="975"/>
                  </a:cubicBezTo>
                  <a:cubicBezTo>
                    <a:pt x="6682" y="975"/>
                    <a:pt x="6707" y="1017"/>
                    <a:pt x="6736" y="1063"/>
                  </a:cubicBezTo>
                  <a:cubicBezTo>
                    <a:pt x="6758" y="1103"/>
                    <a:pt x="6781" y="1147"/>
                    <a:pt x="6793" y="1147"/>
                  </a:cubicBezTo>
                  <a:cubicBezTo>
                    <a:pt x="6798" y="1147"/>
                    <a:pt x="6801" y="1139"/>
                    <a:pt x="6801" y="1120"/>
                  </a:cubicBezTo>
                  <a:cubicBezTo>
                    <a:pt x="6801" y="1063"/>
                    <a:pt x="6865" y="1006"/>
                    <a:pt x="6906" y="941"/>
                  </a:cubicBezTo>
                  <a:cubicBezTo>
                    <a:pt x="6915" y="925"/>
                    <a:pt x="6925" y="918"/>
                    <a:pt x="6932" y="918"/>
                  </a:cubicBezTo>
                  <a:cubicBezTo>
                    <a:pt x="6952" y="918"/>
                    <a:pt x="6961" y="960"/>
                    <a:pt x="6938" y="1006"/>
                  </a:cubicBezTo>
                  <a:cubicBezTo>
                    <a:pt x="6938" y="1063"/>
                    <a:pt x="6938" y="1063"/>
                    <a:pt x="7003" y="1120"/>
                  </a:cubicBezTo>
                  <a:cubicBezTo>
                    <a:pt x="7010" y="1120"/>
                    <a:pt x="7018" y="1120"/>
                    <a:pt x="7027" y="1120"/>
                  </a:cubicBezTo>
                  <a:cubicBezTo>
                    <a:pt x="7062" y="1120"/>
                    <a:pt x="7109" y="1115"/>
                    <a:pt x="7109" y="1063"/>
                  </a:cubicBezTo>
                  <a:cubicBezTo>
                    <a:pt x="7109" y="1035"/>
                    <a:pt x="7156" y="1021"/>
                    <a:pt x="7209" y="1021"/>
                  </a:cubicBezTo>
                  <a:cubicBezTo>
                    <a:pt x="7265" y="1021"/>
                    <a:pt x="7327" y="1037"/>
                    <a:pt x="7344" y="1071"/>
                  </a:cubicBezTo>
                  <a:lnTo>
                    <a:pt x="7409" y="1071"/>
                  </a:lnTo>
                  <a:cubicBezTo>
                    <a:pt x="7447" y="1071"/>
                    <a:pt x="7478" y="1013"/>
                    <a:pt x="7508" y="1013"/>
                  </a:cubicBezTo>
                  <a:cubicBezTo>
                    <a:pt x="7510" y="1013"/>
                    <a:pt x="7512" y="1014"/>
                    <a:pt x="7514" y="1014"/>
                  </a:cubicBezTo>
                  <a:cubicBezTo>
                    <a:pt x="7514" y="1014"/>
                    <a:pt x="7546" y="1014"/>
                    <a:pt x="7579" y="949"/>
                  </a:cubicBezTo>
                  <a:cubicBezTo>
                    <a:pt x="7619" y="949"/>
                    <a:pt x="7652" y="949"/>
                    <a:pt x="7652" y="1014"/>
                  </a:cubicBezTo>
                  <a:cubicBezTo>
                    <a:pt x="7668" y="953"/>
                    <a:pt x="7676" y="923"/>
                    <a:pt x="7684" y="923"/>
                  </a:cubicBezTo>
                  <a:cubicBezTo>
                    <a:pt x="7692" y="923"/>
                    <a:pt x="7700" y="953"/>
                    <a:pt x="7717" y="1014"/>
                  </a:cubicBezTo>
                  <a:cubicBezTo>
                    <a:pt x="7717" y="1075"/>
                    <a:pt x="7717" y="1105"/>
                    <a:pt x="7721" y="1105"/>
                  </a:cubicBezTo>
                  <a:cubicBezTo>
                    <a:pt x="7725" y="1105"/>
                    <a:pt x="7733" y="1075"/>
                    <a:pt x="7749" y="1014"/>
                  </a:cubicBezTo>
                  <a:cubicBezTo>
                    <a:pt x="7769" y="986"/>
                    <a:pt x="7780" y="972"/>
                    <a:pt x="7789" y="972"/>
                  </a:cubicBezTo>
                  <a:cubicBezTo>
                    <a:pt x="7798" y="972"/>
                    <a:pt x="7806" y="986"/>
                    <a:pt x="7822" y="1014"/>
                  </a:cubicBezTo>
                  <a:cubicBezTo>
                    <a:pt x="7822" y="1042"/>
                    <a:pt x="7830" y="1057"/>
                    <a:pt x="7838" y="1057"/>
                  </a:cubicBezTo>
                  <a:cubicBezTo>
                    <a:pt x="7846" y="1057"/>
                    <a:pt x="7855" y="1042"/>
                    <a:pt x="7855" y="1014"/>
                  </a:cubicBezTo>
                  <a:cubicBezTo>
                    <a:pt x="7874" y="940"/>
                    <a:pt x="7921" y="890"/>
                    <a:pt x="7955" y="890"/>
                  </a:cubicBezTo>
                  <a:cubicBezTo>
                    <a:pt x="7976" y="890"/>
                    <a:pt x="7992" y="910"/>
                    <a:pt x="7992" y="957"/>
                  </a:cubicBezTo>
                  <a:cubicBezTo>
                    <a:pt x="7992" y="957"/>
                    <a:pt x="8025" y="957"/>
                    <a:pt x="8057" y="901"/>
                  </a:cubicBezTo>
                  <a:cubicBezTo>
                    <a:pt x="8073" y="840"/>
                    <a:pt x="8082" y="809"/>
                    <a:pt x="8086" y="809"/>
                  </a:cubicBezTo>
                  <a:cubicBezTo>
                    <a:pt x="8090" y="809"/>
                    <a:pt x="8090" y="840"/>
                    <a:pt x="8090" y="901"/>
                  </a:cubicBezTo>
                  <a:cubicBezTo>
                    <a:pt x="8110" y="957"/>
                    <a:pt x="8128" y="986"/>
                    <a:pt x="8145" y="986"/>
                  </a:cubicBezTo>
                  <a:cubicBezTo>
                    <a:pt x="8163" y="986"/>
                    <a:pt x="8179" y="957"/>
                    <a:pt x="8195" y="901"/>
                  </a:cubicBezTo>
                  <a:cubicBezTo>
                    <a:pt x="8195" y="901"/>
                    <a:pt x="8209" y="872"/>
                    <a:pt x="8229" y="872"/>
                  </a:cubicBezTo>
                  <a:cubicBezTo>
                    <a:pt x="8238" y="872"/>
                    <a:pt x="8249" y="879"/>
                    <a:pt x="8260" y="901"/>
                  </a:cubicBezTo>
                  <a:cubicBezTo>
                    <a:pt x="8302" y="934"/>
                    <a:pt x="8389" y="970"/>
                    <a:pt x="8448" y="970"/>
                  </a:cubicBezTo>
                  <a:cubicBezTo>
                    <a:pt x="8489" y="970"/>
                    <a:pt x="8517" y="951"/>
                    <a:pt x="8503" y="901"/>
                  </a:cubicBezTo>
                  <a:lnTo>
                    <a:pt x="8568" y="901"/>
                  </a:lnTo>
                  <a:cubicBezTo>
                    <a:pt x="8602" y="934"/>
                    <a:pt x="8629" y="950"/>
                    <a:pt x="8651" y="950"/>
                  </a:cubicBezTo>
                  <a:cubicBezTo>
                    <a:pt x="8673" y="950"/>
                    <a:pt x="8690" y="936"/>
                    <a:pt x="8706" y="909"/>
                  </a:cubicBezTo>
                  <a:lnTo>
                    <a:pt x="8738" y="844"/>
                  </a:lnTo>
                  <a:cubicBezTo>
                    <a:pt x="8738" y="909"/>
                    <a:pt x="8771" y="965"/>
                    <a:pt x="8803" y="965"/>
                  </a:cubicBezTo>
                  <a:cubicBezTo>
                    <a:pt x="8844" y="965"/>
                    <a:pt x="8844" y="965"/>
                    <a:pt x="8844" y="909"/>
                  </a:cubicBezTo>
                  <a:cubicBezTo>
                    <a:pt x="8803" y="844"/>
                    <a:pt x="8844" y="844"/>
                    <a:pt x="8876" y="844"/>
                  </a:cubicBezTo>
                  <a:cubicBezTo>
                    <a:pt x="8909" y="852"/>
                    <a:pt x="8941" y="909"/>
                    <a:pt x="8941" y="965"/>
                  </a:cubicBezTo>
                  <a:lnTo>
                    <a:pt x="8973" y="965"/>
                  </a:lnTo>
                  <a:cubicBezTo>
                    <a:pt x="8973" y="899"/>
                    <a:pt x="8987" y="871"/>
                    <a:pt x="8999" y="871"/>
                  </a:cubicBezTo>
                  <a:cubicBezTo>
                    <a:pt x="9007" y="871"/>
                    <a:pt x="9014" y="885"/>
                    <a:pt x="9014" y="909"/>
                  </a:cubicBezTo>
                  <a:cubicBezTo>
                    <a:pt x="9030" y="949"/>
                    <a:pt x="9071" y="974"/>
                    <a:pt x="9111" y="974"/>
                  </a:cubicBezTo>
                  <a:cubicBezTo>
                    <a:pt x="9111" y="952"/>
                    <a:pt x="9115" y="945"/>
                    <a:pt x="9118" y="945"/>
                  </a:cubicBezTo>
                  <a:cubicBezTo>
                    <a:pt x="9126" y="945"/>
                    <a:pt x="9133" y="974"/>
                    <a:pt x="9111" y="974"/>
                  </a:cubicBezTo>
                  <a:lnTo>
                    <a:pt x="9111" y="1030"/>
                  </a:lnTo>
                  <a:cubicBezTo>
                    <a:pt x="9121" y="1047"/>
                    <a:pt x="9127" y="1054"/>
                    <a:pt x="9132" y="1054"/>
                  </a:cubicBezTo>
                  <a:cubicBezTo>
                    <a:pt x="9144" y="1054"/>
                    <a:pt x="9144" y="1014"/>
                    <a:pt x="9144" y="974"/>
                  </a:cubicBezTo>
                  <a:lnTo>
                    <a:pt x="9217" y="974"/>
                  </a:lnTo>
                  <a:cubicBezTo>
                    <a:pt x="9249" y="974"/>
                    <a:pt x="9281" y="974"/>
                    <a:pt x="9249" y="909"/>
                  </a:cubicBezTo>
                  <a:cubicBezTo>
                    <a:pt x="9249" y="852"/>
                    <a:pt x="9249" y="795"/>
                    <a:pt x="9281" y="795"/>
                  </a:cubicBezTo>
                  <a:cubicBezTo>
                    <a:pt x="9281" y="774"/>
                    <a:pt x="9285" y="766"/>
                    <a:pt x="9289" y="766"/>
                  </a:cubicBezTo>
                  <a:cubicBezTo>
                    <a:pt x="9296" y="766"/>
                    <a:pt x="9303" y="795"/>
                    <a:pt x="9281" y="795"/>
                  </a:cubicBezTo>
                  <a:cubicBezTo>
                    <a:pt x="9281" y="852"/>
                    <a:pt x="9281" y="909"/>
                    <a:pt x="9314" y="909"/>
                  </a:cubicBezTo>
                  <a:cubicBezTo>
                    <a:pt x="9346" y="917"/>
                    <a:pt x="9346" y="974"/>
                    <a:pt x="9346" y="974"/>
                  </a:cubicBezTo>
                  <a:cubicBezTo>
                    <a:pt x="9333" y="1024"/>
                    <a:pt x="9349" y="1043"/>
                    <a:pt x="9375" y="1043"/>
                  </a:cubicBezTo>
                  <a:cubicBezTo>
                    <a:pt x="9410" y="1043"/>
                    <a:pt x="9465" y="1007"/>
                    <a:pt x="9484" y="974"/>
                  </a:cubicBezTo>
                  <a:cubicBezTo>
                    <a:pt x="9520" y="914"/>
                    <a:pt x="9546" y="885"/>
                    <a:pt x="9563" y="885"/>
                  </a:cubicBezTo>
                  <a:cubicBezTo>
                    <a:pt x="9581" y="885"/>
                    <a:pt x="9590" y="916"/>
                    <a:pt x="9590" y="974"/>
                  </a:cubicBezTo>
                  <a:cubicBezTo>
                    <a:pt x="9590" y="1008"/>
                    <a:pt x="9595" y="1023"/>
                    <a:pt x="9603" y="1023"/>
                  </a:cubicBezTo>
                  <a:cubicBezTo>
                    <a:pt x="9624" y="1023"/>
                    <a:pt x="9666" y="924"/>
                    <a:pt x="9695" y="795"/>
                  </a:cubicBezTo>
                  <a:lnTo>
                    <a:pt x="9727" y="617"/>
                  </a:lnTo>
                  <a:lnTo>
                    <a:pt x="9727" y="795"/>
                  </a:lnTo>
                  <a:cubicBezTo>
                    <a:pt x="9746" y="938"/>
                    <a:pt x="9754" y="997"/>
                    <a:pt x="9777" y="997"/>
                  </a:cubicBezTo>
                  <a:cubicBezTo>
                    <a:pt x="9793" y="997"/>
                    <a:pt x="9817" y="967"/>
                    <a:pt x="9857" y="917"/>
                  </a:cubicBezTo>
                  <a:cubicBezTo>
                    <a:pt x="9894" y="888"/>
                    <a:pt x="9912" y="874"/>
                    <a:pt x="9921" y="874"/>
                  </a:cubicBezTo>
                  <a:cubicBezTo>
                    <a:pt x="9930" y="874"/>
                    <a:pt x="9930" y="888"/>
                    <a:pt x="9930" y="917"/>
                  </a:cubicBezTo>
                  <a:cubicBezTo>
                    <a:pt x="9930" y="982"/>
                    <a:pt x="9963" y="982"/>
                    <a:pt x="10068" y="982"/>
                  </a:cubicBezTo>
                  <a:cubicBezTo>
                    <a:pt x="10165" y="982"/>
                    <a:pt x="10198" y="982"/>
                    <a:pt x="10198" y="925"/>
                  </a:cubicBezTo>
                  <a:lnTo>
                    <a:pt x="10271" y="925"/>
                  </a:lnTo>
                  <a:cubicBezTo>
                    <a:pt x="10283" y="972"/>
                    <a:pt x="10301" y="993"/>
                    <a:pt x="10316" y="993"/>
                  </a:cubicBezTo>
                  <a:cubicBezTo>
                    <a:pt x="10339" y="993"/>
                    <a:pt x="10355" y="942"/>
                    <a:pt x="10335" y="868"/>
                  </a:cubicBezTo>
                  <a:lnTo>
                    <a:pt x="10408" y="868"/>
                  </a:lnTo>
                  <a:lnTo>
                    <a:pt x="10408" y="925"/>
                  </a:lnTo>
                  <a:cubicBezTo>
                    <a:pt x="10408" y="990"/>
                    <a:pt x="10473" y="990"/>
                    <a:pt x="10741" y="990"/>
                  </a:cubicBezTo>
                  <a:cubicBezTo>
                    <a:pt x="10804" y="991"/>
                    <a:pt x="10856" y="993"/>
                    <a:pt x="10898" y="993"/>
                  </a:cubicBezTo>
                  <a:cubicBezTo>
                    <a:pt x="11061" y="993"/>
                    <a:pt x="11081" y="973"/>
                    <a:pt x="11081" y="876"/>
                  </a:cubicBezTo>
                  <a:cubicBezTo>
                    <a:pt x="11102" y="815"/>
                    <a:pt x="11120" y="785"/>
                    <a:pt x="11133" y="785"/>
                  </a:cubicBezTo>
                  <a:cubicBezTo>
                    <a:pt x="11146" y="785"/>
                    <a:pt x="11154" y="815"/>
                    <a:pt x="11154" y="876"/>
                  </a:cubicBezTo>
                  <a:cubicBezTo>
                    <a:pt x="11154" y="918"/>
                    <a:pt x="11172" y="963"/>
                    <a:pt x="11181" y="963"/>
                  </a:cubicBezTo>
                  <a:cubicBezTo>
                    <a:pt x="11184" y="963"/>
                    <a:pt x="11187" y="957"/>
                    <a:pt x="11187" y="941"/>
                  </a:cubicBezTo>
                  <a:cubicBezTo>
                    <a:pt x="11227" y="941"/>
                    <a:pt x="11268" y="965"/>
                    <a:pt x="11292" y="998"/>
                  </a:cubicBezTo>
                  <a:cubicBezTo>
                    <a:pt x="11334" y="1050"/>
                    <a:pt x="11364" y="1069"/>
                    <a:pt x="11384" y="1069"/>
                  </a:cubicBezTo>
                  <a:cubicBezTo>
                    <a:pt x="11411" y="1069"/>
                    <a:pt x="11422" y="1035"/>
                    <a:pt x="11422" y="998"/>
                  </a:cubicBezTo>
                  <a:cubicBezTo>
                    <a:pt x="11408" y="947"/>
                    <a:pt x="11406" y="929"/>
                    <a:pt x="11411" y="929"/>
                  </a:cubicBezTo>
                  <a:cubicBezTo>
                    <a:pt x="11418" y="929"/>
                    <a:pt x="11439" y="965"/>
                    <a:pt x="11462" y="998"/>
                  </a:cubicBezTo>
                  <a:cubicBezTo>
                    <a:pt x="11486" y="1044"/>
                    <a:pt x="11509" y="1086"/>
                    <a:pt x="11520" y="1086"/>
                  </a:cubicBezTo>
                  <a:cubicBezTo>
                    <a:pt x="11525" y="1086"/>
                    <a:pt x="11527" y="1079"/>
                    <a:pt x="11527" y="1063"/>
                  </a:cubicBezTo>
                  <a:cubicBezTo>
                    <a:pt x="11546" y="1026"/>
                    <a:pt x="11620" y="991"/>
                    <a:pt x="11680" y="991"/>
                  </a:cubicBezTo>
                  <a:cubicBezTo>
                    <a:pt x="11725" y="991"/>
                    <a:pt x="11762" y="1011"/>
                    <a:pt x="11762" y="1063"/>
                  </a:cubicBezTo>
                  <a:lnTo>
                    <a:pt x="11835" y="1063"/>
                  </a:lnTo>
                  <a:cubicBezTo>
                    <a:pt x="11835" y="1006"/>
                    <a:pt x="11900" y="1006"/>
                    <a:pt x="11965" y="1006"/>
                  </a:cubicBezTo>
                  <a:cubicBezTo>
                    <a:pt x="12038" y="1006"/>
                    <a:pt x="12071" y="1006"/>
                    <a:pt x="12071" y="1071"/>
                  </a:cubicBezTo>
                  <a:cubicBezTo>
                    <a:pt x="12054" y="1099"/>
                    <a:pt x="12054" y="1113"/>
                    <a:pt x="12067" y="1113"/>
                  </a:cubicBezTo>
                  <a:cubicBezTo>
                    <a:pt x="12079" y="1113"/>
                    <a:pt x="12103" y="1099"/>
                    <a:pt x="12135" y="1071"/>
                  </a:cubicBezTo>
                  <a:cubicBezTo>
                    <a:pt x="12168" y="1071"/>
                    <a:pt x="12208" y="949"/>
                    <a:pt x="12241" y="949"/>
                  </a:cubicBezTo>
                  <a:cubicBezTo>
                    <a:pt x="12241" y="896"/>
                    <a:pt x="12270" y="835"/>
                    <a:pt x="12300" y="835"/>
                  </a:cubicBezTo>
                  <a:cubicBezTo>
                    <a:pt x="12302" y="835"/>
                    <a:pt x="12304" y="835"/>
                    <a:pt x="12306" y="836"/>
                  </a:cubicBezTo>
                  <a:lnTo>
                    <a:pt x="12306" y="892"/>
                  </a:lnTo>
                  <a:lnTo>
                    <a:pt x="12306" y="1014"/>
                  </a:lnTo>
                  <a:cubicBezTo>
                    <a:pt x="12346" y="1014"/>
                    <a:pt x="12379" y="1014"/>
                    <a:pt x="12379" y="949"/>
                  </a:cubicBezTo>
                  <a:cubicBezTo>
                    <a:pt x="12411" y="1014"/>
                    <a:pt x="12444" y="1014"/>
                    <a:pt x="12516" y="1014"/>
                  </a:cubicBezTo>
                  <a:cubicBezTo>
                    <a:pt x="12581" y="1014"/>
                    <a:pt x="12646" y="1014"/>
                    <a:pt x="12687" y="957"/>
                  </a:cubicBezTo>
                  <a:cubicBezTo>
                    <a:pt x="12711" y="1018"/>
                    <a:pt x="12766" y="1049"/>
                    <a:pt x="12821" y="1049"/>
                  </a:cubicBezTo>
                  <a:cubicBezTo>
                    <a:pt x="12875" y="1049"/>
                    <a:pt x="12930" y="1018"/>
                    <a:pt x="12954" y="957"/>
                  </a:cubicBezTo>
                  <a:cubicBezTo>
                    <a:pt x="12954" y="929"/>
                    <a:pt x="12962" y="915"/>
                    <a:pt x="12975" y="915"/>
                  </a:cubicBezTo>
                  <a:cubicBezTo>
                    <a:pt x="12987" y="915"/>
                    <a:pt x="13003" y="929"/>
                    <a:pt x="13019" y="957"/>
                  </a:cubicBezTo>
                  <a:cubicBezTo>
                    <a:pt x="13040" y="991"/>
                    <a:pt x="13050" y="1007"/>
                    <a:pt x="13060" y="1007"/>
                  </a:cubicBezTo>
                  <a:cubicBezTo>
                    <a:pt x="13068" y="1007"/>
                    <a:pt x="13076" y="993"/>
                    <a:pt x="13092" y="965"/>
                  </a:cubicBezTo>
                  <a:cubicBezTo>
                    <a:pt x="13102" y="946"/>
                    <a:pt x="13111" y="938"/>
                    <a:pt x="13121" y="938"/>
                  </a:cubicBezTo>
                  <a:cubicBezTo>
                    <a:pt x="13144" y="938"/>
                    <a:pt x="13167" y="982"/>
                    <a:pt x="13189" y="1022"/>
                  </a:cubicBezTo>
                  <a:cubicBezTo>
                    <a:pt x="13214" y="1094"/>
                    <a:pt x="13235" y="1124"/>
                    <a:pt x="13255" y="1124"/>
                  </a:cubicBezTo>
                  <a:cubicBezTo>
                    <a:pt x="13269" y="1124"/>
                    <a:pt x="13282" y="1110"/>
                    <a:pt x="13295" y="1087"/>
                  </a:cubicBezTo>
                  <a:cubicBezTo>
                    <a:pt x="13343" y="1047"/>
                    <a:pt x="13400" y="1022"/>
                    <a:pt x="13465" y="1022"/>
                  </a:cubicBezTo>
                  <a:cubicBezTo>
                    <a:pt x="13530" y="965"/>
                    <a:pt x="13562" y="965"/>
                    <a:pt x="13530" y="909"/>
                  </a:cubicBezTo>
                  <a:cubicBezTo>
                    <a:pt x="13538" y="868"/>
                    <a:pt x="13546" y="828"/>
                    <a:pt x="13570" y="787"/>
                  </a:cubicBezTo>
                  <a:cubicBezTo>
                    <a:pt x="13592" y="768"/>
                    <a:pt x="13607" y="762"/>
                    <a:pt x="13615" y="762"/>
                  </a:cubicBezTo>
                  <a:cubicBezTo>
                    <a:pt x="13632" y="762"/>
                    <a:pt x="13625" y="787"/>
                    <a:pt x="13603" y="787"/>
                  </a:cubicBezTo>
                  <a:cubicBezTo>
                    <a:pt x="13530" y="844"/>
                    <a:pt x="13570" y="844"/>
                    <a:pt x="13603" y="909"/>
                  </a:cubicBezTo>
                  <a:cubicBezTo>
                    <a:pt x="13631" y="944"/>
                    <a:pt x="13672" y="967"/>
                    <a:pt x="13719" y="967"/>
                  </a:cubicBezTo>
                  <a:cubicBezTo>
                    <a:pt x="13726" y="967"/>
                    <a:pt x="13733" y="967"/>
                    <a:pt x="13741" y="965"/>
                  </a:cubicBezTo>
                  <a:lnTo>
                    <a:pt x="13870" y="974"/>
                  </a:lnTo>
                  <a:cubicBezTo>
                    <a:pt x="13923" y="1002"/>
                    <a:pt x="13958" y="1016"/>
                    <a:pt x="13979" y="1016"/>
                  </a:cubicBezTo>
                  <a:cubicBezTo>
                    <a:pt x="14000" y="1016"/>
                    <a:pt x="14008" y="1002"/>
                    <a:pt x="14008" y="974"/>
                  </a:cubicBezTo>
                  <a:lnTo>
                    <a:pt x="14008" y="917"/>
                  </a:lnTo>
                  <a:cubicBezTo>
                    <a:pt x="14025" y="975"/>
                    <a:pt x="14129" y="1005"/>
                    <a:pt x="14234" y="1005"/>
                  </a:cubicBezTo>
                  <a:cubicBezTo>
                    <a:pt x="14334" y="1005"/>
                    <a:pt x="14434" y="977"/>
                    <a:pt x="14454" y="917"/>
                  </a:cubicBezTo>
                  <a:lnTo>
                    <a:pt x="14454" y="982"/>
                  </a:lnTo>
                  <a:cubicBezTo>
                    <a:pt x="14454" y="1038"/>
                    <a:pt x="14487" y="1038"/>
                    <a:pt x="14552" y="1038"/>
                  </a:cubicBezTo>
                  <a:cubicBezTo>
                    <a:pt x="14641" y="1014"/>
                    <a:pt x="14730" y="998"/>
                    <a:pt x="14827" y="982"/>
                  </a:cubicBezTo>
                  <a:cubicBezTo>
                    <a:pt x="14853" y="982"/>
                    <a:pt x="14878" y="982"/>
                    <a:pt x="14901" y="982"/>
                  </a:cubicBezTo>
                  <a:cubicBezTo>
                    <a:pt x="14995" y="982"/>
                    <a:pt x="15062" y="977"/>
                    <a:pt x="15062" y="925"/>
                  </a:cubicBezTo>
                  <a:cubicBezTo>
                    <a:pt x="15095" y="925"/>
                    <a:pt x="15095" y="925"/>
                    <a:pt x="15095" y="990"/>
                  </a:cubicBezTo>
                  <a:cubicBezTo>
                    <a:pt x="15062" y="1047"/>
                    <a:pt x="15095" y="1047"/>
                    <a:pt x="15127" y="1047"/>
                  </a:cubicBezTo>
                  <a:cubicBezTo>
                    <a:pt x="15168" y="1047"/>
                    <a:pt x="15168" y="990"/>
                    <a:pt x="15168" y="925"/>
                  </a:cubicBezTo>
                  <a:cubicBezTo>
                    <a:pt x="15168" y="897"/>
                    <a:pt x="15175" y="883"/>
                    <a:pt x="15190" y="883"/>
                  </a:cubicBezTo>
                  <a:cubicBezTo>
                    <a:pt x="15207" y="883"/>
                    <a:pt x="15231" y="900"/>
                    <a:pt x="15265" y="933"/>
                  </a:cubicBezTo>
                  <a:cubicBezTo>
                    <a:pt x="15306" y="961"/>
                    <a:pt x="15354" y="976"/>
                    <a:pt x="15403" y="976"/>
                  </a:cubicBezTo>
                  <a:cubicBezTo>
                    <a:pt x="15451" y="976"/>
                    <a:pt x="15500" y="961"/>
                    <a:pt x="15541" y="933"/>
                  </a:cubicBezTo>
                  <a:cubicBezTo>
                    <a:pt x="15573" y="933"/>
                    <a:pt x="15606" y="933"/>
                    <a:pt x="15606" y="998"/>
                  </a:cubicBezTo>
                  <a:cubicBezTo>
                    <a:pt x="15624" y="1031"/>
                    <a:pt x="15656" y="1063"/>
                    <a:pt x="15693" y="1063"/>
                  </a:cubicBezTo>
                  <a:cubicBezTo>
                    <a:pt x="15720" y="1063"/>
                    <a:pt x="15748" y="1046"/>
                    <a:pt x="15776" y="998"/>
                  </a:cubicBezTo>
                  <a:cubicBezTo>
                    <a:pt x="15808" y="998"/>
                    <a:pt x="15808" y="998"/>
                    <a:pt x="15808" y="1055"/>
                  </a:cubicBezTo>
                  <a:cubicBezTo>
                    <a:pt x="15827" y="1092"/>
                    <a:pt x="15835" y="1126"/>
                    <a:pt x="15846" y="1126"/>
                  </a:cubicBezTo>
                  <a:cubicBezTo>
                    <a:pt x="15854" y="1126"/>
                    <a:pt x="15864" y="1107"/>
                    <a:pt x="15881" y="1055"/>
                  </a:cubicBezTo>
                  <a:cubicBezTo>
                    <a:pt x="15913" y="1027"/>
                    <a:pt x="15953" y="1013"/>
                    <a:pt x="15995" y="1013"/>
                  </a:cubicBezTo>
                  <a:cubicBezTo>
                    <a:pt x="16038" y="1013"/>
                    <a:pt x="16083" y="1029"/>
                    <a:pt x="16116" y="1063"/>
                  </a:cubicBezTo>
                  <a:cubicBezTo>
                    <a:pt x="16149" y="1063"/>
                    <a:pt x="16181" y="1063"/>
                    <a:pt x="16181" y="1006"/>
                  </a:cubicBezTo>
                  <a:cubicBezTo>
                    <a:pt x="16181" y="981"/>
                    <a:pt x="16181" y="958"/>
                    <a:pt x="16181" y="941"/>
                  </a:cubicBezTo>
                  <a:cubicBezTo>
                    <a:pt x="16201" y="1002"/>
                    <a:pt x="16212" y="1032"/>
                    <a:pt x="16221" y="1032"/>
                  </a:cubicBezTo>
                  <a:cubicBezTo>
                    <a:pt x="16230" y="1032"/>
                    <a:pt x="16238" y="1002"/>
                    <a:pt x="16254" y="941"/>
                  </a:cubicBezTo>
                  <a:cubicBezTo>
                    <a:pt x="16254" y="913"/>
                    <a:pt x="16262" y="899"/>
                    <a:pt x="16270" y="899"/>
                  </a:cubicBezTo>
                  <a:cubicBezTo>
                    <a:pt x="16278" y="899"/>
                    <a:pt x="16287" y="913"/>
                    <a:pt x="16287" y="941"/>
                  </a:cubicBezTo>
                  <a:cubicBezTo>
                    <a:pt x="16319" y="1006"/>
                    <a:pt x="16351" y="1006"/>
                    <a:pt x="16351" y="1006"/>
                  </a:cubicBezTo>
                  <a:cubicBezTo>
                    <a:pt x="16473" y="974"/>
                    <a:pt x="16603" y="957"/>
                    <a:pt x="16733" y="949"/>
                  </a:cubicBezTo>
                  <a:cubicBezTo>
                    <a:pt x="16786" y="949"/>
                    <a:pt x="16833" y="950"/>
                    <a:pt x="16874" y="950"/>
                  </a:cubicBezTo>
                  <a:cubicBezTo>
                    <a:pt x="17038" y="950"/>
                    <a:pt x="17105" y="944"/>
                    <a:pt x="17105" y="892"/>
                  </a:cubicBezTo>
                  <a:cubicBezTo>
                    <a:pt x="17122" y="864"/>
                    <a:pt x="17130" y="850"/>
                    <a:pt x="17138" y="850"/>
                  </a:cubicBezTo>
                  <a:cubicBezTo>
                    <a:pt x="17146" y="850"/>
                    <a:pt x="17154" y="864"/>
                    <a:pt x="17170" y="892"/>
                  </a:cubicBezTo>
                  <a:cubicBezTo>
                    <a:pt x="17187" y="933"/>
                    <a:pt x="17227" y="957"/>
                    <a:pt x="17276" y="957"/>
                  </a:cubicBezTo>
                  <a:cubicBezTo>
                    <a:pt x="17308" y="957"/>
                    <a:pt x="17341" y="957"/>
                    <a:pt x="17341" y="1014"/>
                  </a:cubicBezTo>
                  <a:cubicBezTo>
                    <a:pt x="17373" y="957"/>
                    <a:pt x="17373" y="957"/>
                    <a:pt x="17405" y="957"/>
                  </a:cubicBezTo>
                  <a:cubicBezTo>
                    <a:pt x="17405" y="986"/>
                    <a:pt x="17416" y="1000"/>
                    <a:pt x="17430" y="1000"/>
                  </a:cubicBezTo>
                  <a:cubicBezTo>
                    <a:pt x="17444" y="1000"/>
                    <a:pt x="17462" y="986"/>
                    <a:pt x="17478" y="957"/>
                  </a:cubicBezTo>
                  <a:cubicBezTo>
                    <a:pt x="17495" y="897"/>
                    <a:pt x="17503" y="866"/>
                    <a:pt x="17507" y="866"/>
                  </a:cubicBezTo>
                  <a:cubicBezTo>
                    <a:pt x="17511" y="866"/>
                    <a:pt x="17511" y="897"/>
                    <a:pt x="17511" y="957"/>
                  </a:cubicBezTo>
                  <a:cubicBezTo>
                    <a:pt x="17511" y="1003"/>
                    <a:pt x="17560" y="1046"/>
                    <a:pt x="17577" y="1046"/>
                  </a:cubicBezTo>
                  <a:cubicBezTo>
                    <a:pt x="17584" y="1046"/>
                    <a:pt x="17585" y="1039"/>
                    <a:pt x="17576" y="1022"/>
                  </a:cubicBezTo>
                  <a:cubicBezTo>
                    <a:pt x="17576" y="957"/>
                    <a:pt x="17649" y="957"/>
                    <a:pt x="17681" y="901"/>
                  </a:cubicBezTo>
                  <a:cubicBezTo>
                    <a:pt x="17714" y="901"/>
                    <a:pt x="17746" y="901"/>
                    <a:pt x="17746" y="965"/>
                  </a:cubicBezTo>
                  <a:cubicBezTo>
                    <a:pt x="17755" y="982"/>
                    <a:pt x="17777" y="989"/>
                    <a:pt x="17803" y="989"/>
                  </a:cubicBezTo>
                  <a:cubicBezTo>
                    <a:pt x="17867" y="989"/>
                    <a:pt x="17961" y="949"/>
                    <a:pt x="17989" y="909"/>
                  </a:cubicBezTo>
                  <a:cubicBezTo>
                    <a:pt x="17989" y="876"/>
                    <a:pt x="17997" y="860"/>
                    <a:pt x="18005" y="860"/>
                  </a:cubicBezTo>
                  <a:cubicBezTo>
                    <a:pt x="18014" y="860"/>
                    <a:pt x="18022" y="876"/>
                    <a:pt x="18022" y="909"/>
                  </a:cubicBezTo>
                  <a:cubicBezTo>
                    <a:pt x="18022" y="965"/>
                    <a:pt x="18054" y="965"/>
                    <a:pt x="18087" y="965"/>
                  </a:cubicBezTo>
                  <a:cubicBezTo>
                    <a:pt x="18096" y="949"/>
                    <a:pt x="18103" y="942"/>
                    <a:pt x="18107" y="942"/>
                  </a:cubicBezTo>
                  <a:cubicBezTo>
                    <a:pt x="18119" y="942"/>
                    <a:pt x="18119" y="984"/>
                    <a:pt x="18119" y="1030"/>
                  </a:cubicBezTo>
                  <a:cubicBezTo>
                    <a:pt x="18087" y="1087"/>
                    <a:pt x="18119" y="1087"/>
                    <a:pt x="18192" y="1087"/>
                  </a:cubicBezTo>
                  <a:cubicBezTo>
                    <a:pt x="18224" y="1030"/>
                    <a:pt x="18362" y="1030"/>
                    <a:pt x="18459" y="1030"/>
                  </a:cubicBezTo>
                  <a:cubicBezTo>
                    <a:pt x="18630" y="1030"/>
                    <a:pt x="18670" y="974"/>
                    <a:pt x="18735" y="852"/>
                  </a:cubicBezTo>
                  <a:lnTo>
                    <a:pt x="18768" y="738"/>
                  </a:lnTo>
                  <a:lnTo>
                    <a:pt x="18768" y="860"/>
                  </a:lnTo>
                  <a:cubicBezTo>
                    <a:pt x="18776" y="917"/>
                    <a:pt x="18784" y="974"/>
                    <a:pt x="18800" y="1038"/>
                  </a:cubicBezTo>
                  <a:cubicBezTo>
                    <a:pt x="18841" y="1038"/>
                    <a:pt x="18841" y="974"/>
                    <a:pt x="18841" y="917"/>
                  </a:cubicBezTo>
                  <a:cubicBezTo>
                    <a:pt x="18841" y="888"/>
                    <a:pt x="18849" y="874"/>
                    <a:pt x="18865" y="874"/>
                  </a:cubicBezTo>
                  <a:cubicBezTo>
                    <a:pt x="18881" y="874"/>
                    <a:pt x="18905" y="888"/>
                    <a:pt x="18938" y="917"/>
                  </a:cubicBezTo>
                  <a:cubicBezTo>
                    <a:pt x="18974" y="949"/>
                    <a:pt x="19001" y="965"/>
                    <a:pt x="19022" y="965"/>
                  </a:cubicBezTo>
                  <a:cubicBezTo>
                    <a:pt x="19043" y="965"/>
                    <a:pt x="19059" y="949"/>
                    <a:pt x="19076" y="917"/>
                  </a:cubicBezTo>
                  <a:cubicBezTo>
                    <a:pt x="19116" y="917"/>
                    <a:pt x="19157" y="941"/>
                    <a:pt x="19173" y="982"/>
                  </a:cubicBezTo>
                  <a:cubicBezTo>
                    <a:pt x="19213" y="982"/>
                    <a:pt x="19213" y="982"/>
                    <a:pt x="19213" y="925"/>
                  </a:cubicBezTo>
                  <a:cubicBezTo>
                    <a:pt x="19213" y="892"/>
                    <a:pt x="19222" y="876"/>
                    <a:pt x="19234" y="876"/>
                  </a:cubicBezTo>
                  <a:cubicBezTo>
                    <a:pt x="19246" y="876"/>
                    <a:pt x="19262" y="892"/>
                    <a:pt x="19278" y="925"/>
                  </a:cubicBezTo>
                  <a:cubicBezTo>
                    <a:pt x="19297" y="995"/>
                    <a:pt x="19340" y="1025"/>
                    <a:pt x="19373" y="1025"/>
                  </a:cubicBezTo>
                  <a:cubicBezTo>
                    <a:pt x="19397" y="1025"/>
                    <a:pt x="19416" y="1009"/>
                    <a:pt x="19416" y="982"/>
                  </a:cubicBezTo>
                  <a:cubicBezTo>
                    <a:pt x="19416" y="925"/>
                    <a:pt x="19449" y="925"/>
                    <a:pt x="19481" y="925"/>
                  </a:cubicBezTo>
                  <a:cubicBezTo>
                    <a:pt x="19487" y="926"/>
                    <a:pt x="19493" y="926"/>
                    <a:pt x="19499" y="926"/>
                  </a:cubicBezTo>
                  <a:cubicBezTo>
                    <a:pt x="19540" y="926"/>
                    <a:pt x="19572" y="903"/>
                    <a:pt x="19586" y="868"/>
                  </a:cubicBezTo>
                  <a:lnTo>
                    <a:pt x="19651" y="868"/>
                  </a:lnTo>
                  <a:cubicBezTo>
                    <a:pt x="19684" y="868"/>
                    <a:pt x="19651" y="925"/>
                    <a:pt x="19619" y="925"/>
                  </a:cubicBezTo>
                  <a:lnTo>
                    <a:pt x="19651" y="990"/>
                  </a:lnTo>
                  <a:cubicBezTo>
                    <a:pt x="19724" y="990"/>
                    <a:pt x="19757" y="990"/>
                    <a:pt x="19789" y="933"/>
                  </a:cubicBezTo>
                  <a:cubicBezTo>
                    <a:pt x="19805" y="872"/>
                    <a:pt x="19813" y="842"/>
                    <a:pt x="19818" y="842"/>
                  </a:cubicBezTo>
                  <a:cubicBezTo>
                    <a:pt x="19822" y="842"/>
                    <a:pt x="19822" y="872"/>
                    <a:pt x="19822" y="933"/>
                  </a:cubicBezTo>
                  <a:cubicBezTo>
                    <a:pt x="19822" y="973"/>
                    <a:pt x="19838" y="1013"/>
                    <a:pt x="19862" y="1013"/>
                  </a:cubicBezTo>
                  <a:cubicBezTo>
                    <a:pt x="19871" y="1013"/>
                    <a:pt x="19883" y="1006"/>
                    <a:pt x="19895" y="990"/>
                  </a:cubicBezTo>
                  <a:cubicBezTo>
                    <a:pt x="19908" y="939"/>
                    <a:pt x="19922" y="921"/>
                    <a:pt x="19933" y="921"/>
                  </a:cubicBezTo>
                  <a:cubicBezTo>
                    <a:pt x="19948" y="921"/>
                    <a:pt x="19959" y="957"/>
                    <a:pt x="19959" y="990"/>
                  </a:cubicBezTo>
                  <a:cubicBezTo>
                    <a:pt x="19943" y="1051"/>
                    <a:pt x="19935" y="1081"/>
                    <a:pt x="19947" y="1081"/>
                  </a:cubicBezTo>
                  <a:cubicBezTo>
                    <a:pt x="19959" y="1081"/>
                    <a:pt x="19992" y="1051"/>
                    <a:pt x="20057" y="990"/>
                  </a:cubicBezTo>
                  <a:cubicBezTo>
                    <a:pt x="20130" y="990"/>
                    <a:pt x="20268" y="933"/>
                    <a:pt x="20365" y="933"/>
                  </a:cubicBezTo>
                  <a:cubicBezTo>
                    <a:pt x="20503" y="941"/>
                    <a:pt x="20567" y="941"/>
                    <a:pt x="20608" y="998"/>
                  </a:cubicBezTo>
                  <a:cubicBezTo>
                    <a:pt x="20608" y="1010"/>
                    <a:pt x="20608" y="1021"/>
                    <a:pt x="20609" y="1031"/>
                  </a:cubicBezTo>
                  <a:lnTo>
                    <a:pt x="20609" y="1031"/>
                  </a:lnTo>
                  <a:cubicBezTo>
                    <a:pt x="20615" y="941"/>
                    <a:pt x="20650" y="941"/>
                    <a:pt x="20738" y="941"/>
                  </a:cubicBezTo>
                  <a:cubicBezTo>
                    <a:pt x="20763" y="958"/>
                    <a:pt x="20791" y="966"/>
                    <a:pt x="20819" y="966"/>
                  </a:cubicBezTo>
                  <a:cubicBezTo>
                    <a:pt x="20871" y="966"/>
                    <a:pt x="20922" y="937"/>
                    <a:pt x="20949" y="884"/>
                  </a:cubicBezTo>
                  <a:lnTo>
                    <a:pt x="20876" y="884"/>
                  </a:lnTo>
                  <a:cubicBezTo>
                    <a:pt x="20876" y="814"/>
                    <a:pt x="20886" y="784"/>
                    <a:pt x="20910" y="784"/>
                  </a:cubicBezTo>
                  <a:cubicBezTo>
                    <a:pt x="20927" y="784"/>
                    <a:pt x="20950" y="800"/>
                    <a:pt x="20981" y="828"/>
                  </a:cubicBezTo>
                  <a:cubicBezTo>
                    <a:pt x="21013" y="828"/>
                    <a:pt x="21013" y="884"/>
                    <a:pt x="21013" y="941"/>
                  </a:cubicBezTo>
                  <a:cubicBezTo>
                    <a:pt x="21013" y="1006"/>
                    <a:pt x="21046" y="1063"/>
                    <a:pt x="21078" y="1063"/>
                  </a:cubicBezTo>
                  <a:cubicBezTo>
                    <a:pt x="21111" y="1063"/>
                    <a:pt x="21151" y="1063"/>
                    <a:pt x="21119" y="1006"/>
                  </a:cubicBezTo>
                  <a:cubicBezTo>
                    <a:pt x="21119" y="949"/>
                    <a:pt x="21119" y="949"/>
                    <a:pt x="21151" y="949"/>
                  </a:cubicBezTo>
                  <a:cubicBezTo>
                    <a:pt x="21192" y="949"/>
                    <a:pt x="21232" y="925"/>
                    <a:pt x="21249" y="884"/>
                  </a:cubicBezTo>
                  <a:cubicBezTo>
                    <a:pt x="21249" y="828"/>
                    <a:pt x="21289" y="828"/>
                    <a:pt x="21322" y="828"/>
                  </a:cubicBezTo>
                  <a:cubicBezTo>
                    <a:pt x="21338" y="868"/>
                    <a:pt x="21378" y="884"/>
                    <a:pt x="21419" y="892"/>
                  </a:cubicBezTo>
                  <a:lnTo>
                    <a:pt x="21419" y="949"/>
                  </a:lnTo>
                  <a:cubicBezTo>
                    <a:pt x="21427" y="990"/>
                    <a:pt x="21435" y="1030"/>
                    <a:pt x="21451" y="1071"/>
                  </a:cubicBezTo>
                  <a:cubicBezTo>
                    <a:pt x="21492" y="1071"/>
                    <a:pt x="21492" y="1014"/>
                    <a:pt x="21492" y="1014"/>
                  </a:cubicBezTo>
                  <a:cubicBezTo>
                    <a:pt x="21492" y="971"/>
                    <a:pt x="21852" y="964"/>
                    <a:pt x="22124" y="964"/>
                  </a:cubicBezTo>
                  <a:cubicBezTo>
                    <a:pt x="22259" y="964"/>
                    <a:pt x="22373" y="965"/>
                    <a:pt x="22408" y="965"/>
                  </a:cubicBezTo>
                  <a:cubicBezTo>
                    <a:pt x="22440" y="994"/>
                    <a:pt x="22483" y="1008"/>
                    <a:pt x="22513" y="1008"/>
                  </a:cubicBezTo>
                  <a:cubicBezTo>
                    <a:pt x="22544" y="1008"/>
                    <a:pt x="22562" y="994"/>
                    <a:pt x="22546" y="965"/>
                  </a:cubicBezTo>
                  <a:cubicBezTo>
                    <a:pt x="22546" y="909"/>
                    <a:pt x="22716" y="909"/>
                    <a:pt x="22919" y="909"/>
                  </a:cubicBezTo>
                  <a:cubicBezTo>
                    <a:pt x="22980" y="911"/>
                    <a:pt x="23037" y="912"/>
                    <a:pt x="23088" y="912"/>
                  </a:cubicBezTo>
                  <a:cubicBezTo>
                    <a:pt x="23231" y="912"/>
                    <a:pt x="23324" y="900"/>
                    <a:pt x="23324" y="852"/>
                  </a:cubicBezTo>
                  <a:lnTo>
                    <a:pt x="23430" y="860"/>
                  </a:lnTo>
                  <a:cubicBezTo>
                    <a:pt x="23494" y="860"/>
                    <a:pt x="23567" y="795"/>
                    <a:pt x="23600" y="795"/>
                  </a:cubicBezTo>
                  <a:cubicBezTo>
                    <a:pt x="23616" y="767"/>
                    <a:pt x="23632" y="753"/>
                    <a:pt x="23640" y="753"/>
                  </a:cubicBezTo>
                  <a:cubicBezTo>
                    <a:pt x="23648" y="753"/>
                    <a:pt x="23648" y="767"/>
                    <a:pt x="23632" y="795"/>
                  </a:cubicBezTo>
                  <a:cubicBezTo>
                    <a:pt x="23632" y="860"/>
                    <a:pt x="23632" y="917"/>
                    <a:pt x="23665" y="917"/>
                  </a:cubicBezTo>
                  <a:cubicBezTo>
                    <a:pt x="23730" y="917"/>
                    <a:pt x="23730" y="860"/>
                    <a:pt x="23738" y="803"/>
                  </a:cubicBezTo>
                  <a:cubicBezTo>
                    <a:pt x="23738" y="738"/>
                    <a:pt x="23770" y="738"/>
                    <a:pt x="23770" y="738"/>
                  </a:cubicBezTo>
                  <a:cubicBezTo>
                    <a:pt x="23802" y="738"/>
                    <a:pt x="23802" y="738"/>
                    <a:pt x="23802" y="803"/>
                  </a:cubicBezTo>
                  <a:cubicBezTo>
                    <a:pt x="23802" y="860"/>
                    <a:pt x="23802" y="925"/>
                    <a:pt x="23802" y="925"/>
                  </a:cubicBezTo>
                  <a:lnTo>
                    <a:pt x="23835" y="925"/>
                  </a:lnTo>
                  <a:cubicBezTo>
                    <a:pt x="23835" y="860"/>
                    <a:pt x="23867" y="860"/>
                    <a:pt x="23867" y="860"/>
                  </a:cubicBezTo>
                  <a:cubicBezTo>
                    <a:pt x="23908" y="860"/>
                    <a:pt x="23908" y="860"/>
                    <a:pt x="23900" y="982"/>
                  </a:cubicBezTo>
                  <a:cubicBezTo>
                    <a:pt x="23900" y="1042"/>
                    <a:pt x="23910" y="1073"/>
                    <a:pt x="23924" y="1073"/>
                  </a:cubicBezTo>
                  <a:cubicBezTo>
                    <a:pt x="23938" y="1073"/>
                    <a:pt x="23957" y="1042"/>
                    <a:pt x="23973" y="982"/>
                  </a:cubicBezTo>
                  <a:lnTo>
                    <a:pt x="24038" y="925"/>
                  </a:lnTo>
                  <a:cubicBezTo>
                    <a:pt x="24048" y="963"/>
                    <a:pt x="24062" y="977"/>
                    <a:pt x="24077" y="977"/>
                  </a:cubicBezTo>
                  <a:cubicBezTo>
                    <a:pt x="24112" y="977"/>
                    <a:pt x="24153" y="907"/>
                    <a:pt x="24175" y="868"/>
                  </a:cubicBezTo>
                  <a:cubicBezTo>
                    <a:pt x="24192" y="926"/>
                    <a:pt x="24208" y="956"/>
                    <a:pt x="24226" y="956"/>
                  </a:cubicBezTo>
                  <a:cubicBezTo>
                    <a:pt x="24243" y="956"/>
                    <a:pt x="24261" y="928"/>
                    <a:pt x="24281" y="868"/>
                  </a:cubicBezTo>
                  <a:cubicBezTo>
                    <a:pt x="24281" y="837"/>
                    <a:pt x="24288" y="823"/>
                    <a:pt x="24300" y="823"/>
                  </a:cubicBezTo>
                  <a:cubicBezTo>
                    <a:pt x="24312" y="823"/>
                    <a:pt x="24329" y="839"/>
                    <a:pt x="24346" y="868"/>
                  </a:cubicBezTo>
                  <a:cubicBezTo>
                    <a:pt x="24378" y="925"/>
                    <a:pt x="24411" y="925"/>
                    <a:pt x="24484" y="933"/>
                  </a:cubicBezTo>
                  <a:cubicBezTo>
                    <a:pt x="24509" y="881"/>
                    <a:pt x="24665" y="876"/>
                    <a:pt x="24868" y="876"/>
                  </a:cubicBezTo>
                  <a:cubicBezTo>
                    <a:pt x="24918" y="876"/>
                    <a:pt x="24972" y="876"/>
                    <a:pt x="25027" y="876"/>
                  </a:cubicBezTo>
                  <a:cubicBezTo>
                    <a:pt x="25111" y="879"/>
                    <a:pt x="25188" y="880"/>
                    <a:pt x="25254" y="880"/>
                  </a:cubicBezTo>
                  <a:cubicBezTo>
                    <a:pt x="25431" y="880"/>
                    <a:pt x="25538" y="869"/>
                    <a:pt x="25538" y="828"/>
                  </a:cubicBezTo>
                  <a:cubicBezTo>
                    <a:pt x="25570" y="828"/>
                    <a:pt x="25570" y="828"/>
                    <a:pt x="25602" y="884"/>
                  </a:cubicBezTo>
                  <a:cubicBezTo>
                    <a:pt x="25602" y="908"/>
                    <a:pt x="25608" y="922"/>
                    <a:pt x="25617" y="922"/>
                  </a:cubicBezTo>
                  <a:cubicBezTo>
                    <a:pt x="25631" y="922"/>
                    <a:pt x="25652" y="894"/>
                    <a:pt x="25675" y="828"/>
                  </a:cubicBezTo>
                  <a:cubicBezTo>
                    <a:pt x="25694" y="791"/>
                    <a:pt x="25702" y="756"/>
                    <a:pt x="25705" y="756"/>
                  </a:cubicBezTo>
                  <a:cubicBezTo>
                    <a:pt x="25708" y="756"/>
                    <a:pt x="25708" y="776"/>
                    <a:pt x="25708" y="828"/>
                  </a:cubicBezTo>
                  <a:cubicBezTo>
                    <a:pt x="25708" y="884"/>
                    <a:pt x="25773" y="884"/>
                    <a:pt x="25911" y="884"/>
                  </a:cubicBezTo>
                  <a:cubicBezTo>
                    <a:pt x="25938" y="887"/>
                    <a:pt x="25967" y="888"/>
                    <a:pt x="25995" y="888"/>
                  </a:cubicBezTo>
                  <a:cubicBezTo>
                    <a:pt x="26075" y="888"/>
                    <a:pt x="26146" y="876"/>
                    <a:pt x="26146" y="828"/>
                  </a:cubicBezTo>
                  <a:cubicBezTo>
                    <a:pt x="26182" y="799"/>
                    <a:pt x="26200" y="785"/>
                    <a:pt x="26205" y="785"/>
                  </a:cubicBezTo>
                  <a:cubicBezTo>
                    <a:pt x="26210" y="785"/>
                    <a:pt x="26202" y="799"/>
                    <a:pt x="26186" y="828"/>
                  </a:cubicBezTo>
                  <a:cubicBezTo>
                    <a:pt x="26161" y="904"/>
                    <a:pt x="26218" y="957"/>
                    <a:pt x="26290" y="957"/>
                  </a:cubicBezTo>
                  <a:cubicBezTo>
                    <a:pt x="26333" y="957"/>
                    <a:pt x="26382" y="938"/>
                    <a:pt x="26421" y="892"/>
                  </a:cubicBezTo>
                  <a:cubicBezTo>
                    <a:pt x="26454" y="892"/>
                    <a:pt x="26486" y="892"/>
                    <a:pt x="26486" y="957"/>
                  </a:cubicBezTo>
                  <a:cubicBezTo>
                    <a:pt x="26551" y="957"/>
                    <a:pt x="26608" y="933"/>
                    <a:pt x="26656" y="901"/>
                  </a:cubicBezTo>
                  <a:lnTo>
                    <a:pt x="26900" y="901"/>
                  </a:lnTo>
                  <a:cubicBezTo>
                    <a:pt x="26948" y="892"/>
                    <a:pt x="26997" y="876"/>
                    <a:pt x="27029" y="844"/>
                  </a:cubicBezTo>
                  <a:lnTo>
                    <a:pt x="27070" y="844"/>
                  </a:lnTo>
                  <a:cubicBezTo>
                    <a:pt x="27070" y="901"/>
                    <a:pt x="27240" y="901"/>
                    <a:pt x="27475" y="909"/>
                  </a:cubicBezTo>
                  <a:cubicBezTo>
                    <a:pt x="27710" y="909"/>
                    <a:pt x="27913" y="917"/>
                    <a:pt x="27954" y="974"/>
                  </a:cubicBezTo>
                  <a:cubicBezTo>
                    <a:pt x="27954" y="974"/>
                    <a:pt x="27986" y="974"/>
                    <a:pt x="28019" y="917"/>
                  </a:cubicBezTo>
                  <a:cubicBezTo>
                    <a:pt x="28037" y="847"/>
                    <a:pt x="28056" y="817"/>
                    <a:pt x="28076" y="817"/>
                  </a:cubicBezTo>
                  <a:cubicBezTo>
                    <a:pt x="28091" y="817"/>
                    <a:pt x="28107" y="833"/>
                    <a:pt x="28124" y="860"/>
                  </a:cubicBezTo>
                  <a:cubicBezTo>
                    <a:pt x="28128" y="918"/>
                    <a:pt x="28176" y="948"/>
                    <a:pt x="28225" y="948"/>
                  </a:cubicBezTo>
                  <a:cubicBezTo>
                    <a:pt x="28272" y="948"/>
                    <a:pt x="28319" y="920"/>
                    <a:pt x="28327" y="860"/>
                  </a:cubicBezTo>
                  <a:lnTo>
                    <a:pt x="28327" y="917"/>
                  </a:lnTo>
                  <a:cubicBezTo>
                    <a:pt x="28339" y="964"/>
                    <a:pt x="28362" y="984"/>
                    <a:pt x="28387" y="984"/>
                  </a:cubicBezTo>
                  <a:cubicBezTo>
                    <a:pt x="28426" y="984"/>
                    <a:pt x="28472" y="934"/>
                    <a:pt x="28497" y="860"/>
                  </a:cubicBezTo>
                  <a:cubicBezTo>
                    <a:pt x="28520" y="906"/>
                    <a:pt x="28543" y="948"/>
                    <a:pt x="28566" y="948"/>
                  </a:cubicBezTo>
                  <a:cubicBezTo>
                    <a:pt x="28575" y="948"/>
                    <a:pt x="28585" y="941"/>
                    <a:pt x="28594" y="925"/>
                  </a:cubicBezTo>
                  <a:cubicBezTo>
                    <a:pt x="28627" y="925"/>
                    <a:pt x="28627" y="925"/>
                    <a:pt x="28627" y="1038"/>
                  </a:cubicBezTo>
                  <a:cubicBezTo>
                    <a:pt x="28627" y="1103"/>
                    <a:pt x="28627" y="1160"/>
                    <a:pt x="28659" y="1160"/>
                  </a:cubicBezTo>
                  <a:cubicBezTo>
                    <a:pt x="28700" y="1160"/>
                    <a:pt x="28700" y="1103"/>
                    <a:pt x="28700" y="1047"/>
                  </a:cubicBezTo>
                  <a:lnTo>
                    <a:pt x="28764" y="1047"/>
                  </a:lnTo>
                  <a:cubicBezTo>
                    <a:pt x="28764" y="1047"/>
                    <a:pt x="28797" y="1047"/>
                    <a:pt x="28797" y="982"/>
                  </a:cubicBezTo>
                  <a:cubicBezTo>
                    <a:pt x="28797" y="925"/>
                    <a:pt x="28837" y="925"/>
                    <a:pt x="28870" y="925"/>
                  </a:cubicBezTo>
                  <a:cubicBezTo>
                    <a:pt x="28870" y="942"/>
                    <a:pt x="28873" y="948"/>
                    <a:pt x="28876" y="948"/>
                  </a:cubicBezTo>
                  <a:cubicBezTo>
                    <a:pt x="28883" y="948"/>
                    <a:pt x="28893" y="908"/>
                    <a:pt x="28870" y="868"/>
                  </a:cubicBezTo>
                  <a:cubicBezTo>
                    <a:pt x="28870" y="803"/>
                    <a:pt x="28870" y="747"/>
                    <a:pt x="28902" y="747"/>
                  </a:cubicBezTo>
                  <a:lnTo>
                    <a:pt x="28902" y="625"/>
                  </a:lnTo>
                  <a:cubicBezTo>
                    <a:pt x="28902" y="511"/>
                    <a:pt x="28902" y="447"/>
                    <a:pt x="28837" y="390"/>
                  </a:cubicBezTo>
                  <a:cubicBezTo>
                    <a:pt x="28757" y="352"/>
                    <a:pt x="28687" y="317"/>
                    <a:pt x="28644" y="317"/>
                  </a:cubicBezTo>
                  <a:cubicBezTo>
                    <a:pt x="28612" y="317"/>
                    <a:pt x="28594" y="335"/>
                    <a:pt x="28594" y="382"/>
                  </a:cubicBezTo>
                  <a:cubicBezTo>
                    <a:pt x="28594" y="382"/>
                    <a:pt x="28562" y="447"/>
                    <a:pt x="28529" y="447"/>
                  </a:cubicBezTo>
                  <a:cubicBezTo>
                    <a:pt x="28497" y="438"/>
                    <a:pt x="28464" y="382"/>
                    <a:pt x="28464" y="382"/>
                  </a:cubicBezTo>
                  <a:cubicBezTo>
                    <a:pt x="28464" y="325"/>
                    <a:pt x="28327" y="317"/>
                    <a:pt x="28156" y="317"/>
                  </a:cubicBezTo>
                  <a:cubicBezTo>
                    <a:pt x="27954" y="317"/>
                    <a:pt x="27848" y="317"/>
                    <a:pt x="27816" y="252"/>
                  </a:cubicBezTo>
                  <a:cubicBezTo>
                    <a:pt x="27783" y="195"/>
                    <a:pt x="27751" y="195"/>
                    <a:pt x="27751" y="195"/>
                  </a:cubicBezTo>
                  <a:cubicBezTo>
                    <a:pt x="27751" y="236"/>
                    <a:pt x="27640" y="248"/>
                    <a:pt x="27489" y="248"/>
                  </a:cubicBezTo>
                  <a:cubicBezTo>
                    <a:pt x="27432" y="248"/>
                    <a:pt x="27370" y="246"/>
                    <a:pt x="27305" y="244"/>
                  </a:cubicBezTo>
                  <a:cubicBezTo>
                    <a:pt x="27070" y="244"/>
                    <a:pt x="26827" y="244"/>
                    <a:pt x="26827" y="301"/>
                  </a:cubicBezTo>
                  <a:lnTo>
                    <a:pt x="26762" y="301"/>
                  </a:lnTo>
                  <a:cubicBezTo>
                    <a:pt x="26762" y="244"/>
                    <a:pt x="26697" y="236"/>
                    <a:pt x="26624" y="236"/>
                  </a:cubicBezTo>
                  <a:cubicBezTo>
                    <a:pt x="26592" y="276"/>
                    <a:pt x="26543" y="293"/>
                    <a:pt x="26486" y="293"/>
                  </a:cubicBezTo>
                  <a:cubicBezTo>
                    <a:pt x="26486" y="236"/>
                    <a:pt x="26454" y="236"/>
                    <a:pt x="26389" y="236"/>
                  </a:cubicBezTo>
                  <a:cubicBezTo>
                    <a:pt x="26324" y="236"/>
                    <a:pt x="26283" y="236"/>
                    <a:pt x="26283" y="293"/>
                  </a:cubicBezTo>
                  <a:cubicBezTo>
                    <a:pt x="26268" y="294"/>
                    <a:pt x="26252" y="294"/>
                    <a:pt x="26237" y="294"/>
                  </a:cubicBezTo>
                  <a:cubicBezTo>
                    <a:pt x="26129" y="294"/>
                    <a:pt x="26017" y="270"/>
                    <a:pt x="25911" y="228"/>
                  </a:cubicBezTo>
                  <a:cubicBezTo>
                    <a:pt x="25901" y="211"/>
                    <a:pt x="25892" y="204"/>
                    <a:pt x="25882" y="204"/>
                  </a:cubicBezTo>
                  <a:cubicBezTo>
                    <a:pt x="25859" y="204"/>
                    <a:pt x="25836" y="244"/>
                    <a:pt x="25813" y="284"/>
                  </a:cubicBezTo>
                  <a:cubicBezTo>
                    <a:pt x="25813" y="349"/>
                    <a:pt x="25773" y="406"/>
                    <a:pt x="25740" y="406"/>
                  </a:cubicBezTo>
                  <a:lnTo>
                    <a:pt x="25740" y="284"/>
                  </a:lnTo>
                  <a:cubicBezTo>
                    <a:pt x="25773" y="228"/>
                    <a:pt x="25773" y="228"/>
                    <a:pt x="25708" y="228"/>
                  </a:cubicBezTo>
                  <a:lnTo>
                    <a:pt x="25643" y="228"/>
                  </a:lnTo>
                  <a:cubicBezTo>
                    <a:pt x="25643" y="269"/>
                    <a:pt x="25553" y="280"/>
                    <a:pt x="25411" y="280"/>
                  </a:cubicBezTo>
                  <a:cubicBezTo>
                    <a:pt x="25357" y="280"/>
                    <a:pt x="25296" y="279"/>
                    <a:pt x="25229" y="276"/>
                  </a:cubicBezTo>
                  <a:cubicBezTo>
                    <a:pt x="24929" y="276"/>
                    <a:pt x="24824" y="276"/>
                    <a:pt x="24824" y="333"/>
                  </a:cubicBezTo>
                  <a:cubicBezTo>
                    <a:pt x="24824" y="364"/>
                    <a:pt x="24816" y="379"/>
                    <a:pt x="24797" y="379"/>
                  </a:cubicBezTo>
                  <a:cubicBezTo>
                    <a:pt x="24776" y="379"/>
                    <a:pt x="24741" y="362"/>
                    <a:pt x="24686" y="333"/>
                  </a:cubicBezTo>
                  <a:cubicBezTo>
                    <a:pt x="24559" y="216"/>
                    <a:pt x="24511" y="172"/>
                    <a:pt x="24486" y="172"/>
                  </a:cubicBezTo>
                  <a:cubicBezTo>
                    <a:pt x="24471" y="172"/>
                    <a:pt x="24463" y="187"/>
                    <a:pt x="24451" y="211"/>
                  </a:cubicBezTo>
                  <a:cubicBezTo>
                    <a:pt x="24484" y="211"/>
                    <a:pt x="24484" y="268"/>
                    <a:pt x="24484" y="333"/>
                  </a:cubicBezTo>
                  <a:cubicBezTo>
                    <a:pt x="24484" y="390"/>
                    <a:pt x="24475" y="418"/>
                    <a:pt x="24463" y="418"/>
                  </a:cubicBezTo>
                  <a:cubicBezTo>
                    <a:pt x="24451" y="418"/>
                    <a:pt x="24435" y="390"/>
                    <a:pt x="24419" y="333"/>
                  </a:cubicBezTo>
                  <a:cubicBezTo>
                    <a:pt x="24419" y="284"/>
                    <a:pt x="24335" y="263"/>
                    <a:pt x="24233" y="263"/>
                  </a:cubicBezTo>
                  <a:cubicBezTo>
                    <a:pt x="24083" y="263"/>
                    <a:pt x="23892" y="309"/>
                    <a:pt x="23867" y="382"/>
                  </a:cubicBezTo>
                  <a:lnTo>
                    <a:pt x="23867" y="325"/>
                  </a:lnTo>
                  <a:cubicBezTo>
                    <a:pt x="23867" y="260"/>
                    <a:pt x="23835" y="260"/>
                    <a:pt x="23705" y="260"/>
                  </a:cubicBezTo>
                  <a:lnTo>
                    <a:pt x="23600" y="260"/>
                  </a:lnTo>
                  <a:cubicBezTo>
                    <a:pt x="23600" y="310"/>
                    <a:pt x="23566" y="328"/>
                    <a:pt x="23525" y="328"/>
                  </a:cubicBezTo>
                  <a:cubicBezTo>
                    <a:pt x="23468" y="328"/>
                    <a:pt x="23397" y="290"/>
                    <a:pt x="23397" y="252"/>
                  </a:cubicBezTo>
                  <a:cubicBezTo>
                    <a:pt x="23365" y="195"/>
                    <a:pt x="23365" y="195"/>
                    <a:pt x="23292" y="195"/>
                  </a:cubicBezTo>
                  <a:cubicBezTo>
                    <a:pt x="23251" y="246"/>
                    <a:pt x="23198" y="264"/>
                    <a:pt x="23150" y="264"/>
                  </a:cubicBezTo>
                  <a:cubicBezTo>
                    <a:pt x="23082" y="264"/>
                    <a:pt x="23024" y="228"/>
                    <a:pt x="23024" y="195"/>
                  </a:cubicBezTo>
                  <a:lnTo>
                    <a:pt x="22951" y="187"/>
                  </a:lnTo>
                  <a:cubicBezTo>
                    <a:pt x="22930" y="230"/>
                    <a:pt x="22884" y="254"/>
                    <a:pt x="22840" y="254"/>
                  </a:cubicBezTo>
                  <a:cubicBezTo>
                    <a:pt x="22834" y="254"/>
                    <a:pt x="22828" y="253"/>
                    <a:pt x="22821" y="252"/>
                  </a:cubicBezTo>
                  <a:cubicBezTo>
                    <a:pt x="22794" y="250"/>
                    <a:pt x="22771" y="248"/>
                    <a:pt x="22754" y="248"/>
                  </a:cubicBezTo>
                  <a:cubicBezTo>
                    <a:pt x="22704" y="248"/>
                    <a:pt x="22692" y="261"/>
                    <a:pt x="22716" y="309"/>
                  </a:cubicBezTo>
                  <a:cubicBezTo>
                    <a:pt x="22716" y="365"/>
                    <a:pt x="22716" y="430"/>
                    <a:pt x="22684" y="430"/>
                  </a:cubicBezTo>
                  <a:lnTo>
                    <a:pt x="22684" y="365"/>
                  </a:lnTo>
                  <a:cubicBezTo>
                    <a:pt x="22684" y="309"/>
                    <a:pt x="22578" y="309"/>
                    <a:pt x="22440" y="301"/>
                  </a:cubicBezTo>
                  <a:cubicBezTo>
                    <a:pt x="22270" y="301"/>
                    <a:pt x="22205" y="301"/>
                    <a:pt x="22173" y="244"/>
                  </a:cubicBezTo>
                  <a:lnTo>
                    <a:pt x="22140" y="301"/>
                  </a:lnTo>
                  <a:cubicBezTo>
                    <a:pt x="22120" y="329"/>
                    <a:pt x="22102" y="343"/>
                    <a:pt x="22089" y="343"/>
                  </a:cubicBezTo>
                  <a:cubicBezTo>
                    <a:pt x="22076" y="343"/>
                    <a:pt x="22067" y="329"/>
                    <a:pt x="22067" y="301"/>
                  </a:cubicBezTo>
                  <a:cubicBezTo>
                    <a:pt x="22051" y="267"/>
                    <a:pt x="22006" y="251"/>
                    <a:pt x="21957" y="251"/>
                  </a:cubicBezTo>
                  <a:cubicBezTo>
                    <a:pt x="21912" y="251"/>
                    <a:pt x="21864" y="265"/>
                    <a:pt x="21832" y="293"/>
                  </a:cubicBezTo>
                  <a:lnTo>
                    <a:pt x="21759" y="293"/>
                  </a:lnTo>
                  <a:cubicBezTo>
                    <a:pt x="21743" y="232"/>
                    <a:pt x="21711" y="201"/>
                    <a:pt x="21678" y="201"/>
                  </a:cubicBezTo>
                  <a:cubicBezTo>
                    <a:pt x="21646" y="201"/>
                    <a:pt x="21613" y="232"/>
                    <a:pt x="21597" y="293"/>
                  </a:cubicBezTo>
                  <a:cubicBezTo>
                    <a:pt x="21597" y="236"/>
                    <a:pt x="21557" y="228"/>
                    <a:pt x="21524" y="228"/>
                  </a:cubicBezTo>
                  <a:cubicBezTo>
                    <a:pt x="21492" y="260"/>
                    <a:pt x="21441" y="276"/>
                    <a:pt x="21399" y="276"/>
                  </a:cubicBezTo>
                  <a:cubicBezTo>
                    <a:pt x="21356" y="276"/>
                    <a:pt x="21322" y="260"/>
                    <a:pt x="21322" y="228"/>
                  </a:cubicBezTo>
                  <a:lnTo>
                    <a:pt x="21289" y="228"/>
                  </a:lnTo>
                  <a:cubicBezTo>
                    <a:pt x="21275" y="263"/>
                    <a:pt x="21242" y="286"/>
                    <a:pt x="21202" y="286"/>
                  </a:cubicBezTo>
                  <a:cubicBezTo>
                    <a:pt x="21196" y="286"/>
                    <a:pt x="21190" y="285"/>
                    <a:pt x="21184" y="284"/>
                  </a:cubicBezTo>
                  <a:cubicBezTo>
                    <a:pt x="21143" y="284"/>
                    <a:pt x="21103" y="309"/>
                    <a:pt x="21086" y="349"/>
                  </a:cubicBezTo>
                  <a:cubicBezTo>
                    <a:pt x="21046" y="406"/>
                    <a:pt x="21013" y="406"/>
                    <a:pt x="21013" y="406"/>
                  </a:cubicBezTo>
                  <a:cubicBezTo>
                    <a:pt x="20981" y="406"/>
                    <a:pt x="21013" y="341"/>
                    <a:pt x="21046" y="284"/>
                  </a:cubicBezTo>
                  <a:cubicBezTo>
                    <a:pt x="21076" y="261"/>
                    <a:pt x="21076" y="247"/>
                    <a:pt x="21058" y="247"/>
                  </a:cubicBezTo>
                  <a:cubicBezTo>
                    <a:pt x="21033" y="247"/>
                    <a:pt x="20973" y="275"/>
                    <a:pt x="20916" y="341"/>
                  </a:cubicBezTo>
                  <a:cubicBezTo>
                    <a:pt x="20863" y="402"/>
                    <a:pt x="20837" y="432"/>
                    <a:pt x="20832" y="432"/>
                  </a:cubicBezTo>
                  <a:cubicBezTo>
                    <a:pt x="20827" y="432"/>
                    <a:pt x="20843" y="402"/>
                    <a:pt x="20876" y="341"/>
                  </a:cubicBezTo>
                  <a:cubicBezTo>
                    <a:pt x="20904" y="301"/>
                    <a:pt x="20929" y="261"/>
                    <a:pt x="20915" y="261"/>
                  </a:cubicBezTo>
                  <a:cubicBezTo>
                    <a:pt x="20909" y="261"/>
                    <a:pt x="20897" y="268"/>
                    <a:pt x="20876" y="284"/>
                  </a:cubicBezTo>
                  <a:cubicBezTo>
                    <a:pt x="20876" y="284"/>
                    <a:pt x="20811" y="284"/>
                    <a:pt x="20811" y="341"/>
                  </a:cubicBezTo>
                  <a:lnTo>
                    <a:pt x="20705" y="341"/>
                  </a:lnTo>
                  <a:cubicBezTo>
                    <a:pt x="20673" y="301"/>
                    <a:pt x="20624" y="276"/>
                    <a:pt x="20576" y="276"/>
                  </a:cubicBezTo>
                  <a:cubicBezTo>
                    <a:pt x="20555" y="309"/>
                    <a:pt x="20545" y="325"/>
                    <a:pt x="20536" y="325"/>
                  </a:cubicBezTo>
                  <a:cubicBezTo>
                    <a:pt x="20527" y="325"/>
                    <a:pt x="20519" y="309"/>
                    <a:pt x="20503" y="276"/>
                  </a:cubicBezTo>
                  <a:cubicBezTo>
                    <a:pt x="20503" y="253"/>
                    <a:pt x="20497" y="240"/>
                    <a:pt x="20491" y="240"/>
                  </a:cubicBezTo>
                  <a:cubicBezTo>
                    <a:pt x="20482" y="240"/>
                    <a:pt x="20470" y="269"/>
                    <a:pt x="20470" y="341"/>
                  </a:cubicBezTo>
                  <a:cubicBezTo>
                    <a:pt x="20455" y="369"/>
                    <a:pt x="20439" y="383"/>
                    <a:pt x="20422" y="383"/>
                  </a:cubicBezTo>
                  <a:cubicBezTo>
                    <a:pt x="20405" y="383"/>
                    <a:pt x="20386" y="367"/>
                    <a:pt x="20365" y="333"/>
                  </a:cubicBezTo>
                  <a:cubicBezTo>
                    <a:pt x="20365" y="267"/>
                    <a:pt x="20354" y="239"/>
                    <a:pt x="20344" y="239"/>
                  </a:cubicBezTo>
                  <a:cubicBezTo>
                    <a:pt x="20338" y="239"/>
                    <a:pt x="20332" y="253"/>
                    <a:pt x="20332" y="276"/>
                  </a:cubicBezTo>
                  <a:cubicBezTo>
                    <a:pt x="20300" y="333"/>
                    <a:pt x="20268" y="333"/>
                    <a:pt x="20268" y="333"/>
                  </a:cubicBezTo>
                  <a:cubicBezTo>
                    <a:pt x="20268" y="276"/>
                    <a:pt x="19959" y="268"/>
                    <a:pt x="19651" y="268"/>
                  </a:cubicBezTo>
                  <a:cubicBezTo>
                    <a:pt x="19619" y="268"/>
                    <a:pt x="19586" y="325"/>
                    <a:pt x="19586" y="390"/>
                  </a:cubicBezTo>
                  <a:cubicBezTo>
                    <a:pt x="19586" y="438"/>
                    <a:pt x="19586" y="455"/>
                    <a:pt x="19584" y="455"/>
                  </a:cubicBezTo>
                  <a:cubicBezTo>
                    <a:pt x="19581" y="455"/>
                    <a:pt x="19573" y="423"/>
                    <a:pt x="19554" y="390"/>
                  </a:cubicBezTo>
                  <a:cubicBezTo>
                    <a:pt x="19538" y="296"/>
                    <a:pt x="19511" y="249"/>
                    <a:pt x="19493" y="249"/>
                  </a:cubicBezTo>
                  <a:cubicBezTo>
                    <a:pt x="19475" y="249"/>
                    <a:pt x="19465" y="294"/>
                    <a:pt x="19481" y="382"/>
                  </a:cubicBezTo>
                  <a:cubicBezTo>
                    <a:pt x="19501" y="443"/>
                    <a:pt x="19511" y="473"/>
                    <a:pt x="19507" y="473"/>
                  </a:cubicBezTo>
                  <a:cubicBezTo>
                    <a:pt x="19503" y="473"/>
                    <a:pt x="19485" y="443"/>
                    <a:pt x="19449" y="382"/>
                  </a:cubicBezTo>
                  <a:cubicBezTo>
                    <a:pt x="19432" y="353"/>
                    <a:pt x="19424" y="339"/>
                    <a:pt x="19416" y="339"/>
                  </a:cubicBezTo>
                  <a:cubicBezTo>
                    <a:pt x="19408" y="339"/>
                    <a:pt x="19400" y="353"/>
                    <a:pt x="19384" y="382"/>
                  </a:cubicBezTo>
                  <a:cubicBezTo>
                    <a:pt x="19384" y="414"/>
                    <a:pt x="19376" y="430"/>
                    <a:pt x="19368" y="430"/>
                  </a:cubicBezTo>
                  <a:cubicBezTo>
                    <a:pt x="19359" y="430"/>
                    <a:pt x="19351" y="414"/>
                    <a:pt x="19351" y="382"/>
                  </a:cubicBezTo>
                  <a:cubicBezTo>
                    <a:pt x="19323" y="342"/>
                    <a:pt x="19298" y="298"/>
                    <a:pt x="19286" y="298"/>
                  </a:cubicBezTo>
                  <a:cubicBezTo>
                    <a:pt x="19281" y="298"/>
                    <a:pt x="19278" y="306"/>
                    <a:pt x="19278" y="325"/>
                  </a:cubicBezTo>
                  <a:cubicBezTo>
                    <a:pt x="19278" y="325"/>
                    <a:pt x="19246" y="325"/>
                    <a:pt x="19213" y="260"/>
                  </a:cubicBezTo>
                  <a:cubicBezTo>
                    <a:pt x="19204" y="244"/>
                    <a:pt x="19195" y="237"/>
                    <a:pt x="19185" y="237"/>
                  </a:cubicBezTo>
                  <a:cubicBezTo>
                    <a:pt x="19162" y="237"/>
                    <a:pt x="19137" y="279"/>
                    <a:pt x="19108" y="325"/>
                  </a:cubicBezTo>
                  <a:cubicBezTo>
                    <a:pt x="19060" y="381"/>
                    <a:pt x="19026" y="409"/>
                    <a:pt x="19009" y="409"/>
                  </a:cubicBezTo>
                  <a:cubicBezTo>
                    <a:pt x="18991" y="409"/>
                    <a:pt x="18990" y="379"/>
                    <a:pt x="19011" y="317"/>
                  </a:cubicBezTo>
                  <a:cubicBezTo>
                    <a:pt x="19023" y="273"/>
                    <a:pt x="19006" y="255"/>
                    <a:pt x="18978" y="255"/>
                  </a:cubicBezTo>
                  <a:cubicBezTo>
                    <a:pt x="18933" y="255"/>
                    <a:pt x="18861" y="303"/>
                    <a:pt x="18841" y="374"/>
                  </a:cubicBezTo>
                  <a:cubicBezTo>
                    <a:pt x="18816" y="446"/>
                    <a:pt x="18807" y="475"/>
                    <a:pt x="18803" y="475"/>
                  </a:cubicBezTo>
                  <a:cubicBezTo>
                    <a:pt x="18800" y="475"/>
                    <a:pt x="18800" y="461"/>
                    <a:pt x="18800" y="438"/>
                  </a:cubicBezTo>
                  <a:cubicBezTo>
                    <a:pt x="18808" y="374"/>
                    <a:pt x="18768" y="374"/>
                    <a:pt x="18768" y="374"/>
                  </a:cubicBezTo>
                  <a:cubicBezTo>
                    <a:pt x="18735" y="374"/>
                    <a:pt x="18703" y="374"/>
                    <a:pt x="18703" y="317"/>
                  </a:cubicBezTo>
                  <a:cubicBezTo>
                    <a:pt x="18703" y="317"/>
                    <a:pt x="18670" y="317"/>
                    <a:pt x="18597" y="374"/>
                  </a:cubicBezTo>
                  <a:cubicBezTo>
                    <a:pt x="18573" y="419"/>
                    <a:pt x="18543" y="439"/>
                    <a:pt x="18513" y="439"/>
                  </a:cubicBezTo>
                  <a:cubicBezTo>
                    <a:pt x="18464" y="439"/>
                    <a:pt x="18415" y="385"/>
                    <a:pt x="18395" y="309"/>
                  </a:cubicBezTo>
                  <a:lnTo>
                    <a:pt x="18330" y="374"/>
                  </a:lnTo>
                  <a:cubicBezTo>
                    <a:pt x="18310" y="444"/>
                    <a:pt x="18286" y="496"/>
                    <a:pt x="18272" y="496"/>
                  </a:cubicBezTo>
                  <a:cubicBezTo>
                    <a:pt x="18263" y="496"/>
                    <a:pt x="18257" y="476"/>
                    <a:pt x="18257" y="430"/>
                  </a:cubicBezTo>
                  <a:lnTo>
                    <a:pt x="18257" y="365"/>
                  </a:lnTo>
                  <a:cubicBezTo>
                    <a:pt x="18244" y="413"/>
                    <a:pt x="18216" y="433"/>
                    <a:pt x="18185" y="433"/>
                  </a:cubicBezTo>
                  <a:cubicBezTo>
                    <a:pt x="18138" y="433"/>
                    <a:pt x="18087" y="383"/>
                    <a:pt x="18087" y="309"/>
                  </a:cubicBezTo>
                  <a:cubicBezTo>
                    <a:pt x="18087" y="244"/>
                    <a:pt x="18087" y="244"/>
                    <a:pt x="18054" y="244"/>
                  </a:cubicBezTo>
                  <a:lnTo>
                    <a:pt x="18054" y="309"/>
                  </a:lnTo>
                  <a:cubicBezTo>
                    <a:pt x="18054" y="362"/>
                    <a:pt x="18054" y="423"/>
                    <a:pt x="18027" y="423"/>
                  </a:cubicBezTo>
                  <a:cubicBezTo>
                    <a:pt x="18025" y="423"/>
                    <a:pt x="18024" y="423"/>
                    <a:pt x="18022" y="422"/>
                  </a:cubicBezTo>
                  <a:cubicBezTo>
                    <a:pt x="17989" y="422"/>
                    <a:pt x="17957" y="422"/>
                    <a:pt x="17957" y="365"/>
                  </a:cubicBezTo>
                  <a:cubicBezTo>
                    <a:pt x="17933" y="324"/>
                    <a:pt x="17905" y="279"/>
                    <a:pt x="17892" y="279"/>
                  </a:cubicBezTo>
                  <a:cubicBezTo>
                    <a:pt x="17887" y="279"/>
                    <a:pt x="17884" y="285"/>
                    <a:pt x="17884" y="301"/>
                  </a:cubicBezTo>
                  <a:cubicBezTo>
                    <a:pt x="17884" y="301"/>
                    <a:pt x="17851" y="301"/>
                    <a:pt x="17819" y="244"/>
                  </a:cubicBezTo>
                  <a:lnTo>
                    <a:pt x="17681" y="244"/>
                  </a:lnTo>
                  <a:cubicBezTo>
                    <a:pt x="17665" y="272"/>
                    <a:pt x="17641" y="286"/>
                    <a:pt x="17620" y="286"/>
                  </a:cubicBezTo>
                  <a:cubicBezTo>
                    <a:pt x="17600" y="286"/>
                    <a:pt x="17584" y="272"/>
                    <a:pt x="17584" y="244"/>
                  </a:cubicBezTo>
                  <a:cubicBezTo>
                    <a:pt x="17535" y="244"/>
                    <a:pt x="17503" y="260"/>
                    <a:pt x="17478" y="301"/>
                  </a:cubicBezTo>
                  <a:cubicBezTo>
                    <a:pt x="17414" y="301"/>
                    <a:pt x="17373" y="301"/>
                    <a:pt x="17373" y="236"/>
                  </a:cubicBezTo>
                  <a:cubicBezTo>
                    <a:pt x="17377" y="207"/>
                    <a:pt x="17377" y="193"/>
                    <a:pt x="17372" y="193"/>
                  </a:cubicBezTo>
                  <a:cubicBezTo>
                    <a:pt x="17367" y="193"/>
                    <a:pt x="17357" y="207"/>
                    <a:pt x="17341" y="236"/>
                  </a:cubicBezTo>
                  <a:cubicBezTo>
                    <a:pt x="17341" y="301"/>
                    <a:pt x="17308" y="301"/>
                    <a:pt x="17276" y="301"/>
                  </a:cubicBezTo>
                  <a:lnTo>
                    <a:pt x="17203" y="293"/>
                  </a:lnTo>
                  <a:cubicBezTo>
                    <a:pt x="17203" y="357"/>
                    <a:pt x="17203" y="357"/>
                    <a:pt x="17170" y="357"/>
                  </a:cubicBezTo>
                  <a:cubicBezTo>
                    <a:pt x="17138" y="357"/>
                    <a:pt x="17041" y="293"/>
                    <a:pt x="17000" y="293"/>
                  </a:cubicBezTo>
                  <a:cubicBezTo>
                    <a:pt x="16903" y="293"/>
                    <a:pt x="16903" y="293"/>
                    <a:pt x="16935" y="349"/>
                  </a:cubicBezTo>
                  <a:cubicBezTo>
                    <a:pt x="16957" y="349"/>
                    <a:pt x="16964" y="378"/>
                    <a:pt x="16947" y="378"/>
                  </a:cubicBezTo>
                  <a:cubicBezTo>
                    <a:pt x="16939" y="378"/>
                    <a:pt x="16924" y="371"/>
                    <a:pt x="16903" y="349"/>
                  </a:cubicBezTo>
                  <a:cubicBezTo>
                    <a:pt x="16822" y="325"/>
                    <a:pt x="16741" y="301"/>
                    <a:pt x="16660" y="293"/>
                  </a:cubicBezTo>
                  <a:cubicBezTo>
                    <a:pt x="16626" y="290"/>
                    <a:pt x="16601" y="289"/>
                    <a:pt x="16582" y="289"/>
                  </a:cubicBezTo>
                  <a:cubicBezTo>
                    <a:pt x="16530" y="289"/>
                    <a:pt x="16530" y="301"/>
                    <a:pt x="16530" y="349"/>
                  </a:cubicBezTo>
                  <a:cubicBezTo>
                    <a:pt x="16546" y="410"/>
                    <a:pt x="16546" y="440"/>
                    <a:pt x="16537" y="440"/>
                  </a:cubicBezTo>
                  <a:cubicBezTo>
                    <a:pt x="16528" y="440"/>
                    <a:pt x="16510" y="410"/>
                    <a:pt x="16489" y="349"/>
                  </a:cubicBezTo>
                  <a:cubicBezTo>
                    <a:pt x="16451" y="277"/>
                    <a:pt x="16424" y="248"/>
                    <a:pt x="16408" y="248"/>
                  </a:cubicBezTo>
                  <a:cubicBezTo>
                    <a:pt x="16397" y="248"/>
                    <a:pt x="16392" y="261"/>
                    <a:pt x="16392" y="284"/>
                  </a:cubicBezTo>
                  <a:cubicBezTo>
                    <a:pt x="16360" y="349"/>
                    <a:pt x="16360" y="349"/>
                    <a:pt x="16319" y="349"/>
                  </a:cubicBezTo>
                  <a:cubicBezTo>
                    <a:pt x="16319" y="316"/>
                    <a:pt x="16310" y="300"/>
                    <a:pt x="16293" y="300"/>
                  </a:cubicBezTo>
                  <a:cubicBezTo>
                    <a:pt x="16277" y="300"/>
                    <a:pt x="16253" y="314"/>
                    <a:pt x="16222" y="341"/>
                  </a:cubicBezTo>
                  <a:cubicBezTo>
                    <a:pt x="16189" y="341"/>
                    <a:pt x="16189" y="341"/>
                    <a:pt x="16189" y="284"/>
                  </a:cubicBezTo>
                  <a:lnTo>
                    <a:pt x="16116" y="284"/>
                  </a:lnTo>
                  <a:cubicBezTo>
                    <a:pt x="16089" y="332"/>
                    <a:pt x="16039" y="349"/>
                    <a:pt x="15986" y="349"/>
                  </a:cubicBezTo>
                  <a:cubicBezTo>
                    <a:pt x="15912" y="349"/>
                    <a:pt x="15835" y="314"/>
                    <a:pt x="15816" y="276"/>
                  </a:cubicBezTo>
                  <a:cubicBezTo>
                    <a:pt x="15816" y="276"/>
                    <a:pt x="15776" y="276"/>
                    <a:pt x="15743" y="341"/>
                  </a:cubicBezTo>
                  <a:cubicBezTo>
                    <a:pt x="15727" y="397"/>
                    <a:pt x="15711" y="425"/>
                    <a:pt x="15699" y="425"/>
                  </a:cubicBezTo>
                  <a:cubicBezTo>
                    <a:pt x="15687" y="425"/>
                    <a:pt x="15679" y="395"/>
                    <a:pt x="15679" y="333"/>
                  </a:cubicBezTo>
                  <a:cubicBezTo>
                    <a:pt x="15679" y="276"/>
                    <a:pt x="15679" y="248"/>
                    <a:pt x="15674" y="248"/>
                  </a:cubicBezTo>
                  <a:cubicBezTo>
                    <a:pt x="15670" y="248"/>
                    <a:pt x="15662" y="276"/>
                    <a:pt x="15646" y="333"/>
                  </a:cubicBezTo>
                  <a:cubicBezTo>
                    <a:pt x="15630" y="359"/>
                    <a:pt x="15591" y="374"/>
                    <a:pt x="15555" y="374"/>
                  </a:cubicBezTo>
                  <a:cubicBezTo>
                    <a:pt x="15502" y="374"/>
                    <a:pt x="15452" y="344"/>
                    <a:pt x="15476" y="276"/>
                  </a:cubicBezTo>
                  <a:lnTo>
                    <a:pt x="15476" y="155"/>
                  </a:lnTo>
                  <a:cubicBezTo>
                    <a:pt x="15435" y="211"/>
                    <a:pt x="15403" y="211"/>
                    <a:pt x="15403" y="211"/>
                  </a:cubicBezTo>
                  <a:cubicBezTo>
                    <a:pt x="15403" y="259"/>
                    <a:pt x="15385" y="272"/>
                    <a:pt x="15333" y="272"/>
                  </a:cubicBezTo>
                  <a:cubicBezTo>
                    <a:pt x="15315" y="272"/>
                    <a:pt x="15293" y="270"/>
                    <a:pt x="15265" y="268"/>
                  </a:cubicBezTo>
                  <a:cubicBezTo>
                    <a:pt x="15200" y="268"/>
                    <a:pt x="15062" y="325"/>
                    <a:pt x="14997" y="325"/>
                  </a:cubicBezTo>
                  <a:cubicBezTo>
                    <a:pt x="14924" y="325"/>
                    <a:pt x="14827" y="325"/>
                    <a:pt x="14795" y="268"/>
                  </a:cubicBezTo>
                  <a:cubicBezTo>
                    <a:pt x="14787" y="267"/>
                    <a:pt x="14780" y="267"/>
                    <a:pt x="14773" y="267"/>
                  </a:cubicBezTo>
                  <a:cubicBezTo>
                    <a:pt x="14726" y="267"/>
                    <a:pt x="14685" y="290"/>
                    <a:pt x="14657" y="325"/>
                  </a:cubicBezTo>
                  <a:cubicBezTo>
                    <a:pt x="14641" y="353"/>
                    <a:pt x="14614" y="368"/>
                    <a:pt x="14592" y="368"/>
                  </a:cubicBezTo>
                  <a:cubicBezTo>
                    <a:pt x="14570" y="368"/>
                    <a:pt x="14552" y="353"/>
                    <a:pt x="14552" y="325"/>
                  </a:cubicBezTo>
                  <a:lnTo>
                    <a:pt x="14519" y="325"/>
                  </a:lnTo>
                  <a:cubicBezTo>
                    <a:pt x="14454" y="382"/>
                    <a:pt x="14422" y="382"/>
                    <a:pt x="14422" y="382"/>
                  </a:cubicBezTo>
                  <a:cubicBezTo>
                    <a:pt x="14422" y="340"/>
                    <a:pt x="14400" y="295"/>
                    <a:pt x="14376" y="295"/>
                  </a:cubicBezTo>
                  <a:cubicBezTo>
                    <a:pt x="14367" y="295"/>
                    <a:pt x="14358" y="301"/>
                    <a:pt x="14349" y="317"/>
                  </a:cubicBezTo>
                  <a:cubicBezTo>
                    <a:pt x="14349" y="382"/>
                    <a:pt x="14316" y="382"/>
                    <a:pt x="14252" y="382"/>
                  </a:cubicBezTo>
                  <a:cubicBezTo>
                    <a:pt x="14211" y="345"/>
                    <a:pt x="13840" y="324"/>
                    <a:pt x="13523" y="324"/>
                  </a:cubicBezTo>
                  <a:cubicBezTo>
                    <a:pt x="13275" y="324"/>
                    <a:pt x="13060" y="337"/>
                    <a:pt x="13060" y="365"/>
                  </a:cubicBezTo>
                  <a:lnTo>
                    <a:pt x="12954" y="365"/>
                  </a:lnTo>
                  <a:lnTo>
                    <a:pt x="12857" y="357"/>
                  </a:lnTo>
                  <a:cubicBezTo>
                    <a:pt x="12857" y="309"/>
                    <a:pt x="12827" y="292"/>
                    <a:pt x="12784" y="292"/>
                  </a:cubicBezTo>
                  <a:cubicBezTo>
                    <a:pt x="12725" y="292"/>
                    <a:pt x="12642" y="325"/>
                    <a:pt x="12581" y="357"/>
                  </a:cubicBezTo>
                  <a:cubicBezTo>
                    <a:pt x="12567" y="393"/>
                    <a:pt x="12535" y="416"/>
                    <a:pt x="12494" y="416"/>
                  </a:cubicBezTo>
                  <a:cubicBezTo>
                    <a:pt x="12488" y="416"/>
                    <a:pt x="12482" y="415"/>
                    <a:pt x="12476" y="414"/>
                  </a:cubicBezTo>
                  <a:cubicBezTo>
                    <a:pt x="12476" y="342"/>
                    <a:pt x="12442" y="313"/>
                    <a:pt x="12400" y="313"/>
                  </a:cubicBezTo>
                  <a:cubicBezTo>
                    <a:pt x="12372" y="313"/>
                    <a:pt x="12340" y="326"/>
                    <a:pt x="12314" y="349"/>
                  </a:cubicBezTo>
                  <a:cubicBezTo>
                    <a:pt x="12294" y="410"/>
                    <a:pt x="12275" y="440"/>
                    <a:pt x="12262" y="440"/>
                  </a:cubicBezTo>
                  <a:cubicBezTo>
                    <a:pt x="12249" y="440"/>
                    <a:pt x="12241" y="410"/>
                    <a:pt x="12241" y="349"/>
                  </a:cubicBezTo>
                  <a:cubicBezTo>
                    <a:pt x="12241" y="298"/>
                    <a:pt x="12228" y="268"/>
                    <a:pt x="12206" y="268"/>
                  </a:cubicBezTo>
                  <a:cubicBezTo>
                    <a:pt x="12181" y="268"/>
                    <a:pt x="12143" y="312"/>
                    <a:pt x="12103" y="414"/>
                  </a:cubicBezTo>
                  <a:cubicBezTo>
                    <a:pt x="12087" y="442"/>
                    <a:pt x="12079" y="456"/>
                    <a:pt x="12071" y="456"/>
                  </a:cubicBezTo>
                  <a:cubicBezTo>
                    <a:pt x="12063" y="456"/>
                    <a:pt x="12055" y="440"/>
                    <a:pt x="12038" y="406"/>
                  </a:cubicBezTo>
                  <a:cubicBezTo>
                    <a:pt x="12019" y="340"/>
                    <a:pt x="12000" y="312"/>
                    <a:pt x="11988" y="312"/>
                  </a:cubicBezTo>
                  <a:cubicBezTo>
                    <a:pt x="11979" y="312"/>
                    <a:pt x="11973" y="326"/>
                    <a:pt x="11973" y="349"/>
                  </a:cubicBezTo>
                  <a:cubicBezTo>
                    <a:pt x="11953" y="410"/>
                    <a:pt x="11935" y="440"/>
                    <a:pt x="11918" y="440"/>
                  </a:cubicBezTo>
                  <a:cubicBezTo>
                    <a:pt x="11900" y="440"/>
                    <a:pt x="11884" y="410"/>
                    <a:pt x="11868" y="349"/>
                  </a:cubicBezTo>
                  <a:cubicBezTo>
                    <a:pt x="11835" y="288"/>
                    <a:pt x="11819" y="258"/>
                    <a:pt x="11806" y="258"/>
                  </a:cubicBezTo>
                  <a:cubicBezTo>
                    <a:pt x="11793" y="258"/>
                    <a:pt x="11783" y="288"/>
                    <a:pt x="11762" y="349"/>
                  </a:cubicBezTo>
                  <a:cubicBezTo>
                    <a:pt x="11754" y="405"/>
                    <a:pt x="11709" y="433"/>
                    <a:pt x="11664" y="433"/>
                  </a:cubicBezTo>
                  <a:cubicBezTo>
                    <a:pt x="11616" y="433"/>
                    <a:pt x="11568" y="403"/>
                    <a:pt x="11560" y="341"/>
                  </a:cubicBezTo>
                  <a:cubicBezTo>
                    <a:pt x="11538" y="341"/>
                    <a:pt x="11517" y="316"/>
                    <a:pt x="11505" y="316"/>
                  </a:cubicBezTo>
                  <a:cubicBezTo>
                    <a:pt x="11499" y="316"/>
                    <a:pt x="11495" y="322"/>
                    <a:pt x="11495" y="341"/>
                  </a:cubicBezTo>
                  <a:lnTo>
                    <a:pt x="11462" y="284"/>
                  </a:lnTo>
                  <a:lnTo>
                    <a:pt x="11390" y="284"/>
                  </a:lnTo>
                  <a:lnTo>
                    <a:pt x="11390" y="341"/>
                  </a:lnTo>
                  <a:cubicBezTo>
                    <a:pt x="11235" y="309"/>
                    <a:pt x="11073" y="284"/>
                    <a:pt x="10919" y="276"/>
                  </a:cubicBezTo>
                  <a:cubicBezTo>
                    <a:pt x="10820" y="274"/>
                    <a:pt x="10742" y="273"/>
                    <a:pt x="10681" y="273"/>
                  </a:cubicBezTo>
                  <a:cubicBezTo>
                    <a:pt x="10511" y="273"/>
                    <a:pt x="10482" y="285"/>
                    <a:pt x="10506" y="333"/>
                  </a:cubicBezTo>
                  <a:cubicBezTo>
                    <a:pt x="10522" y="389"/>
                    <a:pt x="10514" y="417"/>
                    <a:pt x="10498" y="417"/>
                  </a:cubicBezTo>
                  <a:cubicBezTo>
                    <a:pt x="10482" y="417"/>
                    <a:pt x="10457" y="387"/>
                    <a:pt x="10441" y="325"/>
                  </a:cubicBezTo>
                  <a:cubicBezTo>
                    <a:pt x="10408" y="325"/>
                    <a:pt x="10335" y="268"/>
                    <a:pt x="10271" y="268"/>
                  </a:cubicBezTo>
                  <a:cubicBezTo>
                    <a:pt x="10198" y="268"/>
                    <a:pt x="10133" y="268"/>
                    <a:pt x="10133" y="203"/>
                  </a:cubicBezTo>
                  <a:lnTo>
                    <a:pt x="10100" y="203"/>
                  </a:lnTo>
                  <a:cubicBezTo>
                    <a:pt x="10059" y="273"/>
                    <a:pt x="9975" y="300"/>
                    <a:pt x="9893" y="300"/>
                  </a:cubicBezTo>
                  <a:cubicBezTo>
                    <a:pt x="9830" y="300"/>
                    <a:pt x="9769" y="284"/>
                    <a:pt x="9727" y="260"/>
                  </a:cubicBezTo>
                  <a:cubicBezTo>
                    <a:pt x="9717" y="259"/>
                    <a:pt x="9706" y="258"/>
                    <a:pt x="9696" y="258"/>
                  </a:cubicBezTo>
                  <a:cubicBezTo>
                    <a:pt x="9642" y="258"/>
                    <a:pt x="9591" y="276"/>
                    <a:pt x="9557" y="317"/>
                  </a:cubicBezTo>
                  <a:cubicBezTo>
                    <a:pt x="9521" y="345"/>
                    <a:pt x="9502" y="359"/>
                    <a:pt x="9489" y="359"/>
                  </a:cubicBezTo>
                  <a:cubicBezTo>
                    <a:pt x="9476" y="359"/>
                    <a:pt x="9468" y="345"/>
                    <a:pt x="9452" y="317"/>
                  </a:cubicBezTo>
                  <a:cubicBezTo>
                    <a:pt x="9452" y="280"/>
                    <a:pt x="9386" y="245"/>
                    <a:pt x="9329" y="245"/>
                  </a:cubicBezTo>
                  <a:cubicBezTo>
                    <a:pt x="9286" y="245"/>
                    <a:pt x="9249" y="265"/>
                    <a:pt x="9249" y="317"/>
                  </a:cubicBezTo>
                  <a:lnTo>
                    <a:pt x="9217" y="252"/>
                  </a:lnTo>
                  <a:cubicBezTo>
                    <a:pt x="9207" y="235"/>
                    <a:pt x="9197" y="228"/>
                    <a:pt x="9187" y="228"/>
                  </a:cubicBezTo>
                  <a:cubicBezTo>
                    <a:pt x="9164" y="228"/>
                    <a:pt x="9144" y="269"/>
                    <a:pt x="9144" y="309"/>
                  </a:cubicBezTo>
                  <a:cubicBezTo>
                    <a:pt x="9144" y="364"/>
                    <a:pt x="9137" y="394"/>
                    <a:pt x="9127" y="394"/>
                  </a:cubicBezTo>
                  <a:cubicBezTo>
                    <a:pt x="9114" y="394"/>
                    <a:pt x="9097" y="350"/>
                    <a:pt x="9079" y="252"/>
                  </a:cubicBezTo>
                  <a:cubicBezTo>
                    <a:pt x="9079" y="180"/>
                    <a:pt x="9067" y="150"/>
                    <a:pt x="9058" y="150"/>
                  </a:cubicBezTo>
                  <a:cubicBezTo>
                    <a:pt x="9052" y="150"/>
                    <a:pt x="9046" y="164"/>
                    <a:pt x="9046" y="187"/>
                  </a:cubicBezTo>
                  <a:cubicBezTo>
                    <a:pt x="9023" y="233"/>
                    <a:pt x="8996" y="275"/>
                    <a:pt x="8971" y="275"/>
                  </a:cubicBezTo>
                  <a:cubicBezTo>
                    <a:pt x="8960" y="275"/>
                    <a:pt x="8950" y="268"/>
                    <a:pt x="8941" y="252"/>
                  </a:cubicBezTo>
                  <a:cubicBezTo>
                    <a:pt x="8909" y="252"/>
                    <a:pt x="8876" y="252"/>
                    <a:pt x="8876" y="365"/>
                  </a:cubicBezTo>
                  <a:cubicBezTo>
                    <a:pt x="8876" y="430"/>
                    <a:pt x="8844" y="430"/>
                    <a:pt x="8803" y="430"/>
                  </a:cubicBezTo>
                  <a:cubicBezTo>
                    <a:pt x="8803" y="382"/>
                    <a:pt x="8811" y="341"/>
                    <a:pt x="8844" y="309"/>
                  </a:cubicBezTo>
                  <a:lnTo>
                    <a:pt x="8771" y="309"/>
                  </a:lnTo>
                  <a:cubicBezTo>
                    <a:pt x="8714" y="293"/>
                    <a:pt x="8682" y="244"/>
                    <a:pt x="8673" y="187"/>
                  </a:cubicBezTo>
                  <a:cubicBezTo>
                    <a:pt x="8660" y="160"/>
                    <a:pt x="8645" y="144"/>
                    <a:pt x="8635" y="144"/>
                  </a:cubicBezTo>
                  <a:close/>
                  <a:moveTo>
                    <a:pt x="574" y="1517"/>
                  </a:moveTo>
                  <a:cubicBezTo>
                    <a:pt x="558" y="1557"/>
                    <a:pt x="541" y="1598"/>
                    <a:pt x="541" y="1638"/>
                  </a:cubicBezTo>
                  <a:lnTo>
                    <a:pt x="574" y="1638"/>
                  </a:lnTo>
                  <a:cubicBezTo>
                    <a:pt x="606" y="1638"/>
                    <a:pt x="606" y="1582"/>
                    <a:pt x="606" y="1517"/>
                  </a:cubicBezTo>
                  <a:close/>
                  <a:moveTo>
                    <a:pt x="8090" y="1979"/>
                  </a:moveTo>
                  <a:cubicBezTo>
                    <a:pt x="8065" y="2011"/>
                    <a:pt x="8057" y="2052"/>
                    <a:pt x="8057" y="2092"/>
                  </a:cubicBezTo>
                  <a:cubicBezTo>
                    <a:pt x="8057" y="2120"/>
                    <a:pt x="8063" y="2136"/>
                    <a:pt x="8072" y="2136"/>
                  </a:cubicBezTo>
                  <a:cubicBezTo>
                    <a:pt x="8085" y="2136"/>
                    <a:pt x="8103" y="2106"/>
                    <a:pt x="8122" y="2036"/>
                  </a:cubicBezTo>
                  <a:cubicBezTo>
                    <a:pt x="8122" y="1979"/>
                    <a:pt x="8122" y="1979"/>
                    <a:pt x="8090" y="197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2"/>
            <p:cNvSpPr/>
            <p:nvPr/>
          </p:nvSpPr>
          <p:spPr>
            <a:xfrm>
              <a:off x="5461550" y="2409811"/>
              <a:ext cx="492337" cy="36716"/>
            </a:xfrm>
            <a:custGeom>
              <a:avLst/>
              <a:gdLst/>
              <a:ahLst/>
              <a:cxnLst/>
              <a:rect l="l" t="t" r="r" b="b"/>
              <a:pathLst>
                <a:path w="28562" h="2130" extrusionOk="0">
                  <a:moveTo>
                    <a:pt x="7968" y="1"/>
                  </a:moveTo>
                  <a:cubicBezTo>
                    <a:pt x="7895" y="1"/>
                    <a:pt x="7895" y="1"/>
                    <a:pt x="7927" y="57"/>
                  </a:cubicBezTo>
                  <a:lnTo>
                    <a:pt x="8000" y="57"/>
                  </a:lnTo>
                  <a:cubicBezTo>
                    <a:pt x="8000" y="1"/>
                    <a:pt x="8000" y="1"/>
                    <a:pt x="7968" y="1"/>
                  </a:cubicBezTo>
                  <a:close/>
                  <a:moveTo>
                    <a:pt x="18046" y="366"/>
                  </a:moveTo>
                  <a:cubicBezTo>
                    <a:pt x="18046" y="366"/>
                    <a:pt x="18046" y="366"/>
                    <a:pt x="18046" y="366"/>
                  </a:cubicBezTo>
                  <a:lnTo>
                    <a:pt x="18046" y="366"/>
                  </a:lnTo>
                  <a:close/>
                  <a:moveTo>
                    <a:pt x="1109" y="325"/>
                  </a:moveTo>
                  <a:lnTo>
                    <a:pt x="1141" y="390"/>
                  </a:lnTo>
                  <a:lnTo>
                    <a:pt x="1182" y="390"/>
                  </a:lnTo>
                  <a:cubicBezTo>
                    <a:pt x="1182" y="325"/>
                    <a:pt x="1182" y="325"/>
                    <a:pt x="1141" y="325"/>
                  </a:cubicBezTo>
                  <a:close/>
                  <a:moveTo>
                    <a:pt x="19992" y="341"/>
                  </a:moveTo>
                  <a:cubicBezTo>
                    <a:pt x="19992" y="398"/>
                    <a:pt x="19992" y="455"/>
                    <a:pt x="19951" y="455"/>
                  </a:cubicBezTo>
                  <a:lnTo>
                    <a:pt x="19919" y="398"/>
                  </a:lnTo>
                  <a:lnTo>
                    <a:pt x="19951" y="341"/>
                  </a:lnTo>
                  <a:close/>
                  <a:moveTo>
                    <a:pt x="12598" y="357"/>
                  </a:moveTo>
                  <a:cubicBezTo>
                    <a:pt x="12598" y="422"/>
                    <a:pt x="12598" y="479"/>
                    <a:pt x="12565" y="479"/>
                  </a:cubicBezTo>
                  <a:lnTo>
                    <a:pt x="12533" y="479"/>
                  </a:lnTo>
                  <a:cubicBezTo>
                    <a:pt x="12533" y="439"/>
                    <a:pt x="12541" y="398"/>
                    <a:pt x="12565" y="357"/>
                  </a:cubicBezTo>
                  <a:close/>
                  <a:moveTo>
                    <a:pt x="19554" y="390"/>
                  </a:moveTo>
                  <a:cubicBezTo>
                    <a:pt x="19586" y="390"/>
                    <a:pt x="19586" y="390"/>
                    <a:pt x="19586" y="455"/>
                  </a:cubicBezTo>
                  <a:cubicBezTo>
                    <a:pt x="19586" y="455"/>
                    <a:pt x="19586" y="512"/>
                    <a:pt x="19554" y="512"/>
                  </a:cubicBezTo>
                  <a:lnTo>
                    <a:pt x="19522" y="455"/>
                  </a:lnTo>
                  <a:cubicBezTo>
                    <a:pt x="19522" y="390"/>
                    <a:pt x="19554" y="390"/>
                    <a:pt x="19554" y="390"/>
                  </a:cubicBezTo>
                  <a:close/>
                  <a:moveTo>
                    <a:pt x="7328" y="406"/>
                  </a:moveTo>
                  <a:cubicBezTo>
                    <a:pt x="7328" y="447"/>
                    <a:pt x="7336" y="495"/>
                    <a:pt x="7360" y="528"/>
                  </a:cubicBezTo>
                  <a:cubicBezTo>
                    <a:pt x="7392" y="528"/>
                    <a:pt x="7392" y="471"/>
                    <a:pt x="7392" y="471"/>
                  </a:cubicBezTo>
                  <a:cubicBezTo>
                    <a:pt x="7392" y="471"/>
                    <a:pt x="7392" y="406"/>
                    <a:pt x="7360" y="406"/>
                  </a:cubicBezTo>
                  <a:close/>
                  <a:moveTo>
                    <a:pt x="23616" y="447"/>
                  </a:moveTo>
                  <a:cubicBezTo>
                    <a:pt x="23648" y="447"/>
                    <a:pt x="23648" y="447"/>
                    <a:pt x="23648" y="503"/>
                  </a:cubicBezTo>
                  <a:cubicBezTo>
                    <a:pt x="23648" y="568"/>
                    <a:pt x="23616" y="625"/>
                    <a:pt x="23584" y="625"/>
                  </a:cubicBezTo>
                  <a:cubicBezTo>
                    <a:pt x="23551" y="625"/>
                    <a:pt x="23551" y="503"/>
                    <a:pt x="23616" y="447"/>
                  </a:cubicBezTo>
                  <a:close/>
                  <a:moveTo>
                    <a:pt x="6987" y="584"/>
                  </a:moveTo>
                  <a:cubicBezTo>
                    <a:pt x="7019" y="584"/>
                    <a:pt x="7019" y="584"/>
                    <a:pt x="7019" y="641"/>
                  </a:cubicBezTo>
                  <a:lnTo>
                    <a:pt x="6987" y="641"/>
                  </a:lnTo>
                  <a:lnTo>
                    <a:pt x="6955" y="584"/>
                  </a:lnTo>
                  <a:close/>
                  <a:moveTo>
                    <a:pt x="28359" y="400"/>
                  </a:moveTo>
                  <a:cubicBezTo>
                    <a:pt x="28378" y="400"/>
                    <a:pt x="28365" y="482"/>
                    <a:pt x="28319" y="568"/>
                  </a:cubicBezTo>
                  <a:cubicBezTo>
                    <a:pt x="28302" y="629"/>
                    <a:pt x="28294" y="659"/>
                    <a:pt x="28290" y="659"/>
                  </a:cubicBezTo>
                  <a:cubicBezTo>
                    <a:pt x="28286" y="659"/>
                    <a:pt x="28286" y="629"/>
                    <a:pt x="28286" y="568"/>
                  </a:cubicBezTo>
                  <a:cubicBezTo>
                    <a:pt x="28286" y="512"/>
                    <a:pt x="28286" y="447"/>
                    <a:pt x="28319" y="447"/>
                  </a:cubicBezTo>
                  <a:cubicBezTo>
                    <a:pt x="28337" y="414"/>
                    <a:pt x="28351" y="400"/>
                    <a:pt x="28359" y="400"/>
                  </a:cubicBezTo>
                  <a:close/>
                  <a:moveTo>
                    <a:pt x="4603" y="552"/>
                  </a:moveTo>
                  <a:lnTo>
                    <a:pt x="4603" y="609"/>
                  </a:lnTo>
                  <a:lnTo>
                    <a:pt x="4571" y="674"/>
                  </a:lnTo>
                  <a:lnTo>
                    <a:pt x="4538" y="609"/>
                  </a:lnTo>
                  <a:cubicBezTo>
                    <a:pt x="4538" y="552"/>
                    <a:pt x="4571" y="552"/>
                    <a:pt x="4603" y="552"/>
                  </a:cubicBezTo>
                  <a:close/>
                  <a:moveTo>
                    <a:pt x="5528" y="467"/>
                  </a:moveTo>
                  <a:cubicBezTo>
                    <a:pt x="5538" y="467"/>
                    <a:pt x="5531" y="496"/>
                    <a:pt x="5511" y="568"/>
                  </a:cubicBezTo>
                  <a:lnTo>
                    <a:pt x="5447" y="682"/>
                  </a:lnTo>
                  <a:cubicBezTo>
                    <a:pt x="5406" y="682"/>
                    <a:pt x="5447" y="625"/>
                    <a:pt x="5479" y="503"/>
                  </a:cubicBezTo>
                  <a:cubicBezTo>
                    <a:pt x="5505" y="480"/>
                    <a:pt x="5521" y="467"/>
                    <a:pt x="5528" y="467"/>
                  </a:cubicBezTo>
                  <a:close/>
                  <a:moveTo>
                    <a:pt x="6711" y="555"/>
                  </a:moveTo>
                  <a:cubicBezTo>
                    <a:pt x="6732" y="555"/>
                    <a:pt x="6744" y="613"/>
                    <a:pt x="6719" y="698"/>
                  </a:cubicBezTo>
                  <a:lnTo>
                    <a:pt x="6655" y="698"/>
                  </a:lnTo>
                  <a:cubicBezTo>
                    <a:pt x="6655" y="641"/>
                    <a:pt x="6655" y="576"/>
                    <a:pt x="6687" y="576"/>
                  </a:cubicBezTo>
                  <a:cubicBezTo>
                    <a:pt x="6695" y="562"/>
                    <a:pt x="6703" y="555"/>
                    <a:pt x="6711" y="555"/>
                  </a:cubicBezTo>
                  <a:close/>
                  <a:moveTo>
                    <a:pt x="671" y="617"/>
                  </a:moveTo>
                  <a:cubicBezTo>
                    <a:pt x="703" y="617"/>
                    <a:pt x="703" y="617"/>
                    <a:pt x="703" y="682"/>
                  </a:cubicBezTo>
                  <a:cubicBezTo>
                    <a:pt x="703" y="682"/>
                    <a:pt x="671" y="739"/>
                    <a:pt x="639" y="739"/>
                  </a:cubicBezTo>
                  <a:lnTo>
                    <a:pt x="606" y="682"/>
                  </a:lnTo>
                  <a:cubicBezTo>
                    <a:pt x="606" y="617"/>
                    <a:pt x="639" y="617"/>
                    <a:pt x="671" y="617"/>
                  </a:cubicBezTo>
                  <a:close/>
                  <a:moveTo>
                    <a:pt x="21127" y="649"/>
                  </a:moveTo>
                  <a:cubicBezTo>
                    <a:pt x="21159" y="649"/>
                    <a:pt x="21159" y="714"/>
                    <a:pt x="21159" y="714"/>
                  </a:cubicBezTo>
                  <a:cubicBezTo>
                    <a:pt x="21159" y="714"/>
                    <a:pt x="21159" y="771"/>
                    <a:pt x="21127" y="771"/>
                  </a:cubicBezTo>
                  <a:cubicBezTo>
                    <a:pt x="21111" y="730"/>
                    <a:pt x="21094" y="690"/>
                    <a:pt x="21094" y="649"/>
                  </a:cubicBezTo>
                  <a:close/>
                  <a:moveTo>
                    <a:pt x="8752" y="629"/>
                  </a:moveTo>
                  <a:cubicBezTo>
                    <a:pt x="8765" y="629"/>
                    <a:pt x="8784" y="658"/>
                    <a:pt x="8803" y="730"/>
                  </a:cubicBezTo>
                  <a:cubicBezTo>
                    <a:pt x="8803" y="787"/>
                    <a:pt x="8803" y="787"/>
                    <a:pt x="8771" y="787"/>
                  </a:cubicBezTo>
                  <a:cubicBezTo>
                    <a:pt x="8746" y="747"/>
                    <a:pt x="8738" y="706"/>
                    <a:pt x="8738" y="666"/>
                  </a:cubicBezTo>
                  <a:cubicBezTo>
                    <a:pt x="8738" y="643"/>
                    <a:pt x="8744" y="629"/>
                    <a:pt x="8752" y="629"/>
                  </a:cubicBezTo>
                  <a:close/>
                  <a:moveTo>
                    <a:pt x="9038" y="674"/>
                  </a:moveTo>
                  <a:cubicBezTo>
                    <a:pt x="9038" y="730"/>
                    <a:pt x="9038" y="787"/>
                    <a:pt x="9006" y="787"/>
                  </a:cubicBezTo>
                  <a:lnTo>
                    <a:pt x="8965" y="730"/>
                  </a:lnTo>
                  <a:lnTo>
                    <a:pt x="9006" y="674"/>
                  </a:lnTo>
                  <a:close/>
                  <a:moveTo>
                    <a:pt x="22498" y="647"/>
                  </a:moveTo>
                  <a:cubicBezTo>
                    <a:pt x="22502" y="647"/>
                    <a:pt x="22505" y="654"/>
                    <a:pt x="22505" y="674"/>
                  </a:cubicBezTo>
                  <a:cubicBezTo>
                    <a:pt x="22505" y="714"/>
                    <a:pt x="22489" y="755"/>
                    <a:pt x="22473" y="787"/>
                  </a:cubicBezTo>
                  <a:cubicBezTo>
                    <a:pt x="22473" y="787"/>
                    <a:pt x="22458" y="816"/>
                    <a:pt x="22449" y="816"/>
                  </a:cubicBezTo>
                  <a:cubicBezTo>
                    <a:pt x="22444" y="816"/>
                    <a:pt x="22440" y="809"/>
                    <a:pt x="22440" y="787"/>
                  </a:cubicBezTo>
                  <a:lnTo>
                    <a:pt x="22440" y="730"/>
                  </a:lnTo>
                  <a:cubicBezTo>
                    <a:pt x="22463" y="691"/>
                    <a:pt x="22486" y="647"/>
                    <a:pt x="22498" y="647"/>
                  </a:cubicBezTo>
                  <a:close/>
                  <a:moveTo>
                    <a:pt x="20235" y="714"/>
                  </a:moveTo>
                  <a:cubicBezTo>
                    <a:pt x="20249" y="714"/>
                    <a:pt x="20259" y="730"/>
                    <a:pt x="20259" y="763"/>
                  </a:cubicBezTo>
                  <a:cubicBezTo>
                    <a:pt x="20259" y="820"/>
                    <a:pt x="20259" y="820"/>
                    <a:pt x="20219" y="820"/>
                  </a:cubicBezTo>
                  <a:cubicBezTo>
                    <a:pt x="20154" y="820"/>
                    <a:pt x="20154" y="820"/>
                    <a:pt x="20186" y="763"/>
                  </a:cubicBezTo>
                  <a:cubicBezTo>
                    <a:pt x="20203" y="730"/>
                    <a:pt x="20221" y="714"/>
                    <a:pt x="20235" y="714"/>
                  </a:cubicBezTo>
                  <a:close/>
                  <a:moveTo>
                    <a:pt x="20454" y="763"/>
                  </a:moveTo>
                  <a:cubicBezTo>
                    <a:pt x="20495" y="763"/>
                    <a:pt x="20495" y="763"/>
                    <a:pt x="20495" y="820"/>
                  </a:cubicBezTo>
                  <a:lnTo>
                    <a:pt x="20454" y="820"/>
                  </a:lnTo>
                  <a:lnTo>
                    <a:pt x="20422" y="763"/>
                  </a:lnTo>
                  <a:close/>
                  <a:moveTo>
                    <a:pt x="20795" y="771"/>
                  </a:moveTo>
                  <a:cubicBezTo>
                    <a:pt x="20827" y="771"/>
                    <a:pt x="20827" y="771"/>
                    <a:pt x="20827" y="828"/>
                  </a:cubicBezTo>
                  <a:lnTo>
                    <a:pt x="20795" y="828"/>
                  </a:lnTo>
                  <a:lnTo>
                    <a:pt x="20762" y="771"/>
                  </a:lnTo>
                  <a:close/>
                  <a:moveTo>
                    <a:pt x="16765" y="714"/>
                  </a:moveTo>
                  <a:cubicBezTo>
                    <a:pt x="16765" y="771"/>
                    <a:pt x="16765" y="836"/>
                    <a:pt x="16733" y="836"/>
                  </a:cubicBezTo>
                  <a:lnTo>
                    <a:pt x="16692" y="836"/>
                  </a:lnTo>
                  <a:cubicBezTo>
                    <a:pt x="16700" y="787"/>
                    <a:pt x="16708" y="747"/>
                    <a:pt x="16733" y="714"/>
                  </a:cubicBezTo>
                  <a:close/>
                  <a:moveTo>
                    <a:pt x="13035" y="722"/>
                  </a:moveTo>
                  <a:cubicBezTo>
                    <a:pt x="13035" y="787"/>
                    <a:pt x="13035" y="844"/>
                    <a:pt x="13003" y="844"/>
                  </a:cubicBezTo>
                  <a:lnTo>
                    <a:pt x="12971" y="779"/>
                  </a:lnTo>
                  <a:lnTo>
                    <a:pt x="13003" y="722"/>
                  </a:lnTo>
                  <a:close/>
                  <a:moveTo>
                    <a:pt x="1044" y="625"/>
                  </a:moveTo>
                  <a:cubicBezTo>
                    <a:pt x="1076" y="625"/>
                    <a:pt x="1109" y="625"/>
                    <a:pt x="1109" y="682"/>
                  </a:cubicBezTo>
                  <a:lnTo>
                    <a:pt x="1076" y="682"/>
                  </a:lnTo>
                  <a:cubicBezTo>
                    <a:pt x="1076" y="665"/>
                    <a:pt x="1074" y="658"/>
                    <a:pt x="1071" y="658"/>
                  </a:cubicBezTo>
                  <a:cubicBezTo>
                    <a:pt x="1063" y="658"/>
                    <a:pt x="1053" y="701"/>
                    <a:pt x="1076" y="747"/>
                  </a:cubicBezTo>
                  <a:lnTo>
                    <a:pt x="1076" y="860"/>
                  </a:lnTo>
                  <a:cubicBezTo>
                    <a:pt x="1044" y="860"/>
                    <a:pt x="1012" y="803"/>
                    <a:pt x="1012" y="747"/>
                  </a:cubicBezTo>
                  <a:cubicBezTo>
                    <a:pt x="979" y="625"/>
                    <a:pt x="979" y="625"/>
                    <a:pt x="1044" y="625"/>
                  </a:cubicBezTo>
                  <a:close/>
                  <a:moveTo>
                    <a:pt x="8195" y="779"/>
                  </a:moveTo>
                  <a:cubicBezTo>
                    <a:pt x="8227" y="779"/>
                    <a:pt x="8227" y="836"/>
                    <a:pt x="8227" y="836"/>
                  </a:cubicBezTo>
                  <a:cubicBezTo>
                    <a:pt x="8227" y="857"/>
                    <a:pt x="8224" y="865"/>
                    <a:pt x="8218" y="865"/>
                  </a:cubicBezTo>
                  <a:cubicBezTo>
                    <a:pt x="8206" y="865"/>
                    <a:pt x="8184" y="836"/>
                    <a:pt x="8163" y="836"/>
                  </a:cubicBezTo>
                  <a:cubicBezTo>
                    <a:pt x="8130" y="779"/>
                    <a:pt x="8130" y="779"/>
                    <a:pt x="8195" y="779"/>
                  </a:cubicBezTo>
                  <a:close/>
                  <a:moveTo>
                    <a:pt x="5779" y="747"/>
                  </a:moveTo>
                  <a:cubicBezTo>
                    <a:pt x="5779" y="803"/>
                    <a:pt x="5779" y="868"/>
                    <a:pt x="5746" y="868"/>
                  </a:cubicBezTo>
                  <a:lnTo>
                    <a:pt x="5714" y="868"/>
                  </a:lnTo>
                  <a:cubicBezTo>
                    <a:pt x="5714" y="828"/>
                    <a:pt x="5722" y="787"/>
                    <a:pt x="5746" y="747"/>
                  </a:cubicBezTo>
                  <a:close/>
                  <a:moveTo>
                    <a:pt x="15354" y="755"/>
                  </a:moveTo>
                  <a:cubicBezTo>
                    <a:pt x="15419" y="755"/>
                    <a:pt x="15419" y="755"/>
                    <a:pt x="15419" y="820"/>
                  </a:cubicBezTo>
                  <a:cubicBezTo>
                    <a:pt x="15419" y="876"/>
                    <a:pt x="15354" y="876"/>
                    <a:pt x="15314" y="876"/>
                  </a:cubicBezTo>
                  <a:cubicBezTo>
                    <a:pt x="15281" y="812"/>
                    <a:pt x="15322" y="755"/>
                    <a:pt x="15354" y="755"/>
                  </a:cubicBezTo>
                  <a:close/>
                  <a:moveTo>
                    <a:pt x="20719" y="851"/>
                  </a:moveTo>
                  <a:cubicBezTo>
                    <a:pt x="20715" y="851"/>
                    <a:pt x="20708" y="857"/>
                    <a:pt x="20697" y="876"/>
                  </a:cubicBezTo>
                  <a:cubicBezTo>
                    <a:pt x="20719" y="876"/>
                    <a:pt x="20726" y="851"/>
                    <a:pt x="20719" y="851"/>
                  </a:cubicBezTo>
                  <a:close/>
                  <a:moveTo>
                    <a:pt x="7555" y="771"/>
                  </a:moveTo>
                  <a:cubicBezTo>
                    <a:pt x="7595" y="771"/>
                    <a:pt x="7627" y="771"/>
                    <a:pt x="7627" y="828"/>
                  </a:cubicBezTo>
                  <a:cubicBezTo>
                    <a:pt x="7627" y="828"/>
                    <a:pt x="7627" y="893"/>
                    <a:pt x="7587" y="893"/>
                  </a:cubicBezTo>
                  <a:cubicBezTo>
                    <a:pt x="7555" y="893"/>
                    <a:pt x="7522" y="828"/>
                    <a:pt x="7522" y="828"/>
                  </a:cubicBezTo>
                  <a:cubicBezTo>
                    <a:pt x="7522" y="771"/>
                    <a:pt x="7555" y="771"/>
                    <a:pt x="7555" y="771"/>
                  </a:cubicBezTo>
                  <a:close/>
                  <a:moveTo>
                    <a:pt x="4767" y="652"/>
                  </a:moveTo>
                  <a:cubicBezTo>
                    <a:pt x="4774" y="652"/>
                    <a:pt x="4774" y="680"/>
                    <a:pt x="4774" y="730"/>
                  </a:cubicBezTo>
                  <a:cubicBezTo>
                    <a:pt x="4782" y="803"/>
                    <a:pt x="4757" y="868"/>
                    <a:pt x="4701" y="909"/>
                  </a:cubicBezTo>
                  <a:lnTo>
                    <a:pt x="4636" y="909"/>
                  </a:lnTo>
                  <a:lnTo>
                    <a:pt x="4701" y="795"/>
                  </a:lnTo>
                  <a:cubicBezTo>
                    <a:pt x="4741" y="696"/>
                    <a:pt x="4759" y="652"/>
                    <a:pt x="4767" y="652"/>
                  </a:cubicBezTo>
                  <a:close/>
                  <a:moveTo>
                    <a:pt x="11219" y="820"/>
                  </a:moveTo>
                  <a:cubicBezTo>
                    <a:pt x="11219" y="876"/>
                    <a:pt x="11219" y="941"/>
                    <a:pt x="11187" y="941"/>
                  </a:cubicBezTo>
                  <a:lnTo>
                    <a:pt x="11154" y="876"/>
                  </a:lnTo>
                  <a:lnTo>
                    <a:pt x="11187" y="820"/>
                  </a:lnTo>
                  <a:close/>
                  <a:moveTo>
                    <a:pt x="2990" y="828"/>
                  </a:moveTo>
                  <a:cubicBezTo>
                    <a:pt x="3022" y="828"/>
                    <a:pt x="3022" y="893"/>
                    <a:pt x="2957" y="949"/>
                  </a:cubicBezTo>
                  <a:lnTo>
                    <a:pt x="2893" y="949"/>
                  </a:lnTo>
                  <a:cubicBezTo>
                    <a:pt x="2893" y="893"/>
                    <a:pt x="2933" y="844"/>
                    <a:pt x="2990" y="828"/>
                  </a:cubicBezTo>
                  <a:close/>
                  <a:moveTo>
                    <a:pt x="11989" y="771"/>
                  </a:moveTo>
                  <a:cubicBezTo>
                    <a:pt x="12022" y="771"/>
                    <a:pt x="12022" y="771"/>
                    <a:pt x="12022" y="828"/>
                  </a:cubicBezTo>
                  <a:cubicBezTo>
                    <a:pt x="12022" y="876"/>
                    <a:pt x="12014" y="917"/>
                    <a:pt x="11989" y="949"/>
                  </a:cubicBezTo>
                  <a:cubicBezTo>
                    <a:pt x="11957" y="949"/>
                    <a:pt x="11989" y="828"/>
                    <a:pt x="11989" y="771"/>
                  </a:cubicBezTo>
                  <a:close/>
                  <a:moveTo>
                    <a:pt x="6452" y="933"/>
                  </a:moveTo>
                  <a:lnTo>
                    <a:pt x="6452" y="998"/>
                  </a:lnTo>
                  <a:cubicBezTo>
                    <a:pt x="6430" y="998"/>
                    <a:pt x="6405" y="1023"/>
                    <a:pt x="6391" y="1023"/>
                  </a:cubicBezTo>
                  <a:cubicBezTo>
                    <a:pt x="6383" y="1023"/>
                    <a:pt x="6379" y="1017"/>
                    <a:pt x="6379" y="998"/>
                  </a:cubicBezTo>
                  <a:cubicBezTo>
                    <a:pt x="6346" y="998"/>
                    <a:pt x="6411" y="933"/>
                    <a:pt x="6452" y="933"/>
                  </a:cubicBezTo>
                  <a:close/>
                  <a:moveTo>
                    <a:pt x="20366" y="1026"/>
                  </a:moveTo>
                  <a:cubicBezTo>
                    <a:pt x="20365" y="1035"/>
                    <a:pt x="20365" y="1044"/>
                    <a:pt x="20365" y="1055"/>
                  </a:cubicBezTo>
                  <a:cubicBezTo>
                    <a:pt x="20367" y="1058"/>
                    <a:pt x="20368" y="1061"/>
                    <a:pt x="20369" y="1063"/>
                  </a:cubicBezTo>
                  <a:lnTo>
                    <a:pt x="20369" y="1063"/>
                  </a:lnTo>
                  <a:cubicBezTo>
                    <a:pt x="20368" y="1054"/>
                    <a:pt x="20366" y="1041"/>
                    <a:pt x="20366" y="1026"/>
                  </a:cubicBezTo>
                  <a:close/>
                  <a:moveTo>
                    <a:pt x="3143" y="926"/>
                  </a:moveTo>
                  <a:cubicBezTo>
                    <a:pt x="3108" y="926"/>
                    <a:pt x="3087" y="968"/>
                    <a:pt x="3087" y="1014"/>
                  </a:cubicBezTo>
                  <a:cubicBezTo>
                    <a:pt x="3087" y="1071"/>
                    <a:pt x="3120" y="1071"/>
                    <a:pt x="3193" y="1071"/>
                  </a:cubicBezTo>
                  <a:cubicBezTo>
                    <a:pt x="3225" y="1071"/>
                    <a:pt x="3257" y="1014"/>
                    <a:pt x="3257" y="1014"/>
                  </a:cubicBezTo>
                  <a:cubicBezTo>
                    <a:pt x="3257" y="949"/>
                    <a:pt x="3225" y="949"/>
                    <a:pt x="3193" y="949"/>
                  </a:cubicBezTo>
                  <a:cubicBezTo>
                    <a:pt x="3174" y="933"/>
                    <a:pt x="3157" y="926"/>
                    <a:pt x="3143" y="926"/>
                  </a:cubicBezTo>
                  <a:close/>
                  <a:moveTo>
                    <a:pt x="20369" y="1063"/>
                  </a:moveTo>
                  <a:cubicBezTo>
                    <a:pt x="20373" y="1083"/>
                    <a:pt x="20377" y="1092"/>
                    <a:pt x="20379" y="1092"/>
                  </a:cubicBezTo>
                  <a:cubicBezTo>
                    <a:pt x="20380" y="1092"/>
                    <a:pt x="20379" y="1082"/>
                    <a:pt x="20369" y="1063"/>
                  </a:cubicBezTo>
                  <a:close/>
                  <a:moveTo>
                    <a:pt x="8533" y="142"/>
                  </a:moveTo>
                  <a:cubicBezTo>
                    <a:pt x="8520" y="142"/>
                    <a:pt x="8516" y="172"/>
                    <a:pt x="8536" y="244"/>
                  </a:cubicBezTo>
                  <a:cubicBezTo>
                    <a:pt x="8536" y="357"/>
                    <a:pt x="8536" y="357"/>
                    <a:pt x="8471" y="357"/>
                  </a:cubicBezTo>
                  <a:cubicBezTo>
                    <a:pt x="8438" y="357"/>
                    <a:pt x="8398" y="357"/>
                    <a:pt x="8398" y="301"/>
                  </a:cubicBezTo>
                  <a:cubicBezTo>
                    <a:pt x="8398" y="236"/>
                    <a:pt x="8398" y="236"/>
                    <a:pt x="8333" y="236"/>
                  </a:cubicBezTo>
                  <a:cubicBezTo>
                    <a:pt x="8236" y="236"/>
                    <a:pt x="8130" y="414"/>
                    <a:pt x="8098" y="536"/>
                  </a:cubicBezTo>
                  <a:cubicBezTo>
                    <a:pt x="8098" y="593"/>
                    <a:pt x="8098" y="621"/>
                    <a:pt x="8094" y="621"/>
                  </a:cubicBezTo>
                  <a:cubicBezTo>
                    <a:pt x="8090" y="621"/>
                    <a:pt x="8082" y="593"/>
                    <a:pt x="8065" y="536"/>
                  </a:cubicBezTo>
                  <a:cubicBezTo>
                    <a:pt x="8065" y="471"/>
                    <a:pt x="8033" y="471"/>
                    <a:pt x="8000" y="471"/>
                  </a:cubicBezTo>
                  <a:cubicBezTo>
                    <a:pt x="8000" y="493"/>
                    <a:pt x="7996" y="500"/>
                    <a:pt x="7991" y="500"/>
                  </a:cubicBezTo>
                  <a:cubicBezTo>
                    <a:pt x="7982" y="500"/>
                    <a:pt x="7973" y="471"/>
                    <a:pt x="8000" y="471"/>
                  </a:cubicBezTo>
                  <a:cubicBezTo>
                    <a:pt x="8000" y="414"/>
                    <a:pt x="8033" y="414"/>
                    <a:pt x="8065" y="414"/>
                  </a:cubicBezTo>
                  <a:lnTo>
                    <a:pt x="8065" y="357"/>
                  </a:lnTo>
                  <a:cubicBezTo>
                    <a:pt x="8049" y="296"/>
                    <a:pt x="8032" y="265"/>
                    <a:pt x="8015" y="265"/>
                  </a:cubicBezTo>
                  <a:cubicBezTo>
                    <a:pt x="7998" y="265"/>
                    <a:pt x="7980" y="294"/>
                    <a:pt x="7960" y="349"/>
                  </a:cubicBezTo>
                  <a:cubicBezTo>
                    <a:pt x="7944" y="382"/>
                    <a:pt x="7936" y="398"/>
                    <a:pt x="7927" y="398"/>
                  </a:cubicBezTo>
                  <a:cubicBezTo>
                    <a:pt x="7919" y="398"/>
                    <a:pt x="7911" y="382"/>
                    <a:pt x="7895" y="349"/>
                  </a:cubicBezTo>
                  <a:cubicBezTo>
                    <a:pt x="7872" y="309"/>
                    <a:pt x="7849" y="266"/>
                    <a:pt x="7838" y="266"/>
                  </a:cubicBezTo>
                  <a:cubicBezTo>
                    <a:pt x="7833" y="266"/>
                    <a:pt x="7830" y="273"/>
                    <a:pt x="7830" y="293"/>
                  </a:cubicBezTo>
                  <a:cubicBezTo>
                    <a:pt x="7790" y="285"/>
                    <a:pt x="7749" y="268"/>
                    <a:pt x="7725" y="228"/>
                  </a:cubicBezTo>
                  <a:cubicBezTo>
                    <a:pt x="7660" y="228"/>
                    <a:pt x="7627" y="228"/>
                    <a:pt x="7627" y="285"/>
                  </a:cubicBezTo>
                  <a:cubicBezTo>
                    <a:pt x="7627" y="349"/>
                    <a:pt x="7595" y="349"/>
                    <a:pt x="7563" y="349"/>
                  </a:cubicBezTo>
                  <a:cubicBezTo>
                    <a:pt x="7522" y="349"/>
                    <a:pt x="7490" y="349"/>
                    <a:pt x="7490" y="406"/>
                  </a:cubicBezTo>
                  <a:cubicBezTo>
                    <a:pt x="7498" y="471"/>
                    <a:pt x="7449" y="520"/>
                    <a:pt x="7392" y="528"/>
                  </a:cubicBezTo>
                  <a:cubicBezTo>
                    <a:pt x="7366" y="551"/>
                    <a:pt x="7350" y="564"/>
                    <a:pt x="7338" y="564"/>
                  </a:cubicBezTo>
                  <a:cubicBezTo>
                    <a:pt x="7321" y="564"/>
                    <a:pt x="7311" y="535"/>
                    <a:pt x="7287" y="463"/>
                  </a:cubicBezTo>
                  <a:cubicBezTo>
                    <a:pt x="7287" y="406"/>
                    <a:pt x="7255" y="406"/>
                    <a:pt x="7222" y="406"/>
                  </a:cubicBezTo>
                  <a:cubicBezTo>
                    <a:pt x="7222" y="406"/>
                    <a:pt x="7190" y="406"/>
                    <a:pt x="7157" y="341"/>
                  </a:cubicBezTo>
                  <a:cubicBezTo>
                    <a:pt x="7148" y="325"/>
                    <a:pt x="7141" y="318"/>
                    <a:pt x="7136" y="318"/>
                  </a:cubicBezTo>
                  <a:cubicBezTo>
                    <a:pt x="7125" y="318"/>
                    <a:pt x="7125" y="358"/>
                    <a:pt x="7125" y="398"/>
                  </a:cubicBezTo>
                  <a:lnTo>
                    <a:pt x="7125" y="520"/>
                  </a:lnTo>
                  <a:cubicBezTo>
                    <a:pt x="7092" y="520"/>
                    <a:pt x="7052" y="398"/>
                    <a:pt x="7052" y="341"/>
                  </a:cubicBezTo>
                  <a:cubicBezTo>
                    <a:pt x="7036" y="280"/>
                    <a:pt x="7028" y="250"/>
                    <a:pt x="7023" y="250"/>
                  </a:cubicBezTo>
                  <a:cubicBezTo>
                    <a:pt x="7019" y="250"/>
                    <a:pt x="7019" y="280"/>
                    <a:pt x="7019" y="341"/>
                  </a:cubicBezTo>
                  <a:cubicBezTo>
                    <a:pt x="7019" y="381"/>
                    <a:pt x="7003" y="425"/>
                    <a:pt x="6971" y="425"/>
                  </a:cubicBezTo>
                  <a:cubicBezTo>
                    <a:pt x="6958" y="425"/>
                    <a:pt x="6941" y="417"/>
                    <a:pt x="6922" y="398"/>
                  </a:cubicBezTo>
                  <a:cubicBezTo>
                    <a:pt x="6857" y="398"/>
                    <a:pt x="6784" y="398"/>
                    <a:pt x="6784" y="341"/>
                  </a:cubicBezTo>
                  <a:cubicBezTo>
                    <a:pt x="6772" y="318"/>
                    <a:pt x="6761" y="310"/>
                    <a:pt x="6750" y="310"/>
                  </a:cubicBezTo>
                  <a:cubicBezTo>
                    <a:pt x="6733" y="310"/>
                    <a:pt x="6719" y="333"/>
                    <a:pt x="6719" y="333"/>
                  </a:cubicBezTo>
                  <a:cubicBezTo>
                    <a:pt x="6703" y="366"/>
                    <a:pt x="6687" y="382"/>
                    <a:pt x="6662" y="382"/>
                  </a:cubicBezTo>
                  <a:cubicBezTo>
                    <a:pt x="6636" y="382"/>
                    <a:pt x="6602" y="366"/>
                    <a:pt x="6549" y="333"/>
                  </a:cubicBezTo>
                  <a:cubicBezTo>
                    <a:pt x="6468" y="272"/>
                    <a:pt x="6428" y="242"/>
                    <a:pt x="6407" y="242"/>
                  </a:cubicBezTo>
                  <a:cubicBezTo>
                    <a:pt x="6387" y="242"/>
                    <a:pt x="6387" y="272"/>
                    <a:pt x="6387" y="333"/>
                  </a:cubicBezTo>
                  <a:cubicBezTo>
                    <a:pt x="6387" y="366"/>
                    <a:pt x="6387" y="402"/>
                    <a:pt x="6379" y="402"/>
                  </a:cubicBezTo>
                  <a:cubicBezTo>
                    <a:pt x="6373" y="402"/>
                    <a:pt x="6363" y="384"/>
                    <a:pt x="6346" y="333"/>
                  </a:cubicBezTo>
                  <a:cubicBezTo>
                    <a:pt x="6337" y="314"/>
                    <a:pt x="6327" y="306"/>
                    <a:pt x="6317" y="306"/>
                  </a:cubicBezTo>
                  <a:cubicBezTo>
                    <a:pt x="6292" y="306"/>
                    <a:pt x="6262" y="350"/>
                    <a:pt x="6217" y="390"/>
                  </a:cubicBezTo>
                  <a:cubicBezTo>
                    <a:pt x="6184" y="463"/>
                    <a:pt x="6176" y="544"/>
                    <a:pt x="6184" y="625"/>
                  </a:cubicBezTo>
                  <a:cubicBezTo>
                    <a:pt x="6184" y="697"/>
                    <a:pt x="6184" y="727"/>
                    <a:pt x="6169" y="727"/>
                  </a:cubicBezTo>
                  <a:cubicBezTo>
                    <a:pt x="6159" y="727"/>
                    <a:pt x="6141" y="713"/>
                    <a:pt x="6111" y="690"/>
                  </a:cubicBezTo>
                  <a:cubicBezTo>
                    <a:pt x="6079" y="690"/>
                    <a:pt x="6046" y="625"/>
                    <a:pt x="6046" y="568"/>
                  </a:cubicBezTo>
                  <a:cubicBezTo>
                    <a:pt x="6046" y="512"/>
                    <a:pt x="6079" y="512"/>
                    <a:pt x="6079" y="512"/>
                  </a:cubicBezTo>
                  <a:lnTo>
                    <a:pt x="6111" y="512"/>
                  </a:lnTo>
                  <a:cubicBezTo>
                    <a:pt x="6111" y="447"/>
                    <a:pt x="6111" y="390"/>
                    <a:pt x="6046" y="390"/>
                  </a:cubicBezTo>
                  <a:cubicBezTo>
                    <a:pt x="6030" y="357"/>
                    <a:pt x="6014" y="341"/>
                    <a:pt x="6002" y="341"/>
                  </a:cubicBezTo>
                  <a:cubicBezTo>
                    <a:pt x="5990" y="341"/>
                    <a:pt x="5982" y="357"/>
                    <a:pt x="5982" y="390"/>
                  </a:cubicBezTo>
                  <a:cubicBezTo>
                    <a:pt x="5949" y="325"/>
                    <a:pt x="5876" y="325"/>
                    <a:pt x="5811" y="325"/>
                  </a:cubicBezTo>
                  <a:cubicBezTo>
                    <a:pt x="5746" y="325"/>
                    <a:pt x="5641" y="325"/>
                    <a:pt x="5609" y="260"/>
                  </a:cubicBezTo>
                  <a:cubicBezTo>
                    <a:pt x="5544" y="260"/>
                    <a:pt x="5511" y="260"/>
                    <a:pt x="5511" y="317"/>
                  </a:cubicBezTo>
                  <a:cubicBezTo>
                    <a:pt x="5511" y="389"/>
                    <a:pt x="5500" y="419"/>
                    <a:pt x="5491" y="419"/>
                  </a:cubicBezTo>
                  <a:cubicBezTo>
                    <a:pt x="5484" y="419"/>
                    <a:pt x="5479" y="405"/>
                    <a:pt x="5479" y="382"/>
                  </a:cubicBezTo>
                  <a:cubicBezTo>
                    <a:pt x="5459" y="306"/>
                    <a:pt x="5280" y="252"/>
                    <a:pt x="5141" y="252"/>
                  </a:cubicBezTo>
                  <a:cubicBezTo>
                    <a:pt x="5058" y="252"/>
                    <a:pt x="4988" y="271"/>
                    <a:pt x="4976" y="317"/>
                  </a:cubicBezTo>
                  <a:lnTo>
                    <a:pt x="4903" y="309"/>
                  </a:lnTo>
                  <a:cubicBezTo>
                    <a:pt x="4871" y="280"/>
                    <a:pt x="4804" y="266"/>
                    <a:pt x="4741" y="266"/>
                  </a:cubicBezTo>
                  <a:cubicBezTo>
                    <a:pt x="4678" y="266"/>
                    <a:pt x="4620" y="280"/>
                    <a:pt x="4603" y="309"/>
                  </a:cubicBezTo>
                  <a:lnTo>
                    <a:pt x="4498" y="309"/>
                  </a:lnTo>
                  <a:cubicBezTo>
                    <a:pt x="4465" y="276"/>
                    <a:pt x="4441" y="260"/>
                    <a:pt x="4421" y="260"/>
                  </a:cubicBezTo>
                  <a:cubicBezTo>
                    <a:pt x="4401" y="260"/>
                    <a:pt x="4384" y="276"/>
                    <a:pt x="4368" y="309"/>
                  </a:cubicBezTo>
                  <a:cubicBezTo>
                    <a:pt x="4345" y="349"/>
                    <a:pt x="4339" y="389"/>
                    <a:pt x="4337" y="389"/>
                  </a:cubicBezTo>
                  <a:cubicBezTo>
                    <a:pt x="4336" y="389"/>
                    <a:pt x="4336" y="382"/>
                    <a:pt x="4336" y="366"/>
                  </a:cubicBezTo>
                  <a:cubicBezTo>
                    <a:pt x="4336" y="309"/>
                    <a:pt x="4263" y="301"/>
                    <a:pt x="4133" y="301"/>
                  </a:cubicBezTo>
                  <a:cubicBezTo>
                    <a:pt x="3995" y="301"/>
                    <a:pt x="3995" y="301"/>
                    <a:pt x="4028" y="357"/>
                  </a:cubicBezTo>
                  <a:cubicBezTo>
                    <a:pt x="3989" y="377"/>
                    <a:pt x="3962" y="385"/>
                    <a:pt x="3943" y="385"/>
                  </a:cubicBezTo>
                  <a:cubicBezTo>
                    <a:pt x="3898" y="385"/>
                    <a:pt x="3898" y="341"/>
                    <a:pt x="3898" y="301"/>
                  </a:cubicBezTo>
                  <a:cubicBezTo>
                    <a:pt x="3913" y="246"/>
                    <a:pt x="3907" y="216"/>
                    <a:pt x="3894" y="216"/>
                  </a:cubicBezTo>
                  <a:cubicBezTo>
                    <a:pt x="3878" y="216"/>
                    <a:pt x="3851" y="260"/>
                    <a:pt x="3833" y="357"/>
                  </a:cubicBezTo>
                  <a:cubicBezTo>
                    <a:pt x="3810" y="428"/>
                    <a:pt x="3778" y="457"/>
                    <a:pt x="3756" y="457"/>
                  </a:cubicBezTo>
                  <a:cubicBezTo>
                    <a:pt x="3739" y="457"/>
                    <a:pt x="3728" y="442"/>
                    <a:pt x="3728" y="414"/>
                  </a:cubicBezTo>
                  <a:cubicBezTo>
                    <a:pt x="3728" y="357"/>
                    <a:pt x="3760" y="357"/>
                    <a:pt x="3793" y="357"/>
                  </a:cubicBezTo>
                  <a:lnTo>
                    <a:pt x="3793" y="236"/>
                  </a:lnTo>
                  <a:cubicBezTo>
                    <a:pt x="3760" y="236"/>
                    <a:pt x="3760" y="236"/>
                    <a:pt x="3728" y="301"/>
                  </a:cubicBezTo>
                  <a:cubicBezTo>
                    <a:pt x="3728" y="301"/>
                    <a:pt x="3695" y="301"/>
                    <a:pt x="3663" y="357"/>
                  </a:cubicBezTo>
                  <a:cubicBezTo>
                    <a:pt x="3630" y="414"/>
                    <a:pt x="3630" y="479"/>
                    <a:pt x="3663" y="536"/>
                  </a:cubicBezTo>
                  <a:cubicBezTo>
                    <a:pt x="3695" y="593"/>
                    <a:pt x="3663" y="593"/>
                    <a:pt x="3622" y="593"/>
                  </a:cubicBezTo>
                  <a:cubicBezTo>
                    <a:pt x="3566" y="552"/>
                    <a:pt x="3557" y="471"/>
                    <a:pt x="3590" y="414"/>
                  </a:cubicBezTo>
                  <a:cubicBezTo>
                    <a:pt x="3630" y="414"/>
                    <a:pt x="3630" y="357"/>
                    <a:pt x="3630" y="293"/>
                  </a:cubicBezTo>
                  <a:cubicBezTo>
                    <a:pt x="3630" y="282"/>
                    <a:pt x="3625" y="278"/>
                    <a:pt x="3615" y="278"/>
                  </a:cubicBezTo>
                  <a:cubicBezTo>
                    <a:pt x="3573" y="278"/>
                    <a:pt x="3454" y="372"/>
                    <a:pt x="3428" y="471"/>
                  </a:cubicBezTo>
                  <a:lnTo>
                    <a:pt x="3428" y="414"/>
                  </a:lnTo>
                  <a:cubicBezTo>
                    <a:pt x="3428" y="349"/>
                    <a:pt x="3355" y="349"/>
                    <a:pt x="3290" y="349"/>
                  </a:cubicBezTo>
                  <a:cubicBezTo>
                    <a:pt x="3225" y="349"/>
                    <a:pt x="3193" y="349"/>
                    <a:pt x="3193" y="406"/>
                  </a:cubicBezTo>
                  <a:cubicBezTo>
                    <a:pt x="3193" y="471"/>
                    <a:pt x="3193" y="528"/>
                    <a:pt x="3152" y="528"/>
                  </a:cubicBezTo>
                  <a:cubicBezTo>
                    <a:pt x="3193" y="528"/>
                    <a:pt x="3184" y="593"/>
                    <a:pt x="3184" y="649"/>
                  </a:cubicBezTo>
                  <a:cubicBezTo>
                    <a:pt x="3152" y="609"/>
                    <a:pt x="3120" y="568"/>
                    <a:pt x="3087" y="528"/>
                  </a:cubicBezTo>
                  <a:cubicBezTo>
                    <a:pt x="3047" y="414"/>
                    <a:pt x="2941" y="341"/>
                    <a:pt x="2820" y="341"/>
                  </a:cubicBezTo>
                  <a:cubicBezTo>
                    <a:pt x="2755" y="341"/>
                    <a:pt x="2649" y="341"/>
                    <a:pt x="2617" y="285"/>
                  </a:cubicBezTo>
                  <a:cubicBezTo>
                    <a:pt x="2552" y="285"/>
                    <a:pt x="2520" y="285"/>
                    <a:pt x="2520" y="341"/>
                  </a:cubicBezTo>
                  <a:lnTo>
                    <a:pt x="2447" y="341"/>
                  </a:lnTo>
                  <a:cubicBezTo>
                    <a:pt x="2430" y="309"/>
                    <a:pt x="2406" y="293"/>
                    <a:pt x="2386" y="293"/>
                  </a:cubicBezTo>
                  <a:cubicBezTo>
                    <a:pt x="2366" y="293"/>
                    <a:pt x="2349" y="309"/>
                    <a:pt x="2349" y="341"/>
                  </a:cubicBezTo>
                  <a:cubicBezTo>
                    <a:pt x="2339" y="360"/>
                    <a:pt x="2328" y="366"/>
                    <a:pt x="2318" y="366"/>
                  </a:cubicBezTo>
                  <a:cubicBezTo>
                    <a:pt x="2296" y="366"/>
                    <a:pt x="2274" y="339"/>
                    <a:pt x="2252" y="333"/>
                  </a:cubicBezTo>
                  <a:cubicBezTo>
                    <a:pt x="2220" y="283"/>
                    <a:pt x="2202" y="255"/>
                    <a:pt x="2194" y="255"/>
                  </a:cubicBezTo>
                  <a:cubicBezTo>
                    <a:pt x="2185" y="255"/>
                    <a:pt x="2193" y="299"/>
                    <a:pt x="2212" y="398"/>
                  </a:cubicBezTo>
                  <a:cubicBezTo>
                    <a:pt x="2220" y="455"/>
                    <a:pt x="2260" y="503"/>
                    <a:pt x="2317" y="520"/>
                  </a:cubicBezTo>
                  <a:lnTo>
                    <a:pt x="2414" y="520"/>
                  </a:lnTo>
                  <a:lnTo>
                    <a:pt x="2317" y="576"/>
                  </a:lnTo>
                  <a:cubicBezTo>
                    <a:pt x="2260" y="593"/>
                    <a:pt x="2220" y="641"/>
                    <a:pt x="2212" y="698"/>
                  </a:cubicBezTo>
                  <a:cubicBezTo>
                    <a:pt x="2212" y="698"/>
                    <a:pt x="2212" y="755"/>
                    <a:pt x="2179" y="755"/>
                  </a:cubicBezTo>
                  <a:lnTo>
                    <a:pt x="2179" y="633"/>
                  </a:lnTo>
                  <a:cubicBezTo>
                    <a:pt x="2203" y="576"/>
                    <a:pt x="2220" y="520"/>
                    <a:pt x="2212" y="455"/>
                  </a:cubicBezTo>
                  <a:cubicBezTo>
                    <a:pt x="2192" y="380"/>
                    <a:pt x="2148" y="330"/>
                    <a:pt x="2116" y="330"/>
                  </a:cubicBezTo>
                  <a:cubicBezTo>
                    <a:pt x="2097" y="330"/>
                    <a:pt x="2082" y="351"/>
                    <a:pt x="2082" y="398"/>
                  </a:cubicBezTo>
                  <a:cubicBezTo>
                    <a:pt x="2049" y="398"/>
                    <a:pt x="2049" y="398"/>
                    <a:pt x="2009" y="333"/>
                  </a:cubicBezTo>
                  <a:cubicBezTo>
                    <a:pt x="2009" y="310"/>
                    <a:pt x="2003" y="296"/>
                    <a:pt x="1994" y="296"/>
                  </a:cubicBezTo>
                  <a:cubicBezTo>
                    <a:pt x="1982" y="296"/>
                    <a:pt x="1963" y="323"/>
                    <a:pt x="1944" y="390"/>
                  </a:cubicBezTo>
                  <a:cubicBezTo>
                    <a:pt x="1928" y="451"/>
                    <a:pt x="1912" y="481"/>
                    <a:pt x="1895" y="481"/>
                  </a:cubicBezTo>
                  <a:cubicBezTo>
                    <a:pt x="1879" y="481"/>
                    <a:pt x="1863" y="451"/>
                    <a:pt x="1847" y="390"/>
                  </a:cubicBezTo>
                  <a:cubicBezTo>
                    <a:pt x="1803" y="318"/>
                    <a:pt x="1740" y="288"/>
                    <a:pt x="1696" y="288"/>
                  </a:cubicBezTo>
                  <a:cubicBezTo>
                    <a:pt x="1665" y="288"/>
                    <a:pt x="1644" y="302"/>
                    <a:pt x="1644" y="325"/>
                  </a:cubicBezTo>
                  <a:cubicBezTo>
                    <a:pt x="1644" y="397"/>
                    <a:pt x="1607" y="427"/>
                    <a:pt x="1570" y="427"/>
                  </a:cubicBezTo>
                  <a:cubicBezTo>
                    <a:pt x="1544" y="427"/>
                    <a:pt x="1519" y="413"/>
                    <a:pt x="1506" y="390"/>
                  </a:cubicBezTo>
                  <a:cubicBezTo>
                    <a:pt x="1489" y="356"/>
                    <a:pt x="1473" y="340"/>
                    <a:pt x="1456" y="340"/>
                  </a:cubicBezTo>
                  <a:cubicBezTo>
                    <a:pt x="1440" y="340"/>
                    <a:pt x="1425" y="354"/>
                    <a:pt x="1409" y="382"/>
                  </a:cubicBezTo>
                  <a:cubicBezTo>
                    <a:pt x="1409" y="342"/>
                    <a:pt x="1393" y="302"/>
                    <a:pt x="1372" y="302"/>
                  </a:cubicBezTo>
                  <a:cubicBezTo>
                    <a:pt x="1363" y="302"/>
                    <a:pt x="1353" y="308"/>
                    <a:pt x="1344" y="325"/>
                  </a:cubicBezTo>
                  <a:cubicBezTo>
                    <a:pt x="1344" y="325"/>
                    <a:pt x="1303" y="325"/>
                    <a:pt x="1344" y="382"/>
                  </a:cubicBezTo>
                  <a:lnTo>
                    <a:pt x="1271" y="503"/>
                  </a:lnTo>
                  <a:cubicBezTo>
                    <a:pt x="1303" y="503"/>
                    <a:pt x="1303" y="560"/>
                    <a:pt x="1303" y="625"/>
                  </a:cubicBezTo>
                  <a:cubicBezTo>
                    <a:pt x="1303" y="639"/>
                    <a:pt x="1296" y="646"/>
                    <a:pt x="1283" y="646"/>
                  </a:cubicBezTo>
                  <a:cubicBezTo>
                    <a:pt x="1244" y="646"/>
                    <a:pt x="1158" y="579"/>
                    <a:pt x="1109" y="439"/>
                  </a:cubicBezTo>
                  <a:lnTo>
                    <a:pt x="1036" y="317"/>
                  </a:lnTo>
                  <a:lnTo>
                    <a:pt x="1036" y="439"/>
                  </a:lnTo>
                  <a:cubicBezTo>
                    <a:pt x="1003" y="439"/>
                    <a:pt x="971" y="439"/>
                    <a:pt x="971" y="382"/>
                  </a:cubicBezTo>
                  <a:cubicBezTo>
                    <a:pt x="971" y="317"/>
                    <a:pt x="971" y="317"/>
                    <a:pt x="939" y="317"/>
                  </a:cubicBezTo>
                  <a:cubicBezTo>
                    <a:pt x="939" y="317"/>
                    <a:pt x="906" y="317"/>
                    <a:pt x="906" y="382"/>
                  </a:cubicBezTo>
                  <a:cubicBezTo>
                    <a:pt x="906" y="448"/>
                    <a:pt x="906" y="476"/>
                    <a:pt x="900" y="476"/>
                  </a:cubicBezTo>
                  <a:cubicBezTo>
                    <a:pt x="895" y="476"/>
                    <a:pt x="887" y="462"/>
                    <a:pt x="874" y="439"/>
                  </a:cubicBezTo>
                  <a:cubicBezTo>
                    <a:pt x="853" y="378"/>
                    <a:pt x="835" y="347"/>
                    <a:pt x="818" y="347"/>
                  </a:cubicBezTo>
                  <a:cubicBezTo>
                    <a:pt x="801" y="347"/>
                    <a:pt x="785" y="378"/>
                    <a:pt x="768" y="439"/>
                  </a:cubicBezTo>
                  <a:cubicBezTo>
                    <a:pt x="768" y="495"/>
                    <a:pt x="768" y="524"/>
                    <a:pt x="764" y="524"/>
                  </a:cubicBezTo>
                  <a:cubicBezTo>
                    <a:pt x="760" y="524"/>
                    <a:pt x="752" y="495"/>
                    <a:pt x="736" y="439"/>
                  </a:cubicBezTo>
                  <a:cubicBezTo>
                    <a:pt x="736" y="374"/>
                    <a:pt x="703" y="317"/>
                    <a:pt x="671" y="317"/>
                  </a:cubicBezTo>
                  <a:lnTo>
                    <a:pt x="671" y="374"/>
                  </a:lnTo>
                  <a:cubicBezTo>
                    <a:pt x="671" y="446"/>
                    <a:pt x="660" y="475"/>
                    <a:pt x="642" y="475"/>
                  </a:cubicBezTo>
                  <a:cubicBezTo>
                    <a:pt x="630" y="475"/>
                    <a:pt x="615" y="462"/>
                    <a:pt x="598" y="439"/>
                  </a:cubicBezTo>
                  <a:cubicBezTo>
                    <a:pt x="598" y="405"/>
                    <a:pt x="589" y="389"/>
                    <a:pt x="572" y="389"/>
                  </a:cubicBezTo>
                  <a:cubicBezTo>
                    <a:pt x="556" y="389"/>
                    <a:pt x="532" y="403"/>
                    <a:pt x="501" y="430"/>
                  </a:cubicBezTo>
                  <a:cubicBezTo>
                    <a:pt x="436" y="430"/>
                    <a:pt x="403" y="430"/>
                    <a:pt x="403" y="374"/>
                  </a:cubicBezTo>
                  <a:cubicBezTo>
                    <a:pt x="403" y="313"/>
                    <a:pt x="403" y="282"/>
                    <a:pt x="399" y="282"/>
                  </a:cubicBezTo>
                  <a:cubicBezTo>
                    <a:pt x="395" y="282"/>
                    <a:pt x="387" y="313"/>
                    <a:pt x="371" y="374"/>
                  </a:cubicBezTo>
                  <a:cubicBezTo>
                    <a:pt x="351" y="402"/>
                    <a:pt x="341" y="416"/>
                    <a:pt x="327" y="416"/>
                  </a:cubicBezTo>
                  <a:cubicBezTo>
                    <a:pt x="314" y="416"/>
                    <a:pt x="298" y="402"/>
                    <a:pt x="266" y="374"/>
                  </a:cubicBezTo>
                  <a:cubicBezTo>
                    <a:pt x="249" y="341"/>
                    <a:pt x="241" y="325"/>
                    <a:pt x="233" y="325"/>
                  </a:cubicBezTo>
                  <a:cubicBezTo>
                    <a:pt x="225" y="325"/>
                    <a:pt x="217" y="341"/>
                    <a:pt x="201" y="374"/>
                  </a:cubicBezTo>
                  <a:cubicBezTo>
                    <a:pt x="201" y="487"/>
                    <a:pt x="201" y="552"/>
                    <a:pt x="233" y="552"/>
                  </a:cubicBezTo>
                  <a:cubicBezTo>
                    <a:pt x="266" y="552"/>
                    <a:pt x="266" y="552"/>
                    <a:pt x="266" y="609"/>
                  </a:cubicBezTo>
                  <a:lnTo>
                    <a:pt x="201" y="609"/>
                  </a:lnTo>
                  <a:cubicBezTo>
                    <a:pt x="144" y="609"/>
                    <a:pt x="95" y="625"/>
                    <a:pt x="63" y="666"/>
                  </a:cubicBezTo>
                  <a:cubicBezTo>
                    <a:pt x="11" y="717"/>
                    <a:pt x="1" y="806"/>
                    <a:pt x="36" y="806"/>
                  </a:cubicBezTo>
                  <a:cubicBezTo>
                    <a:pt x="45" y="806"/>
                    <a:pt x="56" y="800"/>
                    <a:pt x="71" y="787"/>
                  </a:cubicBezTo>
                  <a:lnTo>
                    <a:pt x="103" y="852"/>
                  </a:lnTo>
                  <a:cubicBezTo>
                    <a:pt x="103" y="941"/>
                    <a:pt x="120" y="986"/>
                    <a:pt x="136" y="986"/>
                  </a:cubicBezTo>
                  <a:cubicBezTo>
                    <a:pt x="152" y="986"/>
                    <a:pt x="168" y="941"/>
                    <a:pt x="168" y="852"/>
                  </a:cubicBezTo>
                  <a:cubicBezTo>
                    <a:pt x="168" y="754"/>
                    <a:pt x="168" y="710"/>
                    <a:pt x="174" y="710"/>
                  </a:cubicBezTo>
                  <a:cubicBezTo>
                    <a:pt x="178" y="710"/>
                    <a:pt x="186" y="740"/>
                    <a:pt x="201" y="795"/>
                  </a:cubicBezTo>
                  <a:cubicBezTo>
                    <a:pt x="201" y="909"/>
                    <a:pt x="233" y="909"/>
                    <a:pt x="266" y="917"/>
                  </a:cubicBezTo>
                  <a:cubicBezTo>
                    <a:pt x="306" y="917"/>
                    <a:pt x="306" y="917"/>
                    <a:pt x="306" y="974"/>
                  </a:cubicBezTo>
                  <a:cubicBezTo>
                    <a:pt x="306" y="1039"/>
                    <a:pt x="339" y="1095"/>
                    <a:pt x="371" y="1095"/>
                  </a:cubicBezTo>
                  <a:cubicBezTo>
                    <a:pt x="403" y="1095"/>
                    <a:pt x="403" y="1095"/>
                    <a:pt x="403" y="1039"/>
                  </a:cubicBezTo>
                  <a:cubicBezTo>
                    <a:pt x="390" y="1011"/>
                    <a:pt x="393" y="995"/>
                    <a:pt x="405" y="995"/>
                  </a:cubicBezTo>
                  <a:cubicBezTo>
                    <a:pt x="420" y="995"/>
                    <a:pt x="450" y="1025"/>
                    <a:pt x="468" y="1095"/>
                  </a:cubicBezTo>
                  <a:cubicBezTo>
                    <a:pt x="482" y="1119"/>
                    <a:pt x="490" y="1133"/>
                    <a:pt x="494" y="1133"/>
                  </a:cubicBezTo>
                  <a:cubicBezTo>
                    <a:pt x="501" y="1133"/>
                    <a:pt x="501" y="1105"/>
                    <a:pt x="501" y="1039"/>
                  </a:cubicBezTo>
                  <a:cubicBezTo>
                    <a:pt x="501" y="978"/>
                    <a:pt x="519" y="947"/>
                    <a:pt x="541" y="947"/>
                  </a:cubicBezTo>
                  <a:cubicBezTo>
                    <a:pt x="564" y="947"/>
                    <a:pt x="590" y="978"/>
                    <a:pt x="606" y="1039"/>
                  </a:cubicBezTo>
                  <a:lnTo>
                    <a:pt x="671" y="1039"/>
                  </a:lnTo>
                  <a:cubicBezTo>
                    <a:pt x="703" y="1039"/>
                    <a:pt x="703" y="982"/>
                    <a:pt x="703" y="917"/>
                  </a:cubicBezTo>
                  <a:cubicBezTo>
                    <a:pt x="703" y="850"/>
                    <a:pt x="703" y="823"/>
                    <a:pt x="710" y="823"/>
                  </a:cubicBezTo>
                  <a:cubicBezTo>
                    <a:pt x="715" y="823"/>
                    <a:pt x="722" y="837"/>
                    <a:pt x="736" y="860"/>
                  </a:cubicBezTo>
                  <a:cubicBezTo>
                    <a:pt x="760" y="901"/>
                    <a:pt x="768" y="941"/>
                    <a:pt x="776" y="982"/>
                  </a:cubicBezTo>
                  <a:cubicBezTo>
                    <a:pt x="776" y="1039"/>
                    <a:pt x="809" y="1039"/>
                    <a:pt x="841" y="1039"/>
                  </a:cubicBezTo>
                  <a:cubicBezTo>
                    <a:pt x="874" y="1039"/>
                    <a:pt x="939" y="1039"/>
                    <a:pt x="939" y="982"/>
                  </a:cubicBezTo>
                  <a:lnTo>
                    <a:pt x="939" y="1039"/>
                  </a:lnTo>
                  <a:cubicBezTo>
                    <a:pt x="960" y="1039"/>
                    <a:pt x="967" y="1067"/>
                    <a:pt x="970" y="1067"/>
                  </a:cubicBezTo>
                  <a:cubicBezTo>
                    <a:pt x="971" y="1067"/>
                    <a:pt x="971" y="1060"/>
                    <a:pt x="971" y="1039"/>
                  </a:cubicBezTo>
                  <a:cubicBezTo>
                    <a:pt x="971" y="1039"/>
                    <a:pt x="1012" y="1039"/>
                    <a:pt x="1076" y="1103"/>
                  </a:cubicBezTo>
                  <a:cubicBezTo>
                    <a:pt x="1088" y="1114"/>
                    <a:pt x="1101" y="1118"/>
                    <a:pt x="1114" y="1118"/>
                  </a:cubicBezTo>
                  <a:cubicBezTo>
                    <a:pt x="1173" y="1118"/>
                    <a:pt x="1227" y="1024"/>
                    <a:pt x="1141" y="925"/>
                  </a:cubicBezTo>
                  <a:lnTo>
                    <a:pt x="1174" y="925"/>
                  </a:lnTo>
                  <a:cubicBezTo>
                    <a:pt x="1214" y="925"/>
                    <a:pt x="1214" y="868"/>
                    <a:pt x="1214" y="868"/>
                  </a:cubicBezTo>
                  <a:cubicBezTo>
                    <a:pt x="1214" y="803"/>
                    <a:pt x="1247" y="803"/>
                    <a:pt x="1279" y="803"/>
                  </a:cubicBezTo>
                  <a:lnTo>
                    <a:pt x="1279" y="925"/>
                  </a:lnTo>
                  <a:cubicBezTo>
                    <a:pt x="1260" y="1030"/>
                    <a:pt x="1275" y="1096"/>
                    <a:pt x="1296" y="1096"/>
                  </a:cubicBezTo>
                  <a:cubicBezTo>
                    <a:pt x="1312" y="1096"/>
                    <a:pt x="1331" y="1063"/>
                    <a:pt x="1344" y="990"/>
                  </a:cubicBezTo>
                  <a:lnTo>
                    <a:pt x="1344" y="1047"/>
                  </a:lnTo>
                  <a:cubicBezTo>
                    <a:pt x="1344" y="1075"/>
                    <a:pt x="1352" y="1089"/>
                    <a:pt x="1369" y="1089"/>
                  </a:cubicBezTo>
                  <a:cubicBezTo>
                    <a:pt x="1387" y="1089"/>
                    <a:pt x="1413" y="1075"/>
                    <a:pt x="1449" y="1047"/>
                  </a:cubicBezTo>
                  <a:cubicBezTo>
                    <a:pt x="1482" y="1047"/>
                    <a:pt x="1514" y="933"/>
                    <a:pt x="1514" y="868"/>
                  </a:cubicBezTo>
                  <a:cubicBezTo>
                    <a:pt x="1514" y="812"/>
                    <a:pt x="1547" y="812"/>
                    <a:pt x="1547" y="812"/>
                  </a:cubicBezTo>
                  <a:cubicBezTo>
                    <a:pt x="1579" y="812"/>
                    <a:pt x="1579" y="812"/>
                    <a:pt x="1579" y="868"/>
                  </a:cubicBezTo>
                  <a:cubicBezTo>
                    <a:pt x="1579" y="929"/>
                    <a:pt x="1595" y="959"/>
                    <a:pt x="1617" y="959"/>
                  </a:cubicBezTo>
                  <a:cubicBezTo>
                    <a:pt x="1638" y="959"/>
                    <a:pt x="1664" y="929"/>
                    <a:pt x="1685" y="868"/>
                  </a:cubicBezTo>
                  <a:lnTo>
                    <a:pt x="1685" y="933"/>
                  </a:lnTo>
                  <a:cubicBezTo>
                    <a:pt x="1685" y="973"/>
                    <a:pt x="1701" y="1017"/>
                    <a:pt x="1769" y="1017"/>
                  </a:cubicBezTo>
                  <a:cubicBezTo>
                    <a:pt x="1798" y="1017"/>
                    <a:pt x="1837" y="1009"/>
                    <a:pt x="1887" y="990"/>
                  </a:cubicBezTo>
                  <a:cubicBezTo>
                    <a:pt x="2017" y="998"/>
                    <a:pt x="2122" y="998"/>
                    <a:pt x="2114" y="1055"/>
                  </a:cubicBezTo>
                  <a:cubicBezTo>
                    <a:pt x="2114" y="1067"/>
                    <a:pt x="2119" y="1073"/>
                    <a:pt x="2128" y="1073"/>
                  </a:cubicBezTo>
                  <a:cubicBezTo>
                    <a:pt x="2165" y="1073"/>
                    <a:pt x="2265" y="975"/>
                    <a:pt x="2317" y="876"/>
                  </a:cubicBezTo>
                  <a:cubicBezTo>
                    <a:pt x="2317" y="941"/>
                    <a:pt x="2357" y="941"/>
                    <a:pt x="2422" y="941"/>
                  </a:cubicBezTo>
                  <a:cubicBezTo>
                    <a:pt x="2520" y="941"/>
                    <a:pt x="2520" y="941"/>
                    <a:pt x="2520" y="998"/>
                  </a:cubicBezTo>
                  <a:cubicBezTo>
                    <a:pt x="2503" y="1059"/>
                    <a:pt x="2495" y="1089"/>
                    <a:pt x="2499" y="1089"/>
                  </a:cubicBezTo>
                  <a:cubicBezTo>
                    <a:pt x="2503" y="1089"/>
                    <a:pt x="2520" y="1059"/>
                    <a:pt x="2552" y="998"/>
                  </a:cubicBezTo>
                  <a:cubicBezTo>
                    <a:pt x="2567" y="955"/>
                    <a:pt x="2591" y="937"/>
                    <a:pt x="2614" y="937"/>
                  </a:cubicBezTo>
                  <a:cubicBezTo>
                    <a:pt x="2652" y="937"/>
                    <a:pt x="2690" y="987"/>
                    <a:pt x="2690" y="1063"/>
                  </a:cubicBezTo>
                  <a:cubicBezTo>
                    <a:pt x="2690" y="1120"/>
                    <a:pt x="2722" y="1120"/>
                    <a:pt x="2787" y="1128"/>
                  </a:cubicBezTo>
                  <a:cubicBezTo>
                    <a:pt x="2828" y="1063"/>
                    <a:pt x="2893" y="1063"/>
                    <a:pt x="2957" y="1063"/>
                  </a:cubicBezTo>
                  <a:cubicBezTo>
                    <a:pt x="2979" y="1065"/>
                    <a:pt x="2996" y="1066"/>
                    <a:pt x="3010" y="1066"/>
                  </a:cubicBezTo>
                  <a:cubicBezTo>
                    <a:pt x="3063" y="1066"/>
                    <a:pt x="3063" y="1046"/>
                    <a:pt x="3063" y="949"/>
                  </a:cubicBezTo>
                  <a:cubicBezTo>
                    <a:pt x="3063" y="828"/>
                    <a:pt x="3095" y="828"/>
                    <a:pt x="3160" y="828"/>
                  </a:cubicBezTo>
                  <a:cubicBezTo>
                    <a:pt x="3193" y="828"/>
                    <a:pt x="3225" y="828"/>
                    <a:pt x="3225" y="893"/>
                  </a:cubicBezTo>
                  <a:cubicBezTo>
                    <a:pt x="3225" y="893"/>
                    <a:pt x="3257" y="949"/>
                    <a:pt x="3298" y="949"/>
                  </a:cubicBezTo>
                  <a:cubicBezTo>
                    <a:pt x="3330" y="949"/>
                    <a:pt x="3363" y="949"/>
                    <a:pt x="3363" y="1014"/>
                  </a:cubicBezTo>
                  <a:cubicBezTo>
                    <a:pt x="3379" y="1047"/>
                    <a:pt x="3420" y="1071"/>
                    <a:pt x="3460" y="1071"/>
                  </a:cubicBezTo>
                  <a:cubicBezTo>
                    <a:pt x="3533" y="1071"/>
                    <a:pt x="3598" y="1079"/>
                    <a:pt x="3598" y="1136"/>
                  </a:cubicBezTo>
                  <a:cubicBezTo>
                    <a:pt x="3630" y="1136"/>
                    <a:pt x="3630" y="1136"/>
                    <a:pt x="3630" y="1079"/>
                  </a:cubicBezTo>
                  <a:cubicBezTo>
                    <a:pt x="3630" y="1033"/>
                    <a:pt x="3647" y="991"/>
                    <a:pt x="3706" y="991"/>
                  </a:cubicBezTo>
                  <a:cubicBezTo>
                    <a:pt x="3730" y="991"/>
                    <a:pt x="3761" y="998"/>
                    <a:pt x="3801" y="1014"/>
                  </a:cubicBezTo>
                  <a:cubicBezTo>
                    <a:pt x="3818" y="1016"/>
                    <a:pt x="3837" y="1018"/>
                    <a:pt x="3856" y="1018"/>
                  </a:cubicBezTo>
                  <a:cubicBezTo>
                    <a:pt x="3910" y="1018"/>
                    <a:pt x="3963" y="1005"/>
                    <a:pt x="3963" y="957"/>
                  </a:cubicBezTo>
                  <a:cubicBezTo>
                    <a:pt x="4003" y="957"/>
                    <a:pt x="4003" y="957"/>
                    <a:pt x="4003" y="1022"/>
                  </a:cubicBezTo>
                  <a:cubicBezTo>
                    <a:pt x="4003" y="1083"/>
                    <a:pt x="4020" y="1114"/>
                    <a:pt x="4044" y="1114"/>
                  </a:cubicBezTo>
                  <a:cubicBezTo>
                    <a:pt x="4068" y="1114"/>
                    <a:pt x="4101" y="1083"/>
                    <a:pt x="4133" y="1022"/>
                  </a:cubicBezTo>
                  <a:cubicBezTo>
                    <a:pt x="4133" y="994"/>
                    <a:pt x="4141" y="980"/>
                    <a:pt x="4153" y="980"/>
                  </a:cubicBezTo>
                  <a:cubicBezTo>
                    <a:pt x="4165" y="980"/>
                    <a:pt x="4182" y="994"/>
                    <a:pt x="4198" y="1022"/>
                  </a:cubicBezTo>
                  <a:cubicBezTo>
                    <a:pt x="4198" y="1022"/>
                    <a:pt x="4238" y="1022"/>
                    <a:pt x="4271" y="966"/>
                  </a:cubicBezTo>
                  <a:cubicBezTo>
                    <a:pt x="4287" y="937"/>
                    <a:pt x="4295" y="923"/>
                    <a:pt x="4307" y="923"/>
                  </a:cubicBezTo>
                  <a:cubicBezTo>
                    <a:pt x="4320" y="923"/>
                    <a:pt x="4336" y="937"/>
                    <a:pt x="4368" y="966"/>
                  </a:cubicBezTo>
                  <a:cubicBezTo>
                    <a:pt x="4368" y="1022"/>
                    <a:pt x="4401" y="1022"/>
                    <a:pt x="4433" y="1030"/>
                  </a:cubicBezTo>
                  <a:cubicBezTo>
                    <a:pt x="4468" y="999"/>
                    <a:pt x="4572" y="985"/>
                    <a:pt x="4673" y="985"/>
                  </a:cubicBezTo>
                  <a:cubicBezTo>
                    <a:pt x="4781" y="985"/>
                    <a:pt x="4887" y="1001"/>
                    <a:pt x="4903" y="1030"/>
                  </a:cubicBezTo>
                  <a:cubicBezTo>
                    <a:pt x="4944" y="974"/>
                    <a:pt x="4944" y="974"/>
                    <a:pt x="4976" y="974"/>
                  </a:cubicBezTo>
                  <a:cubicBezTo>
                    <a:pt x="4989" y="1021"/>
                    <a:pt x="5001" y="1041"/>
                    <a:pt x="5012" y="1041"/>
                  </a:cubicBezTo>
                  <a:cubicBezTo>
                    <a:pt x="5029" y="1041"/>
                    <a:pt x="5041" y="991"/>
                    <a:pt x="5041" y="917"/>
                  </a:cubicBezTo>
                  <a:lnTo>
                    <a:pt x="4976" y="917"/>
                  </a:lnTo>
                  <a:cubicBezTo>
                    <a:pt x="4976" y="862"/>
                    <a:pt x="4996" y="832"/>
                    <a:pt x="5018" y="832"/>
                  </a:cubicBezTo>
                  <a:cubicBezTo>
                    <a:pt x="5044" y="832"/>
                    <a:pt x="5074" y="876"/>
                    <a:pt x="5074" y="974"/>
                  </a:cubicBezTo>
                  <a:cubicBezTo>
                    <a:pt x="5090" y="1034"/>
                    <a:pt x="5098" y="1065"/>
                    <a:pt x="5106" y="1065"/>
                  </a:cubicBezTo>
                  <a:cubicBezTo>
                    <a:pt x="5114" y="1065"/>
                    <a:pt x="5122" y="1034"/>
                    <a:pt x="5138" y="974"/>
                  </a:cubicBezTo>
                  <a:cubicBezTo>
                    <a:pt x="5158" y="918"/>
                    <a:pt x="5176" y="890"/>
                    <a:pt x="5193" y="890"/>
                  </a:cubicBezTo>
                  <a:cubicBezTo>
                    <a:pt x="5211" y="890"/>
                    <a:pt x="5227" y="920"/>
                    <a:pt x="5244" y="982"/>
                  </a:cubicBezTo>
                  <a:cubicBezTo>
                    <a:pt x="5244" y="1039"/>
                    <a:pt x="5244" y="1067"/>
                    <a:pt x="5248" y="1067"/>
                  </a:cubicBezTo>
                  <a:cubicBezTo>
                    <a:pt x="5252" y="1067"/>
                    <a:pt x="5260" y="1039"/>
                    <a:pt x="5276" y="982"/>
                  </a:cubicBezTo>
                  <a:cubicBezTo>
                    <a:pt x="5313" y="845"/>
                    <a:pt x="5362" y="767"/>
                    <a:pt x="5398" y="767"/>
                  </a:cubicBezTo>
                  <a:cubicBezTo>
                    <a:pt x="5426" y="767"/>
                    <a:pt x="5447" y="814"/>
                    <a:pt x="5447" y="917"/>
                  </a:cubicBezTo>
                  <a:cubicBezTo>
                    <a:pt x="5447" y="1039"/>
                    <a:pt x="5479" y="1103"/>
                    <a:pt x="5511" y="1103"/>
                  </a:cubicBezTo>
                  <a:cubicBezTo>
                    <a:pt x="5544" y="1103"/>
                    <a:pt x="5544" y="1039"/>
                    <a:pt x="5544" y="982"/>
                  </a:cubicBezTo>
                  <a:cubicBezTo>
                    <a:pt x="5528" y="921"/>
                    <a:pt x="5528" y="891"/>
                    <a:pt x="5540" y="891"/>
                  </a:cubicBezTo>
                  <a:cubicBezTo>
                    <a:pt x="5552" y="891"/>
                    <a:pt x="5576" y="921"/>
                    <a:pt x="5609" y="982"/>
                  </a:cubicBezTo>
                  <a:cubicBezTo>
                    <a:pt x="5667" y="1081"/>
                    <a:pt x="5713" y="1125"/>
                    <a:pt x="5761" y="1125"/>
                  </a:cubicBezTo>
                  <a:cubicBezTo>
                    <a:pt x="5799" y="1125"/>
                    <a:pt x="5838" y="1097"/>
                    <a:pt x="5884" y="1047"/>
                  </a:cubicBezTo>
                  <a:cubicBezTo>
                    <a:pt x="5948" y="987"/>
                    <a:pt x="6006" y="958"/>
                    <a:pt x="6036" y="958"/>
                  </a:cubicBezTo>
                  <a:cubicBezTo>
                    <a:pt x="6067" y="958"/>
                    <a:pt x="6068" y="989"/>
                    <a:pt x="6014" y="1047"/>
                  </a:cubicBezTo>
                  <a:cubicBezTo>
                    <a:pt x="5977" y="1117"/>
                    <a:pt x="5961" y="1147"/>
                    <a:pt x="5967" y="1147"/>
                  </a:cubicBezTo>
                  <a:cubicBezTo>
                    <a:pt x="5971" y="1147"/>
                    <a:pt x="5987" y="1131"/>
                    <a:pt x="6014" y="1103"/>
                  </a:cubicBezTo>
                  <a:lnTo>
                    <a:pt x="6184" y="1112"/>
                  </a:lnTo>
                  <a:cubicBezTo>
                    <a:pt x="6217" y="1112"/>
                    <a:pt x="6249" y="1055"/>
                    <a:pt x="6249" y="990"/>
                  </a:cubicBezTo>
                  <a:cubicBezTo>
                    <a:pt x="6269" y="1066"/>
                    <a:pt x="6305" y="1116"/>
                    <a:pt x="6345" y="1116"/>
                  </a:cubicBezTo>
                  <a:cubicBezTo>
                    <a:pt x="6369" y="1116"/>
                    <a:pt x="6395" y="1098"/>
                    <a:pt x="6419" y="1055"/>
                  </a:cubicBezTo>
                  <a:lnTo>
                    <a:pt x="6484" y="1055"/>
                  </a:lnTo>
                  <a:cubicBezTo>
                    <a:pt x="6517" y="1055"/>
                    <a:pt x="6517" y="1055"/>
                    <a:pt x="6549" y="998"/>
                  </a:cubicBezTo>
                  <a:cubicBezTo>
                    <a:pt x="6561" y="979"/>
                    <a:pt x="6573" y="971"/>
                    <a:pt x="6583" y="971"/>
                  </a:cubicBezTo>
                  <a:cubicBezTo>
                    <a:pt x="6609" y="971"/>
                    <a:pt x="6632" y="1015"/>
                    <a:pt x="6655" y="1055"/>
                  </a:cubicBezTo>
                  <a:cubicBezTo>
                    <a:pt x="6678" y="1101"/>
                    <a:pt x="6701" y="1143"/>
                    <a:pt x="6712" y="1143"/>
                  </a:cubicBezTo>
                  <a:cubicBezTo>
                    <a:pt x="6717" y="1143"/>
                    <a:pt x="6719" y="1136"/>
                    <a:pt x="6719" y="1120"/>
                  </a:cubicBezTo>
                  <a:cubicBezTo>
                    <a:pt x="6719" y="1055"/>
                    <a:pt x="6784" y="998"/>
                    <a:pt x="6825" y="941"/>
                  </a:cubicBezTo>
                  <a:cubicBezTo>
                    <a:pt x="6834" y="922"/>
                    <a:pt x="6844" y="914"/>
                    <a:pt x="6852" y="914"/>
                  </a:cubicBezTo>
                  <a:cubicBezTo>
                    <a:pt x="6871" y="914"/>
                    <a:pt x="6880" y="958"/>
                    <a:pt x="6857" y="998"/>
                  </a:cubicBezTo>
                  <a:cubicBezTo>
                    <a:pt x="6857" y="1063"/>
                    <a:pt x="6857" y="1063"/>
                    <a:pt x="6922" y="1120"/>
                  </a:cubicBezTo>
                  <a:cubicBezTo>
                    <a:pt x="6955" y="1120"/>
                    <a:pt x="7019" y="1120"/>
                    <a:pt x="7019" y="1063"/>
                  </a:cubicBezTo>
                  <a:cubicBezTo>
                    <a:pt x="7023" y="1032"/>
                    <a:pt x="7071" y="1017"/>
                    <a:pt x="7123" y="1017"/>
                  </a:cubicBezTo>
                  <a:cubicBezTo>
                    <a:pt x="7178" y="1017"/>
                    <a:pt x="7238" y="1034"/>
                    <a:pt x="7255" y="1063"/>
                  </a:cubicBezTo>
                  <a:lnTo>
                    <a:pt x="7328" y="1063"/>
                  </a:lnTo>
                  <a:cubicBezTo>
                    <a:pt x="7360" y="1063"/>
                    <a:pt x="7392" y="1006"/>
                    <a:pt x="7425" y="1006"/>
                  </a:cubicBezTo>
                  <a:cubicBezTo>
                    <a:pt x="7425" y="1006"/>
                    <a:pt x="7457" y="1006"/>
                    <a:pt x="7498" y="949"/>
                  </a:cubicBezTo>
                  <a:cubicBezTo>
                    <a:pt x="7530" y="949"/>
                    <a:pt x="7563" y="949"/>
                    <a:pt x="7563" y="1006"/>
                  </a:cubicBezTo>
                  <a:cubicBezTo>
                    <a:pt x="7579" y="949"/>
                    <a:pt x="7587" y="921"/>
                    <a:pt x="7595" y="921"/>
                  </a:cubicBezTo>
                  <a:cubicBezTo>
                    <a:pt x="7603" y="921"/>
                    <a:pt x="7611" y="949"/>
                    <a:pt x="7627" y="1006"/>
                  </a:cubicBezTo>
                  <a:cubicBezTo>
                    <a:pt x="7627" y="1067"/>
                    <a:pt x="7627" y="1097"/>
                    <a:pt x="7632" y="1097"/>
                  </a:cubicBezTo>
                  <a:cubicBezTo>
                    <a:pt x="7636" y="1097"/>
                    <a:pt x="7644" y="1067"/>
                    <a:pt x="7660" y="1006"/>
                  </a:cubicBezTo>
                  <a:cubicBezTo>
                    <a:pt x="7676" y="979"/>
                    <a:pt x="7684" y="964"/>
                    <a:pt x="7692" y="964"/>
                  </a:cubicBezTo>
                  <a:cubicBezTo>
                    <a:pt x="7702" y="964"/>
                    <a:pt x="7712" y="981"/>
                    <a:pt x="7733" y="1014"/>
                  </a:cubicBezTo>
                  <a:cubicBezTo>
                    <a:pt x="7733" y="1043"/>
                    <a:pt x="7741" y="1057"/>
                    <a:pt x="7749" y="1057"/>
                  </a:cubicBezTo>
                  <a:cubicBezTo>
                    <a:pt x="7757" y="1057"/>
                    <a:pt x="7765" y="1043"/>
                    <a:pt x="7765" y="1014"/>
                  </a:cubicBezTo>
                  <a:cubicBezTo>
                    <a:pt x="7786" y="938"/>
                    <a:pt x="7831" y="888"/>
                    <a:pt x="7862" y="888"/>
                  </a:cubicBezTo>
                  <a:cubicBezTo>
                    <a:pt x="7881" y="888"/>
                    <a:pt x="7895" y="907"/>
                    <a:pt x="7895" y="949"/>
                  </a:cubicBezTo>
                  <a:cubicBezTo>
                    <a:pt x="7895" y="949"/>
                    <a:pt x="7927" y="949"/>
                    <a:pt x="7968" y="893"/>
                  </a:cubicBezTo>
                  <a:cubicBezTo>
                    <a:pt x="7984" y="832"/>
                    <a:pt x="7992" y="801"/>
                    <a:pt x="7996" y="801"/>
                  </a:cubicBezTo>
                  <a:cubicBezTo>
                    <a:pt x="8000" y="801"/>
                    <a:pt x="8000" y="832"/>
                    <a:pt x="8000" y="893"/>
                  </a:cubicBezTo>
                  <a:cubicBezTo>
                    <a:pt x="8017" y="953"/>
                    <a:pt x="8033" y="984"/>
                    <a:pt x="8049" y="984"/>
                  </a:cubicBezTo>
                  <a:cubicBezTo>
                    <a:pt x="8065" y="984"/>
                    <a:pt x="8082" y="953"/>
                    <a:pt x="8098" y="893"/>
                  </a:cubicBezTo>
                  <a:cubicBezTo>
                    <a:pt x="8098" y="893"/>
                    <a:pt x="8112" y="867"/>
                    <a:pt x="8131" y="867"/>
                  </a:cubicBezTo>
                  <a:cubicBezTo>
                    <a:pt x="8141" y="867"/>
                    <a:pt x="8152" y="874"/>
                    <a:pt x="8163" y="893"/>
                  </a:cubicBezTo>
                  <a:cubicBezTo>
                    <a:pt x="8206" y="931"/>
                    <a:pt x="8294" y="969"/>
                    <a:pt x="8351" y="969"/>
                  </a:cubicBezTo>
                  <a:cubicBezTo>
                    <a:pt x="8390" y="969"/>
                    <a:pt x="8414" y="951"/>
                    <a:pt x="8398" y="901"/>
                  </a:cubicBezTo>
                  <a:lnTo>
                    <a:pt x="8471" y="901"/>
                  </a:lnTo>
                  <a:cubicBezTo>
                    <a:pt x="8503" y="929"/>
                    <a:pt x="8527" y="943"/>
                    <a:pt x="8548" y="943"/>
                  </a:cubicBezTo>
                  <a:cubicBezTo>
                    <a:pt x="8568" y="943"/>
                    <a:pt x="8584" y="929"/>
                    <a:pt x="8600" y="901"/>
                  </a:cubicBezTo>
                  <a:lnTo>
                    <a:pt x="8633" y="844"/>
                  </a:lnTo>
                  <a:cubicBezTo>
                    <a:pt x="8633" y="901"/>
                    <a:pt x="8673" y="966"/>
                    <a:pt x="8706" y="966"/>
                  </a:cubicBezTo>
                  <a:cubicBezTo>
                    <a:pt x="8738" y="966"/>
                    <a:pt x="8738" y="966"/>
                    <a:pt x="8738" y="901"/>
                  </a:cubicBezTo>
                  <a:cubicBezTo>
                    <a:pt x="8706" y="844"/>
                    <a:pt x="8738" y="844"/>
                    <a:pt x="8771" y="844"/>
                  </a:cubicBezTo>
                  <a:cubicBezTo>
                    <a:pt x="8803" y="844"/>
                    <a:pt x="8836" y="901"/>
                    <a:pt x="8836" y="966"/>
                  </a:cubicBezTo>
                  <a:lnTo>
                    <a:pt x="8868" y="966"/>
                  </a:lnTo>
                  <a:cubicBezTo>
                    <a:pt x="8868" y="895"/>
                    <a:pt x="8882" y="866"/>
                    <a:pt x="8893" y="866"/>
                  </a:cubicBezTo>
                  <a:cubicBezTo>
                    <a:pt x="8901" y="866"/>
                    <a:pt x="8909" y="881"/>
                    <a:pt x="8909" y="909"/>
                  </a:cubicBezTo>
                  <a:cubicBezTo>
                    <a:pt x="8923" y="944"/>
                    <a:pt x="8955" y="967"/>
                    <a:pt x="8990" y="967"/>
                  </a:cubicBezTo>
                  <a:cubicBezTo>
                    <a:pt x="8995" y="967"/>
                    <a:pt x="9001" y="967"/>
                    <a:pt x="9006" y="966"/>
                  </a:cubicBezTo>
                  <a:cubicBezTo>
                    <a:pt x="9006" y="947"/>
                    <a:pt x="9009" y="940"/>
                    <a:pt x="9013" y="940"/>
                  </a:cubicBezTo>
                  <a:cubicBezTo>
                    <a:pt x="9020" y="940"/>
                    <a:pt x="9027" y="966"/>
                    <a:pt x="9006" y="966"/>
                  </a:cubicBezTo>
                  <a:lnTo>
                    <a:pt x="9006" y="1022"/>
                  </a:lnTo>
                  <a:cubicBezTo>
                    <a:pt x="9015" y="1042"/>
                    <a:pt x="9022" y="1049"/>
                    <a:pt x="9027" y="1049"/>
                  </a:cubicBezTo>
                  <a:cubicBezTo>
                    <a:pt x="9038" y="1049"/>
                    <a:pt x="9038" y="1005"/>
                    <a:pt x="9038" y="966"/>
                  </a:cubicBezTo>
                  <a:lnTo>
                    <a:pt x="9103" y="966"/>
                  </a:lnTo>
                  <a:cubicBezTo>
                    <a:pt x="9144" y="966"/>
                    <a:pt x="9176" y="966"/>
                    <a:pt x="9144" y="909"/>
                  </a:cubicBezTo>
                  <a:cubicBezTo>
                    <a:pt x="9144" y="844"/>
                    <a:pt x="9144" y="787"/>
                    <a:pt x="9176" y="787"/>
                  </a:cubicBezTo>
                  <a:cubicBezTo>
                    <a:pt x="9176" y="768"/>
                    <a:pt x="9180" y="762"/>
                    <a:pt x="9183" y="762"/>
                  </a:cubicBezTo>
                  <a:cubicBezTo>
                    <a:pt x="9190" y="762"/>
                    <a:pt x="9198" y="787"/>
                    <a:pt x="9176" y="787"/>
                  </a:cubicBezTo>
                  <a:cubicBezTo>
                    <a:pt x="9176" y="852"/>
                    <a:pt x="9176" y="909"/>
                    <a:pt x="9209" y="909"/>
                  </a:cubicBezTo>
                  <a:cubicBezTo>
                    <a:pt x="9241" y="909"/>
                    <a:pt x="9241" y="966"/>
                    <a:pt x="9241" y="966"/>
                  </a:cubicBezTo>
                  <a:cubicBezTo>
                    <a:pt x="9227" y="1019"/>
                    <a:pt x="9243" y="1038"/>
                    <a:pt x="9270" y="1038"/>
                  </a:cubicBezTo>
                  <a:cubicBezTo>
                    <a:pt x="9305" y="1038"/>
                    <a:pt x="9356" y="1006"/>
                    <a:pt x="9379" y="974"/>
                  </a:cubicBezTo>
                  <a:cubicBezTo>
                    <a:pt x="9411" y="913"/>
                    <a:pt x="9436" y="882"/>
                    <a:pt x="9452" y="882"/>
                  </a:cubicBezTo>
                  <a:cubicBezTo>
                    <a:pt x="9468" y="882"/>
                    <a:pt x="9476" y="913"/>
                    <a:pt x="9476" y="974"/>
                  </a:cubicBezTo>
                  <a:cubicBezTo>
                    <a:pt x="9476" y="1008"/>
                    <a:pt x="9481" y="1023"/>
                    <a:pt x="9489" y="1023"/>
                  </a:cubicBezTo>
                  <a:cubicBezTo>
                    <a:pt x="9510" y="1023"/>
                    <a:pt x="9552" y="924"/>
                    <a:pt x="9581" y="795"/>
                  </a:cubicBezTo>
                  <a:lnTo>
                    <a:pt x="9614" y="617"/>
                  </a:lnTo>
                  <a:lnTo>
                    <a:pt x="9614" y="795"/>
                  </a:lnTo>
                  <a:cubicBezTo>
                    <a:pt x="9633" y="934"/>
                    <a:pt x="9641" y="991"/>
                    <a:pt x="9664" y="991"/>
                  </a:cubicBezTo>
                  <a:cubicBezTo>
                    <a:pt x="9680" y="991"/>
                    <a:pt x="9704" y="963"/>
                    <a:pt x="9744" y="917"/>
                  </a:cubicBezTo>
                  <a:cubicBezTo>
                    <a:pt x="9776" y="889"/>
                    <a:pt x="9792" y="874"/>
                    <a:pt x="9800" y="874"/>
                  </a:cubicBezTo>
                  <a:cubicBezTo>
                    <a:pt x="9808" y="874"/>
                    <a:pt x="9808" y="889"/>
                    <a:pt x="9808" y="917"/>
                  </a:cubicBezTo>
                  <a:cubicBezTo>
                    <a:pt x="9808" y="974"/>
                    <a:pt x="9849" y="974"/>
                    <a:pt x="9946" y="982"/>
                  </a:cubicBezTo>
                  <a:cubicBezTo>
                    <a:pt x="10044" y="982"/>
                    <a:pt x="10084" y="982"/>
                    <a:pt x="10084" y="917"/>
                  </a:cubicBezTo>
                  <a:lnTo>
                    <a:pt x="10149" y="925"/>
                  </a:lnTo>
                  <a:cubicBezTo>
                    <a:pt x="10161" y="968"/>
                    <a:pt x="10178" y="986"/>
                    <a:pt x="10193" y="986"/>
                  </a:cubicBezTo>
                  <a:cubicBezTo>
                    <a:pt x="10217" y="986"/>
                    <a:pt x="10234" y="936"/>
                    <a:pt x="10214" y="860"/>
                  </a:cubicBezTo>
                  <a:lnTo>
                    <a:pt x="10279" y="860"/>
                  </a:lnTo>
                  <a:lnTo>
                    <a:pt x="10279" y="925"/>
                  </a:lnTo>
                  <a:cubicBezTo>
                    <a:pt x="10279" y="982"/>
                    <a:pt x="10352" y="982"/>
                    <a:pt x="10619" y="990"/>
                  </a:cubicBezTo>
                  <a:cubicBezTo>
                    <a:pt x="10919" y="990"/>
                    <a:pt x="10952" y="990"/>
                    <a:pt x="10952" y="868"/>
                  </a:cubicBezTo>
                  <a:cubicBezTo>
                    <a:pt x="10972" y="812"/>
                    <a:pt x="10990" y="784"/>
                    <a:pt x="11003" y="784"/>
                  </a:cubicBezTo>
                  <a:cubicBezTo>
                    <a:pt x="11016" y="784"/>
                    <a:pt x="11025" y="815"/>
                    <a:pt x="11025" y="876"/>
                  </a:cubicBezTo>
                  <a:cubicBezTo>
                    <a:pt x="11025" y="917"/>
                    <a:pt x="11041" y="957"/>
                    <a:pt x="11050" y="957"/>
                  </a:cubicBezTo>
                  <a:cubicBezTo>
                    <a:pt x="11054" y="957"/>
                    <a:pt x="11057" y="950"/>
                    <a:pt x="11057" y="933"/>
                  </a:cubicBezTo>
                  <a:cubicBezTo>
                    <a:pt x="11098" y="933"/>
                    <a:pt x="11138" y="957"/>
                    <a:pt x="11154" y="998"/>
                  </a:cubicBezTo>
                  <a:cubicBezTo>
                    <a:pt x="11199" y="1046"/>
                    <a:pt x="11230" y="1064"/>
                    <a:pt x="11252" y="1064"/>
                  </a:cubicBezTo>
                  <a:cubicBezTo>
                    <a:pt x="11281" y="1064"/>
                    <a:pt x="11292" y="1031"/>
                    <a:pt x="11292" y="998"/>
                  </a:cubicBezTo>
                  <a:cubicBezTo>
                    <a:pt x="11278" y="946"/>
                    <a:pt x="11276" y="927"/>
                    <a:pt x="11281" y="927"/>
                  </a:cubicBezTo>
                  <a:cubicBezTo>
                    <a:pt x="11288" y="927"/>
                    <a:pt x="11306" y="961"/>
                    <a:pt x="11325" y="998"/>
                  </a:cubicBezTo>
                  <a:cubicBezTo>
                    <a:pt x="11347" y="1038"/>
                    <a:pt x="11370" y="1082"/>
                    <a:pt x="11382" y="1082"/>
                  </a:cubicBezTo>
                  <a:cubicBezTo>
                    <a:pt x="11387" y="1082"/>
                    <a:pt x="11390" y="1074"/>
                    <a:pt x="11390" y="1055"/>
                  </a:cubicBezTo>
                  <a:cubicBezTo>
                    <a:pt x="11408" y="1023"/>
                    <a:pt x="11480" y="991"/>
                    <a:pt x="11540" y="991"/>
                  </a:cubicBezTo>
                  <a:cubicBezTo>
                    <a:pt x="11586" y="991"/>
                    <a:pt x="11625" y="1010"/>
                    <a:pt x="11625" y="1063"/>
                  </a:cubicBezTo>
                  <a:lnTo>
                    <a:pt x="11689" y="1063"/>
                  </a:lnTo>
                  <a:cubicBezTo>
                    <a:pt x="11689" y="1015"/>
                    <a:pt x="11729" y="1002"/>
                    <a:pt x="11776" y="1002"/>
                  </a:cubicBezTo>
                  <a:cubicBezTo>
                    <a:pt x="11793" y="1002"/>
                    <a:pt x="11810" y="1004"/>
                    <a:pt x="11827" y="1006"/>
                  </a:cubicBezTo>
                  <a:cubicBezTo>
                    <a:pt x="11892" y="1006"/>
                    <a:pt x="11925" y="1006"/>
                    <a:pt x="11925" y="1063"/>
                  </a:cubicBezTo>
                  <a:cubicBezTo>
                    <a:pt x="11908" y="1091"/>
                    <a:pt x="11908" y="1105"/>
                    <a:pt x="11922" y="1105"/>
                  </a:cubicBezTo>
                  <a:cubicBezTo>
                    <a:pt x="11935" y="1105"/>
                    <a:pt x="11961" y="1091"/>
                    <a:pt x="11998" y="1063"/>
                  </a:cubicBezTo>
                  <a:cubicBezTo>
                    <a:pt x="12030" y="1063"/>
                    <a:pt x="12062" y="949"/>
                    <a:pt x="12095" y="949"/>
                  </a:cubicBezTo>
                  <a:cubicBezTo>
                    <a:pt x="12095" y="884"/>
                    <a:pt x="12127" y="828"/>
                    <a:pt x="12168" y="828"/>
                  </a:cubicBezTo>
                  <a:lnTo>
                    <a:pt x="12168" y="884"/>
                  </a:lnTo>
                  <a:lnTo>
                    <a:pt x="12168" y="1006"/>
                  </a:lnTo>
                  <a:cubicBezTo>
                    <a:pt x="12200" y="1006"/>
                    <a:pt x="12233" y="1006"/>
                    <a:pt x="12233" y="949"/>
                  </a:cubicBezTo>
                  <a:cubicBezTo>
                    <a:pt x="12265" y="1006"/>
                    <a:pt x="12298" y="1006"/>
                    <a:pt x="12362" y="1006"/>
                  </a:cubicBezTo>
                  <a:cubicBezTo>
                    <a:pt x="12381" y="1008"/>
                    <a:pt x="12400" y="1010"/>
                    <a:pt x="12418" y="1010"/>
                  </a:cubicBezTo>
                  <a:cubicBezTo>
                    <a:pt x="12467" y="1010"/>
                    <a:pt x="12509" y="997"/>
                    <a:pt x="12533" y="949"/>
                  </a:cubicBezTo>
                  <a:cubicBezTo>
                    <a:pt x="12557" y="1011"/>
                    <a:pt x="12614" y="1042"/>
                    <a:pt x="12669" y="1042"/>
                  </a:cubicBezTo>
                  <a:cubicBezTo>
                    <a:pt x="12723" y="1042"/>
                    <a:pt x="12776" y="1013"/>
                    <a:pt x="12800" y="957"/>
                  </a:cubicBezTo>
                  <a:cubicBezTo>
                    <a:pt x="12800" y="925"/>
                    <a:pt x="12808" y="909"/>
                    <a:pt x="12822" y="909"/>
                  </a:cubicBezTo>
                  <a:cubicBezTo>
                    <a:pt x="12835" y="909"/>
                    <a:pt x="12853" y="925"/>
                    <a:pt x="12873" y="957"/>
                  </a:cubicBezTo>
                  <a:cubicBezTo>
                    <a:pt x="12889" y="986"/>
                    <a:pt x="12898" y="1000"/>
                    <a:pt x="12906" y="1000"/>
                  </a:cubicBezTo>
                  <a:cubicBezTo>
                    <a:pt x="12914" y="1000"/>
                    <a:pt x="12922" y="986"/>
                    <a:pt x="12938" y="957"/>
                  </a:cubicBezTo>
                  <a:cubicBezTo>
                    <a:pt x="12948" y="941"/>
                    <a:pt x="12957" y="934"/>
                    <a:pt x="12967" y="934"/>
                  </a:cubicBezTo>
                  <a:cubicBezTo>
                    <a:pt x="12990" y="934"/>
                    <a:pt x="13012" y="974"/>
                    <a:pt x="13035" y="1014"/>
                  </a:cubicBezTo>
                  <a:cubicBezTo>
                    <a:pt x="13055" y="1086"/>
                    <a:pt x="13074" y="1116"/>
                    <a:pt x="13095" y="1116"/>
                  </a:cubicBezTo>
                  <a:cubicBezTo>
                    <a:pt x="13109" y="1116"/>
                    <a:pt x="13124" y="1102"/>
                    <a:pt x="13141" y="1079"/>
                  </a:cubicBezTo>
                  <a:cubicBezTo>
                    <a:pt x="13176" y="1044"/>
                    <a:pt x="13230" y="1021"/>
                    <a:pt x="13281" y="1021"/>
                  </a:cubicBezTo>
                  <a:cubicBezTo>
                    <a:pt x="13288" y="1021"/>
                    <a:pt x="13296" y="1021"/>
                    <a:pt x="13303" y="1022"/>
                  </a:cubicBezTo>
                  <a:cubicBezTo>
                    <a:pt x="13376" y="966"/>
                    <a:pt x="13408" y="966"/>
                    <a:pt x="13376" y="901"/>
                  </a:cubicBezTo>
                  <a:cubicBezTo>
                    <a:pt x="13376" y="860"/>
                    <a:pt x="13384" y="820"/>
                    <a:pt x="13408" y="787"/>
                  </a:cubicBezTo>
                  <a:cubicBezTo>
                    <a:pt x="13430" y="766"/>
                    <a:pt x="13444" y="758"/>
                    <a:pt x="13453" y="758"/>
                  </a:cubicBezTo>
                  <a:cubicBezTo>
                    <a:pt x="13470" y="758"/>
                    <a:pt x="13462" y="787"/>
                    <a:pt x="13441" y="787"/>
                  </a:cubicBezTo>
                  <a:cubicBezTo>
                    <a:pt x="13376" y="844"/>
                    <a:pt x="13408" y="844"/>
                    <a:pt x="13441" y="901"/>
                  </a:cubicBezTo>
                  <a:cubicBezTo>
                    <a:pt x="13469" y="943"/>
                    <a:pt x="13510" y="967"/>
                    <a:pt x="13557" y="967"/>
                  </a:cubicBezTo>
                  <a:cubicBezTo>
                    <a:pt x="13564" y="967"/>
                    <a:pt x="13571" y="967"/>
                    <a:pt x="13579" y="966"/>
                  </a:cubicBezTo>
                  <a:lnTo>
                    <a:pt x="13708" y="966"/>
                  </a:lnTo>
                  <a:cubicBezTo>
                    <a:pt x="13761" y="998"/>
                    <a:pt x="13795" y="1014"/>
                    <a:pt x="13817" y="1014"/>
                  </a:cubicBezTo>
                  <a:cubicBezTo>
                    <a:pt x="13838" y="1014"/>
                    <a:pt x="13846" y="998"/>
                    <a:pt x="13846" y="966"/>
                  </a:cubicBezTo>
                  <a:lnTo>
                    <a:pt x="13846" y="909"/>
                  </a:lnTo>
                  <a:cubicBezTo>
                    <a:pt x="13863" y="971"/>
                    <a:pt x="13965" y="1001"/>
                    <a:pt x="14067" y="1001"/>
                  </a:cubicBezTo>
                  <a:cubicBezTo>
                    <a:pt x="14166" y="1001"/>
                    <a:pt x="14264" y="973"/>
                    <a:pt x="14284" y="917"/>
                  </a:cubicBezTo>
                  <a:lnTo>
                    <a:pt x="14284" y="974"/>
                  </a:lnTo>
                  <a:cubicBezTo>
                    <a:pt x="14284" y="1030"/>
                    <a:pt x="14316" y="1030"/>
                    <a:pt x="14381" y="1039"/>
                  </a:cubicBezTo>
                  <a:cubicBezTo>
                    <a:pt x="14470" y="1006"/>
                    <a:pt x="14560" y="990"/>
                    <a:pt x="14649" y="982"/>
                  </a:cubicBezTo>
                  <a:cubicBezTo>
                    <a:pt x="14787" y="982"/>
                    <a:pt x="14884" y="982"/>
                    <a:pt x="14884" y="925"/>
                  </a:cubicBezTo>
                  <a:cubicBezTo>
                    <a:pt x="14916" y="925"/>
                    <a:pt x="14916" y="925"/>
                    <a:pt x="14916" y="982"/>
                  </a:cubicBezTo>
                  <a:cubicBezTo>
                    <a:pt x="14884" y="1039"/>
                    <a:pt x="14916" y="1039"/>
                    <a:pt x="14949" y="1047"/>
                  </a:cubicBezTo>
                  <a:cubicBezTo>
                    <a:pt x="14989" y="1047"/>
                    <a:pt x="14989" y="982"/>
                    <a:pt x="14989" y="925"/>
                  </a:cubicBezTo>
                  <a:cubicBezTo>
                    <a:pt x="14989" y="894"/>
                    <a:pt x="14997" y="879"/>
                    <a:pt x="15012" y="879"/>
                  </a:cubicBezTo>
                  <a:cubicBezTo>
                    <a:pt x="15028" y="879"/>
                    <a:pt x="15053" y="896"/>
                    <a:pt x="15087" y="925"/>
                  </a:cubicBezTo>
                  <a:cubicBezTo>
                    <a:pt x="15127" y="957"/>
                    <a:pt x="15174" y="974"/>
                    <a:pt x="15220" y="974"/>
                  </a:cubicBezTo>
                  <a:cubicBezTo>
                    <a:pt x="15267" y="974"/>
                    <a:pt x="15314" y="957"/>
                    <a:pt x="15354" y="925"/>
                  </a:cubicBezTo>
                  <a:cubicBezTo>
                    <a:pt x="15387" y="925"/>
                    <a:pt x="15419" y="933"/>
                    <a:pt x="15419" y="990"/>
                  </a:cubicBezTo>
                  <a:cubicBezTo>
                    <a:pt x="15443" y="1023"/>
                    <a:pt x="15475" y="1059"/>
                    <a:pt x="15510" y="1059"/>
                  </a:cubicBezTo>
                  <a:cubicBezTo>
                    <a:pt x="15535" y="1059"/>
                    <a:pt x="15562" y="1041"/>
                    <a:pt x="15589" y="990"/>
                  </a:cubicBezTo>
                  <a:cubicBezTo>
                    <a:pt x="15622" y="990"/>
                    <a:pt x="15622" y="990"/>
                    <a:pt x="15622" y="1055"/>
                  </a:cubicBezTo>
                  <a:cubicBezTo>
                    <a:pt x="15640" y="1088"/>
                    <a:pt x="15648" y="1120"/>
                    <a:pt x="15660" y="1120"/>
                  </a:cubicBezTo>
                  <a:cubicBezTo>
                    <a:pt x="15668" y="1120"/>
                    <a:pt x="15678" y="1103"/>
                    <a:pt x="15695" y="1055"/>
                  </a:cubicBezTo>
                  <a:cubicBezTo>
                    <a:pt x="15726" y="1023"/>
                    <a:pt x="15765" y="1009"/>
                    <a:pt x="15805" y="1009"/>
                  </a:cubicBezTo>
                  <a:cubicBezTo>
                    <a:pt x="15848" y="1009"/>
                    <a:pt x="15892" y="1025"/>
                    <a:pt x="15930" y="1055"/>
                  </a:cubicBezTo>
                  <a:cubicBezTo>
                    <a:pt x="15962" y="1055"/>
                    <a:pt x="15995" y="1055"/>
                    <a:pt x="15995" y="998"/>
                  </a:cubicBezTo>
                  <a:cubicBezTo>
                    <a:pt x="15995" y="973"/>
                    <a:pt x="15995" y="950"/>
                    <a:pt x="15995" y="933"/>
                  </a:cubicBezTo>
                  <a:cubicBezTo>
                    <a:pt x="16011" y="995"/>
                    <a:pt x="16019" y="1025"/>
                    <a:pt x="16028" y="1025"/>
                  </a:cubicBezTo>
                  <a:cubicBezTo>
                    <a:pt x="16036" y="1025"/>
                    <a:pt x="16044" y="997"/>
                    <a:pt x="16060" y="941"/>
                  </a:cubicBezTo>
                  <a:cubicBezTo>
                    <a:pt x="16060" y="909"/>
                    <a:pt x="16068" y="893"/>
                    <a:pt x="16076" y="893"/>
                  </a:cubicBezTo>
                  <a:cubicBezTo>
                    <a:pt x="16084" y="893"/>
                    <a:pt x="16092" y="909"/>
                    <a:pt x="16092" y="941"/>
                  </a:cubicBezTo>
                  <a:cubicBezTo>
                    <a:pt x="16124" y="998"/>
                    <a:pt x="16165" y="998"/>
                    <a:pt x="16165" y="998"/>
                  </a:cubicBezTo>
                  <a:cubicBezTo>
                    <a:pt x="16287" y="966"/>
                    <a:pt x="16408" y="949"/>
                    <a:pt x="16530" y="941"/>
                  </a:cubicBezTo>
                  <a:cubicBezTo>
                    <a:pt x="16603" y="943"/>
                    <a:pt x="16664" y="945"/>
                    <a:pt x="16715" y="945"/>
                  </a:cubicBezTo>
                  <a:cubicBezTo>
                    <a:pt x="16847" y="945"/>
                    <a:pt x="16903" y="934"/>
                    <a:pt x="16903" y="893"/>
                  </a:cubicBezTo>
                  <a:cubicBezTo>
                    <a:pt x="16919" y="860"/>
                    <a:pt x="16927" y="844"/>
                    <a:pt x="16935" y="844"/>
                  </a:cubicBezTo>
                  <a:cubicBezTo>
                    <a:pt x="16943" y="844"/>
                    <a:pt x="16951" y="860"/>
                    <a:pt x="16968" y="893"/>
                  </a:cubicBezTo>
                  <a:cubicBezTo>
                    <a:pt x="16982" y="928"/>
                    <a:pt x="17014" y="951"/>
                    <a:pt x="17049" y="951"/>
                  </a:cubicBezTo>
                  <a:cubicBezTo>
                    <a:pt x="17054" y="951"/>
                    <a:pt x="17060" y="950"/>
                    <a:pt x="17065" y="949"/>
                  </a:cubicBezTo>
                  <a:cubicBezTo>
                    <a:pt x="17105" y="949"/>
                    <a:pt x="17138" y="949"/>
                    <a:pt x="17138" y="1014"/>
                  </a:cubicBezTo>
                  <a:cubicBezTo>
                    <a:pt x="17170" y="949"/>
                    <a:pt x="17170" y="949"/>
                    <a:pt x="17203" y="949"/>
                  </a:cubicBezTo>
                  <a:cubicBezTo>
                    <a:pt x="17203" y="983"/>
                    <a:pt x="17211" y="999"/>
                    <a:pt x="17224" y="999"/>
                  </a:cubicBezTo>
                  <a:cubicBezTo>
                    <a:pt x="17236" y="999"/>
                    <a:pt x="17252" y="985"/>
                    <a:pt x="17268" y="957"/>
                  </a:cubicBezTo>
                  <a:cubicBezTo>
                    <a:pt x="17288" y="897"/>
                    <a:pt x="17298" y="866"/>
                    <a:pt x="17302" y="866"/>
                  </a:cubicBezTo>
                  <a:lnTo>
                    <a:pt x="17302" y="866"/>
                  </a:lnTo>
                  <a:cubicBezTo>
                    <a:pt x="17306" y="866"/>
                    <a:pt x="17304" y="897"/>
                    <a:pt x="17300" y="957"/>
                  </a:cubicBezTo>
                  <a:cubicBezTo>
                    <a:pt x="17300" y="998"/>
                    <a:pt x="17353" y="1038"/>
                    <a:pt x="17372" y="1038"/>
                  </a:cubicBezTo>
                  <a:cubicBezTo>
                    <a:pt x="17380" y="1038"/>
                    <a:pt x="17383" y="1031"/>
                    <a:pt x="17373" y="1014"/>
                  </a:cubicBezTo>
                  <a:cubicBezTo>
                    <a:pt x="17373" y="957"/>
                    <a:pt x="17438" y="957"/>
                    <a:pt x="17470" y="893"/>
                  </a:cubicBezTo>
                  <a:cubicBezTo>
                    <a:pt x="17503" y="893"/>
                    <a:pt x="17535" y="901"/>
                    <a:pt x="17535" y="957"/>
                  </a:cubicBezTo>
                  <a:cubicBezTo>
                    <a:pt x="17547" y="974"/>
                    <a:pt x="17569" y="981"/>
                    <a:pt x="17596" y="981"/>
                  </a:cubicBezTo>
                  <a:cubicBezTo>
                    <a:pt x="17660" y="981"/>
                    <a:pt x="17747" y="941"/>
                    <a:pt x="17770" y="901"/>
                  </a:cubicBezTo>
                  <a:cubicBezTo>
                    <a:pt x="17770" y="872"/>
                    <a:pt x="17780" y="858"/>
                    <a:pt x="17791" y="858"/>
                  </a:cubicBezTo>
                  <a:cubicBezTo>
                    <a:pt x="17801" y="858"/>
                    <a:pt x="17811" y="872"/>
                    <a:pt x="17811" y="901"/>
                  </a:cubicBezTo>
                  <a:cubicBezTo>
                    <a:pt x="17811" y="957"/>
                    <a:pt x="17843" y="957"/>
                    <a:pt x="17876" y="957"/>
                  </a:cubicBezTo>
                  <a:cubicBezTo>
                    <a:pt x="17885" y="941"/>
                    <a:pt x="17892" y="934"/>
                    <a:pt x="17896" y="934"/>
                  </a:cubicBezTo>
                  <a:cubicBezTo>
                    <a:pt x="17908" y="934"/>
                    <a:pt x="17908" y="976"/>
                    <a:pt x="17908" y="1022"/>
                  </a:cubicBezTo>
                  <a:cubicBezTo>
                    <a:pt x="17876" y="1079"/>
                    <a:pt x="17908" y="1079"/>
                    <a:pt x="17973" y="1079"/>
                  </a:cubicBezTo>
                  <a:cubicBezTo>
                    <a:pt x="17997" y="1038"/>
                    <a:pt x="18076" y="1027"/>
                    <a:pt x="18154" y="1027"/>
                  </a:cubicBezTo>
                  <a:cubicBezTo>
                    <a:pt x="18184" y="1027"/>
                    <a:pt x="18214" y="1028"/>
                    <a:pt x="18241" y="1030"/>
                  </a:cubicBezTo>
                  <a:cubicBezTo>
                    <a:pt x="18411" y="1030"/>
                    <a:pt x="18443" y="966"/>
                    <a:pt x="18516" y="852"/>
                  </a:cubicBezTo>
                  <a:lnTo>
                    <a:pt x="18549" y="730"/>
                  </a:lnTo>
                  <a:lnTo>
                    <a:pt x="18549" y="852"/>
                  </a:lnTo>
                  <a:cubicBezTo>
                    <a:pt x="18557" y="909"/>
                    <a:pt x="18565" y="974"/>
                    <a:pt x="18581" y="1030"/>
                  </a:cubicBezTo>
                  <a:cubicBezTo>
                    <a:pt x="18614" y="1030"/>
                    <a:pt x="18614" y="974"/>
                    <a:pt x="18614" y="909"/>
                  </a:cubicBezTo>
                  <a:cubicBezTo>
                    <a:pt x="18614" y="881"/>
                    <a:pt x="18621" y="867"/>
                    <a:pt x="18637" y="867"/>
                  </a:cubicBezTo>
                  <a:cubicBezTo>
                    <a:pt x="18654" y="867"/>
                    <a:pt x="18681" y="883"/>
                    <a:pt x="18719" y="917"/>
                  </a:cubicBezTo>
                  <a:cubicBezTo>
                    <a:pt x="18751" y="945"/>
                    <a:pt x="18776" y="959"/>
                    <a:pt x="18796" y="959"/>
                  </a:cubicBezTo>
                  <a:cubicBezTo>
                    <a:pt x="18816" y="959"/>
                    <a:pt x="18832" y="945"/>
                    <a:pt x="18849" y="917"/>
                  </a:cubicBezTo>
                  <a:cubicBezTo>
                    <a:pt x="18854" y="916"/>
                    <a:pt x="18859" y="915"/>
                    <a:pt x="18865" y="915"/>
                  </a:cubicBezTo>
                  <a:cubicBezTo>
                    <a:pt x="18901" y="915"/>
                    <a:pt x="18940" y="938"/>
                    <a:pt x="18954" y="974"/>
                  </a:cubicBezTo>
                  <a:cubicBezTo>
                    <a:pt x="18986" y="974"/>
                    <a:pt x="18986" y="974"/>
                    <a:pt x="18986" y="917"/>
                  </a:cubicBezTo>
                  <a:cubicBezTo>
                    <a:pt x="18986" y="889"/>
                    <a:pt x="18995" y="874"/>
                    <a:pt x="19007" y="874"/>
                  </a:cubicBezTo>
                  <a:cubicBezTo>
                    <a:pt x="19019" y="874"/>
                    <a:pt x="19035" y="889"/>
                    <a:pt x="19051" y="917"/>
                  </a:cubicBezTo>
                  <a:cubicBezTo>
                    <a:pt x="19071" y="989"/>
                    <a:pt x="19113" y="1018"/>
                    <a:pt x="19146" y="1018"/>
                  </a:cubicBezTo>
                  <a:cubicBezTo>
                    <a:pt x="19168" y="1018"/>
                    <a:pt x="19186" y="1005"/>
                    <a:pt x="19189" y="982"/>
                  </a:cubicBezTo>
                  <a:cubicBezTo>
                    <a:pt x="19189" y="917"/>
                    <a:pt x="19222" y="917"/>
                    <a:pt x="19254" y="917"/>
                  </a:cubicBezTo>
                  <a:cubicBezTo>
                    <a:pt x="19259" y="918"/>
                    <a:pt x="19265" y="918"/>
                    <a:pt x="19270" y="918"/>
                  </a:cubicBezTo>
                  <a:cubicBezTo>
                    <a:pt x="19305" y="918"/>
                    <a:pt x="19337" y="895"/>
                    <a:pt x="19351" y="860"/>
                  </a:cubicBezTo>
                  <a:lnTo>
                    <a:pt x="19424" y="860"/>
                  </a:lnTo>
                  <a:cubicBezTo>
                    <a:pt x="19457" y="860"/>
                    <a:pt x="19424" y="925"/>
                    <a:pt x="19384" y="925"/>
                  </a:cubicBezTo>
                  <a:lnTo>
                    <a:pt x="19424" y="982"/>
                  </a:lnTo>
                  <a:cubicBezTo>
                    <a:pt x="19489" y="982"/>
                    <a:pt x="19522" y="982"/>
                    <a:pt x="19554" y="925"/>
                  </a:cubicBezTo>
                  <a:cubicBezTo>
                    <a:pt x="19570" y="864"/>
                    <a:pt x="19578" y="834"/>
                    <a:pt x="19582" y="834"/>
                  </a:cubicBezTo>
                  <a:cubicBezTo>
                    <a:pt x="19586" y="834"/>
                    <a:pt x="19586" y="864"/>
                    <a:pt x="19586" y="925"/>
                  </a:cubicBezTo>
                  <a:cubicBezTo>
                    <a:pt x="19586" y="965"/>
                    <a:pt x="19602" y="1009"/>
                    <a:pt x="19626" y="1009"/>
                  </a:cubicBezTo>
                  <a:cubicBezTo>
                    <a:pt x="19636" y="1009"/>
                    <a:pt x="19647" y="1001"/>
                    <a:pt x="19659" y="982"/>
                  </a:cubicBezTo>
                  <a:cubicBezTo>
                    <a:pt x="19673" y="935"/>
                    <a:pt x="19686" y="917"/>
                    <a:pt x="19698" y="917"/>
                  </a:cubicBezTo>
                  <a:cubicBezTo>
                    <a:pt x="19713" y="917"/>
                    <a:pt x="19724" y="952"/>
                    <a:pt x="19724" y="990"/>
                  </a:cubicBezTo>
                  <a:cubicBezTo>
                    <a:pt x="19708" y="1047"/>
                    <a:pt x="19700" y="1075"/>
                    <a:pt x="19712" y="1075"/>
                  </a:cubicBezTo>
                  <a:cubicBezTo>
                    <a:pt x="19724" y="1075"/>
                    <a:pt x="19757" y="1047"/>
                    <a:pt x="19822" y="990"/>
                  </a:cubicBezTo>
                  <a:cubicBezTo>
                    <a:pt x="19895" y="990"/>
                    <a:pt x="20024" y="933"/>
                    <a:pt x="20130" y="933"/>
                  </a:cubicBezTo>
                  <a:cubicBezTo>
                    <a:pt x="20259" y="933"/>
                    <a:pt x="20332" y="933"/>
                    <a:pt x="20365" y="998"/>
                  </a:cubicBezTo>
                  <a:cubicBezTo>
                    <a:pt x="20365" y="1008"/>
                    <a:pt x="20365" y="1018"/>
                    <a:pt x="20366" y="1026"/>
                  </a:cubicBezTo>
                  <a:lnTo>
                    <a:pt x="20366" y="1026"/>
                  </a:lnTo>
                  <a:cubicBezTo>
                    <a:pt x="20371" y="933"/>
                    <a:pt x="20406" y="933"/>
                    <a:pt x="20495" y="933"/>
                  </a:cubicBezTo>
                  <a:cubicBezTo>
                    <a:pt x="20520" y="953"/>
                    <a:pt x="20548" y="962"/>
                    <a:pt x="20575" y="962"/>
                  </a:cubicBezTo>
                  <a:cubicBezTo>
                    <a:pt x="20627" y="962"/>
                    <a:pt x="20676" y="929"/>
                    <a:pt x="20697" y="876"/>
                  </a:cubicBezTo>
                  <a:lnTo>
                    <a:pt x="20632" y="876"/>
                  </a:lnTo>
                  <a:cubicBezTo>
                    <a:pt x="20632" y="810"/>
                    <a:pt x="20643" y="782"/>
                    <a:pt x="20666" y="782"/>
                  </a:cubicBezTo>
                  <a:cubicBezTo>
                    <a:pt x="20681" y="782"/>
                    <a:pt x="20703" y="796"/>
                    <a:pt x="20730" y="820"/>
                  </a:cubicBezTo>
                  <a:cubicBezTo>
                    <a:pt x="20762" y="820"/>
                    <a:pt x="20762" y="884"/>
                    <a:pt x="20762" y="941"/>
                  </a:cubicBezTo>
                  <a:cubicBezTo>
                    <a:pt x="20762" y="998"/>
                    <a:pt x="20803" y="1063"/>
                    <a:pt x="20835" y="1063"/>
                  </a:cubicBezTo>
                  <a:cubicBezTo>
                    <a:pt x="20867" y="1063"/>
                    <a:pt x="20900" y="1063"/>
                    <a:pt x="20867" y="998"/>
                  </a:cubicBezTo>
                  <a:cubicBezTo>
                    <a:pt x="20867" y="941"/>
                    <a:pt x="20867" y="941"/>
                    <a:pt x="20900" y="941"/>
                  </a:cubicBezTo>
                  <a:cubicBezTo>
                    <a:pt x="20905" y="942"/>
                    <a:pt x="20910" y="943"/>
                    <a:pt x="20916" y="943"/>
                  </a:cubicBezTo>
                  <a:cubicBezTo>
                    <a:pt x="20951" y="943"/>
                    <a:pt x="20983" y="920"/>
                    <a:pt x="20997" y="884"/>
                  </a:cubicBezTo>
                  <a:cubicBezTo>
                    <a:pt x="20997" y="828"/>
                    <a:pt x="21038" y="828"/>
                    <a:pt x="21070" y="828"/>
                  </a:cubicBezTo>
                  <a:cubicBezTo>
                    <a:pt x="21086" y="860"/>
                    <a:pt x="21127" y="884"/>
                    <a:pt x="21167" y="884"/>
                  </a:cubicBezTo>
                  <a:lnTo>
                    <a:pt x="21167" y="949"/>
                  </a:lnTo>
                  <a:cubicBezTo>
                    <a:pt x="21167" y="990"/>
                    <a:pt x="21184" y="1030"/>
                    <a:pt x="21200" y="1063"/>
                  </a:cubicBezTo>
                  <a:cubicBezTo>
                    <a:pt x="21232" y="1063"/>
                    <a:pt x="21232" y="1006"/>
                    <a:pt x="21232" y="1006"/>
                  </a:cubicBezTo>
                  <a:cubicBezTo>
                    <a:pt x="21232" y="962"/>
                    <a:pt x="21723" y="957"/>
                    <a:pt x="21987" y="957"/>
                  </a:cubicBezTo>
                  <a:cubicBezTo>
                    <a:pt x="22062" y="957"/>
                    <a:pt x="22119" y="957"/>
                    <a:pt x="22140" y="957"/>
                  </a:cubicBezTo>
                  <a:cubicBezTo>
                    <a:pt x="22177" y="990"/>
                    <a:pt x="22219" y="1006"/>
                    <a:pt x="22249" y="1006"/>
                  </a:cubicBezTo>
                  <a:cubicBezTo>
                    <a:pt x="22278" y="1006"/>
                    <a:pt x="22294" y="990"/>
                    <a:pt x="22278" y="957"/>
                  </a:cubicBezTo>
                  <a:cubicBezTo>
                    <a:pt x="22278" y="916"/>
                    <a:pt x="22368" y="905"/>
                    <a:pt x="22495" y="905"/>
                  </a:cubicBezTo>
                  <a:cubicBezTo>
                    <a:pt x="22542" y="905"/>
                    <a:pt x="22596" y="907"/>
                    <a:pt x="22651" y="909"/>
                  </a:cubicBezTo>
                  <a:cubicBezTo>
                    <a:pt x="22886" y="909"/>
                    <a:pt x="23048" y="909"/>
                    <a:pt x="23048" y="852"/>
                  </a:cubicBezTo>
                  <a:lnTo>
                    <a:pt x="23154" y="852"/>
                  </a:lnTo>
                  <a:cubicBezTo>
                    <a:pt x="23219" y="852"/>
                    <a:pt x="23284" y="795"/>
                    <a:pt x="23316" y="795"/>
                  </a:cubicBezTo>
                  <a:cubicBezTo>
                    <a:pt x="23336" y="767"/>
                    <a:pt x="23355" y="753"/>
                    <a:pt x="23364" y="753"/>
                  </a:cubicBezTo>
                  <a:cubicBezTo>
                    <a:pt x="23373" y="753"/>
                    <a:pt x="23373" y="767"/>
                    <a:pt x="23357" y="795"/>
                  </a:cubicBezTo>
                  <a:cubicBezTo>
                    <a:pt x="23357" y="852"/>
                    <a:pt x="23357" y="917"/>
                    <a:pt x="23389" y="917"/>
                  </a:cubicBezTo>
                  <a:cubicBezTo>
                    <a:pt x="23454" y="917"/>
                    <a:pt x="23454" y="852"/>
                    <a:pt x="23454" y="795"/>
                  </a:cubicBezTo>
                  <a:cubicBezTo>
                    <a:pt x="23454" y="739"/>
                    <a:pt x="23486" y="739"/>
                    <a:pt x="23486" y="739"/>
                  </a:cubicBezTo>
                  <a:cubicBezTo>
                    <a:pt x="23519" y="739"/>
                    <a:pt x="23519" y="739"/>
                    <a:pt x="23519" y="795"/>
                  </a:cubicBezTo>
                  <a:cubicBezTo>
                    <a:pt x="23519" y="860"/>
                    <a:pt x="23519" y="917"/>
                    <a:pt x="23519" y="917"/>
                  </a:cubicBezTo>
                  <a:lnTo>
                    <a:pt x="23551" y="917"/>
                  </a:lnTo>
                  <a:cubicBezTo>
                    <a:pt x="23551" y="860"/>
                    <a:pt x="23592" y="860"/>
                    <a:pt x="23592" y="860"/>
                  </a:cubicBezTo>
                  <a:cubicBezTo>
                    <a:pt x="23624" y="860"/>
                    <a:pt x="23624" y="860"/>
                    <a:pt x="23624" y="974"/>
                  </a:cubicBezTo>
                  <a:cubicBezTo>
                    <a:pt x="23624" y="1036"/>
                    <a:pt x="23633" y="1066"/>
                    <a:pt x="23645" y="1066"/>
                  </a:cubicBezTo>
                  <a:cubicBezTo>
                    <a:pt x="23657" y="1066"/>
                    <a:pt x="23673" y="1038"/>
                    <a:pt x="23689" y="982"/>
                  </a:cubicBezTo>
                  <a:lnTo>
                    <a:pt x="23754" y="917"/>
                  </a:lnTo>
                  <a:cubicBezTo>
                    <a:pt x="23764" y="955"/>
                    <a:pt x="23778" y="969"/>
                    <a:pt x="23793" y="969"/>
                  </a:cubicBezTo>
                  <a:cubicBezTo>
                    <a:pt x="23828" y="969"/>
                    <a:pt x="23869" y="899"/>
                    <a:pt x="23892" y="860"/>
                  </a:cubicBezTo>
                  <a:cubicBezTo>
                    <a:pt x="23908" y="921"/>
                    <a:pt x="23924" y="951"/>
                    <a:pt x="23940" y="951"/>
                  </a:cubicBezTo>
                  <a:cubicBezTo>
                    <a:pt x="23957" y="951"/>
                    <a:pt x="23973" y="921"/>
                    <a:pt x="23989" y="860"/>
                  </a:cubicBezTo>
                  <a:cubicBezTo>
                    <a:pt x="23989" y="832"/>
                    <a:pt x="23997" y="818"/>
                    <a:pt x="24010" y="818"/>
                  </a:cubicBezTo>
                  <a:cubicBezTo>
                    <a:pt x="24023" y="818"/>
                    <a:pt x="24042" y="832"/>
                    <a:pt x="24062" y="860"/>
                  </a:cubicBezTo>
                  <a:cubicBezTo>
                    <a:pt x="24094" y="925"/>
                    <a:pt x="24127" y="925"/>
                    <a:pt x="24192" y="925"/>
                  </a:cubicBezTo>
                  <a:cubicBezTo>
                    <a:pt x="24224" y="868"/>
                    <a:pt x="24459" y="868"/>
                    <a:pt x="24727" y="868"/>
                  </a:cubicBezTo>
                  <a:cubicBezTo>
                    <a:pt x="24811" y="870"/>
                    <a:pt x="24888" y="872"/>
                    <a:pt x="24954" y="872"/>
                  </a:cubicBezTo>
                  <a:cubicBezTo>
                    <a:pt x="25131" y="872"/>
                    <a:pt x="25238" y="861"/>
                    <a:pt x="25238" y="820"/>
                  </a:cubicBezTo>
                  <a:cubicBezTo>
                    <a:pt x="25270" y="820"/>
                    <a:pt x="25270" y="820"/>
                    <a:pt x="25302" y="876"/>
                  </a:cubicBezTo>
                  <a:cubicBezTo>
                    <a:pt x="25302" y="904"/>
                    <a:pt x="25308" y="920"/>
                    <a:pt x="25317" y="920"/>
                  </a:cubicBezTo>
                  <a:cubicBezTo>
                    <a:pt x="25330" y="920"/>
                    <a:pt x="25349" y="890"/>
                    <a:pt x="25367" y="820"/>
                  </a:cubicBezTo>
                  <a:cubicBezTo>
                    <a:pt x="25386" y="787"/>
                    <a:pt x="25394" y="751"/>
                    <a:pt x="25397" y="751"/>
                  </a:cubicBezTo>
                  <a:cubicBezTo>
                    <a:pt x="25400" y="751"/>
                    <a:pt x="25400" y="769"/>
                    <a:pt x="25400" y="820"/>
                  </a:cubicBezTo>
                  <a:cubicBezTo>
                    <a:pt x="25400" y="884"/>
                    <a:pt x="25473" y="884"/>
                    <a:pt x="25602" y="884"/>
                  </a:cubicBezTo>
                  <a:cubicBezTo>
                    <a:pt x="25708" y="884"/>
                    <a:pt x="25838" y="884"/>
                    <a:pt x="25838" y="828"/>
                  </a:cubicBezTo>
                  <a:cubicBezTo>
                    <a:pt x="25874" y="799"/>
                    <a:pt x="25892" y="785"/>
                    <a:pt x="25896" y="785"/>
                  </a:cubicBezTo>
                  <a:cubicBezTo>
                    <a:pt x="25900" y="785"/>
                    <a:pt x="25890" y="799"/>
                    <a:pt x="25870" y="828"/>
                  </a:cubicBezTo>
                  <a:cubicBezTo>
                    <a:pt x="25850" y="903"/>
                    <a:pt x="25908" y="954"/>
                    <a:pt x="25979" y="954"/>
                  </a:cubicBezTo>
                  <a:cubicBezTo>
                    <a:pt x="26021" y="954"/>
                    <a:pt x="26068" y="935"/>
                    <a:pt x="26105" y="893"/>
                  </a:cubicBezTo>
                  <a:cubicBezTo>
                    <a:pt x="26138" y="893"/>
                    <a:pt x="26178" y="893"/>
                    <a:pt x="26178" y="949"/>
                  </a:cubicBezTo>
                  <a:cubicBezTo>
                    <a:pt x="26235" y="949"/>
                    <a:pt x="26292" y="933"/>
                    <a:pt x="26340" y="893"/>
                  </a:cubicBezTo>
                  <a:lnTo>
                    <a:pt x="26575" y="893"/>
                  </a:lnTo>
                  <a:cubicBezTo>
                    <a:pt x="26624" y="893"/>
                    <a:pt x="26673" y="868"/>
                    <a:pt x="26713" y="836"/>
                  </a:cubicBezTo>
                  <a:lnTo>
                    <a:pt x="26746" y="836"/>
                  </a:lnTo>
                  <a:cubicBezTo>
                    <a:pt x="26746" y="901"/>
                    <a:pt x="26916" y="901"/>
                    <a:pt x="27151" y="901"/>
                  </a:cubicBezTo>
                  <a:cubicBezTo>
                    <a:pt x="27386" y="909"/>
                    <a:pt x="27589" y="909"/>
                    <a:pt x="27621" y="966"/>
                  </a:cubicBezTo>
                  <a:cubicBezTo>
                    <a:pt x="27621" y="966"/>
                    <a:pt x="27654" y="966"/>
                    <a:pt x="27686" y="909"/>
                  </a:cubicBezTo>
                  <a:cubicBezTo>
                    <a:pt x="27705" y="839"/>
                    <a:pt x="27723" y="812"/>
                    <a:pt x="27743" y="812"/>
                  </a:cubicBezTo>
                  <a:cubicBezTo>
                    <a:pt x="27758" y="812"/>
                    <a:pt x="27774" y="828"/>
                    <a:pt x="27792" y="852"/>
                  </a:cubicBezTo>
                  <a:cubicBezTo>
                    <a:pt x="27796" y="913"/>
                    <a:pt x="27842" y="943"/>
                    <a:pt x="27889" y="943"/>
                  </a:cubicBezTo>
                  <a:cubicBezTo>
                    <a:pt x="27935" y="943"/>
                    <a:pt x="27982" y="913"/>
                    <a:pt x="27986" y="852"/>
                  </a:cubicBezTo>
                  <a:lnTo>
                    <a:pt x="27986" y="917"/>
                  </a:lnTo>
                  <a:cubicBezTo>
                    <a:pt x="27998" y="960"/>
                    <a:pt x="28022" y="979"/>
                    <a:pt x="28047" y="979"/>
                  </a:cubicBezTo>
                  <a:cubicBezTo>
                    <a:pt x="28088" y="979"/>
                    <a:pt x="28136" y="930"/>
                    <a:pt x="28156" y="860"/>
                  </a:cubicBezTo>
                  <a:cubicBezTo>
                    <a:pt x="28179" y="900"/>
                    <a:pt x="28202" y="940"/>
                    <a:pt x="28228" y="940"/>
                  </a:cubicBezTo>
                  <a:cubicBezTo>
                    <a:pt x="28239" y="940"/>
                    <a:pt x="28250" y="934"/>
                    <a:pt x="28262" y="917"/>
                  </a:cubicBezTo>
                  <a:cubicBezTo>
                    <a:pt x="28294" y="917"/>
                    <a:pt x="28294" y="917"/>
                    <a:pt x="28294" y="1039"/>
                  </a:cubicBezTo>
                  <a:cubicBezTo>
                    <a:pt x="28294" y="1095"/>
                    <a:pt x="28294" y="1160"/>
                    <a:pt x="28327" y="1160"/>
                  </a:cubicBezTo>
                  <a:cubicBezTo>
                    <a:pt x="28359" y="1160"/>
                    <a:pt x="28359" y="1095"/>
                    <a:pt x="28359" y="1039"/>
                  </a:cubicBezTo>
                  <a:lnTo>
                    <a:pt x="28424" y="1039"/>
                  </a:lnTo>
                  <a:cubicBezTo>
                    <a:pt x="28424" y="1039"/>
                    <a:pt x="28456" y="1039"/>
                    <a:pt x="28456" y="982"/>
                  </a:cubicBezTo>
                  <a:cubicBezTo>
                    <a:pt x="28456" y="934"/>
                    <a:pt x="28478" y="921"/>
                    <a:pt x="28503" y="921"/>
                  </a:cubicBezTo>
                  <a:cubicBezTo>
                    <a:pt x="28512" y="921"/>
                    <a:pt x="28521" y="923"/>
                    <a:pt x="28529" y="925"/>
                  </a:cubicBezTo>
                  <a:cubicBezTo>
                    <a:pt x="28529" y="941"/>
                    <a:pt x="28532" y="948"/>
                    <a:pt x="28535" y="948"/>
                  </a:cubicBezTo>
                  <a:cubicBezTo>
                    <a:pt x="28543" y="948"/>
                    <a:pt x="28552" y="906"/>
                    <a:pt x="28529" y="860"/>
                  </a:cubicBezTo>
                  <a:cubicBezTo>
                    <a:pt x="28529" y="803"/>
                    <a:pt x="28529" y="739"/>
                    <a:pt x="28562" y="739"/>
                  </a:cubicBezTo>
                  <a:lnTo>
                    <a:pt x="28562" y="625"/>
                  </a:lnTo>
                  <a:cubicBezTo>
                    <a:pt x="28562" y="503"/>
                    <a:pt x="28562" y="447"/>
                    <a:pt x="28497" y="382"/>
                  </a:cubicBezTo>
                  <a:cubicBezTo>
                    <a:pt x="28418" y="345"/>
                    <a:pt x="28353" y="310"/>
                    <a:pt x="28311" y="310"/>
                  </a:cubicBezTo>
                  <a:cubicBezTo>
                    <a:pt x="28280" y="310"/>
                    <a:pt x="28262" y="330"/>
                    <a:pt x="28262" y="382"/>
                  </a:cubicBezTo>
                  <a:cubicBezTo>
                    <a:pt x="28262" y="382"/>
                    <a:pt x="28229" y="439"/>
                    <a:pt x="28189" y="439"/>
                  </a:cubicBezTo>
                  <a:cubicBezTo>
                    <a:pt x="28156" y="439"/>
                    <a:pt x="28124" y="374"/>
                    <a:pt x="28124" y="374"/>
                  </a:cubicBezTo>
                  <a:cubicBezTo>
                    <a:pt x="28124" y="317"/>
                    <a:pt x="27994" y="317"/>
                    <a:pt x="27824" y="317"/>
                  </a:cubicBezTo>
                  <a:cubicBezTo>
                    <a:pt x="27621" y="309"/>
                    <a:pt x="27524" y="309"/>
                    <a:pt x="27483" y="252"/>
                  </a:cubicBezTo>
                  <a:cubicBezTo>
                    <a:pt x="27451" y="187"/>
                    <a:pt x="27419" y="187"/>
                    <a:pt x="27419" y="187"/>
                  </a:cubicBezTo>
                  <a:cubicBezTo>
                    <a:pt x="27419" y="239"/>
                    <a:pt x="27289" y="244"/>
                    <a:pt x="27117" y="244"/>
                  </a:cubicBezTo>
                  <a:cubicBezTo>
                    <a:pt x="27073" y="244"/>
                    <a:pt x="27028" y="244"/>
                    <a:pt x="26981" y="244"/>
                  </a:cubicBezTo>
                  <a:cubicBezTo>
                    <a:pt x="26916" y="242"/>
                    <a:pt x="26852" y="240"/>
                    <a:pt x="26792" y="240"/>
                  </a:cubicBezTo>
                  <a:cubicBezTo>
                    <a:pt x="26634" y="240"/>
                    <a:pt x="26510" y="251"/>
                    <a:pt x="26510" y="293"/>
                  </a:cubicBezTo>
                  <a:lnTo>
                    <a:pt x="26446" y="293"/>
                  </a:lnTo>
                  <a:cubicBezTo>
                    <a:pt x="26446" y="236"/>
                    <a:pt x="26381" y="236"/>
                    <a:pt x="26308" y="236"/>
                  </a:cubicBezTo>
                  <a:cubicBezTo>
                    <a:pt x="26275" y="268"/>
                    <a:pt x="26227" y="285"/>
                    <a:pt x="26178" y="293"/>
                  </a:cubicBezTo>
                  <a:cubicBezTo>
                    <a:pt x="26178" y="236"/>
                    <a:pt x="26146" y="228"/>
                    <a:pt x="26073" y="228"/>
                  </a:cubicBezTo>
                  <a:cubicBezTo>
                    <a:pt x="26008" y="228"/>
                    <a:pt x="25975" y="228"/>
                    <a:pt x="25975" y="293"/>
                  </a:cubicBezTo>
                  <a:cubicBezTo>
                    <a:pt x="25846" y="293"/>
                    <a:pt x="25724" y="268"/>
                    <a:pt x="25602" y="228"/>
                  </a:cubicBezTo>
                  <a:cubicBezTo>
                    <a:pt x="25593" y="209"/>
                    <a:pt x="25583" y="201"/>
                    <a:pt x="25574" y="201"/>
                  </a:cubicBezTo>
                  <a:cubicBezTo>
                    <a:pt x="25551" y="201"/>
                    <a:pt x="25528" y="245"/>
                    <a:pt x="25505" y="285"/>
                  </a:cubicBezTo>
                  <a:cubicBezTo>
                    <a:pt x="25505" y="338"/>
                    <a:pt x="25476" y="399"/>
                    <a:pt x="25446" y="399"/>
                  </a:cubicBezTo>
                  <a:cubicBezTo>
                    <a:pt x="25444" y="399"/>
                    <a:pt x="25442" y="398"/>
                    <a:pt x="25440" y="398"/>
                  </a:cubicBezTo>
                  <a:lnTo>
                    <a:pt x="25440" y="285"/>
                  </a:lnTo>
                  <a:cubicBezTo>
                    <a:pt x="25473" y="220"/>
                    <a:pt x="25473" y="220"/>
                    <a:pt x="25400" y="220"/>
                  </a:cubicBezTo>
                  <a:lnTo>
                    <a:pt x="25335" y="220"/>
                  </a:lnTo>
                  <a:cubicBezTo>
                    <a:pt x="25335" y="276"/>
                    <a:pt x="25165" y="276"/>
                    <a:pt x="24929" y="276"/>
                  </a:cubicBezTo>
                  <a:cubicBezTo>
                    <a:pt x="24851" y="274"/>
                    <a:pt x="24787" y="273"/>
                    <a:pt x="24734" y="273"/>
                  </a:cubicBezTo>
                  <a:cubicBezTo>
                    <a:pt x="24585" y="273"/>
                    <a:pt x="24532" y="285"/>
                    <a:pt x="24532" y="333"/>
                  </a:cubicBezTo>
                  <a:cubicBezTo>
                    <a:pt x="24532" y="361"/>
                    <a:pt x="24525" y="375"/>
                    <a:pt x="24505" y="375"/>
                  </a:cubicBezTo>
                  <a:cubicBezTo>
                    <a:pt x="24484" y="375"/>
                    <a:pt x="24449" y="359"/>
                    <a:pt x="24394" y="325"/>
                  </a:cubicBezTo>
                  <a:cubicBezTo>
                    <a:pt x="24265" y="211"/>
                    <a:pt x="24218" y="170"/>
                    <a:pt x="24193" y="170"/>
                  </a:cubicBezTo>
                  <a:cubicBezTo>
                    <a:pt x="24178" y="170"/>
                    <a:pt x="24171" y="183"/>
                    <a:pt x="24159" y="203"/>
                  </a:cubicBezTo>
                  <a:cubicBezTo>
                    <a:pt x="24192" y="203"/>
                    <a:pt x="24192" y="268"/>
                    <a:pt x="24192" y="325"/>
                  </a:cubicBezTo>
                  <a:cubicBezTo>
                    <a:pt x="24192" y="386"/>
                    <a:pt x="24184" y="416"/>
                    <a:pt x="24171" y="416"/>
                  </a:cubicBezTo>
                  <a:cubicBezTo>
                    <a:pt x="24159" y="416"/>
                    <a:pt x="24143" y="386"/>
                    <a:pt x="24127" y="325"/>
                  </a:cubicBezTo>
                  <a:cubicBezTo>
                    <a:pt x="24127" y="277"/>
                    <a:pt x="24049" y="257"/>
                    <a:pt x="23952" y="257"/>
                  </a:cubicBezTo>
                  <a:cubicBezTo>
                    <a:pt x="23804" y="257"/>
                    <a:pt x="23611" y="305"/>
                    <a:pt x="23592" y="374"/>
                  </a:cubicBezTo>
                  <a:lnTo>
                    <a:pt x="23592" y="317"/>
                  </a:lnTo>
                  <a:cubicBezTo>
                    <a:pt x="23592" y="260"/>
                    <a:pt x="23559" y="260"/>
                    <a:pt x="23421" y="252"/>
                  </a:cubicBezTo>
                  <a:lnTo>
                    <a:pt x="23324" y="252"/>
                  </a:lnTo>
                  <a:cubicBezTo>
                    <a:pt x="23324" y="303"/>
                    <a:pt x="23289" y="321"/>
                    <a:pt x="23248" y="321"/>
                  </a:cubicBezTo>
                  <a:cubicBezTo>
                    <a:pt x="23190" y="321"/>
                    <a:pt x="23121" y="285"/>
                    <a:pt x="23121" y="252"/>
                  </a:cubicBezTo>
                  <a:cubicBezTo>
                    <a:pt x="23089" y="187"/>
                    <a:pt x="23089" y="187"/>
                    <a:pt x="23016" y="187"/>
                  </a:cubicBezTo>
                  <a:cubicBezTo>
                    <a:pt x="22975" y="238"/>
                    <a:pt x="22922" y="256"/>
                    <a:pt x="22874" y="256"/>
                  </a:cubicBezTo>
                  <a:cubicBezTo>
                    <a:pt x="22806" y="256"/>
                    <a:pt x="22748" y="220"/>
                    <a:pt x="22748" y="187"/>
                  </a:cubicBezTo>
                  <a:lnTo>
                    <a:pt x="22684" y="187"/>
                  </a:lnTo>
                  <a:cubicBezTo>
                    <a:pt x="22655" y="223"/>
                    <a:pt x="22615" y="246"/>
                    <a:pt x="22567" y="246"/>
                  </a:cubicBezTo>
                  <a:cubicBezTo>
                    <a:pt x="22560" y="246"/>
                    <a:pt x="22553" y="245"/>
                    <a:pt x="22546" y="244"/>
                  </a:cubicBezTo>
                  <a:cubicBezTo>
                    <a:pt x="22448" y="244"/>
                    <a:pt x="22416" y="244"/>
                    <a:pt x="22448" y="301"/>
                  </a:cubicBezTo>
                  <a:cubicBezTo>
                    <a:pt x="22448" y="366"/>
                    <a:pt x="22448" y="422"/>
                    <a:pt x="22416" y="422"/>
                  </a:cubicBezTo>
                  <a:lnTo>
                    <a:pt x="22416" y="357"/>
                  </a:lnTo>
                  <a:cubicBezTo>
                    <a:pt x="22416" y="301"/>
                    <a:pt x="22311" y="301"/>
                    <a:pt x="22181" y="301"/>
                  </a:cubicBezTo>
                  <a:cubicBezTo>
                    <a:pt x="22011" y="293"/>
                    <a:pt x="21946" y="293"/>
                    <a:pt x="21913" y="236"/>
                  </a:cubicBezTo>
                  <a:lnTo>
                    <a:pt x="21873" y="293"/>
                  </a:lnTo>
                  <a:cubicBezTo>
                    <a:pt x="21857" y="325"/>
                    <a:pt x="21840" y="341"/>
                    <a:pt x="21828" y="341"/>
                  </a:cubicBezTo>
                  <a:cubicBezTo>
                    <a:pt x="21816" y="341"/>
                    <a:pt x="21808" y="325"/>
                    <a:pt x="21808" y="293"/>
                  </a:cubicBezTo>
                  <a:cubicBezTo>
                    <a:pt x="21791" y="263"/>
                    <a:pt x="21746" y="247"/>
                    <a:pt x="21698" y="247"/>
                  </a:cubicBezTo>
                  <a:cubicBezTo>
                    <a:pt x="21653" y="247"/>
                    <a:pt x="21604" y="261"/>
                    <a:pt x="21573" y="293"/>
                  </a:cubicBezTo>
                  <a:lnTo>
                    <a:pt x="21508" y="293"/>
                  </a:lnTo>
                  <a:cubicBezTo>
                    <a:pt x="21491" y="231"/>
                    <a:pt x="21456" y="200"/>
                    <a:pt x="21421" y="200"/>
                  </a:cubicBezTo>
                  <a:cubicBezTo>
                    <a:pt x="21387" y="200"/>
                    <a:pt x="21354" y="229"/>
                    <a:pt x="21338" y="285"/>
                  </a:cubicBezTo>
                  <a:cubicBezTo>
                    <a:pt x="21338" y="228"/>
                    <a:pt x="21305" y="228"/>
                    <a:pt x="21273" y="228"/>
                  </a:cubicBezTo>
                  <a:cubicBezTo>
                    <a:pt x="21236" y="256"/>
                    <a:pt x="21186" y="270"/>
                    <a:pt x="21144" y="270"/>
                  </a:cubicBezTo>
                  <a:cubicBezTo>
                    <a:pt x="21103" y="270"/>
                    <a:pt x="21070" y="256"/>
                    <a:pt x="21070" y="228"/>
                  </a:cubicBezTo>
                  <a:lnTo>
                    <a:pt x="21038" y="228"/>
                  </a:lnTo>
                  <a:cubicBezTo>
                    <a:pt x="21022" y="268"/>
                    <a:pt x="20981" y="285"/>
                    <a:pt x="20932" y="285"/>
                  </a:cubicBezTo>
                  <a:cubicBezTo>
                    <a:pt x="20927" y="283"/>
                    <a:pt x="20922" y="283"/>
                    <a:pt x="20917" y="283"/>
                  </a:cubicBezTo>
                  <a:cubicBezTo>
                    <a:pt x="20882" y="283"/>
                    <a:pt x="20849" y="306"/>
                    <a:pt x="20835" y="341"/>
                  </a:cubicBezTo>
                  <a:cubicBezTo>
                    <a:pt x="20803" y="398"/>
                    <a:pt x="20770" y="398"/>
                    <a:pt x="20770" y="398"/>
                  </a:cubicBezTo>
                  <a:cubicBezTo>
                    <a:pt x="20730" y="398"/>
                    <a:pt x="20770" y="341"/>
                    <a:pt x="20803" y="285"/>
                  </a:cubicBezTo>
                  <a:cubicBezTo>
                    <a:pt x="20830" y="257"/>
                    <a:pt x="20828" y="241"/>
                    <a:pt x="20810" y="241"/>
                  </a:cubicBezTo>
                  <a:cubicBezTo>
                    <a:pt x="20784" y="241"/>
                    <a:pt x="20726" y="271"/>
                    <a:pt x="20665" y="341"/>
                  </a:cubicBezTo>
                  <a:cubicBezTo>
                    <a:pt x="20616" y="398"/>
                    <a:pt x="20592" y="426"/>
                    <a:pt x="20588" y="426"/>
                  </a:cubicBezTo>
                  <a:cubicBezTo>
                    <a:pt x="20584" y="426"/>
                    <a:pt x="20600" y="398"/>
                    <a:pt x="20632" y="341"/>
                  </a:cubicBezTo>
                  <a:cubicBezTo>
                    <a:pt x="20655" y="295"/>
                    <a:pt x="20678" y="253"/>
                    <a:pt x="20667" y="253"/>
                  </a:cubicBezTo>
                  <a:cubicBezTo>
                    <a:pt x="20662" y="253"/>
                    <a:pt x="20651" y="260"/>
                    <a:pt x="20632" y="276"/>
                  </a:cubicBezTo>
                  <a:cubicBezTo>
                    <a:pt x="20632" y="276"/>
                    <a:pt x="20567" y="276"/>
                    <a:pt x="20567" y="341"/>
                  </a:cubicBezTo>
                  <a:lnTo>
                    <a:pt x="20462" y="333"/>
                  </a:lnTo>
                  <a:cubicBezTo>
                    <a:pt x="20430" y="301"/>
                    <a:pt x="20381" y="276"/>
                    <a:pt x="20332" y="276"/>
                  </a:cubicBezTo>
                  <a:cubicBezTo>
                    <a:pt x="20316" y="305"/>
                    <a:pt x="20308" y="319"/>
                    <a:pt x="20299" y="319"/>
                  </a:cubicBezTo>
                  <a:cubicBezTo>
                    <a:pt x="20290" y="319"/>
                    <a:pt x="20280" y="305"/>
                    <a:pt x="20259" y="276"/>
                  </a:cubicBezTo>
                  <a:cubicBezTo>
                    <a:pt x="20259" y="249"/>
                    <a:pt x="20254" y="233"/>
                    <a:pt x="20247" y="233"/>
                  </a:cubicBezTo>
                  <a:cubicBezTo>
                    <a:pt x="20238" y="233"/>
                    <a:pt x="20227" y="263"/>
                    <a:pt x="20227" y="333"/>
                  </a:cubicBezTo>
                  <a:cubicBezTo>
                    <a:pt x="20211" y="362"/>
                    <a:pt x="20195" y="376"/>
                    <a:pt x="20178" y="376"/>
                  </a:cubicBezTo>
                  <a:cubicBezTo>
                    <a:pt x="20162" y="376"/>
                    <a:pt x="20146" y="362"/>
                    <a:pt x="20130" y="333"/>
                  </a:cubicBezTo>
                  <a:cubicBezTo>
                    <a:pt x="20130" y="261"/>
                    <a:pt x="20118" y="232"/>
                    <a:pt x="20109" y="232"/>
                  </a:cubicBezTo>
                  <a:cubicBezTo>
                    <a:pt x="20103" y="232"/>
                    <a:pt x="20097" y="245"/>
                    <a:pt x="20097" y="268"/>
                  </a:cubicBezTo>
                  <a:cubicBezTo>
                    <a:pt x="20057" y="333"/>
                    <a:pt x="20024" y="333"/>
                    <a:pt x="20024" y="333"/>
                  </a:cubicBezTo>
                  <a:cubicBezTo>
                    <a:pt x="20024" y="268"/>
                    <a:pt x="19724" y="268"/>
                    <a:pt x="19424" y="260"/>
                  </a:cubicBezTo>
                  <a:cubicBezTo>
                    <a:pt x="19392" y="260"/>
                    <a:pt x="19351" y="325"/>
                    <a:pt x="19351" y="382"/>
                  </a:cubicBezTo>
                  <a:cubicBezTo>
                    <a:pt x="19351" y="432"/>
                    <a:pt x="19351" y="451"/>
                    <a:pt x="19349" y="451"/>
                  </a:cubicBezTo>
                  <a:cubicBezTo>
                    <a:pt x="19346" y="451"/>
                    <a:pt x="19338" y="415"/>
                    <a:pt x="19319" y="382"/>
                  </a:cubicBezTo>
                  <a:cubicBezTo>
                    <a:pt x="19303" y="293"/>
                    <a:pt x="19278" y="248"/>
                    <a:pt x="19262" y="248"/>
                  </a:cubicBezTo>
                  <a:cubicBezTo>
                    <a:pt x="19246" y="248"/>
                    <a:pt x="19238" y="293"/>
                    <a:pt x="19254" y="382"/>
                  </a:cubicBezTo>
                  <a:cubicBezTo>
                    <a:pt x="19270" y="443"/>
                    <a:pt x="19278" y="473"/>
                    <a:pt x="19274" y="473"/>
                  </a:cubicBezTo>
                  <a:cubicBezTo>
                    <a:pt x="19270" y="473"/>
                    <a:pt x="19254" y="443"/>
                    <a:pt x="19222" y="382"/>
                  </a:cubicBezTo>
                  <a:cubicBezTo>
                    <a:pt x="19205" y="349"/>
                    <a:pt x="19197" y="333"/>
                    <a:pt x="19189" y="333"/>
                  </a:cubicBezTo>
                  <a:cubicBezTo>
                    <a:pt x="19181" y="333"/>
                    <a:pt x="19173" y="349"/>
                    <a:pt x="19157" y="382"/>
                  </a:cubicBezTo>
                  <a:cubicBezTo>
                    <a:pt x="19157" y="410"/>
                    <a:pt x="19147" y="424"/>
                    <a:pt x="19136" y="424"/>
                  </a:cubicBezTo>
                  <a:cubicBezTo>
                    <a:pt x="19126" y="424"/>
                    <a:pt x="19116" y="410"/>
                    <a:pt x="19116" y="382"/>
                  </a:cubicBezTo>
                  <a:cubicBezTo>
                    <a:pt x="19093" y="336"/>
                    <a:pt x="19070" y="294"/>
                    <a:pt x="19059" y="294"/>
                  </a:cubicBezTo>
                  <a:cubicBezTo>
                    <a:pt x="19054" y="294"/>
                    <a:pt x="19051" y="301"/>
                    <a:pt x="19051" y="317"/>
                  </a:cubicBezTo>
                  <a:cubicBezTo>
                    <a:pt x="19051" y="317"/>
                    <a:pt x="19019" y="317"/>
                    <a:pt x="18986" y="260"/>
                  </a:cubicBezTo>
                  <a:cubicBezTo>
                    <a:pt x="18977" y="241"/>
                    <a:pt x="18967" y="233"/>
                    <a:pt x="18957" y="233"/>
                  </a:cubicBezTo>
                  <a:cubicBezTo>
                    <a:pt x="18934" y="233"/>
                    <a:pt x="18910" y="277"/>
                    <a:pt x="18881" y="317"/>
                  </a:cubicBezTo>
                  <a:cubicBezTo>
                    <a:pt x="18832" y="374"/>
                    <a:pt x="18800" y="402"/>
                    <a:pt x="18784" y="402"/>
                  </a:cubicBezTo>
                  <a:cubicBezTo>
                    <a:pt x="18768" y="402"/>
                    <a:pt x="18768" y="374"/>
                    <a:pt x="18784" y="317"/>
                  </a:cubicBezTo>
                  <a:cubicBezTo>
                    <a:pt x="18796" y="270"/>
                    <a:pt x="18778" y="249"/>
                    <a:pt x="18750" y="249"/>
                  </a:cubicBezTo>
                  <a:cubicBezTo>
                    <a:pt x="18705" y="249"/>
                    <a:pt x="18633" y="299"/>
                    <a:pt x="18614" y="374"/>
                  </a:cubicBezTo>
                  <a:cubicBezTo>
                    <a:pt x="18594" y="441"/>
                    <a:pt x="18586" y="471"/>
                    <a:pt x="18583" y="471"/>
                  </a:cubicBezTo>
                  <a:cubicBezTo>
                    <a:pt x="18581" y="471"/>
                    <a:pt x="18581" y="457"/>
                    <a:pt x="18581" y="430"/>
                  </a:cubicBezTo>
                  <a:cubicBezTo>
                    <a:pt x="18581" y="374"/>
                    <a:pt x="18549" y="374"/>
                    <a:pt x="18549" y="374"/>
                  </a:cubicBezTo>
                  <a:cubicBezTo>
                    <a:pt x="18516" y="374"/>
                    <a:pt x="18484" y="374"/>
                    <a:pt x="18484" y="309"/>
                  </a:cubicBezTo>
                  <a:cubicBezTo>
                    <a:pt x="18484" y="309"/>
                    <a:pt x="18451" y="309"/>
                    <a:pt x="18378" y="366"/>
                  </a:cubicBezTo>
                  <a:cubicBezTo>
                    <a:pt x="18353" y="413"/>
                    <a:pt x="18322" y="433"/>
                    <a:pt x="18291" y="433"/>
                  </a:cubicBezTo>
                  <a:cubicBezTo>
                    <a:pt x="18243" y="433"/>
                    <a:pt x="18196" y="383"/>
                    <a:pt x="18176" y="309"/>
                  </a:cubicBezTo>
                  <a:lnTo>
                    <a:pt x="18111" y="366"/>
                  </a:lnTo>
                  <a:cubicBezTo>
                    <a:pt x="18091" y="440"/>
                    <a:pt x="18071" y="490"/>
                    <a:pt x="18059" y="490"/>
                  </a:cubicBezTo>
                  <a:cubicBezTo>
                    <a:pt x="18051" y="490"/>
                    <a:pt x="18046" y="470"/>
                    <a:pt x="18046" y="422"/>
                  </a:cubicBezTo>
                  <a:lnTo>
                    <a:pt x="18046" y="366"/>
                  </a:lnTo>
                  <a:cubicBezTo>
                    <a:pt x="18034" y="411"/>
                    <a:pt x="18007" y="431"/>
                    <a:pt x="17978" y="431"/>
                  </a:cubicBezTo>
                  <a:cubicBezTo>
                    <a:pt x="17930" y="431"/>
                    <a:pt x="17876" y="377"/>
                    <a:pt x="17876" y="301"/>
                  </a:cubicBezTo>
                  <a:cubicBezTo>
                    <a:pt x="17876" y="244"/>
                    <a:pt x="17876" y="244"/>
                    <a:pt x="17843" y="244"/>
                  </a:cubicBezTo>
                  <a:lnTo>
                    <a:pt x="17843" y="301"/>
                  </a:lnTo>
                  <a:cubicBezTo>
                    <a:pt x="17843" y="366"/>
                    <a:pt x="17843" y="422"/>
                    <a:pt x="17811" y="422"/>
                  </a:cubicBezTo>
                  <a:cubicBezTo>
                    <a:pt x="17778" y="422"/>
                    <a:pt x="17738" y="422"/>
                    <a:pt x="17738" y="357"/>
                  </a:cubicBezTo>
                  <a:cubicBezTo>
                    <a:pt x="17715" y="318"/>
                    <a:pt x="17692" y="274"/>
                    <a:pt x="17681" y="274"/>
                  </a:cubicBezTo>
                  <a:cubicBezTo>
                    <a:pt x="17676" y="274"/>
                    <a:pt x="17673" y="281"/>
                    <a:pt x="17673" y="301"/>
                  </a:cubicBezTo>
                  <a:cubicBezTo>
                    <a:pt x="17673" y="301"/>
                    <a:pt x="17641" y="301"/>
                    <a:pt x="17608" y="236"/>
                  </a:cubicBezTo>
                  <a:lnTo>
                    <a:pt x="17470" y="236"/>
                  </a:lnTo>
                  <a:cubicBezTo>
                    <a:pt x="17454" y="264"/>
                    <a:pt x="17430" y="278"/>
                    <a:pt x="17410" y="278"/>
                  </a:cubicBezTo>
                  <a:cubicBezTo>
                    <a:pt x="17389" y="278"/>
                    <a:pt x="17373" y="264"/>
                    <a:pt x="17373" y="236"/>
                  </a:cubicBezTo>
                  <a:cubicBezTo>
                    <a:pt x="17332" y="236"/>
                    <a:pt x="17292" y="260"/>
                    <a:pt x="17268" y="293"/>
                  </a:cubicBezTo>
                  <a:cubicBezTo>
                    <a:pt x="17203" y="293"/>
                    <a:pt x="17170" y="293"/>
                    <a:pt x="17170" y="236"/>
                  </a:cubicBezTo>
                  <a:cubicBezTo>
                    <a:pt x="17170" y="203"/>
                    <a:pt x="17170" y="187"/>
                    <a:pt x="17166" y="187"/>
                  </a:cubicBezTo>
                  <a:cubicBezTo>
                    <a:pt x="17162" y="187"/>
                    <a:pt x="17154" y="203"/>
                    <a:pt x="17138" y="236"/>
                  </a:cubicBezTo>
                  <a:cubicBezTo>
                    <a:pt x="17138" y="293"/>
                    <a:pt x="17105" y="293"/>
                    <a:pt x="17073" y="293"/>
                  </a:cubicBezTo>
                  <a:lnTo>
                    <a:pt x="17000" y="293"/>
                  </a:lnTo>
                  <a:cubicBezTo>
                    <a:pt x="17000" y="349"/>
                    <a:pt x="17000" y="349"/>
                    <a:pt x="16968" y="349"/>
                  </a:cubicBezTo>
                  <a:cubicBezTo>
                    <a:pt x="16935" y="349"/>
                    <a:pt x="16838" y="293"/>
                    <a:pt x="16797" y="285"/>
                  </a:cubicBezTo>
                  <a:cubicBezTo>
                    <a:pt x="16700" y="285"/>
                    <a:pt x="16700" y="285"/>
                    <a:pt x="16733" y="349"/>
                  </a:cubicBezTo>
                  <a:cubicBezTo>
                    <a:pt x="16754" y="349"/>
                    <a:pt x="16761" y="375"/>
                    <a:pt x="16745" y="375"/>
                  </a:cubicBezTo>
                  <a:cubicBezTo>
                    <a:pt x="16736" y="375"/>
                    <a:pt x="16722" y="368"/>
                    <a:pt x="16700" y="349"/>
                  </a:cubicBezTo>
                  <a:cubicBezTo>
                    <a:pt x="16627" y="317"/>
                    <a:pt x="16546" y="301"/>
                    <a:pt x="16465" y="285"/>
                  </a:cubicBezTo>
                  <a:cubicBezTo>
                    <a:pt x="16327" y="285"/>
                    <a:pt x="16327" y="285"/>
                    <a:pt x="16327" y="341"/>
                  </a:cubicBezTo>
                  <a:cubicBezTo>
                    <a:pt x="16347" y="402"/>
                    <a:pt x="16347" y="432"/>
                    <a:pt x="16338" y="432"/>
                  </a:cubicBezTo>
                  <a:cubicBezTo>
                    <a:pt x="16329" y="432"/>
                    <a:pt x="16311" y="402"/>
                    <a:pt x="16295" y="341"/>
                  </a:cubicBezTo>
                  <a:cubicBezTo>
                    <a:pt x="16257" y="271"/>
                    <a:pt x="16231" y="241"/>
                    <a:pt x="16215" y="241"/>
                  </a:cubicBezTo>
                  <a:cubicBezTo>
                    <a:pt x="16203" y="241"/>
                    <a:pt x="16197" y="257"/>
                    <a:pt x="16197" y="285"/>
                  </a:cubicBezTo>
                  <a:cubicBezTo>
                    <a:pt x="16165" y="341"/>
                    <a:pt x="16165" y="341"/>
                    <a:pt x="16133" y="341"/>
                  </a:cubicBezTo>
                  <a:cubicBezTo>
                    <a:pt x="16133" y="313"/>
                    <a:pt x="16122" y="299"/>
                    <a:pt x="16104" y="299"/>
                  </a:cubicBezTo>
                  <a:cubicBezTo>
                    <a:pt x="16086" y="299"/>
                    <a:pt x="16060" y="313"/>
                    <a:pt x="16027" y="341"/>
                  </a:cubicBezTo>
                  <a:cubicBezTo>
                    <a:pt x="15995" y="341"/>
                    <a:pt x="15995" y="341"/>
                    <a:pt x="15995" y="276"/>
                  </a:cubicBezTo>
                  <a:lnTo>
                    <a:pt x="15930" y="276"/>
                  </a:lnTo>
                  <a:cubicBezTo>
                    <a:pt x="15899" y="327"/>
                    <a:pt x="15848" y="345"/>
                    <a:pt x="15795" y="345"/>
                  </a:cubicBezTo>
                  <a:cubicBezTo>
                    <a:pt x="15721" y="345"/>
                    <a:pt x="15645" y="310"/>
                    <a:pt x="15622" y="276"/>
                  </a:cubicBezTo>
                  <a:cubicBezTo>
                    <a:pt x="15622" y="276"/>
                    <a:pt x="15589" y="276"/>
                    <a:pt x="15557" y="333"/>
                  </a:cubicBezTo>
                  <a:cubicBezTo>
                    <a:pt x="15541" y="394"/>
                    <a:pt x="15524" y="424"/>
                    <a:pt x="15512" y="424"/>
                  </a:cubicBezTo>
                  <a:cubicBezTo>
                    <a:pt x="15500" y="424"/>
                    <a:pt x="15492" y="394"/>
                    <a:pt x="15492" y="333"/>
                  </a:cubicBezTo>
                  <a:cubicBezTo>
                    <a:pt x="15492" y="272"/>
                    <a:pt x="15492" y="242"/>
                    <a:pt x="15488" y="242"/>
                  </a:cubicBezTo>
                  <a:cubicBezTo>
                    <a:pt x="15484" y="242"/>
                    <a:pt x="15476" y="272"/>
                    <a:pt x="15460" y="333"/>
                  </a:cubicBezTo>
                  <a:cubicBezTo>
                    <a:pt x="15446" y="356"/>
                    <a:pt x="15411" y="370"/>
                    <a:pt x="15375" y="370"/>
                  </a:cubicBezTo>
                  <a:cubicBezTo>
                    <a:pt x="15322" y="370"/>
                    <a:pt x="15270" y="341"/>
                    <a:pt x="15289" y="268"/>
                  </a:cubicBezTo>
                  <a:lnTo>
                    <a:pt x="15289" y="147"/>
                  </a:lnTo>
                  <a:cubicBezTo>
                    <a:pt x="15257" y="212"/>
                    <a:pt x="15224" y="212"/>
                    <a:pt x="15224" y="212"/>
                  </a:cubicBezTo>
                  <a:cubicBezTo>
                    <a:pt x="15224" y="268"/>
                    <a:pt x="15192" y="268"/>
                    <a:pt x="15087" y="268"/>
                  </a:cubicBezTo>
                  <a:cubicBezTo>
                    <a:pt x="15022" y="268"/>
                    <a:pt x="14884" y="325"/>
                    <a:pt x="14819" y="325"/>
                  </a:cubicBezTo>
                  <a:cubicBezTo>
                    <a:pt x="14754" y="325"/>
                    <a:pt x="14649" y="325"/>
                    <a:pt x="14616" y="260"/>
                  </a:cubicBezTo>
                  <a:cubicBezTo>
                    <a:pt x="14568" y="260"/>
                    <a:pt x="14519" y="285"/>
                    <a:pt x="14487" y="317"/>
                  </a:cubicBezTo>
                  <a:cubicBezTo>
                    <a:pt x="14466" y="349"/>
                    <a:pt x="14440" y="366"/>
                    <a:pt x="14419" y="366"/>
                  </a:cubicBezTo>
                  <a:cubicBezTo>
                    <a:pt x="14397" y="366"/>
                    <a:pt x="14381" y="349"/>
                    <a:pt x="14381" y="317"/>
                  </a:cubicBezTo>
                  <a:lnTo>
                    <a:pt x="14349" y="317"/>
                  </a:lnTo>
                  <a:cubicBezTo>
                    <a:pt x="14284" y="374"/>
                    <a:pt x="14243" y="374"/>
                    <a:pt x="14243" y="374"/>
                  </a:cubicBezTo>
                  <a:cubicBezTo>
                    <a:pt x="14243" y="334"/>
                    <a:pt x="14227" y="293"/>
                    <a:pt x="14206" y="293"/>
                  </a:cubicBezTo>
                  <a:cubicBezTo>
                    <a:pt x="14198" y="293"/>
                    <a:pt x="14188" y="300"/>
                    <a:pt x="14179" y="317"/>
                  </a:cubicBezTo>
                  <a:cubicBezTo>
                    <a:pt x="14179" y="374"/>
                    <a:pt x="14146" y="374"/>
                    <a:pt x="14081" y="374"/>
                  </a:cubicBezTo>
                  <a:cubicBezTo>
                    <a:pt x="14040" y="341"/>
                    <a:pt x="13664" y="322"/>
                    <a:pt x="13348" y="322"/>
                  </a:cubicBezTo>
                  <a:cubicBezTo>
                    <a:pt x="13110" y="322"/>
                    <a:pt x="12906" y="333"/>
                    <a:pt x="12906" y="357"/>
                  </a:cubicBezTo>
                  <a:lnTo>
                    <a:pt x="12703" y="357"/>
                  </a:lnTo>
                  <a:cubicBezTo>
                    <a:pt x="12703" y="304"/>
                    <a:pt x="12671" y="285"/>
                    <a:pt x="12626" y="285"/>
                  </a:cubicBezTo>
                  <a:cubicBezTo>
                    <a:pt x="12568" y="285"/>
                    <a:pt x="12490" y="317"/>
                    <a:pt x="12435" y="349"/>
                  </a:cubicBezTo>
                  <a:cubicBezTo>
                    <a:pt x="12419" y="390"/>
                    <a:pt x="12371" y="414"/>
                    <a:pt x="12330" y="414"/>
                  </a:cubicBezTo>
                  <a:cubicBezTo>
                    <a:pt x="12330" y="342"/>
                    <a:pt x="12296" y="313"/>
                    <a:pt x="12252" y="313"/>
                  </a:cubicBezTo>
                  <a:cubicBezTo>
                    <a:pt x="12223" y="313"/>
                    <a:pt x="12189" y="326"/>
                    <a:pt x="12160" y="349"/>
                  </a:cubicBezTo>
                  <a:cubicBezTo>
                    <a:pt x="12144" y="410"/>
                    <a:pt x="12127" y="441"/>
                    <a:pt x="12115" y="441"/>
                  </a:cubicBezTo>
                  <a:cubicBezTo>
                    <a:pt x="12103" y="441"/>
                    <a:pt x="12095" y="410"/>
                    <a:pt x="12095" y="349"/>
                  </a:cubicBezTo>
                  <a:cubicBezTo>
                    <a:pt x="12095" y="294"/>
                    <a:pt x="12082" y="264"/>
                    <a:pt x="12061" y="264"/>
                  </a:cubicBezTo>
                  <a:cubicBezTo>
                    <a:pt x="12036" y="264"/>
                    <a:pt x="12001" y="308"/>
                    <a:pt x="11965" y="406"/>
                  </a:cubicBezTo>
                  <a:cubicBezTo>
                    <a:pt x="11945" y="435"/>
                    <a:pt x="11935" y="449"/>
                    <a:pt x="11926" y="449"/>
                  </a:cubicBezTo>
                  <a:cubicBezTo>
                    <a:pt x="11917" y="449"/>
                    <a:pt x="11908" y="435"/>
                    <a:pt x="11892" y="406"/>
                  </a:cubicBezTo>
                  <a:cubicBezTo>
                    <a:pt x="11873" y="334"/>
                    <a:pt x="11854" y="305"/>
                    <a:pt x="11841" y="305"/>
                  </a:cubicBezTo>
                  <a:cubicBezTo>
                    <a:pt x="11833" y="305"/>
                    <a:pt x="11827" y="318"/>
                    <a:pt x="11827" y="341"/>
                  </a:cubicBezTo>
                  <a:cubicBezTo>
                    <a:pt x="11811" y="402"/>
                    <a:pt x="11795" y="432"/>
                    <a:pt x="11779" y="432"/>
                  </a:cubicBezTo>
                  <a:cubicBezTo>
                    <a:pt x="11762" y="432"/>
                    <a:pt x="11746" y="402"/>
                    <a:pt x="11730" y="341"/>
                  </a:cubicBezTo>
                  <a:cubicBezTo>
                    <a:pt x="11694" y="280"/>
                    <a:pt x="11675" y="250"/>
                    <a:pt x="11662" y="250"/>
                  </a:cubicBezTo>
                  <a:cubicBezTo>
                    <a:pt x="11649" y="250"/>
                    <a:pt x="11641" y="280"/>
                    <a:pt x="11625" y="341"/>
                  </a:cubicBezTo>
                  <a:cubicBezTo>
                    <a:pt x="11617" y="402"/>
                    <a:pt x="11570" y="432"/>
                    <a:pt x="11523" y="432"/>
                  </a:cubicBezTo>
                  <a:cubicBezTo>
                    <a:pt x="11477" y="432"/>
                    <a:pt x="11430" y="402"/>
                    <a:pt x="11422" y="341"/>
                  </a:cubicBezTo>
                  <a:cubicBezTo>
                    <a:pt x="11400" y="341"/>
                    <a:pt x="11379" y="312"/>
                    <a:pt x="11367" y="312"/>
                  </a:cubicBezTo>
                  <a:cubicBezTo>
                    <a:pt x="11361" y="312"/>
                    <a:pt x="11357" y="320"/>
                    <a:pt x="11357" y="341"/>
                  </a:cubicBezTo>
                  <a:lnTo>
                    <a:pt x="11325" y="276"/>
                  </a:lnTo>
                  <a:lnTo>
                    <a:pt x="11260" y="276"/>
                  </a:lnTo>
                  <a:lnTo>
                    <a:pt x="11260" y="333"/>
                  </a:lnTo>
                  <a:cubicBezTo>
                    <a:pt x="11106" y="301"/>
                    <a:pt x="10944" y="276"/>
                    <a:pt x="10790" y="268"/>
                  </a:cubicBezTo>
                  <a:cubicBezTo>
                    <a:pt x="10715" y="268"/>
                    <a:pt x="10653" y="268"/>
                    <a:pt x="10601" y="268"/>
                  </a:cubicBezTo>
                  <a:cubicBezTo>
                    <a:pt x="10395" y="268"/>
                    <a:pt x="10358" y="273"/>
                    <a:pt x="10384" y="325"/>
                  </a:cubicBezTo>
                  <a:cubicBezTo>
                    <a:pt x="10400" y="386"/>
                    <a:pt x="10392" y="416"/>
                    <a:pt x="10376" y="416"/>
                  </a:cubicBezTo>
                  <a:cubicBezTo>
                    <a:pt x="10360" y="416"/>
                    <a:pt x="10335" y="386"/>
                    <a:pt x="10319" y="325"/>
                  </a:cubicBezTo>
                  <a:cubicBezTo>
                    <a:pt x="10279" y="325"/>
                    <a:pt x="10214" y="260"/>
                    <a:pt x="10149" y="260"/>
                  </a:cubicBezTo>
                  <a:cubicBezTo>
                    <a:pt x="10084" y="260"/>
                    <a:pt x="10011" y="260"/>
                    <a:pt x="10011" y="203"/>
                  </a:cubicBezTo>
                  <a:lnTo>
                    <a:pt x="9979" y="203"/>
                  </a:lnTo>
                  <a:cubicBezTo>
                    <a:pt x="9942" y="268"/>
                    <a:pt x="9860" y="296"/>
                    <a:pt x="9779" y="296"/>
                  </a:cubicBezTo>
                  <a:cubicBezTo>
                    <a:pt x="9717" y="296"/>
                    <a:pt x="9656" y="280"/>
                    <a:pt x="9614" y="252"/>
                  </a:cubicBezTo>
                  <a:cubicBezTo>
                    <a:pt x="9606" y="251"/>
                    <a:pt x="9597" y="251"/>
                    <a:pt x="9589" y="251"/>
                  </a:cubicBezTo>
                  <a:cubicBezTo>
                    <a:pt x="9533" y="251"/>
                    <a:pt x="9479" y="274"/>
                    <a:pt x="9444" y="309"/>
                  </a:cubicBezTo>
                  <a:cubicBezTo>
                    <a:pt x="9411" y="341"/>
                    <a:pt x="9395" y="357"/>
                    <a:pt x="9382" y="357"/>
                  </a:cubicBezTo>
                  <a:cubicBezTo>
                    <a:pt x="9369" y="357"/>
                    <a:pt x="9359" y="341"/>
                    <a:pt x="9338" y="309"/>
                  </a:cubicBezTo>
                  <a:cubicBezTo>
                    <a:pt x="9338" y="276"/>
                    <a:pt x="9272" y="240"/>
                    <a:pt x="9217" y="240"/>
                  </a:cubicBezTo>
                  <a:cubicBezTo>
                    <a:pt x="9177" y="240"/>
                    <a:pt x="9144" y="258"/>
                    <a:pt x="9144" y="309"/>
                  </a:cubicBezTo>
                  <a:lnTo>
                    <a:pt x="9103" y="252"/>
                  </a:lnTo>
                  <a:cubicBezTo>
                    <a:pt x="9093" y="232"/>
                    <a:pt x="9083" y="223"/>
                    <a:pt x="9074" y="223"/>
                  </a:cubicBezTo>
                  <a:cubicBezTo>
                    <a:pt x="9054" y="223"/>
                    <a:pt x="9038" y="264"/>
                    <a:pt x="9038" y="309"/>
                  </a:cubicBezTo>
                  <a:cubicBezTo>
                    <a:pt x="9038" y="362"/>
                    <a:pt x="9032" y="391"/>
                    <a:pt x="9022" y="391"/>
                  </a:cubicBezTo>
                  <a:cubicBezTo>
                    <a:pt x="9010" y="391"/>
                    <a:pt x="8992" y="344"/>
                    <a:pt x="8973" y="244"/>
                  </a:cubicBezTo>
                  <a:cubicBezTo>
                    <a:pt x="8973" y="177"/>
                    <a:pt x="8962" y="146"/>
                    <a:pt x="8953" y="146"/>
                  </a:cubicBezTo>
                  <a:cubicBezTo>
                    <a:pt x="8946" y="146"/>
                    <a:pt x="8941" y="161"/>
                    <a:pt x="8941" y="187"/>
                  </a:cubicBezTo>
                  <a:cubicBezTo>
                    <a:pt x="8918" y="227"/>
                    <a:pt x="8891" y="267"/>
                    <a:pt x="8866" y="267"/>
                  </a:cubicBezTo>
                  <a:cubicBezTo>
                    <a:pt x="8855" y="267"/>
                    <a:pt x="8845" y="261"/>
                    <a:pt x="8836" y="244"/>
                  </a:cubicBezTo>
                  <a:cubicBezTo>
                    <a:pt x="8803" y="244"/>
                    <a:pt x="8771" y="244"/>
                    <a:pt x="8771" y="366"/>
                  </a:cubicBezTo>
                  <a:cubicBezTo>
                    <a:pt x="8771" y="422"/>
                    <a:pt x="8738" y="422"/>
                    <a:pt x="8706" y="422"/>
                  </a:cubicBezTo>
                  <a:cubicBezTo>
                    <a:pt x="8698" y="382"/>
                    <a:pt x="8714" y="333"/>
                    <a:pt x="8738" y="301"/>
                  </a:cubicBezTo>
                  <a:lnTo>
                    <a:pt x="8673" y="301"/>
                  </a:lnTo>
                  <a:cubicBezTo>
                    <a:pt x="8617" y="285"/>
                    <a:pt x="8576" y="236"/>
                    <a:pt x="8568" y="179"/>
                  </a:cubicBezTo>
                  <a:cubicBezTo>
                    <a:pt x="8555" y="156"/>
                    <a:pt x="8542" y="142"/>
                    <a:pt x="8533" y="142"/>
                  </a:cubicBezTo>
                  <a:close/>
                  <a:moveTo>
                    <a:pt x="566" y="1517"/>
                  </a:moveTo>
                  <a:cubicBezTo>
                    <a:pt x="549" y="1549"/>
                    <a:pt x="533" y="1590"/>
                    <a:pt x="533" y="1630"/>
                  </a:cubicBezTo>
                  <a:lnTo>
                    <a:pt x="566" y="1630"/>
                  </a:lnTo>
                  <a:cubicBezTo>
                    <a:pt x="598" y="1630"/>
                    <a:pt x="598" y="1574"/>
                    <a:pt x="606" y="1517"/>
                  </a:cubicBezTo>
                  <a:close/>
                  <a:moveTo>
                    <a:pt x="7992" y="1971"/>
                  </a:moveTo>
                  <a:cubicBezTo>
                    <a:pt x="7968" y="2011"/>
                    <a:pt x="7960" y="2052"/>
                    <a:pt x="7960" y="2093"/>
                  </a:cubicBezTo>
                  <a:cubicBezTo>
                    <a:pt x="7960" y="2116"/>
                    <a:pt x="7965" y="2130"/>
                    <a:pt x="7974" y="2130"/>
                  </a:cubicBezTo>
                  <a:cubicBezTo>
                    <a:pt x="7987" y="2130"/>
                    <a:pt x="8006" y="2102"/>
                    <a:pt x="8025" y="2036"/>
                  </a:cubicBezTo>
                  <a:cubicBezTo>
                    <a:pt x="8025" y="1971"/>
                    <a:pt x="8025" y="1971"/>
                    <a:pt x="7992" y="19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2"/>
            <p:cNvSpPr/>
            <p:nvPr/>
          </p:nvSpPr>
          <p:spPr>
            <a:xfrm>
              <a:off x="5504024" y="2489052"/>
              <a:ext cx="415768" cy="36854"/>
            </a:xfrm>
            <a:custGeom>
              <a:avLst/>
              <a:gdLst/>
              <a:ahLst/>
              <a:cxnLst/>
              <a:rect l="l" t="t" r="r" b="b"/>
              <a:pathLst>
                <a:path w="24120" h="2138" extrusionOk="0">
                  <a:moveTo>
                    <a:pt x="6728" y="1"/>
                  </a:moveTo>
                  <a:cubicBezTo>
                    <a:pt x="6672" y="1"/>
                    <a:pt x="6672" y="1"/>
                    <a:pt x="6704" y="66"/>
                  </a:cubicBezTo>
                  <a:lnTo>
                    <a:pt x="6761" y="66"/>
                  </a:lnTo>
                  <a:cubicBezTo>
                    <a:pt x="6761" y="1"/>
                    <a:pt x="6761" y="1"/>
                    <a:pt x="6728" y="1"/>
                  </a:cubicBezTo>
                  <a:close/>
                  <a:moveTo>
                    <a:pt x="939" y="333"/>
                  </a:moveTo>
                  <a:lnTo>
                    <a:pt x="964" y="390"/>
                  </a:lnTo>
                  <a:lnTo>
                    <a:pt x="996" y="390"/>
                  </a:lnTo>
                  <a:cubicBezTo>
                    <a:pt x="996" y="333"/>
                    <a:pt x="996" y="333"/>
                    <a:pt x="972" y="333"/>
                  </a:cubicBezTo>
                  <a:close/>
                  <a:moveTo>
                    <a:pt x="16887" y="341"/>
                  </a:moveTo>
                  <a:cubicBezTo>
                    <a:pt x="16887" y="406"/>
                    <a:pt x="16887" y="463"/>
                    <a:pt x="16855" y="463"/>
                  </a:cubicBezTo>
                  <a:lnTo>
                    <a:pt x="16831" y="406"/>
                  </a:lnTo>
                  <a:lnTo>
                    <a:pt x="16855" y="341"/>
                  </a:lnTo>
                  <a:close/>
                  <a:moveTo>
                    <a:pt x="10644" y="366"/>
                  </a:moveTo>
                  <a:cubicBezTo>
                    <a:pt x="10644" y="422"/>
                    <a:pt x="10644" y="487"/>
                    <a:pt x="10612" y="487"/>
                  </a:cubicBezTo>
                  <a:lnTo>
                    <a:pt x="10588" y="487"/>
                  </a:lnTo>
                  <a:cubicBezTo>
                    <a:pt x="10588" y="439"/>
                    <a:pt x="10596" y="406"/>
                    <a:pt x="10612" y="366"/>
                  </a:cubicBezTo>
                  <a:close/>
                  <a:moveTo>
                    <a:pt x="16514" y="398"/>
                  </a:moveTo>
                  <a:cubicBezTo>
                    <a:pt x="16547" y="398"/>
                    <a:pt x="16547" y="398"/>
                    <a:pt x="16547" y="455"/>
                  </a:cubicBezTo>
                  <a:cubicBezTo>
                    <a:pt x="16547" y="455"/>
                    <a:pt x="16547" y="520"/>
                    <a:pt x="16514" y="520"/>
                  </a:cubicBezTo>
                  <a:lnTo>
                    <a:pt x="16490" y="455"/>
                  </a:lnTo>
                  <a:cubicBezTo>
                    <a:pt x="16490" y="398"/>
                    <a:pt x="16514" y="398"/>
                    <a:pt x="16514" y="398"/>
                  </a:cubicBezTo>
                  <a:close/>
                  <a:moveTo>
                    <a:pt x="6185" y="414"/>
                  </a:moveTo>
                  <a:cubicBezTo>
                    <a:pt x="6193" y="455"/>
                    <a:pt x="6201" y="495"/>
                    <a:pt x="6218" y="536"/>
                  </a:cubicBezTo>
                  <a:cubicBezTo>
                    <a:pt x="6242" y="536"/>
                    <a:pt x="6242" y="471"/>
                    <a:pt x="6242" y="471"/>
                  </a:cubicBezTo>
                  <a:cubicBezTo>
                    <a:pt x="6242" y="471"/>
                    <a:pt x="6242" y="414"/>
                    <a:pt x="6218" y="414"/>
                  </a:cubicBezTo>
                  <a:close/>
                  <a:moveTo>
                    <a:pt x="19952" y="455"/>
                  </a:moveTo>
                  <a:cubicBezTo>
                    <a:pt x="19976" y="455"/>
                    <a:pt x="19976" y="455"/>
                    <a:pt x="19976" y="512"/>
                  </a:cubicBezTo>
                  <a:cubicBezTo>
                    <a:pt x="19976" y="576"/>
                    <a:pt x="19952" y="633"/>
                    <a:pt x="19920" y="633"/>
                  </a:cubicBezTo>
                  <a:cubicBezTo>
                    <a:pt x="19895" y="633"/>
                    <a:pt x="19895" y="512"/>
                    <a:pt x="19952" y="455"/>
                  </a:cubicBezTo>
                  <a:close/>
                  <a:moveTo>
                    <a:pt x="5901" y="593"/>
                  </a:moveTo>
                  <a:cubicBezTo>
                    <a:pt x="5934" y="593"/>
                    <a:pt x="5934" y="593"/>
                    <a:pt x="5934" y="649"/>
                  </a:cubicBezTo>
                  <a:lnTo>
                    <a:pt x="5901" y="649"/>
                  </a:lnTo>
                  <a:lnTo>
                    <a:pt x="5877" y="593"/>
                  </a:lnTo>
                  <a:close/>
                  <a:moveTo>
                    <a:pt x="23960" y="404"/>
                  </a:moveTo>
                  <a:cubicBezTo>
                    <a:pt x="23977" y="404"/>
                    <a:pt x="23965" y="490"/>
                    <a:pt x="23925" y="576"/>
                  </a:cubicBezTo>
                  <a:cubicBezTo>
                    <a:pt x="23909" y="633"/>
                    <a:pt x="23901" y="662"/>
                    <a:pt x="23896" y="662"/>
                  </a:cubicBezTo>
                  <a:cubicBezTo>
                    <a:pt x="23892" y="662"/>
                    <a:pt x="23892" y="633"/>
                    <a:pt x="23892" y="576"/>
                  </a:cubicBezTo>
                  <a:cubicBezTo>
                    <a:pt x="23892" y="512"/>
                    <a:pt x="23892" y="455"/>
                    <a:pt x="23925" y="455"/>
                  </a:cubicBezTo>
                  <a:cubicBezTo>
                    <a:pt x="23941" y="419"/>
                    <a:pt x="23953" y="404"/>
                    <a:pt x="23960" y="404"/>
                  </a:cubicBezTo>
                  <a:close/>
                  <a:moveTo>
                    <a:pt x="3891" y="560"/>
                  </a:moveTo>
                  <a:lnTo>
                    <a:pt x="3891" y="617"/>
                  </a:lnTo>
                  <a:lnTo>
                    <a:pt x="3858" y="674"/>
                  </a:lnTo>
                  <a:lnTo>
                    <a:pt x="3834" y="617"/>
                  </a:lnTo>
                  <a:cubicBezTo>
                    <a:pt x="3834" y="560"/>
                    <a:pt x="3858" y="560"/>
                    <a:pt x="3891" y="560"/>
                  </a:cubicBezTo>
                  <a:close/>
                  <a:moveTo>
                    <a:pt x="4672" y="468"/>
                  </a:moveTo>
                  <a:cubicBezTo>
                    <a:pt x="4679" y="468"/>
                    <a:pt x="4671" y="498"/>
                    <a:pt x="4653" y="568"/>
                  </a:cubicBezTo>
                  <a:lnTo>
                    <a:pt x="4596" y="690"/>
                  </a:lnTo>
                  <a:cubicBezTo>
                    <a:pt x="4572" y="690"/>
                    <a:pt x="4596" y="625"/>
                    <a:pt x="4628" y="512"/>
                  </a:cubicBezTo>
                  <a:cubicBezTo>
                    <a:pt x="4652" y="484"/>
                    <a:pt x="4666" y="468"/>
                    <a:pt x="4672" y="468"/>
                  </a:cubicBezTo>
                  <a:close/>
                  <a:moveTo>
                    <a:pt x="5670" y="562"/>
                  </a:moveTo>
                  <a:cubicBezTo>
                    <a:pt x="5687" y="562"/>
                    <a:pt x="5698" y="617"/>
                    <a:pt x="5674" y="706"/>
                  </a:cubicBezTo>
                  <a:lnTo>
                    <a:pt x="5618" y="706"/>
                  </a:lnTo>
                  <a:cubicBezTo>
                    <a:pt x="5618" y="641"/>
                    <a:pt x="5618" y="585"/>
                    <a:pt x="5650" y="585"/>
                  </a:cubicBezTo>
                  <a:cubicBezTo>
                    <a:pt x="5656" y="570"/>
                    <a:pt x="5663" y="562"/>
                    <a:pt x="5670" y="562"/>
                  </a:cubicBezTo>
                  <a:close/>
                  <a:moveTo>
                    <a:pt x="566" y="625"/>
                  </a:moveTo>
                  <a:cubicBezTo>
                    <a:pt x="599" y="625"/>
                    <a:pt x="599" y="625"/>
                    <a:pt x="599" y="682"/>
                  </a:cubicBezTo>
                  <a:cubicBezTo>
                    <a:pt x="599" y="682"/>
                    <a:pt x="566" y="747"/>
                    <a:pt x="542" y="747"/>
                  </a:cubicBezTo>
                  <a:lnTo>
                    <a:pt x="510" y="682"/>
                  </a:lnTo>
                  <a:cubicBezTo>
                    <a:pt x="510" y="625"/>
                    <a:pt x="542" y="625"/>
                    <a:pt x="566" y="625"/>
                  </a:cubicBezTo>
                  <a:close/>
                  <a:moveTo>
                    <a:pt x="17852" y="658"/>
                  </a:moveTo>
                  <a:cubicBezTo>
                    <a:pt x="17876" y="658"/>
                    <a:pt x="17876" y="714"/>
                    <a:pt x="17876" y="714"/>
                  </a:cubicBezTo>
                  <a:cubicBezTo>
                    <a:pt x="17876" y="714"/>
                    <a:pt x="17876" y="779"/>
                    <a:pt x="17852" y="779"/>
                  </a:cubicBezTo>
                  <a:cubicBezTo>
                    <a:pt x="17828" y="739"/>
                    <a:pt x="17820" y="698"/>
                    <a:pt x="17820" y="658"/>
                  </a:cubicBezTo>
                  <a:close/>
                  <a:moveTo>
                    <a:pt x="7391" y="631"/>
                  </a:moveTo>
                  <a:cubicBezTo>
                    <a:pt x="7403" y="631"/>
                    <a:pt x="7420" y="660"/>
                    <a:pt x="7434" y="731"/>
                  </a:cubicBezTo>
                  <a:cubicBezTo>
                    <a:pt x="7434" y="795"/>
                    <a:pt x="7434" y="795"/>
                    <a:pt x="7409" y="795"/>
                  </a:cubicBezTo>
                  <a:cubicBezTo>
                    <a:pt x="7393" y="755"/>
                    <a:pt x="7377" y="714"/>
                    <a:pt x="7377" y="674"/>
                  </a:cubicBezTo>
                  <a:cubicBezTo>
                    <a:pt x="7377" y="646"/>
                    <a:pt x="7383" y="631"/>
                    <a:pt x="7391" y="631"/>
                  </a:cubicBezTo>
                  <a:close/>
                  <a:moveTo>
                    <a:pt x="7636" y="674"/>
                  </a:moveTo>
                  <a:cubicBezTo>
                    <a:pt x="7636" y="739"/>
                    <a:pt x="7636" y="795"/>
                    <a:pt x="7604" y="795"/>
                  </a:cubicBezTo>
                  <a:lnTo>
                    <a:pt x="7580" y="739"/>
                  </a:lnTo>
                  <a:lnTo>
                    <a:pt x="7604" y="674"/>
                  </a:lnTo>
                  <a:close/>
                  <a:moveTo>
                    <a:pt x="19006" y="650"/>
                  </a:moveTo>
                  <a:cubicBezTo>
                    <a:pt x="19010" y="650"/>
                    <a:pt x="19012" y="657"/>
                    <a:pt x="19012" y="674"/>
                  </a:cubicBezTo>
                  <a:cubicBezTo>
                    <a:pt x="19012" y="714"/>
                    <a:pt x="19003" y="755"/>
                    <a:pt x="18987" y="795"/>
                  </a:cubicBezTo>
                  <a:cubicBezTo>
                    <a:pt x="18987" y="795"/>
                    <a:pt x="18973" y="821"/>
                    <a:pt x="18963" y="821"/>
                  </a:cubicBezTo>
                  <a:cubicBezTo>
                    <a:pt x="18958" y="821"/>
                    <a:pt x="18955" y="814"/>
                    <a:pt x="18955" y="795"/>
                  </a:cubicBezTo>
                  <a:lnTo>
                    <a:pt x="18955" y="739"/>
                  </a:lnTo>
                  <a:cubicBezTo>
                    <a:pt x="18978" y="692"/>
                    <a:pt x="18997" y="650"/>
                    <a:pt x="19006" y="650"/>
                  </a:cubicBezTo>
                  <a:close/>
                  <a:moveTo>
                    <a:pt x="17095" y="720"/>
                  </a:moveTo>
                  <a:cubicBezTo>
                    <a:pt x="17106" y="720"/>
                    <a:pt x="17114" y="735"/>
                    <a:pt x="17114" y="763"/>
                  </a:cubicBezTo>
                  <a:cubicBezTo>
                    <a:pt x="17114" y="828"/>
                    <a:pt x="17114" y="828"/>
                    <a:pt x="17082" y="828"/>
                  </a:cubicBezTo>
                  <a:cubicBezTo>
                    <a:pt x="17025" y="828"/>
                    <a:pt x="17025" y="828"/>
                    <a:pt x="17058" y="763"/>
                  </a:cubicBezTo>
                  <a:cubicBezTo>
                    <a:pt x="17070" y="735"/>
                    <a:pt x="17084" y="720"/>
                    <a:pt x="17095" y="720"/>
                  </a:cubicBezTo>
                  <a:close/>
                  <a:moveTo>
                    <a:pt x="17285" y="771"/>
                  </a:moveTo>
                  <a:cubicBezTo>
                    <a:pt x="17309" y="771"/>
                    <a:pt x="17309" y="771"/>
                    <a:pt x="17309" y="828"/>
                  </a:cubicBezTo>
                  <a:lnTo>
                    <a:pt x="17285" y="828"/>
                  </a:lnTo>
                  <a:lnTo>
                    <a:pt x="17252" y="771"/>
                  </a:lnTo>
                  <a:close/>
                  <a:moveTo>
                    <a:pt x="14163" y="722"/>
                  </a:moveTo>
                  <a:cubicBezTo>
                    <a:pt x="14163" y="779"/>
                    <a:pt x="14163" y="836"/>
                    <a:pt x="14131" y="836"/>
                  </a:cubicBezTo>
                  <a:lnTo>
                    <a:pt x="14106" y="836"/>
                  </a:lnTo>
                  <a:cubicBezTo>
                    <a:pt x="14106" y="795"/>
                    <a:pt x="14114" y="755"/>
                    <a:pt x="14131" y="722"/>
                  </a:cubicBezTo>
                  <a:close/>
                  <a:moveTo>
                    <a:pt x="17568" y="771"/>
                  </a:moveTo>
                  <a:cubicBezTo>
                    <a:pt x="17593" y="771"/>
                    <a:pt x="17593" y="771"/>
                    <a:pt x="17593" y="836"/>
                  </a:cubicBezTo>
                  <a:lnTo>
                    <a:pt x="17568" y="836"/>
                  </a:lnTo>
                  <a:lnTo>
                    <a:pt x="17536" y="771"/>
                  </a:lnTo>
                  <a:close/>
                  <a:moveTo>
                    <a:pt x="11009" y="731"/>
                  </a:moveTo>
                  <a:cubicBezTo>
                    <a:pt x="11009" y="787"/>
                    <a:pt x="11009" y="852"/>
                    <a:pt x="10985" y="852"/>
                  </a:cubicBezTo>
                  <a:lnTo>
                    <a:pt x="10952" y="787"/>
                  </a:lnTo>
                  <a:lnTo>
                    <a:pt x="10985" y="731"/>
                  </a:lnTo>
                  <a:close/>
                  <a:moveTo>
                    <a:pt x="855" y="630"/>
                  </a:moveTo>
                  <a:cubicBezTo>
                    <a:pt x="862" y="630"/>
                    <a:pt x="871" y="632"/>
                    <a:pt x="883" y="633"/>
                  </a:cubicBezTo>
                  <a:cubicBezTo>
                    <a:pt x="907" y="633"/>
                    <a:pt x="939" y="633"/>
                    <a:pt x="939" y="690"/>
                  </a:cubicBezTo>
                  <a:lnTo>
                    <a:pt x="907" y="690"/>
                  </a:lnTo>
                  <a:cubicBezTo>
                    <a:pt x="907" y="673"/>
                    <a:pt x="905" y="666"/>
                    <a:pt x="902" y="666"/>
                  </a:cubicBezTo>
                  <a:cubicBezTo>
                    <a:pt x="897" y="666"/>
                    <a:pt x="890" y="707"/>
                    <a:pt x="907" y="747"/>
                  </a:cubicBezTo>
                  <a:lnTo>
                    <a:pt x="907" y="868"/>
                  </a:lnTo>
                  <a:cubicBezTo>
                    <a:pt x="883" y="868"/>
                    <a:pt x="850" y="812"/>
                    <a:pt x="850" y="747"/>
                  </a:cubicBezTo>
                  <a:cubicBezTo>
                    <a:pt x="831" y="650"/>
                    <a:pt x="827" y="630"/>
                    <a:pt x="855" y="630"/>
                  </a:cubicBezTo>
                  <a:close/>
                  <a:moveTo>
                    <a:pt x="4880" y="755"/>
                  </a:moveTo>
                  <a:cubicBezTo>
                    <a:pt x="4880" y="812"/>
                    <a:pt x="4880" y="868"/>
                    <a:pt x="4855" y="868"/>
                  </a:cubicBezTo>
                  <a:lnTo>
                    <a:pt x="4823" y="868"/>
                  </a:lnTo>
                  <a:cubicBezTo>
                    <a:pt x="4823" y="828"/>
                    <a:pt x="4839" y="787"/>
                    <a:pt x="4855" y="755"/>
                  </a:cubicBezTo>
                  <a:close/>
                  <a:moveTo>
                    <a:pt x="6923" y="787"/>
                  </a:moveTo>
                  <a:cubicBezTo>
                    <a:pt x="6955" y="787"/>
                    <a:pt x="6955" y="844"/>
                    <a:pt x="6955" y="844"/>
                  </a:cubicBezTo>
                  <a:cubicBezTo>
                    <a:pt x="6955" y="863"/>
                    <a:pt x="6952" y="869"/>
                    <a:pt x="6946" y="869"/>
                  </a:cubicBezTo>
                  <a:cubicBezTo>
                    <a:pt x="6935" y="869"/>
                    <a:pt x="6915" y="844"/>
                    <a:pt x="6899" y="844"/>
                  </a:cubicBezTo>
                  <a:cubicBezTo>
                    <a:pt x="6866" y="787"/>
                    <a:pt x="6866" y="787"/>
                    <a:pt x="6923" y="787"/>
                  </a:cubicBezTo>
                  <a:close/>
                  <a:moveTo>
                    <a:pt x="12971" y="763"/>
                  </a:moveTo>
                  <a:cubicBezTo>
                    <a:pt x="13028" y="763"/>
                    <a:pt x="13028" y="763"/>
                    <a:pt x="13028" y="820"/>
                  </a:cubicBezTo>
                  <a:cubicBezTo>
                    <a:pt x="13028" y="872"/>
                    <a:pt x="12992" y="877"/>
                    <a:pt x="12961" y="877"/>
                  </a:cubicBezTo>
                  <a:cubicBezTo>
                    <a:pt x="12953" y="877"/>
                    <a:pt x="12945" y="876"/>
                    <a:pt x="12939" y="876"/>
                  </a:cubicBezTo>
                  <a:cubicBezTo>
                    <a:pt x="12915" y="820"/>
                    <a:pt x="12939" y="763"/>
                    <a:pt x="12971" y="763"/>
                  </a:cubicBezTo>
                  <a:close/>
                  <a:moveTo>
                    <a:pt x="17501" y="859"/>
                  </a:moveTo>
                  <a:cubicBezTo>
                    <a:pt x="17497" y="859"/>
                    <a:pt x="17490" y="866"/>
                    <a:pt x="17479" y="885"/>
                  </a:cubicBezTo>
                  <a:cubicBezTo>
                    <a:pt x="17501" y="885"/>
                    <a:pt x="17508" y="859"/>
                    <a:pt x="17501" y="859"/>
                  </a:cubicBezTo>
                  <a:close/>
                  <a:moveTo>
                    <a:pt x="6388" y="779"/>
                  </a:moveTo>
                  <a:cubicBezTo>
                    <a:pt x="6412" y="779"/>
                    <a:pt x="6445" y="779"/>
                    <a:pt x="6445" y="836"/>
                  </a:cubicBezTo>
                  <a:cubicBezTo>
                    <a:pt x="6445" y="836"/>
                    <a:pt x="6445" y="901"/>
                    <a:pt x="6412" y="901"/>
                  </a:cubicBezTo>
                  <a:cubicBezTo>
                    <a:pt x="6388" y="893"/>
                    <a:pt x="6355" y="836"/>
                    <a:pt x="6355" y="836"/>
                  </a:cubicBezTo>
                  <a:cubicBezTo>
                    <a:pt x="6355" y="779"/>
                    <a:pt x="6388" y="779"/>
                    <a:pt x="6388" y="779"/>
                  </a:cubicBezTo>
                  <a:close/>
                  <a:moveTo>
                    <a:pt x="4023" y="653"/>
                  </a:moveTo>
                  <a:cubicBezTo>
                    <a:pt x="4028" y="653"/>
                    <a:pt x="4028" y="684"/>
                    <a:pt x="4028" y="739"/>
                  </a:cubicBezTo>
                  <a:cubicBezTo>
                    <a:pt x="4037" y="803"/>
                    <a:pt x="4020" y="868"/>
                    <a:pt x="3972" y="917"/>
                  </a:cubicBezTo>
                  <a:lnTo>
                    <a:pt x="3915" y="917"/>
                  </a:lnTo>
                  <a:lnTo>
                    <a:pt x="3972" y="795"/>
                  </a:lnTo>
                  <a:cubicBezTo>
                    <a:pt x="4003" y="698"/>
                    <a:pt x="4017" y="653"/>
                    <a:pt x="4023" y="653"/>
                  </a:cubicBezTo>
                  <a:close/>
                  <a:moveTo>
                    <a:pt x="9477" y="828"/>
                  </a:moveTo>
                  <a:cubicBezTo>
                    <a:pt x="9477" y="885"/>
                    <a:pt x="9477" y="941"/>
                    <a:pt x="9453" y="941"/>
                  </a:cubicBezTo>
                  <a:lnTo>
                    <a:pt x="9420" y="885"/>
                  </a:lnTo>
                  <a:lnTo>
                    <a:pt x="9453" y="828"/>
                  </a:lnTo>
                  <a:close/>
                  <a:moveTo>
                    <a:pt x="2528" y="836"/>
                  </a:moveTo>
                  <a:cubicBezTo>
                    <a:pt x="2553" y="836"/>
                    <a:pt x="2553" y="893"/>
                    <a:pt x="2496" y="958"/>
                  </a:cubicBezTo>
                  <a:lnTo>
                    <a:pt x="2439" y="958"/>
                  </a:lnTo>
                  <a:cubicBezTo>
                    <a:pt x="2439" y="893"/>
                    <a:pt x="2496" y="836"/>
                    <a:pt x="2528" y="836"/>
                  </a:cubicBezTo>
                  <a:close/>
                  <a:moveTo>
                    <a:pt x="10134" y="779"/>
                  </a:moveTo>
                  <a:cubicBezTo>
                    <a:pt x="10158" y="779"/>
                    <a:pt x="10158" y="779"/>
                    <a:pt x="10158" y="836"/>
                  </a:cubicBezTo>
                  <a:cubicBezTo>
                    <a:pt x="10158" y="876"/>
                    <a:pt x="10150" y="917"/>
                    <a:pt x="10134" y="958"/>
                  </a:cubicBezTo>
                  <a:cubicBezTo>
                    <a:pt x="10101" y="958"/>
                    <a:pt x="10134" y="836"/>
                    <a:pt x="10134" y="779"/>
                  </a:cubicBezTo>
                  <a:close/>
                  <a:moveTo>
                    <a:pt x="5447" y="941"/>
                  </a:moveTo>
                  <a:lnTo>
                    <a:pt x="5447" y="998"/>
                  </a:lnTo>
                  <a:cubicBezTo>
                    <a:pt x="5431" y="998"/>
                    <a:pt x="5411" y="1027"/>
                    <a:pt x="5400" y="1027"/>
                  </a:cubicBezTo>
                  <a:cubicBezTo>
                    <a:pt x="5394" y="1027"/>
                    <a:pt x="5391" y="1020"/>
                    <a:pt x="5391" y="998"/>
                  </a:cubicBezTo>
                  <a:cubicBezTo>
                    <a:pt x="5366" y="998"/>
                    <a:pt x="5423" y="941"/>
                    <a:pt x="5447" y="941"/>
                  </a:cubicBezTo>
                  <a:close/>
                  <a:moveTo>
                    <a:pt x="17196" y="1031"/>
                  </a:moveTo>
                  <a:cubicBezTo>
                    <a:pt x="17196" y="1041"/>
                    <a:pt x="17195" y="1051"/>
                    <a:pt x="17195" y="1063"/>
                  </a:cubicBezTo>
                  <a:cubicBezTo>
                    <a:pt x="17198" y="1067"/>
                    <a:pt x="17199" y="1070"/>
                    <a:pt x="17201" y="1073"/>
                  </a:cubicBezTo>
                  <a:lnTo>
                    <a:pt x="17201" y="1073"/>
                  </a:lnTo>
                  <a:cubicBezTo>
                    <a:pt x="17199" y="1063"/>
                    <a:pt x="17197" y="1049"/>
                    <a:pt x="17196" y="1031"/>
                  </a:cubicBezTo>
                  <a:close/>
                  <a:moveTo>
                    <a:pt x="2655" y="930"/>
                  </a:moveTo>
                  <a:cubicBezTo>
                    <a:pt x="2626" y="930"/>
                    <a:pt x="2610" y="974"/>
                    <a:pt x="2610" y="1014"/>
                  </a:cubicBezTo>
                  <a:cubicBezTo>
                    <a:pt x="2610" y="1079"/>
                    <a:pt x="2642" y="1079"/>
                    <a:pt x="2699" y="1079"/>
                  </a:cubicBezTo>
                  <a:cubicBezTo>
                    <a:pt x="2723" y="1079"/>
                    <a:pt x="2755" y="1014"/>
                    <a:pt x="2755" y="1014"/>
                  </a:cubicBezTo>
                  <a:cubicBezTo>
                    <a:pt x="2755" y="958"/>
                    <a:pt x="2723" y="958"/>
                    <a:pt x="2699" y="958"/>
                  </a:cubicBezTo>
                  <a:cubicBezTo>
                    <a:pt x="2682" y="938"/>
                    <a:pt x="2667" y="930"/>
                    <a:pt x="2655" y="930"/>
                  </a:cubicBezTo>
                  <a:close/>
                  <a:moveTo>
                    <a:pt x="17201" y="1073"/>
                  </a:moveTo>
                  <a:cubicBezTo>
                    <a:pt x="17204" y="1092"/>
                    <a:pt x="17208" y="1100"/>
                    <a:pt x="17209" y="1100"/>
                  </a:cubicBezTo>
                  <a:cubicBezTo>
                    <a:pt x="17211" y="1100"/>
                    <a:pt x="17209" y="1090"/>
                    <a:pt x="17201" y="1073"/>
                  </a:cubicBezTo>
                  <a:close/>
                  <a:moveTo>
                    <a:pt x="7205" y="144"/>
                  </a:moveTo>
                  <a:cubicBezTo>
                    <a:pt x="7195" y="144"/>
                    <a:pt x="7193" y="174"/>
                    <a:pt x="7207" y="244"/>
                  </a:cubicBezTo>
                  <a:cubicBezTo>
                    <a:pt x="7207" y="366"/>
                    <a:pt x="7207" y="366"/>
                    <a:pt x="7150" y="366"/>
                  </a:cubicBezTo>
                  <a:cubicBezTo>
                    <a:pt x="7126" y="366"/>
                    <a:pt x="7093" y="366"/>
                    <a:pt x="7093" y="301"/>
                  </a:cubicBezTo>
                  <a:cubicBezTo>
                    <a:pt x="7093" y="244"/>
                    <a:pt x="7093" y="244"/>
                    <a:pt x="7036" y="244"/>
                  </a:cubicBezTo>
                  <a:cubicBezTo>
                    <a:pt x="6955" y="244"/>
                    <a:pt x="6866" y="422"/>
                    <a:pt x="6842" y="536"/>
                  </a:cubicBezTo>
                  <a:cubicBezTo>
                    <a:pt x="6842" y="597"/>
                    <a:pt x="6842" y="627"/>
                    <a:pt x="6838" y="627"/>
                  </a:cubicBezTo>
                  <a:cubicBezTo>
                    <a:pt x="6834" y="627"/>
                    <a:pt x="6826" y="597"/>
                    <a:pt x="6809" y="536"/>
                  </a:cubicBezTo>
                  <a:cubicBezTo>
                    <a:pt x="6809" y="479"/>
                    <a:pt x="6785" y="479"/>
                    <a:pt x="6753" y="479"/>
                  </a:cubicBezTo>
                  <a:cubicBezTo>
                    <a:pt x="6753" y="498"/>
                    <a:pt x="6750" y="504"/>
                    <a:pt x="6747" y="504"/>
                  </a:cubicBezTo>
                  <a:cubicBezTo>
                    <a:pt x="6742" y="504"/>
                    <a:pt x="6736" y="479"/>
                    <a:pt x="6753" y="479"/>
                  </a:cubicBezTo>
                  <a:cubicBezTo>
                    <a:pt x="6753" y="431"/>
                    <a:pt x="6770" y="419"/>
                    <a:pt x="6789" y="419"/>
                  </a:cubicBezTo>
                  <a:cubicBezTo>
                    <a:pt x="6796" y="419"/>
                    <a:pt x="6803" y="420"/>
                    <a:pt x="6809" y="422"/>
                  </a:cubicBezTo>
                  <a:lnTo>
                    <a:pt x="6809" y="358"/>
                  </a:lnTo>
                  <a:cubicBezTo>
                    <a:pt x="6797" y="297"/>
                    <a:pt x="6783" y="266"/>
                    <a:pt x="6769" y="266"/>
                  </a:cubicBezTo>
                  <a:cubicBezTo>
                    <a:pt x="6755" y="266"/>
                    <a:pt x="6740" y="297"/>
                    <a:pt x="6728" y="358"/>
                  </a:cubicBezTo>
                  <a:cubicBezTo>
                    <a:pt x="6712" y="386"/>
                    <a:pt x="6704" y="400"/>
                    <a:pt x="6697" y="400"/>
                  </a:cubicBezTo>
                  <a:cubicBezTo>
                    <a:pt x="6690" y="400"/>
                    <a:pt x="6684" y="386"/>
                    <a:pt x="6672" y="358"/>
                  </a:cubicBezTo>
                  <a:cubicBezTo>
                    <a:pt x="6648" y="311"/>
                    <a:pt x="6630" y="269"/>
                    <a:pt x="6620" y="269"/>
                  </a:cubicBezTo>
                  <a:cubicBezTo>
                    <a:pt x="6617" y="269"/>
                    <a:pt x="6615" y="276"/>
                    <a:pt x="6615" y="293"/>
                  </a:cubicBezTo>
                  <a:cubicBezTo>
                    <a:pt x="6574" y="293"/>
                    <a:pt x="6542" y="268"/>
                    <a:pt x="6526" y="236"/>
                  </a:cubicBezTo>
                  <a:cubicBezTo>
                    <a:pt x="6469" y="236"/>
                    <a:pt x="6445" y="236"/>
                    <a:pt x="6445" y="293"/>
                  </a:cubicBezTo>
                  <a:cubicBezTo>
                    <a:pt x="6445" y="349"/>
                    <a:pt x="6412" y="349"/>
                    <a:pt x="6388" y="349"/>
                  </a:cubicBezTo>
                  <a:cubicBezTo>
                    <a:pt x="6355" y="349"/>
                    <a:pt x="6331" y="349"/>
                    <a:pt x="6331" y="414"/>
                  </a:cubicBezTo>
                  <a:cubicBezTo>
                    <a:pt x="6331" y="471"/>
                    <a:pt x="6299" y="528"/>
                    <a:pt x="6242" y="528"/>
                  </a:cubicBezTo>
                  <a:cubicBezTo>
                    <a:pt x="6218" y="551"/>
                    <a:pt x="6205" y="565"/>
                    <a:pt x="6195" y="565"/>
                  </a:cubicBezTo>
                  <a:cubicBezTo>
                    <a:pt x="6181" y="565"/>
                    <a:pt x="6175" y="538"/>
                    <a:pt x="6161" y="471"/>
                  </a:cubicBezTo>
                  <a:cubicBezTo>
                    <a:pt x="6161" y="406"/>
                    <a:pt x="6128" y="406"/>
                    <a:pt x="6104" y="406"/>
                  </a:cubicBezTo>
                  <a:cubicBezTo>
                    <a:pt x="6104" y="406"/>
                    <a:pt x="6072" y="406"/>
                    <a:pt x="6047" y="349"/>
                  </a:cubicBezTo>
                  <a:cubicBezTo>
                    <a:pt x="6038" y="330"/>
                    <a:pt x="6031" y="322"/>
                    <a:pt x="6026" y="322"/>
                  </a:cubicBezTo>
                  <a:cubicBezTo>
                    <a:pt x="6015" y="322"/>
                    <a:pt x="6015" y="366"/>
                    <a:pt x="6015" y="406"/>
                  </a:cubicBezTo>
                  <a:lnTo>
                    <a:pt x="6015" y="528"/>
                  </a:lnTo>
                  <a:cubicBezTo>
                    <a:pt x="5990" y="528"/>
                    <a:pt x="5958" y="406"/>
                    <a:pt x="5958" y="349"/>
                  </a:cubicBezTo>
                  <a:cubicBezTo>
                    <a:pt x="5946" y="289"/>
                    <a:pt x="5940" y="258"/>
                    <a:pt x="5937" y="258"/>
                  </a:cubicBezTo>
                  <a:cubicBezTo>
                    <a:pt x="5934" y="258"/>
                    <a:pt x="5934" y="289"/>
                    <a:pt x="5934" y="349"/>
                  </a:cubicBezTo>
                  <a:cubicBezTo>
                    <a:pt x="5934" y="390"/>
                    <a:pt x="5918" y="430"/>
                    <a:pt x="5888" y="430"/>
                  </a:cubicBezTo>
                  <a:cubicBezTo>
                    <a:pt x="5876" y="430"/>
                    <a:pt x="5861" y="423"/>
                    <a:pt x="5845" y="406"/>
                  </a:cubicBezTo>
                  <a:cubicBezTo>
                    <a:pt x="5788" y="406"/>
                    <a:pt x="5731" y="406"/>
                    <a:pt x="5731" y="341"/>
                  </a:cubicBezTo>
                  <a:cubicBezTo>
                    <a:pt x="5723" y="322"/>
                    <a:pt x="5714" y="316"/>
                    <a:pt x="5706" y="316"/>
                  </a:cubicBezTo>
                  <a:cubicBezTo>
                    <a:pt x="5689" y="316"/>
                    <a:pt x="5674" y="341"/>
                    <a:pt x="5674" y="341"/>
                  </a:cubicBezTo>
                  <a:cubicBezTo>
                    <a:pt x="5662" y="370"/>
                    <a:pt x="5648" y="384"/>
                    <a:pt x="5627" y="384"/>
                  </a:cubicBezTo>
                  <a:cubicBezTo>
                    <a:pt x="5605" y="384"/>
                    <a:pt x="5577" y="370"/>
                    <a:pt x="5536" y="341"/>
                  </a:cubicBezTo>
                  <a:cubicBezTo>
                    <a:pt x="5463" y="281"/>
                    <a:pt x="5427" y="250"/>
                    <a:pt x="5409" y="250"/>
                  </a:cubicBezTo>
                  <a:cubicBezTo>
                    <a:pt x="5391" y="250"/>
                    <a:pt x="5391" y="281"/>
                    <a:pt x="5391" y="341"/>
                  </a:cubicBezTo>
                  <a:cubicBezTo>
                    <a:pt x="5391" y="374"/>
                    <a:pt x="5391" y="407"/>
                    <a:pt x="5386" y="407"/>
                  </a:cubicBezTo>
                  <a:cubicBezTo>
                    <a:pt x="5382" y="407"/>
                    <a:pt x="5376" y="389"/>
                    <a:pt x="5366" y="341"/>
                  </a:cubicBezTo>
                  <a:cubicBezTo>
                    <a:pt x="5356" y="321"/>
                    <a:pt x="5347" y="313"/>
                    <a:pt x="5337" y="313"/>
                  </a:cubicBezTo>
                  <a:cubicBezTo>
                    <a:pt x="5315" y="313"/>
                    <a:pt x="5292" y="353"/>
                    <a:pt x="5253" y="398"/>
                  </a:cubicBezTo>
                  <a:cubicBezTo>
                    <a:pt x="5228" y="471"/>
                    <a:pt x="5220" y="552"/>
                    <a:pt x="5220" y="633"/>
                  </a:cubicBezTo>
                  <a:cubicBezTo>
                    <a:pt x="5220" y="704"/>
                    <a:pt x="5220" y="733"/>
                    <a:pt x="5209" y="733"/>
                  </a:cubicBezTo>
                  <a:cubicBezTo>
                    <a:pt x="5201" y="733"/>
                    <a:pt x="5187" y="717"/>
                    <a:pt x="5163" y="690"/>
                  </a:cubicBezTo>
                  <a:cubicBezTo>
                    <a:pt x="5139" y="690"/>
                    <a:pt x="5107" y="633"/>
                    <a:pt x="5107" y="576"/>
                  </a:cubicBezTo>
                  <a:cubicBezTo>
                    <a:pt x="5107" y="512"/>
                    <a:pt x="5139" y="512"/>
                    <a:pt x="5139" y="512"/>
                  </a:cubicBezTo>
                  <a:lnTo>
                    <a:pt x="5163" y="512"/>
                  </a:lnTo>
                  <a:cubicBezTo>
                    <a:pt x="5163" y="455"/>
                    <a:pt x="5163" y="390"/>
                    <a:pt x="5107" y="390"/>
                  </a:cubicBezTo>
                  <a:cubicBezTo>
                    <a:pt x="5095" y="362"/>
                    <a:pt x="5080" y="347"/>
                    <a:pt x="5069" y="347"/>
                  </a:cubicBezTo>
                  <a:cubicBezTo>
                    <a:pt x="5058" y="347"/>
                    <a:pt x="5050" y="362"/>
                    <a:pt x="5050" y="390"/>
                  </a:cubicBezTo>
                  <a:cubicBezTo>
                    <a:pt x="5026" y="333"/>
                    <a:pt x="4969" y="333"/>
                    <a:pt x="4912" y="333"/>
                  </a:cubicBezTo>
                  <a:cubicBezTo>
                    <a:pt x="4855" y="325"/>
                    <a:pt x="4766" y="325"/>
                    <a:pt x="4742" y="268"/>
                  </a:cubicBezTo>
                  <a:cubicBezTo>
                    <a:pt x="4685" y="268"/>
                    <a:pt x="4653" y="268"/>
                    <a:pt x="4653" y="325"/>
                  </a:cubicBezTo>
                  <a:cubicBezTo>
                    <a:pt x="4653" y="395"/>
                    <a:pt x="4645" y="425"/>
                    <a:pt x="4638" y="425"/>
                  </a:cubicBezTo>
                  <a:cubicBezTo>
                    <a:pt x="4633" y="425"/>
                    <a:pt x="4628" y="409"/>
                    <a:pt x="4628" y="382"/>
                  </a:cubicBezTo>
                  <a:cubicBezTo>
                    <a:pt x="4608" y="310"/>
                    <a:pt x="4454" y="258"/>
                    <a:pt x="4336" y="258"/>
                  </a:cubicBezTo>
                  <a:cubicBezTo>
                    <a:pt x="4267" y="258"/>
                    <a:pt x="4211" y="275"/>
                    <a:pt x="4199" y="317"/>
                  </a:cubicBezTo>
                  <a:lnTo>
                    <a:pt x="4142" y="317"/>
                  </a:lnTo>
                  <a:cubicBezTo>
                    <a:pt x="4113" y="288"/>
                    <a:pt x="4053" y="271"/>
                    <a:pt x="3999" y="271"/>
                  </a:cubicBezTo>
                  <a:cubicBezTo>
                    <a:pt x="3948" y="271"/>
                    <a:pt x="3902" y="286"/>
                    <a:pt x="3891" y="317"/>
                  </a:cubicBezTo>
                  <a:lnTo>
                    <a:pt x="3801" y="309"/>
                  </a:lnTo>
                  <a:cubicBezTo>
                    <a:pt x="3773" y="281"/>
                    <a:pt x="3753" y="266"/>
                    <a:pt x="3736" y="266"/>
                  </a:cubicBezTo>
                  <a:cubicBezTo>
                    <a:pt x="3718" y="266"/>
                    <a:pt x="3704" y="281"/>
                    <a:pt x="3688" y="309"/>
                  </a:cubicBezTo>
                  <a:cubicBezTo>
                    <a:pt x="3670" y="350"/>
                    <a:pt x="3665" y="396"/>
                    <a:pt x="3664" y="396"/>
                  </a:cubicBezTo>
                  <a:cubicBezTo>
                    <a:pt x="3664" y="396"/>
                    <a:pt x="3664" y="389"/>
                    <a:pt x="3664" y="374"/>
                  </a:cubicBezTo>
                  <a:cubicBezTo>
                    <a:pt x="3664" y="309"/>
                    <a:pt x="3607" y="309"/>
                    <a:pt x="3493" y="309"/>
                  </a:cubicBezTo>
                  <a:cubicBezTo>
                    <a:pt x="3380" y="309"/>
                    <a:pt x="3380" y="309"/>
                    <a:pt x="3404" y="366"/>
                  </a:cubicBezTo>
                  <a:cubicBezTo>
                    <a:pt x="3371" y="382"/>
                    <a:pt x="3348" y="389"/>
                    <a:pt x="3331" y="389"/>
                  </a:cubicBezTo>
                  <a:cubicBezTo>
                    <a:pt x="3291" y="389"/>
                    <a:pt x="3291" y="347"/>
                    <a:pt x="3291" y="301"/>
                  </a:cubicBezTo>
                  <a:cubicBezTo>
                    <a:pt x="3305" y="250"/>
                    <a:pt x="3302" y="222"/>
                    <a:pt x="3291" y="222"/>
                  </a:cubicBezTo>
                  <a:cubicBezTo>
                    <a:pt x="3277" y="222"/>
                    <a:pt x="3252" y="266"/>
                    <a:pt x="3234" y="366"/>
                  </a:cubicBezTo>
                  <a:cubicBezTo>
                    <a:pt x="3220" y="432"/>
                    <a:pt x="3194" y="460"/>
                    <a:pt x="3176" y="460"/>
                  </a:cubicBezTo>
                  <a:cubicBezTo>
                    <a:pt x="3163" y="460"/>
                    <a:pt x="3153" y="446"/>
                    <a:pt x="3153" y="422"/>
                  </a:cubicBezTo>
                  <a:cubicBezTo>
                    <a:pt x="3153" y="366"/>
                    <a:pt x="3177" y="366"/>
                    <a:pt x="3210" y="366"/>
                  </a:cubicBezTo>
                  <a:lnTo>
                    <a:pt x="3210" y="244"/>
                  </a:lnTo>
                  <a:cubicBezTo>
                    <a:pt x="3177" y="244"/>
                    <a:pt x="3177" y="244"/>
                    <a:pt x="3153" y="301"/>
                  </a:cubicBezTo>
                  <a:cubicBezTo>
                    <a:pt x="3153" y="301"/>
                    <a:pt x="3120" y="301"/>
                    <a:pt x="3096" y="358"/>
                  </a:cubicBezTo>
                  <a:cubicBezTo>
                    <a:pt x="3064" y="414"/>
                    <a:pt x="3064" y="487"/>
                    <a:pt x="3096" y="544"/>
                  </a:cubicBezTo>
                  <a:cubicBezTo>
                    <a:pt x="3120" y="601"/>
                    <a:pt x="3096" y="601"/>
                    <a:pt x="3064" y="601"/>
                  </a:cubicBezTo>
                  <a:cubicBezTo>
                    <a:pt x="3015" y="552"/>
                    <a:pt x="3007" y="479"/>
                    <a:pt x="3039" y="422"/>
                  </a:cubicBezTo>
                  <a:cubicBezTo>
                    <a:pt x="3064" y="422"/>
                    <a:pt x="3064" y="358"/>
                    <a:pt x="3064" y="301"/>
                  </a:cubicBezTo>
                  <a:cubicBezTo>
                    <a:pt x="3064" y="290"/>
                    <a:pt x="3059" y="286"/>
                    <a:pt x="3051" y="286"/>
                  </a:cubicBezTo>
                  <a:cubicBezTo>
                    <a:pt x="3017" y="286"/>
                    <a:pt x="2920" y="380"/>
                    <a:pt x="2893" y="479"/>
                  </a:cubicBezTo>
                  <a:lnTo>
                    <a:pt x="2893" y="414"/>
                  </a:lnTo>
                  <a:cubicBezTo>
                    <a:pt x="2893" y="358"/>
                    <a:pt x="2837" y="358"/>
                    <a:pt x="2780" y="358"/>
                  </a:cubicBezTo>
                  <a:cubicBezTo>
                    <a:pt x="2723" y="358"/>
                    <a:pt x="2699" y="358"/>
                    <a:pt x="2699" y="414"/>
                  </a:cubicBezTo>
                  <a:cubicBezTo>
                    <a:pt x="2699" y="471"/>
                    <a:pt x="2699" y="536"/>
                    <a:pt x="2666" y="536"/>
                  </a:cubicBezTo>
                  <a:cubicBezTo>
                    <a:pt x="2699" y="536"/>
                    <a:pt x="2699" y="593"/>
                    <a:pt x="2699" y="658"/>
                  </a:cubicBezTo>
                  <a:cubicBezTo>
                    <a:pt x="2658" y="617"/>
                    <a:pt x="2634" y="576"/>
                    <a:pt x="2610" y="536"/>
                  </a:cubicBezTo>
                  <a:cubicBezTo>
                    <a:pt x="2553" y="414"/>
                    <a:pt x="2496" y="349"/>
                    <a:pt x="2383" y="349"/>
                  </a:cubicBezTo>
                  <a:cubicBezTo>
                    <a:pt x="2326" y="349"/>
                    <a:pt x="2245" y="349"/>
                    <a:pt x="2212" y="285"/>
                  </a:cubicBezTo>
                  <a:cubicBezTo>
                    <a:pt x="2156" y="285"/>
                    <a:pt x="2131" y="285"/>
                    <a:pt x="2131" y="349"/>
                  </a:cubicBezTo>
                  <a:lnTo>
                    <a:pt x="2074" y="349"/>
                  </a:lnTo>
                  <a:cubicBezTo>
                    <a:pt x="2058" y="316"/>
                    <a:pt x="2034" y="300"/>
                    <a:pt x="2016" y="300"/>
                  </a:cubicBezTo>
                  <a:cubicBezTo>
                    <a:pt x="1999" y="300"/>
                    <a:pt x="1985" y="314"/>
                    <a:pt x="1985" y="341"/>
                  </a:cubicBezTo>
                  <a:cubicBezTo>
                    <a:pt x="1977" y="363"/>
                    <a:pt x="1968" y="370"/>
                    <a:pt x="1959" y="370"/>
                  </a:cubicBezTo>
                  <a:cubicBezTo>
                    <a:pt x="1940" y="370"/>
                    <a:pt x="1920" y="341"/>
                    <a:pt x="1904" y="341"/>
                  </a:cubicBezTo>
                  <a:cubicBezTo>
                    <a:pt x="1879" y="287"/>
                    <a:pt x="1865" y="257"/>
                    <a:pt x="1859" y="257"/>
                  </a:cubicBezTo>
                  <a:cubicBezTo>
                    <a:pt x="1852" y="257"/>
                    <a:pt x="1858" y="303"/>
                    <a:pt x="1872" y="406"/>
                  </a:cubicBezTo>
                  <a:cubicBezTo>
                    <a:pt x="1872" y="455"/>
                    <a:pt x="1904" y="504"/>
                    <a:pt x="1961" y="520"/>
                  </a:cubicBezTo>
                  <a:lnTo>
                    <a:pt x="2042" y="528"/>
                  </a:lnTo>
                  <a:lnTo>
                    <a:pt x="1961" y="585"/>
                  </a:lnTo>
                  <a:cubicBezTo>
                    <a:pt x="1929" y="585"/>
                    <a:pt x="1872" y="641"/>
                    <a:pt x="1872" y="698"/>
                  </a:cubicBezTo>
                  <a:cubicBezTo>
                    <a:pt x="1872" y="698"/>
                    <a:pt x="1872" y="763"/>
                    <a:pt x="1839" y="763"/>
                  </a:cubicBezTo>
                  <a:lnTo>
                    <a:pt x="1839" y="641"/>
                  </a:lnTo>
                  <a:cubicBezTo>
                    <a:pt x="1864" y="585"/>
                    <a:pt x="1880" y="520"/>
                    <a:pt x="1872" y="463"/>
                  </a:cubicBezTo>
                  <a:cubicBezTo>
                    <a:pt x="1857" y="387"/>
                    <a:pt x="1816" y="337"/>
                    <a:pt x="1788" y="337"/>
                  </a:cubicBezTo>
                  <a:cubicBezTo>
                    <a:pt x="1771" y="337"/>
                    <a:pt x="1758" y="355"/>
                    <a:pt x="1758" y="398"/>
                  </a:cubicBezTo>
                  <a:cubicBezTo>
                    <a:pt x="1734" y="398"/>
                    <a:pt x="1734" y="398"/>
                    <a:pt x="1701" y="341"/>
                  </a:cubicBezTo>
                  <a:cubicBezTo>
                    <a:pt x="1701" y="314"/>
                    <a:pt x="1697" y="298"/>
                    <a:pt x="1690" y="298"/>
                  </a:cubicBezTo>
                  <a:cubicBezTo>
                    <a:pt x="1680" y="298"/>
                    <a:pt x="1663" y="328"/>
                    <a:pt x="1645" y="398"/>
                  </a:cubicBezTo>
                  <a:cubicBezTo>
                    <a:pt x="1633" y="459"/>
                    <a:pt x="1618" y="489"/>
                    <a:pt x="1604" y="489"/>
                  </a:cubicBezTo>
                  <a:cubicBezTo>
                    <a:pt x="1590" y="489"/>
                    <a:pt x="1576" y="459"/>
                    <a:pt x="1564" y="398"/>
                  </a:cubicBezTo>
                  <a:cubicBezTo>
                    <a:pt x="1530" y="326"/>
                    <a:pt x="1476" y="297"/>
                    <a:pt x="1438" y="297"/>
                  </a:cubicBezTo>
                  <a:cubicBezTo>
                    <a:pt x="1412" y="297"/>
                    <a:pt x="1393" y="310"/>
                    <a:pt x="1393" y="333"/>
                  </a:cubicBezTo>
                  <a:cubicBezTo>
                    <a:pt x="1393" y="404"/>
                    <a:pt x="1364" y="433"/>
                    <a:pt x="1334" y="433"/>
                  </a:cubicBezTo>
                  <a:cubicBezTo>
                    <a:pt x="1312" y="433"/>
                    <a:pt x="1290" y="417"/>
                    <a:pt x="1280" y="390"/>
                  </a:cubicBezTo>
                  <a:cubicBezTo>
                    <a:pt x="1264" y="362"/>
                    <a:pt x="1249" y="347"/>
                    <a:pt x="1235" y="347"/>
                  </a:cubicBezTo>
                  <a:cubicBezTo>
                    <a:pt x="1221" y="347"/>
                    <a:pt x="1207" y="362"/>
                    <a:pt x="1191" y="390"/>
                  </a:cubicBezTo>
                  <a:cubicBezTo>
                    <a:pt x="1191" y="350"/>
                    <a:pt x="1179" y="306"/>
                    <a:pt x="1160" y="306"/>
                  </a:cubicBezTo>
                  <a:cubicBezTo>
                    <a:pt x="1152" y="306"/>
                    <a:pt x="1144" y="314"/>
                    <a:pt x="1134" y="333"/>
                  </a:cubicBezTo>
                  <a:cubicBezTo>
                    <a:pt x="1134" y="333"/>
                    <a:pt x="1110" y="333"/>
                    <a:pt x="1134" y="390"/>
                  </a:cubicBezTo>
                  <a:lnTo>
                    <a:pt x="1077" y="512"/>
                  </a:lnTo>
                  <a:cubicBezTo>
                    <a:pt x="1110" y="512"/>
                    <a:pt x="1110" y="568"/>
                    <a:pt x="1110" y="625"/>
                  </a:cubicBezTo>
                  <a:cubicBezTo>
                    <a:pt x="1108" y="642"/>
                    <a:pt x="1099" y="650"/>
                    <a:pt x="1087" y="650"/>
                  </a:cubicBezTo>
                  <a:cubicBezTo>
                    <a:pt x="1051" y="650"/>
                    <a:pt x="982" y="580"/>
                    <a:pt x="939" y="447"/>
                  </a:cubicBezTo>
                  <a:lnTo>
                    <a:pt x="883" y="325"/>
                  </a:lnTo>
                  <a:lnTo>
                    <a:pt x="883" y="447"/>
                  </a:lnTo>
                  <a:cubicBezTo>
                    <a:pt x="850" y="447"/>
                    <a:pt x="826" y="447"/>
                    <a:pt x="826" y="382"/>
                  </a:cubicBezTo>
                  <a:cubicBezTo>
                    <a:pt x="826" y="325"/>
                    <a:pt x="826" y="325"/>
                    <a:pt x="793" y="325"/>
                  </a:cubicBezTo>
                  <a:cubicBezTo>
                    <a:pt x="793" y="325"/>
                    <a:pt x="769" y="325"/>
                    <a:pt x="769" y="382"/>
                  </a:cubicBezTo>
                  <a:cubicBezTo>
                    <a:pt x="769" y="454"/>
                    <a:pt x="769" y="483"/>
                    <a:pt x="762" y="483"/>
                  </a:cubicBezTo>
                  <a:cubicBezTo>
                    <a:pt x="758" y="483"/>
                    <a:pt x="750" y="470"/>
                    <a:pt x="737" y="447"/>
                  </a:cubicBezTo>
                  <a:cubicBezTo>
                    <a:pt x="724" y="385"/>
                    <a:pt x="710" y="354"/>
                    <a:pt x="695" y="354"/>
                  </a:cubicBezTo>
                  <a:cubicBezTo>
                    <a:pt x="681" y="354"/>
                    <a:pt x="668" y="383"/>
                    <a:pt x="656" y="439"/>
                  </a:cubicBezTo>
                  <a:cubicBezTo>
                    <a:pt x="656" y="499"/>
                    <a:pt x="656" y="530"/>
                    <a:pt x="652" y="530"/>
                  </a:cubicBezTo>
                  <a:cubicBezTo>
                    <a:pt x="647" y="530"/>
                    <a:pt x="639" y="499"/>
                    <a:pt x="623" y="439"/>
                  </a:cubicBezTo>
                  <a:cubicBezTo>
                    <a:pt x="623" y="382"/>
                    <a:pt x="599" y="325"/>
                    <a:pt x="566" y="325"/>
                  </a:cubicBezTo>
                  <a:lnTo>
                    <a:pt x="566" y="382"/>
                  </a:lnTo>
                  <a:cubicBezTo>
                    <a:pt x="566" y="452"/>
                    <a:pt x="558" y="482"/>
                    <a:pt x="545" y="482"/>
                  </a:cubicBezTo>
                  <a:cubicBezTo>
                    <a:pt x="536" y="482"/>
                    <a:pt x="523" y="466"/>
                    <a:pt x="510" y="439"/>
                  </a:cubicBezTo>
                  <a:cubicBezTo>
                    <a:pt x="510" y="410"/>
                    <a:pt x="504" y="396"/>
                    <a:pt x="490" y="396"/>
                  </a:cubicBezTo>
                  <a:cubicBezTo>
                    <a:pt x="477" y="396"/>
                    <a:pt x="457" y="410"/>
                    <a:pt x="429" y="439"/>
                  </a:cubicBezTo>
                  <a:cubicBezTo>
                    <a:pt x="372" y="439"/>
                    <a:pt x="339" y="439"/>
                    <a:pt x="339" y="382"/>
                  </a:cubicBezTo>
                  <a:cubicBezTo>
                    <a:pt x="339" y="321"/>
                    <a:pt x="339" y="291"/>
                    <a:pt x="336" y="291"/>
                  </a:cubicBezTo>
                  <a:cubicBezTo>
                    <a:pt x="333" y="291"/>
                    <a:pt x="327" y="321"/>
                    <a:pt x="315" y="382"/>
                  </a:cubicBezTo>
                  <a:cubicBezTo>
                    <a:pt x="299" y="409"/>
                    <a:pt x="291" y="423"/>
                    <a:pt x="281" y="423"/>
                  </a:cubicBezTo>
                  <a:cubicBezTo>
                    <a:pt x="269" y="423"/>
                    <a:pt x="255" y="407"/>
                    <a:pt x="226" y="374"/>
                  </a:cubicBezTo>
                  <a:cubicBezTo>
                    <a:pt x="214" y="345"/>
                    <a:pt x="208" y="331"/>
                    <a:pt x="201" y="331"/>
                  </a:cubicBezTo>
                  <a:cubicBezTo>
                    <a:pt x="193" y="331"/>
                    <a:pt x="185" y="345"/>
                    <a:pt x="169" y="374"/>
                  </a:cubicBezTo>
                  <a:cubicBezTo>
                    <a:pt x="169" y="495"/>
                    <a:pt x="169" y="552"/>
                    <a:pt x="202" y="552"/>
                  </a:cubicBezTo>
                  <a:cubicBezTo>
                    <a:pt x="226" y="560"/>
                    <a:pt x="226" y="552"/>
                    <a:pt x="226" y="617"/>
                  </a:cubicBezTo>
                  <a:lnTo>
                    <a:pt x="169" y="617"/>
                  </a:lnTo>
                  <a:cubicBezTo>
                    <a:pt x="145" y="617"/>
                    <a:pt x="112" y="617"/>
                    <a:pt x="56" y="674"/>
                  </a:cubicBezTo>
                  <a:cubicBezTo>
                    <a:pt x="9" y="720"/>
                    <a:pt x="1" y="810"/>
                    <a:pt x="30" y="810"/>
                  </a:cubicBezTo>
                  <a:cubicBezTo>
                    <a:pt x="37" y="810"/>
                    <a:pt x="45" y="806"/>
                    <a:pt x="56" y="795"/>
                  </a:cubicBezTo>
                  <a:lnTo>
                    <a:pt x="88" y="860"/>
                  </a:lnTo>
                  <a:cubicBezTo>
                    <a:pt x="88" y="949"/>
                    <a:pt x="102" y="994"/>
                    <a:pt x="116" y="994"/>
                  </a:cubicBezTo>
                  <a:cubicBezTo>
                    <a:pt x="131" y="994"/>
                    <a:pt x="145" y="949"/>
                    <a:pt x="145" y="860"/>
                  </a:cubicBezTo>
                  <a:cubicBezTo>
                    <a:pt x="145" y="760"/>
                    <a:pt x="145" y="714"/>
                    <a:pt x="149" y="714"/>
                  </a:cubicBezTo>
                  <a:cubicBezTo>
                    <a:pt x="152" y="714"/>
                    <a:pt x="158" y="742"/>
                    <a:pt x="169" y="795"/>
                  </a:cubicBezTo>
                  <a:cubicBezTo>
                    <a:pt x="169" y="917"/>
                    <a:pt x="202" y="917"/>
                    <a:pt x="226" y="917"/>
                  </a:cubicBezTo>
                  <a:cubicBezTo>
                    <a:pt x="258" y="917"/>
                    <a:pt x="258" y="917"/>
                    <a:pt x="258" y="982"/>
                  </a:cubicBezTo>
                  <a:cubicBezTo>
                    <a:pt x="258" y="1039"/>
                    <a:pt x="283" y="1095"/>
                    <a:pt x="315" y="1095"/>
                  </a:cubicBezTo>
                  <a:cubicBezTo>
                    <a:pt x="320" y="1097"/>
                    <a:pt x="324" y="1098"/>
                    <a:pt x="327" y="1098"/>
                  </a:cubicBezTo>
                  <a:cubicBezTo>
                    <a:pt x="339" y="1098"/>
                    <a:pt x="339" y="1084"/>
                    <a:pt x="339" y="1039"/>
                  </a:cubicBezTo>
                  <a:cubicBezTo>
                    <a:pt x="330" y="1016"/>
                    <a:pt x="333" y="1002"/>
                    <a:pt x="342" y="1002"/>
                  </a:cubicBezTo>
                  <a:cubicBezTo>
                    <a:pt x="356" y="1002"/>
                    <a:pt x="382" y="1031"/>
                    <a:pt x="396" y="1103"/>
                  </a:cubicBezTo>
                  <a:cubicBezTo>
                    <a:pt x="409" y="1127"/>
                    <a:pt x="417" y="1140"/>
                    <a:pt x="422" y="1140"/>
                  </a:cubicBezTo>
                  <a:cubicBezTo>
                    <a:pt x="429" y="1140"/>
                    <a:pt x="429" y="1111"/>
                    <a:pt x="429" y="1039"/>
                  </a:cubicBezTo>
                  <a:cubicBezTo>
                    <a:pt x="429" y="979"/>
                    <a:pt x="442" y="950"/>
                    <a:pt x="459" y="950"/>
                  </a:cubicBezTo>
                  <a:cubicBezTo>
                    <a:pt x="477" y="950"/>
                    <a:pt x="497" y="981"/>
                    <a:pt x="510" y="1039"/>
                  </a:cubicBezTo>
                  <a:lnTo>
                    <a:pt x="566" y="1047"/>
                  </a:lnTo>
                  <a:cubicBezTo>
                    <a:pt x="599" y="1047"/>
                    <a:pt x="599" y="982"/>
                    <a:pt x="599" y="925"/>
                  </a:cubicBezTo>
                  <a:cubicBezTo>
                    <a:pt x="599" y="855"/>
                    <a:pt x="599" y="825"/>
                    <a:pt x="604" y="825"/>
                  </a:cubicBezTo>
                  <a:cubicBezTo>
                    <a:pt x="607" y="825"/>
                    <a:pt x="613" y="841"/>
                    <a:pt x="623" y="868"/>
                  </a:cubicBezTo>
                  <a:cubicBezTo>
                    <a:pt x="639" y="901"/>
                    <a:pt x="656" y="941"/>
                    <a:pt x="656" y="982"/>
                  </a:cubicBezTo>
                  <a:cubicBezTo>
                    <a:pt x="656" y="1047"/>
                    <a:pt x="680" y="1047"/>
                    <a:pt x="712" y="1047"/>
                  </a:cubicBezTo>
                  <a:cubicBezTo>
                    <a:pt x="737" y="1047"/>
                    <a:pt x="793" y="1047"/>
                    <a:pt x="793" y="990"/>
                  </a:cubicBezTo>
                  <a:cubicBezTo>
                    <a:pt x="793" y="1006"/>
                    <a:pt x="793" y="1027"/>
                    <a:pt x="793" y="1047"/>
                  </a:cubicBezTo>
                  <a:cubicBezTo>
                    <a:pt x="815" y="1047"/>
                    <a:pt x="822" y="1076"/>
                    <a:pt x="825" y="1076"/>
                  </a:cubicBezTo>
                  <a:cubicBezTo>
                    <a:pt x="826" y="1076"/>
                    <a:pt x="826" y="1068"/>
                    <a:pt x="826" y="1047"/>
                  </a:cubicBezTo>
                  <a:cubicBezTo>
                    <a:pt x="826" y="1047"/>
                    <a:pt x="850" y="1047"/>
                    <a:pt x="907" y="1112"/>
                  </a:cubicBezTo>
                  <a:cubicBezTo>
                    <a:pt x="917" y="1122"/>
                    <a:pt x="928" y="1126"/>
                    <a:pt x="939" y="1126"/>
                  </a:cubicBezTo>
                  <a:cubicBezTo>
                    <a:pt x="989" y="1126"/>
                    <a:pt x="1037" y="1027"/>
                    <a:pt x="964" y="933"/>
                  </a:cubicBezTo>
                  <a:cubicBezTo>
                    <a:pt x="952" y="929"/>
                    <a:pt x="945" y="927"/>
                    <a:pt x="949" y="927"/>
                  </a:cubicBezTo>
                  <a:cubicBezTo>
                    <a:pt x="954" y="927"/>
                    <a:pt x="968" y="929"/>
                    <a:pt x="996" y="933"/>
                  </a:cubicBezTo>
                  <a:cubicBezTo>
                    <a:pt x="1020" y="933"/>
                    <a:pt x="1020" y="868"/>
                    <a:pt x="1020" y="868"/>
                  </a:cubicBezTo>
                  <a:cubicBezTo>
                    <a:pt x="1020" y="812"/>
                    <a:pt x="1053" y="812"/>
                    <a:pt x="1077" y="812"/>
                  </a:cubicBezTo>
                  <a:lnTo>
                    <a:pt x="1077" y="933"/>
                  </a:lnTo>
                  <a:cubicBezTo>
                    <a:pt x="1063" y="1036"/>
                    <a:pt x="1076" y="1099"/>
                    <a:pt x="1094" y="1099"/>
                  </a:cubicBezTo>
                  <a:cubicBezTo>
                    <a:pt x="1108" y="1099"/>
                    <a:pt x="1124" y="1065"/>
                    <a:pt x="1134" y="990"/>
                  </a:cubicBezTo>
                  <a:lnTo>
                    <a:pt x="1134" y="1055"/>
                  </a:lnTo>
                  <a:cubicBezTo>
                    <a:pt x="1134" y="1083"/>
                    <a:pt x="1142" y="1097"/>
                    <a:pt x="1157" y="1097"/>
                  </a:cubicBezTo>
                  <a:cubicBezTo>
                    <a:pt x="1172" y="1097"/>
                    <a:pt x="1195" y="1083"/>
                    <a:pt x="1223" y="1055"/>
                  </a:cubicBezTo>
                  <a:cubicBezTo>
                    <a:pt x="1247" y="1055"/>
                    <a:pt x="1280" y="933"/>
                    <a:pt x="1280" y="876"/>
                  </a:cubicBezTo>
                  <a:cubicBezTo>
                    <a:pt x="1280" y="812"/>
                    <a:pt x="1304" y="812"/>
                    <a:pt x="1304" y="812"/>
                  </a:cubicBezTo>
                  <a:cubicBezTo>
                    <a:pt x="1337" y="812"/>
                    <a:pt x="1337" y="812"/>
                    <a:pt x="1337" y="876"/>
                  </a:cubicBezTo>
                  <a:cubicBezTo>
                    <a:pt x="1337" y="937"/>
                    <a:pt x="1351" y="968"/>
                    <a:pt x="1368" y="968"/>
                  </a:cubicBezTo>
                  <a:cubicBezTo>
                    <a:pt x="1385" y="968"/>
                    <a:pt x="1406" y="937"/>
                    <a:pt x="1418" y="876"/>
                  </a:cubicBezTo>
                  <a:lnTo>
                    <a:pt x="1418" y="933"/>
                  </a:lnTo>
                  <a:cubicBezTo>
                    <a:pt x="1418" y="979"/>
                    <a:pt x="1434" y="1021"/>
                    <a:pt x="1493" y="1021"/>
                  </a:cubicBezTo>
                  <a:cubicBezTo>
                    <a:pt x="1517" y="1021"/>
                    <a:pt x="1548" y="1014"/>
                    <a:pt x="1588" y="998"/>
                  </a:cubicBezTo>
                  <a:cubicBezTo>
                    <a:pt x="1701" y="998"/>
                    <a:pt x="1791" y="1006"/>
                    <a:pt x="1791" y="1063"/>
                  </a:cubicBezTo>
                  <a:cubicBezTo>
                    <a:pt x="1791" y="1073"/>
                    <a:pt x="1794" y="1078"/>
                    <a:pt x="1801" y="1078"/>
                  </a:cubicBezTo>
                  <a:cubicBezTo>
                    <a:pt x="1830" y="1078"/>
                    <a:pt x="1915" y="984"/>
                    <a:pt x="1961" y="885"/>
                  </a:cubicBezTo>
                  <a:cubicBezTo>
                    <a:pt x="1961" y="941"/>
                    <a:pt x="1985" y="949"/>
                    <a:pt x="2042" y="949"/>
                  </a:cubicBezTo>
                  <a:cubicBezTo>
                    <a:pt x="2131" y="949"/>
                    <a:pt x="2131" y="949"/>
                    <a:pt x="2131" y="1006"/>
                  </a:cubicBezTo>
                  <a:cubicBezTo>
                    <a:pt x="2115" y="1067"/>
                    <a:pt x="2107" y="1097"/>
                    <a:pt x="2110" y="1097"/>
                  </a:cubicBezTo>
                  <a:lnTo>
                    <a:pt x="2110" y="1097"/>
                  </a:lnTo>
                  <a:cubicBezTo>
                    <a:pt x="2113" y="1097"/>
                    <a:pt x="2127" y="1067"/>
                    <a:pt x="2156" y="1006"/>
                  </a:cubicBezTo>
                  <a:cubicBezTo>
                    <a:pt x="2168" y="961"/>
                    <a:pt x="2187" y="941"/>
                    <a:pt x="2206" y="941"/>
                  </a:cubicBezTo>
                  <a:cubicBezTo>
                    <a:pt x="2237" y="941"/>
                    <a:pt x="2269" y="995"/>
                    <a:pt x="2269" y="1071"/>
                  </a:cubicBezTo>
                  <a:cubicBezTo>
                    <a:pt x="2269" y="1128"/>
                    <a:pt x="2301" y="1128"/>
                    <a:pt x="2358" y="1128"/>
                  </a:cubicBezTo>
                  <a:cubicBezTo>
                    <a:pt x="2383" y="1071"/>
                    <a:pt x="2439" y="1071"/>
                    <a:pt x="2496" y="1071"/>
                  </a:cubicBezTo>
                  <a:cubicBezTo>
                    <a:pt x="2585" y="1071"/>
                    <a:pt x="2585" y="1071"/>
                    <a:pt x="2585" y="958"/>
                  </a:cubicBezTo>
                  <a:cubicBezTo>
                    <a:pt x="2585" y="836"/>
                    <a:pt x="2610" y="836"/>
                    <a:pt x="2666" y="836"/>
                  </a:cubicBezTo>
                  <a:cubicBezTo>
                    <a:pt x="2699" y="836"/>
                    <a:pt x="2723" y="836"/>
                    <a:pt x="2723" y="893"/>
                  </a:cubicBezTo>
                  <a:cubicBezTo>
                    <a:pt x="2723" y="893"/>
                    <a:pt x="2755" y="958"/>
                    <a:pt x="2780" y="958"/>
                  </a:cubicBezTo>
                  <a:cubicBezTo>
                    <a:pt x="2812" y="958"/>
                    <a:pt x="2837" y="958"/>
                    <a:pt x="2837" y="1014"/>
                  </a:cubicBezTo>
                  <a:cubicBezTo>
                    <a:pt x="2853" y="1055"/>
                    <a:pt x="2885" y="1071"/>
                    <a:pt x="2926" y="1079"/>
                  </a:cubicBezTo>
                  <a:cubicBezTo>
                    <a:pt x="2983" y="1079"/>
                    <a:pt x="3039" y="1079"/>
                    <a:pt x="3039" y="1144"/>
                  </a:cubicBezTo>
                  <a:cubicBezTo>
                    <a:pt x="3064" y="1144"/>
                    <a:pt x="3064" y="1144"/>
                    <a:pt x="3064" y="1079"/>
                  </a:cubicBezTo>
                  <a:cubicBezTo>
                    <a:pt x="3064" y="1039"/>
                    <a:pt x="3080" y="999"/>
                    <a:pt x="3129" y="999"/>
                  </a:cubicBezTo>
                  <a:cubicBezTo>
                    <a:pt x="3150" y="999"/>
                    <a:pt x="3176" y="1006"/>
                    <a:pt x="3210" y="1022"/>
                  </a:cubicBezTo>
                  <a:cubicBezTo>
                    <a:pt x="3266" y="1022"/>
                    <a:pt x="3347" y="1022"/>
                    <a:pt x="3347" y="966"/>
                  </a:cubicBezTo>
                  <a:cubicBezTo>
                    <a:pt x="3380" y="966"/>
                    <a:pt x="3380" y="966"/>
                    <a:pt x="3380" y="1022"/>
                  </a:cubicBezTo>
                  <a:cubicBezTo>
                    <a:pt x="3380" y="1084"/>
                    <a:pt x="3394" y="1115"/>
                    <a:pt x="3416" y="1115"/>
                  </a:cubicBezTo>
                  <a:cubicBezTo>
                    <a:pt x="3438" y="1115"/>
                    <a:pt x="3465" y="1086"/>
                    <a:pt x="3493" y="1031"/>
                  </a:cubicBezTo>
                  <a:cubicBezTo>
                    <a:pt x="3493" y="998"/>
                    <a:pt x="3499" y="982"/>
                    <a:pt x="3510" y="982"/>
                  </a:cubicBezTo>
                  <a:cubicBezTo>
                    <a:pt x="3520" y="982"/>
                    <a:pt x="3534" y="998"/>
                    <a:pt x="3550" y="1031"/>
                  </a:cubicBezTo>
                  <a:cubicBezTo>
                    <a:pt x="3550" y="1031"/>
                    <a:pt x="3574" y="1031"/>
                    <a:pt x="3607" y="974"/>
                  </a:cubicBezTo>
                  <a:cubicBezTo>
                    <a:pt x="3619" y="941"/>
                    <a:pt x="3625" y="925"/>
                    <a:pt x="3635" y="925"/>
                  </a:cubicBezTo>
                  <a:cubicBezTo>
                    <a:pt x="3645" y="925"/>
                    <a:pt x="3660" y="941"/>
                    <a:pt x="3688" y="974"/>
                  </a:cubicBezTo>
                  <a:cubicBezTo>
                    <a:pt x="3688" y="1031"/>
                    <a:pt x="3720" y="1031"/>
                    <a:pt x="3745" y="1031"/>
                  </a:cubicBezTo>
                  <a:cubicBezTo>
                    <a:pt x="3771" y="1004"/>
                    <a:pt x="3853" y="992"/>
                    <a:pt x="3936" y="992"/>
                  </a:cubicBezTo>
                  <a:cubicBezTo>
                    <a:pt x="4032" y="992"/>
                    <a:pt x="4129" y="1008"/>
                    <a:pt x="4142" y="1039"/>
                  </a:cubicBezTo>
                  <a:cubicBezTo>
                    <a:pt x="4174" y="982"/>
                    <a:pt x="4174" y="982"/>
                    <a:pt x="4199" y="982"/>
                  </a:cubicBezTo>
                  <a:cubicBezTo>
                    <a:pt x="4211" y="1025"/>
                    <a:pt x="4222" y="1043"/>
                    <a:pt x="4231" y="1043"/>
                  </a:cubicBezTo>
                  <a:cubicBezTo>
                    <a:pt x="4246" y="1043"/>
                    <a:pt x="4255" y="993"/>
                    <a:pt x="4255" y="917"/>
                  </a:cubicBezTo>
                  <a:lnTo>
                    <a:pt x="4199" y="917"/>
                  </a:lnTo>
                  <a:cubicBezTo>
                    <a:pt x="4199" y="867"/>
                    <a:pt x="4216" y="839"/>
                    <a:pt x="4236" y="839"/>
                  </a:cubicBezTo>
                  <a:cubicBezTo>
                    <a:pt x="4260" y="839"/>
                    <a:pt x="4288" y="883"/>
                    <a:pt x="4288" y="982"/>
                  </a:cubicBezTo>
                  <a:cubicBezTo>
                    <a:pt x="4300" y="1043"/>
                    <a:pt x="4306" y="1073"/>
                    <a:pt x="4313" y="1073"/>
                  </a:cubicBezTo>
                  <a:cubicBezTo>
                    <a:pt x="4320" y="1073"/>
                    <a:pt x="4328" y="1043"/>
                    <a:pt x="4345" y="982"/>
                  </a:cubicBezTo>
                  <a:cubicBezTo>
                    <a:pt x="4357" y="921"/>
                    <a:pt x="4371" y="891"/>
                    <a:pt x="4385" y="891"/>
                  </a:cubicBezTo>
                  <a:cubicBezTo>
                    <a:pt x="4399" y="891"/>
                    <a:pt x="4414" y="921"/>
                    <a:pt x="4426" y="982"/>
                  </a:cubicBezTo>
                  <a:cubicBezTo>
                    <a:pt x="4426" y="1043"/>
                    <a:pt x="4426" y="1073"/>
                    <a:pt x="4430" y="1073"/>
                  </a:cubicBezTo>
                  <a:cubicBezTo>
                    <a:pt x="4434" y="1073"/>
                    <a:pt x="4442" y="1043"/>
                    <a:pt x="4458" y="982"/>
                  </a:cubicBezTo>
                  <a:cubicBezTo>
                    <a:pt x="4490" y="850"/>
                    <a:pt x="4529" y="775"/>
                    <a:pt x="4558" y="775"/>
                  </a:cubicBezTo>
                  <a:cubicBezTo>
                    <a:pt x="4580" y="775"/>
                    <a:pt x="4596" y="822"/>
                    <a:pt x="4596" y="925"/>
                  </a:cubicBezTo>
                  <a:cubicBezTo>
                    <a:pt x="4596" y="1047"/>
                    <a:pt x="4628" y="1103"/>
                    <a:pt x="4653" y="1103"/>
                  </a:cubicBezTo>
                  <a:cubicBezTo>
                    <a:pt x="4685" y="1103"/>
                    <a:pt x="4685" y="1047"/>
                    <a:pt x="4685" y="990"/>
                  </a:cubicBezTo>
                  <a:cubicBezTo>
                    <a:pt x="4669" y="929"/>
                    <a:pt x="4669" y="899"/>
                    <a:pt x="4680" y="899"/>
                  </a:cubicBezTo>
                  <a:lnTo>
                    <a:pt x="4680" y="899"/>
                  </a:lnTo>
                  <a:cubicBezTo>
                    <a:pt x="4691" y="899"/>
                    <a:pt x="4714" y="929"/>
                    <a:pt x="4742" y="990"/>
                  </a:cubicBezTo>
                  <a:cubicBezTo>
                    <a:pt x="4787" y="1089"/>
                    <a:pt x="4825" y="1133"/>
                    <a:pt x="4864" y="1133"/>
                  </a:cubicBezTo>
                  <a:cubicBezTo>
                    <a:pt x="4896" y="1133"/>
                    <a:pt x="4929" y="1105"/>
                    <a:pt x="4969" y="1055"/>
                  </a:cubicBezTo>
                  <a:cubicBezTo>
                    <a:pt x="5026" y="994"/>
                    <a:pt x="5074" y="964"/>
                    <a:pt x="5099" y="964"/>
                  </a:cubicBezTo>
                  <a:cubicBezTo>
                    <a:pt x="5123" y="964"/>
                    <a:pt x="5123" y="994"/>
                    <a:pt x="5082" y="1055"/>
                  </a:cubicBezTo>
                  <a:cubicBezTo>
                    <a:pt x="5049" y="1121"/>
                    <a:pt x="5035" y="1149"/>
                    <a:pt x="5041" y="1149"/>
                  </a:cubicBezTo>
                  <a:cubicBezTo>
                    <a:pt x="5045" y="1149"/>
                    <a:pt x="5059" y="1135"/>
                    <a:pt x="5082" y="1112"/>
                  </a:cubicBezTo>
                  <a:lnTo>
                    <a:pt x="5220" y="1112"/>
                  </a:lnTo>
                  <a:cubicBezTo>
                    <a:pt x="5253" y="1112"/>
                    <a:pt x="5277" y="1055"/>
                    <a:pt x="5277" y="998"/>
                  </a:cubicBezTo>
                  <a:cubicBezTo>
                    <a:pt x="5297" y="1072"/>
                    <a:pt x="5326" y="1122"/>
                    <a:pt x="5358" y="1122"/>
                  </a:cubicBezTo>
                  <a:cubicBezTo>
                    <a:pt x="5379" y="1122"/>
                    <a:pt x="5401" y="1102"/>
                    <a:pt x="5423" y="1055"/>
                  </a:cubicBezTo>
                  <a:lnTo>
                    <a:pt x="5480" y="1063"/>
                  </a:lnTo>
                  <a:cubicBezTo>
                    <a:pt x="5504" y="1063"/>
                    <a:pt x="5504" y="1063"/>
                    <a:pt x="5536" y="998"/>
                  </a:cubicBezTo>
                  <a:cubicBezTo>
                    <a:pt x="5543" y="982"/>
                    <a:pt x="5551" y="975"/>
                    <a:pt x="5559" y="975"/>
                  </a:cubicBezTo>
                  <a:cubicBezTo>
                    <a:pt x="5579" y="975"/>
                    <a:pt x="5600" y="1017"/>
                    <a:pt x="5618" y="1063"/>
                  </a:cubicBezTo>
                  <a:cubicBezTo>
                    <a:pt x="5640" y="1103"/>
                    <a:pt x="5659" y="1147"/>
                    <a:pt x="5668" y="1147"/>
                  </a:cubicBezTo>
                  <a:cubicBezTo>
                    <a:pt x="5672" y="1147"/>
                    <a:pt x="5674" y="1139"/>
                    <a:pt x="5674" y="1120"/>
                  </a:cubicBezTo>
                  <a:cubicBezTo>
                    <a:pt x="5674" y="1063"/>
                    <a:pt x="5731" y="1006"/>
                    <a:pt x="5763" y="941"/>
                  </a:cubicBezTo>
                  <a:cubicBezTo>
                    <a:pt x="5770" y="925"/>
                    <a:pt x="5778" y="918"/>
                    <a:pt x="5785" y="918"/>
                  </a:cubicBezTo>
                  <a:cubicBezTo>
                    <a:pt x="5801" y="918"/>
                    <a:pt x="5811" y="960"/>
                    <a:pt x="5788" y="1006"/>
                  </a:cubicBezTo>
                  <a:cubicBezTo>
                    <a:pt x="5788" y="1063"/>
                    <a:pt x="5788" y="1063"/>
                    <a:pt x="5845" y="1128"/>
                  </a:cubicBezTo>
                  <a:cubicBezTo>
                    <a:pt x="5877" y="1128"/>
                    <a:pt x="5934" y="1128"/>
                    <a:pt x="5934" y="1063"/>
                  </a:cubicBezTo>
                  <a:cubicBezTo>
                    <a:pt x="5934" y="1036"/>
                    <a:pt x="5974" y="1021"/>
                    <a:pt x="6017" y="1021"/>
                  </a:cubicBezTo>
                  <a:cubicBezTo>
                    <a:pt x="6064" y="1021"/>
                    <a:pt x="6116" y="1038"/>
                    <a:pt x="6128" y="1071"/>
                  </a:cubicBezTo>
                  <a:lnTo>
                    <a:pt x="6185" y="1071"/>
                  </a:lnTo>
                  <a:cubicBezTo>
                    <a:pt x="6218" y="1071"/>
                    <a:pt x="6242" y="1014"/>
                    <a:pt x="6274" y="1014"/>
                  </a:cubicBezTo>
                  <a:cubicBezTo>
                    <a:pt x="6274" y="1014"/>
                    <a:pt x="6299" y="1014"/>
                    <a:pt x="6331" y="949"/>
                  </a:cubicBezTo>
                  <a:cubicBezTo>
                    <a:pt x="6355" y="949"/>
                    <a:pt x="6388" y="958"/>
                    <a:pt x="6388" y="1014"/>
                  </a:cubicBezTo>
                  <a:cubicBezTo>
                    <a:pt x="6400" y="953"/>
                    <a:pt x="6406" y="923"/>
                    <a:pt x="6413" y="923"/>
                  </a:cubicBezTo>
                  <a:cubicBezTo>
                    <a:pt x="6420" y="923"/>
                    <a:pt x="6428" y="953"/>
                    <a:pt x="6445" y="1014"/>
                  </a:cubicBezTo>
                  <a:cubicBezTo>
                    <a:pt x="6445" y="1075"/>
                    <a:pt x="6445" y="1105"/>
                    <a:pt x="6448" y="1105"/>
                  </a:cubicBezTo>
                  <a:cubicBezTo>
                    <a:pt x="6451" y="1105"/>
                    <a:pt x="6457" y="1075"/>
                    <a:pt x="6469" y="1014"/>
                  </a:cubicBezTo>
                  <a:cubicBezTo>
                    <a:pt x="6485" y="986"/>
                    <a:pt x="6493" y="972"/>
                    <a:pt x="6500" y="972"/>
                  </a:cubicBezTo>
                  <a:cubicBezTo>
                    <a:pt x="6507" y="972"/>
                    <a:pt x="6513" y="986"/>
                    <a:pt x="6526" y="1014"/>
                  </a:cubicBezTo>
                  <a:cubicBezTo>
                    <a:pt x="6526" y="1047"/>
                    <a:pt x="6534" y="1063"/>
                    <a:pt x="6542" y="1063"/>
                  </a:cubicBezTo>
                  <a:cubicBezTo>
                    <a:pt x="6550" y="1063"/>
                    <a:pt x="6558" y="1047"/>
                    <a:pt x="6558" y="1014"/>
                  </a:cubicBezTo>
                  <a:cubicBezTo>
                    <a:pt x="6573" y="940"/>
                    <a:pt x="6612" y="890"/>
                    <a:pt x="6640" y="890"/>
                  </a:cubicBezTo>
                  <a:cubicBezTo>
                    <a:pt x="6658" y="890"/>
                    <a:pt x="6672" y="910"/>
                    <a:pt x="6672" y="958"/>
                  </a:cubicBezTo>
                  <a:cubicBezTo>
                    <a:pt x="6672" y="958"/>
                    <a:pt x="6696" y="958"/>
                    <a:pt x="6728" y="901"/>
                  </a:cubicBezTo>
                  <a:cubicBezTo>
                    <a:pt x="6740" y="840"/>
                    <a:pt x="6747" y="810"/>
                    <a:pt x="6750" y="810"/>
                  </a:cubicBezTo>
                  <a:cubicBezTo>
                    <a:pt x="6753" y="810"/>
                    <a:pt x="6753" y="840"/>
                    <a:pt x="6753" y="901"/>
                  </a:cubicBezTo>
                  <a:cubicBezTo>
                    <a:pt x="6769" y="962"/>
                    <a:pt x="6783" y="992"/>
                    <a:pt x="6797" y="992"/>
                  </a:cubicBezTo>
                  <a:cubicBezTo>
                    <a:pt x="6811" y="992"/>
                    <a:pt x="6826" y="962"/>
                    <a:pt x="6842" y="901"/>
                  </a:cubicBezTo>
                  <a:cubicBezTo>
                    <a:pt x="6842" y="901"/>
                    <a:pt x="6853" y="876"/>
                    <a:pt x="6869" y="876"/>
                  </a:cubicBezTo>
                  <a:cubicBezTo>
                    <a:pt x="6878" y="876"/>
                    <a:pt x="6888" y="882"/>
                    <a:pt x="6899" y="901"/>
                  </a:cubicBezTo>
                  <a:cubicBezTo>
                    <a:pt x="6932" y="934"/>
                    <a:pt x="7003" y="970"/>
                    <a:pt x="7051" y="970"/>
                  </a:cubicBezTo>
                  <a:cubicBezTo>
                    <a:pt x="7085" y="970"/>
                    <a:pt x="7107" y="951"/>
                    <a:pt x="7093" y="901"/>
                  </a:cubicBezTo>
                  <a:lnTo>
                    <a:pt x="7150" y="901"/>
                  </a:lnTo>
                  <a:cubicBezTo>
                    <a:pt x="7179" y="934"/>
                    <a:pt x="7202" y="950"/>
                    <a:pt x="7221" y="950"/>
                  </a:cubicBezTo>
                  <a:cubicBezTo>
                    <a:pt x="7238" y="950"/>
                    <a:pt x="7252" y="936"/>
                    <a:pt x="7263" y="909"/>
                  </a:cubicBezTo>
                  <a:lnTo>
                    <a:pt x="7296" y="844"/>
                  </a:lnTo>
                  <a:cubicBezTo>
                    <a:pt x="7296" y="909"/>
                    <a:pt x="7320" y="966"/>
                    <a:pt x="7353" y="966"/>
                  </a:cubicBezTo>
                  <a:cubicBezTo>
                    <a:pt x="7377" y="966"/>
                    <a:pt x="7377" y="966"/>
                    <a:pt x="7377" y="909"/>
                  </a:cubicBezTo>
                  <a:cubicBezTo>
                    <a:pt x="7353" y="852"/>
                    <a:pt x="7377" y="852"/>
                    <a:pt x="7409" y="852"/>
                  </a:cubicBezTo>
                  <a:cubicBezTo>
                    <a:pt x="7434" y="852"/>
                    <a:pt x="7466" y="909"/>
                    <a:pt x="7466" y="966"/>
                  </a:cubicBezTo>
                  <a:lnTo>
                    <a:pt x="7490" y="966"/>
                  </a:lnTo>
                  <a:cubicBezTo>
                    <a:pt x="7490" y="899"/>
                    <a:pt x="7502" y="872"/>
                    <a:pt x="7511" y="872"/>
                  </a:cubicBezTo>
                  <a:cubicBezTo>
                    <a:pt x="7517" y="872"/>
                    <a:pt x="7523" y="885"/>
                    <a:pt x="7523" y="909"/>
                  </a:cubicBezTo>
                  <a:cubicBezTo>
                    <a:pt x="7547" y="974"/>
                    <a:pt x="7580" y="974"/>
                    <a:pt x="7604" y="974"/>
                  </a:cubicBezTo>
                  <a:cubicBezTo>
                    <a:pt x="7604" y="952"/>
                    <a:pt x="7608" y="945"/>
                    <a:pt x="7611" y="945"/>
                  </a:cubicBezTo>
                  <a:cubicBezTo>
                    <a:pt x="7618" y="945"/>
                    <a:pt x="7626" y="974"/>
                    <a:pt x="7604" y="974"/>
                  </a:cubicBezTo>
                  <a:lnTo>
                    <a:pt x="7604" y="1031"/>
                  </a:lnTo>
                  <a:cubicBezTo>
                    <a:pt x="7613" y="1047"/>
                    <a:pt x="7620" y="1054"/>
                    <a:pt x="7625" y="1054"/>
                  </a:cubicBezTo>
                  <a:cubicBezTo>
                    <a:pt x="7636" y="1054"/>
                    <a:pt x="7636" y="1014"/>
                    <a:pt x="7636" y="974"/>
                  </a:cubicBezTo>
                  <a:lnTo>
                    <a:pt x="7693" y="974"/>
                  </a:lnTo>
                  <a:cubicBezTo>
                    <a:pt x="7717" y="974"/>
                    <a:pt x="7750" y="974"/>
                    <a:pt x="7717" y="917"/>
                  </a:cubicBezTo>
                  <a:cubicBezTo>
                    <a:pt x="7717" y="852"/>
                    <a:pt x="7717" y="795"/>
                    <a:pt x="7750" y="795"/>
                  </a:cubicBezTo>
                  <a:cubicBezTo>
                    <a:pt x="7750" y="774"/>
                    <a:pt x="7753" y="767"/>
                    <a:pt x="7755" y="767"/>
                  </a:cubicBezTo>
                  <a:cubicBezTo>
                    <a:pt x="7761" y="767"/>
                    <a:pt x="7766" y="795"/>
                    <a:pt x="7750" y="795"/>
                  </a:cubicBezTo>
                  <a:cubicBezTo>
                    <a:pt x="7750" y="852"/>
                    <a:pt x="7750" y="917"/>
                    <a:pt x="7774" y="917"/>
                  </a:cubicBezTo>
                  <a:cubicBezTo>
                    <a:pt x="7807" y="917"/>
                    <a:pt x="7807" y="974"/>
                    <a:pt x="7807" y="974"/>
                  </a:cubicBezTo>
                  <a:cubicBezTo>
                    <a:pt x="7793" y="1026"/>
                    <a:pt x="7806" y="1045"/>
                    <a:pt x="7827" y="1045"/>
                  </a:cubicBezTo>
                  <a:cubicBezTo>
                    <a:pt x="7857" y="1045"/>
                    <a:pt x="7902" y="1011"/>
                    <a:pt x="7920" y="974"/>
                  </a:cubicBezTo>
                  <a:cubicBezTo>
                    <a:pt x="7948" y="918"/>
                    <a:pt x="7968" y="890"/>
                    <a:pt x="7981" y="890"/>
                  </a:cubicBezTo>
                  <a:cubicBezTo>
                    <a:pt x="7995" y="890"/>
                    <a:pt x="8001" y="920"/>
                    <a:pt x="8001" y="982"/>
                  </a:cubicBezTo>
                  <a:cubicBezTo>
                    <a:pt x="8001" y="1013"/>
                    <a:pt x="8006" y="1027"/>
                    <a:pt x="8013" y="1027"/>
                  </a:cubicBezTo>
                  <a:cubicBezTo>
                    <a:pt x="8031" y="1027"/>
                    <a:pt x="8067" y="932"/>
                    <a:pt x="8090" y="803"/>
                  </a:cubicBezTo>
                  <a:lnTo>
                    <a:pt x="8115" y="617"/>
                  </a:lnTo>
                  <a:lnTo>
                    <a:pt x="8115" y="803"/>
                  </a:lnTo>
                  <a:cubicBezTo>
                    <a:pt x="8134" y="942"/>
                    <a:pt x="8142" y="999"/>
                    <a:pt x="8162" y="999"/>
                  </a:cubicBezTo>
                  <a:cubicBezTo>
                    <a:pt x="8175" y="999"/>
                    <a:pt x="8195" y="972"/>
                    <a:pt x="8228" y="925"/>
                  </a:cubicBezTo>
                  <a:cubicBezTo>
                    <a:pt x="8257" y="893"/>
                    <a:pt x="8271" y="876"/>
                    <a:pt x="8278" y="876"/>
                  </a:cubicBezTo>
                  <a:cubicBezTo>
                    <a:pt x="8285" y="876"/>
                    <a:pt x="8285" y="893"/>
                    <a:pt x="8285" y="925"/>
                  </a:cubicBezTo>
                  <a:cubicBezTo>
                    <a:pt x="8285" y="982"/>
                    <a:pt x="8317" y="982"/>
                    <a:pt x="8398" y="982"/>
                  </a:cubicBezTo>
                  <a:cubicBezTo>
                    <a:pt x="8416" y="982"/>
                    <a:pt x="8432" y="982"/>
                    <a:pt x="8445" y="982"/>
                  </a:cubicBezTo>
                  <a:cubicBezTo>
                    <a:pt x="8496" y="982"/>
                    <a:pt x="8512" y="977"/>
                    <a:pt x="8512" y="925"/>
                  </a:cubicBezTo>
                  <a:lnTo>
                    <a:pt x="8569" y="925"/>
                  </a:lnTo>
                  <a:cubicBezTo>
                    <a:pt x="8581" y="972"/>
                    <a:pt x="8598" y="993"/>
                    <a:pt x="8611" y="993"/>
                  </a:cubicBezTo>
                  <a:cubicBezTo>
                    <a:pt x="8632" y="993"/>
                    <a:pt x="8645" y="943"/>
                    <a:pt x="8626" y="868"/>
                  </a:cubicBezTo>
                  <a:lnTo>
                    <a:pt x="8682" y="868"/>
                  </a:lnTo>
                  <a:lnTo>
                    <a:pt x="8682" y="925"/>
                  </a:lnTo>
                  <a:cubicBezTo>
                    <a:pt x="8682" y="990"/>
                    <a:pt x="8739" y="990"/>
                    <a:pt x="8966" y="990"/>
                  </a:cubicBezTo>
                  <a:cubicBezTo>
                    <a:pt x="9019" y="992"/>
                    <a:pt x="9063" y="993"/>
                    <a:pt x="9098" y="993"/>
                  </a:cubicBezTo>
                  <a:cubicBezTo>
                    <a:pt x="9234" y="993"/>
                    <a:pt x="9250" y="973"/>
                    <a:pt x="9250" y="876"/>
                  </a:cubicBezTo>
                  <a:cubicBezTo>
                    <a:pt x="9266" y="817"/>
                    <a:pt x="9280" y="788"/>
                    <a:pt x="9290" y="788"/>
                  </a:cubicBezTo>
                  <a:cubicBezTo>
                    <a:pt x="9300" y="788"/>
                    <a:pt x="9307" y="819"/>
                    <a:pt x="9307" y="876"/>
                  </a:cubicBezTo>
                  <a:cubicBezTo>
                    <a:pt x="9307" y="923"/>
                    <a:pt x="9323" y="965"/>
                    <a:pt x="9332" y="965"/>
                  </a:cubicBezTo>
                  <a:cubicBezTo>
                    <a:pt x="9336" y="965"/>
                    <a:pt x="9339" y="958"/>
                    <a:pt x="9339" y="941"/>
                  </a:cubicBezTo>
                  <a:cubicBezTo>
                    <a:pt x="9371" y="941"/>
                    <a:pt x="9404" y="966"/>
                    <a:pt x="9420" y="998"/>
                  </a:cubicBezTo>
                  <a:cubicBezTo>
                    <a:pt x="9458" y="1050"/>
                    <a:pt x="9485" y="1070"/>
                    <a:pt x="9502" y="1070"/>
                  </a:cubicBezTo>
                  <a:cubicBezTo>
                    <a:pt x="9526" y="1070"/>
                    <a:pt x="9534" y="1035"/>
                    <a:pt x="9534" y="998"/>
                  </a:cubicBezTo>
                  <a:cubicBezTo>
                    <a:pt x="9523" y="950"/>
                    <a:pt x="9522" y="933"/>
                    <a:pt x="9526" y="933"/>
                  </a:cubicBezTo>
                  <a:cubicBezTo>
                    <a:pt x="9531" y="933"/>
                    <a:pt x="9547" y="965"/>
                    <a:pt x="9566" y="998"/>
                  </a:cubicBezTo>
                  <a:cubicBezTo>
                    <a:pt x="9583" y="1044"/>
                    <a:pt x="9605" y="1086"/>
                    <a:pt x="9616" y="1086"/>
                  </a:cubicBezTo>
                  <a:cubicBezTo>
                    <a:pt x="9620" y="1086"/>
                    <a:pt x="9623" y="1079"/>
                    <a:pt x="9623" y="1063"/>
                  </a:cubicBezTo>
                  <a:cubicBezTo>
                    <a:pt x="9637" y="1030"/>
                    <a:pt x="9700" y="997"/>
                    <a:pt x="9750" y="997"/>
                  </a:cubicBezTo>
                  <a:cubicBezTo>
                    <a:pt x="9787" y="997"/>
                    <a:pt x="9817" y="1015"/>
                    <a:pt x="9817" y="1063"/>
                  </a:cubicBezTo>
                  <a:lnTo>
                    <a:pt x="9874" y="1063"/>
                  </a:lnTo>
                  <a:cubicBezTo>
                    <a:pt x="9874" y="1006"/>
                    <a:pt x="9931" y="1006"/>
                    <a:pt x="9988" y="1006"/>
                  </a:cubicBezTo>
                  <a:cubicBezTo>
                    <a:pt x="10044" y="1006"/>
                    <a:pt x="10077" y="1006"/>
                    <a:pt x="10077" y="1071"/>
                  </a:cubicBezTo>
                  <a:cubicBezTo>
                    <a:pt x="10061" y="1099"/>
                    <a:pt x="10061" y="1114"/>
                    <a:pt x="10072" y="1114"/>
                  </a:cubicBezTo>
                  <a:cubicBezTo>
                    <a:pt x="10083" y="1114"/>
                    <a:pt x="10105" y="1099"/>
                    <a:pt x="10134" y="1071"/>
                  </a:cubicBezTo>
                  <a:cubicBezTo>
                    <a:pt x="10158" y="1071"/>
                    <a:pt x="10190" y="949"/>
                    <a:pt x="10215" y="949"/>
                  </a:cubicBezTo>
                  <a:cubicBezTo>
                    <a:pt x="10215" y="893"/>
                    <a:pt x="10247" y="836"/>
                    <a:pt x="10271" y="836"/>
                  </a:cubicBezTo>
                  <a:lnTo>
                    <a:pt x="10271" y="893"/>
                  </a:lnTo>
                  <a:lnTo>
                    <a:pt x="10271" y="1014"/>
                  </a:lnTo>
                  <a:cubicBezTo>
                    <a:pt x="10304" y="1014"/>
                    <a:pt x="10328" y="1014"/>
                    <a:pt x="10328" y="958"/>
                  </a:cubicBezTo>
                  <a:cubicBezTo>
                    <a:pt x="10361" y="1014"/>
                    <a:pt x="10385" y="1014"/>
                    <a:pt x="10442" y="1014"/>
                  </a:cubicBezTo>
                  <a:cubicBezTo>
                    <a:pt x="10498" y="1014"/>
                    <a:pt x="10555" y="1014"/>
                    <a:pt x="10588" y="958"/>
                  </a:cubicBezTo>
                  <a:cubicBezTo>
                    <a:pt x="10600" y="1018"/>
                    <a:pt x="10648" y="1049"/>
                    <a:pt x="10698" y="1049"/>
                  </a:cubicBezTo>
                  <a:cubicBezTo>
                    <a:pt x="10748" y="1049"/>
                    <a:pt x="10798" y="1018"/>
                    <a:pt x="10815" y="958"/>
                  </a:cubicBezTo>
                  <a:cubicBezTo>
                    <a:pt x="10815" y="930"/>
                    <a:pt x="10820" y="916"/>
                    <a:pt x="10830" y="916"/>
                  </a:cubicBezTo>
                  <a:cubicBezTo>
                    <a:pt x="10840" y="916"/>
                    <a:pt x="10855" y="932"/>
                    <a:pt x="10871" y="966"/>
                  </a:cubicBezTo>
                  <a:cubicBezTo>
                    <a:pt x="10884" y="994"/>
                    <a:pt x="10890" y="1008"/>
                    <a:pt x="10897" y="1008"/>
                  </a:cubicBezTo>
                  <a:cubicBezTo>
                    <a:pt x="10904" y="1008"/>
                    <a:pt x="10912" y="994"/>
                    <a:pt x="10928" y="966"/>
                  </a:cubicBezTo>
                  <a:cubicBezTo>
                    <a:pt x="10935" y="946"/>
                    <a:pt x="10943" y="939"/>
                    <a:pt x="10951" y="939"/>
                  </a:cubicBezTo>
                  <a:cubicBezTo>
                    <a:pt x="10971" y="939"/>
                    <a:pt x="10992" y="982"/>
                    <a:pt x="11009" y="1022"/>
                  </a:cubicBezTo>
                  <a:cubicBezTo>
                    <a:pt x="11028" y="1095"/>
                    <a:pt x="11045" y="1124"/>
                    <a:pt x="11062" y="1124"/>
                  </a:cubicBezTo>
                  <a:cubicBezTo>
                    <a:pt x="11073" y="1124"/>
                    <a:pt x="11085" y="1110"/>
                    <a:pt x="11098" y="1087"/>
                  </a:cubicBezTo>
                  <a:cubicBezTo>
                    <a:pt x="11127" y="1052"/>
                    <a:pt x="11173" y="1029"/>
                    <a:pt x="11217" y="1029"/>
                  </a:cubicBezTo>
                  <a:cubicBezTo>
                    <a:pt x="11224" y="1029"/>
                    <a:pt x="11230" y="1029"/>
                    <a:pt x="11236" y="1031"/>
                  </a:cubicBezTo>
                  <a:cubicBezTo>
                    <a:pt x="11293" y="966"/>
                    <a:pt x="11325" y="966"/>
                    <a:pt x="11293" y="909"/>
                  </a:cubicBezTo>
                  <a:cubicBezTo>
                    <a:pt x="11293" y="868"/>
                    <a:pt x="11309" y="828"/>
                    <a:pt x="11325" y="787"/>
                  </a:cubicBezTo>
                  <a:cubicBezTo>
                    <a:pt x="11344" y="768"/>
                    <a:pt x="11357" y="762"/>
                    <a:pt x="11364" y="762"/>
                  </a:cubicBezTo>
                  <a:cubicBezTo>
                    <a:pt x="11379" y="762"/>
                    <a:pt x="11371" y="787"/>
                    <a:pt x="11350" y="787"/>
                  </a:cubicBezTo>
                  <a:cubicBezTo>
                    <a:pt x="11293" y="852"/>
                    <a:pt x="11325" y="852"/>
                    <a:pt x="11350" y="909"/>
                  </a:cubicBezTo>
                  <a:cubicBezTo>
                    <a:pt x="11374" y="949"/>
                    <a:pt x="11415" y="974"/>
                    <a:pt x="11463" y="974"/>
                  </a:cubicBezTo>
                  <a:lnTo>
                    <a:pt x="11577" y="974"/>
                  </a:lnTo>
                  <a:cubicBezTo>
                    <a:pt x="11621" y="1002"/>
                    <a:pt x="11650" y="1016"/>
                    <a:pt x="11667" y="1016"/>
                  </a:cubicBezTo>
                  <a:cubicBezTo>
                    <a:pt x="11684" y="1016"/>
                    <a:pt x="11690" y="1002"/>
                    <a:pt x="11690" y="974"/>
                  </a:cubicBezTo>
                  <a:lnTo>
                    <a:pt x="11690" y="917"/>
                  </a:lnTo>
                  <a:cubicBezTo>
                    <a:pt x="11707" y="975"/>
                    <a:pt x="11795" y="1005"/>
                    <a:pt x="11881" y="1005"/>
                  </a:cubicBezTo>
                  <a:cubicBezTo>
                    <a:pt x="11965" y="1005"/>
                    <a:pt x="12047" y="977"/>
                    <a:pt x="12063" y="917"/>
                  </a:cubicBezTo>
                  <a:lnTo>
                    <a:pt x="12063" y="982"/>
                  </a:lnTo>
                  <a:cubicBezTo>
                    <a:pt x="12063" y="1039"/>
                    <a:pt x="12088" y="1039"/>
                    <a:pt x="12144" y="1039"/>
                  </a:cubicBezTo>
                  <a:cubicBezTo>
                    <a:pt x="12217" y="1014"/>
                    <a:pt x="12298" y="998"/>
                    <a:pt x="12371" y="982"/>
                  </a:cubicBezTo>
                  <a:cubicBezTo>
                    <a:pt x="12401" y="984"/>
                    <a:pt x="12429" y="986"/>
                    <a:pt x="12454" y="986"/>
                  </a:cubicBezTo>
                  <a:cubicBezTo>
                    <a:pt x="12525" y="986"/>
                    <a:pt x="12574" y="973"/>
                    <a:pt x="12574" y="925"/>
                  </a:cubicBezTo>
                  <a:cubicBezTo>
                    <a:pt x="12598" y="925"/>
                    <a:pt x="12598" y="925"/>
                    <a:pt x="12598" y="990"/>
                  </a:cubicBezTo>
                  <a:cubicBezTo>
                    <a:pt x="12574" y="1047"/>
                    <a:pt x="12598" y="1047"/>
                    <a:pt x="12631" y="1047"/>
                  </a:cubicBezTo>
                  <a:cubicBezTo>
                    <a:pt x="12655" y="1047"/>
                    <a:pt x="12655" y="990"/>
                    <a:pt x="12655" y="933"/>
                  </a:cubicBezTo>
                  <a:cubicBezTo>
                    <a:pt x="12655" y="901"/>
                    <a:pt x="12663" y="885"/>
                    <a:pt x="12678" y="885"/>
                  </a:cubicBezTo>
                  <a:cubicBezTo>
                    <a:pt x="12694" y="885"/>
                    <a:pt x="12716" y="901"/>
                    <a:pt x="12744" y="933"/>
                  </a:cubicBezTo>
                  <a:cubicBezTo>
                    <a:pt x="12773" y="962"/>
                    <a:pt x="12813" y="976"/>
                    <a:pt x="12855" y="976"/>
                  </a:cubicBezTo>
                  <a:cubicBezTo>
                    <a:pt x="12896" y="976"/>
                    <a:pt x="12939" y="962"/>
                    <a:pt x="12971" y="933"/>
                  </a:cubicBezTo>
                  <a:cubicBezTo>
                    <a:pt x="12996" y="933"/>
                    <a:pt x="13028" y="933"/>
                    <a:pt x="13028" y="998"/>
                  </a:cubicBezTo>
                  <a:cubicBezTo>
                    <a:pt x="13042" y="1031"/>
                    <a:pt x="13067" y="1067"/>
                    <a:pt x="13097" y="1067"/>
                  </a:cubicBezTo>
                  <a:cubicBezTo>
                    <a:pt x="13119" y="1067"/>
                    <a:pt x="13142" y="1049"/>
                    <a:pt x="13166" y="998"/>
                  </a:cubicBezTo>
                  <a:cubicBezTo>
                    <a:pt x="13198" y="998"/>
                    <a:pt x="13198" y="998"/>
                    <a:pt x="13198" y="1055"/>
                  </a:cubicBezTo>
                  <a:cubicBezTo>
                    <a:pt x="13212" y="1092"/>
                    <a:pt x="13218" y="1126"/>
                    <a:pt x="13227" y="1126"/>
                  </a:cubicBezTo>
                  <a:cubicBezTo>
                    <a:pt x="13233" y="1126"/>
                    <a:pt x="13241" y="1107"/>
                    <a:pt x="13255" y="1055"/>
                  </a:cubicBezTo>
                  <a:cubicBezTo>
                    <a:pt x="13279" y="1027"/>
                    <a:pt x="13313" y="1013"/>
                    <a:pt x="13349" y="1013"/>
                  </a:cubicBezTo>
                  <a:cubicBezTo>
                    <a:pt x="13386" y="1013"/>
                    <a:pt x="13424" y="1029"/>
                    <a:pt x="13450" y="1063"/>
                  </a:cubicBezTo>
                  <a:cubicBezTo>
                    <a:pt x="13482" y="1063"/>
                    <a:pt x="13506" y="1063"/>
                    <a:pt x="13506" y="1006"/>
                  </a:cubicBezTo>
                  <a:cubicBezTo>
                    <a:pt x="13506" y="981"/>
                    <a:pt x="13506" y="958"/>
                    <a:pt x="13506" y="941"/>
                  </a:cubicBezTo>
                  <a:cubicBezTo>
                    <a:pt x="13523" y="1002"/>
                    <a:pt x="13531" y="1033"/>
                    <a:pt x="13538" y="1033"/>
                  </a:cubicBezTo>
                  <a:cubicBezTo>
                    <a:pt x="13545" y="1033"/>
                    <a:pt x="13551" y="1002"/>
                    <a:pt x="13563" y="941"/>
                  </a:cubicBezTo>
                  <a:cubicBezTo>
                    <a:pt x="13563" y="913"/>
                    <a:pt x="13571" y="899"/>
                    <a:pt x="13579" y="899"/>
                  </a:cubicBezTo>
                  <a:cubicBezTo>
                    <a:pt x="13587" y="899"/>
                    <a:pt x="13596" y="913"/>
                    <a:pt x="13596" y="941"/>
                  </a:cubicBezTo>
                  <a:cubicBezTo>
                    <a:pt x="13620" y="1006"/>
                    <a:pt x="13652" y="1006"/>
                    <a:pt x="13652" y="1006"/>
                  </a:cubicBezTo>
                  <a:cubicBezTo>
                    <a:pt x="13750" y="974"/>
                    <a:pt x="13855" y="958"/>
                    <a:pt x="13960" y="949"/>
                  </a:cubicBezTo>
                  <a:cubicBezTo>
                    <a:pt x="14006" y="949"/>
                    <a:pt x="14046" y="950"/>
                    <a:pt x="14080" y="950"/>
                  </a:cubicBezTo>
                  <a:cubicBezTo>
                    <a:pt x="14220" y="950"/>
                    <a:pt x="14277" y="945"/>
                    <a:pt x="14277" y="893"/>
                  </a:cubicBezTo>
                  <a:cubicBezTo>
                    <a:pt x="14289" y="864"/>
                    <a:pt x="14295" y="850"/>
                    <a:pt x="14302" y="850"/>
                  </a:cubicBezTo>
                  <a:cubicBezTo>
                    <a:pt x="14309" y="850"/>
                    <a:pt x="14317" y="864"/>
                    <a:pt x="14333" y="893"/>
                  </a:cubicBezTo>
                  <a:cubicBezTo>
                    <a:pt x="14358" y="958"/>
                    <a:pt x="14390" y="958"/>
                    <a:pt x="14414" y="958"/>
                  </a:cubicBezTo>
                  <a:cubicBezTo>
                    <a:pt x="14447" y="958"/>
                    <a:pt x="14471" y="958"/>
                    <a:pt x="14471" y="1014"/>
                  </a:cubicBezTo>
                  <a:cubicBezTo>
                    <a:pt x="14504" y="958"/>
                    <a:pt x="14504" y="958"/>
                    <a:pt x="14528" y="958"/>
                  </a:cubicBezTo>
                  <a:cubicBezTo>
                    <a:pt x="14528" y="987"/>
                    <a:pt x="14537" y="1003"/>
                    <a:pt x="14548" y="1003"/>
                  </a:cubicBezTo>
                  <a:cubicBezTo>
                    <a:pt x="14559" y="1003"/>
                    <a:pt x="14573" y="989"/>
                    <a:pt x="14585" y="958"/>
                  </a:cubicBezTo>
                  <a:cubicBezTo>
                    <a:pt x="14601" y="901"/>
                    <a:pt x="14609" y="872"/>
                    <a:pt x="14613" y="872"/>
                  </a:cubicBezTo>
                  <a:cubicBezTo>
                    <a:pt x="14617" y="872"/>
                    <a:pt x="14617" y="901"/>
                    <a:pt x="14617" y="958"/>
                  </a:cubicBezTo>
                  <a:cubicBezTo>
                    <a:pt x="14617" y="1004"/>
                    <a:pt x="14658" y="1046"/>
                    <a:pt x="14673" y="1046"/>
                  </a:cubicBezTo>
                  <a:cubicBezTo>
                    <a:pt x="14679" y="1046"/>
                    <a:pt x="14681" y="1039"/>
                    <a:pt x="14674" y="1022"/>
                  </a:cubicBezTo>
                  <a:cubicBezTo>
                    <a:pt x="14674" y="958"/>
                    <a:pt x="14731" y="958"/>
                    <a:pt x="14755" y="901"/>
                  </a:cubicBezTo>
                  <a:cubicBezTo>
                    <a:pt x="14787" y="901"/>
                    <a:pt x="14812" y="901"/>
                    <a:pt x="14812" y="966"/>
                  </a:cubicBezTo>
                  <a:cubicBezTo>
                    <a:pt x="14821" y="982"/>
                    <a:pt x="14840" y="989"/>
                    <a:pt x="14862" y="989"/>
                  </a:cubicBezTo>
                  <a:cubicBezTo>
                    <a:pt x="14916" y="989"/>
                    <a:pt x="14991" y="949"/>
                    <a:pt x="15014" y="909"/>
                  </a:cubicBezTo>
                  <a:cubicBezTo>
                    <a:pt x="15014" y="876"/>
                    <a:pt x="15021" y="860"/>
                    <a:pt x="15027" y="860"/>
                  </a:cubicBezTo>
                  <a:cubicBezTo>
                    <a:pt x="15033" y="860"/>
                    <a:pt x="15039" y="876"/>
                    <a:pt x="15039" y="909"/>
                  </a:cubicBezTo>
                  <a:cubicBezTo>
                    <a:pt x="15039" y="966"/>
                    <a:pt x="15071" y="966"/>
                    <a:pt x="15096" y="966"/>
                  </a:cubicBezTo>
                  <a:cubicBezTo>
                    <a:pt x="15105" y="949"/>
                    <a:pt x="15112" y="942"/>
                    <a:pt x="15116" y="942"/>
                  </a:cubicBezTo>
                  <a:cubicBezTo>
                    <a:pt x="15128" y="942"/>
                    <a:pt x="15128" y="984"/>
                    <a:pt x="15128" y="1031"/>
                  </a:cubicBezTo>
                  <a:cubicBezTo>
                    <a:pt x="15096" y="1087"/>
                    <a:pt x="15128" y="1087"/>
                    <a:pt x="15185" y="1087"/>
                  </a:cubicBezTo>
                  <a:cubicBezTo>
                    <a:pt x="15209" y="1031"/>
                    <a:pt x="15323" y="1031"/>
                    <a:pt x="15412" y="1031"/>
                  </a:cubicBezTo>
                  <a:cubicBezTo>
                    <a:pt x="15550" y="1031"/>
                    <a:pt x="15582" y="974"/>
                    <a:pt x="15639" y="852"/>
                  </a:cubicBezTo>
                  <a:lnTo>
                    <a:pt x="15663" y="739"/>
                  </a:lnTo>
                  <a:lnTo>
                    <a:pt x="15663" y="860"/>
                  </a:lnTo>
                  <a:cubicBezTo>
                    <a:pt x="15671" y="917"/>
                    <a:pt x="15679" y="974"/>
                    <a:pt x="15695" y="1039"/>
                  </a:cubicBezTo>
                  <a:cubicBezTo>
                    <a:pt x="15720" y="1039"/>
                    <a:pt x="15720" y="974"/>
                    <a:pt x="15720" y="917"/>
                  </a:cubicBezTo>
                  <a:cubicBezTo>
                    <a:pt x="15720" y="889"/>
                    <a:pt x="15728" y="874"/>
                    <a:pt x="15743" y="874"/>
                  </a:cubicBezTo>
                  <a:cubicBezTo>
                    <a:pt x="15758" y="874"/>
                    <a:pt x="15781" y="889"/>
                    <a:pt x="15809" y="917"/>
                  </a:cubicBezTo>
                  <a:cubicBezTo>
                    <a:pt x="15837" y="949"/>
                    <a:pt x="15858" y="966"/>
                    <a:pt x="15875" y="966"/>
                  </a:cubicBezTo>
                  <a:cubicBezTo>
                    <a:pt x="15892" y="966"/>
                    <a:pt x="15906" y="949"/>
                    <a:pt x="15923" y="917"/>
                  </a:cubicBezTo>
                  <a:cubicBezTo>
                    <a:pt x="15947" y="917"/>
                    <a:pt x="15979" y="917"/>
                    <a:pt x="16004" y="982"/>
                  </a:cubicBezTo>
                  <a:cubicBezTo>
                    <a:pt x="16036" y="982"/>
                    <a:pt x="16036" y="982"/>
                    <a:pt x="16036" y="925"/>
                  </a:cubicBezTo>
                  <a:cubicBezTo>
                    <a:pt x="16036" y="893"/>
                    <a:pt x="16042" y="876"/>
                    <a:pt x="16052" y="876"/>
                  </a:cubicBezTo>
                  <a:cubicBezTo>
                    <a:pt x="16062" y="876"/>
                    <a:pt x="16077" y="893"/>
                    <a:pt x="16093" y="925"/>
                  </a:cubicBezTo>
                  <a:cubicBezTo>
                    <a:pt x="16107" y="992"/>
                    <a:pt x="16144" y="1023"/>
                    <a:pt x="16172" y="1023"/>
                  </a:cubicBezTo>
                  <a:cubicBezTo>
                    <a:pt x="16191" y="1023"/>
                    <a:pt x="16206" y="1008"/>
                    <a:pt x="16206" y="982"/>
                  </a:cubicBezTo>
                  <a:cubicBezTo>
                    <a:pt x="16206" y="925"/>
                    <a:pt x="16231" y="925"/>
                    <a:pt x="16263" y="925"/>
                  </a:cubicBezTo>
                  <a:cubicBezTo>
                    <a:pt x="16287" y="925"/>
                    <a:pt x="16320" y="925"/>
                    <a:pt x="16344" y="868"/>
                  </a:cubicBezTo>
                  <a:lnTo>
                    <a:pt x="16401" y="868"/>
                  </a:lnTo>
                  <a:cubicBezTo>
                    <a:pt x="16433" y="868"/>
                    <a:pt x="16401" y="925"/>
                    <a:pt x="16377" y="925"/>
                  </a:cubicBezTo>
                  <a:lnTo>
                    <a:pt x="16401" y="990"/>
                  </a:lnTo>
                  <a:cubicBezTo>
                    <a:pt x="16458" y="990"/>
                    <a:pt x="16490" y="990"/>
                    <a:pt x="16514" y="933"/>
                  </a:cubicBezTo>
                  <a:cubicBezTo>
                    <a:pt x="16531" y="872"/>
                    <a:pt x="16539" y="842"/>
                    <a:pt x="16543" y="842"/>
                  </a:cubicBezTo>
                  <a:cubicBezTo>
                    <a:pt x="16547" y="842"/>
                    <a:pt x="16547" y="872"/>
                    <a:pt x="16547" y="933"/>
                  </a:cubicBezTo>
                  <a:cubicBezTo>
                    <a:pt x="16547" y="973"/>
                    <a:pt x="16559" y="1013"/>
                    <a:pt x="16578" y="1013"/>
                  </a:cubicBezTo>
                  <a:cubicBezTo>
                    <a:pt x="16585" y="1013"/>
                    <a:pt x="16594" y="1007"/>
                    <a:pt x="16604" y="990"/>
                  </a:cubicBezTo>
                  <a:cubicBezTo>
                    <a:pt x="16614" y="939"/>
                    <a:pt x="16625" y="921"/>
                    <a:pt x="16635" y="921"/>
                  </a:cubicBezTo>
                  <a:cubicBezTo>
                    <a:pt x="16649" y="921"/>
                    <a:pt x="16660" y="957"/>
                    <a:pt x="16660" y="990"/>
                  </a:cubicBezTo>
                  <a:cubicBezTo>
                    <a:pt x="16644" y="1051"/>
                    <a:pt x="16636" y="1081"/>
                    <a:pt x="16646" y="1081"/>
                  </a:cubicBezTo>
                  <a:cubicBezTo>
                    <a:pt x="16656" y="1081"/>
                    <a:pt x="16685" y="1051"/>
                    <a:pt x="16741" y="990"/>
                  </a:cubicBezTo>
                  <a:cubicBezTo>
                    <a:pt x="16798" y="990"/>
                    <a:pt x="16912" y="933"/>
                    <a:pt x="17001" y="933"/>
                  </a:cubicBezTo>
                  <a:cubicBezTo>
                    <a:pt x="17114" y="941"/>
                    <a:pt x="17171" y="941"/>
                    <a:pt x="17195" y="998"/>
                  </a:cubicBezTo>
                  <a:cubicBezTo>
                    <a:pt x="17195" y="1010"/>
                    <a:pt x="17196" y="1021"/>
                    <a:pt x="17196" y="1031"/>
                  </a:cubicBezTo>
                  <a:lnTo>
                    <a:pt x="17196" y="1031"/>
                  </a:lnTo>
                  <a:cubicBezTo>
                    <a:pt x="17202" y="941"/>
                    <a:pt x="17236" y="941"/>
                    <a:pt x="17309" y="941"/>
                  </a:cubicBezTo>
                  <a:cubicBezTo>
                    <a:pt x="17335" y="961"/>
                    <a:pt x="17359" y="968"/>
                    <a:pt x="17380" y="968"/>
                  </a:cubicBezTo>
                  <a:cubicBezTo>
                    <a:pt x="17429" y="968"/>
                    <a:pt x="17462" y="924"/>
                    <a:pt x="17479" y="885"/>
                  </a:cubicBezTo>
                  <a:lnTo>
                    <a:pt x="17422" y="885"/>
                  </a:lnTo>
                  <a:cubicBezTo>
                    <a:pt x="17422" y="814"/>
                    <a:pt x="17433" y="785"/>
                    <a:pt x="17453" y="785"/>
                  </a:cubicBezTo>
                  <a:cubicBezTo>
                    <a:pt x="17468" y="785"/>
                    <a:pt x="17488" y="800"/>
                    <a:pt x="17512" y="828"/>
                  </a:cubicBezTo>
                  <a:cubicBezTo>
                    <a:pt x="17536" y="828"/>
                    <a:pt x="17536" y="885"/>
                    <a:pt x="17536" y="949"/>
                  </a:cubicBezTo>
                  <a:cubicBezTo>
                    <a:pt x="17536" y="1006"/>
                    <a:pt x="17568" y="1063"/>
                    <a:pt x="17593" y="1063"/>
                  </a:cubicBezTo>
                  <a:cubicBezTo>
                    <a:pt x="17625" y="1063"/>
                    <a:pt x="17649" y="1063"/>
                    <a:pt x="17625" y="1006"/>
                  </a:cubicBezTo>
                  <a:cubicBezTo>
                    <a:pt x="17625" y="949"/>
                    <a:pt x="17625" y="949"/>
                    <a:pt x="17649" y="949"/>
                  </a:cubicBezTo>
                  <a:cubicBezTo>
                    <a:pt x="17682" y="949"/>
                    <a:pt x="17706" y="949"/>
                    <a:pt x="17739" y="893"/>
                  </a:cubicBezTo>
                  <a:cubicBezTo>
                    <a:pt x="17739" y="828"/>
                    <a:pt x="17763" y="828"/>
                    <a:pt x="17795" y="828"/>
                  </a:cubicBezTo>
                  <a:cubicBezTo>
                    <a:pt x="17812" y="860"/>
                    <a:pt x="17844" y="885"/>
                    <a:pt x="17876" y="893"/>
                  </a:cubicBezTo>
                  <a:lnTo>
                    <a:pt x="17876" y="949"/>
                  </a:lnTo>
                  <a:cubicBezTo>
                    <a:pt x="17876" y="990"/>
                    <a:pt x="17893" y="1031"/>
                    <a:pt x="17909" y="1071"/>
                  </a:cubicBezTo>
                  <a:cubicBezTo>
                    <a:pt x="17933" y="1071"/>
                    <a:pt x="17933" y="1014"/>
                    <a:pt x="17933" y="1014"/>
                  </a:cubicBezTo>
                  <a:cubicBezTo>
                    <a:pt x="17933" y="971"/>
                    <a:pt x="18236" y="964"/>
                    <a:pt x="18464" y="964"/>
                  </a:cubicBezTo>
                  <a:cubicBezTo>
                    <a:pt x="18578" y="964"/>
                    <a:pt x="18674" y="966"/>
                    <a:pt x="18703" y="966"/>
                  </a:cubicBezTo>
                  <a:cubicBezTo>
                    <a:pt x="18732" y="994"/>
                    <a:pt x="18766" y="1008"/>
                    <a:pt x="18791" y="1008"/>
                  </a:cubicBezTo>
                  <a:cubicBezTo>
                    <a:pt x="18815" y="1008"/>
                    <a:pt x="18829" y="994"/>
                    <a:pt x="18817" y="966"/>
                  </a:cubicBezTo>
                  <a:cubicBezTo>
                    <a:pt x="18817" y="909"/>
                    <a:pt x="18955" y="909"/>
                    <a:pt x="19125" y="909"/>
                  </a:cubicBezTo>
                  <a:cubicBezTo>
                    <a:pt x="19178" y="911"/>
                    <a:pt x="19227" y="913"/>
                    <a:pt x="19269" y="913"/>
                  </a:cubicBezTo>
                  <a:cubicBezTo>
                    <a:pt x="19390" y="913"/>
                    <a:pt x="19466" y="900"/>
                    <a:pt x="19466" y="852"/>
                  </a:cubicBezTo>
                  <a:lnTo>
                    <a:pt x="19555" y="860"/>
                  </a:lnTo>
                  <a:cubicBezTo>
                    <a:pt x="19608" y="860"/>
                    <a:pt x="19662" y="803"/>
                    <a:pt x="19688" y="803"/>
                  </a:cubicBezTo>
                  <a:cubicBezTo>
                    <a:pt x="19690" y="803"/>
                    <a:pt x="19691" y="803"/>
                    <a:pt x="19693" y="803"/>
                  </a:cubicBezTo>
                  <a:cubicBezTo>
                    <a:pt x="19709" y="771"/>
                    <a:pt x="19723" y="755"/>
                    <a:pt x="19730" y="755"/>
                  </a:cubicBezTo>
                  <a:cubicBezTo>
                    <a:pt x="19737" y="755"/>
                    <a:pt x="19737" y="771"/>
                    <a:pt x="19725" y="803"/>
                  </a:cubicBezTo>
                  <a:cubicBezTo>
                    <a:pt x="19725" y="860"/>
                    <a:pt x="19725" y="917"/>
                    <a:pt x="19749" y="917"/>
                  </a:cubicBezTo>
                  <a:cubicBezTo>
                    <a:pt x="19806" y="917"/>
                    <a:pt x="19806" y="860"/>
                    <a:pt x="19806" y="803"/>
                  </a:cubicBezTo>
                  <a:cubicBezTo>
                    <a:pt x="19806" y="739"/>
                    <a:pt x="19839" y="739"/>
                    <a:pt x="19839" y="739"/>
                  </a:cubicBezTo>
                  <a:cubicBezTo>
                    <a:pt x="19863" y="739"/>
                    <a:pt x="19863" y="739"/>
                    <a:pt x="19863" y="803"/>
                  </a:cubicBezTo>
                  <a:lnTo>
                    <a:pt x="19863" y="925"/>
                  </a:lnTo>
                  <a:lnTo>
                    <a:pt x="19895" y="925"/>
                  </a:lnTo>
                  <a:cubicBezTo>
                    <a:pt x="19895" y="860"/>
                    <a:pt x="19920" y="860"/>
                    <a:pt x="19920" y="860"/>
                  </a:cubicBezTo>
                  <a:cubicBezTo>
                    <a:pt x="19952" y="860"/>
                    <a:pt x="19952" y="860"/>
                    <a:pt x="19952" y="982"/>
                  </a:cubicBezTo>
                  <a:cubicBezTo>
                    <a:pt x="19952" y="1043"/>
                    <a:pt x="19958" y="1073"/>
                    <a:pt x="19968" y="1073"/>
                  </a:cubicBezTo>
                  <a:cubicBezTo>
                    <a:pt x="19978" y="1073"/>
                    <a:pt x="19993" y="1043"/>
                    <a:pt x="20009" y="982"/>
                  </a:cubicBezTo>
                  <a:lnTo>
                    <a:pt x="20066" y="925"/>
                  </a:lnTo>
                  <a:cubicBezTo>
                    <a:pt x="20073" y="963"/>
                    <a:pt x="20084" y="977"/>
                    <a:pt x="20096" y="977"/>
                  </a:cubicBezTo>
                  <a:cubicBezTo>
                    <a:pt x="20123" y="977"/>
                    <a:pt x="20157" y="907"/>
                    <a:pt x="20179" y="868"/>
                  </a:cubicBezTo>
                  <a:cubicBezTo>
                    <a:pt x="20191" y="929"/>
                    <a:pt x="20205" y="960"/>
                    <a:pt x="20220" y="960"/>
                  </a:cubicBezTo>
                  <a:cubicBezTo>
                    <a:pt x="20234" y="960"/>
                    <a:pt x="20248" y="929"/>
                    <a:pt x="20260" y="868"/>
                  </a:cubicBezTo>
                  <a:cubicBezTo>
                    <a:pt x="20260" y="840"/>
                    <a:pt x="20268" y="826"/>
                    <a:pt x="20279" y="826"/>
                  </a:cubicBezTo>
                  <a:cubicBezTo>
                    <a:pt x="20291" y="826"/>
                    <a:pt x="20305" y="840"/>
                    <a:pt x="20317" y="868"/>
                  </a:cubicBezTo>
                  <a:cubicBezTo>
                    <a:pt x="20349" y="925"/>
                    <a:pt x="20374" y="933"/>
                    <a:pt x="20430" y="933"/>
                  </a:cubicBezTo>
                  <a:cubicBezTo>
                    <a:pt x="20456" y="881"/>
                    <a:pt x="20586" y="876"/>
                    <a:pt x="20753" y="876"/>
                  </a:cubicBezTo>
                  <a:cubicBezTo>
                    <a:pt x="20795" y="876"/>
                    <a:pt x="20839" y="876"/>
                    <a:pt x="20884" y="876"/>
                  </a:cubicBezTo>
                  <a:cubicBezTo>
                    <a:pt x="20956" y="879"/>
                    <a:pt x="21020" y="880"/>
                    <a:pt x="21076" y="880"/>
                  </a:cubicBezTo>
                  <a:cubicBezTo>
                    <a:pt x="21224" y="880"/>
                    <a:pt x="21314" y="869"/>
                    <a:pt x="21314" y="828"/>
                  </a:cubicBezTo>
                  <a:cubicBezTo>
                    <a:pt x="21338" y="828"/>
                    <a:pt x="21338" y="828"/>
                    <a:pt x="21371" y="885"/>
                  </a:cubicBezTo>
                  <a:cubicBezTo>
                    <a:pt x="21371" y="909"/>
                    <a:pt x="21375" y="924"/>
                    <a:pt x="21383" y="924"/>
                  </a:cubicBezTo>
                  <a:cubicBezTo>
                    <a:pt x="21393" y="924"/>
                    <a:pt x="21409" y="897"/>
                    <a:pt x="21428" y="828"/>
                  </a:cubicBezTo>
                  <a:cubicBezTo>
                    <a:pt x="21442" y="791"/>
                    <a:pt x="21448" y="756"/>
                    <a:pt x="21450" y="756"/>
                  </a:cubicBezTo>
                  <a:cubicBezTo>
                    <a:pt x="21452" y="756"/>
                    <a:pt x="21452" y="776"/>
                    <a:pt x="21452" y="828"/>
                  </a:cubicBezTo>
                  <a:cubicBezTo>
                    <a:pt x="21452" y="885"/>
                    <a:pt x="21509" y="885"/>
                    <a:pt x="21622" y="893"/>
                  </a:cubicBezTo>
                  <a:cubicBezTo>
                    <a:pt x="21711" y="893"/>
                    <a:pt x="21825" y="893"/>
                    <a:pt x="21825" y="836"/>
                  </a:cubicBezTo>
                  <a:cubicBezTo>
                    <a:pt x="21853" y="803"/>
                    <a:pt x="21868" y="787"/>
                    <a:pt x="21871" y="787"/>
                  </a:cubicBezTo>
                  <a:lnTo>
                    <a:pt x="21871" y="787"/>
                  </a:lnTo>
                  <a:cubicBezTo>
                    <a:pt x="21874" y="787"/>
                    <a:pt x="21865" y="803"/>
                    <a:pt x="21849" y="836"/>
                  </a:cubicBezTo>
                  <a:cubicBezTo>
                    <a:pt x="21834" y="906"/>
                    <a:pt x="21882" y="958"/>
                    <a:pt x="21941" y="958"/>
                  </a:cubicBezTo>
                  <a:cubicBezTo>
                    <a:pt x="21977" y="958"/>
                    <a:pt x="22018" y="939"/>
                    <a:pt x="22052" y="893"/>
                  </a:cubicBezTo>
                  <a:cubicBezTo>
                    <a:pt x="22076" y="893"/>
                    <a:pt x="22109" y="893"/>
                    <a:pt x="22109" y="958"/>
                  </a:cubicBezTo>
                  <a:cubicBezTo>
                    <a:pt x="22133" y="958"/>
                    <a:pt x="22165" y="958"/>
                    <a:pt x="22247" y="901"/>
                  </a:cubicBezTo>
                  <a:lnTo>
                    <a:pt x="22449" y="901"/>
                  </a:lnTo>
                  <a:cubicBezTo>
                    <a:pt x="22490" y="893"/>
                    <a:pt x="22530" y="876"/>
                    <a:pt x="22563" y="844"/>
                  </a:cubicBezTo>
                  <a:lnTo>
                    <a:pt x="22587" y="844"/>
                  </a:lnTo>
                  <a:cubicBezTo>
                    <a:pt x="22587" y="901"/>
                    <a:pt x="22733" y="909"/>
                    <a:pt x="22928" y="909"/>
                  </a:cubicBezTo>
                  <a:cubicBezTo>
                    <a:pt x="23130" y="909"/>
                    <a:pt x="23301" y="917"/>
                    <a:pt x="23325" y="974"/>
                  </a:cubicBezTo>
                  <a:cubicBezTo>
                    <a:pt x="23325" y="974"/>
                    <a:pt x="23357" y="974"/>
                    <a:pt x="23382" y="917"/>
                  </a:cubicBezTo>
                  <a:cubicBezTo>
                    <a:pt x="23400" y="847"/>
                    <a:pt x="23416" y="817"/>
                    <a:pt x="23433" y="817"/>
                  </a:cubicBezTo>
                  <a:cubicBezTo>
                    <a:pt x="23445" y="817"/>
                    <a:pt x="23457" y="833"/>
                    <a:pt x="23471" y="860"/>
                  </a:cubicBezTo>
                  <a:cubicBezTo>
                    <a:pt x="23483" y="918"/>
                    <a:pt x="23519" y="948"/>
                    <a:pt x="23555" y="948"/>
                  </a:cubicBezTo>
                  <a:cubicBezTo>
                    <a:pt x="23590" y="948"/>
                    <a:pt x="23625" y="920"/>
                    <a:pt x="23641" y="860"/>
                  </a:cubicBezTo>
                  <a:lnTo>
                    <a:pt x="23641" y="917"/>
                  </a:lnTo>
                  <a:cubicBezTo>
                    <a:pt x="23651" y="964"/>
                    <a:pt x="23670" y="985"/>
                    <a:pt x="23691" y="985"/>
                  </a:cubicBezTo>
                  <a:cubicBezTo>
                    <a:pt x="23725" y="985"/>
                    <a:pt x="23764" y="935"/>
                    <a:pt x="23779" y="860"/>
                  </a:cubicBezTo>
                  <a:cubicBezTo>
                    <a:pt x="23802" y="906"/>
                    <a:pt x="23821" y="948"/>
                    <a:pt x="23842" y="948"/>
                  </a:cubicBezTo>
                  <a:cubicBezTo>
                    <a:pt x="23850" y="948"/>
                    <a:pt x="23859" y="941"/>
                    <a:pt x="23868" y="925"/>
                  </a:cubicBezTo>
                  <a:cubicBezTo>
                    <a:pt x="23892" y="925"/>
                    <a:pt x="23892" y="925"/>
                    <a:pt x="23892" y="1047"/>
                  </a:cubicBezTo>
                  <a:cubicBezTo>
                    <a:pt x="23892" y="1103"/>
                    <a:pt x="23892" y="1160"/>
                    <a:pt x="23925" y="1160"/>
                  </a:cubicBezTo>
                  <a:cubicBezTo>
                    <a:pt x="23949" y="1160"/>
                    <a:pt x="23949" y="1103"/>
                    <a:pt x="23949" y="1047"/>
                  </a:cubicBezTo>
                  <a:lnTo>
                    <a:pt x="24006" y="1047"/>
                  </a:lnTo>
                  <a:cubicBezTo>
                    <a:pt x="24006" y="1047"/>
                    <a:pt x="24038" y="1047"/>
                    <a:pt x="24038" y="982"/>
                  </a:cubicBezTo>
                  <a:cubicBezTo>
                    <a:pt x="24038" y="925"/>
                    <a:pt x="24063" y="925"/>
                    <a:pt x="24095" y="925"/>
                  </a:cubicBezTo>
                  <a:cubicBezTo>
                    <a:pt x="24095" y="944"/>
                    <a:pt x="24097" y="952"/>
                    <a:pt x="24100" y="952"/>
                  </a:cubicBezTo>
                  <a:cubicBezTo>
                    <a:pt x="24105" y="952"/>
                    <a:pt x="24112" y="908"/>
                    <a:pt x="24095" y="868"/>
                  </a:cubicBezTo>
                  <a:cubicBezTo>
                    <a:pt x="24095" y="803"/>
                    <a:pt x="24095" y="747"/>
                    <a:pt x="24119" y="747"/>
                  </a:cubicBezTo>
                  <a:lnTo>
                    <a:pt x="24119" y="625"/>
                  </a:lnTo>
                  <a:cubicBezTo>
                    <a:pt x="24119" y="512"/>
                    <a:pt x="24119" y="447"/>
                    <a:pt x="24063" y="390"/>
                  </a:cubicBezTo>
                  <a:cubicBezTo>
                    <a:pt x="23996" y="352"/>
                    <a:pt x="23941" y="317"/>
                    <a:pt x="23907" y="317"/>
                  </a:cubicBezTo>
                  <a:cubicBezTo>
                    <a:pt x="23882" y="317"/>
                    <a:pt x="23868" y="335"/>
                    <a:pt x="23868" y="382"/>
                  </a:cubicBezTo>
                  <a:cubicBezTo>
                    <a:pt x="23868" y="382"/>
                    <a:pt x="23836" y="447"/>
                    <a:pt x="23811" y="447"/>
                  </a:cubicBezTo>
                  <a:cubicBezTo>
                    <a:pt x="23779" y="447"/>
                    <a:pt x="23755" y="382"/>
                    <a:pt x="23755" y="382"/>
                  </a:cubicBezTo>
                  <a:cubicBezTo>
                    <a:pt x="23755" y="325"/>
                    <a:pt x="23641" y="325"/>
                    <a:pt x="23495" y="317"/>
                  </a:cubicBezTo>
                  <a:cubicBezTo>
                    <a:pt x="23325" y="317"/>
                    <a:pt x="23244" y="317"/>
                    <a:pt x="23211" y="252"/>
                  </a:cubicBezTo>
                  <a:cubicBezTo>
                    <a:pt x="23187" y="195"/>
                    <a:pt x="23155" y="195"/>
                    <a:pt x="23155" y="195"/>
                  </a:cubicBezTo>
                  <a:cubicBezTo>
                    <a:pt x="23155" y="237"/>
                    <a:pt x="23065" y="248"/>
                    <a:pt x="22941" y="248"/>
                  </a:cubicBezTo>
                  <a:cubicBezTo>
                    <a:pt x="22895" y="248"/>
                    <a:pt x="22843" y="246"/>
                    <a:pt x="22790" y="244"/>
                  </a:cubicBezTo>
                  <a:cubicBezTo>
                    <a:pt x="22587" y="244"/>
                    <a:pt x="22392" y="244"/>
                    <a:pt x="22392" y="301"/>
                  </a:cubicBezTo>
                  <a:lnTo>
                    <a:pt x="22336" y="301"/>
                  </a:lnTo>
                  <a:cubicBezTo>
                    <a:pt x="22336" y="244"/>
                    <a:pt x="22279" y="236"/>
                    <a:pt x="22222" y="236"/>
                  </a:cubicBezTo>
                  <a:cubicBezTo>
                    <a:pt x="22190" y="276"/>
                    <a:pt x="22149" y="293"/>
                    <a:pt x="22109" y="301"/>
                  </a:cubicBezTo>
                  <a:cubicBezTo>
                    <a:pt x="22109" y="236"/>
                    <a:pt x="22076" y="236"/>
                    <a:pt x="22020" y="236"/>
                  </a:cubicBezTo>
                  <a:cubicBezTo>
                    <a:pt x="21963" y="236"/>
                    <a:pt x="21938" y="236"/>
                    <a:pt x="21938" y="293"/>
                  </a:cubicBezTo>
                  <a:cubicBezTo>
                    <a:pt x="21925" y="294"/>
                    <a:pt x="21912" y="294"/>
                    <a:pt x="21898" y="294"/>
                  </a:cubicBezTo>
                  <a:cubicBezTo>
                    <a:pt x="21804" y="294"/>
                    <a:pt x="21707" y="270"/>
                    <a:pt x="21622" y="228"/>
                  </a:cubicBezTo>
                  <a:cubicBezTo>
                    <a:pt x="21615" y="211"/>
                    <a:pt x="21607" y="204"/>
                    <a:pt x="21599" y="204"/>
                  </a:cubicBezTo>
                  <a:cubicBezTo>
                    <a:pt x="21580" y="204"/>
                    <a:pt x="21558" y="244"/>
                    <a:pt x="21541" y="285"/>
                  </a:cubicBezTo>
                  <a:cubicBezTo>
                    <a:pt x="21541" y="349"/>
                    <a:pt x="21509" y="406"/>
                    <a:pt x="21484" y="406"/>
                  </a:cubicBezTo>
                  <a:lnTo>
                    <a:pt x="21484" y="285"/>
                  </a:lnTo>
                  <a:cubicBezTo>
                    <a:pt x="21509" y="228"/>
                    <a:pt x="21509" y="228"/>
                    <a:pt x="21452" y="228"/>
                  </a:cubicBezTo>
                  <a:lnTo>
                    <a:pt x="21395" y="228"/>
                  </a:lnTo>
                  <a:cubicBezTo>
                    <a:pt x="21395" y="285"/>
                    <a:pt x="21257" y="285"/>
                    <a:pt x="21055" y="285"/>
                  </a:cubicBezTo>
                  <a:cubicBezTo>
                    <a:pt x="20986" y="282"/>
                    <a:pt x="20929" y="281"/>
                    <a:pt x="20883" y="281"/>
                  </a:cubicBezTo>
                  <a:cubicBezTo>
                    <a:pt x="20761" y="281"/>
                    <a:pt x="20714" y="292"/>
                    <a:pt x="20714" y="333"/>
                  </a:cubicBezTo>
                  <a:cubicBezTo>
                    <a:pt x="20714" y="366"/>
                    <a:pt x="20708" y="382"/>
                    <a:pt x="20691" y="382"/>
                  </a:cubicBezTo>
                  <a:cubicBezTo>
                    <a:pt x="20674" y="382"/>
                    <a:pt x="20645" y="366"/>
                    <a:pt x="20601" y="333"/>
                  </a:cubicBezTo>
                  <a:cubicBezTo>
                    <a:pt x="20492" y="219"/>
                    <a:pt x="20453" y="178"/>
                    <a:pt x="20432" y="178"/>
                  </a:cubicBezTo>
                  <a:cubicBezTo>
                    <a:pt x="20420" y="178"/>
                    <a:pt x="20415" y="191"/>
                    <a:pt x="20406" y="212"/>
                  </a:cubicBezTo>
                  <a:cubicBezTo>
                    <a:pt x="20430" y="212"/>
                    <a:pt x="20430" y="268"/>
                    <a:pt x="20430" y="333"/>
                  </a:cubicBezTo>
                  <a:cubicBezTo>
                    <a:pt x="20430" y="390"/>
                    <a:pt x="20424" y="418"/>
                    <a:pt x="20414" y="418"/>
                  </a:cubicBezTo>
                  <a:cubicBezTo>
                    <a:pt x="20404" y="418"/>
                    <a:pt x="20390" y="390"/>
                    <a:pt x="20374" y="333"/>
                  </a:cubicBezTo>
                  <a:cubicBezTo>
                    <a:pt x="20374" y="284"/>
                    <a:pt x="20305" y="263"/>
                    <a:pt x="20221" y="263"/>
                  </a:cubicBezTo>
                  <a:cubicBezTo>
                    <a:pt x="20097" y="263"/>
                    <a:pt x="19939" y="309"/>
                    <a:pt x="19920" y="382"/>
                  </a:cubicBezTo>
                  <a:lnTo>
                    <a:pt x="19920" y="325"/>
                  </a:lnTo>
                  <a:cubicBezTo>
                    <a:pt x="19920" y="260"/>
                    <a:pt x="19895" y="260"/>
                    <a:pt x="19782" y="260"/>
                  </a:cubicBezTo>
                  <a:lnTo>
                    <a:pt x="19693" y="260"/>
                  </a:lnTo>
                  <a:cubicBezTo>
                    <a:pt x="19693" y="311"/>
                    <a:pt x="19663" y="329"/>
                    <a:pt x="19629" y="329"/>
                  </a:cubicBezTo>
                  <a:cubicBezTo>
                    <a:pt x="19580" y="329"/>
                    <a:pt x="19522" y="293"/>
                    <a:pt x="19522" y="260"/>
                  </a:cubicBezTo>
                  <a:cubicBezTo>
                    <a:pt x="19498" y="195"/>
                    <a:pt x="19498" y="195"/>
                    <a:pt x="19441" y="195"/>
                  </a:cubicBezTo>
                  <a:cubicBezTo>
                    <a:pt x="19404" y="246"/>
                    <a:pt x="19359" y="264"/>
                    <a:pt x="19318" y="264"/>
                  </a:cubicBezTo>
                  <a:cubicBezTo>
                    <a:pt x="19261" y="264"/>
                    <a:pt x="19214" y="229"/>
                    <a:pt x="19214" y="195"/>
                  </a:cubicBezTo>
                  <a:lnTo>
                    <a:pt x="19157" y="195"/>
                  </a:lnTo>
                  <a:cubicBezTo>
                    <a:pt x="19136" y="231"/>
                    <a:pt x="19103" y="254"/>
                    <a:pt x="19062" y="254"/>
                  </a:cubicBezTo>
                  <a:cubicBezTo>
                    <a:pt x="19056" y="254"/>
                    <a:pt x="19050" y="253"/>
                    <a:pt x="19044" y="252"/>
                  </a:cubicBezTo>
                  <a:cubicBezTo>
                    <a:pt x="19026" y="252"/>
                    <a:pt x="19011" y="252"/>
                    <a:pt x="18998" y="252"/>
                  </a:cubicBezTo>
                  <a:cubicBezTo>
                    <a:pt x="18947" y="252"/>
                    <a:pt x="18935" y="257"/>
                    <a:pt x="18955" y="309"/>
                  </a:cubicBezTo>
                  <a:cubicBezTo>
                    <a:pt x="18955" y="366"/>
                    <a:pt x="18955" y="431"/>
                    <a:pt x="18930" y="431"/>
                  </a:cubicBezTo>
                  <a:lnTo>
                    <a:pt x="18930" y="366"/>
                  </a:lnTo>
                  <a:cubicBezTo>
                    <a:pt x="18930" y="309"/>
                    <a:pt x="18841" y="309"/>
                    <a:pt x="18728" y="301"/>
                  </a:cubicBezTo>
                  <a:cubicBezTo>
                    <a:pt x="18590" y="301"/>
                    <a:pt x="18533" y="301"/>
                    <a:pt x="18501" y="244"/>
                  </a:cubicBezTo>
                  <a:lnTo>
                    <a:pt x="18476" y="301"/>
                  </a:lnTo>
                  <a:cubicBezTo>
                    <a:pt x="18460" y="329"/>
                    <a:pt x="18446" y="343"/>
                    <a:pt x="18436" y="343"/>
                  </a:cubicBezTo>
                  <a:cubicBezTo>
                    <a:pt x="18426" y="343"/>
                    <a:pt x="18420" y="329"/>
                    <a:pt x="18420" y="301"/>
                  </a:cubicBezTo>
                  <a:cubicBezTo>
                    <a:pt x="18403" y="267"/>
                    <a:pt x="18365" y="251"/>
                    <a:pt x="18324" y="251"/>
                  </a:cubicBezTo>
                  <a:cubicBezTo>
                    <a:pt x="18285" y="251"/>
                    <a:pt x="18244" y="265"/>
                    <a:pt x="18217" y="293"/>
                  </a:cubicBezTo>
                  <a:lnTo>
                    <a:pt x="18160" y="293"/>
                  </a:lnTo>
                  <a:cubicBezTo>
                    <a:pt x="18148" y="235"/>
                    <a:pt x="18119" y="205"/>
                    <a:pt x="18090" y="205"/>
                  </a:cubicBezTo>
                  <a:cubicBezTo>
                    <a:pt x="18062" y="205"/>
                    <a:pt x="18034" y="233"/>
                    <a:pt x="18022" y="293"/>
                  </a:cubicBezTo>
                  <a:cubicBezTo>
                    <a:pt x="18022" y="236"/>
                    <a:pt x="17990" y="236"/>
                    <a:pt x="17966" y="236"/>
                  </a:cubicBezTo>
                  <a:cubicBezTo>
                    <a:pt x="17938" y="263"/>
                    <a:pt x="17898" y="278"/>
                    <a:pt x="17863" y="278"/>
                  </a:cubicBezTo>
                  <a:cubicBezTo>
                    <a:pt x="17826" y="278"/>
                    <a:pt x="17795" y="261"/>
                    <a:pt x="17795" y="228"/>
                  </a:cubicBezTo>
                  <a:lnTo>
                    <a:pt x="17763" y="228"/>
                  </a:lnTo>
                  <a:cubicBezTo>
                    <a:pt x="17745" y="276"/>
                    <a:pt x="17723" y="288"/>
                    <a:pt x="17702" y="288"/>
                  </a:cubicBezTo>
                  <a:cubicBezTo>
                    <a:pt x="17695" y="288"/>
                    <a:pt x="17688" y="287"/>
                    <a:pt x="17682" y="285"/>
                  </a:cubicBezTo>
                  <a:cubicBezTo>
                    <a:pt x="17649" y="285"/>
                    <a:pt x="17625" y="285"/>
                    <a:pt x="17593" y="349"/>
                  </a:cubicBezTo>
                  <a:cubicBezTo>
                    <a:pt x="17568" y="406"/>
                    <a:pt x="17536" y="406"/>
                    <a:pt x="17536" y="406"/>
                  </a:cubicBezTo>
                  <a:cubicBezTo>
                    <a:pt x="17512" y="406"/>
                    <a:pt x="17536" y="349"/>
                    <a:pt x="17568" y="285"/>
                  </a:cubicBezTo>
                  <a:cubicBezTo>
                    <a:pt x="17592" y="261"/>
                    <a:pt x="17590" y="247"/>
                    <a:pt x="17575" y="247"/>
                  </a:cubicBezTo>
                  <a:cubicBezTo>
                    <a:pt x="17553" y="247"/>
                    <a:pt x="17502" y="275"/>
                    <a:pt x="17455" y="341"/>
                  </a:cubicBezTo>
                  <a:cubicBezTo>
                    <a:pt x="17410" y="402"/>
                    <a:pt x="17388" y="433"/>
                    <a:pt x="17384" y="433"/>
                  </a:cubicBezTo>
                  <a:cubicBezTo>
                    <a:pt x="17380" y="433"/>
                    <a:pt x="17394" y="402"/>
                    <a:pt x="17422" y="341"/>
                  </a:cubicBezTo>
                  <a:cubicBezTo>
                    <a:pt x="17445" y="301"/>
                    <a:pt x="17464" y="261"/>
                    <a:pt x="17453" y="261"/>
                  </a:cubicBezTo>
                  <a:cubicBezTo>
                    <a:pt x="17449" y="261"/>
                    <a:pt x="17439" y="268"/>
                    <a:pt x="17422" y="285"/>
                  </a:cubicBezTo>
                  <a:cubicBezTo>
                    <a:pt x="17390" y="285"/>
                    <a:pt x="17366" y="309"/>
                    <a:pt x="17366" y="341"/>
                  </a:cubicBezTo>
                  <a:lnTo>
                    <a:pt x="17285" y="341"/>
                  </a:lnTo>
                  <a:cubicBezTo>
                    <a:pt x="17228" y="285"/>
                    <a:pt x="17195" y="285"/>
                    <a:pt x="17171" y="285"/>
                  </a:cubicBezTo>
                  <a:cubicBezTo>
                    <a:pt x="17155" y="312"/>
                    <a:pt x="17147" y="326"/>
                    <a:pt x="17140" y="326"/>
                  </a:cubicBezTo>
                  <a:cubicBezTo>
                    <a:pt x="17133" y="326"/>
                    <a:pt x="17127" y="310"/>
                    <a:pt x="17114" y="276"/>
                  </a:cubicBezTo>
                  <a:cubicBezTo>
                    <a:pt x="17114" y="253"/>
                    <a:pt x="17109" y="240"/>
                    <a:pt x="17103" y="240"/>
                  </a:cubicBezTo>
                  <a:cubicBezTo>
                    <a:pt x="17093" y="240"/>
                    <a:pt x="17082" y="269"/>
                    <a:pt x="17082" y="341"/>
                  </a:cubicBezTo>
                  <a:cubicBezTo>
                    <a:pt x="17070" y="370"/>
                    <a:pt x="17056" y="384"/>
                    <a:pt x="17041" y="384"/>
                  </a:cubicBezTo>
                  <a:cubicBezTo>
                    <a:pt x="17027" y="384"/>
                    <a:pt x="17013" y="370"/>
                    <a:pt x="17001" y="341"/>
                  </a:cubicBezTo>
                  <a:cubicBezTo>
                    <a:pt x="17001" y="269"/>
                    <a:pt x="16989" y="240"/>
                    <a:pt x="16980" y="240"/>
                  </a:cubicBezTo>
                  <a:cubicBezTo>
                    <a:pt x="16974" y="240"/>
                    <a:pt x="16968" y="253"/>
                    <a:pt x="16968" y="276"/>
                  </a:cubicBezTo>
                  <a:cubicBezTo>
                    <a:pt x="16944" y="333"/>
                    <a:pt x="16912" y="333"/>
                    <a:pt x="16912" y="333"/>
                  </a:cubicBezTo>
                  <a:cubicBezTo>
                    <a:pt x="16912" y="276"/>
                    <a:pt x="16660" y="268"/>
                    <a:pt x="16401" y="268"/>
                  </a:cubicBezTo>
                  <a:cubicBezTo>
                    <a:pt x="16377" y="268"/>
                    <a:pt x="16344" y="325"/>
                    <a:pt x="16344" y="390"/>
                  </a:cubicBezTo>
                  <a:cubicBezTo>
                    <a:pt x="16344" y="438"/>
                    <a:pt x="16344" y="456"/>
                    <a:pt x="16342" y="456"/>
                  </a:cubicBezTo>
                  <a:cubicBezTo>
                    <a:pt x="16340" y="456"/>
                    <a:pt x="16334" y="423"/>
                    <a:pt x="16320" y="390"/>
                  </a:cubicBezTo>
                  <a:cubicBezTo>
                    <a:pt x="16304" y="297"/>
                    <a:pt x="16281" y="250"/>
                    <a:pt x="16267" y="250"/>
                  </a:cubicBezTo>
                  <a:cubicBezTo>
                    <a:pt x="16253" y="250"/>
                    <a:pt x="16247" y="297"/>
                    <a:pt x="16263" y="390"/>
                  </a:cubicBezTo>
                  <a:cubicBezTo>
                    <a:pt x="16275" y="447"/>
                    <a:pt x="16281" y="475"/>
                    <a:pt x="16277" y="475"/>
                  </a:cubicBezTo>
                  <a:cubicBezTo>
                    <a:pt x="16273" y="475"/>
                    <a:pt x="16259" y="447"/>
                    <a:pt x="16231" y="390"/>
                  </a:cubicBezTo>
                  <a:cubicBezTo>
                    <a:pt x="16218" y="356"/>
                    <a:pt x="16212" y="340"/>
                    <a:pt x="16205" y="340"/>
                  </a:cubicBezTo>
                  <a:cubicBezTo>
                    <a:pt x="16198" y="340"/>
                    <a:pt x="16190" y="354"/>
                    <a:pt x="16174" y="382"/>
                  </a:cubicBezTo>
                  <a:cubicBezTo>
                    <a:pt x="16174" y="414"/>
                    <a:pt x="16168" y="431"/>
                    <a:pt x="16162" y="431"/>
                  </a:cubicBezTo>
                  <a:cubicBezTo>
                    <a:pt x="16156" y="431"/>
                    <a:pt x="16150" y="414"/>
                    <a:pt x="16150" y="382"/>
                  </a:cubicBezTo>
                  <a:cubicBezTo>
                    <a:pt x="16127" y="342"/>
                    <a:pt x="16108" y="302"/>
                    <a:pt x="16099" y="302"/>
                  </a:cubicBezTo>
                  <a:cubicBezTo>
                    <a:pt x="16095" y="302"/>
                    <a:pt x="16093" y="309"/>
                    <a:pt x="16093" y="325"/>
                  </a:cubicBezTo>
                  <a:cubicBezTo>
                    <a:pt x="16093" y="325"/>
                    <a:pt x="16060" y="325"/>
                    <a:pt x="16036" y="260"/>
                  </a:cubicBezTo>
                  <a:cubicBezTo>
                    <a:pt x="16027" y="244"/>
                    <a:pt x="16018" y="237"/>
                    <a:pt x="16010" y="237"/>
                  </a:cubicBezTo>
                  <a:cubicBezTo>
                    <a:pt x="15989" y="237"/>
                    <a:pt x="15970" y="279"/>
                    <a:pt x="15947" y="325"/>
                  </a:cubicBezTo>
                  <a:cubicBezTo>
                    <a:pt x="15907" y="381"/>
                    <a:pt x="15879" y="409"/>
                    <a:pt x="15864" y="409"/>
                  </a:cubicBezTo>
                  <a:cubicBezTo>
                    <a:pt x="15850" y="409"/>
                    <a:pt x="15849" y="379"/>
                    <a:pt x="15866" y="317"/>
                  </a:cubicBezTo>
                  <a:cubicBezTo>
                    <a:pt x="15875" y="274"/>
                    <a:pt x="15861" y="256"/>
                    <a:pt x="15838" y="256"/>
                  </a:cubicBezTo>
                  <a:cubicBezTo>
                    <a:pt x="15801" y="256"/>
                    <a:pt x="15740" y="306"/>
                    <a:pt x="15720" y="382"/>
                  </a:cubicBezTo>
                  <a:cubicBezTo>
                    <a:pt x="15706" y="448"/>
                    <a:pt x="15700" y="476"/>
                    <a:pt x="15697" y="476"/>
                  </a:cubicBezTo>
                  <a:cubicBezTo>
                    <a:pt x="15695" y="476"/>
                    <a:pt x="15695" y="462"/>
                    <a:pt x="15695" y="439"/>
                  </a:cubicBezTo>
                  <a:cubicBezTo>
                    <a:pt x="15695" y="374"/>
                    <a:pt x="15663" y="374"/>
                    <a:pt x="15663" y="374"/>
                  </a:cubicBezTo>
                  <a:cubicBezTo>
                    <a:pt x="15639" y="374"/>
                    <a:pt x="15606" y="374"/>
                    <a:pt x="15606" y="317"/>
                  </a:cubicBezTo>
                  <a:cubicBezTo>
                    <a:pt x="15606" y="317"/>
                    <a:pt x="15582" y="317"/>
                    <a:pt x="15525" y="374"/>
                  </a:cubicBezTo>
                  <a:cubicBezTo>
                    <a:pt x="15504" y="419"/>
                    <a:pt x="15478" y="439"/>
                    <a:pt x="15453" y="439"/>
                  </a:cubicBezTo>
                  <a:cubicBezTo>
                    <a:pt x="15411" y="439"/>
                    <a:pt x="15370" y="385"/>
                    <a:pt x="15355" y="309"/>
                  </a:cubicBezTo>
                  <a:lnTo>
                    <a:pt x="15298" y="374"/>
                  </a:lnTo>
                  <a:cubicBezTo>
                    <a:pt x="15278" y="444"/>
                    <a:pt x="15261" y="496"/>
                    <a:pt x="15251" y="496"/>
                  </a:cubicBezTo>
                  <a:cubicBezTo>
                    <a:pt x="15245" y="496"/>
                    <a:pt x="15241" y="477"/>
                    <a:pt x="15241" y="431"/>
                  </a:cubicBezTo>
                  <a:lnTo>
                    <a:pt x="15241" y="374"/>
                  </a:lnTo>
                  <a:cubicBezTo>
                    <a:pt x="15229" y="417"/>
                    <a:pt x="15205" y="435"/>
                    <a:pt x="15181" y="435"/>
                  </a:cubicBezTo>
                  <a:cubicBezTo>
                    <a:pt x="15140" y="435"/>
                    <a:pt x="15096" y="385"/>
                    <a:pt x="15096" y="309"/>
                  </a:cubicBezTo>
                  <a:cubicBezTo>
                    <a:pt x="15096" y="252"/>
                    <a:pt x="15096" y="252"/>
                    <a:pt x="15071" y="244"/>
                  </a:cubicBezTo>
                  <a:lnTo>
                    <a:pt x="15071" y="309"/>
                  </a:lnTo>
                  <a:cubicBezTo>
                    <a:pt x="15071" y="366"/>
                    <a:pt x="15071" y="431"/>
                    <a:pt x="15039" y="431"/>
                  </a:cubicBezTo>
                  <a:cubicBezTo>
                    <a:pt x="15014" y="422"/>
                    <a:pt x="14982" y="422"/>
                    <a:pt x="14982" y="366"/>
                  </a:cubicBezTo>
                  <a:cubicBezTo>
                    <a:pt x="14965" y="326"/>
                    <a:pt x="14944" y="282"/>
                    <a:pt x="14933" y="282"/>
                  </a:cubicBezTo>
                  <a:cubicBezTo>
                    <a:pt x="14928" y="282"/>
                    <a:pt x="14925" y="290"/>
                    <a:pt x="14925" y="309"/>
                  </a:cubicBezTo>
                  <a:cubicBezTo>
                    <a:pt x="14925" y="309"/>
                    <a:pt x="14901" y="309"/>
                    <a:pt x="14868" y="244"/>
                  </a:cubicBezTo>
                  <a:lnTo>
                    <a:pt x="14755" y="244"/>
                  </a:lnTo>
                  <a:cubicBezTo>
                    <a:pt x="14743" y="272"/>
                    <a:pt x="14723" y="287"/>
                    <a:pt x="14705" y="287"/>
                  </a:cubicBezTo>
                  <a:cubicBezTo>
                    <a:pt x="14688" y="287"/>
                    <a:pt x="14674" y="272"/>
                    <a:pt x="14674" y="244"/>
                  </a:cubicBezTo>
                  <a:cubicBezTo>
                    <a:pt x="14633" y="244"/>
                    <a:pt x="14601" y="268"/>
                    <a:pt x="14585" y="301"/>
                  </a:cubicBezTo>
                  <a:cubicBezTo>
                    <a:pt x="14528" y="301"/>
                    <a:pt x="14504" y="301"/>
                    <a:pt x="14504" y="236"/>
                  </a:cubicBezTo>
                  <a:cubicBezTo>
                    <a:pt x="14504" y="208"/>
                    <a:pt x="14504" y="193"/>
                    <a:pt x="14500" y="193"/>
                  </a:cubicBezTo>
                  <a:cubicBezTo>
                    <a:pt x="14496" y="193"/>
                    <a:pt x="14487" y="208"/>
                    <a:pt x="14471" y="236"/>
                  </a:cubicBezTo>
                  <a:cubicBezTo>
                    <a:pt x="14471" y="301"/>
                    <a:pt x="14447" y="301"/>
                    <a:pt x="14414" y="301"/>
                  </a:cubicBezTo>
                  <a:lnTo>
                    <a:pt x="14358" y="301"/>
                  </a:lnTo>
                  <a:cubicBezTo>
                    <a:pt x="14358" y="358"/>
                    <a:pt x="14358" y="358"/>
                    <a:pt x="14333" y="358"/>
                  </a:cubicBezTo>
                  <a:cubicBezTo>
                    <a:pt x="14301" y="358"/>
                    <a:pt x="14220" y="293"/>
                    <a:pt x="14187" y="293"/>
                  </a:cubicBezTo>
                  <a:cubicBezTo>
                    <a:pt x="14106" y="293"/>
                    <a:pt x="14106" y="293"/>
                    <a:pt x="14131" y="349"/>
                  </a:cubicBezTo>
                  <a:cubicBezTo>
                    <a:pt x="14152" y="349"/>
                    <a:pt x="14160" y="378"/>
                    <a:pt x="14145" y="378"/>
                  </a:cubicBezTo>
                  <a:cubicBezTo>
                    <a:pt x="14138" y="378"/>
                    <a:pt x="14125" y="371"/>
                    <a:pt x="14106" y="349"/>
                  </a:cubicBezTo>
                  <a:cubicBezTo>
                    <a:pt x="14042" y="325"/>
                    <a:pt x="13977" y="301"/>
                    <a:pt x="13904" y="293"/>
                  </a:cubicBezTo>
                  <a:cubicBezTo>
                    <a:pt x="13874" y="291"/>
                    <a:pt x="13852" y="289"/>
                    <a:pt x="13836" y="289"/>
                  </a:cubicBezTo>
                  <a:cubicBezTo>
                    <a:pt x="13790" y="289"/>
                    <a:pt x="13790" y="302"/>
                    <a:pt x="13790" y="349"/>
                  </a:cubicBezTo>
                  <a:cubicBezTo>
                    <a:pt x="13806" y="410"/>
                    <a:pt x="13806" y="441"/>
                    <a:pt x="13799" y="441"/>
                  </a:cubicBezTo>
                  <a:cubicBezTo>
                    <a:pt x="13792" y="441"/>
                    <a:pt x="13778" y="410"/>
                    <a:pt x="13766" y="349"/>
                  </a:cubicBezTo>
                  <a:cubicBezTo>
                    <a:pt x="13732" y="277"/>
                    <a:pt x="13707" y="248"/>
                    <a:pt x="13692" y="248"/>
                  </a:cubicBezTo>
                  <a:cubicBezTo>
                    <a:pt x="13682" y="248"/>
                    <a:pt x="13677" y="262"/>
                    <a:pt x="13677" y="285"/>
                  </a:cubicBezTo>
                  <a:cubicBezTo>
                    <a:pt x="13652" y="349"/>
                    <a:pt x="13652" y="349"/>
                    <a:pt x="13620" y="349"/>
                  </a:cubicBezTo>
                  <a:cubicBezTo>
                    <a:pt x="13620" y="316"/>
                    <a:pt x="13613" y="300"/>
                    <a:pt x="13599" y="300"/>
                  </a:cubicBezTo>
                  <a:cubicBezTo>
                    <a:pt x="13586" y="300"/>
                    <a:pt x="13566" y="314"/>
                    <a:pt x="13539" y="341"/>
                  </a:cubicBezTo>
                  <a:cubicBezTo>
                    <a:pt x="13506" y="341"/>
                    <a:pt x="13506" y="341"/>
                    <a:pt x="13506" y="285"/>
                  </a:cubicBezTo>
                  <a:lnTo>
                    <a:pt x="13450" y="285"/>
                  </a:lnTo>
                  <a:cubicBezTo>
                    <a:pt x="13426" y="334"/>
                    <a:pt x="13384" y="353"/>
                    <a:pt x="13340" y="353"/>
                  </a:cubicBezTo>
                  <a:cubicBezTo>
                    <a:pt x="13278" y="353"/>
                    <a:pt x="13213" y="315"/>
                    <a:pt x="13198" y="276"/>
                  </a:cubicBezTo>
                  <a:cubicBezTo>
                    <a:pt x="13198" y="276"/>
                    <a:pt x="13166" y="276"/>
                    <a:pt x="13142" y="341"/>
                  </a:cubicBezTo>
                  <a:cubicBezTo>
                    <a:pt x="13125" y="398"/>
                    <a:pt x="13111" y="426"/>
                    <a:pt x="13101" y="426"/>
                  </a:cubicBezTo>
                  <a:cubicBezTo>
                    <a:pt x="13091" y="426"/>
                    <a:pt x="13085" y="398"/>
                    <a:pt x="13085" y="341"/>
                  </a:cubicBezTo>
                  <a:cubicBezTo>
                    <a:pt x="13085" y="281"/>
                    <a:pt x="13085" y="250"/>
                    <a:pt x="13081" y="250"/>
                  </a:cubicBezTo>
                  <a:cubicBezTo>
                    <a:pt x="13077" y="250"/>
                    <a:pt x="13069" y="281"/>
                    <a:pt x="13052" y="341"/>
                  </a:cubicBezTo>
                  <a:cubicBezTo>
                    <a:pt x="13042" y="364"/>
                    <a:pt x="13013" y="378"/>
                    <a:pt x="12983" y="378"/>
                  </a:cubicBezTo>
                  <a:cubicBezTo>
                    <a:pt x="12939" y="378"/>
                    <a:pt x="12895" y="349"/>
                    <a:pt x="12915" y="276"/>
                  </a:cubicBezTo>
                  <a:lnTo>
                    <a:pt x="12915" y="155"/>
                  </a:lnTo>
                  <a:cubicBezTo>
                    <a:pt x="12882" y="212"/>
                    <a:pt x="12858" y="212"/>
                    <a:pt x="12858" y="212"/>
                  </a:cubicBezTo>
                  <a:cubicBezTo>
                    <a:pt x="12858" y="276"/>
                    <a:pt x="12825" y="276"/>
                    <a:pt x="12744" y="276"/>
                  </a:cubicBezTo>
                  <a:cubicBezTo>
                    <a:pt x="12741" y="276"/>
                    <a:pt x="12737" y="276"/>
                    <a:pt x="12734" y="276"/>
                  </a:cubicBezTo>
                  <a:cubicBezTo>
                    <a:pt x="12674" y="276"/>
                    <a:pt x="12571" y="333"/>
                    <a:pt x="12517" y="333"/>
                  </a:cubicBezTo>
                  <a:cubicBezTo>
                    <a:pt x="12460" y="325"/>
                    <a:pt x="12371" y="325"/>
                    <a:pt x="12347" y="268"/>
                  </a:cubicBezTo>
                  <a:cubicBezTo>
                    <a:pt x="12315" y="268"/>
                    <a:pt x="12290" y="268"/>
                    <a:pt x="12233" y="325"/>
                  </a:cubicBezTo>
                  <a:cubicBezTo>
                    <a:pt x="12217" y="354"/>
                    <a:pt x="12195" y="368"/>
                    <a:pt x="12177" y="368"/>
                  </a:cubicBezTo>
                  <a:cubicBezTo>
                    <a:pt x="12158" y="368"/>
                    <a:pt x="12144" y="354"/>
                    <a:pt x="12144" y="325"/>
                  </a:cubicBezTo>
                  <a:lnTo>
                    <a:pt x="12120" y="325"/>
                  </a:lnTo>
                  <a:cubicBezTo>
                    <a:pt x="12063" y="382"/>
                    <a:pt x="12031" y="382"/>
                    <a:pt x="12031" y="382"/>
                  </a:cubicBezTo>
                  <a:cubicBezTo>
                    <a:pt x="12031" y="342"/>
                    <a:pt x="12019" y="298"/>
                    <a:pt x="12000" y="298"/>
                  </a:cubicBezTo>
                  <a:cubicBezTo>
                    <a:pt x="11993" y="298"/>
                    <a:pt x="11984" y="306"/>
                    <a:pt x="11974" y="325"/>
                  </a:cubicBezTo>
                  <a:cubicBezTo>
                    <a:pt x="11974" y="382"/>
                    <a:pt x="11950" y="382"/>
                    <a:pt x="11893" y="382"/>
                  </a:cubicBezTo>
                  <a:cubicBezTo>
                    <a:pt x="11861" y="345"/>
                    <a:pt x="11551" y="324"/>
                    <a:pt x="11284" y="324"/>
                  </a:cubicBezTo>
                  <a:cubicBezTo>
                    <a:pt x="11076" y="324"/>
                    <a:pt x="10896" y="337"/>
                    <a:pt x="10896" y="366"/>
                  </a:cubicBezTo>
                  <a:lnTo>
                    <a:pt x="10815" y="366"/>
                  </a:lnTo>
                  <a:lnTo>
                    <a:pt x="10725" y="358"/>
                  </a:lnTo>
                  <a:cubicBezTo>
                    <a:pt x="10725" y="310"/>
                    <a:pt x="10701" y="292"/>
                    <a:pt x="10666" y="292"/>
                  </a:cubicBezTo>
                  <a:cubicBezTo>
                    <a:pt x="10618" y="292"/>
                    <a:pt x="10550" y="325"/>
                    <a:pt x="10498" y="358"/>
                  </a:cubicBezTo>
                  <a:cubicBezTo>
                    <a:pt x="10474" y="414"/>
                    <a:pt x="10442" y="414"/>
                    <a:pt x="10417" y="414"/>
                  </a:cubicBezTo>
                  <a:cubicBezTo>
                    <a:pt x="10417" y="347"/>
                    <a:pt x="10386" y="317"/>
                    <a:pt x="10349" y="317"/>
                  </a:cubicBezTo>
                  <a:cubicBezTo>
                    <a:pt x="10323" y="317"/>
                    <a:pt x="10295" y="331"/>
                    <a:pt x="10271" y="358"/>
                  </a:cubicBezTo>
                  <a:cubicBezTo>
                    <a:pt x="10259" y="413"/>
                    <a:pt x="10246" y="442"/>
                    <a:pt x="10234" y="442"/>
                  </a:cubicBezTo>
                  <a:cubicBezTo>
                    <a:pt x="10223" y="442"/>
                    <a:pt x="10215" y="411"/>
                    <a:pt x="10215" y="349"/>
                  </a:cubicBezTo>
                  <a:cubicBezTo>
                    <a:pt x="10215" y="299"/>
                    <a:pt x="10203" y="271"/>
                    <a:pt x="10186" y="271"/>
                  </a:cubicBezTo>
                  <a:cubicBezTo>
                    <a:pt x="10164" y="271"/>
                    <a:pt x="10133" y="315"/>
                    <a:pt x="10101" y="414"/>
                  </a:cubicBezTo>
                  <a:cubicBezTo>
                    <a:pt x="10089" y="443"/>
                    <a:pt x="10083" y="457"/>
                    <a:pt x="10076" y="457"/>
                  </a:cubicBezTo>
                  <a:cubicBezTo>
                    <a:pt x="10069" y="457"/>
                    <a:pt x="10061" y="443"/>
                    <a:pt x="10044" y="414"/>
                  </a:cubicBezTo>
                  <a:cubicBezTo>
                    <a:pt x="10030" y="342"/>
                    <a:pt x="10013" y="313"/>
                    <a:pt x="10001" y="313"/>
                  </a:cubicBezTo>
                  <a:cubicBezTo>
                    <a:pt x="9993" y="313"/>
                    <a:pt x="9988" y="326"/>
                    <a:pt x="9988" y="349"/>
                  </a:cubicBezTo>
                  <a:cubicBezTo>
                    <a:pt x="9975" y="410"/>
                    <a:pt x="9961" y="441"/>
                    <a:pt x="9947" y="441"/>
                  </a:cubicBezTo>
                  <a:cubicBezTo>
                    <a:pt x="9933" y="441"/>
                    <a:pt x="9919" y="410"/>
                    <a:pt x="9907" y="349"/>
                  </a:cubicBezTo>
                  <a:cubicBezTo>
                    <a:pt x="9878" y="289"/>
                    <a:pt x="9864" y="258"/>
                    <a:pt x="9853" y="258"/>
                  </a:cubicBezTo>
                  <a:cubicBezTo>
                    <a:pt x="9842" y="258"/>
                    <a:pt x="9834" y="289"/>
                    <a:pt x="9817" y="349"/>
                  </a:cubicBezTo>
                  <a:cubicBezTo>
                    <a:pt x="9805" y="405"/>
                    <a:pt x="9772" y="434"/>
                    <a:pt x="9737" y="434"/>
                  </a:cubicBezTo>
                  <a:cubicBezTo>
                    <a:pt x="9701" y="434"/>
                    <a:pt x="9664" y="403"/>
                    <a:pt x="9647" y="341"/>
                  </a:cubicBezTo>
                  <a:cubicBezTo>
                    <a:pt x="9631" y="341"/>
                    <a:pt x="9611" y="316"/>
                    <a:pt x="9600" y="316"/>
                  </a:cubicBezTo>
                  <a:cubicBezTo>
                    <a:pt x="9594" y="316"/>
                    <a:pt x="9590" y="322"/>
                    <a:pt x="9590" y="341"/>
                  </a:cubicBezTo>
                  <a:lnTo>
                    <a:pt x="9566" y="285"/>
                  </a:lnTo>
                  <a:lnTo>
                    <a:pt x="9509" y="285"/>
                  </a:lnTo>
                  <a:lnTo>
                    <a:pt x="9509" y="341"/>
                  </a:lnTo>
                  <a:cubicBezTo>
                    <a:pt x="9380" y="309"/>
                    <a:pt x="9242" y="285"/>
                    <a:pt x="9112" y="276"/>
                  </a:cubicBezTo>
                  <a:cubicBezTo>
                    <a:pt x="9029" y="274"/>
                    <a:pt x="8964" y="273"/>
                    <a:pt x="8914" y="273"/>
                  </a:cubicBezTo>
                  <a:cubicBezTo>
                    <a:pt x="8772" y="273"/>
                    <a:pt x="8747" y="285"/>
                    <a:pt x="8771" y="333"/>
                  </a:cubicBezTo>
                  <a:cubicBezTo>
                    <a:pt x="8783" y="389"/>
                    <a:pt x="8776" y="417"/>
                    <a:pt x="8762" y="417"/>
                  </a:cubicBezTo>
                  <a:cubicBezTo>
                    <a:pt x="8748" y="417"/>
                    <a:pt x="8727" y="387"/>
                    <a:pt x="8715" y="325"/>
                  </a:cubicBezTo>
                  <a:cubicBezTo>
                    <a:pt x="8682" y="325"/>
                    <a:pt x="8626" y="268"/>
                    <a:pt x="8569" y="268"/>
                  </a:cubicBezTo>
                  <a:cubicBezTo>
                    <a:pt x="8512" y="268"/>
                    <a:pt x="8455" y="268"/>
                    <a:pt x="8455" y="204"/>
                  </a:cubicBezTo>
                  <a:lnTo>
                    <a:pt x="8431" y="204"/>
                  </a:lnTo>
                  <a:cubicBezTo>
                    <a:pt x="8398" y="274"/>
                    <a:pt x="8327" y="303"/>
                    <a:pt x="8256" y="303"/>
                  </a:cubicBezTo>
                  <a:cubicBezTo>
                    <a:pt x="8204" y="303"/>
                    <a:pt x="8152" y="288"/>
                    <a:pt x="8115" y="260"/>
                  </a:cubicBezTo>
                  <a:cubicBezTo>
                    <a:pt x="8108" y="259"/>
                    <a:pt x="8102" y="259"/>
                    <a:pt x="8096" y="259"/>
                  </a:cubicBezTo>
                  <a:cubicBezTo>
                    <a:pt x="8052" y="259"/>
                    <a:pt x="8005" y="282"/>
                    <a:pt x="7977" y="317"/>
                  </a:cubicBezTo>
                  <a:cubicBezTo>
                    <a:pt x="7949" y="345"/>
                    <a:pt x="7934" y="360"/>
                    <a:pt x="7923" y="360"/>
                  </a:cubicBezTo>
                  <a:cubicBezTo>
                    <a:pt x="7912" y="360"/>
                    <a:pt x="7904" y="345"/>
                    <a:pt x="7888" y="317"/>
                  </a:cubicBezTo>
                  <a:cubicBezTo>
                    <a:pt x="7888" y="284"/>
                    <a:pt x="7830" y="248"/>
                    <a:pt x="7781" y="248"/>
                  </a:cubicBezTo>
                  <a:cubicBezTo>
                    <a:pt x="7747" y="248"/>
                    <a:pt x="7717" y="266"/>
                    <a:pt x="7717" y="317"/>
                  </a:cubicBezTo>
                  <a:lnTo>
                    <a:pt x="7693" y="252"/>
                  </a:lnTo>
                  <a:cubicBezTo>
                    <a:pt x="7684" y="236"/>
                    <a:pt x="7675" y="229"/>
                    <a:pt x="7667" y="229"/>
                  </a:cubicBezTo>
                  <a:cubicBezTo>
                    <a:pt x="7649" y="229"/>
                    <a:pt x="7636" y="269"/>
                    <a:pt x="7636" y="309"/>
                  </a:cubicBezTo>
                  <a:cubicBezTo>
                    <a:pt x="7636" y="364"/>
                    <a:pt x="7630" y="394"/>
                    <a:pt x="7620" y="394"/>
                  </a:cubicBezTo>
                  <a:cubicBezTo>
                    <a:pt x="7609" y="394"/>
                    <a:pt x="7593" y="350"/>
                    <a:pt x="7580" y="252"/>
                  </a:cubicBezTo>
                  <a:cubicBezTo>
                    <a:pt x="7580" y="180"/>
                    <a:pt x="7568" y="151"/>
                    <a:pt x="7559" y="151"/>
                  </a:cubicBezTo>
                  <a:cubicBezTo>
                    <a:pt x="7553" y="151"/>
                    <a:pt x="7547" y="164"/>
                    <a:pt x="7547" y="187"/>
                  </a:cubicBezTo>
                  <a:cubicBezTo>
                    <a:pt x="7530" y="233"/>
                    <a:pt x="7508" y="275"/>
                    <a:pt x="7489" y="275"/>
                  </a:cubicBezTo>
                  <a:cubicBezTo>
                    <a:pt x="7481" y="275"/>
                    <a:pt x="7473" y="269"/>
                    <a:pt x="7466" y="252"/>
                  </a:cubicBezTo>
                  <a:cubicBezTo>
                    <a:pt x="7434" y="252"/>
                    <a:pt x="7409" y="252"/>
                    <a:pt x="7409" y="366"/>
                  </a:cubicBezTo>
                  <a:cubicBezTo>
                    <a:pt x="7409" y="431"/>
                    <a:pt x="7377" y="431"/>
                    <a:pt x="7353" y="431"/>
                  </a:cubicBezTo>
                  <a:cubicBezTo>
                    <a:pt x="7344" y="382"/>
                    <a:pt x="7353" y="341"/>
                    <a:pt x="7377" y="309"/>
                  </a:cubicBezTo>
                  <a:lnTo>
                    <a:pt x="7320" y="309"/>
                  </a:lnTo>
                  <a:cubicBezTo>
                    <a:pt x="7272" y="285"/>
                    <a:pt x="7239" y="236"/>
                    <a:pt x="7239" y="187"/>
                  </a:cubicBezTo>
                  <a:cubicBezTo>
                    <a:pt x="7225" y="160"/>
                    <a:pt x="7213" y="144"/>
                    <a:pt x="7205" y="144"/>
                  </a:cubicBezTo>
                  <a:close/>
                  <a:moveTo>
                    <a:pt x="485" y="1517"/>
                  </a:moveTo>
                  <a:cubicBezTo>
                    <a:pt x="461" y="1558"/>
                    <a:pt x="453" y="1598"/>
                    <a:pt x="453" y="1639"/>
                  </a:cubicBezTo>
                  <a:lnTo>
                    <a:pt x="485" y="1639"/>
                  </a:lnTo>
                  <a:cubicBezTo>
                    <a:pt x="510" y="1639"/>
                    <a:pt x="510" y="1582"/>
                    <a:pt x="510" y="1517"/>
                  </a:cubicBezTo>
                  <a:close/>
                  <a:moveTo>
                    <a:pt x="6753" y="1979"/>
                  </a:moveTo>
                  <a:cubicBezTo>
                    <a:pt x="6736" y="2020"/>
                    <a:pt x="6720" y="2060"/>
                    <a:pt x="6720" y="2101"/>
                  </a:cubicBezTo>
                  <a:cubicBezTo>
                    <a:pt x="6720" y="2124"/>
                    <a:pt x="6726" y="2137"/>
                    <a:pt x="6734" y="2137"/>
                  </a:cubicBezTo>
                  <a:cubicBezTo>
                    <a:pt x="6745" y="2137"/>
                    <a:pt x="6762" y="2108"/>
                    <a:pt x="6777" y="2036"/>
                  </a:cubicBezTo>
                  <a:cubicBezTo>
                    <a:pt x="6777" y="1979"/>
                    <a:pt x="6777" y="1979"/>
                    <a:pt x="6753" y="197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2"/>
            <p:cNvSpPr/>
            <p:nvPr/>
          </p:nvSpPr>
          <p:spPr>
            <a:xfrm>
              <a:off x="5461568" y="2257053"/>
              <a:ext cx="498198" cy="36733"/>
            </a:xfrm>
            <a:custGeom>
              <a:avLst/>
              <a:gdLst/>
              <a:ahLst/>
              <a:cxnLst/>
              <a:rect l="l" t="t" r="r" b="b"/>
              <a:pathLst>
                <a:path w="28902" h="2131" extrusionOk="0">
                  <a:moveTo>
                    <a:pt x="8064" y="1"/>
                  </a:moveTo>
                  <a:cubicBezTo>
                    <a:pt x="7991" y="1"/>
                    <a:pt x="7991" y="1"/>
                    <a:pt x="8024" y="58"/>
                  </a:cubicBezTo>
                  <a:lnTo>
                    <a:pt x="8097" y="58"/>
                  </a:lnTo>
                  <a:cubicBezTo>
                    <a:pt x="8097" y="1"/>
                    <a:pt x="8097" y="1"/>
                    <a:pt x="8064" y="1"/>
                  </a:cubicBezTo>
                  <a:close/>
                  <a:moveTo>
                    <a:pt x="1124" y="325"/>
                  </a:moveTo>
                  <a:lnTo>
                    <a:pt x="1157" y="390"/>
                  </a:lnTo>
                  <a:lnTo>
                    <a:pt x="1189" y="390"/>
                  </a:lnTo>
                  <a:cubicBezTo>
                    <a:pt x="1189" y="325"/>
                    <a:pt x="1189" y="325"/>
                    <a:pt x="1157" y="325"/>
                  </a:cubicBezTo>
                  <a:close/>
                  <a:moveTo>
                    <a:pt x="20234" y="342"/>
                  </a:moveTo>
                  <a:cubicBezTo>
                    <a:pt x="20234" y="398"/>
                    <a:pt x="20234" y="455"/>
                    <a:pt x="20202" y="455"/>
                  </a:cubicBezTo>
                  <a:lnTo>
                    <a:pt x="20169" y="398"/>
                  </a:lnTo>
                  <a:lnTo>
                    <a:pt x="20202" y="342"/>
                  </a:lnTo>
                  <a:close/>
                  <a:moveTo>
                    <a:pt x="12751" y="358"/>
                  </a:moveTo>
                  <a:cubicBezTo>
                    <a:pt x="12751" y="423"/>
                    <a:pt x="12751" y="479"/>
                    <a:pt x="12718" y="479"/>
                  </a:cubicBezTo>
                  <a:lnTo>
                    <a:pt x="12686" y="479"/>
                  </a:lnTo>
                  <a:cubicBezTo>
                    <a:pt x="12686" y="439"/>
                    <a:pt x="12702" y="398"/>
                    <a:pt x="12718" y="358"/>
                  </a:cubicBezTo>
                  <a:close/>
                  <a:moveTo>
                    <a:pt x="19788" y="390"/>
                  </a:moveTo>
                  <a:cubicBezTo>
                    <a:pt x="19829" y="390"/>
                    <a:pt x="19829" y="390"/>
                    <a:pt x="19829" y="455"/>
                  </a:cubicBezTo>
                  <a:cubicBezTo>
                    <a:pt x="19829" y="455"/>
                    <a:pt x="19829" y="512"/>
                    <a:pt x="19788" y="512"/>
                  </a:cubicBezTo>
                  <a:lnTo>
                    <a:pt x="19756" y="455"/>
                  </a:lnTo>
                  <a:cubicBezTo>
                    <a:pt x="19756" y="390"/>
                    <a:pt x="19788" y="390"/>
                    <a:pt x="19788" y="390"/>
                  </a:cubicBezTo>
                  <a:close/>
                  <a:moveTo>
                    <a:pt x="7416" y="406"/>
                  </a:moveTo>
                  <a:cubicBezTo>
                    <a:pt x="7416" y="447"/>
                    <a:pt x="7424" y="496"/>
                    <a:pt x="7448" y="528"/>
                  </a:cubicBezTo>
                  <a:cubicBezTo>
                    <a:pt x="7481" y="528"/>
                    <a:pt x="7481" y="471"/>
                    <a:pt x="7481" y="471"/>
                  </a:cubicBezTo>
                  <a:cubicBezTo>
                    <a:pt x="7481" y="471"/>
                    <a:pt x="7481" y="406"/>
                    <a:pt x="7448" y="406"/>
                  </a:cubicBezTo>
                  <a:close/>
                  <a:moveTo>
                    <a:pt x="23907" y="447"/>
                  </a:moveTo>
                  <a:cubicBezTo>
                    <a:pt x="23939" y="447"/>
                    <a:pt x="23939" y="447"/>
                    <a:pt x="23939" y="504"/>
                  </a:cubicBezTo>
                  <a:cubicBezTo>
                    <a:pt x="23939" y="569"/>
                    <a:pt x="23907" y="625"/>
                    <a:pt x="23874" y="625"/>
                  </a:cubicBezTo>
                  <a:cubicBezTo>
                    <a:pt x="23834" y="625"/>
                    <a:pt x="23834" y="504"/>
                    <a:pt x="23907" y="447"/>
                  </a:cubicBezTo>
                  <a:close/>
                  <a:moveTo>
                    <a:pt x="7075" y="585"/>
                  </a:moveTo>
                  <a:cubicBezTo>
                    <a:pt x="7108" y="585"/>
                    <a:pt x="7108" y="585"/>
                    <a:pt x="7108" y="642"/>
                  </a:cubicBezTo>
                  <a:lnTo>
                    <a:pt x="7075" y="642"/>
                  </a:lnTo>
                  <a:lnTo>
                    <a:pt x="7043" y="585"/>
                  </a:lnTo>
                  <a:close/>
                  <a:moveTo>
                    <a:pt x="28706" y="400"/>
                  </a:moveTo>
                  <a:cubicBezTo>
                    <a:pt x="28726" y="400"/>
                    <a:pt x="28712" y="482"/>
                    <a:pt x="28666" y="569"/>
                  </a:cubicBezTo>
                  <a:cubicBezTo>
                    <a:pt x="28650" y="629"/>
                    <a:pt x="28642" y="660"/>
                    <a:pt x="28638" y="660"/>
                  </a:cubicBezTo>
                  <a:cubicBezTo>
                    <a:pt x="28634" y="660"/>
                    <a:pt x="28634" y="629"/>
                    <a:pt x="28634" y="569"/>
                  </a:cubicBezTo>
                  <a:cubicBezTo>
                    <a:pt x="28634" y="512"/>
                    <a:pt x="28634" y="447"/>
                    <a:pt x="28666" y="447"/>
                  </a:cubicBezTo>
                  <a:cubicBezTo>
                    <a:pt x="28685" y="414"/>
                    <a:pt x="28698" y="400"/>
                    <a:pt x="28706" y="400"/>
                  </a:cubicBezTo>
                  <a:close/>
                  <a:moveTo>
                    <a:pt x="4659" y="552"/>
                  </a:moveTo>
                  <a:lnTo>
                    <a:pt x="4659" y="609"/>
                  </a:lnTo>
                  <a:lnTo>
                    <a:pt x="4627" y="674"/>
                  </a:lnTo>
                  <a:lnTo>
                    <a:pt x="4594" y="609"/>
                  </a:lnTo>
                  <a:cubicBezTo>
                    <a:pt x="4594" y="552"/>
                    <a:pt x="4627" y="552"/>
                    <a:pt x="4659" y="552"/>
                  </a:cubicBezTo>
                  <a:close/>
                  <a:moveTo>
                    <a:pt x="5592" y="467"/>
                  </a:moveTo>
                  <a:cubicBezTo>
                    <a:pt x="5602" y="467"/>
                    <a:pt x="5595" y="496"/>
                    <a:pt x="5575" y="569"/>
                  </a:cubicBezTo>
                  <a:lnTo>
                    <a:pt x="5510" y="682"/>
                  </a:lnTo>
                  <a:cubicBezTo>
                    <a:pt x="5478" y="682"/>
                    <a:pt x="5510" y="625"/>
                    <a:pt x="5543" y="504"/>
                  </a:cubicBezTo>
                  <a:cubicBezTo>
                    <a:pt x="5569" y="481"/>
                    <a:pt x="5585" y="467"/>
                    <a:pt x="5592" y="467"/>
                  </a:cubicBezTo>
                  <a:close/>
                  <a:moveTo>
                    <a:pt x="6791" y="556"/>
                  </a:moveTo>
                  <a:cubicBezTo>
                    <a:pt x="6812" y="556"/>
                    <a:pt x="6824" y="613"/>
                    <a:pt x="6800" y="698"/>
                  </a:cubicBezTo>
                  <a:lnTo>
                    <a:pt x="6735" y="698"/>
                  </a:lnTo>
                  <a:cubicBezTo>
                    <a:pt x="6735" y="642"/>
                    <a:pt x="6735" y="577"/>
                    <a:pt x="6767" y="577"/>
                  </a:cubicBezTo>
                  <a:cubicBezTo>
                    <a:pt x="6775" y="562"/>
                    <a:pt x="6783" y="556"/>
                    <a:pt x="6791" y="556"/>
                  </a:cubicBezTo>
                  <a:close/>
                  <a:moveTo>
                    <a:pt x="678" y="617"/>
                  </a:moveTo>
                  <a:cubicBezTo>
                    <a:pt x="719" y="617"/>
                    <a:pt x="719" y="617"/>
                    <a:pt x="711" y="682"/>
                  </a:cubicBezTo>
                  <a:cubicBezTo>
                    <a:pt x="711" y="682"/>
                    <a:pt x="678" y="739"/>
                    <a:pt x="646" y="739"/>
                  </a:cubicBezTo>
                  <a:lnTo>
                    <a:pt x="613" y="682"/>
                  </a:lnTo>
                  <a:cubicBezTo>
                    <a:pt x="613" y="617"/>
                    <a:pt x="646" y="617"/>
                    <a:pt x="678" y="617"/>
                  </a:cubicBezTo>
                  <a:close/>
                  <a:moveTo>
                    <a:pt x="21385" y="650"/>
                  </a:moveTo>
                  <a:cubicBezTo>
                    <a:pt x="21426" y="650"/>
                    <a:pt x="21426" y="714"/>
                    <a:pt x="21426" y="714"/>
                  </a:cubicBezTo>
                  <a:cubicBezTo>
                    <a:pt x="21426" y="714"/>
                    <a:pt x="21426" y="771"/>
                    <a:pt x="21385" y="771"/>
                  </a:cubicBezTo>
                  <a:cubicBezTo>
                    <a:pt x="21369" y="731"/>
                    <a:pt x="21353" y="690"/>
                    <a:pt x="21353" y="650"/>
                  </a:cubicBezTo>
                  <a:close/>
                  <a:moveTo>
                    <a:pt x="8857" y="629"/>
                  </a:moveTo>
                  <a:cubicBezTo>
                    <a:pt x="8869" y="629"/>
                    <a:pt x="8888" y="658"/>
                    <a:pt x="8908" y="731"/>
                  </a:cubicBezTo>
                  <a:cubicBezTo>
                    <a:pt x="8908" y="787"/>
                    <a:pt x="8908" y="787"/>
                    <a:pt x="8875" y="787"/>
                  </a:cubicBezTo>
                  <a:cubicBezTo>
                    <a:pt x="8851" y="747"/>
                    <a:pt x="8843" y="706"/>
                    <a:pt x="8843" y="666"/>
                  </a:cubicBezTo>
                  <a:cubicBezTo>
                    <a:pt x="8843" y="643"/>
                    <a:pt x="8848" y="629"/>
                    <a:pt x="8857" y="629"/>
                  </a:cubicBezTo>
                  <a:close/>
                  <a:moveTo>
                    <a:pt x="9151" y="674"/>
                  </a:moveTo>
                  <a:cubicBezTo>
                    <a:pt x="9151" y="731"/>
                    <a:pt x="9151" y="787"/>
                    <a:pt x="9110" y="787"/>
                  </a:cubicBezTo>
                  <a:lnTo>
                    <a:pt x="9078" y="731"/>
                  </a:lnTo>
                  <a:lnTo>
                    <a:pt x="9110" y="674"/>
                  </a:lnTo>
                  <a:close/>
                  <a:moveTo>
                    <a:pt x="22772" y="647"/>
                  </a:moveTo>
                  <a:cubicBezTo>
                    <a:pt x="22777" y="647"/>
                    <a:pt x="22780" y="655"/>
                    <a:pt x="22780" y="674"/>
                  </a:cubicBezTo>
                  <a:cubicBezTo>
                    <a:pt x="22780" y="714"/>
                    <a:pt x="22772" y="755"/>
                    <a:pt x="22747" y="787"/>
                  </a:cubicBezTo>
                  <a:cubicBezTo>
                    <a:pt x="22747" y="787"/>
                    <a:pt x="22733" y="816"/>
                    <a:pt x="22723" y="816"/>
                  </a:cubicBezTo>
                  <a:cubicBezTo>
                    <a:pt x="22719" y="816"/>
                    <a:pt x="22715" y="809"/>
                    <a:pt x="22715" y="787"/>
                  </a:cubicBezTo>
                  <a:lnTo>
                    <a:pt x="22715" y="731"/>
                  </a:lnTo>
                  <a:cubicBezTo>
                    <a:pt x="22738" y="691"/>
                    <a:pt x="22761" y="647"/>
                    <a:pt x="22772" y="647"/>
                  </a:cubicBezTo>
                  <a:close/>
                  <a:moveTo>
                    <a:pt x="20481" y="714"/>
                  </a:moveTo>
                  <a:cubicBezTo>
                    <a:pt x="20494" y="714"/>
                    <a:pt x="20502" y="731"/>
                    <a:pt x="20502" y="763"/>
                  </a:cubicBezTo>
                  <a:cubicBezTo>
                    <a:pt x="20502" y="820"/>
                    <a:pt x="20502" y="820"/>
                    <a:pt x="20469" y="820"/>
                  </a:cubicBezTo>
                  <a:cubicBezTo>
                    <a:pt x="20404" y="820"/>
                    <a:pt x="20404" y="820"/>
                    <a:pt x="20437" y="763"/>
                  </a:cubicBezTo>
                  <a:cubicBezTo>
                    <a:pt x="20453" y="731"/>
                    <a:pt x="20469" y="714"/>
                    <a:pt x="20481" y="714"/>
                  </a:cubicBezTo>
                  <a:close/>
                  <a:moveTo>
                    <a:pt x="20704" y="763"/>
                  </a:moveTo>
                  <a:cubicBezTo>
                    <a:pt x="20745" y="763"/>
                    <a:pt x="20745" y="763"/>
                    <a:pt x="20745" y="820"/>
                  </a:cubicBezTo>
                  <a:lnTo>
                    <a:pt x="20704" y="820"/>
                  </a:lnTo>
                  <a:lnTo>
                    <a:pt x="20672" y="763"/>
                  </a:lnTo>
                  <a:close/>
                  <a:moveTo>
                    <a:pt x="21045" y="771"/>
                  </a:moveTo>
                  <a:cubicBezTo>
                    <a:pt x="21085" y="771"/>
                    <a:pt x="21085" y="771"/>
                    <a:pt x="21085" y="828"/>
                  </a:cubicBezTo>
                  <a:lnTo>
                    <a:pt x="21045" y="828"/>
                  </a:lnTo>
                  <a:lnTo>
                    <a:pt x="21012" y="771"/>
                  </a:lnTo>
                  <a:close/>
                  <a:moveTo>
                    <a:pt x="16967" y="714"/>
                  </a:moveTo>
                  <a:cubicBezTo>
                    <a:pt x="16967" y="771"/>
                    <a:pt x="16967" y="836"/>
                    <a:pt x="16934" y="836"/>
                  </a:cubicBezTo>
                  <a:lnTo>
                    <a:pt x="16902" y="836"/>
                  </a:lnTo>
                  <a:cubicBezTo>
                    <a:pt x="16902" y="787"/>
                    <a:pt x="16910" y="747"/>
                    <a:pt x="16934" y="714"/>
                  </a:cubicBezTo>
                  <a:close/>
                  <a:moveTo>
                    <a:pt x="13197" y="723"/>
                  </a:moveTo>
                  <a:cubicBezTo>
                    <a:pt x="13197" y="779"/>
                    <a:pt x="13197" y="844"/>
                    <a:pt x="13156" y="844"/>
                  </a:cubicBezTo>
                  <a:lnTo>
                    <a:pt x="13124" y="779"/>
                  </a:lnTo>
                  <a:lnTo>
                    <a:pt x="13156" y="723"/>
                  </a:lnTo>
                  <a:close/>
                  <a:moveTo>
                    <a:pt x="8299" y="779"/>
                  </a:moveTo>
                  <a:cubicBezTo>
                    <a:pt x="8332" y="779"/>
                    <a:pt x="8332" y="836"/>
                    <a:pt x="8332" y="836"/>
                  </a:cubicBezTo>
                  <a:cubicBezTo>
                    <a:pt x="8332" y="858"/>
                    <a:pt x="8328" y="865"/>
                    <a:pt x="8322" y="865"/>
                  </a:cubicBezTo>
                  <a:cubicBezTo>
                    <a:pt x="8309" y="865"/>
                    <a:pt x="8286" y="836"/>
                    <a:pt x="8259" y="836"/>
                  </a:cubicBezTo>
                  <a:cubicBezTo>
                    <a:pt x="8226" y="779"/>
                    <a:pt x="8226" y="779"/>
                    <a:pt x="8299" y="779"/>
                  </a:cubicBezTo>
                  <a:close/>
                  <a:moveTo>
                    <a:pt x="1051" y="625"/>
                  </a:moveTo>
                  <a:cubicBezTo>
                    <a:pt x="1092" y="625"/>
                    <a:pt x="1124" y="625"/>
                    <a:pt x="1124" y="682"/>
                  </a:cubicBezTo>
                  <a:lnTo>
                    <a:pt x="1092" y="682"/>
                  </a:lnTo>
                  <a:cubicBezTo>
                    <a:pt x="1092" y="666"/>
                    <a:pt x="1088" y="659"/>
                    <a:pt x="1084" y="659"/>
                  </a:cubicBezTo>
                  <a:cubicBezTo>
                    <a:pt x="1075" y="659"/>
                    <a:pt x="1063" y="701"/>
                    <a:pt x="1092" y="747"/>
                  </a:cubicBezTo>
                  <a:lnTo>
                    <a:pt x="1092" y="869"/>
                  </a:lnTo>
                  <a:cubicBezTo>
                    <a:pt x="1051" y="860"/>
                    <a:pt x="1019" y="804"/>
                    <a:pt x="1019" y="747"/>
                  </a:cubicBezTo>
                  <a:cubicBezTo>
                    <a:pt x="986" y="625"/>
                    <a:pt x="986" y="625"/>
                    <a:pt x="1051" y="625"/>
                  </a:cubicBezTo>
                  <a:close/>
                  <a:moveTo>
                    <a:pt x="5851" y="747"/>
                  </a:moveTo>
                  <a:cubicBezTo>
                    <a:pt x="5851" y="804"/>
                    <a:pt x="5851" y="869"/>
                    <a:pt x="5810" y="869"/>
                  </a:cubicBezTo>
                  <a:lnTo>
                    <a:pt x="5778" y="869"/>
                  </a:lnTo>
                  <a:cubicBezTo>
                    <a:pt x="5786" y="828"/>
                    <a:pt x="5794" y="787"/>
                    <a:pt x="5810" y="747"/>
                  </a:cubicBezTo>
                  <a:close/>
                  <a:moveTo>
                    <a:pt x="15540" y="755"/>
                  </a:moveTo>
                  <a:cubicBezTo>
                    <a:pt x="15605" y="755"/>
                    <a:pt x="15605" y="755"/>
                    <a:pt x="15605" y="812"/>
                  </a:cubicBezTo>
                  <a:cubicBezTo>
                    <a:pt x="15605" y="877"/>
                    <a:pt x="15540" y="877"/>
                    <a:pt x="15507" y="877"/>
                  </a:cubicBezTo>
                  <a:cubicBezTo>
                    <a:pt x="15475" y="812"/>
                    <a:pt x="15507" y="755"/>
                    <a:pt x="15540" y="755"/>
                  </a:cubicBezTo>
                  <a:close/>
                  <a:moveTo>
                    <a:pt x="20969" y="851"/>
                  </a:moveTo>
                  <a:cubicBezTo>
                    <a:pt x="20966" y="851"/>
                    <a:pt x="20958" y="858"/>
                    <a:pt x="20948" y="877"/>
                  </a:cubicBezTo>
                  <a:cubicBezTo>
                    <a:pt x="20969" y="877"/>
                    <a:pt x="20976" y="851"/>
                    <a:pt x="20969" y="851"/>
                  </a:cubicBezTo>
                  <a:close/>
                  <a:moveTo>
                    <a:pt x="7651" y="771"/>
                  </a:moveTo>
                  <a:cubicBezTo>
                    <a:pt x="7683" y="771"/>
                    <a:pt x="7716" y="771"/>
                    <a:pt x="7716" y="828"/>
                  </a:cubicBezTo>
                  <a:cubicBezTo>
                    <a:pt x="7716" y="828"/>
                    <a:pt x="7716" y="893"/>
                    <a:pt x="7683" y="893"/>
                  </a:cubicBezTo>
                  <a:cubicBezTo>
                    <a:pt x="7651" y="893"/>
                    <a:pt x="7618" y="828"/>
                    <a:pt x="7618" y="828"/>
                  </a:cubicBezTo>
                  <a:cubicBezTo>
                    <a:pt x="7618" y="771"/>
                    <a:pt x="7651" y="771"/>
                    <a:pt x="7651" y="771"/>
                  </a:cubicBezTo>
                  <a:close/>
                  <a:moveTo>
                    <a:pt x="4824" y="652"/>
                  </a:moveTo>
                  <a:cubicBezTo>
                    <a:pt x="4829" y="652"/>
                    <a:pt x="4829" y="680"/>
                    <a:pt x="4829" y="731"/>
                  </a:cubicBezTo>
                  <a:cubicBezTo>
                    <a:pt x="4837" y="804"/>
                    <a:pt x="4813" y="869"/>
                    <a:pt x="4756" y="909"/>
                  </a:cubicBezTo>
                  <a:lnTo>
                    <a:pt x="4691" y="909"/>
                  </a:lnTo>
                  <a:lnTo>
                    <a:pt x="4764" y="796"/>
                  </a:lnTo>
                  <a:cubicBezTo>
                    <a:pt x="4801" y="696"/>
                    <a:pt x="4817" y="652"/>
                    <a:pt x="4824" y="652"/>
                  </a:cubicBezTo>
                  <a:close/>
                  <a:moveTo>
                    <a:pt x="11356" y="820"/>
                  </a:moveTo>
                  <a:cubicBezTo>
                    <a:pt x="11356" y="877"/>
                    <a:pt x="11356" y="941"/>
                    <a:pt x="11324" y="941"/>
                  </a:cubicBezTo>
                  <a:lnTo>
                    <a:pt x="11291" y="877"/>
                  </a:lnTo>
                  <a:lnTo>
                    <a:pt x="11324" y="820"/>
                  </a:lnTo>
                  <a:close/>
                  <a:moveTo>
                    <a:pt x="3029" y="828"/>
                  </a:moveTo>
                  <a:cubicBezTo>
                    <a:pt x="3062" y="828"/>
                    <a:pt x="3062" y="893"/>
                    <a:pt x="2989" y="950"/>
                  </a:cubicBezTo>
                  <a:lnTo>
                    <a:pt x="2924" y="950"/>
                  </a:lnTo>
                  <a:cubicBezTo>
                    <a:pt x="2932" y="893"/>
                    <a:pt x="2973" y="844"/>
                    <a:pt x="3029" y="828"/>
                  </a:cubicBezTo>
                  <a:close/>
                  <a:moveTo>
                    <a:pt x="12143" y="771"/>
                  </a:moveTo>
                  <a:cubicBezTo>
                    <a:pt x="12175" y="771"/>
                    <a:pt x="12175" y="771"/>
                    <a:pt x="12175" y="828"/>
                  </a:cubicBezTo>
                  <a:cubicBezTo>
                    <a:pt x="12167" y="869"/>
                    <a:pt x="12159" y="909"/>
                    <a:pt x="12134" y="950"/>
                  </a:cubicBezTo>
                  <a:cubicBezTo>
                    <a:pt x="12102" y="950"/>
                    <a:pt x="12143" y="828"/>
                    <a:pt x="12143" y="771"/>
                  </a:cubicBezTo>
                  <a:close/>
                  <a:moveTo>
                    <a:pt x="6524" y="933"/>
                  </a:moveTo>
                  <a:lnTo>
                    <a:pt x="6524" y="998"/>
                  </a:lnTo>
                  <a:cubicBezTo>
                    <a:pt x="6502" y="998"/>
                    <a:pt x="6481" y="1023"/>
                    <a:pt x="6469" y="1023"/>
                  </a:cubicBezTo>
                  <a:cubicBezTo>
                    <a:pt x="6463" y="1023"/>
                    <a:pt x="6459" y="1017"/>
                    <a:pt x="6459" y="998"/>
                  </a:cubicBezTo>
                  <a:cubicBezTo>
                    <a:pt x="6427" y="998"/>
                    <a:pt x="6491" y="933"/>
                    <a:pt x="6524" y="933"/>
                  </a:cubicBezTo>
                  <a:close/>
                  <a:moveTo>
                    <a:pt x="20607" y="1053"/>
                  </a:moveTo>
                  <a:lnTo>
                    <a:pt x="20607" y="1053"/>
                  </a:lnTo>
                  <a:cubicBezTo>
                    <a:pt x="20607" y="1054"/>
                    <a:pt x="20607" y="1054"/>
                    <a:pt x="20607" y="1055"/>
                  </a:cubicBezTo>
                  <a:cubicBezTo>
                    <a:pt x="20607" y="1055"/>
                    <a:pt x="20607" y="1055"/>
                    <a:pt x="20607" y="1055"/>
                  </a:cubicBezTo>
                  <a:lnTo>
                    <a:pt x="20607" y="1055"/>
                  </a:lnTo>
                  <a:cubicBezTo>
                    <a:pt x="20607" y="1055"/>
                    <a:pt x="20607" y="1054"/>
                    <a:pt x="20607" y="1053"/>
                  </a:cubicBezTo>
                  <a:close/>
                  <a:moveTo>
                    <a:pt x="3178" y="926"/>
                  </a:moveTo>
                  <a:cubicBezTo>
                    <a:pt x="3143" y="926"/>
                    <a:pt x="3127" y="966"/>
                    <a:pt x="3127" y="1006"/>
                  </a:cubicBezTo>
                  <a:lnTo>
                    <a:pt x="3127" y="1014"/>
                  </a:lnTo>
                  <a:cubicBezTo>
                    <a:pt x="3127" y="1071"/>
                    <a:pt x="3159" y="1071"/>
                    <a:pt x="3232" y="1071"/>
                  </a:cubicBezTo>
                  <a:cubicBezTo>
                    <a:pt x="3265" y="1071"/>
                    <a:pt x="3297" y="1014"/>
                    <a:pt x="3297" y="1014"/>
                  </a:cubicBezTo>
                  <a:cubicBezTo>
                    <a:pt x="3297" y="950"/>
                    <a:pt x="3265" y="950"/>
                    <a:pt x="3232" y="950"/>
                  </a:cubicBezTo>
                  <a:cubicBezTo>
                    <a:pt x="3211" y="933"/>
                    <a:pt x="3193" y="926"/>
                    <a:pt x="3178" y="926"/>
                  </a:cubicBezTo>
                  <a:close/>
                  <a:moveTo>
                    <a:pt x="20607" y="1055"/>
                  </a:moveTo>
                  <a:cubicBezTo>
                    <a:pt x="20610" y="1081"/>
                    <a:pt x="20616" y="1092"/>
                    <a:pt x="20618" y="1092"/>
                  </a:cubicBezTo>
                  <a:cubicBezTo>
                    <a:pt x="20621" y="1092"/>
                    <a:pt x="20620" y="1079"/>
                    <a:pt x="20607" y="1055"/>
                  </a:cubicBezTo>
                  <a:close/>
                  <a:moveTo>
                    <a:pt x="8637" y="151"/>
                  </a:moveTo>
                  <a:cubicBezTo>
                    <a:pt x="8624" y="151"/>
                    <a:pt x="8621" y="180"/>
                    <a:pt x="8640" y="252"/>
                  </a:cubicBezTo>
                  <a:cubicBezTo>
                    <a:pt x="8640" y="366"/>
                    <a:pt x="8640" y="366"/>
                    <a:pt x="8567" y="366"/>
                  </a:cubicBezTo>
                  <a:cubicBezTo>
                    <a:pt x="8535" y="366"/>
                    <a:pt x="8502" y="366"/>
                    <a:pt x="8502" y="309"/>
                  </a:cubicBezTo>
                  <a:cubicBezTo>
                    <a:pt x="8502" y="244"/>
                    <a:pt x="8502" y="244"/>
                    <a:pt x="8437" y="244"/>
                  </a:cubicBezTo>
                  <a:cubicBezTo>
                    <a:pt x="8332" y="244"/>
                    <a:pt x="8235" y="423"/>
                    <a:pt x="8194" y="544"/>
                  </a:cubicBezTo>
                  <a:cubicBezTo>
                    <a:pt x="8194" y="601"/>
                    <a:pt x="8194" y="629"/>
                    <a:pt x="8190" y="629"/>
                  </a:cubicBezTo>
                  <a:cubicBezTo>
                    <a:pt x="8186" y="629"/>
                    <a:pt x="8178" y="601"/>
                    <a:pt x="8162" y="544"/>
                  </a:cubicBezTo>
                  <a:cubicBezTo>
                    <a:pt x="8162" y="479"/>
                    <a:pt x="8129" y="479"/>
                    <a:pt x="8097" y="479"/>
                  </a:cubicBezTo>
                  <a:cubicBezTo>
                    <a:pt x="8097" y="501"/>
                    <a:pt x="8093" y="508"/>
                    <a:pt x="8090" y="508"/>
                  </a:cubicBezTo>
                  <a:cubicBezTo>
                    <a:pt x="8082" y="508"/>
                    <a:pt x="8075" y="479"/>
                    <a:pt x="8097" y="479"/>
                  </a:cubicBezTo>
                  <a:cubicBezTo>
                    <a:pt x="8097" y="423"/>
                    <a:pt x="8129" y="423"/>
                    <a:pt x="8162" y="423"/>
                  </a:cubicBezTo>
                  <a:lnTo>
                    <a:pt x="8162" y="366"/>
                  </a:lnTo>
                  <a:cubicBezTo>
                    <a:pt x="8145" y="304"/>
                    <a:pt x="8129" y="274"/>
                    <a:pt x="8112" y="274"/>
                  </a:cubicBezTo>
                  <a:cubicBezTo>
                    <a:pt x="8096" y="274"/>
                    <a:pt x="8080" y="302"/>
                    <a:pt x="8064" y="358"/>
                  </a:cubicBezTo>
                  <a:cubicBezTo>
                    <a:pt x="8044" y="390"/>
                    <a:pt x="8034" y="406"/>
                    <a:pt x="8025" y="406"/>
                  </a:cubicBezTo>
                  <a:cubicBezTo>
                    <a:pt x="8016" y="406"/>
                    <a:pt x="8008" y="390"/>
                    <a:pt x="7991" y="358"/>
                  </a:cubicBezTo>
                  <a:cubicBezTo>
                    <a:pt x="7969" y="318"/>
                    <a:pt x="7946" y="274"/>
                    <a:pt x="7934" y="274"/>
                  </a:cubicBezTo>
                  <a:cubicBezTo>
                    <a:pt x="7929" y="274"/>
                    <a:pt x="7926" y="282"/>
                    <a:pt x="7926" y="301"/>
                  </a:cubicBezTo>
                  <a:cubicBezTo>
                    <a:pt x="7886" y="301"/>
                    <a:pt x="7845" y="277"/>
                    <a:pt x="7821" y="236"/>
                  </a:cubicBezTo>
                  <a:cubicBezTo>
                    <a:pt x="7756" y="236"/>
                    <a:pt x="7724" y="236"/>
                    <a:pt x="7724" y="301"/>
                  </a:cubicBezTo>
                  <a:cubicBezTo>
                    <a:pt x="7724" y="358"/>
                    <a:pt x="7683" y="358"/>
                    <a:pt x="7651" y="358"/>
                  </a:cubicBezTo>
                  <a:cubicBezTo>
                    <a:pt x="7618" y="358"/>
                    <a:pt x="7586" y="358"/>
                    <a:pt x="7586" y="414"/>
                  </a:cubicBezTo>
                  <a:cubicBezTo>
                    <a:pt x="7594" y="479"/>
                    <a:pt x="7545" y="528"/>
                    <a:pt x="7481" y="536"/>
                  </a:cubicBezTo>
                  <a:cubicBezTo>
                    <a:pt x="7454" y="559"/>
                    <a:pt x="7439" y="573"/>
                    <a:pt x="7427" y="573"/>
                  </a:cubicBezTo>
                  <a:cubicBezTo>
                    <a:pt x="7410" y="573"/>
                    <a:pt x="7403" y="544"/>
                    <a:pt x="7383" y="471"/>
                  </a:cubicBezTo>
                  <a:cubicBezTo>
                    <a:pt x="7383" y="414"/>
                    <a:pt x="7351" y="414"/>
                    <a:pt x="7310" y="414"/>
                  </a:cubicBezTo>
                  <a:cubicBezTo>
                    <a:pt x="7310" y="414"/>
                    <a:pt x="7278" y="414"/>
                    <a:pt x="7245" y="350"/>
                  </a:cubicBezTo>
                  <a:cubicBezTo>
                    <a:pt x="7236" y="333"/>
                    <a:pt x="7229" y="326"/>
                    <a:pt x="7224" y="326"/>
                  </a:cubicBezTo>
                  <a:cubicBezTo>
                    <a:pt x="7213" y="326"/>
                    <a:pt x="7213" y="366"/>
                    <a:pt x="7213" y="406"/>
                  </a:cubicBezTo>
                  <a:lnTo>
                    <a:pt x="7213" y="528"/>
                  </a:lnTo>
                  <a:cubicBezTo>
                    <a:pt x="7181" y="528"/>
                    <a:pt x="7140" y="406"/>
                    <a:pt x="7140" y="350"/>
                  </a:cubicBezTo>
                  <a:cubicBezTo>
                    <a:pt x="7124" y="289"/>
                    <a:pt x="7116" y="258"/>
                    <a:pt x="7112" y="258"/>
                  </a:cubicBezTo>
                  <a:cubicBezTo>
                    <a:pt x="7108" y="258"/>
                    <a:pt x="7108" y="289"/>
                    <a:pt x="7108" y="350"/>
                  </a:cubicBezTo>
                  <a:cubicBezTo>
                    <a:pt x="7108" y="390"/>
                    <a:pt x="7092" y="433"/>
                    <a:pt x="7059" y="433"/>
                  </a:cubicBezTo>
                  <a:cubicBezTo>
                    <a:pt x="7046" y="433"/>
                    <a:pt x="7030" y="426"/>
                    <a:pt x="7010" y="406"/>
                  </a:cubicBezTo>
                  <a:cubicBezTo>
                    <a:pt x="6937" y="406"/>
                    <a:pt x="6872" y="406"/>
                    <a:pt x="6872" y="350"/>
                  </a:cubicBezTo>
                  <a:cubicBezTo>
                    <a:pt x="6861" y="326"/>
                    <a:pt x="6848" y="319"/>
                    <a:pt x="6836" y="319"/>
                  </a:cubicBezTo>
                  <a:cubicBezTo>
                    <a:pt x="6816" y="319"/>
                    <a:pt x="6800" y="342"/>
                    <a:pt x="6800" y="342"/>
                  </a:cubicBezTo>
                  <a:cubicBezTo>
                    <a:pt x="6783" y="374"/>
                    <a:pt x="6767" y="390"/>
                    <a:pt x="6743" y="390"/>
                  </a:cubicBezTo>
                  <a:cubicBezTo>
                    <a:pt x="6718" y="390"/>
                    <a:pt x="6686" y="374"/>
                    <a:pt x="6637" y="342"/>
                  </a:cubicBezTo>
                  <a:cubicBezTo>
                    <a:pt x="6552" y="281"/>
                    <a:pt x="6510" y="250"/>
                    <a:pt x="6488" y="250"/>
                  </a:cubicBezTo>
                  <a:cubicBezTo>
                    <a:pt x="6467" y="250"/>
                    <a:pt x="6467" y="281"/>
                    <a:pt x="6467" y="342"/>
                  </a:cubicBezTo>
                  <a:cubicBezTo>
                    <a:pt x="6467" y="375"/>
                    <a:pt x="6464" y="410"/>
                    <a:pt x="6456" y="410"/>
                  </a:cubicBezTo>
                  <a:cubicBezTo>
                    <a:pt x="6449" y="410"/>
                    <a:pt x="6440" y="392"/>
                    <a:pt x="6427" y="342"/>
                  </a:cubicBezTo>
                  <a:cubicBezTo>
                    <a:pt x="6417" y="322"/>
                    <a:pt x="6407" y="314"/>
                    <a:pt x="6397" y="314"/>
                  </a:cubicBezTo>
                  <a:cubicBezTo>
                    <a:pt x="6372" y="314"/>
                    <a:pt x="6342" y="358"/>
                    <a:pt x="6297" y="398"/>
                  </a:cubicBezTo>
                  <a:cubicBezTo>
                    <a:pt x="6264" y="471"/>
                    <a:pt x="6256" y="560"/>
                    <a:pt x="6256" y="642"/>
                  </a:cubicBezTo>
                  <a:cubicBezTo>
                    <a:pt x="6256" y="708"/>
                    <a:pt x="6256" y="736"/>
                    <a:pt x="6243" y="736"/>
                  </a:cubicBezTo>
                  <a:cubicBezTo>
                    <a:pt x="6234" y="736"/>
                    <a:pt x="6218" y="722"/>
                    <a:pt x="6191" y="698"/>
                  </a:cubicBezTo>
                  <a:cubicBezTo>
                    <a:pt x="6159" y="698"/>
                    <a:pt x="6118" y="633"/>
                    <a:pt x="6118" y="577"/>
                  </a:cubicBezTo>
                  <a:cubicBezTo>
                    <a:pt x="6127" y="520"/>
                    <a:pt x="6159" y="520"/>
                    <a:pt x="6159" y="520"/>
                  </a:cubicBezTo>
                  <a:lnTo>
                    <a:pt x="6191" y="520"/>
                  </a:lnTo>
                  <a:cubicBezTo>
                    <a:pt x="6191" y="455"/>
                    <a:pt x="6191" y="398"/>
                    <a:pt x="6127" y="398"/>
                  </a:cubicBezTo>
                  <a:cubicBezTo>
                    <a:pt x="6106" y="366"/>
                    <a:pt x="6088" y="350"/>
                    <a:pt x="6075" y="350"/>
                  </a:cubicBezTo>
                  <a:cubicBezTo>
                    <a:pt x="6062" y="350"/>
                    <a:pt x="6054" y="366"/>
                    <a:pt x="6054" y="398"/>
                  </a:cubicBezTo>
                  <a:cubicBezTo>
                    <a:pt x="6021" y="333"/>
                    <a:pt x="5956" y="333"/>
                    <a:pt x="5883" y="333"/>
                  </a:cubicBezTo>
                  <a:cubicBezTo>
                    <a:pt x="5818" y="333"/>
                    <a:pt x="5713" y="333"/>
                    <a:pt x="5681" y="269"/>
                  </a:cubicBezTo>
                  <a:cubicBezTo>
                    <a:pt x="5616" y="269"/>
                    <a:pt x="5583" y="269"/>
                    <a:pt x="5583" y="325"/>
                  </a:cubicBezTo>
                  <a:cubicBezTo>
                    <a:pt x="5583" y="398"/>
                    <a:pt x="5569" y="427"/>
                    <a:pt x="5557" y="427"/>
                  </a:cubicBezTo>
                  <a:cubicBezTo>
                    <a:pt x="5549" y="427"/>
                    <a:pt x="5543" y="413"/>
                    <a:pt x="5543" y="390"/>
                  </a:cubicBezTo>
                  <a:cubicBezTo>
                    <a:pt x="5523" y="314"/>
                    <a:pt x="5344" y="260"/>
                    <a:pt x="5203" y="260"/>
                  </a:cubicBezTo>
                  <a:cubicBezTo>
                    <a:pt x="5118" y="260"/>
                    <a:pt x="5047" y="280"/>
                    <a:pt x="5032" y="325"/>
                  </a:cubicBezTo>
                  <a:lnTo>
                    <a:pt x="4967" y="317"/>
                  </a:lnTo>
                  <a:cubicBezTo>
                    <a:pt x="4935" y="289"/>
                    <a:pt x="4868" y="275"/>
                    <a:pt x="4804" y="275"/>
                  </a:cubicBezTo>
                  <a:cubicBezTo>
                    <a:pt x="4740" y="275"/>
                    <a:pt x="4679" y="289"/>
                    <a:pt x="4659" y="317"/>
                  </a:cubicBezTo>
                  <a:lnTo>
                    <a:pt x="4562" y="309"/>
                  </a:lnTo>
                  <a:cubicBezTo>
                    <a:pt x="4525" y="281"/>
                    <a:pt x="4499" y="267"/>
                    <a:pt x="4478" y="267"/>
                  </a:cubicBezTo>
                  <a:cubicBezTo>
                    <a:pt x="4456" y="267"/>
                    <a:pt x="4440" y="281"/>
                    <a:pt x="4424" y="309"/>
                  </a:cubicBezTo>
                  <a:cubicBezTo>
                    <a:pt x="4402" y="340"/>
                    <a:pt x="4392" y="374"/>
                    <a:pt x="4388" y="387"/>
                  </a:cubicBezTo>
                  <a:lnTo>
                    <a:pt x="4388" y="387"/>
                  </a:lnTo>
                  <a:cubicBezTo>
                    <a:pt x="4389" y="383"/>
                    <a:pt x="4390" y="376"/>
                    <a:pt x="4392" y="366"/>
                  </a:cubicBezTo>
                  <a:cubicBezTo>
                    <a:pt x="4392" y="309"/>
                    <a:pt x="4319" y="309"/>
                    <a:pt x="4181" y="309"/>
                  </a:cubicBezTo>
                  <a:cubicBezTo>
                    <a:pt x="4147" y="307"/>
                    <a:pt x="4122" y="305"/>
                    <a:pt x="4104" y="305"/>
                  </a:cubicBezTo>
                  <a:cubicBezTo>
                    <a:pt x="4053" y="305"/>
                    <a:pt x="4059" y="318"/>
                    <a:pt x="4083" y="366"/>
                  </a:cubicBezTo>
                  <a:cubicBezTo>
                    <a:pt x="4044" y="382"/>
                    <a:pt x="4015" y="389"/>
                    <a:pt x="3995" y="389"/>
                  </a:cubicBezTo>
                  <a:cubicBezTo>
                    <a:pt x="3946" y="389"/>
                    <a:pt x="3946" y="347"/>
                    <a:pt x="3946" y="301"/>
                  </a:cubicBezTo>
                  <a:cubicBezTo>
                    <a:pt x="3960" y="250"/>
                    <a:pt x="3955" y="220"/>
                    <a:pt x="3942" y="220"/>
                  </a:cubicBezTo>
                  <a:cubicBezTo>
                    <a:pt x="3926" y="220"/>
                    <a:pt x="3898" y="264"/>
                    <a:pt x="3881" y="366"/>
                  </a:cubicBezTo>
                  <a:cubicBezTo>
                    <a:pt x="3857" y="432"/>
                    <a:pt x="3825" y="460"/>
                    <a:pt x="3802" y="460"/>
                  </a:cubicBezTo>
                  <a:cubicBezTo>
                    <a:pt x="3786" y="460"/>
                    <a:pt x="3775" y="446"/>
                    <a:pt x="3775" y="423"/>
                  </a:cubicBezTo>
                  <a:cubicBezTo>
                    <a:pt x="3775" y="375"/>
                    <a:pt x="3793" y="362"/>
                    <a:pt x="3815" y="362"/>
                  </a:cubicBezTo>
                  <a:cubicBezTo>
                    <a:pt x="3823" y="362"/>
                    <a:pt x="3832" y="364"/>
                    <a:pt x="3840" y="366"/>
                  </a:cubicBezTo>
                  <a:lnTo>
                    <a:pt x="3840" y="244"/>
                  </a:lnTo>
                  <a:cubicBezTo>
                    <a:pt x="3808" y="244"/>
                    <a:pt x="3808" y="244"/>
                    <a:pt x="3775" y="301"/>
                  </a:cubicBezTo>
                  <a:cubicBezTo>
                    <a:pt x="3775" y="301"/>
                    <a:pt x="3743" y="301"/>
                    <a:pt x="3710" y="358"/>
                  </a:cubicBezTo>
                  <a:cubicBezTo>
                    <a:pt x="3670" y="414"/>
                    <a:pt x="3670" y="487"/>
                    <a:pt x="3702" y="536"/>
                  </a:cubicBezTo>
                  <a:cubicBezTo>
                    <a:pt x="3743" y="601"/>
                    <a:pt x="3702" y="601"/>
                    <a:pt x="3670" y="601"/>
                  </a:cubicBezTo>
                  <a:cubicBezTo>
                    <a:pt x="3613" y="560"/>
                    <a:pt x="3597" y="479"/>
                    <a:pt x="3637" y="423"/>
                  </a:cubicBezTo>
                  <a:cubicBezTo>
                    <a:pt x="3670" y="423"/>
                    <a:pt x="3670" y="358"/>
                    <a:pt x="3670" y="301"/>
                  </a:cubicBezTo>
                  <a:cubicBezTo>
                    <a:pt x="3670" y="289"/>
                    <a:pt x="3664" y="283"/>
                    <a:pt x="3653" y="283"/>
                  </a:cubicBezTo>
                  <a:cubicBezTo>
                    <a:pt x="3609" y="283"/>
                    <a:pt x="3493" y="381"/>
                    <a:pt x="3467" y="479"/>
                  </a:cubicBezTo>
                  <a:lnTo>
                    <a:pt x="3467" y="414"/>
                  </a:lnTo>
                  <a:cubicBezTo>
                    <a:pt x="3467" y="358"/>
                    <a:pt x="3402" y="358"/>
                    <a:pt x="3329" y="358"/>
                  </a:cubicBezTo>
                  <a:cubicBezTo>
                    <a:pt x="3265" y="358"/>
                    <a:pt x="3232" y="358"/>
                    <a:pt x="3232" y="414"/>
                  </a:cubicBezTo>
                  <a:cubicBezTo>
                    <a:pt x="3232" y="471"/>
                    <a:pt x="3232" y="536"/>
                    <a:pt x="3200" y="536"/>
                  </a:cubicBezTo>
                  <a:cubicBezTo>
                    <a:pt x="3232" y="536"/>
                    <a:pt x="3232" y="593"/>
                    <a:pt x="3232" y="650"/>
                  </a:cubicBezTo>
                  <a:cubicBezTo>
                    <a:pt x="3192" y="617"/>
                    <a:pt x="3159" y="577"/>
                    <a:pt x="3127" y="528"/>
                  </a:cubicBezTo>
                  <a:cubicBezTo>
                    <a:pt x="3086" y="423"/>
                    <a:pt x="2973" y="350"/>
                    <a:pt x="2859" y="350"/>
                  </a:cubicBezTo>
                  <a:cubicBezTo>
                    <a:pt x="2786" y="350"/>
                    <a:pt x="2689" y="350"/>
                    <a:pt x="2656" y="285"/>
                  </a:cubicBezTo>
                  <a:cubicBezTo>
                    <a:pt x="2583" y="285"/>
                    <a:pt x="2551" y="285"/>
                    <a:pt x="2551" y="342"/>
                  </a:cubicBezTo>
                  <a:lnTo>
                    <a:pt x="2486" y="342"/>
                  </a:lnTo>
                  <a:cubicBezTo>
                    <a:pt x="2466" y="313"/>
                    <a:pt x="2440" y="299"/>
                    <a:pt x="2418" y="299"/>
                  </a:cubicBezTo>
                  <a:cubicBezTo>
                    <a:pt x="2397" y="299"/>
                    <a:pt x="2381" y="313"/>
                    <a:pt x="2381" y="342"/>
                  </a:cubicBezTo>
                  <a:cubicBezTo>
                    <a:pt x="2370" y="360"/>
                    <a:pt x="2359" y="367"/>
                    <a:pt x="2348" y="367"/>
                  </a:cubicBezTo>
                  <a:cubicBezTo>
                    <a:pt x="2326" y="367"/>
                    <a:pt x="2302" y="342"/>
                    <a:pt x="2275" y="342"/>
                  </a:cubicBezTo>
                  <a:cubicBezTo>
                    <a:pt x="2246" y="287"/>
                    <a:pt x="2230" y="256"/>
                    <a:pt x="2224" y="256"/>
                  </a:cubicBezTo>
                  <a:cubicBezTo>
                    <a:pt x="2217" y="256"/>
                    <a:pt x="2225" y="301"/>
                    <a:pt x="2243" y="398"/>
                  </a:cubicBezTo>
                  <a:cubicBezTo>
                    <a:pt x="2251" y="455"/>
                    <a:pt x="2292" y="504"/>
                    <a:pt x="2348" y="520"/>
                  </a:cubicBezTo>
                  <a:lnTo>
                    <a:pt x="2446" y="520"/>
                  </a:lnTo>
                  <a:lnTo>
                    <a:pt x="2348" y="585"/>
                  </a:lnTo>
                  <a:cubicBezTo>
                    <a:pt x="2292" y="593"/>
                    <a:pt x="2251" y="642"/>
                    <a:pt x="2243" y="698"/>
                  </a:cubicBezTo>
                  <a:cubicBezTo>
                    <a:pt x="2243" y="698"/>
                    <a:pt x="2243" y="763"/>
                    <a:pt x="2211" y="763"/>
                  </a:cubicBezTo>
                  <a:cubicBezTo>
                    <a:pt x="2211" y="763"/>
                    <a:pt x="2211" y="698"/>
                    <a:pt x="2211" y="642"/>
                  </a:cubicBezTo>
                  <a:cubicBezTo>
                    <a:pt x="2235" y="585"/>
                    <a:pt x="2251" y="520"/>
                    <a:pt x="2243" y="463"/>
                  </a:cubicBezTo>
                  <a:cubicBezTo>
                    <a:pt x="2223" y="387"/>
                    <a:pt x="2174" y="333"/>
                    <a:pt x="2140" y="333"/>
                  </a:cubicBezTo>
                  <a:cubicBezTo>
                    <a:pt x="2120" y="333"/>
                    <a:pt x="2105" y="353"/>
                    <a:pt x="2105" y="398"/>
                  </a:cubicBezTo>
                  <a:cubicBezTo>
                    <a:pt x="2073" y="398"/>
                    <a:pt x="2073" y="398"/>
                    <a:pt x="2040" y="342"/>
                  </a:cubicBezTo>
                  <a:cubicBezTo>
                    <a:pt x="2040" y="314"/>
                    <a:pt x="2034" y="298"/>
                    <a:pt x="2025" y="298"/>
                  </a:cubicBezTo>
                  <a:cubicBezTo>
                    <a:pt x="2013" y="298"/>
                    <a:pt x="1994" y="328"/>
                    <a:pt x="1975" y="398"/>
                  </a:cubicBezTo>
                  <a:cubicBezTo>
                    <a:pt x="1955" y="458"/>
                    <a:pt x="1938" y="486"/>
                    <a:pt x="1921" y="486"/>
                  </a:cubicBezTo>
                  <a:cubicBezTo>
                    <a:pt x="1903" y="486"/>
                    <a:pt x="1886" y="456"/>
                    <a:pt x="1870" y="398"/>
                  </a:cubicBezTo>
                  <a:cubicBezTo>
                    <a:pt x="1831" y="326"/>
                    <a:pt x="1767" y="297"/>
                    <a:pt x="1721" y="297"/>
                  </a:cubicBezTo>
                  <a:cubicBezTo>
                    <a:pt x="1690" y="297"/>
                    <a:pt x="1667" y="310"/>
                    <a:pt x="1667" y="333"/>
                  </a:cubicBezTo>
                  <a:cubicBezTo>
                    <a:pt x="1667" y="404"/>
                    <a:pt x="1632" y="433"/>
                    <a:pt x="1596" y="433"/>
                  </a:cubicBezTo>
                  <a:cubicBezTo>
                    <a:pt x="1570" y="433"/>
                    <a:pt x="1543" y="418"/>
                    <a:pt x="1529" y="390"/>
                  </a:cubicBezTo>
                  <a:cubicBezTo>
                    <a:pt x="1513" y="362"/>
                    <a:pt x="1497" y="348"/>
                    <a:pt x="1481" y="348"/>
                  </a:cubicBezTo>
                  <a:cubicBezTo>
                    <a:pt x="1465" y="348"/>
                    <a:pt x="1448" y="362"/>
                    <a:pt x="1432" y="390"/>
                  </a:cubicBezTo>
                  <a:cubicBezTo>
                    <a:pt x="1432" y="349"/>
                    <a:pt x="1411" y="303"/>
                    <a:pt x="1387" y="303"/>
                  </a:cubicBezTo>
                  <a:cubicBezTo>
                    <a:pt x="1378" y="303"/>
                    <a:pt x="1368" y="310"/>
                    <a:pt x="1359" y="325"/>
                  </a:cubicBezTo>
                  <a:cubicBezTo>
                    <a:pt x="1359" y="325"/>
                    <a:pt x="1327" y="325"/>
                    <a:pt x="1359" y="390"/>
                  </a:cubicBezTo>
                  <a:lnTo>
                    <a:pt x="1294" y="504"/>
                  </a:lnTo>
                  <a:cubicBezTo>
                    <a:pt x="1327" y="504"/>
                    <a:pt x="1327" y="569"/>
                    <a:pt x="1327" y="625"/>
                  </a:cubicBezTo>
                  <a:cubicBezTo>
                    <a:pt x="1327" y="642"/>
                    <a:pt x="1318" y="650"/>
                    <a:pt x="1304" y="650"/>
                  </a:cubicBezTo>
                  <a:cubicBezTo>
                    <a:pt x="1261" y="650"/>
                    <a:pt x="1172" y="580"/>
                    <a:pt x="1124" y="447"/>
                  </a:cubicBezTo>
                  <a:lnTo>
                    <a:pt x="1051" y="325"/>
                  </a:lnTo>
                  <a:lnTo>
                    <a:pt x="1051" y="447"/>
                  </a:lnTo>
                  <a:cubicBezTo>
                    <a:pt x="1019" y="447"/>
                    <a:pt x="986" y="447"/>
                    <a:pt x="986" y="382"/>
                  </a:cubicBezTo>
                  <a:cubicBezTo>
                    <a:pt x="986" y="325"/>
                    <a:pt x="986" y="325"/>
                    <a:pt x="954" y="325"/>
                  </a:cubicBezTo>
                  <a:cubicBezTo>
                    <a:pt x="954" y="325"/>
                    <a:pt x="921" y="325"/>
                    <a:pt x="921" y="382"/>
                  </a:cubicBezTo>
                  <a:cubicBezTo>
                    <a:pt x="921" y="452"/>
                    <a:pt x="921" y="482"/>
                    <a:pt x="915" y="482"/>
                  </a:cubicBezTo>
                  <a:cubicBezTo>
                    <a:pt x="911" y="482"/>
                    <a:pt x="903" y="466"/>
                    <a:pt x="889" y="439"/>
                  </a:cubicBezTo>
                  <a:cubicBezTo>
                    <a:pt x="868" y="381"/>
                    <a:pt x="850" y="351"/>
                    <a:pt x="832" y="351"/>
                  </a:cubicBezTo>
                  <a:cubicBezTo>
                    <a:pt x="815" y="351"/>
                    <a:pt x="799" y="379"/>
                    <a:pt x="784" y="439"/>
                  </a:cubicBezTo>
                  <a:cubicBezTo>
                    <a:pt x="784" y="500"/>
                    <a:pt x="784" y="530"/>
                    <a:pt x="779" y="530"/>
                  </a:cubicBezTo>
                  <a:cubicBezTo>
                    <a:pt x="775" y="530"/>
                    <a:pt x="767" y="500"/>
                    <a:pt x="751" y="439"/>
                  </a:cubicBezTo>
                  <a:cubicBezTo>
                    <a:pt x="751" y="382"/>
                    <a:pt x="719" y="317"/>
                    <a:pt x="678" y="317"/>
                  </a:cubicBezTo>
                  <a:lnTo>
                    <a:pt x="678" y="382"/>
                  </a:lnTo>
                  <a:cubicBezTo>
                    <a:pt x="678" y="449"/>
                    <a:pt x="667" y="476"/>
                    <a:pt x="651" y="476"/>
                  </a:cubicBezTo>
                  <a:cubicBezTo>
                    <a:pt x="640" y="476"/>
                    <a:pt x="627" y="462"/>
                    <a:pt x="613" y="439"/>
                  </a:cubicBezTo>
                  <a:cubicBezTo>
                    <a:pt x="613" y="410"/>
                    <a:pt x="605" y="396"/>
                    <a:pt x="588" y="396"/>
                  </a:cubicBezTo>
                  <a:cubicBezTo>
                    <a:pt x="571" y="396"/>
                    <a:pt x="544" y="410"/>
                    <a:pt x="508" y="439"/>
                  </a:cubicBezTo>
                  <a:cubicBezTo>
                    <a:pt x="443" y="439"/>
                    <a:pt x="411" y="439"/>
                    <a:pt x="411" y="374"/>
                  </a:cubicBezTo>
                  <a:cubicBezTo>
                    <a:pt x="411" y="317"/>
                    <a:pt x="411" y="289"/>
                    <a:pt x="407" y="289"/>
                  </a:cubicBezTo>
                  <a:cubicBezTo>
                    <a:pt x="402" y="289"/>
                    <a:pt x="394" y="317"/>
                    <a:pt x="378" y="374"/>
                  </a:cubicBezTo>
                  <a:cubicBezTo>
                    <a:pt x="358" y="406"/>
                    <a:pt x="348" y="423"/>
                    <a:pt x="335" y="423"/>
                  </a:cubicBezTo>
                  <a:cubicBezTo>
                    <a:pt x="321" y="423"/>
                    <a:pt x="305" y="406"/>
                    <a:pt x="273" y="374"/>
                  </a:cubicBezTo>
                  <a:cubicBezTo>
                    <a:pt x="257" y="346"/>
                    <a:pt x="248" y="331"/>
                    <a:pt x="240" y="331"/>
                  </a:cubicBezTo>
                  <a:cubicBezTo>
                    <a:pt x="232" y="331"/>
                    <a:pt x="224" y="346"/>
                    <a:pt x="208" y="374"/>
                  </a:cubicBezTo>
                  <a:cubicBezTo>
                    <a:pt x="208" y="496"/>
                    <a:pt x="208" y="552"/>
                    <a:pt x="240" y="552"/>
                  </a:cubicBezTo>
                  <a:cubicBezTo>
                    <a:pt x="273" y="552"/>
                    <a:pt x="273" y="552"/>
                    <a:pt x="273" y="617"/>
                  </a:cubicBezTo>
                  <a:lnTo>
                    <a:pt x="208" y="617"/>
                  </a:lnTo>
                  <a:cubicBezTo>
                    <a:pt x="201" y="616"/>
                    <a:pt x="193" y="616"/>
                    <a:pt x="186" y="616"/>
                  </a:cubicBezTo>
                  <a:cubicBezTo>
                    <a:pt x="139" y="616"/>
                    <a:pt x="98" y="639"/>
                    <a:pt x="70" y="674"/>
                  </a:cubicBezTo>
                  <a:cubicBezTo>
                    <a:pt x="12" y="719"/>
                    <a:pt x="0" y="806"/>
                    <a:pt x="35" y="806"/>
                  </a:cubicBezTo>
                  <a:cubicBezTo>
                    <a:pt x="44" y="806"/>
                    <a:pt x="55" y="800"/>
                    <a:pt x="70" y="787"/>
                  </a:cubicBezTo>
                  <a:lnTo>
                    <a:pt x="102" y="852"/>
                  </a:lnTo>
                  <a:cubicBezTo>
                    <a:pt x="102" y="941"/>
                    <a:pt x="119" y="986"/>
                    <a:pt x="135" y="986"/>
                  </a:cubicBezTo>
                  <a:cubicBezTo>
                    <a:pt x="151" y="986"/>
                    <a:pt x="167" y="941"/>
                    <a:pt x="167" y="852"/>
                  </a:cubicBezTo>
                  <a:cubicBezTo>
                    <a:pt x="167" y="755"/>
                    <a:pt x="167" y="710"/>
                    <a:pt x="174" y="710"/>
                  </a:cubicBezTo>
                  <a:cubicBezTo>
                    <a:pt x="180" y="710"/>
                    <a:pt x="190" y="741"/>
                    <a:pt x="208" y="796"/>
                  </a:cubicBezTo>
                  <a:cubicBezTo>
                    <a:pt x="200" y="909"/>
                    <a:pt x="240" y="909"/>
                    <a:pt x="273" y="917"/>
                  </a:cubicBezTo>
                  <a:cubicBezTo>
                    <a:pt x="305" y="917"/>
                    <a:pt x="305" y="917"/>
                    <a:pt x="305" y="974"/>
                  </a:cubicBezTo>
                  <a:cubicBezTo>
                    <a:pt x="305" y="1031"/>
                    <a:pt x="338" y="1096"/>
                    <a:pt x="370" y="1096"/>
                  </a:cubicBezTo>
                  <a:cubicBezTo>
                    <a:pt x="411" y="1096"/>
                    <a:pt x="411" y="1096"/>
                    <a:pt x="411" y="1039"/>
                  </a:cubicBezTo>
                  <a:cubicBezTo>
                    <a:pt x="393" y="1011"/>
                    <a:pt x="397" y="996"/>
                    <a:pt x="408" y="996"/>
                  </a:cubicBezTo>
                  <a:cubicBezTo>
                    <a:pt x="424" y="996"/>
                    <a:pt x="457" y="1025"/>
                    <a:pt x="475" y="1096"/>
                  </a:cubicBezTo>
                  <a:cubicBezTo>
                    <a:pt x="489" y="1123"/>
                    <a:pt x="497" y="1139"/>
                    <a:pt x="502" y="1139"/>
                  </a:cubicBezTo>
                  <a:cubicBezTo>
                    <a:pt x="508" y="1139"/>
                    <a:pt x="508" y="1109"/>
                    <a:pt x="508" y="1039"/>
                  </a:cubicBezTo>
                  <a:cubicBezTo>
                    <a:pt x="508" y="978"/>
                    <a:pt x="526" y="948"/>
                    <a:pt x="548" y="948"/>
                  </a:cubicBezTo>
                  <a:cubicBezTo>
                    <a:pt x="571" y="948"/>
                    <a:pt x="597" y="978"/>
                    <a:pt x="613" y="1039"/>
                  </a:cubicBezTo>
                  <a:lnTo>
                    <a:pt x="678" y="1039"/>
                  </a:lnTo>
                  <a:cubicBezTo>
                    <a:pt x="711" y="1039"/>
                    <a:pt x="711" y="982"/>
                    <a:pt x="711" y="917"/>
                  </a:cubicBezTo>
                  <a:cubicBezTo>
                    <a:pt x="711" y="851"/>
                    <a:pt x="711" y="823"/>
                    <a:pt x="719" y="823"/>
                  </a:cubicBezTo>
                  <a:cubicBezTo>
                    <a:pt x="724" y="823"/>
                    <a:pt x="734" y="837"/>
                    <a:pt x="751" y="860"/>
                  </a:cubicBezTo>
                  <a:cubicBezTo>
                    <a:pt x="767" y="893"/>
                    <a:pt x="784" y="941"/>
                    <a:pt x="784" y="982"/>
                  </a:cubicBezTo>
                  <a:cubicBezTo>
                    <a:pt x="784" y="1039"/>
                    <a:pt x="816" y="1039"/>
                    <a:pt x="848" y="1039"/>
                  </a:cubicBezTo>
                  <a:cubicBezTo>
                    <a:pt x="881" y="1039"/>
                    <a:pt x="954" y="1039"/>
                    <a:pt x="954" y="982"/>
                  </a:cubicBezTo>
                  <a:lnTo>
                    <a:pt x="954" y="1039"/>
                  </a:lnTo>
                  <a:cubicBezTo>
                    <a:pt x="975" y="1039"/>
                    <a:pt x="983" y="1068"/>
                    <a:pt x="985" y="1068"/>
                  </a:cubicBezTo>
                  <a:cubicBezTo>
                    <a:pt x="986" y="1068"/>
                    <a:pt x="986" y="1060"/>
                    <a:pt x="986" y="1039"/>
                  </a:cubicBezTo>
                  <a:cubicBezTo>
                    <a:pt x="986" y="1039"/>
                    <a:pt x="1019" y="1039"/>
                    <a:pt x="1084" y="1104"/>
                  </a:cubicBezTo>
                  <a:cubicBezTo>
                    <a:pt x="1097" y="1114"/>
                    <a:pt x="1111" y="1119"/>
                    <a:pt x="1125" y="1119"/>
                  </a:cubicBezTo>
                  <a:cubicBezTo>
                    <a:pt x="1186" y="1119"/>
                    <a:pt x="1236" y="1025"/>
                    <a:pt x="1157" y="925"/>
                  </a:cubicBezTo>
                  <a:lnTo>
                    <a:pt x="1189" y="925"/>
                  </a:lnTo>
                  <a:cubicBezTo>
                    <a:pt x="1221" y="925"/>
                    <a:pt x="1221" y="869"/>
                    <a:pt x="1221" y="869"/>
                  </a:cubicBezTo>
                  <a:cubicBezTo>
                    <a:pt x="1221" y="804"/>
                    <a:pt x="1262" y="804"/>
                    <a:pt x="1294" y="804"/>
                  </a:cubicBezTo>
                  <a:lnTo>
                    <a:pt x="1294" y="925"/>
                  </a:lnTo>
                  <a:cubicBezTo>
                    <a:pt x="1270" y="1030"/>
                    <a:pt x="1286" y="1096"/>
                    <a:pt x="1309" y="1096"/>
                  </a:cubicBezTo>
                  <a:cubicBezTo>
                    <a:pt x="1326" y="1096"/>
                    <a:pt x="1346" y="1064"/>
                    <a:pt x="1359" y="990"/>
                  </a:cubicBezTo>
                  <a:lnTo>
                    <a:pt x="1359" y="1047"/>
                  </a:lnTo>
                  <a:cubicBezTo>
                    <a:pt x="1359" y="1075"/>
                    <a:pt x="1367" y="1089"/>
                    <a:pt x="1385" y="1089"/>
                  </a:cubicBezTo>
                  <a:cubicBezTo>
                    <a:pt x="1402" y="1089"/>
                    <a:pt x="1428" y="1075"/>
                    <a:pt x="1465" y="1047"/>
                  </a:cubicBezTo>
                  <a:cubicBezTo>
                    <a:pt x="1497" y="1047"/>
                    <a:pt x="1529" y="925"/>
                    <a:pt x="1529" y="869"/>
                  </a:cubicBezTo>
                  <a:cubicBezTo>
                    <a:pt x="1529" y="812"/>
                    <a:pt x="1562" y="812"/>
                    <a:pt x="1562" y="812"/>
                  </a:cubicBezTo>
                  <a:cubicBezTo>
                    <a:pt x="1602" y="812"/>
                    <a:pt x="1602" y="812"/>
                    <a:pt x="1594" y="869"/>
                  </a:cubicBezTo>
                  <a:cubicBezTo>
                    <a:pt x="1594" y="929"/>
                    <a:pt x="1613" y="960"/>
                    <a:pt x="1635" y="960"/>
                  </a:cubicBezTo>
                  <a:cubicBezTo>
                    <a:pt x="1657" y="960"/>
                    <a:pt x="1684" y="929"/>
                    <a:pt x="1700" y="869"/>
                  </a:cubicBezTo>
                  <a:lnTo>
                    <a:pt x="1700" y="933"/>
                  </a:lnTo>
                  <a:cubicBezTo>
                    <a:pt x="1700" y="973"/>
                    <a:pt x="1716" y="1017"/>
                    <a:pt x="1784" y="1017"/>
                  </a:cubicBezTo>
                  <a:cubicBezTo>
                    <a:pt x="1813" y="1017"/>
                    <a:pt x="1852" y="1009"/>
                    <a:pt x="1902" y="990"/>
                  </a:cubicBezTo>
                  <a:cubicBezTo>
                    <a:pt x="2040" y="998"/>
                    <a:pt x="2146" y="998"/>
                    <a:pt x="2146" y="1055"/>
                  </a:cubicBezTo>
                  <a:cubicBezTo>
                    <a:pt x="2144" y="1067"/>
                    <a:pt x="2148" y="1073"/>
                    <a:pt x="2156" y="1073"/>
                  </a:cubicBezTo>
                  <a:cubicBezTo>
                    <a:pt x="2188" y="1073"/>
                    <a:pt x="2289" y="975"/>
                    <a:pt x="2348" y="877"/>
                  </a:cubicBezTo>
                  <a:cubicBezTo>
                    <a:pt x="2348" y="941"/>
                    <a:pt x="2381" y="941"/>
                    <a:pt x="2446" y="941"/>
                  </a:cubicBezTo>
                  <a:cubicBezTo>
                    <a:pt x="2551" y="941"/>
                    <a:pt x="2551" y="941"/>
                    <a:pt x="2551" y="998"/>
                  </a:cubicBezTo>
                  <a:cubicBezTo>
                    <a:pt x="2535" y="1059"/>
                    <a:pt x="2527" y="1089"/>
                    <a:pt x="2531" y="1089"/>
                  </a:cubicBezTo>
                  <a:cubicBezTo>
                    <a:pt x="2535" y="1089"/>
                    <a:pt x="2551" y="1059"/>
                    <a:pt x="2583" y="998"/>
                  </a:cubicBezTo>
                  <a:cubicBezTo>
                    <a:pt x="2596" y="955"/>
                    <a:pt x="2618" y="937"/>
                    <a:pt x="2642" y="937"/>
                  </a:cubicBezTo>
                  <a:cubicBezTo>
                    <a:pt x="2680" y="937"/>
                    <a:pt x="2721" y="987"/>
                    <a:pt x="2721" y="1063"/>
                  </a:cubicBezTo>
                  <a:cubicBezTo>
                    <a:pt x="2721" y="1120"/>
                    <a:pt x="2754" y="1120"/>
                    <a:pt x="2819" y="1128"/>
                  </a:cubicBezTo>
                  <a:cubicBezTo>
                    <a:pt x="2851" y="1063"/>
                    <a:pt x="2924" y="1063"/>
                    <a:pt x="2989" y="1063"/>
                  </a:cubicBezTo>
                  <a:cubicBezTo>
                    <a:pt x="3010" y="1065"/>
                    <a:pt x="3028" y="1066"/>
                    <a:pt x="3041" y="1066"/>
                  </a:cubicBezTo>
                  <a:cubicBezTo>
                    <a:pt x="3094" y="1066"/>
                    <a:pt x="3094" y="1046"/>
                    <a:pt x="3094" y="950"/>
                  </a:cubicBezTo>
                  <a:cubicBezTo>
                    <a:pt x="3094" y="828"/>
                    <a:pt x="3127" y="828"/>
                    <a:pt x="3192" y="828"/>
                  </a:cubicBezTo>
                  <a:cubicBezTo>
                    <a:pt x="3232" y="828"/>
                    <a:pt x="3265" y="828"/>
                    <a:pt x="3265" y="893"/>
                  </a:cubicBezTo>
                  <a:cubicBezTo>
                    <a:pt x="3265" y="893"/>
                    <a:pt x="3297" y="950"/>
                    <a:pt x="3329" y="950"/>
                  </a:cubicBezTo>
                  <a:cubicBezTo>
                    <a:pt x="3362" y="950"/>
                    <a:pt x="3402" y="950"/>
                    <a:pt x="3402" y="1014"/>
                  </a:cubicBezTo>
                  <a:cubicBezTo>
                    <a:pt x="3419" y="1047"/>
                    <a:pt x="3459" y="1071"/>
                    <a:pt x="3500" y="1071"/>
                  </a:cubicBezTo>
                  <a:cubicBezTo>
                    <a:pt x="3565" y="1071"/>
                    <a:pt x="3637" y="1071"/>
                    <a:pt x="3637" y="1136"/>
                  </a:cubicBezTo>
                  <a:cubicBezTo>
                    <a:pt x="3670" y="1136"/>
                    <a:pt x="3670" y="1136"/>
                    <a:pt x="3670" y="1079"/>
                  </a:cubicBezTo>
                  <a:cubicBezTo>
                    <a:pt x="3670" y="1033"/>
                    <a:pt x="3686" y="991"/>
                    <a:pt x="3745" y="991"/>
                  </a:cubicBezTo>
                  <a:cubicBezTo>
                    <a:pt x="3769" y="991"/>
                    <a:pt x="3800" y="998"/>
                    <a:pt x="3840" y="1014"/>
                  </a:cubicBezTo>
                  <a:cubicBezTo>
                    <a:pt x="3857" y="1017"/>
                    <a:pt x="3877" y="1018"/>
                    <a:pt x="3897" y="1018"/>
                  </a:cubicBezTo>
                  <a:cubicBezTo>
                    <a:pt x="3953" y="1018"/>
                    <a:pt x="4010" y="1006"/>
                    <a:pt x="4010" y="958"/>
                  </a:cubicBezTo>
                  <a:cubicBezTo>
                    <a:pt x="4043" y="958"/>
                    <a:pt x="4043" y="958"/>
                    <a:pt x="4043" y="1023"/>
                  </a:cubicBezTo>
                  <a:cubicBezTo>
                    <a:pt x="4043" y="1083"/>
                    <a:pt x="4061" y="1114"/>
                    <a:pt x="4087" y="1114"/>
                  </a:cubicBezTo>
                  <a:cubicBezTo>
                    <a:pt x="4114" y="1114"/>
                    <a:pt x="4148" y="1083"/>
                    <a:pt x="4181" y="1023"/>
                  </a:cubicBezTo>
                  <a:cubicBezTo>
                    <a:pt x="4181" y="994"/>
                    <a:pt x="4189" y="980"/>
                    <a:pt x="4201" y="980"/>
                  </a:cubicBezTo>
                  <a:cubicBezTo>
                    <a:pt x="4213" y="980"/>
                    <a:pt x="4229" y="994"/>
                    <a:pt x="4246" y="1023"/>
                  </a:cubicBezTo>
                  <a:cubicBezTo>
                    <a:pt x="4246" y="1023"/>
                    <a:pt x="4286" y="1023"/>
                    <a:pt x="4319" y="966"/>
                  </a:cubicBezTo>
                  <a:cubicBezTo>
                    <a:pt x="4335" y="937"/>
                    <a:pt x="4343" y="923"/>
                    <a:pt x="4355" y="923"/>
                  </a:cubicBezTo>
                  <a:cubicBezTo>
                    <a:pt x="4367" y="923"/>
                    <a:pt x="4383" y="937"/>
                    <a:pt x="4416" y="966"/>
                  </a:cubicBezTo>
                  <a:cubicBezTo>
                    <a:pt x="4416" y="1023"/>
                    <a:pt x="4456" y="1031"/>
                    <a:pt x="4489" y="1031"/>
                  </a:cubicBezTo>
                  <a:cubicBezTo>
                    <a:pt x="4520" y="999"/>
                    <a:pt x="4623" y="985"/>
                    <a:pt x="4726" y="985"/>
                  </a:cubicBezTo>
                  <a:cubicBezTo>
                    <a:pt x="4835" y="985"/>
                    <a:pt x="4942" y="1001"/>
                    <a:pt x="4959" y="1031"/>
                  </a:cubicBezTo>
                  <a:cubicBezTo>
                    <a:pt x="5000" y="974"/>
                    <a:pt x="5000" y="974"/>
                    <a:pt x="5032" y="974"/>
                  </a:cubicBezTo>
                  <a:cubicBezTo>
                    <a:pt x="5045" y="1021"/>
                    <a:pt x="5057" y="1042"/>
                    <a:pt x="5068" y="1042"/>
                  </a:cubicBezTo>
                  <a:cubicBezTo>
                    <a:pt x="5085" y="1042"/>
                    <a:pt x="5097" y="991"/>
                    <a:pt x="5097" y="917"/>
                  </a:cubicBezTo>
                  <a:lnTo>
                    <a:pt x="5032" y="917"/>
                  </a:lnTo>
                  <a:cubicBezTo>
                    <a:pt x="5032" y="862"/>
                    <a:pt x="5054" y="832"/>
                    <a:pt x="5076" y="832"/>
                  </a:cubicBezTo>
                  <a:cubicBezTo>
                    <a:pt x="5104" y="832"/>
                    <a:pt x="5134" y="876"/>
                    <a:pt x="5129" y="974"/>
                  </a:cubicBezTo>
                  <a:cubicBezTo>
                    <a:pt x="5150" y="1035"/>
                    <a:pt x="5160" y="1065"/>
                    <a:pt x="5169" y="1065"/>
                  </a:cubicBezTo>
                  <a:cubicBezTo>
                    <a:pt x="5178" y="1065"/>
                    <a:pt x="5186" y="1035"/>
                    <a:pt x="5202" y="974"/>
                  </a:cubicBezTo>
                  <a:cubicBezTo>
                    <a:pt x="5218" y="918"/>
                    <a:pt x="5234" y="890"/>
                    <a:pt x="5250" y="890"/>
                  </a:cubicBezTo>
                  <a:cubicBezTo>
                    <a:pt x="5267" y="890"/>
                    <a:pt x="5283" y="920"/>
                    <a:pt x="5300" y="982"/>
                  </a:cubicBezTo>
                  <a:cubicBezTo>
                    <a:pt x="5300" y="1039"/>
                    <a:pt x="5300" y="1067"/>
                    <a:pt x="5305" y="1067"/>
                  </a:cubicBezTo>
                  <a:cubicBezTo>
                    <a:pt x="5310" y="1067"/>
                    <a:pt x="5320" y="1039"/>
                    <a:pt x="5340" y="982"/>
                  </a:cubicBezTo>
                  <a:cubicBezTo>
                    <a:pt x="5377" y="845"/>
                    <a:pt x="5426" y="767"/>
                    <a:pt x="5462" y="767"/>
                  </a:cubicBezTo>
                  <a:cubicBezTo>
                    <a:pt x="5490" y="767"/>
                    <a:pt x="5510" y="814"/>
                    <a:pt x="5510" y="917"/>
                  </a:cubicBezTo>
                  <a:cubicBezTo>
                    <a:pt x="5510" y="1039"/>
                    <a:pt x="5543" y="1104"/>
                    <a:pt x="5575" y="1104"/>
                  </a:cubicBezTo>
                  <a:cubicBezTo>
                    <a:pt x="5608" y="1104"/>
                    <a:pt x="5608" y="1039"/>
                    <a:pt x="5608" y="982"/>
                  </a:cubicBezTo>
                  <a:cubicBezTo>
                    <a:pt x="5591" y="921"/>
                    <a:pt x="5591" y="891"/>
                    <a:pt x="5605" y="891"/>
                  </a:cubicBezTo>
                  <a:cubicBezTo>
                    <a:pt x="5618" y="891"/>
                    <a:pt x="5644" y="921"/>
                    <a:pt x="5681" y="982"/>
                  </a:cubicBezTo>
                  <a:cubicBezTo>
                    <a:pt x="5735" y="1082"/>
                    <a:pt x="5780" y="1129"/>
                    <a:pt x="5827" y="1129"/>
                  </a:cubicBezTo>
                  <a:cubicBezTo>
                    <a:pt x="5864" y="1129"/>
                    <a:pt x="5902" y="1100"/>
                    <a:pt x="5948" y="1047"/>
                  </a:cubicBezTo>
                  <a:cubicBezTo>
                    <a:pt x="6016" y="987"/>
                    <a:pt x="6074" y="959"/>
                    <a:pt x="6104" y="959"/>
                  </a:cubicBezTo>
                  <a:cubicBezTo>
                    <a:pt x="6135" y="959"/>
                    <a:pt x="6136" y="989"/>
                    <a:pt x="6086" y="1047"/>
                  </a:cubicBezTo>
                  <a:cubicBezTo>
                    <a:pt x="6043" y="1119"/>
                    <a:pt x="6025" y="1148"/>
                    <a:pt x="6033" y="1148"/>
                  </a:cubicBezTo>
                  <a:cubicBezTo>
                    <a:pt x="6039" y="1148"/>
                    <a:pt x="6056" y="1135"/>
                    <a:pt x="6086" y="1112"/>
                  </a:cubicBezTo>
                  <a:lnTo>
                    <a:pt x="6256" y="1112"/>
                  </a:lnTo>
                  <a:cubicBezTo>
                    <a:pt x="6289" y="1112"/>
                    <a:pt x="6321" y="1055"/>
                    <a:pt x="6321" y="990"/>
                  </a:cubicBezTo>
                  <a:cubicBezTo>
                    <a:pt x="6341" y="1066"/>
                    <a:pt x="6377" y="1116"/>
                    <a:pt x="6417" y="1116"/>
                  </a:cubicBezTo>
                  <a:cubicBezTo>
                    <a:pt x="6441" y="1116"/>
                    <a:pt x="6467" y="1098"/>
                    <a:pt x="6491" y="1055"/>
                  </a:cubicBezTo>
                  <a:lnTo>
                    <a:pt x="6564" y="1055"/>
                  </a:lnTo>
                  <a:cubicBezTo>
                    <a:pt x="6597" y="1055"/>
                    <a:pt x="6597" y="1055"/>
                    <a:pt x="6629" y="998"/>
                  </a:cubicBezTo>
                  <a:cubicBezTo>
                    <a:pt x="6639" y="979"/>
                    <a:pt x="6648" y="971"/>
                    <a:pt x="6658" y="971"/>
                  </a:cubicBezTo>
                  <a:cubicBezTo>
                    <a:pt x="6681" y="971"/>
                    <a:pt x="6704" y="1015"/>
                    <a:pt x="6727" y="1055"/>
                  </a:cubicBezTo>
                  <a:cubicBezTo>
                    <a:pt x="6755" y="1101"/>
                    <a:pt x="6780" y="1143"/>
                    <a:pt x="6792" y="1143"/>
                  </a:cubicBezTo>
                  <a:cubicBezTo>
                    <a:pt x="6797" y="1143"/>
                    <a:pt x="6800" y="1136"/>
                    <a:pt x="6800" y="1120"/>
                  </a:cubicBezTo>
                  <a:cubicBezTo>
                    <a:pt x="6800" y="1055"/>
                    <a:pt x="6864" y="998"/>
                    <a:pt x="6905" y="941"/>
                  </a:cubicBezTo>
                  <a:cubicBezTo>
                    <a:pt x="6915" y="922"/>
                    <a:pt x="6924" y="914"/>
                    <a:pt x="6932" y="914"/>
                  </a:cubicBezTo>
                  <a:cubicBezTo>
                    <a:pt x="6951" y="914"/>
                    <a:pt x="6960" y="958"/>
                    <a:pt x="6937" y="998"/>
                  </a:cubicBezTo>
                  <a:cubicBezTo>
                    <a:pt x="6937" y="1055"/>
                    <a:pt x="6937" y="1055"/>
                    <a:pt x="7002" y="1120"/>
                  </a:cubicBezTo>
                  <a:cubicBezTo>
                    <a:pt x="7035" y="1120"/>
                    <a:pt x="7108" y="1120"/>
                    <a:pt x="7108" y="1063"/>
                  </a:cubicBezTo>
                  <a:cubicBezTo>
                    <a:pt x="7108" y="1032"/>
                    <a:pt x="7155" y="1017"/>
                    <a:pt x="7208" y="1017"/>
                  </a:cubicBezTo>
                  <a:cubicBezTo>
                    <a:pt x="7264" y="1017"/>
                    <a:pt x="7326" y="1034"/>
                    <a:pt x="7343" y="1063"/>
                  </a:cubicBezTo>
                  <a:lnTo>
                    <a:pt x="7408" y="1063"/>
                  </a:lnTo>
                  <a:cubicBezTo>
                    <a:pt x="7448" y="1063"/>
                    <a:pt x="7481" y="1006"/>
                    <a:pt x="7513" y="1006"/>
                  </a:cubicBezTo>
                  <a:cubicBezTo>
                    <a:pt x="7513" y="1006"/>
                    <a:pt x="7545" y="1006"/>
                    <a:pt x="7578" y="950"/>
                  </a:cubicBezTo>
                  <a:cubicBezTo>
                    <a:pt x="7618" y="950"/>
                    <a:pt x="7651" y="950"/>
                    <a:pt x="7651" y="1006"/>
                  </a:cubicBezTo>
                  <a:cubicBezTo>
                    <a:pt x="7667" y="950"/>
                    <a:pt x="7675" y="921"/>
                    <a:pt x="7683" y="921"/>
                  </a:cubicBezTo>
                  <a:cubicBezTo>
                    <a:pt x="7691" y="921"/>
                    <a:pt x="7699" y="950"/>
                    <a:pt x="7716" y="1006"/>
                  </a:cubicBezTo>
                  <a:cubicBezTo>
                    <a:pt x="7716" y="1067"/>
                    <a:pt x="7716" y="1098"/>
                    <a:pt x="7720" y="1098"/>
                  </a:cubicBezTo>
                  <a:cubicBezTo>
                    <a:pt x="7724" y="1098"/>
                    <a:pt x="7732" y="1067"/>
                    <a:pt x="7748" y="1006"/>
                  </a:cubicBezTo>
                  <a:cubicBezTo>
                    <a:pt x="7768" y="979"/>
                    <a:pt x="7778" y="965"/>
                    <a:pt x="7787" y="965"/>
                  </a:cubicBezTo>
                  <a:cubicBezTo>
                    <a:pt x="7796" y="965"/>
                    <a:pt x="7804" y="981"/>
                    <a:pt x="7821" y="1014"/>
                  </a:cubicBezTo>
                  <a:cubicBezTo>
                    <a:pt x="7821" y="1043"/>
                    <a:pt x="7829" y="1057"/>
                    <a:pt x="7837" y="1057"/>
                  </a:cubicBezTo>
                  <a:cubicBezTo>
                    <a:pt x="7845" y="1057"/>
                    <a:pt x="7854" y="1043"/>
                    <a:pt x="7854" y="1014"/>
                  </a:cubicBezTo>
                  <a:cubicBezTo>
                    <a:pt x="7874" y="939"/>
                    <a:pt x="7922" y="888"/>
                    <a:pt x="7956" y="888"/>
                  </a:cubicBezTo>
                  <a:cubicBezTo>
                    <a:pt x="7976" y="888"/>
                    <a:pt x="7991" y="907"/>
                    <a:pt x="7991" y="950"/>
                  </a:cubicBezTo>
                  <a:cubicBezTo>
                    <a:pt x="7991" y="950"/>
                    <a:pt x="8024" y="950"/>
                    <a:pt x="8056" y="893"/>
                  </a:cubicBezTo>
                  <a:cubicBezTo>
                    <a:pt x="8072" y="832"/>
                    <a:pt x="8081" y="802"/>
                    <a:pt x="8085" y="802"/>
                  </a:cubicBezTo>
                  <a:cubicBezTo>
                    <a:pt x="8089" y="802"/>
                    <a:pt x="8089" y="832"/>
                    <a:pt x="8089" y="893"/>
                  </a:cubicBezTo>
                  <a:cubicBezTo>
                    <a:pt x="8105" y="954"/>
                    <a:pt x="8123" y="984"/>
                    <a:pt x="8141" y="984"/>
                  </a:cubicBezTo>
                  <a:cubicBezTo>
                    <a:pt x="8160" y="984"/>
                    <a:pt x="8178" y="954"/>
                    <a:pt x="8194" y="893"/>
                  </a:cubicBezTo>
                  <a:cubicBezTo>
                    <a:pt x="8194" y="893"/>
                    <a:pt x="8208" y="868"/>
                    <a:pt x="8228" y="868"/>
                  </a:cubicBezTo>
                  <a:cubicBezTo>
                    <a:pt x="8237" y="868"/>
                    <a:pt x="8248" y="874"/>
                    <a:pt x="8259" y="893"/>
                  </a:cubicBezTo>
                  <a:cubicBezTo>
                    <a:pt x="8302" y="931"/>
                    <a:pt x="8390" y="969"/>
                    <a:pt x="8449" y="969"/>
                  </a:cubicBezTo>
                  <a:cubicBezTo>
                    <a:pt x="8489" y="969"/>
                    <a:pt x="8515" y="951"/>
                    <a:pt x="8502" y="901"/>
                  </a:cubicBezTo>
                  <a:lnTo>
                    <a:pt x="8567" y="901"/>
                  </a:lnTo>
                  <a:cubicBezTo>
                    <a:pt x="8599" y="929"/>
                    <a:pt x="8626" y="944"/>
                    <a:pt x="8648" y="944"/>
                  </a:cubicBezTo>
                  <a:cubicBezTo>
                    <a:pt x="8670" y="944"/>
                    <a:pt x="8689" y="929"/>
                    <a:pt x="8705" y="901"/>
                  </a:cubicBezTo>
                  <a:lnTo>
                    <a:pt x="8737" y="844"/>
                  </a:lnTo>
                  <a:cubicBezTo>
                    <a:pt x="8737" y="901"/>
                    <a:pt x="8770" y="966"/>
                    <a:pt x="8802" y="966"/>
                  </a:cubicBezTo>
                  <a:cubicBezTo>
                    <a:pt x="8843" y="966"/>
                    <a:pt x="8843" y="966"/>
                    <a:pt x="8843" y="901"/>
                  </a:cubicBezTo>
                  <a:cubicBezTo>
                    <a:pt x="8802" y="844"/>
                    <a:pt x="8843" y="844"/>
                    <a:pt x="8875" y="844"/>
                  </a:cubicBezTo>
                  <a:cubicBezTo>
                    <a:pt x="8908" y="844"/>
                    <a:pt x="8940" y="901"/>
                    <a:pt x="8940" y="966"/>
                  </a:cubicBezTo>
                  <a:lnTo>
                    <a:pt x="8972" y="966"/>
                  </a:lnTo>
                  <a:cubicBezTo>
                    <a:pt x="8972" y="896"/>
                    <a:pt x="8986" y="866"/>
                    <a:pt x="8997" y="866"/>
                  </a:cubicBezTo>
                  <a:cubicBezTo>
                    <a:pt x="9006" y="866"/>
                    <a:pt x="9013" y="882"/>
                    <a:pt x="9013" y="909"/>
                  </a:cubicBezTo>
                  <a:cubicBezTo>
                    <a:pt x="9027" y="944"/>
                    <a:pt x="9060" y="967"/>
                    <a:pt x="9095" y="967"/>
                  </a:cubicBezTo>
                  <a:cubicBezTo>
                    <a:pt x="9100" y="967"/>
                    <a:pt x="9105" y="967"/>
                    <a:pt x="9110" y="966"/>
                  </a:cubicBezTo>
                  <a:cubicBezTo>
                    <a:pt x="9110" y="947"/>
                    <a:pt x="9114" y="941"/>
                    <a:pt x="9117" y="941"/>
                  </a:cubicBezTo>
                  <a:cubicBezTo>
                    <a:pt x="9125" y="941"/>
                    <a:pt x="9132" y="966"/>
                    <a:pt x="9110" y="966"/>
                  </a:cubicBezTo>
                  <a:lnTo>
                    <a:pt x="9110" y="1023"/>
                  </a:lnTo>
                  <a:cubicBezTo>
                    <a:pt x="9120" y="1042"/>
                    <a:pt x="9127" y="1050"/>
                    <a:pt x="9131" y="1050"/>
                  </a:cubicBezTo>
                  <a:cubicBezTo>
                    <a:pt x="9143" y="1050"/>
                    <a:pt x="9143" y="1006"/>
                    <a:pt x="9143" y="966"/>
                  </a:cubicBezTo>
                  <a:lnTo>
                    <a:pt x="9216" y="966"/>
                  </a:lnTo>
                  <a:cubicBezTo>
                    <a:pt x="9248" y="966"/>
                    <a:pt x="9280" y="966"/>
                    <a:pt x="9248" y="909"/>
                  </a:cubicBezTo>
                  <a:cubicBezTo>
                    <a:pt x="9248" y="844"/>
                    <a:pt x="9248" y="787"/>
                    <a:pt x="9280" y="787"/>
                  </a:cubicBezTo>
                  <a:cubicBezTo>
                    <a:pt x="9280" y="769"/>
                    <a:pt x="9284" y="762"/>
                    <a:pt x="9288" y="762"/>
                  </a:cubicBezTo>
                  <a:cubicBezTo>
                    <a:pt x="9295" y="762"/>
                    <a:pt x="9302" y="787"/>
                    <a:pt x="9280" y="787"/>
                  </a:cubicBezTo>
                  <a:cubicBezTo>
                    <a:pt x="9280" y="852"/>
                    <a:pt x="9280" y="909"/>
                    <a:pt x="9313" y="909"/>
                  </a:cubicBezTo>
                  <a:cubicBezTo>
                    <a:pt x="9345" y="909"/>
                    <a:pt x="9345" y="966"/>
                    <a:pt x="9345" y="966"/>
                  </a:cubicBezTo>
                  <a:cubicBezTo>
                    <a:pt x="9331" y="1019"/>
                    <a:pt x="9349" y="1038"/>
                    <a:pt x="9377" y="1038"/>
                  </a:cubicBezTo>
                  <a:cubicBezTo>
                    <a:pt x="9413" y="1038"/>
                    <a:pt x="9465" y="1006"/>
                    <a:pt x="9483" y="974"/>
                  </a:cubicBezTo>
                  <a:cubicBezTo>
                    <a:pt x="9520" y="913"/>
                    <a:pt x="9546" y="883"/>
                    <a:pt x="9563" y="883"/>
                  </a:cubicBezTo>
                  <a:cubicBezTo>
                    <a:pt x="9580" y="883"/>
                    <a:pt x="9589" y="913"/>
                    <a:pt x="9589" y="974"/>
                  </a:cubicBezTo>
                  <a:cubicBezTo>
                    <a:pt x="9589" y="1008"/>
                    <a:pt x="9594" y="1023"/>
                    <a:pt x="9602" y="1023"/>
                  </a:cubicBezTo>
                  <a:cubicBezTo>
                    <a:pt x="9622" y="1023"/>
                    <a:pt x="9663" y="924"/>
                    <a:pt x="9686" y="796"/>
                  </a:cubicBezTo>
                  <a:lnTo>
                    <a:pt x="9726" y="617"/>
                  </a:lnTo>
                  <a:lnTo>
                    <a:pt x="9726" y="796"/>
                  </a:lnTo>
                  <a:cubicBezTo>
                    <a:pt x="9745" y="938"/>
                    <a:pt x="9753" y="997"/>
                    <a:pt x="9776" y="997"/>
                  </a:cubicBezTo>
                  <a:cubicBezTo>
                    <a:pt x="9792" y="997"/>
                    <a:pt x="9816" y="968"/>
                    <a:pt x="9856" y="917"/>
                  </a:cubicBezTo>
                  <a:cubicBezTo>
                    <a:pt x="9893" y="889"/>
                    <a:pt x="9911" y="875"/>
                    <a:pt x="9920" y="875"/>
                  </a:cubicBezTo>
                  <a:cubicBezTo>
                    <a:pt x="9929" y="875"/>
                    <a:pt x="9929" y="889"/>
                    <a:pt x="9929" y="917"/>
                  </a:cubicBezTo>
                  <a:cubicBezTo>
                    <a:pt x="9929" y="974"/>
                    <a:pt x="9962" y="974"/>
                    <a:pt x="10067" y="982"/>
                  </a:cubicBezTo>
                  <a:cubicBezTo>
                    <a:pt x="10164" y="982"/>
                    <a:pt x="10197" y="982"/>
                    <a:pt x="10197" y="917"/>
                  </a:cubicBezTo>
                  <a:lnTo>
                    <a:pt x="10270" y="925"/>
                  </a:lnTo>
                  <a:cubicBezTo>
                    <a:pt x="10282" y="968"/>
                    <a:pt x="10299" y="987"/>
                    <a:pt x="10313" y="987"/>
                  </a:cubicBezTo>
                  <a:cubicBezTo>
                    <a:pt x="10337" y="987"/>
                    <a:pt x="10355" y="936"/>
                    <a:pt x="10334" y="860"/>
                  </a:cubicBezTo>
                  <a:lnTo>
                    <a:pt x="10407" y="860"/>
                  </a:lnTo>
                  <a:lnTo>
                    <a:pt x="10407" y="925"/>
                  </a:lnTo>
                  <a:cubicBezTo>
                    <a:pt x="10407" y="982"/>
                    <a:pt x="10472" y="982"/>
                    <a:pt x="10740" y="990"/>
                  </a:cubicBezTo>
                  <a:cubicBezTo>
                    <a:pt x="11048" y="990"/>
                    <a:pt x="11080" y="990"/>
                    <a:pt x="11080" y="877"/>
                  </a:cubicBezTo>
                  <a:cubicBezTo>
                    <a:pt x="11101" y="816"/>
                    <a:pt x="11119" y="785"/>
                    <a:pt x="11132" y="785"/>
                  </a:cubicBezTo>
                  <a:cubicBezTo>
                    <a:pt x="11145" y="785"/>
                    <a:pt x="11153" y="816"/>
                    <a:pt x="11153" y="877"/>
                  </a:cubicBezTo>
                  <a:cubicBezTo>
                    <a:pt x="11153" y="917"/>
                    <a:pt x="11170" y="957"/>
                    <a:pt x="11179" y="957"/>
                  </a:cubicBezTo>
                  <a:cubicBezTo>
                    <a:pt x="11183" y="957"/>
                    <a:pt x="11186" y="950"/>
                    <a:pt x="11186" y="933"/>
                  </a:cubicBezTo>
                  <a:cubicBezTo>
                    <a:pt x="11226" y="933"/>
                    <a:pt x="11267" y="958"/>
                    <a:pt x="11283" y="998"/>
                  </a:cubicBezTo>
                  <a:cubicBezTo>
                    <a:pt x="11327" y="1049"/>
                    <a:pt x="11358" y="1067"/>
                    <a:pt x="11380" y="1067"/>
                  </a:cubicBezTo>
                  <a:cubicBezTo>
                    <a:pt x="11410" y="1067"/>
                    <a:pt x="11421" y="1031"/>
                    <a:pt x="11421" y="998"/>
                  </a:cubicBezTo>
                  <a:cubicBezTo>
                    <a:pt x="11407" y="946"/>
                    <a:pt x="11405" y="927"/>
                    <a:pt x="11410" y="927"/>
                  </a:cubicBezTo>
                  <a:cubicBezTo>
                    <a:pt x="11416" y="927"/>
                    <a:pt x="11435" y="961"/>
                    <a:pt x="11453" y="998"/>
                  </a:cubicBezTo>
                  <a:cubicBezTo>
                    <a:pt x="11482" y="1038"/>
                    <a:pt x="11506" y="1082"/>
                    <a:pt x="11518" y="1082"/>
                  </a:cubicBezTo>
                  <a:cubicBezTo>
                    <a:pt x="11523" y="1082"/>
                    <a:pt x="11526" y="1074"/>
                    <a:pt x="11526" y="1055"/>
                  </a:cubicBezTo>
                  <a:cubicBezTo>
                    <a:pt x="11545" y="1023"/>
                    <a:pt x="11617" y="991"/>
                    <a:pt x="11677" y="991"/>
                  </a:cubicBezTo>
                  <a:cubicBezTo>
                    <a:pt x="11723" y="991"/>
                    <a:pt x="11761" y="1010"/>
                    <a:pt x="11761" y="1063"/>
                  </a:cubicBezTo>
                  <a:lnTo>
                    <a:pt x="11834" y="1063"/>
                  </a:lnTo>
                  <a:cubicBezTo>
                    <a:pt x="11834" y="1011"/>
                    <a:pt x="11876" y="1006"/>
                    <a:pt x="11926" y="1006"/>
                  </a:cubicBezTo>
                  <a:cubicBezTo>
                    <a:pt x="11938" y="1006"/>
                    <a:pt x="11951" y="1006"/>
                    <a:pt x="11964" y="1006"/>
                  </a:cubicBezTo>
                  <a:cubicBezTo>
                    <a:pt x="12037" y="1006"/>
                    <a:pt x="12070" y="1006"/>
                    <a:pt x="12070" y="1063"/>
                  </a:cubicBezTo>
                  <a:cubicBezTo>
                    <a:pt x="12053" y="1092"/>
                    <a:pt x="12053" y="1109"/>
                    <a:pt x="12067" y="1109"/>
                  </a:cubicBezTo>
                  <a:cubicBezTo>
                    <a:pt x="12079" y="1109"/>
                    <a:pt x="12103" y="1094"/>
                    <a:pt x="12134" y="1063"/>
                  </a:cubicBezTo>
                  <a:cubicBezTo>
                    <a:pt x="12167" y="1063"/>
                    <a:pt x="12207" y="950"/>
                    <a:pt x="12240" y="950"/>
                  </a:cubicBezTo>
                  <a:cubicBezTo>
                    <a:pt x="12240" y="885"/>
                    <a:pt x="12272" y="828"/>
                    <a:pt x="12305" y="828"/>
                  </a:cubicBezTo>
                  <a:lnTo>
                    <a:pt x="12305" y="885"/>
                  </a:lnTo>
                  <a:lnTo>
                    <a:pt x="12305" y="1006"/>
                  </a:lnTo>
                  <a:cubicBezTo>
                    <a:pt x="12345" y="1006"/>
                    <a:pt x="12378" y="1006"/>
                    <a:pt x="12378" y="950"/>
                  </a:cubicBezTo>
                  <a:cubicBezTo>
                    <a:pt x="12410" y="1006"/>
                    <a:pt x="12443" y="1006"/>
                    <a:pt x="12507" y="1006"/>
                  </a:cubicBezTo>
                  <a:cubicBezTo>
                    <a:pt x="12526" y="1008"/>
                    <a:pt x="12545" y="1010"/>
                    <a:pt x="12562" y="1010"/>
                  </a:cubicBezTo>
                  <a:cubicBezTo>
                    <a:pt x="12612" y="1010"/>
                    <a:pt x="12654" y="998"/>
                    <a:pt x="12678" y="950"/>
                  </a:cubicBezTo>
                  <a:cubicBezTo>
                    <a:pt x="12707" y="1011"/>
                    <a:pt x="12765" y="1042"/>
                    <a:pt x="12821" y="1042"/>
                  </a:cubicBezTo>
                  <a:cubicBezTo>
                    <a:pt x="12876" y="1042"/>
                    <a:pt x="12929" y="1013"/>
                    <a:pt x="12953" y="958"/>
                  </a:cubicBezTo>
                  <a:cubicBezTo>
                    <a:pt x="12953" y="926"/>
                    <a:pt x="12961" y="912"/>
                    <a:pt x="12972" y="912"/>
                  </a:cubicBezTo>
                  <a:cubicBezTo>
                    <a:pt x="12985" y="912"/>
                    <a:pt x="13001" y="928"/>
                    <a:pt x="13018" y="958"/>
                  </a:cubicBezTo>
                  <a:cubicBezTo>
                    <a:pt x="13038" y="986"/>
                    <a:pt x="13049" y="1000"/>
                    <a:pt x="13058" y="1000"/>
                  </a:cubicBezTo>
                  <a:cubicBezTo>
                    <a:pt x="13067" y="1000"/>
                    <a:pt x="13075" y="986"/>
                    <a:pt x="13091" y="958"/>
                  </a:cubicBezTo>
                  <a:cubicBezTo>
                    <a:pt x="13100" y="941"/>
                    <a:pt x="13110" y="934"/>
                    <a:pt x="13119" y="934"/>
                  </a:cubicBezTo>
                  <a:cubicBezTo>
                    <a:pt x="13142" y="934"/>
                    <a:pt x="13165" y="976"/>
                    <a:pt x="13188" y="1023"/>
                  </a:cubicBezTo>
                  <a:cubicBezTo>
                    <a:pt x="13207" y="1089"/>
                    <a:pt x="13229" y="1117"/>
                    <a:pt x="13251" y="1117"/>
                  </a:cubicBezTo>
                  <a:cubicBezTo>
                    <a:pt x="13266" y="1117"/>
                    <a:pt x="13280" y="1103"/>
                    <a:pt x="13294" y="1079"/>
                  </a:cubicBezTo>
                  <a:cubicBezTo>
                    <a:pt x="13336" y="1044"/>
                    <a:pt x="13385" y="1021"/>
                    <a:pt x="13439" y="1021"/>
                  </a:cubicBezTo>
                  <a:cubicBezTo>
                    <a:pt x="13447" y="1021"/>
                    <a:pt x="13456" y="1022"/>
                    <a:pt x="13464" y="1023"/>
                  </a:cubicBezTo>
                  <a:cubicBezTo>
                    <a:pt x="13529" y="966"/>
                    <a:pt x="13561" y="966"/>
                    <a:pt x="13529" y="901"/>
                  </a:cubicBezTo>
                  <a:cubicBezTo>
                    <a:pt x="13537" y="860"/>
                    <a:pt x="13545" y="820"/>
                    <a:pt x="13569" y="787"/>
                  </a:cubicBezTo>
                  <a:cubicBezTo>
                    <a:pt x="13591" y="766"/>
                    <a:pt x="13606" y="759"/>
                    <a:pt x="13614" y="759"/>
                  </a:cubicBezTo>
                  <a:cubicBezTo>
                    <a:pt x="13631" y="759"/>
                    <a:pt x="13624" y="787"/>
                    <a:pt x="13602" y="787"/>
                  </a:cubicBezTo>
                  <a:cubicBezTo>
                    <a:pt x="13529" y="844"/>
                    <a:pt x="13561" y="844"/>
                    <a:pt x="13602" y="901"/>
                  </a:cubicBezTo>
                  <a:cubicBezTo>
                    <a:pt x="13623" y="943"/>
                    <a:pt x="13669" y="967"/>
                    <a:pt x="13713" y="967"/>
                  </a:cubicBezTo>
                  <a:cubicBezTo>
                    <a:pt x="13719" y="967"/>
                    <a:pt x="13725" y="967"/>
                    <a:pt x="13732" y="966"/>
                  </a:cubicBezTo>
                  <a:lnTo>
                    <a:pt x="13869" y="966"/>
                  </a:lnTo>
                  <a:cubicBezTo>
                    <a:pt x="13922" y="998"/>
                    <a:pt x="13957" y="1014"/>
                    <a:pt x="13978" y="1014"/>
                  </a:cubicBezTo>
                  <a:cubicBezTo>
                    <a:pt x="13999" y="1014"/>
                    <a:pt x="14007" y="998"/>
                    <a:pt x="14007" y="966"/>
                  </a:cubicBezTo>
                  <a:cubicBezTo>
                    <a:pt x="14007" y="942"/>
                    <a:pt x="14007" y="923"/>
                    <a:pt x="14007" y="909"/>
                  </a:cubicBezTo>
                  <a:cubicBezTo>
                    <a:pt x="14024" y="971"/>
                    <a:pt x="14128" y="1001"/>
                    <a:pt x="14233" y="1001"/>
                  </a:cubicBezTo>
                  <a:cubicBezTo>
                    <a:pt x="14333" y="1001"/>
                    <a:pt x="14433" y="973"/>
                    <a:pt x="14453" y="917"/>
                  </a:cubicBezTo>
                  <a:lnTo>
                    <a:pt x="14453" y="974"/>
                  </a:lnTo>
                  <a:cubicBezTo>
                    <a:pt x="14453" y="1039"/>
                    <a:pt x="14486" y="1039"/>
                    <a:pt x="14551" y="1039"/>
                  </a:cubicBezTo>
                  <a:cubicBezTo>
                    <a:pt x="14640" y="1006"/>
                    <a:pt x="14729" y="990"/>
                    <a:pt x="14826" y="982"/>
                  </a:cubicBezTo>
                  <a:cubicBezTo>
                    <a:pt x="14956" y="982"/>
                    <a:pt x="15061" y="982"/>
                    <a:pt x="15061" y="925"/>
                  </a:cubicBezTo>
                  <a:cubicBezTo>
                    <a:pt x="15094" y="925"/>
                    <a:pt x="15094" y="925"/>
                    <a:pt x="15094" y="982"/>
                  </a:cubicBezTo>
                  <a:cubicBezTo>
                    <a:pt x="15061" y="1047"/>
                    <a:pt x="15094" y="1047"/>
                    <a:pt x="15126" y="1047"/>
                  </a:cubicBezTo>
                  <a:cubicBezTo>
                    <a:pt x="15159" y="1047"/>
                    <a:pt x="15167" y="982"/>
                    <a:pt x="15167" y="925"/>
                  </a:cubicBezTo>
                  <a:cubicBezTo>
                    <a:pt x="15167" y="897"/>
                    <a:pt x="15175" y="883"/>
                    <a:pt x="15191" y="883"/>
                  </a:cubicBezTo>
                  <a:cubicBezTo>
                    <a:pt x="15207" y="883"/>
                    <a:pt x="15232" y="897"/>
                    <a:pt x="15264" y="925"/>
                  </a:cubicBezTo>
                  <a:cubicBezTo>
                    <a:pt x="15306" y="959"/>
                    <a:pt x="15356" y="975"/>
                    <a:pt x="15407" y="975"/>
                  </a:cubicBezTo>
                  <a:cubicBezTo>
                    <a:pt x="15454" y="975"/>
                    <a:pt x="15500" y="961"/>
                    <a:pt x="15540" y="933"/>
                  </a:cubicBezTo>
                  <a:cubicBezTo>
                    <a:pt x="15572" y="933"/>
                    <a:pt x="15605" y="933"/>
                    <a:pt x="15605" y="990"/>
                  </a:cubicBezTo>
                  <a:cubicBezTo>
                    <a:pt x="15623" y="1023"/>
                    <a:pt x="15656" y="1059"/>
                    <a:pt x="15693" y="1059"/>
                  </a:cubicBezTo>
                  <a:cubicBezTo>
                    <a:pt x="15719" y="1059"/>
                    <a:pt x="15748" y="1041"/>
                    <a:pt x="15775" y="990"/>
                  </a:cubicBezTo>
                  <a:cubicBezTo>
                    <a:pt x="15807" y="990"/>
                    <a:pt x="15807" y="990"/>
                    <a:pt x="15807" y="1055"/>
                  </a:cubicBezTo>
                  <a:cubicBezTo>
                    <a:pt x="15826" y="1088"/>
                    <a:pt x="15834" y="1124"/>
                    <a:pt x="15845" y="1124"/>
                  </a:cubicBezTo>
                  <a:cubicBezTo>
                    <a:pt x="15853" y="1124"/>
                    <a:pt x="15863" y="1106"/>
                    <a:pt x="15880" y="1055"/>
                  </a:cubicBezTo>
                  <a:cubicBezTo>
                    <a:pt x="15913" y="1027"/>
                    <a:pt x="15955" y="1012"/>
                    <a:pt x="15998" y="1012"/>
                  </a:cubicBezTo>
                  <a:cubicBezTo>
                    <a:pt x="16040" y="1012"/>
                    <a:pt x="16083" y="1027"/>
                    <a:pt x="16115" y="1055"/>
                  </a:cubicBezTo>
                  <a:cubicBezTo>
                    <a:pt x="16148" y="1055"/>
                    <a:pt x="16180" y="1055"/>
                    <a:pt x="16180" y="998"/>
                  </a:cubicBezTo>
                  <a:cubicBezTo>
                    <a:pt x="16180" y="978"/>
                    <a:pt x="16180" y="957"/>
                    <a:pt x="16180" y="941"/>
                  </a:cubicBezTo>
                  <a:cubicBezTo>
                    <a:pt x="16200" y="998"/>
                    <a:pt x="16211" y="1027"/>
                    <a:pt x="16220" y="1027"/>
                  </a:cubicBezTo>
                  <a:cubicBezTo>
                    <a:pt x="16229" y="1027"/>
                    <a:pt x="16237" y="998"/>
                    <a:pt x="16253" y="941"/>
                  </a:cubicBezTo>
                  <a:cubicBezTo>
                    <a:pt x="16253" y="909"/>
                    <a:pt x="16261" y="893"/>
                    <a:pt x="16269" y="893"/>
                  </a:cubicBezTo>
                  <a:cubicBezTo>
                    <a:pt x="16277" y="893"/>
                    <a:pt x="16286" y="909"/>
                    <a:pt x="16286" y="941"/>
                  </a:cubicBezTo>
                  <a:cubicBezTo>
                    <a:pt x="16318" y="998"/>
                    <a:pt x="16350" y="998"/>
                    <a:pt x="16350" y="998"/>
                  </a:cubicBezTo>
                  <a:cubicBezTo>
                    <a:pt x="16472" y="974"/>
                    <a:pt x="16602" y="950"/>
                    <a:pt x="16723" y="941"/>
                  </a:cubicBezTo>
                  <a:cubicBezTo>
                    <a:pt x="16799" y="944"/>
                    <a:pt x="16862" y="945"/>
                    <a:pt x="16913" y="945"/>
                  </a:cubicBezTo>
                  <a:cubicBezTo>
                    <a:pt x="17049" y="945"/>
                    <a:pt x="17104" y="934"/>
                    <a:pt x="17104" y="893"/>
                  </a:cubicBezTo>
                  <a:cubicBezTo>
                    <a:pt x="17121" y="860"/>
                    <a:pt x="17129" y="844"/>
                    <a:pt x="17137" y="844"/>
                  </a:cubicBezTo>
                  <a:cubicBezTo>
                    <a:pt x="17145" y="844"/>
                    <a:pt x="17153" y="860"/>
                    <a:pt x="17169" y="893"/>
                  </a:cubicBezTo>
                  <a:cubicBezTo>
                    <a:pt x="17183" y="928"/>
                    <a:pt x="17216" y="951"/>
                    <a:pt x="17256" y="951"/>
                  </a:cubicBezTo>
                  <a:cubicBezTo>
                    <a:pt x="17262" y="951"/>
                    <a:pt x="17268" y="951"/>
                    <a:pt x="17275" y="950"/>
                  </a:cubicBezTo>
                  <a:cubicBezTo>
                    <a:pt x="17307" y="950"/>
                    <a:pt x="17340" y="950"/>
                    <a:pt x="17340" y="1014"/>
                  </a:cubicBezTo>
                  <a:cubicBezTo>
                    <a:pt x="17364" y="967"/>
                    <a:pt x="17370" y="954"/>
                    <a:pt x="17385" y="954"/>
                  </a:cubicBezTo>
                  <a:cubicBezTo>
                    <a:pt x="17390" y="954"/>
                    <a:pt x="17396" y="956"/>
                    <a:pt x="17404" y="958"/>
                  </a:cubicBezTo>
                  <a:cubicBezTo>
                    <a:pt x="17404" y="986"/>
                    <a:pt x="17413" y="1000"/>
                    <a:pt x="17426" y="1000"/>
                  </a:cubicBezTo>
                  <a:cubicBezTo>
                    <a:pt x="17439" y="1000"/>
                    <a:pt x="17457" y="986"/>
                    <a:pt x="17477" y="958"/>
                  </a:cubicBezTo>
                  <a:cubicBezTo>
                    <a:pt x="17494" y="897"/>
                    <a:pt x="17502" y="866"/>
                    <a:pt x="17506" y="866"/>
                  </a:cubicBezTo>
                  <a:cubicBezTo>
                    <a:pt x="17510" y="866"/>
                    <a:pt x="17510" y="897"/>
                    <a:pt x="17510" y="958"/>
                  </a:cubicBezTo>
                  <a:cubicBezTo>
                    <a:pt x="17510" y="998"/>
                    <a:pt x="17558" y="1042"/>
                    <a:pt x="17575" y="1042"/>
                  </a:cubicBezTo>
                  <a:cubicBezTo>
                    <a:pt x="17583" y="1042"/>
                    <a:pt x="17584" y="1034"/>
                    <a:pt x="17575" y="1014"/>
                  </a:cubicBezTo>
                  <a:cubicBezTo>
                    <a:pt x="17575" y="958"/>
                    <a:pt x="17648" y="958"/>
                    <a:pt x="17680" y="901"/>
                  </a:cubicBezTo>
                  <a:cubicBezTo>
                    <a:pt x="17713" y="901"/>
                    <a:pt x="17745" y="901"/>
                    <a:pt x="17745" y="958"/>
                  </a:cubicBezTo>
                  <a:cubicBezTo>
                    <a:pt x="17754" y="974"/>
                    <a:pt x="17776" y="981"/>
                    <a:pt x="17802" y="981"/>
                  </a:cubicBezTo>
                  <a:cubicBezTo>
                    <a:pt x="17866" y="981"/>
                    <a:pt x="17960" y="941"/>
                    <a:pt x="17988" y="901"/>
                  </a:cubicBezTo>
                  <a:cubicBezTo>
                    <a:pt x="17988" y="873"/>
                    <a:pt x="17996" y="858"/>
                    <a:pt x="18004" y="858"/>
                  </a:cubicBezTo>
                  <a:cubicBezTo>
                    <a:pt x="18013" y="858"/>
                    <a:pt x="18021" y="873"/>
                    <a:pt x="18021" y="901"/>
                  </a:cubicBezTo>
                  <a:cubicBezTo>
                    <a:pt x="18021" y="958"/>
                    <a:pt x="18053" y="966"/>
                    <a:pt x="18086" y="966"/>
                  </a:cubicBezTo>
                  <a:cubicBezTo>
                    <a:pt x="18095" y="947"/>
                    <a:pt x="18102" y="939"/>
                    <a:pt x="18107" y="939"/>
                  </a:cubicBezTo>
                  <a:cubicBezTo>
                    <a:pt x="18118" y="939"/>
                    <a:pt x="18118" y="983"/>
                    <a:pt x="18118" y="1023"/>
                  </a:cubicBezTo>
                  <a:cubicBezTo>
                    <a:pt x="18086" y="1079"/>
                    <a:pt x="18118" y="1079"/>
                    <a:pt x="18191" y="1079"/>
                  </a:cubicBezTo>
                  <a:cubicBezTo>
                    <a:pt x="18214" y="1038"/>
                    <a:pt x="18293" y="1027"/>
                    <a:pt x="18372" y="1027"/>
                  </a:cubicBezTo>
                  <a:cubicBezTo>
                    <a:pt x="18402" y="1027"/>
                    <a:pt x="18432" y="1028"/>
                    <a:pt x="18458" y="1031"/>
                  </a:cubicBezTo>
                  <a:cubicBezTo>
                    <a:pt x="18629" y="1031"/>
                    <a:pt x="18661" y="966"/>
                    <a:pt x="18734" y="852"/>
                  </a:cubicBezTo>
                  <a:lnTo>
                    <a:pt x="18767" y="731"/>
                  </a:lnTo>
                  <a:lnTo>
                    <a:pt x="18767" y="852"/>
                  </a:lnTo>
                  <a:cubicBezTo>
                    <a:pt x="18775" y="909"/>
                    <a:pt x="18783" y="974"/>
                    <a:pt x="18799" y="1031"/>
                  </a:cubicBezTo>
                  <a:cubicBezTo>
                    <a:pt x="18831" y="1031"/>
                    <a:pt x="18831" y="974"/>
                    <a:pt x="18840" y="909"/>
                  </a:cubicBezTo>
                  <a:cubicBezTo>
                    <a:pt x="18840" y="882"/>
                    <a:pt x="18847" y="867"/>
                    <a:pt x="18862" y="867"/>
                  </a:cubicBezTo>
                  <a:cubicBezTo>
                    <a:pt x="18878" y="867"/>
                    <a:pt x="18903" y="884"/>
                    <a:pt x="18937" y="917"/>
                  </a:cubicBezTo>
                  <a:cubicBezTo>
                    <a:pt x="18969" y="946"/>
                    <a:pt x="18996" y="960"/>
                    <a:pt x="19018" y="960"/>
                  </a:cubicBezTo>
                  <a:cubicBezTo>
                    <a:pt x="19040" y="960"/>
                    <a:pt x="19058" y="946"/>
                    <a:pt x="19075" y="917"/>
                  </a:cubicBezTo>
                  <a:cubicBezTo>
                    <a:pt x="19080" y="916"/>
                    <a:pt x="19085" y="916"/>
                    <a:pt x="19090" y="916"/>
                  </a:cubicBezTo>
                  <a:cubicBezTo>
                    <a:pt x="19125" y="916"/>
                    <a:pt x="19158" y="939"/>
                    <a:pt x="19172" y="974"/>
                  </a:cubicBezTo>
                  <a:cubicBezTo>
                    <a:pt x="19212" y="974"/>
                    <a:pt x="19212" y="974"/>
                    <a:pt x="19212" y="917"/>
                  </a:cubicBezTo>
                  <a:cubicBezTo>
                    <a:pt x="19212" y="889"/>
                    <a:pt x="19221" y="875"/>
                    <a:pt x="19233" y="875"/>
                  </a:cubicBezTo>
                  <a:cubicBezTo>
                    <a:pt x="19245" y="875"/>
                    <a:pt x="19261" y="889"/>
                    <a:pt x="19277" y="917"/>
                  </a:cubicBezTo>
                  <a:cubicBezTo>
                    <a:pt x="19297" y="989"/>
                    <a:pt x="19342" y="1019"/>
                    <a:pt x="19375" y="1019"/>
                  </a:cubicBezTo>
                  <a:cubicBezTo>
                    <a:pt x="19398" y="1019"/>
                    <a:pt x="19415" y="1005"/>
                    <a:pt x="19415" y="982"/>
                  </a:cubicBezTo>
                  <a:cubicBezTo>
                    <a:pt x="19415" y="917"/>
                    <a:pt x="19448" y="917"/>
                    <a:pt x="19480" y="917"/>
                  </a:cubicBezTo>
                  <a:cubicBezTo>
                    <a:pt x="19486" y="918"/>
                    <a:pt x="19492" y="919"/>
                    <a:pt x="19498" y="919"/>
                  </a:cubicBezTo>
                  <a:cubicBezTo>
                    <a:pt x="19539" y="919"/>
                    <a:pt x="19571" y="896"/>
                    <a:pt x="19585" y="860"/>
                  </a:cubicBezTo>
                  <a:lnTo>
                    <a:pt x="19650" y="860"/>
                  </a:lnTo>
                  <a:cubicBezTo>
                    <a:pt x="19683" y="860"/>
                    <a:pt x="19650" y="925"/>
                    <a:pt x="19618" y="925"/>
                  </a:cubicBezTo>
                  <a:lnTo>
                    <a:pt x="19650" y="982"/>
                  </a:lnTo>
                  <a:cubicBezTo>
                    <a:pt x="19715" y="982"/>
                    <a:pt x="19756" y="982"/>
                    <a:pt x="19788" y="925"/>
                  </a:cubicBezTo>
                  <a:cubicBezTo>
                    <a:pt x="19804" y="864"/>
                    <a:pt x="19812" y="834"/>
                    <a:pt x="19817" y="834"/>
                  </a:cubicBezTo>
                  <a:cubicBezTo>
                    <a:pt x="19821" y="834"/>
                    <a:pt x="19821" y="864"/>
                    <a:pt x="19821" y="925"/>
                  </a:cubicBezTo>
                  <a:cubicBezTo>
                    <a:pt x="19821" y="965"/>
                    <a:pt x="19837" y="1009"/>
                    <a:pt x="19857" y="1009"/>
                  </a:cubicBezTo>
                  <a:cubicBezTo>
                    <a:pt x="19866" y="1009"/>
                    <a:pt x="19876" y="1001"/>
                    <a:pt x="19885" y="982"/>
                  </a:cubicBezTo>
                  <a:cubicBezTo>
                    <a:pt x="19903" y="934"/>
                    <a:pt x="19918" y="916"/>
                    <a:pt x="19931" y="916"/>
                  </a:cubicBezTo>
                  <a:cubicBezTo>
                    <a:pt x="19948" y="916"/>
                    <a:pt x="19958" y="949"/>
                    <a:pt x="19958" y="982"/>
                  </a:cubicBezTo>
                  <a:cubicBezTo>
                    <a:pt x="19942" y="1044"/>
                    <a:pt x="19934" y="1074"/>
                    <a:pt x="19947" y="1074"/>
                  </a:cubicBezTo>
                  <a:cubicBezTo>
                    <a:pt x="19960" y="1074"/>
                    <a:pt x="19992" y="1046"/>
                    <a:pt x="20056" y="990"/>
                  </a:cubicBezTo>
                  <a:cubicBezTo>
                    <a:pt x="20129" y="990"/>
                    <a:pt x="20267" y="933"/>
                    <a:pt x="20364" y="933"/>
                  </a:cubicBezTo>
                  <a:cubicBezTo>
                    <a:pt x="20502" y="933"/>
                    <a:pt x="20566" y="933"/>
                    <a:pt x="20607" y="998"/>
                  </a:cubicBezTo>
                  <a:cubicBezTo>
                    <a:pt x="20605" y="1021"/>
                    <a:pt x="20606" y="1039"/>
                    <a:pt x="20607" y="1053"/>
                  </a:cubicBezTo>
                  <a:lnTo>
                    <a:pt x="20607" y="1053"/>
                  </a:lnTo>
                  <a:cubicBezTo>
                    <a:pt x="20607" y="933"/>
                    <a:pt x="20640" y="933"/>
                    <a:pt x="20737" y="933"/>
                  </a:cubicBezTo>
                  <a:cubicBezTo>
                    <a:pt x="20762" y="953"/>
                    <a:pt x="20790" y="962"/>
                    <a:pt x="20818" y="962"/>
                  </a:cubicBezTo>
                  <a:cubicBezTo>
                    <a:pt x="20870" y="962"/>
                    <a:pt x="20921" y="930"/>
                    <a:pt x="20948" y="877"/>
                  </a:cubicBezTo>
                  <a:lnTo>
                    <a:pt x="20875" y="877"/>
                  </a:lnTo>
                  <a:cubicBezTo>
                    <a:pt x="20875" y="807"/>
                    <a:pt x="20885" y="780"/>
                    <a:pt x="20908" y="780"/>
                  </a:cubicBezTo>
                  <a:cubicBezTo>
                    <a:pt x="20925" y="780"/>
                    <a:pt x="20949" y="795"/>
                    <a:pt x="20980" y="820"/>
                  </a:cubicBezTo>
                  <a:cubicBezTo>
                    <a:pt x="21012" y="820"/>
                    <a:pt x="21012" y="885"/>
                    <a:pt x="21012" y="941"/>
                  </a:cubicBezTo>
                  <a:cubicBezTo>
                    <a:pt x="21012" y="998"/>
                    <a:pt x="21045" y="1063"/>
                    <a:pt x="21077" y="1063"/>
                  </a:cubicBezTo>
                  <a:cubicBezTo>
                    <a:pt x="21110" y="1063"/>
                    <a:pt x="21150" y="1063"/>
                    <a:pt x="21110" y="998"/>
                  </a:cubicBezTo>
                  <a:cubicBezTo>
                    <a:pt x="21110" y="941"/>
                    <a:pt x="21110" y="941"/>
                    <a:pt x="21150" y="941"/>
                  </a:cubicBezTo>
                  <a:cubicBezTo>
                    <a:pt x="21155" y="943"/>
                    <a:pt x="21161" y="943"/>
                    <a:pt x="21166" y="943"/>
                  </a:cubicBezTo>
                  <a:cubicBezTo>
                    <a:pt x="21201" y="943"/>
                    <a:pt x="21233" y="920"/>
                    <a:pt x="21248" y="885"/>
                  </a:cubicBezTo>
                  <a:cubicBezTo>
                    <a:pt x="21248" y="833"/>
                    <a:pt x="21273" y="828"/>
                    <a:pt x="21300" y="828"/>
                  </a:cubicBezTo>
                  <a:cubicBezTo>
                    <a:pt x="21307" y="828"/>
                    <a:pt x="21314" y="828"/>
                    <a:pt x="21321" y="828"/>
                  </a:cubicBezTo>
                  <a:cubicBezTo>
                    <a:pt x="21337" y="860"/>
                    <a:pt x="21377" y="885"/>
                    <a:pt x="21418" y="885"/>
                  </a:cubicBezTo>
                  <a:lnTo>
                    <a:pt x="21418" y="941"/>
                  </a:lnTo>
                  <a:cubicBezTo>
                    <a:pt x="21418" y="990"/>
                    <a:pt x="21434" y="1031"/>
                    <a:pt x="21450" y="1063"/>
                  </a:cubicBezTo>
                  <a:cubicBezTo>
                    <a:pt x="21491" y="1063"/>
                    <a:pt x="21491" y="1006"/>
                    <a:pt x="21491" y="1006"/>
                  </a:cubicBezTo>
                  <a:cubicBezTo>
                    <a:pt x="21491" y="962"/>
                    <a:pt x="21981" y="957"/>
                    <a:pt x="22249" y="957"/>
                  </a:cubicBezTo>
                  <a:cubicBezTo>
                    <a:pt x="22325" y="957"/>
                    <a:pt x="22384" y="958"/>
                    <a:pt x="22407" y="958"/>
                  </a:cubicBezTo>
                  <a:cubicBezTo>
                    <a:pt x="22439" y="990"/>
                    <a:pt x="22482" y="1006"/>
                    <a:pt x="22512" y="1006"/>
                  </a:cubicBezTo>
                  <a:cubicBezTo>
                    <a:pt x="22543" y="1006"/>
                    <a:pt x="22561" y="990"/>
                    <a:pt x="22545" y="958"/>
                  </a:cubicBezTo>
                  <a:cubicBezTo>
                    <a:pt x="22545" y="901"/>
                    <a:pt x="22715" y="901"/>
                    <a:pt x="22918" y="901"/>
                  </a:cubicBezTo>
                  <a:cubicBezTo>
                    <a:pt x="22982" y="903"/>
                    <a:pt x="23042" y="905"/>
                    <a:pt x="23094" y="905"/>
                  </a:cubicBezTo>
                  <a:cubicBezTo>
                    <a:pt x="23233" y="905"/>
                    <a:pt x="23323" y="893"/>
                    <a:pt x="23323" y="852"/>
                  </a:cubicBezTo>
                  <a:lnTo>
                    <a:pt x="23429" y="852"/>
                  </a:lnTo>
                  <a:cubicBezTo>
                    <a:pt x="23493" y="852"/>
                    <a:pt x="23566" y="796"/>
                    <a:pt x="23599" y="796"/>
                  </a:cubicBezTo>
                  <a:cubicBezTo>
                    <a:pt x="23615" y="767"/>
                    <a:pt x="23631" y="753"/>
                    <a:pt x="23639" y="753"/>
                  </a:cubicBezTo>
                  <a:cubicBezTo>
                    <a:pt x="23647" y="753"/>
                    <a:pt x="23647" y="767"/>
                    <a:pt x="23631" y="796"/>
                  </a:cubicBezTo>
                  <a:cubicBezTo>
                    <a:pt x="23631" y="852"/>
                    <a:pt x="23631" y="917"/>
                    <a:pt x="23664" y="917"/>
                  </a:cubicBezTo>
                  <a:cubicBezTo>
                    <a:pt x="23729" y="917"/>
                    <a:pt x="23729" y="852"/>
                    <a:pt x="23729" y="796"/>
                  </a:cubicBezTo>
                  <a:cubicBezTo>
                    <a:pt x="23729" y="739"/>
                    <a:pt x="23769" y="739"/>
                    <a:pt x="23769" y="739"/>
                  </a:cubicBezTo>
                  <a:cubicBezTo>
                    <a:pt x="23801" y="739"/>
                    <a:pt x="23801" y="739"/>
                    <a:pt x="23801" y="796"/>
                  </a:cubicBezTo>
                  <a:cubicBezTo>
                    <a:pt x="23801" y="860"/>
                    <a:pt x="23801" y="917"/>
                    <a:pt x="23801" y="917"/>
                  </a:cubicBezTo>
                  <a:lnTo>
                    <a:pt x="23834" y="917"/>
                  </a:lnTo>
                  <a:cubicBezTo>
                    <a:pt x="23834" y="865"/>
                    <a:pt x="23855" y="860"/>
                    <a:pt x="23863" y="860"/>
                  </a:cubicBezTo>
                  <a:cubicBezTo>
                    <a:pt x="23865" y="860"/>
                    <a:pt x="23866" y="860"/>
                    <a:pt x="23866" y="860"/>
                  </a:cubicBezTo>
                  <a:cubicBezTo>
                    <a:pt x="23899" y="860"/>
                    <a:pt x="23899" y="860"/>
                    <a:pt x="23899" y="974"/>
                  </a:cubicBezTo>
                  <a:cubicBezTo>
                    <a:pt x="23899" y="1035"/>
                    <a:pt x="23909" y="1065"/>
                    <a:pt x="23923" y="1065"/>
                  </a:cubicBezTo>
                  <a:cubicBezTo>
                    <a:pt x="23937" y="1065"/>
                    <a:pt x="23956" y="1035"/>
                    <a:pt x="23972" y="974"/>
                  </a:cubicBezTo>
                  <a:lnTo>
                    <a:pt x="24037" y="917"/>
                  </a:lnTo>
                  <a:cubicBezTo>
                    <a:pt x="24047" y="955"/>
                    <a:pt x="24061" y="969"/>
                    <a:pt x="24076" y="969"/>
                  </a:cubicBezTo>
                  <a:cubicBezTo>
                    <a:pt x="24111" y="969"/>
                    <a:pt x="24152" y="899"/>
                    <a:pt x="24174" y="860"/>
                  </a:cubicBezTo>
                  <a:cubicBezTo>
                    <a:pt x="24191" y="921"/>
                    <a:pt x="24207" y="952"/>
                    <a:pt x="24224" y="952"/>
                  </a:cubicBezTo>
                  <a:cubicBezTo>
                    <a:pt x="24241" y="952"/>
                    <a:pt x="24260" y="921"/>
                    <a:pt x="24280" y="860"/>
                  </a:cubicBezTo>
                  <a:cubicBezTo>
                    <a:pt x="24280" y="832"/>
                    <a:pt x="24288" y="818"/>
                    <a:pt x="24300" y="818"/>
                  </a:cubicBezTo>
                  <a:cubicBezTo>
                    <a:pt x="24312" y="818"/>
                    <a:pt x="24328" y="832"/>
                    <a:pt x="24345" y="860"/>
                  </a:cubicBezTo>
                  <a:cubicBezTo>
                    <a:pt x="24377" y="925"/>
                    <a:pt x="24410" y="925"/>
                    <a:pt x="24483" y="925"/>
                  </a:cubicBezTo>
                  <a:cubicBezTo>
                    <a:pt x="24515" y="869"/>
                    <a:pt x="24750" y="869"/>
                    <a:pt x="25026" y="869"/>
                  </a:cubicBezTo>
                  <a:cubicBezTo>
                    <a:pt x="25110" y="871"/>
                    <a:pt x="25187" y="872"/>
                    <a:pt x="25253" y="872"/>
                  </a:cubicBezTo>
                  <a:cubicBezTo>
                    <a:pt x="25430" y="872"/>
                    <a:pt x="25537" y="861"/>
                    <a:pt x="25537" y="820"/>
                  </a:cubicBezTo>
                  <a:cubicBezTo>
                    <a:pt x="25569" y="820"/>
                    <a:pt x="25569" y="820"/>
                    <a:pt x="25601" y="877"/>
                  </a:cubicBezTo>
                  <a:cubicBezTo>
                    <a:pt x="25601" y="904"/>
                    <a:pt x="25607" y="920"/>
                    <a:pt x="25617" y="920"/>
                  </a:cubicBezTo>
                  <a:cubicBezTo>
                    <a:pt x="25630" y="920"/>
                    <a:pt x="25651" y="890"/>
                    <a:pt x="25674" y="820"/>
                  </a:cubicBezTo>
                  <a:cubicBezTo>
                    <a:pt x="25693" y="787"/>
                    <a:pt x="25701" y="751"/>
                    <a:pt x="25704" y="751"/>
                  </a:cubicBezTo>
                  <a:cubicBezTo>
                    <a:pt x="25707" y="751"/>
                    <a:pt x="25707" y="769"/>
                    <a:pt x="25707" y="820"/>
                  </a:cubicBezTo>
                  <a:cubicBezTo>
                    <a:pt x="25707" y="877"/>
                    <a:pt x="25772" y="885"/>
                    <a:pt x="25910" y="885"/>
                  </a:cubicBezTo>
                  <a:cubicBezTo>
                    <a:pt x="26007" y="885"/>
                    <a:pt x="26145" y="885"/>
                    <a:pt x="26145" y="828"/>
                  </a:cubicBezTo>
                  <a:cubicBezTo>
                    <a:pt x="26181" y="800"/>
                    <a:pt x="26199" y="785"/>
                    <a:pt x="26203" y="785"/>
                  </a:cubicBezTo>
                  <a:lnTo>
                    <a:pt x="26203" y="785"/>
                  </a:lnTo>
                  <a:cubicBezTo>
                    <a:pt x="26207" y="785"/>
                    <a:pt x="26197" y="800"/>
                    <a:pt x="26177" y="828"/>
                  </a:cubicBezTo>
                  <a:cubicBezTo>
                    <a:pt x="26157" y="904"/>
                    <a:pt x="26215" y="954"/>
                    <a:pt x="26288" y="954"/>
                  </a:cubicBezTo>
                  <a:cubicBezTo>
                    <a:pt x="26331" y="954"/>
                    <a:pt x="26381" y="936"/>
                    <a:pt x="26420" y="893"/>
                  </a:cubicBezTo>
                  <a:cubicBezTo>
                    <a:pt x="26453" y="893"/>
                    <a:pt x="26485" y="893"/>
                    <a:pt x="26485" y="950"/>
                  </a:cubicBezTo>
                  <a:cubicBezTo>
                    <a:pt x="26550" y="950"/>
                    <a:pt x="26607" y="933"/>
                    <a:pt x="26655" y="893"/>
                  </a:cubicBezTo>
                  <a:lnTo>
                    <a:pt x="26899" y="893"/>
                  </a:lnTo>
                  <a:cubicBezTo>
                    <a:pt x="26947" y="893"/>
                    <a:pt x="26996" y="869"/>
                    <a:pt x="27028" y="836"/>
                  </a:cubicBezTo>
                  <a:lnTo>
                    <a:pt x="27069" y="836"/>
                  </a:lnTo>
                  <a:cubicBezTo>
                    <a:pt x="27069" y="901"/>
                    <a:pt x="27231" y="901"/>
                    <a:pt x="27474" y="901"/>
                  </a:cubicBezTo>
                  <a:cubicBezTo>
                    <a:pt x="27709" y="909"/>
                    <a:pt x="27912" y="909"/>
                    <a:pt x="27945" y="966"/>
                  </a:cubicBezTo>
                  <a:cubicBezTo>
                    <a:pt x="27945" y="966"/>
                    <a:pt x="27985" y="966"/>
                    <a:pt x="28018" y="909"/>
                  </a:cubicBezTo>
                  <a:cubicBezTo>
                    <a:pt x="28036" y="839"/>
                    <a:pt x="28055" y="809"/>
                    <a:pt x="28075" y="809"/>
                  </a:cubicBezTo>
                  <a:cubicBezTo>
                    <a:pt x="28090" y="809"/>
                    <a:pt x="28106" y="825"/>
                    <a:pt x="28123" y="852"/>
                  </a:cubicBezTo>
                  <a:cubicBezTo>
                    <a:pt x="28127" y="913"/>
                    <a:pt x="28174" y="944"/>
                    <a:pt x="28221" y="944"/>
                  </a:cubicBezTo>
                  <a:cubicBezTo>
                    <a:pt x="28269" y="944"/>
                    <a:pt x="28318" y="913"/>
                    <a:pt x="28326" y="852"/>
                  </a:cubicBezTo>
                  <a:lnTo>
                    <a:pt x="28326" y="917"/>
                  </a:lnTo>
                  <a:cubicBezTo>
                    <a:pt x="28338" y="961"/>
                    <a:pt x="28360" y="979"/>
                    <a:pt x="28384" y="979"/>
                  </a:cubicBezTo>
                  <a:cubicBezTo>
                    <a:pt x="28424" y="979"/>
                    <a:pt x="28471" y="931"/>
                    <a:pt x="28496" y="860"/>
                  </a:cubicBezTo>
                  <a:cubicBezTo>
                    <a:pt x="28519" y="901"/>
                    <a:pt x="28542" y="941"/>
                    <a:pt x="28565" y="941"/>
                  </a:cubicBezTo>
                  <a:cubicBezTo>
                    <a:pt x="28574" y="941"/>
                    <a:pt x="28584" y="934"/>
                    <a:pt x="28593" y="917"/>
                  </a:cubicBezTo>
                  <a:cubicBezTo>
                    <a:pt x="28626" y="917"/>
                    <a:pt x="28626" y="917"/>
                    <a:pt x="28626" y="1039"/>
                  </a:cubicBezTo>
                  <a:cubicBezTo>
                    <a:pt x="28626" y="1096"/>
                    <a:pt x="28626" y="1160"/>
                    <a:pt x="28658" y="1160"/>
                  </a:cubicBezTo>
                  <a:cubicBezTo>
                    <a:pt x="28699" y="1160"/>
                    <a:pt x="28699" y="1096"/>
                    <a:pt x="28699" y="1039"/>
                  </a:cubicBezTo>
                  <a:lnTo>
                    <a:pt x="28763" y="1039"/>
                  </a:lnTo>
                  <a:cubicBezTo>
                    <a:pt x="28763" y="1039"/>
                    <a:pt x="28796" y="1039"/>
                    <a:pt x="28796" y="982"/>
                  </a:cubicBezTo>
                  <a:cubicBezTo>
                    <a:pt x="28796" y="917"/>
                    <a:pt x="28836" y="917"/>
                    <a:pt x="28869" y="917"/>
                  </a:cubicBezTo>
                  <a:cubicBezTo>
                    <a:pt x="28869" y="936"/>
                    <a:pt x="28872" y="944"/>
                    <a:pt x="28875" y="944"/>
                  </a:cubicBezTo>
                  <a:cubicBezTo>
                    <a:pt x="28882" y="944"/>
                    <a:pt x="28892" y="900"/>
                    <a:pt x="28869" y="860"/>
                  </a:cubicBezTo>
                  <a:cubicBezTo>
                    <a:pt x="28869" y="804"/>
                    <a:pt x="28869" y="739"/>
                    <a:pt x="28901" y="739"/>
                  </a:cubicBezTo>
                  <a:lnTo>
                    <a:pt x="28901" y="625"/>
                  </a:lnTo>
                  <a:cubicBezTo>
                    <a:pt x="28901" y="504"/>
                    <a:pt x="28901" y="447"/>
                    <a:pt x="28836" y="382"/>
                  </a:cubicBezTo>
                  <a:cubicBezTo>
                    <a:pt x="28758" y="345"/>
                    <a:pt x="28689" y="311"/>
                    <a:pt x="28646" y="311"/>
                  </a:cubicBezTo>
                  <a:cubicBezTo>
                    <a:pt x="28613" y="311"/>
                    <a:pt x="28593" y="330"/>
                    <a:pt x="28593" y="382"/>
                  </a:cubicBezTo>
                  <a:cubicBezTo>
                    <a:pt x="28593" y="382"/>
                    <a:pt x="28561" y="439"/>
                    <a:pt x="28528" y="439"/>
                  </a:cubicBezTo>
                  <a:cubicBezTo>
                    <a:pt x="28496" y="439"/>
                    <a:pt x="28463" y="374"/>
                    <a:pt x="28463" y="374"/>
                  </a:cubicBezTo>
                  <a:cubicBezTo>
                    <a:pt x="28463" y="317"/>
                    <a:pt x="28326" y="317"/>
                    <a:pt x="28155" y="317"/>
                  </a:cubicBezTo>
                  <a:cubicBezTo>
                    <a:pt x="27953" y="309"/>
                    <a:pt x="27847" y="309"/>
                    <a:pt x="27815" y="252"/>
                  </a:cubicBezTo>
                  <a:cubicBezTo>
                    <a:pt x="27782" y="187"/>
                    <a:pt x="27750" y="187"/>
                    <a:pt x="27750" y="187"/>
                  </a:cubicBezTo>
                  <a:cubicBezTo>
                    <a:pt x="27750" y="244"/>
                    <a:pt x="27539" y="244"/>
                    <a:pt x="27304" y="244"/>
                  </a:cubicBezTo>
                  <a:cubicBezTo>
                    <a:pt x="27240" y="242"/>
                    <a:pt x="27174" y="240"/>
                    <a:pt x="27114" y="240"/>
                  </a:cubicBezTo>
                  <a:cubicBezTo>
                    <a:pt x="26954" y="240"/>
                    <a:pt x="26826" y="252"/>
                    <a:pt x="26826" y="293"/>
                  </a:cubicBezTo>
                  <a:lnTo>
                    <a:pt x="26761" y="293"/>
                  </a:lnTo>
                  <a:cubicBezTo>
                    <a:pt x="26761" y="236"/>
                    <a:pt x="26696" y="236"/>
                    <a:pt x="26623" y="236"/>
                  </a:cubicBezTo>
                  <a:cubicBezTo>
                    <a:pt x="26591" y="269"/>
                    <a:pt x="26542" y="285"/>
                    <a:pt x="26485" y="293"/>
                  </a:cubicBezTo>
                  <a:cubicBezTo>
                    <a:pt x="26485" y="228"/>
                    <a:pt x="26453" y="228"/>
                    <a:pt x="26388" y="228"/>
                  </a:cubicBezTo>
                  <a:cubicBezTo>
                    <a:pt x="26323" y="228"/>
                    <a:pt x="26282" y="228"/>
                    <a:pt x="26282" y="293"/>
                  </a:cubicBezTo>
                  <a:cubicBezTo>
                    <a:pt x="26161" y="293"/>
                    <a:pt x="26031" y="269"/>
                    <a:pt x="25910" y="228"/>
                  </a:cubicBezTo>
                  <a:cubicBezTo>
                    <a:pt x="25899" y="208"/>
                    <a:pt x="25889" y="199"/>
                    <a:pt x="25879" y="199"/>
                  </a:cubicBezTo>
                  <a:cubicBezTo>
                    <a:pt x="25857" y="199"/>
                    <a:pt x="25835" y="240"/>
                    <a:pt x="25812" y="285"/>
                  </a:cubicBezTo>
                  <a:cubicBezTo>
                    <a:pt x="25812" y="342"/>
                    <a:pt x="25772" y="398"/>
                    <a:pt x="25739" y="398"/>
                  </a:cubicBezTo>
                  <a:lnTo>
                    <a:pt x="25739" y="285"/>
                  </a:lnTo>
                  <a:cubicBezTo>
                    <a:pt x="25772" y="220"/>
                    <a:pt x="25772" y="220"/>
                    <a:pt x="25707" y="220"/>
                  </a:cubicBezTo>
                  <a:lnTo>
                    <a:pt x="25642" y="220"/>
                  </a:lnTo>
                  <a:cubicBezTo>
                    <a:pt x="25642" y="277"/>
                    <a:pt x="25472" y="277"/>
                    <a:pt x="25228" y="277"/>
                  </a:cubicBezTo>
                  <a:cubicBezTo>
                    <a:pt x="25144" y="274"/>
                    <a:pt x="25075" y="273"/>
                    <a:pt x="25020" y="273"/>
                  </a:cubicBezTo>
                  <a:cubicBezTo>
                    <a:pt x="24874" y="273"/>
                    <a:pt x="24823" y="284"/>
                    <a:pt x="24823" y="325"/>
                  </a:cubicBezTo>
                  <a:cubicBezTo>
                    <a:pt x="24823" y="358"/>
                    <a:pt x="24815" y="374"/>
                    <a:pt x="24794" y="374"/>
                  </a:cubicBezTo>
                  <a:cubicBezTo>
                    <a:pt x="24772" y="374"/>
                    <a:pt x="24738" y="358"/>
                    <a:pt x="24685" y="325"/>
                  </a:cubicBezTo>
                  <a:cubicBezTo>
                    <a:pt x="24556" y="211"/>
                    <a:pt x="24509" y="170"/>
                    <a:pt x="24484" y="170"/>
                  </a:cubicBezTo>
                  <a:cubicBezTo>
                    <a:pt x="24469" y="170"/>
                    <a:pt x="24462" y="183"/>
                    <a:pt x="24450" y="204"/>
                  </a:cubicBezTo>
                  <a:cubicBezTo>
                    <a:pt x="24483" y="204"/>
                    <a:pt x="24483" y="269"/>
                    <a:pt x="24483" y="325"/>
                  </a:cubicBezTo>
                  <a:cubicBezTo>
                    <a:pt x="24483" y="386"/>
                    <a:pt x="24474" y="417"/>
                    <a:pt x="24462" y="417"/>
                  </a:cubicBezTo>
                  <a:cubicBezTo>
                    <a:pt x="24450" y="417"/>
                    <a:pt x="24434" y="386"/>
                    <a:pt x="24418" y="325"/>
                  </a:cubicBezTo>
                  <a:cubicBezTo>
                    <a:pt x="24418" y="277"/>
                    <a:pt x="24338" y="257"/>
                    <a:pt x="24240" y="257"/>
                  </a:cubicBezTo>
                  <a:cubicBezTo>
                    <a:pt x="24088" y="257"/>
                    <a:pt x="23891" y="305"/>
                    <a:pt x="23866" y="374"/>
                  </a:cubicBezTo>
                  <a:lnTo>
                    <a:pt x="23866" y="317"/>
                  </a:lnTo>
                  <a:cubicBezTo>
                    <a:pt x="23866" y="260"/>
                    <a:pt x="23834" y="252"/>
                    <a:pt x="23696" y="252"/>
                  </a:cubicBezTo>
                  <a:lnTo>
                    <a:pt x="23599" y="260"/>
                  </a:lnTo>
                  <a:cubicBezTo>
                    <a:pt x="23599" y="311"/>
                    <a:pt x="23564" y="329"/>
                    <a:pt x="23523" y="329"/>
                  </a:cubicBezTo>
                  <a:cubicBezTo>
                    <a:pt x="23465" y="329"/>
                    <a:pt x="23396" y="294"/>
                    <a:pt x="23396" y="260"/>
                  </a:cubicBezTo>
                  <a:cubicBezTo>
                    <a:pt x="23364" y="196"/>
                    <a:pt x="23364" y="196"/>
                    <a:pt x="23299" y="196"/>
                  </a:cubicBezTo>
                  <a:cubicBezTo>
                    <a:pt x="23255" y="246"/>
                    <a:pt x="23200" y="265"/>
                    <a:pt x="23150" y="265"/>
                  </a:cubicBezTo>
                  <a:cubicBezTo>
                    <a:pt x="23081" y="265"/>
                    <a:pt x="23023" y="229"/>
                    <a:pt x="23023" y="196"/>
                  </a:cubicBezTo>
                  <a:lnTo>
                    <a:pt x="22958" y="196"/>
                  </a:lnTo>
                  <a:cubicBezTo>
                    <a:pt x="22930" y="231"/>
                    <a:pt x="22883" y="254"/>
                    <a:pt x="22840" y="254"/>
                  </a:cubicBezTo>
                  <a:cubicBezTo>
                    <a:pt x="22833" y="254"/>
                    <a:pt x="22827" y="253"/>
                    <a:pt x="22820" y="252"/>
                  </a:cubicBezTo>
                  <a:cubicBezTo>
                    <a:pt x="22715" y="252"/>
                    <a:pt x="22683" y="252"/>
                    <a:pt x="22715" y="309"/>
                  </a:cubicBezTo>
                  <a:cubicBezTo>
                    <a:pt x="22715" y="374"/>
                    <a:pt x="22715" y="431"/>
                    <a:pt x="22683" y="431"/>
                  </a:cubicBezTo>
                  <a:lnTo>
                    <a:pt x="22683" y="374"/>
                  </a:lnTo>
                  <a:cubicBezTo>
                    <a:pt x="22683" y="309"/>
                    <a:pt x="22577" y="309"/>
                    <a:pt x="22447" y="309"/>
                  </a:cubicBezTo>
                  <a:cubicBezTo>
                    <a:pt x="22277" y="309"/>
                    <a:pt x="22204" y="301"/>
                    <a:pt x="22172" y="244"/>
                  </a:cubicBezTo>
                  <a:lnTo>
                    <a:pt x="22139" y="301"/>
                  </a:lnTo>
                  <a:cubicBezTo>
                    <a:pt x="22123" y="333"/>
                    <a:pt x="22107" y="350"/>
                    <a:pt x="22095" y="350"/>
                  </a:cubicBezTo>
                  <a:cubicBezTo>
                    <a:pt x="22083" y="350"/>
                    <a:pt x="22075" y="333"/>
                    <a:pt x="22075" y="301"/>
                  </a:cubicBezTo>
                  <a:cubicBezTo>
                    <a:pt x="22054" y="273"/>
                    <a:pt x="22012" y="258"/>
                    <a:pt x="21965" y="258"/>
                  </a:cubicBezTo>
                  <a:cubicBezTo>
                    <a:pt x="21918" y="258"/>
                    <a:pt x="21868" y="273"/>
                    <a:pt x="21831" y="301"/>
                  </a:cubicBezTo>
                  <a:lnTo>
                    <a:pt x="21766" y="301"/>
                  </a:lnTo>
                  <a:cubicBezTo>
                    <a:pt x="21750" y="239"/>
                    <a:pt x="21715" y="209"/>
                    <a:pt x="21680" y="209"/>
                  </a:cubicBezTo>
                  <a:cubicBezTo>
                    <a:pt x="21646" y="209"/>
                    <a:pt x="21612" y="237"/>
                    <a:pt x="21596" y="293"/>
                  </a:cubicBezTo>
                  <a:cubicBezTo>
                    <a:pt x="21596" y="236"/>
                    <a:pt x="21564" y="236"/>
                    <a:pt x="21523" y="236"/>
                  </a:cubicBezTo>
                  <a:cubicBezTo>
                    <a:pt x="21491" y="264"/>
                    <a:pt x="21440" y="279"/>
                    <a:pt x="21398" y="279"/>
                  </a:cubicBezTo>
                  <a:cubicBezTo>
                    <a:pt x="21355" y="279"/>
                    <a:pt x="21321" y="264"/>
                    <a:pt x="21321" y="236"/>
                  </a:cubicBezTo>
                  <a:lnTo>
                    <a:pt x="21288" y="236"/>
                  </a:lnTo>
                  <a:cubicBezTo>
                    <a:pt x="21274" y="271"/>
                    <a:pt x="21241" y="294"/>
                    <a:pt x="21201" y="294"/>
                  </a:cubicBezTo>
                  <a:cubicBezTo>
                    <a:pt x="21195" y="294"/>
                    <a:pt x="21189" y="294"/>
                    <a:pt x="21183" y="293"/>
                  </a:cubicBezTo>
                  <a:cubicBezTo>
                    <a:pt x="21177" y="292"/>
                    <a:pt x="21172" y="291"/>
                    <a:pt x="21167" y="291"/>
                  </a:cubicBezTo>
                  <a:cubicBezTo>
                    <a:pt x="21132" y="291"/>
                    <a:pt x="21100" y="314"/>
                    <a:pt x="21085" y="350"/>
                  </a:cubicBezTo>
                  <a:cubicBezTo>
                    <a:pt x="21053" y="406"/>
                    <a:pt x="21012" y="406"/>
                    <a:pt x="21012" y="406"/>
                  </a:cubicBezTo>
                  <a:cubicBezTo>
                    <a:pt x="20980" y="406"/>
                    <a:pt x="21012" y="350"/>
                    <a:pt x="21053" y="293"/>
                  </a:cubicBezTo>
                  <a:cubicBezTo>
                    <a:pt x="21080" y="266"/>
                    <a:pt x="21079" y="250"/>
                    <a:pt x="21060" y="250"/>
                  </a:cubicBezTo>
                  <a:cubicBezTo>
                    <a:pt x="21034" y="250"/>
                    <a:pt x="20976" y="279"/>
                    <a:pt x="20915" y="350"/>
                  </a:cubicBezTo>
                  <a:cubicBezTo>
                    <a:pt x="20862" y="406"/>
                    <a:pt x="20836" y="435"/>
                    <a:pt x="20832" y="435"/>
                  </a:cubicBezTo>
                  <a:cubicBezTo>
                    <a:pt x="20828" y="435"/>
                    <a:pt x="20846" y="406"/>
                    <a:pt x="20883" y="350"/>
                  </a:cubicBezTo>
                  <a:cubicBezTo>
                    <a:pt x="20906" y="303"/>
                    <a:pt x="20929" y="261"/>
                    <a:pt x="20917" y="261"/>
                  </a:cubicBezTo>
                  <a:cubicBezTo>
                    <a:pt x="20912" y="261"/>
                    <a:pt x="20901" y="268"/>
                    <a:pt x="20883" y="285"/>
                  </a:cubicBezTo>
                  <a:cubicBezTo>
                    <a:pt x="20883" y="285"/>
                    <a:pt x="20810" y="285"/>
                    <a:pt x="20810" y="350"/>
                  </a:cubicBezTo>
                  <a:lnTo>
                    <a:pt x="20712" y="342"/>
                  </a:lnTo>
                  <a:cubicBezTo>
                    <a:pt x="20680" y="309"/>
                    <a:pt x="20623" y="285"/>
                    <a:pt x="20575" y="285"/>
                  </a:cubicBezTo>
                  <a:cubicBezTo>
                    <a:pt x="20558" y="313"/>
                    <a:pt x="20550" y="327"/>
                    <a:pt x="20542" y="327"/>
                  </a:cubicBezTo>
                  <a:cubicBezTo>
                    <a:pt x="20534" y="327"/>
                    <a:pt x="20526" y="313"/>
                    <a:pt x="20510" y="285"/>
                  </a:cubicBezTo>
                  <a:cubicBezTo>
                    <a:pt x="20510" y="257"/>
                    <a:pt x="20503" y="242"/>
                    <a:pt x="20494" y="242"/>
                  </a:cubicBezTo>
                  <a:cubicBezTo>
                    <a:pt x="20483" y="242"/>
                    <a:pt x="20469" y="271"/>
                    <a:pt x="20469" y="342"/>
                  </a:cubicBezTo>
                  <a:cubicBezTo>
                    <a:pt x="20453" y="370"/>
                    <a:pt x="20437" y="384"/>
                    <a:pt x="20421" y="384"/>
                  </a:cubicBezTo>
                  <a:cubicBezTo>
                    <a:pt x="20404" y="384"/>
                    <a:pt x="20388" y="370"/>
                    <a:pt x="20372" y="342"/>
                  </a:cubicBezTo>
                  <a:cubicBezTo>
                    <a:pt x="20372" y="269"/>
                    <a:pt x="20360" y="240"/>
                    <a:pt x="20351" y="240"/>
                  </a:cubicBezTo>
                  <a:cubicBezTo>
                    <a:pt x="20345" y="240"/>
                    <a:pt x="20339" y="254"/>
                    <a:pt x="20339" y="277"/>
                  </a:cubicBezTo>
                  <a:cubicBezTo>
                    <a:pt x="20299" y="342"/>
                    <a:pt x="20267" y="342"/>
                    <a:pt x="20267" y="342"/>
                  </a:cubicBezTo>
                  <a:cubicBezTo>
                    <a:pt x="20267" y="277"/>
                    <a:pt x="19958" y="277"/>
                    <a:pt x="19658" y="269"/>
                  </a:cubicBezTo>
                  <a:cubicBezTo>
                    <a:pt x="19626" y="269"/>
                    <a:pt x="19585" y="333"/>
                    <a:pt x="19585" y="390"/>
                  </a:cubicBezTo>
                  <a:cubicBezTo>
                    <a:pt x="19585" y="441"/>
                    <a:pt x="19585" y="459"/>
                    <a:pt x="19583" y="459"/>
                  </a:cubicBezTo>
                  <a:cubicBezTo>
                    <a:pt x="19580" y="459"/>
                    <a:pt x="19572" y="423"/>
                    <a:pt x="19553" y="390"/>
                  </a:cubicBezTo>
                  <a:cubicBezTo>
                    <a:pt x="19537" y="301"/>
                    <a:pt x="19512" y="256"/>
                    <a:pt x="19496" y="256"/>
                  </a:cubicBezTo>
                  <a:cubicBezTo>
                    <a:pt x="19480" y="256"/>
                    <a:pt x="19472" y="301"/>
                    <a:pt x="19488" y="390"/>
                  </a:cubicBezTo>
                  <a:cubicBezTo>
                    <a:pt x="19504" y="451"/>
                    <a:pt x="19512" y="481"/>
                    <a:pt x="19508" y="481"/>
                  </a:cubicBezTo>
                  <a:cubicBezTo>
                    <a:pt x="19504" y="481"/>
                    <a:pt x="19488" y="451"/>
                    <a:pt x="19456" y="390"/>
                  </a:cubicBezTo>
                  <a:cubicBezTo>
                    <a:pt x="19435" y="358"/>
                    <a:pt x="19425" y="342"/>
                    <a:pt x="19416" y="342"/>
                  </a:cubicBezTo>
                  <a:cubicBezTo>
                    <a:pt x="19407" y="342"/>
                    <a:pt x="19399" y="358"/>
                    <a:pt x="19383" y="390"/>
                  </a:cubicBezTo>
                  <a:cubicBezTo>
                    <a:pt x="19383" y="419"/>
                    <a:pt x="19375" y="433"/>
                    <a:pt x="19367" y="433"/>
                  </a:cubicBezTo>
                  <a:cubicBezTo>
                    <a:pt x="19358" y="433"/>
                    <a:pt x="19350" y="419"/>
                    <a:pt x="19350" y="390"/>
                  </a:cubicBezTo>
                  <a:cubicBezTo>
                    <a:pt x="19327" y="344"/>
                    <a:pt x="19304" y="302"/>
                    <a:pt x="19293" y="302"/>
                  </a:cubicBezTo>
                  <a:cubicBezTo>
                    <a:pt x="19288" y="302"/>
                    <a:pt x="19285" y="309"/>
                    <a:pt x="19285" y="325"/>
                  </a:cubicBezTo>
                  <a:cubicBezTo>
                    <a:pt x="19285" y="325"/>
                    <a:pt x="19245" y="325"/>
                    <a:pt x="19212" y="269"/>
                  </a:cubicBezTo>
                  <a:cubicBezTo>
                    <a:pt x="19203" y="249"/>
                    <a:pt x="19193" y="241"/>
                    <a:pt x="19184" y="241"/>
                  </a:cubicBezTo>
                  <a:cubicBezTo>
                    <a:pt x="19161" y="241"/>
                    <a:pt x="19138" y="285"/>
                    <a:pt x="19115" y="325"/>
                  </a:cubicBezTo>
                  <a:cubicBezTo>
                    <a:pt x="19063" y="385"/>
                    <a:pt x="19029" y="414"/>
                    <a:pt x="19012" y="414"/>
                  </a:cubicBezTo>
                  <a:cubicBezTo>
                    <a:pt x="18994" y="414"/>
                    <a:pt x="18993" y="383"/>
                    <a:pt x="19010" y="325"/>
                  </a:cubicBezTo>
                  <a:cubicBezTo>
                    <a:pt x="19022" y="278"/>
                    <a:pt x="19004" y="258"/>
                    <a:pt x="18976" y="258"/>
                  </a:cubicBezTo>
                  <a:cubicBezTo>
                    <a:pt x="18931" y="258"/>
                    <a:pt x="18859" y="308"/>
                    <a:pt x="18840" y="382"/>
                  </a:cubicBezTo>
                  <a:cubicBezTo>
                    <a:pt x="18821" y="452"/>
                    <a:pt x="18813" y="482"/>
                    <a:pt x="18810" y="482"/>
                  </a:cubicBezTo>
                  <a:cubicBezTo>
                    <a:pt x="18807" y="482"/>
                    <a:pt x="18807" y="466"/>
                    <a:pt x="18807" y="439"/>
                  </a:cubicBezTo>
                  <a:cubicBezTo>
                    <a:pt x="18807" y="382"/>
                    <a:pt x="18775" y="382"/>
                    <a:pt x="18775" y="382"/>
                  </a:cubicBezTo>
                  <a:cubicBezTo>
                    <a:pt x="18734" y="382"/>
                    <a:pt x="18702" y="382"/>
                    <a:pt x="18702" y="317"/>
                  </a:cubicBezTo>
                  <a:cubicBezTo>
                    <a:pt x="18702" y="317"/>
                    <a:pt x="18669" y="317"/>
                    <a:pt x="18604" y="374"/>
                  </a:cubicBezTo>
                  <a:cubicBezTo>
                    <a:pt x="18576" y="421"/>
                    <a:pt x="18544" y="442"/>
                    <a:pt x="18513" y="442"/>
                  </a:cubicBezTo>
                  <a:cubicBezTo>
                    <a:pt x="18466" y="442"/>
                    <a:pt x="18422" y="391"/>
                    <a:pt x="18402" y="317"/>
                  </a:cubicBezTo>
                  <a:lnTo>
                    <a:pt x="18329" y="374"/>
                  </a:lnTo>
                  <a:cubicBezTo>
                    <a:pt x="18309" y="448"/>
                    <a:pt x="18289" y="498"/>
                    <a:pt x="18277" y="498"/>
                  </a:cubicBezTo>
                  <a:cubicBezTo>
                    <a:pt x="18269" y="498"/>
                    <a:pt x="18264" y="478"/>
                    <a:pt x="18264" y="431"/>
                  </a:cubicBezTo>
                  <a:lnTo>
                    <a:pt x="18264" y="374"/>
                  </a:lnTo>
                  <a:cubicBezTo>
                    <a:pt x="18249" y="420"/>
                    <a:pt x="18221" y="439"/>
                    <a:pt x="18192" y="439"/>
                  </a:cubicBezTo>
                  <a:cubicBezTo>
                    <a:pt x="18144" y="439"/>
                    <a:pt x="18094" y="385"/>
                    <a:pt x="18094" y="309"/>
                  </a:cubicBezTo>
                  <a:cubicBezTo>
                    <a:pt x="18094" y="252"/>
                    <a:pt x="18094" y="252"/>
                    <a:pt x="18061" y="252"/>
                  </a:cubicBezTo>
                  <a:lnTo>
                    <a:pt x="18061" y="309"/>
                  </a:lnTo>
                  <a:cubicBezTo>
                    <a:pt x="18061" y="374"/>
                    <a:pt x="18061" y="431"/>
                    <a:pt x="18021" y="431"/>
                  </a:cubicBezTo>
                  <a:cubicBezTo>
                    <a:pt x="17988" y="431"/>
                    <a:pt x="17956" y="431"/>
                    <a:pt x="17956" y="366"/>
                  </a:cubicBezTo>
                  <a:cubicBezTo>
                    <a:pt x="17933" y="326"/>
                    <a:pt x="17910" y="282"/>
                    <a:pt x="17899" y="282"/>
                  </a:cubicBezTo>
                  <a:cubicBezTo>
                    <a:pt x="17894" y="282"/>
                    <a:pt x="17891" y="290"/>
                    <a:pt x="17891" y="309"/>
                  </a:cubicBezTo>
                  <a:cubicBezTo>
                    <a:pt x="17891" y="309"/>
                    <a:pt x="17850" y="309"/>
                    <a:pt x="17818" y="244"/>
                  </a:cubicBezTo>
                  <a:lnTo>
                    <a:pt x="17680" y="244"/>
                  </a:lnTo>
                  <a:cubicBezTo>
                    <a:pt x="17664" y="273"/>
                    <a:pt x="17640" y="287"/>
                    <a:pt x="17619" y="287"/>
                  </a:cubicBezTo>
                  <a:cubicBezTo>
                    <a:pt x="17599" y="287"/>
                    <a:pt x="17583" y="273"/>
                    <a:pt x="17583" y="244"/>
                  </a:cubicBezTo>
                  <a:cubicBezTo>
                    <a:pt x="17542" y="244"/>
                    <a:pt x="17502" y="269"/>
                    <a:pt x="17477" y="301"/>
                  </a:cubicBezTo>
                  <a:cubicBezTo>
                    <a:pt x="17413" y="301"/>
                    <a:pt x="17380" y="301"/>
                    <a:pt x="17380" y="244"/>
                  </a:cubicBezTo>
                  <a:cubicBezTo>
                    <a:pt x="17380" y="212"/>
                    <a:pt x="17380" y="196"/>
                    <a:pt x="17376" y="196"/>
                  </a:cubicBezTo>
                  <a:cubicBezTo>
                    <a:pt x="17372" y="196"/>
                    <a:pt x="17364" y="212"/>
                    <a:pt x="17348" y="244"/>
                  </a:cubicBezTo>
                  <a:cubicBezTo>
                    <a:pt x="17348" y="301"/>
                    <a:pt x="17307" y="301"/>
                    <a:pt x="17275" y="301"/>
                  </a:cubicBezTo>
                  <a:lnTo>
                    <a:pt x="17210" y="301"/>
                  </a:lnTo>
                  <a:cubicBezTo>
                    <a:pt x="17210" y="358"/>
                    <a:pt x="17210" y="358"/>
                    <a:pt x="17177" y="358"/>
                  </a:cubicBezTo>
                  <a:cubicBezTo>
                    <a:pt x="17137" y="358"/>
                    <a:pt x="17040" y="301"/>
                    <a:pt x="17007" y="301"/>
                  </a:cubicBezTo>
                  <a:cubicBezTo>
                    <a:pt x="16980" y="299"/>
                    <a:pt x="16959" y="297"/>
                    <a:pt x="16945" y="297"/>
                  </a:cubicBezTo>
                  <a:cubicBezTo>
                    <a:pt x="16904" y="297"/>
                    <a:pt x="16910" y="310"/>
                    <a:pt x="16934" y="358"/>
                  </a:cubicBezTo>
                  <a:cubicBezTo>
                    <a:pt x="16956" y="358"/>
                    <a:pt x="16963" y="383"/>
                    <a:pt x="16946" y="383"/>
                  </a:cubicBezTo>
                  <a:cubicBezTo>
                    <a:pt x="16938" y="383"/>
                    <a:pt x="16923" y="377"/>
                    <a:pt x="16902" y="358"/>
                  </a:cubicBezTo>
                  <a:cubicBezTo>
                    <a:pt x="16829" y="325"/>
                    <a:pt x="16748" y="309"/>
                    <a:pt x="16667" y="293"/>
                  </a:cubicBezTo>
                  <a:cubicBezTo>
                    <a:pt x="16529" y="293"/>
                    <a:pt x="16529" y="293"/>
                    <a:pt x="16529" y="350"/>
                  </a:cubicBezTo>
                  <a:cubicBezTo>
                    <a:pt x="16545" y="410"/>
                    <a:pt x="16545" y="441"/>
                    <a:pt x="16537" y="441"/>
                  </a:cubicBezTo>
                  <a:cubicBezTo>
                    <a:pt x="16529" y="441"/>
                    <a:pt x="16513" y="410"/>
                    <a:pt x="16496" y="350"/>
                  </a:cubicBezTo>
                  <a:cubicBezTo>
                    <a:pt x="16454" y="279"/>
                    <a:pt x="16426" y="250"/>
                    <a:pt x="16409" y="250"/>
                  </a:cubicBezTo>
                  <a:cubicBezTo>
                    <a:pt x="16397" y="250"/>
                    <a:pt x="16391" y="266"/>
                    <a:pt x="16391" y="293"/>
                  </a:cubicBezTo>
                  <a:cubicBezTo>
                    <a:pt x="16359" y="350"/>
                    <a:pt x="16359" y="350"/>
                    <a:pt x="16326" y="350"/>
                  </a:cubicBezTo>
                  <a:cubicBezTo>
                    <a:pt x="16326" y="321"/>
                    <a:pt x="16318" y="307"/>
                    <a:pt x="16301" y="307"/>
                  </a:cubicBezTo>
                  <a:cubicBezTo>
                    <a:pt x="16284" y="307"/>
                    <a:pt x="16257" y="321"/>
                    <a:pt x="16221" y="350"/>
                  </a:cubicBezTo>
                  <a:cubicBezTo>
                    <a:pt x="16188" y="350"/>
                    <a:pt x="16188" y="350"/>
                    <a:pt x="16188" y="285"/>
                  </a:cubicBezTo>
                  <a:lnTo>
                    <a:pt x="16123" y="285"/>
                  </a:lnTo>
                  <a:cubicBezTo>
                    <a:pt x="16093" y="335"/>
                    <a:pt x="16040" y="354"/>
                    <a:pt x="15986" y="354"/>
                  </a:cubicBezTo>
                  <a:cubicBezTo>
                    <a:pt x="15911" y="354"/>
                    <a:pt x="15834" y="318"/>
                    <a:pt x="15815" y="285"/>
                  </a:cubicBezTo>
                  <a:cubicBezTo>
                    <a:pt x="15815" y="285"/>
                    <a:pt x="15783" y="285"/>
                    <a:pt x="15742" y="342"/>
                  </a:cubicBezTo>
                  <a:cubicBezTo>
                    <a:pt x="15726" y="402"/>
                    <a:pt x="15710" y="433"/>
                    <a:pt x="15698" y="433"/>
                  </a:cubicBezTo>
                  <a:cubicBezTo>
                    <a:pt x="15686" y="433"/>
                    <a:pt x="15678" y="402"/>
                    <a:pt x="15678" y="342"/>
                  </a:cubicBezTo>
                  <a:cubicBezTo>
                    <a:pt x="15678" y="281"/>
                    <a:pt x="15678" y="250"/>
                    <a:pt x="15673" y="250"/>
                  </a:cubicBezTo>
                  <a:cubicBezTo>
                    <a:pt x="15669" y="250"/>
                    <a:pt x="15661" y="281"/>
                    <a:pt x="15645" y="342"/>
                  </a:cubicBezTo>
                  <a:cubicBezTo>
                    <a:pt x="15632" y="365"/>
                    <a:pt x="15596" y="378"/>
                    <a:pt x="15560" y="378"/>
                  </a:cubicBezTo>
                  <a:cubicBezTo>
                    <a:pt x="15508" y="378"/>
                    <a:pt x="15456" y="349"/>
                    <a:pt x="15475" y="277"/>
                  </a:cubicBezTo>
                  <a:lnTo>
                    <a:pt x="15475" y="155"/>
                  </a:lnTo>
                  <a:cubicBezTo>
                    <a:pt x="15442" y="220"/>
                    <a:pt x="15410" y="220"/>
                    <a:pt x="15410" y="220"/>
                  </a:cubicBezTo>
                  <a:cubicBezTo>
                    <a:pt x="15410" y="277"/>
                    <a:pt x="15369" y="277"/>
                    <a:pt x="15272" y="277"/>
                  </a:cubicBezTo>
                  <a:cubicBezTo>
                    <a:pt x="15199" y="277"/>
                    <a:pt x="15069" y="333"/>
                    <a:pt x="14996" y="333"/>
                  </a:cubicBezTo>
                  <a:cubicBezTo>
                    <a:pt x="14932" y="333"/>
                    <a:pt x="14826" y="333"/>
                    <a:pt x="14794" y="269"/>
                  </a:cubicBezTo>
                  <a:cubicBezTo>
                    <a:pt x="14745" y="269"/>
                    <a:pt x="14688" y="293"/>
                    <a:pt x="14656" y="325"/>
                  </a:cubicBezTo>
                  <a:cubicBezTo>
                    <a:pt x="14640" y="358"/>
                    <a:pt x="14615" y="374"/>
                    <a:pt x="14595" y="374"/>
                  </a:cubicBezTo>
                  <a:cubicBezTo>
                    <a:pt x="14575" y="374"/>
                    <a:pt x="14559" y="358"/>
                    <a:pt x="14559" y="325"/>
                  </a:cubicBezTo>
                  <a:lnTo>
                    <a:pt x="14518" y="325"/>
                  </a:lnTo>
                  <a:cubicBezTo>
                    <a:pt x="14453" y="382"/>
                    <a:pt x="14421" y="382"/>
                    <a:pt x="14421" y="382"/>
                  </a:cubicBezTo>
                  <a:cubicBezTo>
                    <a:pt x="14421" y="342"/>
                    <a:pt x="14405" y="302"/>
                    <a:pt x="14381" y="302"/>
                  </a:cubicBezTo>
                  <a:cubicBezTo>
                    <a:pt x="14371" y="302"/>
                    <a:pt x="14360" y="309"/>
                    <a:pt x="14348" y="325"/>
                  </a:cubicBezTo>
                  <a:cubicBezTo>
                    <a:pt x="14348" y="382"/>
                    <a:pt x="14315" y="382"/>
                    <a:pt x="14251" y="382"/>
                  </a:cubicBezTo>
                  <a:cubicBezTo>
                    <a:pt x="14214" y="350"/>
                    <a:pt x="13831" y="331"/>
                    <a:pt x="13510" y="331"/>
                  </a:cubicBezTo>
                  <a:cubicBezTo>
                    <a:pt x="13267" y="331"/>
                    <a:pt x="13059" y="341"/>
                    <a:pt x="13059" y="366"/>
                  </a:cubicBezTo>
                  <a:lnTo>
                    <a:pt x="12856" y="366"/>
                  </a:lnTo>
                  <a:cubicBezTo>
                    <a:pt x="12856" y="313"/>
                    <a:pt x="12824" y="294"/>
                    <a:pt x="12778" y="294"/>
                  </a:cubicBezTo>
                  <a:cubicBezTo>
                    <a:pt x="12720" y="294"/>
                    <a:pt x="12640" y="326"/>
                    <a:pt x="12580" y="358"/>
                  </a:cubicBezTo>
                  <a:cubicBezTo>
                    <a:pt x="12564" y="398"/>
                    <a:pt x="12524" y="423"/>
                    <a:pt x="12483" y="423"/>
                  </a:cubicBezTo>
                  <a:cubicBezTo>
                    <a:pt x="12483" y="350"/>
                    <a:pt x="12446" y="321"/>
                    <a:pt x="12402" y="321"/>
                  </a:cubicBezTo>
                  <a:cubicBezTo>
                    <a:pt x="12372" y="321"/>
                    <a:pt x="12339" y="335"/>
                    <a:pt x="12313" y="358"/>
                  </a:cubicBezTo>
                  <a:cubicBezTo>
                    <a:pt x="12297" y="419"/>
                    <a:pt x="12278" y="449"/>
                    <a:pt x="12264" y="449"/>
                  </a:cubicBezTo>
                  <a:cubicBezTo>
                    <a:pt x="12250" y="449"/>
                    <a:pt x="12240" y="419"/>
                    <a:pt x="12240" y="358"/>
                  </a:cubicBezTo>
                  <a:cubicBezTo>
                    <a:pt x="12243" y="303"/>
                    <a:pt x="12231" y="273"/>
                    <a:pt x="12209" y="273"/>
                  </a:cubicBezTo>
                  <a:cubicBezTo>
                    <a:pt x="12184" y="273"/>
                    <a:pt x="12146" y="317"/>
                    <a:pt x="12110" y="414"/>
                  </a:cubicBezTo>
                  <a:cubicBezTo>
                    <a:pt x="12090" y="443"/>
                    <a:pt x="12080" y="457"/>
                    <a:pt x="12071" y="457"/>
                  </a:cubicBezTo>
                  <a:cubicBezTo>
                    <a:pt x="12061" y="457"/>
                    <a:pt x="12053" y="443"/>
                    <a:pt x="12037" y="414"/>
                  </a:cubicBezTo>
                  <a:cubicBezTo>
                    <a:pt x="12018" y="342"/>
                    <a:pt x="11999" y="313"/>
                    <a:pt x="11986" y="313"/>
                  </a:cubicBezTo>
                  <a:cubicBezTo>
                    <a:pt x="11978" y="313"/>
                    <a:pt x="11972" y="327"/>
                    <a:pt x="11972" y="350"/>
                  </a:cubicBezTo>
                  <a:cubicBezTo>
                    <a:pt x="11956" y="410"/>
                    <a:pt x="11938" y="441"/>
                    <a:pt x="11920" y="441"/>
                  </a:cubicBezTo>
                  <a:cubicBezTo>
                    <a:pt x="11901" y="441"/>
                    <a:pt x="11883" y="410"/>
                    <a:pt x="11867" y="350"/>
                  </a:cubicBezTo>
                  <a:cubicBezTo>
                    <a:pt x="11834" y="289"/>
                    <a:pt x="11818" y="258"/>
                    <a:pt x="11806" y="258"/>
                  </a:cubicBezTo>
                  <a:cubicBezTo>
                    <a:pt x="11794" y="258"/>
                    <a:pt x="11786" y="289"/>
                    <a:pt x="11770" y="350"/>
                  </a:cubicBezTo>
                  <a:cubicBezTo>
                    <a:pt x="11762" y="409"/>
                    <a:pt x="11714" y="438"/>
                    <a:pt x="11668" y="438"/>
                  </a:cubicBezTo>
                  <a:cubicBezTo>
                    <a:pt x="11619" y="438"/>
                    <a:pt x="11571" y="407"/>
                    <a:pt x="11567" y="350"/>
                  </a:cubicBezTo>
                  <a:cubicBezTo>
                    <a:pt x="11540" y="350"/>
                    <a:pt x="11516" y="321"/>
                    <a:pt x="11504" y="321"/>
                  </a:cubicBezTo>
                  <a:cubicBezTo>
                    <a:pt x="11498" y="321"/>
                    <a:pt x="11494" y="328"/>
                    <a:pt x="11494" y="350"/>
                  </a:cubicBezTo>
                  <a:lnTo>
                    <a:pt x="11461" y="285"/>
                  </a:lnTo>
                  <a:lnTo>
                    <a:pt x="11397" y="285"/>
                  </a:lnTo>
                  <a:lnTo>
                    <a:pt x="11397" y="342"/>
                  </a:lnTo>
                  <a:cubicBezTo>
                    <a:pt x="11234" y="309"/>
                    <a:pt x="11080" y="285"/>
                    <a:pt x="10918" y="277"/>
                  </a:cubicBezTo>
                  <a:cubicBezTo>
                    <a:pt x="10545" y="277"/>
                    <a:pt x="10472" y="277"/>
                    <a:pt x="10513" y="333"/>
                  </a:cubicBezTo>
                  <a:cubicBezTo>
                    <a:pt x="10529" y="394"/>
                    <a:pt x="10519" y="425"/>
                    <a:pt x="10501" y="425"/>
                  </a:cubicBezTo>
                  <a:cubicBezTo>
                    <a:pt x="10482" y="425"/>
                    <a:pt x="10456" y="394"/>
                    <a:pt x="10440" y="333"/>
                  </a:cubicBezTo>
                  <a:cubicBezTo>
                    <a:pt x="10407" y="333"/>
                    <a:pt x="10343" y="269"/>
                    <a:pt x="10270" y="269"/>
                  </a:cubicBezTo>
                  <a:cubicBezTo>
                    <a:pt x="10205" y="269"/>
                    <a:pt x="10132" y="269"/>
                    <a:pt x="10132" y="212"/>
                  </a:cubicBezTo>
                  <a:lnTo>
                    <a:pt x="10099" y="212"/>
                  </a:lnTo>
                  <a:cubicBezTo>
                    <a:pt x="10062" y="276"/>
                    <a:pt x="9981" y="304"/>
                    <a:pt x="9898" y="304"/>
                  </a:cubicBezTo>
                  <a:cubicBezTo>
                    <a:pt x="9835" y="304"/>
                    <a:pt x="9772" y="288"/>
                    <a:pt x="9726" y="260"/>
                  </a:cubicBezTo>
                  <a:cubicBezTo>
                    <a:pt x="9718" y="259"/>
                    <a:pt x="9710" y="259"/>
                    <a:pt x="9702" y="259"/>
                  </a:cubicBezTo>
                  <a:cubicBezTo>
                    <a:pt x="9647" y="259"/>
                    <a:pt x="9599" y="282"/>
                    <a:pt x="9556" y="317"/>
                  </a:cubicBezTo>
                  <a:cubicBezTo>
                    <a:pt x="9524" y="350"/>
                    <a:pt x="9508" y="366"/>
                    <a:pt x="9495" y="366"/>
                  </a:cubicBezTo>
                  <a:cubicBezTo>
                    <a:pt x="9483" y="366"/>
                    <a:pt x="9475" y="350"/>
                    <a:pt x="9459" y="317"/>
                  </a:cubicBezTo>
                  <a:cubicBezTo>
                    <a:pt x="9459" y="284"/>
                    <a:pt x="9387" y="248"/>
                    <a:pt x="9327" y="248"/>
                  </a:cubicBezTo>
                  <a:cubicBezTo>
                    <a:pt x="9285" y="248"/>
                    <a:pt x="9248" y="267"/>
                    <a:pt x="9248" y="317"/>
                  </a:cubicBezTo>
                  <a:lnTo>
                    <a:pt x="9216" y="260"/>
                  </a:lnTo>
                  <a:cubicBezTo>
                    <a:pt x="9205" y="240"/>
                    <a:pt x="9195" y="232"/>
                    <a:pt x="9186" y="232"/>
                  </a:cubicBezTo>
                  <a:cubicBezTo>
                    <a:pt x="9166" y="232"/>
                    <a:pt x="9151" y="273"/>
                    <a:pt x="9151" y="317"/>
                  </a:cubicBezTo>
                  <a:cubicBezTo>
                    <a:pt x="9151" y="372"/>
                    <a:pt x="9144" y="402"/>
                    <a:pt x="9134" y="402"/>
                  </a:cubicBezTo>
                  <a:cubicBezTo>
                    <a:pt x="9120" y="402"/>
                    <a:pt x="9100" y="356"/>
                    <a:pt x="9078" y="252"/>
                  </a:cubicBezTo>
                  <a:cubicBezTo>
                    <a:pt x="9078" y="186"/>
                    <a:pt x="9067" y="158"/>
                    <a:pt x="9057" y="158"/>
                  </a:cubicBezTo>
                  <a:cubicBezTo>
                    <a:pt x="9051" y="158"/>
                    <a:pt x="9045" y="172"/>
                    <a:pt x="9045" y="196"/>
                  </a:cubicBezTo>
                  <a:cubicBezTo>
                    <a:pt x="9023" y="235"/>
                    <a:pt x="9000" y="279"/>
                    <a:pt x="8977" y="279"/>
                  </a:cubicBezTo>
                  <a:cubicBezTo>
                    <a:pt x="8967" y="279"/>
                    <a:pt x="8958" y="272"/>
                    <a:pt x="8948" y="252"/>
                  </a:cubicBezTo>
                  <a:cubicBezTo>
                    <a:pt x="8908" y="252"/>
                    <a:pt x="8875" y="252"/>
                    <a:pt x="8875" y="374"/>
                  </a:cubicBezTo>
                  <a:cubicBezTo>
                    <a:pt x="8875" y="431"/>
                    <a:pt x="8843" y="431"/>
                    <a:pt x="8810" y="431"/>
                  </a:cubicBezTo>
                  <a:cubicBezTo>
                    <a:pt x="8802" y="390"/>
                    <a:pt x="8818" y="342"/>
                    <a:pt x="8843" y="309"/>
                  </a:cubicBezTo>
                  <a:lnTo>
                    <a:pt x="8778" y="309"/>
                  </a:lnTo>
                  <a:cubicBezTo>
                    <a:pt x="8721" y="293"/>
                    <a:pt x="8681" y="244"/>
                    <a:pt x="8672" y="187"/>
                  </a:cubicBezTo>
                  <a:cubicBezTo>
                    <a:pt x="8659" y="164"/>
                    <a:pt x="8646" y="151"/>
                    <a:pt x="8637" y="151"/>
                  </a:cubicBezTo>
                  <a:close/>
                  <a:moveTo>
                    <a:pt x="573" y="1517"/>
                  </a:moveTo>
                  <a:cubicBezTo>
                    <a:pt x="557" y="1550"/>
                    <a:pt x="540" y="1590"/>
                    <a:pt x="540" y="1631"/>
                  </a:cubicBezTo>
                  <a:lnTo>
                    <a:pt x="573" y="1631"/>
                  </a:lnTo>
                  <a:cubicBezTo>
                    <a:pt x="605" y="1631"/>
                    <a:pt x="605" y="1574"/>
                    <a:pt x="605" y="1517"/>
                  </a:cubicBezTo>
                  <a:close/>
                  <a:moveTo>
                    <a:pt x="8089" y="1971"/>
                  </a:moveTo>
                  <a:cubicBezTo>
                    <a:pt x="8064" y="2012"/>
                    <a:pt x="8056" y="2052"/>
                    <a:pt x="8056" y="2093"/>
                  </a:cubicBezTo>
                  <a:cubicBezTo>
                    <a:pt x="8056" y="2116"/>
                    <a:pt x="8062" y="2130"/>
                    <a:pt x="8071" y="2130"/>
                  </a:cubicBezTo>
                  <a:cubicBezTo>
                    <a:pt x="8083" y="2130"/>
                    <a:pt x="8102" y="2103"/>
                    <a:pt x="8121" y="2036"/>
                  </a:cubicBezTo>
                  <a:cubicBezTo>
                    <a:pt x="8121" y="1971"/>
                    <a:pt x="8121" y="1971"/>
                    <a:pt x="8089" y="19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2"/>
            <p:cNvSpPr/>
            <p:nvPr/>
          </p:nvSpPr>
          <p:spPr>
            <a:xfrm>
              <a:off x="5493371" y="1374286"/>
              <a:ext cx="424180" cy="893316"/>
            </a:xfrm>
            <a:custGeom>
              <a:avLst/>
              <a:gdLst/>
              <a:ahLst/>
              <a:cxnLst/>
              <a:rect l="l" t="t" r="r" b="b"/>
              <a:pathLst>
                <a:path w="24608" h="51824" extrusionOk="0">
                  <a:moveTo>
                    <a:pt x="20181" y="556"/>
                  </a:moveTo>
                  <a:lnTo>
                    <a:pt x="20327" y="605"/>
                  </a:lnTo>
                  <a:cubicBezTo>
                    <a:pt x="20327" y="678"/>
                    <a:pt x="20205" y="686"/>
                    <a:pt x="20205" y="686"/>
                  </a:cubicBezTo>
                  <a:cubicBezTo>
                    <a:pt x="20152" y="696"/>
                    <a:pt x="20120" y="703"/>
                    <a:pt x="20101" y="703"/>
                  </a:cubicBezTo>
                  <a:cubicBezTo>
                    <a:pt x="20073" y="703"/>
                    <a:pt x="20069" y="688"/>
                    <a:pt x="20059" y="645"/>
                  </a:cubicBezTo>
                  <a:lnTo>
                    <a:pt x="20059" y="645"/>
                  </a:lnTo>
                  <a:cubicBezTo>
                    <a:pt x="20060" y="646"/>
                    <a:pt x="20060" y="646"/>
                    <a:pt x="20060" y="646"/>
                  </a:cubicBezTo>
                  <a:cubicBezTo>
                    <a:pt x="20065" y="646"/>
                    <a:pt x="20050" y="571"/>
                    <a:pt x="20181" y="556"/>
                  </a:cubicBezTo>
                  <a:close/>
                  <a:moveTo>
                    <a:pt x="2401" y="1626"/>
                  </a:moveTo>
                  <a:cubicBezTo>
                    <a:pt x="2401" y="1651"/>
                    <a:pt x="2374" y="1659"/>
                    <a:pt x="2351" y="1659"/>
                  </a:cubicBezTo>
                  <a:cubicBezTo>
                    <a:pt x="2313" y="1659"/>
                    <a:pt x="2284" y="1636"/>
                    <a:pt x="2401" y="1626"/>
                  </a:cubicBezTo>
                  <a:close/>
                  <a:moveTo>
                    <a:pt x="19046" y="1529"/>
                  </a:moveTo>
                  <a:lnTo>
                    <a:pt x="19038" y="1691"/>
                  </a:lnTo>
                  <a:lnTo>
                    <a:pt x="18973" y="1829"/>
                  </a:lnTo>
                  <a:cubicBezTo>
                    <a:pt x="18908" y="1805"/>
                    <a:pt x="18851" y="1772"/>
                    <a:pt x="18916" y="1634"/>
                  </a:cubicBezTo>
                  <a:lnTo>
                    <a:pt x="19046" y="1529"/>
                  </a:lnTo>
                  <a:close/>
                  <a:moveTo>
                    <a:pt x="2417" y="1821"/>
                  </a:moveTo>
                  <a:cubicBezTo>
                    <a:pt x="2474" y="1837"/>
                    <a:pt x="2530" y="1853"/>
                    <a:pt x="2579" y="1877"/>
                  </a:cubicBezTo>
                  <a:cubicBezTo>
                    <a:pt x="2530" y="1902"/>
                    <a:pt x="2474" y="1926"/>
                    <a:pt x="2425" y="1959"/>
                  </a:cubicBezTo>
                  <a:cubicBezTo>
                    <a:pt x="2376" y="1959"/>
                    <a:pt x="2328" y="1967"/>
                    <a:pt x="2271" y="1983"/>
                  </a:cubicBezTo>
                  <a:cubicBezTo>
                    <a:pt x="2263" y="1918"/>
                    <a:pt x="2247" y="1837"/>
                    <a:pt x="2417" y="1821"/>
                  </a:cubicBezTo>
                  <a:close/>
                  <a:moveTo>
                    <a:pt x="1638" y="2096"/>
                  </a:moveTo>
                  <a:lnTo>
                    <a:pt x="1638" y="2096"/>
                  </a:lnTo>
                  <a:cubicBezTo>
                    <a:pt x="1657" y="2128"/>
                    <a:pt x="1611" y="2155"/>
                    <a:pt x="1592" y="2155"/>
                  </a:cubicBezTo>
                  <a:cubicBezTo>
                    <a:pt x="1577" y="2155"/>
                    <a:pt x="1578" y="2139"/>
                    <a:pt x="1638" y="2096"/>
                  </a:cubicBezTo>
                  <a:close/>
                  <a:moveTo>
                    <a:pt x="3401" y="2021"/>
                  </a:moveTo>
                  <a:cubicBezTo>
                    <a:pt x="3424" y="2021"/>
                    <a:pt x="3462" y="2041"/>
                    <a:pt x="3544" y="2088"/>
                  </a:cubicBezTo>
                  <a:cubicBezTo>
                    <a:pt x="3544" y="2088"/>
                    <a:pt x="3657" y="2226"/>
                    <a:pt x="3617" y="2291"/>
                  </a:cubicBezTo>
                  <a:cubicBezTo>
                    <a:pt x="3609" y="2300"/>
                    <a:pt x="3598" y="2305"/>
                    <a:pt x="3585" y="2305"/>
                  </a:cubicBezTo>
                  <a:cubicBezTo>
                    <a:pt x="3528" y="2305"/>
                    <a:pt x="3430" y="2222"/>
                    <a:pt x="3357" y="2064"/>
                  </a:cubicBezTo>
                  <a:cubicBezTo>
                    <a:pt x="3373" y="2037"/>
                    <a:pt x="3381" y="2021"/>
                    <a:pt x="3401" y="2021"/>
                  </a:cubicBezTo>
                  <a:close/>
                  <a:moveTo>
                    <a:pt x="3342" y="2589"/>
                  </a:moveTo>
                  <a:cubicBezTo>
                    <a:pt x="3340" y="2589"/>
                    <a:pt x="3355" y="2601"/>
                    <a:pt x="3390" y="2623"/>
                  </a:cubicBezTo>
                  <a:cubicBezTo>
                    <a:pt x="3392" y="2624"/>
                    <a:pt x="3393" y="2624"/>
                    <a:pt x="3395" y="2624"/>
                  </a:cubicBezTo>
                  <a:lnTo>
                    <a:pt x="3395" y="2624"/>
                  </a:lnTo>
                  <a:cubicBezTo>
                    <a:pt x="3362" y="2601"/>
                    <a:pt x="3343" y="2589"/>
                    <a:pt x="3342" y="2589"/>
                  </a:cubicBezTo>
                  <a:close/>
                  <a:moveTo>
                    <a:pt x="18199" y="2551"/>
                  </a:moveTo>
                  <a:cubicBezTo>
                    <a:pt x="18209" y="2551"/>
                    <a:pt x="18217" y="2599"/>
                    <a:pt x="18227" y="2680"/>
                  </a:cubicBezTo>
                  <a:cubicBezTo>
                    <a:pt x="18251" y="2878"/>
                    <a:pt x="18228" y="3053"/>
                    <a:pt x="18166" y="3053"/>
                  </a:cubicBezTo>
                  <a:cubicBezTo>
                    <a:pt x="18165" y="3053"/>
                    <a:pt x="18163" y="3053"/>
                    <a:pt x="18162" y="3053"/>
                  </a:cubicBezTo>
                  <a:cubicBezTo>
                    <a:pt x="18097" y="3045"/>
                    <a:pt x="18097" y="3045"/>
                    <a:pt x="18122" y="2859"/>
                  </a:cubicBezTo>
                  <a:cubicBezTo>
                    <a:pt x="18164" y="2642"/>
                    <a:pt x="18184" y="2551"/>
                    <a:pt x="18199" y="2551"/>
                  </a:cubicBezTo>
                  <a:close/>
                  <a:moveTo>
                    <a:pt x="17757" y="3580"/>
                  </a:moveTo>
                  <a:cubicBezTo>
                    <a:pt x="17752" y="3590"/>
                    <a:pt x="17748" y="3599"/>
                    <a:pt x="17744" y="3607"/>
                  </a:cubicBezTo>
                  <a:lnTo>
                    <a:pt x="17744" y="3607"/>
                  </a:lnTo>
                  <a:cubicBezTo>
                    <a:pt x="17756" y="3598"/>
                    <a:pt x="17771" y="3591"/>
                    <a:pt x="17789" y="3589"/>
                  </a:cubicBezTo>
                  <a:lnTo>
                    <a:pt x="17789" y="3589"/>
                  </a:lnTo>
                  <a:cubicBezTo>
                    <a:pt x="17780" y="3584"/>
                    <a:pt x="17769" y="3582"/>
                    <a:pt x="17757" y="3580"/>
                  </a:cubicBezTo>
                  <a:close/>
                  <a:moveTo>
                    <a:pt x="17744" y="3607"/>
                  </a:moveTo>
                  <a:cubicBezTo>
                    <a:pt x="17714" y="3629"/>
                    <a:pt x="17702" y="3662"/>
                    <a:pt x="17709" y="3662"/>
                  </a:cubicBezTo>
                  <a:cubicBezTo>
                    <a:pt x="17713" y="3662"/>
                    <a:pt x="17725" y="3647"/>
                    <a:pt x="17744" y="3607"/>
                  </a:cubicBezTo>
                  <a:close/>
                  <a:moveTo>
                    <a:pt x="18065" y="4002"/>
                  </a:moveTo>
                  <a:lnTo>
                    <a:pt x="18049" y="4196"/>
                  </a:lnTo>
                  <a:cubicBezTo>
                    <a:pt x="18042" y="4358"/>
                    <a:pt x="18041" y="4385"/>
                    <a:pt x="18003" y="4385"/>
                  </a:cubicBezTo>
                  <a:cubicBezTo>
                    <a:pt x="17996" y="4385"/>
                    <a:pt x="17987" y="4384"/>
                    <a:pt x="17976" y="4383"/>
                  </a:cubicBezTo>
                  <a:lnTo>
                    <a:pt x="17984" y="4188"/>
                  </a:lnTo>
                  <a:lnTo>
                    <a:pt x="18065" y="4002"/>
                  </a:lnTo>
                  <a:close/>
                  <a:moveTo>
                    <a:pt x="5434" y="4308"/>
                  </a:moveTo>
                  <a:cubicBezTo>
                    <a:pt x="5484" y="4308"/>
                    <a:pt x="5502" y="4498"/>
                    <a:pt x="5579" y="4667"/>
                  </a:cubicBezTo>
                  <a:cubicBezTo>
                    <a:pt x="5586" y="4754"/>
                    <a:pt x="5590" y="4803"/>
                    <a:pt x="5579" y="4803"/>
                  </a:cubicBezTo>
                  <a:cubicBezTo>
                    <a:pt x="5565" y="4803"/>
                    <a:pt x="5525" y="4716"/>
                    <a:pt x="5433" y="4513"/>
                  </a:cubicBezTo>
                  <a:cubicBezTo>
                    <a:pt x="5360" y="4342"/>
                    <a:pt x="5425" y="4310"/>
                    <a:pt x="5425" y="4310"/>
                  </a:cubicBezTo>
                  <a:cubicBezTo>
                    <a:pt x="5428" y="4308"/>
                    <a:pt x="5431" y="4308"/>
                    <a:pt x="5434" y="4308"/>
                  </a:cubicBezTo>
                  <a:close/>
                  <a:moveTo>
                    <a:pt x="7135" y="4934"/>
                  </a:moveTo>
                  <a:lnTo>
                    <a:pt x="7135" y="4934"/>
                  </a:lnTo>
                  <a:cubicBezTo>
                    <a:pt x="7071" y="4958"/>
                    <a:pt x="7079" y="4950"/>
                    <a:pt x="7144" y="5153"/>
                  </a:cubicBezTo>
                  <a:cubicBezTo>
                    <a:pt x="7144" y="5153"/>
                    <a:pt x="7262" y="5308"/>
                    <a:pt x="7329" y="5308"/>
                  </a:cubicBezTo>
                  <a:cubicBezTo>
                    <a:pt x="7332" y="5308"/>
                    <a:pt x="7335" y="5308"/>
                    <a:pt x="7338" y="5307"/>
                  </a:cubicBezTo>
                  <a:cubicBezTo>
                    <a:pt x="7403" y="5283"/>
                    <a:pt x="7338" y="5080"/>
                    <a:pt x="7135" y="4934"/>
                  </a:cubicBezTo>
                  <a:close/>
                  <a:moveTo>
                    <a:pt x="17838" y="5550"/>
                  </a:moveTo>
                  <a:cubicBezTo>
                    <a:pt x="17834" y="5649"/>
                    <a:pt x="17848" y="5699"/>
                    <a:pt x="17856" y="5699"/>
                  </a:cubicBezTo>
                  <a:cubicBezTo>
                    <a:pt x="17864" y="5699"/>
                    <a:pt x="17866" y="5651"/>
                    <a:pt x="17838" y="5550"/>
                  </a:cubicBezTo>
                  <a:close/>
                  <a:moveTo>
                    <a:pt x="5109" y="5842"/>
                  </a:moveTo>
                  <a:cubicBezTo>
                    <a:pt x="5044" y="5866"/>
                    <a:pt x="5044" y="5866"/>
                    <a:pt x="5100" y="6037"/>
                  </a:cubicBezTo>
                  <a:cubicBezTo>
                    <a:pt x="5170" y="6236"/>
                    <a:pt x="5200" y="6322"/>
                    <a:pt x="5214" y="6322"/>
                  </a:cubicBezTo>
                  <a:cubicBezTo>
                    <a:pt x="5225" y="6322"/>
                    <a:pt x="5227" y="6274"/>
                    <a:pt x="5230" y="6191"/>
                  </a:cubicBezTo>
                  <a:lnTo>
                    <a:pt x="5109" y="5842"/>
                  </a:lnTo>
                  <a:close/>
                  <a:moveTo>
                    <a:pt x="17951" y="5956"/>
                  </a:moveTo>
                  <a:lnTo>
                    <a:pt x="17943" y="6150"/>
                  </a:lnTo>
                  <a:cubicBezTo>
                    <a:pt x="17930" y="6312"/>
                    <a:pt x="17927" y="6339"/>
                    <a:pt x="17890" y="6339"/>
                  </a:cubicBezTo>
                  <a:cubicBezTo>
                    <a:pt x="17882" y="6339"/>
                    <a:pt x="17873" y="6338"/>
                    <a:pt x="17862" y="6337"/>
                  </a:cubicBezTo>
                  <a:lnTo>
                    <a:pt x="17878" y="6142"/>
                  </a:lnTo>
                  <a:lnTo>
                    <a:pt x="17951" y="5956"/>
                  </a:lnTo>
                  <a:close/>
                  <a:moveTo>
                    <a:pt x="6548" y="7601"/>
                  </a:moveTo>
                  <a:cubicBezTo>
                    <a:pt x="6562" y="7601"/>
                    <a:pt x="6616" y="7613"/>
                    <a:pt x="6657" y="7772"/>
                  </a:cubicBezTo>
                  <a:cubicBezTo>
                    <a:pt x="6681" y="7902"/>
                    <a:pt x="6690" y="8031"/>
                    <a:pt x="6673" y="8161"/>
                  </a:cubicBezTo>
                  <a:cubicBezTo>
                    <a:pt x="6671" y="8162"/>
                    <a:pt x="6668" y="8162"/>
                    <a:pt x="6665" y="8162"/>
                  </a:cubicBezTo>
                  <a:cubicBezTo>
                    <a:pt x="6605" y="8162"/>
                    <a:pt x="6568" y="7991"/>
                    <a:pt x="6568" y="7991"/>
                  </a:cubicBezTo>
                  <a:cubicBezTo>
                    <a:pt x="6519" y="7804"/>
                    <a:pt x="6479" y="7610"/>
                    <a:pt x="6544" y="7602"/>
                  </a:cubicBezTo>
                  <a:cubicBezTo>
                    <a:pt x="6544" y="7602"/>
                    <a:pt x="6545" y="7601"/>
                    <a:pt x="6548" y="7601"/>
                  </a:cubicBezTo>
                  <a:close/>
                  <a:moveTo>
                    <a:pt x="17980" y="7918"/>
                  </a:moveTo>
                  <a:cubicBezTo>
                    <a:pt x="17981" y="7918"/>
                    <a:pt x="17982" y="7918"/>
                    <a:pt x="17984" y="7918"/>
                  </a:cubicBezTo>
                  <a:lnTo>
                    <a:pt x="17976" y="8112"/>
                  </a:lnTo>
                  <a:cubicBezTo>
                    <a:pt x="17967" y="8307"/>
                    <a:pt x="17903" y="8307"/>
                    <a:pt x="17903" y="8307"/>
                  </a:cubicBezTo>
                  <a:cubicBezTo>
                    <a:pt x="17903" y="8307"/>
                    <a:pt x="17830" y="8299"/>
                    <a:pt x="17838" y="8104"/>
                  </a:cubicBezTo>
                  <a:cubicBezTo>
                    <a:pt x="17838" y="8104"/>
                    <a:pt x="17916" y="7918"/>
                    <a:pt x="17980" y="7918"/>
                  </a:cubicBezTo>
                  <a:close/>
                  <a:moveTo>
                    <a:pt x="6431" y="8988"/>
                  </a:moveTo>
                  <a:cubicBezTo>
                    <a:pt x="6431" y="8988"/>
                    <a:pt x="6430" y="8988"/>
                    <a:pt x="6430" y="8988"/>
                  </a:cubicBezTo>
                  <a:cubicBezTo>
                    <a:pt x="6430" y="8988"/>
                    <a:pt x="6365" y="9004"/>
                    <a:pt x="6398" y="9191"/>
                  </a:cubicBezTo>
                  <a:lnTo>
                    <a:pt x="6422" y="9377"/>
                  </a:lnTo>
                  <a:cubicBezTo>
                    <a:pt x="6495" y="9369"/>
                    <a:pt x="6527" y="9166"/>
                    <a:pt x="6527" y="9166"/>
                  </a:cubicBezTo>
                  <a:cubicBezTo>
                    <a:pt x="6498" y="8995"/>
                    <a:pt x="6440" y="8988"/>
                    <a:pt x="6431" y="8988"/>
                  </a:cubicBezTo>
                  <a:close/>
                  <a:moveTo>
                    <a:pt x="6933" y="11055"/>
                  </a:moveTo>
                  <a:lnTo>
                    <a:pt x="6949" y="11250"/>
                  </a:lnTo>
                  <a:lnTo>
                    <a:pt x="6908" y="11453"/>
                  </a:lnTo>
                  <a:lnTo>
                    <a:pt x="6884" y="11258"/>
                  </a:lnTo>
                  <a:cubicBezTo>
                    <a:pt x="6868" y="11064"/>
                    <a:pt x="6868" y="11064"/>
                    <a:pt x="6933" y="11055"/>
                  </a:cubicBezTo>
                  <a:close/>
                  <a:moveTo>
                    <a:pt x="1647" y="12628"/>
                  </a:moveTo>
                  <a:lnTo>
                    <a:pt x="1784" y="12782"/>
                  </a:lnTo>
                  <a:cubicBezTo>
                    <a:pt x="1809" y="12847"/>
                    <a:pt x="1833" y="12904"/>
                    <a:pt x="1865" y="12961"/>
                  </a:cubicBezTo>
                  <a:cubicBezTo>
                    <a:pt x="1841" y="12970"/>
                    <a:pt x="1817" y="12980"/>
                    <a:pt x="1793" y="12980"/>
                  </a:cubicBezTo>
                  <a:cubicBezTo>
                    <a:pt x="1751" y="12980"/>
                    <a:pt x="1709" y="12951"/>
                    <a:pt x="1663" y="12839"/>
                  </a:cubicBezTo>
                  <a:lnTo>
                    <a:pt x="1647" y="12628"/>
                  </a:lnTo>
                  <a:close/>
                  <a:moveTo>
                    <a:pt x="7056" y="12716"/>
                  </a:moveTo>
                  <a:cubicBezTo>
                    <a:pt x="7082" y="12716"/>
                    <a:pt x="7117" y="12738"/>
                    <a:pt x="7160" y="12790"/>
                  </a:cubicBezTo>
                  <a:lnTo>
                    <a:pt x="7184" y="13180"/>
                  </a:lnTo>
                  <a:cubicBezTo>
                    <a:pt x="7173" y="13181"/>
                    <a:pt x="7162" y="13182"/>
                    <a:pt x="7151" y="13182"/>
                  </a:cubicBezTo>
                  <a:cubicBezTo>
                    <a:pt x="7096" y="13182"/>
                    <a:pt x="7045" y="13155"/>
                    <a:pt x="7038" y="12993"/>
                  </a:cubicBezTo>
                  <a:cubicBezTo>
                    <a:pt x="6980" y="12859"/>
                    <a:pt x="6989" y="12716"/>
                    <a:pt x="7056" y="12716"/>
                  </a:cubicBezTo>
                  <a:close/>
                  <a:moveTo>
                    <a:pt x="22929" y="13617"/>
                  </a:moveTo>
                  <a:cubicBezTo>
                    <a:pt x="22994" y="13642"/>
                    <a:pt x="23059" y="13658"/>
                    <a:pt x="23002" y="13844"/>
                  </a:cubicBezTo>
                  <a:lnTo>
                    <a:pt x="22946" y="14031"/>
                  </a:lnTo>
                  <a:cubicBezTo>
                    <a:pt x="22881" y="14015"/>
                    <a:pt x="22873" y="13804"/>
                    <a:pt x="22873" y="13804"/>
                  </a:cubicBezTo>
                  <a:lnTo>
                    <a:pt x="22929" y="13617"/>
                  </a:lnTo>
                  <a:close/>
                  <a:moveTo>
                    <a:pt x="7590" y="14339"/>
                  </a:moveTo>
                  <a:cubicBezTo>
                    <a:pt x="7598" y="14534"/>
                    <a:pt x="7671" y="14728"/>
                    <a:pt x="7606" y="14728"/>
                  </a:cubicBezTo>
                  <a:cubicBezTo>
                    <a:pt x="7607" y="14765"/>
                    <a:pt x="7606" y="14781"/>
                    <a:pt x="7602" y="14781"/>
                  </a:cubicBezTo>
                  <a:cubicBezTo>
                    <a:pt x="7585" y="14781"/>
                    <a:pt x="7530" y="14496"/>
                    <a:pt x="7517" y="14339"/>
                  </a:cubicBezTo>
                  <a:close/>
                  <a:moveTo>
                    <a:pt x="17546" y="15734"/>
                  </a:moveTo>
                  <a:lnTo>
                    <a:pt x="17611" y="15742"/>
                  </a:lnTo>
                  <a:cubicBezTo>
                    <a:pt x="17674" y="15933"/>
                    <a:pt x="17730" y="16131"/>
                    <a:pt x="17671" y="16131"/>
                  </a:cubicBezTo>
                  <a:cubicBezTo>
                    <a:pt x="17670" y="16131"/>
                    <a:pt x="17669" y="16131"/>
                    <a:pt x="17667" y="16131"/>
                  </a:cubicBezTo>
                  <a:cubicBezTo>
                    <a:pt x="17667" y="16131"/>
                    <a:pt x="17603" y="16131"/>
                    <a:pt x="17538" y="15928"/>
                  </a:cubicBezTo>
                  <a:cubicBezTo>
                    <a:pt x="17538" y="15928"/>
                    <a:pt x="17538" y="15928"/>
                    <a:pt x="17538" y="15928"/>
                  </a:cubicBezTo>
                  <a:cubicBezTo>
                    <a:pt x="17536" y="15928"/>
                    <a:pt x="17482" y="15734"/>
                    <a:pt x="17546" y="15734"/>
                  </a:cubicBezTo>
                  <a:close/>
                  <a:moveTo>
                    <a:pt x="4119" y="16812"/>
                  </a:moveTo>
                  <a:cubicBezTo>
                    <a:pt x="4225" y="16974"/>
                    <a:pt x="4225" y="16974"/>
                    <a:pt x="4168" y="17007"/>
                  </a:cubicBezTo>
                  <a:cubicBezTo>
                    <a:pt x="4160" y="17012"/>
                    <a:pt x="4151" y="17014"/>
                    <a:pt x="4140" y="17014"/>
                  </a:cubicBezTo>
                  <a:cubicBezTo>
                    <a:pt x="4070" y="17014"/>
                    <a:pt x="3949" y="16917"/>
                    <a:pt x="3949" y="16917"/>
                  </a:cubicBezTo>
                  <a:cubicBezTo>
                    <a:pt x="3893" y="16831"/>
                    <a:pt x="3929" y="16816"/>
                    <a:pt x="3984" y="16816"/>
                  </a:cubicBezTo>
                  <a:cubicBezTo>
                    <a:pt x="4012" y="16816"/>
                    <a:pt x="4046" y="16820"/>
                    <a:pt x="4074" y="16820"/>
                  </a:cubicBezTo>
                  <a:cubicBezTo>
                    <a:pt x="4093" y="16820"/>
                    <a:pt x="4109" y="16818"/>
                    <a:pt x="4119" y="16812"/>
                  </a:cubicBezTo>
                  <a:close/>
                  <a:moveTo>
                    <a:pt x="7460" y="18255"/>
                  </a:moveTo>
                  <a:cubicBezTo>
                    <a:pt x="7525" y="18255"/>
                    <a:pt x="7590" y="18255"/>
                    <a:pt x="7598" y="18450"/>
                  </a:cubicBezTo>
                  <a:lnTo>
                    <a:pt x="7598" y="18644"/>
                  </a:lnTo>
                  <a:cubicBezTo>
                    <a:pt x="7533" y="18644"/>
                    <a:pt x="7460" y="18450"/>
                    <a:pt x="7460" y="18450"/>
                  </a:cubicBezTo>
                  <a:lnTo>
                    <a:pt x="7460" y="18255"/>
                  </a:lnTo>
                  <a:close/>
                  <a:moveTo>
                    <a:pt x="6222" y="19146"/>
                  </a:moveTo>
                  <a:cubicBezTo>
                    <a:pt x="6294" y="19146"/>
                    <a:pt x="6414" y="19220"/>
                    <a:pt x="6414" y="19220"/>
                  </a:cubicBezTo>
                  <a:lnTo>
                    <a:pt x="6527" y="19374"/>
                  </a:lnTo>
                  <a:cubicBezTo>
                    <a:pt x="6505" y="19392"/>
                    <a:pt x="6481" y="19411"/>
                    <a:pt x="6450" y="19411"/>
                  </a:cubicBezTo>
                  <a:cubicBezTo>
                    <a:pt x="6413" y="19411"/>
                    <a:pt x="6367" y="19385"/>
                    <a:pt x="6300" y="19301"/>
                  </a:cubicBezTo>
                  <a:lnTo>
                    <a:pt x="6187" y="19155"/>
                  </a:lnTo>
                  <a:cubicBezTo>
                    <a:pt x="6196" y="19149"/>
                    <a:pt x="6208" y="19146"/>
                    <a:pt x="6222" y="19146"/>
                  </a:cubicBezTo>
                  <a:close/>
                  <a:moveTo>
                    <a:pt x="2407" y="2273"/>
                  </a:moveTo>
                  <a:cubicBezTo>
                    <a:pt x="2454" y="2273"/>
                    <a:pt x="2521" y="2317"/>
                    <a:pt x="2579" y="2421"/>
                  </a:cubicBezTo>
                  <a:cubicBezTo>
                    <a:pt x="2579" y="2502"/>
                    <a:pt x="2610" y="2536"/>
                    <a:pt x="2638" y="2536"/>
                  </a:cubicBezTo>
                  <a:cubicBezTo>
                    <a:pt x="2656" y="2536"/>
                    <a:pt x="2673" y="2520"/>
                    <a:pt x="2676" y="2494"/>
                  </a:cubicBezTo>
                  <a:cubicBezTo>
                    <a:pt x="2733" y="2461"/>
                    <a:pt x="2790" y="2437"/>
                    <a:pt x="2846" y="2429"/>
                  </a:cubicBezTo>
                  <a:cubicBezTo>
                    <a:pt x="2911" y="2429"/>
                    <a:pt x="2968" y="2453"/>
                    <a:pt x="3009" y="2502"/>
                  </a:cubicBezTo>
                  <a:cubicBezTo>
                    <a:pt x="3075" y="2525"/>
                    <a:pt x="3141" y="2557"/>
                    <a:pt x="3199" y="2557"/>
                  </a:cubicBezTo>
                  <a:cubicBezTo>
                    <a:pt x="3241" y="2557"/>
                    <a:pt x="3278" y="2541"/>
                    <a:pt x="3309" y="2494"/>
                  </a:cubicBezTo>
                  <a:cubicBezTo>
                    <a:pt x="3317" y="2477"/>
                    <a:pt x="3332" y="2469"/>
                    <a:pt x="3351" y="2469"/>
                  </a:cubicBezTo>
                  <a:cubicBezTo>
                    <a:pt x="3406" y="2469"/>
                    <a:pt x="3497" y="2527"/>
                    <a:pt x="3592" y="2599"/>
                  </a:cubicBezTo>
                  <a:cubicBezTo>
                    <a:pt x="3569" y="2628"/>
                    <a:pt x="3556" y="2639"/>
                    <a:pt x="3519" y="2639"/>
                  </a:cubicBezTo>
                  <a:cubicBezTo>
                    <a:pt x="3493" y="2639"/>
                    <a:pt x="3456" y="2634"/>
                    <a:pt x="3395" y="2624"/>
                  </a:cubicBezTo>
                  <a:lnTo>
                    <a:pt x="3395" y="2624"/>
                  </a:lnTo>
                  <a:cubicBezTo>
                    <a:pt x="3444" y="2659"/>
                    <a:pt x="3524" y="2718"/>
                    <a:pt x="3625" y="2802"/>
                  </a:cubicBezTo>
                  <a:cubicBezTo>
                    <a:pt x="3746" y="2891"/>
                    <a:pt x="3909" y="3167"/>
                    <a:pt x="3860" y="3215"/>
                  </a:cubicBezTo>
                  <a:cubicBezTo>
                    <a:pt x="3890" y="3312"/>
                    <a:pt x="3940" y="3398"/>
                    <a:pt x="3975" y="3398"/>
                  </a:cubicBezTo>
                  <a:cubicBezTo>
                    <a:pt x="3995" y="3398"/>
                    <a:pt x="4011" y="3367"/>
                    <a:pt x="4014" y="3288"/>
                  </a:cubicBezTo>
                  <a:cubicBezTo>
                    <a:pt x="4052" y="3259"/>
                    <a:pt x="4078" y="3239"/>
                    <a:pt x="4104" y="3239"/>
                  </a:cubicBezTo>
                  <a:cubicBezTo>
                    <a:pt x="4150" y="3239"/>
                    <a:pt x="4198" y="3299"/>
                    <a:pt x="4322" y="3475"/>
                  </a:cubicBezTo>
                  <a:cubicBezTo>
                    <a:pt x="4428" y="3613"/>
                    <a:pt x="4517" y="3758"/>
                    <a:pt x="4460" y="3791"/>
                  </a:cubicBezTo>
                  <a:cubicBezTo>
                    <a:pt x="4403" y="3823"/>
                    <a:pt x="4403" y="3823"/>
                    <a:pt x="4573" y="4115"/>
                  </a:cubicBezTo>
                  <a:cubicBezTo>
                    <a:pt x="4703" y="4342"/>
                    <a:pt x="4849" y="4553"/>
                    <a:pt x="5003" y="4748"/>
                  </a:cubicBezTo>
                  <a:cubicBezTo>
                    <a:pt x="5125" y="4894"/>
                    <a:pt x="5263" y="5023"/>
                    <a:pt x="5409" y="5145"/>
                  </a:cubicBezTo>
                  <a:cubicBezTo>
                    <a:pt x="5450" y="5129"/>
                    <a:pt x="5478" y="5119"/>
                    <a:pt x="5496" y="5119"/>
                  </a:cubicBezTo>
                  <a:cubicBezTo>
                    <a:pt x="5532" y="5119"/>
                    <a:pt x="5520" y="5166"/>
                    <a:pt x="5482" y="5315"/>
                  </a:cubicBezTo>
                  <a:cubicBezTo>
                    <a:pt x="5417" y="5339"/>
                    <a:pt x="5490" y="5518"/>
                    <a:pt x="5554" y="5696"/>
                  </a:cubicBezTo>
                  <a:cubicBezTo>
                    <a:pt x="5558" y="5695"/>
                    <a:pt x="5562" y="5694"/>
                    <a:pt x="5565" y="5694"/>
                  </a:cubicBezTo>
                  <a:cubicBezTo>
                    <a:pt x="5601" y="5694"/>
                    <a:pt x="5608" y="5770"/>
                    <a:pt x="5593" y="5770"/>
                  </a:cubicBezTo>
                  <a:cubicBezTo>
                    <a:pt x="5585" y="5770"/>
                    <a:pt x="5572" y="5752"/>
                    <a:pt x="5554" y="5696"/>
                  </a:cubicBezTo>
                  <a:cubicBezTo>
                    <a:pt x="5552" y="5697"/>
                    <a:pt x="5549" y="5697"/>
                    <a:pt x="5546" y="5697"/>
                  </a:cubicBezTo>
                  <a:cubicBezTo>
                    <a:pt x="5484" y="5697"/>
                    <a:pt x="5422" y="5534"/>
                    <a:pt x="5352" y="5364"/>
                  </a:cubicBezTo>
                  <a:lnTo>
                    <a:pt x="5287" y="5388"/>
                  </a:lnTo>
                  <a:cubicBezTo>
                    <a:pt x="5230" y="5583"/>
                    <a:pt x="5311" y="5802"/>
                    <a:pt x="5490" y="5915"/>
                  </a:cubicBezTo>
                  <a:cubicBezTo>
                    <a:pt x="5611" y="6069"/>
                    <a:pt x="5611" y="6069"/>
                    <a:pt x="5611" y="6272"/>
                  </a:cubicBezTo>
                  <a:cubicBezTo>
                    <a:pt x="5603" y="6459"/>
                    <a:pt x="5588" y="6646"/>
                    <a:pt x="5645" y="6646"/>
                  </a:cubicBezTo>
                  <a:cubicBezTo>
                    <a:pt x="5647" y="6646"/>
                    <a:pt x="5649" y="6645"/>
                    <a:pt x="5652" y="6645"/>
                  </a:cubicBezTo>
                  <a:cubicBezTo>
                    <a:pt x="5652" y="6645"/>
                    <a:pt x="5765" y="7002"/>
                    <a:pt x="5749" y="7204"/>
                  </a:cubicBezTo>
                  <a:cubicBezTo>
                    <a:pt x="5835" y="7547"/>
                    <a:pt x="5883" y="7732"/>
                    <a:pt x="5944" y="7732"/>
                  </a:cubicBezTo>
                  <a:cubicBezTo>
                    <a:pt x="5947" y="7732"/>
                    <a:pt x="5949" y="7732"/>
                    <a:pt x="5952" y="7731"/>
                  </a:cubicBezTo>
                  <a:cubicBezTo>
                    <a:pt x="5954" y="7731"/>
                    <a:pt x="5957" y="7730"/>
                    <a:pt x="5960" y="7730"/>
                  </a:cubicBezTo>
                  <a:cubicBezTo>
                    <a:pt x="6021" y="7730"/>
                    <a:pt x="6067" y="7909"/>
                    <a:pt x="6106" y="8088"/>
                  </a:cubicBezTo>
                  <a:cubicBezTo>
                    <a:pt x="6145" y="8263"/>
                    <a:pt x="6185" y="8445"/>
                    <a:pt x="6248" y="8445"/>
                  </a:cubicBezTo>
                  <a:cubicBezTo>
                    <a:pt x="6249" y="8445"/>
                    <a:pt x="6250" y="8445"/>
                    <a:pt x="6252" y="8445"/>
                  </a:cubicBezTo>
                  <a:cubicBezTo>
                    <a:pt x="6254" y="8444"/>
                    <a:pt x="6257" y="8444"/>
                    <a:pt x="6260" y="8444"/>
                  </a:cubicBezTo>
                  <a:cubicBezTo>
                    <a:pt x="6325" y="8444"/>
                    <a:pt x="6425" y="8622"/>
                    <a:pt x="6495" y="8980"/>
                  </a:cubicBezTo>
                  <a:cubicBezTo>
                    <a:pt x="6625" y="9345"/>
                    <a:pt x="6625" y="9353"/>
                    <a:pt x="6527" y="9556"/>
                  </a:cubicBezTo>
                  <a:cubicBezTo>
                    <a:pt x="6454" y="9564"/>
                    <a:pt x="6487" y="9758"/>
                    <a:pt x="6511" y="9945"/>
                  </a:cubicBezTo>
                  <a:cubicBezTo>
                    <a:pt x="6527" y="10074"/>
                    <a:pt x="6527" y="10204"/>
                    <a:pt x="6503" y="10334"/>
                  </a:cubicBezTo>
                  <a:cubicBezTo>
                    <a:pt x="6471" y="10490"/>
                    <a:pt x="6506" y="10515"/>
                    <a:pt x="6554" y="10515"/>
                  </a:cubicBezTo>
                  <a:cubicBezTo>
                    <a:pt x="6566" y="10515"/>
                    <a:pt x="6579" y="10514"/>
                    <a:pt x="6592" y="10512"/>
                  </a:cubicBezTo>
                  <a:lnTo>
                    <a:pt x="6730" y="10496"/>
                  </a:lnTo>
                  <a:lnTo>
                    <a:pt x="6730" y="10496"/>
                  </a:lnTo>
                  <a:cubicBezTo>
                    <a:pt x="6754" y="10691"/>
                    <a:pt x="6641" y="10893"/>
                    <a:pt x="6576" y="10901"/>
                  </a:cubicBezTo>
                  <a:cubicBezTo>
                    <a:pt x="6488" y="11059"/>
                    <a:pt x="6468" y="11094"/>
                    <a:pt x="6529" y="11094"/>
                  </a:cubicBezTo>
                  <a:cubicBezTo>
                    <a:pt x="6546" y="11094"/>
                    <a:pt x="6570" y="11091"/>
                    <a:pt x="6600" y="11088"/>
                  </a:cubicBezTo>
                  <a:cubicBezTo>
                    <a:pt x="6665" y="11088"/>
                    <a:pt x="6754" y="11266"/>
                    <a:pt x="6722" y="11655"/>
                  </a:cubicBezTo>
                  <a:cubicBezTo>
                    <a:pt x="6763" y="12045"/>
                    <a:pt x="6787" y="12426"/>
                    <a:pt x="6722" y="12434"/>
                  </a:cubicBezTo>
                  <a:cubicBezTo>
                    <a:pt x="6698" y="12555"/>
                    <a:pt x="6706" y="12693"/>
                    <a:pt x="6754" y="12815"/>
                  </a:cubicBezTo>
                  <a:cubicBezTo>
                    <a:pt x="6836" y="13001"/>
                    <a:pt x="6852" y="13196"/>
                    <a:pt x="6819" y="13780"/>
                  </a:cubicBezTo>
                  <a:cubicBezTo>
                    <a:pt x="6730" y="14753"/>
                    <a:pt x="6730" y="14753"/>
                    <a:pt x="6868" y="14753"/>
                  </a:cubicBezTo>
                  <a:cubicBezTo>
                    <a:pt x="6879" y="14751"/>
                    <a:pt x="6890" y="14750"/>
                    <a:pt x="6900" y="14750"/>
                  </a:cubicBezTo>
                  <a:cubicBezTo>
                    <a:pt x="6949" y="14750"/>
                    <a:pt x="6977" y="14778"/>
                    <a:pt x="6876" y="14947"/>
                  </a:cubicBezTo>
                  <a:cubicBezTo>
                    <a:pt x="6811" y="15142"/>
                    <a:pt x="6892" y="15336"/>
                    <a:pt x="6973" y="15725"/>
                  </a:cubicBezTo>
                  <a:cubicBezTo>
                    <a:pt x="7003" y="15837"/>
                    <a:pt x="7100" y="15914"/>
                    <a:pt x="7216" y="15914"/>
                  </a:cubicBezTo>
                  <a:cubicBezTo>
                    <a:pt x="7227" y="15914"/>
                    <a:pt x="7238" y="15913"/>
                    <a:pt x="7249" y="15912"/>
                  </a:cubicBezTo>
                  <a:cubicBezTo>
                    <a:pt x="7379" y="15912"/>
                    <a:pt x="7379" y="15912"/>
                    <a:pt x="7330" y="16301"/>
                  </a:cubicBezTo>
                  <a:cubicBezTo>
                    <a:pt x="7338" y="16496"/>
                    <a:pt x="7273" y="16690"/>
                    <a:pt x="7208" y="16698"/>
                  </a:cubicBezTo>
                  <a:cubicBezTo>
                    <a:pt x="7144" y="16698"/>
                    <a:pt x="7135" y="16504"/>
                    <a:pt x="7135" y="16504"/>
                  </a:cubicBezTo>
                  <a:lnTo>
                    <a:pt x="7127" y="16309"/>
                  </a:lnTo>
                  <a:cubicBezTo>
                    <a:pt x="7063" y="16309"/>
                    <a:pt x="6990" y="16309"/>
                    <a:pt x="7006" y="16698"/>
                  </a:cubicBezTo>
                  <a:cubicBezTo>
                    <a:pt x="6941" y="16893"/>
                    <a:pt x="6949" y="17088"/>
                    <a:pt x="7022" y="17088"/>
                  </a:cubicBezTo>
                  <a:cubicBezTo>
                    <a:pt x="6957" y="17282"/>
                    <a:pt x="6973" y="17671"/>
                    <a:pt x="6981" y="18069"/>
                  </a:cubicBezTo>
                  <a:cubicBezTo>
                    <a:pt x="6990" y="18458"/>
                    <a:pt x="7006" y="19042"/>
                    <a:pt x="6941" y="19236"/>
                  </a:cubicBezTo>
                  <a:cubicBezTo>
                    <a:pt x="6949" y="19625"/>
                    <a:pt x="6957" y="19820"/>
                    <a:pt x="7022" y="19820"/>
                  </a:cubicBezTo>
                  <a:cubicBezTo>
                    <a:pt x="7160" y="19820"/>
                    <a:pt x="7160" y="20014"/>
                    <a:pt x="7095" y="20014"/>
                  </a:cubicBezTo>
                  <a:cubicBezTo>
                    <a:pt x="7091" y="20021"/>
                    <a:pt x="7087" y="20029"/>
                    <a:pt x="7083" y="20041"/>
                  </a:cubicBezTo>
                  <a:lnTo>
                    <a:pt x="7083" y="20041"/>
                  </a:lnTo>
                  <a:lnTo>
                    <a:pt x="6884" y="19812"/>
                  </a:lnTo>
                  <a:cubicBezTo>
                    <a:pt x="6990" y="19731"/>
                    <a:pt x="6341" y="19042"/>
                    <a:pt x="5952" y="18612"/>
                  </a:cubicBezTo>
                  <a:cubicBezTo>
                    <a:pt x="5798" y="18490"/>
                    <a:pt x="5660" y="18344"/>
                    <a:pt x="5554" y="18182"/>
                  </a:cubicBezTo>
                  <a:cubicBezTo>
                    <a:pt x="5668" y="18109"/>
                    <a:pt x="5336" y="17639"/>
                    <a:pt x="5060" y="17355"/>
                  </a:cubicBezTo>
                  <a:cubicBezTo>
                    <a:pt x="4833" y="17274"/>
                    <a:pt x="4727" y="17112"/>
                    <a:pt x="4841" y="17039"/>
                  </a:cubicBezTo>
                  <a:cubicBezTo>
                    <a:pt x="4955" y="16958"/>
                    <a:pt x="4736" y="16650"/>
                    <a:pt x="4355" y="16431"/>
                  </a:cubicBezTo>
                  <a:cubicBezTo>
                    <a:pt x="4200" y="16309"/>
                    <a:pt x="4192" y="16301"/>
                    <a:pt x="4152" y="16107"/>
                  </a:cubicBezTo>
                  <a:cubicBezTo>
                    <a:pt x="4159" y="15899"/>
                    <a:pt x="4079" y="15746"/>
                    <a:pt x="4021" y="15746"/>
                  </a:cubicBezTo>
                  <a:cubicBezTo>
                    <a:pt x="4016" y="15746"/>
                    <a:pt x="4011" y="15747"/>
                    <a:pt x="4006" y="15750"/>
                  </a:cubicBezTo>
                  <a:cubicBezTo>
                    <a:pt x="3803" y="15677"/>
                    <a:pt x="3673" y="15474"/>
                    <a:pt x="3706" y="15255"/>
                  </a:cubicBezTo>
                  <a:cubicBezTo>
                    <a:pt x="3617" y="14866"/>
                    <a:pt x="3625" y="14866"/>
                    <a:pt x="3414" y="14761"/>
                  </a:cubicBezTo>
                  <a:cubicBezTo>
                    <a:pt x="3195" y="14663"/>
                    <a:pt x="2822" y="13990"/>
                    <a:pt x="2863" y="13763"/>
                  </a:cubicBezTo>
                  <a:cubicBezTo>
                    <a:pt x="2779" y="13603"/>
                    <a:pt x="2752" y="13421"/>
                    <a:pt x="2695" y="13421"/>
                  </a:cubicBezTo>
                  <a:cubicBezTo>
                    <a:pt x="2692" y="13421"/>
                    <a:pt x="2688" y="13421"/>
                    <a:pt x="2684" y="13423"/>
                  </a:cubicBezTo>
                  <a:lnTo>
                    <a:pt x="2668" y="13228"/>
                  </a:lnTo>
                  <a:lnTo>
                    <a:pt x="2498" y="12888"/>
                  </a:lnTo>
                  <a:lnTo>
                    <a:pt x="2441" y="12912"/>
                  </a:lnTo>
                  <a:cubicBezTo>
                    <a:pt x="2352" y="12742"/>
                    <a:pt x="1930" y="11688"/>
                    <a:pt x="1525" y="10447"/>
                  </a:cubicBezTo>
                  <a:cubicBezTo>
                    <a:pt x="1355" y="9961"/>
                    <a:pt x="1274" y="9564"/>
                    <a:pt x="1184" y="9256"/>
                  </a:cubicBezTo>
                  <a:cubicBezTo>
                    <a:pt x="1111" y="8947"/>
                    <a:pt x="1063" y="8720"/>
                    <a:pt x="1030" y="8566"/>
                  </a:cubicBezTo>
                  <a:cubicBezTo>
                    <a:pt x="980" y="8347"/>
                    <a:pt x="956" y="8260"/>
                    <a:pt x="939" y="8260"/>
                  </a:cubicBezTo>
                  <a:cubicBezTo>
                    <a:pt x="931" y="8260"/>
                    <a:pt x="924" y="8277"/>
                    <a:pt x="917" y="8307"/>
                  </a:cubicBezTo>
                  <a:cubicBezTo>
                    <a:pt x="895" y="8348"/>
                    <a:pt x="876" y="8365"/>
                    <a:pt x="860" y="8365"/>
                  </a:cubicBezTo>
                  <a:cubicBezTo>
                    <a:pt x="798" y="8365"/>
                    <a:pt x="784" y="8097"/>
                    <a:pt x="868" y="7942"/>
                  </a:cubicBezTo>
                  <a:cubicBezTo>
                    <a:pt x="836" y="7756"/>
                    <a:pt x="860" y="7383"/>
                    <a:pt x="836" y="7018"/>
                  </a:cubicBezTo>
                  <a:cubicBezTo>
                    <a:pt x="795" y="6653"/>
                    <a:pt x="820" y="6288"/>
                    <a:pt x="876" y="6288"/>
                  </a:cubicBezTo>
                  <a:lnTo>
                    <a:pt x="876" y="6110"/>
                  </a:lnTo>
                  <a:cubicBezTo>
                    <a:pt x="795" y="5931"/>
                    <a:pt x="795" y="5567"/>
                    <a:pt x="811" y="5177"/>
                  </a:cubicBezTo>
                  <a:cubicBezTo>
                    <a:pt x="828" y="4837"/>
                    <a:pt x="893" y="4513"/>
                    <a:pt x="1022" y="4196"/>
                  </a:cubicBezTo>
                  <a:cubicBezTo>
                    <a:pt x="1111" y="3880"/>
                    <a:pt x="1160" y="3726"/>
                    <a:pt x="1233" y="3410"/>
                  </a:cubicBezTo>
                  <a:cubicBezTo>
                    <a:pt x="1314" y="3102"/>
                    <a:pt x="1330" y="3110"/>
                    <a:pt x="1460" y="3021"/>
                  </a:cubicBezTo>
                  <a:cubicBezTo>
                    <a:pt x="1462" y="3021"/>
                    <a:pt x="1464" y="3022"/>
                    <a:pt x="1466" y="3022"/>
                  </a:cubicBezTo>
                  <a:cubicBezTo>
                    <a:pt x="1508" y="3022"/>
                    <a:pt x="1653" y="2877"/>
                    <a:pt x="1784" y="2761"/>
                  </a:cubicBezTo>
                  <a:cubicBezTo>
                    <a:pt x="1922" y="2632"/>
                    <a:pt x="2060" y="2559"/>
                    <a:pt x="2028" y="2494"/>
                  </a:cubicBezTo>
                  <a:cubicBezTo>
                    <a:pt x="2076" y="2494"/>
                    <a:pt x="2117" y="2494"/>
                    <a:pt x="2157" y="2502"/>
                  </a:cubicBezTo>
                  <a:cubicBezTo>
                    <a:pt x="2172" y="2505"/>
                    <a:pt x="2187" y="2506"/>
                    <a:pt x="2201" y="2506"/>
                  </a:cubicBezTo>
                  <a:cubicBezTo>
                    <a:pt x="2298" y="2506"/>
                    <a:pt x="2359" y="2437"/>
                    <a:pt x="2352" y="2380"/>
                  </a:cubicBezTo>
                  <a:cubicBezTo>
                    <a:pt x="2336" y="2313"/>
                    <a:pt x="2363" y="2273"/>
                    <a:pt x="2407" y="2273"/>
                  </a:cubicBezTo>
                  <a:close/>
                  <a:moveTo>
                    <a:pt x="7185" y="19692"/>
                  </a:moveTo>
                  <a:cubicBezTo>
                    <a:pt x="7199" y="19692"/>
                    <a:pt x="7232" y="19739"/>
                    <a:pt x="7290" y="19820"/>
                  </a:cubicBezTo>
                  <a:cubicBezTo>
                    <a:pt x="7363" y="20014"/>
                    <a:pt x="7435" y="20209"/>
                    <a:pt x="7435" y="20209"/>
                  </a:cubicBezTo>
                  <a:cubicBezTo>
                    <a:pt x="7435" y="20269"/>
                    <a:pt x="7429" y="20293"/>
                    <a:pt x="7417" y="20293"/>
                  </a:cubicBezTo>
                  <a:cubicBezTo>
                    <a:pt x="7387" y="20293"/>
                    <a:pt x="7322" y="20152"/>
                    <a:pt x="7225" y="20014"/>
                  </a:cubicBezTo>
                  <a:cubicBezTo>
                    <a:pt x="7182" y="19787"/>
                    <a:pt x="7164" y="19692"/>
                    <a:pt x="7185" y="19692"/>
                  </a:cubicBezTo>
                  <a:close/>
                  <a:moveTo>
                    <a:pt x="19600" y="20493"/>
                  </a:moveTo>
                  <a:cubicBezTo>
                    <a:pt x="19613" y="20493"/>
                    <a:pt x="19623" y="20503"/>
                    <a:pt x="19638" y="20517"/>
                  </a:cubicBezTo>
                  <a:cubicBezTo>
                    <a:pt x="19686" y="20558"/>
                    <a:pt x="19427" y="20841"/>
                    <a:pt x="19297" y="20987"/>
                  </a:cubicBezTo>
                  <a:cubicBezTo>
                    <a:pt x="19265" y="21001"/>
                    <a:pt x="19241" y="21008"/>
                    <a:pt x="19224" y="21008"/>
                  </a:cubicBezTo>
                  <a:cubicBezTo>
                    <a:pt x="19145" y="21008"/>
                    <a:pt x="19229" y="20866"/>
                    <a:pt x="19330" y="20752"/>
                  </a:cubicBezTo>
                  <a:cubicBezTo>
                    <a:pt x="19513" y="20552"/>
                    <a:pt x="19567" y="20493"/>
                    <a:pt x="19600" y="20493"/>
                  </a:cubicBezTo>
                  <a:close/>
                  <a:moveTo>
                    <a:pt x="21041" y="704"/>
                  </a:moveTo>
                  <a:cubicBezTo>
                    <a:pt x="21056" y="704"/>
                    <a:pt x="21078" y="751"/>
                    <a:pt x="21146" y="823"/>
                  </a:cubicBezTo>
                  <a:cubicBezTo>
                    <a:pt x="21182" y="973"/>
                    <a:pt x="21294" y="1087"/>
                    <a:pt x="21364" y="1087"/>
                  </a:cubicBezTo>
                  <a:cubicBezTo>
                    <a:pt x="21404" y="1087"/>
                    <a:pt x="21430" y="1050"/>
                    <a:pt x="21421" y="961"/>
                  </a:cubicBezTo>
                  <a:cubicBezTo>
                    <a:pt x="21384" y="869"/>
                    <a:pt x="21366" y="820"/>
                    <a:pt x="21376" y="820"/>
                  </a:cubicBezTo>
                  <a:cubicBezTo>
                    <a:pt x="21388" y="820"/>
                    <a:pt x="21441" y="889"/>
                    <a:pt x="21551" y="1034"/>
                  </a:cubicBezTo>
                  <a:cubicBezTo>
                    <a:pt x="21648" y="1180"/>
                    <a:pt x="21648" y="1180"/>
                    <a:pt x="21819" y="1213"/>
                  </a:cubicBezTo>
                  <a:cubicBezTo>
                    <a:pt x="21826" y="1204"/>
                    <a:pt x="21836" y="1200"/>
                    <a:pt x="21848" y="1200"/>
                  </a:cubicBezTo>
                  <a:cubicBezTo>
                    <a:pt x="21900" y="1200"/>
                    <a:pt x="21982" y="1278"/>
                    <a:pt x="21948" y="1318"/>
                  </a:cubicBezTo>
                  <a:cubicBezTo>
                    <a:pt x="22019" y="1453"/>
                    <a:pt x="22078" y="1594"/>
                    <a:pt x="22124" y="1594"/>
                  </a:cubicBezTo>
                  <a:cubicBezTo>
                    <a:pt x="22131" y="1594"/>
                    <a:pt x="22137" y="1592"/>
                    <a:pt x="22143" y="1586"/>
                  </a:cubicBezTo>
                  <a:cubicBezTo>
                    <a:pt x="22224" y="1667"/>
                    <a:pt x="22281" y="1764"/>
                    <a:pt x="22313" y="1869"/>
                  </a:cubicBezTo>
                  <a:cubicBezTo>
                    <a:pt x="22378" y="2032"/>
                    <a:pt x="22516" y="2121"/>
                    <a:pt x="22678" y="2210"/>
                  </a:cubicBezTo>
                  <a:cubicBezTo>
                    <a:pt x="22998" y="2490"/>
                    <a:pt x="23093" y="2655"/>
                    <a:pt x="23009" y="2655"/>
                  </a:cubicBezTo>
                  <a:cubicBezTo>
                    <a:pt x="22991" y="2655"/>
                    <a:pt x="22964" y="2647"/>
                    <a:pt x="22929" y="2632"/>
                  </a:cubicBezTo>
                  <a:cubicBezTo>
                    <a:pt x="22918" y="2627"/>
                    <a:pt x="22909" y="2625"/>
                    <a:pt x="22903" y="2625"/>
                  </a:cubicBezTo>
                  <a:cubicBezTo>
                    <a:pt x="22849" y="2625"/>
                    <a:pt x="22915" y="2757"/>
                    <a:pt x="22994" y="2915"/>
                  </a:cubicBezTo>
                  <a:cubicBezTo>
                    <a:pt x="23092" y="3086"/>
                    <a:pt x="23229" y="3329"/>
                    <a:pt x="23327" y="3386"/>
                  </a:cubicBezTo>
                  <a:cubicBezTo>
                    <a:pt x="23513" y="3515"/>
                    <a:pt x="23513" y="3523"/>
                    <a:pt x="23448" y="3540"/>
                  </a:cubicBezTo>
                  <a:cubicBezTo>
                    <a:pt x="23383" y="3556"/>
                    <a:pt x="23432" y="3726"/>
                    <a:pt x="23432" y="3726"/>
                  </a:cubicBezTo>
                  <a:cubicBezTo>
                    <a:pt x="23489" y="3896"/>
                    <a:pt x="23529" y="4075"/>
                    <a:pt x="23465" y="4091"/>
                  </a:cubicBezTo>
                  <a:cubicBezTo>
                    <a:pt x="23465" y="4091"/>
                    <a:pt x="23473" y="4131"/>
                    <a:pt x="23505" y="4213"/>
                  </a:cubicBezTo>
                  <a:cubicBezTo>
                    <a:pt x="23529" y="4302"/>
                    <a:pt x="23578" y="4423"/>
                    <a:pt x="23643" y="4602"/>
                  </a:cubicBezTo>
                  <a:cubicBezTo>
                    <a:pt x="23846" y="4934"/>
                    <a:pt x="23837" y="5494"/>
                    <a:pt x="23708" y="5680"/>
                  </a:cubicBezTo>
                  <a:lnTo>
                    <a:pt x="23797" y="6045"/>
                  </a:lnTo>
                  <a:cubicBezTo>
                    <a:pt x="23932" y="6220"/>
                    <a:pt x="24005" y="6410"/>
                    <a:pt x="23878" y="6410"/>
                  </a:cubicBezTo>
                  <a:cubicBezTo>
                    <a:pt x="23875" y="6410"/>
                    <a:pt x="23873" y="6410"/>
                    <a:pt x="23870" y="6410"/>
                  </a:cubicBezTo>
                  <a:lnTo>
                    <a:pt x="23805" y="6410"/>
                  </a:lnTo>
                  <a:cubicBezTo>
                    <a:pt x="23950" y="6595"/>
                    <a:pt x="23847" y="7334"/>
                    <a:pt x="23710" y="7334"/>
                  </a:cubicBezTo>
                  <a:cubicBezTo>
                    <a:pt x="23709" y="7334"/>
                    <a:pt x="23709" y="7334"/>
                    <a:pt x="23708" y="7334"/>
                  </a:cubicBezTo>
                  <a:cubicBezTo>
                    <a:pt x="23697" y="7333"/>
                    <a:pt x="23687" y="7331"/>
                    <a:pt x="23680" y="7331"/>
                  </a:cubicBezTo>
                  <a:cubicBezTo>
                    <a:pt x="23642" y="7331"/>
                    <a:pt x="23640" y="7358"/>
                    <a:pt x="23627" y="7512"/>
                  </a:cubicBezTo>
                  <a:lnTo>
                    <a:pt x="23700" y="7520"/>
                  </a:lnTo>
                  <a:cubicBezTo>
                    <a:pt x="23765" y="7520"/>
                    <a:pt x="23829" y="7529"/>
                    <a:pt x="23813" y="7715"/>
                  </a:cubicBezTo>
                  <a:cubicBezTo>
                    <a:pt x="23797" y="7898"/>
                    <a:pt x="23781" y="8080"/>
                    <a:pt x="23712" y="8080"/>
                  </a:cubicBezTo>
                  <a:cubicBezTo>
                    <a:pt x="23711" y="8080"/>
                    <a:pt x="23709" y="8080"/>
                    <a:pt x="23708" y="8080"/>
                  </a:cubicBezTo>
                  <a:cubicBezTo>
                    <a:pt x="23627" y="8258"/>
                    <a:pt x="23529" y="8437"/>
                    <a:pt x="23594" y="8445"/>
                  </a:cubicBezTo>
                  <a:cubicBezTo>
                    <a:pt x="23578" y="8574"/>
                    <a:pt x="23538" y="8696"/>
                    <a:pt x="23481" y="8810"/>
                  </a:cubicBezTo>
                  <a:cubicBezTo>
                    <a:pt x="23448" y="8996"/>
                    <a:pt x="23424" y="9183"/>
                    <a:pt x="23351" y="9547"/>
                  </a:cubicBezTo>
                  <a:cubicBezTo>
                    <a:pt x="23391" y="9746"/>
                    <a:pt x="23314" y="10107"/>
                    <a:pt x="23250" y="10107"/>
                  </a:cubicBezTo>
                  <a:cubicBezTo>
                    <a:pt x="23248" y="10107"/>
                    <a:pt x="23247" y="10107"/>
                    <a:pt x="23246" y="10107"/>
                  </a:cubicBezTo>
                  <a:cubicBezTo>
                    <a:pt x="23205" y="10301"/>
                    <a:pt x="23189" y="10496"/>
                    <a:pt x="23189" y="10682"/>
                  </a:cubicBezTo>
                  <a:cubicBezTo>
                    <a:pt x="23111" y="11041"/>
                    <a:pt x="23063" y="11235"/>
                    <a:pt x="23009" y="11235"/>
                  </a:cubicBezTo>
                  <a:cubicBezTo>
                    <a:pt x="23007" y="11235"/>
                    <a:pt x="23005" y="11234"/>
                    <a:pt x="23002" y="11234"/>
                  </a:cubicBezTo>
                  <a:cubicBezTo>
                    <a:pt x="22985" y="11230"/>
                    <a:pt x="22971" y="11226"/>
                    <a:pt x="22962" y="11226"/>
                  </a:cubicBezTo>
                  <a:cubicBezTo>
                    <a:pt x="22931" y="11226"/>
                    <a:pt x="22935" y="11260"/>
                    <a:pt x="22954" y="11420"/>
                  </a:cubicBezTo>
                  <a:cubicBezTo>
                    <a:pt x="23019" y="11436"/>
                    <a:pt x="22970" y="11623"/>
                    <a:pt x="22929" y="11809"/>
                  </a:cubicBezTo>
                  <a:cubicBezTo>
                    <a:pt x="22881" y="11996"/>
                    <a:pt x="22832" y="12182"/>
                    <a:pt x="22832" y="12182"/>
                  </a:cubicBezTo>
                  <a:cubicBezTo>
                    <a:pt x="22897" y="12199"/>
                    <a:pt x="22897" y="12199"/>
                    <a:pt x="22848" y="12385"/>
                  </a:cubicBezTo>
                  <a:cubicBezTo>
                    <a:pt x="22800" y="12572"/>
                    <a:pt x="22589" y="13115"/>
                    <a:pt x="22532" y="13293"/>
                  </a:cubicBezTo>
                  <a:cubicBezTo>
                    <a:pt x="22427" y="13651"/>
                    <a:pt x="22390" y="13776"/>
                    <a:pt x="22410" y="13776"/>
                  </a:cubicBezTo>
                  <a:cubicBezTo>
                    <a:pt x="22421" y="13776"/>
                    <a:pt x="22449" y="13739"/>
                    <a:pt x="22492" y="13682"/>
                  </a:cubicBezTo>
                  <a:cubicBezTo>
                    <a:pt x="22511" y="13608"/>
                    <a:pt x="22533" y="13567"/>
                    <a:pt x="22542" y="13567"/>
                  </a:cubicBezTo>
                  <a:cubicBezTo>
                    <a:pt x="22555" y="13567"/>
                    <a:pt x="22537" y="13659"/>
                    <a:pt x="22435" y="13869"/>
                  </a:cubicBezTo>
                  <a:cubicBezTo>
                    <a:pt x="22378" y="14047"/>
                    <a:pt x="22143" y="14574"/>
                    <a:pt x="21956" y="15109"/>
                  </a:cubicBezTo>
                  <a:cubicBezTo>
                    <a:pt x="21697" y="15823"/>
                    <a:pt x="21681" y="15815"/>
                    <a:pt x="21754" y="15839"/>
                  </a:cubicBezTo>
                  <a:cubicBezTo>
                    <a:pt x="21800" y="15810"/>
                    <a:pt x="21831" y="15798"/>
                    <a:pt x="21849" y="15798"/>
                  </a:cubicBezTo>
                  <a:cubicBezTo>
                    <a:pt x="21907" y="15798"/>
                    <a:pt x="21830" y="15924"/>
                    <a:pt x="21681" y="16017"/>
                  </a:cubicBezTo>
                  <a:cubicBezTo>
                    <a:pt x="21413" y="16309"/>
                    <a:pt x="21340" y="16480"/>
                    <a:pt x="21397" y="16512"/>
                  </a:cubicBezTo>
                  <a:cubicBezTo>
                    <a:pt x="21405" y="16642"/>
                    <a:pt x="21373" y="16763"/>
                    <a:pt x="21308" y="16877"/>
                  </a:cubicBezTo>
                  <a:cubicBezTo>
                    <a:pt x="21304" y="16875"/>
                    <a:pt x="21300" y="16875"/>
                    <a:pt x="21296" y="16875"/>
                  </a:cubicBezTo>
                  <a:cubicBezTo>
                    <a:pt x="21234" y="16875"/>
                    <a:pt x="21163" y="17046"/>
                    <a:pt x="21065" y="17388"/>
                  </a:cubicBezTo>
                  <a:cubicBezTo>
                    <a:pt x="21003" y="17500"/>
                    <a:pt x="20984" y="17534"/>
                    <a:pt x="20959" y="17534"/>
                  </a:cubicBezTo>
                  <a:cubicBezTo>
                    <a:pt x="20948" y="17534"/>
                    <a:pt x="20936" y="17527"/>
                    <a:pt x="20919" y="17517"/>
                  </a:cubicBezTo>
                  <a:cubicBezTo>
                    <a:pt x="20919" y="17517"/>
                    <a:pt x="20838" y="17688"/>
                    <a:pt x="20740" y="17850"/>
                  </a:cubicBezTo>
                  <a:cubicBezTo>
                    <a:pt x="20700" y="18255"/>
                    <a:pt x="20027" y="19147"/>
                    <a:pt x="19865" y="19252"/>
                  </a:cubicBezTo>
                  <a:cubicBezTo>
                    <a:pt x="19792" y="19350"/>
                    <a:pt x="19735" y="19463"/>
                    <a:pt x="19694" y="19585"/>
                  </a:cubicBezTo>
                  <a:cubicBezTo>
                    <a:pt x="19694" y="19771"/>
                    <a:pt x="19618" y="19896"/>
                    <a:pt x="19534" y="19896"/>
                  </a:cubicBezTo>
                  <a:cubicBezTo>
                    <a:pt x="19512" y="19896"/>
                    <a:pt x="19489" y="19887"/>
                    <a:pt x="19467" y="19869"/>
                  </a:cubicBezTo>
                  <a:cubicBezTo>
                    <a:pt x="19431" y="19838"/>
                    <a:pt x="19408" y="19819"/>
                    <a:pt x="19393" y="19819"/>
                  </a:cubicBezTo>
                  <a:cubicBezTo>
                    <a:pt x="19368" y="19819"/>
                    <a:pt x="19364" y="19872"/>
                    <a:pt x="19354" y="20014"/>
                  </a:cubicBezTo>
                  <a:cubicBezTo>
                    <a:pt x="19305" y="20181"/>
                    <a:pt x="18837" y="20678"/>
                    <a:pt x="18722" y="20678"/>
                  </a:cubicBezTo>
                  <a:cubicBezTo>
                    <a:pt x="18702" y="20678"/>
                    <a:pt x="18692" y="20664"/>
                    <a:pt x="18697" y="20631"/>
                  </a:cubicBezTo>
                  <a:lnTo>
                    <a:pt x="18600" y="20533"/>
                  </a:lnTo>
                  <a:cubicBezTo>
                    <a:pt x="18551" y="20639"/>
                    <a:pt x="18478" y="20744"/>
                    <a:pt x="18389" y="20825"/>
                  </a:cubicBezTo>
                  <a:cubicBezTo>
                    <a:pt x="18431" y="20875"/>
                    <a:pt x="18339" y="20973"/>
                    <a:pt x="18035" y="21223"/>
                  </a:cubicBezTo>
                  <a:lnTo>
                    <a:pt x="18035" y="21223"/>
                  </a:lnTo>
                  <a:lnTo>
                    <a:pt x="18040" y="20850"/>
                  </a:lnTo>
                  <a:cubicBezTo>
                    <a:pt x="17911" y="20841"/>
                    <a:pt x="17992" y="19674"/>
                    <a:pt x="18065" y="19674"/>
                  </a:cubicBezTo>
                  <a:cubicBezTo>
                    <a:pt x="18130" y="19479"/>
                    <a:pt x="18130" y="19479"/>
                    <a:pt x="18138" y="19090"/>
                  </a:cubicBezTo>
                  <a:cubicBezTo>
                    <a:pt x="18016" y="18498"/>
                    <a:pt x="18105" y="17525"/>
                    <a:pt x="18170" y="17525"/>
                  </a:cubicBezTo>
                  <a:cubicBezTo>
                    <a:pt x="18170" y="17525"/>
                    <a:pt x="18178" y="17331"/>
                    <a:pt x="18186" y="17136"/>
                  </a:cubicBezTo>
                  <a:cubicBezTo>
                    <a:pt x="18122" y="16942"/>
                    <a:pt x="18130" y="16544"/>
                    <a:pt x="18138" y="16350"/>
                  </a:cubicBezTo>
                  <a:cubicBezTo>
                    <a:pt x="18144" y="15908"/>
                    <a:pt x="18150" y="15690"/>
                    <a:pt x="18121" y="15690"/>
                  </a:cubicBezTo>
                  <a:cubicBezTo>
                    <a:pt x="18112" y="15690"/>
                    <a:pt x="18099" y="15712"/>
                    <a:pt x="18081" y="15758"/>
                  </a:cubicBezTo>
                  <a:cubicBezTo>
                    <a:pt x="18016" y="15758"/>
                    <a:pt x="17951" y="15758"/>
                    <a:pt x="17951" y="15563"/>
                  </a:cubicBezTo>
                  <a:lnTo>
                    <a:pt x="18024" y="15563"/>
                  </a:lnTo>
                  <a:cubicBezTo>
                    <a:pt x="18089" y="15563"/>
                    <a:pt x="18105" y="14980"/>
                    <a:pt x="18130" y="14201"/>
                  </a:cubicBezTo>
                  <a:cubicBezTo>
                    <a:pt x="18162" y="13220"/>
                    <a:pt x="18178" y="12831"/>
                    <a:pt x="18251" y="12636"/>
                  </a:cubicBezTo>
                  <a:lnTo>
                    <a:pt x="18194" y="12442"/>
                  </a:lnTo>
                  <a:cubicBezTo>
                    <a:pt x="18130" y="12239"/>
                    <a:pt x="18138" y="12045"/>
                    <a:pt x="18211" y="12045"/>
                  </a:cubicBezTo>
                  <a:cubicBezTo>
                    <a:pt x="18284" y="11858"/>
                    <a:pt x="18316" y="11072"/>
                    <a:pt x="18259" y="10682"/>
                  </a:cubicBezTo>
                  <a:cubicBezTo>
                    <a:pt x="18267" y="10488"/>
                    <a:pt x="18276" y="10293"/>
                    <a:pt x="18276" y="10293"/>
                  </a:cubicBezTo>
                  <a:cubicBezTo>
                    <a:pt x="18422" y="10099"/>
                    <a:pt x="18446" y="9515"/>
                    <a:pt x="18324" y="9312"/>
                  </a:cubicBezTo>
                  <a:lnTo>
                    <a:pt x="18324" y="9312"/>
                  </a:lnTo>
                  <a:cubicBezTo>
                    <a:pt x="18325" y="9312"/>
                    <a:pt x="18327" y="9313"/>
                    <a:pt x="18328" y="9313"/>
                  </a:cubicBezTo>
                  <a:cubicBezTo>
                    <a:pt x="18389" y="9313"/>
                    <a:pt x="18397" y="9114"/>
                    <a:pt x="18405" y="8923"/>
                  </a:cubicBezTo>
                  <a:cubicBezTo>
                    <a:pt x="18357" y="8536"/>
                    <a:pt x="18397" y="7756"/>
                    <a:pt x="18461" y="7756"/>
                  </a:cubicBezTo>
                  <a:cubicBezTo>
                    <a:pt x="18461" y="7756"/>
                    <a:pt x="18462" y="7756"/>
                    <a:pt x="18462" y="7756"/>
                  </a:cubicBezTo>
                  <a:lnTo>
                    <a:pt x="18470" y="7561"/>
                  </a:lnTo>
                  <a:cubicBezTo>
                    <a:pt x="18430" y="7366"/>
                    <a:pt x="18413" y="7164"/>
                    <a:pt x="18438" y="6969"/>
                  </a:cubicBezTo>
                  <a:cubicBezTo>
                    <a:pt x="18454" y="6775"/>
                    <a:pt x="18446" y="6572"/>
                    <a:pt x="18397" y="6377"/>
                  </a:cubicBezTo>
                  <a:cubicBezTo>
                    <a:pt x="18365" y="6248"/>
                    <a:pt x="18349" y="6118"/>
                    <a:pt x="18357" y="5980"/>
                  </a:cubicBezTo>
                  <a:cubicBezTo>
                    <a:pt x="18359" y="5924"/>
                    <a:pt x="18365" y="5901"/>
                    <a:pt x="18374" y="5901"/>
                  </a:cubicBezTo>
                  <a:cubicBezTo>
                    <a:pt x="18397" y="5901"/>
                    <a:pt x="18438" y="6046"/>
                    <a:pt x="18478" y="6191"/>
                  </a:cubicBezTo>
                  <a:cubicBezTo>
                    <a:pt x="18489" y="6278"/>
                    <a:pt x="18499" y="6317"/>
                    <a:pt x="18507" y="6317"/>
                  </a:cubicBezTo>
                  <a:cubicBezTo>
                    <a:pt x="18535" y="6317"/>
                    <a:pt x="18536" y="5863"/>
                    <a:pt x="18454" y="5404"/>
                  </a:cubicBezTo>
                  <a:cubicBezTo>
                    <a:pt x="18401" y="5075"/>
                    <a:pt x="18376" y="4926"/>
                    <a:pt x="18384" y="4926"/>
                  </a:cubicBezTo>
                  <a:lnTo>
                    <a:pt x="18384" y="4926"/>
                  </a:lnTo>
                  <a:cubicBezTo>
                    <a:pt x="18391" y="4926"/>
                    <a:pt x="18419" y="5027"/>
                    <a:pt x="18470" y="5210"/>
                  </a:cubicBezTo>
                  <a:cubicBezTo>
                    <a:pt x="18498" y="5322"/>
                    <a:pt x="18529" y="5438"/>
                    <a:pt x="18542" y="5438"/>
                  </a:cubicBezTo>
                  <a:cubicBezTo>
                    <a:pt x="18552" y="5438"/>
                    <a:pt x="18552" y="5377"/>
                    <a:pt x="18535" y="5210"/>
                  </a:cubicBezTo>
                  <a:cubicBezTo>
                    <a:pt x="18535" y="5210"/>
                    <a:pt x="18551" y="4821"/>
                    <a:pt x="18486" y="4821"/>
                  </a:cubicBezTo>
                  <a:lnTo>
                    <a:pt x="18519" y="4229"/>
                  </a:lnTo>
                  <a:cubicBezTo>
                    <a:pt x="18584" y="3994"/>
                    <a:pt x="18624" y="3742"/>
                    <a:pt x="18649" y="3499"/>
                  </a:cubicBezTo>
                  <a:cubicBezTo>
                    <a:pt x="18600" y="3304"/>
                    <a:pt x="18600" y="3313"/>
                    <a:pt x="18689" y="3142"/>
                  </a:cubicBezTo>
                  <a:cubicBezTo>
                    <a:pt x="18691" y="3142"/>
                    <a:pt x="18692" y="3143"/>
                    <a:pt x="18694" y="3143"/>
                  </a:cubicBezTo>
                  <a:cubicBezTo>
                    <a:pt x="18755" y="3143"/>
                    <a:pt x="18783" y="2980"/>
                    <a:pt x="18657" y="2956"/>
                  </a:cubicBezTo>
                  <a:cubicBezTo>
                    <a:pt x="18616" y="2777"/>
                    <a:pt x="18657" y="2591"/>
                    <a:pt x="18762" y="2445"/>
                  </a:cubicBezTo>
                  <a:cubicBezTo>
                    <a:pt x="18774" y="2448"/>
                    <a:pt x="18786" y="2450"/>
                    <a:pt x="18796" y="2450"/>
                  </a:cubicBezTo>
                  <a:cubicBezTo>
                    <a:pt x="18898" y="2450"/>
                    <a:pt x="18926" y="2322"/>
                    <a:pt x="18867" y="2307"/>
                  </a:cubicBezTo>
                  <a:cubicBezTo>
                    <a:pt x="18859" y="2194"/>
                    <a:pt x="18876" y="2080"/>
                    <a:pt x="18908" y="1975"/>
                  </a:cubicBezTo>
                  <a:cubicBezTo>
                    <a:pt x="18909" y="1976"/>
                    <a:pt x="18910" y="1976"/>
                    <a:pt x="18911" y="1976"/>
                  </a:cubicBezTo>
                  <a:cubicBezTo>
                    <a:pt x="18949" y="1976"/>
                    <a:pt x="19079" y="1624"/>
                    <a:pt x="19362" y="1302"/>
                  </a:cubicBezTo>
                  <a:cubicBezTo>
                    <a:pt x="19634" y="983"/>
                    <a:pt x="20027" y="805"/>
                    <a:pt x="20432" y="805"/>
                  </a:cubicBezTo>
                  <a:cubicBezTo>
                    <a:pt x="20521" y="805"/>
                    <a:pt x="20611" y="814"/>
                    <a:pt x="20700" y="832"/>
                  </a:cubicBezTo>
                  <a:cubicBezTo>
                    <a:pt x="20736" y="836"/>
                    <a:pt x="20775" y="839"/>
                    <a:pt x="20811" y="839"/>
                  </a:cubicBezTo>
                  <a:cubicBezTo>
                    <a:pt x="20906" y="839"/>
                    <a:pt x="20990" y="821"/>
                    <a:pt x="21008" y="775"/>
                  </a:cubicBezTo>
                  <a:cubicBezTo>
                    <a:pt x="21024" y="726"/>
                    <a:pt x="21031" y="704"/>
                    <a:pt x="21041" y="704"/>
                  </a:cubicBezTo>
                  <a:close/>
                  <a:moveTo>
                    <a:pt x="7796" y="21393"/>
                  </a:moveTo>
                  <a:lnTo>
                    <a:pt x="7873" y="21466"/>
                  </a:lnTo>
                  <a:cubicBezTo>
                    <a:pt x="7848" y="21491"/>
                    <a:pt x="7822" y="21517"/>
                    <a:pt x="7784" y="21517"/>
                  </a:cubicBezTo>
                  <a:cubicBezTo>
                    <a:pt x="7767" y="21517"/>
                    <a:pt x="7746" y="21511"/>
                    <a:pt x="7721" y="21497"/>
                  </a:cubicBezTo>
                  <a:lnTo>
                    <a:pt x="7721" y="21497"/>
                  </a:lnTo>
                  <a:cubicBezTo>
                    <a:pt x="7737" y="21460"/>
                    <a:pt x="7758" y="21425"/>
                    <a:pt x="7784" y="21393"/>
                  </a:cubicBezTo>
                  <a:cubicBezTo>
                    <a:pt x="7788" y="21393"/>
                    <a:pt x="7792" y="21393"/>
                    <a:pt x="7796" y="21393"/>
                  </a:cubicBezTo>
                  <a:close/>
                  <a:moveTo>
                    <a:pt x="17797" y="22485"/>
                  </a:moveTo>
                  <a:cubicBezTo>
                    <a:pt x="17806" y="22519"/>
                    <a:pt x="17814" y="22557"/>
                    <a:pt x="17822" y="22601"/>
                  </a:cubicBezTo>
                  <a:cubicBezTo>
                    <a:pt x="17822" y="22795"/>
                    <a:pt x="17822" y="22795"/>
                    <a:pt x="17749" y="22795"/>
                  </a:cubicBezTo>
                  <a:cubicBezTo>
                    <a:pt x="17706" y="22795"/>
                    <a:pt x="17663" y="22707"/>
                    <a:pt x="17639" y="22591"/>
                  </a:cubicBezTo>
                  <a:lnTo>
                    <a:pt x="17639" y="22591"/>
                  </a:lnTo>
                  <a:cubicBezTo>
                    <a:pt x="17680" y="22565"/>
                    <a:pt x="17731" y="22531"/>
                    <a:pt x="17781" y="22495"/>
                  </a:cubicBezTo>
                  <a:cubicBezTo>
                    <a:pt x="17787" y="22492"/>
                    <a:pt x="17792" y="22488"/>
                    <a:pt x="17797" y="22485"/>
                  </a:cubicBezTo>
                  <a:close/>
                  <a:moveTo>
                    <a:pt x="7533" y="24125"/>
                  </a:moveTo>
                  <a:cubicBezTo>
                    <a:pt x="7598" y="24125"/>
                    <a:pt x="7663" y="24125"/>
                    <a:pt x="7735" y="24522"/>
                  </a:cubicBezTo>
                  <a:cubicBezTo>
                    <a:pt x="7727" y="24717"/>
                    <a:pt x="7727" y="24912"/>
                    <a:pt x="7727" y="24912"/>
                  </a:cubicBezTo>
                  <a:lnTo>
                    <a:pt x="7598" y="24522"/>
                  </a:lnTo>
                  <a:cubicBezTo>
                    <a:pt x="7395" y="24125"/>
                    <a:pt x="7395" y="24125"/>
                    <a:pt x="7533" y="24125"/>
                  </a:cubicBezTo>
                  <a:close/>
                  <a:moveTo>
                    <a:pt x="7387" y="25098"/>
                  </a:moveTo>
                  <a:lnTo>
                    <a:pt x="7460" y="25301"/>
                  </a:lnTo>
                  <a:lnTo>
                    <a:pt x="7387" y="25495"/>
                  </a:lnTo>
                  <a:cubicBezTo>
                    <a:pt x="7322" y="25487"/>
                    <a:pt x="7322" y="25293"/>
                    <a:pt x="7322" y="25098"/>
                  </a:cubicBezTo>
                  <a:close/>
                  <a:moveTo>
                    <a:pt x="7719" y="32946"/>
                  </a:moveTo>
                  <a:cubicBezTo>
                    <a:pt x="7646" y="32946"/>
                    <a:pt x="7646" y="33141"/>
                    <a:pt x="7638" y="33335"/>
                  </a:cubicBezTo>
                  <a:cubicBezTo>
                    <a:pt x="7557" y="33725"/>
                    <a:pt x="7614" y="33927"/>
                    <a:pt x="7687" y="33927"/>
                  </a:cubicBezTo>
                  <a:cubicBezTo>
                    <a:pt x="7688" y="33927"/>
                    <a:pt x="7689" y="33928"/>
                    <a:pt x="7691" y="33928"/>
                  </a:cubicBezTo>
                  <a:cubicBezTo>
                    <a:pt x="7752" y="33928"/>
                    <a:pt x="7760" y="33725"/>
                    <a:pt x="7776" y="33344"/>
                  </a:cubicBezTo>
                  <a:cubicBezTo>
                    <a:pt x="7776" y="33214"/>
                    <a:pt x="7752" y="33076"/>
                    <a:pt x="7719" y="32946"/>
                  </a:cubicBezTo>
                  <a:close/>
                  <a:moveTo>
                    <a:pt x="7494" y="34378"/>
                  </a:moveTo>
                  <a:cubicBezTo>
                    <a:pt x="7519" y="34378"/>
                    <a:pt x="7556" y="34475"/>
                    <a:pt x="7590" y="34706"/>
                  </a:cubicBezTo>
                  <a:lnTo>
                    <a:pt x="7573" y="35103"/>
                  </a:lnTo>
                  <a:cubicBezTo>
                    <a:pt x="7508" y="35095"/>
                    <a:pt x="7452" y="34698"/>
                    <a:pt x="7460" y="34503"/>
                  </a:cubicBezTo>
                  <a:cubicBezTo>
                    <a:pt x="7463" y="34424"/>
                    <a:pt x="7476" y="34378"/>
                    <a:pt x="7494" y="34378"/>
                  </a:cubicBezTo>
                  <a:close/>
                  <a:moveTo>
                    <a:pt x="6480" y="45041"/>
                  </a:moveTo>
                  <a:cubicBezTo>
                    <a:pt x="6438" y="45041"/>
                    <a:pt x="6437" y="45068"/>
                    <a:pt x="6430" y="45229"/>
                  </a:cubicBezTo>
                  <a:lnTo>
                    <a:pt x="6422" y="45424"/>
                  </a:lnTo>
                  <a:lnTo>
                    <a:pt x="6495" y="45238"/>
                  </a:lnTo>
                  <a:lnTo>
                    <a:pt x="6511" y="45043"/>
                  </a:lnTo>
                  <a:cubicBezTo>
                    <a:pt x="6499" y="45042"/>
                    <a:pt x="6489" y="45041"/>
                    <a:pt x="6480" y="45041"/>
                  </a:cubicBezTo>
                  <a:close/>
                  <a:moveTo>
                    <a:pt x="6815" y="45456"/>
                  </a:moveTo>
                  <a:cubicBezTo>
                    <a:pt x="6817" y="45456"/>
                    <a:pt x="6818" y="45456"/>
                    <a:pt x="6819" y="45457"/>
                  </a:cubicBezTo>
                  <a:lnTo>
                    <a:pt x="6811" y="45651"/>
                  </a:lnTo>
                  <a:cubicBezTo>
                    <a:pt x="6810" y="45651"/>
                    <a:pt x="6809" y="45651"/>
                    <a:pt x="6807" y="45651"/>
                  </a:cubicBezTo>
                  <a:cubicBezTo>
                    <a:pt x="6768" y="45651"/>
                    <a:pt x="6780" y="45738"/>
                    <a:pt x="6815" y="45738"/>
                  </a:cubicBezTo>
                  <a:cubicBezTo>
                    <a:pt x="6831" y="45738"/>
                    <a:pt x="6853" y="45718"/>
                    <a:pt x="6876" y="45659"/>
                  </a:cubicBezTo>
                  <a:lnTo>
                    <a:pt x="7014" y="45667"/>
                  </a:lnTo>
                  <a:cubicBezTo>
                    <a:pt x="6998" y="45862"/>
                    <a:pt x="6925" y="46048"/>
                    <a:pt x="6860" y="46048"/>
                  </a:cubicBezTo>
                  <a:cubicBezTo>
                    <a:pt x="6800" y="46124"/>
                    <a:pt x="6765" y="46169"/>
                    <a:pt x="6745" y="46169"/>
                  </a:cubicBezTo>
                  <a:cubicBezTo>
                    <a:pt x="6717" y="46169"/>
                    <a:pt x="6720" y="46073"/>
                    <a:pt x="6730" y="45838"/>
                  </a:cubicBezTo>
                  <a:cubicBezTo>
                    <a:pt x="6746" y="45647"/>
                    <a:pt x="6754" y="45456"/>
                    <a:pt x="6815" y="45456"/>
                  </a:cubicBezTo>
                  <a:close/>
                  <a:moveTo>
                    <a:pt x="6690" y="47800"/>
                  </a:moveTo>
                  <a:cubicBezTo>
                    <a:pt x="6722" y="47929"/>
                    <a:pt x="6738" y="48067"/>
                    <a:pt x="6738" y="48197"/>
                  </a:cubicBezTo>
                  <a:lnTo>
                    <a:pt x="6657" y="48392"/>
                  </a:lnTo>
                  <a:cubicBezTo>
                    <a:pt x="6592" y="48383"/>
                    <a:pt x="6600" y="48189"/>
                    <a:pt x="6617" y="47994"/>
                  </a:cubicBezTo>
                  <a:cubicBezTo>
                    <a:pt x="6625" y="47800"/>
                    <a:pt x="6625" y="47800"/>
                    <a:pt x="6690" y="47800"/>
                  </a:cubicBezTo>
                  <a:close/>
                  <a:moveTo>
                    <a:pt x="7598" y="48464"/>
                  </a:moveTo>
                  <a:lnTo>
                    <a:pt x="7590" y="48659"/>
                  </a:lnTo>
                  <a:cubicBezTo>
                    <a:pt x="7590" y="48659"/>
                    <a:pt x="7646" y="48854"/>
                    <a:pt x="7711" y="48862"/>
                  </a:cubicBezTo>
                  <a:lnTo>
                    <a:pt x="7719" y="48667"/>
                  </a:lnTo>
                  <a:cubicBezTo>
                    <a:pt x="7735" y="48473"/>
                    <a:pt x="7663" y="48464"/>
                    <a:pt x="7598" y="48464"/>
                  </a:cubicBezTo>
                  <a:close/>
                  <a:moveTo>
                    <a:pt x="18527" y="49784"/>
                  </a:moveTo>
                  <a:cubicBezTo>
                    <a:pt x="18580" y="49784"/>
                    <a:pt x="18627" y="49811"/>
                    <a:pt x="18640" y="49973"/>
                  </a:cubicBezTo>
                  <a:cubicBezTo>
                    <a:pt x="18722" y="50165"/>
                    <a:pt x="18728" y="50262"/>
                    <a:pt x="18692" y="50262"/>
                  </a:cubicBezTo>
                  <a:cubicBezTo>
                    <a:pt x="18657" y="50262"/>
                    <a:pt x="18583" y="50169"/>
                    <a:pt x="18503" y="49981"/>
                  </a:cubicBezTo>
                  <a:cubicBezTo>
                    <a:pt x="18357" y="49786"/>
                    <a:pt x="18357" y="49786"/>
                    <a:pt x="18494" y="49786"/>
                  </a:cubicBezTo>
                  <a:cubicBezTo>
                    <a:pt x="18505" y="49785"/>
                    <a:pt x="18516" y="49784"/>
                    <a:pt x="18527" y="49784"/>
                  </a:cubicBezTo>
                  <a:close/>
                  <a:moveTo>
                    <a:pt x="20503" y="0"/>
                  </a:moveTo>
                  <a:cubicBezTo>
                    <a:pt x="20343" y="0"/>
                    <a:pt x="20229" y="31"/>
                    <a:pt x="20124" y="86"/>
                  </a:cubicBezTo>
                  <a:cubicBezTo>
                    <a:pt x="20038" y="172"/>
                    <a:pt x="20002" y="215"/>
                    <a:pt x="19982" y="215"/>
                  </a:cubicBezTo>
                  <a:cubicBezTo>
                    <a:pt x="19965" y="215"/>
                    <a:pt x="19961" y="182"/>
                    <a:pt x="19946" y="118"/>
                  </a:cubicBezTo>
                  <a:cubicBezTo>
                    <a:pt x="19942" y="88"/>
                    <a:pt x="19891" y="64"/>
                    <a:pt x="19823" y="64"/>
                  </a:cubicBezTo>
                  <a:cubicBezTo>
                    <a:pt x="19747" y="64"/>
                    <a:pt x="19650" y="93"/>
                    <a:pt x="19573" y="175"/>
                  </a:cubicBezTo>
                  <a:cubicBezTo>
                    <a:pt x="19483" y="313"/>
                    <a:pt x="19366" y="376"/>
                    <a:pt x="19295" y="376"/>
                  </a:cubicBezTo>
                  <a:cubicBezTo>
                    <a:pt x="19270" y="376"/>
                    <a:pt x="19251" y="368"/>
                    <a:pt x="19240" y="353"/>
                  </a:cubicBezTo>
                  <a:cubicBezTo>
                    <a:pt x="19280" y="268"/>
                    <a:pt x="19303" y="214"/>
                    <a:pt x="19276" y="214"/>
                  </a:cubicBezTo>
                  <a:cubicBezTo>
                    <a:pt x="19270" y="214"/>
                    <a:pt x="19261" y="217"/>
                    <a:pt x="19248" y="224"/>
                  </a:cubicBezTo>
                  <a:cubicBezTo>
                    <a:pt x="19070" y="361"/>
                    <a:pt x="18924" y="524"/>
                    <a:pt x="18811" y="718"/>
                  </a:cubicBezTo>
                  <a:cubicBezTo>
                    <a:pt x="18640" y="921"/>
                    <a:pt x="18503" y="1140"/>
                    <a:pt x="18397" y="1383"/>
                  </a:cubicBezTo>
                  <a:cubicBezTo>
                    <a:pt x="18284" y="1667"/>
                    <a:pt x="18186" y="1967"/>
                    <a:pt x="18113" y="2267"/>
                  </a:cubicBezTo>
                  <a:cubicBezTo>
                    <a:pt x="17927" y="3013"/>
                    <a:pt x="17919" y="3402"/>
                    <a:pt x="17822" y="3588"/>
                  </a:cubicBezTo>
                  <a:cubicBezTo>
                    <a:pt x="17816" y="3588"/>
                    <a:pt x="17811" y="3587"/>
                    <a:pt x="17806" y="3587"/>
                  </a:cubicBezTo>
                  <a:cubicBezTo>
                    <a:pt x="17800" y="3587"/>
                    <a:pt x="17795" y="3588"/>
                    <a:pt x="17789" y="3589"/>
                  </a:cubicBezTo>
                  <a:lnTo>
                    <a:pt x="17789" y="3589"/>
                  </a:lnTo>
                  <a:cubicBezTo>
                    <a:pt x="17890" y="3632"/>
                    <a:pt x="17867" y="3835"/>
                    <a:pt x="17838" y="4375"/>
                  </a:cubicBezTo>
                  <a:cubicBezTo>
                    <a:pt x="17740" y="4950"/>
                    <a:pt x="17781" y="5348"/>
                    <a:pt x="17838" y="5550"/>
                  </a:cubicBezTo>
                  <a:lnTo>
                    <a:pt x="17862" y="5161"/>
                  </a:lnTo>
                  <a:cubicBezTo>
                    <a:pt x="17992" y="5169"/>
                    <a:pt x="17984" y="5364"/>
                    <a:pt x="17894" y="5753"/>
                  </a:cubicBezTo>
                  <a:cubicBezTo>
                    <a:pt x="17887" y="5933"/>
                    <a:pt x="17831" y="5940"/>
                    <a:pt x="17765" y="5940"/>
                  </a:cubicBezTo>
                  <a:cubicBezTo>
                    <a:pt x="17760" y="5940"/>
                    <a:pt x="17754" y="5939"/>
                    <a:pt x="17749" y="5939"/>
                  </a:cubicBezTo>
                  <a:cubicBezTo>
                    <a:pt x="17747" y="5939"/>
                    <a:pt x="17746" y="5939"/>
                    <a:pt x="17745" y="5939"/>
                  </a:cubicBezTo>
                  <a:cubicBezTo>
                    <a:pt x="17680" y="5939"/>
                    <a:pt x="17602" y="6130"/>
                    <a:pt x="17595" y="6321"/>
                  </a:cubicBezTo>
                  <a:cubicBezTo>
                    <a:pt x="17589" y="6458"/>
                    <a:pt x="17579" y="6596"/>
                    <a:pt x="17602" y="6596"/>
                  </a:cubicBezTo>
                  <a:cubicBezTo>
                    <a:pt x="17612" y="6596"/>
                    <a:pt x="17628" y="6572"/>
                    <a:pt x="17651" y="6515"/>
                  </a:cubicBezTo>
                  <a:cubicBezTo>
                    <a:pt x="17716" y="6523"/>
                    <a:pt x="17716" y="6523"/>
                    <a:pt x="17708" y="6718"/>
                  </a:cubicBezTo>
                  <a:cubicBezTo>
                    <a:pt x="17684" y="6920"/>
                    <a:pt x="17700" y="7115"/>
                    <a:pt x="17740" y="7310"/>
                  </a:cubicBezTo>
                  <a:cubicBezTo>
                    <a:pt x="17813" y="7318"/>
                    <a:pt x="17797" y="7512"/>
                    <a:pt x="17789" y="7707"/>
                  </a:cubicBezTo>
                  <a:cubicBezTo>
                    <a:pt x="17740" y="7893"/>
                    <a:pt x="17708" y="8096"/>
                    <a:pt x="17700" y="8291"/>
                  </a:cubicBezTo>
                  <a:lnTo>
                    <a:pt x="17627" y="8283"/>
                  </a:lnTo>
                  <a:cubicBezTo>
                    <a:pt x="17562" y="8283"/>
                    <a:pt x="17489" y="8469"/>
                    <a:pt x="17489" y="8469"/>
                  </a:cubicBezTo>
                  <a:cubicBezTo>
                    <a:pt x="17473" y="8664"/>
                    <a:pt x="17546" y="8672"/>
                    <a:pt x="17546" y="8672"/>
                  </a:cubicBezTo>
                  <a:cubicBezTo>
                    <a:pt x="17562" y="8672"/>
                    <a:pt x="17562" y="8972"/>
                    <a:pt x="17546" y="9418"/>
                  </a:cubicBezTo>
                  <a:cubicBezTo>
                    <a:pt x="17530" y="9872"/>
                    <a:pt x="17513" y="10472"/>
                    <a:pt x="17497" y="11096"/>
                  </a:cubicBezTo>
                  <a:cubicBezTo>
                    <a:pt x="17457" y="12345"/>
                    <a:pt x="17408" y="13666"/>
                    <a:pt x="17400" y="13966"/>
                  </a:cubicBezTo>
                  <a:cubicBezTo>
                    <a:pt x="17330" y="14296"/>
                    <a:pt x="17308" y="14783"/>
                    <a:pt x="17351" y="14783"/>
                  </a:cubicBezTo>
                  <a:cubicBezTo>
                    <a:pt x="17357" y="14783"/>
                    <a:pt x="17366" y="14771"/>
                    <a:pt x="17376" y="14744"/>
                  </a:cubicBezTo>
                  <a:cubicBezTo>
                    <a:pt x="17440" y="14753"/>
                    <a:pt x="17400" y="15725"/>
                    <a:pt x="17384" y="16901"/>
                  </a:cubicBezTo>
                  <a:cubicBezTo>
                    <a:pt x="17343" y="18271"/>
                    <a:pt x="17327" y="19252"/>
                    <a:pt x="17392" y="19260"/>
                  </a:cubicBezTo>
                  <a:lnTo>
                    <a:pt x="17384" y="19844"/>
                  </a:lnTo>
                  <a:cubicBezTo>
                    <a:pt x="17376" y="20233"/>
                    <a:pt x="17440" y="20631"/>
                    <a:pt x="17440" y="20825"/>
                  </a:cubicBezTo>
                  <a:cubicBezTo>
                    <a:pt x="17486" y="20967"/>
                    <a:pt x="17496" y="21105"/>
                    <a:pt x="17475" y="21105"/>
                  </a:cubicBezTo>
                  <a:cubicBezTo>
                    <a:pt x="17466" y="21105"/>
                    <a:pt x="17452" y="21080"/>
                    <a:pt x="17432" y="21020"/>
                  </a:cubicBezTo>
                  <a:cubicBezTo>
                    <a:pt x="17367" y="21020"/>
                    <a:pt x="17303" y="21020"/>
                    <a:pt x="17295" y="21214"/>
                  </a:cubicBezTo>
                  <a:cubicBezTo>
                    <a:pt x="17295" y="21604"/>
                    <a:pt x="17359" y="21604"/>
                    <a:pt x="17424" y="21612"/>
                  </a:cubicBezTo>
                  <a:cubicBezTo>
                    <a:pt x="17450" y="21612"/>
                    <a:pt x="17465" y="21642"/>
                    <a:pt x="17475" y="21679"/>
                  </a:cubicBezTo>
                  <a:lnTo>
                    <a:pt x="17475" y="21679"/>
                  </a:lnTo>
                  <a:cubicBezTo>
                    <a:pt x="17218" y="21882"/>
                    <a:pt x="16930" y="22098"/>
                    <a:pt x="16735" y="22204"/>
                  </a:cubicBezTo>
                  <a:cubicBezTo>
                    <a:pt x="16419" y="22382"/>
                    <a:pt x="15932" y="22609"/>
                    <a:pt x="15746" y="22609"/>
                  </a:cubicBezTo>
                  <a:cubicBezTo>
                    <a:pt x="15519" y="22698"/>
                    <a:pt x="15308" y="22804"/>
                    <a:pt x="15097" y="22925"/>
                  </a:cubicBezTo>
                  <a:cubicBezTo>
                    <a:pt x="14985" y="23012"/>
                    <a:pt x="14754" y="23085"/>
                    <a:pt x="14645" y="23085"/>
                  </a:cubicBezTo>
                  <a:cubicBezTo>
                    <a:pt x="14612" y="23085"/>
                    <a:pt x="14590" y="23078"/>
                    <a:pt x="14587" y="23063"/>
                  </a:cubicBezTo>
                  <a:cubicBezTo>
                    <a:pt x="14538" y="23087"/>
                    <a:pt x="14481" y="23095"/>
                    <a:pt x="14416" y="23104"/>
                  </a:cubicBezTo>
                  <a:cubicBezTo>
                    <a:pt x="14254" y="23168"/>
                    <a:pt x="14124" y="23209"/>
                    <a:pt x="14035" y="23233"/>
                  </a:cubicBezTo>
                  <a:cubicBezTo>
                    <a:pt x="13995" y="23249"/>
                    <a:pt x="13954" y="23258"/>
                    <a:pt x="13905" y="23266"/>
                  </a:cubicBezTo>
                  <a:cubicBezTo>
                    <a:pt x="13900" y="23225"/>
                    <a:pt x="13829" y="23191"/>
                    <a:pt x="13736" y="23191"/>
                  </a:cubicBezTo>
                  <a:cubicBezTo>
                    <a:pt x="13680" y="23191"/>
                    <a:pt x="13617" y="23203"/>
                    <a:pt x="13557" y="23233"/>
                  </a:cubicBezTo>
                  <a:cubicBezTo>
                    <a:pt x="13557" y="23306"/>
                    <a:pt x="13387" y="23322"/>
                    <a:pt x="13038" y="23331"/>
                  </a:cubicBezTo>
                  <a:cubicBezTo>
                    <a:pt x="12989" y="23322"/>
                    <a:pt x="12860" y="23322"/>
                    <a:pt x="12673" y="23298"/>
                  </a:cubicBezTo>
                  <a:lnTo>
                    <a:pt x="12349" y="23274"/>
                  </a:lnTo>
                  <a:cubicBezTo>
                    <a:pt x="12227" y="23249"/>
                    <a:pt x="12089" y="23233"/>
                    <a:pt x="11952" y="23209"/>
                  </a:cubicBezTo>
                  <a:cubicBezTo>
                    <a:pt x="11270" y="23079"/>
                    <a:pt x="10622" y="22844"/>
                    <a:pt x="10014" y="22512"/>
                  </a:cubicBezTo>
                  <a:cubicBezTo>
                    <a:pt x="9414" y="22163"/>
                    <a:pt x="8854" y="21758"/>
                    <a:pt x="8344" y="21304"/>
                  </a:cubicBezTo>
                  <a:cubicBezTo>
                    <a:pt x="8125" y="21117"/>
                    <a:pt x="7954" y="20947"/>
                    <a:pt x="7833" y="20833"/>
                  </a:cubicBezTo>
                  <a:cubicBezTo>
                    <a:pt x="7768" y="20768"/>
                    <a:pt x="7703" y="20704"/>
                    <a:pt x="7630" y="20655"/>
                  </a:cubicBezTo>
                  <a:cubicBezTo>
                    <a:pt x="7630" y="20655"/>
                    <a:pt x="7598" y="20623"/>
                    <a:pt x="7536" y="20556"/>
                  </a:cubicBezTo>
                  <a:lnTo>
                    <a:pt x="7536" y="20556"/>
                  </a:lnTo>
                  <a:cubicBezTo>
                    <a:pt x="7517" y="20362"/>
                    <a:pt x="7566" y="20217"/>
                    <a:pt x="7703" y="20217"/>
                  </a:cubicBezTo>
                  <a:cubicBezTo>
                    <a:pt x="7833" y="20217"/>
                    <a:pt x="7898" y="20023"/>
                    <a:pt x="7898" y="19820"/>
                  </a:cubicBezTo>
                  <a:cubicBezTo>
                    <a:pt x="7890" y="19625"/>
                    <a:pt x="7825" y="19625"/>
                    <a:pt x="7760" y="19625"/>
                  </a:cubicBezTo>
                  <a:cubicBezTo>
                    <a:pt x="7725" y="19677"/>
                    <a:pt x="7699" y="19702"/>
                    <a:pt x="7682" y="19702"/>
                  </a:cubicBezTo>
                  <a:cubicBezTo>
                    <a:pt x="7635" y="19702"/>
                    <a:pt x="7655" y="19521"/>
                    <a:pt x="7744" y="19236"/>
                  </a:cubicBezTo>
                  <a:cubicBezTo>
                    <a:pt x="7938" y="18644"/>
                    <a:pt x="7930" y="18255"/>
                    <a:pt x="7776" y="17671"/>
                  </a:cubicBezTo>
                  <a:cubicBezTo>
                    <a:pt x="7660" y="17108"/>
                    <a:pt x="7619" y="16648"/>
                    <a:pt x="7661" y="16648"/>
                  </a:cubicBezTo>
                  <a:cubicBezTo>
                    <a:pt x="7678" y="16648"/>
                    <a:pt x="7708" y="16720"/>
                    <a:pt x="7752" y="16885"/>
                  </a:cubicBezTo>
                  <a:cubicBezTo>
                    <a:pt x="7825" y="17079"/>
                    <a:pt x="7861" y="17177"/>
                    <a:pt x="7869" y="17177"/>
                  </a:cubicBezTo>
                  <a:cubicBezTo>
                    <a:pt x="7877" y="17177"/>
                    <a:pt x="7857" y="17079"/>
                    <a:pt x="7817" y="16885"/>
                  </a:cubicBezTo>
                  <a:cubicBezTo>
                    <a:pt x="7808" y="16488"/>
                    <a:pt x="7792" y="16098"/>
                    <a:pt x="7784" y="15904"/>
                  </a:cubicBezTo>
                  <a:cubicBezTo>
                    <a:pt x="7776" y="15709"/>
                    <a:pt x="7703" y="15515"/>
                    <a:pt x="7638" y="15515"/>
                  </a:cubicBezTo>
                  <a:cubicBezTo>
                    <a:pt x="7768" y="15312"/>
                    <a:pt x="7817" y="14923"/>
                    <a:pt x="7663" y="14534"/>
                  </a:cubicBezTo>
                  <a:lnTo>
                    <a:pt x="7638" y="14144"/>
                  </a:lnTo>
                  <a:cubicBezTo>
                    <a:pt x="7646" y="14007"/>
                    <a:pt x="7614" y="13877"/>
                    <a:pt x="7557" y="13755"/>
                  </a:cubicBezTo>
                  <a:cubicBezTo>
                    <a:pt x="7476" y="13561"/>
                    <a:pt x="7533" y="13366"/>
                    <a:pt x="7590" y="13163"/>
                  </a:cubicBezTo>
                  <a:cubicBezTo>
                    <a:pt x="7638" y="12969"/>
                    <a:pt x="7695" y="12766"/>
                    <a:pt x="7622" y="12766"/>
                  </a:cubicBezTo>
                  <a:cubicBezTo>
                    <a:pt x="7621" y="12766"/>
                    <a:pt x="7621" y="12766"/>
                    <a:pt x="7620" y="12766"/>
                  </a:cubicBezTo>
                  <a:cubicBezTo>
                    <a:pt x="7555" y="12766"/>
                    <a:pt x="7459" y="12383"/>
                    <a:pt x="7379" y="12199"/>
                  </a:cubicBezTo>
                  <a:cubicBezTo>
                    <a:pt x="7321" y="12060"/>
                    <a:pt x="7329" y="11921"/>
                    <a:pt x="7368" y="11921"/>
                  </a:cubicBezTo>
                  <a:cubicBezTo>
                    <a:pt x="7384" y="11921"/>
                    <a:pt x="7404" y="11943"/>
                    <a:pt x="7427" y="11996"/>
                  </a:cubicBezTo>
                  <a:cubicBezTo>
                    <a:pt x="7492" y="11988"/>
                    <a:pt x="7500" y="11996"/>
                    <a:pt x="7525" y="11599"/>
                  </a:cubicBezTo>
                  <a:cubicBezTo>
                    <a:pt x="7509" y="11406"/>
                    <a:pt x="7469" y="11015"/>
                    <a:pt x="7405" y="11015"/>
                  </a:cubicBezTo>
                  <a:cubicBezTo>
                    <a:pt x="7404" y="11015"/>
                    <a:pt x="7404" y="11015"/>
                    <a:pt x="7403" y="11015"/>
                  </a:cubicBezTo>
                  <a:cubicBezTo>
                    <a:pt x="7403" y="11015"/>
                    <a:pt x="7403" y="11015"/>
                    <a:pt x="7402" y="11015"/>
                  </a:cubicBezTo>
                  <a:cubicBezTo>
                    <a:pt x="7337" y="11015"/>
                    <a:pt x="7184" y="9855"/>
                    <a:pt x="7217" y="9653"/>
                  </a:cubicBezTo>
                  <a:cubicBezTo>
                    <a:pt x="7217" y="9653"/>
                    <a:pt x="7184" y="9466"/>
                    <a:pt x="7160" y="9272"/>
                  </a:cubicBezTo>
                  <a:cubicBezTo>
                    <a:pt x="7119" y="9077"/>
                    <a:pt x="7030" y="8891"/>
                    <a:pt x="6990" y="8704"/>
                  </a:cubicBezTo>
                  <a:cubicBezTo>
                    <a:pt x="6957" y="8574"/>
                    <a:pt x="6908" y="8445"/>
                    <a:pt x="6844" y="8331"/>
                  </a:cubicBezTo>
                  <a:cubicBezTo>
                    <a:pt x="6811" y="8137"/>
                    <a:pt x="6763" y="7950"/>
                    <a:pt x="6827" y="7934"/>
                  </a:cubicBezTo>
                  <a:cubicBezTo>
                    <a:pt x="6649" y="7772"/>
                    <a:pt x="6649" y="7772"/>
                    <a:pt x="6738" y="7553"/>
                  </a:cubicBezTo>
                  <a:cubicBezTo>
                    <a:pt x="6868" y="7529"/>
                    <a:pt x="6876" y="7529"/>
                    <a:pt x="6690" y="7366"/>
                  </a:cubicBezTo>
                  <a:cubicBezTo>
                    <a:pt x="6576" y="7196"/>
                    <a:pt x="6576" y="7196"/>
                    <a:pt x="6592" y="6985"/>
                  </a:cubicBezTo>
                  <a:cubicBezTo>
                    <a:pt x="6654" y="6970"/>
                    <a:pt x="6612" y="6798"/>
                    <a:pt x="6552" y="6798"/>
                  </a:cubicBezTo>
                  <a:cubicBezTo>
                    <a:pt x="6549" y="6798"/>
                    <a:pt x="6546" y="6798"/>
                    <a:pt x="6544" y="6799"/>
                  </a:cubicBezTo>
                  <a:cubicBezTo>
                    <a:pt x="6357" y="6645"/>
                    <a:pt x="6122" y="6110"/>
                    <a:pt x="6252" y="6069"/>
                  </a:cubicBezTo>
                  <a:cubicBezTo>
                    <a:pt x="6203" y="5948"/>
                    <a:pt x="6138" y="5826"/>
                    <a:pt x="6057" y="5721"/>
                  </a:cubicBezTo>
                  <a:cubicBezTo>
                    <a:pt x="5871" y="5583"/>
                    <a:pt x="5871" y="5583"/>
                    <a:pt x="5992" y="5542"/>
                  </a:cubicBezTo>
                  <a:cubicBezTo>
                    <a:pt x="6065" y="5331"/>
                    <a:pt x="5976" y="5104"/>
                    <a:pt x="5790" y="4999"/>
                  </a:cubicBezTo>
                  <a:cubicBezTo>
                    <a:pt x="5709" y="4894"/>
                    <a:pt x="5652" y="4772"/>
                    <a:pt x="5636" y="4642"/>
                  </a:cubicBezTo>
                  <a:cubicBezTo>
                    <a:pt x="5563" y="4350"/>
                    <a:pt x="5457" y="4067"/>
                    <a:pt x="5327" y="3799"/>
                  </a:cubicBezTo>
                  <a:cubicBezTo>
                    <a:pt x="5217" y="3578"/>
                    <a:pt x="5096" y="3409"/>
                    <a:pt x="5053" y="3409"/>
                  </a:cubicBezTo>
                  <a:cubicBezTo>
                    <a:pt x="5042" y="3409"/>
                    <a:pt x="5036" y="3420"/>
                    <a:pt x="5036" y="3442"/>
                  </a:cubicBezTo>
                  <a:lnTo>
                    <a:pt x="4817" y="3126"/>
                  </a:lnTo>
                  <a:cubicBezTo>
                    <a:pt x="4655" y="2777"/>
                    <a:pt x="4517" y="2640"/>
                    <a:pt x="4338" y="2542"/>
                  </a:cubicBezTo>
                  <a:lnTo>
                    <a:pt x="4152" y="2461"/>
                  </a:lnTo>
                  <a:cubicBezTo>
                    <a:pt x="4209" y="2413"/>
                    <a:pt x="4111" y="2234"/>
                    <a:pt x="3957" y="2121"/>
                  </a:cubicBezTo>
                  <a:cubicBezTo>
                    <a:pt x="3866" y="2058"/>
                    <a:pt x="3828" y="2033"/>
                    <a:pt x="3807" y="2033"/>
                  </a:cubicBezTo>
                  <a:cubicBezTo>
                    <a:pt x="3792" y="2033"/>
                    <a:pt x="3784" y="2044"/>
                    <a:pt x="3771" y="2064"/>
                  </a:cubicBezTo>
                  <a:cubicBezTo>
                    <a:pt x="3810" y="2127"/>
                    <a:pt x="3814" y="2150"/>
                    <a:pt x="3797" y="2150"/>
                  </a:cubicBezTo>
                  <a:cubicBezTo>
                    <a:pt x="3767" y="2150"/>
                    <a:pt x="3673" y="2083"/>
                    <a:pt x="3576" y="2032"/>
                  </a:cubicBezTo>
                  <a:cubicBezTo>
                    <a:pt x="3422" y="1934"/>
                    <a:pt x="3284" y="1821"/>
                    <a:pt x="3309" y="1748"/>
                  </a:cubicBezTo>
                  <a:cubicBezTo>
                    <a:pt x="3252" y="1723"/>
                    <a:pt x="3195" y="1707"/>
                    <a:pt x="3130" y="1691"/>
                  </a:cubicBezTo>
                  <a:cubicBezTo>
                    <a:pt x="3111" y="1749"/>
                    <a:pt x="3064" y="1770"/>
                    <a:pt x="3021" y="1770"/>
                  </a:cubicBezTo>
                  <a:cubicBezTo>
                    <a:pt x="2974" y="1770"/>
                    <a:pt x="2931" y="1745"/>
                    <a:pt x="2936" y="1715"/>
                  </a:cubicBezTo>
                  <a:cubicBezTo>
                    <a:pt x="2815" y="1649"/>
                    <a:pt x="2676" y="1614"/>
                    <a:pt x="2539" y="1614"/>
                  </a:cubicBezTo>
                  <a:cubicBezTo>
                    <a:pt x="2492" y="1614"/>
                    <a:pt x="2446" y="1618"/>
                    <a:pt x="2401" y="1626"/>
                  </a:cubicBezTo>
                  <a:lnTo>
                    <a:pt x="2392" y="1553"/>
                  </a:lnTo>
                  <a:cubicBezTo>
                    <a:pt x="2349" y="1543"/>
                    <a:pt x="2316" y="1538"/>
                    <a:pt x="2290" y="1538"/>
                  </a:cubicBezTo>
                  <a:cubicBezTo>
                    <a:pt x="2194" y="1538"/>
                    <a:pt x="2201" y="1599"/>
                    <a:pt x="2214" y="1650"/>
                  </a:cubicBezTo>
                  <a:cubicBezTo>
                    <a:pt x="2092" y="1675"/>
                    <a:pt x="1971" y="1707"/>
                    <a:pt x="1857" y="1756"/>
                  </a:cubicBezTo>
                  <a:cubicBezTo>
                    <a:pt x="1710" y="1819"/>
                    <a:pt x="1575" y="1900"/>
                    <a:pt x="1662" y="1900"/>
                  </a:cubicBezTo>
                  <a:cubicBezTo>
                    <a:pt x="1675" y="1900"/>
                    <a:pt x="1694" y="1898"/>
                    <a:pt x="1720" y="1894"/>
                  </a:cubicBezTo>
                  <a:lnTo>
                    <a:pt x="1720" y="1894"/>
                  </a:lnTo>
                  <a:cubicBezTo>
                    <a:pt x="1752" y="1959"/>
                    <a:pt x="1776" y="2007"/>
                    <a:pt x="1638" y="2096"/>
                  </a:cubicBezTo>
                  <a:cubicBezTo>
                    <a:pt x="1614" y="2063"/>
                    <a:pt x="1593" y="2029"/>
                    <a:pt x="1550" y="2029"/>
                  </a:cubicBezTo>
                  <a:cubicBezTo>
                    <a:pt x="1520" y="2029"/>
                    <a:pt x="1479" y="2045"/>
                    <a:pt x="1420" y="2088"/>
                  </a:cubicBezTo>
                  <a:cubicBezTo>
                    <a:pt x="1343" y="2156"/>
                    <a:pt x="1294" y="2171"/>
                    <a:pt x="1265" y="2171"/>
                  </a:cubicBezTo>
                  <a:cubicBezTo>
                    <a:pt x="1243" y="2171"/>
                    <a:pt x="1233" y="2161"/>
                    <a:pt x="1233" y="2161"/>
                  </a:cubicBezTo>
                  <a:cubicBezTo>
                    <a:pt x="1244" y="2123"/>
                    <a:pt x="1237" y="2106"/>
                    <a:pt x="1217" y="2106"/>
                  </a:cubicBezTo>
                  <a:cubicBezTo>
                    <a:pt x="1179" y="2106"/>
                    <a:pt x="1095" y="2173"/>
                    <a:pt x="1014" y="2275"/>
                  </a:cubicBezTo>
                  <a:cubicBezTo>
                    <a:pt x="901" y="2413"/>
                    <a:pt x="811" y="2575"/>
                    <a:pt x="763" y="2745"/>
                  </a:cubicBezTo>
                  <a:cubicBezTo>
                    <a:pt x="685" y="3085"/>
                    <a:pt x="632" y="3258"/>
                    <a:pt x="538" y="3258"/>
                  </a:cubicBezTo>
                  <a:cubicBezTo>
                    <a:pt x="525" y="3258"/>
                    <a:pt x="510" y="3255"/>
                    <a:pt x="495" y="3248"/>
                  </a:cubicBezTo>
                  <a:cubicBezTo>
                    <a:pt x="487" y="3244"/>
                    <a:pt x="480" y="3243"/>
                    <a:pt x="472" y="3243"/>
                  </a:cubicBezTo>
                  <a:cubicBezTo>
                    <a:pt x="363" y="3243"/>
                    <a:pt x="350" y="3628"/>
                    <a:pt x="487" y="3856"/>
                  </a:cubicBezTo>
                  <a:cubicBezTo>
                    <a:pt x="528" y="3929"/>
                    <a:pt x="576" y="4010"/>
                    <a:pt x="625" y="4091"/>
                  </a:cubicBezTo>
                  <a:lnTo>
                    <a:pt x="430" y="4034"/>
                  </a:lnTo>
                  <a:cubicBezTo>
                    <a:pt x="130" y="4140"/>
                    <a:pt x="106" y="4148"/>
                    <a:pt x="155" y="4740"/>
                  </a:cubicBezTo>
                  <a:cubicBezTo>
                    <a:pt x="169" y="5080"/>
                    <a:pt x="183" y="5122"/>
                    <a:pt x="138" y="5122"/>
                  </a:cubicBezTo>
                  <a:cubicBezTo>
                    <a:pt x="131" y="5122"/>
                    <a:pt x="123" y="5122"/>
                    <a:pt x="114" y="5121"/>
                  </a:cubicBezTo>
                  <a:cubicBezTo>
                    <a:pt x="113" y="5120"/>
                    <a:pt x="112" y="5120"/>
                    <a:pt x="110" y="5120"/>
                  </a:cubicBezTo>
                  <a:cubicBezTo>
                    <a:pt x="49" y="5120"/>
                    <a:pt x="32" y="5319"/>
                    <a:pt x="1" y="5891"/>
                  </a:cubicBezTo>
                  <a:cubicBezTo>
                    <a:pt x="9" y="6475"/>
                    <a:pt x="9" y="6669"/>
                    <a:pt x="74" y="6669"/>
                  </a:cubicBezTo>
                  <a:cubicBezTo>
                    <a:pt x="74" y="6669"/>
                    <a:pt x="82" y="6864"/>
                    <a:pt x="98" y="7058"/>
                  </a:cubicBezTo>
                  <a:cubicBezTo>
                    <a:pt x="0" y="7215"/>
                    <a:pt x="44" y="7496"/>
                    <a:pt x="128" y="7496"/>
                  </a:cubicBezTo>
                  <a:cubicBezTo>
                    <a:pt x="148" y="7496"/>
                    <a:pt x="171" y="7479"/>
                    <a:pt x="195" y="7439"/>
                  </a:cubicBezTo>
                  <a:cubicBezTo>
                    <a:pt x="203" y="7569"/>
                    <a:pt x="211" y="7691"/>
                    <a:pt x="236" y="7820"/>
                  </a:cubicBezTo>
                  <a:lnTo>
                    <a:pt x="171" y="7829"/>
                  </a:lnTo>
                  <a:cubicBezTo>
                    <a:pt x="138" y="7829"/>
                    <a:pt x="130" y="7926"/>
                    <a:pt x="163" y="8218"/>
                  </a:cubicBezTo>
                  <a:cubicBezTo>
                    <a:pt x="236" y="8737"/>
                    <a:pt x="333" y="9247"/>
                    <a:pt x="471" y="9742"/>
                  </a:cubicBezTo>
                  <a:cubicBezTo>
                    <a:pt x="911" y="11302"/>
                    <a:pt x="1063" y="11563"/>
                    <a:pt x="1173" y="11563"/>
                  </a:cubicBezTo>
                  <a:cubicBezTo>
                    <a:pt x="1182" y="11563"/>
                    <a:pt x="1192" y="11561"/>
                    <a:pt x="1201" y="11558"/>
                  </a:cubicBezTo>
                  <a:cubicBezTo>
                    <a:pt x="1395" y="11688"/>
                    <a:pt x="1460" y="11866"/>
                    <a:pt x="1338" y="11915"/>
                  </a:cubicBezTo>
                  <a:cubicBezTo>
                    <a:pt x="1277" y="11938"/>
                    <a:pt x="1281" y="12128"/>
                    <a:pt x="1336" y="12128"/>
                  </a:cubicBezTo>
                  <a:cubicBezTo>
                    <a:pt x="1340" y="12128"/>
                    <a:pt x="1343" y="12127"/>
                    <a:pt x="1347" y="12126"/>
                  </a:cubicBezTo>
                  <a:cubicBezTo>
                    <a:pt x="1428" y="12304"/>
                    <a:pt x="1484" y="12491"/>
                    <a:pt x="1517" y="12685"/>
                  </a:cubicBezTo>
                  <a:cubicBezTo>
                    <a:pt x="1621" y="13226"/>
                    <a:pt x="1765" y="13395"/>
                    <a:pt x="1832" y="13395"/>
                  </a:cubicBezTo>
                  <a:cubicBezTo>
                    <a:pt x="1839" y="13395"/>
                    <a:pt x="1844" y="13393"/>
                    <a:pt x="1849" y="13390"/>
                  </a:cubicBezTo>
                  <a:cubicBezTo>
                    <a:pt x="1859" y="13319"/>
                    <a:pt x="1869" y="13290"/>
                    <a:pt x="1878" y="13290"/>
                  </a:cubicBezTo>
                  <a:cubicBezTo>
                    <a:pt x="1897" y="13290"/>
                    <a:pt x="1914" y="13430"/>
                    <a:pt x="1930" y="13569"/>
                  </a:cubicBezTo>
                  <a:cubicBezTo>
                    <a:pt x="1953" y="13758"/>
                    <a:pt x="1983" y="13953"/>
                    <a:pt x="2032" y="13953"/>
                  </a:cubicBezTo>
                  <a:cubicBezTo>
                    <a:pt x="2036" y="13953"/>
                    <a:pt x="2040" y="13952"/>
                    <a:pt x="2044" y="13950"/>
                  </a:cubicBezTo>
                  <a:cubicBezTo>
                    <a:pt x="2206" y="14144"/>
                    <a:pt x="2352" y="14363"/>
                    <a:pt x="2465" y="14582"/>
                  </a:cubicBezTo>
                  <a:cubicBezTo>
                    <a:pt x="2628" y="14858"/>
                    <a:pt x="2765" y="15117"/>
                    <a:pt x="2701" y="15150"/>
                  </a:cubicBezTo>
                  <a:cubicBezTo>
                    <a:pt x="2701" y="15150"/>
                    <a:pt x="2798" y="15320"/>
                    <a:pt x="2895" y="15490"/>
                  </a:cubicBezTo>
                  <a:cubicBezTo>
                    <a:pt x="2898" y="15489"/>
                    <a:pt x="2901" y="15488"/>
                    <a:pt x="2905" y="15488"/>
                  </a:cubicBezTo>
                  <a:cubicBezTo>
                    <a:pt x="2978" y="15488"/>
                    <a:pt x="3172" y="15806"/>
                    <a:pt x="3365" y="16131"/>
                  </a:cubicBezTo>
                  <a:cubicBezTo>
                    <a:pt x="3568" y="16463"/>
                    <a:pt x="3682" y="16625"/>
                    <a:pt x="3625" y="16658"/>
                  </a:cubicBezTo>
                  <a:cubicBezTo>
                    <a:pt x="3584" y="16627"/>
                    <a:pt x="3560" y="16613"/>
                    <a:pt x="3550" y="16613"/>
                  </a:cubicBezTo>
                  <a:cubicBezTo>
                    <a:pt x="3517" y="16613"/>
                    <a:pt x="3632" y="16761"/>
                    <a:pt x="3836" y="16990"/>
                  </a:cubicBezTo>
                  <a:cubicBezTo>
                    <a:pt x="3941" y="17152"/>
                    <a:pt x="4168" y="17242"/>
                    <a:pt x="4273" y="17404"/>
                  </a:cubicBezTo>
                  <a:cubicBezTo>
                    <a:pt x="4281" y="17399"/>
                    <a:pt x="4289" y="17396"/>
                    <a:pt x="4300" y="17396"/>
                  </a:cubicBezTo>
                  <a:cubicBezTo>
                    <a:pt x="4372" y="17396"/>
                    <a:pt x="4514" y="17513"/>
                    <a:pt x="4606" y="17655"/>
                  </a:cubicBezTo>
                  <a:lnTo>
                    <a:pt x="4549" y="17688"/>
                  </a:lnTo>
                  <a:lnTo>
                    <a:pt x="4436" y="17761"/>
                  </a:lnTo>
                  <a:cubicBezTo>
                    <a:pt x="4537" y="17906"/>
                    <a:pt x="4639" y="18051"/>
                    <a:pt x="4700" y="18051"/>
                  </a:cubicBezTo>
                  <a:cubicBezTo>
                    <a:pt x="4707" y="18051"/>
                    <a:pt x="4713" y="18049"/>
                    <a:pt x="4719" y="18044"/>
                  </a:cubicBezTo>
                  <a:cubicBezTo>
                    <a:pt x="4776" y="18247"/>
                    <a:pt x="4890" y="18409"/>
                    <a:pt x="5117" y="18725"/>
                  </a:cubicBezTo>
                  <a:cubicBezTo>
                    <a:pt x="5344" y="19042"/>
                    <a:pt x="5579" y="19358"/>
                    <a:pt x="5757" y="19471"/>
                  </a:cubicBezTo>
                  <a:cubicBezTo>
                    <a:pt x="5757" y="19706"/>
                    <a:pt x="6503" y="20623"/>
                    <a:pt x="6738" y="20679"/>
                  </a:cubicBezTo>
                  <a:cubicBezTo>
                    <a:pt x="6746" y="20673"/>
                    <a:pt x="6754" y="20670"/>
                    <a:pt x="6764" y="20670"/>
                  </a:cubicBezTo>
                  <a:cubicBezTo>
                    <a:pt x="6824" y="20670"/>
                    <a:pt x="6922" y="20795"/>
                    <a:pt x="6992" y="20957"/>
                  </a:cubicBezTo>
                  <a:lnTo>
                    <a:pt x="6992" y="20957"/>
                  </a:lnTo>
                  <a:cubicBezTo>
                    <a:pt x="6959" y="21768"/>
                    <a:pt x="6973" y="22819"/>
                    <a:pt x="7054" y="22941"/>
                  </a:cubicBezTo>
                  <a:cubicBezTo>
                    <a:pt x="7054" y="22941"/>
                    <a:pt x="7054" y="23144"/>
                    <a:pt x="7054" y="23339"/>
                  </a:cubicBezTo>
                  <a:cubicBezTo>
                    <a:pt x="6990" y="23728"/>
                    <a:pt x="6990" y="24895"/>
                    <a:pt x="7054" y="25090"/>
                  </a:cubicBezTo>
                  <a:lnTo>
                    <a:pt x="7054" y="25682"/>
                  </a:lnTo>
                  <a:cubicBezTo>
                    <a:pt x="6981" y="26071"/>
                    <a:pt x="6981" y="26266"/>
                    <a:pt x="7046" y="26460"/>
                  </a:cubicBezTo>
                  <a:cubicBezTo>
                    <a:pt x="7111" y="26655"/>
                    <a:pt x="7176" y="26663"/>
                    <a:pt x="7111" y="26663"/>
                  </a:cubicBezTo>
                  <a:cubicBezTo>
                    <a:pt x="7111" y="26663"/>
                    <a:pt x="7110" y="26663"/>
                    <a:pt x="7109" y="26663"/>
                  </a:cubicBezTo>
                  <a:cubicBezTo>
                    <a:pt x="7046" y="26663"/>
                    <a:pt x="7038" y="27052"/>
                    <a:pt x="7030" y="27830"/>
                  </a:cubicBezTo>
                  <a:cubicBezTo>
                    <a:pt x="7019" y="28349"/>
                    <a:pt x="7016" y="28522"/>
                    <a:pt x="7036" y="28522"/>
                  </a:cubicBezTo>
                  <a:cubicBezTo>
                    <a:pt x="7046" y="28522"/>
                    <a:pt x="7063" y="28479"/>
                    <a:pt x="7087" y="28414"/>
                  </a:cubicBezTo>
                  <a:lnTo>
                    <a:pt x="7087" y="28414"/>
                  </a:lnTo>
                  <a:cubicBezTo>
                    <a:pt x="7144" y="29201"/>
                    <a:pt x="7071" y="29201"/>
                    <a:pt x="7006" y="29201"/>
                  </a:cubicBezTo>
                  <a:cubicBezTo>
                    <a:pt x="6980" y="29161"/>
                    <a:pt x="6959" y="29144"/>
                    <a:pt x="6944" y="29144"/>
                  </a:cubicBezTo>
                  <a:cubicBezTo>
                    <a:pt x="6881" y="29144"/>
                    <a:pt x="6906" y="29427"/>
                    <a:pt x="7063" y="29590"/>
                  </a:cubicBezTo>
                  <a:cubicBezTo>
                    <a:pt x="7192" y="29792"/>
                    <a:pt x="7184" y="30182"/>
                    <a:pt x="7119" y="30182"/>
                  </a:cubicBezTo>
                  <a:cubicBezTo>
                    <a:pt x="7046" y="30173"/>
                    <a:pt x="7054" y="29979"/>
                    <a:pt x="7063" y="29784"/>
                  </a:cubicBezTo>
                  <a:lnTo>
                    <a:pt x="6925" y="29784"/>
                  </a:lnTo>
                  <a:cubicBezTo>
                    <a:pt x="6908" y="29914"/>
                    <a:pt x="6933" y="30052"/>
                    <a:pt x="6981" y="30173"/>
                  </a:cubicBezTo>
                  <a:cubicBezTo>
                    <a:pt x="6981" y="30311"/>
                    <a:pt x="7006" y="30441"/>
                    <a:pt x="7038" y="30571"/>
                  </a:cubicBezTo>
                  <a:cubicBezTo>
                    <a:pt x="7071" y="30669"/>
                    <a:pt x="7104" y="30718"/>
                    <a:pt x="7138" y="30718"/>
                  </a:cubicBezTo>
                  <a:cubicBezTo>
                    <a:pt x="7171" y="30718"/>
                    <a:pt x="7205" y="30671"/>
                    <a:pt x="7241" y="30579"/>
                  </a:cubicBezTo>
                  <a:cubicBezTo>
                    <a:pt x="7262" y="30522"/>
                    <a:pt x="7277" y="30498"/>
                    <a:pt x="7288" y="30498"/>
                  </a:cubicBezTo>
                  <a:cubicBezTo>
                    <a:pt x="7313" y="30498"/>
                    <a:pt x="7311" y="30636"/>
                    <a:pt x="7306" y="30773"/>
                  </a:cubicBezTo>
                  <a:cubicBezTo>
                    <a:pt x="7263" y="30999"/>
                    <a:pt x="7221" y="31094"/>
                    <a:pt x="7182" y="31094"/>
                  </a:cubicBezTo>
                  <a:cubicBezTo>
                    <a:pt x="7153" y="31094"/>
                    <a:pt x="7127" y="31045"/>
                    <a:pt x="7103" y="30960"/>
                  </a:cubicBezTo>
                  <a:cubicBezTo>
                    <a:pt x="7103" y="30765"/>
                    <a:pt x="7038" y="30765"/>
                    <a:pt x="6973" y="30757"/>
                  </a:cubicBezTo>
                  <a:cubicBezTo>
                    <a:pt x="6900" y="30757"/>
                    <a:pt x="7014" y="31738"/>
                    <a:pt x="7144" y="31941"/>
                  </a:cubicBezTo>
                  <a:lnTo>
                    <a:pt x="7071" y="31941"/>
                  </a:lnTo>
                  <a:cubicBezTo>
                    <a:pt x="7070" y="31941"/>
                    <a:pt x="7069" y="31941"/>
                    <a:pt x="7069" y="31941"/>
                  </a:cubicBezTo>
                  <a:cubicBezTo>
                    <a:pt x="7006" y="31941"/>
                    <a:pt x="6998" y="32334"/>
                    <a:pt x="6981" y="32719"/>
                  </a:cubicBezTo>
                  <a:cubicBezTo>
                    <a:pt x="6973" y="33108"/>
                    <a:pt x="6965" y="33303"/>
                    <a:pt x="7030" y="33311"/>
                  </a:cubicBezTo>
                  <a:cubicBezTo>
                    <a:pt x="7103" y="33311"/>
                    <a:pt x="7168" y="33311"/>
                    <a:pt x="7160" y="33514"/>
                  </a:cubicBezTo>
                  <a:cubicBezTo>
                    <a:pt x="7167" y="33326"/>
                    <a:pt x="7223" y="33319"/>
                    <a:pt x="7283" y="33319"/>
                  </a:cubicBezTo>
                  <a:cubicBezTo>
                    <a:pt x="7288" y="33319"/>
                    <a:pt x="7293" y="33319"/>
                    <a:pt x="7298" y="33319"/>
                  </a:cubicBezTo>
                  <a:cubicBezTo>
                    <a:pt x="7265" y="33514"/>
                    <a:pt x="7208" y="33708"/>
                    <a:pt x="7144" y="33903"/>
                  </a:cubicBezTo>
                  <a:cubicBezTo>
                    <a:pt x="6998" y="34284"/>
                    <a:pt x="6917" y="34673"/>
                    <a:pt x="6892" y="35452"/>
                  </a:cubicBezTo>
                  <a:cubicBezTo>
                    <a:pt x="6876" y="35849"/>
                    <a:pt x="6852" y="36433"/>
                    <a:pt x="6779" y="36627"/>
                  </a:cubicBezTo>
                  <a:cubicBezTo>
                    <a:pt x="6763" y="37016"/>
                    <a:pt x="6754" y="37211"/>
                    <a:pt x="6819" y="37211"/>
                  </a:cubicBezTo>
                  <a:lnTo>
                    <a:pt x="6803" y="37608"/>
                  </a:lnTo>
                  <a:cubicBezTo>
                    <a:pt x="6730" y="37795"/>
                    <a:pt x="6714" y="38184"/>
                    <a:pt x="6779" y="38192"/>
                  </a:cubicBezTo>
                  <a:cubicBezTo>
                    <a:pt x="6836" y="38395"/>
                    <a:pt x="6763" y="38581"/>
                    <a:pt x="6754" y="38776"/>
                  </a:cubicBezTo>
                  <a:cubicBezTo>
                    <a:pt x="6663" y="39002"/>
                    <a:pt x="6626" y="39094"/>
                    <a:pt x="6655" y="39094"/>
                  </a:cubicBezTo>
                  <a:cubicBezTo>
                    <a:pt x="6675" y="39094"/>
                    <a:pt x="6726" y="39051"/>
                    <a:pt x="6811" y="38978"/>
                  </a:cubicBezTo>
                  <a:cubicBezTo>
                    <a:pt x="6876" y="38978"/>
                    <a:pt x="6965" y="38597"/>
                    <a:pt x="6973" y="38403"/>
                  </a:cubicBezTo>
                  <a:lnTo>
                    <a:pt x="6998" y="37811"/>
                  </a:lnTo>
                  <a:lnTo>
                    <a:pt x="7038" y="38403"/>
                  </a:lnTo>
                  <a:cubicBezTo>
                    <a:pt x="7030" y="38597"/>
                    <a:pt x="7079" y="38995"/>
                    <a:pt x="7144" y="39003"/>
                  </a:cubicBezTo>
                  <a:cubicBezTo>
                    <a:pt x="7144" y="39003"/>
                    <a:pt x="7217" y="39003"/>
                    <a:pt x="7208" y="39197"/>
                  </a:cubicBezTo>
                  <a:cubicBezTo>
                    <a:pt x="7208" y="39197"/>
                    <a:pt x="7135" y="39197"/>
                    <a:pt x="7071" y="39189"/>
                  </a:cubicBezTo>
                  <a:cubicBezTo>
                    <a:pt x="7014" y="38995"/>
                    <a:pt x="6941" y="38987"/>
                    <a:pt x="6876" y="38987"/>
                  </a:cubicBezTo>
                  <a:cubicBezTo>
                    <a:pt x="6738" y="39173"/>
                    <a:pt x="6641" y="39749"/>
                    <a:pt x="6771" y="39757"/>
                  </a:cubicBezTo>
                  <a:cubicBezTo>
                    <a:pt x="6779" y="39895"/>
                    <a:pt x="6746" y="40024"/>
                    <a:pt x="6690" y="40146"/>
                  </a:cubicBezTo>
                  <a:cubicBezTo>
                    <a:pt x="6625" y="40146"/>
                    <a:pt x="6617" y="40341"/>
                    <a:pt x="6738" y="40543"/>
                  </a:cubicBezTo>
                  <a:cubicBezTo>
                    <a:pt x="6868" y="40722"/>
                    <a:pt x="6852" y="40965"/>
                    <a:pt x="6706" y="41127"/>
                  </a:cubicBezTo>
                  <a:cubicBezTo>
                    <a:pt x="6552" y="41508"/>
                    <a:pt x="6519" y="42295"/>
                    <a:pt x="6584" y="42295"/>
                  </a:cubicBezTo>
                  <a:cubicBezTo>
                    <a:pt x="6722" y="42311"/>
                    <a:pt x="6690" y="42894"/>
                    <a:pt x="6608" y="43081"/>
                  </a:cubicBezTo>
                  <a:cubicBezTo>
                    <a:pt x="6536" y="43267"/>
                    <a:pt x="6519" y="43478"/>
                    <a:pt x="6584" y="43673"/>
                  </a:cubicBezTo>
                  <a:cubicBezTo>
                    <a:pt x="6583" y="43673"/>
                    <a:pt x="6581" y="43673"/>
                    <a:pt x="6580" y="43673"/>
                  </a:cubicBezTo>
                  <a:cubicBezTo>
                    <a:pt x="6508" y="43673"/>
                    <a:pt x="6439" y="43863"/>
                    <a:pt x="6495" y="44054"/>
                  </a:cubicBezTo>
                  <a:cubicBezTo>
                    <a:pt x="6495" y="44054"/>
                    <a:pt x="6488" y="44146"/>
                    <a:pt x="6508" y="44146"/>
                  </a:cubicBezTo>
                  <a:cubicBezTo>
                    <a:pt x="6517" y="44146"/>
                    <a:pt x="6534" y="44125"/>
                    <a:pt x="6560" y="44062"/>
                  </a:cubicBezTo>
                  <a:lnTo>
                    <a:pt x="6673" y="44459"/>
                  </a:lnTo>
                  <a:cubicBezTo>
                    <a:pt x="6680" y="44304"/>
                    <a:pt x="6728" y="44278"/>
                    <a:pt x="6780" y="44278"/>
                  </a:cubicBezTo>
                  <a:cubicBezTo>
                    <a:pt x="6793" y="44278"/>
                    <a:pt x="6806" y="44279"/>
                    <a:pt x="6819" y="44281"/>
                  </a:cubicBezTo>
                  <a:cubicBezTo>
                    <a:pt x="6884" y="44281"/>
                    <a:pt x="6779" y="45059"/>
                    <a:pt x="6552" y="45432"/>
                  </a:cubicBezTo>
                  <a:lnTo>
                    <a:pt x="6398" y="45813"/>
                  </a:lnTo>
                  <a:lnTo>
                    <a:pt x="6536" y="45829"/>
                  </a:lnTo>
                  <a:cubicBezTo>
                    <a:pt x="6520" y="46020"/>
                    <a:pt x="6512" y="46211"/>
                    <a:pt x="6450" y="46211"/>
                  </a:cubicBezTo>
                  <a:cubicBezTo>
                    <a:pt x="6449" y="46211"/>
                    <a:pt x="6448" y="46211"/>
                    <a:pt x="6446" y="46211"/>
                  </a:cubicBezTo>
                  <a:cubicBezTo>
                    <a:pt x="6373" y="46211"/>
                    <a:pt x="6373" y="46211"/>
                    <a:pt x="6365" y="46405"/>
                  </a:cubicBezTo>
                  <a:cubicBezTo>
                    <a:pt x="6365" y="46405"/>
                    <a:pt x="6357" y="46600"/>
                    <a:pt x="6422" y="46608"/>
                  </a:cubicBezTo>
                  <a:cubicBezTo>
                    <a:pt x="6560" y="46616"/>
                    <a:pt x="6560" y="46616"/>
                    <a:pt x="6479" y="46802"/>
                  </a:cubicBezTo>
                  <a:cubicBezTo>
                    <a:pt x="6333" y="46973"/>
                    <a:pt x="6325" y="47216"/>
                    <a:pt x="6446" y="47394"/>
                  </a:cubicBezTo>
                  <a:cubicBezTo>
                    <a:pt x="6576" y="47402"/>
                    <a:pt x="6576" y="47402"/>
                    <a:pt x="6438" y="47589"/>
                  </a:cubicBezTo>
                  <a:cubicBezTo>
                    <a:pt x="6437" y="47589"/>
                    <a:pt x="6435" y="47589"/>
                    <a:pt x="6434" y="47589"/>
                  </a:cubicBezTo>
                  <a:cubicBezTo>
                    <a:pt x="6362" y="47589"/>
                    <a:pt x="6292" y="47779"/>
                    <a:pt x="6276" y="47970"/>
                  </a:cubicBezTo>
                  <a:lnTo>
                    <a:pt x="6349" y="47970"/>
                  </a:lnTo>
                  <a:cubicBezTo>
                    <a:pt x="6479" y="47986"/>
                    <a:pt x="6471" y="48181"/>
                    <a:pt x="6390" y="48367"/>
                  </a:cubicBezTo>
                  <a:cubicBezTo>
                    <a:pt x="6325" y="48367"/>
                    <a:pt x="6309" y="48562"/>
                    <a:pt x="6357" y="48959"/>
                  </a:cubicBezTo>
                  <a:cubicBezTo>
                    <a:pt x="6333" y="49348"/>
                    <a:pt x="6325" y="49543"/>
                    <a:pt x="6260" y="49543"/>
                  </a:cubicBezTo>
                  <a:cubicBezTo>
                    <a:pt x="6230" y="49539"/>
                    <a:pt x="6207" y="49537"/>
                    <a:pt x="6189" y="49537"/>
                  </a:cubicBezTo>
                  <a:cubicBezTo>
                    <a:pt x="6128" y="49537"/>
                    <a:pt x="6148" y="49572"/>
                    <a:pt x="6244" y="49737"/>
                  </a:cubicBezTo>
                  <a:cubicBezTo>
                    <a:pt x="6300" y="49932"/>
                    <a:pt x="6300" y="49932"/>
                    <a:pt x="6211" y="50321"/>
                  </a:cubicBezTo>
                  <a:cubicBezTo>
                    <a:pt x="6130" y="50516"/>
                    <a:pt x="6130" y="50516"/>
                    <a:pt x="6187" y="50710"/>
                  </a:cubicBezTo>
                  <a:cubicBezTo>
                    <a:pt x="6218" y="50714"/>
                    <a:pt x="6245" y="50717"/>
                    <a:pt x="6269" y="50717"/>
                  </a:cubicBezTo>
                  <a:cubicBezTo>
                    <a:pt x="6351" y="50717"/>
                    <a:pt x="6393" y="50683"/>
                    <a:pt x="6406" y="50532"/>
                  </a:cubicBezTo>
                  <a:cubicBezTo>
                    <a:pt x="6413" y="50370"/>
                    <a:pt x="6414" y="50343"/>
                    <a:pt x="6451" y="50343"/>
                  </a:cubicBezTo>
                  <a:cubicBezTo>
                    <a:pt x="6459" y="50343"/>
                    <a:pt x="6468" y="50344"/>
                    <a:pt x="6479" y="50345"/>
                  </a:cubicBezTo>
                  <a:lnTo>
                    <a:pt x="6454" y="50735"/>
                  </a:lnTo>
                  <a:cubicBezTo>
                    <a:pt x="6438" y="50994"/>
                    <a:pt x="6446" y="51262"/>
                    <a:pt x="6479" y="51521"/>
                  </a:cubicBezTo>
                  <a:cubicBezTo>
                    <a:pt x="6503" y="51722"/>
                    <a:pt x="6549" y="51823"/>
                    <a:pt x="6582" y="51823"/>
                  </a:cubicBezTo>
                  <a:cubicBezTo>
                    <a:pt x="6615" y="51823"/>
                    <a:pt x="6637" y="51726"/>
                    <a:pt x="6617" y="51529"/>
                  </a:cubicBezTo>
                  <a:lnTo>
                    <a:pt x="6690" y="51343"/>
                  </a:lnTo>
                  <a:cubicBezTo>
                    <a:pt x="6694" y="51343"/>
                    <a:pt x="6698" y="51343"/>
                    <a:pt x="6702" y="51343"/>
                  </a:cubicBezTo>
                  <a:cubicBezTo>
                    <a:pt x="6893" y="51343"/>
                    <a:pt x="6913" y="50961"/>
                    <a:pt x="6714" y="50945"/>
                  </a:cubicBezTo>
                  <a:cubicBezTo>
                    <a:pt x="6511" y="50937"/>
                    <a:pt x="6511" y="50929"/>
                    <a:pt x="6657" y="50751"/>
                  </a:cubicBezTo>
                  <a:lnTo>
                    <a:pt x="6657" y="50751"/>
                  </a:lnTo>
                  <a:cubicBezTo>
                    <a:pt x="6660" y="50751"/>
                    <a:pt x="6663" y="50751"/>
                    <a:pt x="6665" y="50751"/>
                  </a:cubicBezTo>
                  <a:cubicBezTo>
                    <a:pt x="6795" y="50751"/>
                    <a:pt x="6803" y="50560"/>
                    <a:pt x="6811" y="50370"/>
                  </a:cubicBezTo>
                  <a:cubicBezTo>
                    <a:pt x="6825" y="50201"/>
                    <a:pt x="6827" y="50173"/>
                    <a:pt x="6865" y="50173"/>
                  </a:cubicBezTo>
                  <a:cubicBezTo>
                    <a:pt x="6872" y="50173"/>
                    <a:pt x="6881" y="50174"/>
                    <a:pt x="6892" y="50175"/>
                  </a:cubicBezTo>
                  <a:cubicBezTo>
                    <a:pt x="6894" y="50175"/>
                    <a:pt x="6895" y="50175"/>
                    <a:pt x="6896" y="50175"/>
                  </a:cubicBezTo>
                  <a:cubicBezTo>
                    <a:pt x="6960" y="50175"/>
                    <a:pt x="7038" y="49985"/>
                    <a:pt x="7046" y="49794"/>
                  </a:cubicBezTo>
                  <a:cubicBezTo>
                    <a:pt x="7063" y="49600"/>
                    <a:pt x="7063" y="49600"/>
                    <a:pt x="6998" y="49591"/>
                  </a:cubicBezTo>
                  <a:cubicBezTo>
                    <a:pt x="6982" y="49629"/>
                    <a:pt x="6970" y="49645"/>
                    <a:pt x="6963" y="49645"/>
                  </a:cubicBezTo>
                  <a:cubicBezTo>
                    <a:pt x="6930" y="49645"/>
                    <a:pt x="6969" y="49361"/>
                    <a:pt x="7087" y="49210"/>
                  </a:cubicBezTo>
                  <a:cubicBezTo>
                    <a:pt x="7160" y="49016"/>
                    <a:pt x="7160" y="49016"/>
                    <a:pt x="7030" y="49008"/>
                  </a:cubicBezTo>
                  <a:cubicBezTo>
                    <a:pt x="6892" y="49000"/>
                    <a:pt x="6917" y="48602"/>
                    <a:pt x="7063" y="48424"/>
                  </a:cubicBezTo>
                  <a:lnTo>
                    <a:pt x="7087" y="48027"/>
                  </a:lnTo>
                  <a:cubicBezTo>
                    <a:pt x="7095" y="47832"/>
                    <a:pt x="7030" y="47824"/>
                    <a:pt x="6957" y="47824"/>
                  </a:cubicBezTo>
                  <a:cubicBezTo>
                    <a:pt x="6827" y="47816"/>
                    <a:pt x="6827" y="47816"/>
                    <a:pt x="6900" y="47621"/>
                  </a:cubicBezTo>
                  <a:cubicBezTo>
                    <a:pt x="6981" y="47435"/>
                    <a:pt x="7046" y="47435"/>
                    <a:pt x="7046" y="47435"/>
                  </a:cubicBezTo>
                  <a:cubicBezTo>
                    <a:pt x="7048" y="47435"/>
                    <a:pt x="7049" y="47435"/>
                    <a:pt x="7051" y="47435"/>
                  </a:cubicBezTo>
                  <a:cubicBezTo>
                    <a:pt x="7120" y="47435"/>
                    <a:pt x="7128" y="47244"/>
                    <a:pt x="7135" y="47054"/>
                  </a:cubicBezTo>
                  <a:cubicBezTo>
                    <a:pt x="7152" y="46851"/>
                    <a:pt x="7168" y="46462"/>
                    <a:pt x="7103" y="46462"/>
                  </a:cubicBezTo>
                  <a:lnTo>
                    <a:pt x="7168" y="46462"/>
                  </a:lnTo>
                  <a:cubicBezTo>
                    <a:pt x="7184" y="46267"/>
                    <a:pt x="7249" y="46275"/>
                    <a:pt x="7184" y="46267"/>
                  </a:cubicBezTo>
                  <a:cubicBezTo>
                    <a:pt x="7200" y="46073"/>
                    <a:pt x="7233" y="45878"/>
                    <a:pt x="7281" y="45684"/>
                  </a:cubicBezTo>
                  <a:cubicBezTo>
                    <a:pt x="7344" y="45416"/>
                    <a:pt x="7311" y="45040"/>
                    <a:pt x="7229" y="45040"/>
                  </a:cubicBezTo>
                  <a:cubicBezTo>
                    <a:pt x="7194" y="45040"/>
                    <a:pt x="7151" y="45107"/>
                    <a:pt x="7103" y="45278"/>
                  </a:cubicBezTo>
                  <a:cubicBezTo>
                    <a:pt x="7096" y="45359"/>
                    <a:pt x="7092" y="45406"/>
                    <a:pt x="7092" y="45406"/>
                  </a:cubicBezTo>
                  <a:cubicBezTo>
                    <a:pt x="7091" y="45406"/>
                    <a:pt x="7097" y="45312"/>
                    <a:pt x="7111" y="45084"/>
                  </a:cubicBezTo>
                  <a:cubicBezTo>
                    <a:pt x="7119" y="44889"/>
                    <a:pt x="7054" y="44881"/>
                    <a:pt x="7054" y="44881"/>
                  </a:cubicBezTo>
                  <a:cubicBezTo>
                    <a:pt x="6990" y="44881"/>
                    <a:pt x="6998" y="44678"/>
                    <a:pt x="7006" y="44484"/>
                  </a:cubicBezTo>
                  <a:lnTo>
                    <a:pt x="7006" y="44484"/>
                  </a:lnTo>
                  <a:lnTo>
                    <a:pt x="7144" y="44500"/>
                  </a:lnTo>
                  <a:cubicBezTo>
                    <a:pt x="7181" y="44542"/>
                    <a:pt x="7215" y="44561"/>
                    <a:pt x="7243" y="44561"/>
                  </a:cubicBezTo>
                  <a:cubicBezTo>
                    <a:pt x="7355" y="44561"/>
                    <a:pt x="7382" y="44279"/>
                    <a:pt x="7233" y="44111"/>
                  </a:cubicBezTo>
                  <a:lnTo>
                    <a:pt x="7233" y="44111"/>
                  </a:lnTo>
                  <a:lnTo>
                    <a:pt x="7298" y="44119"/>
                  </a:lnTo>
                  <a:cubicBezTo>
                    <a:pt x="7363" y="44119"/>
                    <a:pt x="7379" y="43924"/>
                    <a:pt x="7330" y="43527"/>
                  </a:cubicBezTo>
                  <a:cubicBezTo>
                    <a:pt x="7338" y="43332"/>
                    <a:pt x="7217" y="43130"/>
                    <a:pt x="7144" y="43121"/>
                  </a:cubicBezTo>
                  <a:cubicBezTo>
                    <a:pt x="7079" y="43121"/>
                    <a:pt x="7087" y="42919"/>
                    <a:pt x="7087" y="42919"/>
                  </a:cubicBezTo>
                  <a:cubicBezTo>
                    <a:pt x="7100" y="42757"/>
                    <a:pt x="7103" y="42730"/>
                    <a:pt x="7140" y="42730"/>
                  </a:cubicBezTo>
                  <a:cubicBezTo>
                    <a:pt x="7148" y="42730"/>
                    <a:pt x="7157" y="42731"/>
                    <a:pt x="7168" y="42732"/>
                  </a:cubicBezTo>
                  <a:cubicBezTo>
                    <a:pt x="7169" y="42732"/>
                    <a:pt x="7171" y="42732"/>
                    <a:pt x="7172" y="42732"/>
                  </a:cubicBezTo>
                  <a:cubicBezTo>
                    <a:pt x="7306" y="42732"/>
                    <a:pt x="7321" y="42349"/>
                    <a:pt x="7200" y="42140"/>
                  </a:cubicBezTo>
                  <a:lnTo>
                    <a:pt x="7200" y="42140"/>
                  </a:lnTo>
                  <a:lnTo>
                    <a:pt x="7265" y="42149"/>
                  </a:lnTo>
                  <a:cubicBezTo>
                    <a:pt x="7266" y="42149"/>
                    <a:pt x="7268" y="42149"/>
                    <a:pt x="7269" y="42149"/>
                  </a:cubicBezTo>
                  <a:cubicBezTo>
                    <a:pt x="7333" y="42149"/>
                    <a:pt x="7411" y="41943"/>
                    <a:pt x="7387" y="40981"/>
                  </a:cubicBezTo>
                  <a:cubicBezTo>
                    <a:pt x="7427" y="40195"/>
                    <a:pt x="7452" y="39611"/>
                    <a:pt x="7525" y="39611"/>
                  </a:cubicBezTo>
                  <a:cubicBezTo>
                    <a:pt x="7525" y="39611"/>
                    <a:pt x="7525" y="39611"/>
                    <a:pt x="7526" y="39611"/>
                  </a:cubicBezTo>
                  <a:cubicBezTo>
                    <a:pt x="7589" y="39611"/>
                    <a:pt x="7492" y="38822"/>
                    <a:pt x="7371" y="38427"/>
                  </a:cubicBezTo>
                  <a:cubicBezTo>
                    <a:pt x="7444" y="38427"/>
                    <a:pt x="7452" y="38233"/>
                    <a:pt x="7468" y="37843"/>
                  </a:cubicBezTo>
                  <a:cubicBezTo>
                    <a:pt x="7490" y="37314"/>
                    <a:pt x="7492" y="37258"/>
                    <a:pt x="7539" y="37258"/>
                  </a:cubicBezTo>
                  <a:cubicBezTo>
                    <a:pt x="7544" y="37258"/>
                    <a:pt x="7550" y="37259"/>
                    <a:pt x="7557" y="37260"/>
                  </a:cubicBezTo>
                  <a:cubicBezTo>
                    <a:pt x="7611" y="37344"/>
                    <a:pt x="7643" y="37393"/>
                    <a:pt x="7652" y="37393"/>
                  </a:cubicBezTo>
                  <a:cubicBezTo>
                    <a:pt x="7666" y="37393"/>
                    <a:pt x="7636" y="37297"/>
                    <a:pt x="7565" y="37065"/>
                  </a:cubicBezTo>
                  <a:cubicBezTo>
                    <a:pt x="7444" y="36864"/>
                    <a:pt x="7532" y="36287"/>
                    <a:pt x="7660" y="36287"/>
                  </a:cubicBezTo>
                  <a:cubicBezTo>
                    <a:pt x="7661" y="36287"/>
                    <a:pt x="7662" y="36287"/>
                    <a:pt x="7663" y="36287"/>
                  </a:cubicBezTo>
                  <a:cubicBezTo>
                    <a:pt x="7735" y="36287"/>
                    <a:pt x="7744" y="36092"/>
                    <a:pt x="7760" y="35703"/>
                  </a:cubicBezTo>
                  <a:cubicBezTo>
                    <a:pt x="7695" y="35500"/>
                    <a:pt x="7711" y="35111"/>
                    <a:pt x="7727" y="34714"/>
                  </a:cubicBezTo>
                  <a:cubicBezTo>
                    <a:pt x="7744" y="34130"/>
                    <a:pt x="7744" y="34130"/>
                    <a:pt x="7614" y="34122"/>
                  </a:cubicBezTo>
                  <a:cubicBezTo>
                    <a:pt x="7476" y="34114"/>
                    <a:pt x="7484" y="33919"/>
                    <a:pt x="7500" y="33530"/>
                  </a:cubicBezTo>
                  <a:cubicBezTo>
                    <a:pt x="7500" y="33339"/>
                    <a:pt x="7508" y="33141"/>
                    <a:pt x="7570" y="33141"/>
                  </a:cubicBezTo>
                  <a:cubicBezTo>
                    <a:pt x="7571" y="33141"/>
                    <a:pt x="7572" y="33141"/>
                    <a:pt x="7573" y="33141"/>
                  </a:cubicBezTo>
                  <a:cubicBezTo>
                    <a:pt x="7622" y="33011"/>
                    <a:pt x="7646" y="32881"/>
                    <a:pt x="7654" y="32752"/>
                  </a:cubicBezTo>
                  <a:cubicBezTo>
                    <a:pt x="7663" y="32557"/>
                    <a:pt x="7663" y="32363"/>
                    <a:pt x="7735" y="32363"/>
                  </a:cubicBezTo>
                  <a:cubicBezTo>
                    <a:pt x="7792" y="32176"/>
                    <a:pt x="7817" y="31973"/>
                    <a:pt x="7817" y="31779"/>
                  </a:cubicBezTo>
                  <a:cubicBezTo>
                    <a:pt x="7833" y="31394"/>
                    <a:pt x="7841" y="31000"/>
                    <a:pt x="7904" y="31000"/>
                  </a:cubicBezTo>
                  <a:cubicBezTo>
                    <a:pt x="7904" y="31000"/>
                    <a:pt x="7905" y="31000"/>
                    <a:pt x="7906" y="31000"/>
                  </a:cubicBezTo>
                  <a:cubicBezTo>
                    <a:pt x="7914" y="30806"/>
                    <a:pt x="7914" y="30806"/>
                    <a:pt x="7841" y="30798"/>
                  </a:cubicBezTo>
                  <a:cubicBezTo>
                    <a:pt x="7776" y="30798"/>
                    <a:pt x="7711" y="30595"/>
                    <a:pt x="7800" y="29817"/>
                  </a:cubicBezTo>
                  <a:cubicBezTo>
                    <a:pt x="7808" y="29428"/>
                    <a:pt x="7825" y="28836"/>
                    <a:pt x="7752" y="28836"/>
                  </a:cubicBezTo>
                  <a:cubicBezTo>
                    <a:pt x="7752" y="28641"/>
                    <a:pt x="7752" y="28641"/>
                    <a:pt x="7825" y="28641"/>
                  </a:cubicBezTo>
                  <a:cubicBezTo>
                    <a:pt x="7826" y="28641"/>
                    <a:pt x="7827" y="28641"/>
                    <a:pt x="7829" y="28641"/>
                  </a:cubicBezTo>
                  <a:cubicBezTo>
                    <a:pt x="7955" y="28641"/>
                    <a:pt x="7961" y="28248"/>
                    <a:pt x="7833" y="27855"/>
                  </a:cubicBezTo>
                  <a:cubicBezTo>
                    <a:pt x="7768" y="27855"/>
                    <a:pt x="7768" y="27660"/>
                    <a:pt x="7841" y="27465"/>
                  </a:cubicBezTo>
                  <a:cubicBezTo>
                    <a:pt x="7841" y="27336"/>
                    <a:pt x="7817" y="27198"/>
                    <a:pt x="7776" y="27068"/>
                  </a:cubicBezTo>
                  <a:cubicBezTo>
                    <a:pt x="7711" y="26874"/>
                    <a:pt x="7719" y="26874"/>
                    <a:pt x="7784" y="26484"/>
                  </a:cubicBezTo>
                  <a:cubicBezTo>
                    <a:pt x="7849" y="26484"/>
                    <a:pt x="7857" y="26290"/>
                    <a:pt x="7857" y="26095"/>
                  </a:cubicBezTo>
                  <a:cubicBezTo>
                    <a:pt x="7792" y="25698"/>
                    <a:pt x="7800" y="23541"/>
                    <a:pt x="7865" y="23347"/>
                  </a:cubicBezTo>
                  <a:cubicBezTo>
                    <a:pt x="7808" y="23225"/>
                    <a:pt x="7784" y="23095"/>
                    <a:pt x="7792" y="22958"/>
                  </a:cubicBezTo>
                  <a:cubicBezTo>
                    <a:pt x="7930" y="22763"/>
                    <a:pt x="7857" y="22568"/>
                    <a:pt x="7727" y="22568"/>
                  </a:cubicBezTo>
                  <a:lnTo>
                    <a:pt x="7727" y="22763"/>
                  </a:lnTo>
                  <a:lnTo>
                    <a:pt x="7727" y="22958"/>
                  </a:lnTo>
                  <a:cubicBezTo>
                    <a:pt x="7590" y="22958"/>
                    <a:pt x="7590" y="22366"/>
                    <a:pt x="7792" y="22366"/>
                  </a:cubicBezTo>
                  <a:cubicBezTo>
                    <a:pt x="7909" y="22208"/>
                    <a:pt x="7927" y="22178"/>
                    <a:pt x="7846" y="22055"/>
                  </a:cubicBezTo>
                  <a:lnTo>
                    <a:pt x="7846" y="22055"/>
                  </a:lnTo>
                  <a:cubicBezTo>
                    <a:pt x="7898" y="22097"/>
                    <a:pt x="7956" y="22131"/>
                    <a:pt x="8019" y="22155"/>
                  </a:cubicBezTo>
                  <a:cubicBezTo>
                    <a:pt x="8368" y="22358"/>
                    <a:pt x="8676" y="22585"/>
                    <a:pt x="8838" y="22698"/>
                  </a:cubicBezTo>
                  <a:cubicBezTo>
                    <a:pt x="9075" y="22803"/>
                    <a:pt x="9223" y="22885"/>
                    <a:pt x="9264" y="22885"/>
                  </a:cubicBezTo>
                  <a:cubicBezTo>
                    <a:pt x="9287" y="22885"/>
                    <a:pt x="9278" y="22861"/>
                    <a:pt x="9235" y="22804"/>
                  </a:cubicBezTo>
                  <a:cubicBezTo>
                    <a:pt x="9251" y="22785"/>
                    <a:pt x="9287" y="22780"/>
                    <a:pt x="9328" y="22780"/>
                  </a:cubicBezTo>
                  <a:cubicBezTo>
                    <a:pt x="9395" y="22780"/>
                    <a:pt x="9471" y="22795"/>
                    <a:pt x="9471" y="22795"/>
                  </a:cubicBezTo>
                  <a:cubicBezTo>
                    <a:pt x="9703" y="22880"/>
                    <a:pt x="9770" y="22934"/>
                    <a:pt x="9744" y="22934"/>
                  </a:cubicBezTo>
                  <a:cubicBezTo>
                    <a:pt x="9730" y="22934"/>
                    <a:pt x="9689" y="22918"/>
                    <a:pt x="9633" y="22885"/>
                  </a:cubicBezTo>
                  <a:cubicBezTo>
                    <a:pt x="9514" y="22842"/>
                    <a:pt x="9451" y="22824"/>
                    <a:pt x="9425" y="22824"/>
                  </a:cubicBezTo>
                  <a:cubicBezTo>
                    <a:pt x="9371" y="22824"/>
                    <a:pt x="9475" y="22902"/>
                    <a:pt x="9568" y="23006"/>
                  </a:cubicBezTo>
                  <a:cubicBezTo>
                    <a:pt x="9689" y="23168"/>
                    <a:pt x="10038" y="23331"/>
                    <a:pt x="10216" y="23420"/>
                  </a:cubicBezTo>
                  <a:cubicBezTo>
                    <a:pt x="10452" y="23517"/>
                    <a:pt x="10695" y="23614"/>
                    <a:pt x="10938" y="23687"/>
                  </a:cubicBezTo>
                  <a:cubicBezTo>
                    <a:pt x="11312" y="23851"/>
                    <a:pt x="11523" y="23913"/>
                    <a:pt x="11620" y="23913"/>
                  </a:cubicBezTo>
                  <a:cubicBezTo>
                    <a:pt x="11661" y="23913"/>
                    <a:pt x="11682" y="23901"/>
                    <a:pt x="11684" y="23882"/>
                  </a:cubicBezTo>
                  <a:cubicBezTo>
                    <a:pt x="11698" y="23806"/>
                    <a:pt x="11704" y="23774"/>
                    <a:pt x="11705" y="23774"/>
                  </a:cubicBezTo>
                  <a:lnTo>
                    <a:pt x="11705" y="23774"/>
                  </a:lnTo>
                  <a:cubicBezTo>
                    <a:pt x="11705" y="23774"/>
                    <a:pt x="11704" y="23790"/>
                    <a:pt x="11700" y="23817"/>
                  </a:cubicBezTo>
                  <a:cubicBezTo>
                    <a:pt x="11773" y="23898"/>
                    <a:pt x="12349" y="24036"/>
                    <a:pt x="12933" y="24044"/>
                  </a:cubicBezTo>
                  <a:cubicBezTo>
                    <a:pt x="13516" y="24036"/>
                    <a:pt x="14091" y="23923"/>
                    <a:pt x="14173" y="23833"/>
                  </a:cubicBezTo>
                  <a:lnTo>
                    <a:pt x="14173" y="23833"/>
                  </a:lnTo>
                  <a:cubicBezTo>
                    <a:pt x="14175" y="23852"/>
                    <a:pt x="14178" y="23879"/>
                    <a:pt x="14181" y="23906"/>
                  </a:cubicBezTo>
                  <a:cubicBezTo>
                    <a:pt x="14184" y="23927"/>
                    <a:pt x="14212" y="23937"/>
                    <a:pt x="14264" y="23937"/>
                  </a:cubicBezTo>
                  <a:cubicBezTo>
                    <a:pt x="14355" y="23937"/>
                    <a:pt x="14522" y="23906"/>
                    <a:pt x="14765" y="23849"/>
                  </a:cubicBezTo>
                  <a:cubicBezTo>
                    <a:pt x="15268" y="23695"/>
                    <a:pt x="15746" y="23509"/>
                    <a:pt x="16216" y="23282"/>
                  </a:cubicBezTo>
                  <a:cubicBezTo>
                    <a:pt x="16603" y="23115"/>
                    <a:pt x="16924" y="22943"/>
                    <a:pt x="17131" y="22811"/>
                  </a:cubicBezTo>
                  <a:lnTo>
                    <a:pt x="17131" y="22811"/>
                  </a:lnTo>
                  <a:cubicBezTo>
                    <a:pt x="17148" y="22862"/>
                    <a:pt x="17175" y="22918"/>
                    <a:pt x="17213" y="22974"/>
                  </a:cubicBezTo>
                  <a:lnTo>
                    <a:pt x="17278" y="23371"/>
                  </a:lnTo>
                  <a:cubicBezTo>
                    <a:pt x="17140" y="23558"/>
                    <a:pt x="17270" y="23955"/>
                    <a:pt x="17335" y="24158"/>
                  </a:cubicBezTo>
                  <a:cubicBezTo>
                    <a:pt x="17197" y="24328"/>
                    <a:pt x="17197" y="24571"/>
                    <a:pt x="17335" y="24741"/>
                  </a:cubicBezTo>
                  <a:cubicBezTo>
                    <a:pt x="17400" y="24741"/>
                    <a:pt x="17400" y="24936"/>
                    <a:pt x="17335" y="25130"/>
                  </a:cubicBezTo>
                  <a:cubicBezTo>
                    <a:pt x="17262" y="25325"/>
                    <a:pt x="17262" y="25520"/>
                    <a:pt x="17262" y="25917"/>
                  </a:cubicBezTo>
                  <a:cubicBezTo>
                    <a:pt x="17335" y="26111"/>
                    <a:pt x="17327" y="27482"/>
                    <a:pt x="17343" y="29055"/>
                  </a:cubicBezTo>
                  <a:cubicBezTo>
                    <a:pt x="17351" y="30814"/>
                    <a:pt x="17376" y="31990"/>
                    <a:pt x="17449" y="31990"/>
                  </a:cubicBezTo>
                  <a:cubicBezTo>
                    <a:pt x="17457" y="32119"/>
                    <a:pt x="17440" y="32257"/>
                    <a:pt x="17384" y="32379"/>
                  </a:cubicBezTo>
                  <a:cubicBezTo>
                    <a:pt x="17319" y="32379"/>
                    <a:pt x="17319" y="32573"/>
                    <a:pt x="17457" y="32776"/>
                  </a:cubicBezTo>
                  <a:cubicBezTo>
                    <a:pt x="17530" y="32971"/>
                    <a:pt x="17595" y="32971"/>
                    <a:pt x="17465" y="32971"/>
                  </a:cubicBezTo>
                  <a:cubicBezTo>
                    <a:pt x="17392" y="32971"/>
                    <a:pt x="17400" y="33360"/>
                    <a:pt x="17416" y="34146"/>
                  </a:cubicBezTo>
                  <a:cubicBezTo>
                    <a:pt x="17432" y="34730"/>
                    <a:pt x="17449" y="35516"/>
                    <a:pt x="17513" y="35516"/>
                  </a:cubicBezTo>
                  <a:cubicBezTo>
                    <a:pt x="17561" y="35744"/>
                    <a:pt x="17581" y="35839"/>
                    <a:pt x="17574" y="35839"/>
                  </a:cubicBezTo>
                  <a:cubicBezTo>
                    <a:pt x="17569" y="35839"/>
                    <a:pt x="17552" y="35792"/>
                    <a:pt x="17522" y="35711"/>
                  </a:cubicBezTo>
                  <a:cubicBezTo>
                    <a:pt x="17509" y="35694"/>
                    <a:pt x="17498" y="35686"/>
                    <a:pt x="17487" y="35686"/>
                  </a:cubicBezTo>
                  <a:cubicBezTo>
                    <a:pt x="17377" y="35686"/>
                    <a:pt x="17349" y="36549"/>
                    <a:pt x="17489" y="37081"/>
                  </a:cubicBezTo>
                  <a:cubicBezTo>
                    <a:pt x="17497" y="37276"/>
                    <a:pt x="17505" y="37470"/>
                    <a:pt x="17440" y="37470"/>
                  </a:cubicBezTo>
                  <a:cubicBezTo>
                    <a:pt x="17449" y="37803"/>
                    <a:pt x="17481" y="38127"/>
                    <a:pt x="17538" y="38451"/>
                  </a:cubicBezTo>
                  <a:cubicBezTo>
                    <a:pt x="17546" y="38646"/>
                    <a:pt x="17570" y="39432"/>
                    <a:pt x="17578" y="39822"/>
                  </a:cubicBezTo>
                  <a:cubicBezTo>
                    <a:pt x="17595" y="40089"/>
                    <a:pt x="17627" y="40349"/>
                    <a:pt x="17684" y="40608"/>
                  </a:cubicBezTo>
                  <a:cubicBezTo>
                    <a:pt x="17687" y="40679"/>
                    <a:pt x="17690" y="40751"/>
                    <a:pt x="17692" y="40803"/>
                  </a:cubicBezTo>
                  <a:lnTo>
                    <a:pt x="17692" y="40803"/>
                  </a:lnTo>
                  <a:cubicBezTo>
                    <a:pt x="17627" y="40803"/>
                    <a:pt x="17659" y="41784"/>
                    <a:pt x="17724" y="43154"/>
                  </a:cubicBezTo>
                  <a:cubicBezTo>
                    <a:pt x="17789" y="44524"/>
                    <a:pt x="17846" y="45692"/>
                    <a:pt x="17789" y="45894"/>
                  </a:cubicBezTo>
                  <a:cubicBezTo>
                    <a:pt x="17797" y="46024"/>
                    <a:pt x="17830" y="46154"/>
                    <a:pt x="17878" y="46284"/>
                  </a:cubicBezTo>
                  <a:cubicBezTo>
                    <a:pt x="18008" y="46446"/>
                    <a:pt x="18049" y="46665"/>
                    <a:pt x="17976" y="46867"/>
                  </a:cubicBezTo>
                  <a:cubicBezTo>
                    <a:pt x="17854" y="47062"/>
                    <a:pt x="17903" y="47848"/>
                    <a:pt x="18049" y="48035"/>
                  </a:cubicBezTo>
                  <a:cubicBezTo>
                    <a:pt x="18113" y="48035"/>
                    <a:pt x="18049" y="48035"/>
                    <a:pt x="17976" y="48043"/>
                  </a:cubicBezTo>
                  <a:cubicBezTo>
                    <a:pt x="17854" y="48246"/>
                    <a:pt x="17959" y="48829"/>
                    <a:pt x="18105" y="49016"/>
                  </a:cubicBezTo>
                  <a:cubicBezTo>
                    <a:pt x="18049" y="49218"/>
                    <a:pt x="17992" y="49413"/>
                    <a:pt x="18073" y="49608"/>
                  </a:cubicBezTo>
                  <a:cubicBezTo>
                    <a:pt x="18089" y="49802"/>
                    <a:pt x="18089" y="49802"/>
                    <a:pt x="17951" y="49810"/>
                  </a:cubicBezTo>
                  <a:cubicBezTo>
                    <a:pt x="17886" y="49810"/>
                    <a:pt x="17822" y="49810"/>
                    <a:pt x="17830" y="50005"/>
                  </a:cubicBezTo>
                  <a:cubicBezTo>
                    <a:pt x="17845" y="50193"/>
                    <a:pt x="17901" y="50200"/>
                    <a:pt x="17961" y="50200"/>
                  </a:cubicBezTo>
                  <a:cubicBezTo>
                    <a:pt x="17966" y="50200"/>
                    <a:pt x="17971" y="50200"/>
                    <a:pt x="17976" y="50200"/>
                  </a:cubicBezTo>
                  <a:lnTo>
                    <a:pt x="18008" y="50589"/>
                  </a:lnTo>
                  <a:cubicBezTo>
                    <a:pt x="18008" y="50589"/>
                    <a:pt x="18016" y="50783"/>
                    <a:pt x="18081" y="50783"/>
                  </a:cubicBezTo>
                  <a:cubicBezTo>
                    <a:pt x="18082" y="50783"/>
                    <a:pt x="18084" y="50783"/>
                    <a:pt x="18085" y="50783"/>
                  </a:cubicBezTo>
                  <a:cubicBezTo>
                    <a:pt x="18154" y="50783"/>
                    <a:pt x="18162" y="50982"/>
                    <a:pt x="18178" y="51172"/>
                  </a:cubicBezTo>
                  <a:cubicBezTo>
                    <a:pt x="18130" y="51172"/>
                    <a:pt x="18149" y="51257"/>
                    <a:pt x="18183" y="51257"/>
                  </a:cubicBezTo>
                  <a:cubicBezTo>
                    <a:pt x="18201" y="51257"/>
                    <a:pt x="18224" y="51234"/>
                    <a:pt x="18243" y="51164"/>
                  </a:cubicBezTo>
                  <a:cubicBezTo>
                    <a:pt x="18248" y="51164"/>
                    <a:pt x="18253" y="51164"/>
                    <a:pt x="18258" y="51164"/>
                  </a:cubicBezTo>
                  <a:cubicBezTo>
                    <a:pt x="18318" y="51164"/>
                    <a:pt x="18382" y="51171"/>
                    <a:pt x="18389" y="51359"/>
                  </a:cubicBezTo>
                  <a:lnTo>
                    <a:pt x="18527" y="51351"/>
                  </a:lnTo>
                  <a:cubicBezTo>
                    <a:pt x="18657" y="51343"/>
                    <a:pt x="18730" y="51343"/>
                    <a:pt x="18770" y="50945"/>
                  </a:cubicBezTo>
                  <a:cubicBezTo>
                    <a:pt x="18786" y="50159"/>
                    <a:pt x="18819" y="49575"/>
                    <a:pt x="18681" y="49575"/>
                  </a:cubicBezTo>
                  <a:cubicBezTo>
                    <a:pt x="18632" y="49454"/>
                    <a:pt x="18600" y="49324"/>
                    <a:pt x="18592" y="49194"/>
                  </a:cubicBezTo>
                  <a:cubicBezTo>
                    <a:pt x="18584" y="49056"/>
                    <a:pt x="18600" y="48927"/>
                    <a:pt x="18632" y="48797"/>
                  </a:cubicBezTo>
                  <a:cubicBezTo>
                    <a:pt x="18697" y="48797"/>
                    <a:pt x="18649" y="48019"/>
                    <a:pt x="18600" y="47038"/>
                  </a:cubicBezTo>
                  <a:cubicBezTo>
                    <a:pt x="18527" y="45870"/>
                    <a:pt x="18494" y="45278"/>
                    <a:pt x="18559" y="45084"/>
                  </a:cubicBezTo>
                  <a:cubicBezTo>
                    <a:pt x="18592" y="44954"/>
                    <a:pt x="18608" y="44824"/>
                    <a:pt x="18608" y="44694"/>
                  </a:cubicBezTo>
                  <a:cubicBezTo>
                    <a:pt x="18535" y="44694"/>
                    <a:pt x="18478" y="43519"/>
                    <a:pt x="18422" y="42157"/>
                  </a:cubicBezTo>
                  <a:cubicBezTo>
                    <a:pt x="18365" y="40786"/>
                    <a:pt x="18308" y="39416"/>
                    <a:pt x="18243" y="39416"/>
                  </a:cubicBezTo>
                  <a:cubicBezTo>
                    <a:pt x="18235" y="39222"/>
                    <a:pt x="18227" y="39027"/>
                    <a:pt x="18227" y="39027"/>
                  </a:cubicBezTo>
                  <a:cubicBezTo>
                    <a:pt x="18292" y="39027"/>
                    <a:pt x="18284" y="38638"/>
                    <a:pt x="18267" y="38249"/>
                  </a:cubicBezTo>
                  <a:cubicBezTo>
                    <a:pt x="18219" y="37989"/>
                    <a:pt x="18186" y="37730"/>
                    <a:pt x="18178" y="37462"/>
                  </a:cubicBezTo>
                  <a:cubicBezTo>
                    <a:pt x="18243" y="37462"/>
                    <a:pt x="18235" y="37268"/>
                    <a:pt x="18227" y="36879"/>
                  </a:cubicBezTo>
                  <a:cubicBezTo>
                    <a:pt x="18211" y="36489"/>
                    <a:pt x="18211" y="36295"/>
                    <a:pt x="18146" y="36295"/>
                  </a:cubicBezTo>
                  <a:cubicBezTo>
                    <a:pt x="18138" y="36100"/>
                    <a:pt x="18105" y="34730"/>
                    <a:pt x="18154" y="34146"/>
                  </a:cubicBezTo>
                  <a:cubicBezTo>
                    <a:pt x="18219" y="33944"/>
                    <a:pt x="18146" y="33749"/>
                    <a:pt x="18073" y="33554"/>
                  </a:cubicBezTo>
                  <a:cubicBezTo>
                    <a:pt x="18008" y="33554"/>
                    <a:pt x="17935" y="33360"/>
                    <a:pt x="17935" y="33165"/>
                  </a:cubicBezTo>
                  <a:lnTo>
                    <a:pt x="18073" y="33165"/>
                  </a:lnTo>
                  <a:cubicBezTo>
                    <a:pt x="18100" y="33246"/>
                    <a:pt x="18115" y="33293"/>
                    <a:pt x="18125" y="33293"/>
                  </a:cubicBezTo>
                  <a:cubicBezTo>
                    <a:pt x="18138" y="33293"/>
                    <a:pt x="18138" y="33199"/>
                    <a:pt x="18138" y="32971"/>
                  </a:cubicBezTo>
                  <a:lnTo>
                    <a:pt x="18130" y="32581"/>
                  </a:lnTo>
                  <a:cubicBezTo>
                    <a:pt x="18065" y="32581"/>
                    <a:pt x="18040" y="31600"/>
                    <a:pt x="18024" y="30230"/>
                  </a:cubicBezTo>
                  <a:cubicBezTo>
                    <a:pt x="18016" y="28471"/>
                    <a:pt x="18008" y="27887"/>
                    <a:pt x="17943" y="27887"/>
                  </a:cubicBezTo>
                  <a:cubicBezTo>
                    <a:pt x="17870" y="27887"/>
                    <a:pt x="17870" y="27692"/>
                    <a:pt x="17935" y="27101"/>
                  </a:cubicBezTo>
                  <a:cubicBezTo>
                    <a:pt x="18138" y="25933"/>
                    <a:pt x="18138" y="25933"/>
                    <a:pt x="18073" y="25739"/>
                  </a:cubicBezTo>
                  <a:lnTo>
                    <a:pt x="18073" y="25739"/>
                  </a:lnTo>
                  <a:cubicBezTo>
                    <a:pt x="18073" y="25933"/>
                    <a:pt x="18008" y="25933"/>
                    <a:pt x="17935" y="25933"/>
                  </a:cubicBezTo>
                  <a:cubicBezTo>
                    <a:pt x="17805" y="25925"/>
                    <a:pt x="17805" y="25730"/>
                    <a:pt x="17935" y="25536"/>
                  </a:cubicBezTo>
                  <a:cubicBezTo>
                    <a:pt x="17935" y="25536"/>
                    <a:pt x="17935" y="25536"/>
                    <a:pt x="17936" y="25536"/>
                  </a:cubicBezTo>
                  <a:cubicBezTo>
                    <a:pt x="18065" y="25536"/>
                    <a:pt x="18024" y="22609"/>
                    <a:pt x="17886" y="22406"/>
                  </a:cubicBezTo>
                  <a:lnTo>
                    <a:pt x="17959" y="22406"/>
                  </a:lnTo>
                  <a:cubicBezTo>
                    <a:pt x="17961" y="22406"/>
                    <a:pt x="17962" y="22406"/>
                    <a:pt x="17963" y="22406"/>
                  </a:cubicBezTo>
                  <a:cubicBezTo>
                    <a:pt x="18000" y="22406"/>
                    <a:pt x="18015" y="22334"/>
                    <a:pt x="18022" y="22109"/>
                  </a:cubicBezTo>
                  <a:lnTo>
                    <a:pt x="18022" y="22109"/>
                  </a:lnTo>
                  <a:cubicBezTo>
                    <a:pt x="18098" y="22059"/>
                    <a:pt x="18201" y="22000"/>
                    <a:pt x="18332" y="21928"/>
                  </a:cubicBezTo>
                  <a:cubicBezTo>
                    <a:pt x="18786" y="21668"/>
                    <a:pt x="19176" y="21312"/>
                    <a:pt x="19476" y="20890"/>
                  </a:cubicBezTo>
                  <a:cubicBezTo>
                    <a:pt x="19590" y="20762"/>
                    <a:pt x="19704" y="20640"/>
                    <a:pt x="19763" y="20640"/>
                  </a:cubicBezTo>
                  <a:cubicBezTo>
                    <a:pt x="19771" y="20640"/>
                    <a:pt x="19778" y="20642"/>
                    <a:pt x="19784" y="20647"/>
                  </a:cubicBezTo>
                  <a:cubicBezTo>
                    <a:pt x="20075" y="20477"/>
                    <a:pt x="20286" y="20209"/>
                    <a:pt x="20392" y="19885"/>
                  </a:cubicBezTo>
                  <a:cubicBezTo>
                    <a:pt x="20472" y="19783"/>
                    <a:pt x="20499" y="19748"/>
                    <a:pt x="20523" y="19748"/>
                  </a:cubicBezTo>
                  <a:cubicBezTo>
                    <a:pt x="20535" y="19748"/>
                    <a:pt x="20545" y="19757"/>
                    <a:pt x="20562" y="19771"/>
                  </a:cubicBezTo>
                  <a:cubicBezTo>
                    <a:pt x="20732" y="19658"/>
                    <a:pt x="20789" y="19690"/>
                    <a:pt x="20789" y="19447"/>
                  </a:cubicBezTo>
                  <a:cubicBezTo>
                    <a:pt x="20984" y="19042"/>
                    <a:pt x="21227" y="18644"/>
                    <a:pt x="21502" y="18279"/>
                  </a:cubicBezTo>
                  <a:cubicBezTo>
                    <a:pt x="21600" y="18109"/>
                    <a:pt x="21689" y="17939"/>
                    <a:pt x="21624" y="17906"/>
                  </a:cubicBezTo>
                  <a:cubicBezTo>
                    <a:pt x="21603" y="17895"/>
                    <a:pt x="21583" y="17883"/>
                    <a:pt x="21567" y="17874"/>
                  </a:cubicBezTo>
                  <a:lnTo>
                    <a:pt x="21567" y="17874"/>
                  </a:lnTo>
                  <a:cubicBezTo>
                    <a:pt x="21778" y="17761"/>
                    <a:pt x="21778" y="17761"/>
                    <a:pt x="21746" y="17525"/>
                  </a:cubicBezTo>
                  <a:cubicBezTo>
                    <a:pt x="21694" y="17496"/>
                    <a:pt x="21758" y="17343"/>
                    <a:pt x="21812" y="17343"/>
                  </a:cubicBezTo>
                  <a:cubicBezTo>
                    <a:pt x="21817" y="17343"/>
                    <a:pt x="21822" y="17344"/>
                    <a:pt x="21827" y="17347"/>
                  </a:cubicBezTo>
                  <a:cubicBezTo>
                    <a:pt x="21916" y="17250"/>
                    <a:pt x="21997" y="17144"/>
                    <a:pt x="22054" y="17023"/>
                  </a:cubicBezTo>
                  <a:cubicBezTo>
                    <a:pt x="22135" y="16844"/>
                    <a:pt x="22467" y="15928"/>
                    <a:pt x="22775" y="15004"/>
                  </a:cubicBezTo>
                  <a:cubicBezTo>
                    <a:pt x="23270" y="13520"/>
                    <a:pt x="23392" y="12945"/>
                    <a:pt x="23335" y="12928"/>
                  </a:cubicBezTo>
                  <a:cubicBezTo>
                    <a:pt x="23319" y="12718"/>
                    <a:pt x="23319" y="12718"/>
                    <a:pt x="23432" y="12547"/>
                  </a:cubicBezTo>
                  <a:cubicBezTo>
                    <a:pt x="23538" y="12377"/>
                    <a:pt x="23602" y="12191"/>
                    <a:pt x="23643" y="11996"/>
                  </a:cubicBezTo>
                  <a:cubicBezTo>
                    <a:pt x="23690" y="11817"/>
                    <a:pt x="23736" y="11638"/>
                    <a:pt x="23790" y="11638"/>
                  </a:cubicBezTo>
                  <a:cubicBezTo>
                    <a:pt x="23792" y="11638"/>
                    <a:pt x="23795" y="11639"/>
                    <a:pt x="23797" y="11639"/>
                  </a:cubicBezTo>
                  <a:cubicBezTo>
                    <a:pt x="23773" y="11501"/>
                    <a:pt x="23781" y="11372"/>
                    <a:pt x="23829" y="11242"/>
                  </a:cubicBezTo>
                  <a:cubicBezTo>
                    <a:pt x="23832" y="11243"/>
                    <a:pt x="23834" y="11243"/>
                    <a:pt x="23837" y="11243"/>
                  </a:cubicBezTo>
                  <a:cubicBezTo>
                    <a:pt x="23897" y="11243"/>
                    <a:pt x="23934" y="11056"/>
                    <a:pt x="23910" y="10861"/>
                  </a:cubicBezTo>
                  <a:cubicBezTo>
                    <a:pt x="23846" y="10696"/>
                    <a:pt x="23828" y="10651"/>
                    <a:pt x="23873" y="10651"/>
                  </a:cubicBezTo>
                  <a:cubicBezTo>
                    <a:pt x="23890" y="10651"/>
                    <a:pt x="23915" y="10657"/>
                    <a:pt x="23951" y="10666"/>
                  </a:cubicBezTo>
                  <a:cubicBezTo>
                    <a:pt x="23952" y="10666"/>
                    <a:pt x="23953" y="10667"/>
                    <a:pt x="23954" y="10667"/>
                  </a:cubicBezTo>
                  <a:cubicBezTo>
                    <a:pt x="24019" y="10667"/>
                    <a:pt x="24155" y="10266"/>
                    <a:pt x="24125" y="10266"/>
                  </a:cubicBezTo>
                  <a:cubicBezTo>
                    <a:pt x="24121" y="10266"/>
                    <a:pt x="24111" y="10277"/>
                    <a:pt x="24097" y="10301"/>
                  </a:cubicBezTo>
                  <a:cubicBezTo>
                    <a:pt x="24032" y="10285"/>
                    <a:pt x="24113" y="9904"/>
                    <a:pt x="24081" y="9693"/>
                  </a:cubicBezTo>
                  <a:cubicBezTo>
                    <a:pt x="24112" y="9514"/>
                    <a:pt x="24151" y="9328"/>
                    <a:pt x="24211" y="9328"/>
                  </a:cubicBezTo>
                  <a:cubicBezTo>
                    <a:pt x="24213" y="9328"/>
                    <a:pt x="24216" y="9328"/>
                    <a:pt x="24219" y="9328"/>
                  </a:cubicBezTo>
                  <a:cubicBezTo>
                    <a:pt x="24316" y="9150"/>
                    <a:pt x="24389" y="8169"/>
                    <a:pt x="24332" y="7966"/>
                  </a:cubicBezTo>
                  <a:cubicBezTo>
                    <a:pt x="24261" y="7958"/>
                    <a:pt x="24282" y="7772"/>
                    <a:pt x="24344" y="7772"/>
                  </a:cubicBezTo>
                  <a:cubicBezTo>
                    <a:pt x="24346" y="7772"/>
                    <a:pt x="24347" y="7772"/>
                    <a:pt x="24348" y="7772"/>
                  </a:cubicBezTo>
                  <a:cubicBezTo>
                    <a:pt x="24350" y="7772"/>
                    <a:pt x="24351" y="7772"/>
                    <a:pt x="24353" y="7772"/>
                  </a:cubicBezTo>
                  <a:cubicBezTo>
                    <a:pt x="24422" y="7772"/>
                    <a:pt x="24438" y="7581"/>
                    <a:pt x="24446" y="7391"/>
                  </a:cubicBezTo>
                  <a:cubicBezTo>
                    <a:pt x="24398" y="7229"/>
                    <a:pt x="24435" y="7202"/>
                    <a:pt x="24491" y="7202"/>
                  </a:cubicBezTo>
                  <a:cubicBezTo>
                    <a:pt x="24502" y="7202"/>
                    <a:pt x="24514" y="7203"/>
                    <a:pt x="24527" y="7204"/>
                  </a:cubicBezTo>
                  <a:cubicBezTo>
                    <a:pt x="24540" y="7259"/>
                    <a:pt x="24551" y="7284"/>
                    <a:pt x="24561" y="7284"/>
                  </a:cubicBezTo>
                  <a:cubicBezTo>
                    <a:pt x="24587" y="7284"/>
                    <a:pt x="24602" y="7099"/>
                    <a:pt x="24608" y="6815"/>
                  </a:cubicBezTo>
                  <a:cubicBezTo>
                    <a:pt x="24551" y="6612"/>
                    <a:pt x="24543" y="5834"/>
                    <a:pt x="24486" y="5250"/>
                  </a:cubicBezTo>
                  <a:cubicBezTo>
                    <a:pt x="24373" y="4277"/>
                    <a:pt x="24227" y="4107"/>
                    <a:pt x="24008" y="3767"/>
                  </a:cubicBezTo>
                  <a:lnTo>
                    <a:pt x="23821" y="3621"/>
                  </a:lnTo>
                  <a:lnTo>
                    <a:pt x="23951" y="3580"/>
                  </a:lnTo>
                  <a:cubicBezTo>
                    <a:pt x="24016" y="3564"/>
                    <a:pt x="24089" y="3345"/>
                    <a:pt x="24089" y="3345"/>
                  </a:cubicBezTo>
                  <a:cubicBezTo>
                    <a:pt x="24050" y="3217"/>
                    <a:pt x="24007" y="3185"/>
                    <a:pt x="23963" y="3185"/>
                  </a:cubicBezTo>
                  <a:cubicBezTo>
                    <a:pt x="23943" y="3185"/>
                    <a:pt x="23923" y="3191"/>
                    <a:pt x="23902" y="3199"/>
                  </a:cubicBezTo>
                  <a:cubicBezTo>
                    <a:pt x="23900" y="3200"/>
                    <a:pt x="23897" y="3200"/>
                    <a:pt x="23894" y="3200"/>
                  </a:cubicBezTo>
                  <a:cubicBezTo>
                    <a:pt x="23832" y="3200"/>
                    <a:pt x="23769" y="3021"/>
                    <a:pt x="23692" y="2664"/>
                  </a:cubicBezTo>
                  <a:cubicBezTo>
                    <a:pt x="23602" y="2291"/>
                    <a:pt x="23497" y="2121"/>
                    <a:pt x="23335" y="1991"/>
                  </a:cubicBezTo>
                  <a:cubicBezTo>
                    <a:pt x="23221" y="1837"/>
                    <a:pt x="23132" y="1667"/>
                    <a:pt x="23059" y="1488"/>
                  </a:cubicBezTo>
                  <a:cubicBezTo>
                    <a:pt x="22982" y="1396"/>
                    <a:pt x="22951" y="1362"/>
                    <a:pt x="22925" y="1362"/>
                  </a:cubicBezTo>
                  <a:cubicBezTo>
                    <a:pt x="22911" y="1362"/>
                    <a:pt x="22899" y="1373"/>
                    <a:pt x="22881" y="1391"/>
                  </a:cubicBezTo>
                  <a:cubicBezTo>
                    <a:pt x="22874" y="1396"/>
                    <a:pt x="22867" y="1398"/>
                    <a:pt x="22859" y="1398"/>
                  </a:cubicBezTo>
                  <a:cubicBezTo>
                    <a:pt x="22798" y="1398"/>
                    <a:pt x="22700" y="1266"/>
                    <a:pt x="22621" y="1115"/>
                  </a:cubicBezTo>
                  <a:cubicBezTo>
                    <a:pt x="22591" y="890"/>
                    <a:pt x="22184" y="566"/>
                    <a:pt x="22093" y="566"/>
                  </a:cubicBezTo>
                  <a:cubicBezTo>
                    <a:pt x="22086" y="566"/>
                    <a:pt x="22081" y="568"/>
                    <a:pt x="22078" y="572"/>
                  </a:cubicBezTo>
                  <a:cubicBezTo>
                    <a:pt x="22070" y="583"/>
                    <a:pt x="22059" y="587"/>
                    <a:pt x="22044" y="587"/>
                  </a:cubicBezTo>
                  <a:cubicBezTo>
                    <a:pt x="21979" y="587"/>
                    <a:pt x="21853" y="500"/>
                    <a:pt x="21721" y="434"/>
                  </a:cubicBezTo>
                  <a:cubicBezTo>
                    <a:pt x="21559" y="329"/>
                    <a:pt x="21373" y="272"/>
                    <a:pt x="21186" y="264"/>
                  </a:cubicBezTo>
                  <a:cubicBezTo>
                    <a:pt x="21073" y="224"/>
                    <a:pt x="20959" y="191"/>
                    <a:pt x="20838" y="175"/>
                  </a:cubicBezTo>
                  <a:cubicBezTo>
                    <a:pt x="20713" y="152"/>
                    <a:pt x="20767" y="125"/>
                    <a:pt x="20875" y="125"/>
                  </a:cubicBezTo>
                  <a:cubicBezTo>
                    <a:pt x="20921" y="125"/>
                    <a:pt x="20976" y="130"/>
                    <a:pt x="21032" y="142"/>
                  </a:cubicBezTo>
                  <a:cubicBezTo>
                    <a:pt x="21032" y="142"/>
                    <a:pt x="21032" y="142"/>
                    <a:pt x="20862" y="37"/>
                  </a:cubicBezTo>
                  <a:cubicBezTo>
                    <a:pt x="20719" y="12"/>
                    <a:pt x="20602" y="0"/>
                    <a:pt x="205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2"/>
            <p:cNvSpPr/>
            <p:nvPr/>
          </p:nvSpPr>
          <p:spPr>
            <a:xfrm>
              <a:off x="6039679" y="1397677"/>
              <a:ext cx="139641" cy="497785"/>
            </a:xfrm>
            <a:custGeom>
              <a:avLst/>
              <a:gdLst/>
              <a:ahLst/>
              <a:cxnLst/>
              <a:rect l="l" t="t" r="r" b="b"/>
              <a:pathLst>
                <a:path w="8101" h="28878" extrusionOk="0">
                  <a:moveTo>
                    <a:pt x="788" y="515"/>
                  </a:moveTo>
                  <a:cubicBezTo>
                    <a:pt x="806" y="515"/>
                    <a:pt x="821" y="530"/>
                    <a:pt x="836" y="545"/>
                  </a:cubicBezTo>
                  <a:cubicBezTo>
                    <a:pt x="860" y="577"/>
                    <a:pt x="860" y="577"/>
                    <a:pt x="820" y="618"/>
                  </a:cubicBezTo>
                  <a:cubicBezTo>
                    <a:pt x="820" y="618"/>
                    <a:pt x="808" y="619"/>
                    <a:pt x="793" y="619"/>
                  </a:cubicBezTo>
                  <a:cubicBezTo>
                    <a:pt x="769" y="619"/>
                    <a:pt x="737" y="616"/>
                    <a:pt x="723" y="602"/>
                  </a:cubicBezTo>
                  <a:lnTo>
                    <a:pt x="747" y="537"/>
                  </a:lnTo>
                  <a:cubicBezTo>
                    <a:pt x="763" y="521"/>
                    <a:pt x="776" y="515"/>
                    <a:pt x="788" y="515"/>
                  </a:cubicBezTo>
                  <a:close/>
                  <a:moveTo>
                    <a:pt x="1379" y="699"/>
                  </a:moveTo>
                  <a:lnTo>
                    <a:pt x="1363" y="772"/>
                  </a:lnTo>
                  <a:lnTo>
                    <a:pt x="1387" y="796"/>
                  </a:lnTo>
                  <a:cubicBezTo>
                    <a:pt x="1428" y="756"/>
                    <a:pt x="1428" y="756"/>
                    <a:pt x="1404" y="731"/>
                  </a:cubicBezTo>
                  <a:lnTo>
                    <a:pt x="1379" y="699"/>
                  </a:lnTo>
                  <a:close/>
                  <a:moveTo>
                    <a:pt x="1068" y="808"/>
                  </a:moveTo>
                  <a:cubicBezTo>
                    <a:pt x="1080" y="808"/>
                    <a:pt x="1092" y="821"/>
                    <a:pt x="1112" y="845"/>
                  </a:cubicBezTo>
                  <a:cubicBezTo>
                    <a:pt x="1136" y="877"/>
                    <a:pt x="1160" y="902"/>
                    <a:pt x="1112" y="942"/>
                  </a:cubicBezTo>
                  <a:lnTo>
                    <a:pt x="1087" y="918"/>
                  </a:lnTo>
                  <a:cubicBezTo>
                    <a:pt x="1106" y="902"/>
                    <a:pt x="1107" y="893"/>
                    <a:pt x="1099" y="893"/>
                  </a:cubicBezTo>
                  <a:cubicBezTo>
                    <a:pt x="1088" y="893"/>
                    <a:pt x="1057" y="914"/>
                    <a:pt x="1047" y="958"/>
                  </a:cubicBezTo>
                  <a:lnTo>
                    <a:pt x="958" y="1031"/>
                  </a:lnTo>
                  <a:cubicBezTo>
                    <a:pt x="933" y="1007"/>
                    <a:pt x="950" y="942"/>
                    <a:pt x="998" y="902"/>
                  </a:cubicBezTo>
                  <a:cubicBezTo>
                    <a:pt x="1036" y="835"/>
                    <a:pt x="1052" y="808"/>
                    <a:pt x="1068" y="808"/>
                  </a:cubicBezTo>
                  <a:close/>
                  <a:moveTo>
                    <a:pt x="114" y="1080"/>
                  </a:moveTo>
                  <a:cubicBezTo>
                    <a:pt x="66" y="1096"/>
                    <a:pt x="33" y="1112"/>
                    <a:pt x="1" y="1137"/>
                  </a:cubicBezTo>
                  <a:lnTo>
                    <a:pt x="25" y="1169"/>
                  </a:lnTo>
                  <a:cubicBezTo>
                    <a:pt x="30" y="1174"/>
                    <a:pt x="36" y="1176"/>
                    <a:pt x="43" y="1176"/>
                  </a:cubicBezTo>
                  <a:cubicBezTo>
                    <a:pt x="67" y="1176"/>
                    <a:pt x="100" y="1144"/>
                    <a:pt x="139" y="1112"/>
                  </a:cubicBezTo>
                  <a:lnTo>
                    <a:pt x="114" y="1080"/>
                  </a:lnTo>
                  <a:close/>
                  <a:moveTo>
                    <a:pt x="2217" y="2568"/>
                  </a:moveTo>
                  <a:cubicBezTo>
                    <a:pt x="2249" y="2568"/>
                    <a:pt x="2283" y="2581"/>
                    <a:pt x="2312" y="2604"/>
                  </a:cubicBezTo>
                  <a:cubicBezTo>
                    <a:pt x="2324" y="2623"/>
                    <a:pt x="2302" y="2652"/>
                    <a:pt x="2245" y="2652"/>
                  </a:cubicBezTo>
                  <a:cubicBezTo>
                    <a:pt x="2230" y="2652"/>
                    <a:pt x="2211" y="2650"/>
                    <a:pt x="2190" y="2645"/>
                  </a:cubicBezTo>
                  <a:cubicBezTo>
                    <a:pt x="2174" y="2612"/>
                    <a:pt x="2149" y="2588"/>
                    <a:pt x="2149" y="2588"/>
                  </a:cubicBezTo>
                  <a:cubicBezTo>
                    <a:pt x="2170" y="2574"/>
                    <a:pt x="2193" y="2568"/>
                    <a:pt x="2217" y="2568"/>
                  </a:cubicBezTo>
                  <a:close/>
                  <a:moveTo>
                    <a:pt x="2297" y="2770"/>
                  </a:moveTo>
                  <a:cubicBezTo>
                    <a:pt x="2276" y="2770"/>
                    <a:pt x="2251" y="2782"/>
                    <a:pt x="2231" y="2799"/>
                  </a:cubicBezTo>
                  <a:cubicBezTo>
                    <a:pt x="2182" y="2831"/>
                    <a:pt x="2206" y="2864"/>
                    <a:pt x="2247" y="2920"/>
                  </a:cubicBezTo>
                  <a:cubicBezTo>
                    <a:pt x="2271" y="2945"/>
                    <a:pt x="2336" y="2945"/>
                    <a:pt x="2336" y="2945"/>
                  </a:cubicBezTo>
                  <a:cubicBezTo>
                    <a:pt x="2385" y="2904"/>
                    <a:pt x="2368" y="2880"/>
                    <a:pt x="2344" y="2847"/>
                  </a:cubicBezTo>
                  <a:cubicBezTo>
                    <a:pt x="2349" y="2791"/>
                    <a:pt x="2326" y="2770"/>
                    <a:pt x="2297" y="2770"/>
                  </a:cubicBezTo>
                  <a:close/>
                  <a:moveTo>
                    <a:pt x="3506" y="3823"/>
                  </a:moveTo>
                  <a:cubicBezTo>
                    <a:pt x="3530" y="3823"/>
                    <a:pt x="3543" y="3846"/>
                    <a:pt x="3560" y="3869"/>
                  </a:cubicBezTo>
                  <a:lnTo>
                    <a:pt x="3503" y="3901"/>
                  </a:lnTo>
                  <a:lnTo>
                    <a:pt x="3439" y="3901"/>
                  </a:lnTo>
                  <a:lnTo>
                    <a:pt x="3471" y="3837"/>
                  </a:lnTo>
                  <a:cubicBezTo>
                    <a:pt x="3485" y="3827"/>
                    <a:pt x="3497" y="3823"/>
                    <a:pt x="3506" y="3823"/>
                  </a:cubicBezTo>
                  <a:close/>
                  <a:moveTo>
                    <a:pt x="3556" y="4067"/>
                  </a:moveTo>
                  <a:cubicBezTo>
                    <a:pt x="3584" y="4067"/>
                    <a:pt x="3560" y="4082"/>
                    <a:pt x="3503" y="4120"/>
                  </a:cubicBezTo>
                  <a:cubicBezTo>
                    <a:pt x="3467" y="4152"/>
                    <a:pt x="3427" y="4166"/>
                    <a:pt x="3386" y="4166"/>
                  </a:cubicBezTo>
                  <a:cubicBezTo>
                    <a:pt x="3364" y="4166"/>
                    <a:pt x="3340" y="4161"/>
                    <a:pt x="3317" y="4153"/>
                  </a:cubicBezTo>
                  <a:cubicBezTo>
                    <a:pt x="3293" y="4128"/>
                    <a:pt x="3276" y="4096"/>
                    <a:pt x="3276" y="4096"/>
                  </a:cubicBezTo>
                  <a:lnTo>
                    <a:pt x="3414" y="4088"/>
                  </a:lnTo>
                  <a:cubicBezTo>
                    <a:pt x="3492" y="4074"/>
                    <a:pt x="3537" y="4067"/>
                    <a:pt x="3556" y="4067"/>
                  </a:cubicBezTo>
                  <a:close/>
                  <a:moveTo>
                    <a:pt x="4112" y="4647"/>
                  </a:moveTo>
                  <a:lnTo>
                    <a:pt x="4112" y="4647"/>
                  </a:lnTo>
                  <a:cubicBezTo>
                    <a:pt x="4201" y="4680"/>
                    <a:pt x="4201" y="4680"/>
                    <a:pt x="4079" y="4712"/>
                  </a:cubicBezTo>
                  <a:lnTo>
                    <a:pt x="3941" y="4712"/>
                  </a:lnTo>
                  <a:cubicBezTo>
                    <a:pt x="3917" y="4680"/>
                    <a:pt x="3990" y="4680"/>
                    <a:pt x="4112" y="4647"/>
                  </a:cubicBezTo>
                  <a:close/>
                  <a:moveTo>
                    <a:pt x="4055" y="5028"/>
                  </a:moveTo>
                  <a:lnTo>
                    <a:pt x="4071" y="5061"/>
                  </a:lnTo>
                  <a:cubicBezTo>
                    <a:pt x="4031" y="5078"/>
                    <a:pt x="3996" y="5099"/>
                    <a:pt x="3972" y="5099"/>
                  </a:cubicBezTo>
                  <a:cubicBezTo>
                    <a:pt x="3962" y="5099"/>
                    <a:pt x="3954" y="5095"/>
                    <a:pt x="3949" y="5085"/>
                  </a:cubicBezTo>
                  <a:lnTo>
                    <a:pt x="3933" y="5053"/>
                  </a:lnTo>
                  <a:cubicBezTo>
                    <a:pt x="3966" y="5036"/>
                    <a:pt x="4006" y="5028"/>
                    <a:pt x="4055" y="5028"/>
                  </a:cubicBezTo>
                  <a:close/>
                  <a:moveTo>
                    <a:pt x="4703" y="5199"/>
                  </a:moveTo>
                  <a:lnTo>
                    <a:pt x="4611" y="5255"/>
                  </a:lnTo>
                  <a:lnTo>
                    <a:pt x="4611" y="5255"/>
                  </a:lnTo>
                  <a:cubicBezTo>
                    <a:pt x="4624" y="5248"/>
                    <a:pt x="4639" y="5240"/>
                    <a:pt x="4655" y="5231"/>
                  </a:cubicBezTo>
                  <a:lnTo>
                    <a:pt x="4703" y="5199"/>
                  </a:lnTo>
                  <a:close/>
                  <a:moveTo>
                    <a:pt x="4611" y="5255"/>
                  </a:moveTo>
                  <a:cubicBezTo>
                    <a:pt x="4591" y="5266"/>
                    <a:pt x="4578" y="5273"/>
                    <a:pt x="4578" y="5273"/>
                  </a:cubicBezTo>
                  <a:cubicBezTo>
                    <a:pt x="4578" y="5273"/>
                    <a:pt x="4584" y="5270"/>
                    <a:pt x="4598" y="5264"/>
                  </a:cubicBezTo>
                  <a:lnTo>
                    <a:pt x="4611" y="5255"/>
                  </a:lnTo>
                  <a:close/>
                  <a:moveTo>
                    <a:pt x="4185" y="5730"/>
                  </a:moveTo>
                  <a:cubicBezTo>
                    <a:pt x="4202" y="5730"/>
                    <a:pt x="4254" y="5758"/>
                    <a:pt x="4266" y="5782"/>
                  </a:cubicBezTo>
                  <a:lnTo>
                    <a:pt x="4217" y="5807"/>
                  </a:lnTo>
                  <a:cubicBezTo>
                    <a:pt x="4201" y="5774"/>
                    <a:pt x="4128" y="5774"/>
                    <a:pt x="4185" y="5742"/>
                  </a:cubicBezTo>
                  <a:cubicBezTo>
                    <a:pt x="4178" y="5733"/>
                    <a:pt x="4180" y="5730"/>
                    <a:pt x="4185" y="5730"/>
                  </a:cubicBezTo>
                  <a:close/>
                  <a:moveTo>
                    <a:pt x="4679" y="5817"/>
                  </a:moveTo>
                  <a:cubicBezTo>
                    <a:pt x="4690" y="5817"/>
                    <a:pt x="4699" y="5821"/>
                    <a:pt x="4703" y="5831"/>
                  </a:cubicBezTo>
                  <a:cubicBezTo>
                    <a:pt x="4768" y="5839"/>
                    <a:pt x="4736" y="5904"/>
                    <a:pt x="4614" y="5920"/>
                  </a:cubicBezTo>
                  <a:lnTo>
                    <a:pt x="4582" y="5855"/>
                  </a:lnTo>
                  <a:cubicBezTo>
                    <a:pt x="4616" y="5838"/>
                    <a:pt x="4654" y="5817"/>
                    <a:pt x="4679" y="5817"/>
                  </a:cubicBezTo>
                  <a:close/>
                  <a:moveTo>
                    <a:pt x="4833" y="6099"/>
                  </a:moveTo>
                  <a:lnTo>
                    <a:pt x="4857" y="6131"/>
                  </a:lnTo>
                  <a:cubicBezTo>
                    <a:pt x="4874" y="6163"/>
                    <a:pt x="4874" y="6163"/>
                    <a:pt x="4817" y="6188"/>
                  </a:cubicBezTo>
                  <a:lnTo>
                    <a:pt x="4801" y="6155"/>
                  </a:lnTo>
                  <a:lnTo>
                    <a:pt x="4833" y="6099"/>
                  </a:lnTo>
                  <a:close/>
                  <a:moveTo>
                    <a:pt x="5182" y="6374"/>
                  </a:moveTo>
                  <a:cubicBezTo>
                    <a:pt x="5141" y="6399"/>
                    <a:pt x="5109" y="6431"/>
                    <a:pt x="5084" y="6463"/>
                  </a:cubicBezTo>
                  <a:cubicBezTo>
                    <a:pt x="5091" y="6476"/>
                    <a:pt x="5104" y="6480"/>
                    <a:pt x="5117" y="6480"/>
                  </a:cubicBezTo>
                  <a:cubicBezTo>
                    <a:pt x="5137" y="6480"/>
                    <a:pt x="5157" y="6472"/>
                    <a:pt x="5157" y="6472"/>
                  </a:cubicBezTo>
                  <a:cubicBezTo>
                    <a:pt x="5157" y="6472"/>
                    <a:pt x="5214" y="6439"/>
                    <a:pt x="5198" y="6407"/>
                  </a:cubicBezTo>
                  <a:lnTo>
                    <a:pt x="5182" y="6374"/>
                  </a:lnTo>
                  <a:close/>
                  <a:moveTo>
                    <a:pt x="4942" y="6749"/>
                  </a:moveTo>
                  <a:cubicBezTo>
                    <a:pt x="4964" y="6749"/>
                    <a:pt x="4971" y="6763"/>
                    <a:pt x="4971" y="6763"/>
                  </a:cubicBezTo>
                  <a:cubicBezTo>
                    <a:pt x="4979" y="6796"/>
                    <a:pt x="4995" y="6836"/>
                    <a:pt x="4947" y="6861"/>
                  </a:cubicBezTo>
                  <a:cubicBezTo>
                    <a:pt x="4947" y="6861"/>
                    <a:pt x="4926" y="6869"/>
                    <a:pt x="4906" y="6869"/>
                  </a:cubicBezTo>
                  <a:cubicBezTo>
                    <a:pt x="4893" y="6869"/>
                    <a:pt x="4880" y="6866"/>
                    <a:pt x="4874" y="6853"/>
                  </a:cubicBezTo>
                  <a:cubicBezTo>
                    <a:pt x="4857" y="6820"/>
                    <a:pt x="4898" y="6763"/>
                    <a:pt x="4898" y="6763"/>
                  </a:cubicBezTo>
                  <a:cubicBezTo>
                    <a:pt x="4917" y="6753"/>
                    <a:pt x="4931" y="6749"/>
                    <a:pt x="4942" y="6749"/>
                  </a:cubicBezTo>
                  <a:close/>
                  <a:moveTo>
                    <a:pt x="5829" y="6781"/>
                  </a:moveTo>
                  <a:cubicBezTo>
                    <a:pt x="5820" y="6781"/>
                    <a:pt x="5810" y="6797"/>
                    <a:pt x="5790" y="6828"/>
                  </a:cubicBezTo>
                  <a:cubicBezTo>
                    <a:pt x="5806" y="6861"/>
                    <a:pt x="5822" y="6893"/>
                    <a:pt x="5822" y="6893"/>
                  </a:cubicBezTo>
                  <a:cubicBezTo>
                    <a:pt x="5879" y="6869"/>
                    <a:pt x="5879" y="6869"/>
                    <a:pt x="5863" y="6836"/>
                  </a:cubicBezTo>
                  <a:cubicBezTo>
                    <a:pt x="5846" y="6799"/>
                    <a:pt x="5838" y="6781"/>
                    <a:pt x="5829" y="6781"/>
                  </a:cubicBezTo>
                  <a:close/>
                  <a:moveTo>
                    <a:pt x="5228" y="7346"/>
                  </a:moveTo>
                  <a:cubicBezTo>
                    <a:pt x="5236" y="7346"/>
                    <a:pt x="5242" y="7362"/>
                    <a:pt x="5255" y="7396"/>
                  </a:cubicBezTo>
                  <a:cubicBezTo>
                    <a:pt x="5271" y="7428"/>
                    <a:pt x="5222" y="7453"/>
                    <a:pt x="5222" y="7453"/>
                  </a:cubicBezTo>
                  <a:cubicBezTo>
                    <a:pt x="5213" y="7457"/>
                    <a:pt x="5206" y="7458"/>
                    <a:pt x="5201" y="7458"/>
                  </a:cubicBezTo>
                  <a:cubicBezTo>
                    <a:pt x="5178" y="7458"/>
                    <a:pt x="5203" y="7415"/>
                    <a:pt x="5190" y="7388"/>
                  </a:cubicBezTo>
                  <a:cubicBezTo>
                    <a:pt x="5209" y="7360"/>
                    <a:pt x="5220" y="7346"/>
                    <a:pt x="5228" y="7346"/>
                  </a:cubicBezTo>
                  <a:close/>
                  <a:moveTo>
                    <a:pt x="4087" y="7696"/>
                  </a:moveTo>
                  <a:cubicBezTo>
                    <a:pt x="4047" y="7696"/>
                    <a:pt x="3998" y="7704"/>
                    <a:pt x="3966" y="7720"/>
                  </a:cubicBezTo>
                  <a:cubicBezTo>
                    <a:pt x="3923" y="7738"/>
                    <a:pt x="3922" y="7761"/>
                    <a:pt x="3975" y="7761"/>
                  </a:cubicBezTo>
                  <a:cubicBezTo>
                    <a:pt x="3992" y="7761"/>
                    <a:pt x="4016" y="7759"/>
                    <a:pt x="4047" y="7753"/>
                  </a:cubicBezTo>
                  <a:cubicBezTo>
                    <a:pt x="4103" y="7728"/>
                    <a:pt x="4103" y="7728"/>
                    <a:pt x="4087" y="7696"/>
                  </a:cubicBezTo>
                  <a:close/>
                  <a:moveTo>
                    <a:pt x="5626" y="7874"/>
                  </a:moveTo>
                  <a:cubicBezTo>
                    <a:pt x="5654" y="7874"/>
                    <a:pt x="5647" y="7908"/>
                    <a:pt x="5571" y="7971"/>
                  </a:cubicBezTo>
                  <a:cubicBezTo>
                    <a:pt x="5545" y="7983"/>
                    <a:pt x="5530" y="7989"/>
                    <a:pt x="5522" y="7989"/>
                  </a:cubicBezTo>
                  <a:cubicBezTo>
                    <a:pt x="5512" y="7989"/>
                    <a:pt x="5510" y="7981"/>
                    <a:pt x="5506" y="7963"/>
                  </a:cubicBezTo>
                  <a:cubicBezTo>
                    <a:pt x="5530" y="7931"/>
                    <a:pt x="5563" y="7899"/>
                    <a:pt x="5595" y="7882"/>
                  </a:cubicBezTo>
                  <a:cubicBezTo>
                    <a:pt x="5608" y="7877"/>
                    <a:pt x="5618" y="7874"/>
                    <a:pt x="5626" y="7874"/>
                  </a:cubicBezTo>
                  <a:close/>
                  <a:moveTo>
                    <a:pt x="5644" y="8142"/>
                  </a:moveTo>
                  <a:lnTo>
                    <a:pt x="5709" y="8150"/>
                  </a:lnTo>
                  <a:lnTo>
                    <a:pt x="5725" y="8190"/>
                  </a:lnTo>
                  <a:cubicBezTo>
                    <a:pt x="5689" y="8201"/>
                    <a:pt x="5652" y="8214"/>
                    <a:pt x="5629" y="8214"/>
                  </a:cubicBezTo>
                  <a:cubicBezTo>
                    <a:pt x="5615" y="8214"/>
                    <a:pt x="5606" y="8210"/>
                    <a:pt x="5603" y="8199"/>
                  </a:cubicBezTo>
                  <a:lnTo>
                    <a:pt x="5644" y="8142"/>
                  </a:lnTo>
                  <a:close/>
                  <a:moveTo>
                    <a:pt x="6309" y="10412"/>
                  </a:moveTo>
                  <a:lnTo>
                    <a:pt x="6382" y="10428"/>
                  </a:lnTo>
                  <a:lnTo>
                    <a:pt x="6390" y="10469"/>
                  </a:lnTo>
                  <a:cubicBezTo>
                    <a:pt x="6357" y="10478"/>
                    <a:pt x="6324" y="10487"/>
                    <a:pt x="6299" y="10487"/>
                  </a:cubicBezTo>
                  <a:cubicBezTo>
                    <a:pt x="6281" y="10487"/>
                    <a:pt x="6267" y="10482"/>
                    <a:pt x="6260" y="10469"/>
                  </a:cubicBezTo>
                  <a:lnTo>
                    <a:pt x="6309" y="10412"/>
                  </a:lnTo>
                  <a:close/>
                  <a:moveTo>
                    <a:pt x="6674" y="11255"/>
                  </a:moveTo>
                  <a:lnTo>
                    <a:pt x="6674" y="11255"/>
                  </a:lnTo>
                  <a:cubicBezTo>
                    <a:pt x="6682" y="11296"/>
                    <a:pt x="6682" y="11296"/>
                    <a:pt x="6625" y="11304"/>
                  </a:cubicBezTo>
                  <a:cubicBezTo>
                    <a:pt x="6601" y="11308"/>
                    <a:pt x="6578" y="11310"/>
                    <a:pt x="6557" y="11310"/>
                  </a:cubicBezTo>
                  <a:cubicBezTo>
                    <a:pt x="6536" y="11310"/>
                    <a:pt x="6515" y="11308"/>
                    <a:pt x="6495" y="11304"/>
                  </a:cubicBezTo>
                  <a:cubicBezTo>
                    <a:pt x="6487" y="11271"/>
                    <a:pt x="6617" y="11271"/>
                    <a:pt x="6674" y="11255"/>
                  </a:cubicBezTo>
                  <a:close/>
                  <a:moveTo>
                    <a:pt x="7139" y="11746"/>
                  </a:moveTo>
                  <a:cubicBezTo>
                    <a:pt x="7168" y="11746"/>
                    <a:pt x="7196" y="11752"/>
                    <a:pt x="7225" y="11758"/>
                  </a:cubicBezTo>
                  <a:lnTo>
                    <a:pt x="7233" y="11798"/>
                  </a:lnTo>
                  <a:cubicBezTo>
                    <a:pt x="7202" y="11803"/>
                    <a:pt x="7171" y="11810"/>
                    <a:pt x="7148" y="11810"/>
                  </a:cubicBezTo>
                  <a:cubicBezTo>
                    <a:pt x="7129" y="11810"/>
                    <a:pt x="7115" y="11805"/>
                    <a:pt x="7111" y="11790"/>
                  </a:cubicBezTo>
                  <a:lnTo>
                    <a:pt x="7103" y="11750"/>
                  </a:lnTo>
                  <a:cubicBezTo>
                    <a:pt x="7115" y="11747"/>
                    <a:pt x="7127" y="11746"/>
                    <a:pt x="7139" y="11746"/>
                  </a:cubicBezTo>
                  <a:close/>
                  <a:moveTo>
                    <a:pt x="6917" y="12285"/>
                  </a:moveTo>
                  <a:lnTo>
                    <a:pt x="6982" y="12309"/>
                  </a:lnTo>
                  <a:lnTo>
                    <a:pt x="6990" y="12342"/>
                  </a:lnTo>
                  <a:cubicBezTo>
                    <a:pt x="6957" y="12350"/>
                    <a:pt x="6927" y="12356"/>
                    <a:pt x="6904" y="12356"/>
                  </a:cubicBezTo>
                  <a:cubicBezTo>
                    <a:pt x="6880" y="12356"/>
                    <a:pt x="6864" y="12350"/>
                    <a:pt x="6860" y="12333"/>
                  </a:cubicBezTo>
                  <a:lnTo>
                    <a:pt x="6917" y="12285"/>
                  </a:lnTo>
                  <a:close/>
                  <a:moveTo>
                    <a:pt x="7319" y="14785"/>
                  </a:moveTo>
                  <a:cubicBezTo>
                    <a:pt x="7353" y="14785"/>
                    <a:pt x="7379" y="14805"/>
                    <a:pt x="7379" y="14831"/>
                  </a:cubicBezTo>
                  <a:cubicBezTo>
                    <a:pt x="7387" y="14904"/>
                    <a:pt x="7387" y="14904"/>
                    <a:pt x="7330" y="14912"/>
                  </a:cubicBezTo>
                  <a:cubicBezTo>
                    <a:pt x="7327" y="14912"/>
                    <a:pt x="7324" y="14912"/>
                    <a:pt x="7321" y="14912"/>
                  </a:cubicBezTo>
                  <a:cubicBezTo>
                    <a:pt x="7265" y="14912"/>
                    <a:pt x="7265" y="14845"/>
                    <a:pt x="7257" y="14806"/>
                  </a:cubicBezTo>
                  <a:cubicBezTo>
                    <a:pt x="7278" y="14792"/>
                    <a:pt x="7299" y="14785"/>
                    <a:pt x="7319" y="14785"/>
                  </a:cubicBezTo>
                  <a:close/>
                  <a:moveTo>
                    <a:pt x="7428" y="16290"/>
                  </a:moveTo>
                  <a:cubicBezTo>
                    <a:pt x="7468" y="16290"/>
                    <a:pt x="7517" y="16298"/>
                    <a:pt x="7549" y="16314"/>
                  </a:cubicBezTo>
                  <a:lnTo>
                    <a:pt x="7549" y="16355"/>
                  </a:lnTo>
                  <a:cubicBezTo>
                    <a:pt x="7533" y="16355"/>
                    <a:pt x="7517" y="16356"/>
                    <a:pt x="7502" y="16356"/>
                  </a:cubicBezTo>
                  <a:cubicBezTo>
                    <a:pt x="7464" y="16356"/>
                    <a:pt x="7433" y="16351"/>
                    <a:pt x="7428" y="16322"/>
                  </a:cubicBezTo>
                  <a:lnTo>
                    <a:pt x="7428" y="16290"/>
                  </a:lnTo>
                  <a:close/>
                  <a:moveTo>
                    <a:pt x="7801" y="19363"/>
                  </a:moveTo>
                  <a:cubicBezTo>
                    <a:pt x="7857" y="19371"/>
                    <a:pt x="7857" y="19403"/>
                    <a:pt x="7857" y="19403"/>
                  </a:cubicBezTo>
                  <a:cubicBezTo>
                    <a:pt x="7857" y="19431"/>
                    <a:pt x="7857" y="19440"/>
                    <a:pt x="7836" y="19440"/>
                  </a:cubicBezTo>
                  <a:cubicBezTo>
                    <a:pt x="7826" y="19440"/>
                    <a:pt x="7813" y="19438"/>
                    <a:pt x="7792" y="19436"/>
                  </a:cubicBezTo>
                  <a:cubicBezTo>
                    <a:pt x="7792" y="19436"/>
                    <a:pt x="7736" y="19436"/>
                    <a:pt x="7736" y="19395"/>
                  </a:cubicBezTo>
                  <a:lnTo>
                    <a:pt x="7801" y="19363"/>
                  </a:lnTo>
                  <a:close/>
                  <a:moveTo>
                    <a:pt x="7817" y="19809"/>
                  </a:moveTo>
                  <a:lnTo>
                    <a:pt x="7874" y="19849"/>
                  </a:lnTo>
                  <a:lnTo>
                    <a:pt x="7874" y="19890"/>
                  </a:lnTo>
                  <a:cubicBezTo>
                    <a:pt x="7809" y="19882"/>
                    <a:pt x="7752" y="19882"/>
                    <a:pt x="7760" y="19841"/>
                  </a:cubicBezTo>
                  <a:lnTo>
                    <a:pt x="7817" y="19809"/>
                  </a:lnTo>
                  <a:close/>
                  <a:moveTo>
                    <a:pt x="7389" y="20041"/>
                  </a:moveTo>
                  <a:cubicBezTo>
                    <a:pt x="7398" y="20041"/>
                    <a:pt x="7411" y="20051"/>
                    <a:pt x="7436" y="20068"/>
                  </a:cubicBezTo>
                  <a:cubicBezTo>
                    <a:pt x="7488" y="20105"/>
                    <a:pt x="7485" y="20142"/>
                    <a:pt x="7441" y="20142"/>
                  </a:cubicBezTo>
                  <a:cubicBezTo>
                    <a:pt x="7437" y="20142"/>
                    <a:pt x="7433" y="20142"/>
                    <a:pt x="7428" y="20141"/>
                  </a:cubicBezTo>
                  <a:cubicBezTo>
                    <a:pt x="7363" y="20133"/>
                    <a:pt x="7363" y="20133"/>
                    <a:pt x="7371" y="20101"/>
                  </a:cubicBezTo>
                  <a:cubicBezTo>
                    <a:pt x="7376" y="20059"/>
                    <a:pt x="7377" y="20041"/>
                    <a:pt x="7389" y="20041"/>
                  </a:cubicBezTo>
                  <a:close/>
                  <a:moveTo>
                    <a:pt x="7111" y="20222"/>
                  </a:moveTo>
                  <a:cubicBezTo>
                    <a:pt x="7108" y="20224"/>
                    <a:pt x="7105" y="20226"/>
                    <a:pt x="7102" y="20227"/>
                  </a:cubicBezTo>
                  <a:lnTo>
                    <a:pt x="7102" y="20227"/>
                  </a:lnTo>
                  <a:cubicBezTo>
                    <a:pt x="7108" y="20227"/>
                    <a:pt x="7114" y="20226"/>
                    <a:pt x="7122" y="20226"/>
                  </a:cubicBezTo>
                  <a:cubicBezTo>
                    <a:pt x="7132" y="20226"/>
                    <a:pt x="7145" y="20227"/>
                    <a:pt x="7159" y="20228"/>
                  </a:cubicBezTo>
                  <a:lnTo>
                    <a:pt x="7159" y="20228"/>
                  </a:lnTo>
                  <a:cubicBezTo>
                    <a:pt x="7146" y="20225"/>
                    <a:pt x="7130" y="20223"/>
                    <a:pt x="7111" y="20222"/>
                  </a:cubicBezTo>
                  <a:close/>
                  <a:moveTo>
                    <a:pt x="7102" y="20227"/>
                  </a:moveTo>
                  <a:cubicBezTo>
                    <a:pt x="7077" y="20229"/>
                    <a:pt x="7070" y="20235"/>
                    <a:pt x="7077" y="20235"/>
                  </a:cubicBezTo>
                  <a:cubicBezTo>
                    <a:pt x="7081" y="20235"/>
                    <a:pt x="7090" y="20233"/>
                    <a:pt x="7102" y="20227"/>
                  </a:cubicBezTo>
                  <a:close/>
                  <a:moveTo>
                    <a:pt x="7403" y="20320"/>
                  </a:moveTo>
                  <a:lnTo>
                    <a:pt x="7403" y="20360"/>
                  </a:lnTo>
                  <a:cubicBezTo>
                    <a:pt x="7403" y="20393"/>
                    <a:pt x="7403" y="20393"/>
                    <a:pt x="7338" y="20393"/>
                  </a:cubicBezTo>
                  <a:lnTo>
                    <a:pt x="7347" y="20352"/>
                  </a:lnTo>
                  <a:lnTo>
                    <a:pt x="7403" y="20320"/>
                  </a:lnTo>
                  <a:close/>
                  <a:moveTo>
                    <a:pt x="7249" y="20603"/>
                  </a:moveTo>
                  <a:cubicBezTo>
                    <a:pt x="7245" y="20620"/>
                    <a:pt x="7261" y="20631"/>
                    <a:pt x="7269" y="20631"/>
                  </a:cubicBezTo>
                  <a:cubicBezTo>
                    <a:pt x="7276" y="20631"/>
                    <a:pt x="7276" y="20622"/>
                    <a:pt x="7249" y="20603"/>
                  </a:cubicBezTo>
                  <a:close/>
                  <a:moveTo>
                    <a:pt x="7363" y="20684"/>
                  </a:moveTo>
                  <a:lnTo>
                    <a:pt x="7355" y="20725"/>
                  </a:lnTo>
                  <a:cubicBezTo>
                    <a:pt x="7349" y="20747"/>
                    <a:pt x="7347" y="20754"/>
                    <a:pt x="7330" y="20754"/>
                  </a:cubicBezTo>
                  <a:cubicBezTo>
                    <a:pt x="7321" y="20754"/>
                    <a:pt x="7309" y="20752"/>
                    <a:pt x="7290" y="20749"/>
                  </a:cubicBezTo>
                  <a:lnTo>
                    <a:pt x="7298" y="20717"/>
                  </a:lnTo>
                  <a:lnTo>
                    <a:pt x="7363" y="20684"/>
                  </a:lnTo>
                  <a:close/>
                  <a:moveTo>
                    <a:pt x="7395" y="21062"/>
                  </a:moveTo>
                  <a:cubicBezTo>
                    <a:pt x="7406" y="21062"/>
                    <a:pt x="7417" y="21063"/>
                    <a:pt x="7428" y="21065"/>
                  </a:cubicBezTo>
                  <a:lnTo>
                    <a:pt x="7420" y="21098"/>
                  </a:lnTo>
                  <a:cubicBezTo>
                    <a:pt x="7420" y="21120"/>
                    <a:pt x="7402" y="21125"/>
                    <a:pt x="7386" y="21125"/>
                  </a:cubicBezTo>
                  <a:cubicBezTo>
                    <a:pt x="7374" y="21125"/>
                    <a:pt x="7363" y="21122"/>
                    <a:pt x="7363" y="21122"/>
                  </a:cubicBezTo>
                  <a:cubicBezTo>
                    <a:pt x="7363" y="21122"/>
                    <a:pt x="7298" y="21114"/>
                    <a:pt x="7306" y="21082"/>
                  </a:cubicBezTo>
                  <a:cubicBezTo>
                    <a:pt x="7336" y="21070"/>
                    <a:pt x="7365" y="21062"/>
                    <a:pt x="7395" y="21062"/>
                  </a:cubicBezTo>
                  <a:close/>
                  <a:moveTo>
                    <a:pt x="7042" y="22481"/>
                  </a:moveTo>
                  <a:cubicBezTo>
                    <a:pt x="7047" y="22481"/>
                    <a:pt x="7054" y="22482"/>
                    <a:pt x="7063" y="22484"/>
                  </a:cubicBezTo>
                  <a:lnTo>
                    <a:pt x="7120" y="22492"/>
                  </a:lnTo>
                  <a:cubicBezTo>
                    <a:pt x="7162" y="22535"/>
                    <a:pt x="7204" y="22577"/>
                    <a:pt x="7177" y="22577"/>
                  </a:cubicBezTo>
                  <a:cubicBezTo>
                    <a:pt x="7173" y="22577"/>
                    <a:pt x="7168" y="22576"/>
                    <a:pt x="7160" y="22574"/>
                  </a:cubicBezTo>
                  <a:cubicBezTo>
                    <a:pt x="7120" y="22565"/>
                    <a:pt x="7087" y="22541"/>
                    <a:pt x="7055" y="22517"/>
                  </a:cubicBezTo>
                  <a:cubicBezTo>
                    <a:pt x="7055" y="22517"/>
                    <a:pt x="7013" y="22481"/>
                    <a:pt x="7042" y="22481"/>
                  </a:cubicBezTo>
                  <a:close/>
                  <a:moveTo>
                    <a:pt x="6987" y="23715"/>
                  </a:moveTo>
                  <a:cubicBezTo>
                    <a:pt x="7026" y="23715"/>
                    <a:pt x="7091" y="23748"/>
                    <a:pt x="7120" y="23806"/>
                  </a:cubicBezTo>
                  <a:cubicBezTo>
                    <a:pt x="7115" y="23831"/>
                    <a:pt x="7113" y="23840"/>
                    <a:pt x="7099" y="23840"/>
                  </a:cubicBezTo>
                  <a:cubicBezTo>
                    <a:pt x="7090" y="23840"/>
                    <a:pt x="7077" y="23836"/>
                    <a:pt x="7055" y="23830"/>
                  </a:cubicBezTo>
                  <a:cubicBezTo>
                    <a:pt x="6990" y="23814"/>
                    <a:pt x="6941" y="23765"/>
                    <a:pt x="6957" y="23733"/>
                  </a:cubicBezTo>
                  <a:cubicBezTo>
                    <a:pt x="6960" y="23721"/>
                    <a:pt x="6971" y="23715"/>
                    <a:pt x="6987" y="23715"/>
                  </a:cubicBezTo>
                  <a:close/>
                  <a:moveTo>
                    <a:pt x="5208" y="28548"/>
                  </a:moveTo>
                  <a:cubicBezTo>
                    <a:pt x="5215" y="28548"/>
                    <a:pt x="5241" y="28560"/>
                    <a:pt x="5287" y="28581"/>
                  </a:cubicBezTo>
                  <a:cubicBezTo>
                    <a:pt x="5344" y="28606"/>
                    <a:pt x="5401" y="28630"/>
                    <a:pt x="5384" y="28671"/>
                  </a:cubicBezTo>
                  <a:cubicBezTo>
                    <a:pt x="5413" y="28715"/>
                    <a:pt x="5414" y="28735"/>
                    <a:pt x="5400" y="28735"/>
                  </a:cubicBezTo>
                  <a:cubicBezTo>
                    <a:pt x="5378" y="28735"/>
                    <a:pt x="5320" y="28688"/>
                    <a:pt x="5271" y="28614"/>
                  </a:cubicBezTo>
                  <a:cubicBezTo>
                    <a:pt x="5221" y="28568"/>
                    <a:pt x="5199" y="28548"/>
                    <a:pt x="5208" y="28548"/>
                  </a:cubicBezTo>
                  <a:close/>
                  <a:moveTo>
                    <a:pt x="702" y="1"/>
                  </a:moveTo>
                  <a:cubicBezTo>
                    <a:pt x="693" y="1"/>
                    <a:pt x="678" y="5"/>
                    <a:pt x="658" y="10"/>
                  </a:cubicBezTo>
                  <a:cubicBezTo>
                    <a:pt x="568" y="91"/>
                    <a:pt x="528" y="131"/>
                    <a:pt x="552" y="164"/>
                  </a:cubicBezTo>
                  <a:cubicBezTo>
                    <a:pt x="577" y="188"/>
                    <a:pt x="577" y="188"/>
                    <a:pt x="536" y="229"/>
                  </a:cubicBezTo>
                  <a:lnTo>
                    <a:pt x="479" y="180"/>
                  </a:lnTo>
                  <a:cubicBezTo>
                    <a:pt x="447" y="139"/>
                    <a:pt x="398" y="115"/>
                    <a:pt x="341" y="115"/>
                  </a:cubicBezTo>
                  <a:cubicBezTo>
                    <a:pt x="333" y="114"/>
                    <a:pt x="325" y="113"/>
                    <a:pt x="317" y="113"/>
                  </a:cubicBezTo>
                  <a:cubicBezTo>
                    <a:pt x="238" y="113"/>
                    <a:pt x="172" y="181"/>
                    <a:pt x="260" y="196"/>
                  </a:cubicBezTo>
                  <a:lnTo>
                    <a:pt x="236" y="261"/>
                  </a:lnTo>
                  <a:cubicBezTo>
                    <a:pt x="163" y="339"/>
                    <a:pt x="151" y="388"/>
                    <a:pt x="182" y="388"/>
                  </a:cubicBezTo>
                  <a:cubicBezTo>
                    <a:pt x="202" y="388"/>
                    <a:pt x="241" y="366"/>
                    <a:pt x="293" y="318"/>
                  </a:cubicBezTo>
                  <a:cubicBezTo>
                    <a:pt x="356" y="251"/>
                    <a:pt x="386" y="218"/>
                    <a:pt x="393" y="218"/>
                  </a:cubicBezTo>
                  <a:cubicBezTo>
                    <a:pt x="399" y="218"/>
                    <a:pt x="385" y="247"/>
                    <a:pt x="358" y="302"/>
                  </a:cubicBezTo>
                  <a:cubicBezTo>
                    <a:pt x="268" y="383"/>
                    <a:pt x="293" y="407"/>
                    <a:pt x="317" y="439"/>
                  </a:cubicBezTo>
                  <a:cubicBezTo>
                    <a:pt x="341" y="464"/>
                    <a:pt x="341" y="464"/>
                    <a:pt x="301" y="504"/>
                  </a:cubicBezTo>
                  <a:cubicBezTo>
                    <a:pt x="260" y="545"/>
                    <a:pt x="244" y="610"/>
                    <a:pt x="268" y="642"/>
                  </a:cubicBezTo>
                  <a:cubicBezTo>
                    <a:pt x="279" y="653"/>
                    <a:pt x="285" y="659"/>
                    <a:pt x="292" y="659"/>
                  </a:cubicBezTo>
                  <a:cubicBezTo>
                    <a:pt x="301" y="659"/>
                    <a:pt x="310" y="649"/>
                    <a:pt x="333" y="626"/>
                  </a:cubicBezTo>
                  <a:cubicBezTo>
                    <a:pt x="338" y="603"/>
                    <a:pt x="347" y="593"/>
                    <a:pt x="354" y="593"/>
                  </a:cubicBezTo>
                  <a:cubicBezTo>
                    <a:pt x="370" y="593"/>
                    <a:pt x="381" y="643"/>
                    <a:pt x="341" y="715"/>
                  </a:cubicBezTo>
                  <a:cubicBezTo>
                    <a:pt x="330" y="750"/>
                    <a:pt x="324" y="768"/>
                    <a:pt x="330" y="768"/>
                  </a:cubicBezTo>
                  <a:cubicBezTo>
                    <a:pt x="337" y="768"/>
                    <a:pt x="359" y="746"/>
                    <a:pt x="406" y="699"/>
                  </a:cubicBezTo>
                  <a:cubicBezTo>
                    <a:pt x="436" y="672"/>
                    <a:pt x="461" y="660"/>
                    <a:pt x="479" y="660"/>
                  </a:cubicBezTo>
                  <a:cubicBezTo>
                    <a:pt x="515" y="660"/>
                    <a:pt x="523" y="709"/>
                    <a:pt x="479" y="780"/>
                  </a:cubicBezTo>
                  <a:lnTo>
                    <a:pt x="528" y="837"/>
                  </a:lnTo>
                  <a:cubicBezTo>
                    <a:pt x="533" y="842"/>
                    <a:pt x="539" y="844"/>
                    <a:pt x="546" y="844"/>
                  </a:cubicBezTo>
                  <a:cubicBezTo>
                    <a:pt x="572" y="844"/>
                    <a:pt x="609" y="812"/>
                    <a:pt x="641" y="780"/>
                  </a:cubicBezTo>
                  <a:cubicBezTo>
                    <a:pt x="689" y="737"/>
                    <a:pt x="711" y="717"/>
                    <a:pt x="719" y="717"/>
                  </a:cubicBezTo>
                  <a:cubicBezTo>
                    <a:pt x="726" y="717"/>
                    <a:pt x="722" y="733"/>
                    <a:pt x="714" y="764"/>
                  </a:cubicBezTo>
                  <a:cubicBezTo>
                    <a:pt x="698" y="804"/>
                    <a:pt x="682" y="845"/>
                    <a:pt x="650" y="869"/>
                  </a:cubicBezTo>
                  <a:cubicBezTo>
                    <a:pt x="601" y="910"/>
                    <a:pt x="633" y="942"/>
                    <a:pt x="658" y="966"/>
                  </a:cubicBezTo>
                  <a:cubicBezTo>
                    <a:pt x="676" y="985"/>
                    <a:pt x="708" y="1021"/>
                    <a:pt x="740" y="1021"/>
                  </a:cubicBezTo>
                  <a:cubicBezTo>
                    <a:pt x="750" y="1021"/>
                    <a:pt x="761" y="1017"/>
                    <a:pt x="771" y="1007"/>
                  </a:cubicBezTo>
                  <a:lnTo>
                    <a:pt x="771" y="1007"/>
                  </a:lnTo>
                  <a:lnTo>
                    <a:pt x="731" y="1047"/>
                  </a:lnTo>
                  <a:cubicBezTo>
                    <a:pt x="742" y="1064"/>
                    <a:pt x="726" y="1089"/>
                    <a:pt x="728" y="1089"/>
                  </a:cubicBezTo>
                  <a:cubicBezTo>
                    <a:pt x="730" y="1089"/>
                    <a:pt x="734" y="1084"/>
                    <a:pt x="747" y="1072"/>
                  </a:cubicBezTo>
                  <a:cubicBezTo>
                    <a:pt x="771" y="1112"/>
                    <a:pt x="779" y="1153"/>
                    <a:pt x="779" y="1193"/>
                  </a:cubicBezTo>
                  <a:cubicBezTo>
                    <a:pt x="779" y="1236"/>
                    <a:pt x="810" y="1260"/>
                    <a:pt x="846" y="1260"/>
                  </a:cubicBezTo>
                  <a:cubicBezTo>
                    <a:pt x="893" y="1260"/>
                    <a:pt x="948" y="1220"/>
                    <a:pt x="958" y="1129"/>
                  </a:cubicBezTo>
                  <a:lnTo>
                    <a:pt x="982" y="1153"/>
                  </a:lnTo>
                  <a:cubicBezTo>
                    <a:pt x="989" y="1162"/>
                    <a:pt x="997" y="1165"/>
                    <a:pt x="1005" y="1165"/>
                  </a:cubicBezTo>
                  <a:cubicBezTo>
                    <a:pt x="1026" y="1165"/>
                    <a:pt x="1047" y="1145"/>
                    <a:pt x="1047" y="1145"/>
                  </a:cubicBezTo>
                  <a:cubicBezTo>
                    <a:pt x="1065" y="1130"/>
                    <a:pt x="1080" y="1124"/>
                    <a:pt x="1092" y="1124"/>
                  </a:cubicBezTo>
                  <a:cubicBezTo>
                    <a:pt x="1114" y="1124"/>
                    <a:pt x="1129" y="1141"/>
                    <a:pt x="1144" y="1161"/>
                  </a:cubicBezTo>
                  <a:lnTo>
                    <a:pt x="1055" y="1242"/>
                  </a:lnTo>
                  <a:cubicBezTo>
                    <a:pt x="940" y="1305"/>
                    <a:pt x="911" y="1368"/>
                    <a:pt x="958" y="1368"/>
                  </a:cubicBezTo>
                  <a:cubicBezTo>
                    <a:pt x="977" y="1368"/>
                    <a:pt x="1010" y="1357"/>
                    <a:pt x="1055" y="1331"/>
                  </a:cubicBezTo>
                  <a:lnTo>
                    <a:pt x="1055" y="1331"/>
                  </a:lnTo>
                  <a:lnTo>
                    <a:pt x="1014" y="1372"/>
                  </a:lnTo>
                  <a:cubicBezTo>
                    <a:pt x="966" y="1412"/>
                    <a:pt x="990" y="1437"/>
                    <a:pt x="1079" y="1453"/>
                  </a:cubicBezTo>
                  <a:cubicBezTo>
                    <a:pt x="1084" y="1457"/>
                    <a:pt x="1091" y="1459"/>
                    <a:pt x="1101" y="1459"/>
                  </a:cubicBezTo>
                  <a:cubicBezTo>
                    <a:pt x="1144" y="1459"/>
                    <a:pt x="1226" y="1421"/>
                    <a:pt x="1266" y="1388"/>
                  </a:cubicBezTo>
                  <a:cubicBezTo>
                    <a:pt x="1281" y="1372"/>
                    <a:pt x="1295" y="1368"/>
                    <a:pt x="1305" y="1368"/>
                  </a:cubicBezTo>
                  <a:cubicBezTo>
                    <a:pt x="1321" y="1368"/>
                    <a:pt x="1331" y="1380"/>
                    <a:pt x="1331" y="1380"/>
                  </a:cubicBezTo>
                  <a:cubicBezTo>
                    <a:pt x="1355" y="1404"/>
                    <a:pt x="1355" y="1404"/>
                    <a:pt x="1314" y="1445"/>
                  </a:cubicBezTo>
                  <a:cubicBezTo>
                    <a:pt x="1244" y="1504"/>
                    <a:pt x="1250" y="1545"/>
                    <a:pt x="1302" y="1545"/>
                  </a:cubicBezTo>
                  <a:cubicBezTo>
                    <a:pt x="1322" y="1545"/>
                    <a:pt x="1348" y="1539"/>
                    <a:pt x="1379" y="1526"/>
                  </a:cubicBezTo>
                  <a:lnTo>
                    <a:pt x="1379" y="1526"/>
                  </a:lnTo>
                  <a:lnTo>
                    <a:pt x="1339" y="1566"/>
                  </a:lnTo>
                  <a:cubicBezTo>
                    <a:pt x="1290" y="1607"/>
                    <a:pt x="1274" y="1672"/>
                    <a:pt x="1428" y="1769"/>
                  </a:cubicBezTo>
                  <a:cubicBezTo>
                    <a:pt x="1517" y="1883"/>
                    <a:pt x="1590" y="1972"/>
                    <a:pt x="1541" y="2004"/>
                  </a:cubicBezTo>
                  <a:cubicBezTo>
                    <a:pt x="1503" y="2036"/>
                    <a:pt x="1611" y="2068"/>
                    <a:pt x="1727" y="2068"/>
                  </a:cubicBezTo>
                  <a:cubicBezTo>
                    <a:pt x="1757" y="2068"/>
                    <a:pt x="1788" y="2066"/>
                    <a:pt x="1817" y="2061"/>
                  </a:cubicBezTo>
                  <a:lnTo>
                    <a:pt x="1817" y="2061"/>
                  </a:lnTo>
                  <a:cubicBezTo>
                    <a:pt x="1768" y="2101"/>
                    <a:pt x="1793" y="2126"/>
                    <a:pt x="1841" y="2183"/>
                  </a:cubicBezTo>
                  <a:cubicBezTo>
                    <a:pt x="1906" y="2272"/>
                    <a:pt x="1906" y="2272"/>
                    <a:pt x="1858" y="2304"/>
                  </a:cubicBezTo>
                  <a:cubicBezTo>
                    <a:pt x="1786" y="2335"/>
                    <a:pt x="1759" y="2346"/>
                    <a:pt x="1785" y="2346"/>
                  </a:cubicBezTo>
                  <a:cubicBezTo>
                    <a:pt x="1799" y="2346"/>
                    <a:pt x="1831" y="2343"/>
                    <a:pt x="1882" y="2337"/>
                  </a:cubicBezTo>
                  <a:cubicBezTo>
                    <a:pt x="1900" y="2329"/>
                    <a:pt x="1916" y="2325"/>
                    <a:pt x="1929" y="2325"/>
                  </a:cubicBezTo>
                  <a:cubicBezTo>
                    <a:pt x="2000" y="2325"/>
                    <a:pt x="2004" y="2421"/>
                    <a:pt x="1922" y="2483"/>
                  </a:cubicBezTo>
                  <a:cubicBezTo>
                    <a:pt x="1882" y="2523"/>
                    <a:pt x="1898" y="2547"/>
                    <a:pt x="1939" y="2604"/>
                  </a:cubicBezTo>
                  <a:cubicBezTo>
                    <a:pt x="2012" y="2604"/>
                    <a:pt x="2052" y="2661"/>
                    <a:pt x="2093" y="2718"/>
                  </a:cubicBezTo>
                  <a:cubicBezTo>
                    <a:pt x="2127" y="2765"/>
                    <a:pt x="2143" y="2787"/>
                    <a:pt x="2165" y="2787"/>
                  </a:cubicBezTo>
                  <a:cubicBezTo>
                    <a:pt x="2184" y="2787"/>
                    <a:pt x="2209" y="2769"/>
                    <a:pt x="2255" y="2734"/>
                  </a:cubicBezTo>
                  <a:cubicBezTo>
                    <a:pt x="2297" y="2703"/>
                    <a:pt x="2325" y="2689"/>
                    <a:pt x="2347" y="2689"/>
                  </a:cubicBezTo>
                  <a:cubicBezTo>
                    <a:pt x="2376" y="2689"/>
                    <a:pt x="2394" y="2713"/>
                    <a:pt x="2417" y="2750"/>
                  </a:cubicBezTo>
                  <a:cubicBezTo>
                    <a:pt x="2441" y="2774"/>
                    <a:pt x="2458" y="2807"/>
                    <a:pt x="2409" y="2839"/>
                  </a:cubicBezTo>
                  <a:cubicBezTo>
                    <a:pt x="2409" y="2839"/>
                    <a:pt x="2385" y="2904"/>
                    <a:pt x="2409" y="2937"/>
                  </a:cubicBezTo>
                  <a:cubicBezTo>
                    <a:pt x="2425" y="2961"/>
                    <a:pt x="2449" y="2993"/>
                    <a:pt x="2401" y="3026"/>
                  </a:cubicBezTo>
                  <a:cubicBezTo>
                    <a:pt x="2385" y="3066"/>
                    <a:pt x="2393" y="3115"/>
                    <a:pt x="2417" y="3147"/>
                  </a:cubicBezTo>
                  <a:cubicBezTo>
                    <a:pt x="2458" y="3212"/>
                    <a:pt x="2506" y="3269"/>
                    <a:pt x="2449" y="3301"/>
                  </a:cubicBezTo>
                  <a:cubicBezTo>
                    <a:pt x="2461" y="3317"/>
                    <a:pt x="2467" y="3325"/>
                    <a:pt x="2475" y="3325"/>
                  </a:cubicBezTo>
                  <a:cubicBezTo>
                    <a:pt x="2485" y="3325"/>
                    <a:pt x="2497" y="3315"/>
                    <a:pt x="2522" y="3293"/>
                  </a:cubicBezTo>
                  <a:cubicBezTo>
                    <a:pt x="2539" y="3282"/>
                    <a:pt x="2557" y="3274"/>
                    <a:pt x="2576" y="3274"/>
                  </a:cubicBezTo>
                  <a:cubicBezTo>
                    <a:pt x="2611" y="3274"/>
                    <a:pt x="2647" y="3305"/>
                    <a:pt x="2668" y="3407"/>
                  </a:cubicBezTo>
                  <a:cubicBezTo>
                    <a:pt x="2703" y="3462"/>
                    <a:pt x="2755" y="3535"/>
                    <a:pt x="2800" y="3535"/>
                  </a:cubicBezTo>
                  <a:cubicBezTo>
                    <a:pt x="2808" y="3535"/>
                    <a:pt x="2815" y="3533"/>
                    <a:pt x="2822" y="3528"/>
                  </a:cubicBezTo>
                  <a:lnTo>
                    <a:pt x="2822" y="3528"/>
                  </a:lnTo>
                  <a:cubicBezTo>
                    <a:pt x="2847" y="3553"/>
                    <a:pt x="2847" y="3553"/>
                    <a:pt x="2790" y="3593"/>
                  </a:cubicBezTo>
                  <a:cubicBezTo>
                    <a:pt x="2699" y="3654"/>
                    <a:pt x="2729" y="3708"/>
                    <a:pt x="2846" y="3708"/>
                  </a:cubicBezTo>
                  <a:cubicBezTo>
                    <a:pt x="2854" y="3708"/>
                    <a:pt x="2862" y="3707"/>
                    <a:pt x="2871" y="3707"/>
                  </a:cubicBezTo>
                  <a:cubicBezTo>
                    <a:pt x="2886" y="3698"/>
                    <a:pt x="2899" y="3694"/>
                    <a:pt x="2908" y="3694"/>
                  </a:cubicBezTo>
                  <a:cubicBezTo>
                    <a:pt x="2933" y="3694"/>
                    <a:pt x="2935" y="3724"/>
                    <a:pt x="2912" y="3772"/>
                  </a:cubicBezTo>
                  <a:cubicBezTo>
                    <a:pt x="2912" y="3772"/>
                    <a:pt x="2936" y="3796"/>
                    <a:pt x="3009" y="3796"/>
                  </a:cubicBezTo>
                  <a:cubicBezTo>
                    <a:pt x="3023" y="3794"/>
                    <a:pt x="3035" y="3793"/>
                    <a:pt x="3043" y="3793"/>
                  </a:cubicBezTo>
                  <a:cubicBezTo>
                    <a:pt x="3073" y="3793"/>
                    <a:pt x="3072" y="3810"/>
                    <a:pt x="3066" y="3885"/>
                  </a:cubicBezTo>
                  <a:cubicBezTo>
                    <a:pt x="3017" y="3918"/>
                    <a:pt x="3033" y="3950"/>
                    <a:pt x="3058" y="3974"/>
                  </a:cubicBezTo>
                  <a:cubicBezTo>
                    <a:pt x="3147" y="4007"/>
                    <a:pt x="3358" y="4339"/>
                    <a:pt x="3325" y="4404"/>
                  </a:cubicBezTo>
                  <a:cubicBezTo>
                    <a:pt x="3398" y="4404"/>
                    <a:pt x="3398" y="4404"/>
                    <a:pt x="3414" y="4437"/>
                  </a:cubicBezTo>
                  <a:cubicBezTo>
                    <a:pt x="3371" y="4485"/>
                    <a:pt x="3372" y="4507"/>
                    <a:pt x="3397" y="4507"/>
                  </a:cubicBezTo>
                  <a:cubicBezTo>
                    <a:pt x="3419" y="4507"/>
                    <a:pt x="3459" y="4491"/>
                    <a:pt x="3503" y="4461"/>
                  </a:cubicBezTo>
                  <a:lnTo>
                    <a:pt x="3487" y="4437"/>
                  </a:lnTo>
                  <a:lnTo>
                    <a:pt x="3463" y="4404"/>
                  </a:lnTo>
                  <a:cubicBezTo>
                    <a:pt x="3488" y="4389"/>
                    <a:pt x="3510" y="4382"/>
                    <a:pt x="3528" y="4382"/>
                  </a:cubicBezTo>
                  <a:cubicBezTo>
                    <a:pt x="3583" y="4382"/>
                    <a:pt x="3589" y="4451"/>
                    <a:pt x="3471" y="4526"/>
                  </a:cubicBezTo>
                  <a:cubicBezTo>
                    <a:pt x="3420" y="4587"/>
                    <a:pt x="3401" y="4610"/>
                    <a:pt x="3425" y="4610"/>
                  </a:cubicBezTo>
                  <a:cubicBezTo>
                    <a:pt x="3439" y="4610"/>
                    <a:pt x="3467" y="4602"/>
                    <a:pt x="3512" y="4591"/>
                  </a:cubicBezTo>
                  <a:cubicBezTo>
                    <a:pt x="3545" y="4582"/>
                    <a:pt x="3570" y="4577"/>
                    <a:pt x="3588" y="4577"/>
                  </a:cubicBezTo>
                  <a:cubicBezTo>
                    <a:pt x="3635" y="4577"/>
                    <a:pt x="3627" y="4609"/>
                    <a:pt x="3568" y="4680"/>
                  </a:cubicBezTo>
                  <a:cubicBezTo>
                    <a:pt x="3511" y="4718"/>
                    <a:pt x="3485" y="4733"/>
                    <a:pt x="3497" y="4733"/>
                  </a:cubicBezTo>
                  <a:cubicBezTo>
                    <a:pt x="3506" y="4733"/>
                    <a:pt x="3534" y="4726"/>
                    <a:pt x="3585" y="4712"/>
                  </a:cubicBezTo>
                  <a:cubicBezTo>
                    <a:pt x="3650" y="4695"/>
                    <a:pt x="3706" y="4687"/>
                    <a:pt x="3748" y="4687"/>
                  </a:cubicBezTo>
                  <a:cubicBezTo>
                    <a:pt x="3862" y="4687"/>
                    <a:pt x="3878" y="4745"/>
                    <a:pt x="3730" y="4834"/>
                  </a:cubicBezTo>
                  <a:cubicBezTo>
                    <a:pt x="3633" y="4899"/>
                    <a:pt x="3593" y="4955"/>
                    <a:pt x="3617" y="4988"/>
                  </a:cubicBezTo>
                  <a:cubicBezTo>
                    <a:pt x="3622" y="4997"/>
                    <a:pt x="3629" y="5001"/>
                    <a:pt x="3639" y="5001"/>
                  </a:cubicBezTo>
                  <a:cubicBezTo>
                    <a:pt x="3662" y="5001"/>
                    <a:pt x="3698" y="4978"/>
                    <a:pt x="3739" y="4955"/>
                  </a:cubicBezTo>
                  <a:cubicBezTo>
                    <a:pt x="3770" y="4921"/>
                    <a:pt x="3792" y="4905"/>
                    <a:pt x="3803" y="4905"/>
                  </a:cubicBezTo>
                  <a:cubicBezTo>
                    <a:pt x="3820" y="4905"/>
                    <a:pt x="3811" y="4946"/>
                    <a:pt x="3771" y="5020"/>
                  </a:cubicBezTo>
                  <a:cubicBezTo>
                    <a:pt x="3674" y="5207"/>
                    <a:pt x="3706" y="5272"/>
                    <a:pt x="3860" y="5304"/>
                  </a:cubicBezTo>
                  <a:cubicBezTo>
                    <a:pt x="4013" y="5359"/>
                    <a:pt x="4076" y="5433"/>
                    <a:pt x="3991" y="5433"/>
                  </a:cubicBezTo>
                  <a:cubicBezTo>
                    <a:pt x="3976" y="5433"/>
                    <a:pt x="3957" y="5430"/>
                    <a:pt x="3933" y="5426"/>
                  </a:cubicBezTo>
                  <a:cubicBezTo>
                    <a:pt x="3795" y="5426"/>
                    <a:pt x="3795" y="5426"/>
                    <a:pt x="3885" y="5458"/>
                  </a:cubicBezTo>
                  <a:lnTo>
                    <a:pt x="3974" y="5612"/>
                  </a:lnTo>
                  <a:cubicBezTo>
                    <a:pt x="3982" y="5630"/>
                    <a:pt x="4007" y="5638"/>
                    <a:pt x="4036" y="5638"/>
                  </a:cubicBezTo>
                  <a:cubicBezTo>
                    <a:pt x="4061" y="5638"/>
                    <a:pt x="4089" y="5632"/>
                    <a:pt x="4112" y="5620"/>
                  </a:cubicBezTo>
                  <a:lnTo>
                    <a:pt x="4112" y="5620"/>
                  </a:lnTo>
                  <a:cubicBezTo>
                    <a:pt x="4022" y="5709"/>
                    <a:pt x="4006" y="5799"/>
                    <a:pt x="4144" y="5807"/>
                  </a:cubicBezTo>
                  <a:lnTo>
                    <a:pt x="4176" y="5872"/>
                  </a:lnTo>
                  <a:cubicBezTo>
                    <a:pt x="4193" y="5904"/>
                    <a:pt x="4193" y="5904"/>
                    <a:pt x="4266" y="5904"/>
                  </a:cubicBezTo>
                  <a:cubicBezTo>
                    <a:pt x="4330" y="5904"/>
                    <a:pt x="4298" y="5969"/>
                    <a:pt x="4257" y="6026"/>
                  </a:cubicBezTo>
                  <a:cubicBezTo>
                    <a:pt x="4230" y="6080"/>
                    <a:pt x="4197" y="6129"/>
                    <a:pt x="4221" y="6129"/>
                  </a:cubicBezTo>
                  <a:cubicBezTo>
                    <a:pt x="4225" y="6129"/>
                    <a:pt x="4232" y="6127"/>
                    <a:pt x="4241" y="6123"/>
                  </a:cubicBezTo>
                  <a:cubicBezTo>
                    <a:pt x="4255" y="6114"/>
                    <a:pt x="4272" y="6110"/>
                    <a:pt x="4292" y="6110"/>
                  </a:cubicBezTo>
                  <a:cubicBezTo>
                    <a:pt x="4340" y="6110"/>
                    <a:pt x="4400" y="6131"/>
                    <a:pt x="4452" y="6131"/>
                  </a:cubicBezTo>
                  <a:cubicBezTo>
                    <a:pt x="4517" y="6139"/>
                    <a:pt x="4485" y="6196"/>
                    <a:pt x="4412" y="6196"/>
                  </a:cubicBezTo>
                  <a:cubicBezTo>
                    <a:pt x="4363" y="6220"/>
                    <a:pt x="4363" y="6220"/>
                    <a:pt x="4339" y="6309"/>
                  </a:cubicBezTo>
                  <a:cubicBezTo>
                    <a:pt x="4352" y="6337"/>
                    <a:pt x="4378" y="6388"/>
                    <a:pt x="4420" y="6388"/>
                  </a:cubicBezTo>
                  <a:cubicBezTo>
                    <a:pt x="4427" y="6388"/>
                    <a:pt x="4435" y="6386"/>
                    <a:pt x="4444" y="6382"/>
                  </a:cubicBezTo>
                  <a:cubicBezTo>
                    <a:pt x="4448" y="6380"/>
                    <a:pt x="4453" y="6379"/>
                    <a:pt x="4458" y="6379"/>
                  </a:cubicBezTo>
                  <a:cubicBezTo>
                    <a:pt x="4515" y="6379"/>
                    <a:pt x="4595" y="6549"/>
                    <a:pt x="4557" y="6601"/>
                  </a:cubicBezTo>
                  <a:cubicBezTo>
                    <a:pt x="4557" y="6601"/>
                    <a:pt x="4574" y="6634"/>
                    <a:pt x="4590" y="6666"/>
                  </a:cubicBezTo>
                  <a:cubicBezTo>
                    <a:pt x="4606" y="6699"/>
                    <a:pt x="4671" y="6707"/>
                    <a:pt x="4687" y="6739"/>
                  </a:cubicBezTo>
                  <a:cubicBezTo>
                    <a:pt x="4687" y="6739"/>
                    <a:pt x="4703" y="6772"/>
                    <a:pt x="4776" y="6780"/>
                  </a:cubicBezTo>
                  <a:cubicBezTo>
                    <a:pt x="4784" y="6812"/>
                    <a:pt x="4801" y="6845"/>
                    <a:pt x="4752" y="6869"/>
                  </a:cubicBezTo>
                  <a:cubicBezTo>
                    <a:pt x="4790" y="6864"/>
                    <a:pt x="4816" y="6860"/>
                    <a:pt x="4831" y="6860"/>
                  </a:cubicBezTo>
                  <a:cubicBezTo>
                    <a:pt x="4865" y="6860"/>
                    <a:pt x="4846" y="6878"/>
                    <a:pt x="4784" y="6934"/>
                  </a:cubicBezTo>
                  <a:cubicBezTo>
                    <a:pt x="4716" y="6968"/>
                    <a:pt x="4689" y="6982"/>
                    <a:pt x="4705" y="6982"/>
                  </a:cubicBezTo>
                  <a:cubicBezTo>
                    <a:pt x="4715" y="6982"/>
                    <a:pt x="4744" y="6976"/>
                    <a:pt x="4793" y="6966"/>
                  </a:cubicBezTo>
                  <a:cubicBezTo>
                    <a:pt x="4866" y="6974"/>
                    <a:pt x="4866" y="6974"/>
                    <a:pt x="4825" y="7031"/>
                  </a:cubicBezTo>
                  <a:cubicBezTo>
                    <a:pt x="4791" y="7054"/>
                    <a:pt x="4789" y="7077"/>
                    <a:pt x="4808" y="7077"/>
                  </a:cubicBezTo>
                  <a:cubicBezTo>
                    <a:pt x="4816" y="7077"/>
                    <a:pt x="4827" y="7073"/>
                    <a:pt x="4841" y="7063"/>
                  </a:cubicBezTo>
                  <a:cubicBezTo>
                    <a:pt x="4853" y="7062"/>
                    <a:pt x="4865" y="7061"/>
                    <a:pt x="4876" y="7061"/>
                  </a:cubicBezTo>
                  <a:cubicBezTo>
                    <a:pt x="4981" y="7061"/>
                    <a:pt x="5058" y="7125"/>
                    <a:pt x="4963" y="7169"/>
                  </a:cubicBezTo>
                  <a:cubicBezTo>
                    <a:pt x="4963" y="7169"/>
                    <a:pt x="4971" y="7201"/>
                    <a:pt x="5044" y="7209"/>
                  </a:cubicBezTo>
                  <a:cubicBezTo>
                    <a:pt x="5088" y="7203"/>
                    <a:pt x="5117" y="7200"/>
                    <a:pt x="5129" y="7200"/>
                  </a:cubicBezTo>
                  <a:cubicBezTo>
                    <a:pt x="5151" y="7200"/>
                    <a:pt x="5127" y="7211"/>
                    <a:pt x="5060" y="7242"/>
                  </a:cubicBezTo>
                  <a:cubicBezTo>
                    <a:pt x="4986" y="7316"/>
                    <a:pt x="4979" y="7351"/>
                    <a:pt x="5055" y="7351"/>
                  </a:cubicBezTo>
                  <a:cubicBezTo>
                    <a:pt x="5069" y="7351"/>
                    <a:pt x="5087" y="7350"/>
                    <a:pt x="5109" y="7347"/>
                  </a:cubicBezTo>
                  <a:cubicBezTo>
                    <a:pt x="5109" y="7347"/>
                    <a:pt x="5174" y="7355"/>
                    <a:pt x="5133" y="7412"/>
                  </a:cubicBezTo>
                  <a:cubicBezTo>
                    <a:pt x="5112" y="7488"/>
                    <a:pt x="5133" y="7664"/>
                    <a:pt x="5195" y="7664"/>
                  </a:cubicBezTo>
                  <a:cubicBezTo>
                    <a:pt x="5205" y="7664"/>
                    <a:pt x="5217" y="7659"/>
                    <a:pt x="5230" y="7647"/>
                  </a:cubicBezTo>
                  <a:lnTo>
                    <a:pt x="5263" y="7712"/>
                  </a:lnTo>
                  <a:cubicBezTo>
                    <a:pt x="5239" y="7801"/>
                    <a:pt x="5247" y="7834"/>
                    <a:pt x="5320" y="7842"/>
                  </a:cubicBezTo>
                  <a:lnTo>
                    <a:pt x="5393" y="7850"/>
                  </a:lnTo>
                  <a:cubicBezTo>
                    <a:pt x="5336" y="7874"/>
                    <a:pt x="5295" y="7931"/>
                    <a:pt x="5311" y="7963"/>
                  </a:cubicBezTo>
                  <a:cubicBezTo>
                    <a:pt x="5316" y="7982"/>
                    <a:pt x="5318" y="7990"/>
                    <a:pt x="5330" y="7990"/>
                  </a:cubicBezTo>
                  <a:cubicBezTo>
                    <a:pt x="5339" y="7990"/>
                    <a:pt x="5353" y="7986"/>
                    <a:pt x="5376" y="7980"/>
                  </a:cubicBezTo>
                  <a:cubicBezTo>
                    <a:pt x="5392" y="7957"/>
                    <a:pt x="5405" y="7949"/>
                    <a:pt x="5415" y="7949"/>
                  </a:cubicBezTo>
                  <a:cubicBezTo>
                    <a:pt x="5430" y="7949"/>
                    <a:pt x="5440" y="7968"/>
                    <a:pt x="5449" y="7988"/>
                  </a:cubicBezTo>
                  <a:cubicBezTo>
                    <a:pt x="5457" y="8020"/>
                    <a:pt x="5417" y="8077"/>
                    <a:pt x="5368" y="8101"/>
                  </a:cubicBezTo>
                  <a:lnTo>
                    <a:pt x="5376" y="8134"/>
                  </a:lnTo>
                  <a:cubicBezTo>
                    <a:pt x="5419" y="8115"/>
                    <a:pt x="5448" y="8108"/>
                    <a:pt x="5465" y="8108"/>
                  </a:cubicBezTo>
                  <a:cubicBezTo>
                    <a:pt x="5492" y="8108"/>
                    <a:pt x="5485" y="8127"/>
                    <a:pt x="5449" y="8142"/>
                  </a:cubicBezTo>
                  <a:cubicBezTo>
                    <a:pt x="5417" y="8174"/>
                    <a:pt x="5409" y="8223"/>
                    <a:pt x="5433" y="8263"/>
                  </a:cubicBezTo>
                  <a:cubicBezTo>
                    <a:pt x="5441" y="8261"/>
                    <a:pt x="5446" y="8260"/>
                    <a:pt x="5451" y="8260"/>
                  </a:cubicBezTo>
                  <a:cubicBezTo>
                    <a:pt x="5471" y="8260"/>
                    <a:pt x="5462" y="8278"/>
                    <a:pt x="5449" y="8278"/>
                  </a:cubicBezTo>
                  <a:cubicBezTo>
                    <a:pt x="5444" y="8278"/>
                    <a:pt x="5438" y="8274"/>
                    <a:pt x="5433" y="8263"/>
                  </a:cubicBezTo>
                  <a:lnTo>
                    <a:pt x="5376" y="8288"/>
                  </a:lnTo>
                  <a:cubicBezTo>
                    <a:pt x="5357" y="8315"/>
                    <a:pt x="5360" y="8323"/>
                    <a:pt x="5374" y="8323"/>
                  </a:cubicBezTo>
                  <a:cubicBezTo>
                    <a:pt x="5390" y="8323"/>
                    <a:pt x="5419" y="8312"/>
                    <a:pt x="5449" y="8304"/>
                  </a:cubicBezTo>
                  <a:lnTo>
                    <a:pt x="5474" y="8369"/>
                  </a:lnTo>
                  <a:cubicBezTo>
                    <a:pt x="5479" y="8388"/>
                    <a:pt x="5486" y="8408"/>
                    <a:pt x="5501" y="8408"/>
                  </a:cubicBezTo>
                  <a:cubicBezTo>
                    <a:pt x="5510" y="8408"/>
                    <a:pt x="5522" y="8399"/>
                    <a:pt x="5539" y="8377"/>
                  </a:cubicBezTo>
                  <a:cubicBezTo>
                    <a:pt x="5575" y="8366"/>
                    <a:pt x="5611" y="8353"/>
                    <a:pt x="5637" y="8353"/>
                  </a:cubicBezTo>
                  <a:cubicBezTo>
                    <a:pt x="5651" y="8353"/>
                    <a:pt x="5662" y="8357"/>
                    <a:pt x="5668" y="8369"/>
                  </a:cubicBezTo>
                  <a:cubicBezTo>
                    <a:pt x="5677" y="8364"/>
                    <a:pt x="5683" y="8363"/>
                    <a:pt x="5687" y="8363"/>
                  </a:cubicBezTo>
                  <a:cubicBezTo>
                    <a:pt x="5698" y="8363"/>
                    <a:pt x="5687" y="8379"/>
                    <a:pt x="5678" y="8379"/>
                  </a:cubicBezTo>
                  <a:cubicBezTo>
                    <a:pt x="5674" y="8379"/>
                    <a:pt x="5670" y="8376"/>
                    <a:pt x="5668" y="8369"/>
                  </a:cubicBezTo>
                  <a:cubicBezTo>
                    <a:pt x="5611" y="8393"/>
                    <a:pt x="5555" y="8417"/>
                    <a:pt x="5571" y="8450"/>
                  </a:cubicBezTo>
                  <a:cubicBezTo>
                    <a:pt x="5579" y="8482"/>
                    <a:pt x="5522" y="8507"/>
                    <a:pt x="5522" y="8507"/>
                  </a:cubicBezTo>
                  <a:cubicBezTo>
                    <a:pt x="5401" y="8515"/>
                    <a:pt x="5506" y="8628"/>
                    <a:pt x="5579" y="8636"/>
                  </a:cubicBezTo>
                  <a:cubicBezTo>
                    <a:pt x="5717" y="8661"/>
                    <a:pt x="5725" y="8693"/>
                    <a:pt x="5611" y="8742"/>
                  </a:cubicBezTo>
                  <a:cubicBezTo>
                    <a:pt x="5540" y="8769"/>
                    <a:pt x="5580" y="8789"/>
                    <a:pt x="5669" y="8789"/>
                  </a:cubicBezTo>
                  <a:cubicBezTo>
                    <a:pt x="5711" y="8789"/>
                    <a:pt x="5765" y="8785"/>
                    <a:pt x="5822" y="8774"/>
                  </a:cubicBezTo>
                  <a:lnTo>
                    <a:pt x="6001" y="8750"/>
                  </a:lnTo>
                  <a:lnTo>
                    <a:pt x="6001" y="8750"/>
                  </a:lnTo>
                  <a:lnTo>
                    <a:pt x="5838" y="8807"/>
                  </a:lnTo>
                  <a:cubicBezTo>
                    <a:pt x="5628" y="8928"/>
                    <a:pt x="5628" y="8928"/>
                    <a:pt x="5774" y="8985"/>
                  </a:cubicBezTo>
                  <a:cubicBezTo>
                    <a:pt x="5855" y="9034"/>
                    <a:pt x="5855" y="9034"/>
                    <a:pt x="5798" y="9058"/>
                  </a:cubicBezTo>
                  <a:cubicBezTo>
                    <a:pt x="5741" y="9074"/>
                    <a:pt x="5757" y="9107"/>
                    <a:pt x="5790" y="9212"/>
                  </a:cubicBezTo>
                  <a:cubicBezTo>
                    <a:pt x="5824" y="9300"/>
                    <a:pt x="5835" y="9338"/>
                    <a:pt x="5871" y="9338"/>
                  </a:cubicBezTo>
                  <a:cubicBezTo>
                    <a:pt x="5878" y="9338"/>
                    <a:pt x="5886" y="9336"/>
                    <a:pt x="5895" y="9334"/>
                  </a:cubicBezTo>
                  <a:cubicBezTo>
                    <a:pt x="5895" y="9334"/>
                    <a:pt x="5903" y="9366"/>
                    <a:pt x="5920" y="9398"/>
                  </a:cubicBezTo>
                  <a:cubicBezTo>
                    <a:pt x="5851" y="9446"/>
                    <a:pt x="5861" y="9483"/>
                    <a:pt x="5906" y="9483"/>
                  </a:cubicBezTo>
                  <a:cubicBezTo>
                    <a:pt x="5930" y="9483"/>
                    <a:pt x="5964" y="9473"/>
                    <a:pt x="6001" y="9447"/>
                  </a:cubicBezTo>
                  <a:lnTo>
                    <a:pt x="6025" y="9512"/>
                  </a:lnTo>
                  <a:lnTo>
                    <a:pt x="5968" y="9536"/>
                  </a:lnTo>
                  <a:cubicBezTo>
                    <a:pt x="5911" y="9552"/>
                    <a:pt x="5936" y="9625"/>
                    <a:pt x="6025" y="9901"/>
                  </a:cubicBezTo>
                  <a:cubicBezTo>
                    <a:pt x="6110" y="10150"/>
                    <a:pt x="6127" y="10219"/>
                    <a:pt x="6190" y="10219"/>
                  </a:cubicBezTo>
                  <a:cubicBezTo>
                    <a:pt x="6205" y="10219"/>
                    <a:pt x="6222" y="10215"/>
                    <a:pt x="6244" y="10209"/>
                  </a:cubicBezTo>
                  <a:cubicBezTo>
                    <a:pt x="6255" y="10209"/>
                    <a:pt x="6266" y="10208"/>
                    <a:pt x="6275" y="10208"/>
                  </a:cubicBezTo>
                  <a:cubicBezTo>
                    <a:pt x="6374" y="10208"/>
                    <a:pt x="6372" y="10245"/>
                    <a:pt x="6268" y="10274"/>
                  </a:cubicBezTo>
                  <a:cubicBezTo>
                    <a:pt x="6218" y="10288"/>
                    <a:pt x="6175" y="10334"/>
                    <a:pt x="6203" y="10334"/>
                  </a:cubicBezTo>
                  <a:cubicBezTo>
                    <a:pt x="6207" y="10334"/>
                    <a:pt x="6213" y="10333"/>
                    <a:pt x="6220" y="10331"/>
                  </a:cubicBezTo>
                  <a:lnTo>
                    <a:pt x="6220" y="10331"/>
                  </a:lnTo>
                  <a:cubicBezTo>
                    <a:pt x="6236" y="10371"/>
                    <a:pt x="6220" y="10420"/>
                    <a:pt x="6195" y="10452"/>
                  </a:cubicBezTo>
                  <a:cubicBezTo>
                    <a:pt x="6130" y="10563"/>
                    <a:pt x="6159" y="10595"/>
                    <a:pt x="6203" y="10595"/>
                  </a:cubicBezTo>
                  <a:cubicBezTo>
                    <a:pt x="6213" y="10595"/>
                    <a:pt x="6225" y="10593"/>
                    <a:pt x="6236" y="10590"/>
                  </a:cubicBezTo>
                  <a:cubicBezTo>
                    <a:pt x="6272" y="10565"/>
                    <a:pt x="6290" y="10555"/>
                    <a:pt x="6296" y="10555"/>
                  </a:cubicBezTo>
                  <a:cubicBezTo>
                    <a:pt x="6308" y="10555"/>
                    <a:pt x="6276" y="10591"/>
                    <a:pt x="6244" y="10623"/>
                  </a:cubicBezTo>
                  <a:cubicBezTo>
                    <a:pt x="6201" y="10666"/>
                    <a:pt x="6164" y="10715"/>
                    <a:pt x="6195" y="10715"/>
                  </a:cubicBezTo>
                  <a:cubicBezTo>
                    <a:pt x="6199" y="10715"/>
                    <a:pt x="6205" y="10714"/>
                    <a:pt x="6211" y="10712"/>
                  </a:cubicBezTo>
                  <a:cubicBezTo>
                    <a:pt x="6276" y="10728"/>
                    <a:pt x="6398" y="10915"/>
                    <a:pt x="6284" y="10947"/>
                  </a:cubicBezTo>
                  <a:lnTo>
                    <a:pt x="6301" y="11020"/>
                  </a:lnTo>
                  <a:cubicBezTo>
                    <a:pt x="6306" y="11018"/>
                    <a:pt x="6311" y="11018"/>
                    <a:pt x="6316" y="11018"/>
                  </a:cubicBezTo>
                  <a:cubicBezTo>
                    <a:pt x="6361" y="11018"/>
                    <a:pt x="6375" y="11083"/>
                    <a:pt x="6390" y="11142"/>
                  </a:cubicBezTo>
                  <a:cubicBezTo>
                    <a:pt x="6414" y="11215"/>
                    <a:pt x="6422" y="11247"/>
                    <a:pt x="6366" y="11263"/>
                  </a:cubicBezTo>
                  <a:cubicBezTo>
                    <a:pt x="6353" y="11260"/>
                    <a:pt x="6343" y="11259"/>
                    <a:pt x="6335" y="11259"/>
                  </a:cubicBezTo>
                  <a:cubicBezTo>
                    <a:pt x="6298" y="11259"/>
                    <a:pt x="6315" y="11289"/>
                    <a:pt x="6382" y="11336"/>
                  </a:cubicBezTo>
                  <a:cubicBezTo>
                    <a:pt x="6390" y="11369"/>
                    <a:pt x="6511" y="11377"/>
                    <a:pt x="6520" y="11409"/>
                  </a:cubicBezTo>
                  <a:cubicBezTo>
                    <a:pt x="6532" y="11406"/>
                    <a:pt x="6545" y="11404"/>
                    <a:pt x="6558" y="11404"/>
                  </a:cubicBezTo>
                  <a:cubicBezTo>
                    <a:pt x="6605" y="11404"/>
                    <a:pt x="6651" y="11424"/>
                    <a:pt x="6657" y="11450"/>
                  </a:cubicBezTo>
                  <a:lnTo>
                    <a:pt x="6601" y="11466"/>
                  </a:lnTo>
                  <a:lnTo>
                    <a:pt x="6479" y="11498"/>
                  </a:lnTo>
                  <a:cubicBezTo>
                    <a:pt x="6492" y="11525"/>
                    <a:pt x="6500" y="11551"/>
                    <a:pt x="6533" y="11551"/>
                  </a:cubicBezTo>
                  <a:cubicBezTo>
                    <a:pt x="6541" y="11551"/>
                    <a:pt x="6550" y="11550"/>
                    <a:pt x="6560" y="11547"/>
                  </a:cubicBezTo>
                  <a:lnTo>
                    <a:pt x="6560" y="11547"/>
                  </a:lnTo>
                  <a:cubicBezTo>
                    <a:pt x="6511" y="11596"/>
                    <a:pt x="6520" y="11636"/>
                    <a:pt x="6536" y="11701"/>
                  </a:cubicBezTo>
                  <a:cubicBezTo>
                    <a:pt x="6552" y="11774"/>
                    <a:pt x="6576" y="11847"/>
                    <a:pt x="6641" y="11863"/>
                  </a:cubicBezTo>
                  <a:cubicBezTo>
                    <a:pt x="6536" y="11952"/>
                    <a:pt x="6568" y="12115"/>
                    <a:pt x="6698" y="12147"/>
                  </a:cubicBezTo>
                  <a:cubicBezTo>
                    <a:pt x="6704" y="12146"/>
                    <a:pt x="6709" y="12146"/>
                    <a:pt x="6714" y="12146"/>
                  </a:cubicBezTo>
                  <a:cubicBezTo>
                    <a:pt x="6756" y="12146"/>
                    <a:pt x="6758" y="12176"/>
                    <a:pt x="6714" y="12220"/>
                  </a:cubicBezTo>
                  <a:cubicBezTo>
                    <a:pt x="6665" y="12269"/>
                    <a:pt x="6665" y="12269"/>
                    <a:pt x="6730" y="12293"/>
                  </a:cubicBezTo>
                  <a:cubicBezTo>
                    <a:pt x="6795" y="12309"/>
                    <a:pt x="6747" y="12358"/>
                    <a:pt x="6690" y="12406"/>
                  </a:cubicBezTo>
                  <a:cubicBezTo>
                    <a:pt x="6584" y="12471"/>
                    <a:pt x="6593" y="12504"/>
                    <a:pt x="6657" y="12528"/>
                  </a:cubicBezTo>
                  <a:cubicBezTo>
                    <a:pt x="6706" y="12569"/>
                    <a:pt x="6747" y="12625"/>
                    <a:pt x="6755" y="12690"/>
                  </a:cubicBezTo>
                  <a:cubicBezTo>
                    <a:pt x="6805" y="12729"/>
                    <a:pt x="6824" y="12761"/>
                    <a:pt x="6847" y="12761"/>
                  </a:cubicBezTo>
                  <a:cubicBezTo>
                    <a:pt x="6858" y="12761"/>
                    <a:pt x="6869" y="12754"/>
                    <a:pt x="6884" y="12739"/>
                  </a:cubicBezTo>
                  <a:cubicBezTo>
                    <a:pt x="6896" y="12736"/>
                    <a:pt x="6909" y="12735"/>
                    <a:pt x="6922" y="12735"/>
                  </a:cubicBezTo>
                  <a:cubicBezTo>
                    <a:pt x="6953" y="12735"/>
                    <a:pt x="6985" y="12741"/>
                    <a:pt x="7014" y="12747"/>
                  </a:cubicBezTo>
                  <a:cubicBezTo>
                    <a:pt x="7055" y="12788"/>
                    <a:pt x="7048" y="12806"/>
                    <a:pt x="7035" y="12806"/>
                  </a:cubicBezTo>
                  <a:cubicBezTo>
                    <a:pt x="7027" y="12806"/>
                    <a:pt x="7017" y="12800"/>
                    <a:pt x="7014" y="12787"/>
                  </a:cubicBezTo>
                  <a:cubicBezTo>
                    <a:pt x="6990" y="12763"/>
                    <a:pt x="6975" y="12754"/>
                    <a:pt x="6963" y="12754"/>
                  </a:cubicBezTo>
                  <a:cubicBezTo>
                    <a:pt x="6943" y="12754"/>
                    <a:pt x="6931" y="12781"/>
                    <a:pt x="6901" y="12812"/>
                  </a:cubicBezTo>
                  <a:cubicBezTo>
                    <a:pt x="6860" y="12852"/>
                    <a:pt x="6852" y="12909"/>
                    <a:pt x="6868" y="12966"/>
                  </a:cubicBezTo>
                  <a:cubicBezTo>
                    <a:pt x="6868" y="12998"/>
                    <a:pt x="6884" y="13071"/>
                    <a:pt x="6893" y="13104"/>
                  </a:cubicBezTo>
                  <a:cubicBezTo>
                    <a:pt x="6856" y="13214"/>
                    <a:pt x="6859" y="13251"/>
                    <a:pt x="6902" y="13251"/>
                  </a:cubicBezTo>
                  <a:cubicBezTo>
                    <a:pt x="6907" y="13251"/>
                    <a:pt x="6911" y="13250"/>
                    <a:pt x="6917" y="13250"/>
                  </a:cubicBezTo>
                  <a:lnTo>
                    <a:pt x="6974" y="13242"/>
                  </a:lnTo>
                  <a:lnTo>
                    <a:pt x="6974" y="13242"/>
                  </a:lnTo>
                  <a:cubicBezTo>
                    <a:pt x="6860" y="13298"/>
                    <a:pt x="6933" y="13687"/>
                    <a:pt x="7055" y="13704"/>
                  </a:cubicBezTo>
                  <a:lnTo>
                    <a:pt x="6998" y="13712"/>
                  </a:lnTo>
                  <a:cubicBezTo>
                    <a:pt x="6933" y="13720"/>
                    <a:pt x="6941" y="13760"/>
                    <a:pt x="6949" y="13825"/>
                  </a:cubicBezTo>
                  <a:cubicBezTo>
                    <a:pt x="6990" y="13914"/>
                    <a:pt x="7022" y="14012"/>
                    <a:pt x="7047" y="14109"/>
                  </a:cubicBezTo>
                  <a:cubicBezTo>
                    <a:pt x="7070" y="14242"/>
                    <a:pt x="7078" y="14345"/>
                    <a:pt x="7137" y="14345"/>
                  </a:cubicBezTo>
                  <a:cubicBezTo>
                    <a:pt x="7139" y="14345"/>
                    <a:pt x="7142" y="14344"/>
                    <a:pt x="7144" y="14344"/>
                  </a:cubicBezTo>
                  <a:lnTo>
                    <a:pt x="7144" y="14344"/>
                  </a:lnTo>
                  <a:cubicBezTo>
                    <a:pt x="7144" y="14385"/>
                    <a:pt x="7144" y="14385"/>
                    <a:pt x="7087" y="14393"/>
                  </a:cubicBezTo>
                  <a:cubicBezTo>
                    <a:pt x="7070" y="14384"/>
                    <a:pt x="7058" y="14381"/>
                    <a:pt x="7050" y="14381"/>
                  </a:cubicBezTo>
                  <a:cubicBezTo>
                    <a:pt x="7026" y="14381"/>
                    <a:pt x="7030" y="14409"/>
                    <a:pt x="7030" y="14433"/>
                  </a:cubicBezTo>
                  <a:cubicBezTo>
                    <a:pt x="7035" y="14457"/>
                    <a:pt x="7057" y="14464"/>
                    <a:pt x="7086" y="14464"/>
                  </a:cubicBezTo>
                  <a:cubicBezTo>
                    <a:pt x="7106" y="14464"/>
                    <a:pt x="7129" y="14461"/>
                    <a:pt x="7152" y="14458"/>
                  </a:cubicBezTo>
                  <a:cubicBezTo>
                    <a:pt x="7158" y="14457"/>
                    <a:pt x="7164" y="14456"/>
                    <a:pt x="7169" y="14456"/>
                  </a:cubicBezTo>
                  <a:cubicBezTo>
                    <a:pt x="7216" y="14456"/>
                    <a:pt x="7212" y="14490"/>
                    <a:pt x="7168" y="14563"/>
                  </a:cubicBezTo>
                  <a:cubicBezTo>
                    <a:pt x="7120" y="14660"/>
                    <a:pt x="7136" y="14774"/>
                    <a:pt x="7201" y="14855"/>
                  </a:cubicBezTo>
                  <a:cubicBezTo>
                    <a:pt x="7201" y="14887"/>
                    <a:pt x="7209" y="14920"/>
                    <a:pt x="7144" y="14928"/>
                  </a:cubicBezTo>
                  <a:cubicBezTo>
                    <a:pt x="7087" y="14977"/>
                    <a:pt x="7038" y="15050"/>
                    <a:pt x="7160" y="15106"/>
                  </a:cubicBezTo>
                  <a:cubicBezTo>
                    <a:pt x="7168" y="15147"/>
                    <a:pt x="7168" y="15147"/>
                    <a:pt x="7111" y="15155"/>
                  </a:cubicBezTo>
                  <a:cubicBezTo>
                    <a:pt x="7055" y="15195"/>
                    <a:pt x="6990" y="15195"/>
                    <a:pt x="7111" y="15220"/>
                  </a:cubicBezTo>
                  <a:cubicBezTo>
                    <a:pt x="7184" y="15293"/>
                    <a:pt x="7192" y="15398"/>
                    <a:pt x="7136" y="15471"/>
                  </a:cubicBezTo>
                  <a:cubicBezTo>
                    <a:pt x="7144" y="15512"/>
                    <a:pt x="7144" y="15544"/>
                    <a:pt x="7201" y="15544"/>
                  </a:cubicBezTo>
                  <a:lnTo>
                    <a:pt x="7265" y="15536"/>
                  </a:lnTo>
                  <a:lnTo>
                    <a:pt x="7265" y="15536"/>
                  </a:lnTo>
                  <a:cubicBezTo>
                    <a:pt x="7144" y="15585"/>
                    <a:pt x="7144" y="15585"/>
                    <a:pt x="7274" y="15609"/>
                  </a:cubicBezTo>
                  <a:cubicBezTo>
                    <a:pt x="7279" y="15608"/>
                    <a:pt x="7283" y="15608"/>
                    <a:pt x="7288" y="15608"/>
                  </a:cubicBezTo>
                  <a:cubicBezTo>
                    <a:pt x="7330" y="15608"/>
                    <a:pt x="7325" y="15641"/>
                    <a:pt x="7274" y="15641"/>
                  </a:cubicBezTo>
                  <a:cubicBezTo>
                    <a:pt x="7217" y="15682"/>
                    <a:pt x="7217" y="15722"/>
                    <a:pt x="7217" y="15722"/>
                  </a:cubicBezTo>
                  <a:cubicBezTo>
                    <a:pt x="7257" y="15852"/>
                    <a:pt x="7282" y="15982"/>
                    <a:pt x="7298" y="16112"/>
                  </a:cubicBezTo>
                  <a:cubicBezTo>
                    <a:pt x="7314" y="16404"/>
                    <a:pt x="7322" y="16509"/>
                    <a:pt x="7379" y="16509"/>
                  </a:cubicBezTo>
                  <a:cubicBezTo>
                    <a:pt x="7444" y="16541"/>
                    <a:pt x="7444" y="16541"/>
                    <a:pt x="7379" y="16582"/>
                  </a:cubicBezTo>
                  <a:cubicBezTo>
                    <a:pt x="7338" y="16606"/>
                    <a:pt x="7322" y="16647"/>
                    <a:pt x="7322" y="16695"/>
                  </a:cubicBezTo>
                  <a:cubicBezTo>
                    <a:pt x="7322" y="16728"/>
                    <a:pt x="7322" y="16768"/>
                    <a:pt x="7265" y="16768"/>
                  </a:cubicBezTo>
                  <a:cubicBezTo>
                    <a:pt x="7330" y="16801"/>
                    <a:pt x="7330" y="16801"/>
                    <a:pt x="7330" y="16841"/>
                  </a:cubicBezTo>
                  <a:cubicBezTo>
                    <a:pt x="7265" y="16841"/>
                    <a:pt x="7265" y="16874"/>
                    <a:pt x="7330" y="16906"/>
                  </a:cubicBezTo>
                  <a:cubicBezTo>
                    <a:pt x="7444" y="16939"/>
                    <a:pt x="7444" y="16947"/>
                    <a:pt x="7330" y="16947"/>
                  </a:cubicBezTo>
                  <a:cubicBezTo>
                    <a:pt x="7275" y="16947"/>
                    <a:pt x="7226" y="17028"/>
                    <a:pt x="7247" y="17028"/>
                  </a:cubicBezTo>
                  <a:cubicBezTo>
                    <a:pt x="7251" y="17028"/>
                    <a:pt x="7257" y="17026"/>
                    <a:pt x="7265" y="17020"/>
                  </a:cubicBezTo>
                  <a:cubicBezTo>
                    <a:pt x="7330" y="17020"/>
                    <a:pt x="7330" y="17093"/>
                    <a:pt x="7387" y="17125"/>
                  </a:cubicBezTo>
                  <a:cubicBezTo>
                    <a:pt x="7395" y="17166"/>
                    <a:pt x="7395" y="17198"/>
                    <a:pt x="7330" y="17198"/>
                  </a:cubicBezTo>
                  <a:cubicBezTo>
                    <a:pt x="7274" y="17239"/>
                    <a:pt x="7338" y="17417"/>
                    <a:pt x="7395" y="17449"/>
                  </a:cubicBezTo>
                  <a:cubicBezTo>
                    <a:pt x="7452" y="17449"/>
                    <a:pt x="7460" y="17490"/>
                    <a:pt x="7395" y="17490"/>
                  </a:cubicBezTo>
                  <a:cubicBezTo>
                    <a:pt x="7338" y="17490"/>
                    <a:pt x="7338" y="17522"/>
                    <a:pt x="7338" y="17563"/>
                  </a:cubicBezTo>
                  <a:cubicBezTo>
                    <a:pt x="7395" y="17595"/>
                    <a:pt x="7338" y="17595"/>
                    <a:pt x="7274" y="17595"/>
                  </a:cubicBezTo>
                  <a:cubicBezTo>
                    <a:pt x="7259" y="17587"/>
                    <a:pt x="7248" y="17583"/>
                    <a:pt x="7240" y="17583"/>
                  </a:cubicBezTo>
                  <a:cubicBezTo>
                    <a:pt x="7217" y="17583"/>
                    <a:pt x="7217" y="17615"/>
                    <a:pt x="7217" y="17668"/>
                  </a:cubicBezTo>
                  <a:cubicBezTo>
                    <a:pt x="7274" y="17701"/>
                    <a:pt x="7265" y="17847"/>
                    <a:pt x="7265" y="17960"/>
                  </a:cubicBezTo>
                  <a:cubicBezTo>
                    <a:pt x="7265" y="18139"/>
                    <a:pt x="7322" y="18171"/>
                    <a:pt x="7436" y="18252"/>
                  </a:cubicBezTo>
                  <a:lnTo>
                    <a:pt x="7557" y="18293"/>
                  </a:lnTo>
                  <a:lnTo>
                    <a:pt x="7436" y="18285"/>
                  </a:lnTo>
                  <a:cubicBezTo>
                    <a:pt x="7379" y="18293"/>
                    <a:pt x="7314" y="18301"/>
                    <a:pt x="7257" y="18317"/>
                  </a:cubicBezTo>
                  <a:cubicBezTo>
                    <a:pt x="7257" y="18357"/>
                    <a:pt x="7314" y="18357"/>
                    <a:pt x="7379" y="18357"/>
                  </a:cubicBezTo>
                  <a:cubicBezTo>
                    <a:pt x="7436" y="18357"/>
                    <a:pt x="7436" y="18398"/>
                    <a:pt x="7371" y="18463"/>
                  </a:cubicBezTo>
                  <a:cubicBezTo>
                    <a:pt x="7314" y="18536"/>
                    <a:pt x="7306" y="18568"/>
                    <a:pt x="7363" y="18609"/>
                  </a:cubicBezTo>
                  <a:cubicBezTo>
                    <a:pt x="7371" y="18657"/>
                    <a:pt x="7338" y="18698"/>
                    <a:pt x="7298" y="18714"/>
                  </a:cubicBezTo>
                  <a:cubicBezTo>
                    <a:pt x="7298" y="18755"/>
                    <a:pt x="7298" y="18755"/>
                    <a:pt x="7355" y="18755"/>
                  </a:cubicBezTo>
                  <a:cubicBezTo>
                    <a:pt x="7420" y="18755"/>
                    <a:pt x="7411" y="18795"/>
                    <a:pt x="7355" y="18828"/>
                  </a:cubicBezTo>
                  <a:cubicBezTo>
                    <a:pt x="7233" y="18860"/>
                    <a:pt x="7225" y="18966"/>
                    <a:pt x="7282" y="18966"/>
                  </a:cubicBezTo>
                  <a:cubicBezTo>
                    <a:pt x="7347" y="18974"/>
                    <a:pt x="7338" y="19006"/>
                    <a:pt x="7338" y="19047"/>
                  </a:cubicBezTo>
                  <a:cubicBezTo>
                    <a:pt x="7330" y="19087"/>
                    <a:pt x="7355" y="19136"/>
                    <a:pt x="7395" y="19160"/>
                  </a:cubicBezTo>
                  <a:cubicBezTo>
                    <a:pt x="7387" y="19193"/>
                    <a:pt x="7387" y="19225"/>
                    <a:pt x="7387" y="19225"/>
                  </a:cubicBezTo>
                  <a:cubicBezTo>
                    <a:pt x="7387" y="19237"/>
                    <a:pt x="7382" y="19242"/>
                    <a:pt x="7375" y="19242"/>
                  </a:cubicBezTo>
                  <a:cubicBezTo>
                    <a:pt x="7358" y="19242"/>
                    <a:pt x="7330" y="19215"/>
                    <a:pt x="7330" y="19193"/>
                  </a:cubicBezTo>
                  <a:lnTo>
                    <a:pt x="7265" y="19225"/>
                  </a:lnTo>
                  <a:cubicBezTo>
                    <a:pt x="7265" y="19290"/>
                    <a:pt x="7257" y="19330"/>
                    <a:pt x="7314" y="19371"/>
                  </a:cubicBezTo>
                  <a:cubicBezTo>
                    <a:pt x="7398" y="19399"/>
                    <a:pt x="7424" y="19408"/>
                    <a:pt x="7392" y="19408"/>
                  </a:cubicBezTo>
                  <a:cubicBezTo>
                    <a:pt x="7378" y="19408"/>
                    <a:pt x="7352" y="19406"/>
                    <a:pt x="7314" y="19403"/>
                  </a:cubicBezTo>
                  <a:cubicBezTo>
                    <a:pt x="7257" y="19403"/>
                    <a:pt x="7192" y="19436"/>
                    <a:pt x="7249" y="19476"/>
                  </a:cubicBezTo>
                  <a:cubicBezTo>
                    <a:pt x="7363" y="19517"/>
                    <a:pt x="7306" y="19549"/>
                    <a:pt x="7241" y="19549"/>
                  </a:cubicBezTo>
                  <a:cubicBezTo>
                    <a:pt x="7200" y="19532"/>
                    <a:pt x="7174" y="19521"/>
                    <a:pt x="7162" y="19521"/>
                  </a:cubicBezTo>
                  <a:cubicBezTo>
                    <a:pt x="7141" y="19521"/>
                    <a:pt x="7166" y="19556"/>
                    <a:pt x="7233" y="19655"/>
                  </a:cubicBezTo>
                  <a:cubicBezTo>
                    <a:pt x="7225" y="19728"/>
                    <a:pt x="7274" y="19874"/>
                    <a:pt x="7257" y="19979"/>
                  </a:cubicBezTo>
                  <a:cubicBezTo>
                    <a:pt x="7241" y="20125"/>
                    <a:pt x="7241" y="20198"/>
                    <a:pt x="7176" y="20230"/>
                  </a:cubicBezTo>
                  <a:cubicBezTo>
                    <a:pt x="7170" y="20230"/>
                    <a:pt x="7164" y="20229"/>
                    <a:pt x="7159" y="20228"/>
                  </a:cubicBezTo>
                  <a:lnTo>
                    <a:pt x="7159" y="20228"/>
                  </a:lnTo>
                  <a:cubicBezTo>
                    <a:pt x="7233" y="20244"/>
                    <a:pt x="7231" y="20287"/>
                    <a:pt x="7217" y="20376"/>
                  </a:cubicBezTo>
                  <a:cubicBezTo>
                    <a:pt x="7160" y="20449"/>
                    <a:pt x="7176" y="20555"/>
                    <a:pt x="7249" y="20603"/>
                  </a:cubicBezTo>
                  <a:lnTo>
                    <a:pt x="7257" y="20530"/>
                  </a:lnTo>
                  <a:cubicBezTo>
                    <a:pt x="7379" y="20547"/>
                    <a:pt x="7371" y="20579"/>
                    <a:pt x="7306" y="20644"/>
                  </a:cubicBezTo>
                  <a:cubicBezTo>
                    <a:pt x="7301" y="20665"/>
                    <a:pt x="7274" y="20673"/>
                    <a:pt x="7237" y="20673"/>
                  </a:cubicBezTo>
                  <a:cubicBezTo>
                    <a:pt x="7219" y="20673"/>
                    <a:pt x="7198" y="20671"/>
                    <a:pt x="7176" y="20668"/>
                  </a:cubicBezTo>
                  <a:cubicBezTo>
                    <a:pt x="7169" y="20667"/>
                    <a:pt x="7161" y="20667"/>
                    <a:pt x="7154" y="20667"/>
                  </a:cubicBezTo>
                  <a:cubicBezTo>
                    <a:pt x="7104" y="20667"/>
                    <a:pt x="7055" y="20690"/>
                    <a:pt x="7055" y="20725"/>
                  </a:cubicBezTo>
                  <a:cubicBezTo>
                    <a:pt x="7049" y="20749"/>
                    <a:pt x="7042" y="20774"/>
                    <a:pt x="7068" y="20774"/>
                  </a:cubicBezTo>
                  <a:cubicBezTo>
                    <a:pt x="7076" y="20774"/>
                    <a:pt x="7087" y="20771"/>
                    <a:pt x="7103" y="20765"/>
                  </a:cubicBezTo>
                  <a:cubicBezTo>
                    <a:pt x="7168" y="20774"/>
                    <a:pt x="7168" y="20774"/>
                    <a:pt x="7160" y="20806"/>
                  </a:cubicBezTo>
                  <a:cubicBezTo>
                    <a:pt x="7144" y="20855"/>
                    <a:pt x="7168" y="20903"/>
                    <a:pt x="7201" y="20928"/>
                  </a:cubicBezTo>
                  <a:cubicBezTo>
                    <a:pt x="7265" y="20936"/>
                    <a:pt x="7257" y="20968"/>
                    <a:pt x="7249" y="21001"/>
                  </a:cubicBezTo>
                  <a:cubicBezTo>
                    <a:pt x="7217" y="21025"/>
                    <a:pt x="7184" y="21057"/>
                    <a:pt x="7176" y="21106"/>
                  </a:cubicBezTo>
                  <a:lnTo>
                    <a:pt x="7120" y="21098"/>
                  </a:lnTo>
                  <a:cubicBezTo>
                    <a:pt x="7109" y="21096"/>
                    <a:pt x="7098" y="21095"/>
                    <a:pt x="7087" y="21095"/>
                  </a:cubicBezTo>
                  <a:cubicBezTo>
                    <a:pt x="7057" y="21095"/>
                    <a:pt x="7028" y="21102"/>
                    <a:pt x="6998" y="21114"/>
                  </a:cubicBezTo>
                  <a:cubicBezTo>
                    <a:pt x="6990" y="21147"/>
                    <a:pt x="7047" y="21155"/>
                    <a:pt x="7047" y="21155"/>
                  </a:cubicBezTo>
                  <a:cubicBezTo>
                    <a:pt x="7120" y="21171"/>
                    <a:pt x="6965" y="22022"/>
                    <a:pt x="6941" y="22128"/>
                  </a:cubicBezTo>
                  <a:cubicBezTo>
                    <a:pt x="6883" y="22186"/>
                    <a:pt x="6857" y="22277"/>
                    <a:pt x="6900" y="22277"/>
                  </a:cubicBezTo>
                  <a:cubicBezTo>
                    <a:pt x="6905" y="22277"/>
                    <a:pt x="6910" y="22276"/>
                    <a:pt x="6917" y="22274"/>
                  </a:cubicBezTo>
                  <a:lnTo>
                    <a:pt x="6917" y="22274"/>
                  </a:lnTo>
                  <a:cubicBezTo>
                    <a:pt x="6982" y="22282"/>
                    <a:pt x="6941" y="22460"/>
                    <a:pt x="6893" y="22671"/>
                  </a:cubicBezTo>
                  <a:cubicBezTo>
                    <a:pt x="6836" y="22922"/>
                    <a:pt x="6803" y="23092"/>
                    <a:pt x="6860" y="23109"/>
                  </a:cubicBezTo>
                  <a:lnTo>
                    <a:pt x="6836" y="23214"/>
                  </a:lnTo>
                  <a:cubicBezTo>
                    <a:pt x="6820" y="23287"/>
                    <a:pt x="6860" y="23368"/>
                    <a:pt x="6852" y="23409"/>
                  </a:cubicBezTo>
                  <a:cubicBezTo>
                    <a:pt x="6884" y="23440"/>
                    <a:pt x="6891" y="23465"/>
                    <a:pt x="6879" y="23465"/>
                  </a:cubicBezTo>
                  <a:cubicBezTo>
                    <a:pt x="6873" y="23465"/>
                    <a:pt x="6861" y="23458"/>
                    <a:pt x="6844" y="23441"/>
                  </a:cubicBezTo>
                  <a:cubicBezTo>
                    <a:pt x="6815" y="23433"/>
                    <a:pt x="6785" y="23427"/>
                    <a:pt x="6761" y="23427"/>
                  </a:cubicBezTo>
                  <a:cubicBezTo>
                    <a:pt x="6736" y="23427"/>
                    <a:pt x="6718" y="23433"/>
                    <a:pt x="6714" y="23449"/>
                  </a:cubicBezTo>
                  <a:cubicBezTo>
                    <a:pt x="6698" y="23522"/>
                    <a:pt x="6755" y="23530"/>
                    <a:pt x="6811" y="23546"/>
                  </a:cubicBezTo>
                  <a:cubicBezTo>
                    <a:pt x="6868" y="23563"/>
                    <a:pt x="6860" y="23595"/>
                    <a:pt x="6860" y="23595"/>
                  </a:cubicBezTo>
                  <a:cubicBezTo>
                    <a:pt x="6855" y="23620"/>
                    <a:pt x="6853" y="23630"/>
                    <a:pt x="6839" y="23630"/>
                  </a:cubicBezTo>
                  <a:cubicBezTo>
                    <a:pt x="6831" y="23630"/>
                    <a:pt x="6817" y="23626"/>
                    <a:pt x="6795" y="23619"/>
                  </a:cubicBezTo>
                  <a:lnTo>
                    <a:pt x="6682" y="23587"/>
                  </a:lnTo>
                  <a:lnTo>
                    <a:pt x="6674" y="23628"/>
                  </a:lnTo>
                  <a:cubicBezTo>
                    <a:pt x="6730" y="23636"/>
                    <a:pt x="6722" y="23676"/>
                    <a:pt x="6722" y="23676"/>
                  </a:cubicBezTo>
                  <a:cubicBezTo>
                    <a:pt x="6718" y="23692"/>
                    <a:pt x="6716" y="23700"/>
                    <a:pt x="6700" y="23700"/>
                  </a:cubicBezTo>
                  <a:cubicBezTo>
                    <a:pt x="6684" y="23700"/>
                    <a:pt x="6653" y="23692"/>
                    <a:pt x="6593" y="23676"/>
                  </a:cubicBezTo>
                  <a:cubicBezTo>
                    <a:pt x="6567" y="23671"/>
                    <a:pt x="6547" y="23668"/>
                    <a:pt x="6532" y="23668"/>
                  </a:cubicBezTo>
                  <a:cubicBezTo>
                    <a:pt x="6481" y="23668"/>
                    <a:pt x="6495" y="23699"/>
                    <a:pt x="6576" y="23749"/>
                  </a:cubicBezTo>
                  <a:lnTo>
                    <a:pt x="6617" y="23830"/>
                  </a:lnTo>
                  <a:cubicBezTo>
                    <a:pt x="6487" y="23838"/>
                    <a:pt x="6584" y="23936"/>
                    <a:pt x="6633" y="23992"/>
                  </a:cubicBezTo>
                  <a:cubicBezTo>
                    <a:pt x="6511" y="23992"/>
                    <a:pt x="6503" y="24025"/>
                    <a:pt x="6609" y="24098"/>
                  </a:cubicBezTo>
                  <a:cubicBezTo>
                    <a:pt x="6665" y="24114"/>
                    <a:pt x="6657" y="24146"/>
                    <a:pt x="6593" y="24163"/>
                  </a:cubicBezTo>
                  <a:cubicBezTo>
                    <a:pt x="6528" y="24187"/>
                    <a:pt x="6511" y="24219"/>
                    <a:pt x="6495" y="24292"/>
                  </a:cubicBezTo>
                  <a:cubicBezTo>
                    <a:pt x="6544" y="24341"/>
                    <a:pt x="6471" y="24584"/>
                    <a:pt x="6382" y="24860"/>
                  </a:cubicBezTo>
                  <a:cubicBezTo>
                    <a:pt x="6293" y="25176"/>
                    <a:pt x="6211" y="25379"/>
                    <a:pt x="6276" y="25395"/>
                  </a:cubicBezTo>
                  <a:cubicBezTo>
                    <a:pt x="6260" y="25427"/>
                    <a:pt x="6260" y="25427"/>
                    <a:pt x="6195" y="25444"/>
                  </a:cubicBezTo>
                  <a:cubicBezTo>
                    <a:pt x="6186" y="25441"/>
                    <a:pt x="6177" y="25440"/>
                    <a:pt x="6170" y="25440"/>
                  </a:cubicBezTo>
                  <a:cubicBezTo>
                    <a:pt x="6136" y="25440"/>
                    <a:pt x="6140" y="25472"/>
                    <a:pt x="6228" y="25533"/>
                  </a:cubicBezTo>
                  <a:cubicBezTo>
                    <a:pt x="6253" y="25568"/>
                    <a:pt x="6284" y="25588"/>
                    <a:pt x="6277" y="25588"/>
                  </a:cubicBezTo>
                  <a:cubicBezTo>
                    <a:pt x="6273" y="25588"/>
                    <a:pt x="6254" y="25581"/>
                    <a:pt x="6211" y="25565"/>
                  </a:cubicBezTo>
                  <a:cubicBezTo>
                    <a:pt x="6206" y="25564"/>
                    <a:pt x="6201" y="25563"/>
                    <a:pt x="6197" y="25563"/>
                  </a:cubicBezTo>
                  <a:cubicBezTo>
                    <a:pt x="6150" y="25563"/>
                    <a:pt x="6127" y="25634"/>
                    <a:pt x="6090" y="25752"/>
                  </a:cubicBezTo>
                  <a:cubicBezTo>
                    <a:pt x="6049" y="25857"/>
                    <a:pt x="6001" y="25995"/>
                    <a:pt x="6057" y="26019"/>
                  </a:cubicBezTo>
                  <a:cubicBezTo>
                    <a:pt x="6075" y="26068"/>
                    <a:pt x="6083" y="26088"/>
                    <a:pt x="6080" y="26088"/>
                  </a:cubicBezTo>
                  <a:cubicBezTo>
                    <a:pt x="6078" y="26088"/>
                    <a:pt x="6068" y="26074"/>
                    <a:pt x="6049" y="26052"/>
                  </a:cubicBezTo>
                  <a:cubicBezTo>
                    <a:pt x="6031" y="26038"/>
                    <a:pt x="6013" y="26032"/>
                    <a:pt x="5995" y="26032"/>
                  </a:cubicBezTo>
                  <a:cubicBezTo>
                    <a:pt x="5914" y="26032"/>
                    <a:pt x="5844" y="26151"/>
                    <a:pt x="5903" y="26271"/>
                  </a:cubicBezTo>
                  <a:cubicBezTo>
                    <a:pt x="5891" y="26295"/>
                    <a:pt x="5879" y="26320"/>
                    <a:pt x="5853" y="26320"/>
                  </a:cubicBezTo>
                  <a:cubicBezTo>
                    <a:pt x="5844" y="26320"/>
                    <a:pt x="5834" y="26317"/>
                    <a:pt x="5822" y="26311"/>
                  </a:cubicBezTo>
                  <a:cubicBezTo>
                    <a:pt x="5798" y="26376"/>
                    <a:pt x="5790" y="26441"/>
                    <a:pt x="5806" y="26506"/>
                  </a:cubicBezTo>
                  <a:cubicBezTo>
                    <a:pt x="5798" y="26538"/>
                    <a:pt x="5741" y="26676"/>
                    <a:pt x="5717" y="26741"/>
                  </a:cubicBezTo>
                  <a:cubicBezTo>
                    <a:pt x="5701" y="26790"/>
                    <a:pt x="5701" y="26846"/>
                    <a:pt x="5717" y="26895"/>
                  </a:cubicBezTo>
                  <a:cubicBezTo>
                    <a:pt x="5714" y="26906"/>
                    <a:pt x="5711" y="26918"/>
                    <a:pt x="5707" y="26927"/>
                  </a:cubicBezTo>
                  <a:lnTo>
                    <a:pt x="5707" y="26927"/>
                  </a:lnTo>
                  <a:cubicBezTo>
                    <a:pt x="5705" y="26926"/>
                    <a:pt x="5703" y="26926"/>
                    <a:pt x="5701" y="26926"/>
                  </a:cubicBezTo>
                  <a:cubicBezTo>
                    <a:pt x="5645" y="26926"/>
                    <a:pt x="5575" y="27084"/>
                    <a:pt x="5482" y="27308"/>
                  </a:cubicBezTo>
                  <a:cubicBezTo>
                    <a:pt x="5376" y="27544"/>
                    <a:pt x="5295" y="27738"/>
                    <a:pt x="5222" y="27746"/>
                  </a:cubicBezTo>
                  <a:cubicBezTo>
                    <a:pt x="5222" y="27746"/>
                    <a:pt x="5206" y="27779"/>
                    <a:pt x="5247" y="27835"/>
                  </a:cubicBezTo>
                  <a:cubicBezTo>
                    <a:pt x="5344" y="27925"/>
                    <a:pt x="5328" y="27957"/>
                    <a:pt x="5255" y="27965"/>
                  </a:cubicBezTo>
                  <a:cubicBezTo>
                    <a:pt x="5244" y="27962"/>
                    <a:pt x="5234" y="27961"/>
                    <a:pt x="5224" y="27961"/>
                  </a:cubicBezTo>
                  <a:cubicBezTo>
                    <a:pt x="5129" y="27961"/>
                    <a:pt x="5077" y="28094"/>
                    <a:pt x="5157" y="28160"/>
                  </a:cubicBezTo>
                  <a:lnTo>
                    <a:pt x="5109" y="28135"/>
                  </a:lnTo>
                  <a:cubicBezTo>
                    <a:pt x="5101" y="28134"/>
                    <a:pt x="5093" y="28134"/>
                    <a:pt x="5087" y="28134"/>
                  </a:cubicBezTo>
                  <a:cubicBezTo>
                    <a:pt x="4980" y="28134"/>
                    <a:pt x="4993" y="28246"/>
                    <a:pt x="5084" y="28322"/>
                  </a:cubicBezTo>
                  <a:cubicBezTo>
                    <a:pt x="5012" y="28330"/>
                    <a:pt x="4939" y="28338"/>
                    <a:pt x="4979" y="28395"/>
                  </a:cubicBezTo>
                  <a:cubicBezTo>
                    <a:pt x="4972" y="28409"/>
                    <a:pt x="4968" y="28417"/>
                    <a:pt x="4956" y="28417"/>
                  </a:cubicBezTo>
                  <a:cubicBezTo>
                    <a:pt x="4942" y="28417"/>
                    <a:pt x="4915" y="28405"/>
                    <a:pt x="4857" y="28379"/>
                  </a:cubicBezTo>
                  <a:cubicBezTo>
                    <a:pt x="4820" y="28357"/>
                    <a:pt x="4785" y="28339"/>
                    <a:pt x="4762" y="28339"/>
                  </a:cubicBezTo>
                  <a:cubicBezTo>
                    <a:pt x="4750" y="28339"/>
                    <a:pt x="4741" y="28344"/>
                    <a:pt x="4736" y="28354"/>
                  </a:cubicBezTo>
                  <a:cubicBezTo>
                    <a:pt x="4720" y="28387"/>
                    <a:pt x="4768" y="28411"/>
                    <a:pt x="4825" y="28443"/>
                  </a:cubicBezTo>
                  <a:cubicBezTo>
                    <a:pt x="4825" y="28443"/>
                    <a:pt x="4809" y="28476"/>
                    <a:pt x="4793" y="28508"/>
                  </a:cubicBezTo>
                  <a:cubicBezTo>
                    <a:pt x="4793" y="28508"/>
                    <a:pt x="4776" y="28541"/>
                    <a:pt x="4833" y="28565"/>
                  </a:cubicBezTo>
                  <a:cubicBezTo>
                    <a:pt x="4882" y="28589"/>
                    <a:pt x="4866" y="28622"/>
                    <a:pt x="4857" y="28654"/>
                  </a:cubicBezTo>
                  <a:cubicBezTo>
                    <a:pt x="4847" y="28650"/>
                    <a:pt x="4840" y="28648"/>
                    <a:pt x="4836" y="28648"/>
                  </a:cubicBezTo>
                  <a:cubicBezTo>
                    <a:pt x="4818" y="28648"/>
                    <a:pt x="4847" y="28679"/>
                    <a:pt x="4893" y="28679"/>
                  </a:cubicBezTo>
                  <a:cubicBezTo>
                    <a:pt x="4897" y="28679"/>
                    <a:pt x="4902" y="28679"/>
                    <a:pt x="4906" y="28679"/>
                  </a:cubicBezTo>
                  <a:cubicBezTo>
                    <a:pt x="4963" y="28711"/>
                    <a:pt x="5012" y="28735"/>
                    <a:pt x="4995" y="28768"/>
                  </a:cubicBezTo>
                  <a:lnTo>
                    <a:pt x="5109" y="28825"/>
                  </a:lnTo>
                  <a:cubicBezTo>
                    <a:pt x="5177" y="28856"/>
                    <a:pt x="5222" y="28877"/>
                    <a:pt x="5269" y="28877"/>
                  </a:cubicBezTo>
                  <a:cubicBezTo>
                    <a:pt x="5294" y="28877"/>
                    <a:pt x="5321" y="28871"/>
                    <a:pt x="5352" y="28857"/>
                  </a:cubicBezTo>
                  <a:cubicBezTo>
                    <a:pt x="5474" y="28752"/>
                    <a:pt x="5571" y="28679"/>
                    <a:pt x="5466" y="28630"/>
                  </a:cubicBezTo>
                  <a:cubicBezTo>
                    <a:pt x="5466" y="28630"/>
                    <a:pt x="5425" y="28565"/>
                    <a:pt x="5441" y="28533"/>
                  </a:cubicBezTo>
                  <a:cubicBezTo>
                    <a:pt x="5457" y="28500"/>
                    <a:pt x="5530" y="28492"/>
                    <a:pt x="5530" y="28492"/>
                  </a:cubicBezTo>
                  <a:cubicBezTo>
                    <a:pt x="5534" y="28494"/>
                    <a:pt x="5538" y="28495"/>
                    <a:pt x="5543" y="28495"/>
                  </a:cubicBezTo>
                  <a:cubicBezTo>
                    <a:pt x="5590" y="28495"/>
                    <a:pt x="5651" y="28373"/>
                    <a:pt x="5725" y="28216"/>
                  </a:cubicBezTo>
                  <a:cubicBezTo>
                    <a:pt x="5830" y="28022"/>
                    <a:pt x="5863" y="27916"/>
                    <a:pt x="5936" y="27908"/>
                  </a:cubicBezTo>
                  <a:cubicBezTo>
                    <a:pt x="6009" y="27892"/>
                    <a:pt x="6025" y="27860"/>
                    <a:pt x="6025" y="27860"/>
                  </a:cubicBezTo>
                  <a:cubicBezTo>
                    <a:pt x="5968" y="27835"/>
                    <a:pt x="6057" y="27633"/>
                    <a:pt x="6163" y="27389"/>
                  </a:cubicBezTo>
                  <a:cubicBezTo>
                    <a:pt x="6268" y="27154"/>
                    <a:pt x="6357" y="26911"/>
                    <a:pt x="6301" y="26887"/>
                  </a:cubicBezTo>
                  <a:cubicBezTo>
                    <a:pt x="6317" y="26854"/>
                    <a:pt x="6325" y="26822"/>
                    <a:pt x="6325" y="26822"/>
                  </a:cubicBezTo>
                  <a:cubicBezTo>
                    <a:pt x="6331" y="26824"/>
                    <a:pt x="6337" y="26824"/>
                    <a:pt x="6342" y="26824"/>
                  </a:cubicBezTo>
                  <a:cubicBezTo>
                    <a:pt x="6387" y="26824"/>
                    <a:pt x="6409" y="26766"/>
                    <a:pt x="6438" y="26700"/>
                  </a:cubicBezTo>
                  <a:cubicBezTo>
                    <a:pt x="6422" y="26652"/>
                    <a:pt x="6422" y="26595"/>
                    <a:pt x="6438" y="26546"/>
                  </a:cubicBezTo>
                  <a:cubicBezTo>
                    <a:pt x="6447" y="26549"/>
                    <a:pt x="6454" y="26550"/>
                    <a:pt x="6461" y="26550"/>
                  </a:cubicBezTo>
                  <a:cubicBezTo>
                    <a:pt x="6493" y="26550"/>
                    <a:pt x="6507" y="26518"/>
                    <a:pt x="6528" y="26457"/>
                  </a:cubicBezTo>
                  <a:cubicBezTo>
                    <a:pt x="6560" y="26392"/>
                    <a:pt x="6568" y="26352"/>
                    <a:pt x="6511" y="26335"/>
                  </a:cubicBezTo>
                  <a:cubicBezTo>
                    <a:pt x="6536" y="26303"/>
                    <a:pt x="6617" y="26052"/>
                    <a:pt x="6706" y="25971"/>
                  </a:cubicBezTo>
                  <a:cubicBezTo>
                    <a:pt x="6779" y="25954"/>
                    <a:pt x="6730" y="25898"/>
                    <a:pt x="6690" y="25841"/>
                  </a:cubicBezTo>
                  <a:cubicBezTo>
                    <a:pt x="6633" y="25825"/>
                    <a:pt x="6584" y="25768"/>
                    <a:pt x="6601" y="25736"/>
                  </a:cubicBezTo>
                  <a:lnTo>
                    <a:pt x="6601" y="25736"/>
                  </a:lnTo>
                  <a:lnTo>
                    <a:pt x="6714" y="25776"/>
                  </a:lnTo>
                  <a:cubicBezTo>
                    <a:pt x="6733" y="25799"/>
                    <a:pt x="6743" y="25811"/>
                    <a:pt x="6751" y="25811"/>
                  </a:cubicBezTo>
                  <a:cubicBezTo>
                    <a:pt x="6760" y="25811"/>
                    <a:pt x="6766" y="25795"/>
                    <a:pt x="6779" y="25760"/>
                  </a:cubicBezTo>
                  <a:lnTo>
                    <a:pt x="6803" y="25687"/>
                  </a:lnTo>
                  <a:cubicBezTo>
                    <a:pt x="6747" y="25671"/>
                    <a:pt x="6811" y="25492"/>
                    <a:pt x="6893" y="25249"/>
                  </a:cubicBezTo>
                  <a:cubicBezTo>
                    <a:pt x="6990" y="24925"/>
                    <a:pt x="7022" y="24819"/>
                    <a:pt x="6965" y="24803"/>
                  </a:cubicBezTo>
                  <a:cubicBezTo>
                    <a:pt x="6901" y="24787"/>
                    <a:pt x="6917" y="24754"/>
                    <a:pt x="7006" y="24657"/>
                  </a:cubicBezTo>
                  <a:cubicBezTo>
                    <a:pt x="7241" y="24495"/>
                    <a:pt x="7241" y="24495"/>
                    <a:pt x="7192" y="24446"/>
                  </a:cubicBezTo>
                  <a:lnTo>
                    <a:pt x="7192" y="24446"/>
                  </a:lnTo>
                  <a:cubicBezTo>
                    <a:pt x="7189" y="24460"/>
                    <a:pt x="7177" y="24465"/>
                    <a:pt x="7160" y="24465"/>
                  </a:cubicBezTo>
                  <a:cubicBezTo>
                    <a:pt x="7136" y="24465"/>
                    <a:pt x="7104" y="24456"/>
                    <a:pt x="7071" y="24446"/>
                  </a:cubicBezTo>
                  <a:cubicBezTo>
                    <a:pt x="6957" y="24414"/>
                    <a:pt x="6965" y="24382"/>
                    <a:pt x="7087" y="24373"/>
                  </a:cubicBezTo>
                  <a:cubicBezTo>
                    <a:pt x="7091" y="24374"/>
                    <a:pt x="7094" y="24375"/>
                    <a:pt x="7097" y="24375"/>
                  </a:cubicBezTo>
                  <a:cubicBezTo>
                    <a:pt x="7213" y="24375"/>
                    <a:pt x="7287" y="23853"/>
                    <a:pt x="7184" y="23790"/>
                  </a:cubicBezTo>
                  <a:lnTo>
                    <a:pt x="7184" y="23790"/>
                  </a:lnTo>
                  <a:lnTo>
                    <a:pt x="7241" y="23806"/>
                  </a:lnTo>
                  <a:cubicBezTo>
                    <a:pt x="7249" y="23808"/>
                    <a:pt x="7256" y="23809"/>
                    <a:pt x="7262" y="23809"/>
                  </a:cubicBezTo>
                  <a:cubicBezTo>
                    <a:pt x="7301" y="23809"/>
                    <a:pt x="7311" y="23762"/>
                    <a:pt x="7347" y="23636"/>
                  </a:cubicBezTo>
                  <a:lnTo>
                    <a:pt x="7371" y="23530"/>
                  </a:lnTo>
                  <a:cubicBezTo>
                    <a:pt x="7260" y="23506"/>
                    <a:pt x="7367" y="23311"/>
                    <a:pt x="7424" y="23311"/>
                  </a:cubicBezTo>
                  <a:cubicBezTo>
                    <a:pt x="7425" y="23311"/>
                    <a:pt x="7427" y="23311"/>
                    <a:pt x="7428" y="23311"/>
                  </a:cubicBezTo>
                  <a:cubicBezTo>
                    <a:pt x="7492" y="23287"/>
                    <a:pt x="7492" y="23287"/>
                    <a:pt x="7509" y="23214"/>
                  </a:cubicBezTo>
                  <a:cubicBezTo>
                    <a:pt x="7416" y="23090"/>
                    <a:pt x="7508" y="22929"/>
                    <a:pt x="7566" y="22929"/>
                  </a:cubicBezTo>
                  <a:cubicBezTo>
                    <a:pt x="7568" y="22929"/>
                    <a:pt x="7571" y="22930"/>
                    <a:pt x="7574" y="22930"/>
                  </a:cubicBezTo>
                  <a:cubicBezTo>
                    <a:pt x="7574" y="22930"/>
                    <a:pt x="7582" y="22890"/>
                    <a:pt x="7590" y="22857"/>
                  </a:cubicBezTo>
                  <a:cubicBezTo>
                    <a:pt x="7549" y="22809"/>
                    <a:pt x="7541" y="22752"/>
                    <a:pt x="7557" y="22695"/>
                  </a:cubicBezTo>
                  <a:cubicBezTo>
                    <a:pt x="7577" y="22609"/>
                    <a:pt x="7586" y="22567"/>
                    <a:pt x="7554" y="22567"/>
                  </a:cubicBezTo>
                  <a:cubicBezTo>
                    <a:pt x="7547" y="22567"/>
                    <a:pt x="7537" y="22569"/>
                    <a:pt x="7525" y="22574"/>
                  </a:cubicBezTo>
                  <a:cubicBezTo>
                    <a:pt x="7468" y="22565"/>
                    <a:pt x="7411" y="22549"/>
                    <a:pt x="7420" y="22517"/>
                  </a:cubicBezTo>
                  <a:lnTo>
                    <a:pt x="7420" y="22517"/>
                  </a:lnTo>
                  <a:lnTo>
                    <a:pt x="7476" y="22525"/>
                  </a:lnTo>
                  <a:cubicBezTo>
                    <a:pt x="7480" y="22526"/>
                    <a:pt x="7483" y="22526"/>
                    <a:pt x="7487" y="22526"/>
                  </a:cubicBezTo>
                  <a:cubicBezTo>
                    <a:pt x="7536" y="22526"/>
                    <a:pt x="7559" y="22418"/>
                    <a:pt x="7582" y="22282"/>
                  </a:cubicBezTo>
                  <a:cubicBezTo>
                    <a:pt x="7614" y="22103"/>
                    <a:pt x="7630" y="22030"/>
                    <a:pt x="7695" y="22006"/>
                  </a:cubicBezTo>
                  <a:lnTo>
                    <a:pt x="7647" y="21957"/>
                  </a:lnTo>
                  <a:cubicBezTo>
                    <a:pt x="7596" y="21914"/>
                    <a:pt x="7597" y="21883"/>
                    <a:pt x="7639" y="21883"/>
                  </a:cubicBezTo>
                  <a:cubicBezTo>
                    <a:pt x="7643" y="21883"/>
                    <a:pt x="7649" y="21884"/>
                    <a:pt x="7655" y="21884"/>
                  </a:cubicBezTo>
                  <a:cubicBezTo>
                    <a:pt x="7720" y="21860"/>
                    <a:pt x="7752" y="21706"/>
                    <a:pt x="7703" y="21625"/>
                  </a:cubicBezTo>
                  <a:cubicBezTo>
                    <a:pt x="7711" y="21592"/>
                    <a:pt x="7711" y="21552"/>
                    <a:pt x="7711" y="21552"/>
                  </a:cubicBezTo>
                  <a:cubicBezTo>
                    <a:pt x="7841" y="21536"/>
                    <a:pt x="7857" y="21422"/>
                    <a:pt x="7744" y="21374"/>
                  </a:cubicBezTo>
                  <a:lnTo>
                    <a:pt x="7744" y="21374"/>
                  </a:lnTo>
                  <a:cubicBezTo>
                    <a:pt x="7749" y="21374"/>
                    <a:pt x="7753" y="21375"/>
                    <a:pt x="7758" y="21375"/>
                  </a:cubicBezTo>
                  <a:cubicBezTo>
                    <a:pt x="7802" y="21375"/>
                    <a:pt x="7809" y="21338"/>
                    <a:pt x="7817" y="21309"/>
                  </a:cubicBezTo>
                  <a:cubicBezTo>
                    <a:pt x="7769" y="21230"/>
                    <a:pt x="7784" y="21081"/>
                    <a:pt x="7844" y="21081"/>
                  </a:cubicBezTo>
                  <a:cubicBezTo>
                    <a:pt x="7846" y="21081"/>
                    <a:pt x="7848" y="21081"/>
                    <a:pt x="7849" y="21082"/>
                  </a:cubicBezTo>
                  <a:lnTo>
                    <a:pt x="7849" y="21049"/>
                  </a:lnTo>
                  <a:cubicBezTo>
                    <a:pt x="7809" y="21025"/>
                    <a:pt x="7792" y="20976"/>
                    <a:pt x="7809" y="20928"/>
                  </a:cubicBezTo>
                  <a:cubicBezTo>
                    <a:pt x="7817" y="20887"/>
                    <a:pt x="7801" y="20838"/>
                    <a:pt x="7760" y="20814"/>
                  </a:cubicBezTo>
                  <a:cubicBezTo>
                    <a:pt x="7711" y="20765"/>
                    <a:pt x="7711" y="20733"/>
                    <a:pt x="7711" y="20733"/>
                  </a:cubicBezTo>
                  <a:cubicBezTo>
                    <a:pt x="7714" y="20722"/>
                    <a:pt x="7719" y="20718"/>
                    <a:pt x="7727" y="20718"/>
                  </a:cubicBezTo>
                  <a:cubicBezTo>
                    <a:pt x="7749" y="20718"/>
                    <a:pt x="7789" y="20752"/>
                    <a:pt x="7825" y="20782"/>
                  </a:cubicBezTo>
                  <a:cubicBezTo>
                    <a:pt x="7836" y="20801"/>
                    <a:pt x="7846" y="20809"/>
                    <a:pt x="7853" y="20809"/>
                  </a:cubicBezTo>
                  <a:cubicBezTo>
                    <a:pt x="7874" y="20809"/>
                    <a:pt x="7865" y="20721"/>
                    <a:pt x="7784" y="20628"/>
                  </a:cubicBezTo>
                  <a:cubicBezTo>
                    <a:pt x="7732" y="20562"/>
                    <a:pt x="7708" y="20532"/>
                    <a:pt x="7713" y="20532"/>
                  </a:cubicBezTo>
                  <a:lnTo>
                    <a:pt x="7713" y="20532"/>
                  </a:lnTo>
                  <a:cubicBezTo>
                    <a:pt x="7718" y="20532"/>
                    <a:pt x="7744" y="20554"/>
                    <a:pt x="7792" y="20595"/>
                  </a:cubicBezTo>
                  <a:cubicBezTo>
                    <a:pt x="7825" y="20619"/>
                    <a:pt x="7858" y="20642"/>
                    <a:pt x="7869" y="20642"/>
                  </a:cubicBezTo>
                  <a:cubicBezTo>
                    <a:pt x="7877" y="20642"/>
                    <a:pt x="7873" y="20629"/>
                    <a:pt x="7849" y="20595"/>
                  </a:cubicBezTo>
                  <a:cubicBezTo>
                    <a:pt x="7849" y="20595"/>
                    <a:pt x="7865" y="20522"/>
                    <a:pt x="7801" y="20514"/>
                  </a:cubicBezTo>
                  <a:lnTo>
                    <a:pt x="7817" y="20409"/>
                  </a:lnTo>
                  <a:cubicBezTo>
                    <a:pt x="7857" y="20376"/>
                    <a:pt x="7890" y="20320"/>
                    <a:pt x="7890" y="20263"/>
                  </a:cubicBezTo>
                  <a:cubicBezTo>
                    <a:pt x="7833" y="20222"/>
                    <a:pt x="7833" y="20222"/>
                    <a:pt x="7898" y="20190"/>
                  </a:cubicBezTo>
                  <a:cubicBezTo>
                    <a:pt x="7903" y="20191"/>
                    <a:pt x="7908" y="20191"/>
                    <a:pt x="7912" y="20191"/>
                  </a:cubicBezTo>
                  <a:cubicBezTo>
                    <a:pt x="7955" y="20191"/>
                    <a:pt x="7952" y="20157"/>
                    <a:pt x="7841" y="20149"/>
                  </a:cubicBezTo>
                  <a:cubicBezTo>
                    <a:pt x="7784" y="20109"/>
                    <a:pt x="7792" y="20068"/>
                    <a:pt x="7857" y="20036"/>
                  </a:cubicBezTo>
                  <a:cubicBezTo>
                    <a:pt x="7876" y="20038"/>
                    <a:pt x="7892" y="20040"/>
                    <a:pt x="7905" y="20040"/>
                  </a:cubicBezTo>
                  <a:cubicBezTo>
                    <a:pt x="7972" y="20040"/>
                    <a:pt x="7968" y="20011"/>
                    <a:pt x="7914" y="20011"/>
                  </a:cubicBezTo>
                  <a:cubicBezTo>
                    <a:pt x="7857" y="19963"/>
                    <a:pt x="7865" y="19930"/>
                    <a:pt x="7865" y="19930"/>
                  </a:cubicBezTo>
                  <a:cubicBezTo>
                    <a:pt x="7922" y="19930"/>
                    <a:pt x="7971" y="19598"/>
                    <a:pt x="7979" y="19266"/>
                  </a:cubicBezTo>
                  <a:cubicBezTo>
                    <a:pt x="7987" y="19233"/>
                    <a:pt x="7930" y="19193"/>
                    <a:pt x="7865" y="19184"/>
                  </a:cubicBezTo>
                  <a:cubicBezTo>
                    <a:pt x="7752" y="19176"/>
                    <a:pt x="7809" y="19184"/>
                    <a:pt x="7874" y="19152"/>
                  </a:cubicBezTo>
                  <a:cubicBezTo>
                    <a:pt x="8021" y="19125"/>
                    <a:pt x="8052" y="19071"/>
                    <a:pt x="7954" y="19071"/>
                  </a:cubicBezTo>
                  <a:cubicBezTo>
                    <a:pt x="7933" y="19071"/>
                    <a:pt x="7906" y="19073"/>
                    <a:pt x="7874" y="19079"/>
                  </a:cubicBezTo>
                  <a:cubicBezTo>
                    <a:pt x="7827" y="19088"/>
                    <a:pt x="7799" y="19094"/>
                    <a:pt x="7788" y="19094"/>
                  </a:cubicBezTo>
                  <a:cubicBezTo>
                    <a:pt x="7769" y="19094"/>
                    <a:pt x="7798" y="19079"/>
                    <a:pt x="7874" y="19039"/>
                  </a:cubicBezTo>
                  <a:cubicBezTo>
                    <a:pt x="7938" y="19006"/>
                    <a:pt x="7938" y="19006"/>
                    <a:pt x="7882" y="18966"/>
                  </a:cubicBezTo>
                  <a:cubicBezTo>
                    <a:pt x="7825" y="18966"/>
                    <a:pt x="7825" y="18925"/>
                    <a:pt x="7882" y="18925"/>
                  </a:cubicBezTo>
                  <a:cubicBezTo>
                    <a:pt x="7947" y="18893"/>
                    <a:pt x="8011" y="18860"/>
                    <a:pt x="7947" y="18860"/>
                  </a:cubicBezTo>
                  <a:cubicBezTo>
                    <a:pt x="7947" y="18860"/>
                    <a:pt x="7955" y="18820"/>
                    <a:pt x="8011" y="18787"/>
                  </a:cubicBezTo>
                  <a:cubicBezTo>
                    <a:pt x="8076" y="18755"/>
                    <a:pt x="8019" y="18714"/>
                    <a:pt x="7963" y="18674"/>
                  </a:cubicBezTo>
                  <a:cubicBezTo>
                    <a:pt x="7878" y="18589"/>
                    <a:pt x="7857" y="18545"/>
                    <a:pt x="7902" y="18545"/>
                  </a:cubicBezTo>
                  <a:cubicBezTo>
                    <a:pt x="7917" y="18545"/>
                    <a:pt x="7940" y="18550"/>
                    <a:pt x="7971" y="18560"/>
                  </a:cubicBezTo>
                  <a:cubicBezTo>
                    <a:pt x="7982" y="18564"/>
                    <a:pt x="7991" y="18566"/>
                    <a:pt x="7999" y="18566"/>
                  </a:cubicBezTo>
                  <a:cubicBezTo>
                    <a:pt x="8074" y="18566"/>
                    <a:pt x="8024" y="18410"/>
                    <a:pt x="7914" y="18374"/>
                  </a:cubicBezTo>
                  <a:cubicBezTo>
                    <a:pt x="7792" y="18333"/>
                    <a:pt x="7792" y="18333"/>
                    <a:pt x="7857" y="18333"/>
                  </a:cubicBezTo>
                  <a:cubicBezTo>
                    <a:pt x="7914" y="18333"/>
                    <a:pt x="7914" y="18301"/>
                    <a:pt x="7914" y="18301"/>
                  </a:cubicBezTo>
                  <a:cubicBezTo>
                    <a:pt x="7914" y="18260"/>
                    <a:pt x="7914" y="18228"/>
                    <a:pt x="7979" y="18228"/>
                  </a:cubicBezTo>
                  <a:cubicBezTo>
                    <a:pt x="7979" y="18228"/>
                    <a:pt x="7979" y="18187"/>
                    <a:pt x="7922" y="18114"/>
                  </a:cubicBezTo>
                  <a:cubicBezTo>
                    <a:pt x="7801" y="18041"/>
                    <a:pt x="7865" y="17928"/>
                    <a:pt x="7987" y="17895"/>
                  </a:cubicBezTo>
                  <a:lnTo>
                    <a:pt x="7930" y="17822"/>
                  </a:lnTo>
                  <a:cubicBezTo>
                    <a:pt x="7809" y="17782"/>
                    <a:pt x="7752" y="17741"/>
                    <a:pt x="7865" y="17741"/>
                  </a:cubicBezTo>
                  <a:lnTo>
                    <a:pt x="7930" y="17741"/>
                  </a:lnTo>
                  <a:cubicBezTo>
                    <a:pt x="7809" y="17709"/>
                    <a:pt x="7874" y="17563"/>
                    <a:pt x="7995" y="17563"/>
                  </a:cubicBezTo>
                  <a:cubicBezTo>
                    <a:pt x="8052" y="17563"/>
                    <a:pt x="8052" y="17563"/>
                    <a:pt x="8052" y="17522"/>
                  </a:cubicBezTo>
                  <a:lnTo>
                    <a:pt x="7995" y="17522"/>
                  </a:lnTo>
                  <a:cubicBezTo>
                    <a:pt x="7930" y="17522"/>
                    <a:pt x="7874" y="17522"/>
                    <a:pt x="7874" y="17482"/>
                  </a:cubicBezTo>
                  <a:cubicBezTo>
                    <a:pt x="7874" y="17449"/>
                    <a:pt x="7874" y="17409"/>
                    <a:pt x="7930" y="17409"/>
                  </a:cubicBezTo>
                  <a:cubicBezTo>
                    <a:pt x="7995" y="17376"/>
                    <a:pt x="8052" y="17336"/>
                    <a:pt x="7987" y="17336"/>
                  </a:cubicBezTo>
                  <a:cubicBezTo>
                    <a:pt x="7987" y="17336"/>
                    <a:pt x="7987" y="17295"/>
                    <a:pt x="8052" y="17263"/>
                  </a:cubicBezTo>
                  <a:cubicBezTo>
                    <a:pt x="8052" y="17222"/>
                    <a:pt x="8052" y="17190"/>
                    <a:pt x="8044" y="17109"/>
                  </a:cubicBezTo>
                  <a:cubicBezTo>
                    <a:pt x="7987" y="17076"/>
                    <a:pt x="7987" y="17003"/>
                    <a:pt x="8044" y="17003"/>
                  </a:cubicBezTo>
                  <a:cubicBezTo>
                    <a:pt x="8044" y="16955"/>
                    <a:pt x="8019" y="16914"/>
                    <a:pt x="7987" y="16890"/>
                  </a:cubicBezTo>
                  <a:cubicBezTo>
                    <a:pt x="7987" y="16817"/>
                    <a:pt x="7979" y="16776"/>
                    <a:pt x="8044" y="16776"/>
                  </a:cubicBezTo>
                  <a:cubicBezTo>
                    <a:pt x="8101" y="16776"/>
                    <a:pt x="8101" y="16776"/>
                    <a:pt x="8044" y="16744"/>
                  </a:cubicBezTo>
                  <a:cubicBezTo>
                    <a:pt x="7979" y="16744"/>
                    <a:pt x="7979" y="16704"/>
                    <a:pt x="7979" y="16671"/>
                  </a:cubicBezTo>
                  <a:lnTo>
                    <a:pt x="7979" y="16598"/>
                  </a:lnTo>
                  <a:cubicBezTo>
                    <a:pt x="7922" y="16598"/>
                    <a:pt x="7922" y="16598"/>
                    <a:pt x="7922" y="16558"/>
                  </a:cubicBezTo>
                  <a:cubicBezTo>
                    <a:pt x="7914" y="16525"/>
                    <a:pt x="7971" y="16412"/>
                    <a:pt x="7971" y="16371"/>
                  </a:cubicBezTo>
                  <a:cubicBezTo>
                    <a:pt x="7966" y="16300"/>
                    <a:pt x="7964" y="16273"/>
                    <a:pt x="7949" y="16273"/>
                  </a:cubicBezTo>
                  <a:cubicBezTo>
                    <a:pt x="7940" y="16273"/>
                    <a:pt x="7927" y="16283"/>
                    <a:pt x="7906" y="16298"/>
                  </a:cubicBezTo>
                  <a:cubicBezTo>
                    <a:pt x="7906" y="16315"/>
                    <a:pt x="7896" y="16325"/>
                    <a:pt x="7888" y="16325"/>
                  </a:cubicBezTo>
                  <a:cubicBezTo>
                    <a:pt x="7878" y="16325"/>
                    <a:pt x="7873" y="16308"/>
                    <a:pt x="7906" y="16266"/>
                  </a:cubicBezTo>
                  <a:cubicBezTo>
                    <a:pt x="7930" y="16177"/>
                    <a:pt x="7947" y="16087"/>
                    <a:pt x="7947" y="15998"/>
                  </a:cubicBezTo>
                  <a:cubicBezTo>
                    <a:pt x="7940" y="15880"/>
                    <a:pt x="7939" y="15858"/>
                    <a:pt x="7908" y="15858"/>
                  </a:cubicBezTo>
                  <a:cubicBezTo>
                    <a:pt x="7901" y="15858"/>
                    <a:pt x="7892" y="15859"/>
                    <a:pt x="7882" y="15860"/>
                  </a:cubicBezTo>
                  <a:cubicBezTo>
                    <a:pt x="7846" y="15873"/>
                    <a:pt x="7820" y="15879"/>
                    <a:pt x="7806" y="15879"/>
                  </a:cubicBezTo>
                  <a:cubicBezTo>
                    <a:pt x="7776" y="15879"/>
                    <a:pt x="7799" y="15853"/>
                    <a:pt x="7882" y="15820"/>
                  </a:cubicBezTo>
                  <a:cubicBezTo>
                    <a:pt x="7986" y="15745"/>
                    <a:pt x="7994" y="15705"/>
                    <a:pt x="7945" y="15705"/>
                  </a:cubicBezTo>
                  <a:cubicBezTo>
                    <a:pt x="7941" y="15705"/>
                    <a:pt x="7936" y="15706"/>
                    <a:pt x="7930" y="15706"/>
                  </a:cubicBezTo>
                  <a:cubicBezTo>
                    <a:pt x="7874" y="15674"/>
                    <a:pt x="7874" y="15674"/>
                    <a:pt x="7874" y="15633"/>
                  </a:cubicBezTo>
                  <a:cubicBezTo>
                    <a:pt x="7930" y="15633"/>
                    <a:pt x="7930" y="15593"/>
                    <a:pt x="7865" y="15520"/>
                  </a:cubicBezTo>
                  <a:cubicBezTo>
                    <a:pt x="7857" y="15487"/>
                    <a:pt x="7857" y="15487"/>
                    <a:pt x="7914" y="15479"/>
                  </a:cubicBezTo>
                  <a:cubicBezTo>
                    <a:pt x="7914" y="15479"/>
                    <a:pt x="7914" y="15447"/>
                    <a:pt x="7914" y="15406"/>
                  </a:cubicBezTo>
                  <a:cubicBezTo>
                    <a:pt x="7784" y="15341"/>
                    <a:pt x="7825" y="15114"/>
                    <a:pt x="7882" y="15074"/>
                  </a:cubicBezTo>
                  <a:cubicBezTo>
                    <a:pt x="7882" y="15074"/>
                    <a:pt x="7874" y="15033"/>
                    <a:pt x="7817" y="15009"/>
                  </a:cubicBezTo>
                  <a:cubicBezTo>
                    <a:pt x="7695" y="14985"/>
                    <a:pt x="7687" y="14944"/>
                    <a:pt x="7809" y="14936"/>
                  </a:cubicBezTo>
                  <a:cubicBezTo>
                    <a:pt x="7922" y="14920"/>
                    <a:pt x="7922" y="14920"/>
                    <a:pt x="7801" y="14895"/>
                  </a:cubicBezTo>
                  <a:cubicBezTo>
                    <a:pt x="7746" y="14864"/>
                    <a:pt x="7722" y="14700"/>
                    <a:pt x="7833" y="14700"/>
                  </a:cubicBezTo>
                  <a:cubicBezTo>
                    <a:pt x="7838" y="14700"/>
                    <a:pt x="7844" y="14700"/>
                    <a:pt x="7849" y="14701"/>
                  </a:cubicBezTo>
                  <a:lnTo>
                    <a:pt x="7963" y="14693"/>
                  </a:lnTo>
                  <a:cubicBezTo>
                    <a:pt x="7898" y="14660"/>
                    <a:pt x="7898" y="14620"/>
                    <a:pt x="7898" y="14620"/>
                  </a:cubicBezTo>
                  <a:cubicBezTo>
                    <a:pt x="7892" y="14621"/>
                    <a:pt x="7887" y="14621"/>
                    <a:pt x="7883" y="14621"/>
                  </a:cubicBezTo>
                  <a:cubicBezTo>
                    <a:pt x="7840" y="14621"/>
                    <a:pt x="7832" y="14585"/>
                    <a:pt x="7825" y="14482"/>
                  </a:cubicBezTo>
                  <a:cubicBezTo>
                    <a:pt x="7809" y="14409"/>
                    <a:pt x="7736" y="14271"/>
                    <a:pt x="7720" y="14198"/>
                  </a:cubicBezTo>
                  <a:cubicBezTo>
                    <a:pt x="7711" y="14125"/>
                    <a:pt x="7695" y="14012"/>
                    <a:pt x="7752" y="13963"/>
                  </a:cubicBezTo>
                  <a:cubicBezTo>
                    <a:pt x="7744" y="13914"/>
                    <a:pt x="7720" y="13858"/>
                    <a:pt x="7671" y="13825"/>
                  </a:cubicBezTo>
                  <a:cubicBezTo>
                    <a:pt x="7606" y="13801"/>
                    <a:pt x="7598" y="13728"/>
                    <a:pt x="7663" y="13720"/>
                  </a:cubicBezTo>
                  <a:lnTo>
                    <a:pt x="7655" y="13679"/>
                  </a:lnTo>
                  <a:cubicBezTo>
                    <a:pt x="7622" y="13655"/>
                    <a:pt x="7598" y="13623"/>
                    <a:pt x="7582" y="13582"/>
                  </a:cubicBezTo>
                  <a:cubicBezTo>
                    <a:pt x="7638" y="13574"/>
                    <a:pt x="7687" y="13525"/>
                    <a:pt x="7622" y="13501"/>
                  </a:cubicBezTo>
                  <a:lnTo>
                    <a:pt x="7622" y="13501"/>
                  </a:lnTo>
                  <a:cubicBezTo>
                    <a:pt x="7617" y="13502"/>
                    <a:pt x="7613" y="13502"/>
                    <a:pt x="7609" y="13502"/>
                  </a:cubicBezTo>
                  <a:cubicBezTo>
                    <a:pt x="7564" y="13502"/>
                    <a:pt x="7557" y="13462"/>
                    <a:pt x="7549" y="13396"/>
                  </a:cubicBezTo>
                  <a:cubicBezTo>
                    <a:pt x="7574" y="13355"/>
                    <a:pt x="7525" y="13031"/>
                    <a:pt x="7476" y="12723"/>
                  </a:cubicBezTo>
                  <a:cubicBezTo>
                    <a:pt x="7412" y="12419"/>
                    <a:pt x="7332" y="12122"/>
                    <a:pt x="7307" y="12122"/>
                  </a:cubicBezTo>
                  <a:cubicBezTo>
                    <a:pt x="7307" y="12122"/>
                    <a:pt x="7306" y="12123"/>
                    <a:pt x="7306" y="12123"/>
                  </a:cubicBezTo>
                  <a:lnTo>
                    <a:pt x="7282" y="12017"/>
                  </a:lnTo>
                  <a:lnTo>
                    <a:pt x="7257" y="11904"/>
                  </a:lnTo>
                  <a:cubicBezTo>
                    <a:pt x="7371" y="11879"/>
                    <a:pt x="7282" y="11709"/>
                    <a:pt x="7192" y="11620"/>
                  </a:cubicBezTo>
                  <a:cubicBezTo>
                    <a:pt x="7144" y="11612"/>
                    <a:pt x="7111" y="11571"/>
                    <a:pt x="7103" y="11523"/>
                  </a:cubicBezTo>
                  <a:cubicBezTo>
                    <a:pt x="7225" y="11498"/>
                    <a:pt x="7192" y="11385"/>
                    <a:pt x="7120" y="11328"/>
                  </a:cubicBezTo>
                  <a:cubicBezTo>
                    <a:pt x="6990" y="11328"/>
                    <a:pt x="6982" y="11288"/>
                    <a:pt x="7095" y="11255"/>
                  </a:cubicBezTo>
                  <a:cubicBezTo>
                    <a:pt x="7217" y="11231"/>
                    <a:pt x="7192" y="11158"/>
                    <a:pt x="7006" y="11134"/>
                  </a:cubicBezTo>
                  <a:cubicBezTo>
                    <a:pt x="6941" y="11109"/>
                    <a:pt x="6941" y="11109"/>
                    <a:pt x="6990" y="11061"/>
                  </a:cubicBezTo>
                  <a:cubicBezTo>
                    <a:pt x="7079" y="11005"/>
                    <a:pt x="7081" y="10968"/>
                    <a:pt x="7045" y="10968"/>
                  </a:cubicBezTo>
                  <a:cubicBezTo>
                    <a:pt x="7038" y="10968"/>
                    <a:pt x="7031" y="10969"/>
                    <a:pt x="7022" y="10971"/>
                  </a:cubicBezTo>
                  <a:cubicBezTo>
                    <a:pt x="6901" y="10971"/>
                    <a:pt x="6893" y="10931"/>
                    <a:pt x="6998" y="10866"/>
                  </a:cubicBezTo>
                  <a:cubicBezTo>
                    <a:pt x="7095" y="10761"/>
                    <a:pt x="7095" y="10761"/>
                    <a:pt x="6974" y="10752"/>
                  </a:cubicBezTo>
                  <a:cubicBezTo>
                    <a:pt x="6970" y="10753"/>
                    <a:pt x="6967" y="10753"/>
                    <a:pt x="6964" y="10753"/>
                  </a:cubicBezTo>
                  <a:cubicBezTo>
                    <a:pt x="6850" y="10753"/>
                    <a:pt x="6806" y="10605"/>
                    <a:pt x="6909" y="10542"/>
                  </a:cubicBezTo>
                  <a:cubicBezTo>
                    <a:pt x="6894" y="10513"/>
                    <a:pt x="6930" y="10466"/>
                    <a:pt x="6901" y="10466"/>
                  </a:cubicBezTo>
                  <a:cubicBezTo>
                    <a:pt x="6897" y="10466"/>
                    <a:pt x="6891" y="10467"/>
                    <a:pt x="6884" y="10469"/>
                  </a:cubicBezTo>
                  <a:lnTo>
                    <a:pt x="6933" y="10420"/>
                  </a:lnTo>
                  <a:lnTo>
                    <a:pt x="6909" y="10347"/>
                  </a:lnTo>
                  <a:lnTo>
                    <a:pt x="6852" y="10363"/>
                  </a:lnTo>
                  <a:cubicBezTo>
                    <a:pt x="6836" y="10193"/>
                    <a:pt x="6803" y="10023"/>
                    <a:pt x="6763" y="9852"/>
                  </a:cubicBezTo>
                  <a:cubicBezTo>
                    <a:pt x="6658" y="9538"/>
                    <a:pt x="6622" y="9430"/>
                    <a:pt x="6586" y="9430"/>
                  </a:cubicBezTo>
                  <a:cubicBezTo>
                    <a:pt x="6578" y="9430"/>
                    <a:pt x="6569" y="9436"/>
                    <a:pt x="6560" y="9447"/>
                  </a:cubicBezTo>
                  <a:cubicBezTo>
                    <a:pt x="6532" y="9468"/>
                    <a:pt x="6509" y="9477"/>
                    <a:pt x="6495" y="9477"/>
                  </a:cubicBezTo>
                  <a:cubicBezTo>
                    <a:pt x="6460" y="9477"/>
                    <a:pt x="6469" y="9426"/>
                    <a:pt x="6544" y="9374"/>
                  </a:cubicBezTo>
                  <a:cubicBezTo>
                    <a:pt x="6528" y="9342"/>
                    <a:pt x="6560" y="9253"/>
                    <a:pt x="6536" y="9180"/>
                  </a:cubicBezTo>
                  <a:cubicBezTo>
                    <a:pt x="6511" y="9115"/>
                    <a:pt x="6487" y="9042"/>
                    <a:pt x="6544" y="9017"/>
                  </a:cubicBezTo>
                  <a:lnTo>
                    <a:pt x="6536" y="8985"/>
                  </a:lnTo>
                  <a:cubicBezTo>
                    <a:pt x="6398" y="8953"/>
                    <a:pt x="6325" y="8750"/>
                    <a:pt x="6333" y="8620"/>
                  </a:cubicBezTo>
                  <a:cubicBezTo>
                    <a:pt x="6317" y="8555"/>
                    <a:pt x="6276" y="8498"/>
                    <a:pt x="6211" y="8466"/>
                  </a:cubicBezTo>
                  <a:cubicBezTo>
                    <a:pt x="6130" y="8426"/>
                    <a:pt x="6130" y="8426"/>
                    <a:pt x="6171" y="8369"/>
                  </a:cubicBezTo>
                  <a:cubicBezTo>
                    <a:pt x="6222" y="8347"/>
                    <a:pt x="6207" y="8151"/>
                    <a:pt x="6119" y="8151"/>
                  </a:cubicBezTo>
                  <a:cubicBezTo>
                    <a:pt x="6110" y="8151"/>
                    <a:pt x="6100" y="8153"/>
                    <a:pt x="6090" y="8158"/>
                  </a:cubicBezTo>
                  <a:lnTo>
                    <a:pt x="6138" y="8101"/>
                  </a:lnTo>
                  <a:cubicBezTo>
                    <a:pt x="6167" y="8061"/>
                    <a:pt x="6140" y="8042"/>
                    <a:pt x="6101" y="8042"/>
                  </a:cubicBezTo>
                  <a:cubicBezTo>
                    <a:pt x="6085" y="8042"/>
                    <a:pt x="6066" y="8045"/>
                    <a:pt x="6049" y="8053"/>
                  </a:cubicBezTo>
                  <a:cubicBezTo>
                    <a:pt x="6017" y="8067"/>
                    <a:pt x="5993" y="8075"/>
                    <a:pt x="5980" y="8075"/>
                  </a:cubicBezTo>
                  <a:cubicBezTo>
                    <a:pt x="5950" y="8075"/>
                    <a:pt x="5975" y="8037"/>
                    <a:pt x="6082" y="7963"/>
                  </a:cubicBezTo>
                  <a:cubicBezTo>
                    <a:pt x="6169" y="7926"/>
                    <a:pt x="6180" y="7898"/>
                    <a:pt x="6154" y="7898"/>
                  </a:cubicBezTo>
                  <a:cubicBezTo>
                    <a:pt x="6147" y="7898"/>
                    <a:pt x="6136" y="7901"/>
                    <a:pt x="6122" y="7907"/>
                  </a:cubicBezTo>
                  <a:cubicBezTo>
                    <a:pt x="6057" y="7890"/>
                    <a:pt x="5984" y="7882"/>
                    <a:pt x="6025" y="7826"/>
                  </a:cubicBezTo>
                  <a:cubicBezTo>
                    <a:pt x="6014" y="7804"/>
                    <a:pt x="6003" y="7779"/>
                    <a:pt x="5966" y="7779"/>
                  </a:cubicBezTo>
                  <a:cubicBezTo>
                    <a:pt x="5948" y="7779"/>
                    <a:pt x="5922" y="7785"/>
                    <a:pt x="5887" y="7801"/>
                  </a:cubicBezTo>
                  <a:cubicBezTo>
                    <a:pt x="5873" y="7807"/>
                    <a:pt x="5862" y="7810"/>
                    <a:pt x="5852" y="7810"/>
                  </a:cubicBezTo>
                  <a:cubicBezTo>
                    <a:pt x="5822" y="7810"/>
                    <a:pt x="5810" y="7785"/>
                    <a:pt x="5798" y="7761"/>
                  </a:cubicBezTo>
                  <a:cubicBezTo>
                    <a:pt x="5824" y="7745"/>
                    <a:pt x="5854" y="7736"/>
                    <a:pt x="5882" y="7736"/>
                  </a:cubicBezTo>
                  <a:cubicBezTo>
                    <a:pt x="5898" y="7736"/>
                    <a:pt x="5913" y="7739"/>
                    <a:pt x="5928" y="7744"/>
                  </a:cubicBezTo>
                  <a:lnTo>
                    <a:pt x="5895" y="7680"/>
                  </a:lnTo>
                  <a:cubicBezTo>
                    <a:pt x="5887" y="7615"/>
                    <a:pt x="5911" y="7558"/>
                    <a:pt x="5960" y="7526"/>
                  </a:cubicBezTo>
                  <a:cubicBezTo>
                    <a:pt x="5983" y="7493"/>
                    <a:pt x="5988" y="7469"/>
                    <a:pt x="5971" y="7469"/>
                  </a:cubicBezTo>
                  <a:cubicBezTo>
                    <a:pt x="5958" y="7469"/>
                    <a:pt x="5934" y="7483"/>
                    <a:pt x="5895" y="7517"/>
                  </a:cubicBezTo>
                  <a:cubicBezTo>
                    <a:pt x="5844" y="7539"/>
                    <a:pt x="5816" y="7551"/>
                    <a:pt x="5798" y="7551"/>
                  </a:cubicBezTo>
                  <a:cubicBezTo>
                    <a:pt x="5777" y="7551"/>
                    <a:pt x="5771" y="7533"/>
                    <a:pt x="5757" y="7493"/>
                  </a:cubicBezTo>
                  <a:cubicBezTo>
                    <a:pt x="5741" y="7461"/>
                    <a:pt x="5725" y="7428"/>
                    <a:pt x="5782" y="7404"/>
                  </a:cubicBezTo>
                  <a:cubicBezTo>
                    <a:pt x="5830" y="7380"/>
                    <a:pt x="5830" y="7380"/>
                    <a:pt x="5806" y="7315"/>
                  </a:cubicBezTo>
                  <a:cubicBezTo>
                    <a:pt x="5766" y="7229"/>
                    <a:pt x="5624" y="7197"/>
                    <a:pt x="5507" y="7197"/>
                  </a:cubicBezTo>
                  <a:cubicBezTo>
                    <a:pt x="5480" y="7197"/>
                    <a:pt x="5455" y="7198"/>
                    <a:pt x="5433" y="7201"/>
                  </a:cubicBezTo>
                  <a:cubicBezTo>
                    <a:pt x="5385" y="7222"/>
                    <a:pt x="5357" y="7234"/>
                    <a:pt x="5349" y="7234"/>
                  </a:cubicBezTo>
                  <a:cubicBezTo>
                    <a:pt x="5337" y="7234"/>
                    <a:pt x="5361" y="7212"/>
                    <a:pt x="5417" y="7161"/>
                  </a:cubicBezTo>
                  <a:cubicBezTo>
                    <a:pt x="5466" y="7136"/>
                    <a:pt x="5457" y="7104"/>
                    <a:pt x="5441" y="7072"/>
                  </a:cubicBezTo>
                  <a:lnTo>
                    <a:pt x="5441" y="7072"/>
                  </a:lnTo>
                  <a:cubicBezTo>
                    <a:pt x="5431" y="7076"/>
                    <a:pt x="5423" y="7078"/>
                    <a:pt x="5419" y="7078"/>
                  </a:cubicBezTo>
                  <a:cubicBezTo>
                    <a:pt x="5405" y="7078"/>
                    <a:pt x="5415" y="7061"/>
                    <a:pt x="5427" y="7061"/>
                  </a:cubicBezTo>
                  <a:cubicBezTo>
                    <a:pt x="5432" y="7061"/>
                    <a:pt x="5437" y="7064"/>
                    <a:pt x="5441" y="7072"/>
                  </a:cubicBezTo>
                  <a:cubicBezTo>
                    <a:pt x="5453" y="7066"/>
                    <a:pt x="5463" y="7063"/>
                    <a:pt x="5472" y="7063"/>
                  </a:cubicBezTo>
                  <a:cubicBezTo>
                    <a:pt x="5498" y="7063"/>
                    <a:pt x="5510" y="7088"/>
                    <a:pt x="5522" y="7112"/>
                  </a:cubicBezTo>
                  <a:lnTo>
                    <a:pt x="5579" y="7088"/>
                  </a:lnTo>
                  <a:cubicBezTo>
                    <a:pt x="5653" y="7020"/>
                    <a:pt x="5654" y="6986"/>
                    <a:pt x="5582" y="6986"/>
                  </a:cubicBezTo>
                  <a:cubicBezTo>
                    <a:pt x="5568" y="6986"/>
                    <a:pt x="5551" y="6988"/>
                    <a:pt x="5530" y="6990"/>
                  </a:cubicBezTo>
                  <a:cubicBezTo>
                    <a:pt x="5457" y="6982"/>
                    <a:pt x="5457" y="6982"/>
                    <a:pt x="5498" y="6917"/>
                  </a:cubicBezTo>
                  <a:cubicBezTo>
                    <a:pt x="5532" y="6870"/>
                    <a:pt x="5566" y="6823"/>
                    <a:pt x="5543" y="6823"/>
                  </a:cubicBezTo>
                  <a:cubicBezTo>
                    <a:pt x="5538" y="6823"/>
                    <a:pt x="5532" y="6824"/>
                    <a:pt x="5522" y="6828"/>
                  </a:cubicBezTo>
                  <a:cubicBezTo>
                    <a:pt x="5506" y="6788"/>
                    <a:pt x="5506" y="6739"/>
                    <a:pt x="5530" y="6699"/>
                  </a:cubicBezTo>
                  <a:cubicBezTo>
                    <a:pt x="5505" y="6648"/>
                    <a:pt x="5490" y="6618"/>
                    <a:pt x="5458" y="6618"/>
                  </a:cubicBezTo>
                  <a:cubicBezTo>
                    <a:pt x="5449" y="6618"/>
                    <a:pt x="5438" y="6620"/>
                    <a:pt x="5425" y="6626"/>
                  </a:cubicBezTo>
                  <a:cubicBezTo>
                    <a:pt x="5410" y="6634"/>
                    <a:pt x="5398" y="6638"/>
                    <a:pt x="5388" y="6638"/>
                  </a:cubicBezTo>
                  <a:cubicBezTo>
                    <a:pt x="5360" y="6638"/>
                    <a:pt x="5350" y="6609"/>
                    <a:pt x="5344" y="6585"/>
                  </a:cubicBezTo>
                  <a:cubicBezTo>
                    <a:pt x="5332" y="6561"/>
                    <a:pt x="5319" y="6536"/>
                    <a:pt x="5290" y="6536"/>
                  </a:cubicBezTo>
                  <a:cubicBezTo>
                    <a:pt x="5280" y="6536"/>
                    <a:pt x="5269" y="6539"/>
                    <a:pt x="5255" y="6545"/>
                  </a:cubicBezTo>
                  <a:cubicBezTo>
                    <a:pt x="5236" y="6555"/>
                    <a:pt x="5215" y="6561"/>
                    <a:pt x="5195" y="6561"/>
                  </a:cubicBezTo>
                  <a:cubicBezTo>
                    <a:pt x="5155" y="6561"/>
                    <a:pt x="5117" y="6539"/>
                    <a:pt x="5101" y="6496"/>
                  </a:cubicBezTo>
                  <a:cubicBezTo>
                    <a:pt x="5012" y="6463"/>
                    <a:pt x="5012" y="6463"/>
                    <a:pt x="5109" y="6374"/>
                  </a:cubicBezTo>
                  <a:cubicBezTo>
                    <a:pt x="5157" y="6350"/>
                    <a:pt x="5141" y="6309"/>
                    <a:pt x="5125" y="6277"/>
                  </a:cubicBezTo>
                  <a:cubicBezTo>
                    <a:pt x="5125" y="6277"/>
                    <a:pt x="5109" y="6245"/>
                    <a:pt x="5149" y="6188"/>
                  </a:cubicBezTo>
                  <a:cubicBezTo>
                    <a:pt x="5167" y="6159"/>
                    <a:pt x="5166" y="6150"/>
                    <a:pt x="5155" y="6150"/>
                  </a:cubicBezTo>
                  <a:cubicBezTo>
                    <a:pt x="5140" y="6150"/>
                    <a:pt x="5108" y="6166"/>
                    <a:pt x="5076" y="6180"/>
                  </a:cubicBezTo>
                  <a:lnTo>
                    <a:pt x="4971" y="6236"/>
                  </a:lnTo>
                  <a:cubicBezTo>
                    <a:pt x="4955" y="6204"/>
                    <a:pt x="5044" y="6115"/>
                    <a:pt x="5101" y="6090"/>
                  </a:cubicBezTo>
                  <a:cubicBezTo>
                    <a:pt x="5150" y="6041"/>
                    <a:pt x="5172" y="6019"/>
                    <a:pt x="5163" y="6019"/>
                  </a:cubicBezTo>
                  <a:cubicBezTo>
                    <a:pt x="5155" y="6019"/>
                    <a:pt x="5127" y="6033"/>
                    <a:pt x="5076" y="6058"/>
                  </a:cubicBezTo>
                  <a:cubicBezTo>
                    <a:pt x="5062" y="6065"/>
                    <a:pt x="5044" y="6070"/>
                    <a:pt x="5028" y="6070"/>
                  </a:cubicBezTo>
                  <a:cubicBezTo>
                    <a:pt x="4992" y="6070"/>
                    <a:pt x="4962" y="6047"/>
                    <a:pt x="4979" y="5985"/>
                  </a:cubicBezTo>
                  <a:cubicBezTo>
                    <a:pt x="4939" y="5920"/>
                    <a:pt x="4906" y="5855"/>
                    <a:pt x="4963" y="5823"/>
                  </a:cubicBezTo>
                  <a:cubicBezTo>
                    <a:pt x="4995" y="5766"/>
                    <a:pt x="4922" y="5758"/>
                    <a:pt x="4922" y="5758"/>
                  </a:cubicBezTo>
                  <a:cubicBezTo>
                    <a:pt x="4857" y="5750"/>
                    <a:pt x="4841" y="5718"/>
                    <a:pt x="4841" y="5596"/>
                  </a:cubicBezTo>
                  <a:cubicBezTo>
                    <a:pt x="4852" y="5451"/>
                    <a:pt x="4856" y="5398"/>
                    <a:pt x="4826" y="5398"/>
                  </a:cubicBezTo>
                  <a:cubicBezTo>
                    <a:pt x="4811" y="5398"/>
                    <a:pt x="4788" y="5412"/>
                    <a:pt x="4752" y="5434"/>
                  </a:cubicBezTo>
                  <a:cubicBezTo>
                    <a:pt x="4728" y="5446"/>
                    <a:pt x="4701" y="5460"/>
                    <a:pt x="4692" y="5460"/>
                  </a:cubicBezTo>
                  <a:cubicBezTo>
                    <a:pt x="4683" y="5460"/>
                    <a:pt x="4691" y="5446"/>
                    <a:pt x="4736" y="5401"/>
                  </a:cubicBezTo>
                  <a:cubicBezTo>
                    <a:pt x="4768" y="5336"/>
                    <a:pt x="4703" y="5328"/>
                    <a:pt x="4614" y="5296"/>
                  </a:cubicBezTo>
                  <a:cubicBezTo>
                    <a:pt x="4533" y="5304"/>
                    <a:pt x="4452" y="5336"/>
                    <a:pt x="4387" y="5385"/>
                  </a:cubicBezTo>
                  <a:cubicBezTo>
                    <a:pt x="4342" y="5410"/>
                    <a:pt x="4316" y="5424"/>
                    <a:pt x="4302" y="5424"/>
                  </a:cubicBezTo>
                  <a:cubicBezTo>
                    <a:pt x="4285" y="5424"/>
                    <a:pt x="4289" y="5400"/>
                    <a:pt x="4298" y="5345"/>
                  </a:cubicBezTo>
                  <a:cubicBezTo>
                    <a:pt x="4282" y="5312"/>
                    <a:pt x="4314" y="5255"/>
                    <a:pt x="4363" y="5223"/>
                  </a:cubicBezTo>
                  <a:cubicBezTo>
                    <a:pt x="4378" y="5216"/>
                    <a:pt x="4391" y="5214"/>
                    <a:pt x="4401" y="5214"/>
                  </a:cubicBezTo>
                  <a:cubicBezTo>
                    <a:pt x="4427" y="5214"/>
                    <a:pt x="4436" y="5231"/>
                    <a:pt x="4436" y="5231"/>
                  </a:cubicBezTo>
                  <a:lnTo>
                    <a:pt x="4452" y="5255"/>
                  </a:lnTo>
                  <a:cubicBezTo>
                    <a:pt x="4509" y="5231"/>
                    <a:pt x="4557" y="5199"/>
                    <a:pt x="4525" y="5134"/>
                  </a:cubicBezTo>
                  <a:cubicBezTo>
                    <a:pt x="4550" y="5090"/>
                    <a:pt x="4541" y="5061"/>
                    <a:pt x="4514" y="5061"/>
                  </a:cubicBezTo>
                  <a:cubicBezTo>
                    <a:pt x="4506" y="5061"/>
                    <a:pt x="4496" y="5063"/>
                    <a:pt x="4485" y="5069"/>
                  </a:cubicBezTo>
                  <a:cubicBezTo>
                    <a:pt x="4517" y="5012"/>
                    <a:pt x="4485" y="4947"/>
                    <a:pt x="4444" y="4882"/>
                  </a:cubicBezTo>
                  <a:cubicBezTo>
                    <a:pt x="4412" y="4818"/>
                    <a:pt x="4355" y="4720"/>
                    <a:pt x="4387" y="4655"/>
                  </a:cubicBezTo>
                  <a:cubicBezTo>
                    <a:pt x="4358" y="4608"/>
                    <a:pt x="4341" y="4578"/>
                    <a:pt x="4315" y="4578"/>
                  </a:cubicBezTo>
                  <a:cubicBezTo>
                    <a:pt x="4306" y="4578"/>
                    <a:pt x="4295" y="4582"/>
                    <a:pt x="4282" y="4591"/>
                  </a:cubicBezTo>
                  <a:cubicBezTo>
                    <a:pt x="4237" y="4618"/>
                    <a:pt x="4209" y="4628"/>
                    <a:pt x="4194" y="4628"/>
                  </a:cubicBezTo>
                  <a:cubicBezTo>
                    <a:pt x="4174" y="4628"/>
                    <a:pt x="4181" y="4609"/>
                    <a:pt x="4209" y="4591"/>
                  </a:cubicBezTo>
                  <a:cubicBezTo>
                    <a:pt x="4295" y="4497"/>
                    <a:pt x="4102" y="4086"/>
                    <a:pt x="3979" y="4086"/>
                  </a:cubicBezTo>
                  <a:cubicBezTo>
                    <a:pt x="3974" y="4086"/>
                    <a:pt x="3970" y="4087"/>
                    <a:pt x="3966" y="4088"/>
                  </a:cubicBezTo>
                  <a:lnTo>
                    <a:pt x="3933" y="4023"/>
                  </a:lnTo>
                  <a:cubicBezTo>
                    <a:pt x="3941" y="3926"/>
                    <a:pt x="3820" y="3739"/>
                    <a:pt x="3755" y="3739"/>
                  </a:cubicBezTo>
                  <a:lnTo>
                    <a:pt x="3690" y="3642"/>
                  </a:lnTo>
                  <a:cubicBezTo>
                    <a:pt x="3706" y="3553"/>
                    <a:pt x="3682" y="3520"/>
                    <a:pt x="3609" y="3520"/>
                  </a:cubicBezTo>
                  <a:cubicBezTo>
                    <a:pt x="3570" y="3520"/>
                    <a:pt x="3534" y="3535"/>
                    <a:pt x="3524" y="3540"/>
                  </a:cubicBezTo>
                  <a:lnTo>
                    <a:pt x="3524" y="3540"/>
                  </a:lnTo>
                  <a:cubicBezTo>
                    <a:pt x="3527" y="3538"/>
                    <a:pt x="3534" y="3534"/>
                    <a:pt x="3544" y="3528"/>
                  </a:cubicBezTo>
                  <a:cubicBezTo>
                    <a:pt x="3593" y="3488"/>
                    <a:pt x="3552" y="3431"/>
                    <a:pt x="3463" y="3310"/>
                  </a:cubicBezTo>
                  <a:cubicBezTo>
                    <a:pt x="3416" y="3239"/>
                    <a:pt x="3396" y="3210"/>
                    <a:pt x="3382" y="3210"/>
                  </a:cubicBezTo>
                  <a:cubicBezTo>
                    <a:pt x="3371" y="3210"/>
                    <a:pt x="3363" y="3225"/>
                    <a:pt x="3349" y="3253"/>
                  </a:cubicBezTo>
                  <a:cubicBezTo>
                    <a:pt x="3220" y="3164"/>
                    <a:pt x="3268" y="3123"/>
                    <a:pt x="3317" y="3091"/>
                  </a:cubicBezTo>
                  <a:cubicBezTo>
                    <a:pt x="3398" y="3069"/>
                    <a:pt x="3407" y="3033"/>
                    <a:pt x="3354" y="3033"/>
                  </a:cubicBezTo>
                  <a:cubicBezTo>
                    <a:pt x="3327" y="3033"/>
                    <a:pt x="3285" y="3042"/>
                    <a:pt x="3228" y="3066"/>
                  </a:cubicBezTo>
                  <a:cubicBezTo>
                    <a:pt x="3200" y="3075"/>
                    <a:pt x="3177" y="3079"/>
                    <a:pt x="3158" y="3079"/>
                  </a:cubicBezTo>
                  <a:cubicBezTo>
                    <a:pt x="3092" y="3079"/>
                    <a:pt x="3077" y="3035"/>
                    <a:pt x="3114" y="3010"/>
                  </a:cubicBezTo>
                  <a:cubicBezTo>
                    <a:pt x="3131" y="2999"/>
                    <a:pt x="3144" y="2994"/>
                    <a:pt x="3155" y="2994"/>
                  </a:cubicBezTo>
                  <a:cubicBezTo>
                    <a:pt x="3178" y="2994"/>
                    <a:pt x="3193" y="3012"/>
                    <a:pt x="3203" y="3034"/>
                  </a:cubicBezTo>
                  <a:lnTo>
                    <a:pt x="3309" y="2969"/>
                  </a:lnTo>
                  <a:cubicBezTo>
                    <a:pt x="3285" y="2937"/>
                    <a:pt x="3285" y="2937"/>
                    <a:pt x="3212" y="2937"/>
                  </a:cubicBezTo>
                  <a:cubicBezTo>
                    <a:pt x="3212" y="2937"/>
                    <a:pt x="3195" y="2912"/>
                    <a:pt x="3122" y="2912"/>
                  </a:cubicBezTo>
                  <a:cubicBezTo>
                    <a:pt x="3058" y="2912"/>
                    <a:pt x="3001" y="2953"/>
                    <a:pt x="2976" y="3018"/>
                  </a:cubicBezTo>
                  <a:cubicBezTo>
                    <a:pt x="2966" y="3045"/>
                    <a:pt x="2956" y="3055"/>
                    <a:pt x="2946" y="3055"/>
                  </a:cubicBezTo>
                  <a:cubicBezTo>
                    <a:pt x="2933" y="3055"/>
                    <a:pt x="2921" y="3036"/>
                    <a:pt x="2912" y="3018"/>
                  </a:cubicBezTo>
                  <a:cubicBezTo>
                    <a:pt x="2920" y="2928"/>
                    <a:pt x="2960" y="2888"/>
                    <a:pt x="3033" y="2888"/>
                  </a:cubicBezTo>
                  <a:cubicBezTo>
                    <a:pt x="3039" y="2894"/>
                    <a:pt x="3047" y="2896"/>
                    <a:pt x="3055" y="2896"/>
                  </a:cubicBezTo>
                  <a:cubicBezTo>
                    <a:pt x="3081" y="2896"/>
                    <a:pt x="3118" y="2872"/>
                    <a:pt x="3155" y="2847"/>
                  </a:cubicBezTo>
                  <a:cubicBezTo>
                    <a:pt x="3193" y="2815"/>
                    <a:pt x="3068" y="2763"/>
                    <a:pt x="2958" y="2763"/>
                  </a:cubicBezTo>
                  <a:cubicBezTo>
                    <a:pt x="2930" y="2763"/>
                    <a:pt x="2903" y="2766"/>
                    <a:pt x="2879" y="2774"/>
                  </a:cubicBezTo>
                  <a:lnTo>
                    <a:pt x="2928" y="2734"/>
                  </a:lnTo>
                  <a:cubicBezTo>
                    <a:pt x="2976" y="2701"/>
                    <a:pt x="2928" y="2645"/>
                    <a:pt x="2887" y="2580"/>
                  </a:cubicBezTo>
                  <a:cubicBezTo>
                    <a:pt x="2854" y="2541"/>
                    <a:pt x="2836" y="2513"/>
                    <a:pt x="2812" y="2513"/>
                  </a:cubicBezTo>
                  <a:cubicBezTo>
                    <a:pt x="2801" y="2513"/>
                    <a:pt x="2789" y="2519"/>
                    <a:pt x="2774" y="2531"/>
                  </a:cubicBezTo>
                  <a:cubicBezTo>
                    <a:pt x="2738" y="2555"/>
                    <a:pt x="2702" y="2584"/>
                    <a:pt x="2676" y="2584"/>
                  </a:cubicBezTo>
                  <a:cubicBezTo>
                    <a:pt x="2666" y="2584"/>
                    <a:pt x="2658" y="2580"/>
                    <a:pt x="2652" y="2572"/>
                  </a:cubicBezTo>
                  <a:lnTo>
                    <a:pt x="2652" y="2572"/>
                  </a:lnTo>
                  <a:cubicBezTo>
                    <a:pt x="2676" y="2604"/>
                    <a:pt x="2628" y="2637"/>
                    <a:pt x="2579" y="2669"/>
                  </a:cubicBezTo>
                  <a:cubicBezTo>
                    <a:pt x="2579" y="2620"/>
                    <a:pt x="2595" y="2564"/>
                    <a:pt x="2612" y="2515"/>
                  </a:cubicBezTo>
                  <a:cubicBezTo>
                    <a:pt x="2668" y="2401"/>
                    <a:pt x="2652" y="2264"/>
                    <a:pt x="2579" y="2166"/>
                  </a:cubicBezTo>
                  <a:cubicBezTo>
                    <a:pt x="2531" y="2101"/>
                    <a:pt x="2466" y="2020"/>
                    <a:pt x="2490" y="1947"/>
                  </a:cubicBezTo>
                  <a:cubicBezTo>
                    <a:pt x="2456" y="1908"/>
                    <a:pt x="2434" y="1884"/>
                    <a:pt x="2408" y="1884"/>
                  </a:cubicBezTo>
                  <a:cubicBezTo>
                    <a:pt x="2396" y="1884"/>
                    <a:pt x="2383" y="1889"/>
                    <a:pt x="2368" y="1899"/>
                  </a:cubicBezTo>
                  <a:lnTo>
                    <a:pt x="2328" y="1842"/>
                  </a:lnTo>
                  <a:cubicBezTo>
                    <a:pt x="2347" y="1790"/>
                    <a:pt x="2320" y="1743"/>
                    <a:pt x="2283" y="1743"/>
                  </a:cubicBezTo>
                  <a:cubicBezTo>
                    <a:pt x="2274" y="1743"/>
                    <a:pt x="2265" y="1746"/>
                    <a:pt x="2255" y="1753"/>
                  </a:cubicBezTo>
                  <a:cubicBezTo>
                    <a:pt x="2248" y="1754"/>
                    <a:pt x="2243" y="1755"/>
                    <a:pt x="2238" y="1755"/>
                  </a:cubicBezTo>
                  <a:cubicBezTo>
                    <a:pt x="2193" y="1755"/>
                    <a:pt x="2205" y="1694"/>
                    <a:pt x="2190" y="1672"/>
                  </a:cubicBezTo>
                  <a:cubicBezTo>
                    <a:pt x="2210" y="1604"/>
                    <a:pt x="2220" y="1569"/>
                    <a:pt x="2212" y="1569"/>
                  </a:cubicBezTo>
                  <a:cubicBezTo>
                    <a:pt x="2203" y="1569"/>
                    <a:pt x="2175" y="1606"/>
                    <a:pt x="2117" y="1680"/>
                  </a:cubicBezTo>
                  <a:cubicBezTo>
                    <a:pt x="2076" y="1720"/>
                    <a:pt x="2068" y="1785"/>
                    <a:pt x="2093" y="1842"/>
                  </a:cubicBezTo>
                  <a:lnTo>
                    <a:pt x="2166" y="1923"/>
                  </a:lnTo>
                  <a:lnTo>
                    <a:pt x="2166" y="1923"/>
                  </a:lnTo>
                  <a:lnTo>
                    <a:pt x="2044" y="1874"/>
                  </a:lnTo>
                  <a:cubicBezTo>
                    <a:pt x="2021" y="1856"/>
                    <a:pt x="1991" y="1846"/>
                    <a:pt x="1959" y="1846"/>
                  </a:cubicBezTo>
                  <a:cubicBezTo>
                    <a:pt x="1933" y="1846"/>
                    <a:pt x="1907" y="1852"/>
                    <a:pt x="1882" y="1866"/>
                  </a:cubicBezTo>
                  <a:cubicBezTo>
                    <a:pt x="1882" y="1866"/>
                    <a:pt x="1861" y="1887"/>
                    <a:pt x="1841" y="1887"/>
                  </a:cubicBezTo>
                  <a:cubicBezTo>
                    <a:pt x="1832" y="1887"/>
                    <a:pt x="1824" y="1884"/>
                    <a:pt x="1817" y="1874"/>
                  </a:cubicBezTo>
                  <a:lnTo>
                    <a:pt x="1906" y="1802"/>
                  </a:lnTo>
                  <a:cubicBezTo>
                    <a:pt x="1971" y="1793"/>
                    <a:pt x="2028" y="1761"/>
                    <a:pt x="2068" y="1720"/>
                  </a:cubicBezTo>
                  <a:cubicBezTo>
                    <a:pt x="2125" y="1638"/>
                    <a:pt x="2123" y="1541"/>
                    <a:pt x="2077" y="1541"/>
                  </a:cubicBezTo>
                  <a:cubicBezTo>
                    <a:pt x="2064" y="1541"/>
                    <a:pt x="2047" y="1549"/>
                    <a:pt x="2028" y="1566"/>
                  </a:cubicBezTo>
                  <a:cubicBezTo>
                    <a:pt x="2004" y="1534"/>
                    <a:pt x="2004" y="1534"/>
                    <a:pt x="2028" y="1469"/>
                  </a:cubicBezTo>
                  <a:cubicBezTo>
                    <a:pt x="2054" y="1443"/>
                    <a:pt x="2053" y="1424"/>
                    <a:pt x="2020" y="1424"/>
                  </a:cubicBezTo>
                  <a:cubicBezTo>
                    <a:pt x="2001" y="1424"/>
                    <a:pt x="1972" y="1430"/>
                    <a:pt x="1931" y="1445"/>
                  </a:cubicBezTo>
                  <a:cubicBezTo>
                    <a:pt x="1893" y="1461"/>
                    <a:pt x="1866" y="1469"/>
                    <a:pt x="1848" y="1469"/>
                  </a:cubicBezTo>
                  <a:cubicBezTo>
                    <a:pt x="1812" y="1469"/>
                    <a:pt x="1817" y="1435"/>
                    <a:pt x="1866" y="1364"/>
                  </a:cubicBezTo>
                  <a:cubicBezTo>
                    <a:pt x="1901" y="1245"/>
                    <a:pt x="1833" y="1145"/>
                    <a:pt x="1788" y="1145"/>
                  </a:cubicBezTo>
                  <a:cubicBezTo>
                    <a:pt x="1781" y="1145"/>
                    <a:pt x="1774" y="1147"/>
                    <a:pt x="1768" y="1153"/>
                  </a:cubicBezTo>
                  <a:cubicBezTo>
                    <a:pt x="1741" y="1176"/>
                    <a:pt x="1715" y="1185"/>
                    <a:pt x="1693" y="1185"/>
                  </a:cubicBezTo>
                  <a:cubicBezTo>
                    <a:pt x="1637" y="1185"/>
                    <a:pt x="1605" y="1126"/>
                    <a:pt x="1622" y="1080"/>
                  </a:cubicBezTo>
                  <a:cubicBezTo>
                    <a:pt x="1643" y="1026"/>
                    <a:pt x="1629" y="995"/>
                    <a:pt x="1583" y="995"/>
                  </a:cubicBezTo>
                  <a:cubicBezTo>
                    <a:pt x="1573" y="995"/>
                    <a:pt x="1562" y="996"/>
                    <a:pt x="1549" y="999"/>
                  </a:cubicBezTo>
                  <a:cubicBezTo>
                    <a:pt x="1595" y="961"/>
                    <a:pt x="1612" y="901"/>
                    <a:pt x="1560" y="901"/>
                  </a:cubicBezTo>
                  <a:cubicBezTo>
                    <a:pt x="1557" y="901"/>
                    <a:pt x="1553" y="901"/>
                    <a:pt x="1549" y="902"/>
                  </a:cubicBezTo>
                  <a:cubicBezTo>
                    <a:pt x="1549" y="902"/>
                    <a:pt x="1545" y="897"/>
                    <a:pt x="1538" y="897"/>
                  </a:cubicBezTo>
                  <a:cubicBezTo>
                    <a:pt x="1529" y="897"/>
                    <a:pt x="1515" y="905"/>
                    <a:pt x="1501" y="942"/>
                  </a:cubicBezTo>
                  <a:lnTo>
                    <a:pt x="1363" y="966"/>
                  </a:lnTo>
                  <a:cubicBezTo>
                    <a:pt x="1387" y="991"/>
                    <a:pt x="1347" y="1031"/>
                    <a:pt x="1298" y="1072"/>
                  </a:cubicBezTo>
                  <a:cubicBezTo>
                    <a:pt x="1293" y="1076"/>
                    <a:pt x="1287" y="1078"/>
                    <a:pt x="1282" y="1078"/>
                  </a:cubicBezTo>
                  <a:cubicBezTo>
                    <a:pt x="1240" y="1078"/>
                    <a:pt x="1211" y="940"/>
                    <a:pt x="1290" y="788"/>
                  </a:cubicBezTo>
                  <a:lnTo>
                    <a:pt x="1331" y="650"/>
                  </a:lnTo>
                  <a:lnTo>
                    <a:pt x="1331" y="650"/>
                  </a:lnTo>
                  <a:lnTo>
                    <a:pt x="1241" y="731"/>
                  </a:lnTo>
                  <a:cubicBezTo>
                    <a:pt x="1217" y="699"/>
                    <a:pt x="1193" y="675"/>
                    <a:pt x="1233" y="634"/>
                  </a:cubicBezTo>
                  <a:cubicBezTo>
                    <a:pt x="1282" y="593"/>
                    <a:pt x="1282" y="593"/>
                    <a:pt x="1258" y="561"/>
                  </a:cubicBezTo>
                  <a:cubicBezTo>
                    <a:pt x="1258" y="561"/>
                    <a:pt x="1250" y="554"/>
                    <a:pt x="1236" y="554"/>
                  </a:cubicBezTo>
                  <a:cubicBezTo>
                    <a:pt x="1224" y="554"/>
                    <a:pt x="1207" y="559"/>
                    <a:pt x="1185" y="577"/>
                  </a:cubicBezTo>
                  <a:cubicBezTo>
                    <a:pt x="1138" y="620"/>
                    <a:pt x="1115" y="640"/>
                    <a:pt x="1108" y="640"/>
                  </a:cubicBezTo>
                  <a:cubicBezTo>
                    <a:pt x="1102" y="640"/>
                    <a:pt x="1108" y="624"/>
                    <a:pt x="1120" y="593"/>
                  </a:cubicBezTo>
                  <a:cubicBezTo>
                    <a:pt x="1157" y="519"/>
                    <a:pt x="1159" y="483"/>
                    <a:pt x="1125" y="483"/>
                  </a:cubicBezTo>
                  <a:cubicBezTo>
                    <a:pt x="1106" y="483"/>
                    <a:pt x="1078" y="493"/>
                    <a:pt x="1039" y="512"/>
                  </a:cubicBezTo>
                  <a:cubicBezTo>
                    <a:pt x="1002" y="550"/>
                    <a:pt x="981" y="570"/>
                    <a:pt x="976" y="570"/>
                  </a:cubicBezTo>
                  <a:cubicBezTo>
                    <a:pt x="970" y="570"/>
                    <a:pt x="984" y="541"/>
                    <a:pt x="1014" y="480"/>
                  </a:cubicBezTo>
                  <a:cubicBezTo>
                    <a:pt x="1063" y="439"/>
                    <a:pt x="1079" y="375"/>
                    <a:pt x="1055" y="350"/>
                  </a:cubicBezTo>
                  <a:lnTo>
                    <a:pt x="1055" y="350"/>
                  </a:lnTo>
                  <a:lnTo>
                    <a:pt x="1006" y="391"/>
                  </a:lnTo>
                  <a:cubicBezTo>
                    <a:pt x="972" y="425"/>
                    <a:pt x="948" y="439"/>
                    <a:pt x="933" y="439"/>
                  </a:cubicBezTo>
                  <a:cubicBezTo>
                    <a:pt x="912" y="439"/>
                    <a:pt x="908" y="412"/>
                    <a:pt x="917" y="375"/>
                  </a:cubicBezTo>
                  <a:cubicBezTo>
                    <a:pt x="958" y="334"/>
                    <a:pt x="933" y="310"/>
                    <a:pt x="836" y="293"/>
                  </a:cubicBezTo>
                  <a:cubicBezTo>
                    <a:pt x="787" y="237"/>
                    <a:pt x="763" y="212"/>
                    <a:pt x="804" y="172"/>
                  </a:cubicBezTo>
                  <a:cubicBezTo>
                    <a:pt x="852" y="128"/>
                    <a:pt x="874" y="108"/>
                    <a:pt x="866" y="108"/>
                  </a:cubicBezTo>
                  <a:cubicBezTo>
                    <a:pt x="859" y="108"/>
                    <a:pt x="831" y="122"/>
                    <a:pt x="779" y="148"/>
                  </a:cubicBezTo>
                  <a:cubicBezTo>
                    <a:pt x="764" y="149"/>
                    <a:pt x="753" y="151"/>
                    <a:pt x="744" y="151"/>
                  </a:cubicBezTo>
                  <a:cubicBezTo>
                    <a:pt x="714" y="151"/>
                    <a:pt x="713" y="135"/>
                    <a:pt x="706" y="66"/>
                  </a:cubicBezTo>
                  <a:cubicBezTo>
                    <a:pt x="717" y="17"/>
                    <a:pt x="721" y="1"/>
                    <a:pt x="702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2"/>
            <p:cNvSpPr/>
            <p:nvPr/>
          </p:nvSpPr>
          <p:spPr>
            <a:xfrm>
              <a:off x="6091391" y="1916612"/>
              <a:ext cx="30062" cy="39146"/>
            </a:xfrm>
            <a:custGeom>
              <a:avLst/>
              <a:gdLst/>
              <a:ahLst/>
              <a:cxnLst/>
              <a:rect l="l" t="t" r="r" b="b"/>
              <a:pathLst>
                <a:path w="1744" h="2271" extrusionOk="0">
                  <a:moveTo>
                    <a:pt x="690" y="1"/>
                  </a:moveTo>
                  <a:cubicBezTo>
                    <a:pt x="690" y="1"/>
                    <a:pt x="690" y="1"/>
                    <a:pt x="690" y="1"/>
                  </a:cubicBezTo>
                  <a:lnTo>
                    <a:pt x="690" y="1"/>
                  </a:lnTo>
                  <a:cubicBezTo>
                    <a:pt x="690" y="1"/>
                    <a:pt x="690" y="1"/>
                    <a:pt x="690" y="1"/>
                  </a:cubicBezTo>
                  <a:close/>
                  <a:moveTo>
                    <a:pt x="690" y="1"/>
                  </a:moveTo>
                  <a:cubicBezTo>
                    <a:pt x="696" y="5"/>
                    <a:pt x="741" y="43"/>
                    <a:pt x="779" y="74"/>
                  </a:cubicBezTo>
                  <a:lnTo>
                    <a:pt x="787" y="74"/>
                  </a:lnTo>
                  <a:cubicBezTo>
                    <a:pt x="787" y="74"/>
                    <a:pt x="739" y="41"/>
                    <a:pt x="690" y="1"/>
                  </a:cubicBezTo>
                  <a:close/>
                  <a:moveTo>
                    <a:pt x="1" y="101"/>
                  </a:moveTo>
                  <a:cubicBezTo>
                    <a:pt x="0" y="101"/>
                    <a:pt x="23" y="119"/>
                    <a:pt x="82" y="163"/>
                  </a:cubicBezTo>
                  <a:cubicBezTo>
                    <a:pt x="130" y="195"/>
                    <a:pt x="131" y="195"/>
                    <a:pt x="131" y="195"/>
                  </a:cubicBezTo>
                  <a:cubicBezTo>
                    <a:pt x="131" y="195"/>
                    <a:pt x="82" y="163"/>
                    <a:pt x="33" y="122"/>
                  </a:cubicBezTo>
                  <a:cubicBezTo>
                    <a:pt x="14" y="109"/>
                    <a:pt x="2" y="101"/>
                    <a:pt x="1" y="101"/>
                  </a:cubicBezTo>
                  <a:close/>
                  <a:moveTo>
                    <a:pt x="1185" y="354"/>
                  </a:moveTo>
                  <a:cubicBezTo>
                    <a:pt x="1203" y="365"/>
                    <a:pt x="1212" y="371"/>
                    <a:pt x="1212" y="371"/>
                  </a:cubicBezTo>
                  <a:cubicBezTo>
                    <a:pt x="1211" y="371"/>
                    <a:pt x="1203" y="365"/>
                    <a:pt x="1185" y="354"/>
                  </a:cubicBezTo>
                  <a:close/>
                  <a:moveTo>
                    <a:pt x="1039" y="471"/>
                  </a:moveTo>
                  <a:cubicBezTo>
                    <a:pt x="1055" y="487"/>
                    <a:pt x="1071" y="503"/>
                    <a:pt x="1087" y="511"/>
                  </a:cubicBezTo>
                  <a:cubicBezTo>
                    <a:pt x="1136" y="544"/>
                    <a:pt x="1136" y="544"/>
                    <a:pt x="1136" y="544"/>
                  </a:cubicBezTo>
                  <a:cubicBezTo>
                    <a:pt x="1151" y="552"/>
                    <a:pt x="1158" y="556"/>
                    <a:pt x="1161" y="556"/>
                  </a:cubicBezTo>
                  <a:cubicBezTo>
                    <a:pt x="1167" y="556"/>
                    <a:pt x="1131" y="527"/>
                    <a:pt x="1095" y="503"/>
                  </a:cubicBezTo>
                  <a:cubicBezTo>
                    <a:pt x="1047" y="471"/>
                    <a:pt x="1047" y="471"/>
                    <a:pt x="1039" y="471"/>
                  </a:cubicBezTo>
                  <a:close/>
                  <a:moveTo>
                    <a:pt x="1152" y="528"/>
                  </a:moveTo>
                  <a:cubicBezTo>
                    <a:pt x="1185" y="552"/>
                    <a:pt x="1217" y="576"/>
                    <a:pt x="1241" y="609"/>
                  </a:cubicBezTo>
                  <a:cubicBezTo>
                    <a:pt x="1209" y="584"/>
                    <a:pt x="1176" y="560"/>
                    <a:pt x="1152" y="536"/>
                  </a:cubicBezTo>
                  <a:lnTo>
                    <a:pt x="1152" y="528"/>
                  </a:lnTo>
                  <a:close/>
                  <a:moveTo>
                    <a:pt x="1422" y="543"/>
                  </a:moveTo>
                  <a:lnTo>
                    <a:pt x="1460" y="568"/>
                  </a:lnTo>
                  <a:cubicBezTo>
                    <a:pt x="1509" y="601"/>
                    <a:pt x="1509" y="601"/>
                    <a:pt x="1509" y="609"/>
                  </a:cubicBezTo>
                  <a:cubicBezTo>
                    <a:pt x="1501" y="609"/>
                    <a:pt x="1501" y="609"/>
                    <a:pt x="1452" y="568"/>
                  </a:cubicBezTo>
                  <a:cubicBezTo>
                    <a:pt x="1440" y="562"/>
                    <a:pt x="1432" y="551"/>
                    <a:pt x="1422" y="543"/>
                  </a:cubicBezTo>
                  <a:close/>
                  <a:moveTo>
                    <a:pt x="1290" y="479"/>
                  </a:moveTo>
                  <a:lnTo>
                    <a:pt x="1290" y="479"/>
                  </a:lnTo>
                  <a:cubicBezTo>
                    <a:pt x="1322" y="503"/>
                    <a:pt x="1363" y="528"/>
                    <a:pt x="1395" y="552"/>
                  </a:cubicBezTo>
                  <a:cubicBezTo>
                    <a:pt x="1493" y="617"/>
                    <a:pt x="1493" y="617"/>
                    <a:pt x="1485" y="625"/>
                  </a:cubicBezTo>
                  <a:cubicBezTo>
                    <a:pt x="1485" y="625"/>
                    <a:pt x="1485" y="625"/>
                    <a:pt x="1436" y="593"/>
                  </a:cubicBezTo>
                  <a:lnTo>
                    <a:pt x="1436" y="593"/>
                  </a:lnTo>
                  <a:cubicBezTo>
                    <a:pt x="1449" y="601"/>
                    <a:pt x="1455" y="604"/>
                    <a:pt x="1456" y="604"/>
                  </a:cubicBezTo>
                  <a:cubicBezTo>
                    <a:pt x="1459" y="604"/>
                    <a:pt x="1423" y="576"/>
                    <a:pt x="1387" y="552"/>
                  </a:cubicBezTo>
                  <a:lnTo>
                    <a:pt x="1290" y="479"/>
                  </a:lnTo>
                  <a:close/>
                  <a:moveTo>
                    <a:pt x="1355" y="625"/>
                  </a:moveTo>
                  <a:lnTo>
                    <a:pt x="1379" y="641"/>
                  </a:lnTo>
                  <a:cubicBezTo>
                    <a:pt x="1371" y="637"/>
                    <a:pt x="1363" y="631"/>
                    <a:pt x="1355" y="625"/>
                  </a:cubicBezTo>
                  <a:close/>
                  <a:moveTo>
                    <a:pt x="982" y="690"/>
                  </a:moveTo>
                  <a:lnTo>
                    <a:pt x="982" y="690"/>
                  </a:lnTo>
                  <a:cubicBezTo>
                    <a:pt x="998" y="698"/>
                    <a:pt x="1014" y="714"/>
                    <a:pt x="1030" y="730"/>
                  </a:cubicBezTo>
                  <a:lnTo>
                    <a:pt x="982" y="690"/>
                  </a:lnTo>
                  <a:close/>
                  <a:moveTo>
                    <a:pt x="1112" y="730"/>
                  </a:moveTo>
                  <a:lnTo>
                    <a:pt x="1112" y="730"/>
                  </a:lnTo>
                  <a:cubicBezTo>
                    <a:pt x="1128" y="742"/>
                    <a:pt x="1145" y="754"/>
                    <a:pt x="1160" y="765"/>
                  </a:cubicBezTo>
                  <a:lnTo>
                    <a:pt x="1160" y="765"/>
                  </a:lnTo>
                  <a:cubicBezTo>
                    <a:pt x="1133" y="744"/>
                    <a:pt x="1112" y="731"/>
                    <a:pt x="1112" y="730"/>
                  </a:cubicBezTo>
                  <a:close/>
                  <a:moveTo>
                    <a:pt x="1671" y="771"/>
                  </a:moveTo>
                  <a:cubicBezTo>
                    <a:pt x="1720" y="803"/>
                    <a:pt x="1720" y="803"/>
                    <a:pt x="1728" y="803"/>
                  </a:cubicBezTo>
                  <a:lnTo>
                    <a:pt x="1679" y="771"/>
                  </a:lnTo>
                  <a:close/>
                  <a:moveTo>
                    <a:pt x="1120" y="641"/>
                  </a:moveTo>
                  <a:lnTo>
                    <a:pt x="1209" y="714"/>
                  </a:lnTo>
                  <a:cubicBezTo>
                    <a:pt x="1290" y="777"/>
                    <a:pt x="1326" y="805"/>
                    <a:pt x="1325" y="805"/>
                  </a:cubicBezTo>
                  <a:cubicBezTo>
                    <a:pt x="1325" y="805"/>
                    <a:pt x="1301" y="787"/>
                    <a:pt x="1257" y="755"/>
                  </a:cubicBezTo>
                  <a:cubicBezTo>
                    <a:pt x="1209" y="722"/>
                    <a:pt x="1160" y="682"/>
                    <a:pt x="1112" y="649"/>
                  </a:cubicBezTo>
                  <a:lnTo>
                    <a:pt x="1120" y="641"/>
                  </a:lnTo>
                  <a:close/>
                  <a:moveTo>
                    <a:pt x="832" y="794"/>
                  </a:moveTo>
                  <a:lnTo>
                    <a:pt x="832" y="794"/>
                  </a:lnTo>
                  <a:cubicBezTo>
                    <a:pt x="832" y="794"/>
                    <a:pt x="838" y="799"/>
                    <a:pt x="852" y="811"/>
                  </a:cubicBezTo>
                  <a:lnTo>
                    <a:pt x="901" y="844"/>
                  </a:lnTo>
                  <a:cubicBezTo>
                    <a:pt x="867" y="821"/>
                    <a:pt x="833" y="794"/>
                    <a:pt x="832" y="794"/>
                  </a:cubicBezTo>
                  <a:close/>
                  <a:moveTo>
                    <a:pt x="1022" y="811"/>
                  </a:moveTo>
                  <a:cubicBezTo>
                    <a:pt x="1039" y="819"/>
                    <a:pt x="1055" y="836"/>
                    <a:pt x="1071" y="844"/>
                  </a:cubicBezTo>
                  <a:cubicBezTo>
                    <a:pt x="1120" y="884"/>
                    <a:pt x="1120" y="884"/>
                    <a:pt x="1120" y="884"/>
                  </a:cubicBezTo>
                  <a:cubicBezTo>
                    <a:pt x="1120" y="884"/>
                    <a:pt x="1112" y="884"/>
                    <a:pt x="1063" y="852"/>
                  </a:cubicBezTo>
                  <a:cubicBezTo>
                    <a:pt x="1047" y="836"/>
                    <a:pt x="1030" y="828"/>
                    <a:pt x="1022" y="811"/>
                  </a:cubicBezTo>
                  <a:close/>
                  <a:moveTo>
                    <a:pt x="1663" y="860"/>
                  </a:moveTo>
                  <a:cubicBezTo>
                    <a:pt x="1686" y="879"/>
                    <a:pt x="1698" y="887"/>
                    <a:pt x="1699" y="887"/>
                  </a:cubicBezTo>
                  <a:cubicBezTo>
                    <a:pt x="1701" y="887"/>
                    <a:pt x="1689" y="877"/>
                    <a:pt x="1663" y="860"/>
                  </a:cubicBezTo>
                  <a:close/>
                  <a:moveTo>
                    <a:pt x="1671" y="852"/>
                  </a:moveTo>
                  <a:cubicBezTo>
                    <a:pt x="1671" y="853"/>
                    <a:pt x="1670" y="853"/>
                    <a:pt x="1670" y="853"/>
                  </a:cubicBezTo>
                  <a:cubicBezTo>
                    <a:pt x="1669" y="853"/>
                    <a:pt x="1669" y="853"/>
                    <a:pt x="1669" y="853"/>
                  </a:cubicBezTo>
                  <a:lnTo>
                    <a:pt x="1669" y="853"/>
                  </a:lnTo>
                  <a:cubicBezTo>
                    <a:pt x="1716" y="887"/>
                    <a:pt x="1738" y="903"/>
                    <a:pt x="1739" y="903"/>
                  </a:cubicBezTo>
                  <a:cubicBezTo>
                    <a:pt x="1739" y="903"/>
                    <a:pt x="1715" y="885"/>
                    <a:pt x="1671" y="852"/>
                  </a:cubicBezTo>
                  <a:close/>
                  <a:moveTo>
                    <a:pt x="1039" y="876"/>
                  </a:moveTo>
                  <a:cubicBezTo>
                    <a:pt x="1087" y="909"/>
                    <a:pt x="1087" y="909"/>
                    <a:pt x="1087" y="909"/>
                  </a:cubicBezTo>
                  <a:cubicBezTo>
                    <a:pt x="1071" y="901"/>
                    <a:pt x="1055" y="892"/>
                    <a:pt x="1039" y="876"/>
                  </a:cubicBezTo>
                  <a:close/>
                  <a:moveTo>
                    <a:pt x="941" y="884"/>
                  </a:moveTo>
                  <a:lnTo>
                    <a:pt x="941" y="884"/>
                  </a:lnTo>
                  <a:cubicBezTo>
                    <a:pt x="958" y="896"/>
                    <a:pt x="975" y="908"/>
                    <a:pt x="990" y="919"/>
                  </a:cubicBezTo>
                  <a:lnTo>
                    <a:pt x="990" y="919"/>
                  </a:lnTo>
                  <a:cubicBezTo>
                    <a:pt x="962" y="898"/>
                    <a:pt x="942" y="885"/>
                    <a:pt x="941" y="884"/>
                  </a:cubicBezTo>
                  <a:close/>
                  <a:moveTo>
                    <a:pt x="840" y="894"/>
                  </a:moveTo>
                  <a:cubicBezTo>
                    <a:pt x="839" y="894"/>
                    <a:pt x="854" y="905"/>
                    <a:pt x="878" y="922"/>
                  </a:cubicBezTo>
                  <a:lnTo>
                    <a:pt x="878" y="922"/>
                  </a:lnTo>
                  <a:cubicBezTo>
                    <a:pt x="852" y="902"/>
                    <a:pt x="840" y="894"/>
                    <a:pt x="840" y="894"/>
                  </a:cubicBezTo>
                  <a:close/>
                  <a:moveTo>
                    <a:pt x="1517" y="864"/>
                  </a:moveTo>
                  <a:cubicBezTo>
                    <a:pt x="1518" y="864"/>
                    <a:pt x="1530" y="871"/>
                    <a:pt x="1549" y="884"/>
                  </a:cubicBezTo>
                  <a:cubicBezTo>
                    <a:pt x="1598" y="925"/>
                    <a:pt x="1598" y="925"/>
                    <a:pt x="1590" y="925"/>
                  </a:cubicBezTo>
                  <a:cubicBezTo>
                    <a:pt x="1536" y="881"/>
                    <a:pt x="1515" y="864"/>
                    <a:pt x="1517" y="864"/>
                  </a:cubicBezTo>
                  <a:close/>
                  <a:moveTo>
                    <a:pt x="1209" y="876"/>
                  </a:moveTo>
                  <a:lnTo>
                    <a:pt x="1209" y="876"/>
                  </a:lnTo>
                  <a:cubicBezTo>
                    <a:pt x="1241" y="897"/>
                    <a:pt x="1272" y="922"/>
                    <a:pt x="1291" y="937"/>
                  </a:cubicBezTo>
                  <a:lnTo>
                    <a:pt x="1291" y="937"/>
                  </a:lnTo>
                  <a:cubicBezTo>
                    <a:pt x="1271" y="922"/>
                    <a:pt x="1243" y="902"/>
                    <a:pt x="1209" y="876"/>
                  </a:cubicBezTo>
                  <a:close/>
                  <a:moveTo>
                    <a:pt x="673" y="911"/>
                  </a:moveTo>
                  <a:lnTo>
                    <a:pt x="673" y="911"/>
                  </a:lnTo>
                  <a:cubicBezTo>
                    <a:pt x="672" y="911"/>
                    <a:pt x="682" y="921"/>
                    <a:pt x="706" y="941"/>
                  </a:cubicBezTo>
                  <a:cubicBezTo>
                    <a:pt x="686" y="921"/>
                    <a:pt x="674" y="911"/>
                    <a:pt x="673" y="911"/>
                  </a:cubicBezTo>
                  <a:close/>
                  <a:moveTo>
                    <a:pt x="1281" y="826"/>
                  </a:moveTo>
                  <a:cubicBezTo>
                    <a:pt x="1298" y="839"/>
                    <a:pt x="1343" y="875"/>
                    <a:pt x="1412" y="925"/>
                  </a:cubicBezTo>
                  <a:cubicBezTo>
                    <a:pt x="1432" y="942"/>
                    <a:pt x="1444" y="952"/>
                    <a:pt x="1443" y="952"/>
                  </a:cubicBezTo>
                  <a:cubicBezTo>
                    <a:pt x="1442" y="952"/>
                    <a:pt x="1419" y="934"/>
                    <a:pt x="1363" y="892"/>
                  </a:cubicBezTo>
                  <a:lnTo>
                    <a:pt x="1281" y="826"/>
                  </a:lnTo>
                  <a:close/>
                  <a:moveTo>
                    <a:pt x="1241" y="925"/>
                  </a:moveTo>
                  <a:lnTo>
                    <a:pt x="1290" y="957"/>
                  </a:lnTo>
                  <a:lnTo>
                    <a:pt x="1290" y="965"/>
                  </a:lnTo>
                  <a:cubicBezTo>
                    <a:pt x="1290" y="965"/>
                    <a:pt x="1290" y="965"/>
                    <a:pt x="1241" y="925"/>
                  </a:cubicBezTo>
                  <a:close/>
                  <a:moveTo>
                    <a:pt x="1047" y="949"/>
                  </a:moveTo>
                  <a:lnTo>
                    <a:pt x="1095" y="982"/>
                  </a:lnTo>
                  <a:lnTo>
                    <a:pt x="1144" y="1014"/>
                  </a:lnTo>
                  <a:lnTo>
                    <a:pt x="1144" y="1022"/>
                  </a:lnTo>
                  <a:cubicBezTo>
                    <a:pt x="1096" y="982"/>
                    <a:pt x="1048" y="950"/>
                    <a:pt x="1047" y="949"/>
                  </a:cubicBezTo>
                  <a:close/>
                  <a:moveTo>
                    <a:pt x="1055" y="933"/>
                  </a:moveTo>
                  <a:lnTo>
                    <a:pt x="1055" y="933"/>
                  </a:lnTo>
                  <a:cubicBezTo>
                    <a:pt x="1055" y="933"/>
                    <a:pt x="1112" y="974"/>
                    <a:pt x="1160" y="1006"/>
                  </a:cubicBezTo>
                  <a:cubicBezTo>
                    <a:pt x="1182" y="1020"/>
                    <a:pt x="1192" y="1030"/>
                    <a:pt x="1189" y="1030"/>
                  </a:cubicBezTo>
                  <a:cubicBezTo>
                    <a:pt x="1184" y="1030"/>
                    <a:pt x="1158" y="1014"/>
                    <a:pt x="1103" y="974"/>
                  </a:cubicBezTo>
                  <a:cubicBezTo>
                    <a:pt x="1055" y="941"/>
                    <a:pt x="1055" y="941"/>
                    <a:pt x="1055" y="933"/>
                  </a:cubicBezTo>
                  <a:close/>
                  <a:moveTo>
                    <a:pt x="844" y="974"/>
                  </a:moveTo>
                  <a:lnTo>
                    <a:pt x="893" y="1006"/>
                  </a:lnTo>
                  <a:lnTo>
                    <a:pt x="941" y="1046"/>
                  </a:lnTo>
                  <a:cubicBezTo>
                    <a:pt x="893" y="1014"/>
                    <a:pt x="844" y="974"/>
                    <a:pt x="844" y="974"/>
                  </a:cubicBezTo>
                  <a:close/>
                  <a:moveTo>
                    <a:pt x="1476" y="1030"/>
                  </a:moveTo>
                  <a:lnTo>
                    <a:pt x="1574" y="1103"/>
                  </a:lnTo>
                  <a:lnTo>
                    <a:pt x="1525" y="1063"/>
                  </a:lnTo>
                  <a:cubicBezTo>
                    <a:pt x="1507" y="1051"/>
                    <a:pt x="1489" y="1039"/>
                    <a:pt x="1476" y="1030"/>
                  </a:cubicBezTo>
                  <a:close/>
                  <a:moveTo>
                    <a:pt x="803" y="1014"/>
                  </a:moveTo>
                  <a:cubicBezTo>
                    <a:pt x="805" y="1015"/>
                    <a:pt x="901" y="1079"/>
                    <a:pt x="949" y="1119"/>
                  </a:cubicBezTo>
                  <a:cubicBezTo>
                    <a:pt x="949" y="1119"/>
                    <a:pt x="949" y="1119"/>
                    <a:pt x="901" y="1087"/>
                  </a:cubicBezTo>
                  <a:cubicBezTo>
                    <a:pt x="853" y="1047"/>
                    <a:pt x="805" y="1015"/>
                    <a:pt x="803" y="1014"/>
                  </a:cubicBezTo>
                  <a:close/>
                  <a:moveTo>
                    <a:pt x="779" y="1111"/>
                  </a:moveTo>
                  <a:cubicBezTo>
                    <a:pt x="828" y="1144"/>
                    <a:pt x="876" y="1184"/>
                    <a:pt x="876" y="1184"/>
                  </a:cubicBezTo>
                  <a:cubicBezTo>
                    <a:pt x="844" y="1160"/>
                    <a:pt x="812" y="1136"/>
                    <a:pt x="779" y="1111"/>
                  </a:cubicBezTo>
                  <a:close/>
                  <a:moveTo>
                    <a:pt x="852" y="1128"/>
                  </a:moveTo>
                  <a:lnTo>
                    <a:pt x="901" y="1160"/>
                  </a:lnTo>
                  <a:lnTo>
                    <a:pt x="949" y="1201"/>
                  </a:lnTo>
                  <a:lnTo>
                    <a:pt x="941" y="1201"/>
                  </a:lnTo>
                  <a:cubicBezTo>
                    <a:pt x="893" y="1168"/>
                    <a:pt x="844" y="1128"/>
                    <a:pt x="852" y="1128"/>
                  </a:cubicBezTo>
                  <a:close/>
                  <a:moveTo>
                    <a:pt x="739" y="1233"/>
                  </a:moveTo>
                  <a:cubicBezTo>
                    <a:pt x="771" y="1257"/>
                    <a:pt x="803" y="1282"/>
                    <a:pt x="828" y="1306"/>
                  </a:cubicBezTo>
                  <a:cubicBezTo>
                    <a:pt x="828" y="1306"/>
                    <a:pt x="828" y="1306"/>
                    <a:pt x="779" y="1273"/>
                  </a:cubicBezTo>
                  <a:cubicBezTo>
                    <a:pt x="730" y="1241"/>
                    <a:pt x="730" y="1233"/>
                    <a:pt x="739" y="1233"/>
                  </a:cubicBezTo>
                  <a:close/>
                  <a:moveTo>
                    <a:pt x="617" y="1346"/>
                  </a:moveTo>
                  <a:cubicBezTo>
                    <a:pt x="641" y="1363"/>
                    <a:pt x="651" y="1371"/>
                    <a:pt x="650" y="1371"/>
                  </a:cubicBezTo>
                  <a:cubicBezTo>
                    <a:pt x="649" y="1371"/>
                    <a:pt x="637" y="1363"/>
                    <a:pt x="617" y="1346"/>
                  </a:cubicBezTo>
                  <a:close/>
                  <a:moveTo>
                    <a:pt x="1160" y="1314"/>
                  </a:moveTo>
                  <a:cubicBezTo>
                    <a:pt x="1209" y="1355"/>
                    <a:pt x="1257" y="1387"/>
                    <a:pt x="1257" y="1387"/>
                  </a:cubicBezTo>
                  <a:lnTo>
                    <a:pt x="1257" y="1395"/>
                  </a:lnTo>
                  <a:cubicBezTo>
                    <a:pt x="1209" y="1355"/>
                    <a:pt x="1160" y="1322"/>
                    <a:pt x="1160" y="1322"/>
                  </a:cubicBezTo>
                  <a:lnTo>
                    <a:pt x="1160" y="1314"/>
                  </a:lnTo>
                  <a:close/>
                  <a:moveTo>
                    <a:pt x="714" y="1330"/>
                  </a:moveTo>
                  <a:lnTo>
                    <a:pt x="714" y="1330"/>
                  </a:lnTo>
                  <a:cubicBezTo>
                    <a:pt x="763" y="1363"/>
                    <a:pt x="812" y="1403"/>
                    <a:pt x="812" y="1403"/>
                  </a:cubicBezTo>
                  <a:cubicBezTo>
                    <a:pt x="763" y="1371"/>
                    <a:pt x="714" y="1330"/>
                    <a:pt x="714" y="1330"/>
                  </a:cubicBezTo>
                  <a:close/>
                  <a:moveTo>
                    <a:pt x="471" y="1395"/>
                  </a:moveTo>
                  <a:cubicBezTo>
                    <a:pt x="513" y="1427"/>
                    <a:pt x="528" y="1439"/>
                    <a:pt x="527" y="1439"/>
                  </a:cubicBezTo>
                  <a:cubicBezTo>
                    <a:pt x="526" y="1439"/>
                    <a:pt x="499" y="1418"/>
                    <a:pt x="471" y="1395"/>
                  </a:cubicBezTo>
                  <a:close/>
                  <a:moveTo>
                    <a:pt x="358" y="1366"/>
                  </a:moveTo>
                  <a:cubicBezTo>
                    <a:pt x="357" y="1366"/>
                    <a:pt x="380" y="1384"/>
                    <a:pt x="439" y="1428"/>
                  </a:cubicBezTo>
                  <a:cubicBezTo>
                    <a:pt x="450" y="1435"/>
                    <a:pt x="459" y="1441"/>
                    <a:pt x="466" y="1445"/>
                  </a:cubicBezTo>
                  <a:lnTo>
                    <a:pt x="466" y="1445"/>
                  </a:lnTo>
                  <a:cubicBezTo>
                    <a:pt x="453" y="1434"/>
                    <a:pt x="429" y="1416"/>
                    <a:pt x="390" y="1387"/>
                  </a:cubicBezTo>
                  <a:cubicBezTo>
                    <a:pt x="370" y="1374"/>
                    <a:pt x="359" y="1366"/>
                    <a:pt x="358" y="1366"/>
                  </a:cubicBezTo>
                  <a:close/>
                  <a:moveTo>
                    <a:pt x="1087" y="1506"/>
                  </a:moveTo>
                  <a:cubicBezTo>
                    <a:pt x="1089" y="1506"/>
                    <a:pt x="1113" y="1522"/>
                    <a:pt x="1160" y="1557"/>
                  </a:cubicBezTo>
                  <a:cubicBezTo>
                    <a:pt x="1110" y="1524"/>
                    <a:pt x="1086" y="1506"/>
                    <a:pt x="1087" y="1506"/>
                  </a:cubicBezTo>
                  <a:close/>
                  <a:moveTo>
                    <a:pt x="576" y="1533"/>
                  </a:moveTo>
                  <a:lnTo>
                    <a:pt x="625" y="1565"/>
                  </a:lnTo>
                  <a:lnTo>
                    <a:pt x="625" y="1573"/>
                  </a:lnTo>
                  <a:cubicBezTo>
                    <a:pt x="625" y="1573"/>
                    <a:pt x="625" y="1573"/>
                    <a:pt x="576" y="1533"/>
                  </a:cubicBezTo>
                  <a:close/>
                  <a:moveTo>
                    <a:pt x="560" y="1549"/>
                  </a:moveTo>
                  <a:lnTo>
                    <a:pt x="609" y="1582"/>
                  </a:lnTo>
                  <a:cubicBezTo>
                    <a:pt x="609" y="1584"/>
                    <a:pt x="609" y="1586"/>
                    <a:pt x="607" y="1586"/>
                  </a:cubicBezTo>
                  <a:cubicBezTo>
                    <a:pt x="604" y="1586"/>
                    <a:pt x="594" y="1577"/>
                    <a:pt x="560" y="1549"/>
                  </a:cubicBezTo>
                  <a:close/>
                  <a:moveTo>
                    <a:pt x="594" y="1521"/>
                  </a:moveTo>
                  <a:cubicBezTo>
                    <a:pt x="597" y="1521"/>
                    <a:pt x="608" y="1529"/>
                    <a:pt x="641" y="1557"/>
                  </a:cubicBezTo>
                  <a:cubicBezTo>
                    <a:pt x="666" y="1578"/>
                    <a:pt x="676" y="1588"/>
                    <a:pt x="674" y="1588"/>
                  </a:cubicBezTo>
                  <a:cubicBezTo>
                    <a:pt x="672" y="1588"/>
                    <a:pt x="658" y="1578"/>
                    <a:pt x="633" y="1557"/>
                  </a:cubicBezTo>
                  <a:cubicBezTo>
                    <a:pt x="593" y="1525"/>
                    <a:pt x="593" y="1525"/>
                    <a:pt x="593" y="1525"/>
                  </a:cubicBezTo>
                  <a:cubicBezTo>
                    <a:pt x="593" y="1522"/>
                    <a:pt x="593" y="1521"/>
                    <a:pt x="594" y="1521"/>
                  </a:cubicBezTo>
                  <a:close/>
                  <a:moveTo>
                    <a:pt x="593" y="1598"/>
                  </a:moveTo>
                  <a:cubicBezTo>
                    <a:pt x="593" y="1598"/>
                    <a:pt x="641" y="1630"/>
                    <a:pt x="690" y="1671"/>
                  </a:cubicBezTo>
                  <a:cubicBezTo>
                    <a:pt x="674" y="1663"/>
                    <a:pt x="658" y="1646"/>
                    <a:pt x="641" y="1638"/>
                  </a:cubicBezTo>
                  <a:cubicBezTo>
                    <a:pt x="625" y="1622"/>
                    <a:pt x="609" y="1614"/>
                    <a:pt x="593" y="1598"/>
                  </a:cubicBezTo>
                  <a:close/>
                  <a:moveTo>
                    <a:pt x="406" y="1695"/>
                  </a:moveTo>
                  <a:cubicBezTo>
                    <a:pt x="432" y="1712"/>
                    <a:pt x="444" y="1723"/>
                    <a:pt x="443" y="1723"/>
                  </a:cubicBezTo>
                  <a:cubicBezTo>
                    <a:pt x="441" y="1723"/>
                    <a:pt x="429" y="1714"/>
                    <a:pt x="406" y="1695"/>
                  </a:cubicBezTo>
                  <a:close/>
                  <a:moveTo>
                    <a:pt x="868" y="1671"/>
                  </a:moveTo>
                  <a:lnTo>
                    <a:pt x="917" y="1703"/>
                  </a:lnTo>
                  <a:cubicBezTo>
                    <a:pt x="966" y="1736"/>
                    <a:pt x="966" y="1744"/>
                    <a:pt x="966" y="1744"/>
                  </a:cubicBezTo>
                  <a:cubicBezTo>
                    <a:pt x="957" y="1744"/>
                    <a:pt x="957" y="1744"/>
                    <a:pt x="909" y="1703"/>
                  </a:cubicBezTo>
                  <a:cubicBezTo>
                    <a:pt x="893" y="1695"/>
                    <a:pt x="876" y="1687"/>
                    <a:pt x="868" y="1671"/>
                  </a:cubicBezTo>
                  <a:close/>
                  <a:moveTo>
                    <a:pt x="977" y="1689"/>
                  </a:moveTo>
                  <a:cubicBezTo>
                    <a:pt x="978" y="1689"/>
                    <a:pt x="1002" y="1707"/>
                    <a:pt x="1047" y="1744"/>
                  </a:cubicBezTo>
                  <a:cubicBezTo>
                    <a:pt x="998" y="1707"/>
                    <a:pt x="976" y="1689"/>
                    <a:pt x="977" y="1689"/>
                  </a:cubicBezTo>
                  <a:close/>
                  <a:moveTo>
                    <a:pt x="528" y="1663"/>
                  </a:moveTo>
                  <a:lnTo>
                    <a:pt x="576" y="1695"/>
                  </a:lnTo>
                  <a:cubicBezTo>
                    <a:pt x="612" y="1719"/>
                    <a:pt x="648" y="1748"/>
                    <a:pt x="645" y="1748"/>
                  </a:cubicBezTo>
                  <a:cubicBezTo>
                    <a:pt x="644" y="1748"/>
                    <a:pt x="638" y="1744"/>
                    <a:pt x="625" y="1736"/>
                  </a:cubicBezTo>
                  <a:cubicBezTo>
                    <a:pt x="625" y="1736"/>
                    <a:pt x="576" y="1695"/>
                    <a:pt x="528" y="1663"/>
                  </a:cubicBezTo>
                  <a:close/>
                  <a:moveTo>
                    <a:pt x="893" y="1719"/>
                  </a:moveTo>
                  <a:lnTo>
                    <a:pt x="939" y="1758"/>
                  </a:lnTo>
                  <a:lnTo>
                    <a:pt x="939" y="1758"/>
                  </a:lnTo>
                  <a:cubicBezTo>
                    <a:pt x="912" y="1739"/>
                    <a:pt x="893" y="1725"/>
                    <a:pt x="893" y="1719"/>
                  </a:cubicBezTo>
                  <a:close/>
                  <a:moveTo>
                    <a:pt x="617" y="1817"/>
                  </a:moveTo>
                  <a:cubicBezTo>
                    <a:pt x="666" y="1849"/>
                    <a:pt x="714" y="1882"/>
                    <a:pt x="763" y="1922"/>
                  </a:cubicBezTo>
                  <a:cubicBezTo>
                    <a:pt x="763" y="1922"/>
                    <a:pt x="763" y="1922"/>
                    <a:pt x="714" y="1890"/>
                  </a:cubicBezTo>
                  <a:cubicBezTo>
                    <a:pt x="682" y="1865"/>
                    <a:pt x="649" y="1841"/>
                    <a:pt x="617" y="1817"/>
                  </a:cubicBezTo>
                  <a:close/>
                  <a:moveTo>
                    <a:pt x="413" y="2046"/>
                  </a:moveTo>
                  <a:cubicBezTo>
                    <a:pt x="414" y="2046"/>
                    <a:pt x="439" y="2064"/>
                    <a:pt x="487" y="2100"/>
                  </a:cubicBezTo>
                  <a:cubicBezTo>
                    <a:pt x="528" y="2133"/>
                    <a:pt x="576" y="2165"/>
                    <a:pt x="576" y="2173"/>
                  </a:cubicBezTo>
                  <a:lnTo>
                    <a:pt x="576" y="2173"/>
                  </a:lnTo>
                  <a:cubicBezTo>
                    <a:pt x="550" y="2154"/>
                    <a:pt x="515" y="2127"/>
                    <a:pt x="479" y="2100"/>
                  </a:cubicBezTo>
                  <a:cubicBezTo>
                    <a:pt x="435" y="2064"/>
                    <a:pt x="412" y="2046"/>
                    <a:pt x="413" y="2046"/>
                  </a:cubicBezTo>
                  <a:close/>
                  <a:moveTo>
                    <a:pt x="1136" y="309"/>
                  </a:moveTo>
                  <a:cubicBezTo>
                    <a:pt x="1128" y="309"/>
                    <a:pt x="1128" y="309"/>
                    <a:pt x="1174" y="347"/>
                  </a:cubicBezTo>
                  <a:lnTo>
                    <a:pt x="1174" y="347"/>
                  </a:lnTo>
                  <a:cubicBezTo>
                    <a:pt x="1161" y="339"/>
                    <a:pt x="1146" y="329"/>
                    <a:pt x="1128" y="317"/>
                  </a:cubicBezTo>
                  <a:lnTo>
                    <a:pt x="1128" y="317"/>
                  </a:lnTo>
                  <a:cubicBezTo>
                    <a:pt x="1140" y="325"/>
                    <a:pt x="1156" y="336"/>
                    <a:pt x="1176" y="349"/>
                  </a:cubicBezTo>
                  <a:cubicBezTo>
                    <a:pt x="1226" y="387"/>
                    <a:pt x="1249" y="405"/>
                    <a:pt x="1245" y="405"/>
                  </a:cubicBezTo>
                  <a:cubicBezTo>
                    <a:pt x="1242" y="405"/>
                    <a:pt x="1216" y="389"/>
                    <a:pt x="1168" y="357"/>
                  </a:cubicBezTo>
                  <a:lnTo>
                    <a:pt x="1168" y="357"/>
                  </a:lnTo>
                  <a:cubicBezTo>
                    <a:pt x="1168" y="357"/>
                    <a:pt x="1217" y="398"/>
                    <a:pt x="1257" y="430"/>
                  </a:cubicBezTo>
                  <a:cubicBezTo>
                    <a:pt x="1316" y="474"/>
                    <a:pt x="1339" y="492"/>
                    <a:pt x="1338" y="492"/>
                  </a:cubicBezTo>
                  <a:cubicBezTo>
                    <a:pt x="1337" y="492"/>
                    <a:pt x="1326" y="484"/>
                    <a:pt x="1306" y="471"/>
                  </a:cubicBezTo>
                  <a:cubicBezTo>
                    <a:pt x="1257" y="430"/>
                    <a:pt x="1209" y="398"/>
                    <a:pt x="1209" y="398"/>
                  </a:cubicBezTo>
                  <a:cubicBezTo>
                    <a:pt x="1160" y="366"/>
                    <a:pt x="1160" y="365"/>
                    <a:pt x="1160" y="365"/>
                  </a:cubicBezTo>
                  <a:lnTo>
                    <a:pt x="1160" y="365"/>
                  </a:lnTo>
                  <a:cubicBezTo>
                    <a:pt x="1160" y="365"/>
                    <a:pt x="1152" y="374"/>
                    <a:pt x="1201" y="406"/>
                  </a:cubicBezTo>
                  <a:lnTo>
                    <a:pt x="1152" y="374"/>
                  </a:lnTo>
                  <a:cubicBezTo>
                    <a:pt x="1136" y="365"/>
                    <a:pt x="1112" y="357"/>
                    <a:pt x="1095" y="341"/>
                  </a:cubicBezTo>
                  <a:cubicBezTo>
                    <a:pt x="1087" y="336"/>
                    <a:pt x="1083" y="333"/>
                    <a:pt x="1082" y="333"/>
                  </a:cubicBezTo>
                  <a:lnTo>
                    <a:pt x="1082" y="333"/>
                  </a:lnTo>
                  <a:cubicBezTo>
                    <a:pt x="1077" y="333"/>
                    <a:pt x="1154" y="394"/>
                    <a:pt x="1241" y="455"/>
                  </a:cubicBezTo>
                  <a:cubicBezTo>
                    <a:pt x="1249" y="463"/>
                    <a:pt x="1266" y="479"/>
                    <a:pt x="1282" y="487"/>
                  </a:cubicBezTo>
                  <a:cubicBezTo>
                    <a:pt x="1330" y="528"/>
                    <a:pt x="1330" y="528"/>
                    <a:pt x="1330" y="528"/>
                  </a:cubicBezTo>
                  <a:lnTo>
                    <a:pt x="1233" y="455"/>
                  </a:lnTo>
                  <a:cubicBezTo>
                    <a:pt x="1149" y="394"/>
                    <a:pt x="1097" y="358"/>
                    <a:pt x="1096" y="358"/>
                  </a:cubicBezTo>
                  <a:lnTo>
                    <a:pt x="1096" y="358"/>
                  </a:lnTo>
                  <a:cubicBezTo>
                    <a:pt x="1096" y="358"/>
                    <a:pt x="1123" y="377"/>
                    <a:pt x="1185" y="422"/>
                  </a:cubicBezTo>
                  <a:cubicBezTo>
                    <a:pt x="1199" y="434"/>
                    <a:pt x="1205" y="439"/>
                    <a:pt x="1205" y="439"/>
                  </a:cubicBezTo>
                  <a:cubicBezTo>
                    <a:pt x="1204" y="439"/>
                    <a:pt x="1170" y="412"/>
                    <a:pt x="1136" y="390"/>
                  </a:cubicBezTo>
                  <a:cubicBezTo>
                    <a:pt x="1113" y="374"/>
                    <a:pt x="1101" y="366"/>
                    <a:pt x="1099" y="366"/>
                  </a:cubicBezTo>
                  <a:lnTo>
                    <a:pt x="1099" y="366"/>
                  </a:lnTo>
                  <a:cubicBezTo>
                    <a:pt x="1096" y="366"/>
                    <a:pt x="1106" y="376"/>
                    <a:pt x="1128" y="398"/>
                  </a:cubicBezTo>
                  <a:cubicBezTo>
                    <a:pt x="1128" y="398"/>
                    <a:pt x="1225" y="471"/>
                    <a:pt x="1274" y="503"/>
                  </a:cubicBezTo>
                  <a:cubicBezTo>
                    <a:pt x="1322" y="536"/>
                    <a:pt x="1314" y="536"/>
                    <a:pt x="1314" y="536"/>
                  </a:cubicBezTo>
                  <a:cubicBezTo>
                    <a:pt x="1314" y="538"/>
                    <a:pt x="1314" y="540"/>
                    <a:pt x="1313" y="540"/>
                  </a:cubicBezTo>
                  <a:cubicBezTo>
                    <a:pt x="1310" y="540"/>
                    <a:pt x="1299" y="531"/>
                    <a:pt x="1266" y="503"/>
                  </a:cubicBezTo>
                  <a:cubicBezTo>
                    <a:pt x="1218" y="472"/>
                    <a:pt x="1194" y="456"/>
                    <a:pt x="1193" y="456"/>
                  </a:cubicBezTo>
                  <a:lnTo>
                    <a:pt x="1193" y="456"/>
                  </a:lnTo>
                  <a:cubicBezTo>
                    <a:pt x="1191" y="456"/>
                    <a:pt x="1216" y="474"/>
                    <a:pt x="1266" y="511"/>
                  </a:cubicBezTo>
                  <a:lnTo>
                    <a:pt x="1217" y="479"/>
                  </a:lnTo>
                  <a:cubicBezTo>
                    <a:pt x="1184" y="452"/>
                    <a:pt x="1148" y="428"/>
                    <a:pt x="1140" y="428"/>
                  </a:cubicBezTo>
                  <a:cubicBezTo>
                    <a:pt x="1136" y="428"/>
                    <a:pt x="1139" y="433"/>
                    <a:pt x="1152" y="447"/>
                  </a:cubicBezTo>
                  <a:cubicBezTo>
                    <a:pt x="1152" y="450"/>
                    <a:pt x="1151" y="453"/>
                    <a:pt x="1146" y="453"/>
                  </a:cubicBezTo>
                  <a:cubicBezTo>
                    <a:pt x="1139" y="453"/>
                    <a:pt x="1124" y="446"/>
                    <a:pt x="1095" y="422"/>
                  </a:cubicBezTo>
                  <a:cubicBezTo>
                    <a:pt x="1087" y="417"/>
                    <a:pt x="1083" y="414"/>
                    <a:pt x="1082" y="414"/>
                  </a:cubicBezTo>
                  <a:lnTo>
                    <a:pt x="1082" y="414"/>
                  </a:lnTo>
                  <a:cubicBezTo>
                    <a:pt x="1077" y="414"/>
                    <a:pt x="1152" y="475"/>
                    <a:pt x="1233" y="536"/>
                  </a:cubicBezTo>
                  <a:cubicBezTo>
                    <a:pt x="1201" y="514"/>
                    <a:pt x="1190" y="507"/>
                    <a:pt x="1184" y="507"/>
                  </a:cubicBezTo>
                  <a:cubicBezTo>
                    <a:pt x="1181" y="507"/>
                    <a:pt x="1179" y="509"/>
                    <a:pt x="1176" y="511"/>
                  </a:cubicBezTo>
                  <a:cubicBezTo>
                    <a:pt x="1168" y="511"/>
                    <a:pt x="1168" y="511"/>
                    <a:pt x="1128" y="479"/>
                  </a:cubicBezTo>
                  <a:cubicBezTo>
                    <a:pt x="1079" y="442"/>
                    <a:pt x="1055" y="424"/>
                    <a:pt x="1054" y="424"/>
                  </a:cubicBezTo>
                  <a:lnTo>
                    <a:pt x="1054" y="424"/>
                  </a:lnTo>
                  <a:cubicBezTo>
                    <a:pt x="1053" y="424"/>
                    <a:pt x="1075" y="442"/>
                    <a:pt x="1120" y="479"/>
                  </a:cubicBezTo>
                  <a:cubicBezTo>
                    <a:pt x="1159" y="508"/>
                    <a:pt x="1173" y="521"/>
                    <a:pt x="1170" y="521"/>
                  </a:cubicBezTo>
                  <a:cubicBezTo>
                    <a:pt x="1166" y="521"/>
                    <a:pt x="1124" y="493"/>
                    <a:pt x="1071" y="455"/>
                  </a:cubicBezTo>
                  <a:cubicBezTo>
                    <a:pt x="1037" y="427"/>
                    <a:pt x="1023" y="418"/>
                    <a:pt x="1018" y="418"/>
                  </a:cubicBezTo>
                  <a:cubicBezTo>
                    <a:pt x="1015" y="418"/>
                    <a:pt x="1014" y="420"/>
                    <a:pt x="1014" y="422"/>
                  </a:cubicBezTo>
                  <a:cubicBezTo>
                    <a:pt x="1063" y="455"/>
                    <a:pt x="1055" y="463"/>
                    <a:pt x="1055" y="463"/>
                  </a:cubicBezTo>
                  <a:cubicBezTo>
                    <a:pt x="1047" y="471"/>
                    <a:pt x="1047" y="471"/>
                    <a:pt x="1144" y="536"/>
                  </a:cubicBezTo>
                  <a:cubicBezTo>
                    <a:pt x="1241" y="609"/>
                    <a:pt x="1241" y="609"/>
                    <a:pt x="1233" y="617"/>
                  </a:cubicBezTo>
                  <a:cubicBezTo>
                    <a:pt x="1233" y="617"/>
                    <a:pt x="1233" y="617"/>
                    <a:pt x="1185" y="584"/>
                  </a:cubicBezTo>
                  <a:cubicBezTo>
                    <a:pt x="1168" y="568"/>
                    <a:pt x="1152" y="560"/>
                    <a:pt x="1136" y="552"/>
                  </a:cubicBezTo>
                  <a:cubicBezTo>
                    <a:pt x="1136" y="552"/>
                    <a:pt x="1128" y="552"/>
                    <a:pt x="1079" y="519"/>
                  </a:cubicBezTo>
                  <a:cubicBezTo>
                    <a:pt x="1063" y="503"/>
                    <a:pt x="1047" y="495"/>
                    <a:pt x="1030" y="487"/>
                  </a:cubicBezTo>
                  <a:cubicBezTo>
                    <a:pt x="1028" y="487"/>
                    <a:pt x="1026" y="488"/>
                    <a:pt x="1024" y="488"/>
                  </a:cubicBezTo>
                  <a:cubicBezTo>
                    <a:pt x="1018" y="488"/>
                    <a:pt x="1008" y="484"/>
                    <a:pt x="974" y="455"/>
                  </a:cubicBezTo>
                  <a:lnTo>
                    <a:pt x="974" y="455"/>
                  </a:lnTo>
                  <a:cubicBezTo>
                    <a:pt x="974" y="455"/>
                    <a:pt x="980" y="460"/>
                    <a:pt x="1022" y="495"/>
                  </a:cubicBezTo>
                  <a:cubicBezTo>
                    <a:pt x="1058" y="519"/>
                    <a:pt x="1090" y="548"/>
                    <a:pt x="1084" y="548"/>
                  </a:cubicBezTo>
                  <a:cubicBezTo>
                    <a:pt x="1082" y="548"/>
                    <a:pt x="1076" y="544"/>
                    <a:pt x="1063" y="536"/>
                  </a:cubicBezTo>
                  <a:cubicBezTo>
                    <a:pt x="1055" y="536"/>
                    <a:pt x="1055" y="544"/>
                    <a:pt x="1103" y="576"/>
                  </a:cubicBezTo>
                  <a:cubicBezTo>
                    <a:pt x="1101" y="579"/>
                    <a:pt x="1099" y="580"/>
                    <a:pt x="1097" y="580"/>
                  </a:cubicBezTo>
                  <a:cubicBezTo>
                    <a:pt x="1091" y="580"/>
                    <a:pt x="1083" y="572"/>
                    <a:pt x="1055" y="544"/>
                  </a:cubicBezTo>
                  <a:cubicBezTo>
                    <a:pt x="1008" y="512"/>
                    <a:pt x="981" y="496"/>
                    <a:pt x="978" y="496"/>
                  </a:cubicBezTo>
                  <a:lnTo>
                    <a:pt x="978" y="496"/>
                  </a:lnTo>
                  <a:cubicBezTo>
                    <a:pt x="974" y="496"/>
                    <a:pt x="997" y="514"/>
                    <a:pt x="1047" y="552"/>
                  </a:cubicBezTo>
                  <a:cubicBezTo>
                    <a:pt x="1071" y="568"/>
                    <a:pt x="1081" y="576"/>
                    <a:pt x="1079" y="576"/>
                  </a:cubicBezTo>
                  <a:cubicBezTo>
                    <a:pt x="1077" y="576"/>
                    <a:pt x="1063" y="568"/>
                    <a:pt x="1039" y="552"/>
                  </a:cubicBezTo>
                  <a:lnTo>
                    <a:pt x="1039" y="552"/>
                  </a:lnTo>
                  <a:cubicBezTo>
                    <a:pt x="1039" y="552"/>
                    <a:pt x="1039" y="560"/>
                    <a:pt x="1087" y="592"/>
                  </a:cubicBezTo>
                  <a:cubicBezTo>
                    <a:pt x="1113" y="614"/>
                    <a:pt x="1125" y="624"/>
                    <a:pt x="1122" y="624"/>
                  </a:cubicBezTo>
                  <a:cubicBezTo>
                    <a:pt x="1120" y="624"/>
                    <a:pt x="1106" y="616"/>
                    <a:pt x="1079" y="601"/>
                  </a:cubicBezTo>
                  <a:cubicBezTo>
                    <a:pt x="1046" y="573"/>
                    <a:pt x="1035" y="564"/>
                    <a:pt x="1032" y="564"/>
                  </a:cubicBezTo>
                  <a:cubicBezTo>
                    <a:pt x="1030" y="564"/>
                    <a:pt x="1030" y="566"/>
                    <a:pt x="1030" y="568"/>
                  </a:cubicBezTo>
                  <a:cubicBezTo>
                    <a:pt x="1056" y="588"/>
                    <a:pt x="1059" y="602"/>
                    <a:pt x="1046" y="602"/>
                  </a:cubicBezTo>
                  <a:cubicBezTo>
                    <a:pt x="1039" y="602"/>
                    <a:pt x="1025" y="597"/>
                    <a:pt x="1006" y="584"/>
                  </a:cubicBezTo>
                  <a:lnTo>
                    <a:pt x="1006" y="584"/>
                  </a:lnTo>
                  <a:cubicBezTo>
                    <a:pt x="1055" y="625"/>
                    <a:pt x="1055" y="625"/>
                    <a:pt x="1055" y="625"/>
                  </a:cubicBezTo>
                  <a:cubicBezTo>
                    <a:pt x="1016" y="598"/>
                    <a:pt x="998" y="586"/>
                    <a:pt x="996" y="586"/>
                  </a:cubicBezTo>
                  <a:lnTo>
                    <a:pt x="996" y="586"/>
                  </a:lnTo>
                  <a:cubicBezTo>
                    <a:pt x="992" y="586"/>
                    <a:pt x="1034" y="619"/>
                    <a:pt x="1095" y="665"/>
                  </a:cubicBezTo>
                  <a:lnTo>
                    <a:pt x="1095" y="657"/>
                  </a:lnTo>
                  <a:lnTo>
                    <a:pt x="1103" y="657"/>
                  </a:lnTo>
                  <a:cubicBezTo>
                    <a:pt x="1146" y="692"/>
                    <a:pt x="1168" y="712"/>
                    <a:pt x="1164" y="712"/>
                  </a:cubicBezTo>
                  <a:cubicBezTo>
                    <a:pt x="1159" y="712"/>
                    <a:pt x="1123" y="688"/>
                    <a:pt x="1047" y="633"/>
                  </a:cubicBezTo>
                  <a:lnTo>
                    <a:pt x="1047" y="633"/>
                  </a:lnTo>
                  <a:cubicBezTo>
                    <a:pt x="1091" y="669"/>
                    <a:pt x="1114" y="688"/>
                    <a:pt x="1113" y="688"/>
                  </a:cubicBezTo>
                  <a:cubicBezTo>
                    <a:pt x="1112" y="688"/>
                    <a:pt x="1087" y="669"/>
                    <a:pt x="1039" y="633"/>
                  </a:cubicBezTo>
                  <a:cubicBezTo>
                    <a:pt x="991" y="602"/>
                    <a:pt x="967" y="585"/>
                    <a:pt x="966" y="585"/>
                  </a:cubicBezTo>
                  <a:lnTo>
                    <a:pt x="966" y="585"/>
                  </a:lnTo>
                  <a:cubicBezTo>
                    <a:pt x="964" y="585"/>
                    <a:pt x="988" y="604"/>
                    <a:pt x="1039" y="641"/>
                  </a:cubicBezTo>
                  <a:cubicBezTo>
                    <a:pt x="1145" y="720"/>
                    <a:pt x="1207" y="767"/>
                    <a:pt x="1204" y="767"/>
                  </a:cubicBezTo>
                  <a:cubicBezTo>
                    <a:pt x="1201" y="767"/>
                    <a:pt x="1162" y="741"/>
                    <a:pt x="1079" y="682"/>
                  </a:cubicBezTo>
                  <a:cubicBezTo>
                    <a:pt x="1030" y="641"/>
                    <a:pt x="982" y="609"/>
                    <a:pt x="925" y="576"/>
                  </a:cubicBezTo>
                  <a:lnTo>
                    <a:pt x="925" y="576"/>
                  </a:lnTo>
                  <a:cubicBezTo>
                    <a:pt x="925" y="584"/>
                    <a:pt x="974" y="617"/>
                    <a:pt x="1022" y="649"/>
                  </a:cubicBezTo>
                  <a:cubicBezTo>
                    <a:pt x="1072" y="687"/>
                    <a:pt x="1097" y="705"/>
                    <a:pt x="1095" y="705"/>
                  </a:cubicBezTo>
                  <a:cubicBezTo>
                    <a:pt x="1094" y="705"/>
                    <a:pt x="1070" y="689"/>
                    <a:pt x="1022" y="657"/>
                  </a:cubicBezTo>
                  <a:cubicBezTo>
                    <a:pt x="940" y="601"/>
                    <a:pt x="902" y="575"/>
                    <a:pt x="898" y="575"/>
                  </a:cubicBezTo>
                  <a:lnTo>
                    <a:pt x="898" y="575"/>
                  </a:lnTo>
                  <a:cubicBezTo>
                    <a:pt x="894" y="575"/>
                    <a:pt x="916" y="595"/>
                    <a:pt x="957" y="633"/>
                  </a:cubicBezTo>
                  <a:cubicBezTo>
                    <a:pt x="1003" y="670"/>
                    <a:pt x="1026" y="691"/>
                    <a:pt x="1023" y="691"/>
                  </a:cubicBezTo>
                  <a:cubicBezTo>
                    <a:pt x="1021" y="691"/>
                    <a:pt x="997" y="672"/>
                    <a:pt x="949" y="633"/>
                  </a:cubicBezTo>
                  <a:cubicBezTo>
                    <a:pt x="898" y="591"/>
                    <a:pt x="876" y="573"/>
                    <a:pt x="875" y="573"/>
                  </a:cubicBezTo>
                  <a:lnTo>
                    <a:pt x="875" y="573"/>
                  </a:lnTo>
                  <a:cubicBezTo>
                    <a:pt x="874" y="573"/>
                    <a:pt x="883" y="583"/>
                    <a:pt x="901" y="601"/>
                  </a:cubicBezTo>
                  <a:lnTo>
                    <a:pt x="893" y="609"/>
                  </a:lnTo>
                  <a:cubicBezTo>
                    <a:pt x="925" y="633"/>
                    <a:pt x="957" y="657"/>
                    <a:pt x="990" y="682"/>
                  </a:cubicBezTo>
                  <a:cubicBezTo>
                    <a:pt x="932" y="643"/>
                    <a:pt x="888" y="616"/>
                    <a:pt x="883" y="616"/>
                  </a:cubicBezTo>
                  <a:cubicBezTo>
                    <a:pt x="880" y="616"/>
                    <a:pt x="894" y="628"/>
                    <a:pt x="933" y="657"/>
                  </a:cubicBezTo>
                  <a:lnTo>
                    <a:pt x="925" y="657"/>
                  </a:lnTo>
                  <a:cubicBezTo>
                    <a:pt x="925" y="657"/>
                    <a:pt x="925" y="657"/>
                    <a:pt x="974" y="698"/>
                  </a:cubicBezTo>
                  <a:cubicBezTo>
                    <a:pt x="988" y="707"/>
                    <a:pt x="994" y="711"/>
                    <a:pt x="994" y="711"/>
                  </a:cubicBezTo>
                  <a:cubicBezTo>
                    <a:pt x="993" y="711"/>
                    <a:pt x="957" y="688"/>
                    <a:pt x="917" y="665"/>
                  </a:cubicBezTo>
                  <a:cubicBezTo>
                    <a:pt x="899" y="654"/>
                    <a:pt x="881" y="642"/>
                    <a:pt x="868" y="633"/>
                  </a:cubicBezTo>
                  <a:lnTo>
                    <a:pt x="868" y="633"/>
                  </a:lnTo>
                  <a:cubicBezTo>
                    <a:pt x="917" y="665"/>
                    <a:pt x="966" y="706"/>
                    <a:pt x="1006" y="746"/>
                  </a:cubicBezTo>
                  <a:lnTo>
                    <a:pt x="1006" y="746"/>
                  </a:lnTo>
                  <a:cubicBezTo>
                    <a:pt x="993" y="738"/>
                    <a:pt x="975" y="726"/>
                    <a:pt x="957" y="714"/>
                  </a:cubicBezTo>
                  <a:cubicBezTo>
                    <a:pt x="925" y="690"/>
                    <a:pt x="893" y="665"/>
                    <a:pt x="860" y="641"/>
                  </a:cubicBezTo>
                  <a:lnTo>
                    <a:pt x="860" y="641"/>
                  </a:lnTo>
                  <a:cubicBezTo>
                    <a:pt x="860" y="641"/>
                    <a:pt x="852" y="649"/>
                    <a:pt x="901" y="682"/>
                  </a:cubicBezTo>
                  <a:cubicBezTo>
                    <a:pt x="929" y="700"/>
                    <a:pt x="938" y="714"/>
                    <a:pt x="931" y="714"/>
                  </a:cubicBezTo>
                  <a:cubicBezTo>
                    <a:pt x="926" y="714"/>
                    <a:pt x="913" y="707"/>
                    <a:pt x="893" y="690"/>
                  </a:cubicBezTo>
                  <a:lnTo>
                    <a:pt x="885" y="698"/>
                  </a:lnTo>
                  <a:cubicBezTo>
                    <a:pt x="885" y="698"/>
                    <a:pt x="933" y="730"/>
                    <a:pt x="933" y="738"/>
                  </a:cubicBezTo>
                  <a:cubicBezTo>
                    <a:pt x="933" y="738"/>
                    <a:pt x="925" y="738"/>
                    <a:pt x="974" y="771"/>
                  </a:cubicBezTo>
                  <a:cubicBezTo>
                    <a:pt x="974" y="773"/>
                    <a:pt x="974" y="774"/>
                    <a:pt x="973" y="775"/>
                  </a:cubicBezTo>
                  <a:lnTo>
                    <a:pt x="973" y="775"/>
                  </a:lnTo>
                  <a:cubicBezTo>
                    <a:pt x="961" y="766"/>
                    <a:pt x="945" y="754"/>
                    <a:pt x="925" y="738"/>
                  </a:cubicBezTo>
                  <a:lnTo>
                    <a:pt x="925" y="738"/>
                  </a:lnTo>
                  <a:cubicBezTo>
                    <a:pt x="959" y="766"/>
                    <a:pt x="969" y="775"/>
                    <a:pt x="972" y="775"/>
                  </a:cubicBezTo>
                  <a:cubicBezTo>
                    <a:pt x="973" y="775"/>
                    <a:pt x="973" y="775"/>
                    <a:pt x="973" y="775"/>
                  </a:cubicBezTo>
                  <a:lnTo>
                    <a:pt x="973" y="775"/>
                  </a:lnTo>
                  <a:cubicBezTo>
                    <a:pt x="990" y="788"/>
                    <a:pt x="998" y="794"/>
                    <a:pt x="997" y="794"/>
                  </a:cubicBezTo>
                  <a:cubicBezTo>
                    <a:pt x="994" y="794"/>
                    <a:pt x="968" y="778"/>
                    <a:pt x="917" y="746"/>
                  </a:cubicBezTo>
                  <a:cubicBezTo>
                    <a:pt x="894" y="731"/>
                    <a:pt x="882" y="723"/>
                    <a:pt x="881" y="723"/>
                  </a:cubicBezTo>
                  <a:lnTo>
                    <a:pt x="881" y="723"/>
                  </a:lnTo>
                  <a:cubicBezTo>
                    <a:pt x="879" y="723"/>
                    <a:pt x="891" y="733"/>
                    <a:pt x="917" y="755"/>
                  </a:cubicBezTo>
                  <a:cubicBezTo>
                    <a:pt x="974" y="796"/>
                    <a:pt x="1015" y="828"/>
                    <a:pt x="1011" y="828"/>
                  </a:cubicBezTo>
                  <a:cubicBezTo>
                    <a:pt x="1008" y="828"/>
                    <a:pt x="992" y="818"/>
                    <a:pt x="957" y="795"/>
                  </a:cubicBezTo>
                  <a:lnTo>
                    <a:pt x="957" y="795"/>
                  </a:lnTo>
                  <a:cubicBezTo>
                    <a:pt x="958" y="795"/>
                    <a:pt x="958" y="796"/>
                    <a:pt x="998" y="828"/>
                  </a:cubicBezTo>
                  <a:cubicBezTo>
                    <a:pt x="1048" y="865"/>
                    <a:pt x="1072" y="883"/>
                    <a:pt x="1071" y="883"/>
                  </a:cubicBezTo>
                  <a:cubicBezTo>
                    <a:pt x="1070" y="883"/>
                    <a:pt x="1045" y="867"/>
                    <a:pt x="998" y="836"/>
                  </a:cubicBezTo>
                  <a:lnTo>
                    <a:pt x="998" y="836"/>
                  </a:lnTo>
                  <a:cubicBezTo>
                    <a:pt x="998" y="836"/>
                    <a:pt x="1016" y="854"/>
                    <a:pt x="1014" y="854"/>
                  </a:cubicBezTo>
                  <a:cubicBezTo>
                    <a:pt x="1012" y="854"/>
                    <a:pt x="1006" y="849"/>
                    <a:pt x="990" y="836"/>
                  </a:cubicBezTo>
                  <a:cubicBezTo>
                    <a:pt x="964" y="823"/>
                    <a:pt x="935" y="807"/>
                    <a:pt x="930" y="807"/>
                  </a:cubicBezTo>
                  <a:cubicBezTo>
                    <a:pt x="925" y="807"/>
                    <a:pt x="937" y="818"/>
                    <a:pt x="982" y="852"/>
                  </a:cubicBezTo>
                  <a:lnTo>
                    <a:pt x="974" y="852"/>
                  </a:lnTo>
                  <a:cubicBezTo>
                    <a:pt x="951" y="837"/>
                    <a:pt x="939" y="828"/>
                    <a:pt x="936" y="828"/>
                  </a:cubicBezTo>
                  <a:lnTo>
                    <a:pt x="936" y="828"/>
                  </a:lnTo>
                  <a:cubicBezTo>
                    <a:pt x="934" y="828"/>
                    <a:pt x="944" y="839"/>
                    <a:pt x="966" y="860"/>
                  </a:cubicBezTo>
                  <a:cubicBezTo>
                    <a:pt x="949" y="850"/>
                    <a:pt x="933" y="840"/>
                    <a:pt x="917" y="828"/>
                  </a:cubicBezTo>
                  <a:lnTo>
                    <a:pt x="917" y="828"/>
                  </a:lnTo>
                  <a:cubicBezTo>
                    <a:pt x="917" y="828"/>
                    <a:pt x="918" y="828"/>
                    <a:pt x="966" y="868"/>
                  </a:cubicBezTo>
                  <a:cubicBezTo>
                    <a:pt x="1014" y="901"/>
                    <a:pt x="1014" y="901"/>
                    <a:pt x="1006" y="901"/>
                  </a:cubicBezTo>
                  <a:cubicBezTo>
                    <a:pt x="974" y="884"/>
                    <a:pt x="942" y="860"/>
                    <a:pt x="910" y="836"/>
                  </a:cubicBezTo>
                  <a:lnTo>
                    <a:pt x="910" y="836"/>
                  </a:lnTo>
                  <a:cubicBezTo>
                    <a:pt x="967" y="880"/>
                    <a:pt x="991" y="897"/>
                    <a:pt x="989" y="897"/>
                  </a:cubicBezTo>
                  <a:cubicBezTo>
                    <a:pt x="989" y="897"/>
                    <a:pt x="977" y="889"/>
                    <a:pt x="957" y="876"/>
                  </a:cubicBezTo>
                  <a:cubicBezTo>
                    <a:pt x="923" y="847"/>
                    <a:pt x="909" y="843"/>
                    <a:pt x="903" y="843"/>
                  </a:cubicBezTo>
                  <a:cubicBezTo>
                    <a:pt x="901" y="843"/>
                    <a:pt x="901" y="844"/>
                    <a:pt x="901" y="844"/>
                  </a:cubicBezTo>
                  <a:lnTo>
                    <a:pt x="893" y="844"/>
                  </a:lnTo>
                  <a:cubicBezTo>
                    <a:pt x="893" y="852"/>
                    <a:pt x="893" y="852"/>
                    <a:pt x="941" y="884"/>
                  </a:cubicBezTo>
                  <a:cubicBezTo>
                    <a:pt x="925" y="876"/>
                    <a:pt x="909" y="868"/>
                    <a:pt x="893" y="852"/>
                  </a:cubicBezTo>
                  <a:cubicBezTo>
                    <a:pt x="853" y="823"/>
                    <a:pt x="837" y="812"/>
                    <a:pt x="834" y="812"/>
                  </a:cubicBezTo>
                  <a:lnTo>
                    <a:pt x="834" y="812"/>
                  </a:lnTo>
                  <a:cubicBezTo>
                    <a:pt x="829" y="812"/>
                    <a:pt x="855" y="836"/>
                    <a:pt x="885" y="860"/>
                  </a:cubicBezTo>
                  <a:cubicBezTo>
                    <a:pt x="929" y="896"/>
                    <a:pt x="951" y="915"/>
                    <a:pt x="950" y="915"/>
                  </a:cubicBezTo>
                  <a:cubicBezTo>
                    <a:pt x="949" y="915"/>
                    <a:pt x="925" y="896"/>
                    <a:pt x="876" y="860"/>
                  </a:cubicBezTo>
                  <a:cubicBezTo>
                    <a:pt x="851" y="843"/>
                    <a:pt x="839" y="836"/>
                    <a:pt x="837" y="836"/>
                  </a:cubicBezTo>
                  <a:lnTo>
                    <a:pt x="837" y="836"/>
                  </a:lnTo>
                  <a:cubicBezTo>
                    <a:pt x="833" y="836"/>
                    <a:pt x="912" y="896"/>
                    <a:pt x="1014" y="974"/>
                  </a:cubicBezTo>
                  <a:cubicBezTo>
                    <a:pt x="902" y="894"/>
                    <a:pt x="854" y="860"/>
                    <a:pt x="853" y="860"/>
                  </a:cubicBezTo>
                  <a:lnTo>
                    <a:pt x="853" y="860"/>
                  </a:lnTo>
                  <a:cubicBezTo>
                    <a:pt x="852" y="860"/>
                    <a:pt x="876" y="878"/>
                    <a:pt x="917" y="909"/>
                  </a:cubicBezTo>
                  <a:cubicBezTo>
                    <a:pt x="938" y="930"/>
                    <a:pt x="948" y="940"/>
                    <a:pt x="946" y="940"/>
                  </a:cubicBezTo>
                  <a:cubicBezTo>
                    <a:pt x="944" y="940"/>
                    <a:pt x="932" y="932"/>
                    <a:pt x="909" y="917"/>
                  </a:cubicBezTo>
                  <a:cubicBezTo>
                    <a:pt x="874" y="888"/>
                    <a:pt x="864" y="884"/>
                    <a:pt x="858" y="884"/>
                  </a:cubicBezTo>
                  <a:cubicBezTo>
                    <a:pt x="856" y="884"/>
                    <a:pt x="854" y="884"/>
                    <a:pt x="852" y="884"/>
                  </a:cubicBezTo>
                  <a:cubicBezTo>
                    <a:pt x="852" y="892"/>
                    <a:pt x="852" y="892"/>
                    <a:pt x="893" y="925"/>
                  </a:cubicBezTo>
                  <a:lnTo>
                    <a:pt x="893" y="932"/>
                  </a:lnTo>
                  <a:lnTo>
                    <a:pt x="893" y="932"/>
                  </a:lnTo>
                  <a:cubicBezTo>
                    <a:pt x="888" y="929"/>
                    <a:pt x="883" y="925"/>
                    <a:pt x="878" y="922"/>
                  </a:cubicBezTo>
                  <a:lnTo>
                    <a:pt x="878" y="922"/>
                  </a:lnTo>
                  <a:cubicBezTo>
                    <a:pt x="883" y="925"/>
                    <a:pt x="887" y="929"/>
                    <a:pt x="893" y="933"/>
                  </a:cubicBezTo>
                  <a:lnTo>
                    <a:pt x="893" y="932"/>
                  </a:lnTo>
                  <a:lnTo>
                    <a:pt x="893" y="932"/>
                  </a:lnTo>
                  <a:cubicBezTo>
                    <a:pt x="907" y="942"/>
                    <a:pt x="923" y="953"/>
                    <a:pt x="941" y="965"/>
                  </a:cubicBezTo>
                  <a:lnTo>
                    <a:pt x="933" y="974"/>
                  </a:lnTo>
                  <a:lnTo>
                    <a:pt x="885" y="933"/>
                  </a:lnTo>
                  <a:cubicBezTo>
                    <a:pt x="856" y="914"/>
                    <a:pt x="844" y="906"/>
                    <a:pt x="836" y="906"/>
                  </a:cubicBezTo>
                  <a:cubicBezTo>
                    <a:pt x="830" y="906"/>
                    <a:pt x="826" y="910"/>
                    <a:pt x="820" y="917"/>
                  </a:cubicBezTo>
                  <a:cubicBezTo>
                    <a:pt x="803" y="925"/>
                    <a:pt x="803" y="933"/>
                    <a:pt x="901" y="998"/>
                  </a:cubicBezTo>
                  <a:cubicBezTo>
                    <a:pt x="951" y="1035"/>
                    <a:pt x="975" y="1054"/>
                    <a:pt x="974" y="1054"/>
                  </a:cubicBezTo>
                  <a:cubicBezTo>
                    <a:pt x="972" y="1054"/>
                    <a:pt x="948" y="1037"/>
                    <a:pt x="901" y="1006"/>
                  </a:cubicBezTo>
                  <a:cubicBezTo>
                    <a:pt x="868" y="979"/>
                    <a:pt x="835" y="955"/>
                    <a:pt x="832" y="955"/>
                  </a:cubicBezTo>
                  <a:lnTo>
                    <a:pt x="832" y="955"/>
                  </a:lnTo>
                  <a:cubicBezTo>
                    <a:pt x="831" y="955"/>
                    <a:pt x="836" y="960"/>
                    <a:pt x="852" y="974"/>
                  </a:cubicBezTo>
                  <a:cubicBezTo>
                    <a:pt x="852" y="974"/>
                    <a:pt x="844" y="974"/>
                    <a:pt x="795" y="941"/>
                  </a:cubicBezTo>
                  <a:cubicBezTo>
                    <a:pt x="752" y="914"/>
                    <a:pt x="735" y="904"/>
                    <a:pt x="733" y="904"/>
                  </a:cubicBezTo>
                  <a:lnTo>
                    <a:pt x="733" y="904"/>
                  </a:lnTo>
                  <a:cubicBezTo>
                    <a:pt x="730" y="904"/>
                    <a:pt x="759" y="925"/>
                    <a:pt x="787" y="949"/>
                  </a:cubicBezTo>
                  <a:cubicBezTo>
                    <a:pt x="753" y="926"/>
                    <a:pt x="719" y="900"/>
                    <a:pt x="718" y="900"/>
                  </a:cubicBezTo>
                  <a:lnTo>
                    <a:pt x="718" y="900"/>
                  </a:lnTo>
                  <a:cubicBezTo>
                    <a:pt x="718" y="900"/>
                    <a:pt x="724" y="905"/>
                    <a:pt x="739" y="917"/>
                  </a:cubicBezTo>
                  <a:cubicBezTo>
                    <a:pt x="764" y="937"/>
                    <a:pt x="789" y="963"/>
                    <a:pt x="781" y="963"/>
                  </a:cubicBezTo>
                  <a:cubicBezTo>
                    <a:pt x="777" y="963"/>
                    <a:pt x="760" y="953"/>
                    <a:pt x="722" y="925"/>
                  </a:cubicBezTo>
                  <a:lnTo>
                    <a:pt x="722" y="925"/>
                  </a:lnTo>
                  <a:cubicBezTo>
                    <a:pt x="771" y="965"/>
                    <a:pt x="763" y="965"/>
                    <a:pt x="763" y="965"/>
                  </a:cubicBezTo>
                  <a:cubicBezTo>
                    <a:pt x="763" y="968"/>
                    <a:pt x="762" y="970"/>
                    <a:pt x="759" y="970"/>
                  </a:cubicBezTo>
                  <a:cubicBezTo>
                    <a:pt x="753" y="970"/>
                    <a:pt x="739" y="963"/>
                    <a:pt x="706" y="941"/>
                  </a:cubicBezTo>
                  <a:lnTo>
                    <a:pt x="706" y="941"/>
                  </a:lnTo>
                  <a:cubicBezTo>
                    <a:pt x="706" y="941"/>
                    <a:pt x="795" y="1014"/>
                    <a:pt x="795" y="1014"/>
                  </a:cubicBezTo>
                  <a:cubicBezTo>
                    <a:pt x="828" y="1038"/>
                    <a:pt x="860" y="1063"/>
                    <a:pt x="893" y="1087"/>
                  </a:cubicBezTo>
                  <a:lnTo>
                    <a:pt x="844" y="1055"/>
                  </a:lnTo>
                  <a:lnTo>
                    <a:pt x="747" y="982"/>
                  </a:lnTo>
                  <a:lnTo>
                    <a:pt x="747" y="982"/>
                  </a:lnTo>
                  <a:cubicBezTo>
                    <a:pt x="747" y="990"/>
                    <a:pt x="739" y="990"/>
                    <a:pt x="787" y="1022"/>
                  </a:cubicBezTo>
                  <a:cubicBezTo>
                    <a:pt x="755" y="1001"/>
                    <a:pt x="744" y="993"/>
                    <a:pt x="740" y="993"/>
                  </a:cubicBezTo>
                  <a:cubicBezTo>
                    <a:pt x="739" y="993"/>
                    <a:pt x="739" y="995"/>
                    <a:pt x="739" y="998"/>
                  </a:cubicBezTo>
                  <a:cubicBezTo>
                    <a:pt x="730" y="998"/>
                    <a:pt x="730" y="998"/>
                    <a:pt x="779" y="1038"/>
                  </a:cubicBezTo>
                  <a:cubicBezTo>
                    <a:pt x="729" y="1004"/>
                    <a:pt x="701" y="988"/>
                    <a:pt x="696" y="988"/>
                  </a:cubicBezTo>
                  <a:cubicBezTo>
                    <a:pt x="690" y="988"/>
                    <a:pt x="712" y="1008"/>
                    <a:pt x="763" y="1046"/>
                  </a:cubicBezTo>
                  <a:cubicBezTo>
                    <a:pt x="789" y="1068"/>
                    <a:pt x="801" y="1078"/>
                    <a:pt x="799" y="1078"/>
                  </a:cubicBezTo>
                  <a:cubicBezTo>
                    <a:pt x="798" y="1078"/>
                    <a:pt x="786" y="1070"/>
                    <a:pt x="763" y="1055"/>
                  </a:cubicBezTo>
                  <a:cubicBezTo>
                    <a:pt x="735" y="1038"/>
                    <a:pt x="720" y="1030"/>
                    <a:pt x="719" y="1030"/>
                  </a:cubicBezTo>
                  <a:lnTo>
                    <a:pt x="719" y="1030"/>
                  </a:lnTo>
                  <a:cubicBezTo>
                    <a:pt x="718" y="1030"/>
                    <a:pt x="730" y="1038"/>
                    <a:pt x="755" y="1055"/>
                  </a:cubicBezTo>
                  <a:cubicBezTo>
                    <a:pt x="769" y="1067"/>
                    <a:pt x="775" y="1072"/>
                    <a:pt x="775" y="1072"/>
                  </a:cubicBezTo>
                  <a:cubicBezTo>
                    <a:pt x="774" y="1072"/>
                    <a:pt x="740" y="1045"/>
                    <a:pt x="706" y="1022"/>
                  </a:cubicBezTo>
                  <a:cubicBezTo>
                    <a:pt x="647" y="986"/>
                    <a:pt x="621" y="970"/>
                    <a:pt x="618" y="970"/>
                  </a:cubicBezTo>
                  <a:lnTo>
                    <a:pt x="618" y="970"/>
                  </a:lnTo>
                  <a:cubicBezTo>
                    <a:pt x="616" y="970"/>
                    <a:pt x="628" y="980"/>
                    <a:pt x="649" y="998"/>
                  </a:cubicBezTo>
                  <a:cubicBezTo>
                    <a:pt x="698" y="1030"/>
                    <a:pt x="690" y="1038"/>
                    <a:pt x="690" y="1038"/>
                  </a:cubicBezTo>
                  <a:cubicBezTo>
                    <a:pt x="714" y="1063"/>
                    <a:pt x="747" y="1087"/>
                    <a:pt x="779" y="1111"/>
                  </a:cubicBezTo>
                  <a:cubicBezTo>
                    <a:pt x="747" y="1090"/>
                    <a:pt x="732" y="1083"/>
                    <a:pt x="726" y="1083"/>
                  </a:cubicBezTo>
                  <a:cubicBezTo>
                    <a:pt x="723" y="1083"/>
                    <a:pt x="722" y="1084"/>
                    <a:pt x="722" y="1087"/>
                  </a:cubicBezTo>
                  <a:lnTo>
                    <a:pt x="714" y="1087"/>
                  </a:lnTo>
                  <a:cubicBezTo>
                    <a:pt x="692" y="1076"/>
                    <a:pt x="680" y="1070"/>
                    <a:pt x="678" y="1070"/>
                  </a:cubicBezTo>
                  <a:lnTo>
                    <a:pt x="678" y="1070"/>
                  </a:lnTo>
                  <a:cubicBezTo>
                    <a:pt x="676" y="1070"/>
                    <a:pt x="688" y="1078"/>
                    <a:pt x="714" y="1095"/>
                  </a:cubicBezTo>
                  <a:lnTo>
                    <a:pt x="763" y="1128"/>
                  </a:lnTo>
                  <a:cubicBezTo>
                    <a:pt x="718" y="1100"/>
                    <a:pt x="689" y="1087"/>
                    <a:pt x="679" y="1087"/>
                  </a:cubicBezTo>
                  <a:cubicBezTo>
                    <a:pt x="664" y="1087"/>
                    <a:pt x="683" y="1110"/>
                    <a:pt x="739" y="1152"/>
                  </a:cubicBezTo>
                  <a:cubicBezTo>
                    <a:pt x="726" y="1143"/>
                    <a:pt x="708" y="1131"/>
                    <a:pt x="690" y="1119"/>
                  </a:cubicBezTo>
                  <a:cubicBezTo>
                    <a:pt x="656" y="1091"/>
                    <a:pt x="646" y="1083"/>
                    <a:pt x="640" y="1083"/>
                  </a:cubicBezTo>
                  <a:cubicBezTo>
                    <a:pt x="637" y="1083"/>
                    <a:pt x="636" y="1085"/>
                    <a:pt x="633" y="1087"/>
                  </a:cubicBezTo>
                  <a:cubicBezTo>
                    <a:pt x="633" y="1087"/>
                    <a:pt x="674" y="1128"/>
                    <a:pt x="674" y="1136"/>
                  </a:cubicBezTo>
                  <a:cubicBezTo>
                    <a:pt x="666" y="1136"/>
                    <a:pt x="658" y="1144"/>
                    <a:pt x="706" y="1176"/>
                  </a:cubicBezTo>
                  <a:cubicBezTo>
                    <a:pt x="706" y="1176"/>
                    <a:pt x="706" y="1176"/>
                    <a:pt x="658" y="1144"/>
                  </a:cubicBezTo>
                  <a:cubicBezTo>
                    <a:pt x="609" y="1112"/>
                    <a:pt x="609" y="1111"/>
                    <a:pt x="609" y="1111"/>
                  </a:cubicBezTo>
                  <a:lnTo>
                    <a:pt x="609" y="1111"/>
                  </a:lnTo>
                  <a:cubicBezTo>
                    <a:pt x="609" y="1111"/>
                    <a:pt x="658" y="1152"/>
                    <a:pt x="706" y="1184"/>
                  </a:cubicBezTo>
                  <a:cubicBezTo>
                    <a:pt x="730" y="1201"/>
                    <a:pt x="741" y="1209"/>
                    <a:pt x="739" y="1209"/>
                  </a:cubicBezTo>
                  <a:cubicBezTo>
                    <a:pt x="737" y="1209"/>
                    <a:pt x="722" y="1201"/>
                    <a:pt x="698" y="1184"/>
                  </a:cubicBezTo>
                  <a:cubicBezTo>
                    <a:pt x="678" y="1171"/>
                    <a:pt x="665" y="1164"/>
                    <a:pt x="659" y="1164"/>
                  </a:cubicBezTo>
                  <a:cubicBezTo>
                    <a:pt x="651" y="1164"/>
                    <a:pt x="658" y="1177"/>
                    <a:pt x="682" y="1201"/>
                  </a:cubicBezTo>
                  <a:cubicBezTo>
                    <a:pt x="682" y="1201"/>
                    <a:pt x="682" y="1201"/>
                    <a:pt x="633" y="1168"/>
                  </a:cubicBezTo>
                  <a:cubicBezTo>
                    <a:pt x="606" y="1150"/>
                    <a:pt x="579" y="1132"/>
                    <a:pt x="576" y="1132"/>
                  </a:cubicBezTo>
                  <a:lnTo>
                    <a:pt x="576" y="1132"/>
                  </a:lnTo>
                  <a:cubicBezTo>
                    <a:pt x="573" y="1132"/>
                    <a:pt x="585" y="1144"/>
                    <a:pt x="625" y="1176"/>
                  </a:cubicBezTo>
                  <a:cubicBezTo>
                    <a:pt x="625" y="1176"/>
                    <a:pt x="625" y="1176"/>
                    <a:pt x="576" y="1144"/>
                  </a:cubicBezTo>
                  <a:cubicBezTo>
                    <a:pt x="548" y="1125"/>
                    <a:pt x="519" y="1103"/>
                    <a:pt x="519" y="1103"/>
                  </a:cubicBezTo>
                  <a:lnTo>
                    <a:pt x="519" y="1103"/>
                  </a:lnTo>
                  <a:cubicBezTo>
                    <a:pt x="518" y="1103"/>
                    <a:pt x="532" y="1114"/>
                    <a:pt x="568" y="1144"/>
                  </a:cubicBezTo>
                  <a:cubicBezTo>
                    <a:pt x="594" y="1165"/>
                    <a:pt x="604" y="1175"/>
                    <a:pt x="600" y="1175"/>
                  </a:cubicBezTo>
                  <a:cubicBezTo>
                    <a:pt x="597" y="1175"/>
                    <a:pt x="583" y="1167"/>
                    <a:pt x="560" y="1152"/>
                  </a:cubicBezTo>
                  <a:lnTo>
                    <a:pt x="560" y="1152"/>
                  </a:lnTo>
                  <a:cubicBezTo>
                    <a:pt x="560" y="1160"/>
                    <a:pt x="560" y="1160"/>
                    <a:pt x="609" y="1192"/>
                  </a:cubicBezTo>
                  <a:cubicBezTo>
                    <a:pt x="618" y="1199"/>
                    <a:pt x="627" y="1205"/>
                    <a:pt x="635" y="1211"/>
                  </a:cubicBezTo>
                  <a:lnTo>
                    <a:pt x="635" y="1211"/>
                  </a:lnTo>
                  <a:cubicBezTo>
                    <a:pt x="599" y="1189"/>
                    <a:pt x="580" y="1177"/>
                    <a:pt x="578" y="1177"/>
                  </a:cubicBezTo>
                  <a:lnTo>
                    <a:pt x="578" y="1177"/>
                  </a:lnTo>
                  <a:cubicBezTo>
                    <a:pt x="576" y="1177"/>
                    <a:pt x="589" y="1188"/>
                    <a:pt x="619" y="1210"/>
                  </a:cubicBezTo>
                  <a:lnTo>
                    <a:pt x="619" y="1210"/>
                  </a:lnTo>
                  <a:cubicBezTo>
                    <a:pt x="613" y="1207"/>
                    <a:pt x="607" y="1204"/>
                    <a:pt x="601" y="1201"/>
                  </a:cubicBezTo>
                  <a:lnTo>
                    <a:pt x="601" y="1201"/>
                  </a:lnTo>
                  <a:cubicBezTo>
                    <a:pt x="593" y="1201"/>
                    <a:pt x="633" y="1241"/>
                    <a:pt x="625" y="1249"/>
                  </a:cubicBezTo>
                  <a:cubicBezTo>
                    <a:pt x="617" y="1265"/>
                    <a:pt x="609" y="1265"/>
                    <a:pt x="658" y="1306"/>
                  </a:cubicBezTo>
                  <a:cubicBezTo>
                    <a:pt x="601" y="1273"/>
                    <a:pt x="601" y="1273"/>
                    <a:pt x="601" y="1273"/>
                  </a:cubicBezTo>
                  <a:cubicBezTo>
                    <a:pt x="601" y="1276"/>
                    <a:pt x="601" y="1278"/>
                    <a:pt x="599" y="1278"/>
                  </a:cubicBezTo>
                  <a:cubicBezTo>
                    <a:pt x="596" y="1278"/>
                    <a:pt x="586" y="1269"/>
                    <a:pt x="552" y="1241"/>
                  </a:cubicBezTo>
                  <a:lnTo>
                    <a:pt x="552" y="1241"/>
                  </a:lnTo>
                  <a:cubicBezTo>
                    <a:pt x="593" y="1282"/>
                    <a:pt x="593" y="1282"/>
                    <a:pt x="593" y="1282"/>
                  </a:cubicBezTo>
                  <a:cubicBezTo>
                    <a:pt x="570" y="1266"/>
                    <a:pt x="558" y="1258"/>
                    <a:pt x="556" y="1258"/>
                  </a:cubicBezTo>
                  <a:lnTo>
                    <a:pt x="556" y="1258"/>
                  </a:lnTo>
                  <a:cubicBezTo>
                    <a:pt x="555" y="1258"/>
                    <a:pt x="567" y="1268"/>
                    <a:pt x="593" y="1290"/>
                  </a:cubicBezTo>
                  <a:cubicBezTo>
                    <a:pt x="560" y="1262"/>
                    <a:pt x="523" y="1242"/>
                    <a:pt x="518" y="1242"/>
                  </a:cubicBezTo>
                  <a:cubicBezTo>
                    <a:pt x="515" y="1242"/>
                    <a:pt x="520" y="1247"/>
                    <a:pt x="536" y="1257"/>
                  </a:cubicBezTo>
                  <a:cubicBezTo>
                    <a:pt x="585" y="1290"/>
                    <a:pt x="585" y="1298"/>
                    <a:pt x="633" y="1330"/>
                  </a:cubicBezTo>
                  <a:cubicBezTo>
                    <a:pt x="625" y="1330"/>
                    <a:pt x="625" y="1330"/>
                    <a:pt x="576" y="1298"/>
                  </a:cubicBezTo>
                  <a:cubicBezTo>
                    <a:pt x="564" y="1290"/>
                    <a:pt x="557" y="1286"/>
                    <a:pt x="555" y="1286"/>
                  </a:cubicBezTo>
                  <a:cubicBezTo>
                    <a:pt x="549" y="1286"/>
                    <a:pt x="581" y="1316"/>
                    <a:pt x="617" y="1346"/>
                  </a:cubicBezTo>
                  <a:cubicBezTo>
                    <a:pt x="568" y="1314"/>
                    <a:pt x="560" y="1314"/>
                    <a:pt x="560" y="1314"/>
                  </a:cubicBezTo>
                  <a:lnTo>
                    <a:pt x="560" y="1314"/>
                  </a:lnTo>
                  <a:cubicBezTo>
                    <a:pt x="547" y="1305"/>
                    <a:pt x="529" y="1293"/>
                    <a:pt x="512" y="1282"/>
                  </a:cubicBezTo>
                  <a:cubicBezTo>
                    <a:pt x="478" y="1254"/>
                    <a:pt x="468" y="1245"/>
                    <a:pt x="464" y="1245"/>
                  </a:cubicBezTo>
                  <a:cubicBezTo>
                    <a:pt x="463" y="1245"/>
                    <a:pt x="463" y="1247"/>
                    <a:pt x="463" y="1249"/>
                  </a:cubicBezTo>
                  <a:cubicBezTo>
                    <a:pt x="503" y="1282"/>
                    <a:pt x="503" y="1290"/>
                    <a:pt x="495" y="1298"/>
                  </a:cubicBezTo>
                  <a:cubicBezTo>
                    <a:pt x="487" y="1306"/>
                    <a:pt x="536" y="1338"/>
                    <a:pt x="625" y="1411"/>
                  </a:cubicBezTo>
                  <a:cubicBezTo>
                    <a:pt x="612" y="1402"/>
                    <a:pt x="594" y="1391"/>
                    <a:pt x="576" y="1379"/>
                  </a:cubicBezTo>
                  <a:lnTo>
                    <a:pt x="576" y="1379"/>
                  </a:lnTo>
                  <a:cubicBezTo>
                    <a:pt x="602" y="1400"/>
                    <a:pt x="612" y="1410"/>
                    <a:pt x="608" y="1410"/>
                  </a:cubicBezTo>
                  <a:cubicBezTo>
                    <a:pt x="605" y="1410"/>
                    <a:pt x="591" y="1402"/>
                    <a:pt x="568" y="1387"/>
                  </a:cubicBezTo>
                  <a:cubicBezTo>
                    <a:pt x="545" y="1372"/>
                    <a:pt x="531" y="1364"/>
                    <a:pt x="528" y="1364"/>
                  </a:cubicBezTo>
                  <a:cubicBezTo>
                    <a:pt x="525" y="1364"/>
                    <a:pt x="535" y="1374"/>
                    <a:pt x="560" y="1395"/>
                  </a:cubicBezTo>
                  <a:cubicBezTo>
                    <a:pt x="560" y="1395"/>
                    <a:pt x="560" y="1395"/>
                    <a:pt x="512" y="1363"/>
                  </a:cubicBezTo>
                  <a:cubicBezTo>
                    <a:pt x="503" y="1363"/>
                    <a:pt x="503" y="1363"/>
                    <a:pt x="552" y="1395"/>
                  </a:cubicBezTo>
                  <a:cubicBezTo>
                    <a:pt x="578" y="1417"/>
                    <a:pt x="590" y="1427"/>
                    <a:pt x="588" y="1427"/>
                  </a:cubicBezTo>
                  <a:cubicBezTo>
                    <a:pt x="587" y="1427"/>
                    <a:pt x="575" y="1419"/>
                    <a:pt x="552" y="1403"/>
                  </a:cubicBezTo>
                  <a:cubicBezTo>
                    <a:pt x="498" y="1362"/>
                    <a:pt x="471" y="1347"/>
                    <a:pt x="467" y="1347"/>
                  </a:cubicBezTo>
                  <a:cubicBezTo>
                    <a:pt x="464" y="1347"/>
                    <a:pt x="474" y="1357"/>
                    <a:pt x="495" y="1371"/>
                  </a:cubicBezTo>
                  <a:cubicBezTo>
                    <a:pt x="544" y="1411"/>
                    <a:pt x="544" y="1411"/>
                    <a:pt x="544" y="1411"/>
                  </a:cubicBezTo>
                  <a:cubicBezTo>
                    <a:pt x="544" y="1411"/>
                    <a:pt x="536" y="1411"/>
                    <a:pt x="585" y="1452"/>
                  </a:cubicBezTo>
                  <a:cubicBezTo>
                    <a:pt x="568" y="1444"/>
                    <a:pt x="552" y="1428"/>
                    <a:pt x="536" y="1419"/>
                  </a:cubicBezTo>
                  <a:lnTo>
                    <a:pt x="487" y="1387"/>
                  </a:lnTo>
                  <a:cubicBezTo>
                    <a:pt x="479" y="1387"/>
                    <a:pt x="479" y="1387"/>
                    <a:pt x="528" y="1428"/>
                  </a:cubicBezTo>
                  <a:cubicBezTo>
                    <a:pt x="495" y="1400"/>
                    <a:pt x="462" y="1376"/>
                    <a:pt x="457" y="1376"/>
                  </a:cubicBezTo>
                  <a:cubicBezTo>
                    <a:pt x="454" y="1376"/>
                    <a:pt x="458" y="1382"/>
                    <a:pt x="471" y="1395"/>
                  </a:cubicBezTo>
                  <a:cubicBezTo>
                    <a:pt x="424" y="1360"/>
                    <a:pt x="399" y="1341"/>
                    <a:pt x="397" y="1341"/>
                  </a:cubicBezTo>
                  <a:lnTo>
                    <a:pt x="397" y="1341"/>
                  </a:lnTo>
                  <a:cubicBezTo>
                    <a:pt x="395" y="1341"/>
                    <a:pt x="417" y="1362"/>
                    <a:pt x="463" y="1403"/>
                  </a:cubicBezTo>
                  <a:cubicBezTo>
                    <a:pt x="463" y="1403"/>
                    <a:pt x="503" y="1444"/>
                    <a:pt x="495" y="1452"/>
                  </a:cubicBezTo>
                  <a:cubicBezTo>
                    <a:pt x="495" y="1455"/>
                    <a:pt x="494" y="1456"/>
                    <a:pt x="491" y="1456"/>
                  </a:cubicBezTo>
                  <a:cubicBezTo>
                    <a:pt x="488" y="1456"/>
                    <a:pt x="480" y="1453"/>
                    <a:pt x="466" y="1445"/>
                  </a:cubicBezTo>
                  <a:lnTo>
                    <a:pt x="466" y="1445"/>
                  </a:lnTo>
                  <a:cubicBezTo>
                    <a:pt x="486" y="1461"/>
                    <a:pt x="484" y="1463"/>
                    <a:pt x="479" y="1468"/>
                  </a:cubicBezTo>
                  <a:cubicBezTo>
                    <a:pt x="467" y="1460"/>
                    <a:pt x="460" y="1456"/>
                    <a:pt x="458" y="1456"/>
                  </a:cubicBezTo>
                  <a:cubicBezTo>
                    <a:pt x="452" y="1456"/>
                    <a:pt x="484" y="1485"/>
                    <a:pt x="520" y="1509"/>
                  </a:cubicBezTo>
                  <a:cubicBezTo>
                    <a:pt x="520" y="1509"/>
                    <a:pt x="520" y="1509"/>
                    <a:pt x="520" y="1509"/>
                  </a:cubicBezTo>
                  <a:lnTo>
                    <a:pt x="520" y="1509"/>
                  </a:lnTo>
                  <a:cubicBezTo>
                    <a:pt x="520" y="1514"/>
                    <a:pt x="539" y="1529"/>
                    <a:pt x="541" y="1529"/>
                  </a:cubicBezTo>
                  <a:cubicBezTo>
                    <a:pt x="542" y="1529"/>
                    <a:pt x="538" y="1524"/>
                    <a:pt x="520" y="1509"/>
                  </a:cubicBezTo>
                  <a:lnTo>
                    <a:pt x="520" y="1509"/>
                  </a:lnTo>
                  <a:cubicBezTo>
                    <a:pt x="578" y="1552"/>
                    <a:pt x="601" y="1570"/>
                    <a:pt x="600" y="1570"/>
                  </a:cubicBezTo>
                  <a:cubicBezTo>
                    <a:pt x="599" y="1570"/>
                    <a:pt x="588" y="1562"/>
                    <a:pt x="568" y="1549"/>
                  </a:cubicBezTo>
                  <a:cubicBezTo>
                    <a:pt x="560" y="1549"/>
                    <a:pt x="520" y="1517"/>
                    <a:pt x="471" y="1476"/>
                  </a:cubicBezTo>
                  <a:cubicBezTo>
                    <a:pt x="439" y="1452"/>
                    <a:pt x="398" y="1436"/>
                    <a:pt x="366" y="1411"/>
                  </a:cubicBezTo>
                  <a:lnTo>
                    <a:pt x="366" y="1411"/>
                  </a:lnTo>
                  <a:cubicBezTo>
                    <a:pt x="366" y="1411"/>
                    <a:pt x="366" y="1412"/>
                    <a:pt x="414" y="1452"/>
                  </a:cubicBezTo>
                  <a:cubicBezTo>
                    <a:pt x="463" y="1484"/>
                    <a:pt x="463" y="1484"/>
                    <a:pt x="463" y="1484"/>
                  </a:cubicBezTo>
                  <a:cubicBezTo>
                    <a:pt x="463" y="1484"/>
                    <a:pt x="455" y="1492"/>
                    <a:pt x="503" y="1525"/>
                  </a:cubicBezTo>
                  <a:cubicBezTo>
                    <a:pt x="552" y="1557"/>
                    <a:pt x="552" y="1565"/>
                    <a:pt x="552" y="1565"/>
                  </a:cubicBezTo>
                  <a:cubicBezTo>
                    <a:pt x="495" y="1533"/>
                    <a:pt x="495" y="1533"/>
                    <a:pt x="495" y="1533"/>
                  </a:cubicBezTo>
                  <a:lnTo>
                    <a:pt x="447" y="1501"/>
                  </a:lnTo>
                  <a:cubicBezTo>
                    <a:pt x="398" y="1460"/>
                    <a:pt x="349" y="1428"/>
                    <a:pt x="349" y="1428"/>
                  </a:cubicBezTo>
                  <a:lnTo>
                    <a:pt x="349" y="1428"/>
                  </a:lnTo>
                  <a:cubicBezTo>
                    <a:pt x="366" y="1444"/>
                    <a:pt x="382" y="1452"/>
                    <a:pt x="398" y="1468"/>
                  </a:cubicBezTo>
                  <a:cubicBezTo>
                    <a:pt x="422" y="1484"/>
                    <a:pt x="430" y="1525"/>
                    <a:pt x="398" y="1541"/>
                  </a:cubicBezTo>
                  <a:cubicBezTo>
                    <a:pt x="377" y="1527"/>
                    <a:pt x="363" y="1520"/>
                    <a:pt x="359" y="1520"/>
                  </a:cubicBezTo>
                  <a:cubicBezTo>
                    <a:pt x="353" y="1520"/>
                    <a:pt x="363" y="1531"/>
                    <a:pt x="390" y="1549"/>
                  </a:cubicBezTo>
                  <a:cubicBezTo>
                    <a:pt x="439" y="1582"/>
                    <a:pt x="430" y="1590"/>
                    <a:pt x="422" y="1598"/>
                  </a:cubicBezTo>
                  <a:cubicBezTo>
                    <a:pt x="414" y="1614"/>
                    <a:pt x="406" y="1614"/>
                    <a:pt x="455" y="1655"/>
                  </a:cubicBezTo>
                  <a:lnTo>
                    <a:pt x="447" y="1655"/>
                  </a:lnTo>
                  <a:cubicBezTo>
                    <a:pt x="447" y="1663"/>
                    <a:pt x="487" y="1695"/>
                    <a:pt x="487" y="1703"/>
                  </a:cubicBezTo>
                  <a:cubicBezTo>
                    <a:pt x="439" y="1663"/>
                    <a:pt x="390" y="1630"/>
                    <a:pt x="390" y="1630"/>
                  </a:cubicBezTo>
                  <a:lnTo>
                    <a:pt x="390" y="1630"/>
                  </a:lnTo>
                  <a:cubicBezTo>
                    <a:pt x="414" y="1663"/>
                    <a:pt x="447" y="1687"/>
                    <a:pt x="479" y="1703"/>
                  </a:cubicBezTo>
                  <a:cubicBezTo>
                    <a:pt x="528" y="1744"/>
                    <a:pt x="528" y="1744"/>
                    <a:pt x="528" y="1744"/>
                  </a:cubicBezTo>
                  <a:cubicBezTo>
                    <a:pt x="528" y="1744"/>
                    <a:pt x="528" y="1744"/>
                    <a:pt x="479" y="1711"/>
                  </a:cubicBezTo>
                  <a:lnTo>
                    <a:pt x="382" y="1638"/>
                  </a:lnTo>
                  <a:lnTo>
                    <a:pt x="382" y="1638"/>
                  </a:lnTo>
                  <a:cubicBezTo>
                    <a:pt x="430" y="1679"/>
                    <a:pt x="422" y="1679"/>
                    <a:pt x="422" y="1679"/>
                  </a:cubicBezTo>
                  <a:cubicBezTo>
                    <a:pt x="422" y="1679"/>
                    <a:pt x="422" y="1679"/>
                    <a:pt x="325" y="1606"/>
                  </a:cubicBezTo>
                  <a:cubicBezTo>
                    <a:pt x="278" y="1574"/>
                    <a:pt x="254" y="1558"/>
                    <a:pt x="252" y="1558"/>
                  </a:cubicBezTo>
                  <a:lnTo>
                    <a:pt x="252" y="1558"/>
                  </a:lnTo>
                  <a:cubicBezTo>
                    <a:pt x="251" y="1558"/>
                    <a:pt x="275" y="1576"/>
                    <a:pt x="325" y="1614"/>
                  </a:cubicBezTo>
                  <a:lnTo>
                    <a:pt x="366" y="1646"/>
                  </a:lnTo>
                  <a:cubicBezTo>
                    <a:pt x="337" y="1628"/>
                    <a:pt x="326" y="1620"/>
                    <a:pt x="324" y="1620"/>
                  </a:cubicBezTo>
                  <a:lnTo>
                    <a:pt x="324" y="1620"/>
                  </a:lnTo>
                  <a:cubicBezTo>
                    <a:pt x="321" y="1620"/>
                    <a:pt x="380" y="1664"/>
                    <a:pt x="414" y="1687"/>
                  </a:cubicBezTo>
                  <a:cubicBezTo>
                    <a:pt x="363" y="1656"/>
                    <a:pt x="337" y="1639"/>
                    <a:pt x="334" y="1639"/>
                  </a:cubicBezTo>
                  <a:lnTo>
                    <a:pt x="334" y="1639"/>
                  </a:lnTo>
                  <a:cubicBezTo>
                    <a:pt x="332" y="1639"/>
                    <a:pt x="356" y="1658"/>
                    <a:pt x="406" y="1695"/>
                  </a:cubicBezTo>
                  <a:cubicBezTo>
                    <a:pt x="368" y="1673"/>
                    <a:pt x="356" y="1666"/>
                    <a:pt x="352" y="1666"/>
                  </a:cubicBezTo>
                  <a:cubicBezTo>
                    <a:pt x="349" y="1666"/>
                    <a:pt x="349" y="1668"/>
                    <a:pt x="349" y="1671"/>
                  </a:cubicBezTo>
                  <a:cubicBezTo>
                    <a:pt x="398" y="1703"/>
                    <a:pt x="382" y="1719"/>
                    <a:pt x="366" y="1728"/>
                  </a:cubicBezTo>
                  <a:cubicBezTo>
                    <a:pt x="358" y="1744"/>
                    <a:pt x="341" y="1752"/>
                    <a:pt x="390" y="1784"/>
                  </a:cubicBezTo>
                  <a:cubicBezTo>
                    <a:pt x="390" y="1784"/>
                    <a:pt x="390" y="1784"/>
                    <a:pt x="341" y="1752"/>
                  </a:cubicBezTo>
                  <a:cubicBezTo>
                    <a:pt x="322" y="1739"/>
                    <a:pt x="310" y="1731"/>
                    <a:pt x="309" y="1731"/>
                  </a:cubicBezTo>
                  <a:lnTo>
                    <a:pt x="309" y="1731"/>
                  </a:lnTo>
                  <a:cubicBezTo>
                    <a:pt x="308" y="1731"/>
                    <a:pt x="332" y="1749"/>
                    <a:pt x="390" y="1792"/>
                  </a:cubicBezTo>
                  <a:cubicBezTo>
                    <a:pt x="408" y="1811"/>
                    <a:pt x="429" y="1828"/>
                    <a:pt x="436" y="1834"/>
                  </a:cubicBezTo>
                  <a:lnTo>
                    <a:pt x="436" y="1834"/>
                  </a:lnTo>
                  <a:cubicBezTo>
                    <a:pt x="430" y="1829"/>
                    <a:pt x="414" y="1816"/>
                    <a:pt x="382" y="1792"/>
                  </a:cubicBezTo>
                  <a:cubicBezTo>
                    <a:pt x="349" y="1771"/>
                    <a:pt x="339" y="1764"/>
                    <a:pt x="333" y="1764"/>
                  </a:cubicBezTo>
                  <a:cubicBezTo>
                    <a:pt x="330" y="1764"/>
                    <a:pt x="328" y="1765"/>
                    <a:pt x="325" y="1768"/>
                  </a:cubicBezTo>
                  <a:cubicBezTo>
                    <a:pt x="325" y="1776"/>
                    <a:pt x="317" y="1776"/>
                    <a:pt x="366" y="1817"/>
                  </a:cubicBezTo>
                  <a:cubicBezTo>
                    <a:pt x="309" y="1774"/>
                    <a:pt x="266" y="1748"/>
                    <a:pt x="258" y="1748"/>
                  </a:cubicBezTo>
                  <a:cubicBezTo>
                    <a:pt x="252" y="1748"/>
                    <a:pt x="263" y="1762"/>
                    <a:pt x="301" y="1792"/>
                  </a:cubicBezTo>
                  <a:cubicBezTo>
                    <a:pt x="301" y="1792"/>
                    <a:pt x="301" y="1792"/>
                    <a:pt x="252" y="1760"/>
                  </a:cubicBezTo>
                  <a:lnTo>
                    <a:pt x="252" y="1760"/>
                  </a:lnTo>
                  <a:cubicBezTo>
                    <a:pt x="252" y="1760"/>
                    <a:pt x="244" y="1760"/>
                    <a:pt x="293" y="1800"/>
                  </a:cubicBezTo>
                  <a:lnTo>
                    <a:pt x="276" y="1809"/>
                  </a:lnTo>
                  <a:cubicBezTo>
                    <a:pt x="276" y="1817"/>
                    <a:pt x="317" y="1857"/>
                    <a:pt x="317" y="1857"/>
                  </a:cubicBezTo>
                  <a:cubicBezTo>
                    <a:pt x="291" y="1835"/>
                    <a:pt x="276" y="1828"/>
                    <a:pt x="267" y="1828"/>
                  </a:cubicBezTo>
                  <a:cubicBezTo>
                    <a:pt x="260" y="1828"/>
                    <a:pt x="256" y="1834"/>
                    <a:pt x="252" y="1841"/>
                  </a:cubicBezTo>
                  <a:cubicBezTo>
                    <a:pt x="245" y="1845"/>
                    <a:pt x="239" y="1848"/>
                    <a:pt x="231" y="1848"/>
                  </a:cubicBezTo>
                  <a:cubicBezTo>
                    <a:pt x="221" y="1848"/>
                    <a:pt x="206" y="1843"/>
                    <a:pt x="179" y="1825"/>
                  </a:cubicBezTo>
                  <a:lnTo>
                    <a:pt x="179" y="1825"/>
                  </a:lnTo>
                  <a:cubicBezTo>
                    <a:pt x="179" y="1825"/>
                    <a:pt x="180" y="1825"/>
                    <a:pt x="228" y="1865"/>
                  </a:cubicBezTo>
                  <a:cubicBezTo>
                    <a:pt x="284" y="1906"/>
                    <a:pt x="305" y="1924"/>
                    <a:pt x="300" y="1924"/>
                  </a:cubicBezTo>
                  <a:cubicBezTo>
                    <a:pt x="298" y="1924"/>
                    <a:pt x="286" y="1918"/>
                    <a:pt x="268" y="1906"/>
                  </a:cubicBezTo>
                  <a:cubicBezTo>
                    <a:pt x="222" y="1871"/>
                    <a:pt x="196" y="1855"/>
                    <a:pt x="192" y="1855"/>
                  </a:cubicBezTo>
                  <a:cubicBezTo>
                    <a:pt x="190" y="1855"/>
                    <a:pt x="193" y="1859"/>
                    <a:pt x="201" y="1866"/>
                  </a:cubicBezTo>
                  <a:lnTo>
                    <a:pt x="201" y="1866"/>
                  </a:lnTo>
                  <a:cubicBezTo>
                    <a:pt x="174" y="1849"/>
                    <a:pt x="160" y="1841"/>
                    <a:pt x="157" y="1841"/>
                  </a:cubicBezTo>
                  <a:cubicBezTo>
                    <a:pt x="150" y="1841"/>
                    <a:pt x="189" y="1875"/>
                    <a:pt x="252" y="1922"/>
                  </a:cubicBezTo>
                  <a:cubicBezTo>
                    <a:pt x="214" y="1895"/>
                    <a:pt x="179" y="1871"/>
                    <a:pt x="176" y="1871"/>
                  </a:cubicBezTo>
                  <a:lnTo>
                    <a:pt x="176" y="1871"/>
                  </a:lnTo>
                  <a:cubicBezTo>
                    <a:pt x="174" y="1871"/>
                    <a:pt x="180" y="1877"/>
                    <a:pt x="195" y="1890"/>
                  </a:cubicBezTo>
                  <a:cubicBezTo>
                    <a:pt x="195" y="1890"/>
                    <a:pt x="195" y="1890"/>
                    <a:pt x="98" y="1817"/>
                  </a:cubicBezTo>
                  <a:cubicBezTo>
                    <a:pt x="50" y="1785"/>
                    <a:pt x="2" y="1752"/>
                    <a:pt x="1" y="1752"/>
                  </a:cubicBezTo>
                  <a:lnTo>
                    <a:pt x="1" y="1752"/>
                  </a:lnTo>
                  <a:cubicBezTo>
                    <a:pt x="2" y="1752"/>
                    <a:pt x="50" y="1785"/>
                    <a:pt x="90" y="1825"/>
                  </a:cubicBezTo>
                  <a:cubicBezTo>
                    <a:pt x="90" y="1825"/>
                    <a:pt x="90" y="1825"/>
                    <a:pt x="139" y="1865"/>
                  </a:cubicBezTo>
                  <a:cubicBezTo>
                    <a:pt x="187" y="1898"/>
                    <a:pt x="187" y="1898"/>
                    <a:pt x="179" y="1898"/>
                  </a:cubicBezTo>
                  <a:cubicBezTo>
                    <a:pt x="167" y="1889"/>
                    <a:pt x="160" y="1886"/>
                    <a:pt x="159" y="1886"/>
                  </a:cubicBezTo>
                  <a:lnTo>
                    <a:pt x="159" y="1886"/>
                  </a:lnTo>
                  <a:cubicBezTo>
                    <a:pt x="156" y="1886"/>
                    <a:pt x="192" y="1914"/>
                    <a:pt x="228" y="1938"/>
                  </a:cubicBezTo>
                  <a:cubicBezTo>
                    <a:pt x="276" y="1971"/>
                    <a:pt x="325" y="2003"/>
                    <a:pt x="325" y="2011"/>
                  </a:cubicBezTo>
                  <a:cubicBezTo>
                    <a:pt x="325" y="2011"/>
                    <a:pt x="374" y="2044"/>
                    <a:pt x="422" y="2076"/>
                  </a:cubicBezTo>
                  <a:cubicBezTo>
                    <a:pt x="520" y="2149"/>
                    <a:pt x="568" y="2182"/>
                    <a:pt x="617" y="2214"/>
                  </a:cubicBezTo>
                  <a:cubicBezTo>
                    <a:pt x="648" y="2232"/>
                    <a:pt x="680" y="2250"/>
                    <a:pt x="685" y="2250"/>
                  </a:cubicBezTo>
                  <a:cubicBezTo>
                    <a:pt x="689" y="2250"/>
                    <a:pt x="677" y="2238"/>
                    <a:pt x="633" y="2206"/>
                  </a:cubicBezTo>
                  <a:cubicBezTo>
                    <a:pt x="617" y="2190"/>
                    <a:pt x="601" y="2182"/>
                    <a:pt x="585" y="2165"/>
                  </a:cubicBezTo>
                  <a:lnTo>
                    <a:pt x="585" y="2165"/>
                  </a:lnTo>
                  <a:cubicBezTo>
                    <a:pt x="601" y="2173"/>
                    <a:pt x="617" y="2190"/>
                    <a:pt x="641" y="2198"/>
                  </a:cubicBezTo>
                  <a:cubicBezTo>
                    <a:pt x="668" y="2219"/>
                    <a:pt x="681" y="2227"/>
                    <a:pt x="689" y="2227"/>
                  </a:cubicBezTo>
                  <a:cubicBezTo>
                    <a:pt x="693" y="2227"/>
                    <a:pt x="695" y="2225"/>
                    <a:pt x="698" y="2222"/>
                  </a:cubicBezTo>
                  <a:cubicBezTo>
                    <a:pt x="705" y="2218"/>
                    <a:pt x="709" y="2215"/>
                    <a:pt x="716" y="2215"/>
                  </a:cubicBezTo>
                  <a:cubicBezTo>
                    <a:pt x="724" y="2215"/>
                    <a:pt x="736" y="2220"/>
                    <a:pt x="763" y="2238"/>
                  </a:cubicBezTo>
                  <a:cubicBezTo>
                    <a:pt x="779" y="2255"/>
                    <a:pt x="795" y="2263"/>
                    <a:pt x="820" y="2271"/>
                  </a:cubicBezTo>
                  <a:cubicBezTo>
                    <a:pt x="771" y="2238"/>
                    <a:pt x="779" y="2230"/>
                    <a:pt x="787" y="2214"/>
                  </a:cubicBezTo>
                  <a:cubicBezTo>
                    <a:pt x="803" y="2206"/>
                    <a:pt x="812" y="2198"/>
                    <a:pt x="763" y="2165"/>
                  </a:cubicBezTo>
                  <a:lnTo>
                    <a:pt x="771" y="2157"/>
                  </a:lnTo>
                  <a:cubicBezTo>
                    <a:pt x="806" y="2186"/>
                    <a:pt x="816" y="2190"/>
                    <a:pt x="819" y="2190"/>
                  </a:cubicBezTo>
                  <a:cubicBezTo>
                    <a:pt x="820" y="2190"/>
                    <a:pt x="820" y="2190"/>
                    <a:pt x="820" y="2190"/>
                  </a:cubicBezTo>
                  <a:cubicBezTo>
                    <a:pt x="779" y="2149"/>
                    <a:pt x="779" y="2149"/>
                    <a:pt x="779" y="2149"/>
                  </a:cubicBezTo>
                  <a:lnTo>
                    <a:pt x="779" y="2149"/>
                  </a:lnTo>
                  <a:cubicBezTo>
                    <a:pt x="812" y="2171"/>
                    <a:pt x="826" y="2178"/>
                    <a:pt x="832" y="2178"/>
                  </a:cubicBezTo>
                  <a:cubicBezTo>
                    <a:pt x="835" y="2178"/>
                    <a:pt x="836" y="2176"/>
                    <a:pt x="836" y="2173"/>
                  </a:cubicBezTo>
                  <a:cubicBezTo>
                    <a:pt x="836" y="2173"/>
                    <a:pt x="844" y="2173"/>
                    <a:pt x="795" y="2141"/>
                  </a:cubicBezTo>
                  <a:cubicBezTo>
                    <a:pt x="795" y="2137"/>
                    <a:pt x="797" y="2134"/>
                    <a:pt x="804" y="2134"/>
                  </a:cubicBezTo>
                  <a:cubicBezTo>
                    <a:pt x="812" y="2134"/>
                    <a:pt x="829" y="2139"/>
                    <a:pt x="860" y="2157"/>
                  </a:cubicBezTo>
                  <a:cubicBezTo>
                    <a:pt x="873" y="2166"/>
                    <a:pt x="879" y="2169"/>
                    <a:pt x="880" y="2169"/>
                  </a:cubicBezTo>
                  <a:cubicBezTo>
                    <a:pt x="884" y="2169"/>
                    <a:pt x="848" y="2141"/>
                    <a:pt x="812" y="2117"/>
                  </a:cubicBezTo>
                  <a:cubicBezTo>
                    <a:pt x="779" y="2092"/>
                    <a:pt x="755" y="2068"/>
                    <a:pt x="722" y="2044"/>
                  </a:cubicBezTo>
                  <a:lnTo>
                    <a:pt x="722" y="2044"/>
                  </a:lnTo>
                  <a:lnTo>
                    <a:pt x="820" y="2117"/>
                  </a:lnTo>
                  <a:cubicBezTo>
                    <a:pt x="868" y="2149"/>
                    <a:pt x="868" y="2149"/>
                    <a:pt x="868" y="2149"/>
                  </a:cubicBezTo>
                  <a:lnTo>
                    <a:pt x="868" y="2141"/>
                  </a:lnTo>
                  <a:cubicBezTo>
                    <a:pt x="820" y="2109"/>
                    <a:pt x="828" y="2100"/>
                    <a:pt x="844" y="2092"/>
                  </a:cubicBezTo>
                  <a:cubicBezTo>
                    <a:pt x="860" y="2076"/>
                    <a:pt x="860" y="2068"/>
                    <a:pt x="812" y="2036"/>
                  </a:cubicBezTo>
                  <a:cubicBezTo>
                    <a:pt x="785" y="2018"/>
                    <a:pt x="776" y="2010"/>
                    <a:pt x="780" y="2010"/>
                  </a:cubicBezTo>
                  <a:cubicBezTo>
                    <a:pt x="783" y="2010"/>
                    <a:pt x="797" y="2016"/>
                    <a:pt x="820" y="2028"/>
                  </a:cubicBezTo>
                  <a:cubicBezTo>
                    <a:pt x="917" y="2089"/>
                    <a:pt x="953" y="2112"/>
                    <a:pt x="956" y="2112"/>
                  </a:cubicBezTo>
                  <a:cubicBezTo>
                    <a:pt x="957" y="2112"/>
                    <a:pt x="948" y="2104"/>
                    <a:pt x="933" y="2092"/>
                  </a:cubicBezTo>
                  <a:cubicBezTo>
                    <a:pt x="925" y="2092"/>
                    <a:pt x="876" y="2060"/>
                    <a:pt x="828" y="2019"/>
                  </a:cubicBezTo>
                  <a:cubicBezTo>
                    <a:pt x="778" y="1986"/>
                    <a:pt x="756" y="1968"/>
                    <a:pt x="759" y="1968"/>
                  </a:cubicBezTo>
                  <a:lnTo>
                    <a:pt x="759" y="1968"/>
                  </a:lnTo>
                  <a:cubicBezTo>
                    <a:pt x="762" y="1968"/>
                    <a:pt x="789" y="1984"/>
                    <a:pt x="836" y="2019"/>
                  </a:cubicBezTo>
                  <a:cubicBezTo>
                    <a:pt x="866" y="2042"/>
                    <a:pt x="885" y="2052"/>
                    <a:pt x="893" y="2052"/>
                  </a:cubicBezTo>
                  <a:cubicBezTo>
                    <a:pt x="911" y="2052"/>
                    <a:pt x="878" y="2007"/>
                    <a:pt x="812" y="1963"/>
                  </a:cubicBezTo>
                  <a:cubicBezTo>
                    <a:pt x="791" y="1945"/>
                    <a:pt x="779" y="1935"/>
                    <a:pt x="780" y="1935"/>
                  </a:cubicBezTo>
                  <a:lnTo>
                    <a:pt x="780" y="1935"/>
                  </a:lnTo>
                  <a:cubicBezTo>
                    <a:pt x="781" y="1935"/>
                    <a:pt x="804" y="1953"/>
                    <a:pt x="860" y="1995"/>
                  </a:cubicBezTo>
                  <a:cubicBezTo>
                    <a:pt x="893" y="2017"/>
                    <a:pt x="903" y="2024"/>
                    <a:pt x="909" y="2024"/>
                  </a:cubicBezTo>
                  <a:cubicBezTo>
                    <a:pt x="912" y="2024"/>
                    <a:pt x="914" y="2022"/>
                    <a:pt x="917" y="2019"/>
                  </a:cubicBezTo>
                  <a:lnTo>
                    <a:pt x="925" y="2019"/>
                  </a:lnTo>
                  <a:cubicBezTo>
                    <a:pt x="880" y="1985"/>
                    <a:pt x="868" y="1973"/>
                    <a:pt x="873" y="1973"/>
                  </a:cubicBezTo>
                  <a:cubicBezTo>
                    <a:pt x="879" y="1973"/>
                    <a:pt x="907" y="1990"/>
                    <a:pt x="933" y="2011"/>
                  </a:cubicBezTo>
                  <a:cubicBezTo>
                    <a:pt x="966" y="2033"/>
                    <a:pt x="976" y="2040"/>
                    <a:pt x="982" y="2040"/>
                  </a:cubicBezTo>
                  <a:cubicBezTo>
                    <a:pt x="985" y="2040"/>
                    <a:pt x="987" y="2038"/>
                    <a:pt x="990" y="2036"/>
                  </a:cubicBezTo>
                  <a:cubicBezTo>
                    <a:pt x="947" y="2003"/>
                    <a:pt x="934" y="1992"/>
                    <a:pt x="937" y="1992"/>
                  </a:cubicBezTo>
                  <a:cubicBezTo>
                    <a:pt x="942" y="1992"/>
                    <a:pt x="971" y="2010"/>
                    <a:pt x="998" y="2028"/>
                  </a:cubicBezTo>
                  <a:lnTo>
                    <a:pt x="1006" y="2019"/>
                  </a:lnTo>
                  <a:cubicBezTo>
                    <a:pt x="957" y="1987"/>
                    <a:pt x="957" y="1987"/>
                    <a:pt x="957" y="1979"/>
                  </a:cubicBezTo>
                  <a:cubicBezTo>
                    <a:pt x="966" y="1979"/>
                    <a:pt x="966" y="1979"/>
                    <a:pt x="917" y="1946"/>
                  </a:cubicBezTo>
                  <a:cubicBezTo>
                    <a:pt x="869" y="1906"/>
                    <a:pt x="821" y="1874"/>
                    <a:pt x="820" y="1873"/>
                  </a:cubicBezTo>
                  <a:lnTo>
                    <a:pt x="820" y="1873"/>
                  </a:lnTo>
                  <a:lnTo>
                    <a:pt x="868" y="1906"/>
                  </a:lnTo>
                  <a:cubicBezTo>
                    <a:pt x="901" y="1928"/>
                    <a:pt x="915" y="1935"/>
                    <a:pt x="924" y="1935"/>
                  </a:cubicBezTo>
                  <a:cubicBezTo>
                    <a:pt x="928" y="1935"/>
                    <a:pt x="930" y="1933"/>
                    <a:pt x="933" y="1930"/>
                  </a:cubicBezTo>
                  <a:cubicBezTo>
                    <a:pt x="936" y="1928"/>
                    <a:pt x="938" y="1926"/>
                    <a:pt x="941" y="1926"/>
                  </a:cubicBezTo>
                  <a:cubicBezTo>
                    <a:pt x="947" y="1926"/>
                    <a:pt x="957" y="1933"/>
                    <a:pt x="990" y="1955"/>
                  </a:cubicBezTo>
                  <a:lnTo>
                    <a:pt x="949" y="1914"/>
                  </a:lnTo>
                  <a:lnTo>
                    <a:pt x="949" y="1914"/>
                  </a:lnTo>
                  <a:cubicBezTo>
                    <a:pt x="971" y="1928"/>
                    <a:pt x="984" y="1935"/>
                    <a:pt x="989" y="1935"/>
                  </a:cubicBezTo>
                  <a:cubicBezTo>
                    <a:pt x="994" y="1935"/>
                    <a:pt x="985" y="1924"/>
                    <a:pt x="957" y="1906"/>
                  </a:cubicBezTo>
                  <a:lnTo>
                    <a:pt x="966" y="1898"/>
                  </a:lnTo>
                  <a:cubicBezTo>
                    <a:pt x="1012" y="1932"/>
                    <a:pt x="1038" y="1949"/>
                    <a:pt x="1042" y="1949"/>
                  </a:cubicBezTo>
                  <a:cubicBezTo>
                    <a:pt x="1046" y="1949"/>
                    <a:pt x="1035" y="1938"/>
                    <a:pt x="1008" y="1916"/>
                  </a:cubicBezTo>
                  <a:lnTo>
                    <a:pt x="1008" y="1916"/>
                  </a:lnTo>
                  <a:cubicBezTo>
                    <a:pt x="1016" y="1922"/>
                    <a:pt x="1020" y="1923"/>
                    <a:pt x="1021" y="1923"/>
                  </a:cubicBezTo>
                  <a:cubicBezTo>
                    <a:pt x="1022" y="1923"/>
                    <a:pt x="1022" y="1922"/>
                    <a:pt x="1022" y="1922"/>
                  </a:cubicBezTo>
                  <a:cubicBezTo>
                    <a:pt x="1000" y="1904"/>
                    <a:pt x="990" y="1893"/>
                    <a:pt x="994" y="1893"/>
                  </a:cubicBezTo>
                  <a:cubicBezTo>
                    <a:pt x="997" y="1893"/>
                    <a:pt x="1009" y="1900"/>
                    <a:pt x="1030" y="1914"/>
                  </a:cubicBezTo>
                  <a:lnTo>
                    <a:pt x="1039" y="1914"/>
                  </a:lnTo>
                  <a:cubicBezTo>
                    <a:pt x="990" y="1873"/>
                    <a:pt x="990" y="1873"/>
                    <a:pt x="990" y="1873"/>
                  </a:cubicBezTo>
                  <a:cubicBezTo>
                    <a:pt x="990" y="1873"/>
                    <a:pt x="998" y="1873"/>
                    <a:pt x="949" y="1833"/>
                  </a:cubicBezTo>
                  <a:cubicBezTo>
                    <a:pt x="901" y="1800"/>
                    <a:pt x="901" y="1792"/>
                    <a:pt x="901" y="1792"/>
                  </a:cubicBezTo>
                  <a:lnTo>
                    <a:pt x="901" y="1792"/>
                  </a:lnTo>
                  <a:cubicBezTo>
                    <a:pt x="909" y="1792"/>
                    <a:pt x="949" y="1833"/>
                    <a:pt x="998" y="1865"/>
                  </a:cubicBezTo>
                  <a:cubicBezTo>
                    <a:pt x="1018" y="1882"/>
                    <a:pt x="1030" y="1892"/>
                    <a:pt x="1031" y="1892"/>
                  </a:cubicBezTo>
                  <a:cubicBezTo>
                    <a:pt x="1031" y="1892"/>
                    <a:pt x="1010" y="1872"/>
                    <a:pt x="957" y="1825"/>
                  </a:cubicBezTo>
                  <a:lnTo>
                    <a:pt x="957" y="1825"/>
                  </a:lnTo>
                  <a:cubicBezTo>
                    <a:pt x="990" y="1852"/>
                    <a:pt x="1023" y="1876"/>
                    <a:pt x="1026" y="1876"/>
                  </a:cubicBezTo>
                  <a:cubicBezTo>
                    <a:pt x="1027" y="1876"/>
                    <a:pt x="1022" y="1870"/>
                    <a:pt x="1006" y="1857"/>
                  </a:cubicBezTo>
                  <a:cubicBezTo>
                    <a:pt x="1006" y="1857"/>
                    <a:pt x="1014" y="1857"/>
                    <a:pt x="966" y="1825"/>
                  </a:cubicBezTo>
                  <a:lnTo>
                    <a:pt x="966" y="1817"/>
                  </a:lnTo>
                  <a:cubicBezTo>
                    <a:pt x="1022" y="1849"/>
                    <a:pt x="1022" y="1849"/>
                    <a:pt x="1022" y="1849"/>
                  </a:cubicBezTo>
                  <a:cubicBezTo>
                    <a:pt x="997" y="1828"/>
                    <a:pt x="985" y="1818"/>
                    <a:pt x="986" y="1818"/>
                  </a:cubicBezTo>
                  <a:lnTo>
                    <a:pt x="986" y="1818"/>
                  </a:lnTo>
                  <a:cubicBezTo>
                    <a:pt x="987" y="1818"/>
                    <a:pt x="999" y="1826"/>
                    <a:pt x="1022" y="1841"/>
                  </a:cubicBezTo>
                  <a:cubicBezTo>
                    <a:pt x="1043" y="1858"/>
                    <a:pt x="1057" y="1868"/>
                    <a:pt x="1057" y="1868"/>
                  </a:cubicBezTo>
                  <a:cubicBezTo>
                    <a:pt x="1059" y="1868"/>
                    <a:pt x="1038" y="1850"/>
                    <a:pt x="982" y="1809"/>
                  </a:cubicBezTo>
                  <a:cubicBezTo>
                    <a:pt x="956" y="1787"/>
                    <a:pt x="944" y="1777"/>
                    <a:pt x="945" y="1777"/>
                  </a:cubicBezTo>
                  <a:lnTo>
                    <a:pt x="945" y="1777"/>
                  </a:lnTo>
                  <a:cubicBezTo>
                    <a:pt x="947" y="1777"/>
                    <a:pt x="959" y="1785"/>
                    <a:pt x="982" y="1800"/>
                  </a:cubicBezTo>
                  <a:cubicBezTo>
                    <a:pt x="1038" y="1842"/>
                    <a:pt x="1061" y="1860"/>
                    <a:pt x="1062" y="1860"/>
                  </a:cubicBezTo>
                  <a:cubicBezTo>
                    <a:pt x="1063" y="1860"/>
                    <a:pt x="1051" y="1850"/>
                    <a:pt x="1030" y="1833"/>
                  </a:cubicBezTo>
                  <a:cubicBezTo>
                    <a:pt x="990" y="1801"/>
                    <a:pt x="990" y="1801"/>
                    <a:pt x="990" y="1800"/>
                  </a:cubicBezTo>
                  <a:lnTo>
                    <a:pt x="990" y="1800"/>
                  </a:lnTo>
                  <a:cubicBezTo>
                    <a:pt x="1012" y="1815"/>
                    <a:pt x="1027" y="1820"/>
                    <a:pt x="1038" y="1820"/>
                  </a:cubicBezTo>
                  <a:cubicBezTo>
                    <a:pt x="1052" y="1820"/>
                    <a:pt x="1058" y="1813"/>
                    <a:pt x="1063" y="1809"/>
                  </a:cubicBezTo>
                  <a:cubicBezTo>
                    <a:pt x="1039" y="1776"/>
                    <a:pt x="1006" y="1752"/>
                    <a:pt x="974" y="1736"/>
                  </a:cubicBezTo>
                  <a:cubicBezTo>
                    <a:pt x="930" y="1703"/>
                    <a:pt x="916" y="1692"/>
                    <a:pt x="918" y="1692"/>
                  </a:cubicBezTo>
                  <a:lnTo>
                    <a:pt x="918" y="1692"/>
                  </a:lnTo>
                  <a:cubicBezTo>
                    <a:pt x="920" y="1692"/>
                    <a:pt x="947" y="1710"/>
                    <a:pt x="974" y="1728"/>
                  </a:cubicBezTo>
                  <a:cubicBezTo>
                    <a:pt x="1047" y="1780"/>
                    <a:pt x="1085" y="1807"/>
                    <a:pt x="1087" y="1807"/>
                  </a:cubicBezTo>
                  <a:cubicBezTo>
                    <a:pt x="1089" y="1807"/>
                    <a:pt x="1055" y="1780"/>
                    <a:pt x="982" y="1728"/>
                  </a:cubicBezTo>
                  <a:cubicBezTo>
                    <a:pt x="956" y="1706"/>
                    <a:pt x="944" y="1696"/>
                    <a:pt x="945" y="1696"/>
                  </a:cubicBezTo>
                  <a:lnTo>
                    <a:pt x="945" y="1696"/>
                  </a:lnTo>
                  <a:cubicBezTo>
                    <a:pt x="947" y="1696"/>
                    <a:pt x="959" y="1704"/>
                    <a:pt x="982" y="1719"/>
                  </a:cubicBezTo>
                  <a:cubicBezTo>
                    <a:pt x="1022" y="1742"/>
                    <a:pt x="1057" y="1769"/>
                    <a:pt x="1059" y="1769"/>
                  </a:cubicBezTo>
                  <a:cubicBezTo>
                    <a:pt x="1059" y="1769"/>
                    <a:pt x="1053" y="1764"/>
                    <a:pt x="1039" y="1752"/>
                  </a:cubicBezTo>
                  <a:lnTo>
                    <a:pt x="1039" y="1752"/>
                  </a:lnTo>
                  <a:cubicBezTo>
                    <a:pt x="1055" y="1760"/>
                    <a:pt x="1071" y="1776"/>
                    <a:pt x="1087" y="1784"/>
                  </a:cubicBezTo>
                  <a:cubicBezTo>
                    <a:pt x="1101" y="1794"/>
                    <a:pt x="1108" y="1798"/>
                    <a:pt x="1109" y="1798"/>
                  </a:cubicBezTo>
                  <a:cubicBezTo>
                    <a:pt x="1112" y="1798"/>
                    <a:pt x="1081" y="1773"/>
                    <a:pt x="1047" y="1744"/>
                  </a:cubicBezTo>
                  <a:lnTo>
                    <a:pt x="1047" y="1744"/>
                  </a:lnTo>
                  <a:cubicBezTo>
                    <a:pt x="1081" y="1770"/>
                    <a:pt x="1098" y="1780"/>
                    <a:pt x="1102" y="1780"/>
                  </a:cubicBezTo>
                  <a:cubicBezTo>
                    <a:pt x="1108" y="1780"/>
                    <a:pt x="1069" y="1745"/>
                    <a:pt x="1006" y="1703"/>
                  </a:cubicBezTo>
                  <a:cubicBezTo>
                    <a:pt x="953" y="1659"/>
                    <a:pt x="931" y="1642"/>
                    <a:pt x="933" y="1642"/>
                  </a:cubicBezTo>
                  <a:lnTo>
                    <a:pt x="933" y="1642"/>
                  </a:lnTo>
                  <a:cubicBezTo>
                    <a:pt x="934" y="1642"/>
                    <a:pt x="946" y="1650"/>
                    <a:pt x="966" y="1663"/>
                  </a:cubicBezTo>
                  <a:cubicBezTo>
                    <a:pt x="982" y="1679"/>
                    <a:pt x="998" y="1687"/>
                    <a:pt x="1014" y="1695"/>
                  </a:cubicBezTo>
                  <a:cubicBezTo>
                    <a:pt x="1014" y="1695"/>
                    <a:pt x="1014" y="1695"/>
                    <a:pt x="1063" y="1728"/>
                  </a:cubicBezTo>
                  <a:cubicBezTo>
                    <a:pt x="1063" y="1728"/>
                    <a:pt x="1063" y="1728"/>
                    <a:pt x="1022" y="1687"/>
                  </a:cubicBezTo>
                  <a:cubicBezTo>
                    <a:pt x="983" y="1658"/>
                    <a:pt x="969" y="1645"/>
                    <a:pt x="972" y="1645"/>
                  </a:cubicBezTo>
                  <a:cubicBezTo>
                    <a:pt x="977" y="1645"/>
                    <a:pt x="1021" y="1673"/>
                    <a:pt x="1079" y="1711"/>
                  </a:cubicBezTo>
                  <a:lnTo>
                    <a:pt x="1030" y="1679"/>
                  </a:lnTo>
                  <a:cubicBezTo>
                    <a:pt x="974" y="1633"/>
                    <a:pt x="934" y="1600"/>
                    <a:pt x="937" y="1600"/>
                  </a:cubicBezTo>
                  <a:lnTo>
                    <a:pt x="937" y="1600"/>
                  </a:lnTo>
                  <a:cubicBezTo>
                    <a:pt x="938" y="1600"/>
                    <a:pt x="954" y="1611"/>
                    <a:pt x="990" y="1638"/>
                  </a:cubicBezTo>
                  <a:lnTo>
                    <a:pt x="1039" y="1671"/>
                  </a:lnTo>
                  <a:cubicBezTo>
                    <a:pt x="1000" y="1642"/>
                    <a:pt x="986" y="1630"/>
                    <a:pt x="988" y="1630"/>
                  </a:cubicBezTo>
                  <a:lnTo>
                    <a:pt x="988" y="1630"/>
                  </a:lnTo>
                  <a:cubicBezTo>
                    <a:pt x="992" y="1630"/>
                    <a:pt x="1036" y="1659"/>
                    <a:pt x="1095" y="1703"/>
                  </a:cubicBezTo>
                  <a:cubicBezTo>
                    <a:pt x="1063" y="1679"/>
                    <a:pt x="1030" y="1655"/>
                    <a:pt x="998" y="1630"/>
                  </a:cubicBezTo>
                  <a:cubicBezTo>
                    <a:pt x="1000" y="1630"/>
                    <a:pt x="1002" y="1630"/>
                    <a:pt x="1004" y="1630"/>
                  </a:cubicBezTo>
                  <a:cubicBezTo>
                    <a:pt x="1010" y="1630"/>
                    <a:pt x="1020" y="1634"/>
                    <a:pt x="1055" y="1663"/>
                  </a:cubicBezTo>
                  <a:cubicBezTo>
                    <a:pt x="1073" y="1675"/>
                    <a:pt x="1090" y="1686"/>
                    <a:pt x="1103" y="1695"/>
                  </a:cubicBezTo>
                  <a:lnTo>
                    <a:pt x="1103" y="1695"/>
                  </a:lnTo>
                  <a:cubicBezTo>
                    <a:pt x="1120" y="1703"/>
                    <a:pt x="1144" y="1711"/>
                    <a:pt x="1152" y="1728"/>
                  </a:cubicBezTo>
                  <a:lnTo>
                    <a:pt x="1160" y="1719"/>
                  </a:lnTo>
                  <a:cubicBezTo>
                    <a:pt x="1139" y="1698"/>
                    <a:pt x="1129" y="1688"/>
                    <a:pt x="1131" y="1688"/>
                  </a:cubicBezTo>
                  <a:lnTo>
                    <a:pt x="1131" y="1688"/>
                  </a:lnTo>
                  <a:cubicBezTo>
                    <a:pt x="1133" y="1688"/>
                    <a:pt x="1145" y="1696"/>
                    <a:pt x="1168" y="1711"/>
                  </a:cubicBezTo>
                  <a:cubicBezTo>
                    <a:pt x="1168" y="1711"/>
                    <a:pt x="1168" y="1711"/>
                    <a:pt x="1128" y="1671"/>
                  </a:cubicBezTo>
                  <a:lnTo>
                    <a:pt x="1128" y="1671"/>
                  </a:lnTo>
                  <a:cubicBezTo>
                    <a:pt x="1128" y="1671"/>
                    <a:pt x="1128" y="1671"/>
                    <a:pt x="1176" y="1703"/>
                  </a:cubicBezTo>
                  <a:cubicBezTo>
                    <a:pt x="1128" y="1671"/>
                    <a:pt x="1136" y="1663"/>
                    <a:pt x="1136" y="1663"/>
                  </a:cubicBezTo>
                  <a:cubicBezTo>
                    <a:pt x="1087" y="1630"/>
                    <a:pt x="1087" y="1630"/>
                    <a:pt x="1087" y="1622"/>
                  </a:cubicBezTo>
                  <a:lnTo>
                    <a:pt x="1087" y="1622"/>
                  </a:lnTo>
                  <a:cubicBezTo>
                    <a:pt x="1095" y="1622"/>
                    <a:pt x="1144" y="1655"/>
                    <a:pt x="1144" y="1655"/>
                  </a:cubicBezTo>
                  <a:cubicBezTo>
                    <a:pt x="1152" y="1646"/>
                    <a:pt x="1152" y="1646"/>
                    <a:pt x="1103" y="1614"/>
                  </a:cubicBezTo>
                  <a:lnTo>
                    <a:pt x="1103" y="1614"/>
                  </a:lnTo>
                  <a:cubicBezTo>
                    <a:pt x="1103" y="1614"/>
                    <a:pt x="1160" y="1638"/>
                    <a:pt x="1160" y="1638"/>
                  </a:cubicBezTo>
                  <a:cubicBezTo>
                    <a:pt x="1168" y="1630"/>
                    <a:pt x="1168" y="1630"/>
                    <a:pt x="1120" y="1598"/>
                  </a:cubicBezTo>
                  <a:cubicBezTo>
                    <a:pt x="1071" y="1561"/>
                    <a:pt x="1047" y="1543"/>
                    <a:pt x="1048" y="1543"/>
                  </a:cubicBezTo>
                  <a:lnTo>
                    <a:pt x="1048" y="1543"/>
                  </a:lnTo>
                  <a:cubicBezTo>
                    <a:pt x="1049" y="1543"/>
                    <a:pt x="1075" y="1561"/>
                    <a:pt x="1128" y="1598"/>
                  </a:cubicBezTo>
                  <a:cubicBezTo>
                    <a:pt x="1182" y="1634"/>
                    <a:pt x="1206" y="1650"/>
                    <a:pt x="1208" y="1650"/>
                  </a:cubicBezTo>
                  <a:cubicBezTo>
                    <a:pt x="1210" y="1650"/>
                    <a:pt x="1198" y="1640"/>
                    <a:pt x="1176" y="1622"/>
                  </a:cubicBezTo>
                  <a:cubicBezTo>
                    <a:pt x="1128" y="1590"/>
                    <a:pt x="1128" y="1590"/>
                    <a:pt x="1136" y="1590"/>
                  </a:cubicBezTo>
                  <a:cubicBezTo>
                    <a:pt x="1155" y="1605"/>
                    <a:pt x="1167" y="1613"/>
                    <a:pt x="1169" y="1613"/>
                  </a:cubicBezTo>
                  <a:cubicBezTo>
                    <a:pt x="1171" y="1613"/>
                    <a:pt x="1162" y="1603"/>
                    <a:pt x="1136" y="1582"/>
                  </a:cubicBezTo>
                  <a:lnTo>
                    <a:pt x="1136" y="1582"/>
                  </a:lnTo>
                  <a:cubicBezTo>
                    <a:pt x="1136" y="1582"/>
                    <a:pt x="1136" y="1582"/>
                    <a:pt x="1185" y="1614"/>
                  </a:cubicBezTo>
                  <a:lnTo>
                    <a:pt x="1193" y="1614"/>
                  </a:lnTo>
                  <a:cubicBezTo>
                    <a:pt x="1146" y="1579"/>
                    <a:pt x="1135" y="1566"/>
                    <a:pt x="1142" y="1566"/>
                  </a:cubicBezTo>
                  <a:cubicBezTo>
                    <a:pt x="1150" y="1566"/>
                    <a:pt x="1179" y="1581"/>
                    <a:pt x="1209" y="1598"/>
                  </a:cubicBezTo>
                  <a:cubicBezTo>
                    <a:pt x="1209" y="1598"/>
                    <a:pt x="1209" y="1598"/>
                    <a:pt x="1160" y="1557"/>
                  </a:cubicBezTo>
                  <a:lnTo>
                    <a:pt x="1160" y="1557"/>
                  </a:lnTo>
                  <a:cubicBezTo>
                    <a:pt x="1209" y="1594"/>
                    <a:pt x="1233" y="1612"/>
                    <a:pt x="1234" y="1612"/>
                  </a:cubicBezTo>
                  <a:cubicBezTo>
                    <a:pt x="1235" y="1612"/>
                    <a:pt x="1213" y="1594"/>
                    <a:pt x="1168" y="1557"/>
                  </a:cubicBezTo>
                  <a:cubicBezTo>
                    <a:pt x="1146" y="1538"/>
                    <a:pt x="1135" y="1527"/>
                    <a:pt x="1140" y="1527"/>
                  </a:cubicBezTo>
                  <a:cubicBezTo>
                    <a:pt x="1146" y="1527"/>
                    <a:pt x="1173" y="1542"/>
                    <a:pt x="1225" y="1582"/>
                  </a:cubicBezTo>
                  <a:lnTo>
                    <a:pt x="1322" y="1655"/>
                  </a:lnTo>
                  <a:cubicBezTo>
                    <a:pt x="1274" y="1614"/>
                    <a:pt x="1274" y="1614"/>
                    <a:pt x="1274" y="1614"/>
                  </a:cubicBezTo>
                  <a:cubicBezTo>
                    <a:pt x="1225" y="1582"/>
                    <a:pt x="1225" y="1582"/>
                    <a:pt x="1233" y="1573"/>
                  </a:cubicBezTo>
                  <a:cubicBezTo>
                    <a:pt x="1233" y="1573"/>
                    <a:pt x="1193" y="1533"/>
                    <a:pt x="1193" y="1525"/>
                  </a:cubicBezTo>
                  <a:cubicBezTo>
                    <a:pt x="1195" y="1525"/>
                    <a:pt x="1197" y="1524"/>
                    <a:pt x="1201" y="1524"/>
                  </a:cubicBezTo>
                  <a:cubicBezTo>
                    <a:pt x="1209" y="1524"/>
                    <a:pt x="1223" y="1528"/>
                    <a:pt x="1257" y="1557"/>
                  </a:cubicBezTo>
                  <a:cubicBezTo>
                    <a:pt x="1257" y="1549"/>
                    <a:pt x="1257" y="1549"/>
                    <a:pt x="1217" y="1509"/>
                  </a:cubicBezTo>
                  <a:cubicBezTo>
                    <a:pt x="1177" y="1468"/>
                    <a:pt x="1176" y="1468"/>
                    <a:pt x="1176" y="1468"/>
                  </a:cubicBezTo>
                  <a:lnTo>
                    <a:pt x="1176" y="1468"/>
                  </a:lnTo>
                  <a:cubicBezTo>
                    <a:pt x="1194" y="1480"/>
                    <a:pt x="1212" y="1492"/>
                    <a:pt x="1225" y="1501"/>
                  </a:cubicBezTo>
                  <a:cubicBezTo>
                    <a:pt x="1176" y="1460"/>
                    <a:pt x="1185" y="1460"/>
                    <a:pt x="1185" y="1460"/>
                  </a:cubicBezTo>
                  <a:lnTo>
                    <a:pt x="1185" y="1460"/>
                  </a:lnTo>
                  <a:cubicBezTo>
                    <a:pt x="1196" y="1467"/>
                    <a:pt x="1207" y="1471"/>
                    <a:pt x="1218" y="1471"/>
                  </a:cubicBezTo>
                  <a:cubicBezTo>
                    <a:pt x="1254" y="1471"/>
                    <a:pt x="1279" y="1434"/>
                    <a:pt x="1241" y="1403"/>
                  </a:cubicBezTo>
                  <a:lnTo>
                    <a:pt x="1249" y="1403"/>
                  </a:lnTo>
                  <a:lnTo>
                    <a:pt x="1249" y="1395"/>
                  </a:lnTo>
                  <a:cubicBezTo>
                    <a:pt x="1289" y="1424"/>
                    <a:pt x="1305" y="1435"/>
                    <a:pt x="1309" y="1435"/>
                  </a:cubicBezTo>
                  <a:cubicBezTo>
                    <a:pt x="1314" y="1435"/>
                    <a:pt x="1290" y="1411"/>
                    <a:pt x="1266" y="1387"/>
                  </a:cubicBezTo>
                  <a:cubicBezTo>
                    <a:pt x="1217" y="1346"/>
                    <a:pt x="1217" y="1346"/>
                    <a:pt x="1225" y="1346"/>
                  </a:cubicBezTo>
                  <a:cubicBezTo>
                    <a:pt x="1279" y="1383"/>
                    <a:pt x="1303" y="1399"/>
                    <a:pt x="1307" y="1399"/>
                  </a:cubicBezTo>
                  <a:cubicBezTo>
                    <a:pt x="1310" y="1399"/>
                    <a:pt x="1300" y="1389"/>
                    <a:pt x="1282" y="1371"/>
                  </a:cubicBezTo>
                  <a:lnTo>
                    <a:pt x="1282" y="1371"/>
                  </a:lnTo>
                  <a:cubicBezTo>
                    <a:pt x="1324" y="1402"/>
                    <a:pt x="1348" y="1419"/>
                    <a:pt x="1350" y="1419"/>
                  </a:cubicBezTo>
                  <a:cubicBezTo>
                    <a:pt x="1353" y="1419"/>
                    <a:pt x="1320" y="1390"/>
                    <a:pt x="1241" y="1330"/>
                  </a:cubicBezTo>
                  <a:cubicBezTo>
                    <a:pt x="1216" y="1309"/>
                    <a:pt x="1203" y="1299"/>
                    <a:pt x="1205" y="1299"/>
                  </a:cubicBezTo>
                  <a:lnTo>
                    <a:pt x="1205" y="1299"/>
                  </a:lnTo>
                  <a:cubicBezTo>
                    <a:pt x="1206" y="1299"/>
                    <a:pt x="1218" y="1307"/>
                    <a:pt x="1241" y="1322"/>
                  </a:cubicBezTo>
                  <a:cubicBezTo>
                    <a:pt x="1297" y="1364"/>
                    <a:pt x="1323" y="1382"/>
                    <a:pt x="1327" y="1382"/>
                  </a:cubicBezTo>
                  <a:cubicBezTo>
                    <a:pt x="1329" y="1382"/>
                    <a:pt x="1319" y="1372"/>
                    <a:pt x="1298" y="1355"/>
                  </a:cubicBezTo>
                  <a:lnTo>
                    <a:pt x="1298" y="1355"/>
                  </a:lnTo>
                  <a:cubicBezTo>
                    <a:pt x="1349" y="1386"/>
                    <a:pt x="1376" y="1402"/>
                    <a:pt x="1378" y="1402"/>
                  </a:cubicBezTo>
                  <a:cubicBezTo>
                    <a:pt x="1381" y="1402"/>
                    <a:pt x="1356" y="1384"/>
                    <a:pt x="1306" y="1346"/>
                  </a:cubicBezTo>
                  <a:cubicBezTo>
                    <a:pt x="1256" y="1309"/>
                    <a:pt x="1234" y="1291"/>
                    <a:pt x="1237" y="1291"/>
                  </a:cubicBezTo>
                  <a:lnTo>
                    <a:pt x="1237" y="1291"/>
                  </a:lnTo>
                  <a:cubicBezTo>
                    <a:pt x="1241" y="1291"/>
                    <a:pt x="1267" y="1307"/>
                    <a:pt x="1314" y="1338"/>
                  </a:cubicBezTo>
                  <a:cubicBezTo>
                    <a:pt x="1314" y="1338"/>
                    <a:pt x="1339" y="1353"/>
                    <a:pt x="1342" y="1353"/>
                  </a:cubicBezTo>
                  <a:cubicBezTo>
                    <a:pt x="1343" y="1353"/>
                    <a:pt x="1339" y="1349"/>
                    <a:pt x="1322" y="1338"/>
                  </a:cubicBezTo>
                  <a:lnTo>
                    <a:pt x="1322" y="1338"/>
                  </a:lnTo>
                  <a:lnTo>
                    <a:pt x="1371" y="1371"/>
                  </a:lnTo>
                  <a:lnTo>
                    <a:pt x="1322" y="1330"/>
                  </a:lnTo>
                  <a:lnTo>
                    <a:pt x="1322" y="1330"/>
                  </a:lnTo>
                  <a:cubicBezTo>
                    <a:pt x="1322" y="1330"/>
                    <a:pt x="1370" y="1348"/>
                    <a:pt x="1389" y="1348"/>
                  </a:cubicBezTo>
                  <a:cubicBezTo>
                    <a:pt x="1392" y="1348"/>
                    <a:pt x="1394" y="1348"/>
                    <a:pt x="1395" y="1346"/>
                  </a:cubicBezTo>
                  <a:cubicBezTo>
                    <a:pt x="1412" y="1330"/>
                    <a:pt x="1420" y="1322"/>
                    <a:pt x="1363" y="1290"/>
                  </a:cubicBezTo>
                  <a:cubicBezTo>
                    <a:pt x="1313" y="1256"/>
                    <a:pt x="1291" y="1238"/>
                    <a:pt x="1294" y="1238"/>
                  </a:cubicBezTo>
                  <a:lnTo>
                    <a:pt x="1294" y="1238"/>
                  </a:lnTo>
                  <a:cubicBezTo>
                    <a:pt x="1298" y="1238"/>
                    <a:pt x="1324" y="1254"/>
                    <a:pt x="1371" y="1290"/>
                  </a:cubicBezTo>
                  <a:cubicBezTo>
                    <a:pt x="1371" y="1290"/>
                    <a:pt x="1409" y="1315"/>
                    <a:pt x="1424" y="1315"/>
                  </a:cubicBezTo>
                  <a:cubicBezTo>
                    <a:pt x="1425" y="1315"/>
                    <a:pt x="1427" y="1315"/>
                    <a:pt x="1428" y="1314"/>
                  </a:cubicBezTo>
                  <a:cubicBezTo>
                    <a:pt x="1428" y="1314"/>
                    <a:pt x="1436" y="1314"/>
                    <a:pt x="1485" y="1346"/>
                  </a:cubicBezTo>
                  <a:cubicBezTo>
                    <a:pt x="1419" y="1297"/>
                    <a:pt x="1405" y="1277"/>
                    <a:pt x="1418" y="1277"/>
                  </a:cubicBezTo>
                  <a:cubicBezTo>
                    <a:pt x="1424" y="1277"/>
                    <a:pt x="1436" y="1282"/>
                    <a:pt x="1452" y="1290"/>
                  </a:cubicBezTo>
                  <a:cubicBezTo>
                    <a:pt x="1460" y="1290"/>
                    <a:pt x="1460" y="1290"/>
                    <a:pt x="1412" y="1249"/>
                  </a:cubicBezTo>
                  <a:cubicBezTo>
                    <a:pt x="1390" y="1228"/>
                    <a:pt x="1380" y="1218"/>
                    <a:pt x="1382" y="1218"/>
                  </a:cubicBezTo>
                  <a:lnTo>
                    <a:pt x="1382" y="1218"/>
                  </a:lnTo>
                  <a:cubicBezTo>
                    <a:pt x="1385" y="1218"/>
                    <a:pt x="1397" y="1226"/>
                    <a:pt x="1420" y="1241"/>
                  </a:cubicBezTo>
                  <a:cubicBezTo>
                    <a:pt x="1446" y="1263"/>
                    <a:pt x="1474" y="1280"/>
                    <a:pt x="1480" y="1280"/>
                  </a:cubicBezTo>
                  <a:cubicBezTo>
                    <a:pt x="1482" y="1280"/>
                    <a:pt x="1481" y="1278"/>
                    <a:pt x="1478" y="1275"/>
                  </a:cubicBezTo>
                  <a:lnTo>
                    <a:pt x="1478" y="1275"/>
                  </a:lnTo>
                  <a:cubicBezTo>
                    <a:pt x="1490" y="1282"/>
                    <a:pt x="1496" y="1285"/>
                    <a:pt x="1498" y="1285"/>
                  </a:cubicBezTo>
                  <a:cubicBezTo>
                    <a:pt x="1503" y="1285"/>
                    <a:pt x="1472" y="1257"/>
                    <a:pt x="1436" y="1233"/>
                  </a:cubicBezTo>
                  <a:cubicBezTo>
                    <a:pt x="1392" y="1200"/>
                    <a:pt x="1368" y="1182"/>
                    <a:pt x="1368" y="1182"/>
                  </a:cubicBezTo>
                  <a:lnTo>
                    <a:pt x="1368" y="1182"/>
                  </a:lnTo>
                  <a:cubicBezTo>
                    <a:pt x="1369" y="1182"/>
                    <a:pt x="1405" y="1208"/>
                    <a:pt x="1485" y="1265"/>
                  </a:cubicBezTo>
                  <a:cubicBezTo>
                    <a:pt x="1505" y="1279"/>
                    <a:pt x="1521" y="1290"/>
                    <a:pt x="1533" y="1298"/>
                  </a:cubicBezTo>
                  <a:cubicBezTo>
                    <a:pt x="1498" y="1269"/>
                    <a:pt x="1468" y="1244"/>
                    <a:pt x="1471" y="1244"/>
                  </a:cubicBezTo>
                  <a:lnTo>
                    <a:pt x="1471" y="1244"/>
                  </a:lnTo>
                  <a:cubicBezTo>
                    <a:pt x="1472" y="1244"/>
                    <a:pt x="1479" y="1248"/>
                    <a:pt x="1493" y="1257"/>
                  </a:cubicBezTo>
                  <a:cubicBezTo>
                    <a:pt x="1493" y="1257"/>
                    <a:pt x="1493" y="1257"/>
                    <a:pt x="1395" y="1184"/>
                  </a:cubicBezTo>
                  <a:cubicBezTo>
                    <a:pt x="1347" y="1152"/>
                    <a:pt x="1347" y="1144"/>
                    <a:pt x="1355" y="1144"/>
                  </a:cubicBezTo>
                  <a:cubicBezTo>
                    <a:pt x="1403" y="1184"/>
                    <a:pt x="1403" y="1184"/>
                    <a:pt x="1444" y="1217"/>
                  </a:cubicBezTo>
                  <a:lnTo>
                    <a:pt x="1452" y="1217"/>
                  </a:lnTo>
                  <a:cubicBezTo>
                    <a:pt x="1485" y="1233"/>
                    <a:pt x="1517" y="1257"/>
                    <a:pt x="1549" y="1282"/>
                  </a:cubicBezTo>
                  <a:cubicBezTo>
                    <a:pt x="1569" y="1295"/>
                    <a:pt x="1582" y="1302"/>
                    <a:pt x="1584" y="1302"/>
                  </a:cubicBezTo>
                  <a:cubicBezTo>
                    <a:pt x="1588" y="1302"/>
                    <a:pt x="1567" y="1285"/>
                    <a:pt x="1509" y="1241"/>
                  </a:cubicBezTo>
                  <a:cubicBezTo>
                    <a:pt x="1412" y="1176"/>
                    <a:pt x="1412" y="1176"/>
                    <a:pt x="1412" y="1168"/>
                  </a:cubicBezTo>
                  <a:lnTo>
                    <a:pt x="1412" y="1168"/>
                  </a:lnTo>
                  <a:cubicBezTo>
                    <a:pt x="1412" y="1168"/>
                    <a:pt x="1412" y="1168"/>
                    <a:pt x="1460" y="1201"/>
                  </a:cubicBezTo>
                  <a:cubicBezTo>
                    <a:pt x="1494" y="1229"/>
                    <a:pt x="1504" y="1237"/>
                    <a:pt x="1510" y="1237"/>
                  </a:cubicBezTo>
                  <a:cubicBezTo>
                    <a:pt x="1513" y="1237"/>
                    <a:pt x="1514" y="1235"/>
                    <a:pt x="1517" y="1233"/>
                  </a:cubicBezTo>
                  <a:cubicBezTo>
                    <a:pt x="1444" y="1168"/>
                    <a:pt x="1363" y="1103"/>
                    <a:pt x="1282" y="1046"/>
                  </a:cubicBezTo>
                  <a:cubicBezTo>
                    <a:pt x="1233" y="1010"/>
                    <a:pt x="1209" y="992"/>
                    <a:pt x="1210" y="992"/>
                  </a:cubicBezTo>
                  <a:lnTo>
                    <a:pt x="1210" y="992"/>
                  </a:lnTo>
                  <a:cubicBezTo>
                    <a:pt x="1211" y="992"/>
                    <a:pt x="1237" y="1010"/>
                    <a:pt x="1290" y="1046"/>
                  </a:cubicBezTo>
                  <a:cubicBezTo>
                    <a:pt x="1339" y="1079"/>
                    <a:pt x="1339" y="1079"/>
                    <a:pt x="1339" y="1079"/>
                  </a:cubicBezTo>
                  <a:cubicBezTo>
                    <a:pt x="1387" y="1111"/>
                    <a:pt x="1387" y="1119"/>
                    <a:pt x="1387" y="1119"/>
                  </a:cubicBezTo>
                  <a:lnTo>
                    <a:pt x="1428" y="1152"/>
                  </a:lnTo>
                  <a:cubicBezTo>
                    <a:pt x="1478" y="1186"/>
                    <a:pt x="1504" y="1203"/>
                    <a:pt x="1507" y="1203"/>
                  </a:cubicBezTo>
                  <a:cubicBezTo>
                    <a:pt x="1511" y="1203"/>
                    <a:pt x="1487" y="1182"/>
                    <a:pt x="1436" y="1144"/>
                  </a:cubicBezTo>
                  <a:cubicBezTo>
                    <a:pt x="1412" y="1128"/>
                    <a:pt x="1399" y="1119"/>
                    <a:pt x="1400" y="1119"/>
                  </a:cubicBezTo>
                  <a:lnTo>
                    <a:pt x="1400" y="1119"/>
                  </a:lnTo>
                  <a:cubicBezTo>
                    <a:pt x="1401" y="1119"/>
                    <a:pt x="1416" y="1128"/>
                    <a:pt x="1444" y="1144"/>
                  </a:cubicBezTo>
                  <a:cubicBezTo>
                    <a:pt x="1478" y="1167"/>
                    <a:pt x="1513" y="1190"/>
                    <a:pt x="1513" y="1190"/>
                  </a:cubicBezTo>
                  <a:lnTo>
                    <a:pt x="1513" y="1190"/>
                  </a:lnTo>
                  <a:cubicBezTo>
                    <a:pt x="1520" y="1194"/>
                    <a:pt x="1529" y="1200"/>
                    <a:pt x="1541" y="1209"/>
                  </a:cubicBezTo>
                  <a:lnTo>
                    <a:pt x="1541" y="1209"/>
                  </a:lnTo>
                  <a:cubicBezTo>
                    <a:pt x="1549" y="1201"/>
                    <a:pt x="1549" y="1201"/>
                    <a:pt x="1501" y="1168"/>
                  </a:cubicBezTo>
                  <a:cubicBezTo>
                    <a:pt x="1452" y="1136"/>
                    <a:pt x="1452" y="1128"/>
                    <a:pt x="1460" y="1128"/>
                  </a:cubicBezTo>
                  <a:cubicBezTo>
                    <a:pt x="1460" y="1128"/>
                    <a:pt x="1460" y="1128"/>
                    <a:pt x="1412" y="1087"/>
                  </a:cubicBezTo>
                  <a:cubicBezTo>
                    <a:pt x="1379" y="1071"/>
                    <a:pt x="1347" y="1046"/>
                    <a:pt x="1322" y="1014"/>
                  </a:cubicBezTo>
                  <a:lnTo>
                    <a:pt x="1322" y="1014"/>
                  </a:lnTo>
                  <a:cubicBezTo>
                    <a:pt x="1339" y="1030"/>
                    <a:pt x="1355" y="1038"/>
                    <a:pt x="1371" y="1046"/>
                  </a:cubicBezTo>
                  <a:cubicBezTo>
                    <a:pt x="1387" y="1063"/>
                    <a:pt x="1403" y="1071"/>
                    <a:pt x="1420" y="1087"/>
                  </a:cubicBezTo>
                  <a:lnTo>
                    <a:pt x="1420" y="1079"/>
                  </a:lnTo>
                  <a:cubicBezTo>
                    <a:pt x="1403" y="1068"/>
                    <a:pt x="1387" y="1057"/>
                    <a:pt x="1373" y="1048"/>
                  </a:cubicBezTo>
                  <a:lnTo>
                    <a:pt x="1373" y="1048"/>
                  </a:lnTo>
                  <a:cubicBezTo>
                    <a:pt x="1420" y="1079"/>
                    <a:pt x="1420" y="1079"/>
                    <a:pt x="1428" y="1079"/>
                  </a:cubicBezTo>
                  <a:cubicBezTo>
                    <a:pt x="1444" y="1087"/>
                    <a:pt x="1460" y="1095"/>
                    <a:pt x="1476" y="1111"/>
                  </a:cubicBezTo>
                  <a:cubicBezTo>
                    <a:pt x="1490" y="1121"/>
                    <a:pt x="1496" y="1125"/>
                    <a:pt x="1497" y="1125"/>
                  </a:cubicBezTo>
                  <a:cubicBezTo>
                    <a:pt x="1497" y="1125"/>
                    <a:pt x="1462" y="1100"/>
                    <a:pt x="1428" y="1071"/>
                  </a:cubicBezTo>
                  <a:lnTo>
                    <a:pt x="1330" y="1006"/>
                  </a:lnTo>
                  <a:lnTo>
                    <a:pt x="1330" y="1006"/>
                  </a:lnTo>
                  <a:cubicBezTo>
                    <a:pt x="1339" y="1006"/>
                    <a:pt x="1436" y="1071"/>
                    <a:pt x="1485" y="1103"/>
                  </a:cubicBezTo>
                  <a:cubicBezTo>
                    <a:pt x="1448" y="1079"/>
                    <a:pt x="1412" y="1051"/>
                    <a:pt x="1416" y="1051"/>
                  </a:cubicBezTo>
                  <a:lnTo>
                    <a:pt x="1416" y="1051"/>
                  </a:lnTo>
                  <a:cubicBezTo>
                    <a:pt x="1417" y="1051"/>
                    <a:pt x="1423" y="1054"/>
                    <a:pt x="1436" y="1063"/>
                  </a:cubicBezTo>
                  <a:cubicBezTo>
                    <a:pt x="1444" y="1063"/>
                    <a:pt x="1444" y="1063"/>
                    <a:pt x="1493" y="1095"/>
                  </a:cubicBezTo>
                  <a:cubicBezTo>
                    <a:pt x="1509" y="1106"/>
                    <a:pt x="1515" y="1110"/>
                    <a:pt x="1516" y="1110"/>
                  </a:cubicBezTo>
                  <a:cubicBezTo>
                    <a:pt x="1519" y="1110"/>
                    <a:pt x="1501" y="1095"/>
                    <a:pt x="1501" y="1095"/>
                  </a:cubicBezTo>
                  <a:cubicBezTo>
                    <a:pt x="1475" y="1074"/>
                    <a:pt x="1463" y="1064"/>
                    <a:pt x="1466" y="1064"/>
                  </a:cubicBezTo>
                  <a:lnTo>
                    <a:pt x="1466" y="1064"/>
                  </a:lnTo>
                  <a:cubicBezTo>
                    <a:pt x="1468" y="1064"/>
                    <a:pt x="1482" y="1072"/>
                    <a:pt x="1509" y="1087"/>
                  </a:cubicBezTo>
                  <a:cubicBezTo>
                    <a:pt x="1560" y="1114"/>
                    <a:pt x="1586" y="1129"/>
                    <a:pt x="1589" y="1129"/>
                  </a:cubicBezTo>
                  <a:cubicBezTo>
                    <a:pt x="1592" y="1129"/>
                    <a:pt x="1567" y="1112"/>
                    <a:pt x="1517" y="1079"/>
                  </a:cubicBezTo>
                  <a:cubicBezTo>
                    <a:pt x="1488" y="1055"/>
                    <a:pt x="1460" y="1034"/>
                    <a:pt x="1461" y="1034"/>
                  </a:cubicBezTo>
                  <a:lnTo>
                    <a:pt x="1461" y="1034"/>
                  </a:lnTo>
                  <a:cubicBezTo>
                    <a:pt x="1462" y="1034"/>
                    <a:pt x="1477" y="1044"/>
                    <a:pt x="1517" y="1071"/>
                  </a:cubicBezTo>
                  <a:cubicBezTo>
                    <a:pt x="1531" y="1083"/>
                    <a:pt x="1537" y="1088"/>
                    <a:pt x="1537" y="1088"/>
                  </a:cubicBezTo>
                  <a:cubicBezTo>
                    <a:pt x="1538" y="1088"/>
                    <a:pt x="1505" y="1059"/>
                    <a:pt x="1476" y="1030"/>
                  </a:cubicBezTo>
                  <a:lnTo>
                    <a:pt x="1476" y="1030"/>
                  </a:lnTo>
                  <a:lnTo>
                    <a:pt x="1476" y="1030"/>
                  </a:lnTo>
                  <a:cubicBezTo>
                    <a:pt x="1428" y="998"/>
                    <a:pt x="1330" y="925"/>
                    <a:pt x="1282" y="892"/>
                  </a:cubicBezTo>
                  <a:cubicBezTo>
                    <a:pt x="1223" y="849"/>
                    <a:pt x="1200" y="831"/>
                    <a:pt x="1203" y="831"/>
                  </a:cubicBezTo>
                  <a:lnTo>
                    <a:pt x="1203" y="831"/>
                  </a:lnTo>
                  <a:cubicBezTo>
                    <a:pt x="1205" y="831"/>
                    <a:pt x="1219" y="839"/>
                    <a:pt x="1241" y="852"/>
                  </a:cubicBezTo>
                  <a:cubicBezTo>
                    <a:pt x="1274" y="876"/>
                    <a:pt x="1306" y="892"/>
                    <a:pt x="1339" y="917"/>
                  </a:cubicBezTo>
                  <a:cubicBezTo>
                    <a:pt x="1387" y="957"/>
                    <a:pt x="1387" y="957"/>
                    <a:pt x="1387" y="957"/>
                  </a:cubicBezTo>
                  <a:lnTo>
                    <a:pt x="1379" y="957"/>
                  </a:lnTo>
                  <a:cubicBezTo>
                    <a:pt x="1412" y="982"/>
                    <a:pt x="1444" y="1006"/>
                    <a:pt x="1485" y="1022"/>
                  </a:cubicBezTo>
                  <a:cubicBezTo>
                    <a:pt x="1485" y="1022"/>
                    <a:pt x="1485" y="1022"/>
                    <a:pt x="1485" y="1022"/>
                  </a:cubicBezTo>
                  <a:lnTo>
                    <a:pt x="1485" y="1022"/>
                  </a:lnTo>
                  <a:cubicBezTo>
                    <a:pt x="1507" y="1041"/>
                    <a:pt x="1520" y="1050"/>
                    <a:pt x="1521" y="1050"/>
                  </a:cubicBezTo>
                  <a:cubicBezTo>
                    <a:pt x="1522" y="1050"/>
                    <a:pt x="1510" y="1039"/>
                    <a:pt x="1485" y="1022"/>
                  </a:cubicBezTo>
                  <a:lnTo>
                    <a:pt x="1485" y="1022"/>
                  </a:lnTo>
                  <a:cubicBezTo>
                    <a:pt x="1533" y="1055"/>
                    <a:pt x="1541" y="1055"/>
                    <a:pt x="1541" y="1055"/>
                  </a:cubicBezTo>
                  <a:cubicBezTo>
                    <a:pt x="1544" y="1052"/>
                    <a:pt x="1546" y="1050"/>
                    <a:pt x="1549" y="1050"/>
                  </a:cubicBezTo>
                  <a:cubicBezTo>
                    <a:pt x="1555" y="1050"/>
                    <a:pt x="1566" y="1057"/>
                    <a:pt x="1598" y="1079"/>
                  </a:cubicBezTo>
                  <a:cubicBezTo>
                    <a:pt x="1606" y="1071"/>
                    <a:pt x="1606" y="1071"/>
                    <a:pt x="1557" y="1038"/>
                  </a:cubicBezTo>
                  <a:cubicBezTo>
                    <a:pt x="1499" y="995"/>
                    <a:pt x="1476" y="977"/>
                    <a:pt x="1477" y="977"/>
                  </a:cubicBezTo>
                  <a:lnTo>
                    <a:pt x="1477" y="977"/>
                  </a:lnTo>
                  <a:cubicBezTo>
                    <a:pt x="1478" y="977"/>
                    <a:pt x="1489" y="985"/>
                    <a:pt x="1509" y="998"/>
                  </a:cubicBezTo>
                  <a:cubicBezTo>
                    <a:pt x="1563" y="1038"/>
                    <a:pt x="1609" y="1061"/>
                    <a:pt x="1623" y="1061"/>
                  </a:cubicBezTo>
                  <a:cubicBezTo>
                    <a:pt x="1635" y="1061"/>
                    <a:pt x="1625" y="1047"/>
                    <a:pt x="1582" y="1014"/>
                  </a:cubicBezTo>
                  <a:lnTo>
                    <a:pt x="1590" y="1006"/>
                  </a:lnTo>
                  <a:cubicBezTo>
                    <a:pt x="1611" y="1020"/>
                    <a:pt x="1625" y="1027"/>
                    <a:pt x="1630" y="1027"/>
                  </a:cubicBezTo>
                  <a:cubicBezTo>
                    <a:pt x="1636" y="1027"/>
                    <a:pt x="1629" y="1016"/>
                    <a:pt x="1606" y="998"/>
                  </a:cubicBezTo>
                  <a:lnTo>
                    <a:pt x="1606" y="990"/>
                  </a:lnTo>
                  <a:cubicBezTo>
                    <a:pt x="1633" y="1005"/>
                    <a:pt x="1647" y="1013"/>
                    <a:pt x="1649" y="1013"/>
                  </a:cubicBezTo>
                  <a:cubicBezTo>
                    <a:pt x="1652" y="1013"/>
                    <a:pt x="1640" y="1003"/>
                    <a:pt x="1614" y="982"/>
                  </a:cubicBezTo>
                  <a:cubicBezTo>
                    <a:pt x="1596" y="970"/>
                    <a:pt x="1579" y="958"/>
                    <a:pt x="1566" y="949"/>
                  </a:cubicBezTo>
                  <a:lnTo>
                    <a:pt x="1566" y="949"/>
                  </a:lnTo>
                  <a:cubicBezTo>
                    <a:pt x="1598" y="971"/>
                    <a:pt x="1612" y="978"/>
                    <a:pt x="1618" y="978"/>
                  </a:cubicBezTo>
                  <a:cubicBezTo>
                    <a:pt x="1621" y="978"/>
                    <a:pt x="1622" y="976"/>
                    <a:pt x="1622" y="974"/>
                  </a:cubicBezTo>
                  <a:cubicBezTo>
                    <a:pt x="1630" y="965"/>
                    <a:pt x="1630" y="965"/>
                    <a:pt x="1582" y="933"/>
                  </a:cubicBezTo>
                  <a:cubicBezTo>
                    <a:pt x="1570" y="921"/>
                    <a:pt x="1566" y="916"/>
                    <a:pt x="1567" y="916"/>
                  </a:cubicBezTo>
                  <a:lnTo>
                    <a:pt x="1567" y="916"/>
                  </a:lnTo>
                  <a:cubicBezTo>
                    <a:pt x="1570" y="916"/>
                    <a:pt x="1604" y="943"/>
                    <a:pt x="1639" y="965"/>
                  </a:cubicBezTo>
                  <a:cubicBezTo>
                    <a:pt x="1681" y="997"/>
                    <a:pt x="1704" y="1013"/>
                    <a:pt x="1706" y="1013"/>
                  </a:cubicBezTo>
                  <a:cubicBezTo>
                    <a:pt x="1707" y="1013"/>
                    <a:pt x="1701" y="1008"/>
                    <a:pt x="1688" y="997"/>
                  </a:cubicBezTo>
                  <a:lnTo>
                    <a:pt x="1688" y="997"/>
                  </a:lnTo>
                  <a:cubicBezTo>
                    <a:pt x="1695" y="990"/>
                    <a:pt x="1694" y="989"/>
                    <a:pt x="1647" y="957"/>
                  </a:cubicBezTo>
                  <a:cubicBezTo>
                    <a:pt x="1647" y="957"/>
                    <a:pt x="1647" y="957"/>
                    <a:pt x="1598" y="917"/>
                  </a:cubicBezTo>
                  <a:cubicBezTo>
                    <a:pt x="1557" y="884"/>
                    <a:pt x="1509" y="844"/>
                    <a:pt x="1452" y="811"/>
                  </a:cubicBezTo>
                  <a:cubicBezTo>
                    <a:pt x="1403" y="779"/>
                    <a:pt x="1403" y="779"/>
                    <a:pt x="1412" y="779"/>
                  </a:cubicBezTo>
                  <a:cubicBezTo>
                    <a:pt x="1460" y="811"/>
                    <a:pt x="1509" y="844"/>
                    <a:pt x="1557" y="876"/>
                  </a:cubicBezTo>
                  <a:cubicBezTo>
                    <a:pt x="1557" y="884"/>
                    <a:pt x="1598" y="917"/>
                    <a:pt x="1647" y="949"/>
                  </a:cubicBezTo>
                  <a:cubicBezTo>
                    <a:pt x="1656" y="957"/>
                    <a:pt x="1660" y="960"/>
                    <a:pt x="1661" y="960"/>
                  </a:cubicBezTo>
                  <a:cubicBezTo>
                    <a:pt x="1664" y="960"/>
                    <a:pt x="1630" y="927"/>
                    <a:pt x="1581" y="886"/>
                  </a:cubicBezTo>
                  <a:lnTo>
                    <a:pt x="1581" y="886"/>
                  </a:lnTo>
                  <a:cubicBezTo>
                    <a:pt x="1602" y="900"/>
                    <a:pt x="1610" y="905"/>
                    <a:pt x="1615" y="905"/>
                  </a:cubicBezTo>
                  <a:cubicBezTo>
                    <a:pt x="1618" y="905"/>
                    <a:pt x="1620" y="903"/>
                    <a:pt x="1622" y="901"/>
                  </a:cubicBezTo>
                  <a:cubicBezTo>
                    <a:pt x="1622" y="901"/>
                    <a:pt x="1622" y="901"/>
                    <a:pt x="1574" y="860"/>
                  </a:cubicBezTo>
                  <a:cubicBezTo>
                    <a:pt x="1525" y="828"/>
                    <a:pt x="1476" y="795"/>
                    <a:pt x="1476" y="787"/>
                  </a:cubicBezTo>
                  <a:cubicBezTo>
                    <a:pt x="1476" y="788"/>
                    <a:pt x="1476" y="788"/>
                    <a:pt x="1475" y="788"/>
                  </a:cubicBezTo>
                  <a:cubicBezTo>
                    <a:pt x="1468" y="788"/>
                    <a:pt x="1423" y="752"/>
                    <a:pt x="1379" y="722"/>
                  </a:cubicBezTo>
                  <a:lnTo>
                    <a:pt x="1379" y="722"/>
                  </a:lnTo>
                  <a:cubicBezTo>
                    <a:pt x="1379" y="722"/>
                    <a:pt x="1436" y="755"/>
                    <a:pt x="1485" y="787"/>
                  </a:cubicBezTo>
                  <a:cubicBezTo>
                    <a:pt x="1582" y="852"/>
                    <a:pt x="1639" y="884"/>
                    <a:pt x="1639" y="884"/>
                  </a:cubicBezTo>
                  <a:cubicBezTo>
                    <a:pt x="1641" y="882"/>
                    <a:pt x="1643" y="880"/>
                    <a:pt x="1646" y="880"/>
                  </a:cubicBezTo>
                  <a:cubicBezTo>
                    <a:pt x="1653" y="880"/>
                    <a:pt x="1666" y="887"/>
                    <a:pt x="1703" y="909"/>
                  </a:cubicBezTo>
                  <a:cubicBezTo>
                    <a:pt x="1703" y="901"/>
                    <a:pt x="1703" y="901"/>
                    <a:pt x="1655" y="868"/>
                  </a:cubicBezTo>
                  <a:lnTo>
                    <a:pt x="1663" y="860"/>
                  </a:lnTo>
                  <a:cubicBezTo>
                    <a:pt x="1646" y="846"/>
                    <a:pt x="1642" y="842"/>
                    <a:pt x="1644" y="842"/>
                  </a:cubicBezTo>
                  <a:lnTo>
                    <a:pt x="1644" y="842"/>
                  </a:lnTo>
                  <a:cubicBezTo>
                    <a:pt x="1646" y="842"/>
                    <a:pt x="1662" y="852"/>
                    <a:pt x="1669" y="853"/>
                  </a:cubicBezTo>
                  <a:lnTo>
                    <a:pt x="1669" y="853"/>
                  </a:lnTo>
                  <a:cubicBezTo>
                    <a:pt x="1655" y="843"/>
                    <a:pt x="1640" y="832"/>
                    <a:pt x="1622" y="819"/>
                  </a:cubicBezTo>
                  <a:cubicBezTo>
                    <a:pt x="1590" y="795"/>
                    <a:pt x="1557" y="771"/>
                    <a:pt x="1525" y="755"/>
                  </a:cubicBezTo>
                  <a:lnTo>
                    <a:pt x="1517" y="755"/>
                  </a:lnTo>
                  <a:lnTo>
                    <a:pt x="1476" y="714"/>
                  </a:lnTo>
                  <a:cubicBezTo>
                    <a:pt x="1444" y="690"/>
                    <a:pt x="1412" y="665"/>
                    <a:pt x="1379" y="641"/>
                  </a:cubicBezTo>
                  <a:lnTo>
                    <a:pt x="1379" y="641"/>
                  </a:lnTo>
                  <a:lnTo>
                    <a:pt x="1428" y="674"/>
                  </a:lnTo>
                  <a:cubicBezTo>
                    <a:pt x="1476" y="714"/>
                    <a:pt x="1525" y="746"/>
                    <a:pt x="1574" y="779"/>
                  </a:cubicBezTo>
                  <a:cubicBezTo>
                    <a:pt x="1633" y="823"/>
                    <a:pt x="1677" y="852"/>
                    <a:pt x="1681" y="852"/>
                  </a:cubicBezTo>
                  <a:cubicBezTo>
                    <a:pt x="1683" y="852"/>
                    <a:pt x="1669" y="840"/>
                    <a:pt x="1630" y="811"/>
                  </a:cubicBezTo>
                  <a:lnTo>
                    <a:pt x="1630" y="811"/>
                  </a:lnTo>
                  <a:cubicBezTo>
                    <a:pt x="1630" y="811"/>
                    <a:pt x="1631" y="812"/>
                    <a:pt x="1679" y="844"/>
                  </a:cubicBezTo>
                  <a:cubicBezTo>
                    <a:pt x="1699" y="857"/>
                    <a:pt x="1710" y="865"/>
                    <a:pt x="1712" y="865"/>
                  </a:cubicBezTo>
                  <a:cubicBezTo>
                    <a:pt x="1713" y="865"/>
                    <a:pt x="1692" y="847"/>
                    <a:pt x="1639" y="803"/>
                  </a:cubicBezTo>
                  <a:lnTo>
                    <a:pt x="1639" y="803"/>
                  </a:lnTo>
                  <a:cubicBezTo>
                    <a:pt x="1696" y="838"/>
                    <a:pt x="1722" y="852"/>
                    <a:pt x="1727" y="852"/>
                  </a:cubicBezTo>
                  <a:cubicBezTo>
                    <a:pt x="1732" y="852"/>
                    <a:pt x="1722" y="842"/>
                    <a:pt x="1703" y="828"/>
                  </a:cubicBezTo>
                  <a:cubicBezTo>
                    <a:pt x="1645" y="784"/>
                    <a:pt x="1622" y="766"/>
                    <a:pt x="1623" y="766"/>
                  </a:cubicBezTo>
                  <a:lnTo>
                    <a:pt x="1623" y="766"/>
                  </a:lnTo>
                  <a:cubicBezTo>
                    <a:pt x="1624" y="766"/>
                    <a:pt x="1635" y="774"/>
                    <a:pt x="1655" y="787"/>
                  </a:cubicBezTo>
                  <a:cubicBezTo>
                    <a:pt x="1678" y="802"/>
                    <a:pt x="1692" y="810"/>
                    <a:pt x="1695" y="810"/>
                  </a:cubicBezTo>
                  <a:cubicBezTo>
                    <a:pt x="1698" y="810"/>
                    <a:pt x="1689" y="800"/>
                    <a:pt x="1663" y="779"/>
                  </a:cubicBezTo>
                  <a:lnTo>
                    <a:pt x="1663" y="779"/>
                  </a:lnTo>
                  <a:cubicBezTo>
                    <a:pt x="1696" y="806"/>
                    <a:pt x="1729" y="830"/>
                    <a:pt x="1731" y="830"/>
                  </a:cubicBezTo>
                  <a:cubicBezTo>
                    <a:pt x="1733" y="830"/>
                    <a:pt x="1727" y="825"/>
                    <a:pt x="1712" y="811"/>
                  </a:cubicBezTo>
                  <a:cubicBezTo>
                    <a:pt x="1712" y="811"/>
                    <a:pt x="1720" y="811"/>
                    <a:pt x="1663" y="779"/>
                  </a:cubicBezTo>
                  <a:lnTo>
                    <a:pt x="1663" y="779"/>
                  </a:lnTo>
                  <a:cubicBezTo>
                    <a:pt x="1663" y="779"/>
                    <a:pt x="1663" y="779"/>
                    <a:pt x="1663" y="779"/>
                  </a:cubicBezTo>
                  <a:lnTo>
                    <a:pt x="1574" y="706"/>
                  </a:lnTo>
                  <a:cubicBezTo>
                    <a:pt x="1574" y="706"/>
                    <a:pt x="1525" y="674"/>
                    <a:pt x="1476" y="633"/>
                  </a:cubicBezTo>
                  <a:cubicBezTo>
                    <a:pt x="1464" y="625"/>
                    <a:pt x="1459" y="621"/>
                    <a:pt x="1459" y="621"/>
                  </a:cubicBezTo>
                  <a:lnTo>
                    <a:pt x="1459" y="621"/>
                  </a:lnTo>
                  <a:cubicBezTo>
                    <a:pt x="1462" y="621"/>
                    <a:pt x="1521" y="657"/>
                    <a:pt x="1630" y="730"/>
                  </a:cubicBezTo>
                  <a:lnTo>
                    <a:pt x="1630" y="730"/>
                  </a:lnTo>
                  <a:lnTo>
                    <a:pt x="1630" y="730"/>
                  </a:lnTo>
                  <a:cubicBezTo>
                    <a:pt x="1630" y="730"/>
                    <a:pt x="1639" y="730"/>
                    <a:pt x="1687" y="763"/>
                  </a:cubicBezTo>
                  <a:cubicBezTo>
                    <a:pt x="1629" y="719"/>
                    <a:pt x="1605" y="701"/>
                    <a:pt x="1607" y="701"/>
                  </a:cubicBezTo>
                  <a:lnTo>
                    <a:pt x="1607" y="701"/>
                  </a:lnTo>
                  <a:cubicBezTo>
                    <a:pt x="1607" y="701"/>
                    <a:pt x="1619" y="709"/>
                    <a:pt x="1639" y="722"/>
                  </a:cubicBezTo>
                  <a:cubicBezTo>
                    <a:pt x="1686" y="754"/>
                    <a:pt x="1712" y="770"/>
                    <a:pt x="1715" y="770"/>
                  </a:cubicBezTo>
                  <a:cubicBezTo>
                    <a:pt x="1719" y="770"/>
                    <a:pt x="1697" y="752"/>
                    <a:pt x="1647" y="714"/>
                  </a:cubicBezTo>
                  <a:lnTo>
                    <a:pt x="1647" y="714"/>
                  </a:lnTo>
                  <a:cubicBezTo>
                    <a:pt x="1679" y="738"/>
                    <a:pt x="1712" y="763"/>
                    <a:pt x="1744" y="787"/>
                  </a:cubicBezTo>
                  <a:lnTo>
                    <a:pt x="1695" y="746"/>
                  </a:lnTo>
                  <a:cubicBezTo>
                    <a:pt x="1642" y="703"/>
                    <a:pt x="1620" y="685"/>
                    <a:pt x="1622" y="685"/>
                  </a:cubicBezTo>
                  <a:lnTo>
                    <a:pt x="1622" y="685"/>
                  </a:lnTo>
                  <a:cubicBezTo>
                    <a:pt x="1624" y="685"/>
                    <a:pt x="1635" y="693"/>
                    <a:pt x="1655" y="706"/>
                  </a:cubicBezTo>
                  <a:cubicBezTo>
                    <a:pt x="1679" y="726"/>
                    <a:pt x="1691" y="736"/>
                    <a:pt x="1692" y="736"/>
                  </a:cubicBezTo>
                  <a:cubicBezTo>
                    <a:pt x="1693" y="736"/>
                    <a:pt x="1683" y="726"/>
                    <a:pt x="1663" y="706"/>
                  </a:cubicBezTo>
                  <a:cubicBezTo>
                    <a:pt x="1663" y="706"/>
                    <a:pt x="1663" y="705"/>
                    <a:pt x="1664" y="705"/>
                  </a:cubicBezTo>
                  <a:cubicBezTo>
                    <a:pt x="1667" y="705"/>
                    <a:pt x="1677" y="709"/>
                    <a:pt x="1712" y="738"/>
                  </a:cubicBezTo>
                  <a:cubicBezTo>
                    <a:pt x="1690" y="717"/>
                    <a:pt x="1680" y="707"/>
                    <a:pt x="1682" y="707"/>
                  </a:cubicBezTo>
                  <a:lnTo>
                    <a:pt x="1682" y="707"/>
                  </a:lnTo>
                  <a:cubicBezTo>
                    <a:pt x="1685" y="707"/>
                    <a:pt x="1697" y="715"/>
                    <a:pt x="1720" y="730"/>
                  </a:cubicBezTo>
                  <a:cubicBezTo>
                    <a:pt x="1622" y="657"/>
                    <a:pt x="1574" y="625"/>
                    <a:pt x="1574" y="625"/>
                  </a:cubicBezTo>
                  <a:cubicBezTo>
                    <a:pt x="1574" y="625"/>
                    <a:pt x="1574" y="625"/>
                    <a:pt x="1525" y="592"/>
                  </a:cubicBezTo>
                  <a:lnTo>
                    <a:pt x="1525" y="584"/>
                  </a:lnTo>
                  <a:cubicBezTo>
                    <a:pt x="1533" y="584"/>
                    <a:pt x="1533" y="584"/>
                    <a:pt x="1485" y="544"/>
                  </a:cubicBezTo>
                  <a:cubicBezTo>
                    <a:pt x="1452" y="511"/>
                    <a:pt x="1381" y="462"/>
                    <a:pt x="1378" y="462"/>
                  </a:cubicBezTo>
                  <a:lnTo>
                    <a:pt x="1378" y="462"/>
                  </a:lnTo>
                  <a:cubicBezTo>
                    <a:pt x="1377" y="462"/>
                    <a:pt x="1380" y="465"/>
                    <a:pt x="1387" y="471"/>
                  </a:cubicBezTo>
                  <a:lnTo>
                    <a:pt x="1339" y="438"/>
                  </a:lnTo>
                  <a:lnTo>
                    <a:pt x="1339" y="438"/>
                  </a:lnTo>
                  <a:cubicBezTo>
                    <a:pt x="1420" y="497"/>
                    <a:pt x="1456" y="523"/>
                    <a:pt x="1454" y="523"/>
                  </a:cubicBezTo>
                  <a:cubicBezTo>
                    <a:pt x="1451" y="523"/>
                    <a:pt x="1425" y="507"/>
                    <a:pt x="1379" y="479"/>
                  </a:cubicBezTo>
                  <a:cubicBezTo>
                    <a:pt x="1312" y="424"/>
                    <a:pt x="1291" y="411"/>
                    <a:pt x="1284" y="411"/>
                  </a:cubicBezTo>
                  <a:cubicBezTo>
                    <a:pt x="1282" y="411"/>
                    <a:pt x="1282" y="412"/>
                    <a:pt x="1282" y="414"/>
                  </a:cubicBezTo>
                  <a:cubicBezTo>
                    <a:pt x="1282" y="414"/>
                    <a:pt x="1282" y="414"/>
                    <a:pt x="1233" y="374"/>
                  </a:cubicBezTo>
                  <a:cubicBezTo>
                    <a:pt x="1201" y="349"/>
                    <a:pt x="1168" y="333"/>
                    <a:pt x="1136" y="30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2"/>
            <p:cNvSpPr/>
            <p:nvPr/>
          </p:nvSpPr>
          <p:spPr>
            <a:xfrm>
              <a:off x="6327442" y="2936693"/>
              <a:ext cx="440815" cy="627255"/>
            </a:xfrm>
            <a:custGeom>
              <a:avLst/>
              <a:gdLst/>
              <a:ahLst/>
              <a:cxnLst/>
              <a:rect l="l" t="t" r="r" b="b"/>
              <a:pathLst>
                <a:path w="25573" h="36389" extrusionOk="0">
                  <a:moveTo>
                    <a:pt x="25573" y="1"/>
                  </a:moveTo>
                  <a:lnTo>
                    <a:pt x="16419" y="4436"/>
                  </a:lnTo>
                  <a:lnTo>
                    <a:pt x="4752" y="11773"/>
                  </a:lnTo>
                  <a:lnTo>
                    <a:pt x="1" y="27818"/>
                  </a:lnTo>
                  <a:lnTo>
                    <a:pt x="7411" y="36388"/>
                  </a:lnTo>
                  <a:lnTo>
                    <a:pt x="25573" y="28775"/>
                  </a:lnTo>
                  <a:lnTo>
                    <a:pt x="2557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2"/>
            <p:cNvSpPr/>
            <p:nvPr/>
          </p:nvSpPr>
          <p:spPr>
            <a:xfrm>
              <a:off x="7539152" y="2979890"/>
              <a:ext cx="246117" cy="393842"/>
            </a:xfrm>
            <a:custGeom>
              <a:avLst/>
              <a:gdLst/>
              <a:ahLst/>
              <a:cxnLst/>
              <a:rect l="l" t="t" r="r" b="b"/>
              <a:pathLst>
                <a:path w="14278" h="22848" extrusionOk="0">
                  <a:moveTo>
                    <a:pt x="14278" y="0"/>
                  </a:moveTo>
                  <a:lnTo>
                    <a:pt x="2457" y="7775"/>
                  </a:lnTo>
                  <a:lnTo>
                    <a:pt x="0" y="22848"/>
                  </a:lnTo>
                  <a:lnTo>
                    <a:pt x="14278" y="22515"/>
                  </a:lnTo>
                  <a:lnTo>
                    <a:pt x="142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2"/>
            <p:cNvSpPr/>
            <p:nvPr/>
          </p:nvSpPr>
          <p:spPr>
            <a:xfrm>
              <a:off x="5741298" y="2861451"/>
              <a:ext cx="2898882" cy="1389377"/>
            </a:xfrm>
            <a:custGeom>
              <a:avLst/>
              <a:gdLst/>
              <a:ahLst/>
              <a:cxnLst/>
              <a:rect l="l" t="t" r="r" b="b"/>
              <a:pathLst>
                <a:path w="168173" h="80602" extrusionOk="0">
                  <a:moveTo>
                    <a:pt x="54279" y="1"/>
                  </a:moveTo>
                  <a:cubicBezTo>
                    <a:pt x="52542" y="1"/>
                    <a:pt x="50646" y="481"/>
                    <a:pt x="49037" y="1074"/>
                  </a:cubicBezTo>
                  <a:cubicBezTo>
                    <a:pt x="31840" y="7382"/>
                    <a:pt x="15397" y="15579"/>
                    <a:pt x="1" y="25503"/>
                  </a:cubicBezTo>
                  <a:lnTo>
                    <a:pt x="1" y="74181"/>
                  </a:lnTo>
                  <a:cubicBezTo>
                    <a:pt x="13273" y="65620"/>
                    <a:pt x="27340" y="58347"/>
                    <a:pt x="41999" y="52453"/>
                  </a:cubicBezTo>
                  <a:lnTo>
                    <a:pt x="41999" y="52453"/>
                  </a:lnTo>
                  <a:lnTo>
                    <a:pt x="41983" y="75884"/>
                  </a:lnTo>
                  <a:cubicBezTo>
                    <a:pt x="42007" y="76525"/>
                    <a:pt x="42169" y="77149"/>
                    <a:pt x="42453" y="77725"/>
                  </a:cubicBezTo>
                  <a:cubicBezTo>
                    <a:pt x="43389" y="79635"/>
                    <a:pt x="45632" y="80601"/>
                    <a:pt x="47772" y="80601"/>
                  </a:cubicBezTo>
                  <a:cubicBezTo>
                    <a:pt x="47875" y="80601"/>
                    <a:pt x="47978" y="80599"/>
                    <a:pt x="48080" y="80595"/>
                  </a:cubicBezTo>
                  <a:cubicBezTo>
                    <a:pt x="50301" y="80489"/>
                    <a:pt x="52393" y="79524"/>
                    <a:pt x="54388" y="78535"/>
                  </a:cubicBezTo>
                  <a:cubicBezTo>
                    <a:pt x="71357" y="70103"/>
                    <a:pt x="86762" y="58509"/>
                    <a:pt x="104453" y="51715"/>
                  </a:cubicBezTo>
                  <a:cubicBezTo>
                    <a:pt x="105645" y="51237"/>
                    <a:pt x="106861" y="50831"/>
                    <a:pt x="108102" y="50507"/>
                  </a:cubicBezTo>
                  <a:lnTo>
                    <a:pt x="108450" y="50507"/>
                  </a:lnTo>
                  <a:lnTo>
                    <a:pt x="108272" y="70290"/>
                  </a:lnTo>
                  <a:cubicBezTo>
                    <a:pt x="108239" y="70987"/>
                    <a:pt x="108377" y="71684"/>
                    <a:pt x="108685" y="72317"/>
                  </a:cubicBezTo>
                  <a:cubicBezTo>
                    <a:pt x="109551" y="74106"/>
                    <a:pt x="111606" y="74964"/>
                    <a:pt x="113635" y="74964"/>
                  </a:cubicBezTo>
                  <a:cubicBezTo>
                    <a:pt x="114153" y="74964"/>
                    <a:pt x="114669" y="74908"/>
                    <a:pt x="115164" y="74798"/>
                  </a:cubicBezTo>
                  <a:cubicBezTo>
                    <a:pt x="117596" y="74246"/>
                    <a:pt x="119663" y="72698"/>
                    <a:pt x="121747" y="71319"/>
                  </a:cubicBezTo>
                  <a:cubicBezTo>
                    <a:pt x="131616" y="64760"/>
                    <a:pt x="143475" y="61292"/>
                    <a:pt x="155320" y="61292"/>
                  </a:cubicBezTo>
                  <a:cubicBezTo>
                    <a:pt x="159638" y="61292"/>
                    <a:pt x="163955" y="61753"/>
                    <a:pt x="168172" y="62693"/>
                  </a:cubicBezTo>
                  <a:lnTo>
                    <a:pt x="168172" y="14014"/>
                  </a:lnTo>
                  <a:cubicBezTo>
                    <a:pt x="163955" y="13074"/>
                    <a:pt x="159638" y="12613"/>
                    <a:pt x="155320" y="12613"/>
                  </a:cubicBezTo>
                  <a:cubicBezTo>
                    <a:pt x="143475" y="12613"/>
                    <a:pt x="131616" y="16081"/>
                    <a:pt x="121747" y="22641"/>
                  </a:cubicBezTo>
                  <a:cubicBezTo>
                    <a:pt x="119663" y="24019"/>
                    <a:pt x="117596" y="25568"/>
                    <a:pt x="115164" y="26119"/>
                  </a:cubicBezTo>
                  <a:cubicBezTo>
                    <a:pt x="114669" y="26229"/>
                    <a:pt x="114153" y="26285"/>
                    <a:pt x="113635" y="26285"/>
                  </a:cubicBezTo>
                  <a:cubicBezTo>
                    <a:pt x="111606" y="26285"/>
                    <a:pt x="109551" y="25427"/>
                    <a:pt x="108685" y="23638"/>
                  </a:cubicBezTo>
                  <a:cubicBezTo>
                    <a:pt x="107177" y="20508"/>
                    <a:pt x="109991" y="17063"/>
                    <a:pt x="112756" y="14955"/>
                  </a:cubicBezTo>
                  <a:cubicBezTo>
                    <a:pt x="115512" y="12847"/>
                    <a:pt x="118820" y="10333"/>
                    <a:pt x="118577" y="6871"/>
                  </a:cubicBezTo>
                  <a:cubicBezTo>
                    <a:pt x="118374" y="4025"/>
                    <a:pt x="115601" y="1893"/>
                    <a:pt x="112772" y="1488"/>
                  </a:cubicBezTo>
                  <a:cubicBezTo>
                    <a:pt x="112306" y="1421"/>
                    <a:pt x="111840" y="1390"/>
                    <a:pt x="111374" y="1390"/>
                  </a:cubicBezTo>
                  <a:cubicBezTo>
                    <a:pt x="109018" y="1390"/>
                    <a:pt x="106674" y="2175"/>
                    <a:pt x="104453" y="3028"/>
                  </a:cubicBezTo>
                  <a:cubicBezTo>
                    <a:pt x="86762" y="9830"/>
                    <a:pt x="71357" y="21425"/>
                    <a:pt x="54388" y="29857"/>
                  </a:cubicBezTo>
                  <a:cubicBezTo>
                    <a:pt x="52393" y="30846"/>
                    <a:pt x="50301" y="31811"/>
                    <a:pt x="48080" y="31916"/>
                  </a:cubicBezTo>
                  <a:cubicBezTo>
                    <a:pt x="47978" y="31920"/>
                    <a:pt x="47877" y="31923"/>
                    <a:pt x="47774" y="31923"/>
                  </a:cubicBezTo>
                  <a:cubicBezTo>
                    <a:pt x="45633" y="31923"/>
                    <a:pt x="43381" y="30950"/>
                    <a:pt x="42445" y="29046"/>
                  </a:cubicBezTo>
                  <a:cubicBezTo>
                    <a:pt x="40823" y="25730"/>
                    <a:pt x="43742" y="22073"/>
                    <a:pt x="46418" y="19535"/>
                  </a:cubicBezTo>
                  <a:lnTo>
                    <a:pt x="55296" y="11136"/>
                  </a:lnTo>
                  <a:cubicBezTo>
                    <a:pt x="57817" y="8744"/>
                    <a:pt x="60542" y="5201"/>
                    <a:pt x="58815" y="2193"/>
                  </a:cubicBezTo>
                  <a:cubicBezTo>
                    <a:pt x="57880" y="573"/>
                    <a:pt x="56174" y="1"/>
                    <a:pt x="54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2"/>
            <p:cNvSpPr/>
            <p:nvPr/>
          </p:nvSpPr>
          <p:spPr>
            <a:xfrm>
              <a:off x="6443726" y="3368061"/>
              <a:ext cx="37199" cy="806060"/>
            </a:xfrm>
            <a:custGeom>
              <a:avLst/>
              <a:gdLst/>
              <a:ahLst/>
              <a:cxnLst/>
              <a:rect l="l" t="t" r="r" b="b"/>
              <a:pathLst>
                <a:path w="2158" h="46762" extrusionOk="0">
                  <a:moveTo>
                    <a:pt x="673" y="840"/>
                  </a:moveTo>
                  <a:lnTo>
                    <a:pt x="673" y="896"/>
                  </a:lnTo>
                  <a:cubicBezTo>
                    <a:pt x="665" y="945"/>
                    <a:pt x="730" y="945"/>
                    <a:pt x="787" y="953"/>
                  </a:cubicBezTo>
                  <a:lnTo>
                    <a:pt x="787" y="896"/>
                  </a:lnTo>
                  <a:cubicBezTo>
                    <a:pt x="754" y="864"/>
                    <a:pt x="714" y="848"/>
                    <a:pt x="673" y="840"/>
                  </a:cubicBezTo>
                  <a:close/>
                  <a:moveTo>
                    <a:pt x="1622" y="969"/>
                  </a:moveTo>
                  <a:cubicBezTo>
                    <a:pt x="1687" y="969"/>
                    <a:pt x="1687" y="1026"/>
                    <a:pt x="1687" y="1075"/>
                  </a:cubicBezTo>
                  <a:cubicBezTo>
                    <a:pt x="1679" y="1131"/>
                    <a:pt x="1679" y="1131"/>
                    <a:pt x="1622" y="1131"/>
                  </a:cubicBezTo>
                  <a:cubicBezTo>
                    <a:pt x="1590" y="1099"/>
                    <a:pt x="1573" y="1067"/>
                    <a:pt x="1565" y="1018"/>
                  </a:cubicBezTo>
                  <a:lnTo>
                    <a:pt x="1622" y="969"/>
                  </a:lnTo>
                  <a:close/>
                  <a:moveTo>
                    <a:pt x="1646" y="1589"/>
                  </a:moveTo>
                  <a:cubicBezTo>
                    <a:pt x="1671" y="1589"/>
                    <a:pt x="1671" y="1616"/>
                    <a:pt x="1671" y="1683"/>
                  </a:cubicBezTo>
                  <a:cubicBezTo>
                    <a:pt x="1671" y="1736"/>
                    <a:pt x="1671" y="1789"/>
                    <a:pt x="1618" y="1789"/>
                  </a:cubicBezTo>
                  <a:cubicBezTo>
                    <a:pt x="1614" y="1789"/>
                    <a:pt x="1610" y="1789"/>
                    <a:pt x="1606" y="1788"/>
                  </a:cubicBezTo>
                  <a:lnTo>
                    <a:pt x="1606" y="1739"/>
                  </a:lnTo>
                  <a:cubicBezTo>
                    <a:pt x="1651" y="1739"/>
                    <a:pt x="1637" y="1712"/>
                    <a:pt x="1602" y="1712"/>
                  </a:cubicBezTo>
                  <a:cubicBezTo>
                    <a:pt x="1587" y="1712"/>
                    <a:pt x="1568" y="1717"/>
                    <a:pt x="1549" y="1731"/>
                  </a:cubicBezTo>
                  <a:lnTo>
                    <a:pt x="1427" y="1731"/>
                  </a:lnTo>
                  <a:cubicBezTo>
                    <a:pt x="1436" y="1675"/>
                    <a:pt x="1492" y="1626"/>
                    <a:pt x="1549" y="1626"/>
                  </a:cubicBezTo>
                  <a:cubicBezTo>
                    <a:pt x="1599" y="1602"/>
                    <a:pt x="1629" y="1589"/>
                    <a:pt x="1646" y="1589"/>
                  </a:cubicBezTo>
                  <a:close/>
                  <a:moveTo>
                    <a:pt x="1971" y="1796"/>
                  </a:moveTo>
                  <a:lnTo>
                    <a:pt x="1906" y="1853"/>
                  </a:lnTo>
                  <a:lnTo>
                    <a:pt x="1906" y="1910"/>
                  </a:lnTo>
                  <a:cubicBezTo>
                    <a:pt x="1963" y="1910"/>
                    <a:pt x="1963" y="1910"/>
                    <a:pt x="1963" y="1853"/>
                  </a:cubicBezTo>
                  <a:lnTo>
                    <a:pt x="1971" y="1796"/>
                  </a:lnTo>
                  <a:close/>
                  <a:moveTo>
                    <a:pt x="1306" y="4707"/>
                  </a:moveTo>
                  <a:cubicBezTo>
                    <a:pt x="1371" y="4707"/>
                    <a:pt x="1427" y="4812"/>
                    <a:pt x="1427" y="4869"/>
                  </a:cubicBezTo>
                  <a:cubicBezTo>
                    <a:pt x="1427" y="4893"/>
                    <a:pt x="1416" y="4906"/>
                    <a:pt x="1399" y="4906"/>
                  </a:cubicBezTo>
                  <a:cubicBezTo>
                    <a:pt x="1375" y="4906"/>
                    <a:pt x="1339" y="4879"/>
                    <a:pt x="1306" y="4812"/>
                  </a:cubicBezTo>
                  <a:lnTo>
                    <a:pt x="1306" y="4707"/>
                  </a:lnTo>
                  <a:close/>
                  <a:moveTo>
                    <a:pt x="1241" y="5031"/>
                  </a:moveTo>
                  <a:cubicBezTo>
                    <a:pt x="1184" y="5031"/>
                    <a:pt x="1184" y="5088"/>
                    <a:pt x="1176" y="5193"/>
                  </a:cubicBezTo>
                  <a:cubicBezTo>
                    <a:pt x="1184" y="5242"/>
                    <a:pt x="1209" y="5274"/>
                    <a:pt x="1233" y="5307"/>
                  </a:cubicBezTo>
                  <a:cubicBezTo>
                    <a:pt x="1298" y="5307"/>
                    <a:pt x="1298" y="5250"/>
                    <a:pt x="1298" y="5201"/>
                  </a:cubicBezTo>
                  <a:cubicBezTo>
                    <a:pt x="1363" y="5088"/>
                    <a:pt x="1306" y="5031"/>
                    <a:pt x="1241" y="5031"/>
                  </a:cubicBezTo>
                  <a:close/>
                  <a:moveTo>
                    <a:pt x="1614" y="7407"/>
                  </a:moveTo>
                  <a:cubicBezTo>
                    <a:pt x="1671" y="7407"/>
                    <a:pt x="1671" y="7464"/>
                    <a:pt x="1671" y="7520"/>
                  </a:cubicBezTo>
                  <a:lnTo>
                    <a:pt x="1606" y="7520"/>
                  </a:lnTo>
                  <a:lnTo>
                    <a:pt x="1549" y="7464"/>
                  </a:lnTo>
                  <a:lnTo>
                    <a:pt x="1614" y="7407"/>
                  </a:lnTo>
                  <a:close/>
                  <a:moveTo>
                    <a:pt x="1306" y="7569"/>
                  </a:moveTo>
                  <a:lnTo>
                    <a:pt x="1427" y="7674"/>
                  </a:lnTo>
                  <a:cubicBezTo>
                    <a:pt x="1606" y="7788"/>
                    <a:pt x="1606" y="7788"/>
                    <a:pt x="1484" y="7788"/>
                  </a:cubicBezTo>
                  <a:cubicBezTo>
                    <a:pt x="1478" y="7788"/>
                    <a:pt x="1472" y="7789"/>
                    <a:pt x="1467" y="7789"/>
                  </a:cubicBezTo>
                  <a:cubicBezTo>
                    <a:pt x="1393" y="7789"/>
                    <a:pt x="1328" y="7742"/>
                    <a:pt x="1306" y="7674"/>
                  </a:cubicBezTo>
                  <a:lnTo>
                    <a:pt x="1306" y="7569"/>
                  </a:lnTo>
                  <a:close/>
                  <a:moveTo>
                    <a:pt x="1540" y="8867"/>
                  </a:moveTo>
                  <a:cubicBezTo>
                    <a:pt x="1564" y="8867"/>
                    <a:pt x="1617" y="8907"/>
                    <a:pt x="1703" y="8947"/>
                  </a:cubicBezTo>
                  <a:cubicBezTo>
                    <a:pt x="1736" y="9014"/>
                    <a:pt x="1750" y="9041"/>
                    <a:pt x="1731" y="9041"/>
                  </a:cubicBezTo>
                  <a:cubicBezTo>
                    <a:pt x="1718" y="9041"/>
                    <a:pt x="1689" y="9027"/>
                    <a:pt x="1638" y="9004"/>
                  </a:cubicBezTo>
                  <a:lnTo>
                    <a:pt x="1525" y="8890"/>
                  </a:lnTo>
                  <a:cubicBezTo>
                    <a:pt x="1525" y="8874"/>
                    <a:pt x="1530" y="8867"/>
                    <a:pt x="1540" y="8867"/>
                  </a:cubicBezTo>
                  <a:close/>
                  <a:moveTo>
                    <a:pt x="1330" y="9328"/>
                  </a:moveTo>
                  <a:cubicBezTo>
                    <a:pt x="1379" y="9336"/>
                    <a:pt x="1419" y="9353"/>
                    <a:pt x="1452" y="9385"/>
                  </a:cubicBezTo>
                  <a:lnTo>
                    <a:pt x="1452" y="9442"/>
                  </a:lnTo>
                  <a:cubicBezTo>
                    <a:pt x="1387" y="9442"/>
                    <a:pt x="1330" y="9434"/>
                    <a:pt x="1330" y="9385"/>
                  </a:cubicBezTo>
                  <a:lnTo>
                    <a:pt x="1330" y="9328"/>
                  </a:lnTo>
                  <a:close/>
                  <a:moveTo>
                    <a:pt x="1197" y="10410"/>
                  </a:moveTo>
                  <a:cubicBezTo>
                    <a:pt x="1211" y="10410"/>
                    <a:pt x="1249" y="10490"/>
                    <a:pt x="1249" y="10536"/>
                  </a:cubicBezTo>
                  <a:lnTo>
                    <a:pt x="1192" y="10536"/>
                  </a:lnTo>
                  <a:cubicBezTo>
                    <a:pt x="1192" y="10480"/>
                    <a:pt x="1127" y="10423"/>
                    <a:pt x="1192" y="10423"/>
                  </a:cubicBezTo>
                  <a:cubicBezTo>
                    <a:pt x="1192" y="10414"/>
                    <a:pt x="1194" y="10410"/>
                    <a:pt x="1197" y="10410"/>
                  </a:cubicBezTo>
                  <a:close/>
                  <a:moveTo>
                    <a:pt x="1484" y="10869"/>
                  </a:moveTo>
                  <a:cubicBezTo>
                    <a:pt x="1541" y="10869"/>
                    <a:pt x="1598" y="10877"/>
                    <a:pt x="1598" y="10926"/>
                  </a:cubicBezTo>
                  <a:cubicBezTo>
                    <a:pt x="1638" y="10966"/>
                    <a:pt x="1621" y="11006"/>
                    <a:pt x="1565" y="11006"/>
                  </a:cubicBezTo>
                  <a:cubicBezTo>
                    <a:pt x="1542" y="11006"/>
                    <a:pt x="1512" y="10999"/>
                    <a:pt x="1476" y="10982"/>
                  </a:cubicBezTo>
                  <a:lnTo>
                    <a:pt x="1484" y="10869"/>
                  </a:lnTo>
                  <a:close/>
                  <a:moveTo>
                    <a:pt x="1590" y="11371"/>
                  </a:moveTo>
                  <a:lnTo>
                    <a:pt x="1590" y="11420"/>
                  </a:lnTo>
                  <a:cubicBezTo>
                    <a:pt x="1590" y="11477"/>
                    <a:pt x="1590" y="11477"/>
                    <a:pt x="1525" y="11477"/>
                  </a:cubicBezTo>
                  <a:lnTo>
                    <a:pt x="1533" y="11420"/>
                  </a:lnTo>
                  <a:lnTo>
                    <a:pt x="1590" y="11371"/>
                  </a:lnTo>
                  <a:close/>
                  <a:moveTo>
                    <a:pt x="1760" y="11980"/>
                  </a:moveTo>
                  <a:cubicBezTo>
                    <a:pt x="1711" y="11980"/>
                    <a:pt x="1671" y="12004"/>
                    <a:pt x="1638" y="12028"/>
                  </a:cubicBezTo>
                  <a:cubicBezTo>
                    <a:pt x="1638" y="12085"/>
                    <a:pt x="1695" y="12085"/>
                    <a:pt x="1695" y="12085"/>
                  </a:cubicBezTo>
                  <a:cubicBezTo>
                    <a:pt x="1695" y="12085"/>
                    <a:pt x="1752" y="12085"/>
                    <a:pt x="1752" y="12036"/>
                  </a:cubicBezTo>
                  <a:lnTo>
                    <a:pt x="1760" y="11980"/>
                  </a:lnTo>
                  <a:close/>
                  <a:moveTo>
                    <a:pt x="1342" y="12302"/>
                  </a:moveTo>
                  <a:cubicBezTo>
                    <a:pt x="1369" y="12302"/>
                    <a:pt x="1387" y="12324"/>
                    <a:pt x="1387" y="12352"/>
                  </a:cubicBezTo>
                  <a:cubicBezTo>
                    <a:pt x="1387" y="12409"/>
                    <a:pt x="1387" y="12466"/>
                    <a:pt x="1330" y="12466"/>
                  </a:cubicBezTo>
                  <a:cubicBezTo>
                    <a:pt x="1330" y="12466"/>
                    <a:pt x="1265" y="12466"/>
                    <a:pt x="1273" y="12409"/>
                  </a:cubicBezTo>
                  <a:cubicBezTo>
                    <a:pt x="1273" y="12369"/>
                    <a:pt x="1298" y="12328"/>
                    <a:pt x="1330" y="12304"/>
                  </a:cubicBezTo>
                  <a:cubicBezTo>
                    <a:pt x="1334" y="12303"/>
                    <a:pt x="1339" y="12302"/>
                    <a:pt x="1342" y="12302"/>
                  </a:cubicBezTo>
                  <a:close/>
                  <a:moveTo>
                    <a:pt x="2144" y="12939"/>
                  </a:moveTo>
                  <a:cubicBezTo>
                    <a:pt x="2135" y="12939"/>
                    <a:pt x="2119" y="12953"/>
                    <a:pt x="2092" y="12977"/>
                  </a:cubicBezTo>
                  <a:cubicBezTo>
                    <a:pt x="2092" y="13034"/>
                    <a:pt x="2092" y="13082"/>
                    <a:pt x="2092" y="13082"/>
                  </a:cubicBezTo>
                  <a:cubicBezTo>
                    <a:pt x="2108" y="13084"/>
                    <a:pt x="2119" y="13086"/>
                    <a:pt x="2127" y="13086"/>
                  </a:cubicBezTo>
                  <a:cubicBezTo>
                    <a:pt x="2150" y="13086"/>
                    <a:pt x="2151" y="13075"/>
                    <a:pt x="2157" y="13034"/>
                  </a:cubicBezTo>
                  <a:cubicBezTo>
                    <a:pt x="2157" y="12967"/>
                    <a:pt x="2157" y="12939"/>
                    <a:pt x="2144" y="12939"/>
                  </a:cubicBezTo>
                  <a:close/>
                  <a:moveTo>
                    <a:pt x="57" y="12993"/>
                  </a:moveTo>
                  <a:cubicBezTo>
                    <a:pt x="0" y="12993"/>
                    <a:pt x="0" y="13042"/>
                    <a:pt x="122" y="13098"/>
                  </a:cubicBezTo>
                  <a:cubicBezTo>
                    <a:pt x="138" y="13101"/>
                    <a:pt x="149" y="13102"/>
                    <a:pt x="157" y="13102"/>
                  </a:cubicBezTo>
                  <a:cubicBezTo>
                    <a:pt x="179" y="13102"/>
                    <a:pt x="179" y="13091"/>
                    <a:pt x="179" y="13050"/>
                  </a:cubicBezTo>
                  <a:cubicBezTo>
                    <a:pt x="146" y="13017"/>
                    <a:pt x="106" y="13001"/>
                    <a:pt x="57" y="12993"/>
                  </a:cubicBezTo>
                  <a:close/>
                  <a:moveTo>
                    <a:pt x="1359" y="13310"/>
                  </a:moveTo>
                  <a:cubicBezTo>
                    <a:pt x="1371" y="13310"/>
                    <a:pt x="1371" y="13336"/>
                    <a:pt x="1371" y="13398"/>
                  </a:cubicBezTo>
                  <a:cubicBezTo>
                    <a:pt x="1371" y="13455"/>
                    <a:pt x="1306" y="13455"/>
                    <a:pt x="1306" y="13455"/>
                  </a:cubicBezTo>
                  <a:cubicBezTo>
                    <a:pt x="1249" y="13455"/>
                    <a:pt x="1306" y="13398"/>
                    <a:pt x="1306" y="13342"/>
                  </a:cubicBezTo>
                  <a:lnTo>
                    <a:pt x="1314" y="13342"/>
                  </a:lnTo>
                  <a:cubicBezTo>
                    <a:pt x="1337" y="13322"/>
                    <a:pt x="1351" y="13310"/>
                    <a:pt x="1359" y="13310"/>
                  </a:cubicBezTo>
                  <a:close/>
                  <a:moveTo>
                    <a:pt x="1468" y="14282"/>
                  </a:moveTo>
                  <a:cubicBezTo>
                    <a:pt x="1533" y="14282"/>
                    <a:pt x="1525" y="14339"/>
                    <a:pt x="1411" y="14396"/>
                  </a:cubicBezTo>
                  <a:cubicBezTo>
                    <a:pt x="1346" y="14396"/>
                    <a:pt x="1346" y="14396"/>
                    <a:pt x="1346" y="14339"/>
                  </a:cubicBezTo>
                  <a:cubicBezTo>
                    <a:pt x="1387" y="14306"/>
                    <a:pt x="1427" y="14290"/>
                    <a:pt x="1468" y="14282"/>
                  </a:cubicBezTo>
                  <a:close/>
                  <a:moveTo>
                    <a:pt x="1403" y="14671"/>
                  </a:moveTo>
                  <a:lnTo>
                    <a:pt x="1460" y="14728"/>
                  </a:lnTo>
                  <a:lnTo>
                    <a:pt x="1460" y="14777"/>
                  </a:lnTo>
                  <a:cubicBezTo>
                    <a:pt x="1403" y="14777"/>
                    <a:pt x="1338" y="14777"/>
                    <a:pt x="1338" y="14720"/>
                  </a:cubicBezTo>
                  <a:lnTo>
                    <a:pt x="1403" y="14671"/>
                  </a:lnTo>
                  <a:close/>
                  <a:moveTo>
                    <a:pt x="1338" y="14996"/>
                  </a:moveTo>
                  <a:lnTo>
                    <a:pt x="1338" y="14996"/>
                  </a:lnTo>
                  <a:cubicBezTo>
                    <a:pt x="1375" y="15001"/>
                    <a:pt x="1364" y="15023"/>
                    <a:pt x="1352" y="15023"/>
                  </a:cubicBezTo>
                  <a:cubicBezTo>
                    <a:pt x="1346" y="15023"/>
                    <a:pt x="1338" y="15016"/>
                    <a:pt x="1338" y="14996"/>
                  </a:cubicBezTo>
                  <a:close/>
                  <a:moveTo>
                    <a:pt x="1209" y="18239"/>
                  </a:moveTo>
                  <a:lnTo>
                    <a:pt x="1265" y="18295"/>
                  </a:lnTo>
                  <a:lnTo>
                    <a:pt x="1265" y="18352"/>
                  </a:lnTo>
                  <a:cubicBezTo>
                    <a:pt x="1209" y="18352"/>
                    <a:pt x="1144" y="18352"/>
                    <a:pt x="1144" y="18295"/>
                  </a:cubicBezTo>
                  <a:lnTo>
                    <a:pt x="1209" y="18239"/>
                  </a:lnTo>
                  <a:close/>
                  <a:moveTo>
                    <a:pt x="1153" y="19592"/>
                  </a:moveTo>
                  <a:cubicBezTo>
                    <a:pt x="1193" y="19592"/>
                    <a:pt x="1260" y="19617"/>
                    <a:pt x="1298" y="19617"/>
                  </a:cubicBezTo>
                  <a:cubicBezTo>
                    <a:pt x="1298" y="19674"/>
                    <a:pt x="1298" y="19674"/>
                    <a:pt x="1241" y="19674"/>
                  </a:cubicBezTo>
                  <a:cubicBezTo>
                    <a:pt x="1192" y="19666"/>
                    <a:pt x="1152" y="19649"/>
                    <a:pt x="1119" y="19617"/>
                  </a:cubicBezTo>
                  <a:cubicBezTo>
                    <a:pt x="1119" y="19598"/>
                    <a:pt x="1133" y="19592"/>
                    <a:pt x="1153" y="19592"/>
                  </a:cubicBezTo>
                  <a:close/>
                  <a:moveTo>
                    <a:pt x="1581" y="20509"/>
                  </a:moveTo>
                  <a:cubicBezTo>
                    <a:pt x="1622" y="20517"/>
                    <a:pt x="1663" y="20533"/>
                    <a:pt x="1703" y="20566"/>
                  </a:cubicBezTo>
                  <a:lnTo>
                    <a:pt x="1695" y="20622"/>
                  </a:lnTo>
                  <a:cubicBezTo>
                    <a:pt x="1638" y="20614"/>
                    <a:pt x="1581" y="20614"/>
                    <a:pt x="1581" y="20566"/>
                  </a:cubicBezTo>
                  <a:lnTo>
                    <a:pt x="1581" y="20509"/>
                  </a:lnTo>
                  <a:close/>
                  <a:moveTo>
                    <a:pt x="1265" y="21214"/>
                  </a:moveTo>
                  <a:lnTo>
                    <a:pt x="1322" y="21271"/>
                  </a:lnTo>
                  <a:lnTo>
                    <a:pt x="1322" y="21328"/>
                  </a:lnTo>
                  <a:cubicBezTo>
                    <a:pt x="1265" y="21328"/>
                    <a:pt x="1200" y="21328"/>
                    <a:pt x="1209" y="21271"/>
                  </a:cubicBezTo>
                  <a:lnTo>
                    <a:pt x="1265" y="21214"/>
                  </a:lnTo>
                  <a:close/>
                  <a:moveTo>
                    <a:pt x="1178" y="25044"/>
                  </a:moveTo>
                  <a:cubicBezTo>
                    <a:pt x="1217" y="25044"/>
                    <a:pt x="1255" y="25077"/>
                    <a:pt x="1249" y="25122"/>
                  </a:cubicBezTo>
                  <a:cubicBezTo>
                    <a:pt x="1241" y="25236"/>
                    <a:pt x="1241" y="25236"/>
                    <a:pt x="1184" y="25236"/>
                  </a:cubicBezTo>
                  <a:cubicBezTo>
                    <a:pt x="1127" y="25236"/>
                    <a:pt x="1127" y="25122"/>
                    <a:pt x="1127" y="25065"/>
                  </a:cubicBezTo>
                  <a:cubicBezTo>
                    <a:pt x="1142" y="25050"/>
                    <a:pt x="1160" y="25044"/>
                    <a:pt x="1178" y="25044"/>
                  </a:cubicBezTo>
                  <a:close/>
                  <a:moveTo>
                    <a:pt x="1144" y="27327"/>
                  </a:moveTo>
                  <a:cubicBezTo>
                    <a:pt x="1184" y="27327"/>
                    <a:pt x="1225" y="27352"/>
                    <a:pt x="1257" y="27384"/>
                  </a:cubicBezTo>
                  <a:lnTo>
                    <a:pt x="1257" y="27433"/>
                  </a:lnTo>
                  <a:cubicBezTo>
                    <a:pt x="1200" y="27433"/>
                    <a:pt x="1136" y="27433"/>
                    <a:pt x="1136" y="27376"/>
                  </a:cubicBezTo>
                  <a:lnTo>
                    <a:pt x="1144" y="27327"/>
                  </a:lnTo>
                  <a:close/>
                  <a:moveTo>
                    <a:pt x="1470" y="31956"/>
                  </a:moveTo>
                  <a:cubicBezTo>
                    <a:pt x="1499" y="31956"/>
                    <a:pt x="1525" y="31985"/>
                    <a:pt x="1525" y="32014"/>
                  </a:cubicBezTo>
                  <a:cubicBezTo>
                    <a:pt x="1517" y="32062"/>
                    <a:pt x="1517" y="32062"/>
                    <a:pt x="1460" y="32062"/>
                  </a:cubicBezTo>
                  <a:cubicBezTo>
                    <a:pt x="1460" y="32062"/>
                    <a:pt x="1403" y="32062"/>
                    <a:pt x="1403" y="32006"/>
                  </a:cubicBezTo>
                  <a:lnTo>
                    <a:pt x="1460" y="31957"/>
                  </a:lnTo>
                  <a:cubicBezTo>
                    <a:pt x="1463" y="31956"/>
                    <a:pt x="1467" y="31956"/>
                    <a:pt x="1470" y="31956"/>
                  </a:cubicBezTo>
                  <a:close/>
                  <a:moveTo>
                    <a:pt x="1509" y="32614"/>
                  </a:moveTo>
                  <a:lnTo>
                    <a:pt x="1565" y="32670"/>
                  </a:lnTo>
                  <a:lnTo>
                    <a:pt x="1565" y="32727"/>
                  </a:lnTo>
                  <a:cubicBezTo>
                    <a:pt x="1509" y="32727"/>
                    <a:pt x="1444" y="32727"/>
                    <a:pt x="1452" y="32670"/>
                  </a:cubicBezTo>
                  <a:lnTo>
                    <a:pt x="1509" y="32614"/>
                  </a:lnTo>
                  <a:close/>
                  <a:moveTo>
                    <a:pt x="1091" y="33014"/>
                  </a:moveTo>
                  <a:cubicBezTo>
                    <a:pt x="1100" y="33014"/>
                    <a:pt x="1116" y="33027"/>
                    <a:pt x="1144" y="33052"/>
                  </a:cubicBezTo>
                  <a:cubicBezTo>
                    <a:pt x="1200" y="33108"/>
                    <a:pt x="1200" y="33157"/>
                    <a:pt x="1136" y="33157"/>
                  </a:cubicBezTo>
                  <a:cubicBezTo>
                    <a:pt x="1079" y="33157"/>
                    <a:pt x="1079" y="33157"/>
                    <a:pt x="1079" y="33100"/>
                  </a:cubicBezTo>
                  <a:cubicBezTo>
                    <a:pt x="1079" y="33039"/>
                    <a:pt x="1079" y="33014"/>
                    <a:pt x="1091" y="33014"/>
                  </a:cubicBezTo>
                  <a:close/>
                  <a:moveTo>
                    <a:pt x="836" y="33319"/>
                  </a:moveTo>
                  <a:cubicBezTo>
                    <a:pt x="832" y="33323"/>
                    <a:pt x="828" y="33326"/>
                    <a:pt x="825" y="33329"/>
                  </a:cubicBezTo>
                  <a:lnTo>
                    <a:pt x="825" y="33329"/>
                  </a:lnTo>
                  <a:cubicBezTo>
                    <a:pt x="834" y="33326"/>
                    <a:pt x="846" y="33323"/>
                    <a:pt x="860" y="33321"/>
                  </a:cubicBezTo>
                  <a:lnTo>
                    <a:pt x="860" y="33321"/>
                  </a:lnTo>
                  <a:cubicBezTo>
                    <a:pt x="852" y="33320"/>
                    <a:pt x="844" y="33320"/>
                    <a:pt x="836" y="33319"/>
                  </a:cubicBezTo>
                  <a:close/>
                  <a:moveTo>
                    <a:pt x="825" y="33329"/>
                  </a:moveTo>
                  <a:cubicBezTo>
                    <a:pt x="803" y="33336"/>
                    <a:pt x="796" y="33344"/>
                    <a:pt x="800" y="33344"/>
                  </a:cubicBezTo>
                  <a:cubicBezTo>
                    <a:pt x="803" y="33344"/>
                    <a:pt x="812" y="33340"/>
                    <a:pt x="825" y="33329"/>
                  </a:cubicBezTo>
                  <a:close/>
                  <a:moveTo>
                    <a:pt x="1136" y="33433"/>
                  </a:moveTo>
                  <a:lnTo>
                    <a:pt x="1136" y="33489"/>
                  </a:lnTo>
                  <a:cubicBezTo>
                    <a:pt x="1127" y="33546"/>
                    <a:pt x="1127" y="33546"/>
                    <a:pt x="1071" y="33546"/>
                  </a:cubicBezTo>
                  <a:lnTo>
                    <a:pt x="1071" y="33489"/>
                  </a:lnTo>
                  <a:lnTo>
                    <a:pt x="1136" y="33433"/>
                  </a:lnTo>
                  <a:close/>
                  <a:moveTo>
                    <a:pt x="1006" y="33878"/>
                  </a:moveTo>
                  <a:cubicBezTo>
                    <a:pt x="1006" y="33903"/>
                    <a:pt x="1020" y="33915"/>
                    <a:pt x="1027" y="33915"/>
                  </a:cubicBezTo>
                  <a:cubicBezTo>
                    <a:pt x="1034" y="33915"/>
                    <a:pt x="1034" y="33903"/>
                    <a:pt x="1006" y="33878"/>
                  </a:cubicBezTo>
                  <a:close/>
                  <a:moveTo>
                    <a:pt x="1119" y="33984"/>
                  </a:moveTo>
                  <a:lnTo>
                    <a:pt x="1119" y="34041"/>
                  </a:lnTo>
                  <a:cubicBezTo>
                    <a:pt x="1119" y="34082"/>
                    <a:pt x="1119" y="34093"/>
                    <a:pt x="1098" y="34093"/>
                  </a:cubicBezTo>
                  <a:cubicBezTo>
                    <a:pt x="1089" y="34093"/>
                    <a:pt x="1078" y="34092"/>
                    <a:pt x="1063" y="34089"/>
                  </a:cubicBezTo>
                  <a:lnTo>
                    <a:pt x="1063" y="34041"/>
                  </a:lnTo>
                  <a:lnTo>
                    <a:pt x="1119" y="33984"/>
                  </a:lnTo>
                  <a:close/>
                  <a:moveTo>
                    <a:pt x="1233" y="34535"/>
                  </a:moveTo>
                  <a:lnTo>
                    <a:pt x="1233" y="34592"/>
                  </a:lnTo>
                  <a:cubicBezTo>
                    <a:pt x="1225" y="34649"/>
                    <a:pt x="1168" y="34649"/>
                    <a:pt x="1168" y="34649"/>
                  </a:cubicBezTo>
                  <a:cubicBezTo>
                    <a:pt x="1168" y="34649"/>
                    <a:pt x="1111" y="34641"/>
                    <a:pt x="1111" y="34592"/>
                  </a:cubicBezTo>
                  <a:cubicBezTo>
                    <a:pt x="1144" y="34560"/>
                    <a:pt x="1184" y="34543"/>
                    <a:pt x="1233" y="34535"/>
                  </a:cubicBezTo>
                  <a:close/>
                  <a:moveTo>
                    <a:pt x="1063" y="36732"/>
                  </a:moveTo>
                  <a:lnTo>
                    <a:pt x="1127" y="36741"/>
                  </a:lnTo>
                  <a:cubicBezTo>
                    <a:pt x="1184" y="36789"/>
                    <a:pt x="1241" y="36846"/>
                    <a:pt x="1184" y="36846"/>
                  </a:cubicBezTo>
                  <a:cubicBezTo>
                    <a:pt x="1136" y="36846"/>
                    <a:pt x="1095" y="36822"/>
                    <a:pt x="1063" y="36789"/>
                  </a:cubicBezTo>
                  <a:cubicBezTo>
                    <a:pt x="1063" y="36789"/>
                    <a:pt x="1006" y="36732"/>
                    <a:pt x="1063" y="36732"/>
                  </a:cubicBezTo>
                  <a:close/>
                  <a:moveTo>
                    <a:pt x="1258" y="38576"/>
                  </a:moveTo>
                  <a:cubicBezTo>
                    <a:pt x="1298" y="38576"/>
                    <a:pt x="1354" y="38604"/>
                    <a:pt x="1387" y="38670"/>
                  </a:cubicBezTo>
                  <a:cubicBezTo>
                    <a:pt x="1381" y="38711"/>
                    <a:pt x="1379" y="38723"/>
                    <a:pt x="1357" y="38723"/>
                  </a:cubicBezTo>
                  <a:cubicBezTo>
                    <a:pt x="1349" y="38723"/>
                    <a:pt x="1338" y="38721"/>
                    <a:pt x="1322" y="38719"/>
                  </a:cubicBezTo>
                  <a:cubicBezTo>
                    <a:pt x="1265" y="38719"/>
                    <a:pt x="1209" y="38670"/>
                    <a:pt x="1209" y="38613"/>
                  </a:cubicBezTo>
                  <a:cubicBezTo>
                    <a:pt x="1209" y="38590"/>
                    <a:pt x="1229" y="38576"/>
                    <a:pt x="1258" y="38576"/>
                  </a:cubicBezTo>
                  <a:close/>
                  <a:moveTo>
                    <a:pt x="1168" y="46316"/>
                  </a:moveTo>
                  <a:cubicBezTo>
                    <a:pt x="1225" y="46316"/>
                    <a:pt x="1290" y="46316"/>
                    <a:pt x="1281" y="46372"/>
                  </a:cubicBezTo>
                  <a:cubicBezTo>
                    <a:pt x="1342" y="46429"/>
                    <a:pt x="1342" y="46458"/>
                    <a:pt x="1313" y="46458"/>
                  </a:cubicBezTo>
                  <a:cubicBezTo>
                    <a:pt x="1284" y="46458"/>
                    <a:pt x="1225" y="46429"/>
                    <a:pt x="1168" y="46372"/>
                  </a:cubicBezTo>
                  <a:cubicBezTo>
                    <a:pt x="1046" y="46316"/>
                    <a:pt x="1046" y="46316"/>
                    <a:pt x="1168" y="46316"/>
                  </a:cubicBezTo>
                  <a:close/>
                  <a:moveTo>
                    <a:pt x="1543" y="0"/>
                  </a:moveTo>
                  <a:cubicBezTo>
                    <a:pt x="1513" y="0"/>
                    <a:pt x="1496" y="29"/>
                    <a:pt x="1525" y="85"/>
                  </a:cubicBezTo>
                  <a:lnTo>
                    <a:pt x="1460" y="134"/>
                  </a:lnTo>
                  <a:cubicBezTo>
                    <a:pt x="1281" y="134"/>
                    <a:pt x="1281" y="248"/>
                    <a:pt x="1460" y="248"/>
                  </a:cubicBezTo>
                  <a:cubicBezTo>
                    <a:pt x="1638" y="248"/>
                    <a:pt x="1638" y="248"/>
                    <a:pt x="1517" y="304"/>
                  </a:cubicBezTo>
                  <a:cubicBezTo>
                    <a:pt x="1403" y="304"/>
                    <a:pt x="1395" y="353"/>
                    <a:pt x="1395" y="410"/>
                  </a:cubicBezTo>
                  <a:cubicBezTo>
                    <a:pt x="1395" y="467"/>
                    <a:pt x="1395" y="467"/>
                    <a:pt x="1338" y="467"/>
                  </a:cubicBezTo>
                  <a:cubicBezTo>
                    <a:pt x="1273" y="467"/>
                    <a:pt x="1225" y="515"/>
                    <a:pt x="1217" y="572"/>
                  </a:cubicBezTo>
                  <a:cubicBezTo>
                    <a:pt x="1217" y="629"/>
                    <a:pt x="1217" y="629"/>
                    <a:pt x="1273" y="629"/>
                  </a:cubicBezTo>
                  <a:cubicBezTo>
                    <a:pt x="1286" y="618"/>
                    <a:pt x="1295" y="613"/>
                    <a:pt x="1302" y="613"/>
                  </a:cubicBezTo>
                  <a:cubicBezTo>
                    <a:pt x="1331" y="613"/>
                    <a:pt x="1307" y="696"/>
                    <a:pt x="1209" y="742"/>
                  </a:cubicBezTo>
                  <a:cubicBezTo>
                    <a:pt x="1152" y="791"/>
                    <a:pt x="1152" y="791"/>
                    <a:pt x="1273" y="791"/>
                  </a:cubicBezTo>
                  <a:cubicBezTo>
                    <a:pt x="1387" y="799"/>
                    <a:pt x="1387" y="904"/>
                    <a:pt x="1265" y="961"/>
                  </a:cubicBezTo>
                  <a:lnTo>
                    <a:pt x="1265" y="1067"/>
                  </a:lnTo>
                  <a:cubicBezTo>
                    <a:pt x="1265" y="1123"/>
                    <a:pt x="1322" y="1123"/>
                    <a:pt x="1387" y="1123"/>
                  </a:cubicBezTo>
                  <a:cubicBezTo>
                    <a:pt x="1500" y="1131"/>
                    <a:pt x="1500" y="1131"/>
                    <a:pt x="1444" y="1180"/>
                  </a:cubicBezTo>
                  <a:cubicBezTo>
                    <a:pt x="1411" y="1212"/>
                    <a:pt x="1371" y="1237"/>
                    <a:pt x="1322" y="1237"/>
                  </a:cubicBezTo>
                  <a:cubicBezTo>
                    <a:pt x="1265" y="1237"/>
                    <a:pt x="1257" y="1294"/>
                    <a:pt x="1257" y="1342"/>
                  </a:cubicBezTo>
                  <a:cubicBezTo>
                    <a:pt x="1257" y="1399"/>
                    <a:pt x="1257" y="1512"/>
                    <a:pt x="1314" y="1512"/>
                  </a:cubicBezTo>
                  <a:lnTo>
                    <a:pt x="1257" y="1512"/>
                  </a:lnTo>
                  <a:cubicBezTo>
                    <a:pt x="1257" y="1561"/>
                    <a:pt x="1192" y="1561"/>
                    <a:pt x="1257" y="1561"/>
                  </a:cubicBezTo>
                  <a:cubicBezTo>
                    <a:pt x="1249" y="1626"/>
                    <a:pt x="1225" y="1683"/>
                    <a:pt x="1192" y="1731"/>
                  </a:cubicBezTo>
                  <a:cubicBezTo>
                    <a:pt x="1147" y="1806"/>
                    <a:pt x="1193" y="1912"/>
                    <a:pt x="1267" y="1912"/>
                  </a:cubicBezTo>
                  <a:cubicBezTo>
                    <a:pt x="1299" y="1912"/>
                    <a:pt x="1335" y="1893"/>
                    <a:pt x="1371" y="1845"/>
                  </a:cubicBezTo>
                  <a:cubicBezTo>
                    <a:pt x="1371" y="1858"/>
                    <a:pt x="1371" y="1874"/>
                    <a:pt x="1371" y="1894"/>
                  </a:cubicBezTo>
                  <a:cubicBezTo>
                    <a:pt x="1371" y="1950"/>
                    <a:pt x="1427" y="1950"/>
                    <a:pt x="1427" y="1950"/>
                  </a:cubicBezTo>
                  <a:cubicBezTo>
                    <a:pt x="1484" y="1958"/>
                    <a:pt x="1484" y="2007"/>
                    <a:pt x="1484" y="2064"/>
                  </a:cubicBezTo>
                  <a:lnTo>
                    <a:pt x="1363" y="2064"/>
                  </a:lnTo>
                  <a:cubicBezTo>
                    <a:pt x="1327" y="2052"/>
                    <a:pt x="1296" y="2047"/>
                    <a:pt x="1271" y="2047"/>
                  </a:cubicBezTo>
                  <a:cubicBezTo>
                    <a:pt x="1171" y="2047"/>
                    <a:pt x="1163" y="2124"/>
                    <a:pt x="1306" y="2169"/>
                  </a:cubicBezTo>
                  <a:lnTo>
                    <a:pt x="1241" y="2169"/>
                  </a:lnTo>
                  <a:cubicBezTo>
                    <a:pt x="1184" y="2169"/>
                    <a:pt x="1184" y="2226"/>
                    <a:pt x="1241" y="2339"/>
                  </a:cubicBezTo>
                  <a:cubicBezTo>
                    <a:pt x="1241" y="2388"/>
                    <a:pt x="1354" y="2445"/>
                    <a:pt x="1419" y="2453"/>
                  </a:cubicBezTo>
                  <a:cubicBezTo>
                    <a:pt x="1424" y="2452"/>
                    <a:pt x="1428" y="2451"/>
                    <a:pt x="1432" y="2451"/>
                  </a:cubicBezTo>
                  <a:cubicBezTo>
                    <a:pt x="1458" y="2451"/>
                    <a:pt x="1476" y="2473"/>
                    <a:pt x="1476" y="2502"/>
                  </a:cubicBezTo>
                  <a:cubicBezTo>
                    <a:pt x="1476" y="2558"/>
                    <a:pt x="1476" y="2558"/>
                    <a:pt x="1411" y="2558"/>
                  </a:cubicBezTo>
                  <a:cubicBezTo>
                    <a:pt x="1298" y="2558"/>
                    <a:pt x="1290" y="2664"/>
                    <a:pt x="1411" y="2721"/>
                  </a:cubicBezTo>
                  <a:lnTo>
                    <a:pt x="1354" y="2721"/>
                  </a:lnTo>
                  <a:cubicBezTo>
                    <a:pt x="1290" y="2721"/>
                    <a:pt x="1233" y="2777"/>
                    <a:pt x="1281" y="3053"/>
                  </a:cubicBezTo>
                  <a:cubicBezTo>
                    <a:pt x="1281" y="3272"/>
                    <a:pt x="1273" y="3434"/>
                    <a:pt x="1217" y="3434"/>
                  </a:cubicBezTo>
                  <a:cubicBezTo>
                    <a:pt x="1160" y="3434"/>
                    <a:pt x="1273" y="3661"/>
                    <a:pt x="1387" y="3766"/>
                  </a:cubicBezTo>
                  <a:cubicBezTo>
                    <a:pt x="1330" y="3766"/>
                    <a:pt x="1330" y="3823"/>
                    <a:pt x="1322" y="3937"/>
                  </a:cubicBezTo>
                  <a:cubicBezTo>
                    <a:pt x="1322" y="4099"/>
                    <a:pt x="1322" y="4099"/>
                    <a:pt x="1265" y="4099"/>
                  </a:cubicBezTo>
                  <a:cubicBezTo>
                    <a:pt x="1215" y="4075"/>
                    <a:pt x="1185" y="4062"/>
                    <a:pt x="1176" y="4062"/>
                  </a:cubicBezTo>
                  <a:cubicBezTo>
                    <a:pt x="1163" y="4062"/>
                    <a:pt x="1191" y="4089"/>
                    <a:pt x="1257" y="4156"/>
                  </a:cubicBezTo>
                  <a:cubicBezTo>
                    <a:pt x="1368" y="4211"/>
                    <a:pt x="1324" y="4375"/>
                    <a:pt x="1209" y="4375"/>
                  </a:cubicBezTo>
                  <a:cubicBezTo>
                    <a:pt x="1206" y="4375"/>
                    <a:pt x="1203" y="4375"/>
                    <a:pt x="1200" y="4374"/>
                  </a:cubicBezTo>
                  <a:cubicBezTo>
                    <a:pt x="1196" y="4374"/>
                    <a:pt x="1193" y="4374"/>
                    <a:pt x="1189" y="4374"/>
                  </a:cubicBezTo>
                  <a:cubicBezTo>
                    <a:pt x="1136" y="4374"/>
                    <a:pt x="1136" y="4430"/>
                    <a:pt x="1136" y="4537"/>
                  </a:cubicBezTo>
                  <a:cubicBezTo>
                    <a:pt x="1192" y="4593"/>
                    <a:pt x="1192" y="4699"/>
                    <a:pt x="1184" y="4812"/>
                  </a:cubicBezTo>
                  <a:cubicBezTo>
                    <a:pt x="1184" y="4974"/>
                    <a:pt x="1184" y="4974"/>
                    <a:pt x="1306" y="4983"/>
                  </a:cubicBezTo>
                  <a:cubicBezTo>
                    <a:pt x="1427" y="4983"/>
                    <a:pt x="1419" y="5039"/>
                    <a:pt x="1419" y="5145"/>
                  </a:cubicBezTo>
                  <a:cubicBezTo>
                    <a:pt x="1419" y="5201"/>
                    <a:pt x="1419" y="5258"/>
                    <a:pt x="1354" y="5258"/>
                  </a:cubicBezTo>
                  <a:cubicBezTo>
                    <a:pt x="1322" y="5283"/>
                    <a:pt x="1306" y="5323"/>
                    <a:pt x="1298" y="5364"/>
                  </a:cubicBezTo>
                  <a:cubicBezTo>
                    <a:pt x="1298" y="5417"/>
                    <a:pt x="1298" y="5470"/>
                    <a:pt x="1245" y="5470"/>
                  </a:cubicBezTo>
                  <a:cubicBezTo>
                    <a:pt x="1241" y="5470"/>
                    <a:pt x="1237" y="5470"/>
                    <a:pt x="1233" y="5469"/>
                  </a:cubicBezTo>
                  <a:cubicBezTo>
                    <a:pt x="1192" y="5518"/>
                    <a:pt x="1168" y="5574"/>
                    <a:pt x="1168" y="5639"/>
                  </a:cubicBezTo>
                  <a:cubicBezTo>
                    <a:pt x="1168" y="5745"/>
                    <a:pt x="1168" y="5858"/>
                    <a:pt x="1103" y="5858"/>
                  </a:cubicBezTo>
                  <a:cubicBezTo>
                    <a:pt x="1103" y="5907"/>
                    <a:pt x="1103" y="5907"/>
                    <a:pt x="1168" y="5915"/>
                  </a:cubicBezTo>
                  <a:cubicBezTo>
                    <a:pt x="1225" y="5915"/>
                    <a:pt x="1281" y="5972"/>
                    <a:pt x="1217" y="6191"/>
                  </a:cubicBezTo>
                  <a:cubicBezTo>
                    <a:pt x="1217" y="6296"/>
                    <a:pt x="1217" y="6466"/>
                    <a:pt x="1273" y="6466"/>
                  </a:cubicBezTo>
                  <a:cubicBezTo>
                    <a:pt x="1273" y="6507"/>
                    <a:pt x="1273" y="6519"/>
                    <a:pt x="1249" y="6519"/>
                  </a:cubicBezTo>
                  <a:cubicBezTo>
                    <a:pt x="1239" y="6519"/>
                    <a:pt x="1226" y="6517"/>
                    <a:pt x="1209" y="6515"/>
                  </a:cubicBezTo>
                  <a:cubicBezTo>
                    <a:pt x="1095" y="6515"/>
                    <a:pt x="1087" y="6628"/>
                    <a:pt x="1209" y="6742"/>
                  </a:cubicBezTo>
                  <a:cubicBezTo>
                    <a:pt x="1265" y="6742"/>
                    <a:pt x="1265" y="6799"/>
                    <a:pt x="1209" y="6847"/>
                  </a:cubicBezTo>
                  <a:cubicBezTo>
                    <a:pt x="1209" y="6888"/>
                    <a:pt x="1233" y="6928"/>
                    <a:pt x="1265" y="6961"/>
                  </a:cubicBezTo>
                  <a:cubicBezTo>
                    <a:pt x="1322" y="7018"/>
                    <a:pt x="1322" y="7018"/>
                    <a:pt x="1257" y="7123"/>
                  </a:cubicBezTo>
                  <a:cubicBezTo>
                    <a:pt x="1200" y="7123"/>
                    <a:pt x="1200" y="7180"/>
                    <a:pt x="1200" y="7237"/>
                  </a:cubicBezTo>
                  <a:cubicBezTo>
                    <a:pt x="1257" y="7342"/>
                    <a:pt x="1241" y="7950"/>
                    <a:pt x="1184" y="8007"/>
                  </a:cubicBezTo>
                  <a:cubicBezTo>
                    <a:pt x="1241" y="8063"/>
                    <a:pt x="1241" y="8063"/>
                    <a:pt x="1241" y="8112"/>
                  </a:cubicBezTo>
                  <a:cubicBezTo>
                    <a:pt x="1119" y="8169"/>
                    <a:pt x="1176" y="8226"/>
                    <a:pt x="1298" y="8226"/>
                  </a:cubicBezTo>
                  <a:lnTo>
                    <a:pt x="1298" y="8169"/>
                  </a:lnTo>
                  <a:lnTo>
                    <a:pt x="1298" y="8120"/>
                  </a:lnTo>
                  <a:cubicBezTo>
                    <a:pt x="1419" y="8120"/>
                    <a:pt x="1411" y="8282"/>
                    <a:pt x="1233" y="8282"/>
                  </a:cubicBezTo>
                  <a:cubicBezTo>
                    <a:pt x="1111" y="8331"/>
                    <a:pt x="1111" y="8331"/>
                    <a:pt x="1233" y="8388"/>
                  </a:cubicBezTo>
                  <a:cubicBezTo>
                    <a:pt x="1354" y="8445"/>
                    <a:pt x="1354" y="8501"/>
                    <a:pt x="1233" y="8558"/>
                  </a:cubicBezTo>
                  <a:cubicBezTo>
                    <a:pt x="1201" y="8556"/>
                    <a:pt x="1178" y="8554"/>
                    <a:pt x="1162" y="8554"/>
                  </a:cubicBezTo>
                  <a:cubicBezTo>
                    <a:pt x="1120" y="8554"/>
                    <a:pt x="1143" y="8567"/>
                    <a:pt x="1233" y="8615"/>
                  </a:cubicBezTo>
                  <a:cubicBezTo>
                    <a:pt x="1468" y="8728"/>
                    <a:pt x="1525" y="8890"/>
                    <a:pt x="1281" y="8890"/>
                  </a:cubicBezTo>
                  <a:cubicBezTo>
                    <a:pt x="1274" y="8890"/>
                    <a:pt x="1266" y="8890"/>
                    <a:pt x="1259" y="8890"/>
                  </a:cubicBezTo>
                  <a:cubicBezTo>
                    <a:pt x="1153" y="8890"/>
                    <a:pt x="1103" y="8943"/>
                    <a:pt x="1103" y="8996"/>
                  </a:cubicBezTo>
                  <a:cubicBezTo>
                    <a:pt x="1103" y="9053"/>
                    <a:pt x="1160" y="9053"/>
                    <a:pt x="1217" y="9053"/>
                  </a:cubicBezTo>
                  <a:cubicBezTo>
                    <a:pt x="1250" y="9037"/>
                    <a:pt x="1274" y="9030"/>
                    <a:pt x="1289" y="9030"/>
                  </a:cubicBezTo>
                  <a:cubicBezTo>
                    <a:pt x="1329" y="9030"/>
                    <a:pt x="1305" y="9081"/>
                    <a:pt x="1217" y="9158"/>
                  </a:cubicBezTo>
                  <a:cubicBezTo>
                    <a:pt x="1038" y="9320"/>
                    <a:pt x="1030" y="9434"/>
                    <a:pt x="1152" y="9604"/>
                  </a:cubicBezTo>
                  <a:cubicBezTo>
                    <a:pt x="1233" y="9761"/>
                    <a:pt x="1252" y="9889"/>
                    <a:pt x="1214" y="9889"/>
                  </a:cubicBezTo>
                  <a:cubicBezTo>
                    <a:pt x="1199" y="9889"/>
                    <a:pt x="1176" y="9869"/>
                    <a:pt x="1144" y="9823"/>
                  </a:cubicBezTo>
                  <a:cubicBezTo>
                    <a:pt x="1087" y="9766"/>
                    <a:pt x="1059" y="9738"/>
                    <a:pt x="1051" y="9738"/>
                  </a:cubicBezTo>
                  <a:cubicBezTo>
                    <a:pt x="1044" y="9738"/>
                    <a:pt x="1059" y="9766"/>
                    <a:pt x="1087" y="9823"/>
                  </a:cubicBezTo>
                  <a:cubicBezTo>
                    <a:pt x="1079" y="9928"/>
                    <a:pt x="1079" y="10042"/>
                    <a:pt x="1079" y="10090"/>
                  </a:cubicBezTo>
                  <a:cubicBezTo>
                    <a:pt x="1087" y="10155"/>
                    <a:pt x="1136" y="10204"/>
                    <a:pt x="1192" y="10204"/>
                  </a:cubicBezTo>
                  <a:cubicBezTo>
                    <a:pt x="1079" y="10261"/>
                    <a:pt x="1014" y="10366"/>
                    <a:pt x="1127" y="10480"/>
                  </a:cubicBezTo>
                  <a:cubicBezTo>
                    <a:pt x="1127" y="10536"/>
                    <a:pt x="1127" y="10593"/>
                    <a:pt x="1127" y="10593"/>
                  </a:cubicBezTo>
                  <a:cubicBezTo>
                    <a:pt x="1127" y="10642"/>
                    <a:pt x="1127" y="10642"/>
                    <a:pt x="1184" y="10699"/>
                  </a:cubicBezTo>
                  <a:cubicBezTo>
                    <a:pt x="1241" y="10755"/>
                    <a:pt x="1184" y="10812"/>
                    <a:pt x="1119" y="10869"/>
                  </a:cubicBezTo>
                  <a:cubicBezTo>
                    <a:pt x="1063" y="10917"/>
                    <a:pt x="998" y="10974"/>
                    <a:pt x="1063" y="10974"/>
                  </a:cubicBezTo>
                  <a:cubicBezTo>
                    <a:pt x="1119" y="10974"/>
                    <a:pt x="1176" y="11088"/>
                    <a:pt x="1233" y="11144"/>
                  </a:cubicBezTo>
                  <a:cubicBezTo>
                    <a:pt x="1279" y="11185"/>
                    <a:pt x="1259" y="11221"/>
                    <a:pt x="1224" y="11221"/>
                  </a:cubicBezTo>
                  <a:cubicBezTo>
                    <a:pt x="1209" y="11221"/>
                    <a:pt x="1192" y="11215"/>
                    <a:pt x="1176" y="11201"/>
                  </a:cubicBezTo>
                  <a:cubicBezTo>
                    <a:pt x="1164" y="11199"/>
                    <a:pt x="1155" y="11198"/>
                    <a:pt x="1147" y="11198"/>
                  </a:cubicBezTo>
                  <a:cubicBezTo>
                    <a:pt x="1116" y="11198"/>
                    <a:pt x="1106" y="11217"/>
                    <a:pt x="1054" y="11307"/>
                  </a:cubicBezTo>
                  <a:cubicBezTo>
                    <a:pt x="1054" y="11363"/>
                    <a:pt x="1054" y="11469"/>
                    <a:pt x="1111" y="11469"/>
                  </a:cubicBezTo>
                  <a:cubicBezTo>
                    <a:pt x="1168" y="11469"/>
                    <a:pt x="1160" y="11801"/>
                    <a:pt x="1103" y="11858"/>
                  </a:cubicBezTo>
                  <a:cubicBezTo>
                    <a:pt x="1103" y="11858"/>
                    <a:pt x="1103" y="11915"/>
                    <a:pt x="1103" y="11963"/>
                  </a:cubicBezTo>
                  <a:cubicBezTo>
                    <a:pt x="1095" y="12020"/>
                    <a:pt x="1160" y="12077"/>
                    <a:pt x="1160" y="12134"/>
                  </a:cubicBezTo>
                  <a:cubicBezTo>
                    <a:pt x="1160" y="12174"/>
                    <a:pt x="1184" y="12215"/>
                    <a:pt x="1217" y="12247"/>
                  </a:cubicBezTo>
                  <a:cubicBezTo>
                    <a:pt x="1217" y="12296"/>
                    <a:pt x="1209" y="12352"/>
                    <a:pt x="1152" y="12352"/>
                  </a:cubicBezTo>
                  <a:cubicBezTo>
                    <a:pt x="1273" y="12409"/>
                    <a:pt x="1273" y="12409"/>
                    <a:pt x="1152" y="12466"/>
                  </a:cubicBezTo>
                  <a:cubicBezTo>
                    <a:pt x="1118" y="12464"/>
                    <a:pt x="1094" y="12462"/>
                    <a:pt x="1079" y="12462"/>
                  </a:cubicBezTo>
                  <a:cubicBezTo>
                    <a:pt x="1039" y="12462"/>
                    <a:pt x="1064" y="12473"/>
                    <a:pt x="1152" y="12515"/>
                  </a:cubicBezTo>
                  <a:cubicBezTo>
                    <a:pt x="1209" y="12571"/>
                    <a:pt x="1209" y="12571"/>
                    <a:pt x="1144" y="12628"/>
                  </a:cubicBezTo>
                  <a:cubicBezTo>
                    <a:pt x="1087" y="12628"/>
                    <a:pt x="1087" y="12685"/>
                    <a:pt x="1144" y="12685"/>
                  </a:cubicBezTo>
                  <a:cubicBezTo>
                    <a:pt x="1265" y="12742"/>
                    <a:pt x="1322" y="12904"/>
                    <a:pt x="1200" y="12904"/>
                  </a:cubicBezTo>
                  <a:cubicBezTo>
                    <a:pt x="1200" y="12944"/>
                    <a:pt x="1225" y="12985"/>
                    <a:pt x="1257" y="13017"/>
                  </a:cubicBezTo>
                  <a:cubicBezTo>
                    <a:pt x="1379" y="13074"/>
                    <a:pt x="1379" y="13074"/>
                    <a:pt x="1257" y="13074"/>
                  </a:cubicBezTo>
                  <a:cubicBezTo>
                    <a:pt x="1136" y="13123"/>
                    <a:pt x="1136" y="13179"/>
                    <a:pt x="1257" y="13236"/>
                  </a:cubicBezTo>
                  <a:cubicBezTo>
                    <a:pt x="1290" y="13269"/>
                    <a:pt x="1281" y="13317"/>
                    <a:pt x="1249" y="13350"/>
                  </a:cubicBezTo>
                  <a:cubicBezTo>
                    <a:pt x="1197" y="13447"/>
                    <a:pt x="1131" y="13737"/>
                    <a:pt x="1216" y="13737"/>
                  </a:cubicBezTo>
                  <a:cubicBezTo>
                    <a:pt x="1223" y="13737"/>
                    <a:pt x="1231" y="13735"/>
                    <a:pt x="1241" y="13731"/>
                  </a:cubicBezTo>
                  <a:lnTo>
                    <a:pt x="1241" y="13844"/>
                  </a:lnTo>
                  <a:cubicBezTo>
                    <a:pt x="1176" y="13950"/>
                    <a:pt x="1176" y="14006"/>
                    <a:pt x="1233" y="14063"/>
                  </a:cubicBezTo>
                  <a:lnTo>
                    <a:pt x="1298" y="14120"/>
                  </a:lnTo>
                  <a:cubicBezTo>
                    <a:pt x="1233" y="14120"/>
                    <a:pt x="1184" y="14161"/>
                    <a:pt x="1176" y="14225"/>
                  </a:cubicBezTo>
                  <a:cubicBezTo>
                    <a:pt x="1176" y="14282"/>
                    <a:pt x="1176" y="14282"/>
                    <a:pt x="1233" y="14282"/>
                  </a:cubicBezTo>
                  <a:cubicBezTo>
                    <a:pt x="1249" y="14265"/>
                    <a:pt x="1261" y="14259"/>
                    <a:pt x="1270" y="14259"/>
                  </a:cubicBezTo>
                  <a:cubicBezTo>
                    <a:pt x="1290" y="14259"/>
                    <a:pt x="1290" y="14299"/>
                    <a:pt x="1290" y="14339"/>
                  </a:cubicBezTo>
                  <a:cubicBezTo>
                    <a:pt x="1281" y="14396"/>
                    <a:pt x="1233" y="14444"/>
                    <a:pt x="1168" y="14444"/>
                  </a:cubicBezTo>
                  <a:lnTo>
                    <a:pt x="1168" y="14501"/>
                  </a:lnTo>
                  <a:cubicBezTo>
                    <a:pt x="1290" y="14501"/>
                    <a:pt x="1290" y="14558"/>
                    <a:pt x="1225" y="14558"/>
                  </a:cubicBezTo>
                  <a:cubicBezTo>
                    <a:pt x="1184" y="14598"/>
                    <a:pt x="1160" y="14655"/>
                    <a:pt x="1160" y="14720"/>
                  </a:cubicBezTo>
                  <a:cubicBezTo>
                    <a:pt x="1203" y="14720"/>
                    <a:pt x="1189" y="14745"/>
                    <a:pt x="1174" y="14745"/>
                  </a:cubicBezTo>
                  <a:cubicBezTo>
                    <a:pt x="1167" y="14745"/>
                    <a:pt x="1160" y="14739"/>
                    <a:pt x="1160" y="14720"/>
                  </a:cubicBezTo>
                  <a:lnTo>
                    <a:pt x="1103" y="14720"/>
                  </a:lnTo>
                  <a:cubicBezTo>
                    <a:pt x="1046" y="14777"/>
                    <a:pt x="1103" y="14777"/>
                    <a:pt x="1160" y="14777"/>
                  </a:cubicBezTo>
                  <a:lnTo>
                    <a:pt x="1160" y="14882"/>
                  </a:lnTo>
                  <a:cubicBezTo>
                    <a:pt x="1160" y="14922"/>
                    <a:pt x="1160" y="14962"/>
                    <a:pt x="1180" y="14962"/>
                  </a:cubicBezTo>
                  <a:cubicBezTo>
                    <a:pt x="1188" y="14962"/>
                    <a:pt x="1200" y="14955"/>
                    <a:pt x="1217" y="14939"/>
                  </a:cubicBezTo>
                  <a:cubicBezTo>
                    <a:pt x="1281" y="14939"/>
                    <a:pt x="1338" y="14947"/>
                    <a:pt x="1338" y="14996"/>
                  </a:cubicBezTo>
                  <a:cubicBezTo>
                    <a:pt x="1273" y="14996"/>
                    <a:pt x="1217" y="14996"/>
                    <a:pt x="1217" y="15052"/>
                  </a:cubicBezTo>
                  <a:cubicBezTo>
                    <a:pt x="1217" y="15109"/>
                    <a:pt x="1152" y="15109"/>
                    <a:pt x="1152" y="15109"/>
                  </a:cubicBezTo>
                  <a:cubicBezTo>
                    <a:pt x="1138" y="15101"/>
                    <a:pt x="1126" y="15098"/>
                    <a:pt x="1117" y="15098"/>
                  </a:cubicBezTo>
                  <a:cubicBezTo>
                    <a:pt x="1052" y="15098"/>
                    <a:pt x="1102" y="15278"/>
                    <a:pt x="1152" y="15328"/>
                  </a:cubicBezTo>
                  <a:cubicBezTo>
                    <a:pt x="1265" y="15442"/>
                    <a:pt x="1265" y="15490"/>
                    <a:pt x="1144" y="15490"/>
                  </a:cubicBezTo>
                  <a:cubicBezTo>
                    <a:pt x="1030" y="15490"/>
                    <a:pt x="1144" y="15604"/>
                    <a:pt x="1322" y="15660"/>
                  </a:cubicBezTo>
                  <a:lnTo>
                    <a:pt x="1500" y="15717"/>
                  </a:lnTo>
                  <a:lnTo>
                    <a:pt x="1322" y="15717"/>
                  </a:lnTo>
                  <a:cubicBezTo>
                    <a:pt x="1079" y="15766"/>
                    <a:pt x="1079" y="15766"/>
                    <a:pt x="1200" y="15928"/>
                  </a:cubicBezTo>
                  <a:cubicBezTo>
                    <a:pt x="1257" y="16041"/>
                    <a:pt x="1257" y="16041"/>
                    <a:pt x="1192" y="16041"/>
                  </a:cubicBezTo>
                  <a:cubicBezTo>
                    <a:pt x="1136" y="16041"/>
                    <a:pt x="1136" y="16098"/>
                    <a:pt x="1127" y="16260"/>
                  </a:cubicBezTo>
                  <a:cubicBezTo>
                    <a:pt x="1127" y="16423"/>
                    <a:pt x="1127" y="16479"/>
                    <a:pt x="1184" y="16479"/>
                  </a:cubicBezTo>
                  <a:cubicBezTo>
                    <a:pt x="1184" y="16479"/>
                    <a:pt x="1184" y="16536"/>
                    <a:pt x="1184" y="16593"/>
                  </a:cubicBezTo>
                  <a:cubicBezTo>
                    <a:pt x="1083" y="16633"/>
                    <a:pt x="1105" y="16718"/>
                    <a:pt x="1185" y="16718"/>
                  </a:cubicBezTo>
                  <a:cubicBezTo>
                    <a:pt x="1201" y="16718"/>
                    <a:pt x="1220" y="16715"/>
                    <a:pt x="1241" y="16706"/>
                  </a:cubicBezTo>
                  <a:lnTo>
                    <a:pt x="1241" y="16812"/>
                  </a:lnTo>
                  <a:lnTo>
                    <a:pt x="1176" y="16812"/>
                  </a:lnTo>
                  <a:cubicBezTo>
                    <a:pt x="1119" y="16812"/>
                    <a:pt x="1119" y="16925"/>
                    <a:pt x="1111" y="17363"/>
                  </a:cubicBezTo>
                  <a:cubicBezTo>
                    <a:pt x="1095" y="17858"/>
                    <a:pt x="1095" y="17914"/>
                    <a:pt x="1217" y="17914"/>
                  </a:cubicBezTo>
                  <a:cubicBezTo>
                    <a:pt x="1338" y="17971"/>
                    <a:pt x="1338" y="18028"/>
                    <a:pt x="1217" y="18028"/>
                  </a:cubicBezTo>
                  <a:cubicBezTo>
                    <a:pt x="1212" y="18027"/>
                    <a:pt x="1208" y="18027"/>
                    <a:pt x="1204" y="18027"/>
                  </a:cubicBezTo>
                  <a:cubicBezTo>
                    <a:pt x="1145" y="18027"/>
                    <a:pt x="1099" y="18077"/>
                    <a:pt x="1152" y="18077"/>
                  </a:cubicBezTo>
                  <a:cubicBezTo>
                    <a:pt x="1152" y="18141"/>
                    <a:pt x="1127" y="18198"/>
                    <a:pt x="1087" y="18239"/>
                  </a:cubicBezTo>
                  <a:cubicBezTo>
                    <a:pt x="965" y="18401"/>
                    <a:pt x="1030" y="18458"/>
                    <a:pt x="1087" y="18466"/>
                  </a:cubicBezTo>
                  <a:cubicBezTo>
                    <a:pt x="1123" y="18449"/>
                    <a:pt x="1143" y="18442"/>
                    <a:pt x="1151" y="18442"/>
                  </a:cubicBezTo>
                  <a:cubicBezTo>
                    <a:pt x="1171" y="18442"/>
                    <a:pt x="1127" y="18480"/>
                    <a:pt x="1087" y="18514"/>
                  </a:cubicBezTo>
                  <a:cubicBezTo>
                    <a:pt x="1022" y="18571"/>
                    <a:pt x="965" y="18628"/>
                    <a:pt x="1022" y="18628"/>
                  </a:cubicBezTo>
                  <a:cubicBezTo>
                    <a:pt x="1078" y="18684"/>
                    <a:pt x="1134" y="19009"/>
                    <a:pt x="1018" y="19009"/>
                  </a:cubicBezTo>
                  <a:cubicBezTo>
                    <a:pt x="1017" y="19009"/>
                    <a:pt x="1015" y="19009"/>
                    <a:pt x="1014" y="19009"/>
                  </a:cubicBezTo>
                  <a:cubicBezTo>
                    <a:pt x="1014" y="19009"/>
                    <a:pt x="1014" y="19066"/>
                    <a:pt x="1014" y="19122"/>
                  </a:cubicBezTo>
                  <a:cubicBezTo>
                    <a:pt x="1071" y="19122"/>
                    <a:pt x="1071" y="19236"/>
                    <a:pt x="1071" y="19341"/>
                  </a:cubicBezTo>
                  <a:cubicBezTo>
                    <a:pt x="1063" y="19448"/>
                    <a:pt x="1063" y="19504"/>
                    <a:pt x="1016" y="19504"/>
                  </a:cubicBezTo>
                  <a:cubicBezTo>
                    <a:pt x="1013" y="19504"/>
                    <a:pt x="1009" y="19504"/>
                    <a:pt x="1006" y="19503"/>
                  </a:cubicBezTo>
                  <a:cubicBezTo>
                    <a:pt x="991" y="19488"/>
                    <a:pt x="979" y="19481"/>
                    <a:pt x="972" y="19481"/>
                  </a:cubicBezTo>
                  <a:cubicBezTo>
                    <a:pt x="953" y="19481"/>
                    <a:pt x="964" y="19534"/>
                    <a:pt x="1006" y="19617"/>
                  </a:cubicBezTo>
                  <a:cubicBezTo>
                    <a:pt x="998" y="19674"/>
                    <a:pt x="1119" y="19731"/>
                    <a:pt x="1119" y="19787"/>
                  </a:cubicBezTo>
                  <a:cubicBezTo>
                    <a:pt x="1184" y="19787"/>
                    <a:pt x="1233" y="19836"/>
                    <a:pt x="1233" y="19893"/>
                  </a:cubicBezTo>
                  <a:lnTo>
                    <a:pt x="1054" y="19893"/>
                  </a:lnTo>
                  <a:cubicBezTo>
                    <a:pt x="1054" y="19949"/>
                    <a:pt x="1054" y="20006"/>
                    <a:pt x="1111" y="20006"/>
                  </a:cubicBezTo>
                  <a:cubicBezTo>
                    <a:pt x="1054" y="20055"/>
                    <a:pt x="1054" y="20112"/>
                    <a:pt x="1046" y="20225"/>
                  </a:cubicBezTo>
                  <a:cubicBezTo>
                    <a:pt x="1046" y="20330"/>
                    <a:pt x="1046" y="20444"/>
                    <a:pt x="1103" y="20501"/>
                  </a:cubicBezTo>
                  <a:cubicBezTo>
                    <a:pt x="981" y="20549"/>
                    <a:pt x="973" y="20882"/>
                    <a:pt x="1095" y="20939"/>
                  </a:cubicBezTo>
                  <a:cubicBezTo>
                    <a:pt x="1152" y="20939"/>
                    <a:pt x="1152" y="20995"/>
                    <a:pt x="1095" y="21052"/>
                  </a:cubicBezTo>
                  <a:cubicBezTo>
                    <a:pt x="1030" y="21101"/>
                    <a:pt x="1030" y="21101"/>
                    <a:pt x="1087" y="21157"/>
                  </a:cubicBezTo>
                  <a:cubicBezTo>
                    <a:pt x="1152" y="21214"/>
                    <a:pt x="1087" y="21271"/>
                    <a:pt x="1030" y="21328"/>
                  </a:cubicBezTo>
                  <a:cubicBezTo>
                    <a:pt x="909" y="21376"/>
                    <a:pt x="909" y="21433"/>
                    <a:pt x="965" y="21490"/>
                  </a:cubicBezTo>
                  <a:cubicBezTo>
                    <a:pt x="1006" y="21571"/>
                    <a:pt x="1022" y="21668"/>
                    <a:pt x="1014" y="21766"/>
                  </a:cubicBezTo>
                  <a:cubicBezTo>
                    <a:pt x="1062" y="21849"/>
                    <a:pt x="1070" y="21898"/>
                    <a:pt x="1097" y="21898"/>
                  </a:cubicBezTo>
                  <a:cubicBezTo>
                    <a:pt x="1107" y="21898"/>
                    <a:pt x="1119" y="21892"/>
                    <a:pt x="1136" y="21879"/>
                  </a:cubicBezTo>
                  <a:cubicBezTo>
                    <a:pt x="1176" y="21879"/>
                    <a:pt x="1225" y="21903"/>
                    <a:pt x="1257" y="21936"/>
                  </a:cubicBezTo>
                  <a:cubicBezTo>
                    <a:pt x="1291" y="21999"/>
                    <a:pt x="1282" y="22024"/>
                    <a:pt x="1269" y="22024"/>
                  </a:cubicBezTo>
                  <a:cubicBezTo>
                    <a:pt x="1260" y="22024"/>
                    <a:pt x="1249" y="22012"/>
                    <a:pt x="1249" y="21993"/>
                  </a:cubicBezTo>
                  <a:cubicBezTo>
                    <a:pt x="1225" y="21944"/>
                    <a:pt x="1211" y="21926"/>
                    <a:pt x="1198" y="21926"/>
                  </a:cubicBezTo>
                  <a:cubicBezTo>
                    <a:pt x="1182" y="21926"/>
                    <a:pt x="1168" y="21957"/>
                    <a:pt x="1136" y="21984"/>
                  </a:cubicBezTo>
                  <a:cubicBezTo>
                    <a:pt x="1087" y="22049"/>
                    <a:pt x="1063" y="22130"/>
                    <a:pt x="1071" y="22203"/>
                  </a:cubicBezTo>
                  <a:cubicBezTo>
                    <a:pt x="1071" y="22260"/>
                    <a:pt x="1063" y="22374"/>
                    <a:pt x="1063" y="22422"/>
                  </a:cubicBezTo>
                  <a:cubicBezTo>
                    <a:pt x="998" y="22593"/>
                    <a:pt x="998" y="22641"/>
                    <a:pt x="1063" y="22649"/>
                  </a:cubicBezTo>
                  <a:lnTo>
                    <a:pt x="1119" y="22649"/>
                  </a:lnTo>
                  <a:cubicBezTo>
                    <a:pt x="998" y="22698"/>
                    <a:pt x="990" y="23306"/>
                    <a:pt x="1103" y="23363"/>
                  </a:cubicBezTo>
                  <a:lnTo>
                    <a:pt x="1046" y="23363"/>
                  </a:lnTo>
                  <a:cubicBezTo>
                    <a:pt x="981" y="23363"/>
                    <a:pt x="981" y="23411"/>
                    <a:pt x="981" y="23525"/>
                  </a:cubicBezTo>
                  <a:cubicBezTo>
                    <a:pt x="1006" y="23671"/>
                    <a:pt x="1022" y="23817"/>
                    <a:pt x="1030" y="23963"/>
                  </a:cubicBezTo>
                  <a:cubicBezTo>
                    <a:pt x="1030" y="24190"/>
                    <a:pt x="1022" y="24352"/>
                    <a:pt x="1087" y="24352"/>
                  </a:cubicBezTo>
                  <a:cubicBezTo>
                    <a:pt x="1087" y="24409"/>
                    <a:pt x="1087" y="24409"/>
                    <a:pt x="1022" y="24409"/>
                  </a:cubicBezTo>
                  <a:cubicBezTo>
                    <a:pt x="1005" y="24392"/>
                    <a:pt x="993" y="24385"/>
                    <a:pt x="985" y="24385"/>
                  </a:cubicBezTo>
                  <a:cubicBezTo>
                    <a:pt x="965" y="24385"/>
                    <a:pt x="965" y="24423"/>
                    <a:pt x="965" y="24457"/>
                  </a:cubicBezTo>
                  <a:cubicBezTo>
                    <a:pt x="965" y="24514"/>
                    <a:pt x="1022" y="24514"/>
                    <a:pt x="1079" y="24514"/>
                  </a:cubicBezTo>
                  <a:cubicBezTo>
                    <a:pt x="1144" y="24522"/>
                    <a:pt x="1136" y="24571"/>
                    <a:pt x="1079" y="24684"/>
                  </a:cubicBezTo>
                  <a:cubicBezTo>
                    <a:pt x="1014" y="24822"/>
                    <a:pt x="1014" y="24984"/>
                    <a:pt x="1071" y="25122"/>
                  </a:cubicBezTo>
                  <a:cubicBezTo>
                    <a:pt x="1071" y="25179"/>
                    <a:pt x="1063" y="25236"/>
                    <a:pt x="1006" y="25236"/>
                  </a:cubicBezTo>
                  <a:cubicBezTo>
                    <a:pt x="917" y="25301"/>
                    <a:pt x="909" y="25438"/>
                    <a:pt x="998" y="25503"/>
                  </a:cubicBezTo>
                  <a:cubicBezTo>
                    <a:pt x="998" y="25560"/>
                    <a:pt x="998" y="25560"/>
                    <a:pt x="941" y="25560"/>
                  </a:cubicBezTo>
                  <a:cubicBezTo>
                    <a:pt x="876" y="25617"/>
                    <a:pt x="819" y="25617"/>
                    <a:pt x="941" y="25673"/>
                  </a:cubicBezTo>
                  <a:cubicBezTo>
                    <a:pt x="998" y="25795"/>
                    <a:pt x="990" y="25933"/>
                    <a:pt x="933" y="26055"/>
                  </a:cubicBezTo>
                  <a:cubicBezTo>
                    <a:pt x="925" y="26111"/>
                    <a:pt x="925" y="26168"/>
                    <a:pt x="990" y="26168"/>
                  </a:cubicBezTo>
                  <a:lnTo>
                    <a:pt x="1046" y="26168"/>
                  </a:lnTo>
                  <a:cubicBezTo>
                    <a:pt x="925" y="26225"/>
                    <a:pt x="925" y="26225"/>
                    <a:pt x="1046" y="26282"/>
                  </a:cubicBezTo>
                  <a:cubicBezTo>
                    <a:pt x="1099" y="26282"/>
                    <a:pt x="1103" y="26331"/>
                    <a:pt x="1057" y="26331"/>
                  </a:cubicBezTo>
                  <a:cubicBezTo>
                    <a:pt x="1054" y="26331"/>
                    <a:pt x="1050" y="26331"/>
                    <a:pt x="1046" y="26330"/>
                  </a:cubicBezTo>
                  <a:cubicBezTo>
                    <a:pt x="1006" y="26363"/>
                    <a:pt x="990" y="26403"/>
                    <a:pt x="981" y="26444"/>
                  </a:cubicBezTo>
                  <a:cubicBezTo>
                    <a:pt x="1006" y="26646"/>
                    <a:pt x="1022" y="26849"/>
                    <a:pt x="1030" y="27052"/>
                  </a:cubicBezTo>
                  <a:cubicBezTo>
                    <a:pt x="1022" y="27490"/>
                    <a:pt x="1014" y="27652"/>
                    <a:pt x="1079" y="27652"/>
                  </a:cubicBezTo>
                  <a:cubicBezTo>
                    <a:pt x="1136" y="27709"/>
                    <a:pt x="1136" y="27709"/>
                    <a:pt x="1071" y="27765"/>
                  </a:cubicBezTo>
                  <a:cubicBezTo>
                    <a:pt x="1030" y="27806"/>
                    <a:pt x="1006" y="27871"/>
                    <a:pt x="1014" y="27927"/>
                  </a:cubicBezTo>
                  <a:cubicBezTo>
                    <a:pt x="1006" y="27984"/>
                    <a:pt x="1006" y="28041"/>
                    <a:pt x="949" y="28041"/>
                  </a:cubicBezTo>
                  <a:cubicBezTo>
                    <a:pt x="1006" y="28098"/>
                    <a:pt x="1006" y="28098"/>
                    <a:pt x="1006" y="28146"/>
                  </a:cubicBezTo>
                  <a:cubicBezTo>
                    <a:pt x="949" y="28146"/>
                    <a:pt x="949" y="28203"/>
                    <a:pt x="1006" y="28260"/>
                  </a:cubicBezTo>
                  <a:cubicBezTo>
                    <a:pt x="1119" y="28317"/>
                    <a:pt x="1119" y="28317"/>
                    <a:pt x="1006" y="28317"/>
                  </a:cubicBezTo>
                  <a:cubicBezTo>
                    <a:pt x="951" y="28317"/>
                    <a:pt x="895" y="28434"/>
                    <a:pt x="920" y="28434"/>
                  </a:cubicBezTo>
                  <a:cubicBezTo>
                    <a:pt x="925" y="28434"/>
                    <a:pt x="931" y="28430"/>
                    <a:pt x="941" y="28422"/>
                  </a:cubicBezTo>
                  <a:cubicBezTo>
                    <a:pt x="998" y="28422"/>
                    <a:pt x="998" y="28535"/>
                    <a:pt x="1054" y="28592"/>
                  </a:cubicBezTo>
                  <a:cubicBezTo>
                    <a:pt x="1054" y="28649"/>
                    <a:pt x="1054" y="28698"/>
                    <a:pt x="998" y="28698"/>
                  </a:cubicBezTo>
                  <a:cubicBezTo>
                    <a:pt x="933" y="28754"/>
                    <a:pt x="990" y="29030"/>
                    <a:pt x="1046" y="29087"/>
                  </a:cubicBezTo>
                  <a:cubicBezTo>
                    <a:pt x="1103" y="29087"/>
                    <a:pt x="1103" y="29144"/>
                    <a:pt x="1046" y="29144"/>
                  </a:cubicBezTo>
                  <a:cubicBezTo>
                    <a:pt x="990" y="29144"/>
                    <a:pt x="981" y="29192"/>
                    <a:pt x="981" y="29249"/>
                  </a:cubicBezTo>
                  <a:cubicBezTo>
                    <a:pt x="1038" y="29306"/>
                    <a:pt x="981" y="29306"/>
                    <a:pt x="925" y="29306"/>
                  </a:cubicBezTo>
                  <a:cubicBezTo>
                    <a:pt x="907" y="29290"/>
                    <a:pt x="894" y="29283"/>
                    <a:pt x="885" y="29283"/>
                  </a:cubicBezTo>
                  <a:cubicBezTo>
                    <a:pt x="860" y="29283"/>
                    <a:pt x="860" y="29334"/>
                    <a:pt x="860" y="29411"/>
                  </a:cubicBezTo>
                  <a:cubicBezTo>
                    <a:pt x="917" y="29468"/>
                    <a:pt x="917" y="29687"/>
                    <a:pt x="909" y="29857"/>
                  </a:cubicBezTo>
                  <a:cubicBezTo>
                    <a:pt x="909" y="30133"/>
                    <a:pt x="965" y="30189"/>
                    <a:pt x="1079" y="30295"/>
                  </a:cubicBezTo>
                  <a:lnTo>
                    <a:pt x="1200" y="30352"/>
                  </a:lnTo>
                  <a:lnTo>
                    <a:pt x="1079" y="30352"/>
                  </a:lnTo>
                  <a:cubicBezTo>
                    <a:pt x="1014" y="30360"/>
                    <a:pt x="957" y="30376"/>
                    <a:pt x="900" y="30408"/>
                  </a:cubicBezTo>
                  <a:cubicBezTo>
                    <a:pt x="900" y="30457"/>
                    <a:pt x="957" y="30457"/>
                    <a:pt x="1022" y="30465"/>
                  </a:cubicBezTo>
                  <a:cubicBezTo>
                    <a:pt x="1079" y="30465"/>
                    <a:pt x="1079" y="30522"/>
                    <a:pt x="1014" y="30627"/>
                  </a:cubicBezTo>
                  <a:cubicBezTo>
                    <a:pt x="949" y="30733"/>
                    <a:pt x="949" y="30789"/>
                    <a:pt x="1014" y="30846"/>
                  </a:cubicBezTo>
                  <a:cubicBezTo>
                    <a:pt x="1014" y="30911"/>
                    <a:pt x="990" y="30968"/>
                    <a:pt x="949" y="31008"/>
                  </a:cubicBezTo>
                  <a:cubicBezTo>
                    <a:pt x="949" y="31065"/>
                    <a:pt x="949" y="31065"/>
                    <a:pt x="1006" y="31065"/>
                  </a:cubicBezTo>
                  <a:cubicBezTo>
                    <a:pt x="1063" y="31065"/>
                    <a:pt x="1063" y="31122"/>
                    <a:pt x="1006" y="31179"/>
                  </a:cubicBezTo>
                  <a:cubicBezTo>
                    <a:pt x="884" y="31227"/>
                    <a:pt x="876" y="31398"/>
                    <a:pt x="941" y="31398"/>
                  </a:cubicBezTo>
                  <a:cubicBezTo>
                    <a:pt x="998" y="31398"/>
                    <a:pt x="998" y="31454"/>
                    <a:pt x="998" y="31511"/>
                  </a:cubicBezTo>
                  <a:cubicBezTo>
                    <a:pt x="990" y="31568"/>
                    <a:pt x="1006" y="31633"/>
                    <a:pt x="1054" y="31673"/>
                  </a:cubicBezTo>
                  <a:cubicBezTo>
                    <a:pt x="1054" y="31730"/>
                    <a:pt x="1054" y="31787"/>
                    <a:pt x="1054" y="31787"/>
                  </a:cubicBezTo>
                  <a:cubicBezTo>
                    <a:pt x="1052" y="31800"/>
                    <a:pt x="1047" y="31805"/>
                    <a:pt x="1039" y="31805"/>
                  </a:cubicBezTo>
                  <a:cubicBezTo>
                    <a:pt x="1020" y="31805"/>
                    <a:pt x="990" y="31765"/>
                    <a:pt x="990" y="31730"/>
                  </a:cubicBezTo>
                  <a:lnTo>
                    <a:pt x="933" y="31779"/>
                  </a:lnTo>
                  <a:cubicBezTo>
                    <a:pt x="925" y="31892"/>
                    <a:pt x="925" y="31949"/>
                    <a:pt x="990" y="32006"/>
                  </a:cubicBezTo>
                  <a:cubicBezTo>
                    <a:pt x="1072" y="32047"/>
                    <a:pt x="1095" y="32058"/>
                    <a:pt x="1054" y="32058"/>
                  </a:cubicBezTo>
                  <a:cubicBezTo>
                    <a:pt x="1039" y="32058"/>
                    <a:pt x="1015" y="32056"/>
                    <a:pt x="981" y="32054"/>
                  </a:cubicBezTo>
                  <a:cubicBezTo>
                    <a:pt x="925" y="32054"/>
                    <a:pt x="868" y="32111"/>
                    <a:pt x="925" y="32168"/>
                  </a:cubicBezTo>
                  <a:cubicBezTo>
                    <a:pt x="1031" y="32221"/>
                    <a:pt x="988" y="32274"/>
                    <a:pt x="936" y="32274"/>
                  </a:cubicBezTo>
                  <a:cubicBezTo>
                    <a:pt x="932" y="32274"/>
                    <a:pt x="928" y="32274"/>
                    <a:pt x="925" y="32273"/>
                  </a:cubicBezTo>
                  <a:cubicBezTo>
                    <a:pt x="884" y="32254"/>
                    <a:pt x="857" y="32242"/>
                    <a:pt x="843" y="32242"/>
                  </a:cubicBezTo>
                  <a:cubicBezTo>
                    <a:pt x="816" y="32242"/>
                    <a:pt x="841" y="32292"/>
                    <a:pt x="917" y="32443"/>
                  </a:cubicBezTo>
                  <a:cubicBezTo>
                    <a:pt x="917" y="32549"/>
                    <a:pt x="973" y="32776"/>
                    <a:pt x="965" y="32938"/>
                  </a:cubicBezTo>
                  <a:cubicBezTo>
                    <a:pt x="965" y="33157"/>
                    <a:pt x="957" y="33270"/>
                    <a:pt x="900" y="33319"/>
                  </a:cubicBezTo>
                  <a:cubicBezTo>
                    <a:pt x="885" y="33319"/>
                    <a:pt x="872" y="33320"/>
                    <a:pt x="860" y="33321"/>
                  </a:cubicBezTo>
                  <a:lnTo>
                    <a:pt x="860" y="33321"/>
                  </a:lnTo>
                  <a:cubicBezTo>
                    <a:pt x="957" y="33335"/>
                    <a:pt x="957" y="33388"/>
                    <a:pt x="957" y="33546"/>
                  </a:cubicBezTo>
                  <a:cubicBezTo>
                    <a:pt x="900" y="33651"/>
                    <a:pt x="925" y="33789"/>
                    <a:pt x="1006" y="33878"/>
                  </a:cubicBezTo>
                  <a:lnTo>
                    <a:pt x="1006" y="33765"/>
                  </a:lnTo>
                  <a:cubicBezTo>
                    <a:pt x="1127" y="33765"/>
                    <a:pt x="1127" y="33822"/>
                    <a:pt x="1063" y="33927"/>
                  </a:cubicBezTo>
                  <a:cubicBezTo>
                    <a:pt x="1063" y="33984"/>
                    <a:pt x="1006" y="33984"/>
                    <a:pt x="949" y="33984"/>
                  </a:cubicBezTo>
                  <a:cubicBezTo>
                    <a:pt x="884" y="33984"/>
                    <a:pt x="836" y="34033"/>
                    <a:pt x="827" y="34089"/>
                  </a:cubicBezTo>
                  <a:cubicBezTo>
                    <a:pt x="822" y="34129"/>
                    <a:pt x="820" y="34170"/>
                    <a:pt x="842" y="34170"/>
                  </a:cubicBezTo>
                  <a:cubicBezTo>
                    <a:pt x="852" y="34170"/>
                    <a:pt x="865" y="34163"/>
                    <a:pt x="884" y="34146"/>
                  </a:cubicBezTo>
                  <a:cubicBezTo>
                    <a:pt x="941" y="34146"/>
                    <a:pt x="941" y="34146"/>
                    <a:pt x="941" y="34203"/>
                  </a:cubicBezTo>
                  <a:cubicBezTo>
                    <a:pt x="933" y="34268"/>
                    <a:pt x="949" y="34324"/>
                    <a:pt x="998" y="34373"/>
                  </a:cubicBezTo>
                  <a:cubicBezTo>
                    <a:pt x="1054" y="34373"/>
                    <a:pt x="1054" y="34430"/>
                    <a:pt x="1054" y="34478"/>
                  </a:cubicBezTo>
                  <a:cubicBezTo>
                    <a:pt x="1014" y="34527"/>
                    <a:pt x="990" y="34584"/>
                    <a:pt x="990" y="34649"/>
                  </a:cubicBezTo>
                  <a:lnTo>
                    <a:pt x="933" y="34641"/>
                  </a:lnTo>
                  <a:cubicBezTo>
                    <a:pt x="884" y="34649"/>
                    <a:pt x="844" y="34665"/>
                    <a:pt x="811" y="34697"/>
                  </a:cubicBezTo>
                  <a:cubicBezTo>
                    <a:pt x="811" y="34754"/>
                    <a:pt x="868" y="34754"/>
                    <a:pt x="868" y="34754"/>
                  </a:cubicBezTo>
                  <a:cubicBezTo>
                    <a:pt x="933" y="34754"/>
                    <a:pt x="900" y="36076"/>
                    <a:pt x="900" y="36238"/>
                  </a:cubicBezTo>
                  <a:cubicBezTo>
                    <a:pt x="845" y="36335"/>
                    <a:pt x="837" y="36468"/>
                    <a:pt x="872" y="36468"/>
                  </a:cubicBezTo>
                  <a:cubicBezTo>
                    <a:pt x="877" y="36468"/>
                    <a:pt x="884" y="36465"/>
                    <a:pt x="892" y="36457"/>
                  </a:cubicBezTo>
                  <a:cubicBezTo>
                    <a:pt x="957" y="36465"/>
                    <a:pt x="949" y="36732"/>
                    <a:pt x="941" y="37065"/>
                  </a:cubicBezTo>
                  <a:cubicBezTo>
                    <a:pt x="933" y="37454"/>
                    <a:pt x="925" y="37730"/>
                    <a:pt x="990" y="37730"/>
                  </a:cubicBezTo>
                  <a:lnTo>
                    <a:pt x="981" y="37892"/>
                  </a:lnTo>
                  <a:cubicBezTo>
                    <a:pt x="998" y="37989"/>
                    <a:pt x="1014" y="38078"/>
                    <a:pt x="1038" y="38167"/>
                  </a:cubicBezTo>
                  <a:cubicBezTo>
                    <a:pt x="1078" y="38208"/>
                    <a:pt x="1090" y="38248"/>
                    <a:pt x="1074" y="38248"/>
                  </a:cubicBezTo>
                  <a:cubicBezTo>
                    <a:pt x="1067" y="38248"/>
                    <a:pt x="1055" y="38241"/>
                    <a:pt x="1038" y="38224"/>
                  </a:cubicBezTo>
                  <a:cubicBezTo>
                    <a:pt x="981" y="38224"/>
                    <a:pt x="917" y="38224"/>
                    <a:pt x="917" y="38281"/>
                  </a:cubicBezTo>
                  <a:cubicBezTo>
                    <a:pt x="917" y="38386"/>
                    <a:pt x="973" y="38386"/>
                    <a:pt x="1030" y="38386"/>
                  </a:cubicBezTo>
                  <a:cubicBezTo>
                    <a:pt x="1063" y="38386"/>
                    <a:pt x="1095" y="38411"/>
                    <a:pt x="1095" y="38443"/>
                  </a:cubicBezTo>
                  <a:cubicBezTo>
                    <a:pt x="1095" y="38500"/>
                    <a:pt x="1095" y="38500"/>
                    <a:pt x="1030" y="38500"/>
                  </a:cubicBezTo>
                  <a:lnTo>
                    <a:pt x="909" y="38500"/>
                  </a:lnTo>
                  <a:lnTo>
                    <a:pt x="909" y="38549"/>
                  </a:lnTo>
                  <a:cubicBezTo>
                    <a:pt x="941" y="38549"/>
                    <a:pt x="973" y="38573"/>
                    <a:pt x="973" y="38605"/>
                  </a:cubicBezTo>
                  <a:cubicBezTo>
                    <a:pt x="965" y="38662"/>
                    <a:pt x="965" y="38662"/>
                    <a:pt x="852" y="38662"/>
                  </a:cubicBezTo>
                  <a:cubicBezTo>
                    <a:pt x="730" y="38662"/>
                    <a:pt x="730" y="38711"/>
                    <a:pt x="844" y="38767"/>
                  </a:cubicBezTo>
                  <a:lnTo>
                    <a:pt x="900" y="38881"/>
                  </a:lnTo>
                  <a:cubicBezTo>
                    <a:pt x="787" y="38938"/>
                    <a:pt x="900" y="39051"/>
                    <a:pt x="957" y="39100"/>
                  </a:cubicBezTo>
                  <a:cubicBezTo>
                    <a:pt x="836" y="39157"/>
                    <a:pt x="836" y="39213"/>
                    <a:pt x="957" y="39270"/>
                  </a:cubicBezTo>
                  <a:cubicBezTo>
                    <a:pt x="1014" y="39270"/>
                    <a:pt x="1014" y="39327"/>
                    <a:pt x="957" y="39376"/>
                  </a:cubicBezTo>
                  <a:cubicBezTo>
                    <a:pt x="892" y="39432"/>
                    <a:pt x="892" y="39489"/>
                    <a:pt x="892" y="39594"/>
                  </a:cubicBezTo>
                  <a:cubicBezTo>
                    <a:pt x="949" y="39651"/>
                    <a:pt x="941" y="40040"/>
                    <a:pt x="933" y="40478"/>
                  </a:cubicBezTo>
                  <a:cubicBezTo>
                    <a:pt x="925" y="40973"/>
                    <a:pt x="917" y="41305"/>
                    <a:pt x="973" y="41305"/>
                  </a:cubicBezTo>
                  <a:cubicBezTo>
                    <a:pt x="973" y="41362"/>
                    <a:pt x="973" y="41362"/>
                    <a:pt x="909" y="41419"/>
                  </a:cubicBezTo>
                  <a:cubicBezTo>
                    <a:pt x="905" y="41418"/>
                    <a:pt x="901" y="41418"/>
                    <a:pt x="898" y="41418"/>
                  </a:cubicBezTo>
                  <a:cubicBezTo>
                    <a:pt x="852" y="41418"/>
                    <a:pt x="859" y="41471"/>
                    <a:pt x="965" y="41524"/>
                  </a:cubicBezTo>
                  <a:cubicBezTo>
                    <a:pt x="1030" y="41581"/>
                    <a:pt x="1087" y="41581"/>
                    <a:pt x="965" y="41581"/>
                  </a:cubicBezTo>
                  <a:cubicBezTo>
                    <a:pt x="909" y="41581"/>
                    <a:pt x="909" y="41694"/>
                    <a:pt x="900" y="41913"/>
                  </a:cubicBezTo>
                  <a:cubicBezTo>
                    <a:pt x="900" y="42075"/>
                    <a:pt x="892" y="42294"/>
                    <a:pt x="949" y="42294"/>
                  </a:cubicBezTo>
                  <a:cubicBezTo>
                    <a:pt x="987" y="42361"/>
                    <a:pt x="1003" y="42388"/>
                    <a:pt x="996" y="42388"/>
                  </a:cubicBezTo>
                  <a:cubicBezTo>
                    <a:pt x="992" y="42388"/>
                    <a:pt x="976" y="42375"/>
                    <a:pt x="949" y="42351"/>
                  </a:cubicBezTo>
                  <a:cubicBezTo>
                    <a:pt x="939" y="42346"/>
                    <a:pt x="929" y="42343"/>
                    <a:pt x="919" y="42343"/>
                  </a:cubicBezTo>
                  <a:cubicBezTo>
                    <a:pt x="825" y="42343"/>
                    <a:pt x="781" y="42585"/>
                    <a:pt x="884" y="42732"/>
                  </a:cubicBezTo>
                  <a:cubicBezTo>
                    <a:pt x="884" y="42789"/>
                    <a:pt x="884" y="42846"/>
                    <a:pt x="819" y="42846"/>
                  </a:cubicBezTo>
                  <a:cubicBezTo>
                    <a:pt x="819" y="42943"/>
                    <a:pt x="836" y="43032"/>
                    <a:pt x="876" y="43121"/>
                  </a:cubicBezTo>
                  <a:cubicBezTo>
                    <a:pt x="876" y="43178"/>
                    <a:pt x="868" y="43397"/>
                    <a:pt x="868" y="43502"/>
                  </a:cubicBezTo>
                  <a:cubicBezTo>
                    <a:pt x="868" y="43583"/>
                    <a:pt x="892" y="43656"/>
                    <a:pt x="925" y="43729"/>
                  </a:cubicBezTo>
                  <a:lnTo>
                    <a:pt x="925" y="43786"/>
                  </a:lnTo>
                  <a:cubicBezTo>
                    <a:pt x="924" y="43786"/>
                    <a:pt x="923" y="43786"/>
                    <a:pt x="922" y="43786"/>
                  </a:cubicBezTo>
                  <a:cubicBezTo>
                    <a:pt x="860" y="43786"/>
                    <a:pt x="860" y="44059"/>
                    <a:pt x="852" y="44443"/>
                  </a:cubicBezTo>
                  <a:cubicBezTo>
                    <a:pt x="844" y="44824"/>
                    <a:pt x="836" y="45156"/>
                    <a:pt x="771" y="45213"/>
                  </a:cubicBezTo>
                  <a:cubicBezTo>
                    <a:pt x="779" y="45254"/>
                    <a:pt x="795" y="45294"/>
                    <a:pt x="827" y="45318"/>
                  </a:cubicBezTo>
                  <a:cubicBezTo>
                    <a:pt x="949" y="45383"/>
                    <a:pt x="949" y="45432"/>
                    <a:pt x="884" y="45489"/>
                  </a:cubicBezTo>
                  <a:cubicBezTo>
                    <a:pt x="763" y="45562"/>
                    <a:pt x="763" y="45740"/>
                    <a:pt x="884" y="45821"/>
                  </a:cubicBezTo>
                  <a:lnTo>
                    <a:pt x="819" y="45821"/>
                  </a:lnTo>
                  <a:cubicBezTo>
                    <a:pt x="698" y="45870"/>
                    <a:pt x="754" y="46040"/>
                    <a:pt x="876" y="46097"/>
                  </a:cubicBezTo>
                  <a:cubicBezTo>
                    <a:pt x="811" y="46145"/>
                    <a:pt x="754" y="46202"/>
                    <a:pt x="811" y="46259"/>
                  </a:cubicBezTo>
                  <a:cubicBezTo>
                    <a:pt x="811" y="46300"/>
                    <a:pt x="811" y="46311"/>
                    <a:pt x="765" y="46311"/>
                  </a:cubicBezTo>
                  <a:cubicBezTo>
                    <a:pt x="747" y="46311"/>
                    <a:pt x="723" y="46310"/>
                    <a:pt x="690" y="46308"/>
                  </a:cubicBezTo>
                  <a:cubicBezTo>
                    <a:pt x="633" y="46308"/>
                    <a:pt x="568" y="46308"/>
                    <a:pt x="568" y="46364"/>
                  </a:cubicBezTo>
                  <a:cubicBezTo>
                    <a:pt x="568" y="46421"/>
                    <a:pt x="625" y="46421"/>
                    <a:pt x="690" y="46421"/>
                  </a:cubicBezTo>
                  <a:lnTo>
                    <a:pt x="690" y="46527"/>
                  </a:lnTo>
                  <a:cubicBezTo>
                    <a:pt x="682" y="46556"/>
                    <a:pt x="708" y="46585"/>
                    <a:pt x="736" y="46585"/>
                  </a:cubicBezTo>
                  <a:cubicBezTo>
                    <a:pt x="740" y="46585"/>
                    <a:pt x="743" y="46584"/>
                    <a:pt x="746" y="46583"/>
                  </a:cubicBezTo>
                  <a:cubicBezTo>
                    <a:pt x="803" y="46591"/>
                    <a:pt x="803" y="46640"/>
                    <a:pt x="803" y="46697"/>
                  </a:cubicBezTo>
                  <a:cubicBezTo>
                    <a:pt x="765" y="46697"/>
                    <a:pt x="778" y="46722"/>
                    <a:pt x="807" y="46722"/>
                  </a:cubicBezTo>
                  <a:cubicBezTo>
                    <a:pt x="822" y="46722"/>
                    <a:pt x="841" y="46716"/>
                    <a:pt x="860" y="46697"/>
                  </a:cubicBezTo>
                  <a:cubicBezTo>
                    <a:pt x="925" y="46697"/>
                    <a:pt x="981" y="46705"/>
                    <a:pt x="981" y="46754"/>
                  </a:cubicBezTo>
                  <a:lnTo>
                    <a:pt x="1103" y="46762"/>
                  </a:lnTo>
                  <a:cubicBezTo>
                    <a:pt x="1217" y="46762"/>
                    <a:pt x="1281" y="46762"/>
                    <a:pt x="1338" y="46656"/>
                  </a:cubicBezTo>
                  <a:cubicBezTo>
                    <a:pt x="1403" y="46437"/>
                    <a:pt x="1468" y="46267"/>
                    <a:pt x="1346" y="46267"/>
                  </a:cubicBezTo>
                  <a:cubicBezTo>
                    <a:pt x="1273" y="46218"/>
                    <a:pt x="1273" y="46097"/>
                    <a:pt x="1354" y="46048"/>
                  </a:cubicBezTo>
                  <a:cubicBezTo>
                    <a:pt x="1411" y="46048"/>
                    <a:pt x="1419" y="45829"/>
                    <a:pt x="1427" y="45554"/>
                  </a:cubicBezTo>
                  <a:cubicBezTo>
                    <a:pt x="1427" y="45221"/>
                    <a:pt x="1436" y="45059"/>
                    <a:pt x="1492" y="45002"/>
                  </a:cubicBezTo>
                  <a:cubicBezTo>
                    <a:pt x="1533" y="44978"/>
                    <a:pt x="1549" y="44937"/>
                    <a:pt x="1557" y="44897"/>
                  </a:cubicBezTo>
                  <a:cubicBezTo>
                    <a:pt x="1500" y="44897"/>
                    <a:pt x="1500" y="44564"/>
                    <a:pt x="1509" y="44183"/>
                  </a:cubicBezTo>
                  <a:cubicBezTo>
                    <a:pt x="1517" y="43794"/>
                    <a:pt x="1525" y="43413"/>
                    <a:pt x="1468" y="43405"/>
                  </a:cubicBezTo>
                  <a:lnTo>
                    <a:pt x="1468" y="43300"/>
                  </a:lnTo>
                  <a:cubicBezTo>
                    <a:pt x="1533" y="43300"/>
                    <a:pt x="1533" y="43186"/>
                    <a:pt x="1533" y="43081"/>
                  </a:cubicBezTo>
                  <a:cubicBezTo>
                    <a:pt x="1500" y="43008"/>
                    <a:pt x="1484" y="42935"/>
                    <a:pt x="1476" y="42862"/>
                  </a:cubicBezTo>
                  <a:cubicBezTo>
                    <a:pt x="1541" y="42862"/>
                    <a:pt x="1541" y="42805"/>
                    <a:pt x="1541" y="42692"/>
                  </a:cubicBezTo>
                  <a:cubicBezTo>
                    <a:pt x="1549" y="42586"/>
                    <a:pt x="1549" y="42529"/>
                    <a:pt x="1484" y="42529"/>
                  </a:cubicBezTo>
                  <a:cubicBezTo>
                    <a:pt x="1484" y="42327"/>
                    <a:pt x="1509" y="42124"/>
                    <a:pt x="1557" y="41921"/>
                  </a:cubicBezTo>
                  <a:cubicBezTo>
                    <a:pt x="1622" y="41873"/>
                    <a:pt x="1557" y="41816"/>
                    <a:pt x="1500" y="41759"/>
                  </a:cubicBezTo>
                  <a:cubicBezTo>
                    <a:pt x="1444" y="41751"/>
                    <a:pt x="1387" y="41711"/>
                    <a:pt x="1387" y="41646"/>
                  </a:cubicBezTo>
                  <a:lnTo>
                    <a:pt x="1509" y="41646"/>
                  </a:lnTo>
                  <a:cubicBezTo>
                    <a:pt x="1533" y="41670"/>
                    <a:pt x="1546" y="41684"/>
                    <a:pt x="1554" y="41684"/>
                  </a:cubicBezTo>
                  <a:cubicBezTo>
                    <a:pt x="1565" y="41684"/>
                    <a:pt x="1565" y="41658"/>
                    <a:pt x="1565" y="41597"/>
                  </a:cubicBezTo>
                  <a:lnTo>
                    <a:pt x="1565" y="41484"/>
                  </a:lnTo>
                  <a:cubicBezTo>
                    <a:pt x="1509" y="41484"/>
                    <a:pt x="1517" y="41208"/>
                    <a:pt x="1525" y="40819"/>
                  </a:cubicBezTo>
                  <a:cubicBezTo>
                    <a:pt x="1533" y="40324"/>
                    <a:pt x="1533" y="40162"/>
                    <a:pt x="1476" y="40162"/>
                  </a:cubicBezTo>
                  <a:cubicBezTo>
                    <a:pt x="1419" y="40162"/>
                    <a:pt x="1419" y="40105"/>
                    <a:pt x="1484" y="39943"/>
                  </a:cubicBezTo>
                  <a:cubicBezTo>
                    <a:pt x="1663" y="39611"/>
                    <a:pt x="1663" y="39611"/>
                    <a:pt x="1606" y="39554"/>
                  </a:cubicBezTo>
                  <a:lnTo>
                    <a:pt x="1606" y="39554"/>
                  </a:lnTo>
                  <a:cubicBezTo>
                    <a:pt x="1606" y="39611"/>
                    <a:pt x="1549" y="39611"/>
                    <a:pt x="1484" y="39611"/>
                  </a:cubicBezTo>
                  <a:cubicBezTo>
                    <a:pt x="1371" y="39611"/>
                    <a:pt x="1371" y="39554"/>
                    <a:pt x="1492" y="39497"/>
                  </a:cubicBezTo>
                  <a:cubicBezTo>
                    <a:pt x="1493" y="39497"/>
                    <a:pt x="1493" y="39497"/>
                    <a:pt x="1494" y="39497"/>
                  </a:cubicBezTo>
                  <a:cubicBezTo>
                    <a:pt x="1605" y="39497"/>
                    <a:pt x="1565" y="38678"/>
                    <a:pt x="1444" y="38622"/>
                  </a:cubicBezTo>
                  <a:lnTo>
                    <a:pt x="1509" y="38622"/>
                  </a:lnTo>
                  <a:cubicBezTo>
                    <a:pt x="1565" y="38622"/>
                    <a:pt x="1565" y="38565"/>
                    <a:pt x="1573" y="38346"/>
                  </a:cubicBezTo>
                  <a:cubicBezTo>
                    <a:pt x="1573" y="38232"/>
                    <a:pt x="1573" y="38184"/>
                    <a:pt x="1573" y="38184"/>
                  </a:cubicBezTo>
                  <a:cubicBezTo>
                    <a:pt x="1460" y="38176"/>
                    <a:pt x="1525" y="37851"/>
                    <a:pt x="1581" y="37851"/>
                  </a:cubicBezTo>
                  <a:cubicBezTo>
                    <a:pt x="1646" y="37795"/>
                    <a:pt x="1646" y="37795"/>
                    <a:pt x="1646" y="37689"/>
                  </a:cubicBezTo>
                  <a:cubicBezTo>
                    <a:pt x="1533" y="37519"/>
                    <a:pt x="1598" y="37243"/>
                    <a:pt x="1654" y="37243"/>
                  </a:cubicBezTo>
                  <a:cubicBezTo>
                    <a:pt x="1654" y="37243"/>
                    <a:pt x="1654" y="37195"/>
                    <a:pt x="1654" y="37138"/>
                  </a:cubicBezTo>
                  <a:cubicBezTo>
                    <a:pt x="1614" y="37073"/>
                    <a:pt x="1590" y="36992"/>
                    <a:pt x="1606" y="36919"/>
                  </a:cubicBezTo>
                  <a:cubicBezTo>
                    <a:pt x="1606" y="36791"/>
                    <a:pt x="1606" y="36727"/>
                    <a:pt x="1582" y="36727"/>
                  </a:cubicBezTo>
                  <a:cubicBezTo>
                    <a:pt x="1574" y="36727"/>
                    <a:pt x="1563" y="36734"/>
                    <a:pt x="1549" y="36749"/>
                  </a:cubicBezTo>
                  <a:cubicBezTo>
                    <a:pt x="1484" y="36749"/>
                    <a:pt x="1427" y="36749"/>
                    <a:pt x="1427" y="36692"/>
                  </a:cubicBezTo>
                  <a:lnTo>
                    <a:pt x="1484" y="36692"/>
                  </a:lnTo>
                  <a:cubicBezTo>
                    <a:pt x="1549" y="36692"/>
                    <a:pt x="1549" y="36530"/>
                    <a:pt x="1557" y="36311"/>
                  </a:cubicBezTo>
                  <a:cubicBezTo>
                    <a:pt x="1557" y="36035"/>
                    <a:pt x="1565" y="35922"/>
                    <a:pt x="1622" y="35873"/>
                  </a:cubicBezTo>
                  <a:lnTo>
                    <a:pt x="1565" y="35816"/>
                  </a:lnTo>
                  <a:cubicBezTo>
                    <a:pt x="1509" y="35759"/>
                    <a:pt x="1509" y="35703"/>
                    <a:pt x="1565" y="35703"/>
                  </a:cubicBezTo>
                  <a:cubicBezTo>
                    <a:pt x="1630" y="35646"/>
                    <a:pt x="1630" y="35427"/>
                    <a:pt x="1573" y="35322"/>
                  </a:cubicBezTo>
                  <a:lnTo>
                    <a:pt x="1581" y="35208"/>
                  </a:lnTo>
                  <a:cubicBezTo>
                    <a:pt x="1695" y="35160"/>
                    <a:pt x="1703" y="34989"/>
                    <a:pt x="1581" y="34932"/>
                  </a:cubicBezTo>
                  <a:cubicBezTo>
                    <a:pt x="1646" y="34932"/>
                    <a:pt x="1646" y="34876"/>
                    <a:pt x="1646" y="34827"/>
                  </a:cubicBezTo>
                  <a:cubicBezTo>
                    <a:pt x="1590" y="34714"/>
                    <a:pt x="1590" y="34495"/>
                    <a:pt x="1654" y="34495"/>
                  </a:cubicBezTo>
                  <a:lnTo>
                    <a:pt x="1654" y="34438"/>
                  </a:lnTo>
                  <a:cubicBezTo>
                    <a:pt x="1606" y="34397"/>
                    <a:pt x="1590" y="34333"/>
                    <a:pt x="1598" y="34276"/>
                  </a:cubicBezTo>
                  <a:cubicBezTo>
                    <a:pt x="1606" y="34211"/>
                    <a:pt x="1581" y="34146"/>
                    <a:pt x="1541" y="34106"/>
                  </a:cubicBezTo>
                  <a:cubicBezTo>
                    <a:pt x="1509" y="34081"/>
                    <a:pt x="1484" y="34041"/>
                    <a:pt x="1484" y="33992"/>
                  </a:cubicBezTo>
                  <a:cubicBezTo>
                    <a:pt x="1484" y="33979"/>
                    <a:pt x="1488" y="33974"/>
                    <a:pt x="1495" y="33974"/>
                  </a:cubicBezTo>
                  <a:cubicBezTo>
                    <a:pt x="1515" y="33974"/>
                    <a:pt x="1558" y="34015"/>
                    <a:pt x="1606" y="34057"/>
                  </a:cubicBezTo>
                  <a:cubicBezTo>
                    <a:pt x="1618" y="34080"/>
                    <a:pt x="1628" y="34090"/>
                    <a:pt x="1634" y="34090"/>
                  </a:cubicBezTo>
                  <a:cubicBezTo>
                    <a:pt x="1657" y="34090"/>
                    <a:pt x="1638" y="33963"/>
                    <a:pt x="1549" y="33830"/>
                  </a:cubicBezTo>
                  <a:cubicBezTo>
                    <a:pt x="1482" y="33740"/>
                    <a:pt x="1452" y="33700"/>
                    <a:pt x="1459" y="33700"/>
                  </a:cubicBezTo>
                  <a:cubicBezTo>
                    <a:pt x="1465" y="33700"/>
                    <a:pt x="1495" y="33726"/>
                    <a:pt x="1549" y="33773"/>
                  </a:cubicBezTo>
                  <a:cubicBezTo>
                    <a:pt x="1583" y="33807"/>
                    <a:pt x="1616" y="33840"/>
                    <a:pt x="1626" y="33840"/>
                  </a:cubicBezTo>
                  <a:cubicBezTo>
                    <a:pt x="1633" y="33840"/>
                    <a:pt x="1629" y="33824"/>
                    <a:pt x="1606" y="33781"/>
                  </a:cubicBezTo>
                  <a:cubicBezTo>
                    <a:pt x="1606" y="33781"/>
                    <a:pt x="1614" y="33668"/>
                    <a:pt x="1549" y="33668"/>
                  </a:cubicBezTo>
                  <a:cubicBezTo>
                    <a:pt x="1549" y="33611"/>
                    <a:pt x="1549" y="33554"/>
                    <a:pt x="1557" y="33497"/>
                  </a:cubicBezTo>
                  <a:cubicBezTo>
                    <a:pt x="1598" y="33433"/>
                    <a:pt x="1622" y="33360"/>
                    <a:pt x="1614" y="33279"/>
                  </a:cubicBezTo>
                  <a:cubicBezTo>
                    <a:pt x="1557" y="33230"/>
                    <a:pt x="1557" y="33230"/>
                    <a:pt x="1622" y="33173"/>
                  </a:cubicBezTo>
                  <a:cubicBezTo>
                    <a:pt x="1679" y="33173"/>
                    <a:pt x="1679" y="33116"/>
                    <a:pt x="1565" y="33116"/>
                  </a:cubicBezTo>
                  <a:cubicBezTo>
                    <a:pt x="1500" y="33076"/>
                    <a:pt x="1500" y="32987"/>
                    <a:pt x="1565" y="32954"/>
                  </a:cubicBezTo>
                  <a:cubicBezTo>
                    <a:pt x="1687" y="32954"/>
                    <a:pt x="1687" y="32897"/>
                    <a:pt x="1622" y="32897"/>
                  </a:cubicBezTo>
                  <a:cubicBezTo>
                    <a:pt x="1590" y="32865"/>
                    <a:pt x="1573" y="32833"/>
                    <a:pt x="1565" y="32784"/>
                  </a:cubicBezTo>
                  <a:cubicBezTo>
                    <a:pt x="1630" y="32784"/>
                    <a:pt x="1638" y="32289"/>
                    <a:pt x="1646" y="31795"/>
                  </a:cubicBezTo>
                  <a:cubicBezTo>
                    <a:pt x="1646" y="31738"/>
                    <a:pt x="1590" y="31689"/>
                    <a:pt x="1533" y="31681"/>
                  </a:cubicBezTo>
                  <a:cubicBezTo>
                    <a:pt x="1411" y="31681"/>
                    <a:pt x="1468" y="31681"/>
                    <a:pt x="1533" y="31633"/>
                  </a:cubicBezTo>
                  <a:cubicBezTo>
                    <a:pt x="1679" y="31586"/>
                    <a:pt x="1705" y="31507"/>
                    <a:pt x="1611" y="31507"/>
                  </a:cubicBezTo>
                  <a:cubicBezTo>
                    <a:pt x="1591" y="31507"/>
                    <a:pt x="1565" y="31510"/>
                    <a:pt x="1533" y="31519"/>
                  </a:cubicBezTo>
                  <a:cubicBezTo>
                    <a:pt x="1484" y="31539"/>
                    <a:pt x="1454" y="31551"/>
                    <a:pt x="1445" y="31551"/>
                  </a:cubicBezTo>
                  <a:cubicBezTo>
                    <a:pt x="1431" y="31551"/>
                    <a:pt x="1460" y="31525"/>
                    <a:pt x="1533" y="31462"/>
                  </a:cubicBezTo>
                  <a:cubicBezTo>
                    <a:pt x="1598" y="31414"/>
                    <a:pt x="1598" y="31414"/>
                    <a:pt x="1541" y="31357"/>
                  </a:cubicBezTo>
                  <a:cubicBezTo>
                    <a:pt x="1476" y="31349"/>
                    <a:pt x="1476" y="31300"/>
                    <a:pt x="1541" y="31300"/>
                  </a:cubicBezTo>
                  <a:cubicBezTo>
                    <a:pt x="1598" y="31243"/>
                    <a:pt x="1663" y="31195"/>
                    <a:pt x="1598" y="31187"/>
                  </a:cubicBezTo>
                  <a:cubicBezTo>
                    <a:pt x="1606" y="31146"/>
                    <a:pt x="1630" y="31106"/>
                    <a:pt x="1663" y="31081"/>
                  </a:cubicBezTo>
                  <a:cubicBezTo>
                    <a:pt x="1727" y="31025"/>
                    <a:pt x="1663" y="30968"/>
                    <a:pt x="1606" y="30911"/>
                  </a:cubicBezTo>
                  <a:cubicBezTo>
                    <a:pt x="1521" y="30790"/>
                    <a:pt x="1500" y="30727"/>
                    <a:pt x="1545" y="30727"/>
                  </a:cubicBezTo>
                  <a:cubicBezTo>
                    <a:pt x="1560" y="30727"/>
                    <a:pt x="1583" y="30735"/>
                    <a:pt x="1614" y="30749"/>
                  </a:cubicBezTo>
                  <a:cubicBezTo>
                    <a:pt x="1624" y="30754"/>
                    <a:pt x="1633" y="30757"/>
                    <a:pt x="1641" y="30757"/>
                  </a:cubicBezTo>
                  <a:cubicBezTo>
                    <a:pt x="1716" y="30757"/>
                    <a:pt x="1660" y="30525"/>
                    <a:pt x="1557" y="30473"/>
                  </a:cubicBezTo>
                  <a:cubicBezTo>
                    <a:pt x="1436" y="30416"/>
                    <a:pt x="1436" y="30416"/>
                    <a:pt x="1500" y="30416"/>
                  </a:cubicBezTo>
                  <a:cubicBezTo>
                    <a:pt x="1533" y="30416"/>
                    <a:pt x="1557" y="30392"/>
                    <a:pt x="1557" y="30360"/>
                  </a:cubicBezTo>
                  <a:cubicBezTo>
                    <a:pt x="1557" y="30311"/>
                    <a:pt x="1557" y="30254"/>
                    <a:pt x="1622" y="30254"/>
                  </a:cubicBezTo>
                  <a:cubicBezTo>
                    <a:pt x="1614" y="30198"/>
                    <a:pt x="1598" y="30141"/>
                    <a:pt x="1565" y="30092"/>
                  </a:cubicBezTo>
                  <a:cubicBezTo>
                    <a:pt x="1460" y="29987"/>
                    <a:pt x="1492" y="29808"/>
                    <a:pt x="1630" y="29760"/>
                  </a:cubicBezTo>
                  <a:lnTo>
                    <a:pt x="1573" y="29646"/>
                  </a:lnTo>
                  <a:cubicBezTo>
                    <a:pt x="1452" y="29590"/>
                    <a:pt x="1395" y="29533"/>
                    <a:pt x="1517" y="29533"/>
                  </a:cubicBezTo>
                  <a:lnTo>
                    <a:pt x="1573" y="29541"/>
                  </a:lnTo>
                  <a:cubicBezTo>
                    <a:pt x="1460" y="29484"/>
                    <a:pt x="1525" y="29265"/>
                    <a:pt x="1638" y="29265"/>
                  </a:cubicBezTo>
                  <a:cubicBezTo>
                    <a:pt x="1703" y="29265"/>
                    <a:pt x="1703" y="29265"/>
                    <a:pt x="1703" y="29208"/>
                  </a:cubicBezTo>
                  <a:lnTo>
                    <a:pt x="1638" y="29208"/>
                  </a:lnTo>
                  <a:cubicBezTo>
                    <a:pt x="1581" y="29208"/>
                    <a:pt x="1525" y="29208"/>
                    <a:pt x="1525" y="29152"/>
                  </a:cubicBezTo>
                  <a:cubicBezTo>
                    <a:pt x="1525" y="29099"/>
                    <a:pt x="1525" y="29046"/>
                    <a:pt x="1571" y="29046"/>
                  </a:cubicBezTo>
                  <a:cubicBezTo>
                    <a:pt x="1574" y="29046"/>
                    <a:pt x="1578" y="29046"/>
                    <a:pt x="1581" y="29046"/>
                  </a:cubicBezTo>
                  <a:cubicBezTo>
                    <a:pt x="1646" y="28990"/>
                    <a:pt x="1703" y="28933"/>
                    <a:pt x="1646" y="28933"/>
                  </a:cubicBezTo>
                  <a:cubicBezTo>
                    <a:pt x="1654" y="28892"/>
                    <a:pt x="1679" y="28852"/>
                    <a:pt x="1711" y="28827"/>
                  </a:cubicBezTo>
                  <a:cubicBezTo>
                    <a:pt x="1711" y="28771"/>
                    <a:pt x="1711" y="28714"/>
                    <a:pt x="1711" y="28608"/>
                  </a:cubicBezTo>
                  <a:cubicBezTo>
                    <a:pt x="1654" y="28552"/>
                    <a:pt x="1654" y="28438"/>
                    <a:pt x="1719" y="28438"/>
                  </a:cubicBezTo>
                  <a:cubicBezTo>
                    <a:pt x="1719" y="28381"/>
                    <a:pt x="1695" y="28317"/>
                    <a:pt x="1663" y="28276"/>
                  </a:cubicBezTo>
                  <a:cubicBezTo>
                    <a:pt x="1663" y="28163"/>
                    <a:pt x="1663" y="28106"/>
                    <a:pt x="1727" y="28106"/>
                  </a:cubicBezTo>
                  <a:cubicBezTo>
                    <a:pt x="1743" y="28108"/>
                    <a:pt x="1754" y="28110"/>
                    <a:pt x="1761" y="28110"/>
                  </a:cubicBezTo>
                  <a:cubicBezTo>
                    <a:pt x="1780" y="28110"/>
                    <a:pt x="1769" y="28098"/>
                    <a:pt x="1727" y="28057"/>
                  </a:cubicBezTo>
                  <a:cubicBezTo>
                    <a:pt x="1663" y="28057"/>
                    <a:pt x="1671" y="28000"/>
                    <a:pt x="1671" y="27944"/>
                  </a:cubicBezTo>
                  <a:lnTo>
                    <a:pt x="1671" y="27830"/>
                  </a:lnTo>
                  <a:cubicBezTo>
                    <a:pt x="1614" y="27830"/>
                    <a:pt x="1614" y="27830"/>
                    <a:pt x="1614" y="27773"/>
                  </a:cubicBezTo>
                  <a:cubicBezTo>
                    <a:pt x="1614" y="27725"/>
                    <a:pt x="1679" y="27554"/>
                    <a:pt x="1679" y="27506"/>
                  </a:cubicBezTo>
                  <a:cubicBezTo>
                    <a:pt x="1679" y="27398"/>
                    <a:pt x="1679" y="27358"/>
                    <a:pt x="1664" y="27358"/>
                  </a:cubicBezTo>
                  <a:cubicBezTo>
                    <a:pt x="1656" y="27358"/>
                    <a:pt x="1643" y="27372"/>
                    <a:pt x="1622" y="27392"/>
                  </a:cubicBezTo>
                  <a:cubicBezTo>
                    <a:pt x="1622" y="27416"/>
                    <a:pt x="1611" y="27430"/>
                    <a:pt x="1602" y="27430"/>
                  </a:cubicBezTo>
                  <a:cubicBezTo>
                    <a:pt x="1591" y="27430"/>
                    <a:pt x="1584" y="27402"/>
                    <a:pt x="1622" y="27336"/>
                  </a:cubicBezTo>
                  <a:cubicBezTo>
                    <a:pt x="1654" y="27214"/>
                    <a:pt x="1671" y="27084"/>
                    <a:pt x="1687" y="26954"/>
                  </a:cubicBezTo>
                  <a:cubicBezTo>
                    <a:pt x="1695" y="26736"/>
                    <a:pt x="1695" y="26736"/>
                    <a:pt x="1630" y="26727"/>
                  </a:cubicBezTo>
                  <a:cubicBezTo>
                    <a:pt x="1596" y="26744"/>
                    <a:pt x="1573" y="26751"/>
                    <a:pt x="1559" y="26751"/>
                  </a:cubicBezTo>
                  <a:cubicBezTo>
                    <a:pt x="1527" y="26751"/>
                    <a:pt x="1553" y="26713"/>
                    <a:pt x="1638" y="26679"/>
                  </a:cubicBezTo>
                  <a:cubicBezTo>
                    <a:pt x="1760" y="26565"/>
                    <a:pt x="1760" y="26517"/>
                    <a:pt x="1695" y="26509"/>
                  </a:cubicBezTo>
                  <a:cubicBezTo>
                    <a:pt x="1638" y="26460"/>
                    <a:pt x="1638" y="26460"/>
                    <a:pt x="1638" y="26403"/>
                  </a:cubicBezTo>
                  <a:cubicBezTo>
                    <a:pt x="1703" y="26403"/>
                    <a:pt x="1703" y="26346"/>
                    <a:pt x="1646" y="26233"/>
                  </a:cubicBezTo>
                  <a:cubicBezTo>
                    <a:pt x="1646" y="26184"/>
                    <a:pt x="1646" y="26184"/>
                    <a:pt x="1703" y="26184"/>
                  </a:cubicBezTo>
                  <a:lnTo>
                    <a:pt x="1703" y="26071"/>
                  </a:lnTo>
                  <a:cubicBezTo>
                    <a:pt x="1590" y="25957"/>
                    <a:pt x="1654" y="25633"/>
                    <a:pt x="1719" y="25576"/>
                  </a:cubicBezTo>
                  <a:cubicBezTo>
                    <a:pt x="1711" y="25536"/>
                    <a:pt x="1695" y="25495"/>
                    <a:pt x="1663" y="25463"/>
                  </a:cubicBezTo>
                  <a:cubicBezTo>
                    <a:pt x="1549" y="25410"/>
                    <a:pt x="1541" y="25356"/>
                    <a:pt x="1641" y="25356"/>
                  </a:cubicBezTo>
                  <a:cubicBezTo>
                    <a:pt x="1647" y="25356"/>
                    <a:pt x="1655" y="25357"/>
                    <a:pt x="1663" y="25357"/>
                  </a:cubicBezTo>
                  <a:cubicBezTo>
                    <a:pt x="1784" y="25357"/>
                    <a:pt x="1784" y="25357"/>
                    <a:pt x="1663" y="25301"/>
                  </a:cubicBezTo>
                  <a:cubicBezTo>
                    <a:pt x="1611" y="25249"/>
                    <a:pt x="1606" y="25017"/>
                    <a:pt x="1697" y="25017"/>
                  </a:cubicBezTo>
                  <a:cubicBezTo>
                    <a:pt x="1706" y="25017"/>
                    <a:pt x="1716" y="25020"/>
                    <a:pt x="1727" y="25025"/>
                  </a:cubicBezTo>
                  <a:lnTo>
                    <a:pt x="1849" y="25033"/>
                  </a:lnTo>
                  <a:cubicBezTo>
                    <a:pt x="1817" y="25001"/>
                    <a:pt x="1792" y="24960"/>
                    <a:pt x="1792" y="24919"/>
                  </a:cubicBezTo>
                  <a:cubicBezTo>
                    <a:pt x="1727" y="24919"/>
                    <a:pt x="1736" y="24863"/>
                    <a:pt x="1736" y="24692"/>
                  </a:cubicBezTo>
                  <a:cubicBezTo>
                    <a:pt x="1736" y="24587"/>
                    <a:pt x="1679" y="24368"/>
                    <a:pt x="1687" y="24255"/>
                  </a:cubicBezTo>
                  <a:cubicBezTo>
                    <a:pt x="1687" y="24141"/>
                    <a:pt x="1687" y="23979"/>
                    <a:pt x="1752" y="23922"/>
                  </a:cubicBezTo>
                  <a:cubicBezTo>
                    <a:pt x="1752" y="23849"/>
                    <a:pt x="1736" y="23768"/>
                    <a:pt x="1695" y="23703"/>
                  </a:cubicBezTo>
                  <a:cubicBezTo>
                    <a:pt x="1638" y="23647"/>
                    <a:pt x="1638" y="23541"/>
                    <a:pt x="1695" y="23541"/>
                  </a:cubicBezTo>
                  <a:lnTo>
                    <a:pt x="1703" y="23484"/>
                  </a:lnTo>
                  <a:cubicBezTo>
                    <a:pt x="1671" y="23436"/>
                    <a:pt x="1646" y="23379"/>
                    <a:pt x="1646" y="23322"/>
                  </a:cubicBezTo>
                  <a:cubicBezTo>
                    <a:pt x="1703" y="23322"/>
                    <a:pt x="1768" y="23265"/>
                    <a:pt x="1703" y="23209"/>
                  </a:cubicBezTo>
                  <a:cubicBezTo>
                    <a:pt x="1646" y="23209"/>
                    <a:pt x="1646" y="23152"/>
                    <a:pt x="1646" y="23047"/>
                  </a:cubicBezTo>
                  <a:cubicBezTo>
                    <a:pt x="1711" y="22933"/>
                    <a:pt x="1752" y="21117"/>
                    <a:pt x="1687" y="21117"/>
                  </a:cubicBezTo>
                  <a:lnTo>
                    <a:pt x="1695" y="20955"/>
                  </a:lnTo>
                  <a:cubicBezTo>
                    <a:pt x="1695" y="20898"/>
                    <a:pt x="1695" y="20785"/>
                    <a:pt x="1695" y="20785"/>
                  </a:cubicBezTo>
                  <a:cubicBezTo>
                    <a:pt x="1697" y="20785"/>
                    <a:pt x="1698" y="20785"/>
                    <a:pt x="1700" y="20785"/>
                  </a:cubicBezTo>
                  <a:cubicBezTo>
                    <a:pt x="1815" y="20785"/>
                    <a:pt x="1759" y="20515"/>
                    <a:pt x="1703" y="20347"/>
                  </a:cubicBezTo>
                  <a:cubicBezTo>
                    <a:pt x="1663" y="20306"/>
                    <a:pt x="1638" y="20241"/>
                    <a:pt x="1646" y="20185"/>
                  </a:cubicBezTo>
                  <a:cubicBezTo>
                    <a:pt x="1768" y="20185"/>
                    <a:pt x="1768" y="20014"/>
                    <a:pt x="1711" y="19909"/>
                  </a:cubicBezTo>
                  <a:cubicBezTo>
                    <a:pt x="1598" y="19852"/>
                    <a:pt x="1598" y="19795"/>
                    <a:pt x="1719" y="19795"/>
                  </a:cubicBezTo>
                  <a:cubicBezTo>
                    <a:pt x="1723" y="19796"/>
                    <a:pt x="1727" y="19796"/>
                    <a:pt x="1730" y="19796"/>
                  </a:cubicBezTo>
                  <a:cubicBezTo>
                    <a:pt x="1833" y="19796"/>
                    <a:pt x="1835" y="19686"/>
                    <a:pt x="1663" y="19576"/>
                  </a:cubicBezTo>
                  <a:cubicBezTo>
                    <a:pt x="1606" y="19520"/>
                    <a:pt x="1606" y="19520"/>
                    <a:pt x="1663" y="19463"/>
                  </a:cubicBezTo>
                  <a:cubicBezTo>
                    <a:pt x="1784" y="19414"/>
                    <a:pt x="1784" y="19358"/>
                    <a:pt x="1727" y="19358"/>
                  </a:cubicBezTo>
                  <a:cubicBezTo>
                    <a:pt x="1606" y="19301"/>
                    <a:pt x="1606" y="19244"/>
                    <a:pt x="1727" y="19195"/>
                  </a:cubicBezTo>
                  <a:cubicBezTo>
                    <a:pt x="1849" y="19082"/>
                    <a:pt x="1849" y="19082"/>
                    <a:pt x="1736" y="19025"/>
                  </a:cubicBezTo>
                  <a:cubicBezTo>
                    <a:pt x="1614" y="18944"/>
                    <a:pt x="1622" y="18774"/>
                    <a:pt x="1736" y="18701"/>
                  </a:cubicBezTo>
                  <a:cubicBezTo>
                    <a:pt x="1744" y="18644"/>
                    <a:pt x="1800" y="18587"/>
                    <a:pt x="1744" y="18587"/>
                  </a:cubicBezTo>
                  <a:lnTo>
                    <a:pt x="1800" y="18531"/>
                  </a:lnTo>
                  <a:cubicBezTo>
                    <a:pt x="1800" y="18482"/>
                    <a:pt x="1808" y="18425"/>
                    <a:pt x="1808" y="18425"/>
                  </a:cubicBezTo>
                  <a:lnTo>
                    <a:pt x="1744" y="18425"/>
                  </a:lnTo>
                  <a:cubicBezTo>
                    <a:pt x="1784" y="18166"/>
                    <a:pt x="1808" y="17906"/>
                    <a:pt x="1825" y="17655"/>
                  </a:cubicBezTo>
                  <a:cubicBezTo>
                    <a:pt x="1832" y="17136"/>
                    <a:pt x="1833" y="16977"/>
                    <a:pt x="1797" y="16977"/>
                  </a:cubicBezTo>
                  <a:cubicBezTo>
                    <a:pt x="1791" y="16977"/>
                    <a:pt x="1784" y="16982"/>
                    <a:pt x="1776" y="16990"/>
                  </a:cubicBezTo>
                  <a:cubicBezTo>
                    <a:pt x="1753" y="17001"/>
                    <a:pt x="1734" y="17006"/>
                    <a:pt x="1719" y="17006"/>
                  </a:cubicBezTo>
                  <a:cubicBezTo>
                    <a:pt x="1659" y="17006"/>
                    <a:pt x="1678" y="16924"/>
                    <a:pt x="1776" y="16885"/>
                  </a:cubicBezTo>
                  <a:cubicBezTo>
                    <a:pt x="1800" y="16787"/>
                    <a:pt x="1825" y="16698"/>
                    <a:pt x="1841" y="16609"/>
                  </a:cubicBezTo>
                  <a:cubicBezTo>
                    <a:pt x="1841" y="16496"/>
                    <a:pt x="1849" y="16390"/>
                    <a:pt x="1906" y="16390"/>
                  </a:cubicBezTo>
                  <a:lnTo>
                    <a:pt x="1906" y="16333"/>
                  </a:lnTo>
                  <a:cubicBezTo>
                    <a:pt x="1792" y="16220"/>
                    <a:pt x="1800" y="15887"/>
                    <a:pt x="1857" y="15725"/>
                  </a:cubicBezTo>
                  <a:cubicBezTo>
                    <a:pt x="1873" y="15628"/>
                    <a:pt x="1849" y="15539"/>
                    <a:pt x="1808" y="15450"/>
                  </a:cubicBezTo>
                  <a:cubicBezTo>
                    <a:pt x="1752" y="15336"/>
                    <a:pt x="1752" y="15336"/>
                    <a:pt x="1808" y="15287"/>
                  </a:cubicBezTo>
                  <a:cubicBezTo>
                    <a:pt x="1873" y="15287"/>
                    <a:pt x="1938" y="14955"/>
                    <a:pt x="1817" y="14955"/>
                  </a:cubicBezTo>
                  <a:lnTo>
                    <a:pt x="1881" y="14898"/>
                  </a:lnTo>
                  <a:cubicBezTo>
                    <a:pt x="1938" y="14850"/>
                    <a:pt x="1881" y="14793"/>
                    <a:pt x="1817" y="14793"/>
                  </a:cubicBezTo>
                  <a:cubicBezTo>
                    <a:pt x="1703" y="14785"/>
                    <a:pt x="1703" y="14736"/>
                    <a:pt x="1881" y="14679"/>
                  </a:cubicBezTo>
                  <a:cubicBezTo>
                    <a:pt x="1890" y="14680"/>
                    <a:pt x="1897" y="14680"/>
                    <a:pt x="1904" y="14680"/>
                  </a:cubicBezTo>
                  <a:cubicBezTo>
                    <a:pt x="2003" y="14680"/>
                    <a:pt x="1999" y="14631"/>
                    <a:pt x="1946" y="14631"/>
                  </a:cubicBezTo>
                  <a:cubicBezTo>
                    <a:pt x="1881" y="14574"/>
                    <a:pt x="1825" y="14517"/>
                    <a:pt x="1890" y="14460"/>
                  </a:cubicBezTo>
                  <a:cubicBezTo>
                    <a:pt x="1890" y="14404"/>
                    <a:pt x="1890" y="14355"/>
                    <a:pt x="1768" y="14347"/>
                  </a:cubicBezTo>
                  <a:cubicBezTo>
                    <a:pt x="1711" y="14347"/>
                    <a:pt x="1711" y="14290"/>
                    <a:pt x="1711" y="14233"/>
                  </a:cubicBezTo>
                  <a:lnTo>
                    <a:pt x="1711" y="14233"/>
                  </a:lnTo>
                  <a:cubicBezTo>
                    <a:pt x="1768" y="14242"/>
                    <a:pt x="1768" y="14242"/>
                    <a:pt x="1833" y="14298"/>
                  </a:cubicBezTo>
                  <a:cubicBezTo>
                    <a:pt x="1833" y="14277"/>
                    <a:pt x="1833" y="14238"/>
                    <a:pt x="1833" y="14185"/>
                  </a:cubicBezTo>
                  <a:cubicBezTo>
                    <a:pt x="1833" y="14128"/>
                    <a:pt x="1898" y="14023"/>
                    <a:pt x="1954" y="14023"/>
                  </a:cubicBezTo>
                  <a:cubicBezTo>
                    <a:pt x="2000" y="13983"/>
                    <a:pt x="2014" y="13942"/>
                    <a:pt x="1975" y="13942"/>
                  </a:cubicBezTo>
                  <a:cubicBezTo>
                    <a:pt x="1958" y="13942"/>
                    <a:pt x="1933" y="13949"/>
                    <a:pt x="1898" y="13966"/>
                  </a:cubicBezTo>
                  <a:cubicBezTo>
                    <a:pt x="1776" y="13966"/>
                    <a:pt x="1776" y="13966"/>
                    <a:pt x="1776" y="13852"/>
                  </a:cubicBezTo>
                  <a:cubicBezTo>
                    <a:pt x="1784" y="13796"/>
                    <a:pt x="1784" y="13747"/>
                    <a:pt x="1841" y="13747"/>
                  </a:cubicBezTo>
                  <a:cubicBezTo>
                    <a:pt x="1898" y="13747"/>
                    <a:pt x="1898" y="13747"/>
                    <a:pt x="1906" y="13633"/>
                  </a:cubicBezTo>
                  <a:cubicBezTo>
                    <a:pt x="1906" y="13471"/>
                    <a:pt x="1727" y="13301"/>
                    <a:pt x="1614" y="13244"/>
                  </a:cubicBezTo>
                  <a:cubicBezTo>
                    <a:pt x="1492" y="13244"/>
                    <a:pt x="1492" y="13244"/>
                    <a:pt x="1614" y="13188"/>
                  </a:cubicBezTo>
                  <a:cubicBezTo>
                    <a:pt x="1671" y="13188"/>
                    <a:pt x="1671" y="13139"/>
                    <a:pt x="1679" y="13082"/>
                  </a:cubicBezTo>
                  <a:cubicBezTo>
                    <a:pt x="1636" y="13082"/>
                    <a:pt x="1650" y="13057"/>
                    <a:pt x="1664" y="13057"/>
                  </a:cubicBezTo>
                  <a:cubicBezTo>
                    <a:pt x="1672" y="13057"/>
                    <a:pt x="1679" y="13063"/>
                    <a:pt x="1679" y="13082"/>
                  </a:cubicBezTo>
                  <a:cubicBezTo>
                    <a:pt x="1736" y="13082"/>
                    <a:pt x="1736" y="13139"/>
                    <a:pt x="1736" y="13196"/>
                  </a:cubicBezTo>
                  <a:lnTo>
                    <a:pt x="1792" y="13196"/>
                  </a:lnTo>
                  <a:cubicBezTo>
                    <a:pt x="1914" y="13139"/>
                    <a:pt x="1914" y="13082"/>
                    <a:pt x="1800" y="13025"/>
                  </a:cubicBezTo>
                  <a:cubicBezTo>
                    <a:pt x="1736" y="12969"/>
                    <a:pt x="1736" y="12969"/>
                    <a:pt x="1800" y="12920"/>
                  </a:cubicBezTo>
                  <a:cubicBezTo>
                    <a:pt x="1857" y="12863"/>
                    <a:pt x="1922" y="12807"/>
                    <a:pt x="1857" y="12807"/>
                  </a:cubicBezTo>
                  <a:cubicBezTo>
                    <a:pt x="1865" y="12750"/>
                    <a:pt x="1881" y="12693"/>
                    <a:pt x="1922" y="12644"/>
                  </a:cubicBezTo>
                  <a:cubicBezTo>
                    <a:pt x="1930" y="12539"/>
                    <a:pt x="1930" y="12482"/>
                    <a:pt x="1865" y="12482"/>
                  </a:cubicBezTo>
                  <a:cubicBezTo>
                    <a:pt x="1808" y="12474"/>
                    <a:pt x="1808" y="12425"/>
                    <a:pt x="1808" y="12369"/>
                  </a:cubicBezTo>
                  <a:cubicBezTo>
                    <a:pt x="1808" y="12312"/>
                    <a:pt x="1808" y="12255"/>
                    <a:pt x="1752" y="12255"/>
                  </a:cubicBezTo>
                  <a:cubicBezTo>
                    <a:pt x="1695" y="12255"/>
                    <a:pt x="1638" y="12198"/>
                    <a:pt x="1638" y="12085"/>
                  </a:cubicBezTo>
                  <a:cubicBezTo>
                    <a:pt x="1581" y="11980"/>
                    <a:pt x="1581" y="11980"/>
                    <a:pt x="1703" y="11923"/>
                  </a:cubicBezTo>
                  <a:cubicBezTo>
                    <a:pt x="1760" y="11923"/>
                    <a:pt x="1760" y="11874"/>
                    <a:pt x="1760" y="11817"/>
                  </a:cubicBezTo>
                  <a:cubicBezTo>
                    <a:pt x="1768" y="11777"/>
                    <a:pt x="1792" y="11736"/>
                    <a:pt x="1825" y="11704"/>
                  </a:cubicBezTo>
                  <a:cubicBezTo>
                    <a:pt x="1881" y="11655"/>
                    <a:pt x="1825" y="11655"/>
                    <a:pt x="1768" y="11647"/>
                  </a:cubicBezTo>
                  <a:lnTo>
                    <a:pt x="1646" y="11647"/>
                  </a:lnTo>
                  <a:cubicBezTo>
                    <a:pt x="1646" y="11590"/>
                    <a:pt x="1768" y="11542"/>
                    <a:pt x="1825" y="11542"/>
                  </a:cubicBezTo>
                  <a:cubicBezTo>
                    <a:pt x="1946" y="11493"/>
                    <a:pt x="1946" y="11493"/>
                    <a:pt x="1825" y="11485"/>
                  </a:cubicBezTo>
                  <a:cubicBezTo>
                    <a:pt x="1768" y="11485"/>
                    <a:pt x="1711" y="11428"/>
                    <a:pt x="1776" y="11323"/>
                  </a:cubicBezTo>
                  <a:cubicBezTo>
                    <a:pt x="1776" y="11209"/>
                    <a:pt x="1776" y="11104"/>
                    <a:pt x="1833" y="11104"/>
                  </a:cubicBezTo>
                  <a:cubicBezTo>
                    <a:pt x="1873" y="11071"/>
                    <a:pt x="1873" y="11023"/>
                    <a:pt x="1841" y="10990"/>
                  </a:cubicBezTo>
                  <a:cubicBezTo>
                    <a:pt x="1776" y="10934"/>
                    <a:pt x="1784" y="10877"/>
                    <a:pt x="1841" y="10715"/>
                  </a:cubicBezTo>
                  <a:cubicBezTo>
                    <a:pt x="1971" y="10447"/>
                    <a:pt x="1971" y="10447"/>
                    <a:pt x="1849" y="10439"/>
                  </a:cubicBezTo>
                  <a:cubicBezTo>
                    <a:pt x="1792" y="10439"/>
                    <a:pt x="1727" y="10439"/>
                    <a:pt x="1849" y="10390"/>
                  </a:cubicBezTo>
                  <a:cubicBezTo>
                    <a:pt x="1914" y="10334"/>
                    <a:pt x="1857" y="10277"/>
                    <a:pt x="1792" y="10163"/>
                  </a:cubicBezTo>
                  <a:cubicBezTo>
                    <a:pt x="1736" y="10128"/>
                    <a:pt x="1661" y="10105"/>
                    <a:pt x="1589" y="10105"/>
                  </a:cubicBezTo>
                  <a:cubicBezTo>
                    <a:pt x="1578" y="10105"/>
                    <a:pt x="1568" y="10106"/>
                    <a:pt x="1557" y="10107"/>
                  </a:cubicBezTo>
                  <a:cubicBezTo>
                    <a:pt x="1436" y="10107"/>
                    <a:pt x="1436" y="10107"/>
                    <a:pt x="1500" y="9993"/>
                  </a:cubicBezTo>
                  <a:cubicBezTo>
                    <a:pt x="1509" y="9936"/>
                    <a:pt x="1557" y="9888"/>
                    <a:pt x="1622" y="9888"/>
                  </a:cubicBezTo>
                  <a:cubicBezTo>
                    <a:pt x="1654" y="9888"/>
                    <a:pt x="1679" y="9912"/>
                    <a:pt x="1679" y="9944"/>
                  </a:cubicBezTo>
                  <a:lnTo>
                    <a:pt x="1679" y="10001"/>
                  </a:lnTo>
                  <a:cubicBezTo>
                    <a:pt x="1736" y="10001"/>
                    <a:pt x="1800" y="10001"/>
                    <a:pt x="1800" y="9888"/>
                  </a:cubicBezTo>
                  <a:cubicBezTo>
                    <a:pt x="1865" y="9839"/>
                    <a:pt x="1865" y="9782"/>
                    <a:pt x="1800" y="9782"/>
                  </a:cubicBezTo>
                  <a:cubicBezTo>
                    <a:pt x="1865" y="9726"/>
                    <a:pt x="1865" y="9612"/>
                    <a:pt x="1865" y="9507"/>
                  </a:cubicBezTo>
                  <a:cubicBezTo>
                    <a:pt x="1873" y="9393"/>
                    <a:pt x="1873" y="9231"/>
                    <a:pt x="1938" y="9174"/>
                  </a:cubicBezTo>
                  <a:cubicBezTo>
                    <a:pt x="1938" y="9069"/>
                    <a:pt x="1938" y="9012"/>
                    <a:pt x="1881" y="9012"/>
                  </a:cubicBezTo>
                  <a:cubicBezTo>
                    <a:pt x="1760" y="9012"/>
                    <a:pt x="1760" y="8955"/>
                    <a:pt x="1817" y="8955"/>
                  </a:cubicBezTo>
                  <a:cubicBezTo>
                    <a:pt x="1938" y="8899"/>
                    <a:pt x="2019" y="8185"/>
                    <a:pt x="1898" y="8128"/>
                  </a:cubicBezTo>
                  <a:lnTo>
                    <a:pt x="1898" y="8023"/>
                  </a:lnTo>
                  <a:cubicBezTo>
                    <a:pt x="1963" y="7909"/>
                    <a:pt x="1971" y="7585"/>
                    <a:pt x="1906" y="7528"/>
                  </a:cubicBezTo>
                  <a:lnTo>
                    <a:pt x="1914" y="7358"/>
                  </a:lnTo>
                  <a:cubicBezTo>
                    <a:pt x="1979" y="7253"/>
                    <a:pt x="1979" y="7196"/>
                    <a:pt x="1914" y="7139"/>
                  </a:cubicBezTo>
                  <a:cubicBezTo>
                    <a:pt x="1857" y="7082"/>
                    <a:pt x="1800" y="7082"/>
                    <a:pt x="1857" y="7082"/>
                  </a:cubicBezTo>
                  <a:cubicBezTo>
                    <a:pt x="1922" y="7082"/>
                    <a:pt x="1922" y="6977"/>
                    <a:pt x="1922" y="6758"/>
                  </a:cubicBezTo>
                  <a:cubicBezTo>
                    <a:pt x="1927" y="6607"/>
                    <a:pt x="1929" y="6556"/>
                    <a:pt x="1911" y="6556"/>
                  </a:cubicBezTo>
                  <a:cubicBezTo>
                    <a:pt x="1901" y="6556"/>
                    <a:pt x="1887" y="6569"/>
                    <a:pt x="1865" y="6588"/>
                  </a:cubicBezTo>
                  <a:cubicBezTo>
                    <a:pt x="1817" y="6369"/>
                    <a:pt x="1873" y="6369"/>
                    <a:pt x="1930" y="6369"/>
                  </a:cubicBezTo>
                  <a:cubicBezTo>
                    <a:pt x="1954" y="6380"/>
                    <a:pt x="1974" y="6385"/>
                    <a:pt x="1988" y="6385"/>
                  </a:cubicBezTo>
                  <a:cubicBezTo>
                    <a:pt x="2045" y="6385"/>
                    <a:pt x="2016" y="6307"/>
                    <a:pt x="1873" y="6255"/>
                  </a:cubicBezTo>
                  <a:cubicBezTo>
                    <a:pt x="1760" y="6199"/>
                    <a:pt x="1760" y="6093"/>
                    <a:pt x="1817" y="6093"/>
                  </a:cubicBezTo>
                  <a:cubicBezTo>
                    <a:pt x="1881" y="6093"/>
                    <a:pt x="1881" y="6150"/>
                    <a:pt x="1873" y="6207"/>
                  </a:cubicBezTo>
                  <a:lnTo>
                    <a:pt x="1995" y="6207"/>
                  </a:lnTo>
                  <a:cubicBezTo>
                    <a:pt x="1995" y="6150"/>
                    <a:pt x="1995" y="6150"/>
                    <a:pt x="1938" y="6093"/>
                  </a:cubicBezTo>
                  <a:cubicBezTo>
                    <a:pt x="1938" y="6053"/>
                    <a:pt x="1914" y="6012"/>
                    <a:pt x="1881" y="5980"/>
                  </a:cubicBezTo>
                  <a:cubicBezTo>
                    <a:pt x="1857" y="5951"/>
                    <a:pt x="1825" y="5937"/>
                    <a:pt x="1792" y="5937"/>
                  </a:cubicBezTo>
                  <a:cubicBezTo>
                    <a:pt x="1760" y="5937"/>
                    <a:pt x="1727" y="5951"/>
                    <a:pt x="1703" y="5980"/>
                  </a:cubicBezTo>
                  <a:cubicBezTo>
                    <a:pt x="1684" y="5996"/>
                    <a:pt x="1671" y="6003"/>
                    <a:pt x="1663" y="6003"/>
                  </a:cubicBezTo>
                  <a:cubicBezTo>
                    <a:pt x="1642" y="6003"/>
                    <a:pt x="1646" y="5963"/>
                    <a:pt x="1646" y="5923"/>
                  </a:cubicBezTo>
                  <a:cubicBezTo>
                    <a:pt x="1679" y="5862"/>
                    <a:pt x="1714" y="5837"/>
                    <a:pt x="1750" y="5837"/>
                  </a:cubicBezTo>
                  <a:cubicBezTo>
                    <a:pt x="1775" y="5837"/>
                    <a:pt x="1801" y="5850"/>
                    <a:pt x="1825" y="5874"/>
                  </a:cubicBezTo>
                  <a:cubicBezTo>
                    <a:pt x="1825" y="5923"/>
                    <a:pt x="1881" y="5931"/>
                    <a:pt x="1946" y="5931"/>
                  </a:cubicBezTo>
                  <a:cubicBezTo>
                    <a:pt x="2003" y="5931"/>
                    <a:pt x="1890" y="5655"/>
                    <a:pt x="1768" y="5599"/>
                  </a:cubicBezTo>
                  <a:lnTo>
                    <a:pt x="1833" y="5599"/>
                  </a:lnTo>
                  <a:cubicBezTo>
                    <a:pt x="1890" y="5599"/>
                    <a:pt x="1890" y="5485"/>
                    <a:pt x="1898" y="5380"/>
                  </a:cubicBezTo>
                  <a:cubicBezTo>
                    <a:pt x="1898" y="5266"/>
                    <a:pt x="1898" y="5210"/>
                    <a:pt x="1841" y="5210"/>
                  </a:cubicBezTo>
                  <a:cubicBezTo>
                    <a:pt x="1776" y="5210"/>
                    <a:pt x="1719" y="5210"/>
                    <a:pt x="1719" y="5153"/>
                  </a:cubicBezTo>
                  <a:cubicBezTo>
                    <a:pt x="1719" y="5210"/>
                    <a:pt x="1663" y="5210"/>
                    <a:pt x="1598" y="5210"/>
                  </a:cubicBezTo>
                  <a:cubicBezTo>
                    <a:pt x="1630" y="5145"/>
                    <a:pt x="1671" y="5096"/>
                    <a:pt x="1719" y="5047"/>
                  </a:cubicBezTo>
                  <a:cubicBezTo>
                    <a:pt x="1849" y="4934"/>
                    <a:pt x="1922" y="4772"/>
                    <a:pt x="1914" y="4610"/>
                  </a:cubicBezTo>
                  <a:cubicBezTo>
                    <a:pt x="1914" y="4496"/>
                    <a:pt x="1914" y="4334"/>
                    <a:pt x="1979" y="4277"/>
                  </a:cubicBezTo>
                  <a:cubicBezTo>
                    <a:pt x="1979" y="4172"/>
                    <a:pt x="1979" y="4115"/>
                    <a:pt x="1922" y="4115"/>
                  </a:cubicBezTo>
                  <a:lnTo>
                    <a:pt x="1922" y="4002"/>
                  </a:lnTo>
                  <a:cubicBezTo>
                    <a:pt x="1987" y="3945"/>
                    <a:pt x="1987" y="3839"/>
                    <a:pt x="1930" y="3839"/>
                  </a:cubicBezTo>
                  <a:cubicBezTo>
                    <a:pt x="1865" y="3783"/>
                    <a:pt x="1930" y="3726"/>
                    <a:pt x="1930" y="3669"/>
                  </a:cubicBezTo>
                  <a:cubicBezTo>
                    <a:pt x="2003" y="3606"/>
                    <a:pt x="2032" y="3581"/>
                    <a:pt x="2006" y="3581"/>
                  </a:cubicBezTo>
                  <a:cubicBezTo>
                    <a:pt x="1988" y="3581"/>
                    <a:pt x="1946" y="3593"/>
                    <a:pt x="1873" y="3612"/>
                  </a:cubicBezTo>
                  <a:cubicBezTo>
                    <a:pt x="1808" y="3612"/>
                    <a:pt x="1752" y="3726"/>
                    <a:pt x="1752" y="3775"/>
                  </a:cubicBezTo>
                  <a:lnTo>
                    <a:pt x="1744" y="3945"/>
                  </a:lnTo>
                  <a:lnTo>
                    <a:pt x="1687" y="3775"/>
                  </a:lnTo>
                  <a:cubicBezTo>
                    <a:pt x="1687" y="3726"/>
                    <a:pt x="1630" y="3612"/>
                    <a:pt x="1573" y="3612"/>
                  </a:cubicBezTo>
                  <a:cubicBezTo>
                    <a:pt x="1573" y="3612"/>
                    <a:pt x="1509" y="3612"/>
                    <a:pt x="1517" y="3556"/>
                  </a:cubicBezTo>
                  <a:lnTo>
                    <a:pt x="1630" y="3556"/>
                  </a:lnTo>
                  <a:cubicBezTo>
                    <a:pt x="1672" y="3591"/>
                    <a:pt x="1727" y="3614"/>
                    <a:pt x="1783" y="3614"/>
                  </a:cubicBezTo>
                  <a:cubicBezTo>
                    <a:pt x="1792" y="3614"/>
                    <a:pt x="1800" y="3613"/>
                    <a:pt x="1808" y="3612"/>
                  </a:cubicBezTo>
                  <a:cubicBezTo>
                    <a:pt x="1930" y="3564"/>
                    <a:pt x="1995" y="3402"/>
                    <a:pt x="1873" y="3393"/>
                  </a:cubicBezTo>
                  <a:cubicBezTo>
                    <a:pt x="1873" y="3337"/>
                    <a:pt x="1873" y="3337"/>
                    <a:pt x="1938" y="3288"/>
                  </a:cubicBezTo>
                  <a:cubicBezTo>
                    <a:pt x="1995" y="3288"/>
                    <a:pt x="1995" y="3231"/>
                    <a:pt x="1881" y="3175"/>
                  </a:cubicBezTo>
                  <a:cubicBezTo>
                    <a:pt x="1760" y="3118"/>
                    <a:pt x="1760" y="3061"/>
                    <a:pt x="1881" y="3012"/>
                  </a:cubicBezTo>
                  <a:cubicBezTo>
                    <a:pt x="2003" y="2899"/>
                    <a:pt x="2011" y="2680"/>
                    <a:pt x="1946" y="2680"/>
                  </a:cubicBezTo>
                  <a:cubicBezTo>
                    <a:pt x="1833" y="2680"/>
                    <a:pt x="1833" y="2510"/>
                    <a:pt x="1898" y="2461"/>
                  </a:cubicBezTo>
                  <a:cubicBezTo>
                    <a:pt x="1954" y="2421"/>
                    <a:pt x="1954" y="2331"/>
                    <a:pt x="1898" y="2291"/>
                  </a:cubicBezTo>
                  <a:lnTo>
                    <a:pt x="1898" y="2291"/>
                  </a:lnTo>
                  <a:cubicBezTo>
                    <a:pt x="1901" y="2291"/>
                    <a:pt x="1905" y="2292"/>
                    <a:pt x="1909" y="2292"/>
                  </a:cubicBezTo>
                  <a:cubicBezTo>
                    <a:pt x="1962" y="2292"/>
                    <a:pt x="2016" y="2238"/>
                    <a:pt x="1963" y="2185"/>
                  </a:cubicBezTo>
                  <a:cubicBezTo>
                    <a:pt x="1963" y="2185"/>
                    <a:pt x="1963" y="2160"/>
                    <a:pt x="1943" y="2160"/>
                  </a:cubicBezTo>
                  <a:cubicBezTo>
                    <a:pt x="1934" y="2160"/>
                    <a:pt x="1919" y="2166"/>
                    <a:pt x="1898" y="2185"/>
                  </a:cubicBezTo>
                  <a:lnTo>
                    <a:pt x="1784" y="2072"/>
                  </a:lnTo>
                  <a:cubicBezTo>
                    <a:pt x="1784" y="2129"/>
                    <a:pt x="1719" y="2129"/>
                    <a:pt x="1663" y="2129"/>
                  </a:cubicBezTo>
                  <a:cubicBezTo>
                    <a:pt x="1606" y="2121"/>
                    <a:pt x="1671" y="1902"/>
                    <a:pt x="1849" y="1796"/>
                  </a:cubicBezTo>
                  <a:lnTo>
                    <a:pt x="1971" y="1691"/>
                  </a:lnTo>
                  <a:lnTo>
                    <a:pt x="1849" y="1691"/>
                  </a:lnTo>
                  <a:cubicBezTo>
                    <a:pt x="1849" y="1634"/>
                    <a:pt x="1857" y="1577"/>
                    <a:pt x="1914" y="1577"/>
                  </a:cubicBezTo>
                  <a:cubicBezTo>
                    <a:pt x="1971" y="1577"/>
                    <a:pt x="1971" y="1577"/>
                    <a:pt x="1971" y="1529"/>
                  </a:cubicBezTo>
                  <a:cubicBezTo>
                    <a:pt x="1971" y="1500"/>
                    <a:pt x="1951" y="1471"/>
                    <a:pt x="1924" y="1471"/>
                  </a:cubicBezTo>
                  <a:cubicBezTo>
                    <a:pt x="1921" y="1471"/>
                    <a:pt x="1917" y="1471"/>
                    <a:pt x="1914" y="1472"/>
                  </a:cubicBezTo>
                  <a:cubicBezTo>
                    <a:pt x="1792" y="1464"/>
                    <a:pt x="1792" y="1464"/>
                    <a:pt x="1857" y="1415"/>
                  </a:cubicBezTo>
                  <a:cubicBezTo>
                    <a:pt x="1979" y="1358"/>
                    <a:pt x="1979" y="1302"/>
                    <a:pt x="1857" y="1245"/>
                  </a:cubicBezTo>
                  <a:cubicBezTo>
                    <a:pt x="1744" y="1245"/>
                    <a:pt x="1744" y="1245"/>
                    <a:pt x="1857" y="1196"/>
                  </a:cubicBezTo>
                  <a:cubicBezTo>
                    <a:pt x="1922" y="1196"/>
                    <a:pt x="1971" y="1148"/>
                    <a:pt x="1979" y="1083"/>
                  </a:cubicBezTo>
                  <a:lnTo>
                    <a:pt x="1922" y="1083"/>
                  </a:lnTo>
                  <a:cubicBezTo>
                    <a:pt x="1800" y="1083"/>
                    <a:pt x="1800" y="1026"/>
                    <a:pt x="1865" y="969"/>
                  </a:cubicBezTo>
                  <a:lnTo>
                    <a:pt x="1865" y="969"/>
                  </a:lnTo>
                  <a:cubicBezTo>
                    <a:pt x="1869" y="970"/>
                    <a:pt x="1872" y="970"/>
                    <a:pt x="1875" y="970"/>
                  </a:cubicBezTo>
                  <a:cubicBezTo>
                    <a:pt x="1923" y="970"/>
                    <a:pt x="1926" y="913"/>
                    <a:pt x="1865" y="807"/>
                  </a:cubicBezTo>
                  <a:cubicBezTo>
                    <a:pt x="1873" y="694"/>
                    <a:pt x="1873" y="645"/>
                    <a:pt x="1930" y="645"/>
                  </a:cubicBezTo>
                  <a:cubicBezTo>
                    <a:pt x="2052" y="645"/>
                    <a:pt x="2052" y="645"/>
                    <a:pt x="1930" y="588"/>
                  </a:cubicBezTo>
                  <a:cubicBezTo>
                    <a:pt x="1873" y="531"/>
                    <a:pt x="1873" y="531"/>
                    <a:pt x="1938" y="426"/>
                  </a:cubicBezTo>
                  <a:cubicBezTo>
                    <a:pt x="1995" y="369"/>
                    <a:pt x="1995" y="369"/>
                    <a:pt x="1938" y="313"/>
                  </a:cubicBezTo>
                  <a:cubicBezTo>
                    <a:pt x="1817" y="313"/>
                    <a:pt x="1760" y="313"/>
                    <a:pt x="1760" y="361"/>
                  </a:cubicBezTo>
                  <a:cubicBezTo>
                    <a:pt x="1760" y="418"/>
                    <a:pt x="1760" y="418"/>
                    <a:pt x="1695" y="418"/>
                  </a:cubicBezTo>
                  <a:cubicBezTo>
                    <a:pt x="1695" y="418"/>
                    <a:pt x="1695" y="361"/>
                    <a:pt x="1703" y="313"/>
                  </a:cubicBezTo>
                  <a:cubicBezTo>
                    <a:pt x="1703" y="231"/>
                    <a:pt x="1687" y="150"/>
                    <a:pt x="1646" y="85"/>
                  </a:cubicBezTo>
                  <a:cubicBezTo>
                    <a:pt x="1618" y="29"/>
                    <a:pt x="1573" y="0"/>
                    <a:pt x="1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2"/>
            <p:cNvSpPr/>
            <p:nvPr/>
          </p:nvSpPr>
          <p:spPr>
            <a:xfrm>
              <a:off x="7594208" y="3273841"/>
              <a:ext cx="37061" cy="805991"/>
            </a:xfrm>
            <a:custGeom>
              <a:avLst/>
              <a:gdLst/>
              <a:ahLst/>
              <a:cxnLst/>
              <a:rect l="l" t="t" r="r" b="b"/>
              <a:pathLst>
                <a:path w="2150" h="46758" extrusionOk="0">
                  <a:moveTo>
                    <a:pt x="665" y="833"/>
                  </a:moveTo>
                  <a:lnTo>
                    <a:pt x="665" y="890"/>
                  </a:lnTo>
                  <a:cubicBezTo>
                    <a:pt x="665" y="946"/>
                    <a:pt x="722" y="946"/>
                    <a:pt x="787" y="946"/>
                  </a:cubicBezTo>
                  <a:lnTo>
                    <a:pt x="787" y="890"/>
                  </a:lnTo>
                  <a:cubicBezTo>
                    <a:pt x="755" y="865"/>
                    <a:pt x="714" y="841"/>
                    <a:pt x="665" y="833"/>
                  </a:cubicBezTo>
                  <a:close/>
                  <a:moveTo>
                    <a:pt x="1622" y="963"/>
                  </a:moveTo>
                  <a:cubicBezTo>
                    <a:pt x="1679" y="963"/>
                    <a:pt x="1679" y="1019"/>
                    <a:pt x="1679" y="1076"/>
                  </a:cubicBezTo>
                  <a:cubicBezTo>
                    <a:pt x="1679" y="1133"/>
                    <a:pt x="1679" y="1133"/>
                    <a:pt x="1622" y="1133"/>
                  </a:cubicBezTo>
                  <a:cubicBezTo>
                    <a:pt x="1590" y="1100"/>
                    <a:pt x="1565" y="1060"/>
                    <a:pt x="1565" y="1019"/>
                  </a:cubicBezTo>
                  <a:lnTo>
                    <a:pt x="1622" y="963"/>
                  </a:lnTo>
                  <a:close/>
                  <a:moveTo>
                    <a:pt x="1646" y="1590"/>
                  </a:moveTo>
                  <a:cubicBezTo>
                    <a:pt x="1671" y="1590"/>
                    <a:pt x="1671" y="1618"/>
                    <a:pt x="1671" y="1684"/>
                  </a:cubicBezTo>
                  <a:cubicBezTo>
                    <a:pt x="1663" y="1733"/>
                    <a:pt x="1663" y="1790"/>
                    <a:pt x="1606" y="1790"/>
                  </a:cubicBezTo>
                  <a:lnTo>
                    <a:pt x="1606" y="1733"/>
                  </a:lnTo>
                  <a:cubicBezTo>
                    <a:pt x="1644" y="1733"/>
                    <a:pt x="1631" y="1708"/>
                    <a:pt x="1602" y="1708"/>
                  </a:cubicBezTo>
                  <a:cubicBezTo>
                    <a:pt x="1587" y="1708"/>
                    <a:pt x="1568" y="1714"/>
                    <a:pt x="1549" y="1733"/>
                  </a:cubicBezTo>
                  <a:lnTo>
                    <a:pt x="1428" y="1733"/>
                  </a:lnTo>
                  <a:cubicBezTo>
                    <a:pt x="1436" y="1668"/>
                    <a:pt x="1484" y="1627"/>
                    <a:pt x="1549" y="1627"/>
                  </a:cubicBezTo>
                  <a:cubicBezTo>
                    <a:pt x="1600" y="1604"/>
                    <a:pt x="1629" y="1590"/>
                    <a:pt x="1646" y="1590"/>
                  </a:cubicBezTo>
                  <a:close/>
                  <a:moveTo>
                    <a:pt x="1963" y="1798"/>
                  </a:moveTo>
                  <a:lnTo>
                    <a:pt x="1906" y="1854"/>
                  </a:lnTo>
                  <a:lnTo>
                    <a:pt x="1906" y="1903"/>
                  </a:lnTo>
                  <a:cubicBezTo>
                    <a:pt x="1963" y="1903"/>
                    <a:pt x="1963" y="1903"/>
                    <a:pt x="1963" y="1854"/>
                  </a:cubicBezTo>
                  <a:lnTo>
                    <a:pt x="1963" y="1798"/>
                  </a:lnTo>
                  <a:close/>
                  <a:moveTo>
                    <a:pt x="1306" y="4700"/>
                  </a:moveTo>
                  <a:cubicBezTo>
                    <a:pt x="1363" y="4700"/>
                    <a:pt x="1419" y="4814"/>
                    <a:pt x="1419" y="4870"/>
                  </a:cubicBezTo>
                  <a:cubicBezTo>
                    <a:pt x="1419" y="4893"/>
                    <a:pt x="1410" y="4905"/>
                    <a:pt x="1396" y="4905"/>
                  </a:cubicBezTo>
                  <a:cubicBezTo>
                    <a:pt x="1374" y="4905"/>
                    <a:pt x="1340" y="4877"/>
                    <a:pt x="1306" y="4814"/>
                  </a:cubicBezTo>
                  <a:lnTo>
                    <a:pt x="1306" y="4700"/>
                  </a:lnTo>
                  <a:close/>
                  <a:moveTo>
                    <a:pt x="1241" y="5033"/>
                  </a:moveTo>
                  <a:cubicBezTo>
                    <a:pt x="1176" y="5033"/>
                    <a:pt x="1176" y="5081"/>
                    <a:pt x="1176" y="5195"/>
                  </a:cubicBezTo>
                  <a:cubicBezTo>
                    <a:pt x="1184" y="5235"/>
                    <a:pt x="1201" y="5276"/>
                    <a:pt x="1233" y="5308"/>
                  </a:cubicBezTo>
                  <a:cubicBezTo>
                    <a:pt x="1290" y="5308"/>
                    <a:pt x="1298" y="5252"/>
                    <a:pt x="1298" y="5195"/>
                  </a:cubicBezTo>
                  <a:cubicBezTo>
                    <a:pt x="1355" y="5089"/>
                    <a:pt x="1298" y="5033"/>
                    <a:pt x="1241" y="5033"/>
                  </a:cubicBezTo>
                  <a:close/>
                  <a:moveTo>
                    <a:pt x="1606" y="7408"/>
                  </a:moveTo>
                  <a:cubicBezTo>
                    <a:pt x="1671" y="7408"/>
                    <a:pt x="1671" y="7457"/>
                    <a:pt x="1663" y="7514"/>
                  </a:cubicBezTo>
                  <a:lnTo>
                    <a:pt x="1606" y="7514"/>
                  </a:lnTo>
                  <a:lnTo>
                    <a:pt x="1549" y="7457"/>
                  </a:lnTo>
                  <a:lnTo>
                    <a:pt x="1606" y="7408"/>
                  </a:lnTo>
                  <a:close/>
                  <a:moveTo>
                    <a:pt x="1306" y="7562"/>
                  </a:moveTo>
                  <a:lnTo>
                    <a:pt x="1428" y="7676"/>
                  </a:lnTo>
                  <a:cubicBezTo>
                    <a:pt x="1598" y="7789"/>
                    <a:pt x="1598" y="7789"/>
                    <a:pt x="1484" y="7789"/>
                  </a:cubicBezTo>
                  <a:cubicBezTo>
                    <a:pt x="1478" y="7790"/>
                    <a:pt x="1472" y="7790"/>
                    <a:pt x="1467" y="7790"/>
                  </a:cubicBezTo>
                  <a:cubicBezTo>
                    <a:pt x="1393" y="7790"/>
                    <a:pt x="1328" y="7743"/>
                    <a:pt x="1306" y="7676"/>
                  </a:cubicBezTo>
                  <a:lnTo>
                    <a:pt x="1306" y="7562"/>
                  </a:lnTo>
                  <a:close/>
                  <a:moveTo>
                    <a:pt x="1533" y="8868"/>
                  </a:moveTo>
                  <a:cubicBezTo>
                    <a:pt x="1559" y="8868"/>
                    <a:pt x="1615" y="8908"/>
                    <a:pt x="1695" y="8949"/>
                  </a:cubicBezTo>
                  <a:cubicBezTo>
                    <a:pt x="1728" y="9015"/>
                    <a:pt x="1742" y="9043"/>
                    <a:pt x="1725" y="9043"/>
                  </a:cubicBezTo>
                  <a:cubicBezTo>
                    <a:pt x="1713" y="9043"/>
                    <a:pt x="1685" y="9029"/>
                    <a:pt x="1638" y="9005"/>
                  </a:cubicBezTo>
                  <a:lnTo>
                    <a:pt x="1517" y="8892"/>
                  </a:lnTo>
                  <a:cubicBezTo>
                    <a:pt x="1517" y="8875"/>
                    <a:pt x="1522" y="8868"/>
                    <a:pt x="1533" y="8868"/>
                  </a:cubicBezTo>
                  <a:close/>
                  <a:moveTo>
                    <a:pt x="1330" y="9330"/>
                  </a:moveTo>
                  <a:cubicBezTo>
                    <a:pt x="1371" y="9330"/>
                    <a:pt x="1419" y="9354"/>
                    <a:pt x="1452" y="9386"/>
                  </a:cubicBezTo>
                  <a:lnTo>
                    <a:pt x="1444" y="9435"/>
                  </a:lnTo>
                  <a:cubicBezTo>
                    <a:pt x="1387" y="9435"/>
                    <a:pt x="1330" y="9435"/>
                    <a:pt x="1330" y="9378"/>
                  </a:cubicBezTo>
                  <a:lnTo>
                    <a:pt x="1330" y="9330"/>
                  </a:lnTo>
                  <a:close/>
                  <a:moveTo>
                    <a:pt x="1194" y="10409"/>
                  </a:moveTo>
                  <a:cubicBezTo>
                    <a:pt x="1212" y="10409"/>
                    <a:pt x="1249" y="10492"/>
                    <a:pt x="1249" y="10538"/>
                  </a:cubicBezTo>
                  <a:lnTo>
                    <a:pt x="1184" y="10538"/>
                  </a:lnTo>
                  <a:cubicBezTo>
                    <a:pt x="1184" y="10481"/>
                    <a:pt x="1128" y="10424"/>
                    <a:pt x="1184" y="10424"/>
                  </a:cubicBezTo>
                  <a:cubicBezTo>
                    <a:pt x="1186" y="10413"/>
                    <a:pt x="1189" y="10409"/>
                    <a:pt x="1194" y="10409"/>
                  </a:cubicBezTo>
                  <a:close/>
                  <a:moveTo>
                    <a:pt x="1476" y="10870"/>
                  </a:moveTo>
                  <a:cubicBezTo>
                    <a:pt x="1541" y="10870"/>
                    <a:pt x="1598" y="10870"/>
                    <a:pt x="1598" y="10927"/>
                  </a:cubicBezTo>
                  <a:cubicBezTo>
                    <a:pt x="1638" y="10967"/>
                    <a:pt x="1621" y="11007"/>
                    <a:pt x="1565" y="11007"/>
                  </a:cubicBezTo>
                  <a:cubicBezTo>
                    <a:pt x="1542" y="11007"/>
                    <a:pt x="1512" y="11000"/>
                    <a:pt x="1476" y="10984"/>
                  </a:cubicBezTo>
                  <a:lnTo>
                    <a:pt x="1476" y="10870"/>
                  </a:lnTo>
                  <a:close/>
                  <a:moveTo>
                    <a:pt x="1590" y="11365"/>
                  </a:moveTo>
                  <a:lnTo>
                    <a:pt x="1590" y="11421"/>
                  </a:lnTo>
                  <a:cubicBezTo>
                    <a:pt x="1582" y="11478"/>
                    <a:pt x="1582" y="11478"/>
                    <a:pt x="1525" y="11478"/>
                  </a:cubicBezTo>
                  <a:lnTo>
                    <a:pt x="1525" y="11421"/>
                  </a:lnTo>
                  <a:lnTo>
                    <a:pt x="1590" y="11365"/>
                  </a:lnTo>
                  <a:close/>
                  <a:moveTo>
                    <a:pt x="1752" y="11973"/>
                  </a:moveTo>
                  <a:cubicBezTo>
                    <a:pt x="1711" y="11981"/>
                    <a:pt x="1663" y="11997"/>
                    <a:pt x="1630" y="12030"/>
                  </a:cubicBezTo>
                  <a:cubicBezTo>
                    <a:pt x="1630" y="12086"/>
                    <a:pt x="1695" y="12086"/>
                    <a:pt x="1695" y="12086"/>
                  </a:cubicBezTo>
                  <a:cubicBezTo>
                    <a:pt x="1695" y="12086"/>
                    <a:pt x="1752" y="12086"/>
                    <a:pt x="1752" y="12030"/>
                  </a:cubicBezTo>
                  <a:lnTo>
                    <a:pt x="1752" y="11973"/>
                  </a:lnTo>
                  <a:close/>
                  <a:moveTo>
                    <a:pt x="1330" y="12297"/>
                  </a:moveTo>
                  <a:cubicBezTo>
                    <a:pt x="1363" y="12297"/>
                    <a:pt x="1387" y="12321"/>
                    <a:pt x="1387" y="12354"/>
                  </a:cubicBezTo>
                  <a:cubicBezTo>
                    <a:pt x="1387" y="12407"/>
                    <a:pt x="1387" y="12460"/>
                    <a:pt x="1334" y="12460"/>
                  </a:cubicBezTo>
                  <a:cubicBezTo>
                    <a:pt x="1330" y="12460"/>
                    <a:pt x="1326" y="12460"/>
                    <a:pt x="1322" y="12459"/>
                  </a:cubicBezTo>
                  <a:cubicBezTo>
                    <a:pt x="1322" y="12459"/>
                    <a:pt x="1265" y="12459"/>
                    <a:pt x="1265" y="12411"/>
                  </a:cubicBezTo>
                  <a:cubicBezTo>
                    <a:pt x="1273" y="12362"/>
                    <a:pt x="1298" y="12330"/>
                    <a:pt x="1330" y="12297"/>
                  </a:cubicBezTo>
                  <a:close/>
                  <a:moveTo>
                    <a:pt x="2137" y="12939"/>
                  </a:moveTo>
                  <a:cubicBezTo>
                    <a:pt x="2129" y="12939"/>
                    <a:pt x="2115" y="12950"/>
                    <a:pt x="2092" y="12970"/>
                  </a:cubicBezTo>
                  <a:lnTo>
                    <a:pt x="2092" y="13084"/>
                  </a:lnTo>
                  <a:cubicBezTo>
                    <a:pt x="2149" y="13084"/>
                    <a:pt x="2149" y="13084"/>
                    <a:pt x="2149" y="13027"/>
                  </a:cubicBezTo>
                  <a:cubicBezTo>
                    <a:pt x="2149" y="12964"/>
                    <a:pt x="2149" y="12939"/>
                    <a:pt x="2137" y="12939"/>
                  </a:cubicBezTo>
                  <a:close/>
                  <a:moveTo>
                    <a:pt x="57" y="12986"/>
                  </a:moveTo>
                  <a:cubicBezTo>
                    <a:pt x="1" y="12986"/>
                    <a:pt x="1" y="13043"/>
                    <a:pt x="114" y="13100"/>
                  </a:cubicBezTo>
                  <a:cubicBezTo>
                    <a:pt x="171" y="13100"/>
                    <a:pt x="171" y="13100"/>
                    <a:pt x="179" y="13043"/>
                  </a:cubicBezTo>
                  <a:cubicBezTo>
                    <a:pt x="147" y="13019"/>
                    <a:pt x="106" y="12994"/>
                    <a:pt x="57" y="12986"/>
                  </a:cubicBezTo>
                  <a:close/>
                  <a:moveTo>
                    <a:pt x="1357" y="13306"/>
                  </a:moveTo>
                  <a:cubicBezTo>
                    <a:pt x="1369" y="13306"/>
                    <a:pt x="1367" y="13333"/>
                    <a:pt x="1363" y="13400"/>
                  </a:cubicBezTo>
                  <a:cubicBezTo>
                    <a:pt x="1363" y="13457"/>
                    <a:pt x="1306" y="13457"/>
                    <a:pt x="1306" y="13457"/>
                  </a:cubicBezTo>
                  <a:cubicBezTo>
                    <a:pt x="1241" y="13457"/>
                    <a:pt x="1306" y="13400"/>
                    <a:pt x="1306" y="13343"/>
                  </a:cubicBezTo>
                  <a:cubicBezTo>
                    <a:pt x="1333" y="13320"/>
                    <a:pt x="1349" y="13306"/>
                    <a:pt x="1357" y="13306"/>
                  </a:cubicBezTo>
                  <a:close/>
                  <a:moveTo>
                    <a:pt x="1468" y="14284"/>
                  </a:moveTo>
                  <a:cubicBezTo>
                    <a:pt x="1525" y="14284"/>
                    <a:pt x="1525" y="14340"/>
                    <a:pt x="1403" y="14389"/>
                  </a:cubicBezTo>
                  <a:cubicBezTo>
                    <a:pt x="1346" y="14389"/>
                    <a:pt x="1346" y="14389"/>
                    <a:pt x="1346" y="14332"/>
                  </a:cubicBezTo>
                  <a:cubicBezTo>
                    <a:pt x="1379" y="14308"/>
                    <a:pt x="1419" y="14284"/>
                    <a:pt x="1468" y="14284"/>
                  </a:cubicBezTo>
                  <a:close/>
                  <a:moveTo>
                    <a:pt x="1395" y="14665"/>
                  </a:moveTo>
                  <a:lnTo>
                    <a:pt x="1460" y="14721"/>
                  </a:lnTo>
                  <a:lnTo>
                    <a:pt x="1460" y="14778"/>
                  </a:lnTo>
                  <a:cubicBezTo>
                    <a:pt x="1395" y="14778"/>
                    <a:pt x="1338" y="14778"/>
                    <a:pt x="1338" y="14721"/>
                  </a:cubicBezTo>
                  <a:lnTo>
                    <a:pt x="1395" y="14665"/>
                  </a:lnTo>
                  <a:close/>
                  <a:moveTo>
                    <a:pt x="1209" y="18240"/>
                  </a:moveTo>
                  <a:lnTo>
                    <a:pt x="1265" y="18297"/>
                  </a:lnTo>
                  <a:lnTo>
                    <a:pt x="1265" y="18354"/>
                  </a:lnTo>
                  <a:cubicBezTo>
                    <a:pt x="1201" y="18354"/>
                    <a:pt x="1144" y="18354"/>
                    <a:pt x="1144" y="18297"/>
                  </a:cubicBezTo>
                  <a:lnTo>
                    <a:pt x="1209" y="18240"/>
                  </a:lnTo>
                  <a:close/>
                  <a:moveTo>
                    <a:pt x="1153" y="19593"/>
                  </a:moveTo>
                  <a:cubicBezTo>
                    <a:pt x="1193" y="19593"/>
                    <a:pt x="1260" y="19618"/>
                    <a:pt x="1298" y="19618"/>
                  </a:cubicBezTo>
                  <a:cubicBezTo>
                    <a:pt x="1298" y="19675"/>
                    <a:pt x="1298" y="19675"/>
                    <a:pt x="1233" y="19675"/>
                  </a:cubicBezTo>
                  <a:cubicBezTo>
                    <a:pt x="1192" y="19667"/>
                    <a:pt x="1152" y="19643"/>
                    <a:pt x="1119" y="19618"/>
                  </a:cubicBezTo>
                  <a:cubicBezTo>
                    <a:pt x="1119" y="19599"/>
                    <a:pt x="1133" y="19593"/>
                    <a:pt x="1153" y="19593"/>
                  </a:cubicBezTo>
                  <a:close/>
                  <a:moveTo>
                    <a:pt x="1573" y="20502"/>
                  </a:moveTo>
                  <a:cubicBezTo>
                    <a:pt x="1622" y="20510"/>
                    <a:pt x="1663" y="20535"/>
                    <a:pt x="1695" y="20559"/>
                  </a:cubicBezTo>
                  <a:lnTo>
                    <a:pt x="1695" y="20616"/>
                  </a:lnTo>
                  <a:cubicBezTo>
                    <a:pt x="1638" y="20616"/>
                    <a:pt x="1573" y="20616"/>
                    <a:pt x="1573" y="20559"/>
                  </a:cubicBezTo>
                  <a:lnTo>
                    <a:pt x="1573" y="20502"/>
                  </a:lnTo>
                  <a:close/>
                  <a:moveTo>
                    <a:pt x="1265" y="21216"/>
                  </a:moveTo>
                  <a:lnTo>
                    <a:pt x="1322" y="21272"/>
                  </a:lnTo>
                  <a:lnTo>
                    <a:pt x="1322" y="21329"/>
                  </a:lnTo>
                  <a:cubicBezTo>
                    <a:pt x="1257" y="21321"/>
                    <a:pt x="1201" y="21321"/>
                    <a:pt x="1201" y="21272"/>
                  </a:cubicBezTo>
                  <a:lnTo>
                    <a:pt x="1265" y="21216"/>
                  </a:lnTo>
                  <a:close/>
                  <a:moveTo>
                    <a:pt x="1173" y="25045"/>
                  </a:moveTo>
                  <a:cubicBezTo>
                    <a:pt x="1209" y="25045"/>
                    <a:pt x="1247" y="25079"/>
                    <a:pt x="1241" y="25124"/>
                  </a:cubicBezTo>
                  <a:cubicBezTo>
                    <a:pt x="1241" y="25229"/>
                    <a:pt x="1241" y="25229"/>
                    <a:pt x="1176" y="25229"/>
                  </a:cubicBezTo>
                  <a:cubicBezTo>
                    <a:pt x="1119" y="25229"/>
                    <a:pt x="1119" y="25124"/>
                    <a:pt x="1128" y="25067"/>
                  </a:cubicBezTo>
                  <a:cubicBezTo>
                    <a:pt x="1140" y="25052"/>
                    <a:pt x="1156" y="25045"/>
                    <a:pt x="1173" y="25045"/>
                  </a:cubicBezTo>
                  <a:close/>
                  <a:moveTo>
                    <a:pt x="1136" y="27321"/>
                  </a:moveTo>
                  <a:cubicBezTo>
                    <a:pt x="1184" y="27329"/>
                    <a:pt x="1225" y="27345"/>
                    <a:pt x="1257" y="27377"/>
                  </a:cubicBezTo>
                  <a:lnTo>
                    <a:pt x="1257" y="27434"/>
                  </a:lnTo>
                  <a:cubicBezTo>
                    <a:pt x="1192" y="27434"/>
                    <a:pt x="1136" y="27434"/>
                    <a:pt x="1136" y="27377"/>
                  </a:cubicBezTo>
                  <a:lnTo>
                    <a:pt x="1136" y="27321"/>
                  </a:lnTo>
                  <a:close/>
                  <a:moveTo>
                    <a:pt x="1460" y="31950"/>
                  </a:moveTo>
                  <a:cubicBezTo>
                    <a:pt x="1492" y="31950"/>
                    <a:pt x="1517" y="31975"/>
                    <a:pt x="1517" y="32007"/>
                  </a:cubicBezTo>
                  <a:cubicBezTo>
                    <a:pt x="1517" y="32064"/>
                    <a:pt x="1517" y="32064"/>
                    <a:pt x="1460" y="32064"/>
                  </a:cubicBezTo>
                  <a:cubicBezTo>
                    <a:pt x="1460" y="32064"/>
                    <a:pt x="1395" y="32064"/>
                    <a:pt x="1395" y="32007"/>
                  </a:cubicBezTo>
                  <a:lnTo>
                    <a:pt x="1460" y="31950"/>
                  </a:lnTo>
                  <a:close/>
                  <a:moveTo>
                    <a:pt x="1509" y="32615"/>
                  </a:moveTo>
                  <a:lnTo>
                    <a:pt x="1565" y="32672"/>
                  </a:lnTo>
                  <a:lnTo>
                    <a:pt x="1565" y="32729"/>
                  </a:lnTo>
                  <a:cubicBezTo>
                    <a:pt x="1500" y="32720"/>
                    <a:pt x="1444" y="32720"/>
                    <a:pt x="1444" y="32672"/>
                  </a:cubicBezTo>
                  <a:lnTo>
                    <a:pt x="1509" y="32615"/>
                  </a:lnTo>
                  <a:close/>
                  <a:moveTo>
                    <a:pt x="1090" y="33008"/>
                  </a:moveTo>
                  <a:cubicBezTo>
                    <a:pt x="1098" y="33008"/>
                    <a:pt x="1112" y="33021"/>
                    <a:pt x="1136" y="33045"/>
                  </a:cubicBezTo>
                  <a:cubicBezTo>
                    <a:pt x="1201" y="33102"/>
                    <a:pt x="1192" y="33158"/>
                    <a:pt x="1136" y="33158"/>
                  </a:cubicBezTo>
                  <a:cubicBezTo>
                    <a:pt x="1079" y="33158"/>
                    <a:pt x="1079" y="33158"/>
                    <a:pt x="1079" y="33102"/>
                  </a:cubicBezTo>
                  <a:cubicBezTo>
                    <a:pt x="1079" y="33035"/>
                    <a:pt x="1079" y="33008"/>
                    <a:pt x="1090" y="33008"/>
                  </a:cubicBezTo>
                  <a:close/>
                  <a:moveTo>
                    <a:pt x="836" y="33320"/>
                  </a:moveTo>
                  <a:cubicBezTo>
                    <a:pt x="833" y="33323"/>
                    <a:pt x="830" y="33326"/>
                    <a:pt x="827" y="33329"/>
                  </a:cubicBezTo>
                  <a:lnTo>
                    <a:pt x="827" y="33329"/>
                  </a:lnTo>
                  <a:cubicBezTo>
                    <a:pt x="837" y="33326"/>
                    <a:pt x="849" y="33323"/>
                    <a:pt x="864" y="33322"/>
                  </a:cubicBezTo>
                  <a:lnTo>
                    <a:pt x="864" y="33322"/>
                  </a:lnTo>
                  <a:cubicBezTo>
                    <a:pt x="856" y="33321"/>
                    <a:pt x="846" y="33320"/>
                    <a:pt x="836" y="33320"/>
                  </a:cubicBezTo>
                  <a:close/>
                  <a:moveTo>
                    <a:pt x="827" y="33329"/>
                  </a:moveTo>
                  <a:cubicBezTo>
                    <a:pt x="802" y="33336"/>
                    <a:pt x="795" y="33346"/>
                    <a:pt x="800" y="33346"/>
                  </a:cubicBezTo>
                  <a:cubicBezTo>
                    <a:pt x="803" y="33346"/>
                    <a:pt x="813" y="33341"/>
                    <a:pt x="827" y="33329"/>
                  </a:cubicBezTo>
                  <a:close/>
                  <a:moveTo>
                    <a:pt x="1128" y="33434"/>
                  </a:moveTo>
                  <a:lnTo>
                    <a:pt x="1128" y="33491"/>
                  </a:lnTo>
                  <a:cubicBezTo>
                    <a:pt x="1128" y="33539"/>
                    <a:pt x="1128" y="33539"/>
                    <a:pt x="1071" y="33539"/>
                  </a:cubicBezTo>
                  <a:lnTo>
                    <a:pt x="1071" y="33483"/>
                  </a:lnTo>
                  <a:lnTo>
                    <a:pt x="1128" y="33434"/>
                  </a:lnTo>
                  <a:close/>
                  <a:moveTo>
                    <a:pt x="1006" y="33872"/>
                  </a:moveTo>
                  <a:cubicBezTo>
                    <a:pt x="1006" y="33900"/>
                    <a:pt x="1020" y="33914"/>
                    <a:pt x="1027" y="33914"/>
                  </a:cubicBezTo>
                  <a:cubicBezTo>
                    <a:pt x="1034" y="33914"/>
                    <a:pt x="1034" y="33900"/>
                    <a:pt x="1006" y="33872"/>
                  </a:cubicBezTo>
                  <a:close/>
                  <a:moveTo>
                    <a:pt x="1119" y="33985"/>
                  </a:moveTo>
                  <a:lnTo>
                    <a:pt x="1119" y="34034"/>
                  </a:lnTo>
                  <a:cubicBezTo>
                    <a:pt x="1119" y="34091"/>
                    <a:pt x="1119" y="34091"/>
                    <a:pt x="1055" y="34091"/>
                  </a:cubicBezTo>
                  <a:lnTo>
                    <a:pt x="1055" y="34034"/>
                  </a:lnTo>
                  <a:lnTo>
                    <a:pt x="1119" y="33985"/>
                  </a:lnTo>
                  <a:close/>
                  <a:moveTo>
                    <a:pt x="1225" y="34537"/>
                  </a:moveTo>
                  <a:lnTo>
                    <a:pt x="1225" y="34593"/>
                  </a:lnTo>
                  <a:cubicBezTo>
                    <a:pt x="1225" y="34642"/>
                    <a:pt x="1168" y="34642"/>
                    <a:pt x="1168" y="34642"/>
                  </a:cubicBezTo>
                  <a:cubicBezTo>
                    <a:pt x="1168" y="34642"/>
                    <a:pt x="1103" y="34642"/>
                    <a:pt x="1103" y="34585"/>
                  </a:cubicBezTo>
                  <a:cubicBezTo>
                    <a:pt x="1144" y="34561"/>
                    <a:pt x="1184" y="34537"/>
                    <a:pt x="1225" y="34537"/>
                  </a:cubicBezTo>
                  <a:close/>
                  <a:moveTo>
                    <a:pt x="1119" y="36734"/>
                  </a:moveTo>
                  <a:cubicBezTo>
                    <a:pt x="1184" y="36791"/>
                    <a:pt x="1241" y="36847"/>
                    <a:pt x="1176" y="36847"/>
                  </a:cubicBezTo>
                  <a:cubicBezTo>
                    <a:pt x="1136" y="36839"/>
                    <a:pt x="1095" y="36823"/>
                    <a:pt x="1063" y="36791"/>
                  </a:cubicBezTo>
                  <a:cubicBezTo>
                    <a:pt x="1063" y="36791"/>
                    <a:pt x="1006" y="36734"/>
                    <a:pt x="1063" y="36734"/>
                  </a:cubicBezTo>
                  <a:close/>
                  <a:moveTo>
                    <a:pt x="1247" y="38572"/>
                  </a:moveTo>
                  <a:cubicBezTo>
                    <a:pt x="1287" y="38572"/>
                    <a:pt x="1345" y="38600"/>
                    <a:pt x="1379" y="38663"/>
                  </a:cubicBezTo>
                  <a:cubicBezTo>
                    <a:pt x="1379" y="38720"/>
                    <a:pt x="1379" y="38720"/>
                    <a:pt x="1322" y="38720"/>
                  </a:cubicBezTo>
                  <a:cubicBezTo>
                    <a:pt x="1257" y="38720"/>
                    <a:pt x="1209" y="38672"/>
                    <a:pt x="1201" y="38607"/>
                  </a:cubicBezTo>
                  <a:cubicBezTo>
                    <a:pt x="1201" y="38584"/>
                    <a:pt x="1220" y="38572"/>
                    <a:pt x="1247" y="38572"/>
                  </a:cubicBezTo>
                  <a:close/>
                  <a:moveTo>
                    <a:pt x="1092" y="46313"/>
                  </a:moveTo>
                  <a:cubicBezTo>
                    <a:pt x="1106" y="46313"/>
                    <a:pt x="1129" y="46315"/>
                    <a:pt x="1160" y="46317"/>
                  </a:cubicBezTo>
                  <a:cubicBezTo>
                    <a:pt x="1225" y="46317"/>
                    <a:pt x="1282" y="46317"/>
                    <a:pt x="1282" y="46374"/>
                  </a:cubicBezTo>
                  <a:cubicBezTo>
                    <a:pt x="1336" y="46429"/>
                    <a:pt x="1338" y="46455"/>
                    <a:pt x="1312" y="46455"/>
                  </a:cubicBezTo>
                  <a:cubicBezTo>
                    <a:pt x="1284" y="46455"/>
                    <a:pt x="1223" y="46425"/>
                    <a:pt x="1160" y="46366"/>
                  </a:cubicBezTo>
                  <a:cubicBezTo>
                    <a:pt x="1078" y="46325"/>
                    <a:pt x="1055" y="46313"/>
                    <a:pt x="1092" y="46313"/>
                  </a:cubicBezTo>
                  <a:close/>
                  <a:moveTo>
                    <a:pt x="1534" y="1"/>
                  </a:moveTo>
                  <a:cubicBezTo>
                    <a:pt x="1506" y="1"/>
                    <a:pt x="1493" y="27"/>
                    <a:pt x="1525" y="79"/>
                  </a:cubicBezTo>
                  <a:lnTo>
                    <a:pt x="1460" y="136"/>
                  </a:lnTo>
                  <a:cubicBezTo>
                    <a:pt x="1282" y="136"/>
                    <a:pt x="1282" y="241"/>
                    <a:pt x="1460" y="249"/>
                  </a:cubicBezTo>
                  <a:cubicBezTo>
                    <a:pt x="1638" y="249"/>
                    <a:pt x="1638" y="249"/>
                    <a:pt x="1517" y="306"/>
                  </a:cubicBezTo>
                  <a:cubicBezTo>
                    <a:pt x="1509" y="305"/>
                    <a:pt x="1502" y="305"/>
                    <a:pt x="1495" y="305"/>
                  </a:cubicBezTo>
                  <a:cubicBezTo>
                    <a:pt x="1395" y="305"/>
                    <a:pt x="1395" y="358"/>
                    <a:pt x="1395" y="411"/>
                  </a:cubicBezTo>
                  <a:cubicBezTo>
                    <a:pt x="1395" y="452"/>
                    <a:pt x="1395" y="464"/>
                    <a:pt x="1370" y="464"/>
                  </a:cubicBezTo>
                  <a:cubicBezTo>
                    <a:pt x="1361" y="464"/>
                    <a:pt x="1348" y="462"/>
                    <a:pt x="1330" y="460"/>
                  </a:cubicBezTo>
                  <a:cubicBezTo>
                    <a:pt x="1273" y="468"/>
                    <a:pt x="1217" y="508"/>
                    <a:pt x="1209" y="573"/>
                  </a:cubicBezTo>
                  <a:cubicBezTo>
                    <a:pt x="1209" y="630"/>
                    <a:pt x="1209" y="630"/>
                    <a:pt x="1273" y="630"/>
                  </a:cubicBezTo>
                  <a:cubicBezTo>
                    <a:pt x="1284" y="619"/>
                    <a:pt x="1293" y="615"/>
                    <a:pt x="1299" y="615"/>
                  </a:cubicBezTo>
                  <a:cubicBezTo>
                    <a:pt x="1326" y="615"/>
                    <a:pt x="1307" y="696"/>
                    <a:pt x="1209" y="736"/>
                  </a:cubicBezTo>
                  <a:cubicBezTo>
                    <a:pt x="1152" y="792"/>
                    <a:pt x="1152" y="792"/>
                    <a:pt x="1265" y="792"/>
                  </a:cubicBezTo>
                  <a:cubicBezTo>
                    <a:pt x="1387" y="792"/>
                    <a:pt x="1387" y="906"/>
                    <a:pt x="1265" y="954"/>
                  </a:cubicBezTo>
                  <a:lnTo>
                    <a:pt x="1265" y="1068"/>
                  </a:lnTo>
                  <a:cubicBezTo>
                    <a:pt x="1257" y="1125"/>
                    <a:pt x="1322" y="1125"/>
                    <a:pt x="1379" y="1125"/>
                  </a:cubicBezTo>
                  <a:cubicBezTo>
                    <a:pt x="1500" y="1125"/>
                    <a:pt x="1500" y="1125"/>
                    <a:pt x="1436" y="1181"/>
                  </a:cubicBezTo>
                  <a:cubicBezTo>
                    <a:pt x="1403" y="1214"/>
                    <a:pt x="1363" y="1230"/>
                    <a:pt x="1322" y="1238"/>
                  </a:cubicBezTo>
                  <a:cubicBezTo>
                    <a:pt x="1318" y="1238"/>
                    <a:pt x="1314" y="1237"/>
                    <a:pt x="1310" y="1237"/>
                  </a:cubicBezTo>
                  <a:cubicBezTo>
                    <a:pt x="1257" y="1237"/>
                    <a:pt x="1257" y="1290"/>
                    <a:pt x="1257" y="1344"/>
                  </a:cubicBezTo>
                  <a:cubicBezTo>
                    <a:pt x="1257" y="1400"/>
                    <a:pt x="1249" y="1506"/>
                    <a:pt x="1314" y="1506"/>
                  </a:cubicBezTo>
                  <a:lnTo>
                    <a:pt x="1249" y="1506"/>
                  </a:lnTo>
                  <a:cubicBezTo>
                    <a:pt x="1249" y="1562"/>
                    <a:pt x="1192" y="1562"/>
                    <a:pt x="1249" y="1562"/>
                  </a:cubicBezTo>
                  <a:cubicBezTo>
                    <a:pt x="1241" y="1619"/>
                    <a:pt x="1225" y="1676"/>
                    <a:pt x="1192" y="1725"/>
                  </a:cubicBezTo>
                  <a:cubicBezTo>
                    <a:pt x="1147" y="1804"/>
                    <a:pt x="1189" y="1907"/>
                    <a:pt x="1259" y="1907"/>
                  </a:cubicBezTo>
                  <a:cubicBezTo>
                    <a:pt x="1290" y="1907"/>
                    <a:pt x="1326" y="1887"/>
                    <a:pt x="1363" y="1838"/>
                  </a:cubicBezTo>
                  <a:lnTo>
                    <a:pt x="1363" y="1895"/>
                  </a:lnTo>
                  <a:cubicBezTo>
                    <a:pt x="1363" y="1952"/>
                    <a:pt x="1419" y="1952"/>
                    <a:pt x="1419" y="1952"/>
                  </a:cubicBezTo>
                  <a:cubicBezTo>
                    <a:pt x="1484" y="1952"/>
                    <a:pt x="1484" y="2008"/>
                    <a:pt x="1484" y="2065"/>
                  </a:cubicBezTo>
                  <a:lnTo>
                    <a:pt x="1363" y="2057"/>
                  </a:lnTo>
                  <a:cubicBezTo>
                    <a:pt x="1329" y="2046"/>
                    <a:pt x="1299" y="2042"/>
                    <a:pt x="1274" y="2042"/>
                  </a:cubicBezTo>
                  <a:cubicBezTo>
                    <a:pt x="1168" y="2042"/>
                    <a:pt x="1153" y="2125"/>
                    <a:pt x="1298" y="2171"/>
                  </a:cubicBezTo>
                  <a:lnTo>
                    <a:pt x="1241" y="2171"/>
                  </a:lnTo>
                  <a:cubicBezTo>
                    <a:pt x="1176" y="2171"/>
                    <a:pt x="1176" y="2219"/>
                    <a:pt x="1233" y="2333"/>
                  </a:cubicBezTo>
                  <a:cubicBezTo>
                    <a:pt x="1233" y="2389"/>
                    <a:pt x="1355" y="2446"/>
                    <a:pt x="1411" y="2446"/>
                  </a:cubicBezTo>
                  <a:cubicBezTo>
                    <a:pt x="1444" y="2446"/>
                    <a:pt x="1476" y="2471"/>
                    <a:pt x="1468" y="2503"/>
                  </a:cubicBezTo>
                  <a:cubicBezTo>
                    <a:pt x="1468" y="2560"/>
                    <a:pt x="1468" y="2560"/>
                    <a:pt x="1411" y="2560"/>
                  </a:cubicBezTo>
                  <a:cubicBezTo>
                    <a:pt x="1407" y="2559"/>
                    <a:pt x="1403" y="2559"/>
                    <a:pt x="1399" y="2559"/>
                  </a:cubicBezTo>
                  <a:cubicBezTo>
                    <a:pt x="1290" y="2559"/>
                    <a:pt x="1294" y="2667"/>
                    <a:pt x="1411" y="2722"/>
                  </a:cubicBezTo>
                  <a:lnTo>
                    <a:pt x="1346" y="2722"/>
                  </a:lnTo>
                  <a:cubicBezTo>
                    <a:pt x="1290" y="2722"/>
                    <a:pt x="1225" y="2771"/>
                    <a:pt x="1282" y="3054"/>
                  </a:cubicBezTo>
                  <a:cubicBezTo>
                    <a:pt x="1273" y="3273"/>
                    <a:pt x="1273" y="3435"/>
                    <a:pt x="1217" y="3435"/>
                  </a:cubicBezTo>
                  <a:cubicBezTo>
                    <a:pt x="1152" y="3435"/>
                    <a:pt x="1265" y="3654"/>
                    <a:pt x="1387" y="3768"/>
                  </a:cubicBezTo>
                  <a:cubicBezTo>
                    <a:pt x="1322" y="3768"/>
                    <a:pt x="1322" y="3825"/>
                    <a:pt x="1322" y="3930"/>
                  </a:cubicBezTo>
                  <a:cubicBezTo>
                    <a:pt x="1322" y="4070"/>
                    <a:pt x="1322" y="4095"/>
                    <a:pt x="1286" y="4095"/>
                  </a:cubicBezTo>
                  <a:cubicBezTo>
                    <a:pt x="1278" y="4095"/>
                    <a:pt x="1269" y="4094"/>
                    <a:pt x="1257" y="4092"/>
                  </a:cubicBezTo>
                  <a:cubicBezTo>
                    <a:pt x="1210" y="4069"/>
                    <a:pt x="1183" y="4055"/>
                    <a:pt x="1175" y="4055"/>
                  </a:cubicBezTo>
                  <a:cubicBezTo>
                    <a:pt x="1163" y="4055"/>
                    <a:pt x="1191" y="4082"/>
                    <a:pt x="1257" y="4149"/>
                  </a:cubicBezTo>
                  <a:cubicBezTo>
                    <a:pt x="1368" y="4212"/>
                    <a:pt x="1324" y="4368"/>
                    <a:pt x="1202" y="4368"/>
                  </a:cubicBezTo>
                  <a:cubicBezTo>
                    <a:pt x="1199" y="4368"/>
                    <a:pt x="1196" y="4368"/>
                    <a:pt x="1192" y="4368"/>
                  </a:cubicBezTo>
                  <a:cubicBezTo>
                    <a:pt x="1136" y="4368"/>
                    <a:pt x="1136" y="4425"/>
                    <a:pt x="1128" y="4530"/>
                  </a:cubicBezTo>
                  <a:cubicBezTo>
                    <a:pt x="1192" y="4587"/>
                    <a:pt x="1184" y="4700"/>
                    <a:pt x="1184" y="4814"/>
                  </a:cubicBezTo>
                  <a:cubicBezTo>
                    <a:pt x="1184" y="4976"/>
                    <a:pt x="1184" y="4976"/>
                    <a:pt x="1298" y="4976"/>
                  </a:cubicBezTo>
                  <a:cubicBezTo>
                    <a:pt x="1419" y="4976"/>
                    <a:pt x="1419" y="5033"/>
                    <a:pt x="1419" y="5146"/>
                  </a:cubicBezTo>
                  <a:cubicBezTo>
                    <a:pt x="1419" y="5203"/>
                    <a:pt x="1411" y="5252"/>
                    <a:pt x="1355" y="5252"/>
                  </a:cubicBezTo>
                  <a:cubicBezTo>
                    <a:pt x="1322" y="5284"/>
                    <a:pt x="1298" y="5316"/>
                    <a:pt x="1290" y="5365"/>
                  </a:cubicBezTo>
                  <a:cubicBezTo>
                    <a:pt x="1290" y="5414"/>
                    <a:pt x="1290" y="5470"/>
                    <a:pt x="1233" y="5470"/>
                  </a:cubicBezTo>
                  <a:cubicBezTo>
                    <a:pt x="1192" y="5519"/>
                    <a:pt x="1168" y="5576"/>
                    <a:pt x="1168" y="5633"/>
                  </a:cubicBezTo>
                  <a:cubicBezTo>
                    <a:pt x="1168" y="5746"/>
                    <a:pt x="1160" y="5851"/>
                    <a:pt x="1103" y="5851"/>
                  </a:cubicBezTo>
                  <a:cubicBezTo>
                    <a:pt x="1103" y="5908"/>
                    <a:pt x="1103" y="5908"/>
                    <a:pt x="1160" y="5908"/>
                  </a:cubicBezTo>
                  <a:cubicBezTo>
                    <a:pt x="1225" y="5908"/>
                    <a:pt x="1282" y="5965"/>
                    <a:pt x="1217" y="6184"/>
                  </a:cubicBezTo>
                  <a:cubicBezTo>
                    <a:pt x="1217" y="6297"/>
                    <a:pt x="1209" y="6460"/>
                    <a:pt x="1273" y="6460"/>
                  </a:cubicBezTo>
                  <a:cubicBezTo>
                    <a:pt x="1265" y="6516"/>
                    <a:pt x="1265" y="6516"/>
                    <a:pt x="1209" y="6516"/>
                  </a:cubicBezTo>
                  <a:cubicBezTo>
                    <a:pt x="1087" y="6516"/>
                    <a:pt x="1087" y="6622"/>
                    <a:pt x="1209" y="6735"/>
                  </a:cubicBezTo>
                  <a:cubicBezTo>
                    <a:pt x="1265" y="6735"/>
                    <a:pt x="1265" y="6792"/>
                    <a:pt x="1201" y="6849"/>
                  </a:cubicBezTo>
                  <a:cubicBezTo>
                    <a:pt x="1209" y="6889"/>
                    <a:pt x="1225" y="6930"/>
                    <a:pt x="1257" y="6962"/>
                  </a:cubicBezTo>
                  <a:cubicBezTo>
                    <a:pt x="1322" y="7011"/>
                    <a:pt x="1322" y="7011"/>
                    <a:pt x="1257" y="7124"/>
                  </a:cubicBezTo>
                  <a:cubicBezTo>
                    <a:pt x="1201" y="7124"/>
                    <a:pt x="1192" y="7181"/>
                    <a:pt x="1192" y="7230"/>
                  </a:cubicBezTo>
                  <a:cubicBezTo>
                    <a:pt x="1249" y="7343"/>
                    <a:pt x="1241" y="7951"/>
                    <a:pt x="1176" y="8000"/>
                  </a:cubicBezTo>
                  <a:cubicBezTo>
                    <a:pt x="1241" y="8057"/>
                    <a:pt x="1241" y="8057"/>
                    <a:pt x="1233" y="8114"/>
                  </a:cubicBezTo>
                  <a:cubicBezTo>
                    <a:pt x="1111" y="8170"/>
                    <a:pt x="1176" y="8227"/>
                    <a:pt x="1290" y="8227"/>
                  </a:cubicBezTo>
                  <a:lnTo>
                    <a:pt x="1298" y="8170"/>
                  </a:lnTo>
                  <a:lnTo>
                    <a:pt x="1298" y="8114"/>
                  </a:lnTo>
                  <a:lnTo>
                    <a:pt x="1298" y="8114"/>
                  </a:lnTo>
                  <a:cubicBezTo>
                    <a:pt x="1416" y="8121"/>
                    <a:pt x="1412" y="8276"/>
                    <a:pt x="1246" y="8276"/>
                  </a:cubicBezTo>
                  <a:cubicBezTo>
                    <a:pt x="1242" y="8276"/>
                    <a:pt x="1237" y="8276"/>
                    <a:pt x="1233" y="8276"/>
                  </a:cubicBezTo>
                  <a:cubicBezTo>
                    <a:pt x="1111" y="8332"/>
                    <a:pt x="1111" y="8332"/>
                    <a:pt x="1233" y="8389"/>
                  </a:cubicBezTo>
                  <a:cubicBezTo>
                    <a:pt x="1346" y="8446"/>
                    <a:pt x="1346" y="8503"/>
                    <a:pt x="1225" y="8551"/>
                  </a:cubicBezTo>
                  <a:cubicBezTo>
                    <a:pt x="1111" y="8551"/>
                    <a:pt x="1111" y="8551"/>
                    <a:pt x="1225" y="8608"/>
                  </a:cubicBezTo>
                  <a:cubicBezTo>
                    <a:pt x="1455" y="8719"/>
                    <a:pt x="1514" y="8884"/>
                    <a:pt x="1297" y="8884"/>
                  </a:cubicBezTo>
                  <a:cubicBezTo>
                    <a:pt x="1292" y="8884"/>
                    <a:pt x="1287" y="8884"/>
                    <a:pt x="1282" y="8884"/>
                  </a:cubicBezTo>
                  <a:cubicBezTo>
                    <a:pt x="1160" y="8884"/>
                    <a:pt x="1103" y="8941"/>
                    <a:pt x="1095" y="8989"/>
                  </a:cubicBezTo>
                  <a:cubicBezTo>
                    <a:pt x="1095" y="9046"/>
                    <a:pt x="1160" y="9046"/>
                    <a:pt x="1217" y="9046"/>
                  </a:cubicBezTo>
                  <a:cubicBezTo>
                    <a:pt x="1247" y="9034"/>
                    <a:pt x="1269" y="9028"/>
                    <a:pt x="1285" y="9028"/>
                  </a:cubicBezTo>
                  <a:cubicBezTo>
                    <a:pt x="1331" y="9028"/>
                    <a:pt x="1308" y="9080"/>
                    <a:pt x="1217" y="9159"/>
                  </a:cubicBezTo>
                  <a:cubicBezTo>
                    <a:pt x="1030" y="9322"/>
                    <a:pt x="1030" y="9435"/>
                    <a:pt x="1144" y="9597"/>
                  </a:cubicBezTo>
                  <a:cubicBezTo>
                    <a:pt x="1224" y="9758"/>
                    <a:pt x="1248" y="9887"/>
                    <a:pt x="1214" y="9887"/>
                  </a:cubicBezTo>
                  <a:cubicBezTo>
                    <a:pt x="1200" y="9887"/>
                    <a:pt x="1177" y="9866"/>
                    <a:pt x="1144" y="9816"/>
                  </a:cubicBezTo>
                  <a:cubicBezTo>
                    <a:pt x="1083" y="9763"/>
                    <a:pt x="1053" y="9737"/>
                    <a:pt x="1044" y="9737"/>
                  </a:cubicBezTo>
                  <a:cubicBezTo>
                    <a:pt x="1036" y="9737"/>
                    <a:pt x="1051" y="9763"/>
                    <a:pt x="1079" y="9816"/>
                  </a:cubicBezTo>
                  <a:cubicBezTo>
                    <a:pt x="1079" y="9930"/>
                    <a:pt x="1079" y="10035"/>
                    <a:pt x="1079" y="10092"/>
                  </a:cubicBezTo>
                  <a:cubicBezTo>
                    <a:pt x="1079" y="10157"/>
                    <a:pt x="1128" y="10205"/>
                    <a:pt x="1192" y="10205"/>
                  </a:cubicBezTo>
                  <a:cubicBezTo>
                    <a:pt x="1071" y="10262"/>
                    <a:pt x="1014" y="10367"/>
                    <a:pt x="1128" y="10481"/>
                  </a:cubicBezTo>
                  <a:cubicBezTo>
                    <a:pt x="1128" y="10538"/>
                    <a:pt x="1128" y="10586"/>
                    <a:pt x="1128" y="10586"/>
                  </a:cubicBezTo>
                  <a:cubicBezTo>
                    <a:pt x="1128" y="10643"/>
                    <a:pt x="1128" y="10643"/>
                    <a:pt x="1184" y="10700"/>
                  </a:cubicBezTo>
                  <a:cubicBezTo>
                    <a:pt x="1241" y="10757"/>
                    <a:pt x="1176" y="10813"/>
                    <a:pt x="1119" y="10862"/>
                  </a:cubicBezTo>
                  <a:cubicBezTo>
                    <a:pt x="1055" y="10919"/>
                    <a:pt x="998" y="10976"/>
                    <a:pt x="1055" y="10976"/>
                  </a:cubicBezTo>
                  <a:cubicBezTo>
                    <a:pt x="1119" y="10976"/>
                    <a:pt x="1176" y="11089"/>
                    <a:pt x="1233" y="11146"/>
                  </a:cubicBezTo>
                  <a:cubicBezTo>
                    <a:pt x="1273" y="11180"/>
                    <a:pt x="1257" y="11218"/>
                    <a:pt x="1224" y="11218"/>
                  </a:cubicBezTo>
                  <a:cubicBezTo>
                    <a:pt x="1210" y="11218"/>
                    <a:pt x="1193" y="11211"/>
                    <a:pt x="1176" y="11194"/>
                  </a:cubicBezTo>
                  <a:cubicBezTo>
                    <a:pt x="1111" y="11194"/>
                    <a:pt x="1111" y="11194"/>
                    <a:pt x="1055" y="11300"/>
                  </a:cubicBezTo>
                  <a:cubicBezTo>
                    <a:pt x="1046" y="11357"/>
                    <a:pt x="1046" y="11470"/>
                    <a:pt x="1103" y="11470"/>
                  </a:cubicBezTo>
                  <a:cubicBezTo>
                    <a:pt x="1168" y="11470"/>
                    <a:pt x="1160" y="11803"/>
                    <a:pt x="1103" y="11851"/>
                  </a:cubicBezTo>
                  <a:cubicBezTo>
                    <a:pt x="1103" y="11851"/>
                    <a:pt x="1095" y="11908"/>
                    <a:pt x="1095" y="11965"/>
                  </a:cubicBezTo>
                  <a:cubicBezTo>
                    <a:pt x="1095" y="12021"/>
                    <a:pt x="1152" y="12078"/>
                    <a:pt x="1152" y="12135"/>
                  </a:cubicBezTo>
                  <a:cubicBezTo>
                    <a:pt x="1160" y="12176"/>
                    <a:pt x="1176" y="12216"/>
                    <a:pt x="1209" y="12240"/>
                  </a:cubicBezTo>
                  <a:cubicBezTo>
                    <a:pt x="1209" y="12297"/>
                    <a:pt x="1209" y="12354"/>
                    <a:pt x="1152" y="12354"/>
                  </a:cubicBezTo>
                  <a:cubicBezTo>
                    <a:pt x="1265" y="12411"/>
                    <a:pt x="1265" y="12411"/>
                    <a:pt x="1144" y="12459"/>
                  </a:cubicBezTo>
                  <a:cubicBezTo>
                    <a:pt x="1030" y="12459"/>
                    <a:pt x="1030" y="12459"/>
                    <a:pt x="1144" y="12516"/>
                  </a:cubicBezTo>
                  <a:cubicBezTo>
                    <a:pt x="1201" y="12573"/>
                    <a:pt x="1201" y="12573"/>
                    <a:pt x="1144" y="12630"/>
                  </a:cubicBezTo>
                  <a:cubicBezTo>
                    <a:pt x="1140" y="12629"/>
                    <a:pt x="1136" y="12629"/>
                    <a:pt x="1133" y="12629"/>
                  </a:cubicBezTo>
                  <a:cubicBezTo>
                    <a:pt x="1086" y="12629"/>
                    <a:pt x="1083" y="12678"/>
                    <a:pt x="1144" y="12678"/>
                  </a:cubicBezTo>
                  <a:cubicBezTo>
                    <a:pt x="1257" y="12735"/>
                    <a:pt x="1314" y="12905"/>
                    <a:pt x="1201" y="12905"/>
                  </a:cubicBezTo>
                  <a:cubicBezTo>
                    <a:pt x="1201" y="12946"/>
                    <a:pt x="1225" y="12986"/>
                    <a:pt x="1257" y="13011"/>
                  </a:cubicBezTo>
                  <a:cubicBezTo>
                    <a:pt x="1341" y="13059"/>
                    <a:pt x="1363" y="13071"/>
                    <a:pt x="1323" y="13071"/>
                  </a:cubicBezTo>
                  <a:cubicBezTo>
                    <a:pt x="1309" y="13071"/>
                    <a:pt x="1287" y="13069"/>
                    <a:pt x="1257" y="13067"/>
                  </a:cubicBezTo>
                  <a:cubicBezTo>
                    <a:pt x="1136" y="13124"/>
                    <a:pt x="1136" y="13181"/>
                    <a:pt x="1249" y="13238"/>
                  </a:cubicBezTo>
                  <a:cubicBezTo>
                    <a:pt x="1282" y="13262"/>
                    <a:pt x="1282" y="13319"/>
                    <a:pt x="1249" y="13343"/>
                  </a:cubicBezTo>
                  <a:cubicBezTo>
                    <a:pt x="1189" y="13449"/>
                    <a:pt x="1128" y="13737"/>
                    <a:pt x="1218" y="13737"/>
                  </a:cubicBezTo>
                  <a:cubicBezTo>
                    <a:pt x="1225" y="13737"/>
                    <a:pt x="1233" y="13736"/>
                    <a:pt x="1241" y="13732"/>
                  </a:cubicBezTo>
                  <a:lnTo>
                    <a:pt x="1241" y="13838"/>
                  </a:lnTo>
                  <a:cubicBezTo>
                    <a:pt x="1176" y="13951"/>
                    <a:pt x="1176" y="14000"/>
                    <a:pt x="1233" y="14056"/>
                  </a:cubicBezTo>
                  <a:lnTo>
                    <a:pt x="1290" y="14113"/>
                  </a:lnTo>
                  <a:cubicBezTo>
                    <a:pt x="1233" y="14113"/>
                    <a:pt x="1176" y="14162"/>
                    <a:pt x="1168" y="14227"/>
                  </a:cubicBezTo>
                  <a:cubicBezTo>
                    <a:pt x="1168" y="14275"/>
                    <a:pt x="1168" y="14275"/>
                    <a:pt x="1225" y="14284"/>
                  </a:cubicBezTo>
                  <a:cubicBezTo>
                    <a:pt x="1244" y="14267"/>
                    <a:pt x="1258" y="14260"/>
                    <a:pt x="1267" y="14260"/>
                  </a:cubicBezTo>
                  <a:cubicBezTo>
                    <a:pt x="1290" y="14260"/>
                    <a:pt x="1290" y="14298"/>
                    <a:pt x="1290" y="14332"/>
                  </a:cubicBezTo>
                  <a:cubicBezTo>
                    <a:pt x="1282" y="14397"/>
                    <a:pt x="1225" y="14446"/>
                    <a:pt x="1168" y="14446"/>
                  </a:cubicBezTo>
                  <a:lnTo>
                    <a:pt x="1168" y="14502"/>
                  </a:lnTo>
                  <a:cubicBezTo>
                    <a:pt x="1274" y="14502"/>
                    <a:pt x="1281" y="14552"/>
                    <a:pt x="1235" y="14552"/>
                  </a:cubicBezTo>
                  <a:cubicBezTo>
                    <a:pt x="1232" y="14552"/>
                    <a:pt x="1229" y="14552"/>
                    <a:pt x="1225" y="14551"/>
                  </a:cubicBezTo>
                  <a:cubicBezTo>
                    <a:pt x="1176" y="14600"/>
                    <a:pt x="1152" y="14656"/>
                    <a:pt x="1160" y="14721"/>
                  </a:cubicBezTo>
                  <a:cubicBezTo>
                    <a:pt x="1198" y="14721"/>
                    <a:pt x="1185" y="14743"/>
                    <a:pt x="1173" y="14743"/>
                  </a:cubicBezTo>
                  <a:cubicBezTo>
                    <a:pt x="1166" y="14743"/>
                    <a:pt x="1160" y="14738"/>
                    <a:pt x="1160" y="14721"/>
                  </a:cubicBezTo>
                  <a:lnTo>
                    <a:pt x="1103" y="14721"/>
                  </a:lnTo>
                  <a:cubicBezTo>
                    <a:pt x="1038" y="14770"/>
                    <a:pt x="1103" y="14770"/>
                    <a:pt x="1160" y="14770"/>
                  </a:cubicBezTo>
                  <a:cubicBezTo>
                    <a:pt x="1160" y="14770"/>
                    <a:pt x="1160" y="14827"/>
                    <a:pt x="1160" y="14883"/>
                  </a:cubicBezTo>
                  <a:cubicBezTo>
                    <a:pt x="1154" y="14924"/>
                    <a:pt x="1153" y="14964"/>
                    <a:pt x="1175" y="14964"/>
                  </a:cubicBezTo>
                  <a:cubicBezTo>
                    <a:pt x="1184" y="14964"/>
                    <a:pt x="1198" y="14957"/>
                    <a:pt x="1217" y="14940"/>
                  </a:cubicBezTo>
                  <a:cubicBezTo>
                    <a:pt x="1273" y="14940"/>
                    <a:pt x="1338" y="14940"/>
                    <a:pt x="1330" y="14997"/>
                  </a:cubicBezTo>
                  <a:cubicBezTo>
                    <a:pt x="1373" y="14997"/>
                    <a:pt x="1359" y="15022"/>
                    <a:pt x="1345" y="15022"/>
                  </a:cubicBezTo>
                  <a:cubicBezTo>
                    <a:pt x="1337" y="15022"/>
                    <a:pt x="1330" y="15016"/>
                    <a:pt x="1330" y="14997"/>
                  </a:cubicBezTo>
                  <a:cubicBezTo>
                    <a:pt x="1273" y="14997"/>
                    <a:pt x="1217" y="14997"/>
                    <a:pt x="1217" y="15054"/>
                  </a:cubicBezTo>
                  <a:cubicBezTo>
                    <a:pt x="1209" y="15102"/>
                    <a:pt x="1152" y="15102"/>
                    <a:pt x="1152" y="15102"/>
                  </a:cubicBezTo>
                  <a:cubicBezTo>
                    <a:pt x="1138" y="15096"/>
                    <a:pt x="1127" y="15093"/>
                    <a:pt x="1117" y="15093"/>
                  </a:cubicBezTo>
                  <a:cubicBezTo>
                    <a:pt x="1043" y="15093"/>
                    <a:pt x="1093" y="15271"/>
                    <a:pt x="1144" y="15321"/>
                  </a:cubicBezTo>
                  <a:cubicBezTo>
                    <a:pt x="1265" y="15435"/>
                    <a:pt x="1265" y="15492"/>
                    <a:pt x="1144" y="15492"/>
                  </a:cubicBezTo>
                  <a:cubicBezTo>
                    <a:pt x="1140" y="15491"/>
                    <a:pt x="1136" y="15491"/>
                    <a:pt x="1132" y="15491"/>
                  </a:cubicBezTo>
                  <a:cubicBezTo>
                    <a:pt x="1031" y="15491"/>
                    <a:pt x="1150" y="15599"/>
                    <a:pt x="1322" y="15654"/>
                  </a:cubicBezTo>
                  <a:lnTo>
                    <a:pt x="1500" y="15719"/>
                  </a:lnTo>
                  <a:lnTo>
                    <a:pt x="1322" y="15710"/>
                  </a:lnTo>
                  <a:cubicBezTo>
                    <a:pt x="1079" y="15767"/>
                    <a:pt x="1079" y="15767"/>
                    <a:pt x="1192" y="15929"/>
                  </a:cubicBezTo>
                  <a:cubicBezTo>
                    <a:pt x="1249" y="16043"/>
                    <a:pt x="1249" y="16043"/>
                    <a:pt x="1192" y="16043"/>
                  </a:cubicBezTo>
                  <a:cubicBezTo>
                    <a:pt x="1136" y="16043"/>
                    <a:pt x="1136" y="16092"/>
                    <a:pt x="1128" y="16262"/>
                  </a:cubicBezTo>
                  <a:cubicBezTo>
                    <a:pt x="1128" y="16424"/>
                    <a:pt x="1128" y="16481"/>
                    <a:pt x="1184" y="16481"/>
                  </a:cubicBezTo>
                  <a:lnTo>
                    <a:pt x="1184" y="16594"/>
                  </a:lnTo>
                  <a:cubicBezTo>
                    <a:pt x="1086" y="16634"/>
                    <a:pt x="1104" y="16715"/>
                    <a:pt x="1179" y="16715"/>
                  </a:cubicBezTo>
                  <a:cubicBezTo>
                    <a:pt x="1197" y="16715"/>
                    <a:pt x="1218" y="16711"/>
                    <a:pt x="1241" y="16700"/>
                  </a:cubicBezTo>
                  <a:lnTo>
                    <a:pt x="1241" y="16700"/>
                  </a:lnTo>
                  <a:lnTo>
                    <a:pt x="1233" y="16813"/>
                  </a:lnTo>
                  <a:lnTo>
                    <a:pt x="1176" y="16813"/>
                  </a:lnTo>
                  <a:cubicBezTo>
                    <a:pt x="1119" y="16813"/>
                    <a:pt x="1111" y="16919"/>
                    <a:pt x="1103" y="17356"/>
                  </a:cubicBezTo>
                  <a:cubicBezTo>
                    <a:pt x="1095" y="17859"/>
                    <a:pt x="1095" y="17908"/>
                    <a:pt x="1217" y="17916"/>
                  </a:cubicBezTo>
                  <a:cubicBezTo>
                    <a:pt x="1330" y="17973"/>
                    <a:pt x="1330" y="18021"/>
                    <a:pt x="1209" y="18021"/>
                  </a:cubicBezTo>
                  <a:cubicBezTo>
                    <a:pt x="1152" y="18021"/>
                    <a:pt x="1095" y="18078"/>
                    <a:pt x="1152" y="18078"/>
                  </a:cubicBezTo>
                  <a:cubicBezTo>
                    <a:pt x="1152" y="18135"/>
                    <a:pt x="1128" y="18191"/>
                    <a:pt x="1087" y="18240"/>
                  </a:cubicBezTo>
                  <a:cubicBezTo>
                    <a:pt x="965" y="18402"/>
                    <a:pt x="1022" y="18459"/>
                    <a:pt x="1087" y="18459"/>
                  </a:cubicBezTo>
                  <a:cubicBezTo>
                    <a:pt x="1120" y="18445"/>
                    <a:pt x="1138" y="18439"/>
                    <a:pt x="1147" y="18439"/>
                  </a:cubicBezTo>
                  <a:cubicBezTo>
                    <a:pt x="1167" y="18439"/>
                    <a:pt x="1125" y="18475"/>
                    <a:pt x="1079" y="18516"/>
                  </a:cubicBezTo>
                  <a:cubicBezTo>
                    <a:pt x="1022" y="18572"/>
                    <a:pt x="957" y="18621"/>
                    <a:pt x="1022" y="18621"/>
                  </a:cubicBezTo>
                  <a:cubicBezTo>
                    <a:pt x="1079" y="18678"/>
                    <a:pt x="1128" y="19010"/>
                    <a:pt x="1014" y="19010"/>
                  </a:cubicBezTo>
                  <a:cubicBezTo>
                    <a:pt x="1014" y="19010"/>
                    <a:pt x="1014" y="19067"/>
                    <a:pt x="1006" y="19116"/>
                  </a:cubicBezTo>
                  <a:cubicBezTo>
                    <a:pt x="1071" y="19124"/>
                    <a:pt x="1071" y="19229"/>
                    <a:pt x="1063" y="19343"/>
                  </a:cubicBezTo>
                  <a:cubicBezTo>
                    <a:pt x="1063" y="19448"/>
                    <a:pt x="1063" y="19505"/>
                    <a:pt x="998" y="19505"/>
                  </a:cubicBezTo>
                  <a:cubicBezTo>
                    <a:pt x="983" y="19490"/>
                    <a:pt x="971" y="19483"/>
                    <a:pt x="964" y="19483"/>
                  </a:cubicBezTo>
                  <a:cubicBezTo>
                    <a:pt x="945" y="19483"/>
                    <a:pt x="956" y="19535"/>
                    <a:pt x="998" y="19618"/>
                  </a:cubicBezTo>
                  <a:cubicBezTo>
                    <a:pt x="998" y="19667"/>
                    <a:pt x="1119" y="19724"/>
                    <a:pt x="1119" y="19781"/>
                  </a:cubicBezTo>
                  <a:cubicBezTo>
                    <a:pt x="1176" y="19789"/>
                    <a:pt x="1225" y="19829"/>
                    <a:pt x="1233" y="19894"/>
                  </a:cubicBezTo>
                  <a:lnTo>
                    <a:pt x="1055" y="19894"/>
                  </a:lnTo>
                  <a:cubicBezTo>
                    <a:pt x="1055" y="19943"/>
                    <a:pt x="1055" y="19999"/>
                    <a:pt x="1111" y="19999"/>
                  </a:cubicBezTo>
                  <a:cubicBezTo>
                    <a:pt x="1046" y="20056"/>
                    <a:pt x="1046" y="20113"/>
                    <a:pt x="1046" y="20218"/>
                  </a:cubicBezTo>
                  <a:cubicBezTo>
                    <a:pt x="1046" y="20332"/>
                    <a:pt x="1038" y="20445"/>
                    <a:pt x="1103" y="20494"/>
                  </a:cubicBezTo>
                  <a:cubicBezTo>
                    <a:pt x="982" y="20551"/>
                    <a:pt x="973" y="20883"/>
                    <a:pt x="1095" y="20940"/>
                  </a:cubicBezTo>
                  <a:cubicBezTo>
                    <a:pt x="1152" y="20940"/>
                    <a:pt x="1152" y="20997"/>
                    <a:pt x="1087" y="21045"/>
                  </a:cubicBezTo>
                  <a:cubicBezTo>
                    <a:pt x="1030" y="21102"/>
                    <a:pt x="1030" y="21102"/>
                    <a:pt x="1087" y="21159"/>
                  </a:cubicBezTo>
                  <a:cubicBezTo>
                    <a:pt x="1144" y="21216"/>
                    <a:pt x="1087" y="21272"/>
                    <a:pt x="1022" y="21321"/>
                  </a:cubicBezTo>
                  <a:cubicBezTo>
                    <a:pt x="901" y="21378"/>
                    <a:pt x="901" y="21426"/>
                    <a:pt x="957" y="21483"/>
                  </a:cubicBezTo>
                  <a:cubicBezTo>
                    <a:pt x="1006" y="21572"/>
                    <a:pt x="1022" y="21670"/>
                    <a:pt x="1014" y="21759"/>
                  </a:cubicBezTo>
                  <a:cubicBezTo>
                    <a:pt x="1056" y="21842"/>
                    <a:pt x="1067" y="21895"/>
                    <a:pt x="1095" y="21895"/>
                  </a:cubicBezTo>
                  <a:cubicBezTo>
                    <a:pt x="1106" y="21895"/>
                    <a:pt x="1118" y="21888"/>
                    <a:pt x="1136" y="21872"/>
                  </a:cubicBezTo>
                  <a:cubicBezTo>
                    <a:pt x="1176" y="21880"/>
                    <a:pt x="1217" y="21905"/>
                    <a:pt x="1249" y="21929"/>
                  </a:cubicBezTo>
                  <a:cubicBezTo>
                    <a:pt x="1282" y="21996"/>
                    <a:pt x="1277" y="22023"/>
                    <a:pt x="1266" y="22023"/>
                  </a:cubicBezTo>
                  <a:cubicBezTo>
                    <a:pt x="1259" y="22023"/>
                    <a:pt x="1249" y="22009"/>
                    <a:pt x="1249" y="21986"/>
                  </a:cubicBezTo>
                  <a:cubicBezTo>
                    <a:pt x="1225" y="21938"/>
                    <a:pt x="1211" y="21920"/>
                    <a:pt x="1198" y="21920"/>
                  </a:cubicBezTo>
                  <a:cubicBezTo>
                    <a:pt x="1181" y="21920"/>
                    <a:pt x="1165" y="21953"/>
                    <a:pt x="1128" y="21986"/>
                  </a:cubicBezTo>
                  <a:cubicBezTo>
                    <a:pt x="1079" y="22051"/>
                    <a:pt x="1055" y="22124"/>
                    <a:pt x="1063" y="22205"/>
                  </a:cubicBezTo>
                  <a:cubicBezTo>
                    <a:pt x="1063" y="22262"/>
                    <a:pt x="1063" y="22367"/>
                    <a:pt x="1063" y="22424"/>
                  </a:cubicBezTo>
                  <a:cubicBezTo>
                    <a:pt x="998" y="22586"/>
                    <a:pt x="998" y="22643"/>
                    <a:pt x="1055" y="22643"/>
                  </a:cubicBezTo>
                  <a:lnTo>
                    <a:pt x="1119" y="22643"/>
                  </a:lnTo>
                  <a:cubicBezTo>
                    <a:pt x="999" y="22699"/>
                    <a:pt x="982" y="23287"/>
                    <a:pt x="1099" y="23362"/>
                  </a:cubicBezTo>
                  <a:lnTo>
                    <a:pt x="1099" y="23362"/>
                  </a:lnTo>
                  <a:cubicBezTo>
                    <a:pt x="1083" y="23361"/>
                    <a:pt x="1061" y="23359"/>
                    <a:pt x="1038" y="23356"/>
                  </a:cubicBezTo>
                  <a:cubicBezTo>
                    <a:pt x="982" y="23356"/>
                    <a:pt x="982" y="23413"/>
                    <a:pt x="982" y="23526"/>
                  </a:cubicBezTo>
                  <a:cubicBezTo>
                    <a:pt x="1006" y="23672"/>
                    <a:pt x="1022" y="23818"/>
                    <a:pt x="1030" y="23964"/>
                  </a:cubicBezTo>
                  <a:cubicBezTo>
                    <a:pt x="1022" y="24183"/>
                    <a:pt x="1022" y="24353"/>
                    <a:pt x="1079" y="24353"/>
                  </a:cubicBezTo>
                  <a:cubicBezTo>
                    <a:pt x="1079" y="24402"/>
                    <a:pt x="1079" y="24402"/>
                    <a:pt x="1022" y="24402"/>
                  </a:cubicBezTo>
                  <a:cubicBezTo>
                    <a:pt x="1006" y="24385"/>
                    <a:pt x="993" y="24378"/>
                    <a:pt x="984" y="24378"/>
                  </a:cubicBezTo>
                  <a:cubicBezTo>
                    <a:pt x="961" y="24378"/>
                    <a:pt x="957" y="24419"/>
                    <a:pt x="957" y="24459"/>
                  </a:cubicBezTo>
                  <a:cubicBezTo>
                    <a:pt x="957" y="24515"/>
                    <a:pt x="1014" y="24515"/>
                    <a:pt x="1079" y="24515"/>
                  </a:cubicBezTo>
                  <a:cubicBezTo>
                    <a:pt x="1136" y="24515"/>
                    <a:pt x="1136" y="24572"/>
                    <a:pt x="1071" y="24678"/>
                  </a:cubicBezTo>
                  <a:cubicBezTo>
                    <a:pt x="1014" y="24824"/>
                    <a:pt x="1006" y="24978"/>
                    <a:pt x="1063" y="25124"/>
                  </a:cubicBezTo>
                  <a:cubicBezTo>
                    <a:pt x="1063" y="25172"/>
                    <a:pt x="1063" y="25229"/>
                    <a:pt x="1006" y="25229"/>
                  </a:cubicBezTo>
                  <a:cubicBezTo>
                    <a:pt x="909" y="25294"/>
                    <a:pt x="909" y="25432"/>
                    <a:pt x="998" y="25505"/>
                  </a:cubicBezTo>
                  <a:cubicBezTo>
                    <a:pt x="998" y="25561"/>
                    <a:pt x="998" y="25561"/>
                    <a:pt x="933" y="25561"/>
                  </a:cubicBezTo>
                  <a:cubicBezTo>
                    <a:pt x="876" y="25610"/>
                    <a:pt x="819" y="25610"/>
                    <a:pt x="933" y="25667"/>
                  </a:cubicBezTo>
                  <a:cubicBezTo>
                    <a:pt x="990" y="25788"/>
                    <a:pt x="990" y="25934"/>
                    <a:pt x="925" y="26056"/>
                  </a:cubicBezTo>
                  <a:cubicBezTo>
                    <a:pt x="925" y="26113"/>
                    <a:pt x="925" y="26161"/>
                    <a:pt x="982" y="26169"/>
                  </a:cubicBezTo>
                  <a:lnTo>
                    <a:pt x="1046" y="26169"/>
                  </a:lnTo>
                  <a:cubicBezTo>
                    <a:pt x="925" y="26218"/>
                    <a:pt x="925" y="26218"/>
                    <a:pt x="1038" y="26275"/>
                  </a:cubicBezTo>
                  <a:cubicBezTo>
                    <a:pt x="1103" y="26275"/>
                    <a:pt x="1103" y="26332"/>
                    <a:pt x="1038" y="26332"/>
                  </a:cubicBezTo>
                  <a:cubicBezTo>
                    <a:pt x="1006" y="26356"/>
                    <a:pt x="982" y="26396"/>
                    <a:pt x="982" y="26437"/>
                  </a:cubicBezTo>
                  <a:cubicBezTo>
                    <a:pt x="1006" y="26640"/>
                    <a:pt x="1022" y="26842"/>
                    <a:pt x="1022" y="27045"/>
                  </a:cubicBezTo>
                  <a:cubicBezTo>
                    <a:pt x="1014" y="27491"/>
                    <a:pt x="1014" y="27653"/>
                    <a:pt x="1071" y="27653"/>
                  </a:cubicBezTo>
                  <a:cubicBezTo>
                    <a:pt x="1128" y="27710"/>
                    <a:pt x="1128" y="27710"/>
                    <a:pt x="1071" y="27767"/>
                  </a:cubicBezTo>
                  <a:cubicBezTo>
                    <a:pt x="1022" y="27807"/>
                    <a:pt x="998" y="27864"/>
                    <a:pt x="1006" y="27929"/>
                  </a:cubicBezTo>
                  <a:cubicBezTo>
                    <a:pt x="1006" y="27986"/>
                    <a:pt x="1006" y="28034"/>
                    <a:pt x="949" y="28034"/>
                  </a:cubicBezTo>
                  <a:cubicBezTo>
                    <a:pt x="1006" y="28091"/>
                    <a:pt x="1006" y="28091"/>
                    <a:pt x="1006" y="28148"/>
                  </a:cubicBezTo>
                  <a:cubicBezTo>
                    <a:pt x="941" y="28148"/>
                    <a:pt x="941" y="28204"/>
                    <a:pt x="998" y="28261"/>
                  </a:cubicBezTo>
                  <a:cubicBezTo>
                    <a:pt x="1086" y="28302"/>
                    <a:pt x="1110" y="28314"/>
                    <a:pt x="1070" y="28314"/>
                  </a:cubicBezTo>
                  <a:cubicBezTo>
                    <a:pt x="1055" y="28314"/>
                    <a:pt x="1031" y="28312"/>
                    <a:pt x="998" y="28310"/>
                  </a:cubicBezTo>
                  <a:cubicBezTo>
                    <a:pt x="948" y="28310"/>
                    <a:pt x="893" y="28432"/>
                    <a:pt x="922" y="28432"/>
                  </a:cubicBezTo>
                  <a:cubicBezTo>
                    <a:pt x="926" y="28432"/>
                    <a:pt x="933" y="28430"/>
                    <a:pt x="941" y="28423"/>
                  </a:cubicBezTo>
                  <a:cubicBezTo>
                    <a:pt x="998" y="28423"/>
                    <a:pt x="998" y="28537"/>
                    <a:pt x="1055" y="28586"/>
                  </a:cubicBezTo>
                  <a:cubicBezTo>
                    <a:pt x="1055" y="28642"/>
                    <a:pt x="1055" y="28699"/>
                    <a:pt x="990" y="28699"/>
                  </a:cubicBezTo>
                  <a:cubicBezTo>
                    <a:pt x="933" y="28756"/>
                    <a:pt x="982" y="29031"/>
                    <a:pt x="1046" y="29088"/>
                  </a:cubicBezTo>
                  <a:cubicBezTo>
                    <a:pt x="1103" y="29088"/>
                    <a:pt x="1103" y="29137"/>
                    <a:pt x="1038" y="29137"/>
                  </a:cubicBezTo>
                  <a:cubicBezTo>
                    <a:pt x="982" y="29137"/>
                    <a:pt x="982" y="29194"/>
                    <a:pt x="982" y="29250"/>
                  </a:cubicBezTo>
                  <a:cubicBezTo>
                    <a:pt x="1023" y="29292"/>
                    <a:pt x="1004" y="29303"/>
                    <a:pt x="966" y="29303"/>
                  </a:cubicBezTo>
                  <a:cubicBezTo>
                    <a:pt x="952" y="29303"/>
                    <a:pt x="935" y="29301"/>
                    <a:pt x="917" y="29299"/>
                  </a:cubicBezTo>
                  <a:cubicBezTo>
                    <a:pt x="902" y="29284"/>
                    <a:pt x="890" y="29277"/>
                    <a:pt x="882" y="29277"/>
                  </a:cubicBezTo>
                  <a:cubicBezTo>
                    <a:pt x="860" y="29277"/>
                    <a:pt x="860" y="29329"/>
                    <a:pt x="860" y="29413"/>
                  </a:cubicBezTo>
                  <a:cubicBezTo>
                    <a:pt x="917" y="29469"/>
                    <a:pt x="909" y="29688"/>
                    <a:pt x="909" y="29850"/>
                  </a:cubicBezTo>
                  <a:cubicBezTo>
                    <a:pt x="901" y="30126"/>
                    <a:pt x="957" y="30183"/>
                    <a:pt x="1079" y="30296"/>
                  </a:cubicBezTo>
                  <a:lnTo>
                    <a:pt x="1201" y="30353"/>
                  </a:lnTo>
                  <a:lnTo>
                    <a:pt x="1079" y="30353"/>
                  </a:lnTo>
                  <a:cubicBezTo>
                    <a:pt x="1014" y="30361"/>
                    <a:pt x="957" y="30377"/>
                    <a:pt x="901" y="30402"/>
                  </a:cubicBezTo>
                  <a:cubicBezTo>
                    <a:pt x="892" y="30458"/>
                    <a:pt x="957" y="30458"/>
                    <a:pt x="1014" y="30458"/>
                  </a:cubicBezTo>
                  <a:cubicBezTo>
                    <a:pt x="1079" y="30458"/>
                    <a:pt x="1071" y="30515"/>
                    <a:pt x="1014" y="30629"/>
                  </a:cubicBezTo>
                  <a:cubicBezTo>
                    <a:pt x="949" y="30734"/>
                    <a:pt x="949" y="30791"/>
                    <a:pt x="1006" y="30848"/>
                  </a:cubicBezTo>
                  <a:cubicBezTo>
                    <a:pt x="1014" y="30904"/>
                    <a:pt x="990" y="30969"/>
                    <a:pt x="941" y="31010"/>
                  </a:cubicBezTo>
                  <a:cubicBezTo>
                    <a:pt x="941" y="31067"/>
                    <a:pt x="941" y="31067"/>
                    <a:pt x="1006" y="31067"/>
                  </a:cubicBezTo>
                  <a:cubicBezTo>
                    <a:pt x="1063" y="31067"/>
                    <a:pt x="1063" y="31123"/>
                    <a:pt x="998" y="31172"/>
                  </a:cubicBezTo>
                  <a:cubicBezTo>
                    <a:pt x="876" y="31229"/>
                    <a:pt x="876" y="31391"/>
                    <a:pt x="933" y="31391"/>
                  </a:cubicBezTo>
                  <a:cubicBezTo>
                    <a:pt x="998" y="31399"/>
                    <a:pt x="998" y="31448"/>
                    <a:pt x="990" y="31504"/>
                  </a:cubicBezTo>
                  <a:cubicBezTo>
                    <a:pt x="982" y="31569"/>
                    <a:pt x="1006" y="31626"/>
                    <a:pt x="1046" y="31675"/>
                  </a:cubicBezTo>
                  <a:lnTo>
                    <a:pt x="1046" y="31780"/>
                  </a:lnTo>
                  <a:cubicBezTo>
                    <a:pt x="1046" y="31797"/>
                    <a:pt x="1042" y="31803"/>
                    <a:pt x="1035" y="31803"/>
                  </a:cubicBezTo>
                  <a:cubicBezTo>
                    <a:pt x="1018" y="31803"/>
                    <a:pt x="990" y="31763"/>
                    <a:pt x="990" y="31723"/>
                  </a:cubicBezTo>
                  <a:lnTo>
                    <a:pt x="925" y="31780"/>
                  </a:lnTo>
                  <a:cubicBezTo>
                    <a:pt x="925" y="31893"/>
                    <a:pt x="925" y="31942"/>
                    <a:pt x="982" y="31999"/>
                  </a:cubicBezTo>
                  <a:cubicBezTo>
                    <a:pt x="1103" y="32056"/>
                    <a:pt x="1103" y="32056"/>
                    <a:pt x="982" y="32056"/>
                  </a:cubicBezTo>
                  <a:cubicBezTo>
                    <a:pt x="925" y="32056"/>
                    <a:pt x="860" y="32112"/>
                    <a:pt x="917" y="32161"/>
                  </a:cubicBezTo>
                  <a:cubicBezTo>
                    <a:pt x="1038" y="32226"/>
                    <a:pt x="982" y="32275"/>
                    <a:pt x="917" y="32275"/>
                  </a:cubicBezTo>
                  <a:cubicBezTo>
                    <a:pt x="878" y="32255"/>
                    <a:pt x="853" y="32243"/>
                    <a:pt x="841" y="32243"/>
                  </a:cubicBezTo>
                  <a:cubicBezTo>
                    <a:pt x="816" y="32243"/>
                    <a:pt x="842" y="32292"/>
                    <a:pt x="917" y="32437"/>
                  </a:cubicBezTo>
                  <a:cubicBezTo>
                    <a:pt x="909" y="32550"/>
                    <a:pt x="965" y="32769"/>
                    <a:pt x="965" y="32939"/>
                  </a:cubicBezTo>
                  <a:cubicBezTo>
                    <a:pt x="957" y="33158"/>
                    <a:pt x="957" y="33264"/>
                    <a:pt x="892" y="33320"/>
                  </a:cubicBezTo>
                  <a:cubicBezTo>
                    <a:pt x="882" y="33320"/>
                    <a:pt x="873" y="33321"/>
                    <a:pt x="864" y="33322"/>
                  </a:cubicBezTo>
                  <a:lnTo>
                    <a:pt x="864" y="33322"/>
                  </a:lnTo>
                  <a:cubicBezTo>
                    <a:pt x="957" y="33331"/>
                    <a:pt x="957" y="33391"/>
                    <a:pt x="949" y="33539"/>
                  </a:cubicBezTo>
                  <a:cubicBezTo>
                    <a:pt x="901" y="33653"/>
                    <a:pt x="917" y="33783"/>
                    <a:pt x="1006" y="33872"/>
                  </a:cubicBezTo>
                  <a:lnTo>
                    <a:pt x="1006" y="33766"/>
                  </a:lnTo>
                  <a:cubicBezTo>
                    <a:pt x="1128" y="33766"/>
                    <a:pt x="1128" y="33823"/>
                    <a:pt x="1063" y="33929"/>
                  </a:cubicBezTo>
                  <a:cubicBezTo>
                    <a:pt x="1063" y="33985"/>
                    <a:pt x="1006" y="33985"/>
                    <a:pt x="941" y="33985"/>
                  </a:cubicBezTo>
                  <a:cubicBezTo>
                    <a:pt x="884" y="33985"/>
                    <a:pt x="828" y="34026"/>
                    <a:pt x="819" y="34091"/>
                  </a:cubicBezTo>
                  <a:cubicBezTo>
                    <a:pt x="819" y="34131"/>
                    <a:pt x="819" y="34167"/>
                    <a:pt x="840" y="34167"/>
                  </a:cubicBezTo>
                  <a:cubicBezTo>
                    <a:pt x="848" y="34167"/>
                    <a:pt x="860" y="34161"/>
                    <a:pt x="876" y="34147"/>
                  </a:cubicBezTo>
                  <a:cubicBezTo>
                    <a:pt x="941" y="34147"/>
                    <a:pt x="941" y="34147"/>
                    <a:pt x="941" y="34204"/>
                  </a:cubicBezTo>
                  <a:cubicBezTo>
                    <a:pt x="925" y="34261"/>
                    <a:pt x="949" y="34326"/>
                    <a:pt x="998" y="34366"/>
                  </a:cubicBezTo>
                  <a:cubicBezTo>
                    <a:pt x="1055" y="34366"/>
                    <a:pt x="1055" y="34423"/>
                    <a:pt x="1055" y="34480"/>
                  </a:cubicBezTo>
                  <a:cubicBezTo>
                    <a:pt x="1014" y="34528"/>
                    <a:pt x="990" y="34585"/>
                    <a:pt x="990" y="34642"/>
                  </a:cubicBezTo>
                  <a:lnTo>
                    <a:pt x="933" y="34642"/>
                  </a:lnTo>
                  <a:cubicBezTo>
                    <a:pt x="884" y="34650"/>
                    <a:pt x="844" y="34666"/>
                    <a:pt x="811" y="34699"/>
                  </a:cubicBezTo>
                  <a:cubicBezTo>
                    <a:pt x="803" y="34747"/>
                    <a:pt x="868" y="34756"/>
                    <a:pt x="868" y="34756"/>
                  </a:cubicBezTo>
                  <a:cubicBezTo>
                    <a:pt x="925" y="34756"/>
                    <a:pt x="901" y="36077"/>
                    <a:pt x="892" y="36239"/>
                  </a:cubicBezTo>
                  <a:cubicBezTo>
                    <a:pt x="843" y="36330"/>
                    <a:pt x="831" y="36469"/>
                    <a:pt x="870" y="36469"/>
                  </a:cubicBezTo>
                  <a:cubicBezTo>
                    <a:pt x="876" y="36469"/>
                    <a:pt x="884" y="36466"/>
                    <a:pt x="892" y="36458"/>
                  </a:cubicBezTo>
                  <a:cubicBezTo>
                    <a:pt x="949" y="36458"/>
                    <a:pt x="949" y="36734"/>
                    <a:pt x="941" y="37066"/>
                  </a:cubicBezTo>
                  <a:cubicBezTo>
                    <a:pt x="933" y="37447"/>
                    <a:pt x="925" y="37723"/>
                    <a:pt x="982" y="37723"/>
                  </a:cubicBezTo>
                  <a:lnTo>
                    <a:pt x="982" y="37893"/>
                  </a:lnTo>
                  <a:cubicBezTo>
                    <a:pt x="990" y="37982"/>
                    <a:pt x="1014" y="38080"/>
                    <a:pt x="1038" y="38169"/>
                  </a:cubicBezTo>
                  <a:cubicBezTo>
                    <a:pt x="1078" y="38209"/>
                    <a:pt x="1090" y="38249"/>
                    <a:pt x="1074" y="38249"/>
                  </a:cubicBezTo>
                  <a:cubicBezTo>
                    <a:pt x="1067" y="38249"/>
                    <a:pt x="1055" y="38242"/>
                    <a:pt x="1038" y="38226"/>
                  </a:cubicBezTo>
                  <a:cubicBezTo>
                    <a:pt x="1024" y="38226"/>
                    <a:pt x="1010" y="38225"/>
                    <a:pt x="997" y="38225"/>
                  </a:cubicBezTo>
                  <a:cubicBezTo>
                    <a:pt x="951" y="38225"/>
                    <a:pt x="917" y="38230"/>
                    <a:pt x="917" y="38274"/>
                  </a:cubicBezTo>
                  <a:cubicBezTo>
                    <a:pt x="909" y="38388"/>
                    <a:pt x="973" y="38388"/>
                    <a:pt x="1030" y="38388"/>
                  </a:cubicBezTo>
                  <a:cubicBezTo>
                    <a:pt x="1063" y="38388"/>
                    <a:pt x="1087" y="38412"/>
                    <a:pt x="1087" y="38445"/>
                  </a:cubicBezTo>
                  <a:cubicBezTo>
                    <a:pt x="1087" y="38501"/>
                    <a:pt x="1087" y="38501"/>
                    <a:pt x="1030" y="38501"/>
                  </a:cubicBezTo>
                  <a:lnTo>
                    <a:pt x="909" y="38493"/>
                  </a:lnTo>
                  <a:lnTo>
                    <a:pt x="909" y="38550"/>
                  </a:lnTo>
                  <a:cubicBezTo>
                    <a:pt x="941" y="38550"/>
                    <a:pt x="965" y="38574"/>
                    <a:pt x="965" y="38607"/>
                  </a:cubicBezTo>
                  <a:cubicBezTo>
                    <a:pt x="965" y="38663"/>
                    <a:pt x="965" y="38663"/>
                    <a:pt x="844" y="38663"/>
                  </a:cubicBezTo>
                  <a:cubicBezTo>
                    <a:pt x="836" y="38663"/>
                    <a:pt x="830" y="38663"/>
                    <a:pt x="823" y="38663"/>
                  </a:cubicBezTo>
                  <a:cubicBezTo>
                    <a:pt x="730" y="38663"/>
                    <a:pt x="730" y="38716"/>
                    <a:pt x="844" y="38769"/>
                  </a:cubicBezTo>
                  <a:lnTo>
                    <a:pt x="901" y="38882"/>
                  </a:lnTo>
                  <a:cubicBezTo>
                    <a:pt x="779" y="38931"/>
                    <a:pt x="901" y="39045"/>
                    <a:pt x="957" y="39101"/>
                  </a:cubicBezTo>
                  <a:cubicBezTo>
                    <a:pt x="836" y="39158"/>
                    <a:pt x="836" y="39207"/>
                    <a:pt x="949" y="39263"/>
                  </a:cubicBezTo>
                  <a:cubicBezTo>
                    <a:pt x="1014" y="39272"/>
                    <a:pt x="1014" y="39320"/>
                    <a:pt x="949" y="39377"/>
                  </a:cubicBezTo>
                  <a:cubicBezTo>
                    <a:pt x="892" y="39434"/>
                    <a:pt x="892" y="39482"/>
                    <a:pt x="884" y="39596"/>
                  </a:cubicBezTo>
                  <a:cubicBezTo>
                    <a:pt x="941" y="39653"/>
                    <a:pt x="941" y="40034"/>
                    <a:pt x="925" y="40480"/>
                  </a:cubicBezTo>
                  <a:cubicBezTo>
                    <a:pt x="917" y="40974"/>
                    <a:pt x="909" y="41307"/>
                    <a:pt x="973" y="41307"/>
                  </a:cubicBezTo>
                  <a:cubicBezTo>
                    <a:pt x="973" y="41363"/>
                    <a:pt x="973" y="41363"/>
                    <a:pt x="909" y="41412"/>
                  </a:cubicBezTo>
                  <a:cubicBezTo>
                    <a:pt x="852" y="41412"/>
                    <a:pt x="852" y="41469"/>
                    <a:pt x="965" y="41525"/>
                  </a:cubicBezTo>
                  <a:cubicBezTo>
                    <a:pt x="1022" y="41582"/>
                    <a:pt x="1087" y="41582"/>
                    <a:pt x="965" y="41582"/>
                  </a:cubicBezTo>
                  <a:cubicBezTo>
                    <a:pt x="909" y="41582"/>
                    <a:pt x="901" y="41688"/>
                    <a:pt x="901" y="41907"/>
                  </a:cubicBezTo>
                  <a:cubicBezTo>
                    <a:pt x="892" y="42077"/>
                    <a:pt x="892" y="42296"/>
                    <a:pt x="949" y="42296"/>
                  </a:cubicBezTo>
                  <a:cubicBezTo>
                    <a:pt x="982" y="42362"/>
                    <a:pt x="996" y="42390"/>
                    <a:pt x="990" y="42390"/>
                  </a:cubicBezTo>
                  <a:cubicBezTo>
                    <a:pt x="986" y="42390"/>
                    <a:pt x="973" y="42376"/>
                    <a:pt x="949" y="42352"/>
                  </a:cubicBezTo>
                  <a:cubicBezTo>
                    <a:pt x="938" y="42347"/>
                    <a:pt x="927" y="42345"/>
                    <a:pt x="917" y="42345"/>
                  </a:cubicBezTo>
                  <a:cubicBezTo>
                    <a:pt x="817" y="42345"/>
                    <a:pt x="774" y="42579"/>
                    <a:pt x="884" y="42734"/>
                  </a:cubicBezTo>
                  <a:cubicBezTo>
                    <a:pt x="876" y="42790"/>
                    <a:pt x="876" y="42847"/>
                    <a:pt x="819" y="42847"/>
                  </a:cubicBezTo>
                  <a:cubicBezTo>
                    <a:pt x="819" y="42936"/>
                    <a:pt x="836" y="43034"/>
                    <a:pt x="876" y="43123"/>
                  </a:cubicBezTo>
                  <a:cubicBezTo>
                    <a:pt x="876" y="43171"/>
                    <a:pt x="868" y="43398"/>
                    <a:pt x="868" y="43504"/>
                  </a:cubicBezTo>
                  <a:cubicBezTo>
                    <a:pt x="868" y="43585"/>
                    <a:pt x="884" y="43658"/>
                    <a:pt x="917" y="43723"/>
                  </a:cubicBezTo>
                  <a:lnTo>
                    <a:pt x="917" y="43779"/>
                  </a:lnTo>
                  <a:cubicBezTo>
                    <a:pt x="860" y="43779"/>
                    <a:pt x="852" y="44055"/>
                    <a:pt x="844" y="44436"/>
                  </a:cubicBezTo>
                  <a:cubicBezTo>
                    <a:pt x="836" y="44825"/>
                    <a:pt x="828" y="45158"/>
                    <a:pt x="771" y="45206"/>
                  </a:cubicBezTo>
                  <a:cubicBezTo>
                    <a:pt x="771" y="45255"/>
                    <a:pt x="795" y="45296"/>
                    <a:pt x="828" y="45320"/>
                  </a:cubicBezTo>
                  <a:cubicBezTo>
                    <a:pt x="949" y="45377"/>
                    <a:pt x="949" y="45433"/>
                    <a:pt x="884" y="45490"/>
                  </a:cubicBezTo>
                  <a:cubicBezTo>
                    <a:pt x="763" y="45563"/>
                    <a:pt x="763" y="45733"/>
                    <a:pt x="876" y="45814"/>
                  </a:cubicBezTo>
                  <a:lnTo>
                    <a:pt x="819" y="45814"/>
                  </a:lnTo>
                  <a:cubicBezTo>
                    <a:pt x="698" y="45871"/>
                    <a:pt x="755" y="46033"/>
                    <a:pt x="868" y="46090"/>
                  </a:cubicBezTo>
                  <a:cubicBezTo>
                    <a:pt x="811" y="46147"/>
                    <a:pt x="746" y="46204"/>
                    <a:pt x="811" y="46252"/>
                  </a:cubicBezTo>
                  <a:cubicBezTo>
                    <a:pt x="811" y="46309"/>
                    <a:pt x="811" y="46309"/>
                    <a:pt x="690" y="46309"/>
                  </a:cubicBezTo>
                  <a:cubicBezTo>
                    <a:pt x="625" y="46309"/>
                    <a:pt x="568" y="46309"/>
                    <a:pt x="568" y="46358"/>
                  </a:cubicBezTo>
                  <a:cubicBezTo>
                    <a:pt x="568" y="46414"/>
                    <a:pt x="625" y="46414"/>
                    <a:pt x="682" y="46423"/>
                  </a:cubicBezTo>
                  <a:lnTo>
                    <a:pt x="682" y="46528"/>
                  </a:lnTo>
                  <a:cubicBezTo>
                    <a:pt x="682" y="46560"/>
                    <a:pt x="706" y="46585"/>
                    <a:pt x="738" y="46585"/>
                  </a:cubicBezTo>
                  <a:cubicBezTo>
                    <a:pt x="803" y="46585"/>
                    <a:pt x="803" y="46641"/>
                    <a:pt x="803" y="46698"/>
                  </a:cubicBezTo>
                  <a:cubicBezTo>
                    <a:pt x="760" y="46698"/>
                    <a:pt x="771" y="46723"/>
                    <a:pt x="802" y="46723"/>
                  </a:cubicBezTo>
                  <a:cubicBezTo>
                    <a:pt x="818" y="46723"/>
                    <a:pt x="838" y="46717"/>
                    <a:pt x="860" y="46698"/>
                  </a:cubicBezTo>
                  <a:cubicBezTo>
                    <a:pt x="917" y="46698"/>
                    <a:pt x="982" y="46698"/>
                    <a:pt x="982" y="46755"/>
                  </a:cubicBezTo>
                  <a:lnTo>
                    <a:pt x="1095" y="46755"/>
                  </a:lnTo>
                  <a:cubicBezTo>
                    <a:pt x="1121" y="46757"/>
                    <a:pt x="1144" y="46758"/>
                    <a:pt x="1164" y="46758"/>
                  </a:cubicBezTo>
                  <a:cubicBezTo>
                    <a:pt x="1241" y="46758"/>
                    <a:pt x="1287" y="46739"/>
                    <a:pt x="1338" y="46650"/>
                  </a:cubicBezTo>
                  <a:cubicBezTo>
                    <a:pt x="1403" y="46431"/>
                    <a:pt x="1468" y="46268"/>
                    <a:pt x="1346" y="46268"/>
                  </a:cubicBezTo>
                  <a:cubicBezTo>
                    <a:pt x="1265" y="46212"/>
                    <a:pt x="1273" y="46098"/>
                    <a:pt x="1355" y="46050"/>
                  </a:cubicBezTo>
                  <a:cubicBezTo>
                    <a:pt x="1411" y="46050"/>
                    <a:pt x="1419" y="45831"/>
                    <a:pt x="1419" y="45555"/>
                  </a:cubicBezTo>
                  <a:cubicBezTo>
                    <a:pt x="1428" y="45223"/>
                    <a:pt x="1428" y="45060"/>
                    <a:pt x="1492" y="45004"/>
                  </a:cubicBezTo>
                  <a:cubicBezTo>
                    <a:pt x="1525" y="44979"/>
                    <a:pt x="1549" y="44939"/>
                    <a:pt x="1557" y="44898"/>
                  </a:cubicBezTo>
                  <a:cubicBezTo>
                    <a:pt x="1492" y="44890"/>
                    <a:pt x="1500" y="44566"/>
                    <a:pt x="1509" y="44177"/>
                  </a:cubicBezTo>
                  <a:cubicBezTo>
                    <a:pt x="1517" y="43796"/>
                    <a:pt x="1525" y="43406"/>
                    <a:pt x="1468" y="43406"/>
                  </a:cubicBezTo>
                  <a:lnTo>
                    <a:pt x="1468" y="43293"/>
                  </a:lnTo>
                  <a:cubicBezTo>
                    <a:pt x="1470" y="43293"/>
                    <a:pt x="1472" y="43293"/>
                    <a:pt x="1474" y="43293"/>
                  </a:cubicBezTo>
                  <a:cubicBezTo>
                    <a:pt x="1525" y="43293"/>
                    <a:pt x="1533" y="43184"/>
                    <a:pt x="1533" y="43074"/>
                  </a:cubicBezTo>
                  <a:cubicBezTo>
                    <a:pt x="1500" y="43009"/>
                    <a:pt x="1476" y="42936"/>
                    <a:pt x="1476" y="42855"/>
                  </a:cubicBezTo>
                  <a:cubicBezTo>
                    <a:pt x="1533" y="42855"/>
                    <a:pt x="1541" y="42798"/>
                    <a:pt x="1541" y="42693"/>
                  </a:cubicBezTo>
                  <a:cubicBezTo>
                    <a:pt x="1541" y="42579"/>
                    <a:pt x="1541" y="42531"/>
                    <a:pt x="1484" y="42523"/>
                  </a:cubicBezTo>
                  <a:cubicBezTo>
                    <a:pt x="1484" y="42320"/>
                    <a:pt x="1509" y="42117"/>
                    <a:pt x="1557" y="41923"/>
                  </a:cubicBezTo>
                  <a:cubicBezTo>
                    <a:pt x="1614" y="41866"/>
                    <a:pt x="1557" y="41809"/>
                    <a:pt x="1500" y="41752"/>
                  </a:cubicBezTo>
                  <a:cubicBezTo>
                    <a:pt x="1436" y="41752"/>
                    <a:pt x="1387" y="41704"/>
                    <a:pt x="1379" y="41647"/>
                  </a:cubicBezTo>
                  <a:lnTo>
                    <a:pt x="1500" y="41647"/>
                  </a:lnTo>
                  <a:cubicBezTo>
                    <a:pt x="1524" y="41671"/>
                    <a:pt x="1538" y="41684"/>
                    <a:pt x="1546" y="41684"/>
                  </a:cubicBezTo>
                  <a:cubicBezTo>
                    <a:pt x="1559" y="41684"/>
                    <a:pt x="1561" y="41657"/>
                    <a:pt x="1565" y="41590"/>
                  </a:cubicBezTo>
                  <a:lnTo>
                    <a:pt x="1565" y="41485"/>
                  </a:lnTo>
                  <a:cubicBezTo>
                    <a:pt x="1509" y="41477"/>
                    <a:pt x="1509" y="41209"/>
                    <a:pt x="1517" y="40820"/>
                  </a:cubicBezTo>
                  <a:cubicBezTo>
                    <a:pt x="1533" y="40326"/>
                    <a:pt x="1533" y="40163"/>
                    <a:pt x="1476" y="40155"/>
                  </a:cubicBezTo>
                  <a:cubicBezTo>
                    <a:pt x="1411" y="40155"/>
                    <a:pt x="1411" y="40107"/>
                    <a:pt x="1476" y="39936"/>
                  </a:cubicBezTo>
                  <a:cubicBezTo>
                    <a:pt x="1663" y="39612"/>
                    <a:pt x="1663" y="39612"/>
                    <a:pt x="1606" y="39555"/>
                  </a:cubicBezTo>
                  <a:lnTo>
                    <a:pt x="1606" y="39555"/>
                  </a:lnTo>
                  <a:cubicBezTo>
                    <a:pt x="1606" y="39612"/>
                    <a:pt x="1541" y="39612"/>
                    <a:pt x="1484" y="39612"/>
                  </a:cubicBezTo>
                  <a:cubicBezTo>
                    <a:pt x="1363" y="39604"/>
                    <a:pt x="1363" y="39555"/>
                    <a:pt x="1484" y="39499"/>
                  </a:cubicBezTo>
                  <a:cubicBezTo>
                    <a:pt x="1606" y="39499"/>
                    <a:pt x="1565" y="38672"/>
                    <a:pt x="1444" y="38615"/>
                  </a:cubicBezTo>
                  <a:lnTo>
                    <a:pt x="1500" y="38615"/>
                  </a:lnTo>
                  <a:cubicBezTo>
                    <a:pt x="1504" y="38615"/>
                    <a:pt x="1508" y="38616"/>
                    <a:pt x="1511" y="38616"/>
                  </a:cubicBezTo>
                  <a:cubicBezTo>
                    <a:pt x="1565" y="38616"/>
                    <a:pt x="1566" y="38553"/>
                    <a:pt x="1573" y="38347"/>
                  </a:cubicBezTo>
                  <a:lnTo>
                    <a:pt x="1573" y="38177"/>
                  </a:lnTo>
                  <a:cubicBezTo>
                    <a:pt x="1453" y="38177"/>
                    <a:pt x="1515" y="37853"/>
                    <a:pt x="1579" y="37853"/>
                  </a:cubicBezTo>
                  <a:cubicBezTo>
                    <a:pt x="1580" y="37853"/>
                    <a:pt x="1581" y="37853"/>
                    <a:pt x="1582" y="37853"/>
                  </a:cubicBezTo>
                  <a:cubicBezTo>
                    <a:pt x="1638" y="37796"/>
                    <a:pt x="1638" y="37796"/>
                    <a:pt x="1646" y="37682"/>
                  </a:cubicBezTo>
                  <a:cubicBezTo>
                    <a:pt x="1525" y="37520"/>
                    <a:pt x="1590" y="37245"/>
                    <a:pt x="1655" y="37245"/>
                  </a:cubicBezTo>
                  <a:lnTo>
                    <a:pt x="1655" y="37131"/>
                  </a:lnTo>
                  <a:cubicBezTo>
                    <a:pt x="1606" y="37074"/>
                    <a:pt x="1590" y="36993"/>
                    <a:pt x="1598" y="36912"/>
                  </a:cubicBezTo>
                  <a:cubicBezTo>
                    <a:pt x="1604" y="36791"/>
                    <a:pt x="1605" y="36729"/>
                    <a:pt x="1579" y="36729"/>
                  </a:cubicBezTo>
                  <a:cubicBezTo>
                    <a:pt x="1570" y="36729"/>
                    <a:pt x="1557" y="36736"/>
                    <a:pt x="1541" y="36750"/>
                  </a:cubicBezTo>
                  <a:cubicBezTo>
                    <a:pt x="1484" y="36750"/>
                    <a:pt x="1428" y="36742"/>
                    <a:pt x="1428" y="36693"/>
                  </a:cubicBezTo>
                  <a:lnTo>
                    <a:pt x="1484" y="36693"/>
                  </a:lnTo>
                  <a:cubicBezTo>
                    <a:pt x="1541" y="36693"/>
                    <a:pt x="1549" y="36531"/>
                    <a:pt x="1549" y="36304"/>
                  </a:cubicBezTo>
                  <a:cubicBezTo>
                    <a:pt x="1557" y="36028"/>
                    <a:pt x="1557" y="35923"/>
                    <a:pt x="1622" y="35866"/>
                  </a:cubicBezTo>
                  <a:lnTo>
                    <a:pt x="1565" y="35810"/>
                  </a:lnTo>
                  <a:cubicBezTo>
                    <a:pt x="1500" y="35753"/>
                    <a:pt x="1509" y="35704"/>
                    <a:pt x="1565" y="35704"/>
                  </a:cubicBezTo>
                  <a:cubicBezTo>
                    <a:pt x="1622" y="35647"/>
                    <a:pt x="1630" y="35428"/>
                    <a:pt x="1573" y="35315"/>
                  </a:cubicBezTo>
                  <a:lnTo>
                    <a:pt x="1573" y="35210"/>
                  </a:lnTo>
                  <a:cubicBezTo>
                    <a:pt x="1695" y="35153"/>
                    <a:pt x="1703" y="34991"/>
                    <a:pt x="1582" y="34934"/>
                  </a:cubicBezTo>
                  <a:cubicBezTo>
                    <a:pt x="1638" y="34934"/>
                    <a:pt x="1638" y="34877"/>
                    <a:pt x="1646" y="34820"/>
                  </a:cubicBezTo>
                  <a:cubicBezTo>
                    <a:pt x="1583" y="34717"/>
                    <a:pt x="1589" y="34496"/>
                    <a:pt x="1644" y="34496"/>
                  </a:cubicBezTo>
                  <a:cubicBezTo>
                    <a:pt x="1644" y="34496"/>
                    <a:pt x="1645" y="34496"/>
                    <a:pt x="1646" y="34496"/>
                  </a:cubicBezTo>
                  <a:lnTo>
                    <a:pt x="1655" y="34439"/>
                  </a:lnTo>
                  <a:cubicBezTo>
                    <a:pt x="1606" y="34391"/>
                    <a:pt x="1582" y="34334"/>
                    <a:pt x="1598" y="34269"/>
                  </a:cubicBezTo>
                  <a:cubicBezTo>
                    <a:pt x="1606" y="34212"/>
                    <a:pt x="1582" y="34147"/>
                    <a:pt x="1541" y="34107"/>
                  </a:cubicBezTo>
                  <a:cubicBezTo>
                    <a:pt x="1509" y="34074"/>
                    <a:pt x="1484" y="34034"/>
                    <a:pt x="1484" y="33993"/>
                  </a:cubicBezTo>
                  <a:cubicBezTo>
                    <a:pt x="1484" y="33977"/>
                    <a:pt x="1489" y="33970"/>
                    <a:pt x="1497" y="33970"/>
                  </a:cubicBezTo>
                  <a:cubicBezTo>
                    <a:pt x="1518" y="33970"/>
                    <a:pt x="1558" y="34010"/>
                    <a:pt x="1598" y="34050"/>
                  </a:cubicBezTo>
                  <a:cubicBezTo>
                    <a:pt x="1611" y="34076"/>
                    <a:pt x="1621" y="34087"/>
                    <a:pt x="1628" y="34087"/>
                  </a:cubicBezTo>
                  <a:cubicBezTo>
                    <a:pt x="1652" y="34087"/>
                    <a:pt x="1635" y="33957"/>
                    <a:pt x="1541" y="33831"/>
                  </a:cubicBezTo>
                  <a:cubicBezTo>
                    <a:pt x="1479" y="33738"/>
                    <a:pt x="1450" y="33695"/>
                    <a:pt x="1457" y="33695"/>
                  </a:cubicBezTo>
                  <a:lnTo>
                    <a:pt x="1457" y="33695"/>
                  </a:lnTo>
                  <a:cubicBezTo>
                    <a:pt x="1462" y="33695"/>
                    <a:pt x="1490" y="33723"/>
                    <a:pt x="1541" y="33774"/>
                  </a:cubicBezTo>
                  <a:cubicBezTo>
                    <a:pt x="1578" y="33807"/>
                    <a:pt x="1613" y="33840"/>
                    <a:pt x="1625" y="33840"/>
                  </a:cubicBezTo>
                  <a:cubicBezTo>
                    <a:pt x="1634" y="33840"/>
                    <a:pt x="1630" y="33822"/>
                    <a:pt x="1606" y="33774"/>
                  </a:cubicBezTo>
                  <a:cubicBezTo>
                    <a:pt x="1606" y="33774"/>
                    <a:pt x="1606" y="33669"/>
                    <a:pt x="1549" y="33661"/>
                  </a:cubicBezTo>
                  <a:lnTo>
                    <a:pt x="1549" y="33499"/>
                  </a:lnTo>
                  <a:cubicBezTo>
                    <a:pt x="1590" y="33434"/>
                    <a:pt x="1614" y="33361"/>
                    <a:pt x="1614" y="33280"/>
                  </a:cubicBezTo>
                  <a:cubicBezTo>
                    <a:pt x="1557" y="33223"/>
                    <a:pt x="1557" y="33223"/>
                    <a:pt x="1614" y="33175"/>
                  </a:cubicBezTo>
                  <a:cubicBezTo>
                    <a:pt x="1679" y="33175"/>
                    <a:pt x="1679" y="33118"/>
                    <a:pt x="1557" y="33118"/>
                  </a:cubicBezTo>
                  <a:cubicBezTo>
                    <a:pt x="1500" y="33077"/>
                    <a:pt x="1500" y="32988"/>
                    <a:pt x="1565" y="32947"/>
                  </a:cubicBezTo>
                  <a:cubicBezTo>
                    <a:pt x="1573" y="32948"/>
                    <a:pt x="1580" y="32948"/>
                    <a:pt x="1587" y="32948"/>
                  </a:cubicBezTo>
                  <a:cubicBezTo>
                    <a:pt x="1679" y="32948"/>
                    <a:pt x="1675" y="32899"/>
                    <a:pt x="1622" y="32899"/>
                  </a:cubicBezTo>
                  <a:cubicBezTo>
                    <a:pt x="1590" y="32866"/>
                    <a:pt x="1565" y="32826"/>
                    <a:pt x="1565" y="32785"/>
                  </a:cubicBezTo>
                  <a:cubicBezTo>
                    <a:pt x="1622" y="32785"/>
                    <a:pt x="1638" y="32291"/>
                    <a:pt x="1646" y="31796"/>
                  </a:cubicBezTo>
                  <a:cubicBezTo>
                    <a:pt x="1638" y="31731"/>
                    <a:pt x="1590" y="31683"/>
                    <a:pt x="1525" y="31683"/>
                  </a:cubicBezTo>
                  <a:cubicBezTo>
                    <a:pt x="1411" y="31683"/>
                    <a:pt x="1468" y="31683"/>
                    <a:pt x="1533" y="31626"/>
                  </a:cubicBezTo>
                  <a:cubicBezTo>
                    <a:pt x="1677" y="31587"/>
                    <a:pt x="1705" y="31505"/>
                    <a:pt x="1616" y="31505"/>
                  </a:cubicBezTo>
                  <a:cubicBezTo>
                    <a:pt x="1595" y="31505"/>
                    <a:pt x="1567" y="31510"/>
                    <a:pt x="1533" y="31521"/>
                  </a:cubicBezTo>
                  <a:cubicBezTo>
                    <a:pt x="1484" y="31540"/>
                    <a:pt x="1454" y="31552"/>
                    <a:pt x="1445" y="31552"/>
                  </a:cubicBezTo>
                  <a:cubicBezTo>
                    <a:pt x="1431" y="31552"/>
                    <a:pt x="1461" y="31527"/>
                    <a:pt x="1533" y="31464"/>
                  </a:cubicBezTo>
                  <a:cubicBezTo>
                    <a:pt x="1590" y="31407"/>
                    <a:pt x="1590" y="31407"/>
                    <a:pt x="1533" y="31350"/>
                  </a:cubicBezTo>
                  <a:cubicBezTo>
                    <a:pt x="1476" y="31350"/>
                    <a:pt x="1476" y="31294"/>
                    <a:pt x="1533" y="31294"/>
                  </a:cubicBezTo>
                  <a:cubicBezTo>
                    <a:pt x="1598" y="31245"/>
                    <a:pt x="1655" y="31188"/>
                    <a:pt x="1598" y="31188"/>
                  </a:cubicBezTo>
                  <a:cubicBezTo>
                    <a:pt x="1606" y="31148"/>
                    <a:pt x="1622" y="31107"/>
                    <a:pt x="1663" y="31083"/>
                  </a:cubicBezTo>
                  <a:cubicBezTo>
                    <a:pt x="1719" y="31026"/>
                    <a:pt x="1663" y="30969"/>
                    <a:pt x="1606" y="30912"/>
                  </a:cubicBezTo>
                  <a:cubicBezTo>
                    <a:pt x="1516" y="30787"/>
                    <a:pt x="1497" y="30728"/>
                    <a:pt x="1539" y="30728"/>
                  </a:cubicBezTo>
                  <a:cubicBezTo>
                    <a:pt x="1553" y="30728"/>
                    <a:pt x="1576" y="30735"/>
                    <a:pt x="1606" y="30750"/>
                  </a:cubicBezTo>
                  <a:cubicBezTo>
                    <a:pt x="1617" y="30756"/>
                    <a:pt x="1627" y="30758"/>
                    <a:pt x="1635" y="30758"/>
                  </a:cubicBezTo>
                  <a:cubicBezTo>
                    <a:pt x="1717" y="30758"/>
                    <a:pt x="1660" y="30526"/>
                    <a:pt x="1557" y="30475"/>
                  </a:cubicBezTo>
                  <a:cubicBezTo>
                    <a:pt x="1436" y="30418"/>
                    <a:pt x="1436" y="30418"/>
                    <a:pt x="1492" y="30418"/>
                  </a:cubicBezTo>
                  <a:cubicBezTo>
                    <a:pt x="1525" y="30418"/>
                    <a:pt x="1557" y="30394"/>
                    <a:pt x="1557" y="30361"/>
                  </a:cubicBezTo>
                  <a:cubicBezTo>
                    <a:pt x="1557" y="30304"/>
                    <a:pt x="1557" y="30256"/>
                    <a:pt x="1614" y="30256"/>
                  </a:cubicBezTo>
                  <a:cubicBezTo>
                    <a:pt x="1614" y="30191"/>
                    <a:pt x="1590" y="30134"/>
                    <a:pt x="1557" y="30085"/>
                  </a:cubicBezTo>
                  <a:cubicBezTo>
                    <a:pt x="1460" y="29988"/>
                    <a:pt x="1492" y="29810"/>
                    <a:pt x="1630" y="29761"/>
                  </a:cubicBezTo>
                  <a:lnTo>
                    <a:pt x="1573" y="29648"/>
                  </a:lnTo>
                  <a:cubicBezTo>
                    <a:pt x="1452" y="29591"/>
                    <a:pt x="1395" y="29534"/>
                    <a:pt x="1517" y="29534"/>
                  </a:cubicBezTo>
                  <a:lnTo>
                    <a:pt x="1573" y="29534"/>
                  </a:lnTo>
                  <a:cubicBezTo>
                    <a:pt x="1452" y="29477"/>
                    <a:pt x="1517" y="29258"/>
                    <a:pt x="1638" y="29258"/>
                  </a:cubicBezTo>
                  <a:cubicBezTo>
                    <a:pt x="1654" y="29261"/>
                    <a:pt x="1665" y="29262"/>
                    <a:pt x="1673" y="29262"/>
                  </a:cubicBezTo>
                  <a:cubicBezTo>
                    <a:pt x="1695" y="29262"/>
                    <a:pt x="1695" y="29251"/>
                    <a:pt x="1695" y="29210"/>
                  </a:cubicBezTo>
                  <a:lnTo>
                    <a:pt x="1638" y="29210"/>
                  </a:lnTo>
                  <a:cubicBezTo>
                    <a:pt x="1582" y="29210"/>
                    <a:pt x="1517" y="29202"/>
                    <a:pt x="1517" y="29153"/>
                  </a:cubicBezTo>
                  <a:cubicBezTo>
                    <a:pt x="1525" y="29096"/>
                    <a:pt x="1525" y="29040"/>
                    <a:pt x="1582" y="29040"/>
                  </a:cubicBezTo>
                  <a:cubicBezTo>
                    <a:pt x="1646" y="28991"/>
                    <a:pt x="1703" y="28934"/>
                    <a:pt x="1646" y="28934"/>
                  </a:cubicBezTo>
                  <a:cubicBezTo>
                    <a:pt x="1646" y="28886"/>
                    <a:pt x="1671" y="28853"/>
                    <a:pt x="1703" y="28821"/>
                  </a:cubicBezTo>
                  <a:cubicBezTo>
                    <a:pt x="1711" y="28772"/>
                    <a:pt x="1711" y="28715"/>
                    <a:pt x="1711" y="28602"/>
                  </a:cubicBezTo>
                  <a:cubicBezTo>
                    <a:pt x="1655" y="28545"/>
                    <a:pt x="1655" y="28440"/>
                    <a:pt x="1711" y="28440"/>
                  </a:cubicBezTo>
                  <a:cubicBezTo>
                    <a:pt x="1719" y="28375"/>
                    <a:pt x="1695" y="28318"/>
                    <a:pt x="1655" y="28269"/>
                  </a:cubicBezTo>
                  <a:cubicBezTo>
                    <a:pt x="1663" y="28164"/>
                    <a:pt x="1663" y="28107"/>
                    <a:pt x="1719" y="28107"/>
                  </a:cubicBezTo>
                  <a:cubicBezTo>
                    <a:pt x="1784" y="28107"/>
                    <a:pt x="1784" y="28107"/>
                    <a:pt x="1719" y="28050"/>
                  </a:cubicBezTo>
                  <a:cubicBezTo>
                    <a:pt x="1663" y="28050"/>
                    <a:pt x="1663" y="27994"/>
                    <a:pt x="1663" y="27945"/>
                  </a:cubicBezTo>
                  <a:lnTo>
                    <a:pt x="1671" y="27832"/>
                  </a:lnTo>
                  <a:cubicBezTo>
                    <a:pt x="1606" y="27832"/>
                    <a:pt x="1606" y="27832"/>
                    <a:pt x="1606" y="27775"/>
                  </a:cubicBezTo>
                  <a:cubicBezTo>
                    <a:pt x="1614" y="27718"/>
                    <a:pt x="1671" y="27556"/>
                    <a:pt x="1671" y="27499"/>
                  </a:cubicBezTo>
                  <a:cubicBezTo>
                    <a:pt x="1676" y="27397"/>
                    <a:pt x="1678" y="27359"/>
                    <a:pt x="1662" y="27359"/>
                  </a:cubicBezTo>
                  <a:cubicBezTo>
                    <a:pt x="1653" y="27359"/>
                    <a:pt x="1638" y="27373"/>
                    <a:pt x="1614" y="27394"/>
                  </a:cubicBezTo>
                  <a:cubicBezTo>
                    <a:pt x="1614" y="27413"/>
                    <a:pt x="1605" y="27425"/>
                    <a:pt x="1597" y="27425"/>
                  </a:cubicBezTo>
                  <a:cubicBezTo>
                    <a:pt x="1587" y="27425"/>
                    <a:pt x="1580" y="27400"/>
                    <a:pt x="1614" y="27337"/>
                  </a:cubicBezTo>
                  <a:cubicBezTo>
                    <a:pt x="1646" y="27207"/>
                    <a:pt x="1671" y="27078"/>
                    <a:pt x="1687" y="26948"/>
                  </a:cubicBezTo>
                  <a:cubicBezTo>
                    <a:pt x="1687" y="26729"/>
                    <a:pt x="1687" y="26729"/>
                    <a:pt x="1630" y="26729"/>
                  </a:cubicBezTo>
                  <a:cubicBezTo>
                    <a:pt x="1595" y="26745"/>
                    <a:pt x="1569" y="26752"/>
                    <a:pt x="1555" y="26752"/>
                  </a:cubicBezTo>
                  <a:cubicBezTo>
                    <a:pt x="1519" y="26752"/>
                    <a:pt x="1544" y="26712"/>
                    <a:pt x="1630" y="26672"/>
                  </a:cubicBezTo>
                  <a:cubicBezTo>
                    <a:pt x="1752" y="26567"/>
                    <a:pt x="1752" y="26510"/>
                    <a:pt x="1695" y="26510"/>
                  </a:cubicBezTo>
                  <a:cubicBezTo>
                    <a:pt x="1638" y="26453"/>
                    <a:pt x="1638" y="26453"/>
                    <a:pt x="1638" y="26396"/>
                  </a:cubicBezTo>
                  <a:cubicBezTo>
                    <a:pt x="1695" y="26396"/>
                    <a:pt x="1695" y="26348"/>
                    <a:pt x="1638" y="26234"/>
                  </a:cubicBezTo>
                  <a:cubicBezTo>
                    <a:pt x="1638" y="26178"/>
                    <a:pt x="1638" y="26178"/>
                    <a:pt x="1703" y="26178"/>
                  </a:cubicBezTo>
                  <a:cubicBezTo>
                    <a:pt x="1703" y="26178"/>
                    <a:pt x="1703" y="26129"/>
                    <a:pt x="1703" y="26072"/>
                  </a:cubicBezTo>
                  <a:cubicBezTo>
                    <a:pt x="1590" y="25959"/>
                    <a:pt x="1655" y="25626"/>
                    <a:pt x="1711" y="25578"/>
                  </a:cubicBezTo>
                  <a:cubicBezTo>
                    <a:pt x="1711" y="25529"/>
                    <a:pt x="1687" y="25488"/>
                    <a:pt x="1655" y="25464"/>
                  </a:cubicBezTo>
                  <a:cubicBezTo>
                    <a:pt x="1541" y="25407"/>
                    <a:pt x="1541" y="25351"/>
                    <a:pt x="1663" y="25351"/>
                  </a:cubicBezTo>
                  <a:cubicBezTo>
                    <a:pt x="1694" y="25353"/>
                    <a:pt x="1716" y="25354"/>
                    <a:pt x="1730" y="25354"/>
                  </a:cubicBezTo>
                  <a:cubicBezTo>
                    <a:pt x="1768" y="25354"/>
                    <a:pt x="1745" y="25343"/>
                    <a:pt x="1663" y="25302"/>
                  </a:cubicBezTo>
                  <a:cubicBezTo>
                    <a:pt x="1604" y="25250"/>
                    <a:pt x="1605" y="25019"/>
                    <a:pt x="1697" y="25019"/>
                  </a:cubicBezTo>
                  <a:cubicBezTo>
                    <a:pt x="1706" y="25019"/>
                    <a:pt x="1716" y="25021"/>
                    <a:pt x="1728" y="25026"/>
                  </a:cubicBezTo>
                  <a:lnTo>
                    <a:pt x="1841" y="25026"/>
                  </a:lnTo>
                  <a:cubicBezTo>
                    <a:pt x="1809" y="25002"/>
                    <a:pt x="1792" y="24961"/>
                    <a:pt x="1784" y="24913"/>
                  </a:cubicBezTo>
                  <a:cubicBezTo>
                    <a:pt x="1728" y="24913"/>
                    <a:pt x="1728" y="24856"/>
                    <a:pt x="1736" y="24694"/>
                  </a:cubicBezTo>
                  <a:cubicBezTo>
                    <a:pt x="1736" y="24580"/>
                    <a:pt x="1679" y="24361"/>
                    <a:pt x="1679" y="24256"/>
                  </a:cubicBezTo>
                  <a:cubicBezTo>
                    <a:pt x="1687" y="24143"/>
                    <a:pt x="1687" y="23980"/>
                    <a:pt x="1752" y="23924"/>
                  </a:cubicBezTo>
                  <a:cubicBezTo>
                    <a:pt x="1752" y="23843"/>
                    <a:pt x="1736" y="23770"/>
                    <a:pt x="1695" y="23705"/>
                  </a:cubicBezTo>
                  <a:cubicBezTo>
                    <a:pt x="1630" y="23648"/>
                    <a:pt x="1638" y="23534"/>
                    <a:pt x="1695" y="23534"/>
                  </a:cubicBezTo>
                  <a:lnTo>
                    <a:pt x="1695" y="23486"/>
                  </a:lnTo>
                  <a:cubicBezTo>
                    <a:pt x="1663" y="23429"/>
                    <a:pt x="1646" y="23372"/>
                    <a:pt x="1638" y="23316"/>
                  </a:cubicBezTo>
                  <a:cubicBezTo>
                    <a:pt x="1703" y="23316"/>
                    <a:pt x="1760" y="23267"/>
                    <a:pt x="1703" y="23210"/>
                  </a:cubicBezTo>
                  <a:cubicBezTo>
                    <a:pt x="1646" y="23210"/>
                    <a:pt x="1646" y="23153"/>
                    <a:pt x="1646" y="23040"/>
                  </a:cubicBezTo>
                  <a:cubicBezTo>
                    <a:pt x="1711" y="22934"/>
                    <a:pt x="1744" y="21118"/>
                    <a:pt x="1687" y="21118"/>
                  </a:cubicBezTo>
                  <a:lnTo>
                    <a:pt x="1687" y="20948"/>
                  </a:lnTo>
                  <a:lnTo>
                    <a:pt x="1695" y="20786"/>
                  </a:lnTo>
                  <a:cubicBezTo>
                    <a:pt x="1817" y="20786"/>
                    <a:pt x="1760" y="20510"/>
                    <a:pt x="1703" y="20348"/>
                  </a:cubicBezTo>
                  <a:cubicBezTo>
                    <a:pt x="1655" y="20299"/>
                    <a:pt x="1638" y="20243"/>
                    <a:pt x="1646" y="20178"/>
                  </a:cubicBezTo>
                  <a:cubicBezTo>
                    <a:pt x="1768" y="20178"/>
                    <a:pt x="1768" y="20016"/>
                    <a:pt x="1711" y="19902"/>
                  </a:cubicBezTo>
                  <a:cubicBezTo>
                    <a:pt x="1590" y="19845"/>
                    <a:pt x="1598" y="19797"/>
                    <a:pt x="1711" y="19797"/>
                  </a:cubicBezTo>
                  <a:cubicBezTo>
                    <a:pt x="1833" y="19797"/>
                    <a:pt x="1833" y="19691"/>
                    <a:pt x="1655" y="19578"/>
                  </a:cubicBezTo>
                  <a:cubicBezTo>
                    <a:pt x="1598" y="19521"/>
                    <a:pt x="1598" y="19521"/>
                    <a:pt x="1663" y="19464"/>
                  </a:cubicBezTo>
                  <a:cubicBezTo>
                    <a:pt x="1784" y="19408"/>
                    <a:pt x="1784" y="19359"/>
                    <a:pt x="1719" y="19359"/>
                  </a:cubicBezTo>
                  <a:cubicBezTo>
                    <a:pt x="1606" y="19294"/>
                    <a:pt x="1606" y="19245"/>
                    <a:pt x="1728" y="19189"/>
                  </a:cubicBezTo>
                  <a:cubicBezTo>
                    <a:pt x="1849" y="19083"/>
                    <a:pt x="1849" y="19083"/>
                    <a:pt x="1728" y="19027"/>
                  </a:cubicBezTo>
                  <a:cubicBezTo>
                    <a:pt x="1614" y="18945"/>
                    <a:pt x="1614" y="18767"/>
                    <a:pt x="1736" y="18694"/>
                  </a:cubicBezTo>
                  <a:cubicBezTo>
                    <a:pt x="1736" y="18637"/>
                    <a:pt x="1800" y="18589"/>
                    <a:pt x="1736" y="18589"/>
                  </a:cubicBezTo>
                  <a:lnTo>
                    <a:pt x="1800" y="18532"/>
                  </a:lnTo>
                  <a:cubicBezTo>
                    <a:pt x="1800" y="18475"/>
                    <a:pt x="1800" y="18418"/>
                    <a:pt x="1800" y="18418"/>
                  </a:cubicBezTo>
                  <a:lnTo>
                    <a:pt x="1744" y="18418"/>
                  </a:lnTo>
                  <a:cubicBezTo>
                    <a:pt x="1784" y="18167"/>
                    <a:pt x="1809" y="17908"/>
                    <a:pt x="1817" y="17648"/>
                  </a:cubicBezTo>
                  <a:cubicBezTo>
                    <a:pt x="1831" y="17136"/>
                    <a:pt x="1833" y="16979"/>
                    <a:pt x="1793" y="16979"/>
                  </a:cubicBezTo>
                  <a:cubicBezTo>
                    <a:pt x="1786" y="16979"/>
                    <a:pt x="1778" y="16983"/>
                    <a:pt x="1768" y="16991"/>
                  </a:cubicBezTo>
                  <a:cubicBezTo>
                    <a:pt x="1748" y="17000"/>
                    <a:pt x="1731" y="17004"/>
                    <a:pt x="1718" y="17004"/>
                  </a:cubicBezTo>
                  <a:cubicBezTo>
                    <a:pt x="1658" y="17004"/>
                    <a:pt x="1676" y="16925"/>
                    <a:pt x="1776" y="16878"/>
                  </a:cubicBezTo>
                  <a:cubicBezTo>
                    <a:pt x="1800" y="16789"/>
                    <a:pt x="1825" y="16700"/>
                    <a:pt x="1841" y="16602"/>
                  </a:cubicBezTo>
                  <a:cubicBezTo>
                    <a:pt x="1841" y="16497"/>
                    <a:pt x="1841" y="16383"/>
                    <a:pt x="1906" y="16383"/>
                  </a:cubicBezTo>
                  <a:lnTo>
                    <a:pt x="1906" y="16335"/>
                  </a:lnTo>
                  <a:cubicBezTo>
                    <a:pt x="1784" y="16221"/>
                    <a:pt x="1792" y="15889"/>
                    <a:pt x="1857" y="15727"/>
                  </a:cubicBezTo>
                  <a:cubicBezTo>
                    <a:pt x="1865" y="15629"/>
                    <a:pt x="1849" y="15532"/>
                    <a:pt x="1800" y="15451"/>
                  </a:cubicBezTo>
                  <a:cubicBezTo>
                    <a:pt x="1744" y="15338"/>
                    <a:pt x="1744" y="15338"/>
                    <a:pt x="1809" y="15281"/>
                  </a:cubicBezTo>
                  <a:cubicBezTo>
                    <a:pt x="1809" y="15281"/>
                    <a:pt x="1810" y="15281"/>
                    <a:pt x="1811" y="15281"/>
                  </a:cubicBezTo>
                  <a:cubicBezTo>
                    <a:pt x="1867" y="15281"/>
                    <a:pt x="1929" y="14956"/>
                    <a:pt x="1817" y="14956"/>
                  </a:cubicBezTo>
                  <a:lnTo>
                    <a:pt x="1873" y="14900"/>
                  </a:lnTo>
                  <a:cubicBezTo>
                    <a:pt x="1938" y="14843"/>
                    <a:pt x="1873" y="14786"/>
                    <a:pt x="1817" y="14786"/>
                  </a:cubicBezTo>
                  <a:cubicBezTo>
                    <a:pt x="1695" y="14786"/>
                    <a:pt x="1695" y="14729"/>
                    <a:pt x="1882" y="14681"/>
                  </a:cubicBezTo>
                  <a:cubicBezTo>
                    <a:pt x="1995" y="14681"/>
                    <a:pt x="2003" y="14624"/>
                    <a:pt x="1938" y="14624"/>
                  </a:cubicBezTo>
                  <a:cubicBezTo>
                    <a:pt x="1882" y="14567"/>
                    <a:pt x="1825" y="14511"/>
                    <a:pt x="1882" y="14462"/>
                  </a:cubicBezTo>
                  <a:cubicBezTo>
                    <a:pt x="1882" y="14405"/>
                    <a:pt x="1890" y="14348"/>
                    <a:pt x="1768" y="14348"/>
                  </a:cubicBezTo>
                  <a:cubicBezTo>
                    <a:pt x="1703" y="14348"/>
                    <a:pt x="1711" y="14292"/>
                    <a:pt x="1711" y="14235"/>
                  </a:cubicBezTo>
                  <a:cubicBezTo>
                    <a:pt x="1768" y="14235"/>
                    <a:pt x="1768" y="14235"/>
                    <a:pt x="1825" y="14292"/>
                  </a:cubicBezTo>
                  <a:cubicBezTo>
                    <a:pt x="1825" y="14307"/>
                    <a:pt x="1825" y="14314"/>
                    <a:pt x="1825" y="14314"/>
                  </a:cubicBezTo>
                  <a:cubicBezTo>
                    <a:pt x="1825" y="14314"/>
                    <a:pt x="1827" y="14263"/>
                    <a:pt x="1833" y="14186"/>
                  </a:cubicBezTo>
                  <a:cubicBezTo>
                    <a:pt x="1833" y="14129"/>
                    <a:pt x="1890" y="14016"/>
                    <a:pt x="1955" y="14016"/>
                  </a:cubicBezTo>
                  <a:cubicBezTo>
                    <a:pt x="1994" y="13982"/>
                    <a:pt x="2006" y="13944"/>
                    <a:pt x="1970" y="13944"/>
                  </a:cubicBezTo>
                  <a:cubicBezTo>
                    <a:pt x="1955" y="13944"/>
                    <a:pt x="1932" y="13950"/>
                    <a:pt x="1898" y="13967"/>
                  </a:cubicBezTo>
                  <a:cubicBezTo>
                    <a:pt x="1776" y="13959"/>
                    <a:pt x="1776" y="13959"/>
                    <a:pt x="1776" y="13854"/>
                  </a:cubicBezTo>
                  <a:cubicBezTo>
                    <a:pt x="1776" y="13797"/>
                    <a:pt x="1776" y="13740"/>
                    <a:pt x="1841" y="13740"/>
                  </a:cubicBezTo>
                  <a:cubicBezTo>
                    <a:pt x="1898" y="13740"/>
                    <a:pt x="1898" y="13740"/>
                    <a:pt x="1898" y="13635"/>
                  </a:cubicBezTo>
                  <a:cubicBezTo>
                    <a:pt x="1906" y="13465"/>
                    <a:pt x="1728" y="13302"/>
                    <a:pt x="1606" y="13246"/>
                  </a:cubicBezTo>
                  <a:cubicBezTo>
                    <a:pt x="1492" y="13238"/>
                    <a:pt x="1492" y="13238"/>
                    <a:pt x="1614" y="13189"/>
                  </a:cubicBezTo>
                  <a:cubicBezTo>
                    <a:pt x="1671" y="13189"/>
                    <a:pt x="1671" y="13132"/>
                    <a:pt x="1671" y="13075"/>
                  </a:cubicBezTo>
                  <a:cubicBezTo>
                    <a:pt x="1633" y="13075"/>
                    <a:pt x="1646" y="13054"/>
                    <a:pt x="1658" y="13054"/>
                  </a:cubicBezTo>
                  <a:cubicBezTo>
                    <a:pt x="1664" y="13054"/>
                    <a:pt x="1671" y="13059"/>
                    <a:pt x="1671" y="13075"/>
                  </a:cubicBezTo>
                  <a:cubicBezTo>
                    <a:pt x="1736" y="13084"/>
                    <a:pt x="1736" y="13132"/>
                    <a:pt x="1728" y="13189"/>
                  </a:cubicBezTo>
                  <a:lnTo>
                    <a:pt x="1792" y="13189"/>
                  </a:lnTo>
                  <a:cubicBezTo>
                    <a:pt x="1914" y="13140"/>
                    <a:pt x="1914" y="13084"/>
                    <a:pt x="1792" y="13027"/>
                  </a:cubicBezTo>
                  <a:cubicBezTo>
                    <a:pt x="1736" y="12970"/>
                    <a:pt x="1736" y="12970"/>
                    <a:pt x="1792" y="12913"/>
                  </a:cubicBezTo>
                  <a:cubicBezTo>
                    <a:pt x="1857" y="12865"/>
                    <a:pt x="1914" y="12808"/>
                    <a:pt x="1857" y="12808"/>
                  </a:cubicBezTo>
                  <a:cubicBezTo>
                    <a:pt x="1857" y="12743"/>
                    <a:pt x="1882" y="12686"/>
                    <a:pt x="1922" y="12646"/>
                  </a:cubicBezTo>
                  <a:cubicBezTo>
                    <a:pt x="1922" y="12532"/>
                    <a:pt x="1922" y="12475"/>
                    <a:pt x="1865" y="12475"/>
                  </a:cubicBezTo>
                  <a:cubicBezTo>
                    <a:pt x="1809" y="12475"/>
                    <a:pt x="1809" y="12419"/>
                    <a:pt x="1809" y="12362"/>
                  </a:cubicBezTo>
                  <a:cubicBezTo>
                    <a:pt x="1809" y="12313"/>
                    <a:pt x="1809" y="12257"/>
                    <a:pt x="1752" y="12257"/>
                  </a:cubicBezTo>
                  <a:cubicBezTo>
                    <a:pt x="1687" y="12257"/>
                    <a:pt x="1630" y="12200"/>
                    <a:pt x="1630" y="12086"/>
                  </a:cubicBezTo>
                  <a:cubicBezTo>
                    <a:pt x="1573" y="11973"/>
                    <a:pt x="1573" y="11973"/>
                    <a:pt x="1695" y="11924"/>
                  </a:cubicBezTo>
                  <a:cubicBezTo>
                    <a:pt x="1760" y="11924"/>
                    <a:pt x="1760" y="11867"/>
                    <a:pt x="1760" y="11811"/>
                  </a:cubicBezTo>
                  <a:cubicBezTo>
                    <a:pt x="1768" y="11770"/>
                    <a:pt x="1784" y="11730"/>
                    <a:pt x="1825" y="11705"/>
                  </a:cubicBezTo>
                  <a:cubicBezTo>
                    <a:pt x="1882" y="11649"/>
                    <a:pt x="1825" y="11649"/>
                    <a:pt x="1760" y="11649"/>
                  </a:cubicBezTo>
                  <a:lnTo>
                    <a:pt x="1646" y="11649"/>
                  </a:lnTo>
                  <a:cubicBezTo>
                    <a:pt x="1646" y="11595"/>
                    <a:pt x="1753" y="11542"/>
                    <a:pt x="1813" y="11542"/>
                  </a:cubicBezTo>
                  <a:cubicBezTo>
                    <a:pt x="1817" y="11542"/>
                    <a:pt x="1821" y="11543"/>
                    <a:pt x="1825" y="11543"/>
                  </a:cubicBezTo>
                  <a:cubicBezTo>
                    <a:pt x="1946" y="11486"/>
                    <a:pt x="1946" y="11486"/>
                    <a:pt x="1825" y="11486"/>
                  </a:cubicBezTo>
                  <a:cubicBezTo>
                    <a:pt x="1768" y="11486"/>
                    <a:pt x="1703" y="11430"/>
                    <a:pt x="1768" y="11316"/>
                  </a:cubicBezTo>
                  <a:cubicBezTo>
                    <a:pt x="1768" y="11211"/>
                    <a:pt x="1776" y="11097"/>
                    <a:pt x="1833" y="11097"/>
                  </a:cubicBezTo>
                  <a:cubicBezTo>
                    <a:pt x="1865" y="11073"/>
                    <a:pt x="1865" y="11016"/>
                    <a:pt x="1833" y="10992"/>
                  </a:cubicBezTo>
                  <a:cubicBezTo>
                    <a:pt x="1776" y="10935"/>
                    <a:pt x="1776" y="10878"/>
                    <a:pt x="1841" y="10716"/>
                  </a:cubicBezTo>
                  <a:cubicBezTo>
                    <a:pt x="1971" y="10440"/>
                    <a:pt x="1971" y="10440"/>
                    <a:pt x="1849" y="10440"/>
                  </a:cubicBezTo>
                  <a:cubicBezTo>
                    <a:pt x="1784" y="10440"/>
                    <a:pt x="1728" y="10440"/>
                    <a:pt x="1849" y="10384"/>
                  </a:cubicBezTo>
                  <a:cubicBezTo>
                    <a:pt x="1906" y="10327"/>
                    <a:pt x="1849" y="10278"/>
                    <a:pt x="1792" y="10165"/>
                  </a:cubicBezTo>
                  <a:cubicBezTo>
                    <a:pt x="1719" y="10116"/>
                    <a:pt x="1638" y="10100"/>
                    <a:pt x="1557" y="10100"/>
                  </a:cubicBezTo>
                  <a:cubicBezTo>
                    <a:pt x="1436" y="10100"/>
                    <a:pt x="1436" y="10100"/>
                    <a:pt x="1500" y="9995"/>
                  </a:cubicBezTo>
                  <a:cubicBezTo>
                    <a:pt x="1509" y="9930"/>
                    <a:pt x="1557" y="9881"/>
                    <a:pt x="1622" y="9881"/>
                  </a:cubicBezTo>
                  <a:cubicBezTo>
                    <a:pt x="1655" y="9881"/>
                    <a:pt x="1679" y="9905"/>
                    <a:pt x="1679" y="9938"/>
                  </a:cubicBezTo>
                  <a:lnTo>
                    <a:pt x="1679" y="9995"/>
                  </a:lnTo>
                  <a:cubicBezTo>
                    <a:pt x="1736" y="9995"/>
                    <a:pt x="1792" y="9995"/>
                    <a:pt x="1800" y="9889"/>
                  </a:cubicBezTo>
                  <a:cubicBezTo>
                    <a:pt x="1857" y="9832"/>
                    <a:pt x="1857" y="9776"/>
                    <a:pt x="1800" y="9776"/>
                  </a:cubicBezTo>
                  <a:cubicBezTo>
                    <a:pt x="1857" y="9727"/>
                    <a:pt x="1865" y="9613"/>
                    <a:pt x="1865" y="9508"/>
                  </a:cubicBezTo>
                  <a:cubicBezTo>
                    <a:pt x="1865" y="9395"/>
                    <a:pt x="1873" y="9232"/>
                    <a:pt x="1930" y="9176"/>
                  </a:cubicBezTo>
                  <a:cubicBezTo>
                    <a:pt x="1938" y="9062"/>
                    <a:pt x="1938" y="9013"/>
                    <a:pt x="1873" y="9005"/>
                  </a:cubicBezTo>
                  <a:cubicBezTo>
                    <a:pt x="1768" y="9005"/>
                    <a:pt x="1760" y="8956"/>
                    <a:pt x="1806" y="8956"/>
                  </a:cubicBezTo>
                  <a:cubicBezTo>
                    <a:pt x="1809" y="8956"/>
                    <a:pt x="1813" y="8956"/>
                    <a:pt x="1817" y="8957"/>
                  </a:cubicBezTo>
                  <a:cubicBezTo>
                    <a:pt x="1938" y="8900"/>
                    <a:pt x="2011" y="8187"/>
                    <a:pt x="1898" y="8130"/>
                  </a:cubicBezTo>
                  <a:lnTo>
                    <a:pt x="1898" y="8016"/>
                  </a:lnTo>
                  <a:cubicBezTo>
                    <a:pt x="1963" y="7911"/>
                    <a:pt x="1963" y="7578"/>
                    <a:pt x="1906" y="7522"/>
                  </a:cubicBezTo>
                  <a:lnTo>
                    <a:pt x="1914" y="7360"/>
                  </a:lnTo>
                  <a:cubicBezTo>
                    <a:pt x="1971" y="7246"/>
                    <a:pt x="1971" y="7197"/>
                    <a:pt x="1914" y="7141"/>
                  </a:cubicBezTo>
                  <a:cubicBezTo>
                    <a:pt x="1857" y="7084"/>
                    <a:pt x="1792" y="7084"/>
                    <a:pt x="1857" y="7084"/>
                  </a:cubicBezTo>
                  <a:cubicBezTo>
                    <a:pt x="1914" y="7084"/>
                    <a:pt x="1922" y="6970"/>
                    <a:pt x="1922" y="6751"/>
                  </a:cubicBezTo>
                  <a:cubicBezTo>
                    <a:pt x="1927" y="6606"/>
                    <a:pt x="1929" y="6557"/>
                    <a:pt x="1911" y="6557"/>
                  </a:cubicBezTo>
                  <a:cubicBezTo>
                    <a:pt x="1902" y="6557"/>
                    <a:pt x="1887" y="6570"/>
                    <a:pt x="1865" y="6589"/>
                  </a:cubicBezTo>
                  <a:cubicBezTo>
                    <a:pt x="1812" y="6377"/>
                    <a:pt x="1865" y="6370"/>
                    <a:pt x="1919" y="6370"/>
                  </a:cubicBezTo>
                  <a:cubicBezTo>
                    <a:pt x="1923" y="6370"/>
                    <a:pt x="1926" y="6370"/>
                    <a:pt x="1930" y="6370"/>
                  </a:cubicBezTo>
                  <a:cubicBezTo>
                    <a:pt x="1953" y="6381"/>
                    <a:pt x="1972" y="6386"/>
                    <a:pt x="1986" y="6386"/>
                  </a:cubicBezTo>
                  <a:cubicBezTo>
                    <a:pt x="2045" y="6386"/>
                    <a:pt x="2018" y="6303"/>
                    <a:pt x="1873" y="6257"/>
                  </a:cubicBezTo>
                  <a:cubicBezTo>
                    <a:pt x="1752" y="6200"/>
                    <a:pt x="1760" y="6087"/>
                    <a:pt x="1817" y="6087"/>
                  </a:cubicBezTo>
                  <a:cubicBezTo>
                    <a:pt x="1873" y="6095"/>
                    <a:pt x="1873" y="6143"/>
                    <a:pt x="1873" y="6200"/>
                  </a:cubicBezTo>
                  <a:lnTo>
                    <a:pt x="1995" y="6200"/>
                  </a:lnTo>
                  <a:cubicBezTo>
                    <a:pt x="1995" y="6151"/>
                    <a:pt x="1995" y="6151"/>
                    <a:pt x="1938" y="6095"/>
                  </a:cubicBezTo>
                  <a:cubicBezTo>
                    <a:pt x="1930" y="6046"/>
                    <a:pt x="1914" y="6006"/>
                    <a:pt x="1882" y="5981"/>
                  </a:cubicBezTo>
                  <a:cubicBezTo>
                    <a:pt x="1857" y="5953"/>
                    <a:pt x="1823" y="5939"/>
                    <a:pt x="1789" y="5939"/>
                  </a:cubicBezTo>
                  <a:cubicBezTo>
                    <a:pt x="1756" y="5939"/>
                    <a:pt x="1723" y="5953"/>
                    <a:pt x="1703" y="5981"/>
                  </a:cubicBezTo>
                  <a:cubicBezTo>
                    <a:pt x="1686" y="5994"/>
                    <a:pt x="1673" y="6000"/>
                    <a:pt x="1664" y="6000"/>
                  </a:cubicBezTo>
                  <a:cubicBezTo>
                    <a:pt x="1638" y="6000"/>
                    <a:pt x="1638" y="5960"/>
                    <a:pt x="1638" y="5924"/>
                  </a:cubicBezTo>
                  <a:cubicBezTo>
                    <a:pt x="1676" y="5858"/>
                    <a:pt x="1712" y="5830"/>
                    <a:pt x="1747" y="5830"/>
                  </a:cubicBezTo>
                  <a:cubicBezTo>
                    <a:pt x="1772" y="5830"/>
                    <a:pt x="1798" y="5844"/>
                    <a:pt x="1825" y="5868"/>
                  </a:cubicBezTo>
                  <a:cubicBezTo>
                    <a:pt x="1817" y="5924"/>
                    <a:pt x="1882" y="5924"/>
                    <a:pt x="1938" y="5924"/>
                  </a:cubicBezTo>
                  <a:cubicBezTo>
                    <a:pt x="2003" y="5924"/>
                    <a:pt x="1890" y="5649"/>
                    <a:pt x="1768" y="5592"/>
                  </a:cubicBezTo>
                  <a:lnTo>
                    <a:pt x="1825" y="5592"/>
                  </a:lnTo>
                  <a:cubicBezTo>
                    <a:pt x="1890" y="5592"/>
                    <a:pt x="1890" y="5487"/>
                    <a:pt x="1890" y="5373"/>
                  </a:cubicBezTo>
                  <a:cubicBezTo>
                    <a:pt x="1890" y="5268"/>
                    <a:pt x="1898" y="5211"/>
                    <a:pt x="1833" y="5211"/>
                  </a:cubicBezTo>
                  <a:cubicBezTo>
                    <a:pt x="1776" y="5211"/>
                    <a:pt x="1719" y="5211"/>
                    <a:pt x="1719" y="5154"/>
                  </a:cubicBezTo>
                  <a:cubicBezTo>
                    <a:pt x="1719" y="5198"/>
                    <a:pt x="1680" y="5203"/>
                    <a:pt x="1636" y="5203"/>
                  </a:cubicBezTo>
                  <a:cubicBezTo>
                    <a:pt x="1623" y="5203"/>
                    <a:pt x="1610" y="5203"/>
                    <a:pt x="1598" y="5203"/>
                  </a:cubicBezTo>
                  <a:cubicBezTo>
                    <a:pt x="1630" y="5146"/>
                    <a:pt x="1671" y="5089"/>
                    <a:pt x="1719" y="5041"/>
                  </a:cubicBezTo>
                  <a:cubicBezTo>
                    <a:pt x="1849" y="4935"/>
                    <a:pt x="1922" y="4773"/>
                    <a:pt x="1906" y="4603"/>
                  </a:cubicBezTo>
                  <a:cubicBezTo>
                    <a:pt x="1906" y="4497"/>
                    <a:pt x="1914" y="4327"/>
                    <a:pt x="1971" y="4279"/>
                  </a:cubicBezTo>
                  <a:cubicBezTo>
                    <a:pt x="1979" y="4165"/>
                    <a:pt x="1979" y="4108"/>
                    <a:pt x="1914" y="4108"/>
                  </a:cubicBezTo>
                  <a:lnTo>
                    <a:pt x="1922" y="4003"/>
                  </a:lnTo>
                  <a:cubicBezTo>
                    <a:pt x="1979" y="3946"/>
                    <a:pt x="1987" y="3833"/>
                    <a:pt x="1922" y="3833"/>
                  </a:cubicBezTo>
                  <a:cubicBezTo>
                    <a:pt x="1865" y="3776"/>
                    <a:pt x="1922" y="3727"/>
                    <a:pt x="1930" y="3670"/>
                  </a:cubicBezTo>
                  <a:cubicBezTo>
                    <a:pt x="2003" y="3608"/>
                    <a:pt x="2032" y="3582"/>
                    <a:pt x="2004" y="3582"/>
                  </a:cubicBezTo>
                  <a:cubicBezTo>
                    <a:pt x="1986" y="3582"/>
                    <a:pt x="1941" y="3594"/>
                    <a:pt x="1865" y="3614"/>
                  </a:cubicBezTo>
                  <a:cubicBezTo>
                    <a:pt x="1809" y="3614"/>
                    <a:pt x="1744" y="3719"/>
                    <a:pt x="1744" y="3776"/>
                  </a:cubicBezTo>
                  <a:lnTo>
                    <a:pt x="1744" y="3938"/>
                  </a:lnTo>
                  <a:lnTo>
                    <a:pt x="1687" y="3776"/>
                  </a:lnTo>
                  <a:cubicBezTo>
                    <a:pt x="1687" y="3719"/>
                    <a:pt x="1630" y="3606"/>
                    <a:pt x="1565" y="3606"/>
                  </a:cubicBezTo>
                  <a:cubicBezTo>
                    <a:pt x="1565" y="3606"/>
                    <a:pt x="1509" y="3606"/>
                    <a:pt x="1509" y="3549"/>
                  </a:cubicBezTo>
                  <a:lnTo>
                    <a:pt x="1509" y="3549"/>
                  </a:lnTo>
                  <a:lnTo>
                    <a:pt x="1630" y="3557"/>
                  </a:lnTo>
                  <a:cubicBezTo>
                    <a:pt x="1673" y="3592"/>
                    <a:pt x="1727" y="3615"/>
                    <a:pt x="1783" y="3615"/>
                  </a:cubicBezTo>
                  <a:cubicBezTo>
                    <a:pt x="1792" y="3615"/>
                    <a:pt x="1800" y="3615"/>
                    <a:pt x="1809" y="3614"/>
                  </a:cubicBezTo>
                  <a:cubicBezTo>
                    <a:pt x="1930" y="3557"/>
                    <a:pt x="1995" y="3395"/>
                    <a:pt x="1873" y="3395"/>
                  </a:cubicBezTo>
                  <a:cubicBezTo>
                    <a:pt x="1873" y="3338"/>
                    <a:pt x="1873" y="3338"/>
                    <a:pt x="1938" y="3281"/>
                  </a:cubicBezTo>
                  <a:cubicBezTo>
                    <a:pt x="1942" y="3282"/>
                    <a:pt x="1945" y="3282"/>
                    <a:pt x="1949" y="3282"/>
                  </a:cubicBezTo>
                  <a:cubicBezTo>
                    <a:pt x="1995" y="3282"/>
                    <a:pt x="1987" y="3229"/>
                    <a:pt x="1873" y="3176"/>
                  </a:cubicBezTo>
                  <a:cubicBezTo>
                    <a:pt x="1760" y="3119"/>
                    <a:pt x="1760" y="3062"/>
                    <a:pt x="1882" y="3006"/>
                  </a:cubicBezTo>
                  <a:cubicBezTo>
                    <a:pt x="2003" y="2900"/>
                    <a:pt x="2003" y="2681"/>
                    <a:pt x="1946" y="2681"/>
                  </a:cubicBezTo>
                  <a:cubicBezTo>
                    <a:pt x="1825" y="2673"/>
                    <a:pt x="1833" y="2511"/>
                    <a:pt x="1890" y="2454"/>
                  </a:cubicBezTo>
                  <a:cubicBezTo>
                    <a:pt x="1955" y="2422"/>
                    <a:pt x="1955" y="2333"/>
                    <a:pt x="1898" y="2292"/>
                  </a:cubicBezTo>
                  <a:cubicBezTo>
                    <a:pt x="1955" y="2292"/>
                    <a:pt x="2019" y="2244"/>
                    <a:pt x="1955" y="2187"/>
                  </a:cubicBezTo>
                  <a:cubicBezTo>
                    <a:pt x="1955" y="2187"/>
                    <a:pt x="1958" y="2162"/>
                    <a:pt x="1941" y="2162"/>
                  </a:cubicBezTo>
                  <a:cubicBezTo>
                    <a:pt x="1933" y="2162"/>
                    <a:pt x="1919" y="2168"/>
                    <a:pt x="1898" y="2187"/>
                  </a:cubicBezTo>
                  <a:lnTo>
                    <a:pt x="1784" y="2073"/>
                  </a:lnTo>
                  <a:cubicBezTo>
                    <a:pt x="1776" y="2122"/>
                    <a:pt x="1719" y="2122"/>
                    <a:pt x="1663" y="2122"/>
                  </a:cubicBezTo>
                  <a:cubicBezTo>
                    <a:pt x="1598" y="2122"/>
                    <a:pt x="1663" y="1903"/>
                    <a:pt x="1849" y="1798"/>
                  </a:cubicBezTo>
                  <a:lnTo>
                    <a:pt x="1971" y="1692"/>
                  </a:lnTo>
                  <a:lnTo>
                    <a:pt x="1849" y="1684"/>
                  </a:lnTo>
                  <a:cubicBezTo>
                    <a:pt x="1849" y="1635"/>
                    <a:pt x="1849" y="1579"/>
                    <a:pt x="1914" y="1579"/>
                  </a:cubicBezTo>
                  <a:cubicBezTo>
                    <a:pt x="1971" y="1579"/>
                    <a:pt x="1971" y="1579"/>
                    <a:pt x="1971" y="1522"/>
                  </a:cubicBezTo>
                  <a:cubicBezTo>
                    <a:pt x="1971" y="1490"/>
                    <a:pt x="1946" y="1465"/>
                    <a:pt x="1914" y="1465"/>
                  </a:cubicBezTo>
                  <a:cubicBezTo>
                    <a:pt x="1792" y="1465"/>
                    <a:pt x="1792" y="1465"/>
                    <a:pt x="1857" y="1408"/>
                  </a:cubicBezTo>
                  <a:cubicBezTo>
                    <a:pt x="1971" y="1360"/>
                    <a:pt x="1979" y="1303"/>
                    <a:pt x="1857" y="1246"/>
                  </a:cubicBezTo>
                  <a:cubicBezTo>
                    <a:pt x="1736" y="1246"/>
                    <a:pt x="1736" y="1246"/>
                    <a:pt x="1857" y="1190"/>
                  </a:cubicBezTo>
                  <a:cubicBezTo>
                    <a:pt x="1922" y="1190"/>
                    <a:pt x="1971" y="1141"/>
                    <a:pt x="1979" y="1084"/>
                  </a:cubicBezTo>
                  <a:lnTo>
                    <a:pt x="1922" y="1084"/>
                  </a:lnTo>
                  <a:cubicBezTo>
                    <a:pt x="1800" y="1076"/>
                    <a:pt x="1800" y="1027"/>
                    <a:pt x="1865" y="971"/>
                  </a:cubicBezTo>
                  <a:cubicBezTo>
                    <a:pt x="1922" y="971"/>
                    <a:pt x="1922" y="914"/>
                    <a:pt x="1865" y="808"/>
                  </a:cubicBezTo>
                  <a:cubicBezTo>
                    <a:pt x="1865" y="695"/>
                    <a:pt x="1865" y="638"/>
                    <a:pt x="1930" y="638"/>
                  </a:cubicBezTo>
                  <a:cubicBezTo>
                    <a:pt x="1964" y="640"/>
                    <a:pt x="1988" y="642"/>
                    <a:pt x="2003" y="642"/>
                  </a:cubicBezTo>
                  <a:cubicBezTo>
                    <a:pt x="2043" y="642"/>
                    <a:pt x="2018" y="631"/>
                    <a:pt x="1930" y="590"/>
                  </a:cubicBezTo>
                  <a:cubicBezTo>
                    <a:pt x="1873" y="533"/>
                    <a:pt x="1873" y="533"/>
                    <a:pt x="1930" y="419"/>
                  </a:cubicBezTo>
                  <a:cubicBezTo>
                    <a:pt x="1995" y="371"/>
                    <a:pt x="1995" y="371"/>
                    <a:pt x="1938" y="314"/>
                  </a:cubicBezTo>
                  <a:cubicBezTo>
                    <a:pt x="1905" y="312"/>
                    <a:pt x="1876" y="310"/>
                    <a:pt x="1853" y="310"/>
                  </a:cubicBezTo>
                  <a:cubicBezTo>
                    <a:pt x="1789" y="310"/>
                    <a:pt x="1758" y="321"/>
                    <a:pt x="1752" y="363"/>
                  </a:cubicBezTo>
                  <a:cubicBezTo>
                    <a:pt x="1752" y="419"/>
                    <a:pt x="1752" y="419"/>
                    <a:pt x="1695" y="419"/>
                  </a:cubicBezTo>
                  <a:cubicBezTo>
                    <a:pt x="1695" y="419"/>
                    <a:pt x="1695" y="363"/>
                    <a:pt x="1695" y="306"/>
                  </a:cubicBezTo>
                  <a:cubicBezTo>
                    <a:pt x="1703" y="233"/>
                    <a:pt x="1679" y="152"/>
                    <a:pt x="1638" y="87"/>
                  </a:cubicBezTo>
                  <a:cubicBezTo>
                    <a:pt x="1609" y="29"/>
                    <a:pt x="1564" y="1"/>
                    <a:pt x="15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2"/>
            <p:cNvSpPr/>
            <p:nvPr/>
          </p:nvSpPr>
          <p:spPr>
            <a:xfrm>
              <a:off x="8308444" y="2203823"/>
              <a:ext cx="326134" cy="1131073"/>
            </a:xfrm>
            <a:custGeom>
              <a:avLst/>
              <a:gdLst/>
              <a:ahLst/>
              <a:cxnLst/>
              <a:rect l="l" t="t" r="r" b="b"/>
              <a:pathLst>
                <a:path w="18920" h="65617" extrusionOk="0">
                  <a:moveTo>
                    <a:pt x="18245" y="317"/>
                  </a:moveTo>
                  <a:cubicBezTo>
                    <a:pt x="18273" y="317"/>
                    <a:pt x="18310" y="392"/>
                    <a:pt x="18320" y="511"/>
                  </a:cubicBezTo>
                  <a:cubicBezTo>
                    <a:pt x="18348" y="587"/>
                    <a:pt x="18360" y="618"/>
                    <a:pt x="18345" y="618"/>
                  </a:cubicBezTo>
                  <a:cubicBezTo>
                    <a:pt x="18335" y="618"/>
                    <a:pt x="18311" y="602"/>
                    <a:pt x="18271" y="576"/>
                  </a:cubicBezTo>
                  <a:cubicBezTo>
                    <a:pt x="18222" y="543"/>
                    <a:pt x="18174" y="511"/>
                    <a:pt x="18214" y="438"/>
                  </a:cubicBezTo>
                  <a:cubicBezTo>
                    <a:pt x="18211" y="354"/>
                    <a:pt x="18226" y="317"/>
                    <a:pt x="18245" y="317"/>
                  </a:cubicBezTo>
                  <a:close/>
                  <a:moveTo>
                    <a:pt x="12503" y="10234"/>
                  </a:moveTo>
                  <a:cubicBezTo>
                    <a:pt x="12513" y="10234"/>
                    <a:pt x="12526" y="10239"/>
                    <a:pt x="12547" y="10248"/>
                  </a:cubicBezTo>
                  <a:cubicBezTo>
                    <a:pt x="12596" y="10297"/>
                    <a:pt x="12612" y="10386"/>
                    <a:pt x="12571" y="10451"/>
                  </a:cubicBezTo>
                  <a:cubicBezTo>
                    <a:pt x="12560" y="10472"/>
                    <a:pt x="12543" y="10482"/>
                    <a:pt x="12525" y="10482"/>
                  </a:cubicBezTo>
                  <a:cubicBezTo>
                    <a:pt x="12481" y="10482"/>
                    <a:pt x="12432" y="10418"/>
                    <a:pt x="12450" y="10297"/>
                  </a:cubicBezTo>
                  <a:cubicBezTo>
                    <a:pt x="12475" y="10251"/>
                    <a:pt x="12485" y="10234"/>
                    <a:pt x="12503" y="10234"/>
                  </a:cubicBezTo>
                  <a:close/>
                  <a:moveTo>
                    <a:pt x="11437" y="12798"/>
                  </a:moveTo>
                  <a:cubicBezTo>
                    <a:pt x="11441" y="12798"/>
                    <a:pt x="11447" y="12799"/>
                    <a:pt x="11453" y="12802"/>
                  </a:cubicBezTo>
                  <a:cubicBezTo>
                    <a:pt x="11493" y="12834"/>
                    <a:pt x="11517" y="12875"/>
                    <a:pt x="11525" y="12932"/>
                  </a:cubicBezTo>
                  <a:cubicBezTo>
                    <a:pt x="11525" y="12932"/>
                    <a:pt x="11538" y="13009"/>
                    <a:pt x="11501" y="13009"/>
                  </a:cubicBezTo>
                  <a:cubicBezTo>
                    <a:pt x="11497" y="13009"/>
                    <a:pt x="11491" y="13007"/>
                    <a:pt x="11485" y="13005"/>
                  </a:cubicBezTo>
                  <a:lnTo>
                    <a:pt x="11436" y="12972"/>
                  </a:lnTo>
                  <a:cubicBezTo>
                    <a:pt x="11422" y="12885"/>
                    <a:pt x="11401" y="12798"/>
                    <a:pt x="11437" y="12798"/>
                  </a:cubicBezTo>
                  <a:close/>
                  <a:moveTo>
                    <a:pt x="10085" y="15757"/>
                  </a:moveTo>
                  <a:cubicBezTo>
                    <a:pt x="10098" y="15757"/>
                    <a:pt x="10107" y="15761"/>
                    <a:pt x="10107" y="15761"/>
                  </a:cubicBezTo>
                  <a:cubicBezTo>
                    <a:pt x="10107" y="15761"/>
                    <a:pt x="10155" y="15786"/>
                    <a:pt x="10123" y="15867"/>
                  </a:cubicBezTo>
                  <a:cubicBezTo>
                    <a:pt x="10123" y="15867"/>
                    <a:pt x="10071" y="15898"/>
                    <a:pt x="10021" y="15898"/>
                  </a:cubicBezTo>
                  <a:cubicBezTo>
                    <a:pt x="10009" y="15898"/>
                    <a:pt x="9996" y="15896"/>
                    <a:pt x="9985" y="15891"/>
                  </a:cubicBezTo>
                  <a:lnTo>
                    <a:pt x="10017" y="15810"/>
                  </a:lnTo>
                  <a:cubicBezTo>
                    <a:pt x="10037" y="15766"/>
                    <a:pt x="10065" y="15757"/>
                    <a:pt x="10085" y="15757"/>
                  </a:cubicBezTo>
                  <a:close/>
                  <a:moveTo>
                    <a:pt x="9844" y="16541"/>
                  </a:moveTo>
                  <a:cubicBezTo>
                    <a:pt x="9854" y="16541"/>
                    <a:pt x="9867" y="16547"/>
                    <a:pt x="9888" y="16556"/>
                  </a:cubicBezTo>
                  <a:lnTo>
                    <a:pt x="9855" y="16637"/>
                  </a:lnTo>
                  <a:lnTo>
                    <a:pt x="9766" y="16686"/>
                  </a:lnTo>
                  <a:lnTo>
                    <a:pt x="9799" y="16605"/>
                  </a:lnTo>
                  <a:cubicBezTo>
                    <a:pt x="9819" y="16558"/>
                    <a:pt x="9827" y="16541"/>
                    <a:pt x="9844" y="16541"/>
                  </a:cubicBezTo>
                  <a:close/>
                  <a:moveTo>
                    <a:pt x="9811" y="16816"/>
                  </a:moveTo>
                  <a:lnTo>
                    <a:pt x="9811" y="16816"/>
                  </a:lnTo>
                  <a:cubicBezTo>
                    <a:pt x="9806" y="16816"/>
                    <a:pt x="9799" y="16835"/>
                    <a:pt x="9807" y="16880"/>
                  </a:cubicBezTo>
                  <a:cubicBezTo>
                    <a:pt x="9824" y="16841"/>
                    <a:pt x="9818" y="16816"/>
                    <a:pt x="9811" y="16816"/>
                  </a:cubicBezTo>
                  <a:close/>
                  <a:moveTo>
                    <a:pt x="9520" y="17287"/>
                  </a:moveTo>
                  <a:cubicBezTo>
                    <a:pt x="9529" y="17287"/>
                    <a:pt x="9543" y="17293"/>
                    <a:pt x="9563" y="17302"/>
                  </a:cubicBezTo>
                  <a:lnTo>
                    <a:pt x="9523" y="17375"/>
                  </a:lnTo>
                  <a:lnTo>
                    <a:pt x="9442" y="17432"/>
                  </a:lnTo>
                  <a:lnTo>
                    <a:pt x="9474" y="17350"/>
                  </a:lnTo>
                  <a:cubicBezTo>
                    <a:pt x="9495" y="17304"/>
                    <a:pt x="9502" y="17287"/>
                    <a:pt x="9520" y="17287"/>
                  </a:cubicBezTo>
                  <a:close/>
                  <a:moveTo>
                    <a:pt x="9692" y="17682"/>
                  </a:moveTo>
                  <a:cubicBezTo>
                    <a:pt x="9686" y="17682"/>
                    <a:pt x="9675" y="17684"/>
                    <a:pt x="9658" y="17692"/>
                  </a:cubicBezTo>
                  <a:lnTo>
                    <a:pt x="9658" y="17692"/>
                  </a:lnTo>
                  <a:cubicBezTo>
                    <a:pt x="9646" y="17691"/>
                    <a:pt x="9632" y="17689"/>
                    <a:pt x="9616" y="17683"/>
                  </a:cubicBezTo>
                  <a:lnTo>
                    <a:pt x="9616" y="17683"/>
                  </a:lnTo>
                  <a:cubicBezTo>
                    <a:pt x="9624" y="17689"/>
                    <a:pt x="9633" y="17694"/>
                    <a:pt x="9644" y="17699"/>
                  </a:cubicBezTo>
                  <a:cubicBezTo>
                    <a:pt x="9649" y="17696"/>
                    <a:pt x="9654" y="17694"/>
                    <a:pt x="9658" y="17692"/>
                  </a:cubicBezTo>
                  <a:lnTo>
                    <a:pt x="9658" y="17692"/>
                  </a:lnTo>
                  <a:cubicBezTo>
                    <a:pt x="9661" y="17692"/>
                    <a:pt x="9663" y="17692"/>
                    <a:pt x="9665" y="17692"/>
                  </a:cubicBezTo>
                  <a:cubicBezTo>
                    <a:pt x="9693" y="17692"/>
                    <a:pt x="9703" y="17682"/>
                    <a:pt x="9692" y="17682"/>
                  </a:cubicBezTo>
                  <a:close/>
                  <a:moveTo>
                    <a:pt x="9264" y="17794"/>
                  </a:moveTo>
                  <a:cubicBezTo>
                    <a:pt x="9269" y="17794"/>
                    <a:pt x="9274" y="17795"/>
                    <a:pt x="9280" y="17796"/>
                  </a:cubicBezTo>
                  <a:cubicBezTo>
                    <a:pt x="9328" y="17821"/>
                    <a:pt x="9328" y="17821"/>
                    <a:pt x="9296" y="17902"/>
                  </a:cubicBezTo>
                  <a:cubicBezTo>
                    <a:pt x="9260" y="17982"/>
                    <a:pt x="9244" y="18018"/>
                    <a:pt x="9234" y="18018"/>
                  </a:cubicBezTo>
                  <a:cubicBezTo>
                    <a:pt x="9226" y="18018"/>
                    <a:pt x="9222" y="17994"/>
                    <a:pt x="9215" y="17950"/>
                  </a:cubicBezTo>
                  <a:cubicBezTo>
                    <a:pt x="9193" y="17862"/>
                    <a:pt x="9217" y="17794"/>
                    <a:pt x="9264" y="17794"/>
                  </a:cubicBezTo>
                  <a:close/>
                  <a:moveTo>
                    <a:pt x="8631" y="18234"/>
                  </a:moveTo>
                  <a:cubicBezTo>
                    <a:pt x="8688" y="18250"/>
                    <a:pt x="8736" y="18275"/>
                    <a:pt x="8704" y="18356"/>
                  </a:cubicBezTo>
                  <a:lnTo>
                    <a:pt x="8623" y="18404"/>
                  </a:lnTo>
                  <a:lnTo>
                    <a:pt x="8599" y="18307"/>
                  </a:lnTo>
                  <a:lnTo>
                    <a:pt x="8631" y="18234"/>
                  </a:lnTo>
                  <a:close/>
                  <a:moveTo>
                    <a:pt x="8312" y="19161"/>
                  </a:moveTo>
                  <a:cubicBezTo>
                    <a:pt x="8322" y="19161"/>
                    <a:pt x="8335" y="19166"/>
                    <a:pt x="8355" y="19175"/>
                  </a:cubicBezTo>
                  <a:cubicBezTo>
                    <a:pt x="8355" y="19175"/>
                    <a:pt x="8404" y="19199"/>
                    <a:pt x="8380" y="19272"/>
                  </a:cubicBezTo>
                  <a:lnTo>
                    <a:pt x="8290" y="19329"/>
                  </a:lnTo>
                  <a:cubicBezTo>
                    <a:pt x="8234" y="19304"/>
                    <a:pt x="8266" y="19231"/>
                    <a:pt x="8266" y="19231"/>
                  </a:cubicBezTo>
                  <a:cubicBezTo>
                    <a:pt x="8287" y="19179"/>
                    <a:pt x="8295" y="19161"/>
                    <a:pt x="8312" y="19161"/>
                  </a:cubicBezTo>
                  <a:close/>
                  <a:moveTo>
                    <a:pt x="6905" y="22638"/>
                  </a:moveTo>
                  <a:cubicBezTo>
                    <a:pt x="6904" y="22638"/>
                    <a:pt x="6914" y="22642"/>
                    <a:pt x="6930" y="22648"/>
                  </a:cubicBezTo>
                  <a:lnTo>
                    <a:pt x="6930" y="22648"/>
                  </a:lnTo>
                  <a:cubicBezTo>
                    <a:pt x="6930" y="22647"/>
                    <a:pt x="6929" y="22646"/>
                    <a:pt x="6928" y="22645"/>
                  </a:cubicBezTo>
                  <a:cubicBezTo>
                    <a:pt x="6913" y="22640"/>
                    <a:pt x="6906" y="22638"/>
                    <a:pt x="6905" y="22638"/>
                  </a:cubicBezTo>
                  <a:close/>
                  <a:moveTo>
                    <a:pt x="6231" y="25685"/>
                  </a:moveTo>
                  <a:cubicBezTo>
                    <a:pt x="6288" y="25710"/>
                    <a:pt x="6345" y="25726"/>
                    <a:pt x="6312" y="25807"/>
                  </a:cubicBezTo>
                  <a:lnTo>
                    <a:pt x="6288" y="25880"/>
                  </a:lnTo>
                  <a:cubicBezTo>
                    <a:pt x="6231" y="25864"/>
                    <a:pt x="6199" y="25766"/>
                    <a:pt x="6199" y="25766"/>
                  </a:cubicBezTo>
                  <a:lnTo>
                    <a:pt x="6231" y="25685"/>
                  </a:lnTo>
                  <a:close/>
                  <a:moveTo>
                    <a:pt x="5298" y="28808"/>
                  </a:moveTo>
                  <a:cubicBezTo>
                    <a:pt x="5307" y="28808"/>
                    <a:pt x="5317" y="28811"/>
                    <a:pt x="5331" y="28815"/>
                  </a:cubicBezTo>
                  <a:cubicBezTo>
                    <a:pt x="5388" y="28839"/>
                    <a:pt x="5339" y="28993"/>
                    <a:pt x="5315" y="29066"/>
                  </a:cubicBezTo>
                  <a:cubicBezTo>
                    <a:pt x="5296" y="29081"/>
                    <a:pt x="5280" y="29087"/>
                    <a:pt x="5267" y="29087"/>
                  </a:cubicBezTo>
                  <a:cubicBezTo>
                    <a:pt x="5222" y="29087"/>
                    <a:pt x="5207" y="29015"/>
                    <a:pt x="5226" y="28953"/>
                  </a:cubicBezTo>
                  <a:cubicBezTo>
                    <a:pt x="5262" y="28836"/>
                    <a:pt x="5271" y="28808"/>
                    <a:pt x="5298" y="28808"/>
                  </a:cubicBezTo>
                  <a:close/>
                  <a:moveTo>
                    <a:pt x="3710" y="34360"/>
                  </a:moveTo>
                  <a:cubicBezTo>
                    <a:pt x="3766" y="34369"/>
                    <a:pt x="3823" y="34385"/>
                    <a:pt x="3799" y="34466"/>
                  </a:cubicBezTo>
                  <a:lnTo>
                    <a:pt x="3726" y="34531"/>
                  </a:lnTo>
                  <a:lnTo>
                    <a:pt x="3685" y="34433"/>
                  </a:lnTo>
                  <a:lnTo>
                    <a:pt x="3710" y="34360"/>
                  </a:lnTo>
                  <a:close/>
                  <a:moveTo>
                    <a:pt x="3093" y="35293"/>
                  </a:moveTo>
                  <a:cubicBezTo>
                    <a:pt x="3150" y="35309"/>
                    <a:pt x="3207" y="35325"/>
                    <a:pt x="3183" y="35398"/>
                  </a:cubicBezTo>
                  <a:lnTo>
                    <a:pt x="3166" y="35479"/>
                  </a:lnTo>
                  <a:cubicBezTo>
                    <a:pt x="3110" y="35463"/>
                    <a:pt x="3069" y="35374"/>
                    <a:pt x="3069" y="35374"/>
                  </a:cubicBezTo>
                  <a:lnTo>
                    <a:pt x="3093" y="35293"/>
                  </a:lnTo>
                  <a:close/>
                  <a:moveTo>
                    <a:pt x="3215" y="36749"/>
                  </a:moveTo>
                  <a:cubicBezTo>
                    <a:pt x="3223" y="36749"/>
                    <a:pt x="3234" y="36750"/>
                    <a:pt x="3247" y="36752"/>
                  </a:cubicBezTo>
                  <a:cubicBezTo>
                    <a:pt x="3304" y="36768"/>
                    <a:pt x="3345" y="36866"/>
                    <a:pt x="3345" y="36866"/>
                  </a:cubicBezTo>
                  <a:cubicBezTo>
                    <a:pt x="3341" y="36884"/>
                    <a:pt x="3331" y="36891"/>
                    <a:pt x="3319" y="36891"/>
                  </a:cubicBezTo>
                  <a:cubicBezTo>
                    <a:pt x="3282" y="36891"/>
                    <a:pt x="3218" y="36831"/>
                    <a:pt x="3176" y="36818"/>
                  </a:cubicBezTo>
                  <a:lnTo>
                    <a:pt x="3176" y="36818"/>
                  </a:lnTo>
                  <a:cubicBezTo>
                    <a:pt x="3187" y="36762"/>
                    <a:pt x="3191" y="36749"/>
                    <a:pt x="3215" y="36749"/>
                  </a:cubicBezTo>
                  <a:close/>
                  <a:moveTo>
                    <a:pt x="2826" y="38658"/>
                  </a:moveTo>
                  <a:cubicBezTo>
                    <a:pt x="2883" y="38674"/>
                    <a:pt x="2947" y="38682"/>
                    <a:pt x="2923" y="38763"/>
                  </a:cubicBezTo>
                  <a:lnTo>
                    <a:pt x="2850" y="38836"/>
                  </a:lnTo>
                  <a:lnTo>
                    <a:pt x="2810" y="38739"/>
                  </a:lnTo>
                  <a:lnTo>
                    <a:pt x="2826" y="38658"/>
                  </a:lnTo>
                  <a:close/>
                  <a:moveTo>
                    <a:pt x="1895" y="43492"/>
                  </a:moveTo>
                  <a:cubicBezTo>
                    <a:pt x="1902" y="43492"/>
                    <a:pt x="1907" y="43502"/>
                    <a:pt x="1902" y="43530"/>
                  </a:cubicBezTo>
                  <a:cubicBezTo>
                    <a:pt x="1865" y="43525"/>
                    <a:pt x="1883" y="43492"/>
                    <a:pt x="1895" y="43492"/>
                  </a:cubicBezTo>
                  <a:close/>
                  <a:moveTo>
                    <a:pt x="1723" y="43830"/>
                  </a:moveTo>
                  <a:cubicBezTo>
                    <a:pt x="1788" y="43838"/>
                    <a:pt x="1845" y="43855"/>
                    <a:pt x="1829" y="43936"/>
                  </a:cubicBezTo>
                  <a:lnTo>
                    <a:pt x="1756" y="44001"/>
                  </a:lnTo>
                  <a:lnTo>
                    <a:pt x="1715" y="43911"/>
                  </a:lnTo>
                  <a:lnTo>
                    <a:pt x="1723" y="43830"/>
                  </a:lnTo>
                  <a:close/>
                  <a:moveTo>
                    <a:pt x="1699" y="44406"/>
                  </a:moveTo>
                  <a:cubicBezTo>
                    <a:pt x="1756" y="44414"/>
                    <a:pt x="1756" y="44414"/>
                    <a:pt x="1748" y="44495"/>
                  </a:cubicBezTo>
                  <a:cubicBezTo>
                    <a:pt x="1748" y="44495"/>
                    <a:pt x="1688" y="44554"/>
                    <a:pt x="1635" y="44554"/>
                  </a:cubicBezTo>
                  <a:cubicBezTo>
                    <a:pt x="1629" y="44554"/>
                    <a:pt x="1623" y="44554"/>
                    <a:pt x="1618" y="44552"/>
                  </a:cubicBezTo>
                  <a:lnTo>
                    <a:pt x="1618" y="44560"/>
                  </a:lnTo>
                  <a:cubicBezTo>
                    <a:pt x="1553" y="44544"/>
                    <a:pt x="1569" y="44463"/>
                    <a:pt x="1699" y="44406"/>
                  </a:cubicBezTo>
                  <a:close/>
                  <a:moveTo>
                    <a:pt x="1621" y="45792"/>
                  </a:moveTo>
                  <a:cubicBezTo>
                    <a:pt x="1624" y="45792"/>
                    <a:pt x="1626" y="45792"/>
                    <a:pt x="1626" y="45792"/>
                  </a:cubicBezTo>
                  <a:cubicBezTo>
                    <a:pt x="1683" y="45800"/>
                    <a:pt x="1610" y="45873"/>
                    <a:pt x="1602" y="45955"/>
                  </a:cubicBezTo>
                  <a:cubicBezTo>
                    <a:pt x="1572" y="45984"/>
                    <a:pt x="1555" y="46001"/>
                    <a:pt x="1546" y="46001"/>
                  </a:cubicBezTo>
                  <a:cubicBezTo>
                    <a:pt x="1533" y="46001"/>
                    <a:pt x="1538" y="45962"/>
                    <a:pt x="1553" y="45865"/>
                  </a:cubicBezTo>
                  <a:cubicBezTo>
                    <a:pt x="1560" y="45798"/>
                    <a:pt x="1606" y="45792"/>
                    <a:pt x="1621" y="45792"/>
                  </a:cubicBezTo>
                  <a:close/>
                  <a:moveTo>
                    <a:pt x="1188" y="46303"/>
                  </a:moveTo>
                  <a:cubicBezTo>
                    <a:pt x="1229" y="46313"/>
                    <a:pt x="1215" y="46343"/>
                    <a:pt x="1201" y="46343"/>
                  </a:cubicBezTo>
                  <a:cubicBezTo>
                    <a:pt x="1193" y="46343"/>
                    <a:pt x="1185" y="46333"/>
                    <a:pt x="1188" y="46303"/>
                  </a:cubicBezTo>
                  <a:close/>
                  <a:moveTo>
                    <a:pt x="742" y="46243"/>
                  </a:moveTo>
                  <a:cubicBezTo>
                    <a:pt x="717" y="46243"/>
                    <a:pt x="714" y="46258"/>
                    <a:pt x="702" y="46319"/>
                  </a:cubicBezTo>
                  <a:cubicBezTo>
                    <a:pt x="692" y="46416"/>
                    <a:pt x="688" y="46455"/>
                    <a:pt x="700" y="46455"/>
                  </a:cubicBezTo>
                  <a:cubicBezTo>
                    <a:pt x="709" y="46455"/>
                    <a:pt x="724" y="46438"/>
                    <a:pt x="750" y="46409"/>
                  </a:cubicBezTo>
                  <a:lnTo>
                    <a:pt x="775" y="46246"/>
                  </a:lnTo>
                  <a:cubicBezTo>
                    <a:pt x="761" y="46244"/>
                    <a:pt x="751" y="46243"/>
                    <a:pt x="742" y="46243"/>
                  </a:cubicBezTo>
                  <a:close/>
                  <a:moveTo>
                    <a:pt x="2708" y="46438"/>
                  </a:moveTo>
                  <a:cubicBezTo>
                    <a:pt x="2679" y="46438"/>
                    <a:pt x="2678" y="46452"/>
                    <a:pt x="2672" y="46514"/>
                  </a:cubicBezTo>
                  <a:cubicBezTo>
                    <a:pt x="2672" y="46514"/>
                    <a:pt x="2720" y="46603"/>
                    <a:pt x="2777" y="46611"/>
                  </a:cubicBezTo>
                  <a:cubicBezTo>
                    <a:pt x="2780" y="46612"/>
                    <a:pt x="2782" y="46612"/>
                    <a:pt x="2785" y="46612"/>
                  </a:cubicBezTo>
                  <a:cubicBezTo>
                    <a:pt x="2835" y="46612"/>
                    <a:pt x="2845" y="46534"/>
                    <a:pt x="2745" y="46441"/>
                  </a:cubicBezTo>
                  <a:cubicBezTo>
                    <a:pt x="2729" y="46439"/>
                    <a:pt x="2717" y="46438"/>
                    <a:pt x="2708" y="46438"/>
                  </a:cubicBezTo>
                  <a:close/>
                  <a:moveTo>
                    <a:pt x="1414" y="47243"/>
                  </a:moveTo>
                  <a:cubicBezTo>
                    <a:pt x="1417" y="47243"/>
                    <a:pt x="1420" y="47243"/>
                    <a:pt x="1423" y="47244"/>
                  </a:cubicBezTo>
                  <a:cubicBezTo>
                    <a:pt x="1423" y="47244"/>
                    <a:pt x="1480" y="47252"/>
                    <a:pt x="1472" y="47333"/>
                  </a:cubicBezTo>
                  <a:cubicBezTo>
                    <a:pt x="1456" y="47390"/>
                    <a:pt x="1431" y="47438"/>
                    <a:pt x="1391" y="47479"/>
                  </a:cubicBezTo>
                  <a:cubicBezTo>
                    <a:pt x="1326" y="47471"/>
                    <a:pt x="1342" y="47390"/>
                    <a:pt x="1342" y="47390"/>
                  </a:cubicBezTo>
                  <a:cubicBezTo>
                    <a:pt x="1350" y="47320"/>
                    <a:pt x="1358" y="47243"/>
                    <a:pt x="1414" y="47243"/>
                  </a:cubicBezTo>
                  <a:close/>
                  <a:moveTo>
                    <a:pt x="981" y="47754"/>
                  </a:moveTo>
                  <a:cubicBezTo>
                    <a:pt x="968" y="47754"/>
                    <a:pt x="926" y="47760"/>
                    <a:pt x="912" y="47827"/>
                  </a:cubicBezTo>
                  <a:lnTo>
                    <a:pt x="904" y="47909"/>
                  </a:lnTo>
                  <a:cubicBezTo>
                    <a:pt x="907" y="47909"/>
                    <a:pt x="910" y="47909"/>
                    <a:pt x="913" y="47909"/>
                  </a:cubicBezTo>
                  <a:cubicBezTo>
                    <a:pt x="969" y="47909"/>
                    <a:pt x="1034" y="47844"/>
                    <a:pt x="1034" y="47844"/>
                  </a:cubicBezTo>
                  <a:cubicBezTo>
                    <a:pt x="1050" y="47763"/>
                    <a:pt x="985" y="47754"/>
                    <a:pt x="985" y="47754"/>
                  </a:cubicBezTo>
                  <a:cubicBezTo>
                    <a:pt x="985" y="47754"/>
                    <a:pt x="984" y="47754"/>
                    <a:pt x="981" y="47754"/>
                  </a:cubicBezTo>
                  <a:close/>
                  <a:moveTo>
                    <a:pt x="1018" y="48667"/>
                  </a:moveTo>
                  <a:cubicBezTo>
                    <a:pt x="1026" y="48667"/>
                    <a:pt x="1037" y="48669"/>
                    <a:pt x="1050" y="48671"/>
                  </a:cubicBezTo>
                  <a:lnTo>
                    <a:pt x="1042" y="48752"/>
                  </a:lnTo>
                  <a:lnTo>
                    <a:pt x="977" y="48825"/>
                  </a:lnTo>
                  <a:lnTo>
                    <a:pt x="985" y="48744"/>
                  </a:lnTo>
                  <a:cubicBezTo>
                    <a:pt x="992" y="48682"/>
                    <a:pt x="993" y="48667"/>
                    <a:pt x="1018" y="48667"/>
                  </a:cubicBezTo>
                  <a:close/>
                  <a:moveTo>
                    <a:pt x="946" y="49362"/>
                  </a:moveTo>
                  <a:cubicBezTo>
                    <a:pt x="971" y="49362"/>
                    <a:pt x="1004" y="49376"/>
                    <a:pt x="1042" y="49408"/>
                  </a:cubicBezTo>
                  <a:lnTo>
                    <a:pt x="1026" y="49571"/>
                  </a:lnTo>
                  <a:cubicBezTo>
                    <a:pt x="961" y="49562"/>
                    <a:pt x="904" y="49554"/>
                    <a:pt x="912" y="49473"/>
                  </a:cubicBezTo>
                  <a:cubicBezTo>
                    <a:pt x="880" y="49414"/>
                    <a:pt x="898" y="49362"/>
                    <a:pt x="946" y="49362"/>
                  </a:cubicBezTo>
                  <a:close/>
                  <a:moveTo>
                    <a:pt x="1277" y="50081"/>
                  </a:moveTo>
                  <a:cubicBezTo>
                    <a:pt x="1269" y="50159"/>
                    <a:pt x="1314" y="50244"/>
                    <a:pt x="1268" y="50244"/>
                  </a:cubicBezTo>
                  <a:cubicBezTo>
                    <a:pt x="1266" y="50244"/>
                    <a:pt x="1263" y="50244"/>
                    <a:pt x="1261" y="50244"/>
                  </a:cubicBezTo>
                  <a:cubicBezTo>
                    <a:pt x="1259" y="50259"/>
                    <a:pt x="1256" y="50266"/>
                    <a:pt x="1253" y="50266"/>
                  </a:cubicBezTo>
                  <a:cubicBezTo>
                    <a:pt x="1236" y="50266"/>
                    <a:pt x="1206" y="50147"/>
                    <a:pt x="1212" y="50081"/>
                  </a:cubicBezTo>
                  <a:close/>
                  <a:moveTo>
                    <a:pt x="556" y="50665"/>
                  </a:moveTo>
                  <a:lnTo>
                    <a:pt x="612" y="50673"/>
                  </a:lnTo>
                  <a:cubicBezTo>
                    <a:pt x="677" y="50673"/>
                    <a:pt x="612" y="50673"/>
                    <a:pt x="556" y="50665"/>
                  </a:cubicBezTo>
                  <a:close/>
                  <a:moveTo>
                    <a:pt x="872" y="51679"/>
                  </a:moveTo>
                  <a:cubicBezTo>
                    <a:pt x="937" y="51687"/>
                    <a:pt x="993" y="51687"/>
                    <a:pt x="985" y="51768"/>
                  </a:cubicBezTo>
                  <a:lnTo>
                    <a:pt x="977" y="51849"/>
                  </a:lnTo>
                  <a:cubicBezTo>
                    <a:pt x="921" y="51849"/>
                    <a:pt x="864" y="51760"/>
                    <a:pt x="864" y="51760"/>
                  </a:cubicBezTo>
                  <a:lnTo>
                    <a:pt x="872" y="51679"/>
                  </a:lnTo>
                  <a:close/>
                  <a:moveTo>
                    <a:pt x="546" y="52251"/>
                  </a:moveTo>
                  <a:cubicBezTo>
                    <a:pt x="558" y="52251"/>
                    <a:pt x="584" y="52273"/>
                    <a:pt x="629" y="52311"/>
                  </a:cubicBezTo>
                  <a:lnTo>
                    <a:pt x="734" y="52481"/>
                  </a:lnTo>
                  <a:cubicBezTo>
                    <a:pt x="732" y="52505"/>
                    <a:pt x="726" y="52514"/>
                    <a:pt x="716" y="52514"/>
                  </a:cubicBezTo>
                  <a:cubicBezTo>
                    <a:pt x="693" y="52514"/>
                    <a:pt x="645" y="52453"/>
                    <a:pt x="564" y="52384"/>
                  </a:cubicBezTo>
                  <a:cubicBezTo>
                    <a:pt x="540" y="52291"/>
                    <a:pt x="531" y="52251"/>
                    <a:pt x="546" y="52251"/>
                  </a:cubicBezTo>
                  <a:close/>
                  <a:moveTo>
                    <a:pt x="641" y="54108"/>
                  </a:moveTo>
                  <a:cubicBezTo>
                    <a:pt x="655" y="54108"/>
                    <a:pt x="672" y="54109"/>
                    <a:pt x="693" y="54111"/>
                  </a:cubicBezTo>
                  <a:cubicBezTo>
                    <a:pt x="750" y="54119"/>
                    <a:pt x="807" y="54119"/>
                    <a:pt x="864" y="54289"/>
                  </a:cubicBezTo>
                  <a:lnTo>
                    <a:pt x="848" y="54451"/>
                  </a:lnTo>
                  <a:lnTo>
                    <a:pt x="742" y="54281"/>
                  </a:lnTo>
                  <a:cubicBezTo>
                    <a:pt x="602" y="54134"/>
                    <a:pt x="577" y="54108"/>
                    <a:pt x="641" y="54108"/>
                  </a:cubicBezTo>
                  <a:close/>
                  <a:moveTo>
                    <a:pt x="548" y="54508"/>
                  </a:moveTo>
                  <a:lnTo>
                    <a:pt x="604" y="54597"/>
                  </a:lnTo>
                  <a:lnTo>
                    <a:pt x="539" y="54670"/>
                  </a:lnTo>
                  <a:cubicBezTo>
                    <a:pt x="475" y="54670"/>
                    <a:pt x="483" y="54589"/>
                    <a:pt x="491" y="54508"/>
                  </a:cubicBezTo>
                  <a:close/>
                  <a:moveTo>
                    <a:pt x="807" y="57776"/>
                  </a:moveTo>
                  <a:cubicBezTo>
                    <a:pt x="742" y="57776"/>
                    <a:pt x="742" y="57857"/>
                    <a:pt x="742" y="57938"/>
                  </a:cubicBezTo>
                  <a:cubicBezTo>
                    <a:pt x="677" y="58100"/>
                    <a:pt x="734" y="58181"/>
                    <a:pt x="799" y="58181"/>
                  </a:cubicBezTo>
                  <a:cubicBezTo>
                    <a:pt x="801" y="58181"/>
                    <a:pt x="804" y="58182"/>
                    <a:pt x="806" y="58182"/>
                  </a:cubicBezTo>
                  <a:cubicBezTo>
                    <a:pt x="856" y="58182"/>
                    <a:pt x="856" y="58101"/>
                    <a:pt x="864" y="57946"/>
                  </a:cubicBezTo>
                  <a:cubicBezTo>
                    <a:pt x="856" y="57881"/>
                    <a:pt x="839" y="57824"/>
                    <a:pt x="807" y="57776"/>
                  </a:cubicBezTo>
                  <a:close/>
                  <a:moveTo>
                    <a:pt x="641" y="58371"/>
                  </a:moveTo>
                  <a:cubicBezTo>
                    <a:pt x="665" y="58371"/>
                    <a:pt x="701" y="58410"/>
                    <a:pt x="734" y="58505"/>
                  </a:cubicBezTo>
                  <a:lnTo>
                    <a:pt x="726" y="58667"/>
                  </a:lnTo>
                  <a:cubicBezTo>
                    <a:pt x="669" y="58667"/>
                    <a:pt x="612" y="58505"/>
                    <a:pt x="612" y="58424"/>
                  </a:cubicBezTo>
                  <a:cubicBezTo>
                    <a:pt x="612" y="58391"/>
                    <a:pt x="624" y="58371"/>
                    <a:pt x="641" y="58371"/>
                  </a:cubicBezTo>
                  <a:close/>
                  <a:moveTo>
                    <a:pt x="175" y="62819"/>
                  </a:moveTo>
                  <a:cubicBezTo>
                    <a:pt x="110" y="62819"/>
                    <a:pt x="110" y="62819"/>
                    <a:pt x="118" y="62900"/>
                  </a:cubicBezTo>
                  <a:lnTo>
                    <a:pt x="118" y="62981"/>
                  </a:lnTo>
                  <a:lnTo>
                    <a:pt x="175" y="62900"/>
                  </a:lnTo>
                  <a:lnTo>
                    <a:pt x="175" y="62819"/>
                  </a:lnTo>
                  <a:close/>
                  <a:moveTo>
                    <a:pt x="475" y="62973"/>
                  </a:moveTo>
                  <a:lnTo>
                    <a:pt x="475" y="63054"/>
                  </a:lnTo>
                  <a:cubicBezTo>
                    <a:pt x="437" y="63054"/>
                    <a:pt x="453" y="63090"/>
                    <a:pt x="485" y="63090"/>
                  </a:cubicBezTo>
                  <a:cubicBezTo>
                    <a:pt x="501" y="63090"/>
                    <a:pt x="521" y="63081"/>
                    <a:pt x="539" y="63054"/>
                  </a:cubicBezTo>
                  <a:lnTo>
                    <a:pt x="661" y="63054"/>
                  </a:lnTo>
                  <a:cubicBezTo>
                    <a:pt x="661" y="63135"/>
                    <a:pt x="604" y="63216"/>
                    <a:pt x="539" y="63216"/>
                  </a:cubicBezTo>
                  <a:cubicBezTo>
                    <a:pt x="492" y="63249"/>
                    <a:pt x="465" y="63269"/>
                    <a:pt x="448" y="63269"/>
                  </a:cubicBezTo>
                  <a:cubicBezTo>
                    <a:pt x="425" y="63269"/>
                    <a:pt x="423" y="63230"/>
                    <a:pt x="418" y="63135"/>
                  </a:cubicBezTo>
                  <a:cubicBezTo>
                    <a:pt x="418" y="63054"/>
                    <a:pt x="418" y="62973"/>
                    <a:pt x="475" y="62973"/>
                  </a:cubicBezTo>
                  <a:close/>
                  <a:moveTo>
                    <a:pt x="499" y="63954"/>
                  </a:moveTo>
                  <a:cubicBezTo>
                    <a:pt x="531" y="63994"/>
                    <a:pt x="556" y="64051"/>
                    <a:pt x="564" y="64116"/>
                  </a:cubicBezTo>
                  <a:lnTo>
                    <a:pt x="499" y="64197"/>
                  </a:lnTo>
                  <a:cubicBezTo>
                    <a:pt x="442" y="64197"/>
                    <a:pt x="442" y="64116"/>
                    <a:pt x="442" y="64035"/>
                  </a:cubicBezTo>
                  <a:cubicBezTo>
                    <a:pt x="434" y="63954"/>
                    <a:pt x="434" y="63954"/>
                    <a:pt x="499" y="63954"/>
                  </a:cubicBezTo>
                  <a:close/>
                  <a:moveTo>
                    <a:pt x="1342" y="64173"/>
                  </a:moveTo>
                  <a:lnTo>
                    <a:pt x="1342" y="64254"/>
                  </a:lnTo>
                  <a:cubicBezTo>
                    <a:pt x="1342" y="64254"/>
                    <a:pt x="1407" y="64335"/>
                    <a:pt x="1464" y="64335"/>
                  </a:cubicBezTo>
                  <a:lnTo>
                    <a:pt x="1464" y="64254"/>
                  </a:lnTo>
                  <a:cubicBezTo>
                    <a:pt x="1456" y="64173"/>
                    <a:pt x="1399" y="64173"/>
                    <a:pt x="1342" y="64173"/>
                  </a:cubicBezTo>
                  <a:close/>
                  <a:moveTo>
                    <a:pt x="18535" y="0"/>
                  </a:moveTo>
                  <a:cubicBezTo>
                    <a:pt x="18497" y="0"/>
                    <a:pt x="18454" y="18"/>
                    <a:pt x="18393" y="65"/>
                  </a:cubicBezTo>
                  <a:cubicBezTo>
                    <a:pt x="18166" y="308"/>
                    <a:pt x="17979" y="478"/>
                    <a:pt x="18077" y="543"/>
                  </a:cubicBezTo>
                  <a:cubicBezTo>
                    <a:pt x="18085" y="608"/>
                    <a:pt x="18068" y="665"/>
                    <a:pt x="18044" y="713"/>
                  </a:cubicBezTo>
                  <a:cubicBezTo>
                    <a:pt x="18004" y="762"/>
                    <a:pt x="17955" y="803"/>
                    <a:pt x="17906" y="819"/>
                  </a:cubicBezTo>
                  <a:cubicBezTo>
                    <a:pt x="17903" y="817"/>
                    <a:pt x="17900" y="816"/>
                    <a:pt x="17896" y="816"/>
                  </a:cubicBezTo>
                  <a:cubicBezTo>
                    <a:pt x="17831" y="816"/>
                    <a:pt x="17667" y="1080"/>
                    <a:pt x="17452" y="1403"/>
                  </a:cubicBezTo>
                  <a:cubicBezTo>
                    <a:pt x="17185" y="1816"/>
                    <a:pt x="17055" y="2019"/>
                    <a:pt x="16958" y="2059"/>
                  </a:cubicBezTo>
                  <a:cubicBezTo>
                    <a:pt x="16901" y="2076"/>
                    <a:pt x="16860" y="2116"/>
                    <a:pt x="16820" y="2165"/>
                  </a:cubicBezTo>
                  <a:cubicBezTo>
                    <a:pt x="16868" y="2197"/>
                    <a:pt x="16609" y="2611"/>
                    <a:pt x="16293" y="3089"/>
                  </a:cubicBezTo>
                  <a:cubicBezTo>
                    <a:pt x="15977" y="3559"/>
                    <a:pt x="15701" y="4062"/>
                    <a:pt x="15750" y="4094"/>
                  </a:cubicBezTo>
                  <a:lnTo>
                    <a:pt x="15660" y="4232"/>
                  </a:lnTo>
                  <a:cubicBezTo>
                    <a:pt x="15656" y="4229"/>
                    <a:pt x="15651" y="4228"/>
                    <a:pt x="15646" y="4228"/>
                  </a:cubicBezTo>
                  <a:cubicBezTo>
                    <a:pt x="15596" y="4228"/>
                    <a:pt x="15523" y="4359"/>
                    <a:pt x="15450" y="4484"/>
                  </a:cubicBezTo>
                  <a:cubicBezTo>
                    <a:pt x="15425" y="4597"/>
                    <a:pt x="15385" y="4702"/>
                    <a:pt x="15328" y="4800"/>
                  </a:cubicBezTo>
                  <a:cubicBezTo>
                    <a:pt x="15320" y="4795"/>
                    <a:pt x="15313" y="4792"/>
                    <a:pt x="15305" y="4792"/>
                  </a:cubicBezTo>
                  <a:cubicBezTo>
                    <a:pt x="15265" y="4792"/>
                    <a:pt x="15226" y="4862"/>
                    <a:pt x="15158" y="4978"/>
                  </a:cubicBezTo>
                  <a:cubicBezTo>
                    <a:pt x="15077" y="5116"/>
                    <a:pt x="15028" y="5189"/>
                    <a:pt x="15085" y="5221"/>
                  </a:cubicBezTo>
                  <a:cubicBezTo>
                    <a:pt x="15044" y="5286"/>
                    <a:pt x="14752" y="5781"/>
                    <a:pt x="14574" y="5959"/>
                  </a:cubicBezTo>
                  <a:cubicBezTo>
                    <a:pt x="14485" y="6000"/>
                    <a:pt x="14493" y="6105"/>
                    <a:pt x="14501" y="6202"/>
                  </a:cubicBezTo>
                  <a:cubicBezTo>
                    <a:pt x="14558" y="6259"/>
                    <a:pt x="14566" y="6340"/>
                    <a:pt x="14525" y="6405"/>
                  </a:cubicBezTo>
                  <a:lnTo>
                    <a:pt x="14420" y="6348"/>
                  </a:lnTo>
                  <a:cubicBezTo>
                    <a:pt x="14416" y="6300"/>
                    <a:pt x="14414" y="6274"/>
                    <a:pt x="14404" y="6274"/>
                  </a:cubicBezTo>
                  <a:cubicBezTo>
                    <a:pt x="14393" y="6274"/>
                    <a:pt x="14371" y="6310"/>
                    <a:pt x="14323" y="6389"/>
                  </a:cubicBezTo>
                  <a:lnTo>
                    <a:pt x="14242" y="6527"/>
                  </a:lnTo>
                  <a:cubicBezTo>
                    <a:pt x="14298" y="6559"/>
                    <a:pt x="14079" y="6908"/>
                    <a:pt x="13804" y="7402"/>
                  </a:cubicBezTo>
                  <a:cubicBezTo>
                    <a:pt x="13455" y="8051"/>
                    <a:pt x="13334" y="8270"/>
                    <a:pt x="13390" y="8294"/>
                  </a:cubicBezTo>
                  <a:cubicBezTo>
                    <a:pt x="13439" y="8327"/>
                    <a:pt x="13406" y="8400"/>
                    <a:pt x="13236" y="8586"/>
                  </a:cubicBezTo>
                  <a:cubicBezTo>
                    <a:pt x="12847" y="8927"/>
                    <a:pt x="12847" y="8927"/>
                    <a:pt x="12863" y="9032"/>
                  </a:cubicBezTo>
                  <a:cubicBezTo>
                    <a:pt x="12879" y="8997"/>
                    <a:pt x="12900" y="8984"/>
                    <a:pt x="12923" y="8984"/>
                  </a:cubicBezTo>
                  <a:cubicBezTo>
                    <a:pt x="12948" y="8984"/>
                    <a:pt x="12976" y="8999"/>
                    <a:pt x="13001" y="9016"/>
                  </a:cubicBezTo>
                  <a:cubicBezTo>
                    <a:pt x="13106" y="9072"/>
                    <a:pt x="13066" y="9145"/>
                    <a:pt x="12928" y="9162"/>
                  </a:cubicBezTo>
                  <a:cubicBezTo>
                    <a:pt x="12925" y="9160"/>
                    <a:pt x="12923" y="9160"/>
                    <a:pt x="12919" y="9160"/>
                  </a:cubicBezTo>
                  <a:cubicBezTo>
                    <a:pt x="12797" y="9160"/>
                    <a:pt x="12297" y="10211"/>
                    <a:pt x="12361" y="10337"/>
                  </a:cubicBezTo>
                  <a:lnTo>
                    <a:pt x="12312" y="10313"/>
                  </a:lnTo>
                  <a:cubicBezTo>
                    <a:pt x="12304" y="10308"/>
                    <a:pt x="12296" y="10306"/>
                    <a:pt x="12288" y="10306"/>
                  </a:cubicBezTo>
                  <a:cubicBezTo>
                    <a:pt x="12241" y="10306"/>
                    <a:pt x="12193" y="10395"/>
                    <a:pt x="12061" y="10645"/>
                  </a:cubicBezTo>
                  <a:lnTo>
                    <a:pt x="11947" y="10856"/>
                  </a:lnTo>
                  <a:cubicBezTo>
                    <a:pt x="12049" y="10911"/>
                    <a:pt x="11785" y="11295"/>
                    <a:pt x="11725" y="11295"/>
                  </a:cubicBezTo>
                  <a:cubicBezTo>
                    <a:pt x="11723" y="11295"/>
                    <a:pt x="11721" y="11295"/>
                    <a:pt x="11720" y="11294"/>
                  </a:cubicBezTo>
                  <a:cubicBezTo>
                    <a:pt x="11631" y="11343"/>
                    <a:pt x="11631" y="11343"/>
                    <a:pt x="11558" y="11489"/>
                  </a:cubicBezTo>
                  <a:cubicBezTo>
                    <a:pt x="11558" y="11752"/>
                    <a:pt x="11351" y="12075"/>
                    <a:pt x="11283" y="12075"/>
                  </a:cubicBezTo>
                  <a:cubicBezTo>
                    <a:pt x="11280" y="12075"/>
                    <a:pt x="11277" y="12074"/>
                    <a:pt x="11274" y="12072"/>
                  </a:cubicBezTo>
                  <a:lnTo>
                    <a:pt x="11201" y="12218"/>
                  </a:lnTo>
                  <a:cubicBezTo>
                    <a:pt x="11201" y="12332"/>
                    <a:pt x="11169" y="12445"/>
                    <a:pt x="11112" y="12543"/>
                  </a:cubicBezTo>
                  <a:cubicBezTo>
                    <a:pt x="11027" y="12719"/>
                    <a:pt x="10990" y="12800"/>
                    <a:pt x="11025" y="12800"/>
                  </a:cubicBezTo>
                  <a:cubicBezTo>
                    <a:pt x="11033" y="12800"/>
                    <a:pt x="11046" y="12795"/>
                    <a:pt x="11063" y="12786"/>
                  </a:cubicBezTo>
                  <a:cubicBezTo>
                    <a:pt x="11112" y="12818"/>
                    <a:pt x="11169" y="12843"/>
                    <a:pt x="11128" y="12916"/>
                  </a:cubicBezTo>
                  <a:lnTo>
                    <a:pt x="11080" y="12891"/>
                  </a:lnTo>
                  <a:cubicBezTo>
                    <a:pt x="11076" y="12889"/>
                    <a:pt x="11072" y="12888"/>
                    <a:pt x="11068" y="12888"/>
                  </a:cubicBezTo>
                  <a:cubicBezTo>
                    <a:pt x="11009" y="12888"/>
                    <a:pt x="10908" y="13105"/>
                    <a:pt x="10771" y="13378"/>
                  </a:cubicBezTo>
                  <a:cubicBezTo>
                    <a:pt x="10593" y="13743"/>
                    <a:pt x="10520" y="13888"/>
                    <a:pt x="10431" y="13937"/>
                  </a:cubicBezTo>
                  <a:lnTo>
                    <a:pt x="10455" y="14034"/>
                  </a:lnTo>
                  <a:cubicBezTo>
                    <a:pt x="10469" y="14123"/>
                    <a:pt x="10443" y="14188"/>
                    <a:pt x="10405" y="14188"/>
                  </a:cubicBezTo>
                  <a:cubicBezTo>
                    <a:pt x="10398" y="14188"/>
                    <a:pt x="10390" y="14186"/>
                    <a:pt x="10382" y="14180"/>
                  </a:cubicBezTo>
                  <a:cubicBezTo>
                    <a:pt x="10293" y="14229"/>
                    <a:pt x="10147" y="14529"/>
                    <a:pt x="10131" y="14699"/>
                  </a:cubicBezTo>
                  <a:cubicBezTo>
                    <a:pt x="10099" y="14772"/>
                    <a:pt x="10058" y="14845"/>
                    <a:pt x="10058" y="14845"/>
                  </a:cubicBezTo>
                  <a:cubicBezTo>
                    <a:pt x="9904" y="14894"/>
                    <a:pt x="9823" y="15064"/>
                    <a:pt x="9888" y="15218"/>
                  </a:cubicBezTo>
                  <a:cubicBezTo>
                    <a:pt x="9880" y="15215"/>
                    <a:pt x="9873" y="15213"/>
                    <a:pt x="9866" y="15213"/>
                  </a:cubicBezTo>
                  <a:cubicBezTo>
                    <a:pt x="9822" y="15213"/>
                    <a:pt x="9794" y="15277"/>
                    <a:pt x="9766" y="15340"/>
                  </a:cubicBezTo>
                  <a:cubicBezTo>
                    <a:pt x="9758" y="15511"/>
                    <a:pt x="9638" y="15787"/>
                    <a:pt x="9579" y="15787"/>
                  </a:cubicBezTo>
                  <a:cubicBezTo>
                    <a:pt x="9576" y="15787"/>
                    <a:pt x="9574" y="15787"/>
                    <a:pt x="9571" y="15786"/>
                  </a:cubicBezTo>
                  <a:lnTo>
                    <a:pt x="9539" y="15867"/>
                  </a:lnTo>
                  <a:cubicBezTo>
                    <a:pt x="9555" y="15948"/>
                    <a:pt x="9539" y="16037"/>
                    <a:pt x="9499" y="16110"/>
                  </a:cubicBezTo>
                  <a:cubicBezTo>
                    <a:pt x="9450" y="16191"/>
                    <a:pt x="9434" y="16280"/>
                    <a:pt x="9450" y="16361"/>
                  </a:cubicBezTo>
                  <a:cubicBezTo>
                    <a:pt x="9466" y="16418"/>
                    <a:pt x="9458" y="16483"/>
                    <a:pt x="9442" y="16540"/>
                  </a:cubicBezTo>
                  <a:cubicBezTo>
                    <a:pt x="9434" y="16557"/>
                    <a:pt x="9427" y="16565"/>
                    <a:pt x="9420" y="16565"/>
                  </a:cubicBezTo>
                  <a:cubicBezTo>
                    <a:pt x="9398" y="16565"/>
                    <a:pt x="9379" y="16490"/>
                    <a:pt x="9361" y="16410"/>
                  </a:cubicBezTo>
                  <a:cubicBezTo>
                    <a:pt x="9365" y="16369"/>
                    <a:pt x="9362" y="16351"/>
                    <a:pt x="9356" y="16351"/>
                  </a:cubicBezTo>
                  <a:cubicBezTo>
                    <a:pt x="9336" y="16351"/>
                    <a:pt x="9282" y="16531"/>
                    <a:pt x="9288" y="16734"/>
                  </a:cubicBezTo>
                  <a:cubicBezTo>
                    <a:pt x="9292" y="16883"/>
                    <a:pt x="9294" y="16951"/>
                    <a:pt x="9289" y="16951"/>
                  </a:cubicBezTo>
                  <a:cubicBezTo>
                    <a:pt x="9284" y="16951"/>
                    <a:pt x="9274" y="16901"/>
                    <a:pt x="9255" y="16807"/>
                  </a:cubicBezTo>
                  <a:cubicBezTo>
                    <a:pt x="9241" y="16749"/>
                    <a:pt x="9226" y="16690"/>
                    <a:pt x="9215" y="16690"/>
                  </a:cubicBezTo>
                  <a:cubicBezTo>
                    <a:pt x="9208" y="16690"/>
                    <a:pt x="9202" y="16715"/>
                    <a:pt x="9199" y="16783"/>
                  </a:cubicBezTo>
                  <a:cubicBezTo>
                    <a:pt x="9199" y="16783"/>
                    <a:pt x="9134" y="16937"/>
                    <a:pt x="9190" y="16961"/>
                  </a:cubicBezTo>
                  <a:lnTo>
                    <a:pt x="9093" y="17188"/>
                  </a:lnTo>
                  <a:cubicBezTo>
                    <a:pt x="9012" y="17261"/>
                    <a:pt x="8947" y="17359"/>
                    <a:pt x="8907" y="17456"/>
                  </a:cubicBezTo>
                  <a:cubicBezTo>
                    <a:pt x="8923" y="17561"/>
                    <a:pt x="8923" y="17561"/>
                    <a:pt x="8842" y="17610"/>
                  </a:cubicBezTo>
                  <a:cubicBezTo>
                    <a:pt x="8834" y="17607"/>
                    <a:pt x="8827" y="17605"/>
                    <a:pt x="8820" y="17605"/>
                  </a:cubicBezTo>
                  <a:cubicBezTo>
                    <a:pt x="8779" y="17605"/>
                    <a:pt x="8767" y="17665"/>
                    <a:pt x="8858" y="17707"/>
                  </a:cubicBezTo>
                  <a:cubicBezTo>
                    <a:pt x="8890" y="17796"/>
                    <a:pt x="8842" y="17894"/>
                    <a:pt x="8761" y="17934"/>
                  </a:cubicBezTo>
                  <a:cubicBezTo>
                    <a:pt x="8735" y="17923"/>
                    <a:pt x="8714" y="17918"/>
                    <a:pt x="8697" y="17918"/>
                  </a:cubicBezTo>
                  <a:cubicBezTo>
                    <a:pt x="8644" y="17918"/>
                    <a:pt x="8635" y="17964"/>
                    <a:pt x="8672" y="17983"/>
                  </a:cubicBezTo>
                  <a:cubicBezTo>
                    <a:pt x="8688" y="18040"/>
                    <a:pt x="8688" y="18105"/>
                    <a:pt x="8663" y="18153"/>
                  </a:cubicBezTo>
                  <a:cubicBezTo>
                    <a:pt x="8663" y="18153"/>
                    <a:pt x="8662" y="18153"/>
                    <a:pt x="8662" y="18153"/>
                  </a:cubicBezTo>
                  <a:cubicBezTo>
                    <a:pt x="8607" y="18153"/>
                    <a:pt x="8287" y="18810"/>
                    <a:pt x="8039" y="19483"/>
                  </a:cubicBezTo>
                  <a:cubicBezTo>
                    <a:pt x="8007" y="19556"/>
                    <a:pt x="8023" y="19637"/>
                    <a:pt x="8088" y="19686"/>
                  </a:cubicBezTo>
                  <a:cubicBezTo>
                    <a:pt x="8201" y="19734"/>
                    <a:pt x="8145" y="19710"/>
                    <a:pt x="8055" y="19758"/>
                  </a:cubicBezTo>
                  <a:cubicBezTo>
                    <a:pt x="7866" y="19766"/>
                    <a:pt x="7807" y="19913"/>
                    <a:pt x="7984" y="19913"/>
                  </a:cubicBezTo>
                  <a:cubicBezTo>
                    <a:pt x="7989" y="19913"/>
                    <a:pt x="7994" y="19913"/>
                    <a:pt x="7999" y="19913"/>
                  </a:cubicBezTo>
                  <a:cubicBezTo>
                    <a:pt x="8048" y="19901"/>
                    <a:pt x="8079" y="19894"/>
                    <a:pt x="8092" y="19894"/>
                  </a:cubicBezTo>
                  <a:cubicBezTo>
                    <a:pt x="8115" y="19894"/>
                    <a:pt x="8076" y="19918"/>
                    <a:pt x="7966" y="19985"/>
                  </a:cubicBezTo>
                  <a:cubicBezTo>
                    <a:pt x="7885" y="20042"/>
                    <a:pt x="7885" y="20042"/>
                    <a:pt x="7909" y="20140"/>
                  </a:cubicBezTo>
                  <a:cubicBezTo>
                    <a:pt x="7951" y="20160"/>
                    <a:pt x="7939" y="20217"/>
                    <a:pt x="7899" y="20217"/>
                  </a:cubicBezTo>
                  <a:cubicBezTo>
                    <a:pt x="7892" y="20217"/>
                    <a:pt x="7885" y="20216"/>
                    <a:pt x="7877" y="20213"/>
                  </a:cubicBezTo>
                  <a:cubicBezTo>
                    <a:pt x="7796" y="20269"/>
                    <a:pt x="7707" y="20326"/>
                    <a:pt x="7763" y="20342"/>
                  </a:cubicBezTo>
                  <a:cubicBezTo>
                    <a:pt x="7739" y="20399"/>
                    <a:pt x="7699" y="20448"/>
                    <a:pt x="7650" y="20472"/>
                  </a:cubicBezTo>
                  <a:cubicBezTo>
                    <a:pt x="7561" y="20529"/>
                    <a:pt x="7593" y="20626"/>
                    <a:pt x="7618" y="20723"/>
                  </a:cubicBezTo>
                  <a:cubicBezTo>
                    <a:pt x="7629" y="20913"/>
                    <a:pt x="7621" y="21007"/>
                    <a:pt x="7588" y="21007"/>
                  </a:cubicBezTo>
                  <a:cubicBezTo>
                    <a:pt x="7573" y="21007"/>
                    <a:pt x="7554" y="20988"/>
                    <a:pt x="7528" y="20950"/>
                  </a:cubicBezTo>
                  <a:cubicBezTo>
                    <a:pt x="7518" y="20936"/>
                    <a:pt x="7508" y="20930"/>
                    <a:pt x="7498" y="20930"/>
                  </a:cubicBezTo>
                  <a:cubicBezTo>
                    <a:pt x="7426" y="20930"/>
                    <a:pt x="7360" y="21249"/>
                    <a:pt x="7431" y="21356"/>
                  </a:cubicBezTo>
                  <a:cubicBezTo>
                    <a:pt x="7487" y="21440"/>
                    <a:pt x="7504" y="21466"/>
                    <a:pt x="7491" y="21466"/>
                  </a:cubicBezTo>
                  <a:cubicBezTo>
                    <a:pt x="7485" y="21466"/>
                    <a:pt x="7473" y="21461"/>
                    <a:pt x="7455" y="21453"/>
                  </a:cubicBezTo>
                  <a:cubicBezTo>
                    <a:pt x="7449" y="21450"/>
                    <a:pt x="7443" y="21448"/>
                    <a:pt x="7437" y="21448"/>
                  </a:cubicBezTo>
                  <a:cubicBezTo>
                    <a:pt x="7399" y="21448"/>
                    <a:pt x="7374" y="21510"/>
                    <a:pt x="7374" y="21510"/>
                  </a:cubicBezTo>
                  <a:cubicBezTo>
                    <a:pt x="7346" y="21574"/>
                    <a:pt x="7317" y="21644"/>
                    <a:pt x="7278" y="21644"/>
                  </a:cubicBezTo>
                  <a:cubicBezTo>
                    <a:pt x="7273" y="21644"/>
                    <a:pt x="7267" y="21642"/>
                    <a:pt x="7261" y="21639"/>
                  </a:cubicBezTo>
                  <a:cubicBezTo>
                    <a:pt x="7236" y="21721"/>
                    <a:pt x="7220" y="21802"/>
                    <a:pt x="7220" y="21891"/>
                  </a:cubicBezTo>
                  <a:cubicBezTo>
                    <a:pt x="7269" y="22069"/>
                    <a:pt x="7163" y="22256"/>
                    <a:pt x="6985" y="22321"/>
                  </a:cubicBezTo>
                  <a:lnTo>
                    <a:pt x="6985" y="22499"/>
                  </a:lnTo>
                  <a:cubicBezTo>
                    <a:pt x="7053" y="22594"/>
                    <a:pt x="7081" y="22679"/>
                    <a:pt x="7026" y="22679"/>
                  </a:cubicBezTo>
                  <a:cubicBezTo>
                    <a:pt x="7015" y="22679"/>
                    <a:pt x="7002" y="22676"/>
                    <a:pt x="6985" y="22669"/>
                  </a:cubicBezTo>
                  <a:cubicBezTo>
                    <a:pt x="6965" y="22661"/>
                    <a:pt x="6945" y="22653"/>
                    <a:pt x="6930" y="22648"/>
                  </a:cubicBezTo>
                  <a:lnTo>
                    <a:pt x="6930" y="22648"/>
                  </a:lnTo>
                  <a:cubicBezTo>
                    <a:pt x="7002" y="22762"/>
                    <a:pt x="6853" y="23014"/>
                    <a:pt x="6741" y="23014"/>
                  </a:cubicBezTo>
                  <a:cubicBezTo>
                    <a:pt x="6733" y="23014"/>
                    <a:pt x="6725" y="23012"/>
                    <a:pt x="6718" y="23010"/>
                  </a:cubicBezTo>
                  <a:cubicBezTo>
                    <a:pt x="6700" y="23001"/>
                    <a:pt x="6687" y="22995"/>
                    <a:pt x="6678" y="22995"/>
                  </a:cubicBezTo>
                  <a:cubicBezTo>
                    <a:pt x="6661" y="22995"/>
                    <a:pt x="6652" y="23012"/>
                    <a:pt x="6636" y="23058"/>
                  </a:cubicBezTo>
                  <a:lnTo>
                    <a:pt x="6693" y="23083"/>
                  </a:lnTo>
                  <a:cubicBezTo>
                    <a:pt x="6750" y="23107"/>
                    <a:pt x="6807" y="23123"/>
                    <a:pt x="6774" y="23204"/>
                  </a:cubicBezTo>
                  <a:cubicBezTo>
                    <a:pt x="6753" y="23268"/>
                    <a:pt x="6732" y="23338"/>
                    <a:pt x="6689" y="23338"/>
                  </a:cubicBezTo>
                  <a:cubicBezTo>
                    <a:pt x="6682" y="23338"/>
                    <a:pt x="6676" y="23337"/>
                    <a:pt x="6669" y="23334"/>
                  </a:cubicBezTo>
                  <a:cubicBezTo>
                    <a:pt x="6588" y="23391"/>
                    <a:pt x="6499" y="23447"/>
                    <a:pt x="6555" y="23472"/>
                  </a:cubicBezTo>
                  <a:cubicBezTo>
                    <a:pt x="6531" y="23520"/>
                    <a:pt x="6499" y="23569"/>
                    <a:pt x="6450" y="23602"/>
                  </a:cubicBezTo>
                  <a:lnTo>
                    <a:pt x="6337" y="23910"/>
                  </a:lnTo>
                  <a:cubicBezTo>
                    <a:pt x="6367" y="24002"/>
                    <a:pt x="6318" y="24146"/>
                    <a:pt x="6271" y="24146"/>
                  </a:cubicBezTo>
                  <a:cubicBezTo>
                    <a:pt x="6268" y="24146"/>
                    <a:pt x="6266" y="24146"/>
                    <a:pt x="6264" y="24145"/>
                  </a:cubicBezTo>
                  <a:cubicBezTo>
                    <a:pt x="6231" y="24226"/>
                    <a:pt x="6223" y="24307"/>
                    <a:pt x="6239" y="24396"/>
                  </a:cubicBezTo>
                  <a:cubicBezTo>
                    <a:pt x="6188" y="24536"/>
                    <a:pt x="6163" y="24609"/>
                    <a:pt x="6116" y="24609"/>
                  </a:cubicBezTo>
                  <a:cubicBezTo>
                    <a:pt x="6111" y="24609"/>
                    <a:pt x="6107" y="24608"/>
                    <a:pt x="6101" y="24607"/>
                  </a:cubicBezTo>
                  <a:cubicBezTo>
                    <a:pt x="6082" y="24599"/>
                    <a:pt x="6070" y="24593"/>
                    <a:pt x="6062" y="24593"/>
                  </a:cubicBezTo>
                  <a:cubicBezTo>
                    <a:pt x="6047" y="24593"/>
                    <a:pt x="6053" y="24615"/>
                    <a:pt x="6069" y="24680"/>
                  </a:cubicBezTo>
                  <a:cubicBezTo>
                    <a:pt x="6126" y="24704"/>
                    <a:pt x="6101" y="24777"/>
                    <a:pt x="6077" y="24858"/>
                  </a:cubicBezTo>
                  <a:cubicBezTo>
                    <a:pt x="6045" y="24931"/>
                    <a:pt x="6020" y="25012"/>
                    <a:pt x="6020" y="25012"/>
                  </a:cubicBezTo>
                  <a:cubicBezTo>
                    <a:pt x="6077" y="25029"/>
                    <a:pt x="6077" y="25029"/>
                    <a:pt x="6053" y="25110"/>
                  </a:cubicBezTo>
                  <a:cubicBezTo>
                    <a:pt x="6020" y="25183"/>
                    <a:pt x="5891" y="25393"/>
                    <a:pt x="5858" y="25474"/>
                  </a:cubicBezTo>
                  <a:cubicBezTo>
                    <a:pt x="5804" y="25626"/>
                    <a:pt x="5786" y="25676"/>
                    <a:pt x="5806" y="25676"/>
                  </a:cubicBezTo>
                  <a:cubicBezTo>
                    <a:pt x="5817" y="25676"/>
                    <a:pt x="5837" y="25664"/>
                    <a:pt x="5866" y="25645"/>
                  </a:cubicBezTo>
                  <a:cubicBezTo>
                    <a:pt x="5876" y="25617"/>
                    <a:pt x="5890" y="25602"/>
                    <a:pt x="5897" y="25602"/>
                  </a:cubicBezTo>
                  <a:cubicBezTo>
                    <a:pt x="5909" y="25602"/>
                    <a:pt x="5904" y="25641"/>
                    <a:pt x="5834" y="25726"/>
                  </a:cubicBezTo>
                  <a:cubicBezTo>
                    <a:pt x="5809" y="25799"/>
                    <a:pt x="5672" y="26018"/>
                    <a:pt x="5591" y="26245"/>
                  </a:cubicBezTo>
                  <a:cubicBezTo>
                    <a:pt x="5485" y="26553"/>
                    <a:pt x="5485" y="26553"/>
                    <a:pt x="5542" y="26569"/>
                  </a:cubicBezTo>
                  <a:cubicBezTo>
                    <a:pt x="5566" y="26563"/>
                    <a:pt x="5585" y="26561"/>
                    <a:pt x="5599" y="26561"/>
                  </a:cubicBezTo>
                  <a:cubicBezTo>
                    <a:pt x="5668" y="26561"/>
                    <a:pt x="5632" y="26617"/>
                    <a:pt x="5518" y="26650"/>
                  </a:cubicBezTo>
                  <a:cubicBezTo>
                    <a:pt x="5347" y="26764"/>
                    <a:pt x="5323" y="26845"/>
                    <a:pt x="5380" y="26861"/>
                  </a:cubicBezTo>
                  <a:cubicBezTo>
                    <a:pt x="5404" y="26958"/>
                    <a:pt x="5404" y="26958"/>
                    <a:pt x="5380" y="27039"/>
                  </a:cubicBezTo>
                  <a:cubicBezTo>
                    <a:pt x="5373" y="27036"/>
                    <a:pt x="5367" y="27035"/>
                    <a:pt x="5361" y="27035"/>
                  </a:cubicBezTo>
                  <a:cubicBezTo>
                    <a:pt x="5316" y="27035"/>
                    <a:pt x="5292" y="27116"/>
                    <a:pt x="5307" y="27266"/>
                  </a:cubicBezTo>
                  <a:cubicBezTo>
                    <a:pt x="5290" y="27322"/>
                    <a:pt x="5285" y="27340"/>
                    <a:pt x="5264" y="27340"/>
                  </a:cubicBezTo>
                  <a:cubicBezTo>
                    <a:pt x="5255" y="27340"/>
                    <a:pt x="5243" y="27336"/>
                    <a:pt x="5226" y="27331"/>
                  </a:cubicBezTo>
                  <a:lnTo>
                    <a:pt x="5177" y="27485"/>
                  </a:lnTo>
                  <a:cubicBezTo>
                    <a:pt x="5242" y="27680"/>
                    <a:pt x="5039" y="28126"/>
                    <a:pt x="4958" y="28191"/>
                  </a:cubicBezTo>
                  <a:cubicBezTo>
                    <a:pt x="4950" y="28247"/>
                    <a:pt x="4950" y="28304"/>
                    <a:pt x="4966" y="28361"/>
                  </a:cubicBezTo>
                  <a:cubicBezTo>
                    <a:pt x="5046" y="28454"/>
                    <a:pt x="5044" y="28525"/>
                    <a:pt x="4978" y="28525"/>
                  </a:cubicBezTo>
                  <a:cubicBezTo>
                    <a:pt x="4963" y="28525"/>
                    <a:pt x="4946" y="28522"/>
                    <a:pt x="4926" y="28515"/>
                  </a:cubicBezTo>
                  <a:cubicBezTo>
                    <a:pt x="4886" y="28504"/>
                    <a:pt x="4860" y="28496"/>
                    <a:pt x="4847" y="28496"/>
                  </a:cubicBezTo>
                  <a:cubicBezTo>
                    <a:pt x="4823" y="28496"/>
                    <a:pt x="4843" y="28522"/>
                    <a:pt x="4901" y="28596"/>
                  </a:cubicBezTo>
                  <a:cubicBezTo>
                    <a:pt x="4930" y="28681"/>
                    <a:pt x="4840" y="28989"/>
                    <a:pt x="4758" y="28989"/>
                  </a:cubicBezTo>
                  <a:cubicBezTo>
                    <a:pt x="4746" y="28989"/>
                    <a:pt x="4734" y="28983"/>
                    <a:pt x="4723" y="28969"/>
                  </a:cubicBezTo>
                  <a:lnTo>
                    <a:pt x="4610" y="28936"/>
                  </a:lnTo>
                  <a:lnTo>
                    <a:pt x="4610" y="28936"/>
                  </a:lnTo>
                  <a:cubicBezTo>
                    <a:pt x="4626" y="28993"/>
                    <a:pt x="4634" y="29050"/>
                    <a:pt x="4618" y="29107"/>
                  </a:cubicBezTo>
                  <a:cubicBezTo>
                    <a:pt x="4674" y="29123"/>
                    <a:pt x="4650" y="29204"/>
                    <a:pt x="4577" y="29439"/>
                  </a:cubicBezTo>
                  <a:cubicBezTo>
                    <a:pt x="4537" y="29593"/>
                    <a:pt x="4496" y="29926"/>
                    <a:pt x="4447" y="30080"/>
                  </a:cubicBezTo>
                  <a:cubicBezTo>
                    <a:pt x="4399" y="30234"/>
                    <a:pt x="4326" y="30469"/>
                    <a:pt x="4245" y="30534"/>
                  </a:cubicBezTo>
                  <a:cubicBezTo>
                    <a:pt x="4212" y="30639"/>
                    <a:pt x="4196" y="30753"/>
                    <a:pt x="4212" y="30858"/>
                  </a:cubicBezTo>
                  <a:cubicBezTo>
                    <a:pt x="4243" y="30950"/>
                    <a:pt x="4201" y="31094"/>
                    <a:pt x="4148" y="31094"/>
                  </a:cubicBezTo>
                  <a:cubicBezTo>
                    <a:pt x="4145" y="31094"/>
                    <a:pt x="4142" y="31094"/>
                    <a:pt x="4139" y="31093"/>
                  </a:cubicBezTo>
                  <a:lnTo>
                    <a:pt x="4115" y="31174"/>
                  </a:lnTo>
                  <a:cubicBezTo>
                    <a:pt x="4123" y="31255"/>
                    <a:pt x="4115" y="31344"/>
                    <a:pt x="4107" y="31425"/>
                  </a:cubicBezTo>
                  <a:cubicBezTo>
                    <a:pt x="4100" y="31424"/>
                    <a:pt x="4094" y="31424"/>
                    <a:pt x="4088" y="31424"/>
                  </a:cubicBezTo>
                  <a:cubicBezTo>
                    <a:pt x="4017" y="31424"/>
                    <a:pt x="3972" y="31504"/>
                    <a:pt x="4010" y="31563"/>
                  </a:cubicBezTo>
                  <a:cubicBezTo>
                    <a:pt x="4066" y="31588"/>
                    <a:pt x="4042" y="31661"/>
                    <a:pt x="4001" y="31823"/>
                  </a:cubicBezTo>
                  <a:cubicBezTo>
                    <a:pt x="3904" y="31961"/>
                    <a:pt x="3215" y="34571"/>
                    <a:pt x="3280" y="34588"/>
                  </a:cubicBezTo>
                  <a:lnTo>
                    <a:pt x="3215" y="34823"/>
                  </a:lnTo>
                  <a:cubicBezTo>
                    <a:pt x="3191" y="34896"/>
                    <a:pt x="3150" y="35058"/>
                    <a:pt x="3150" y="35058"/>
                  </a:cubicBezTo>
                  <a:cubicBezTo>
                    <a:pt x="3146" y="35057"/>
                    <a:pt x="3142" y="35056"/>
                    <a:pt x="3138" y="35056"/>
                  </a:cubicBezTo>
                  <a:cubicBezTo>
                    <a:pt x="3033" y="35056"/>
                    <a:pt x="2988" y="35448"/>
                    <a:pt x="2996" y="35690"/>
                  </a:cubicBezTo>
                  <a:cubicBezTo>
                    <a:pt x="3020" y="35771"/>
                    <a:pt x="3029" y="35860"/>
                    <a:pt x="2996" y="35941"/>
                  </a:cubicBezTo>
                  <a:cubicBezTo>
                    <a:pt x="2991" y="35940"/>
                    <a:pt x="2985" y="35940"/>
                    <a:pt x="2980" y="35940"/>
                  </a:cubicBezTo>
                  <a:cubicBezTo>
                    <a:pt x="2877" y="35940"/>
                    <a:pt x="2827" y="36161"/>
                    <a:pt x="2850" y="36331"/>
                  </a:cubicBezTo>
                  <a:cubicBezTo>
                    <a:pt x="2933" y="36420"/>
                    <a:pt x="2934" y="36492"/>
                    <a:pt x="2863" y="36492"/>
                  </a:cubicBezTo>
                  <a:cubicBezTo>
                    <a:pt x="2850" y="36492"/>
                    <a:pt x="2835" y="36490"/>
                    <a:pt x="2818" y="36485"/>
                  </a:cubicBezTo>
                  <a:cubicBezTo>
                    <a:pt x="2810" y="36483"/>
                    <a:pt x="2803" y="36482"/>
                    <a:pt x="2796" y="36482"/>
                  </a:cubicBezTo>
                  <a:cubicBezTo>
                    <a:pt x="2700" y="36482"/>
                    <a:pt x="2673" y="36636"/>
                    <a:pt x="2802" y="36817"/>
                  </a:cubicBezTo>
                  <a:cubicBezTo>
                    <a:pt x="2842" y="36914"/>
                    <a:pt x="2842" y="36914"/>
                    <a:pt x="2769" y="36979"/>
                  </a:cubicBezTo>
                  <a:cubicBezTo>
                    <a:pt x="2639" y="37036"/>
                    <a:pt x="2615" y="37109"/>
                    <a:pt x="2680" y="37125"/>
                  </a:cubicBezTo>
                  <a:cubicBezTo>
                    <a:pt x="2777" y="37231"/>
                    <a:pt x="2761" y="37312"/>
                    <a:pt x="2623" y="37368"/>
                  </a:cubicBezTo>
                  <a:cubicBezTo>
                    <a:pt x="2469" y="37498"/>
                    <a:pt x="2469" y="37498"/>
                    <a:pt x="2575" y="37604"/>
                  </a:cubicBezTo>
                  <a:cubicBezTo>
                    <a:pt x="2672" y="37709"/>
                    <a:pt x="2599" y="38025"/>
                    <a:pt x="2469" y="38082"/>
                  </a:cubicBezTo>
                  <a:cubicBezTo>
                    <a:pt x="2445" y="38163"/>
                    <a:pt x="2372" y="38228"/>
                    <a:pt x="2429" y="38244"/>
                  </a:cubicBezTo>
                  <a:lnTo>
                    <a:pt x="2356" y="38309"/>
                  </a:lnTo>
                  <a:lnTo>
                    <a:pt x="2315" y="38471"/>
                  </a:lnTo>
                  <a:lnTo>
                    <a:pt x="2380" y="38479"/>
                  </a:lnTo>
                  <a:cubicBezTo>
                    <a:pt x="2356" y="38560"/>
                    <a:pt x="2193" y="39022"/>
                    <a:pt x="2072" y="39582"/>
                  </a:cubicBezTo>
                  <a:cubicBezTo>
                    <a:pt x="1923" y="40355"/>
                    <a:pt x="1886" y="40576"/>
                    <a:pt x="1927" y="40576"/>
                  </a:cubicBezTo>
                  <a:cubicBezTo>
                    <a:pt x="1933" y="40576"/>
                    <a:pt x="1941" y="40571"/>
                    <a:pt x="1950" y="40563"/>
                  </a:cubicBezTo>
                  <a:cubicBezTo>
                    <a:pt x="1970" y="40554"/>
                    <a:pt x="1986" y="40551"/>
                    <a:pt x="1999" y="40551"/>
                  </a:cubicBezTo>
                  <a:cubicBezTo>
                    <a:pt x="2070" y="40551"/>
                    <a:pt x="2035" y="40669"/>
                    <a:pt x="1918" y="40717"/>
                  </a:cubicBezTo>
                  <a:cubicBezTo>
                    <a:pt x="1910" y="40798"/>
                    <a:pt x="1820" y="40952"/>
                    <a:pt x="1788" y="41114"/>
                  </a:cubicBezTo>
                  <a:cubicBezTo>
                    <a:pt x="1764" y="41265"/>
                    <a:pt x="1733" y="41423"/>
                    <a:pt x="1679" y="41423"/>
                  </a:cubicBezTo>
                  <a:cubicBezTo>
                    <a:pt x="1677" y="41423"/>
                    <a:pt x="1676" y="41423"/>
                    <a:pt x="1675" y="41422"/>
                  </a:cubicBezTo>
                  <a:lnTo>
                    <a:pt x="1658" y="41503"/>
                  </a:lnTo>
                  <a:cubicBezTo>
                    <a:pt x="1748" y="41682"/>
                    <a:pt x="1658" y="42168"/>
                    <a:pt x="1561" y="42395"/>
                  </a:cubicBezTo>
                  <a:cubicBezTo>
                    <a:pt x="1529" y="42533"/>
                    <a:pt x="1520" y="42671"/>
                    <a:pt x="1545" y="42809"/>
                  </a:cubicBezTo>
                  <a:cubicBezTo>
                    <a:pt x="1577" y="42979"/>
                    <a:pt x="1577" y="42979"/>
                    <a:pt x="1504" y="43052"/>
                  </a:cubicBezTo>
                  <a:cubicBezTo>
                    <a:pt x="1504" y="43052"/>
                    <a:pt x="1503" y="43052"/>
                    <a:pt x="1503" y="43052"/>
                  </a:cubicBezTo>
                  <a:cubicBezTo>
                    <a:pt x="1437" y="43052"/>
                    <a:pt x="1303" y="43514"/>
                    <a:pt x="1415" y="43530"/>
                  </a:cubicBezTo>
                  <a:lnTo>
                    <a:pt x="1342" y="43603"/>
                  </a:lnTo>
                  <a:cubicBezTo>
                    <a:pt x="1277" y="43652"/>
                    <a:pt x="1293" y="43749"/>
                    <a:pt x="1375" y="43774"/>
                  </a:cubicBezTo>
                  <a:cubicBezTo>
                    <a:pt x="1488" y="43798"/>
                    <a:pt x="1480" y="43871"/>
                    <a:pt x="1285" y="43928"/>
                  </a:cubicBezTo>
                  <a:cubicBezTo>
                    <a:pt x="1270" y="43924"/>
                    <a:pt x="1256" y="43923"/>
                    <a:pt x="1244" y="43923"/>
                  </a:cubicBezTo>
                  <a:cubicBezTo>
                    <a:pt x="1163" y="43923"/>
                    <a:pt x="1163" y="43986"/>
                    <a:pt x="1212" y="44001"/>
                  </a:cubicBezTo>
                  <a:cubicBezTo>
                    <a:pt x="1261" y="44090"/>
                    <a:pt x="1310" y="44179"/>
                    <a:pt x="1237" y="44252"/>
                  </a:cubicBezTo>
                  <a:cubicBezTo>
                    <a:pt x="1221" y="44333"/>
                    <a:pt x="1212" y="44414"/>
                    <a:pt x="1334" y="44430"/>
                  </a:cubicBezTo>
                  <a:cubicBezTo>
                    <a:pt x="1391" y="44438"/>
                    <a:pt x="1383" y="44519"/>
                    <a:pt x="1366" y="44601"/>
                  </a:cubicBezTo>
                  <a:cubicBezTo>
                    <a:pt x="1310" y="44592"/>
                    <a:pt x="1310" y="44592"/>
                    <a:pt x="1261" y="44503"/>
                  </a:cubicBezTo>
                  <a:cubicBezTo>
                    <a:pt x="1263" y="44482"/>
                    <a:pt x="1264" y="44471"/>
                    <a:pt x="1264" y="44471"/>
                  </a:cubicBezTo>
                  <a:lnTo>
                    <a:pt x="1264" y="44471"/>
                  </a:lnTo>
                  <a:cubicBezTo>
                    <a:pt x="1264" y="44471"/>
                    <a:pt x="1255" y="44547"/>
                    <a:pt x="1237" y="44665"/>
                  </a:cubicBezTo>
                  <a:cubicBezTo>
                    <a:pt x="1229" y="44742"/>
                    <a:pt x="1155" y="44886"/>
                    <a:pt x="1092" y="44886"/>
                  </a:cubicBezTo>
                  <a:cubicBezTo>
                    <a:pt x="1089" y="44886"/>
                    <a:pt x="1086" y="44885"/>
                    <a:pt x="1083" y="44884"/>
                  </a:cubicBezTo>
                  <a:cubicBezTo>
                    <a:pt x="1033" y="44940"/>
                    <a:pt x="1012" y="45001"/>
                    <a:pt x="1063" y="45001"/>
                  </a:cubicBezTo>
                  <a:cubicBezTo>
                    <a:pt x="1078" y="45001"/>
                    <a:pt x="1101" y="44995"/>
                    <a:pt x="1131" y="44982"/>
                  </a:cubicBezTo>
                  <a:cubicBezTo>
                    <a:pt x="1253" y="44998"/>
                    <a:pt x="1253" y="44998"/>
                    <a:pt x="1229" y="45160"/>
                  </a:cubicBezTo>
                  <a:cubicBezTo>
                    <a:pt x="1221" y="45237"/>
                    <a:pt x="1206" y="45315"/>
                    <a:pt x="1155" y="45315"/>
                  </a:cubicBezTo>
                  <a:cubicBezTo>
                    <a:pt x="1153" y="45315"/>
                    <a:pt x="1150" y="45314"/>
                    <a:pt x="1148" y="45314"/>
                  </a:cubicBezTo>
                  <a:cubicBezTo>
                    <a:pt x="1134" y="45310"/>
                    <a:pt x="1124" y="45307"/>
                    <a:pt x="1115" y="45307"/>
                  </a:cubicBezTo>
                  <a:cubicBezTo>
                    <a:pt x="1089" y="45307"/>
                    <a:pt x="1085" y="45337"/>
                    <a:pt x="1066" y="45460"/>
                  </a:cubicBezTo>
                  <a:cubicBezTo>
                    <a:pt x="1050" y="45687"/>
                    <a:pt x="1131" y="45906"/>
                    <a:pt x="1285" y="46076"/>
                  </a:cubicBezTo>
                  <a:cubicBezTo>
                    <a:pt x="1399" y="46092"/>
                    <a:pt x="1399" y="46092"/>
                    <a:pt x="1269" y="46157"/>
                  </a:cubicBezTo>
                  <a:cubicBezTo>
                    <a:pt x="1267" y="46157"/>
                    <a:pt x="1264" y="46157"/>
                    <a:pt x="1262" y="46157"/>
                  </a:cubicBezTo>
                  <a:cubicBezTo>
                    <a:pt x="1212" y="46157"/>
                    <a:pt x="1204" y="46234"/>
                    <a:pt x="1188" y="46303"/>
                  </a:cubicBezTo>
                  <a:cubicBezTo>
                    <a:pt x="1131" y="46295"/>
                    <a:pt x="1139" y="46214"/>
                    <a:pt x="1156" y="46133"/>
                  </a:cubicBezTo>
                  <a:lnTo>
                    <a:pt x="1091" y="46125"/>
                  </a:lnTo>
                  <a:cubicBezTo>
                    <a:pt x="961" y="46190"/>
                    <a:pt x="953" y="46271"/>
                    <a:pt x="1058" y="46368"/>
                  </a:cubicBezTo>
                  <a:cubicBezTo>
                    <a:pt x="1107" y="46457"/>
                    <a:pt x="1107" y="46457"/>
                    <a:pt x="1042" y="46530"/>
                  </a:cubicBezTo>
                  <a:cubicBezTo>
                    <a:pt x="969" y="46603"/>
                    <a:pt x="896" y="46676"/>
                    <a:pt x="953" y="46684"/>
                  </a:cubicBezTo>
                  <a:cubicBezTo>
                    <a:pt x="945" y="46773"/>
                    <a:pt x="912" y="46854"/>
                    <a:pt x="864" y="46919"/>
                  </a:cubicBezTo>
                  <a:cubicBezTo>
                    <a:pt x="839" y="47082"/>
                    <a:pt x="831" y="47163"/>
                    <a:pt x="888" y="47171"/>
                  </a:cubicBezTo>
                  <a:cubicBezTo>
                    <a:pt x="945" y="47179"/>
                    <a:pt x="937" y="47260"/>
                    <a:pt x="929" y="47341"/>
                  </a:cubicBezTo>
                  <a:cubicBezTo>
                    <a:pt x="912" y="47422"/>
                    <a:pt x="904" y="47503"/>
                    <a:pt x="961" y="47511"/>
                  </a:cubicBezTo>
                  <a:cubicBezTo>
                    <a:pt x="1018" y="47519"/>
                    <a:pt x="1066" y="47609"/>
                    <a:pt x="1050" y="47771"/>
                  </a:cubicBezTo>
                  <a:cubicBezTo>
                    <a:pt x="1083" y="47941"/>
                    <a:pt x="1083" y="47941"/>
                    <a:pt x="953" y="48006"/>
                  </a:cubicBezTo>
                  <a:cubicBezTo>
                    <a:pt x="950" y="48005"/>
                    <a:pt x="948" y="48005"/>
                    <a:pt x="945" y="48005"/>
                  </a:cubicBezTo>
                  <a:cubicBezTo>
                    <a:pt x="895" y="48005"/>
                    <a:pt x="880" y="48083"/>
                    <a:pt x="872" y="48160"/>
                  </a:cubicBezTo>
                  <a:cubicBezTo>
                    <a:pt x="864" y="48217"/>
                    <a:pt x="831" y="48265"/>
                    <a:pt x="791" y="48314"/>
                  </a:cubicBezTo>
                  <a:cubicBezTo>
                    <a:pt x="718" y="48387"/>
                    <a:pt x="783" y="48395"/>
                    <a:pt x="839" y="48403"/>
                  </a:cubicBezTo>
                  <a:lnTo>
                    <a:pt x="961" y="48411"/>
                  </a:lnTo>
                  <a:cubicBezTo>
                    <a:pt x="953" y="48488"/>
                    <a:pt x="836" y="48558"/>
                    <a:pt x="776" y="48558"/>
                  </a:cubicBezTo>
                  <a:cubicBezTo>
                    <a:pt x="772" y="48558"/>
                    <a:pt x="769" y="48558"/>
                    <a:pt x="766" y="48557"/>
                  </a:cubicBezTo>
                  <a:cubicBezTo>
                    <a:pt x="637" y="48622"/>
                    <a:pt x="637" y="48622"/>
                    <a:pt x="758" y="48638"/>
                  </a:cubicBezTo>
                  <a:cubicBezTo>
                    <a:pt x="815" y="48646"/>
                    <a:pt x="872" y="48735"/>
                    <a:pt x="791" y="48890"/>
                  </a:cubicBezTo>
                  <a:cubicBezTo>
                    <a:pt x="775" y="49048"/>
                    <a:pt x="759" y="49206"/>
                    <a:pt x="706" y="49206"/>
                  </a:cubicBezTo>
                  <a:cubicBezTo>
                    <a:pt x="704" y="49206"/>
                    <a:pt x="703" y="49206"/>
                    <a:pt x="702" y="49206"/>
                  </a:cubicBezTo>
                  <a:cubicBezTo>
                    <a:pt x="661" y="49254"/>
                    <a:pt x="653" y="49311"/>
                    <a:pt x="685" y="49368"/>
                  </a:cubicBezTo>
                  <a:cubicBezTo>
                    <a:pt x="734" y="49457"/>
                    <a:pt x="726" y="49538"/>
                    <a:pt x="645" y="49773"/>
                  </a:cubicBezTo>
                  <a:cubicBezTo>
                    <a:pt x="483" y="50171"/>
                    <a:pt x="483" y="50171"/>
                    <a:pt x="604" y="50179"/>
                  </a:cubicBezTo>
                  <a:cubicBezTo>
                    <a:pt x="661" y="50187"/>
                    <a:pt x="726" y="50195"/>
                    <a:pt x="596" y="50260"/>
                  </a:cubicBezTo>
                  <a:cubicBezTo>
                    <a:pt x="531" y="50333"/>
                    <a:pt x="580" y="50422"/>
                    <a:pt x="621" y="50592"/>
                  </a:cubicBezTo>
                  <a:cubicBezTo>
                    <a:pt x="677" y="50657"/>
                    <a:pt x="766" y="50698"/>
                    <a:pt x="856" y="50698"/>
                  </a:cubicBezTo>
                  <a:cubicBezTo>
                    <a:pt x="969" y="50706"/>
                    <a:pt x="969" y="50706"/>
                    <a:pt x="896" y="50868"/>
                  </a:cubicBezTo>
                  <a:cubicBezTo>
                    <a:pt x="889" y="50945"/>
                    <a:pt x="830" y="51014"/>
                    <a:pt x="768" y="51014"/>
                  </a:cubicBezTo>
                  <a:cubicBezTo>
                    <a:pt x="765" y="51014"/>
                    <a:pt x="762" y="51014"/>
                    <a:pt x="758" y="51014"/>
                  </a:cubicBezTo>
                  <a:cubicBezTo>
                    <a:pt x="702" y="51014"/>
                    <a:pt x="710" y="50933"/>
                    <a:pt x="710" y="50933"/>
                  </a:cubicBezTo>
                  <a:lnTo>
                    <a:pt x="718" y="50852"/>
                  </a:lnTo>
                  <a:cubicBezTo>
                    <a:pt x="705" y="50850"/>
                    <a:pt x="693" y="50848"/>
                    <a:pt x="680" y="50848"/>
                  </a:cubicBezTo>
                  <a:cubicBezTo>
                    <a:pt x="635" y="50848"/>
                    <a:pt x="593" y="50871"/>
                    <a:pt x="580" y="50998"/>
                  </a:cubicBezTo>
                  <a:cubicBezTo>
                    <a:pt x="515" y="51071"/>
                    <a:pt x="507" y="51152"/>
                    <a:pt x="564" y="51160"/>
                  </a:cubicBezTo>
                  <a:cubicBezTo>
                    <a:pt x="499" y="51233"/>
                    <a:pt x="483" y="51395"/>
                    <a:pt x="466" y="51557"/>
                  </a:cubicBezTo>
                  <a:cubicBezTo>
                    <a:pt x="450" y="51719"/>
                    <a:pt x="426" y="51970"/>
                    <a:pt x="361" y="52043"/>
                  </a:cubicBezTo>
                  <a:cubicBezTo>
                    <a:pt x="345" y="52206"/>
                    <a:pt x="337" y="52287"/>
                    <a:pt x="394" y="52295"/>
                  </a:cubicBezTo>
                  <a:cubicBezTo>
                    <a:pt x="509" y="52303"/>
                    <a:pt x="507" y="52376"/>
                    <a:pt x="451" y="52376"/>
                  </a:cubicBezTo>
                  <a:cubicBezTo>
                    <a:pt x="448" y="52376"/>
                    <a:pt x="445" y="52376"/>
                    <a:pt x="442" y="52376"/>
                  </a:cubicBezTo>
                  <a:cubicBezTo>
                    <a:pt x="304" y="52449"/>
                    <a:pt x="191" y="53503"/>
                    <a:pt x="304" y="53592"/>
                  </a:cubicBezTo>
                  <a:lnTo>
                    <a:pt x="296" y="53754"/>
                  </a:lnTo>
                  <a:cubicBezTo>
                    <a:pt x="223" y="53916"/>
                    <a:pt x="191" y="54403"/>
                    <a:pt x="248" y="54492"/>
                  </a:cubicBezTo>
                  <a:lnTo>
                    <a:pt x="231" y="54735"/>
                  </a:lnTo>
                  <a:cubicBezTo>
                    <a:pt x="166" y="54897"/>
                    <a:pt x="158" y="54978"/>
                    <a:pt x="215" y="55060"/>
                  </a:cubicBezTo>
                  <a:cubicBezTo>
                    <a:pt x="272" y="55149"/>
                    <a:pt x="329" y="55149"/>
                    <a:pt x="272" y="55149"/>
                  </a:cubicBezTo>
                  <a:cubicBezTo>
                    <a:pt x="270" y="55149"/>
                    <a:pt x="269" y="55148"/>
                    <a:pt x="267" y="55148"/>
                  </a:cubicBezTo>
                  <a:cubicBezTo>
                    <a:pt x="207" y="55148"/>
                    <a:pt x="199" y="55311"/>
                    <a:pt x="183" y="55635"/>
                  </a:cubicBezTo>
                  <a:cubicBezTo>
                    <a:pt x="166" y="55851"/>
                    <a:pt x="161" y="55923"/>
                    <a:pt x="179" y="55923"/>
                  </a:cubicBezTo>
                  <a:cubicBezTo>
                    <a:pt x="187" y="55923"/>
                    <a:pt x="202" y="55905"/>
                    <a:pt x="223" y="55878"/>
                  </a:cubicBezTo>
                  <a:lnTo>
                    <a:pt x="223" y="55878"/>
                  </a:lnTo>
                  <a:cubicBezTo>
                    <a:pt x="262" y="56195"/>
                    <a:pt x="212" y="56203"/>
                    <a:pt x="158" y="56203"/>
                  </a:cubicBezTo>
                  <a:cubicBezTo>
                    <a:pt x="156" y="56203"/>
                    <a:pt x="153" y="56203"/>
                    <a:pt x="150" y="56203"/>
                  </a:cubicBezTo>
                  <a:cubicBezTo>
                    <a:pt x="127" y="56185"/>
                    <a:pt x="108" y="56177"/>
                    <a:pt x="94" y="56177"/>
                  </a:cubicBezTo>
                  <a:cubicBezTo>
                    <a:pt x="38" y="56177"/>
                    <a:pt x="57" y="56295"/>
                    <a:pt x="199" y="56373"/>
                  </a:cubicBezTo>
                  <a:cubicBezTo>
                    <a:pt x="312" y="56454"/>
                    <a:pt x="304" y="56616"/>
                    <a:pt x="239" y="56616"/>
                  </a:cubicBezTo>
                  <a:cubicBezTo>
                    <a:pt x="183" y="56616"/>
                    <a:pt x="191" y="56535"/>
                    <a:pt x="191" y="56454"/>
                  </a:cubicBezTo>
                  <a:lnTo>
                    <a:pt x="77" y="56446"/>
                  </a:lnTo>
                  <a:lnTo>
                    <a:pt x="77" y="56446"/>
                  </a:lnTo>
                  <a:cubicBezTo>
                    <a:pt x="69" y="56527"/>
                    <a:pt x="69" y="56527"/>
                    <a:pt x="126" y="56608"/>
                  </a:cubicBezTo>
                  <a:cubicBezTo>
                    <a:pt x="126" y="56673"/>
                    <a:pt x="142" y="56730"/>
                    <a:pt x="175" y="56778"/>
                  </a:cubicBezTo>
                  <a:cubicBezTo>
                    <a:pt x="204" y="56821"/>
                    <a:pt x="234" y="56843"/>
                    <a:pt x="265" y="56843"/>
                  </a:cubicBezTo>
                  <a:cubicBezTo>
                    <a:pt x="293" y="56843"/>
                    <a:pt x="322" y="56825"/>
                    <a:pt x="353" y="56786"/>
                  </a:cubicBezTo>
                  <a:cubicBezTo>
                    <a:pt x="372" y="56763"/>
                    <a:pt x="385" y="56753"/>
                    <a:pt x="393" y="56753"/>
                  </a:cubicBezTo>
                  <a:cubicBezTo>
                    <a:pt x="414" y="56753"/>
                    <a:pt x="410" y="56810"/>
                    <a:pt x="410" y="56868"/>
                  </a:cubicBezTo>
                  <a:cubicBezTo>
                    <a:pt x="368" y="56961"/>
                    <a:pt x="331" y="57000"/>
                    <a:pt x="297" y="57000"/>
                  </a:cubicBezTo>
                  <a:cubicBezTo>
                    <a:pt x="272" y="57000"/>
                    <a:pt x="247" y="56978"/>
                    <a:pt x="223" y="56941"/>
                  </a:cubicBezTo>
                  <a:cubicBezTo>
                    <a:pt x="231" y="56859"/>
                    <a:pt x="166" y="56859"/>
                    <a:pt x="110" y="56859"/>
                  </a:cubicBezTo>
                  <a:cubicBezTo>
                    <a:pt x="109" y="56859"/>
                    <a:pt x="108" y="56859"/>
                    <a:pt x="108" y="56859"/>
                  </a:cubicBezTo>
                  <a:cubicBezTo>
                    <a:pt x="47" y="56859"/>
                    <a:pt x="159" y="57266"/>
                    <a:pt x="272" y="57354"/>
                  </a:cubicBezTo>
                  <a:lnTo>
                    <a:pt x="215" y="57354"/>
                  </a:lnTo>
                  <a:cubicBezTo>
                    <a:pt x="214" y="57354"/>
                    <a:pt x="212" y="57354"/>
                    <a:pt x="211" y="57354"/>
                  </a:cubicBezTo>
                  <a:cubicBezTo>
                    <a:pt x="158" y="57354"/>
                    <a:pt x="150" y="57512"/>
                    <a:pt x="150" y="57678"/>
                  </a:cubicBezTo>
                  <a:cubicBezTo>
                    <a:pt x="142" y="57840"/>
                    <a:pt x="142" y="57922"/>
                    <a:pt x="207" y="57922"/>
                  </a:cubicBezTo>
                  <a:cubicBezTo>
                    <a:pt x="264" y="57922"/>
                    <a:pt x="321" y="57922"/>
                    <a:pt x="321" y="58011"/>
                  </a:cubicBezTo>
                  <a:cubicBezTo>
                    <a:pt x="321" y="57930"/>
                    <a:pt x="385" y="57930"/>
                    <a:pt x="442" y="57930"/>
                  </a:cubicBezTo>
                  <a:cubicBezTo>
                    <a:pt x="410" y="58011"/>
                    <a:pt x="369" y="58092"/>
                    <a:pt x="321" y="58173"/>
                  </a:cubicBezTo>
                  <a:cubicBezTo>
                    <a:pt x="199" y="58327"/>
                    <a:pt x="134" y="58489"/>
                    <a:pt x="126" y="58813"/>
                  </a:cubicBezTo>
                  <a:cubicBezTo>
                    <a:pt x="126" y="58984"/>
                    <a:pt x="118" y="59227"/>
                    <a:pt x="61" y="59308"/>
                  </a:cubicBezTo>
                  <a:cubicBezTo>
                    <a:pt x="53" y="59470"/>
                    <a:pt x="53" y="59551"/>
                    <a:pt x="110" y="59551"/>
                  </a:cubicBezTo>
                  <a:lnTo>
                    <a:pt x="110" y="59713"/>
                  </a:lnTo>
                  <a:cubicBezTo>
                    <a:pt x="53" y="59794"/>
                    <a:pt x="45" y="59957"/>
                    <a:pt x="110" y="59957"/>
                  </a:cubicBezTo>
                  <a:cubicBezTo>
                    <a:pt x="166" y="60046"/>
                    <a:pt x="102" y="60127"/>
                    <a:pt x="102" y="60208"/>
                  </a:cubicBezTo>
                  <a:cubicBezTo>
                    <a:pt x="30" y="60303"/>
                    <a:pt x="1" y="60342"/>
                    <a:pt x="25" y="60342"/>
                  </a:cubicBezTo>
                  <a:cubicBezTo>
                    <a:pt x="41" y="60342"/>
                    <a:pt x="85" y="60323"/>
                    <a:pt x="158" y="60289"/>
                  </a:cubicBezTo>
                  <a:cubicBezTo>
                    <a:pt x="223" y="60289"/>
                    <a:pt x="280" y="60127"/>
                    <a:pt x="280" y="60046"/>
                  </a:cubicBezTo>
                  <a:lnTo>
                    <a:pt x="288" y="59803"/>
                  </a:lnTo>
                  <a:lnTo>
                    <a:pt x="345" y="60046"/>
                  </a:lnTo>
                  <a:cubicBezTo>
                    <a:pt x="345" y="60127"/>
                    <a:pt x="402" y="60289"/>
                    <a:pt x="458" y="60289"/>
                  </a:cubicBezTo>
                  <a:cubicBezTo>
                    <a:pt x="458" y="60289"/>
                    <a:pt x="515" y="60289"/>
                    <a:pt x="515" y="60370"/>
                  </a:cubicBezTo>
                  <a:lnTo>
                    <a:pt x="394" y="60370"/>
                  </a:lnTo>
                  <a:cubicBezTo>
                    <a:pt x="364" y="60319"/>
                    <a:pt x="303" y="60288"/>
                    <a:pt x="243" y="60288"/>
                  </a:cubicBezTo>
                  <a:cubicBezTo>
                    <a:pt x="237" y="60288"/>
                    <a:pt x="230" y="60288"/>
                    <a:pt x="223" y="60289"/>
                  </a:cubicBezTo>
                  <a:cubicBezTo>
                    <a:pt x="102" y="60370"/>
                    <a:pt x="37" y="60613"/>
                    <a:pt x="150" y="60613"/>
                  </a:cubicBezTo>
                  <a:cubicBezTo>
                    <a:pt x="150" y="60694"/>
                    <a:pt x="150" y="60694"/>
                    <a:pt x="94" y="60775"/>
                  </a:cubicBezTo>
                  <a:cubicBezTo>
                    <a:pt x="29" y="60775"/>
                    <a:pt x="29" y="60857"/>
                    <a:pt x="150" y="60938"/>
                  </a:cubicBezTo>
                  <a:cubicBezTo>
                    <a:pt x="264" y="61019"/>
                    <a:pt x="264" y="61100"/>
                    <a:pt x="142" y="61181"/>
                  </a:cubicBezTo>
                  <a:cubicBezTo>
                    <a:pt x="21" y="61351"/>
                    <a:pt x="29" y="61675"/>
                    <a:pt x="85" y="61675"/>
                  </a:cubicBezTo>
                  <a:cubicBezTo>
                    <a:pt x="207" y="61675"/>
                    <a:pt x="215" y="61919"/>
                    <a:pt x="158" y="62000"/>
                  </a:cubicBezTo>
                  <a:cubicBezTo>
                    <a:pt x="94" y="62073"/>
                    <a:pt x="102" y="62178"/>
                    <a:pt x="158" y="62243"/>
                  </a:cubicBezTo>
                  <a:cubicBezTo>
                    <a:pt x="85" y="62259"/>
                    <a:pt x="45" y="62348"/>
                    <a:pt x="102" y="62405"/>
                  </a:cubicBezTo>
                  <a:cubicBezTo>
                    <a:pt x="102" y="62405"/>
                    <a:pt x="105" y="62445"/>
                    <a:pt x="124" y="62445"/>
                  </a:cubicBezTo>
                  <a:cubicBezTo>
                    <a:pt x="134" y="62445"/>
                    <a:pt x="148" y="62435"/>
                    <a:pt x="166" y="62405"/>
                  </a:cubicBezTo>
                  <a:lnTo>
                    <a:pt x="288" y="62567"/>
                  </a:lnTo>
                  <a:cubicBezTo>
                    <a:pt x="288" y="62486"/>
                    <a:pt x="345" y="62486"/>
                    <a:pt x="402" y="62486"/>
                  </a:cubicBezTo>
                  <a:cubicBezTo>
                    <a:pt x="466" y="62486"/>
                    <a:pt x="410" y="62811"/>
                    <a:pt x="239" y="62981"/>
                  </a:cubicBezTo>
                  <a:lnTo>
                    <a:pt x="118" y="63143"/>
                  </a:lnTo>
                  <a:lnTo>
                    <a:pt x="239" y="63143"/>
                  </a:lnTo>
                  <a:cubicBezTo>
                    <a:pt x="239" y="63224"/>
                    <a:pt x="248" y="63305"/>
                    <a:pt x="183" y="63305"/>
                  </a:cubicBezTo>
                  <a:cubicBezTo>
                    <a:pt x="126" y="63305"/>
                    <a:pt x="126" y="63305"/>
                    <a:pt x="126" y="63386"/>
                  </a:cubicBezTo>
                  <a:cubicBezTo>
                    <a:pt x="126" y="63386"/>
                    <a:pt x="126" y="63467"/>
                    <a:pt x="191" y="63467"/>
                  </a:cubicBezTo>
                  <a:cubicBezTo>
                    <a:pt x="304" y="63467"/>
                    <a:pt x="304" y="63467"/>
                    <a:pt x="248" y="63548"/>
                  </a:cubicBezTo>
                  <a:cubicBezTo>
                    <a:pt x="134" y="63637"/>
                    <a:pt x="134" y="63719"/>
                    <a:pt x="256" y="63800"/>
                  </a:cubicBezTo>
                  <a:cubicBezTo>
                    <a:pt x="284" y="63798"/>
                    <a:pt x="306" y="63796"/>
                    <a:pt x="321" y="63796"/>
                  </a:cubicBezTo>
                  <a:cubicBezTo>
                    <a:pt x="371" y="63796"/>
                    <a:pt x="349" y="63812"/>
                    <a:pt x="256" y="63881"/>
                  </a:cubicBezTo>
                  <a:cubicBezTo>
                    <a:pt x="199" y="63881"/>
                    <a:pt x="142" y="63962"/>
                    <a:pt x="142" y="64043"/>
                  </a:cubicBezTo>
                  <a:lnTo>
                    <a:pt x="199" y="64043"/>
                  </a:lnTo>
                  <a:cubicBezTo>
                    <a:pt x="321" y="64043"/>
                    <a:pt x="321" y="64124"/>
                    <a:pt x="264" y="64205"/>
                  </a:cubicBezTo>
                  <a:cubicBezTo>
                    <a:pt x="207" y="64205"/>
                    <a:pt x="207" y="64286"/>
                    <a:pt x="272" y="64448"/>
                  </a:cubicBezTo>
                  <a:cubicBezTo>
                    <a:pt x="272" y="64610"/>
                    <a:pt x="272" y="64691"/>
                    <a:pt x="215" y="64691"/>
                  </a:cubicBezTo>
                  <a:cubicBezTo>
                    <a:pt x="94" y="64700"/>
                    <a:pt x="94" y="64700"/>
                    <a:pt x="215" y="64781"/>
                  </a:cubicBezTo>
                  <a:cubicBezTo>
                    <a:pt x="280" y="64854"/>
                    <a:pt x="280" y="64854"/>
                    <a:pt x="223" y="65024"/>
                  </a:cubicBezTo>
                  <a:cubicBezTo>
                    <a:pt x="166" y="65105"/>
                    <a:pt x="166" y="65105"/>
                    <a:pt x="223" y="65186"/>
                  </a:cubicBezTo>
                  <a:cubicBezTo>
                    <a:pt x="345" y="65178"/>
                    <a:pt x="402" y="65178"/>
                    <a:pt x="402" y="65097"/>
                  </a:cubicBezTo>
                  <a:cubicBezTo>
                    <a:pt x="402" y="65016"/>
                    <a:pt x="402" y="65016"/>
                    <a:pt x="458" y="65016"/>
                  </a:cubicBezTo>
                  <a:cubicBezTo>
                    <a:pt x="458" y="65016"/>
                    <a:pt x="458" y="65097"/>
                    <a:pt x="466" y="65178"/>
                  </a:cubicBezTo>
                  <a:cubicBezTo>
                    <a:pt x="466" y="65291"/>
                    <a:pt x="483" y="65397"/>
                    <a:pt x="531" y="65502"/>
                  </a:cubicBezTo>
                  <a:cubicBezTo>
                    <a:pt x="563" y="65578"/>
                    <a:pt x="607" y="65617"/>
                    <a:pt x="637" y="65617"/>
                  </a:cubicBezTo>
                  <a:cubicBezTo>
                    <a:pt x="667" y="65617"/>
                    <a:pt x="682" y="65576"/>
                    <a:pt x="653" y="65494"/>
                  </a:cubicBezTo>
                  <a:lnTo>
                    <a:pt x="710" y="65413"/>
                  </a:lnTo>
                  <a:cubicBezTo>
                    <a:pt x="884" y="65405"/>
                    <a:pt x="888" y="65251"/>
                    <a:pt x="715" y="65251"/>
                  </a:cubicBezTo>
                  <a:cubicBezTo>
                    <a:pt x="711" y="65251"/>
                    <a:pt x="706" y="65251"/>
                    <a:pt x="702" y="65251"/>
                  </a:cubicBezTo>
                  <a:cubicBezTo>
                    <a:pt x="523" y="65251"/>
                    <a:pt x="523" y="65251"/>
                    <a:pt x="645" y="65170"/>
                  </a:cubicBezTo>
                  <a:cubicBezTo>
                    <a:pt x="766" y="65162"/>
                    <a:pt x="758" y="65081"/>
                    <a:pt x="758" y="65000"/>
                  </a:cubicBezTo>
                  <a:cubicBezTo>
                    <a:pt x="758" y="64919"/>
                    <a:pt x="758" y="64919"/>
                    <a:pt x="815" y="64919"/>
                  </a:cubicBezTo>
                  <a:cubicBezTo>
                    <a:pt x="880" y="64919"/>
                    <a:pt x="937" y="64837"/>
                    <a:pt x="937" y="64756"/>
                  </a:cubicBezTo>
                  <a:cubicBezTo>
                    <a:pt x="929" y="64675"/>
                    <a:pt x="929" y="64675"/>
                    <a:pt x="872" y="64675"/>
                  </a:cubicBezTo>
                  <a:cubicBezTo>
                    <a:pt x="861" y="64691"/>
                    <a:pt x="852" y="64697"/>
                    <a:pt x="845" y="64697"/>
                  </a:cubicBezTo>
                  <a:cubicBezTo>
                    <a:pt x="817" y="64697"/>
                    <a:pt x="830" y="64579"/>
                    <a:pt x="929" y="64513"/>
                  </a:cubicBezTo>
                  <a:cubicBezTo>
                    <a:pt x="972" y="64445"/>
                    <a:pt x="982" y="64429"/>
                    <a:pt x="930" y="64429"/>
                  </a:cubicBezTo>
                  <a:cubicBezTo>
                    <a:pt x="914" y="64429"/>
                    <a:pt x="892" y="64430"/>
                    <a:pt x="864" y="64432"/>
                  </a:cubicBezTo>
                  <a:cubicBezTo>
                    <a:pt x="750" y="64432"/>
                    <a:pt x="742" y="64270"/>
                    <a:pt x="864" y="64189"/>
                  </a:cubicBezTo>
                  <a:lnTo>
                    <a:pt x="856" y="64027"/>
                  </a:lnTo>
                  <a:cubicBezTo>
                    <a:pt x="856" y="63946"/>
                    <a:pt x="799" y="63946"/>
                    <a:pt x="734" y="63946"/>
                  </a:cubicBezTo>
                  <a:cubicBezTo>
                    <a:pt x="621" y="63946"/>
                    <a:pt x="621" y="63946"/>
                    <a:pt x="677" y="63865"/>
                  </a:cubicBezTo>
                  <a:cubicBezTo>
                    <a:pt x="702" y="63824"/>
                    <a:pt x="742" y="63792"/>
                    <a:pt x="791" y="63783"/>
                  </a:cubicBezTo>
                  <a:cubicBezTo>
                    <a:pt x="856" y="63783"/>
                    <a:pt x="848" y="63702"/>
                    <a:pt x="848" y="63621"/>
                  </a:cubicBezTo>
                  <a:cubicBezTo>
                    <a:pt x="848" y="63540"/>
                    <a:pt x="848" y="63378"/>
                    <a:pt x="783" y="63378"/>
                  </a:cubicBezTo>
                  <a:lnTo>
                    <a:pt x="848" y="63378"/>
                  </a:lnTo>
                  <a:cubicBezTo>
                    <a:pt x="839" y="63297"/>
                    <a:pt x="904" y="63297"/>
                    <a:pt x="839" y="63297"/>
                  </a:cubicBezTo>
                  <a:cubicBezTo>
                    <a:pt x="848" y="63208"/>
                    <a:pt x="864" y="63127"/>
                    <a:pt x="896" y="63054"/>
                  </a:cubicBezTo>
                  <a:cubicBezTo>
                    <a:pt x="936" y="62941"/>
                    <a:pt x="889" y="62789"/>
                    <a:pt x="816" y="62789"/>
                  </a:cubicBezTo>
                  <a:cubicBezTo>
                    <a:pt x="785" y="62789"/>
                    <a:pt x="749" y="62816"/>
                    <a:pt x="713" y="62884"/>
                  </a:cubicBezTo>
                  <a:lnTo>
                    <a:pt x="713" y="62884"/>
                  </a:lnTo>
                  <a:cubicBezTo>
                    <a:pt x="712" y="62865"/>
                    <a:pt x="711" y="62841"/>
                    <a:pt x="710" y="62811"/>
                  </a:cubicBezTo>
                  <a:cubicBezTo>
                    <a:pt x="710" y="62729"/>
                    <a:pt x="653" y="62729"/>
                    <a:pt x="653" y="62729"/>
                  </a:cubicBezTo>
                  <a:cubicBezTo>
                    <a:pt x="588" y="62729"/>
                    <a:pt x="588" y="62648"/>
                    <a:pt x="588" y="62567"/>
                  </a:cubicBezTo>
                  <a:lnTo>
                    <a:pt x="710" y="62567"/>
                  </a:lnTo>
                  <a:cubicBezTo>
                    <a:pt x="744" y="62583"/>
                    <a:pt x="773" y="62589"/>
                    <a:pt x="798" y="62589"/>
                  </a:cubicBezTo>
                  <a:cubicBezTo>
                    <a:pt x="901" y="62589"/>
                    <a:pt x="911" y="62471"/>
                    <a:pt x="766" y="62405"/>
                  </a:cubicBezTo>
                  <a:lnTo>
                    <a:pt x="823" y="62405"/>
                  </a:lnTo>
                  <a:cubicBezTo>
                    <a:pt x="880" y="62405"/>
                    <a:pt x="880" y="62324"/>
                    <a:pt x="815" y="62162"/>
                  </a:cubicBezTo>
                  <a:cubicBezTo>
                    <a:pt x="815" y="62081"/>
                    <a:pt x="693" y="62000"/>
                    <a:pt x="637" y="62000"/>
                  </a:cubicBezTo>
                  <a:cubicBezTo>
                    <a:pt x="572" y="62000"/>
                    <a:pt x="572" y="61919"/>
                    <a:pt x="572" y="61919"/>
                  </a:cubicBezTo>
                  <a:cubicBezTo>
                    <a:pt x="572" y="61838"/>
                    <a:pt x="572" y="61838"/>
                    <a:pt x="629" y="61838"/>
                  </a:cubicBezTo>
                  <a:cubicBezTo>
                    <a:pt x="750" y="61838"/>
                    <a:pt x="750" y="61675"/>
                    <a:pt x="629" y="61594"/>
                  </a:cubicBezTo>
                  <a:lnTo>
                    <a:pt x="685" y="61594"/>
                  </a:lnTo>
                  <a:cubicBezTo>
                    <a:pt x="750" y="61594"/>
                    <a:pt x="799" y="61513"/>
                    <a:pt x="742" y="61108"/>
                  </a:cubicBezTo>
                  <a:cubicBezTo>
                    <a:pt x="750" y="60784"/>
                    <a:pt x="750" y="60540"/>
                    <a:pt x="815" y="60540"/>
                  </a:cubicBezTo>
                  <a:cubicBezTo>
                    <a:pt x="872" y="60540"/>
                    <a:pt x="758" y="60216"/>
                    <a:pt x="645" y="60054"/>
                  </a:cubicBezTo>
                  <a:cubicBezTo>
                    <a:pt x="702" y="60054"/>
                    <a:pt x="702" y="59973"/>
                    <a:pt x="710" y="59811"/>
                  </a:cubicBezTo>
                  <a:cubicBezTo>
                    <a:pt x="710" y="59567"/>
                    <a:pt x="710" y="59567"/>
                    <a:pt x="775" y="59567"/>
                  </a:cubicBezTo>
                  <a:cubicBezTo>
                    <a:pt x="822" y="59601"/>
                    <a:pt x="849" y="59621"/>
                    <a:pt x="857" y="59621"/>
                  </a:cubicBezTo>
                  <a:cubicBezTo>
                    <a:pt x="869" y="59621"/>
                    <a:pt x="841" y="59581"/>
                    <a:pt x="775" y="59486"/>
                  </a:cubicBezTo>
                  <a:cubicBezTo>
                    <a:pt x="655" y="59399"/>
                    <a:pt x="716" y="59162"/>
                    <a:pt x="834" y="59162"/>
                  </a:cubicBezTo>
                  <a:cubicBezTo>
                    <a:pt x="835" y="59162"/>
                    <a:pt x="837" y="59162"/>
                    <a:pt x="839" y="59162"/>
                  </a:cubicBezTo>
                  <a:cubicBezTo>
                    <a:pt x="896" y="59162"/>
                    <a:pt x="904" y="59081"/>
                    <a:pt x="904" y="58919"/>
                  </a:cubicBezTo>
                  <a:cubicBezTo>
                    <a:pt x="848" y="58838"/>
                    <a:pt x="848" y="58676"/>
                    <a:pt x="848" y="58513"/>
                  </a:cubicBezTo>
                  <a:cubicBezTo>
                    <a:pt x="856" y="58270"/>
                    <a:pt x="856" y="58270"/>
                    <a:pt x="734" y="58262"/>
                  </a:cubicBezTo>
                  <a:cubicBezTo>
                    <a:pt x="621" y="58262"/>
                    <a:pt x="621" y="58181"/>
                    <a:pt x="621" y="58019"/>
                  </a:cubicBezTo>
                  <a:cubicBezTo>
                    <a:pt x="621" y="57938"/>
                    <a:pt x="629" y="57857"/>
                    <a:pt x="685" y="57857"/>
                  </a:cubicBezTo>
                  <a:cubicBezTo>
                    <a:pt x="718" y="57808"/>
                    <a:pt x="742" y="57751"/>
                    <a:pt x="750" y="57695"/>
                  </a:cubicBezTo>
                  <a:cubicBezTo>
                    <a:pt x="750" y="57617"/>
                    <a:pt x="750" y="57540"/>
                    <a:pt x="799" y="57540"/>
                  </a:cubicBezTo>
                  <a:cubicBezTo>
                    <a:pt x="802" y="57540"/>
                    <a:pt x="804" y="57540"/>
                    <a:pt x="807" y="57540"/>
                  </a:cubicBezTo>
                  <a:cubicBezTo>
                    <a:pt x="856" y="57468"/>
                    <a:pt x="880" y="57378"/>
                    <a:pt x="872" y="57297"/>
                  </a:cubicBezTo>
                  <a:cubicBezTo>
                    <a:pt x="880" y="57135"/>
                    <a:pt x="880" y="56973"/>
                    <a:pt x="945" y="56973"/>
                  </a:cubicBezTo>
                  <a:cubicBezTo>
                    <a:pt x="945" y="56892"/>
                    <a:pt x="945" y="56892"/>
                    <a:pt x="888" y="56892"/>
                  </a:cubicBezTo>
                  <a:cubicBezTo>
                    <a:pt x="823" y="56892"/>
                    <a:pt x="775" y="56803"/>
                    <a:pt x="848" y="56486"/>
                  </a:cubicBezTo>
                  <a:cubicBezTo>
                    <a:pt x="864" y="56324"/>
                    <a:pt x="872" y="56081"/>
                    <a:pt x="815" y="56073"/>
                  </a:cubicBezTo>
                  <a:cubicBezTo>
                    <a:pt x="821" y="56011"/>
                    <a:pt x="823" y="55997"/>
                    <a:pt x="848" y="55997"/>
                  </a:cubicBezTo>
                  <a:cubicBezTo>
                    <a:pt x="856" y="55997"/>
                    <a:pt x="866" y="55998"/>
                    <a:pt x="880" y="56000"/>
                  </a:cubicBezTo>
                  <a:cubicBezTo>
                    <a:pt x="1002" y="56000"/>
                    <a:pt x="1010" y="55838"/>
                    <a:pt x="896" y="55676"/>
                  </a:cubicBezTo>
                  <a:cubicBezTo>
                    <a:pt x="839" y="55668"/>
                    <a:pt x="848" y="55587"/>
                    <a:pt x="912" y="55514"/>
                  </a:cubicBezTo>
                  <a:cubicBezTo>
                    <a:pt x="912" y="55449"/>
                    <a:pt x="888" y="55392"/>
                    <a:pt x="856" y="55343"/>
                  </a:cubicBezTo>
                  <a:cubicBezTo>
                    <a:pt x="807" y="55262"/>
                    <a:pt x="807" y="55262"/>
                    <a:pt x="872" y="55100"/>
                  </a:cubicBezTo>
                  <a:cubicBezTo>
                    <a:pt x="875" y="55100"/>
                    <a:pt x="877" y="55101"/>
                    <a:pt x="879" y="55101"/>
                  </a:cubicBezTo>
                  <a:cubicBezTo>
                    <a:pt x="929" y="55101"/>
                    <a:pt x="937" y="55023"/>
                    <a:pt x="945" y="54946"/>
                  </a:cubicBezTo>
                  <a:cubicBezTo>
                    <a:pt x="888" y="54776"/>
                    <a:pt x="945" y="53884"/>
                    <a:pt x="1010" y="53811"/>
                  </a:cubicBezTo>
                  <a:cubicBezTo>
                    <a:pt x="953" y="53722"/>
                    <a:pt x="953" y="53722"/>
                    <a:pt x="961" y="53641"/>
                  </a:cubicBezTo>
                  <a:cubicBezTo>
                    <a:pt x="1083" y="53568"/>
                    <a:pt x="1026" y="53487"/>
                    <a:pt x="912" y="53479"/>
                  </a:cubicBezTo>
                  <a:lnTo>
                    <a:pt x="904" y="53560"/>
                  </a:lnTo>
                  <a:lnTo>
                    <a:pt x="896" y="53641"/>
                  </a:lnTo>
                  <a:cubicBezTo>
                    <a:pt x="785" y="53633"/>
                    <a:pt x="791" y="53397"/>
                    <a:pt x="968" y="53397"/>
                  </a:cubicBezTo>
                  <a:cubicBezTo>
                    <a:pt x="971" y="53397"/>
                    <a:pt x="974" y="53397"/>
                    <a:pt x="977" y="53397"/>
                  </a:cubicBezTo>
                  <a:cubicBezTo>
                    <a:pt x="1099" y="53324"/>
                    <a:pt x="1099" y="53333"/>
                    <a:pt x="985" y="53235"/>
                  </a:cubicBezTo>
                  <a:cubicBezTo>
                    <a:pt x="872" y="53146"/>
                    <a:pt x="872" y="53065"/>
                    <a:pt x="993" y="52992"/>
                  </a:cubicBezTo>
                  <a:cubicBezTo>
                    <a:pt x="1029" y="52997"/>
                    <a:pt x="1054" y="53000"/>
                    <a:pt x="1069" y="53000"/>
                  </a:cubicBezTo>
                  <a:cubicBezTo>
                    <a:pt x="1106" y="53000"/>
                    <a:pt x="1082" y="52980"/>
                    <a:pt x="1002" y="52911"/>
                  </a:cubicBezTo>
                  <a:cubicBezTo>
                    <a:pt x="777" y="52741"/>
                    <a:pt x="737" y="52504"/>
                    <a:pt x="946" y="52504"/>
                  </a:cubicBezTo>
                  <a:cubicBezTo>
                    <a:pt x="956" y="52504"/>
                    <a:pt x="966" y="52504"/>
                    <a:pt x="977" y="52506"/>
                  </a:cubicBezTo>
                  <a:cubicBezTo>
                    <a:pt x="986" y="52507"/>
                    <a:pt x="996" y="52508"/>
                    <a:pt x="1005" y="52508"/>
                  </a:cubicBezTo>
                  <a:cubicBezTo>
                    <a:pt x="1084" y="52508"/>
                    <a:pt x="1157" y="52447"/>
                    <a:pt x="1172" y="52360"/>
                  </a:cubicBezTo>
                  <a:cubicBezTo>
                    <a:pt x="1180" y="52279"/>
                    <a:pt x="1115" y="52270"/>
                    <a:pt x="1058" y="52270"/>
                  </a:cubicBezTo>
                  <a:cubicBezTo>
                    <a:pt x="1027" y="52286"/>
                    <a:pt x="1004" y="52293"/>
                    <a:pt x="989" y="52293"/>
                  </a:cubicBezTo>
                  <a:cubicBezTo>
                    <a:pt x="940" y="52293"/>
                    <a:pt x="970" y="52220"/>
                    <a:pt x="1075" y="52108"/>
                  </a:cubicBezTo>
                  <a:cubicBezTo>
                    <a:pt x="1277" y="51881"/>
                    <a:pt x="1293" y="51719"/>
                    <a:pt x="1196" y="51468"/>
                  </a:cubicBezTo>
                  <a:cubicBezTo>
                    <a:pt x="1133" y="51227"/>
                    <a:pt x="1127" y="51035"/>
                    <a:pt x="1163" y="51035"/>
                  </a:cubicBezTo>
                  <a:cubicBezTo>
                    <a:pt x="1178" y="51035"/>
                    <a:pt x="1200" y="51068"/>
                    <a:pt x="1229" y="51143"/>
                  </a:cubicBezTo>
                  <a:cubicBezTo>
                    <a:pt x="1282" y="51230"/>
                    <a:pt x="1308" y="51272"/>
                    <a:pt x="1315" y="51272"/>
                  </a:cubicBezTo>
                  <a:cubicBezTo>
                    <a:pt x="1322" y="51272"/>
                    <a:pt x="1309" y="51232"/>
                    <a:pt x="1285" y="51152"/>
                  </a:cubicBezTo>
                  <a:lnTo>
                    <a:pt x="1326" y="50746"/>
                  </a:lnTo>
                  <a:cubicBezTo>
                    <a:pt x="1334" y="50665"/>
                    <a:pt x="1285" y="50576"/>
                    <a:pt x="1229" y="50568"/>
                  </a:cubicBezTo>
                  <a:cubicBezTo>
                    <a:pt x="1375" y="50495"/>
                    <a:pt x="1423" y="50308"/>
                    <a:pt x="1326" y="50171"/>
                  </a:cubicBezTo>
                  <a:lnTo>
                    <a:pt x="1342" y="50008"/>
                  </a:lnTo>
                  <a:cubicBezTo>
                    <a:pt x="1350" y="49927"/>
                    <a:pt x="1350" y="49927"/>
                    <a:pt x="1302" y="49846"/>
                  </a:cubicBezTo>
                  <a:cubicBezTo>
                    <a:pt x="1245" y="49757"/>
                    <a:pt x="1310" y="49684"/>
                    <a:pt x="1383" y="49611"/>
                  </a:cubicBezTo>
                  <a:cubicBezTo>
                    <a:pt x="1448" y="49538"/>
                    <a:pt x="1512" y="49457"/>
                    <a:pt x="1456" y="49457"/>
                  </a:cubicBezTo>
                  <a:cubicBezTo>
                    <a:pt x="1399" y="49449"/>
                    <a:pt x="1350" y="49279"/>
                    <a:pt x="1302" y="49190"/>
                  </a:cubicBezTo>
                  <a:cubicBezTo>
                    <a:pt x="1269" y="49129"/>
                    <a:pt x="1288" y="49076"/>
                    <a:pt x="1319" y="49076"/>
                  </a:cubicBezTo>
                  <a:cubicBezTo>
                    <a:pt x="1333" y="49076"/>
                    <a:pt x="1351" y="49088"/>
                    <a:pt x="1366" y="49117"/>
                  </a:cubicBezTo>
                  <a:cubicBezTo>
                    <a:pt x="1379" y="49118"/>
                    <a:pt x="1388" y="49119"/>
                    <a:pt x="1397" y="49119"/>
                  </a:cubicBezTo>
                  <a:cubicBezTo>
                    <a:pt x="1434" y="49119"/>
                    <a:pt x="1445" y="49096"/>
                    <a:pt x="1504" y="48971"/>
                  </a:cubicBezTo>
                  <a:cubicBezTo>
                    <a:pt x="1512" y="48890"/>
                    <a:pt x="1529" y="48727"/>
                    <a:pt x="1472" y="48719"/>
                  </a:cubicBezTo>
                  <a:cubicBezTo>
                    <a:pt x="1407" y="48711"/>
                    <a:pt x="1456" y="48233"/>
                    <a:pt x="1537" y="48160"/>
                  </a:cubicBezTo>
                  <a:lnTo>
                    <a:pt x="1561" y="47998"/>
                  </a:lnTo>
                  <a:cubicBezTo>
                    <a:pt x="1569" y="47917"/>
                    <a:pt x="1520" y="47827"/>
                    <a:pt x="1529" y="47746"/>
                  </a:cubicBezTo>
                  <a:cubicBezTo>
                    <a:pt x="1537" y="47690"/>
                    <a:pt x="1520" y="47633"/>
                    <a:pt x="1496" y="47576"/>
                  </a:cubicBezTo>
                  <a:cubicBezTo>
                    <a:pt x="1504" y="47499"/>
                    <a:pt x="1519" y="47430"/>
                    <a:pt x="1569" y="47430"/>
                  </a:cubicBezTo>
                  <a:cubicBezTo>
                    <a:pt x="1572" y="47430"/>
                    <a:pt x="1574" y="47430"/>
                    <a:pt x="1577" y="47430"/>
                  </a:cubicBezTo>
                  <a:cubicBezTo>
                    <a:pt x="1472" y="47333"/>
                    <a:pt x="1472" y="47333"/>
                    <a:pt x="1602" y="47268"/>
                  </a:cubicBezTo>
                  <a:cubicBezTo>
                    <a:pt x="1634" y="47273"/>
                    <a:pt x="1658" y="47276"/>
                    <a:pt x="1672" y="47276"/>
                  </a:cubicBezTo>
                  <a:cubicBezTo>
                    <a:pt x="1706" y="47276"/>
                    <a:pt x="1685" y="47256"/>
                    <a:pt x="1610" y="47187"/>
                  </a:cubicBezTo>
                  <a:cubicBezTo>
                    <a:pt x="1561" y="47098"/>
                    <a:pt x="1561" y="47098"/>
                    <a:pt x="1634" y="47025"/>
                  </a:cubicBezTo>
                  <a:cubicBezTo>
                    <a:pt x="1637" y="47025"/>
                    <a:pt x="1639" y="47025"/>
                    <a:pt x="1642" y="47025"/>
                  </a:cubicBezTo>
                  <a:cubicBezTo>
                    <a:pt x="1691" y="47025"/>
                    <a:pt x="1696" y="46951"/>
                    <a:pt x="1642" y="46944"/>
                  </a:cubicBezTo>
                  <a:cubicBezTo>
                    <a:pt x="1540" y="46849"/>
                    <a:pt x="1514" y="46611"/>
                    <a:pt x="1623" y="46611"/>
                  </a:cubicBezTo>
                  <a:cubicBezTo>
                    <a:pt x="1627" y="46611"/>
                    <a:pt x="1630" y="46611"/>
                    <a:pt x="1634" y="46611"/>
                  </a:cubicBezTo>
                  <a:cubicBezTo>
                    <a:pt x="1634" y="46555"/>
                    <a:pt x="1626" y="46498"/>
                    <a:pt x="1593" y="46441"/>
                  </a:cubicBezTo>
                  <a:cubicBezTo>
                    <a:pt x="1523" y="46376"/>
                    <a:pt x="1500" y="46355"/>
                    <a:pt x="1526" y="46355"/>
                  </a:cubicBezTo>
                  <a:cubicBezTo>
                    <a:pt x="1539" y="46355"/>
                    <a:pt x="1564" y="46360"/>
                    <a:pt x="1602" y="46368"/>
                  </a:cubicBezTo>
                  <a:cubicBezTo>
                    <a:pt x="1731" y="46303"/>
                    <a:pt x="1748" y="46222"/>
                    <a:pt x="1642" y="46125"/>
                  </a:cubicBezTo>
                  <a:cubicBezTo>
                    <a:pt x="1610" y="46068"/>
                    <a:pt x="1618" y="46003"/>
                    <a:pt x="1658" y="45963"/>
                  </a:cubicBezTo>
                  <a:cubicBezTo>
                    <a:pt x="1734" y="45818"/>
                    <a:pt x="1853" y="45397"/>
                    <a:pt x="1761" y="45397"/>
                  </a:cubicBezTo>
                  <a:cubicBezTo>
                    <a:pt x="1755" y="45397"/>
                    <a:pt x="1748" y="45399"/>
                    <a:pt x="1739" y="45403"/>
                  </a:cubicBezTo>
                  <a:lnTo>
                    <a:pt x="1764" y="45241"/>
                  </a:lnTo>
                  <a:cubicBezTo>
                    <a:pt x="1845" y="45087"/>
                    <a:pt x="1853" y="45006"/>
                    <a:pt x="1804" y="44917"/>
                  </a:cubicBezTo>
                  <a:lnTo>
                    <a:pt x="1756" y="44828"/>
                  </a:lnTo>
                  <a:lnTo>
                    <a:pt x="1756" y="44828"/>
                  </a:lnTo>
                  <a:cubicBezTo>
                    <a:pt x="1759" y="44828"/>
                    <a:pt x="1762" y="44828"/>
                    <a:pt x="1766" y="44828"/>
                  </a:cubicBezTo>
                  <a:cubicBezTo>
                    <a:pt x="1827" y="44828"/>
                    <a:pt x="1886" y="44759"/>
                    <a:pt x="1902" y="44682"/>
                  </a:cubicBezTo>
                  <a:cubicBezTo>
                    <a:pt x="1910" y="44609"/>
                    <a:pt x="1910" y="44601"/>
                    <a:pt x="1853" y="44592"/>
                  </a:cubicBezTo>
                  <a:cubicBezTo>
                    <a:pt x="1833" y="44612"/>
                    <a:pt x="1820" y="44621"/>
                    <a:pt x="1811" y="44621"/>
                  </a:cubicBezTo>
                  <a:cubicBezTo>
                    <a:pt x="1788" y="44621"/>
                    <a:pt x="1798" y="44562"/>
                    <a:pt x="1804" y="44503"/>
                  </a:cubicBezTo>
                  <a:cubicBezTo>
                    <a:pt x="1812" y="44427"/>
                    <a:pt x="1877" y="44365"/>
                    <a:pt x="1932" y="44365"/>
                  </a:cubicBezTo>
                  <a:cubicBezTo>
                    <a:pt x="1936" y="44365"/>
                    <a:pt x="1939" y="44365"/>
                    <a:pt x="1942" y="44365"/>
                  </a:cubicBezTo>
                  <a:lnTo>
                    <a:pt x="1958" y="44284"/>
                  </a:lnTo>
                  <a:cubicBezTo>
                    <a:pt x="1843" y="44261"/>
                    <a:pt x="1844" y="44195"/>
                    <a:pt x="1900" y="44195"/>
                  </a:cubicBezTo>
                  <a:cubicBezTo>
                    <a:pt x="1903" y="44195"/>
                    <a:pt x="1906" y="44195"/>
                    <a:pt x="1910" y="44195"/>
                  </a:cubicBezTo>
                  <a:cubicBezTo>
                    <a:pt x="1966" y="44130"/>
                    <a:pt x="1999" y="44049"/>
                    <a:pt x="2007" y="43960"/>
                  </a:cubicBezTo>
                  <a:cubicBezTo>
                    <a:pt x="1970" y="43955"/>
                    <a:pt x="1988" y="43922"/>
                    <a:pt x="2001" y="43922"/>
                  </a:cubicBezTo>
                  <a:cubicBezTo>
                    <a:pt x="2007" y="43922"/>
                    <a:pt x="2013" y="43932"/>
                    <a:pt x="2007" y="43960"/>
                  </a:cubicBezTo>
                  <a:lnTo>
                    <a:pt x="2064" y="43976"/>
                  </a:lnTo>
                  <a:cubicBezTo>
                    <a:pt x="2137" y="43903"/>
                    <a:pt x="2080" y="43895"/>
                    <a:pt x="2023" y="43879"/>
                  </a:cubicBezTo>
                  <a:cubicBezTo>
                    <a:pt x="2023" y="43879"/>
                    <a:pt x="2039" y="43806"/>
                    <a:pt x="2047" y="43725"/>
                  </a:cubicBezTo>
                  <a:cubicBezTo>
                    <a:pt x="2059" y="43666"/>
                    <a:pt x="2071" y="43607"/>
                    <a:pt x="2049" y="43607"/>
                  </a:cubicBezTo>
                  <a:cubicBezTo>
                    <a:pt x="2040" y="43607"/>
                    <a:pt x="2027" y="43616"/>
                    <a:pt x="2007" y="43636"/>
                  </a:cubicBezTo>
                  <a:cubicBezTo>
                    <a:pt x="1950" y="43620"/>
                    <a:pt x="1885" y="43611"/>
                    <a:pt x="1902" y="43530"/>
                  </a:cubicBezTo>
                  <a:lnTo>
                    <a:pt x="1902" y="43530"/>
                  </a:lnTo>
                  <a:cubicBezTo>
                    <a:pt x="1922" y="43536"/>
                    <a:pt x="1943" y="43541"/>
                    <a:pt x="1963" y="43541"/>
                  </a:cubicBezTo>
                  <a:cubicBezTo>
                    <a:pt x="1998" y="43541"/>
                    <a:pt x="2026" y="43526"/>
                    <a:pt x="2031" y="43474"/>
                  </a:cubicBezTo>
                  <a:cubicBezTo>
                    <a:pt x="2045" y="43406"/>
                    <a:pt x="2086" y="43400"/>
                    <a:pt x="2100" y="43400"/>
                  </a:cubicBezTo>
                  <a:cubicBezTo>
                    <a:pt x="2103" y="43400"/>
                    <a:pt x="2104" y="43401"/>
                    <a:pt x="2104" y="43401"/>
                  </a:cubicBezTo>
                  <a:cubicBezTo>
                    <a:pt x="2118" y="43415"/>
                    <a:pt x="2131" y="43421"/>
                    <a:pt x="2141" y="43421"/>
                  </a:cubicBezTo>
                  <a:cubicBezTo>
                    <a:pt x="2209" y="43421"/>
                    <a:pt x="2203" y="43162"/>
                    <a:pt x="2161" y="43084"/>
                  </a:cubicBezTo>
                  <a:cubicBezTo>
                    <a:pt x="2079" y="42921"/>
                    <a:pt x="2086" y="42839"/>
                    <a:pt x="2181" y="42839"/>
                  </a:cubicBezTo>
                  <a:cubicBezTo>
                    <a:pt x="2190" y="42839"/>
                    <a:pt x="2200" y="42840"/>
                    <a:pt x="2210" y="42841"/>
                  </a:cubicBezTo>
                  <a:cubicBezTo>
                    <a:pt x="2217" y="42843"/>
                    <a:pt x="2223" y="42843"/>
                    <a:pt x="2229" y="42843"/>
                  </a:cubicBezTo>
                  <a:cubicBezTo>
                    <a:pt x="2312" y="42843"/>
                    <a:pt x="2224" y="42680"/>
                    <a:pt x="2072" y="42574"/>
                  </a:cubicBezTo>
                  <a:lnTo>
                    <a:pt x="1910" y="42460"/>
                  </a:lnTo>
                  <a:lnTo>
                    <a:pt x="2088" y="42493"/>
                  </a:lnTo>
                  <a:cubicBezTo>
                    <a:pt x="2339" y="42452"/>
                    <a:pt x="2339" y="42452"/>
                    <a:pt x="2266" y="42193"/>
                  </a:cubicBezTo>
                  <a:cubicBezTo>
                    <a:pt x="2242" y="42062"/>
                    <a:pt x="2236" y="42032"/>
                    <a:pt x="2260" y="42032"/>
                  </a:cubicBezTo>
                  <a:cubicBezTo>
                    <a:pt x="2267" y="42032"/>
                    <a:pt x="2277" y="42035"/>
                    <a:pt x="2291" y="42039"/>
                  </a:cubicBezTo>
                  <a:cubicBezTo>
                    <a:pt x="2294" y="42039"/>
                    <a:pt x="2296" y="42039"/>
                    <a:pt x="2299" y="42039"/>
                  </a:cubicBezTo>
                  <a:cubicBezTo>
                    <a:pt x="2356" y="42039"/>
                    <a:pt x="2366" y="41955"/>
                    <a:pt x="2412" y="41722"/>
                  </a:cubicBezTo>
                  <a:cubicBezTo>
                    <a:pt x="2453" y="41487"/>
                    <a:pt x="2469" y="41406"/>
                    <a:pt x="2404" y="41398"/>
                  </a:cubicBezTo>
                  <a:lnTo>
                    <a:pt x="2437" y="41236"/>
                  </a:lnTo>
                  <a:cubicBezTo>
                    <a:pt x="2548" y="41187"/>
                    <a:pt x="2540" y="41054"/>
                    <a:pt x="2453" y="41054"/>
                  </a:cubicBezTo>
                  <a:cubicBezTo>
                    <a:pt x="2439" y="41054"/>
                    <a:pt x="2422" y="41058"/>
                    <a:pt x="2404" y="41066"/>
                  </a:cubicBezTo>
                  <a:lnTo>
                    <a:pt x="2437" y="40903"/>
                  </a:lnTo>
                  <a:lnTo>
                    <a:pt x="2493" y="40920"/>
                  </a:lnTo>
                  <a:cubicBezTo>
                    <a:pt x="2495" y="40920"/>
                    <a:pt x="2496" y="40920"/>
                    <a:pt x="2497" y="40920"/>
                  </a:cubicBezTo>
                  <a:cubicBezTo>
                    <a:pt x="2552" y="40920"/>
                    <a:pt x="2585" y="40751"/>
                    <a:pt x="2696" y="40125"/>
                  </a:cubicBezTo>
                  <a:cubicBezTo>
                    <a:pt x="2834" y="39412"/>
                    <a:pt x="2866" y="39339"/>
                    <a:pt x="2745" y="39306"/>
                  </a:cubicBezTo>
                  <a:cubicBezTo>
                    <a:pt x="2659" y="39221"/>
                    <a:pt x="2661" y="39148"/>
                    <a:pt x="2740" y="39148"/>
                  </a:cubicBezTo>
                  <a:cubicBezTo>
                    <a:pt x="2751" y="39148"/>
                    <a:pt x="2763" y="39149"/>
                    <a:pt x="2777" y="39152"/>
                  </a:cubicBezTo>
                  <a:cubicBezTo>
                    <a:pt x="2781" y="39153"/>
                    <a:pt x="2785" y="39153"/>
                    <a:pt x="2789" y="39153"/>
                  </a:cubicBezTo>
                  <a:cubicBezTo>
                    <a:pt x="2850" y="39153"/>
                    <a:pt x="2912" y="39095"/>
                    <a:pt x="2858" y="39087"/>
                  </a:cubicBezTo>
                  <a:cubicBezTo>
                    <a:pt x="2874" y="38998"/>
                    <a:pt x="2915" y="38925"/>
                    <a:pt x="2964" y="38860"/>
                  </a:cubicBezTo>
                  <a:cubicBezTo>
                    <a:pt x="3134" y="38649"/>
                    <a:pt x="3093" y="38552"/>
                    <a:pt x="3037" y="38544"/>
                  </a:cubicBezTo>
                  <a:lnTo>
                    <a:pt x="3037" y="38544"/>
                  </a:lnTo>
                  <a:cubicBezTo>
                    <a:pt x="3003" y="38556"/>
                    <a:pt x="2982" y="38561"/>
                    <a:pt x="2972" y="38561"/>
                  </a:cubicBezTo>
                  <a:cubicBezTo>
                    <a:pt x="2938" y="38561"/>
                    <a:pt x="2998" y="38512"/>
                    <a:pt x="3053" y="38463"/>
                  </a:cubicBezTo>
                  <a:cubicBezTo>
                    <a:pt x="3134" y="38398"/>
                    <a:pt x="3207" y="38333"/>
                    <a:pt x="3150" y="38317"/>
                  </a:cubicBezTo>
                  <a:cubicBezTo>
                    <a:pt x="3111" y="38231"/>
                    <a:pt x="3148" y="37764"/>
                    <a:pt x="3260" y="37764"/>
                  </a:cubicBezTo>
                  <a:cubicBezTo>
                    <a:pt x="3264" y="37764"/>
                    <a:pt x="3268" y="37765"/>
                    <a:pt x="3272" y="37766"/>
                  </a:cubicBezTo>
                  <a:lnTo>
                    <a:pt x="3304" y="37604"/>
                  </a:lnTo>
                  <a:cubicBezTo>
                    <a:pt x="3247" y="37587"/>
                    <a:pt x="3280" y="37433"/>
                    <a:pt x="3320" y="37271"/>
                  </a:cubicBezTo>
                  <a:cubicBezTo>
                    <a:pt x="3350" y="37130"/>
                    <a:pt x="3366" y="37050"/>
                    <a:pt x="3412" y="37050"/>
                  </a:cubicBezTo>
                  <a:cubicBezTo>
                    <a:pt x="3417" y="37050"/>
                    <a:pt x="3421" y="37051"/>
                    <a:pt x="3426" y="37052"/>
                  </a:cubicBezTo>
                  <a:cubicBezTo>
                    <a:pt x="3437" y="37077"/>
                    <a:pt x="3447" y="37089"/>
                    <a:pt x="3454" y="37089"/>
                  </a:cubicBezTo>
                  <a:cubicBezTo>
                    <a:pt x="3473" y="37089"/>
                    <a:pt x="3478" y="37013"/>
                    <a:pt x="3466" y="36890"/>
                  </a:cubicBezTo>
                  <a:cubicBezTo>
                    <a:pt x="3483" y="36809"/>
                    <a:pt x="3385" y="36704"/>
                    <a:pt x="3401" y="36623"/>
                  </a:cubicBezTo>
                  <a:cubicBezTo>
                    <a:pt x="3337" y="36614"/>
                    <a:pt x="3296" y="36517"/>
                    <a:pt x="3320" y="36444"/>
                  </a:cubicBezTo>
                  <a:lnTo>
                    <a:pt x="3320" y="36444"/>
                  </a:lnTo>
                  <a:lnTo>
                    <a:pt x="3377" y="36452"/>
                  </a:lnTo>
                  <a:lnTo>
                    <a:pt x="3491" y="36485"/>
                  </a:lnTo>
                  <a:cubicBezTo>
                    <a:pt x="3507" y="36404"/>
                    <a:pt x="3523" y="36323"/>
                    <a:pt x="3466" y="36306"/>
                  </a:cubicBezTo>
                  <a:cubicBezTo>
                    <a:pt x="3547" y="36241"/>
                    <a:pt x="3564" y="36169"/>
                    <a:pt x="3596" y="36006"/>
                  </a:cubicBezTo>
                  <a:cubicBezTo>
                    <a:pt x="3629" y="35844"/>
                    <a:pt x="3661" y="35690"/>
                    <a:pt x="3629" y="35593"/>
                  </a:cubicBezTo>
                  <a:cubicBezTo>
                    <a:pt x="3766" y="35544"/>
                    <a:pt x="3888" y="35074"/>
                    <a:pt x="3791" y="34969"/>
                  </a:cubicBezTo>
                  <a:cubicBezTo>
                    <a:pt x="3734" y="34952"/>
                    <a:pt x="3758" y="34871"/>
                    <a:pt x="3831" y="34815"/>
                  </a:cubicBezTo>
                  <a:cubicBezTo>
                    <a:pt x="3912" y="34750"/>
                    <a:pt x="3912" y="34750"/>
                    <a:pt x="3880" y="34652"/>
                  </a:cubicBezTo>
                  <a:cubicBezTo>
                    <a:pt x="3839" y="34563"/>
                    <a:pt x="3920" y="34498"/>
                    <a:pt x="3993" y="34433"/>
                  </a:cubicBezTo>
                  <a:cubicBezTo>
                    <a:pt x="4131" y="34385"/>
                    <a:pt x="4156" y="34304"/>
                    <a:pt x="4115" y="34215"/>
                  </a:cubicBezTo>
                  <a:cubicBezTo>
                    <a:pt x="4107" y="34077"/>
                    <a:pt x="4123" y="33939"/>
                    <a:pt x="4164" y="33809"/>
                  </a:cubicBezTo>
                  <a:cubicBezTo>
                    <a:pt x="4151" y="33671"/>
                    <a:pt x="4158" y="33596"/>
                    <a:pt x="4124" y="33596"/>
                  </a:cubicBezTo>
                  <a:cubicBezTo>
                    <a:pt x="4114" y="33596"/>
                    <a:pt x="4101" y="33602"/>
                    <a:pt x="4083" y="33615"/>
                  </a:cubicBezTo>
                  <a:cubicBezTo>
                    <a:pt x="4026" y="33606"/>
                    <a:pt x="3993" y="33509"/>
                    <a:pt x="3993" y="33509"/>
                  </a:cubicBezTo>
                  <a:cubicBezTo>
                    <a:pt x="3984" y="33412"/>
                    <a:pt x="3999" y="33376"/>
                    <a:pt x="4008" y="33376"/>
                  </a:cubicBezTo>
                  <a:cubicBezTo>
                    <a:pt x="4015" y="33376"/>
                    <a:pt x="4020" y="33397"/>
                    <a:pt x="4010" y="33428"/>
                  </a:cubicBezTo>
                  <a:cubicBezTo>
                    <a:pt x="4017" y="33506"/>
                    <a:pt x="4026" y="33533"/>
                    <a:pt x="4041" y="33533"/>
                  </a:cubicBezTo>
                  <a:cubicBezTo>
                    <a:pt x="4058" y="33533"/>
                    <a:pt x="4084" y="33496"/>
                    <a:pt x="4123" y="33461"/>
                  </a:cubicBezTo>
                  <a:cubicBezTo>
                    <a:pt x="4196" y="33379"/>
                    <a:pt x="4245" y="33274"/>
                    <a:pt x="4269" y="33161"/>
                  </a:cubicBezTo>
                  <a:cubicBezTo>
                    <a:pt x="4285" y="33088"/>
                    <a:pt x="4326" y="32925"/>
                    <a:pt x="4350" y="32844"/>
                  </a:cubicBezTo>
                  <a:cubicBezTo>
                    <a:pt x="4472" y="32625"/>
                    <a:pt x="4488" y="32552"/>
                    <a:pt x="4431" y="32536"/>
                  </a:cubicBezTo>
                  <a:lnTo>
                    <a:pt x="4374" y="32520"/>
                  </a:lnTo>
                  <a:cubicBezTo>
                    <a:pt x="4512" y="32471"/>
                    <a:pt x="4739" y="31612"/>
                    <a:pt x="4642" y="31498"/>
                  </a:cubicBezTo>
                  <a:lnTo>
                    <a:pt x="4642" y="31498"/>
                  </a:lnTo>
                  <a:lnTo>
                    <a:pt x="4699" y="31515"/>
                  </a:lnTo>
                  <a:cubicBezTo>
                    <a:pt x="4704" y="31516"/>
                    <a:pt x="4708" y="31517"/>
                    <a:pt x="4712" y="31517"/>
                  </a:cubicBezTo>
                  <a:cubicBezTo>
                    <a:pt x="4760" y="31517"/>
                    <a:pt x="4784" y="31437"/>
                    <a:pt x="4828" y="31296"/>
                  </a:cubicBezTo>
                  <a:cubicBezTo>
                    <a:pt x="4853" y="31223"/>
                    <a:pt x="4885" y="30890"/>
                    <a:pt x="4958" y="30655"/>
                  </a:cubicBezTo>
                  <a:cubicBezTo>
                    <a:pt x="5055" y="30347"/>
                    <a:pt x="5120" y="30112"/>
                    <a:pt x="5064" y="30096"/>
                  </a:cubicBezTo>
                  <a:cubicBezTo>
                    <a:pt x="5080" y="30046"/>
                    <a:pt x="5085" y="30030"/>
                    <a:pt x="5105" y="30030"/>
                  </a:cubicBezTo>
                  <a:cubicBezTo>
                    <a:pt x="5114" y="30030"/>
                    <a:pt x="5126" y="30034"/>
                    <a:pt x="5145" y="30039"/>
                  </a:cubicBezTo>
                  <a:cubicBezTo>
                    <a:pt x="5158" y="30071"/>
                    <a:pt x="5168" y="30084"/>
                    <a:pt x="5178" y="30084"/>
                  </a:cubicBezTo>
                  <a:cubicBezTo>
                    <a:pt x="5197" y="30084"/>
                    <a:pt x="5209" y="30029"/>
                    <a:pt x="5226" y="29974"/>
                  </a:cubicBezTo>
                  <a:cubicBezTo>
                    <a:pt x="5250" y="29901"/>
                    <a:pt x="5193" y="29885"/>
                    <a:pt x="5137" y="29861"/>
                  </a:cubicBezTo>
                  <a:cubicBezTo>
                    <a:pt x="5080" y="29844"/>
                    <a:pt x="5104" y="29772"/>
                    <a:pt x="5210" y="29634"/>
                  </a:cubicBezTo>
                  <a:cubicBezTo>
                    <a:pt x="5331" y="29447"/>
                    <a:pt x="5396" y="29228"/>
                    <a:pt x="5396" y="29009"/>
                  </a:cubicBezTo>
                  <a:cubicBezTo>
                    <a:pt x="5418" y="28936"/>
                    <a:pt x="5440" y="28869"/>
                    <a:pt x="5486" y="28869"/>
                  </a:cubicBezTo>
                  <a:cubicBezTo>
                    <a:pt x="5491" y="28869"/>
                    <a:pt x="5496" y="28870"/>
                    <a:pt x="5501" y="28872"/>
                  </a:cubicBezTo>
                  <a:cubicBezTo>
                    <a:pt x="5623" y="28782"/>
                    <a:pt x="5672" y="28628"/>
                    <a:pt x="5623" y="28482"/>
                  </a:cubicBezTo>
                  <a:cubicBezTo>
                    <a:pt x="5640" y="28433"/>
                    <a:pt x="5645" y="28417"/>
                    <a:pt x="5664" y="28417"/>
                  </a:cubicBezTo>
                  <a:cubicBezTo>
                    <a:pt x="5674" y="28417"/>
                    <a:pt x="5686" y="28420"/>
                    <a:pt x="5704" y="28426"/>
                  </a:cubicBezTo>
                  <a:cubicBezTo>
                    <a:pt x="5785" y="28369"/>
                    <a:pt x="5842" y="28385"/>
                    <a:pt x="5745" y="28272"/>
                  </a:cubicBezTo>
                  <a:cubicBezTo>
                    <a:pt x="5745" y="28077"/>
                    <a:pt x="5801" y="27882"/>
                    <a:pt x="5915" y="27728"/>
                  </a:cubicBezTo>
                  <a:cubicBezTo>
                    <a:pt x="5939" y="27647"/>
                    <a:pt x="5964" y="27574"/>
                    <a:pt x="5907" y="27550"/>
                  </a:cubicBezTo>
                  <a:lnTo>
                    <a:pt x="5850" y="27534"/>
                  </a:lnTo>
                  <a:cubicBezTo>
                    <a:pt x="5988" y="27493"/>
                    <a:pt x="5988" y="27493"/>
                    <a:pt x="5899" y="27380"/>
                  </a:cubicBezTo>
                  <a:cubicBezTo>
                    <a:pt x="5847" y="27365"/>
                    <a:pt x="5863" y="27297"/>
                    <a:pt x="5908" y="27297"/>
                  </a:cubicBezTo>
                  <a:cubicBezTo>
                    <a:pt x="5913" y="27297"/>
                    <a:pt x="5918" y="27297"/>
                    <a:pt x="5923" y="27299"/>
                  </a:cubicBezTo>
                  <a:cubicBezTo>
                    <a:pt x="5972" y="27266"/>
                    <a:pt x="6004" y="27226"/>
                    <a:pt x="6028" y="27169"/>
                  </a:cubicBezTo>
                  <a:cubicBezTo>
                    <a:pt x="6061" y="27088"/>
                    <a:pt x="6134" y="26691"/>
                    <a:pt x="6264" y="26301"/>
                  </a:cubicBezTo>
                  <a:cubicBezTo>
                    <a:pt x="6482" y="25693"/>
                    <a:pt x="6564" y="25458"/>
                    <a:pt x="6507" y="25442"/>
                  </a:cubicBezTo>
                  <a:cubicBezTo>
                    <a:pt x="6474" y="25345"/>
                    <a:pt x="6474" y="25345"/>
                    <a:pt x="6555" y="25288"/>
                  </a:cubicBezTo>
                  <a:cubicBezTo>
                    <a:pt x="6628" y="25239"/>
                    <a:pt x="6677" y="25158"/>
                    <a:pt x="6693" y="25077"/>
                  </a:cubicBezTo>
                  <a:cubicBezTo>
                    <a:pt x="6715" y="25013"/>
                    <a:pt x="6742" y="24943"/>
                    <a:pt x="6787" y="24943"/>
                  </a:cubicBezTo>
                  <a:cubicBezTo>
                    <a:pt x="6793" y="24943"/>
                    <a:pt x="6800" y="24944"/>
                    <a:pt x="6807" y="24947"/>
                  </a:cubicBezTo>
                  <a:cubicBezTo>
                    <a:pt x="6774" y="24850"/>
                    <a:pt x="6774" y="24850"/>
                    <a:pt x="6799" y="24769"/>
                  </a:cubicBezTo>
                  <a:lnTo>
                    <a:pt x="6799" y="24769"/>
                  </a:lnTo>
                  <a:cubicBezTo>
                    <a:pt x="6806" y="24772"/>
                    <a:pt x="6812" y="24773"/>
                    <a:pt x="6818" y="24773"/>
                  </a:cubicBezTo>
                  <a:cubicBezTo>
                    <a:pt x="6861" y="24773"/>
                    <a:pt x="6877" y="24700"/>
                    <a:pt x="6855" y="24615"/>
                  </a:cubicBezTo>
                  <a:cubicBezTo>
                    <a:pt x="6800" y="24544"/>
                    <a:pt x="6779" y="24517"/>
                    <a:pt x="6799" y="24517"/>
                  </a:cubicBezTo>
                  <a:cubicBezTo>
                    <a:pt x="6811" y="24517"/>
                    <a:pt x="6837" y="24527"/>
                    <a:pt x="6880" y="24542"/>
                  </a:cubicBezTo>
                  <a:cubicBezTo>
                    <a:pt x="6882" y="24543"/>
                    <a:pt x="6884" y="24543"/>
                    <a:pt x="6887" y="24543"/>
                  </a:cubicBezTo>
                  <a:cubicBezTo>
                    <a:pt x="6940" y="24543"/>
                    <a:pt x="7044" y="24397"/>
                    <a:pt x="7012" y="24397"/>
                  </a:cubicBezTo>
                  <a:cubicBezTo>
                    <a:pt x="7008" y="24397"/>
                    <a:pt x="7002" y="24399"/>
                    <a:pt x="6993" y="24404"/>
                  </a:cubicBezTo>
                  <a:cubicBezTo>
                    <a:pt x="6936" y="24388"/>
                    <a:pt x="6985" y="24234"/>
                    <a:pt x="6961" y="24137"/>
                  </a:cubicBezTo>
                  <a:cubicBezTo>
                    <a:pt x="6982" y="24073"/>
                    <a:pt x="7003" y="24003"/>
                    <a:pt x="7047" y="24003"/>
                  </a:cubicBezTo>
                  <a:cubicBezTo>
                    <a:pt x="7053" y="24003"/>
                    <a:pt x="7059" y="24004"/>
                    <a:pt x="7066" y="24007"/>
                  </a:cubicBezTo>
                  <a:cubicBezTo>
                    <a:pt x="7147" y="23950"/>
                    <a:pt x="7228" y="23545"/>
                    <a:pt x="7196" y="23447"/>
                  </a:cubicBezTo>
                  <a:cubicBezTo>
                    <a:pt x="7152" y="23433"/>
                    <a:pt x="7168" y="23364"/>
                    <a:pt x="7214" y="23364"/>
                  </a:cubicBezTo>
                  <a:cubicBezTo>
                    <a:pt x="7218" y="23364"/>
                    <a:pt x="7223" y="23365"/>
                    <a:pt x="7228" y="23366"/>
                  </a:cubicBezTo>
                  <a:cubicBezTo>
                    <a:pt x="7236" y="23370"/>
                    <a:pt x="7243" y="23371"/>
                    <a:pt x="7249" y="23371"/>
                  </a:cubicBezTo>
                  <a:cubicBezTo>
                    <a:pt x="7292" y="23371"/>
                    <a:pt x="7313" y="23307"/>
                    <a:pt x="7334" y="23237"/>
                  </a:cubicBezTo>
                  <a:cubicBezTo>
                    <a:pt x="7320" y="23183"/>
                    <a:pt x="7332" y="23166"/>
                    <a:pt x="7354" y="23166"/>
                  </a:cubicBezTo>
                  <a:cubicBezTo>
                    <a:pt x="7372" y="23166"/>
                    <a:pt x="7398" y="23177"/>
                    <a:pt x="7423" y="23188"/>
                  </a:cubicBezTo>
                  <a:cubicBezTo>
                    <a:pt x="7430" y="23215"/>
                    <a:pt x="7438" y="23227"/>
                    <a:pt x="7447" y="23227"/>
                  </a:cubicBezTo>
                  <a:cubicBezTo>
                    <a:pt x="7469" y="23227"/>
                    <a:pt x="7497" y="23159"/>
                    <a:pt x="7536" y="23050"/>
                  </a:cubicBezTo>
                  <a:cubicBezTo>
                    <a:pt x="7512" y="22961"/>
                    <a:pt x="7626" y="22653"/>
                    <a:pt x="7715" y="22426"/>
                  </a:cubicBezTo>
                  <a:cubicBezTo>
                    <a:pt x="7869" y="22053"/>
                    <a:pt x="7836" y="21956"/>
                    <a:pt x="7788" y="21761"/>
                  </a:cubicBezTo>
                  <a:lnTo>
                    <a:pt x="7707" y="21639"/>
                  </a:lnTo>
                  <a:lnTo>
                    <a:pt x="7820" y="21680"/>
                  </a:lnTo>
                  <a:cubicBezTo>
                    <a:pt x="7845" y="21686"/>
                    <a:pt x="7870" y="21689"/>
                    <a:pt x="7895" y="21689"/>
                  </a:cubicBezTo>
                  <a:cubicBezTo>
                    <a:pt x="7935" y="21689"/>
                    <a:pt x="7975" y="21682"/>
                    <a:pt x="8015" y="21672"/>
                  </a:cubicBezTo>
                  <a:cubicBezTo>
                    <a:pt x="8047" y="21599"/>
                    <a:pt x="7990" y="21575"/>
                    <a:pt x="7934" y="21550"/>
                  </a:cubicBezTo>
                  <a:cubicBezTo>
                    <a:pt x="7877" y="21534"/>
                    <a:pt x="7909" y="21453"/>
                    <a:pt x="8023" y="21323"/>
                  </a:cubicBezTo>
                  <a:cubicBezTo>
                    <a:pt x="8136" y="21202"/>
                    <a:pt x="8169" y="21121"/>
                    <a:pt x="8136" y="21023"/>
                  </a:cubicBezTo>
                  <a:cubicBezTo>
                    <a:pt x="8161" y="20942"/>
                    <a:pt x="8218" y="20869"/>
                    <a:pt x="8282" y="20821"/>
                  </a:cubicBezTo>
                  <a:cubicBezTo>
                    <a:pt x="8315" y="20748"/>
                    <a:pt x="8315" y="20748"/>
                    <a:pt x="8258" y="20723"/>
                  </a:cubicBezTo>
                  <a:cubicBezTo>
                    <a:pt x="8201" y="20699"/>
                    <a:pt x="8234" y="20626"/>
                    <a:pt x="8315" y="20569"/>
                  </a:cubicBezTo>
                  <a:cubicBezTo>
                    <a:pt x="8461" y="20545"/>
                    <a:pt x="8550" y="20318"/>
                    <a:pt x="8493" y="20294"/>
                  </a:cubicBezTo>
                  <a:cubicBezTo>
                    <a:pt x="8436" y="20269"/>
                    <a:pt x="8469" y="20196"/>
                    <a:pt x="8493" y="20115"/>
                  </a:cubicBezTo>
                  <a:cubicBezTo>
                    <a:pt x="8534" y="20042"/>
                    <a:pt x="8550" y="19953"/>
                    <a:pt x="8534" y="19872"/>
                  </a:cubicBezTo>
                  <a:cubicBezTo>
                    <a:pt x="8558" y="19791"/>
                    <a:pt x="8590" y="19718"/>
                    <a:pt x="8590" y="19718"/>
                  </a:cubicBezTo>
                  <a:cubicBezTo>
                    <a:pt x="8597" y="19700"/>
                    <a:pt x="8603" y="19692"/>
                    <a:pt x="8609" y="19692"/>
                  </a:cubicBezTo>
                  <a:cubicBezTo>
                    <a:pt x="8627" y="19692"/>
                    <a:pt x="8639" y="19761"/>
                    <a:pt x="8615" y="19815"/>
                  </a:cubicBezTo>
                  <a:lnTo>
                    <a:pt x="8696" y="19767"/>
                  </a:lnTo>
                  <a:cubicBezTo>
                    <a:pt x="8761" y="19613"/>
                    <a:pt x="8785" y="19540"/>
                    <a:pt x="8761" y="19434"/>
                  </a:cubicBezTo>
                  <a:cubicBezTo>
                    <a:pt x="8711" y="19360"/>
                    <a:pt x="8692" y="19331"/>
                    <a:pt x="8710" y="19331"/>
                  </a:cubicBezTo>
                  <a:cubicBezTo>
                    <a:pt x="8722" y="19331"/>
                    <a:pt x="8749" y="19342"/>
                    <a:pt x="8793" y="19361"/>
                  </a:cubicBezTo>
                  <a:cubicBezTo>
                    <a:pt x="8802" y="19365"/>
                    <a:pt x="8811" y="19367"/>
                    <a:pt x="8821" y="19367"/>
                  </a:cubicBezTo>
                  <a:cubicBezTo>
                    <a:pt x="8873" y="19367"/>
                    <a:pt x="8927" y="19314"/>
                    <a:pt x="8907" y="19231"/>
                  </a:cubicBezTo>
                  <a:cubicBezTo>
                    <a:pt x="8846" y="19130"/>
                    <a:pt x="8892" y="19079"/>
                    <a:pt x="8942" y="19079"/>
                  </a:cubicBezTo>
                  <a:cubicBezTo>
                    <a:pt x="8952" y="19079"/>
                    <a:pt x="8962" y="19081"/>
                    <a:pt x="8972" y="19086"/>
                  </a:cubicBezTo>
                  <a:cubicBezTo>
                    <a:pt x="9002" y="19131"/>
                    <a:pt x="9021" y="19160"/>
                    <a:pt x="9034" y="19160"/>
                  </a:cubicBezTo>
                  <a:cubicBezTo>
                    <a:pt x="9055" y="19160"/>
                    <a:pt x="9059" y="19080"/>
                    <a:pt x="9069" y="18867"/>
                  </a:cubicBezTo>
                  <a:cubicBezTo>
                    <a:pt x="9134" y="18713"/>
                    <a:pt x="9215" y="18396"/>
                    <a:pt x="9312" y="18169"/>
                  </a:cubicBezTo>
                  <a:cubicBezTo>
                    <a:pt x="9442" y="17869"/>
                    <a:pt x="9507" y="17723"/>
                    <a:pt x="9596" y="17675"/>
                  </a:cubicBezTo>
                  <a:cubicBezTo>
                    <a:pt x="9603" y="17678"/>
                    <a:pt x="9610" y="17681"/>
                    <a:pt x="9616" y="17683"/>
                  </a:cubicBezTo>
                  <a:lnTo>
                    <a:pt x="9616" y="17683"/>
                  </a:lnTo>
                  <a:cubicBezTo>
                    <a:pt x="9547" y="17634"/>
                    <a:pt x="9582" y="17554"/>
                    <a:pt x="9669" y="17350"/>
                  </a:cubicBezTo>
                  <a:cubicBezTo>
                    <a:pt x="9782" y="17221"/>
                    <a:pt x="9831" y="17051"/>
                    <a:pt x="9807" y="16880"/>
                  </a:cubicBezTo>
                  <a:lnTo>
                    <a:pt x="9807" y="16880"/>
                  </a:lnTo>
                  <a:cubicBezTo>
                    <a:pt x="9774" y="16953"/>
                    <a:pt x="9742" y="17034"/>
                    <a:pt x="9742" y="17034"/>
                  </a:cubicBezTo>
                  <a:cubicBezTo>
                    <a:pt x="9636" y="16986"/>
                    <a:pt x="9669" y="16905"/>
                    <a:pt x="9790" y="16783"/>
                  </a:cubicBezTo>
                  <a:cubicBezTo>
                    <a:pt x="9807" y="16746"/>
                    <a:pt x="9827" y="16734"/>
                    <a:pt x="9850" y="16734"/>
                  </a:cubicBezTo>
                  <a:cubicBezTo>
                    <a:pt x="9874" y="16734"/>
                    <a:pt x="9900" y="16746"/>
                    <a:pt x="9928" y="16759"/>
                  </a:cubicBezTo>
                  <a:cubicBezTo>
                    <a:pt x="9938" y="16763"/>
                    <a:pt x="9949" y="16765"/>
                    <a:pt x="9961" y="16765"/>
                  </a:cubicBezTo>
                  <a:cubicBezTo>
                    <a:pt x="10015" y="16765"/>
                    <a:pt x="10080" y="16721"/>
                    <a:pt x="10107" y="16661"/>
                  </a:cubicBezTo>
                  <a:cubicBezTo>
                    <a:pt x="10132" y="16598"/>
                    <a:pt x="10157" y="16540"/>
                    <a:pt x="10125" y="16540"/>
                  </a:cubicBezTo>
                  <a:cubicBezTo>
                    <a:pt x="10116" y="16540"/>
                    <a:pt x="10102" y="16545"/>
                    <a:pt x="10082" y="16556"/>
                  </a:cubicBezTo>
                  <a:cubicBezTo>
                    <a:pt x="10026" y="16532"/>
                    <a:pt x="10026" y="16532"/>
                    <a:pt x="10058" y="16459"/>
                  </a:cubicBezTo>
                  <a:cubicBezTo>
                    <a:pt x="10107" y="16386"/>
                    <a:pt x="10115" y="16296"/>
                    <a:pt x="10107" y="16215"/>
                  </a:cubicBezTo>
                  <a:cubicBezTo>
                    <a:pt x="10050" y="16191"/>
                    <a:pt x="10082" y="16110"/>
                    <a:pt x="10115" y="16037"/>
                  </a:cubicBezTo>
                  <a:cubicBezTo>
                    <a:pt x="10180" y="15988"/>
                    <a:pt x="10236" y="15915"/>
                    <a:pt x="10269" y="15842"/>
                  </a:cubicBezTo>
                  <a:lnTo>
                    <a:pt x="10317" y="15867"/>
                  </a:lnTo>
                  <a:cubicBezTo>
                    <a:pt x="10329" y="15872"/>
                    <a:pt x="10341" y="15874"/>
                    <a:pt x="10354" y="15874"/>
                  </a:cubicBezTo>
                  <a:cubicBezTo>
                    <a:pt x="10406" y="15874"/>
                    <a:pt x="10463" y="15842"/>
                    <a:pt x="10463" y="15842"/>
                  </a:cubicBezTo>
                  <a:cubicBezTo>
                    <a:pt x="10496" y="15769"/>
                    <a:pt x="10439" y="15745"/>
                    <a:pt x="10439" y="15745"/>
                  </a:cubicBezTo>
                  <a:cubicBezTo>
                    <a:pt x="10366" y="15705"/>
                    <a:pt x="11225" y="13953"/>
                    <a:pt x="11331" y="13734"/>
                  </a:cubicBezTo>
                  <a:cubicBezTo>
                    <a:pt x="11442" y="13630"/>
                    <a:pt x="11540" y="13438"/>
                    <a:pt x="11487" y="13438"/>
                  </a:cubicBezTo>
                  <a:cubicBezTo>
                    <a:pt x="11482" y="13438"/>
                    <a:pt x="11476" y="13439"/>
                    <a:pt x="11469" y="13443"/>
                  </a:cubicBezTo>
                  <a:cubicBezTo>
                    <a:pt x="11420" y="13418"/>
                    <a:pt x="11598" y="13053"/>
                    <a:pt x="11809" y="12616"/>
                  </a:cubicBezTo>
                  <a:cubicBezTo>
                    <a:pt x="12061" y="12105"/>
                    <a:pt x="12231" y="11740"/>
                    <a:pt x="12182" y="11716"/>
                  </a:cubicBezTo>
                  <a:lnTo>
                    <a:pt x="12288" y="11497"/>
                  </a:lnTo>
                  <a:cubicBezTo>
                    <a:pt x="12352" y="11343"/>
                    <a:pt x="12385" y="11181"/>
                    <a:pt x="12425" y="11108"/>
                  </a:cubicBezTo>
                  <a:cubicBezTo>
                    <a:pt x="12415" y="11043"/>
                    <a:pt x="12429" y="10989"/>
                    <a:pt x="12442" y="10989"/>
                  </a:cubicBezTo>
                  <a:cubicBezTo>
                    <a:pt x="12449" y="10989"/>
                    <a:pt x="12455" y="11002"/>
                    <a:pt x="12458" y="11035"/>
                  </a:cubicBezTo>
                  <a:cubicBezTo>
                    <a:pt x="12489" y="11048"/>
                    <a:pt x="12517" y="11063"/>
                    <a:pt x="12543" y="11063"/>
                  </a:cubicBezTo>
                  <a:cubicBezTo>
                    <a:pt x="12565" y="11063"/>
                    <a:pt x="12585" y="11052"/>
                    <a:pt x="12604" y="11018"/>
                  </a:cubicBezTo>
                  <a:cubicBezTo>
                    <a:pt x="12685" y="10872"/>
                    <a:pt x="12628" y="10848"/>
                    <a:pt x="12579" y="10816"/>
                  </a:cubicBezTo>
                  <a:cubicBezTo>
                    <a:pt x="12523" y="10791"/>
                    <a:pt x="12563" y="10718"/>
                    <a:pt x="12563" y="10718"/>
                  </a:cubicBezTo>
                  <a:cubicBezTo>
                    <a:pt x="12588" y="10675"/>
                    <a:pt x="12597" y="10657"/>
                    <a:pt x="12612" y="10657"/>
                  </a:cubicBezTo>
                  <a:cubicBezTo>
                    <a:pt x="12621" y="10657"/>
                    <a:pt x="12633" y="10665"/>
                    <a:pt x="12652" y="10678"/>
                  </a:cubicBezTo>
                  <a:lnTo>
                    <a:pt x="12758" y="10735"/>
                  </a:lnTo>
                  <a:lnTo>
                    <a:pt x="12798" y="10662"/>
                  </a:lnTo>
                  <a:cubicBezTo>
                    <a:pt x="12742" y="10629"/>
                    <a:pt x="12782" y="10564"/>
                    <a:pt x="12782" y="10564"/>
                  </a:cubicBezTo>
                  <a:cubicBezTo>
                    <a:pt x="12804" y="10526"/>
                    <a:pt x="12814" y="10507"/>
                    <a:pt x="12834" y="10507"/>
                  </a:cubicBezTo>
                  <a:cubicBezTo>
                    <a:pt x="12852" y="10507"/>
                    <a:pt x="12879" y="10522"/>
                    <a:pt x="12928" y="10548"/>
                  </a:cubicBezTo>
                  <a:cubicBezTo>
                    <a:pt x="12953" y="10561"/>
                    <a:pt x="12974" y="10568"/>
                    <a:pt x="12991" y="10568"/>
                  </a:cubicBezTo>
                  <a:cubicBezTo>
                    <a:pt x="13046" y="10568"/>
                    <a:pt x="13057" y="10502"/>
                    <a:pt x="13001" y="10402"/>
                  </a:cubicBezTo>
                  <a:lnTo>
                    <a:pt x="13025" y="10232"/>
                  </a:lnTo>
                  <a:cubicBezTo>
                    <a:pt x="13171" y="10216"/>
                    <a:pt x="13139" y="10013"/>
                    <a:pt x="13131" y="9916"/>
                  </a:cubicBezTo>
                  <a:cubicBezTo>
                    <a:pt x="13277" y="9899"/>
                    <a:pt x="13309" y="9827"/>
                    <a:pt x="13244" y="9705"/>
                  </a:cubicBezTo>
                  <a:cubicBezTo>
                    <a:pt x="13196" y="9672"/>
                    <a:pt x="13228" y="9600"/>
                    <a:pt x="13317" y="9559"/>
                  </a:cubicBezTo>
                  <a:cubicBezTo>
                    <a:pt x="13415" y="9518"/>
                    <a:pt x="13447" y="9445"/>
                    <a:pt x="13528" y="9300"/>
                  </a:cubicBezTo>
                  <a:cubicBezTo>
                    <a:pt x="13512" y="9202"/>
                    <a:pt x="13779" y="8700"/>
                    <a:pt x="14088" y="8124"/>
                  </a:cubicBezTo>
                  <a:cubicBezTo>
                    <a:pt x="14428" y="7475"/>
                    <a:pt x="14687" y="7070"/>
                    <a:pt x="14639" y="7037"/>
                  </a:cubicBezTo>
                  <a:cubicBezTo>
                    <a:pt x="14679" y="6964"/>
                    <a:pt x="14679" y="6964"/>
                    <a:pt x="14769" y="6924"/>
                  </a:cubicBezTo>
                  <a:cubicBezTo>
                    <a:pt x="14778" y="6929"/>
                    <a:pt x="14786" y="6932"/>
                    <a:pt x="14794" y="6932"/>
                  </a:cubicBezTo>
                  <a:cubicBezTo>
                    <a:pt x="14836" y="6932"/>
                    <a:pt x="14856" y="6863"/>
                    <a:pt x="14801" y="6754"/>
                  </a:cubicBezTo>
                  <a:cubicBezTo>
                    <a:pt x="14796" y="6691"/>
                    <a:pt x="14770" y="6655"/>
                    <a:pt x="14781" y="6655"/>
                  </a:cubicBezTo>
                  <a:lnTo>
                    <a:pt x="14781" y="6655"/>
                  </a:lnTo>
                  <a:cubicBezTo>
                    <a:pt x="14787" y="6655"/>
                    <a:pt x="14804" y="6666"/>
                    <a:pt x="14842" y="6689"/>
                  </a:cubicBezTo>
                  <a:cubicBezTo>
                    <a:pt x="14845" y="6691"/>
                    <a:pt x="14849" y="6692"/>
                    <a:pt x="14853" y="6692"/>
                  </a:cubicBezTo>
                  <a:cubicBezTo>
                    <a:pt x="14904" y="6692"/>
                    <a:pt x="14992" y="6555"/>
                    <a:pt x="15142" y="6300"/>
                  </a:cubicBezTo>
                  <a:cubicBezTo>
                    <a:pt x="15263" y="6089"/>
                    <a:pt x="15433" y="5805"/>
                    <a:pt x="15377" y="5773"/>
                  </a:cubicBezTo>
                  <a:cubicBezTo>
                    <a:pt x="15395" y="5677"/>
                    <a:pt x="15403" y="5635"/>
                    <a:pt x="15408" y="5635"/>
                  </a:cubicBezTo>
                  <a:cubicBezTo>
                    <a:pt x="15412" y="5635"/>
                    <a:pt x="15414" y="5661"/>
                    <a:pt x="15417" y="5708"/>
                  </a:cubicBezTo>
                  <a:cubicBezTo>
                    <a:pt x="15428" y="5728"/>
                    <a:pt x="15443" y="5738"/>
                    <a:pt x="15461" y="5738"/>
                  </a:cubicBezTo>
                  <a:cubicBezTo>
                    <a:pt x="15559" y="5738"/>
                    <a:pt x="15744" y="5477"/>
                    <a:pt x="15758" y="5246"/>
                  </a:cubicBezTo>
                  <a:cubicBezTo>
                    <a:pt x="15791" y="5186"/>
                    <a:pt x="15824" y="5132"/>
                    <a:pt x="15866" y="5132"/>
                  </a:cubicBezTo>
                  <a:cubicBezTo>
                    <a:pt x="15875" y="5132"/>
                    <a:pt x="15885" y="5134"/>
                    <a:pt x="15896" y="5140"/>
                  </a:cubicBezTo>
                  <a:cubicBezTo>
                    <a:pt x="15960" y="5019"/>
                    <a:pt x="16017" y="4889"/>
                    <a:pt x="16050" y="4759"/>
                  </a:cubicBezTo>
                  <a:lnTo>
                    <a:pt x="16341" y="4265"/>
                  </a:lnTo>
                  <a:cubicBezTo>
                    <a:pt x="16390" y="4167"/>
                    <a:pt x="16431" y="4062"/>
                    <a:pt x="16455" y="3957"/>
                  </a:cubicBezTo>
                  <a:cubicBezTo>
                    <a:pt x="16470" y="3929"/>
                    <a:pt x="16485" y="3903"/>
                    <a:pt x="16496" y="3884"/>
                  </a:cubicBezTo>
                  <a:lnTo>
                    <a:pt x="16496" y="3884"/>
                  </a:lnTo>
                  <a:cubicBezTo>
                    <a:pt x="16498" y="3885"/>
                    <a:pt x="16500" y="3886"/>
                    <a:pt x="16502" y="3886"/>
                  </a:cubicBezTo>
                  <a:cubicBezTo>
                    <a:pt x="16556" y="3886"/>
                    <a:pt x="16777" y="3554"/>
                    <a:pt x="17071" y="3097"/>
                  </a:cubicBezTo>
                  <a:cubicBezTo>
                    <a:pt x="17379" y="2619"/>
                    <a:pt x="17647" y="2213"/>
                    <a:pt x="17736" y="2173"/>
                  </a:cubicBezTo>
                  <a:cubicBezTo>
                    <a:pt x="17768" y="2124"/>
                    <a:pt x="17785" y="2067"/>
                    <a:pt x="17777" y="2003"/>
                  </a:cubicBezTo>
                  <a:cubicBezTo>
                    <a:pt x="17720" y="1873"/>
                    <a:pt x="17768" y="1800"/>
                    <a:pt x="17858" y="1767"/>
                  </a:cubicBezTo>
                  <a:cubicBezTo>
                    <a:pt x="18004" y="1767"/>
                    <a:pt x="18182" y="1492"/>
                    <a:pt x="18125" y="1362"/>
                  </a:cubicBezTo>
                  <a:lnTo>
                    <a:pt x="18125" y="1362"/>
                  </a:lnTo>
                  <a:lnTo>
                    <a:pt x="18174" y="1394"/>
                  </a:lnTo>
                  <a:cubicBezTo>
                    <a:pt x="18320" y="1386"/>
                    <a:pt x="18401" y="1151"/>
                    <a:pt x="18344" y="1022"/>
                  </a:cubicBezTo>
                  <a:cubicBezTo>
                    <a:pt x="18441" y="981"/>
                    <a:pt x="18531" y="949"/>
                    <a:pt x="18531" y="843"/>
                  </a:cubicBezTo>
                  <a:cubicBezTo>
                    <a:pt x="18551" y="811"/>
                    <a:pt x="18561" y="795"/>
                    <a:pt x="18578" y="795"/>
                  </a:cubicBezTo>
                  <a:cubicBezTo>
                    <a:pt x="18595" y="795"/>
                    <a:pt x="18620" y="811"/>
                    <a:pt x="18668" y="843"/>
                  </a:cubicBezTo>
                  <a:cubicBezTo>
                    <a:pt x="18697" y="862"/>
                    <a:pt x="18725" y="881"/>
                    <a:pt x="18753" y="881"/>
                  </a:cubicBezTo>
                  <a:cubicBezTo>
                    <a:pt x="18773" y="881"/>
                    <a:pt x="18794" y="871"/>
                    <a:pt x="18814" y="843"/>
                  </a:cubicBezTo>
                  <a:cubicBezTo>
                    <a:pt x="18855" y="778"/>
                    <a:pt x="18806" y="746"/>
                    <a:pt x="18758" y="705"/>
                  </a:cubicBezTo>
                  <a:lnTo>
                    <a:pt x="18847" y="576"/>
                  </a:lnTo>
                  <a:cubicBezTo>
                    <a:pt x="18847" y="576"/>
                    <a:pt x="18887" y="503"/>
                    <a:pt x="18839" y="470"/>
                  </a:cubicBezTo>
                  <a:cubicBezTo>
                    <a:pt x="18790" y="438"/>
                    <a:pt x="18839" y="373"/>
                    <a:pt x="18879" y="300"/>
                  </a:cubicBezTo>
                  <a:cubicBezTo>
                    <a:pt x="18886" y="305"/>
                    <a:pt x="18892" y="307"/>
                    <a:pt x="18897" y="307"/>
                  </a:cubicBezTo>
                  <a:cubicBezTo>
                    <a:pt x="18919" y="307"/>
                    <a:pt x="18911" y="261"/>
                    <a:pt x="18865" y="261"/>
                  </a:cubicBezTo>
                  <a:cubicBezTo>
                    <a:pt x="18855" y="261"/>
                    <a:pt x="18844" y="263"/>
                    <a:pt x="18831" y="268"/>
                  </a:cubicBezTo>
                  <a:cubicBezTo>
                    <a:pt x="18782" y="235"/>
                    <a:pt x="18733" y="203"/>
                    <a:pt x="18774" y="130"/>
                  </a:cubicBezTo>
                  <a:lnTo>
                    <a:pt x="18677" y="65"/>
                  </a:lnTo>
                  <a:cubicBezTo>
                    <a:pt x="18622" y="29"/>
                    <a:pt x="18583" y="0"/>
                    <a:pt x="18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2"/>
            <p:cNvSpPr/>
            <p:nvPr/>
          </p:nvSpPr>
          <p:spPr>
            <a:xfrm>
              <a:off x="7948922" y="2631916"/>
              <a:ext cx="316842" cy="699119"/>
            </a:xfrm>
            <a:custGeom>
              <a:avLst/>
              <a:gdLst/>
              <a:ahLst/>
              <a:cxnLst/>
              <a:rect l="l" t="t" r="r" b="b"/>
              <a:pathLst>
                <a:path w="18381" h="40558" extrusionOk="0">
                  <a:moveTo>
                    <a:pt x="454" y="458"/>
                  </a:moveTo>
                  <a:cubicBezTo>
                    <a:pt x="465" y="458"/>
                    <a:pt x="449" y="485"/>
                    <a:pt x="414" y="542"/>
                  </a:cubicBezTo>
                  <a:cubicBezTo>
                    <a:pt x="388" y="580"/>
                    <a:pt x="363" y="617"/>
                    <a:pt x="331" y="617"/>
                  </a:cubicBezTo>
                  <a:cubicBezTo>
                    <a:pt x="321" y="617"/>
                    <a:pt x="311" y="614"/>
                    <a:pt x="300" y="607"/>
                  </a:cubicBezTo>
                  <a:cubicBezTo>
                    <a:pt x="276" y="614"/>
                    <a:pt x="257" y="617"/>
                    <a:pt x="244" y="617"/>
                  </a:cubicBezTo>
                  <a:cubicBezTo>
                    <a:pt x="178" y="617"/>
                    <a:pt x="243" y="543"/>
                    <a:pt x="365" y="510"/>
                  </a:cubicBezTo>
                  <a:cubicBezTo>
                    <a:pt x="416" y="477"/>
                    <a:pt x="445" y="458"/>
                    <a:pt x="454" y="458"/>
                  </a:cubicBezTo>
                  <a:close/>
                  <a:moveTo>
                    <a:pt x="5971" y="5344"/>
                  </a:moveTo>
                  <a:cubicBezTo>
                    <a:pt x="6000" y="5344"/>
                    <a:pt x="6028" y="5354"/>
                    <a:pt x="6048" y="5374"/>
                  </a:cubicBezTo>
                  <a:cubicBezTo>
                    <a:pt x="6081" y="5407"/>
                    <a:pt x="6024" y="5466"/>
                    <a:pt x="5941" y="5466"/>
                  </a:cubicBezTo>
                  <a:cubicBezTo>
                    <a:pt x="5921" y="5466"/>
                    <a:pt x="5900" y="5463"/>
                    <a:pt x="5878" y="5455"/>
                  </a:cubicBezTo>
                  <a:cubicBezTo>
                    <a:pt x="5846" y="5415"/>
                    <a:pt x="5846" y="5415"/>
                    <a:pt x="5894" y="5374"/>
                  </a:cubicBezTo>
                  <a:cubicBezTo>
                    <a:pt x="5915" y="5354"/>
                    <a:pt x="5943" y="5344"/>
                    <a:pt x="5971" y="5344"/>
                  </a:cubicBezTo>
                  <a:close/>
                  <a:moveTo>
                    <a:pt x="7313" y="6615"/>
                  </a:moveTo>
                  <a:cubicBezTo>
                    <a:pt x="7313" y="6615"/>
                    <a:pt x="7394" y="6623"/>
                    <a:pt x="7354" y="6663"/>
                  </a:cubicBezTo>
                  <a:lnTo>
                    <a:pt x="7354" y="6655"/>
                  </a:lnTo>
                  <a:lnTo>
                    <a:pt x="7305" y="6696"/>
                  </a:lnTo>
                  <a:cubicBezTo>
                    <a:pt x="7224" y="6688"/>
                    <a:pt x="7143" y="6688"/>
                    <a:pt x="7192" y="6647"/>
                  </a:cubicBezTo>
                  <a:cubicBezTo>
                    <a:pt x="7224" y="6623"/>
                    <a:pt x="7273" y="6615"/>
                    <a:pt x="7313" y="6615"/>
                  </a:cubicBezTo>
                  <a:close/>
                  <a:moveTo>
                    <a:pt x="8561" y="8318"/>
                  </a:moveTo>
                  <a:cubicBezTo>
                    <a:pt x="8573" y="8318"/>
                    <a:pt x="8585" y="8324"/>
                    <a:pt x="8594" y="8342"/>
                  </a:cubicBezTo>
                  <a:cubicBezTo>
                    <a:pt x="8586" y="8382"/>
                    <a:pt x="8562" y="8423"/>
                    <a:pt x="8529" y="8455"/>
                  </a:cubicBezTo>
                  <a:lnTo>
                    <a:pt x="8497" y="8407"/>
                  </a:lnTo>
                  <a:cubicBezTo>
                    <a:pt x="8473" y="8366"/>
                    <a:pt x="8521" y="8334"/>
                    <a:pt x="8521" y="8334"/>
                  </a:cubicBezTo>
                  <a:cubicBezTo>
                    <a:pt x="8521" y="8334"/>
                    <a:pt x="8540" y="8318"/>
                    <a:pt x="8561" y="8318"/>
                  </a:cubicBezTo>
                  <a:close/>
                  <a:moveTo>
                    <a:pt x="8919" y="8707"/>
                  </a:moveTo>
                  <a:lnTo>
                    <a:pt x="8943" y="8755"/>
                  </a:lnTo>
                  <a:lnTo>
                    <a:pt x="8927" y="8828"/>
                  </a:lnTo>
                  <a:lnTo>
                    <a:pt x="8894" y="8788"/>
                  </a:lnTo>
                  <a:cubicBezTo>
                    <a:pt x="8862" y="8739"/>
                    <a:pt x="8862" y="8739"/>
                    <a:pt x="8919" y="8707"/>
                  </a:cubicBezTo>
                  <a:close/>
                  <a:moveTo>
                    <a:pt x="9054" y="8833"/>
                  </a:moveTo>
                  <a:cubicBezTo>
                    <a:pt x="9038" y="8833"/>
                    <a:pt x="9038" y="8847"/>
                    <a:pt x="9089" y="8853"/>
                  </a:cubicBezTo>
                  <a:cubicBezTo>
                    <a:pt x="9077" y="8838"/>
                    <a:pt x="9063" y="8833"/>
                    <a:pt x="9054" y="8833"/>
                  </a:cubicBezTo>
                  <a:close/>
                  <a:moveTo>
                    <a:pt x="9556" y="9162"/>
                  </a:moveTo>
                  <a:cubicBezTo>
                    <a:pt x="9554" y="9162"/>
                    <a:pt x="9546" y="9171"/>
                    <a:pt x="9539" y="9190"/>
                  </a:cubicBezTo>
                  <a:lnTo>
                    <a:pt x="9539" y="9190"/>
                  </a:lnTo>
                  <a:cubicBezTo>
                    <a:pt x="9555" y="9173"/>
                    <a:pt x="9558" y="9162"/>
                    <a:pt x="9556" y="9162"/>
                  </a:cubicBezTo>
                  <a:close/>
                  <a:moveTo>
                    <a:pt x="9539" y="9190"/>
                  </a:moveTo>
                  <a:cubicBezTo>
                    <a:pt x="9532" y="9198"/>
                    <a:pt x="9523" y="9206"/>
                    <a:pt x="9511" y="9216"/>
                  </a:cubicBezTo>
                  <a:lnTo>
                    <a:pt x="9511" y="9216"/>
                  </a:lnTo>
                  <a:cubicBezTo>
                    <a:pt x="9519" y="9212"/>
                    <a:pt x="9526" y="9207"/>
                    <a:pt x="9535" y="9201"/>
                  </a:cubicBezTo>
                  <a:cubicBezTo>
                    <a:pt x="9536" y="9197"/>
                    <a:pt x="9537" y="9194"/>
                    <a:pt x="9539" y="9190"/>
                  </a:cubicBezTo>
                  <a:close/>
                  <a:moveTo>
                    <a:pt x="9210" y="9153"/>
                  </a:moveTo>
                  <a:lnTo>
                    <a:pt x="9243" y="9201"/>
                  </a:lnTo>
                  <a:lnTo>
                    <a:pt x="9227" y="9274"/>
                  </a:lnTo>
                  <a:lnTo>
                    <a:pt x="9194" y="9234"/>
                  </a:lnTo>
                  <a:cubicBezTo>
                    <a:pt x="9162" y="9185"/>
                    <a:pt x="9162" y="9185"/>
                    <a:pt x="9210" y="9153"/>
                  </a:cubicBezTo>
                  <a:close/>
                  <a:moveTo>
                    <a:pt x="9416" y="9479"/>
                  </a:moveTo>
                  <a:cubicBezTo>
                    <a:pt x="9428" y="9479"/>
                    <a:pt x="9436" y="9491"/>
                    <a:pt x="9454" y="9517"/>
                  </a:cubicBezTo>
                  <a:cubicBezTo>
                    <a:pt x="9494" y="9580"/>
                    <a:pt x="9505" y="9599"/>
                    <a:pt x="9481" y="9599"/>
                  </a:cubicBezTo>
                  <a:cubicBezTo>
                    <a:pt x="9471" y="9599"/>
                    <a:pt x="9454" y="9595"/>
                    <a:pt x="9429" y="9590"/>
                  </a:cubicBezTo>
                  <a:cubicBezTo>
                    <a:pt x="9348" y="9582"/>
                    <a:pt x="9324" y="9534"/>
                    <a:pt x="9373" y="9501"/>
                  </a:cubicBezTo>
                  <a:cubicBezTo>
                    <a:pt x="9395" y="9487"/>
                    <a:pt x="9407" y="9479"/>
                    <a:pt x="9416" y="9479"/>
                  </a:cubicBezTo>
                  <a:close/>
                  <a:moveTo>
                    <a:pt x="9334" y="10049"/>
                  </a:moveTo>
                  <a:cubicBezTo>
                    <a:pt x="9348" y="10049"/>
                    <a:pt x="9362" y="10055"/>
                    <a:pt x="9373" y="10069"/>
                  </a:cubicBezTo>
                  <a:lnTo>
                    <a:pt x="9348" y="10150"/>
                  </a:lnTo>
                  <a:lnTo>
                    <a:pt x="9267" y="10134"/>
                  </a:lnTo>
                  <a:lnTo>
                    <a:pt x="9243" y="10085"/>
                  </a:lnTo>
                  <a:cubicBezTo>
                    <a:pt x="9275" y="10069"/>
                    <a:pt x="9307" y="10049"/>
                    <a:pt x="9334" y="10049"/>
                  </a:cubicBezTo>
                  <a:close/>
                  <a:moveTo>
                    <a:pt x="9721" y="10559"/>
                  </a:moveTo>
                  <a:cubicBezTo>
                    <a:pt x="9734" y="10559"/>
                    <a:pt x="9749" y="10564"/>
                    <a:pt x="9762" y="10579"/>
                  </a:cubicBezTo>
                  <a:lnTo>
                    <a:pt x="9737" y="10661"/>
                  </a:lnTo>
                  <a:cubicBezTo>
                    <a:pt x="9726" y="10666"/>
                    <a:pt x="9715" y="10669"/>
                    <a:pt x="9704" y="10669"/>
                  </a:cubicBezTo>
                  <a:cubicBezTo>
                    <a:pt x="9684" y="10669"/>
                    <a:pt x="9667" y="10660"/>
                    <a:pt x="9656" y="10644"/>
                  </a:cubicBezTo>
                  <a:cubicBezTo>
                    <a:pt x="9624" y="10604"/>
                    <a:pt x="9624" y="10604"/>
                    <a:pt x="9681" y="10571"/>
                  </a:cubicBezTo>
                  <a:cubicBezTo>
                    <a:pt x="9681" y="10571"/>
                    <a:pt x="9699" y="10559"/>
                    <a:pt x="9721" y="10559"/>
                  </a:cubicBezTo>
                  <a:close/>
                  <a:moveTo>
                    <a:pt x="12117" y="14370"/>
                  </a:moveTo>
                  <a:cubicBezTo>
                    <a:pt x="12135" y="14370"/>
                    <a:pt x="12151" y="14378"/>
                    <a:pt x="12162" y="14398"/>
                  </a:cubicBezTo>
                  <a:lnTo>
                    <a:pt x="12178" y="14447"/>
                  </a:lnTo>
                  <a:cubicBezTo>
                    <a:pt x="12158" y="14455"/>
                    <a:pt x="12135" y="14459"/>
                    <a:pt x="12113" y="14459"/>
                  </a:cubicBezTo>
                  <a:cubicBezTo>
                    <a:pt x="12091" y="14459"/>
                    <a:pt x="12068" y="14455"/>
                    <a:pt x="12048" y="14447"/>
                  </a:cubicBezTo>
                  <a:lnTo>
                    <a:pt x="12032" y="14398"/>
                  </a:lnTo>
                  <a:cubicBezTo>
                    <a:pt x="12060" y="14384"/>
                    <a:pt x="12091" y="14370"/>
                    <a:pt x="12117" y="14370"/>
                  </a:cubicBezTo>
                  <a:close/>
                  <a:moveTo>
                    <a:pt x="12973" y="16332"/>
                  </a:moveTo>
                  <a:cubicBezTo>
                    <a:pt x="13021" y="16332"/>
                    <a:pt x="13056" y="16422"/>
                    <a:pt x="13078" y="16466"/>
                  </a:cubicBezTo>
                  <a:cubicBezTo>
                    <a:pt x="13062" y="16493"/>
                    <a:pt x="13035" y="16507"/>
                    <a:pt x="13009" y="16507"/>
                  </a:cubicBezTo>
                  <a:cubicBezTo>
                    <a:pt x="12980" y="16507"/>
                    <a:pt x="12953" y="16491"/>
                    <a:pt x="12940" y="16458"/>
                  </a:cubicBezTo>
                  <a:cubicBezTo>
                    <a:pt x="12908" y="16360"/>
                    <a:pt x="12908" y="16360"/>
                    <a:pt x="12956" y="16336"/>
                  </a:cubicBezTo>
                  <a:cubicBezTo>
                    <a:pt x="12962" y="16334"/>
                    <a:pt x="12968" y="16332"/>
                    <a:pt x="12973" y="16332"/>
                  </a:cubicBezTo>
                  <a:close/>
                  <a:moveTo>
                    <a:pt x="14171" y="19968"/>
                  </a:moveTo>
                  <a:cubicBezTo>
                    <a:pt x="14195" y="19968"/>
                    <a:pt x="14213" y="19976"/>
                    <a:pt x="14221" y="20001"/>
                  </a:cubicBezTo>
                  <a:lnTo>
                    <a:pt x="14181" y="20066"/>
                  </a:lnTo>
                  <a:lnTo>
                    <a:pt x="14108" y="20033"/>
                  </a:lnTo>
                  <a:lnTo>
                    <a:pt x="14091" y="19984"/>
                  </a:lnTo>
                  <a:cubicBezTo>
                    <a:pt x="14120" y="19976"/>
                    <a:pt x="14148" y="19968"/>
                    <a:pt x="14171" y="19968"/>
                  </a:cubicBezTo>
                  <a:close/>
                  <a:moveTo>
                    <a:pt x="14013" y="20731"/>
                  </a:moveTo>
                  <a:cubicBezTo>
                    <a:pt x="14039" y="20731"/>
                    <a:pt x="14058" y="20741"/>
                    <a:pt x="14067" y="20771"/>
                  </a:cubicBezTo>
                  <a:lnTo>
                    <a:pt x="14083" y="20820"/>
                  </a:lnTo>
                  <a:cubicBezTo>
                    <a:pt x="14070" y="20822"/>
                    <a:pt x="14057" y="20823"/>
                    <a:pt x="14044" y="20823"/>
                  </a:cubicBezTo>
                  <a:cubicBezTo>
                    <a:pt x="14010" y="20823"/>
                    <a:pt x="13977" y="20815"/>
                    <a:pt x="13954" y="20803"/>
                  </a:cubicBezTo>
                  <a:lnTo>
                    <a:pt x="13937" y="20747"/>
                  </a:lnTo>
                  <a:cubicBezTo>
                    <a:pt x="13964" y="20739"/>
                    <a:pt x="13991" y="20731"/>
                    <a:pt x="14013" y="20731"/>
                  </a:cubicBezTo>
                  <a:close/>
                  <a:moveTo>
                    <a:pt x="14662" y="21506"/>
                  </a:moveTo>
                  <a:cubicBezTo>
                    <a:pt x="14695" y="21506"/>
                    <a:pt x="14726" y="21515"/>
                    <a:pt x="14756" y="21533"/>
                  </a:cubicBezTo>
                  <a:cubicBezTo>
                    <a:pt x="14772" y="21582"/>
                    <a:pt x="14643" y="21557"/>
                    <a:pt x="14586" y="21574"/>
                  </a:cubicBezTo>
                  <a:cubicBezTo>
                    <a:pt x="14570" y="21525"/>
                    <a:pt x="14570" y="21525"/>
                    <a:pt x="14626" y="21509"/>
                  </a:cubicBezTo>
                  <a:cubicBezTo>
                    <a:pt x="14639" y="21507"/>
                    <a:pt x="14650" y="21506"/>
                    <a:pt x="14662" y="21506"/>
                  </a:cubicBezTo>
                  <a:close/>
                  <a:moveTo>
                    <a:pt x="15018" y="22750"/>
                  </a:moveTo>
                  <a:cubicBezTo>
                    <a:pt x="15042" y="22750"/>
                    <a:pt x="15060" y="22760"/>
                    <a:pt x="15064" y="22790"/>
                  </a:cubicBezTo>
                  <a:lnTo>
                    <a:pt x="15024" y="22855"/>
                  </a:lnTo>
                  <a:lnTo>
                    <a:pt x="14951" y="22814"/>
                  </a:lnTo>
                  <a:lnTo>
                    <a:pt x="14943" y="22765"/>
                  </a:lnTo>
                  <a:cubicBezTo>
                    <a:pt x="14969" y="22758"/>
                    <a:pt x="14996" y="22750"/>
                    <a:pt x="15018" y="22750"/>
                  </a:cubicBezTo>
                  <a:close/>
                  <a:moveTo>
                    <a:pt x="15615" y="26205"/>
                  </a:moveTo>
                  <a:cubicBezTo>
                    <a:pt x="15648" y="26205"/>
                    <a:pt x="15675" y="26213"/>
                    <a:pt x="15680" y="26244"/>
                  </a:cubicBezTo>
                  <a:lnTo>
                    <a:pt x="15632" y="26308"/>
                  </a:lnTo>
                  <a:lnTo>
                    <a:pt x="15559" y="26268"/>
                  </a:lnTo>
                  <a:lnTo>
                    <a:pt x="15551" y="26211"/>
                  </a:lnTo>
                  <a:cubicBezTo>
                    <a:pt x="15572" y="26208"/>
                    <a:pt x="15595" y="26205"/>
                    <a:pt x="15615" y="26205"/>
                  </a:cubicBezTo>
                  <a:close/>
                  <a:moveTo>
                    <a:pt x="15722" y="26567"/>
                  </a:moveTo>
                  <a:cubicBezTo>
                    <a:pt x="15738" y="26567"/>
                    <a:pt x="15740" y="26580"/>
                    <a:pt x="15745" y="26617"/>
                  </a:cubicBezTo>
                  <a:cubicBezTo>
                    <a:pt x="15721" y="26649"/>
                    <a:pt x="15680" y="26681"/>
                    <a:pt x="15640" y="26690"/>
                  </a:cubicBezTo>
                  <a:cubicBezTo>
                    <a:pt x="15633" y="26691"/>
                    <a:pt x="15627" y="26692"/>
                    <a:pt x="15622" y="26692"/>
                  </a:cubicBezTo>
                  <a:cubicBezTo>
                    <a:pt x="15581" y="26692"/>
                    <a:pt x="15580" y="26641"/>
                    <a:pt x="15680" y="26576"/>
                  </a:cubicBezTo>
                  <a:cubicBezTo>
                    <a:pt x="15700" y="26570"/>
                    <a:pt x="15713" y="26567"/>
                    <a:pt x="15722" y="26567"/>
                  </a:cubicBezTo>
                  <a:close/>
                  <a:moveTo>
                    <a:pt x="15280" y="26735"/>
                  </a:moveTo>
                  <a:cubicBezTo>
                    <a:pt x="15280" y="26735"/>
                    <a:pt x="15281" y="26742"/>
                    <a:pt x="15283" y="26754"/>
                  </a:cubicBezTo>
                  <a:cubicBezTo>
                    <a:pt x="15284" y="26755"/>
                    <a:pt x="15284" y="26755"/>
                    <a:pt x="15284" y="26755"/>
                  </a:cubicBezTo>
                  <a:lnTo>
                    <a:pt x="15284" y="26755"/>
                  </a:lnTo>
                  <a:cubicBezTo>
                    <a:pt x="15282" y="26742"/>
                    <a:pt x="15280" y="26735"/>
                    <a:pt x="15280" y="26735"/>
                  </a:cubicBezTo>
                  <a:close/>
                  <a:moveTo>
                    <a:pt x="15971" y="27457"/>
                  </a:moveTo>
                  <a:cubicBezTo>
                    <a:pt x="16003" y="27457"/>
                    <a:pt x="15965" y="27514"/>
                    <a:pt x="15972" y="27565"/>
                  </a:cubicBezTo>
                  <a:cubicBezTo>
                    <a:pt x="15952" y="27589"/>
                    <a:pt x="15940" y="27603"/>
                    <a:pt x="15932" y="27603"/>
                  </a:cubicBezTo>
                  <a:cubicBezTo>
                    <a:pt x="15921" y="27603"/>
                    <a:pt x="15917" y="27577"/>
                    <a:pt x="15907" y="27517"/>
                  </a:cubicBezTo>
                  <a:cubicBezTo>
                    <a:pt x="15899" y="27468"/>
                    <a:pt x="15956" y="27460"/>
                    <a:pt x="15956" y="27460"/>
                  </a:cubicBezTo>
                  <a:cubicBezTo>
                    <a:pt x="15962" y="27458"/>
                    <a:pt x="15967" y="27457"/>
                    <a:pt x="15971" y="27457"/>
                  </a:cubicBezTo>
                  <a:close/>
                  <a:moveTo>
                    <a:pt x="17189" y="27573"/>
                  </a:moveTo>
                  <a:cubicBezTo>
                    <a:pt x="17132" y="27581"/>
                    <a:pt x="17132" y="27581"/>
                    <a:pt x="17140" y="27638"/>
                  </a:cubicBezTo>
                  <a:cubicBezTo>
                    <a:pt x="17180" y="27662"/>
                    <a:pt x="17221" y="27671"/>
                    <a:pt x="17270" y="27671"/>
                  </a:cubicBezTo>
                  <a:cubicBezTo>
                    <a:pt x="17326" y="27662"/>
                    <a:pt x="17318" y="27606"/>
                    <a:pt x="17189" y="27573"/>
                  </a:cubicBezTo>
                  <a:close/>
                  <a:moveTo>
                    <a:pt x="15259" y="27962"/>
                  </a:moveTo>
                  <a:cubicBezTo>
                    <a:pt x="15194" y="27971"/>
                    <a:pt x="15194" y="27971"/>
                    <a:pt x="15202" y="28019"/>
                  </a:cubicBezTo>
                  <a:cubicBezTo>
                    <a:pt x="15211" y="28080"/>
                    <a:pt x="15215" y="28106"/>
                    <a:pt x="15228" y="28106"/>
                  </a:cubicBezTo>
                  <a:cubicBezTo>
                    <a:pt x="15237" y="28106"/>
                    <a:pt x="15251" y="28092"/>
                    <a:pt x="15275" y="28068"/>
                  </a:cubicBezTo>
                  <a:lnTo>
                    <a:pt x="15259" y="27962"/>
                  </a:lnTo>
                  <a:close/>
                  <a:moveTo>
                    <a:pt x="16136" y="28414"/>
                  </a:moveTo>
                  <a:cubicBezTo>
                    <a:pt x="16153" y="28414"/>
                    <a:pt x="16178" y="28421"/>
                    <a:pt x="16183" y="28457"/>
                  </a:cubicBezTo>
                  <a:cubicBezTo>
                    <a:pt x="16183" y="28498"/>
                    <a:pt x="16167" y="28538"/>
                    <a:pt x="16143" y="28571"/>
                  </a:cubicBezTo>
                  <a:cubicBezTo>
                    <a:pt x="16137" y="28572"/>
                    <a:pt x="16131" y="28573"/>
                    <a:pt x="16126" y="28573"/>
                  </a:cubicBezTo>
                  <a:cubicBezTo>
                    <a:pt x="16100" y="28573"/>
                    <a:pt x="16078" y="28557"/>
                    <a:pt x="16078" y="28530"/>
                  </a:cubicBezTo>
                  <a:cubicBezTo>
                    <a:pt x="16070" y="28473"/>
                    <a:pt x="16062" y="28425"/>
                    <a:pt x="16118" y="28416"/>
                  </a:cubicBezTo>
                  <a:cubicBezTo>
                    <a:pt x="16118" y="28416"/>
                    <a:pt x="16126" y="28414"/>
                    <a:pt x="16136" y="28414"/>
                  </a:cubicBezTo>
                  <a:close/>
                  <a:moveTo>
                    <a:pt x="15835" y="28846"/>
                  </a:moveTo>
                  <a:cubicBezTo>
                    <a:pt x="15830" y="28846"/>
                    <a:pt x="15826" y="28846"/>
                    <a:pt x="15826" y="28846"/>
                  </a:cubicBezTo>
                  <a:cubicBezTo>
                    <a:pt x="15826" y="28846"/>
                    <a:pt x="15762" y="28854"/>
                    <a:pt x="15770" y="28903"/>
                  </a:cubicBezTo>
                  <a:lnTo>
                    <a:pt x="15778" y="28960"/>
                  </a:lnTo>
                  <a:cubicBezTo>
                    <a:pt x="15826" y="28952"/>
                    <a:pt x="15867" y="28919"/>
                    <a:pt x="15891" y="28887"/>
                  </a:cubicBezTo>
                  <a:cubicBezTo>
                    <a:pt x="15885" y="28850"/>
                    <a:pt x="15852" y="28846"/>
                    <a:pt x="15835" y="28846"/>
                  </a:cubicBezTo>
                  <a:close/>
                  <a:moveTo>
                    <a:pt x="16094" y="29398"/>
                  </a:moveTo>
                  <a:lnTo>
                    <a:pt x="16102" y="29454"/>
                  </a:lnTo>
                  <a:lnTo>
                    <a:pt x="16053" y="29519"/>
                  </a:lnTo>
                  <a:lnTo>
                    <a:pt x="16045" y="29462"/>
                  </a:lnTo>
                  <a:cubicBezTo>
                    <a:pt x="16037" y="29414"/>
                    <a:pt x="16037" y="29414"/>
                    <a:pt x="16094" y="29398"/>
                  </a:cubicBezTo>
                  <a:close/>
                  <a:moveTo>
                    <a:pt x="16159" y="29859"/>
                  </a:moveTo>
                  <a:cubicBezTo>
                    <a:pt x="16178" y="29859"/>
                    <a:pt x="16199" y="29862"/>
                    <a:pt x="16224" y="29868"/>
                  </a:cubicBezTo>
                  <a:cubicBezTo>
                    <a:pt x="16232" y="29925"/>
                    <a:pt x="16232" y="29925"/>
                    <a:pt x="16240" y="29981"/>
                  </a:cubicBezTo>
                  <a:cubicBezTo>
                    <a:pt x="16220" y="29984"/>
                    <a:pt x="16199" y="29987"/>
                    <a:pt x="16180" y="29987"/>
                  </a:cubicBezTo>
                  <a:cubicBezTo>
                    <a:pt x="16144" y="29987"/>
                    <a:pt x="16115" y="29977"/>
                    <a:pt x="16110" y="29941"/>
                  </a:cubicBezTo>
                  <a:cubicBezTo>
                    <a:pt x="16058" y="29908"/>
                    <a:pt x="16080" y="29859"/>
                    <a:pt x="16159" y="29859"/>
                  </a:cubicBezTo>
                  <a:close/>
                  <a:moveTo>
                    <a:pt x="16580" y="30257"/>
                  </a:moveTo>
                  <a:cubicBezTo>
                    <a:pt x="16589" y="30306"/>
                    <a:pt x="16653" y="30354"/>
                    <a:pt x="16597" y="30362"/>
                  </a:cubicBezTo>
                  <a:cubicBezTo>
                    <a:pt x="16598" y="30374"/>
                    <a:pt x="16597" y="30379"/>
                    <a:pt x="16593" y="30379"/>
                  </a:cubicBezTo>
                  <a:cubicBezTo>
                    <a:pt x="16578" y="30379"/>
                    <a:pt x="16530" y="30304"/>
                    <a:pt x="16524" y="30265"/>
                  </a:cubicBezTo>
                  <a:lnTo>
                    <a:pt x="16580" y="30257"/>
                  </a:lnTo>
                  <a:close/>
                  <a:moveTo>
                    <a:pt x="16053" y="30768"/>
                  </a:moveTo>
                  <a:lnTo>
                    <a:pt x="15932" y="30784"/>
                  </a:lnTo>
                  <a:lnTo>
                    <a:pt x="15932" y="30784"/>
                  </a:lnTo>
                  <a:lnTo>
                    <a:pt x="15997" y="30776"/>
                  </a:lnTo>
                  <a:lnTo>
                    <a:pt x="16053" y="30768"/>
                  </a:lnTo>
                  <a:close/>
                  <a:moveTo>
                    <a:pt x="16561" y="31353"/>
                  </a:moveTo>
                  <a:cubicBezTo>
                    <a:pt x="16592" y="31353"/>
                    <a:pt x="16616" y="31362"/>
                    <a:pt x="16621" y="31392"/>
                  </a:cubicBezTo>
                  <a:lnTo>
                    <a:pt x="16629" y="31449"/>
                  </a:lnTo>
                  <a:cubicBezTo>
                    <a:pt x="16580" y="31449"/>
                    <a:pt x="16540" y="31441"/>
                    <a:pt x="16507" y="31408"/>
                  </a:cubicBezTo>
                  <a:lnTo>
                    <a:pt x="16499" y="31360"/>
                  </a:lnTo>
                  <a:cubicBezTo>
                    <a:pt x="16521" y="31357"/>
                    <a:pt x="16542" y="31353"/>
                    <a:pt x="16561" y="31353"/>
                  </a:cubicBezTo>
                  <a:close/>
                  <a:moveTo>
                    <a:pt x="16282" y="31788"/>
                  </a:moveTo>
                  <a:cubicBezTo>
                    <a:pt x="16296" y="31788"/>
                    <a:pt x="16327" y="31798"/>
                    <a:pt x="16378" y="31814"/>
                  </a:cubicBezTo>
                  <a:lnTo>
                    <a:pt x="16507" y="31903"/>
                  </a:lnTo>
                  <a:cubicBezTo>
                    <a:pt x="16510" y="31919"/>
                    <a:pt x="16505" y="31925"/>
                    <a:pt x="16492" y="31925"/>
                  </a:cubicBezTo>
                  <a:cubicBezTo>
                    <a:pt x="16466" y="31925"/>
                    <a:pt x="16408" y="31898"/>
                    <a:pt x="16321" y="31870"/>
                  </a:cubicBezTo>
                  <a:cubicBezTo>
                    <a:pt x="16277" y="31811"/>
                    <a:pt x="16259" y="31788"/>
                    <a:pt x="16282" y="31788"/>
                  </a:cubicBezTo>
                  <a:close/>
                  <a:moveTo>
                    <a:pt x="16743" y="32961"/>
                  </a:moveTo>
                  <a:cubicBezTo>
                    <a:pt x="16807" y="32961"/>
                    <a:pt x="16863" y="32992"/>
                    <a:pt x="16897" y="33046"/>
                  </a:cubicBezTo>
                  <a:cubicBezTo>
                    <a:pt x="16903" y="33092"/>
                    <a:pt x="16904" y="33138"/>
                    <a:pt x="16905" y="33154"/>
                  </a:cubicBezTo>
                  <a:lnTo>
                    <a:pt x="16905" y="33154"/>
                  </a:lnTo>
                  <a:lnTo>
                    <a:pt x="16775" y="33062"/>
                  </a:lnTo>
                  <a:cubicBezTo>
                    <a:pt x="16589" y="32981"/>
                    <a:pt x="16589" y="32981"/>
                    <a:pt x="16702" y="32965"/>
                  </a:cubicBezTo>
                  <a:cubicBezTo>
                    <a:pt x="16716" y="32962"/>
                    <a:pt x="16730" y="32961"/>
                    <a:pt x="16743" y="32961"/>
                  </a:cubicBezTo>
                  <a:close/>
                  <a:moveTo>
                    <a:pt x="16621" y="33249"/>
                  </a:moveTo>
                  <a:lnTo>
                    <a:pt x="16686" y="33289"/>
                  </a:lnTo>
                  <a:lnTo>
                    <a:pt x="16637" y="33354"/>
                  </a:lnTo>
                  <a:cubicBezTo>
                    <a:pt x="16633" y="33355"/>
                    <a:pt x="16629" y="33355"/>
                    <a:pt x="16625" y="33355"/>
                  </a:cubicBezTo>
                  <a:cubicBezTo>
                    <a:pt x="16571" y="33355"/>
                    <a:pt x="16564" y="33302"/>
                    <a:pt x="16564" y="33257"/>
                  </a:cubicBezTo>
                  <a:lnTo>
                    <a:pt x="16621" y="33249"/>
                  </a:lnTo>
                  <a:close/>
                  <a:moveTo>
                    <a:pt x="17286" y="35349"/>
                  </a:moveTo>
                  <a:cubicBezTo>
                    <a:pt x="17221" y="35349"/>
                    <a:pt x="17229" y="35405"/>
                    <a:pt x="17237" y="35462"/>
                  </a:cubicBezTo>
                  <a:cubicBezTo>
                    <a:pt x="17192" y="35568"/>
                    <a:pt x="17245" y="35617"/>
                    <a:pt x="17298" y="35617"/>
                  </a:cubicBezTo>
                  <a:cubicBezTo>
                    <a:pt x="17302" y="35617"/>
                    <a:pt x="17306" y="35617"/>
                    <a:pt x="17310" y="35616"/>
                  </a:cubicBezTo>
                  <a:cubicBezTo>
                    <a:pt x="17367" y="35608"/>
                    <a:pt x="17367" y="35551"/>
                    <a:pt x="17351" y="35446"/>
                  </a:cubicBezTo>
                  <a:cubicBezTo>
                    <a:pt x="17343" y="35405"/>
                    <a:pt x="17318" y="35373"/>
                    <a:pt x="17286" y="35349"/>
                  </a:cubicBezTo>
                  <a:close/>
                  <a:moveTo>
                    <a:pt x="17179" y="35753"/>
                  </a:moveTo>
                  <a:cubicBezTo>
                    <a:pt x="17202" y="35753"/>
                    <a:pt x="17237" y="35777"/>
                    <a:pt x="17278" y="35835"/>
                  </a:cubicBezTo>
                  <a:cubicBezTo>
                    <a:pt x="17278" y="35892"/>
                    <a:pt x="17286" y="35940"/>
                    <a:pt x="17286" y="35940"/>
                  </a:cubicBezTo>
                  <a:cubicBezTo>
                    <a:pt x="17284" y="35941"/>
                    <a:pt x="17281" y="35941"/>
                    <a:pt x="17279" y="35941"/>
                  </a:cubicBezTo>
                  <a:cubicBezTo>
                    <a:pt x="17223" y="35941"/>
                    <a:pt x="17156" y="35849"/>
                    <a:pt x="17148" y="35795"/>
                  </a:cubicBezTo>
                  <a:cubicBezTo>
                    <a:pt x="17148" y="35769"/>
                    <a:pt x="17159" y="35753"/>
                    <a:pt x="17179" y="35753"/>
                  </a:cubicBezTo>
                  <a:close/>
                  <a:moveTo>
                    <a:pt x="17026" y="38738"/>
                  </a:moveTo>
                  <a:cubicBezTo>
                    <a:pt x="16970" y="38746"/>
                    <a:pt x="16970" y="38746"/>
                    <a:pt x="16978" y="38802"/>
                  </a:cubicBezTo>
                  <a:lnTo>
                    <a:pt x="16978" y="38851"/>
                  </a:lnTo>
                  <a:lnTo>
                    <a:pt x="17034" y="38794"/>
                  </a:lnTo>
                  <a:lnTo>
                    <a:pt x="17026" y="38738"/>
                  </a:lnTo>
                  <a:close/>
                  <a:moveTo>
                    <a:pt x="17343" y="38819"/>
                  </a:moveTo>
                  <a:lnTo>
                    <a:pt x="17343" y="38867"/>
                  </a:lnTo>
                  <a:cubicBezTo>
                    <a:pt x="17306" y="38873"/>
                    <a:pt x="17320" y="38894"/>
                    <a:pt x="17349" y="38894"/>
                  </a:cubicBezTo>
                  <a:cubicBezTo>
                    <a:pt x="17366" y="38894"/>
                    <a:pt x="17387" y="38888"/>
                    <a:pt x="17407" y="38867"/>
                  </a:cubicBezTo>
                  <a:lnTo>
                    <a:pt x="17521" y="38851"/>
                  </a:lnTo>
                  <a:lnTo>
                    <a:pt x="17521" y="38851"/>
                  </a:lnTo>
                  <a:cubicBezTo>
                    <a:pt x="17521" y="38916"/>
                    <a:pt x="17472" y="38965"/>
                    <a:pt x="17416" y="38973"/>
                  </a:cubicBezTo>
                  <a:cubicBezTo>
                    <a:pt x="17366" y="39001"/>
                    <a:pt x="17338" y="39017"/>
                    <a:pt x="17321" y="39017"/>
                  </a:cubicBezTo>
                  <a:cubicBezTo>
                    <a:pt x="17300" y="39017"/>
                    <a:pt x="17298" y="38991"/>
                    <a:pt x="17294" y="38932"/>
                  </a:cubicBezTo>
                  <a:cubicBezTo>
                    <a:pt x="17286" y="38875"/>
                    <a:pt x="17278" y="38827"/>
                    <a:pt x="17343" y="38819"/>
                  </a:cubicBezTo>
                  <a:close/>
                  <a:moveTo>
                    <a:pt x="17399" y="39459"/>
                  </a:moveTo>
                  <a:cubicBezTo>
                    <a:pt x="17432" y="39492"/>
                    <a:pt x="17464" y="39524"/>
                    <a:pt x="17472" y="39565"/>
                  </a:cubicBezTo>
                  <a:lnTo>
                    <a:pt x="17416" y="39621"/>
                  </a:lnTo>
                  <a:cubicBezTo>
                    <a:pt x="17412" y="39622"/>
                    <a:pt x="17408" y="39622"/>
                    <a:pt x="17405" y="39622"/>
                  </a:cubicBezTo>
                  <a:cubicBezTo>
                    <a:pt x="17358" y="39622"/>
                    <a:pt x="17351" y="39570"/>
                    <a:pt x="17351" y="39524"/>
                  </a:cubicBezTo>
                  <a:cubicBezTo>
                    <a:pt x="17343" y="39467"/>
                    <a:pt x="17343" y="39467"/>
                    <a:pt x="17399" y="39459"/>
                  </a:cubicBezTo>
                  <a:close/>
                  <a:moveTo>
                    <a:pt x="18309" y="39543"/>
                  </a:moveTo>
                  <a:cubicBezTo>
                    <a:pt x="18291" y="39543"/>
                    <a:pt x="18271" y="39546"/>
                    <a:pt x="18251" y="39548"/>
                  </a:cubicBezTo>
                  <a:lnTo>
                    <a:pt x="18251" y="39597"/>
                  </a:lnTo>
                  <a:cubicBezTo>
                    <a:pt x="18291" y="39621"/>
                    <a:pt x="18332" y="39638"/>
                    <a:pt x="18380" y="39638"/>
                  </a:cubicBezTo>
                  <a:lnTo>
                    <a:pt x="18372" y="39589"/>
                  </a:lnTo>
                  <a:cubicBezTo>
                    <a:pt x="18367" y="39552"/>
                    <a:pt x="18341" y="39543"/>
                    <a:pt x="18309" y="39543"/>
                  </a:cubicBezTo>
                  <a:close/>
                  <a:moveTo>
                    <a:pt x="672" y="1"/>
                  </a:moveTo>
                  <a:cubicBezTo>
                    <a:pt x="637" y="1"/>
                    <a:pt x="610" y="40"/>
                    <a:pt x="584" y="80"/>
                  </a:cubicBezTo>
                  <a:lnTo>
                    <a:pt x="495" y="23"/>
                  </a:lnTo>
                  <a:cubicBezTo>
                    <a:pt x="486" y="15"/>
                    <a:pt x="477" y="11"/>
                    <a:pt x="467" y="11"/>
                  </a:cubicBezTo>
                  <a:cubicBezTo>
                    <a:pt x="450" y="11"/>
                    <a:pt x="432" y="24"/>
                    <a:pt x="422" y="39"/>
                  </a:cubicBezTo>
                  <a:cubicBezTo>
                    <a:pt x="408" y="59"/>
                    <a:pt x="393" y="67"/>
                    <a:pt x="376" y="67"/>
                  </a:cubicBezTo>
                  <a:cubicBezTo>
                    <a:pt x="351" y="67"/>
                    <a:pt x="324" y="51"/>
                    <a:pt x="300" y="31"/>
                  </a:cubicBezTo>
                  <a:cubicBezTo>
                    <a:pt x="312" y="13"/>
                    <a:pt x="308" y="4"/>
                    <a:pt x="300" y="4"/>
                  </a:cubicBezTo>
                  <a:cubicBezTo>
                    <a:pt x="285" y="4"/>
                    <a:pt x="257" y="29"/>
                    <a:pt x="268" y="80"/>
                  </a:cubicBezTo>
                  <a:cubicBezTo>
                    <a:pt x="242" y="119"/>
                    <a:pt x="216" y="163"/>
                    <a:pt x="182" y="163"/>
                  </a:cubicBezTo>
                  <a:cubicBezTo>
                    <a:pt x="173" y="163"/>
                    <a:pt x="164" y="160"/>
                    <a:pt x="154" y="153"/>
                  </a:cubicBezTo>
                  <a:lnTo>
                    <a:pt x="97" y="250"/>
                  </a:lnTo>
                  <a:cubicBezTo>
                    <a:pt x="32" y="356"/>
                    <a:pt x="0" y="404"/>
                    <a:pt x="57" y="518"/>
                  </a:cubicBezTo>
                  <a:cubicBezTo>
                    <a:pt x="163" y="643"/>
                    <a:pt x="245" y="753"/>
                    <a:pt x="307" y="753"/>
                  </a:cubicBezTo>
                  <a:cubicBezTo>
                    <a:pt x="325" y="753"/>
                    <a:pt x="342" y="743"/>
                    <a:pt x="357" y="721"/>
                  </a:cubicBezTo>
                  <a:cubicBezTo>
                    <a:pt x="374" y="717"/>
                    <a:pt x="390" y="715"/>
                    <a:pt x="407" y="715"/>
                  </a:cubicBezTo>
                  <a:cubicBezTo>
                    <a:pt x="431" y="715"/>
                    <a:pt x="455" y="719"/>
                    <a:pt x="478" y="729"/>
                  </a:cubicBezTo>
                  <a:cubicBezTo>
                    <a:pt x="511" y="761"/>
                    <a:pt x="527" y="802"/>
                    <a:pt x="535" y="842"/>
                  </a:cubicBezTo>
                  <a:cubicBezTo>
                    <a:pt x="503" y="891"/>
                    <a:pt x="673" y="1004"/>
                    <a:pt x="892" y="1150"/>
                  </a:cubicBezTo>
                  <a:cubicBezTo>
                    <a:pt x="1151" y="1329"/>
                    <a:pt x="1273" y="1434"/>
                    <a:pt x="1281" y="1507"/>
                  </a:cubicBezTo>
                  <a:cubicBezTo>
                    <a:pt x="1281" y="1547"/>
                    <a:pt x="1297" y="1588"/>
                    <a:pt x="1330" y="1620"/>
                  </a:cubicBezTo>
                  <a:cubicBezTo>
                    <a:pt x="1333" y="1615"/>
                    <a:pt x="1339" y="1613"/>
                    <a:pt x="1347" y="1613"/>
                  </a:cubicBezTo>
                  <a:cubicBezTo>
                    <a:pt x="1415" y="1613"/>
                    <a:pt x="1644" y="1789"/>
                    <a:pt x="1905" y="1985"/>
                  </a:cubicBezTo>
                  <a:cubicBezTo>
                    <a:pt x="2176" y="2188"/>
                    <a:pt x="2432" y="2411"/>
                    <a:pt x="2501" y="2411"/>
                  </a:cubicBezTo>
                  <a:cubicBezTo>
                    <a:pt x="2506" y="2411"/>
                    <a:pt x="2510" y="2410"/>
                    <a:pt x="2513" y="2407"/>
                  </a:cubicBezTo>
                  <a:lnTo>
                    <a:pt x="2595" y="2472"/>
                  </a:lnTo>
                  <a:cubicBezTo>
                    <a:pt x="2554" y="2520"/>
                    <a:pt x="2635" y="2585"/>
                    <a:pt x="2716" y="2650"/>
                  </a:cubicBezTo>
                  <a:cubicBezTo>
                    <a:pt x="2789" y="2666"/>
                    <a:pt x="2854" y="2699"/>
                    <a:pt x="2911" y="2747"/>
                  </a:cubicBezTo>
                  <a:cubicBezTo>
                    <a:pt x="2870" y="2788"/>
                    <a:pt x="2911" y="2829"/>
                    <a:pt x="2992" y="2893"/>
                  </a:cubicBezTo>
                  <a:cubicBezTo>
                    <a:pt x="3048" y="2938"/>
                    <a:pt x="3085" y="2972"/>
                    <a:pt x="3115" y="2972"/>
                  </a:cubicBezTo>
                  <a:cubicBezTo>
                    <a:pt x="3129" y="2972"/>
                    <a:pt x="3142" y="2965"/>
                    <a:pt x="3154" y="2950"/>
                  </a:cubicBezTo>
                  <a:cubicBezTo>
                    <a:pt x="3195" y="2983"/>
                    <a:pt x="3470" y="3226"/>
                    <a:pt x="3543" y="3388"/>
                  </a:cubicBezTo>
                  <a:cubicBezTo>
                    <a:pt x="3537" y="3443"/>
                    <a:pt x="3581" y="3456"/>
                    <a:pt x="3638" y="3456"/>
                  </a:cubicBezTo>
                  <a:cubicBezTo>
                    <a:pt x="3657" y="3456"/>
                    <a:pt x="3677" y="3455"/>
                    <a:pt x="3697" y="3453"/>
                  </a:cubicBezTo>
                  <a:cubicBezTo>
                    <a:pt x="3720" y="3425"/>
                    <a:pt x="3751" y="3411"/>
                    <a:pt x="3782" y="3411"/>
                  </a:cubicBezTo>
                  <a:cubicBezTo>
                    <a:pt x="3806" y="3411"/>
                    <a:pt x="3830" y="3419"/>
                    <a:pt x="3851" y="3437"/>
                  </a:cubicBezTo>
                  <a:lnTo>
                    <a:pt x="3770" y="3526"/>
                  </a:lnTo>
                  <a:cubicBezTo>
                    <a:pt x="3689" y="3526"/>
                    <a:pt x="3689" y="3526"/>
                    <a:pt x="3770" y="3599"/>
                  </a:cubicBezTo>
                  <a:lnTo>
                    <a:pt x="3843" y="3672"/>
                  </a:lnTo>
                  <a:cubicBezTo>
                    <a:pt x="3847" y="3668"/>
                    <a:pt x="3852" y="3666"/>
                    <a:pt x="3859" y="3666"/>
                  </a:cubicBezTo>
                  <a:cubicBezTo>
                    <a:pt x="3921" y="3666"/>
                    <a:pt x="4104" y="3834"/>
                    <a:pt x="4346" y="4069"/>
                  </a:cubicBezTo>
                  <a:cubicBezTo>
                    <a:pt x="4636" y="4366"/>
                    <a:pt x="4753" y="4490"/>
                    <a:pt x="4805" y="4490"/>
                  </a:cubicBezTo>
                  <a:cubicBezTo>
                    <a:pt x="4813" y="4490"/>
                    <a:pt x="4819" y="4488"/>
                    <a:pt x="4824" y="4482"/>
                  </a:cubicBezTo>
                  <a:cubicBezTo>
                    <a:pt x="4836" y="4472"/>
                    <a:pt x="4848" y="4467"/>
                    <a:pt x="4859" y="4467"/>
                  </a:cubicBezTo>
                  <a:cubicBezTo>
                    <a:pt x="4891" y="4467"/>
                    <a:pt x="4922" y="4515"/>
                    <a:pt x="4970" y="4637"/>
                  </a:cubicBezTo>
                  <a:cubicBezTo>
                    <a:pt x="5059" y="4985"/>
                    <a:pt x="5059" y="4985"/>
                    <a:pt x="5140" y="4985"/>
                  </a:cubicBezTo>
                  <a:cubicBezTo>
                    <a:pt x="5100" y="4945"/>
                    <a:pt x="5148" y="4904"/>
                    <a:pt x="5189" y="4864"/>
                  </a:cubicBezTo>
                  <a:cubicBezTo>
                    <a:pt x="5221" y="4834"/>
                    <a:pt x="5246" y="4821"/>
                    <a:pt x="5262" y="4821"/>
                  </a:cubicBezTo>
                  <a:cubicBezTo>
                    <a:pt x="5291" y="4821"/>
                    <a:pt x="5293" y="4864"/>
                    <a:pt x="5262" y="4937"/>
                  </a:cubicBezTo>
                  <a:cubicBezTo>
                    <a:pt x="5184" y="5015"/>
                    <a:pt x="5709" y="5531"/>
                    <a:pt x="5856" y="5531"/>
                  </a:cubicBezTo>
                  <a:cubicBezTo>
                    <a:pt x="5861" y="5531"/>
                    <a:pt x="5866" y="5530"/>
                    <a:pt x="5870" y="5528"/>
                  </a:cubicBezTo>
                  <a:lnTo>
                    <a:pt x="5870" y="5528"/>
                  </a:lnTo>
                  <a:lnTo>
                    <a:pt x="5830" y="5569"/>
                  </a:lnTo>
                  <a:cubicBezTo>
                    <a:pt x="5781" y="5609"/>
                    <a:pt x="5813" y="5650"/>
                    <a:pt x="5951" y="5812"/>
                  </a:cubicBezTo>
                  <a:lnTo>
                    <a:pt x="6057" y="5926"/>
                  </a:lnTo>
                  <a:cubicBezTo>
                    <a:pt x="6067" y="5917"/>
                    <a:pt x="6078" y="5913"/>
                    <a:pt x="6090" y="5913"/>
                  </a:cubicBezTo>
                  <a:cubicBezTo>
                    <a:pt x="6182" y="5913"/>
                    <a:pt x="6310" y="6133"/>
                    <a:pt x="6267" y="6169"/>
                  </a:cubicBezTo>
                  <a:cubicBezTo>
                    <a:pt x="6251" y="6250"/>
                    <a:pt x="6259" y="6242"/>
                    <a:pt x="6324" y="6331"/>
                  </a:cubicBezTo>
                  <a:cubicBezTo>
                    <a:pt x="6511" y="6372"/>
                    <a:pt x="6632" y="6623"/>
                    <a:pt x="6584" y="6655"/>
                  </a:cubicBezTo>
                  <a:lnTo>
                    <a:pt x="6648" y="6745"/>
                  </a:lnTo>
                  <a:cubicBezTo>
                    <a:pt x="6730" y="6745"/>
                    <a:pt x="6794" y="6826"/>
                    <a:pt x="6827" y="6866"/>
                  </a:cubicBezTo>
                  <a:cubicBezTo>
                    <a:pt x="6890" y="6951"/>
                    <a:pt x="6929" y="6997"/>
                    <a:pt x="6951" y="6997"/>
                  </a:cubicBezTo>
                  <a:cubicBezTo>
                    <a:pt x="6963" y="6997"/>
                    <a:pt x="6970" y="6984"/>
                    <a:pt x="6973" y="6955"/>
                  </a:cubicBezTo>
                  <a:cubicBezTo>
                    <a:pt x="7006" y="6928"/>
                    <a:pt x="7038" y="6904"/>
                    <a:pt x="7066" y="6904"/>
                  </a:cubicBezTo>
                  <a:cubicBezTo>
                    <a:pt x="7080" y="6904"/>
                    <a:pt x="7092" y="6910"/>
                    <a:pt x="7102" y="6923"/>
                  </a:cubicBezTo>
                  <a:lnTo>
                    <a:pt x="7054" y="6963"/>
                  </a:lnTo>
                  <a:cubicBezTo>
                    <a:pt x="7005" y="6996"/>
                    <a:pt x="7111" y="7117"/>
                    <a:pt x="7240" y="7288"/>
                  </a:cubicBezTo>
                  <a:cubicBezTo>
                    <a:pt x="7402" y="7499"/>
                    <a:pt x="7459" y="7588"/>
                    <a:pt x="7443" y="7661"/>
                  </a:cubicBezTo>
                  <a:lnTo>
                    <a:pt x="7524" y="7669"/>
                  </a:lnTo>
                  <a:cubicBezTo>
                    <a:pt x="7597" y="7677"/>
                    <a:pt x="7629" y="7717"/>
                    <a:pt x="7581" y="7758"/>
                  </a:cubicBezTo>
                  <a:cubicBezTo>
                    <a:pt x="7565" y="7831"/>
                    <a:pt x="7694" y="8001"/>
                    <a:pt x="7800" y="8058"/>
                  </a:cubicBezTo>
                  <a:lnTo>
                    <a:pt x="7865" y="8139"/>
                  </a:lnTo>
                  <a:cubicBezTo>
                    <a:pt x="7805" y="8243"/>
                    <a:pt x="7882" y="8361"/>
                    <a:pt x="7989" y="8361"/>
                  </a:cubicBezTo>
                  <a:cubicBezTo>
                    <a:pt x="7999" y="8361"/>
                    <a:pt x="8009" y="8360"/>
                    <a:pt x="8019" y="8358"/>
                  </a:cubicBezTo>
                  <a:lnTo>
                    <a:pt x="8019" y="8358"/>
                  </a:lnTo>
                  <a:cubicBezTo>
                    <a:pt x="7970" y="8390"/>
                    <a:pt x="8002" y="8431"/>
                    <a:pt x="8035" y="8471"/>
                  </a:cubicBezTo>
                  <a:cubicBezTo>
                    <a:pt x="8148" y="8520"/>
                    <a:pt x="8262" y="8707"/>
                    <a:pt x="8213" y="8739"/>
                  </a:cubicBezTo>
                  <a:lnTo>
                    <a:pt x="8246" y="8780"/>
                  </a:lnTo>
                  <a:cubicBezTo>
                    <a:pt x="8302" y="8788"/>
                    <a:pt x="8359" y="8828"/>
                    <a:pt x="8383" y="8877"/>
                  </a:cubicBezTo>
                  <a:cubicBezTo>
                    <a:pt x="8408" y="8934"/>
                    <a:pt x="8456" y="8966"/>
                    <a:pt x="8521" y="8974"/>
                  </a:cubicBezTo>
                  <a:cubicBezTo>
                    <a:pt x="8562" y="8982"/>
                    <a:pt x="8602" y="8998"/>
                    <a:pt x="8627" y="9031"/>
                  </a:cubicBezTo>
                  <a:cubicBezTo>
                    <a:pt x="8646" y="9055"/>
                    <a:pt x="8625" y="9062"/>
                    <a:pt x="8589" y="9062"/>
                  </a:cubicBezTo>
                  <a:cubicBezTo>
                    <a:pt x="8563" y="9062"/>
                    <a:pt x="8530" y="9059"/>
                    <a:pt x="8497" y="9055"/>
                  </a:cubicBezTo>
                  <a:cubicBezTo>
                    <a:pt x="8479" y="9045"/>
                    <a:pt x="8466" y="9041"/>
                    <a:pt x="8459" y="9041"/>
                  </a:cubicBezTo>
                  <a:cubicBezTo>
                    <a:pt x="8425" y="9041"/>
                    <a:pt x="8513" y="9139"/>
                    <a:pt x="8667" y="9193"/>
                  </a:cubicBezTo>
                  <a:cubicBezTo>
                    <a:pt x="8785" y="9239"/>
                    <a:pt x="8829" y="9256"/>
                    <a:pt x="8805" y="9256"/>
                  </a:cubicBezTo>
                  <a:cubicBezTo>
                    <a:pt x="8792" y="9256"/>
                    <a:pt x="8756" y="9251"/>
                    <a:pt x="8700" y="9242"/>
                  </a:cubicBezTo>
                  <a:cubicBezTo>
                    <a:pt x="8665" y="9238"/>
                    <a:pt x="8630" y="9233"/>
                    <a:pt x="8610" y="9233"/>
                  </a:cubicBezTo>
                  <a:cubicBezTo>
                    <a:pt x="8585" y="9233"/>
                    <a:pt x="8587" y="9242"/>
                    <a:pt x="8651" y="9274"/>
                  </a:cubicBezTo>
                  <a:cubicBezTo>
                    <a:pt x="8651" y="9274"/>
                    <a:pt x="8692" y="9338"/>
                    <a:pt x="8734" y="9338"/>
                  </a:cubicBezTo>
                  <a:cubicBezTo>
                    <a:pt x="8741" y="9338"/>
                    <a:pt x="8749" y="9336"/>
                    <a:pt x="8756" y="9331"/>
                  </a:cubicBezTo>
                  <a:lnTo>
                    <a:pt x="8846" y="9461"/>
                  </a:lnTo>
                  <a:cubicBezTo>
                    <a:pt x="8846" y="9534"/>
                    <a:pt x="8870" y="9607"/>
                    <a:pt x="8910" y="9671"/>
                  </a:cubicBezTo>
                  <a:cubicBezTo>
                    <a:pt x="8992" y="9680"/>
                    <a:pt x="8992" y="9680"/>
                    <a:pt x="8967" y="9761"/>
                  </a:cubicBezTo>
                  <a:cubicBezTo>
                    <a:pt x="8938" y="9780"/>
                    <a:pt x="8938" y="9803"/>
                    <a:pt x="8965" y="9803"/>
                  </a:cubicBezTo>
                  <a:cubicBezTo>
                    <a:pt x="8982" y="9803"/>
                    <a:pt x="9010" y="9794"/>
                    <a:pt x="9048" y="9769"/>
                  </a:cubicBezTo>
                  <a:cubicBezTo>
                    <a:pt x="9129" y="9785"/>
                    <a:pt x="9154" y="9834"/>
                    <a:pt x="9129" y="9907"/>
                  </a:cubicBezTo>
                  <a:cubicBezTo>
                    <a:pt x="9053" y="9957"/>
                    <a:pt x="9052" y="9998"/>
                    <a:pt x="9078" y="9998"/>
                  </a:cubicBezTo>
                  <a:cubicBezTo>
                    <a:pt x="9085" y="9998"/>
                    <a:pt x="9094" y="9995"/>
                    <a:pt x="9105" y="9988"/>
                  </a:cubicBezTo>
                  <a:cubicBezTo>
                    <a:pt x="9154" y="9988"/>
                    <a:pt x="9186" y="10012"/>
                    <a:pt x="9219" y="10044"/>
                  </a:cubicBezTo>
                  <a:cubicBezTo>
                    <a:pt x="9162" y="10077"/>
                    <a:pt x="9413" y="10482"/>
                    <a:pt x="9665" y="10888"/>
                  </a:cubicBezTo>
                  <a:cubicBezTo>
                    <a:pt x="9691" y="10919"/>
                    <a:pt x="9726" y="10933"/>
                    <a:pt x="9762" y="10933"/>
                  </a:cubicBezTo>
                  <a:cubicBezTo>
                    <a:pt x="9782" y="10933"/>
                    <a:pt x="9801" y="10929"/>
                    <a:pt x="9819" y="10920"/>
                  </a:cubicBezTo>
                  <a:cubicBezTo>
                    <a:pt x="9858" y="10896"/>
                    <a:pt x="9876" y="10885"/>
                    <a:pt x="9882" y="10885"/>
                  </a:cubicBezTo>
                  <a:lnTo>
                    <a:pt x="9882" y="10885"/>
                  </a:lnTo>
                  <a:cubicBezTo>
                    <a:pt x="9891" y="10885"/>
                    <a:pt x="9866" y="10915"/>
                    <a:pt x="9851" y="10961"/>
                  </a:cubicBezTo>
                  <a:cubicBezTo>
                    <a:pt x="9766" y="11051"/>
                    <a:pt x="9757" y="11125"/>
                    <a:pt x="9799" y="11125"/>
                  </a:cubicBezTo>
                  <a:cubicBezTo>
                    <a:pt x="9821" y="11125"/>
                    <a:pt x="9855" y="11105"/>
                    <a:pt x="9900" y="11058"/>
                  </a:cubicBezTo>
                  <a:cubicBezTo>
                    <a:pt x="9933" y="11010"/>
                    <a:pt x="9951" y="10984"/>
                    <a:pt x="9956" y="10984"/>
                  </a:cubicBezTo>
                  <a:lnTo>
                    <a:pt x="9956" y="10984"/>
                  </a:lnTo>
                  <a:cubicBezTo>
                    <a:pt x="9963" y="10984"/>
                    <a:pt x="9951" y="11022"/>
                    <a:pt x="9924" y="11106"/>
                  </a:cubicBezTo>
                  <a:cubicBezTo>
                    <a:pt x="9900" y="11179"/>
                    <a:pt x="9900" y="11179"/>
                    <a:pt x="9981" y="11196"/>
                  </a:cubicBezTo>
                  <a:cubicBezTo>
                    <a:pt x="9992" y="11188"/>
                    <a:pt x="10002" y="11185"/>
                    <a:pt x="10010" y="11185"/>
                  </a:cubicBezTo>
                  <a:cubicBezTo>
                    <a:pt x="10037" y="11185"/>
                    <a:pt x="10042" y="11219"/>
                    <a:pt x="10005" y="11244"/>
                  </a:cubicBezTo>
                  <a:cubicBezTo>
                    <a:pt x="9984" y="11308"/>
                    <a:pt x="9963" y="11371"/>
                    <a:pt x="9989" y="11371"/>
                  </a:cubicBezTo>
                  <a:cubicBezTo>
                    <a:pt x="9993" y="11371"/>
                    <a:pt x="9999" y="11369"/>
                    <a:pt x="10005" y="11366"/>
                  </a:cubicBezTo>
                  <a:cubicBezTo>
                    <a:pt x="10021" y="11406"/>
                    <a:pt x="10021" y="11447"/>
                    <a:pt x="10005" y="11488"/>
                  </a:cubicBezTo>
                  <a:cubicBezTo>
                    <a:pt x="9981" y="11561"/>
                    <a:pt x="10054" y="11577"/>
                    <a:pt x="10135" y="11593"/>
                  </a:cubicBezTo>
                  <a:cubicBezTo>
                    <a:pt x="10313" y="11674"/>
                    <a:pt x="10346" y="11723"/>
                    <a:pt x="10216" y="11731"/>
                  </a:cubicBezTo>
                  <a:cubicBezTo>
                    <a:pt x="10091" y="11746"/>
                    <a:pt x="10251" y="11934"/>
                    <a:pt x="10379" y="11934"/>
                  </a:cubicBezTo>
                  <a:cubicBezTo>
                    <a:pt x="10384" y="11934"/>
                    <a:pt x="10389" y="11934"/>
                    <a:pt x="10394" y="11933"/>
                  </a:cubicBezTo>
                  <a:cubicBezTo>
                    <a:pt x="10442" y="11931"/>
                    <a:pt x="10472" y="11929"/>
                    <a:pt x="10489" y="11929"/>
                  </a:cubicBezTo>
                  <a:cubicBezTo>
                    <a:pt x="10517" y="11929"/>
                    <a:pt x="10506" y="11934"/>
                    <a:pt x="10475" y="11950"/>
                  </a:cubicBezTo>
                  <a:cubicBezTo>
                    <a:pt x="10443" y="11966"/>
                    <a:pt x="10435" y="11998"/>
                    <a:pt x="10451" y="12031"/>
                  </a:cubicBezTo>
                  <a:cubicBezTo>
                    <a:pt x="10475" y="12071"/>
                    <a:pt x="10500" y="12120"/>
                    <a:pt x="10443" y="12152"/>
                  </a:cubicBezTo>
                  <a:cubicBezTo>
                    <a:pt x="10483" y="12193"/>
                    <a:pt x="10524" y="12233"/>
                    <a:pt x="10573" y="12266"/>
                  </a:cubicBezTo>
                  <a:cubicBezTo>
                    <a:pt x="10710" y="12298"/>
                    <a:pt x="10759" y="12469"/>
                    <a:pt x="10670" y="12574"/>
                  </a:cubicBezTo>
                  <a:lnTo>
                    <a:pt x="10767" y="12639"/>
                  </a:lnTo>
                  <a:cubicBezTo>
                    <a:pt x="10784" y="12638"/>
                    <a:pt x="10799" y="12637"/>
                    <a:pt x="10814" y="12637"/>
                  </a:cubicBezTo>
                  <a:cubicBezTo>
                    <a:pt x="10914" y="12637"/>
                    <a:pt x="10965" y="12661"/>
                    <a:pt x="10873" y="12704"/>
                  </a:cubicBezTo>
                  <a:lnTo>
                    <a:pt x="10816" y="12736"/>
                  </a:lnTo>
                  <a:cubicBezTo>
                    <a:pt x="10818" y="12736"/>
                    <a:pt x="10821" y="12736"/>
                    <a:pt x="10823" y="12736"/>
                  </a:cubicBezTo>
                  <a:cubicBezTo>
                    <a:pt x="10947" y="12736"/>
                    <a:pt x="10992" y="12948"/>
                    <a:pt x="10889" y="12996"/>
                  </a:cubicBezTo>
                  <a:cubicBezTo>
                    <a:pt x="10832" y="13028"/>
                    <a:pt x="10832" y="13028"/>
                    <a:pt x="10856" y="13069"/>
                  </a:cubicBezTo>
                  <a:lnTo>
                    <a:pt x="10913" y="13044"/>
                  </a:lnTo>
                  <a:cubicBezTo>
                    <a:pt x="10943" y="13029"/>
                    <a:pt x="10977" y="13011"/>
                    <a:pt x="11003" y="13011"/>
                  </a:cubicBezTo>
                  <a:cubicBezTo>
                    <a:pt x="11020" y="13011"/>
                    <a:pt x="11034" y="13018"/>
                    <a:pt x="11043" y="13036"/>
                  </a:cubicBezTo>
                  <a:cubicBezTo>
                    <a:pt x="11067" y="13085"/>
                    <a:pt x="11091" y="13133"/>
                    <a:pt x="11035" y="13158"/>
                  </a:cubicBezTo>
                  <a:cubicBezTo>
                    <a:pt x="11014" y="13221"/>
                    <a:pt x="10987" y="13284"/>
                    <a:pt x="11016" y="13284"/>
                  </a:cubicBezTo>
                  <a:cubicBezTo>
                    <a:pt x="11021" y="13284"/>
                    <a:pt x="11027" y="13283"/>
                    <a:pt x="11035" y="13279"/>
                  </a:cubicBezTo>
                  <a:lnTo>
                    <a:pt x="11035" y="13279"/>
                  </a:lnTo>
                  <a:cubicBezTo>
                    <a:pt x="11051" y="13320"/>
                    <a:pt x="11043" y="13369"/>
                    <a:pt x="11027" y="13401"/>
                  </a:cubicBezTo>
                  <a:lnTo>
                    <a:pt x="11116" y="13596"/>
                  </a:lnTo>
                  <a:cubicBezTo>
                    <a:pt x="11197" y="13612"/>
                    <a:pt x="11237" y="13709"/>
                    <a:pt x="11189" y="13742"/>
                  </a:cubicBezTo>
                  <a:cubicBezTo>
                    <a:pt x="11213" y="13790"/>
                    <a:pt x="11254" y="13831"/>
                    <a:pt x="11310" y="13855"/>
                  </a:cubicBezTo>
                  <a:cubicBezTo>
                    <a:pt x="11351" y="13952"/>
                    <a:pt x="11375" y="14001"/>
                    <a:pt x="11319" y="14025"/>
                  </a:cubicBezTo>
                  <a:cubicBezTo>
                    <a:pt x="11270" y="14050"/>
                    <a:pt x="11270" y="14050"/>
                    <a:pt x="11343" y="14074"/>
                  </a:cubicBezTo>
                  <a:cubicBezTo>
                    <a:pt x="11353" y="14069"/>
                    <a:pt x="11363" y="14067"/>
                    <a:pt x="11371" y="14067"/>
                  </a:cubicBezTo>
                  <a:cubicBezTo>
                    <a:pt x="11408" y="14067"/>
                    <a:pt x="11427" y="14106"/>
                    <a:pt x="11440" y="14139"/>
                  </a:cubicBezTo>
                  <a:lnTo>
                    <a:pt x="11489" y="14236"/>
                  </a:lnTo>
                  <a:cubicBezTo>
                    <a:pt x="11512" y="14226"/>
                    <a:pt x="11526" y="14220"/>
                    <a:pt x="11535" y="14220"/>
                  </a:cubicBezTo>
                  <a:cubicBezTo>
                    <a:pt x="11548" y="14220"/>
                    <a:pt x="11552" y="14232"/>
                    <a:pt x="11562" y="14260"/>
                  </a:cubicBezTo>
                  <a:cubicBezTo>
                    <a:pt x="11586" y="14309"/>
                    <a:pt x="11602" y="14479"/>
                    <a:pt x="11627" y="14528"/>
                  </a:cubicBezTo>
                  <a:cubicBezTo>
                    <a:pt x="11665" y="14613"/>
                    <a:pt x="11680" y="14649"/>
                    <a:pt x="11693" y="14649"/>
                  </a:cubicBezTo>
                  <a:cubicBezTo>
                    <a:pt x="11703" y="14649"/>
                    <a:pt x="11710" y="14631"/>
                    <a:pt x="11724" y="14601"/>
                  </a:cubicBezTo>
                  <a:cubicBezTo>
                    <a:pt x="11713" y="14578"/>
                    <a:pt x="11719" y="14561"/>
                    <a:pt x="11727" y="14561"/>
                  </a:cubicBezTo>
                  <a:cubicBezTo>
                    <a:pt x="11736" y="14561"/>
                    <a:pt x="11749" y="14584"/>
                    <a:pt x="11740" y="14650"/>
                  </a:cubicBezTo>
                  <a:cubicBezTo>
                    <a:pt x="11764" y="14771"/>
                    <a:pt x="11797" y="14893"/>
                    <a:pt x="11837" y="15014"/>
                  </a:cubicBezTo>
                  <a:cubicBezTo>
                    <a:pt x="11897" y="15158"/>
                    <a:pt x="11913" y="15196"/>
                    <a:pt x="11940" y="15196"/>
                  </a:cubicBezTo>
                  <a:cubicBezTo>
                    <a:pt x="11949" y="15196"/>
                    <a:pt x="11960" y="15191"/>
                    <a:pt x="11975" y="15185"/>
                  </a:cubicBezTo>
                  <a:cubicBezTo>
                    <a:pt x="12009" y="15148"/>
                    <a:pt x="12033" y="15132"/>
                    <a:pt x="12044" y="15132"/>
                  </a:cubicBezTo>
                  <a:cubicBezTo>
                    <a:pt x="12061" y="15132"/>
                    <a:pt x="12047" y="15173"/>
                    <a:pt x="11991" y="15233"/>
                  </a:cubicBezTo>
                  <a:cubicBezTo>
                    <a:pt x="11937" y="15356"/>
                    <a:pt x="11945" y="15410"/>
                    <a:pt x="11978" y="15410"/>
                  </a:cubicBezTo>
                  <a:cubicBezTo>
                    <a:pt x="11984" y="15410"/>
                    <a:pt x="11992" y="15408"/>
                    <a:pt x="12000" y="15404"/>
                  </a:cubicBezTo>
                  <a:cubicBezTo>
                    <a:pt x="12081" y="15428"/>
                    <a:pt x="12081" y="15428"/>
                    <a:pt x="12097" y="15477"/>
                  </a:cubicBezTo>
                  <a:cubicBezTo>
                    <a:pt x="12048" y="15501"/>
                    <a:pt x="12064" y="15550"/>
                    <a:pt x="12162" y="15623"/>
                  </a:cubicBezTo>
                  <a:cubicBezTo>
                    <a:pt x="12186" y="15671"/>
                    <a:pt x="12186" y="15671"/>
                    <a:pt x="12129" y="15695"/>
                  </a:cubicBezTo>
                  <a:cubicBezTo>
                    <a:pt x="12129" y="15695"/>
                    <a:pt x="12145" y="15744"/>
                    <a:pt x="12170" y="15793"/>
                  </a:cubicBezTo>
                  <a:cubicBezTo>
                    <a:pt x="12316" y="15841"/>
                    <a:pt x="12381" y="16166"/>
                    <a:pt x="12340" y="16239"/>
                  </a:cubicBezTo>
                  <a:cubicBezTo>
                    <a:pt x="12364" y="16271"/>
                    <a:pt x="12397" y="16304"/>
                    <a:pt x="12437" y="16312"/>
                  </a:cubicBezTo>
                  <a:cubicBezTo>
                    <a:pt x="12567" y="16320"/>
                    <a:pt x="12583" y="16368"/>
                    <a:pt x="12478" y="16409"/>
                  </a:cubicBezTo>
                  <a:cubicBezTo>
                    <a:pt x="12364" y="16458"/>
                    <a:pt x="12364" y="16458"/>
                    <a:pt x="12494" y="16458"/>
                  </a:cubicBezTo>
                  <a:cubicBezTo>
                    <a:pt x="12566" y="16489"/>
                    <a:pt x="12661" y="16725"/>
                    <a:pt x="12541" y="16725"/>
                  </a:cubicBezTo>
                  <a:cubicBezTo>
                    <a:pt x="12539" y="16725"/>
                    <a:pt x="12537" y="16725"/>
                    <a:pt x="12535" y="16725"/>
                  </a:cubicBezTo>
                  <a:lnTo>
                    <a:pt x="12421" y="16774"/>
                  </a:lnTo>
                  <a:cubicBezTo>
                    <a:pt x="12462" y="16782"/>
                    <a:pt x="12494" y="16814"/>
                    <a:pt x="12518" y="16847"/>
                  </a:cubicBezTo>
                  <a:cubicBezTo>
                    <a:pt x="12525" y="16845"/>
                    <a:pt x="12532" y="16844"/>
                    <a:pt x="12537" y="16844"/>
                  </a:cubicBezTo>
                  <a:cubicBezTo>
                    <a:pt x="12580" y="16844"/>
                    <a:pt x="12598" y="16897"/>
                    <a:pt x="12648" y="17025"/>
                  </a:cubicBezTo>
                  <a:cubicBezTo>
                    <a:pt x="12681" y="17122"/>
                    <a:pt x="12810" y="17301"/>
                    <a:pt x="12843" y="17406"/>
                  </a:cubicBezTo>
                  <a:cubicBezTo>
                    <a:pt x="12875" y="17503"/>
                    <a:pt x="12932" y="17658"/>
                    <a:pt x="12891" y="17722"/>
                  </a:cubicBezTo>
                  <a:cubicBezTo>
                    <a:pt x="12908" y="17795"/>
                    <a:pt x="12956" y="17860"/>
                    <a:pt x="13013" y="17909"/>
                  </a:cubicBezTo>
                  <a:cubicBezTo>
                    <a:pt x="13086" y="17933"/>
                    <a:pt x="13127" y="18039"/>
                    <a:pt x="13070" y="18055"/>
                  </a:cubicBezTo>
                  <a:lnTo>
                    <a:pt x="13086" y="18103"/>
                  </a:lnTo>
                  <a:cubicBezTo>
                    <a:pt x="13127" y="18136"/>
                    <a:pt x="13167" y="18185"/>
                    <a:pt x="13191" y="18241"/>
                  </a:cubicBezTo>
                  <a:cubicBezTo>
                    <a:pt x="13135" y="18258"/>
                    <a:pt x="13094" y="18322"/>
                    <a:pt x="13167" y="18355"/>
                  </a:cubicBezTo>
                  <a:cubicBezTo>
                    <a:pt x="13174" y="18353"/>
                    <a:pt x="13179" y="18352"/>
                    <a:pt x="13185" y="18352"/>
                  </a:cubicBezTo>
                  <a:cubicBezTo>
                    <a:pt x="13228" y="18352"/>
                    <a:pt x="13244" y="18406"/>
                    <a:pt x="13272" y="18493"/>
                  </a:cubicBezTo>
                  <a:cubicBezTo>
                    <a:pt x="13256" y="18557"/>
                    <a:pt x="13378" y="19003"/>
                    <a:pt x="13516" y="19441"/>
                  </a:cubicBezTo>
                  <a:cubicBezTo>
                    <a:pt x="13644" y="19867"/>
                    <a:pt x="13773" y="20285"/>
                    <a:pt x="13807" y="20285"/>
                  </a:cubicBezTo>
                  <a:cubicBezTo>
                    <a:pt x="13807" y="20285"/>
                    <a:pt x="13807" y="20285"/>
                    <a:pt x="13808" y="20284"/>
                  </a:cubicBezTo>
                  <a:lnTo>
                    <a:pt x="13848" y="20438"/>
                  </a:lnTo>
                  <a:cubicBezTo>
                    <a:pt x="13864" y="20495"/>
                    <a:pt x="13889" y="20593"/>
                    <a:pt x="13889" y="20593"/>
                  </a:cubicBezTo>
                  <a:cubicBezTo>
                    <a:pt x="13775" y="20625"/>
                    <a:pt x="13913" y="20868"/>
                    <a:pt x="14002" y="21006"/>
                  </a:cubicBezTo>
                  <a:cubicBezTo>
                    <a:pt x="14059" y="21038"/>
                    <a:pt x="14099" y="21087"/>
                    <a:pt x="14099" y="21144"/>
                  </a:cubicBezTo>
                  <a:cubicBezTo>
                    <a:pt x="13986" y="21176"/>
                    <a:pt x="14026" y="21330"/>
                    <a:pt x="14116" y="21420"/>
                  </a:cubicBezTo>
                  <a:cubicBezTo>
                    <a:pt x="14245" y="21444"/>
                    <a:pt x="14254" y="21492"/>
                    <a:pt x="14140" y="21525"/>
                  </a:cubicBezTo>
                  <a:cubicBezTo>
                    <a:pt x="14026" y="21557"/>
                    <a:pt x="14051" y="21663"/>
                    <a:pt x="14254" y="21720"/>
                  </a:cubicBezTo>
                  <a:cubicBezTo>
                    <a:pt x="14318" y="21752"/>
                    <a:pt x="14318" y="21752"/>
                    <a:pt x="14278" y="21825"/>
                  </a:cubicBezTo>
                  <a:cubicBezTo>
                    <a:pt x="14186" y="21896"/>
                    <a:pt x="14186" y="21942"/>
                    <a:pt x="14226" y="21942"/>
                  </a:cubicBezTo>
                  <a:cubicBezTo>
                    <a:pt x="14231" y="21942"/>
                    <a:pt x="14238" y="21941"/>
                    <a:pt x="14245" y="21938"/>
                  </a:cubicBezTo>
                  <a:cubicBezTo>
                    <a:pt x="14375" y="21963"/>
                    <a:pt x="14391" y="22011"/>
                    <a:pt x="14286" y="22092"/>
                  </a:cubicBezTo>
                  <a:cubicBezTo>
                    <a:pt x="14197" y="22230"/>
                    <a:pt x="14197" y="22230"/>
                    <a:pt x="14326" y="22255"/>
                  </a:cubicBezTo>
                  <a:cubicBezTo>
                    <a:pt x="14464" y="22295"/>
                    <a:pt x="14497" y="22465"/>
                    <a:pt x="14399" y="22563"/>
                  </a:cubicBezTo>
                  <a:cubicBezTo>
                    <a:pt x="14414" y="22613"/>
                    <a:pt x="14377" y="22671"/>
                    <a:pt x="14409" y="22671"/>
                  </a:cubicBezTo>
                  <a:cubicBezTo>
                    <a:pt x="14413" y="22671"/>
                    <a:pt x="14418" y="22670"/>
                    <a:pt x="14424" y="22668"/>
                  </a:cubicBezTo>
                  <a:lnTo>
                    <a:pt x="14424" y="22668"/>
                  </a:lnTo>
                  <a:lnTo>
                    <a:pt x="14383" y="22733"/>
                  </a:lnTo>
                  <a:lnTo>
                    <a:pt x="14408" y="22838"/>
                  </a:lnTo>
                  <a:lnTo>
                    <a:pt x="14464" y="22822"/>
                  </a:lnTo>
                  <a:cubicBezTo>
                    <a:pt x="14489" y="23074"/>
                    <a:pt x="14521" y="23325"/>
                    <a:pt x="14578" y="23568"/>
                  </a:cubicBezTo>
                  <a:cubicBezTo>
                    <a:pt x="14679" y="24048"/>
                    <a:pt x="14713" y="24201"/>
                    <a:pt x="14750" y="24201"/>
                  </a:cubicBezTo>
                  <a:cubicBezTo>
                    <a:pt x="14757" y="24201"/>
                    <a:pt x="14764" y="24195"/>
                    <a:pt x="14772" y="24184"/>
                  </a:cubicBezTo>
                  <a:cubicBezTo>
                    <a:pt x="14799" y="24164"/>
                    <a:pt x="14821" y="24155"/>
                    <a:pt x="14836" y="24155"/>
                  </a:cubicBezTo>
                  <a:cubicBezTo>
                    <a:pt x="14882" y="24155"/>
                    <a:pt x="14875" y="24229"/>
                    <a:pt x="14797" y="24290"/>
                  </a:cubicBezTo>
                  <a:cubicBezTo>
                    <a:pt x="14789" y="24379"/>
                    <a:pt x="14789" y="24468"/>
                    <a:pt x="14789" y="24565"/>
                  </a:cubicBezTo>
                  <a:cubicBezTo>
                    <a:pt x="14813" y="24663"/>
                    <a:pt x="14837" y="24768"/>
                    <a:pt x="14781" y="24784"/>
                  </a:cubicBezTo>
                  <a:lnTo>
                    <a:pt x="14789" y="24833"/>
                  </a:lnTo>
                  <a:cubicBezTo>
                    <a:pt x="14935" y="24914"/>
                    <a:pt x="14991" y="25230"/>
                    <a:pt x="14967" y="25400"/>
                  </a:cubicBezTo>
                  <a:cubicBezTo>
                    <a:pt x="14975" y="25498"/>
                    <a:pt x="15016" y="25579"/>
                    <a:pt x="15072" y="25652"/>
                  </a:cubicBezTo>
                  <a:cubicBezTo>
                    <a:pt x="15153" y="25749"/>
                    <a:pt x="15153" y="25749"/>
                    <a:pt x="15105" y="25806"/>
                  </a:cubicBezTo>
                  <a:cubicBezTo>
                    <a:pt x="15050" y="25821"/>
                    <a:pt x="15048" y="26123"/>
                    <a:pt x="15157" y="26123"/>
                  </a:cubicBezTo>
                  <a:cubicBezTo>
                    <a:pt x="15161" y="26123"/>
                    <a:pt x="15165" y="26123"/>
                    <a:pt x="15170" y="26122"/>
                  </a:cubicBezTo>
                  <a:lnTo>
                    <a:pt x="15170" y="26122"/>
                  </a:lnTo>
                  <a:lnTo>
                    <a:pt x="15121" y="26187"/>
                  </a:lnTo>
                  <a:cubicBezTo>
                    <a:pt x="15077" y="26246"/>
                    <a:pt x="15127" y="26285"/>
                    <a:pt x="15186" y="26285"/>
                  </a:cubicBezTo>
                  <a:cubicBezTo>
                    <a:pt x="15191" y="26285"/>
                    <a:pt x="15197" y="26285"/>
                    <a:pt x="15202" y="26284"/>
                  </a:cubicBezTo>
                  <a:cubicBezTo>
                    <a:pt x="15220" y="26280"/>
                    <a:pt x="15236" y="26278"/>
                    <a:pt x="15248" y="26278"/>
                  </a:cubicBezTo>
                  <a:cubicBezTo>
                    <a:pt x="15314" y="26278"/>
                    <a:pt x="15298" y="26329"/>
                    <a:pt x="15162" y="26398"/>
                  </a:cubicBezTo>
                  <a:cubicBezTo>
                    <a:pt x="15049" y="26420"/>
                    <a:pt x="15055" y="26463"/>
                    <a:pt x="15101" y="26463"/>
                  </a:cubicBezTo>
                  <a:cubicBezTo>
                    <a:pt x="15105" y="26463"/>
                    <a:pt x="15109" y="26463"/>
                    <a:pt x="15113" y="26463"/>
                  </a:cubicBezTo>
                  <a:cubicBezTo>
                    <a:pt x="15178" y="26503"/>
                    <a:pt x="15251" y="26544"/>
                    <a:pt x="15202" y="26608"/>
                  </a:cubicBezTo>
                  <a:cubicBezTo>
                    <a:pt x="15209" y="26658"/>
                    <a:pt x="15216" y="26701"/>
                    <a:pt x="15292" y="26701"/>
                  </a:cubicBezTo>
                  <a:cubicBezTo>
                    <a:pt x="15304" y="26701"/>
                    <a:pt x="15317" y="26700"/>
                    <a:pt x="15332" y="26698"/>
                  </a:cubicBezTo>
                  <a:cubicBezTo>
                    <a:pt x="15340" y="26696"/>
                    <a:pt x="15346" y="26695"/>
                    <a:pt x="15353" y="26695"/>
                  </a:cubicBezTo>
                  <a:cubicBezTo>
                    <a:pt x="15399" y="26695"/>
                    <a:pt x="15406" y="26744"/>
                    <a:pt x="15413" y="26787"/>
                  </a:cubicBezTo>
                  <a:cubicBezTo>
                    <a:pt x="15392" y="26793"/>
                    <a:pt x="15379" y="26797"/>
                    <a:pt x="15367" y="26797"/>
                  </a:cubicBezTo>
                  <a:cubicBezTo>
                    <a:pt x="15347" y="26797"/>
                    <a:pt x="15330" y="26785"/>
                    <a:pt x="15284" y="26755"/>
                  </a:cubicBezTo>
                  <a:lnTo>
                    <a:pt x="15284" y="26755"/>
                  </a:lnTo>
                  <a:cubicBezTo>
                    <a:pt x="15289" y="26776"/>
                    <a:pt x="15296" y="26812"/>
                    <a:pt x="15308" y="26860"/>
                  </a:cubicBezTo>
                  <a:cubicBezTo>
                    <a:pt x="15316" y="26917"/>
                    <a:pt x="15275" y="27030"/>
                    <a:pt x="15218" y="27046"/>
                  </a:cubicBezTo>
                  <a:cubicBezTo>
                    <a:pt x="15181" y="27084"/>
                    <a:pt x="15175" y="27121"/>
                    <a:pt x="15206" y="27121"/>
                  </a:cubicBezTo>
                  <a:cubicBezTo>
                    <a:pt x="15222" y="27121"/>
                    <a:pt x="15248" y="27112"/>
                    <a:pt x="15283" y="27087"/>
                  </a:cubicBezTo>
                  <a:cubicBezTo>
                    <a:pt x="15323" y="27079"/>
                    <a:pt x="15349" y="27074"/>
                    <a:pt x="15368" y="27074"/>
                  </a:cubicBezTo>
                  <a:cubicBezTo>
                    <a:pt x="15407" y="27074"/>
                    <a:pt x="15410" y="27097"/>
                    <a:pt x="15421" y="27168"/>
                  </a:cubicBezTo>
                  <a:cubicBezTo>
                    <a:pt x="15429" y="27225"/>
                    <a:pt x="15437" y="27273"/>
                    <a:pt x="15380" y="27290"/>
                  </a:cubicBezTo>
                  <a:cubicBezTo>
                    <a:pt x="15324" y="27298"/>
                    <a:pt x="15324" y="27298"/>
                    <a:pt x="15340" y="27403"/>
                  </a:cubicBezTo>
                  <a:cubicBezTo>
                    <a:pt x="15364" y="27557"/>
                    <a:pt x="15575" y="27687"/>
                    <a:pt x="15697" y="27719"/>
                  </a:cubicBezTo>
                  <a:cubicBezTo>
                    <a:pt x="15736" y="27714"/>
                    <a:pt x="15762" y="27711"/>
                    <a:pt x="15777" y="27711"/>
                  </a:cubicBezTo>
                  <a:cubicBezTo>
                    <a:pt x="15807" y="27711"/>
                    <a:pt x="15785" y="27726"/>
                    <a:pt x="15713" y="27776"/>
                  </a:cubicBezTo>
                  <a:cubicBezTo>
                    <a:pt x="15648" y="27784"/>
                    <a:pt x="15656" y="27833"/>
                    <a:pt x="15664" y="27889"/>
                  </a:cubicBezTo>
                  <a:cubicBezTo>
                    <a:pt x="15668" y="27889"/>
                    <a:pt x="15672" y="27889"/>
                    <a:pt x="15675" y="27889"/>
                  </a:cubicBezTo>
                  <a:cubicBezTo>
                    <a:pt x="15707" y="27889"/>
                    <a:pt x="15698" y="27913"/>
                    <a:pt x="15684" y="27913"/>
                  </a:cubicBezTo>
                  <a:cubicBezTo>
                    <a:pt x="15677" y="27913"/>
                    <a:pt x="15669" y="27907"/>
                    <a:pt x="15664" y="27889"/>
                  </a:cubicBezTo>
                  <a:cubicBezTo>
                    <a:pt x="15660" y="27890"/>
                    <a:pt x="15656" y="27890"/>
                    <a:pt x="15652" y="27890"/>
                  </a:cubicBezTo>
                  <a:cubicBezTo>
                    <a:pt x="15606" y="27890"/>
                    <a:pt x="15599" y="27845"/>
                    <a:pt x="15591" y="27792"/>
                  </a:cubicBezTo>
                  <a:lnTo>
                    <a:pt x="15535" y="27800"/>
                  </a:lnTo>
                  <a:cubicBezTo>
                    <a:pt x="15421" y="27873"/>
                    <a:pt x="15429" y="27930"/>
                    <a:pt x="15559" y="27962"/>
                  </a:cubicBezTo>
                  <a:cubicBezTo>
                    <a:pt x="15624" y="28003"/>
                    <a:pt x="15624" y="28003"/>
                    <a:pt x="15575" y="28068"/>
                  </a:cubicBezTo>
                  <a:cubicBezTo>
                    <a:pt x="15532" y="28126"/>
                    <a:pt x="15488" y="28184"/>
                    <a:pt x="15520" y="28184"/>
                  </a:cubicBezTo>
                  <a:cubicBezTo>
                    <a:pt x="15524" y="28184"/>
                    <a:pt x="15529" y="28183"/>
                    <a:pt x="15535" y="28181"/>
                  </a:cubicBezTo>
                  <a:lnTo>
                    <a:pt x="15535" y="28181"/>
                  </a:lnTo>
                  <a:cubicBezTo>
                    <a:pt x="15543" y="28246"/>
                    <a:pt x="15535" y="28303"/>
                    <a:pt x="15502" y="28352"/>
                  </a:cubicBezTo>
                  <a:cubicBezTo>
                    <a:pt x="15517" y="28450"/>
                    <a:pt x="15525" y="28506"/>
                    <a:pt x="15573" y="28506"/>
                  </a:cubicBezTo>
                  <a:cubicBezTo>
                    <a:pt x="15576" y="28506"/>
                    <a:pt x="15580" y="28506"/>
                    <a:pt x="15583" y="28506"/>
                  </a:cubicBezTo>
                  <a:cubicBezTo>
                    <a:pt x="15591" y="28504"/>
                    <a:pt x="15598" y="28503"/>
                    <a:pt x="15604" y="28503"/>
                  </a:cubicBezTo>
                  <a:cubicBezTo>
                    <a:pt x="15650" y="28503"/>
                    <a:pt x="15657" y="28553"/>
                    <a:pt x="15664" y="28603"/>
                  </a:cubicBezTo>
                  <a:cubicBezTo>
                    <a:pt x="15671" y="28646"/>
                    <a:pt x="15679" y="28695"/>
                    <a:pt x="15719" y="28695"/>
                  </a:cubicBezTo>
                  <a:cubicBezTo>
                    <a:pt x="15724" y="28695"/>
                    <a:pt x="15730" y="28694"/>
                    <a:pt x="15737" y="28692"/>
                  </a:cubicBezTo>
                  <a:cubicBezTo>
                    <a:pt x="15741" y="28692"/>
                    <a:pt x="15745" y="28691"/>
                    <a:pt x="15750" y="28691"/>
                  </a:cubicBezTo>
                  <a:cubicBezTo>
                    <a:pt x="15804" y="28691"/>
                    <a:pt x="15868" y="28740"/>
                    <a:pt x="15883" y="28838"/>
                  </a:cubicBezTo>
                  <a:cubicBezTo>
                    <a:pt x="15956" y="28935"/>
                    <a:pt x="15956" y="28935"/>
                    <a:pt x="15851" y="29000"/>
                  </a:cubicBezTo>
                  <a:cubicBezTo>
                    <a:pt x="15794" y="29016"/>
                    <a:pt x="15802" y="29065"/>
                    <a:pt x="15810" y="29122"/>
                  </a:cubicBezTo>
                  <a:cubicBezTo>
                    <a:pt x="15810" y="29162"/>
                    <a:pt x="15794" y="29203"/>
                    <a:pt x="15770" y="29235"/>
                  </a:cubicBezTo>
                  <a:cubicBezTo>
                    <a:pt x="15735" y="29275"/>
                    <a:pt x="15746" y="29287"/>
                    <a:pt x="15772" y="29287"/>
                  </a:cubicBezTo>
                  <a:cubicBezTo>
                    <a:pt x="15789" y="29287"/>
                    <a:pt x="15812" y="29282"/>
                    <a:pt x="15835" y="29276"/>
                  </a:cubicBezTo>
                  <a:lnTo>
                    <a:pt x="15948" y="29260"/>
                  </a:lnTo>
                  <a:lnTo>
                    <a:pt x="15948" y="29260"/>
                  </a:lnTo>
                  <a:cubicBezTo>
                    <a:pt x="15956" y="29316"/>
                    <a:pt x="15851" y="29389"/>
                    <a:pt x="15786" y="29398"/>
                  </a:cubicBezTo>
                  <a:cubicBezTo>
                    <a:pt x="15716" y="29441"/>
                    <a:pt x="15692" y="29455"/>
                    <a:pt x="15718" y="29455"/>
                  </a:cubicBezTo>
                  <a:cubicBezTo>
                    <a:pt x="15731" y="29455"/>
                    <a:pt x="15756" y="29452"/>
                    <a:pt x="15794" y="29446"/>
                  </a:cubicBezTo>
                  <a:cubicBezTo>
                    <a:pt x="15799" y="29446"/>
                    <a:pt x="15803" y="29445"/>
                    <a:pt x="15808" y="29445"/>
                  </a:cubicBezTo>
                  <a:cubicBezTo>
                    <a:pt x="15868" y="29445"/>
                    <a:pt x="15921" y="29495"/>
                    <a:pt x="15883" y="29600"/>
                  </a:cubicBezTo>
                  <a:cubicBezTo>
                    <a:pt x="15899" y="29706"/>
                    <a:pt x="15916" y="29811"/>
                    <a:pt x="15851" y="29819"/>
                  </a:cubicBezTo>
                  <a:cubicBezTo>
                    <a:pt x="15826" y="29852"/>
                    <a:pt x="15835" y="29900"/>
                    <a:pt x="15867" y="29925"/>
                  </a:cubicBezTo>
                  <a:cubicBezTo>
                    <a:pt x="15940" y="29973"/>
                    <a:pt x="15940" y="30022"/>
                    <a:pt x="15907" y="30192"/>
                  </a:cubicBezTo>
                  <a:cubicBezTo>
                    <a:pt x="15842" y="30421"/>
                    <a:pt x="15829" y="30465"/>
                    <a:pt x="15891" y="30465"/>
                  </a:cubicBezTo>
                  <a:cubicBezTo>
                    <a:pt x="15906" y="30465"/>
                    <a:pt x="15925" y="30463"/>
                    <a:pt x="15948" y="30460"/>
                  </a:cubicBezTo>
                  <a:cubicBezTo>
                    <a:pt x="15967" y="30457"/>
                    <a:pt x="15987" y="30454"/>
                    <a:pt x="16001" y="30454"/>
                  </a:cubicBezTo>
                  <a:cubicBezTo>
                    <a:pt x="16028" y="30454"/>
                    <a:pt x="16032" y="30465"/>
                    <a:pt x="15956" y="30508"/>
                  </a:cubicBezTo>
                  <a:cubicBezTo>
                    <a:pt x="15907" y="30573"/>
                    <a:pt x="15972" y="30614"/>
                    <a:pt x="16045" y="30719"/>
                  </a:cubicBezTo>
                  <a:cubicBezTo>
                    <a:pt x="16093" y="30738"/>
                    <a:pt x="16140" y="30746"/>
                    <a:pt x="16188" y="30746"/>
                  </a:cubicBezTo>
                  <a:cubicBezTo>
                    <a:pt x="16221" y="30746"/>
                    <a:pt x="16255" y="30742"/>
                    <a:pt x="16289" y="30735"/>
                  </a:cubicBezTo>
                  <a:cubicBezTo>
                    <a:pt x="16322" y="30731"/>
                    <a:pt x="16346" y="30728"/>
                    <a:pt x="16363" y="30728"/>
                  </a:cubicBezTo>
                  <a:cubicBezTo>
                    <a:pt x="16407" y="30728"/>
                    <a:pt x="16397" y="30750"/>
                    <a:pt x="16362" y="30833"/>
                  </a:cubicBezTo>
                  <a:cubicBezTo>
                    <a:pt x="16362" y="30897"/>
                    <a:pt x="16321" y="30946"/>
                    <a:pt x="16256" y="30954"/>
                  </a:cubicBezTo>
                  <a:cubicBezTo>
                    <a:pt x="16252" y="30956"/>
                    <a:pt x="16248" y="30956"/>
                    <a:pt x="16243" y="30956"/>
                  </a:cubicBezTo>
                  <a:cubicBezTo>
                    <a:pt x="16221" y="30956"/>
                    <a:pt x="16198" y="30941"/>
                    <a:pt x="16191" y="30914"/>
                  </a:cubicBezTo>
                  <a:lnTo>
                    <a:pt x="16183" y="30857"/>
                  </a:lnTo>
                  <a:cubicBezTo>
                    <a:pt x="16126" y="30865"/>
                    <a:pt x="16070" y="30873"/>
                    <a:pt x="16086" y="30979"/>
                  </a:cubicBezTo>
                  <a:cubicBezTo>
                    <a:pt x="16033" y="31039"/>
                    <a:pt x="16036" y="31093"/>
                    <a:pt x="16084" y="31093"/>
                  </a:cubicBezTo>
                  <a:cubicBezTo>
                    <a:pt x="16087" y="31093"/>
                    <a:pt x="16090" y="31093"/>
                    <a:pt x="16094" y="31092"/>
                  </a:cubicBezTo>
                  <a:lnTo>
                    <a:pt x="16094" y="31092"/>
                  </a:lnTo>
                  <a:cubicBezTo>
                    <a:pt x="16045" y="31149"/>
                    <a:pt x="16062" y="31254"/>
                    <a:pt x="16078" y="31360"/>
                  </a:cubicBezTo>
                  <a:cubicBezTo>
                    <a:pt x="16086" y="31473"/>
                    <a:pt x="16110" y="31627"/>
                    <a:pt x="16062" y="31692"/>
                  </a:cubicBezTo>
                  <a:cubicBezTo>
                    <a:pt x="16069" y="31791"/>
                    <a:pt x="16077" y="31847"/>
                    <a:pt x="16131" y="31847"/>
                  </a:cubicBezTo>
                  <a:cubicBezTo>
                    <a:pt x="16135" y="31847"/>
                    <a:pt x="16139" y="31847"/>
                    <a:pt x="16143" y="31846"/>
                  </a:cubicBezTo>
                  <a:cubicBezTo>
                    <a:pt x="16159" y="31844"/>
                    <a:pt x="16173" y="31843"/>
                    <a:pt x="16185" y="31843"/>
                  </a:cubicBezTo>
                  <a:cubicBezTo>
                    <a:pt x="16257" y="31843"/>
                    <a:pt x="16256" y="31880"/>
                    <a:pt x="16207" y="31887"/>
                  </a:cubicBezTo>
                  <a:cubicBezTo>
                    <a:pt x="16094" y="31960"/>
                    <a:pt x="16126" y="32657"/>
                    <a:pt x="16248" y="32697"/>
                  </a:cubicBezTo>
                  <a:cubicBezTo>
                    <a:pt x="16248" y="32697"/>
                    <a:pt x="16256" y="32754"/>
                    <a:pt x="16264" y="32803"/>
                  </a:cubicBezTo>
                  <a:cubicBezTo>
                    <a:pt x="16216" y="32916"/>
                    <a:pt x="16256" y="33241"/>
                    <a:pt x="16321" y="33281"/>
                  </a:cubicBezTo>
                  <a:lnTo>
                    <a:pt x="16345" y="33443"/>
                  </a:lnTo>
                  <a:cubicBezTo>
                    <a:pt x="16297" y="33557"/>
                    <a:pt x="16305" y="33614"/>
                    <a:pt x="16370" y="33662"/>
                  </a:cubicBezTo>
                  <a:cubicBezTo>
                    <a:pt x="16435" y="33703"/>
                    <a:pt x="16491" y="33695"/>
                    <a:pt x="16435" y="33703"/>
                  </a:cubicBezTo>
                  <a:cubicBezTo>
                    <a:pt x="16378" y="33711"/>
                    <a:pt x="16386" y="33816"/>
                    <a:pt x="16410" y="34035"/>
                  </a:cubicBezTo>
                  <a:cubicBezTo>
                    <a:pt x="16426" y="34174"/>
                    <a:pt x="16432" y="34221"/>
                    <a:pt x="16450" y="34221"/>
                  </a:cubicBezTo>
                  <a:cubicBezTo>
                    <a:pt x="16459" y="34221"/>
                    <a:pt x="16472" y="34209"/>
                    <a:pt x="16491" y="34189"/>
                  </a:cubicBezTo>
                  <a:lnTo>
                    <a:pt x="16491" y="34189"/>
                  </a:lnTo>
                  <a:cubicBezTo>
                    <a:pt x="16572" y="34392"/>
                    <a:pt x="16516" y="34400"/>
                    <a:pt x="16459" y="34408"/>
                  </a:cubicBezTo>
                  <a:cubicBezTo>
                    <a:pt x="16438" y="34402"/>
                    <a:pt x="16422" y="34399"/>
                    <a:pt x="16408" y="34399"/>
                  </a:cubicBezTo>
                  <a:cubicBezTo>
                    <a:pt x="16338" y="34399"/>
                    <a:pt x="16373" y="34478"/>
                    <a:pt x="16524" y="34505"/>
                  </a:cubicBezTo>
                  <a:cubicBezTo>
                    <a:pt x="16653" y="34546"/>
                    <a:pt x="16662" y="34651"/>
                    <a:pt x="16605" y="34659"/>
                  </a:cubicBezTo>
                  <a:cubicBezTo>
                    <a:pt x="16601" y="34660"/>
                    <a:pt x="16597" y="34660"/>
                    <a:pt x="16593" y="34660"/>
                  </a:cubicBezTo>
                  <a:cubicBezTo>
                    <a:pt x="16547" y="34660"/>
                    <a:pt x="16539" y="34615"/>
                    <a:pt x="16532" y="34562"/>
                  </a:cubicBezTo>
                  <a:lnTo>
                    <a:pt x="16418" y="34578"/>
                  </a:lnTo>
                  <a:cubicBezTo>
                    <a:pt x="16418" y="34627"/>
                    <a:pt x="16418" y="34627"/>
                    <a:pt x="16483" y="34676"/>
                  </a:cubicBezTo>
                  <a:cubicBezTo>
                    <a:pt x="16499" y="34716"/>
                    <a:pt x="16524" y="34757"/>
                    <a:pt x="16556" y="34773"/>
                  </a:cubicBezTo>
                  <a:cubicBezTo>
                    <a:pt x="16581" y="34794"/>
                    <a:pt x="16611" y="34805"/>
                    <a:pt x="16640" y="34805"/>
                  </a:cubicBezTo>
                  <a:cubicBezTo>
                    <a:pt x="16677" y="34805"/>
                    <a:pt x="16712" y="34788"/>
                    <a:pt x="16734" y="34757"/>
                  </a:cubicBezTo>
                  <a:cubicBezTo>
                    <a:pt x="16752" y="34736"/>
                    <a:pt x="16766" y="34728"/>
                    <a:pt x="16775" y="34728"/>
                  </a:cubicBezTo>
                  <a:cubicBezTo>
                    <a:pt x="16796" y="34728"/>
                    <a:pt x="16799" y="34767"/>
                    <a:pt x="16799" y="34805"/>
                  </a:cubicBezTo>
                  <a:cubicBezTo>
                    <a:pt x="16774" y="34877"/>
                    <a:pt x="16739" y="34907"/>
                    <a:pt x="16700" y="34907"/>
                  </a:cubicBezTo>
                  <a:cubicBezTo>
                    <a:pt x="16677" y="34907"/>
                    <a:pt x="16653" y="34896"/>
                    <a:pt x="16629" y="34878"/>
                  </a:cubicBezTo>
                  <a:cubicBezTo>
                    <a:pt x="16624" y="34842"/>
                    <a:pt x="16598" y="34832"/>
                    <a:pt x="16566" y="34832"/>
                  </a:cubicBezTo>
                  <a:cubicBezTo>
                    <a:pt x="16548" y="34832"/>
                    <a:pt x="16528" y="34835"/>
                    <a:pt x="16507" y="34838"/>
                  </a:cubicBezTo>
                  <a:cubicBezTo>
                    <a:pt x="16443" y="34838"/>
                    <a:pt x="16597" y="35097"/>
                    <a:pt x="16718" y="35138"/>
                  </a:cubicBezTo>
                  <a:lnTo>
                    <a:pt x="16662" y="35146"/>
                  </a:lnTo>
                  <a:cubicBezTo>
                    <a:pt x="16597" y="35154"/>
                    <a:pt x="16613" y="35259"/>
                    <a:pt x="16621" y="35365"/>
                  </a:cubicBezTo>
                  <a:cubicBezTo>
                    <a:pt x="16636" y="35464"/>
                    <a:pt x="16637" y="35520"/>
                    <a:pt x="16691" y="35520"/>
                  </a:cubicBezTo>
                  <a:cubicBezTo>
                    <a:pt x="16694" y="35520"/>
                    <a:pt x="16698" y="35519"/>
                    <a:pt x="16702" y="35519"/>
                  </a:cubicBezTo>
                  <a:cubicBezTo>
                    <a:pt x="16722" y="35516"/>
                    <a:pt x="16742" y="35513"/>
                    <a:pt x="16760" y="35513"/>
                  </a:cubicBezTo>
                  <a:cubicBezTo>
                    <a:pt x="16793" y="35513"/>
                    <a:pt x="16818" y="35523"/>
                    <a:pt x="16824" y="35559"/>
                  </a:cubicBezTo>
                  <a:cubicBezTo>
                    <a:pt x="16816" y="35503"/>
                    <a:pt x="16880" y="35503"/>
                    <a:pt x="16937" y="35495"/>
                  </a:cubicBezTo>
                  <a:lnTo>
                    <a:pt x="16937" y="35495"/>
                  </a:lnTo>
                  <a:cubicBezTo>
                    <a:pt x="16913" y="35551"/>
                    <a:pt x="16880" y="35616"/>
                    <a:pt x="16840" y="35665"/>
                  </a:cubicBezTo>
                  <a:cubicBezTo>
                    <a:pt x="16718" y="35786"/>
                    <a:pt x="16670" y="35957"/>
                    <a:pt x="16702" y="36119"/>
                  </a:cubicBezTo>
                  <a:cubicBezTo>
                    <a:pt x="16718" y="36224"/>
                    <a:pt x="16734" y="36386"/>
                    <a:pt x="16678" y="36443"/>
                  </a:cubicBezTo>
                  <a:cubicBezTo>
                    <a:pt x="16693" y="36542"/>
                    <a:pt x="16694" y="36598"/>
                    <a:pt x="16747" y="36598"/>
                  </a:cubicBezTo>
                  <a:cubicBezTo>
                    <a:pt x="16751" y="36598"/>
                    <a:pt x="16755" y="36598"/>
                    <a:pt x="16759" y="36597"/>
                  </a:cubicBezTo>
                  <a:lnTo>
                    <a:pt x="16767" y="36703"/>
                  </a:lnTo>
                  <a:cubicBezTo>
                    <a:pt x="16712" y="36765"/>
                    <a:pt x="16725" y="36865"/>
                    <a:pt x="16777" y="36865"/>
                  </a:cubicBezTo>
                  <a:cubicBezTo>
                    <a:pt x="16779" y="36865"/>
                    <a:pt x="16781" y="36865"/>
                    <a:pt x="16783" y="36865"/>
                  </a:cubicBezTo>
                  <a:cubicBezTo>
                    <a:pt x="16848" y="36913"/>
                    <a:pt x="16791" y="36970"/>
                    <a:pt x="16799" y="37027"/>
                  </a:cubicBezTo>
                  <a:cubicBezTo>
                    <a:pt x="16740" y="37095"/>
                    <a:pt x="16714" y="37125"/>
                    <a:pt x="16733" y="37125"/>
                  </a:cubicBezTo>
                  <a:cubicBezTo>
                    <a:pt x="16748" y="37125"/>
                    <a:pt x="16790" y="37107"/>
                    <a:pt x="16864" y="37076"/>
                  </a:cubicBezTo>
                  <a:cubicBezTo>
                    <a:pt x="16921" y="37067"/>
                    <a:pt x="16970" y="36954"/>
                    <a:pt x="16970" y="36905"/>
                  </a:cubicBezTo>
                  <a:lnTo>
                    <a:pt x="16953" y="36743"/>
                  </a:lnTo>
                  <a:lnTo>
                    <a:pt x="17026" y="36897"/>
                  </a:lnTo>
                  <a:cubicBezTo>
                    <a:pt x="17034" y="36944"/>
                    <a:pt x="17095" y="37044"/>
                    <a:pt x="17157" y="37044"/>
                  </a:cubicBezTo>
                  <a:cubicBezTo>
                    <a:pt x="17159" y="37044"/>
                    <a:pt x="17162" y="37043"/>
                    <a:pt x="17164" y="37043"/>
                  </a:cubicBezTo>
                  <a:cubicBezTo>
                    <a:pt x="17164" y="37043"/>
                    <a:pt x="17167" y="37043"/>
                    <a:pt x="17171" y="37043"/>
                  </a:cubicBezTo>
                  <a:cubicBezTo>
                    <a:pt x="17187" y="37043"/>
                    <a:pt x="17223" y="37048"/>
                    <a:pt x="17229" y="37092"/>
                  </a:cubicBezTo>
                  <a:lnTo>
                    <a:pt x="17107" y="37108"/>
                  </a:lnTo>
                  <a:cubicBezTo>
                    <a:pt x="17065" y="37078"/>
                    <a:pt x="17019" y="37061"/>
                    <a:pt x="16971" y="37061"/>
                  </a:cubicBezTo>
                  <a:cubicBezTo>
                    <a:pt x="16954" y="37061"/>
                    <a:pt x="16938" y="37063"/>
                    <a:pt x="16921" y="37067"/>
                  </a:cubicBezTo>
                  <a:cubicBezTo>
                    <a:pt x="16813" y="37129"/>
                    <a:pt x="16771" y="37287"/>
                    <a:pt x="16873" y="37287"/>
                  </a:cubicBezTo>
                  <a:cubicBezTo>
                    <a:pt x="16878" y="37287"/>
                    <a:pt x="16883" y="37287"/>
                    <a:pt x="16889" y="37286"/>
                  </a:cubicBezTo>
                  <a:lnTo>
                    <a:pt x="16889" y="37286"/>
                  </a:lnTo>
                  <a:cubicBezTo>
                    <a:pt x="16889" y="37343"/>
                    <a:pt x="16889" y="37343"/>
                    <a:pt x="16840" y="37400"/>
                  </a:cubicBezTo>
                  <a:cubicBezTo>
                    <a:pt x="16775" y="37408"/>
                    <a:pt x="16783" y="37465"/>
                    <a:pt x="16913" y="37505"/>
                  </a:cubicBezTo>
                  <a:cubicBezTo>
                    <a:pt x="17034" y="37546"/>
                    <a:pt x="17043" y="37603"/>
                    <a:pt x="16929" y="37667"/>
                  </a:cubicBezTo>
                  <a:cubicBezTo>
                    <a:pt x="16818" y="37787"/>
                    <a:pt x="16839" y="37992"/>
                    <a:pt x="16893" y="37992"/>
                  </a:cubicBezTo>
                  <a:cubicBezTo>
                    <a:pt x="16895" y="37992"/>
                    <a:pt x="16896" y="37992"/>
                    <a:pt x="16897" y="37992"/>
                  </a:cubicBezTo>
                  <a:cubicBezTo>
                    <a:pt x="16900" y="37992"/>
                    <a:pt x="16902" y="37991"/>
                    <a:pt x="16905" y="37991"/>
                  </a:cubicBezTo>
                  <a:cubicBezTo>
                    <a:pt x="17019" y="37991"/>
                    <a:pt x="17033" y="38147"/>
                    <a:pt x="16978" y="38203"/>
                  </a:cubicBezTo>
                  <a:cubicBezTo>
                    <a:pt x="16921" y="38243"/>
                    <a:pt x="16929" y="38332"/>
                    <a:pt x="16994" y="38365"/>
                  </a:cubicBezTo>
                  <a:cubicBezTo>
                    <a:pt x="16937" y="38373"/>
                    <a:pt x="16880" y="38430"/>
                    <a:pt x="16945" y="38478"/>
                  </a:cubicBezTo>
                  <a:cubicBezTo>
                    <a:pt x="16945" y="38478"/>
                    <a:pt x="16949" y="38501"/>
                    <a:pt x="16963" y="38501"/>
                  </a:cubicBezTo>
                  <a:cubicBezTo>
                    <a:pt x="16972" y="38501"/>
                    <a:pt x="16984" y="38494"/>
                    <a:pt x="17002" y="38470"/>
                  </a:cubicBezTo>
                  <a:lnTo>
                    <a:pt x="17132" y="38567"/>
                  </a:lnTo>
                  <a:cubicBezTo>
                    <a:pt x="17132" y="38511"/>
                    <a:pt x="17189" y="38511"/>
                    <a:pt x="17245" y="38503"/>
                  </a:cubicBezTo>
                  <a:cubicBezTo>
                    <a:pt x="17246" y="38502"/>
                    <a:pt x="17248" y="38502"/>
                    <a:pt x="17249" y="38502"/>
                  </a:cubicBezTo>
                  <a:cubicBezTo>
                    <a:pt x="17309" y="38502"/>
                    <a:pt x="17267" y="38716"/>
                    <a:pt x="17099" y="38843"/>
                  </a:cubicBezTo>
                  <a:lnTo>
                    <a:pt x="16994" y="38965"/>
                  </a:lnTo>
                  <a:lnTo>
                    <a:pt x="16994" y="38965"/>
                  </a:lnTo>
                  <a:lnTo>
                    <a:pt x="17116" y="38948"/>
                  </a:lnTo>
                  <a:lnTo>
                    <a:pt x="17116" y="38948"/>
                  </a:lnTo>
                  <a:cubicBezTo>
                    <a:pt x="17116" y="39005"/>
                    <a:pt x="17124" y="39054"/>
                    <a:pt x="17067" y="39062"/>
                  </a:cubicBezTo>
                  <a:cubicBezTo>
                    <a:pt x="17002" y="39070"/>
                    <a:pt x="17002" y="39070"/>
                    <a:pt x="17010" y="39119"/>
                  </a:cubicBezTo>
                  <a:cubicBezTo>
                    <a:pt x="17010" y="39147"/>
                    <a:pt x="17035" y="39169"/>
                    <a:pt x="17062" y="39169"/>
                  </a:cubicBezTo>
                  <a:cubicBezTo>
                    <a:pt x="17066" y="39169"/>
                    <a:pt x="17071" y="39168"/>
                    <a:pt x="17075" y="39167"/>
                  </a:cubicBezTo>
                  <a:cubicBezTo>
                    <a:pt x="17108" y="39165"/>
                    <a:pt x="17133" y="39164"/>
                    <a:pt x="17149" y="39164"/>
                  </a:cubicBezTo>
                  <a:cubicBezTo>
                    <a:pt x="17192" y="39164"/>
                    <a:pt x="17181" y="39175"/>
                    <a:pt x="17140" y="39216"/>
                  </a:cubicBezTo>
                  <a:cubicBezTo>
                    <a:pt x="17026" y="39281"/>
                    <a:pt x="17026" y="39338"/>
                    <a:pt x="17156" y="39378"/>
                  </a:cubicBezTo>
                  <a:cubicBezTo>
                    <a:pt x="17186" y="39376"/>
                    <a:pt x="17208" y="39374"/>
                    <a:pt x="17222" y="39374"/>
                  </a:cubicBezTo>
                  <a:cubicBezTo>
                    <a:pt x="17262" y="39374"/>
                    <a:pt x="17240" y="39387"/>
                    <a:pt x="17156" y="39435"/>
                  </a:cubicBezTo>
                  <a:cubicBezTo>
                    <a:pt x="17099" y="39443"/>
                    <a:pt x="17051" y="39492"/>
                    <a:pt x="17051" y="39557"/>
                  </a:cubicBezTo>
                  <a:lnTo>
                    <a:pt x="17107" y="39548"/>
                  </a:lnTo>
                  <a:cubicBezTo>
                    <a:pt x="17122" y="39546"/>
                    <a:pt x="17135" y="39546"/>
                    <a:pt x="17146" y="39546"/>
                  </a:cubicBezTo>
                  <a:cubicBezTo>
                    <a:pt x="17230" y="39546"/>
                    <a:pt x="17230" y="39596"/>
                    <a:pt x="17180" y="39646"/>
                  </a:cubicBezTo>
                  <a:cubicBezTo>
                    <a:pt x="17124" y="39654"/>
                    <a:pt x="17124" y="39711"/>
                    <a:pt x="17197" y="39808"/>
                  </a:cubicBezTo>
                  <a:cubicBezTo>
                    <a:pt x="17205" y="39921"/>
                    <a:pt x="17213" y="39970"/>
                    <a:pt x="17148" y="39978"/>
                  </a:cubicBezTo>
                  <a:cubicBezTo>
                    <a:pt x="17034" y="39986"/>
                    <a:pt x="17034" y="39986"/>
                    <a:pt x="17156" y="40035"/>
                  </a:cubicBezTo>
                  <a:cubicBezTo>
                    <a:pt x="17221" y="40084"/>
                    <a:pt x="17221" y="40084"/>
                    <a:pt x="17172" y="40189"/>
                  </a:cubicBezTo>
                  <a:cubicBezTo>
                    <a:pt x="17116" y="40254"/>
                    <a:pt x="17116" y="40254"/>
                    <a:pt x="17180" y="40302"/>
                  </a:cubicBezTo>
                  <a:cubicBezTo>
                    <a:pt x="17302" y="40286"/>
                    <a:pt x="17359" y="40286"/>
                    <a:pt x="17351" y="40229"/>
                  </a:cubicBezTo>
                  <a:cubicBezTo>
                    <a:pt x="17351" y="40173"/>
                    <a:pt x="17351" y="40173"/>
                    <a:pt x="17407" y="40173"/>
                  </a:cubicBezTo>
                  <a:lnTo>
                    <a:pt x="17416" y="40278"/>
                  </a:lnTo>
                  <a:cubicBezTo>
                    <a:pt x="17424" y="40351"/>
                    <a:pt x="17448" y="40424"/>
                    <a:pt x="17497" y="40489"/>
                  </a:cubicBezTo>
                  <a:cubicBezTo>
                    <a:pt x="17531" y="40535"/>
                    <a:pt x="17574" y="40557"/>
                    <a:pt x="17604" y="40557"/>
                  </a:cubicBezTo>
                  <a:cubicBezTo>
                    <a:pt x="17637" y="40557"/>
                    <a:pt x="17653" y="40529"/>
                    <a:pt x="17618" y="40473"/>
                  </a:cubicBezTo>
                  <a:lnTo>
                    <a:pt x="17675" y="40416"/>
                  </a:lnTo>
                  <a:cubicBezTo>
                    <a:pt x="17836" y="40401"/>
                    <a:pt x="17838" y="40307"/>
                    <a:pt x="17706" y="40307"/>
                  </a:cubicBezTo>
                  <a:cubicBezTo>
                    <a:pt x="17692" y="40307"/>
                    <a:pt x="17676" y="40308"/>
                    <a:pt x="17659" y="40311"/>
                  </a:cubicBezTo>
                  <a:cubicBezTo>
                    <a:pt x="17599" y="40316"/>
                    <a:pt x="17560" y="40320"/>
                    <a:pt x="17537" y="40320"/>
                  </a:cubicBezTo>
                  <a:cubicBezTo>
                    <a:pt x="17493" y="40320"/>
                    <a:pt x="17518" y="40305"/>
                    <a:pt x="17594" y="40262"/>
                  </a:cubicBezTo>
                  <a:cubicBezTo>
                    <a:pt x="17716" y="40246"/>
                    <a:pt x="17707" y="40197"/>
                    <a:pt x="17707" y="40140"/>
                  </a:cubicBezTo>
                  <a:cubicBezTo>
                    <a:pt x="17699" y="40084"/>
                    <a:pt x="17699" y="40084"/>
                    <a:pt x="17764" y="40084"/>
                  </a:cubicBezTo>
                  <a:cubicBezTo>
                    <a:pt x="17821" y="40075"/>
                    <a:pt x="17870" y="40019"/>
                    <a:pt x="17870" y="39962"/>
                  </a:cubicBezTo>
                  <a:cubicBezTo>
                    <a:pt x="17864" y="39921"/>
                    <a:pt x="17862" y="39909"/>
                    <a:pt x="17840" y="39909"/>
                  </a:cubicBezTo>
                  <a:cubicBezTo>
                    <a:pt x="17832" y="39909"/>
                    <a:pt x="17820" y="39911"/>
                    <a:pt x="17805" y="39913"/>
                  </a:cubicBezTo>
                  <a:cubicBezTo>
                    <a:pt x="17793" y="39925"/>
                    <a:pt x="17784" y="39929"/>
                    <a:pt x="17777" y="39929"/>
                  </a:cubicBezTo>
                  <a:cubicBezTo>
                    <a:pt x="17750" y="39929"/>
                    <a:pt x="17763" y="39852"/>
                    <a:pt x="17853" y="39800"/>
                  </a:cubicBezTo>
                  <a:cubicBezTo>
                    <a:pt x="17895" y="39759"/>
                    <a:pt x="17906" y="39747"/>
                    <a:pt x="17862" y="39747"/>
                  </a:cubicBezTo>
                  <a:cubicBezTo>
                    <a:pt x="17846" y="39747"/>
                    <a:pt x="17822" y="39749"/>
                    <a:pt x="17788" y="39751"/>
                  </a:cubicBezTo>
                  <a:cubicBezTo>
                    <a:pt x="17784" y="39751"/>
                    <a:pt x="17780" y="39752"/>
                    <a:pt x="17776" y="39752"/>
                  </a:cubicBezTo>
                  <a:cubicBezTo>
                    <a:pt x="17666" y="39752"/>
                    <a:pt x="17663" y="39651"/>
                    <a:pt x="17772" y="39589"/>
                  </a:cubicBezTo>
                  <a:cubicBezTo>
                    <a:pt x="17772" y="39589"/>
                    <a:pt x="17772" y="39532"/>
                    <a:pt x="17764" y="39484"/>
                  </a:cubicBezTo>
                  <a:cubicBezTo>
                    <a:pt x="17759" y="39447"/>
                    <a:pt x="17733" y="39437"/>
                    <a:pt x="17701" y="39437"/>
                  </a:cubicBezTo>
                  <a:cubicBezTo>
                    <a:pt x="17683" y="39437"/>
                    <a:pt x="17663" y="39440"/>
                    <a:pt x="17643" y="39443"/>
                  </a:cubicBezTo>
                  <a:cubicBezTo>
                    <a:pt x="17609" y="39445"/>
                    <a:pt x="17585" y="39447"/>
                    <a:pt x="17569" y="39447"/>
                  </a:cubicBezTo>
                  <a:cubicBezTo>
                    <a:pt x="17525" y="39447"/>
                    <a:pt x="17537" y="39436"/>
                    <a:pt x="17578" y="39394"/>
                  </a:cubicBezTo>
                  <a:cubicBezTo>
                    <a:pt x="17602" y="39354"/>
                    <a:pt x="17643" y="39338"/>
                    <a:pt x="17691" y="39329"/>
                  </a:cubicBezTo>
                  <a:cubicBezTo>
                    <a:pt x="17748" y="39321"/>
                    <a:pt x="17740" y="39265"/>
                    <a:pt x="17740" y="39216"/>
                  </a:cubicBezTo>
                  <a:cubicBezTo>
                    <a:pt x="17732" y="39163"/>
                    <a:pt x="17725" y="39068"/>
                    <a:pt x="17678" y="39055"/>
                  </a:cubicBezTo>
                  <a:lnTo>
                    <a:pt x="17678" y="39055"/>
                  </a:lnTo>
                  <a:cubicBezTo>
                    <a:pt x="17692" y="39054"/>
                    <a:pt x="17708" y="39054"/>
                    <a:pt x="17724" y="39054"/>
                  </a:cubicBezTo>
                  <a:cubicBezTo>
                    <a:pt x="17717" y="39009"/>
                    <a:pt x="17757" y="38994"/>
                    <a:pt x="17741" y="38994"/>
                  </a:cubicBezTo>
                  <a:cubicBezTo>
                    <a:pt x="17737" y="38994"/>
                    <a:pt x="17729" y="38995"/>
                    <a:pt x="17716" y="38997"/>
                  </a:cubicBezTo>
                  <a:cubicBezTo>
                    <a:pt x="17716" y="38940"/>
                    <a:pt x="17732" y="38884"/>
                    <a:pt x="17764" y="38827"/>
                  </a:cubicBezTo>
                  <a:cubicBezTo>
                    <a:pt x="17797" y="38751"/>
                    <a:pt x="17745" y="38660"/>
                    <a:pt x="17676" y="38660"/>
                  </a:cubicBezTo>
                  <a:cubicBezTo>
                    <a:pt x="17643" y="38660"/>
                    <a:pt x="17607" y="38680"/>
                    <a:pt x="17573" y="38732"/>
                  </a:cubicBezTo>
                  <a:lnTo>
                    <a:pt x="17573" y="38732"/>
                  </a:lnTo>
                  <a:cubicBezTo>
                    <a:pt x="17572" y="38721"/>
                    <a:pt x="17571" y="38706"/>
                    <a:pt x="17570" y="38689"/>
                  </a:cubicBezTo>
                  <a:cubicBezTo>
                    <a:pt x="17563" y="38645"/>
                    <a:pt x="17528" y="38640"/>
                    <a:pt x="17512" y="38640"/>
                  </a:cubicBezTo>
                  <a:cubicBezTo>
                    <a:pt x="17508" y="38640"/>
                    <a:pt x="17505" y="38640"/>
                    <a:pt x="17505" y="38640"/>
                  </a:cubicBezTo>
                  <a:cubicBezTo>
                    <a:pt x="17440" y="38640"/>
                    <a:pt x="17440" y="38592"/>
                    <a:pt x="17432" y="38535"/>
                  </a:cubicBezTo>
                  <a:lnTo>
                    <a:pt x="17553" y="38527"/>
                  </a:lnTo>
                  <a:cubicBezTo>
                    <a:pt x="17575" y="38531"/>
                    <a:pt x="17595" y="38533"/>
                    <a:pt x="17613" y="38533"/>
                  </a:cubicBezTo>
                  <a:cubicBezTo>
                    <a:pt x="17740" y="38533"/>
                    <a:pt x="17758" y="38442"/>
                    <a:pt x="17602" y="38413"/>
                  </a:cubicBezTo>
                  <a:lnTo>
                    <a:pt x="17659" y="38405"/>
                  </a:lnTo>
                  <a:cubicBezTo>
                    <a:pt x="17716" y="38397"/>
                    <a:pt x="17716" y="38348"/>
                    <a:pt x="17643" y="38243"/>
                  </a:cubicBezTo>
                  <a:cubicBezTo>
                    <a:pt x="17635" y="38198"/>
                    <a:pt x="17530" y="38153"/>
                    <a:pt x="17470" y="38153"/>
                  </a:cubicBezTo>
                  <a:cubicBezTo>
                    <a:pt x="17465" y="38153"/>
                    <a:pt x="17460" y="38153"/>
                    <a:pt x="17456" y="38154"/>
                  </a:cubicBezTo>
                  <a:cubicBezTo>
                    <a:pt x="17452" y="38155"/>
                    <a:pt x="17448" y="38155"/>
                    <a:pt x="17443" y="38155"/>
                  </a:cubicBezTo>
                  <a:cubicBezTo>
                    <a:pt x="17416" y="38155"/>
                    <a:pt x="17391" y="38133"/>
                    <a:pt x="17391" y="38105"/>
                  </a:cubicBezTo>
                  <a:cubicBezTo>
                    <a:pt x="17383" y="38057"/>
                    <a:pt x="17383" y="38057"/>
                    <a:pt x="17448" y="38048"/>
                  </a:cubicBezTo>
                  <a:cubicBezTo>
                    <a:pt x="17561" y="38032"/>
                    <a:pt x="17553" y="37927"/>
                    <a:pt x="17432" y="37886"/>
                  </a:cubicBezTo>
                  <a:lnTo>
                    <a:pt x="17489" y="37878"/>
                  </a:lnTo>
                  <a:cubicBezTo>
                    <a:pt x="17545" y="37870"/>
                    <a:pt x="17602" y="37813"/>
                    <a:pt x="17513" y="37554"/>
                  </a:cubicBezTo>
                  <a:cubicBezTo>
                    <a:pt x="17497" y="37335"/>
                    <a:pt x="17472" y="37173"/>
                    <a:pt x="17537" y="37165"/>
                  </a:cubicBezTo>
                  <a:cubicBezTo>
                    <a:pt x="17594" y="37165"/>
                    <a:pt x="17456" y="36962"/>
                    <a:pt x="17326" y="36865"/>
                  </a:cubicBezTo>
                  <a:cubicBezTo>
                    <a:pt x="17383" y="36857"/>
                    <a:pt x="17375" y="36800"/>
                    <a:pt x="17367" y="36694"/>
                  </a:cubicBezTo>
                  <a:cubicBezTo>
                    <a:pt x="17351" y="36532"/>
                    <a:pt x="17351" y="36532"/>
                    <a:pt x="17407" y="36524"/>
                  </a:cubicBezTo>
                  <a:cubicBezTo>
                    <a:pt x="17461" y="36544"/>
                    <a:pt x="17493" y="36556"/>
                    <a:pt x="17502" y="36556"/>
                  </a:cubicBezTo>
                  <a:cubicBezTo>
                    <a:pt x="17515" y="36556"/>
                    <a:pt x="17483" y="36533"/>
                    <a:pt x="17407" y="36476"/>
                  </a:cubicBezTo>
                  <a:cubicBezTo>
                    <a:pt x="17286" y="36427"/>
                    <a:pt x="17318" y="36257"/>
                    <a:pt x="17440" y="36257"/>
                  </a:cubicBezTo>
                  <a:cubicBezTo>
                    <a:pt x="17505" y="36249"/>
                    <a:pt x="17497" y="36192"/>
                    <a:pt x="17480" y="36086"/>
                  </a:cubicBezTo>
                  <a:cubicBezTo>
                    <a:pt x="17416" y="36038"/>
                    <a:pt x="17407" y="35932"/>
                    <a:pt x="17399" y="35819"/>
                  </a:cubicBezTo>
                  <a:cubicBezTo>
                    <a:pt x="17380" y="35694"/>
                    <a:pt x="17376" y="35670"/>
                    <a:pt x="17314" y="35670"/>
                  </a:cubicBezTo>
                  <a:cubicBezTo>
                    <a:pt x="17300" y="35670"/>
                    <a:pt x="17283" y="35671"/>
                    <a:pt x="17261" y="35673"/>
                  </a:cubicBezTo>
                  <a:cubicBezTo>
                    <a:pt x="17248" y="35675"/>
                    <a:pt x="17235" y="35676"/>
                    <a:pt x="17224" y="35676"/>
                  </a:cubicBezTo>
                  <a:cubicBezTo>
                    <a:pt x="17138" y="35676"/>
                    <a:pt x="17131" y="35620"/>
                    <a:pt x="17124" y="35527"/>
                  </a:cubicBezTo>
                  <a:cubicBezTo>
                    <a:pt x="17116" y="35470"/>
                    <a:pt x="17107" y="35422"/>
                    <a:pt x="17172" y="35413"/>
                  </a:cubicBezTo>
                  <a:cubicBezTo>
                    <a:pt x="17197" y="35381"/>
                    <a:pt x="17213" y="35340"/>
                    <a:pt x="17221" y="35300"/>
                  </a:cubicBezTo>
                  <a:cubicBezTo>
                    <a:pt x="17213" y="35243"/>
                    <a:pt x="17205" y="35186"/>
                    <a:pt x="17270" y="35186"/>
                  </a:cubicBezTo>
                  <a:cubicBezTo>
                    <a:pt x="17302" y="35138"/>
                    <a:pt x="17318" y="35073"/>
                    <a:pt x="17310" y="35016"/>
                  </a:cubicBezTo>
                  <a:cubicBezTo>
                    <a:pt x="17294" y="34911"/>
                    <a:pt x="17286" y="34797"/>
                    <a:pt x="17343" y="34797"/>
                  </a:cubicBezTo>
                  <a:cubicBezTo>
                    <a:pt x="17337" y="34756"/>
                    <a:pt x="17335" y="34745"/>
                    <a:pt x="17313" y="34745"/>
                  </a:cubicBezTo>
                  <a:cubicBezTo>
                    <a:pt x="17305" y="34745"/>
                    <a:pt x="17293" y="34746"/>
                    <a:pt x="17278" y="34749"/>
                  </a:cubicBezTo>
                  <a:cubicBezTo>
                    <a:pt x="17274" y="34749"/>
                    <a:pt x="17270" y="34749"/>
                    <a:pt x="17266" y="34749"/>
                  </a:cubicBezTo>
                  <a:cubicBezTo>
                    <a:pt x="17213" y="34749"/>
                    <a:pt x="17158" y="34693"/>
                    <a:pt x="17189" y="34481"/>
                  </a:cubicBezTo>
                  <a:cubicBezTo>
                    <a:pt x="17173" y="34378"/>
                    <a:pt x="17157" y="34221"/>
                    <a:pt x="17103" y="34221"/>
                  </a:cubicBezTo>
                  <a:cubicBezTo>
                    <a:pt x="17102" y="34221"/>
                    <a:pt x="17101" y="34221"/>
                    <a:pt x="17099" y="34222"/>
                  </a:cubicBezTo>
                  <a:cubicBezTo>
                    <a:pt x="17091" y="34173"/>
                    <a:pt x="17091" y="34173"/>
                    <a:pt x="17148" y="34165"/>
                  </a:cubicBezTo>
                  <a:cubicBezTo>
                    <a:pt x="17270" y="34149"/>
                    <a:pt x="17253" y="34043"/>
                    <a:pt x="17124" y="33946"/>
                  </a:cubicBezTo>
                  <a:cubicBezTo>
                    <a:pt x="17120" y="33946"/>
                    <a:pt x="17117" y="33947"/>
                    <a:pt x="17113" y="33947"/>
                  </a:cubicBezTo>
                  <a:cubicBezTo>
                    <a:pt x="17066" y="33947"/>
                    <a:pt x="17062" y="33894"/>
                    <a:pt x="17116" y="33841"/>
                  </a:cubicBezTo>
                  <a:cubicBezTo>
                    <a:pt x="17099" y="33800"/>
                    <a:pt x="17075" y="33759"/>
                    <a:pt x="17043" y="33743"/>
                  </a:cubicBezTo>
                  <a:cubicBezTo>
                    <a:pt x="16978" y="33695"/>
                    <a:pt x="16978" y="33695"/>
                    <a:pt x="17018" y="33581"/>
                  </a:cubicBezTo>
                  <a:cubicBezTo>
                    <a:pt x="17083" y="33573"/>
                    <a:pt x="17075" y="33516"/>
                    <a:pt x="17067" y="33468"/>
                  </a:cubicBezTo>
                  <a:cubicBezTo>
                    <a:pt x="16994" y="33362"/>
                    <a:pt x="16921" y="32770"/>
                    <a:pt x="16978" y="32714"/>
                  </a:cubicBezTo>
                  <a:cubicBezTo>
                    <a:pt x="16905" y="32665"/>
                    <a:pt x="16905" y="32665"/>
                    <a:pt x="16905" y="32616"/>
                  </a:cubicBezTo>
                  <a:cubicBezTo>
                    <a:pt x="16996" y="32553"/>
                    <a:pt x="16959" y="32508"/>
                    <a:pt x="16873" y="32508"/>
                  </a:cubicBezTo>
                  <a:cubicBezTo>
                    <a:pt x="16861" y="32508"/>
                    <a:pt x="16847" y="32509"/>
                    <a:pt x="16832" y="32511"/>
                  </a:cubicBezTo>
                  <a:lnTo>
                    <a:pt x="16832" y="32568"/>
                  </a:lnTo>
                  <a:lnTo>
                    <a:pt x="16840" y="32624"/>
                  </a:lnTo>
                  <a:cubicBezTo>
                    <a:pt x="16837" y="32625"/>
                    <a:pt x="16834" y="32625"/>
                    <a:pt x="16831" y="32625"/>
                  </a:cubicBezTo>
                  <a:cubicBezTo>
                    <a:pt x="16725" y="32625"/>
                    <a:pt x="16707" y="32478"/>
                    <a:pt x="16880" y="32454"/>
                  </a:cubicBezTo>
                  <a:cubicBezTo>
                    <a:pt x="16994" y="32381"/>
                    <a:pt x="16994" y="32381"/>
                    <a:pt x="16864" y="32341"/>
                  </a:cubicBezTo>
                  <a:cubicBezTo>
                    <a:pt x="16743" y="32308"/>
                    <a:pt x="16734" y="32251"/>
                    <a:pt x="16848" y="32187"/>
                  </a:cubicBezTo>
                  <a:cubicBezTo>
                    <a:pt x="16970" y="32170"/>
                    <a:pt x="16970" y="32170"/>
                    <a:pt x="16840" y="32130"/>
                  </a:cubicBezTo>
                  <a:cubicBezTo>
                    <a:pt x="16589" y="32057"/>
                    <a:pt x="16507" y="31903"/>
                    <a:pt x="16751" y="31870"/>
                  </a:cubicBezTo>
                  <a:cubicBezTo>
                    <a:pt x="16864" y="31854"/>
                    <a:pt x="16921" y="31789"/>
                    <a:pt x="16913" y="31741"/>
                  </a:cubicBezTo>
                  <a:cubicBezTo>
                    <a:pt x="16908" y="31704"/>
                    <a:pt x="16879" y="31694"/>
                    <a:pt x="16844" y="31694"/>
                  </a:cubicBezTo>
                  <a:cubicBezTo>
                    <a:pt x="16824" y="31694"/>
                    <a:pt x="16803" y="31697"/>
                    <a:pt x="16783" y="31700"/>
                  </a:cubicBezTo>
                  <a:cubicBezTo>
                    <a:pt x="16749" y="31722"/>
                    <a:pt x="16725" y="31733"/>
                    <a:pt x="16711" y="31733"/>
                  </a:cubicBezTo>
                  <a:cubicBezTo>
                    <a:pt x="16679" y="31733"/>
                    <a:pt x="16699" y="31679"/>
                    <a:pt x="16767" y="31595"/>
                  </a:cubicBezTo>
                  <a:cubicBezTo>
                    <a:pt x="16929" y="31408"/>
                    <a:pt x="16913" y="31303"/>
                    <a:pt x="16767" y="31157"/>
                  </a:cubicBezTo>
                  <a:cubicBezTo>
                    <a:pt x="16660" y="31015"/>
                    <a:pt x="16623" y="30890"/>
                    <a:pt x="16664" y="30890"/>
                  </a:cubicBezTo>
                  <a:cubicBezTo>
                    <a:pt x="16680" y="30890"/>
                    <a:pt x="16705" y="30907"/>
                    <a:pt x="16743" y="30946"/>
                  </a:cubicBezTo>
                  <a:cubicBezTo>
                    <a:pt x="16806" y="30990"/>
                    <a:pt x="16838" y="31012"/>
                    <a:pt x="16846" y="31012"/>
                  </a:cubicBezTo>
                  <a:cubicBezTo>
                    <a:pt x="16855" y="31012"/>
                    <a:pt x="16837" y="30988"/>
                    <a:pt x="16799" y="30938"/>
                  </a:cubicBezTo>
                  <a:cubicBezTo>
                    <a:pt x="16783" y="30824"/>
                    <a:pt x="16775" y="30719"/>
                    <a:pt x="16767" y="30662"/>
                  </a:cubicBezTo>
                  <a:cubicBezTo>
                    <a:pt x="16752" y="30610"/>
                    <a:pt x="16703" y="30572"/>
                    <a:pt x="16646" y="30572"/>
                  </a:cubicBezTo>
                  <a:cubicBezTo>
                    <a:pt x="16640" y="30572"/>
                    <a:pt x="16635" y="30572"/>
                    <a:pt x="16629" y="30573"/>
                  </a:cubicBezTo>
                  <a:cubicBezTo>
                    <a:pt x="16743" y="30508"/>
                    <a:pt x="16783" y="30387"/>
                    <a:pt x="16653" y="30297"/>
                  </a:cubicBezTo>
                  <a:cubicBezTo>
                    <a:pt x="16645" y="30249"/>
                    <a:pt x="16637" y="30192"/>
                    <a:pt x="16637" y="30192"/>
                  </a:cubicBezTo>
                  <a:cubicBezTo>
                    <a:pt x="16629" y="30143"/>
                    <a:pt x="16629" y="30143"/>
                    <a:pt x="16556" y="30095"/>
                  </a:cubicBezTo>
                  <a:cubicBezTo>
                    <a:pt x="16491" y="30046"/>
                    <a:pt x="16548" y="29989"/>
                    <a:pt x="16597" y="29925"/>
                  </a:cubicBezTo>
                  <a:cubicBezTo>
                    <a:pt x="16642" y="29864"/>
                    <a:pt x="16688" y="29810"/>
                    <a:pt x="16647" y="29810"/>
                  </a:cubicBezTo>
                  <a:cubicBezTo>
                    <a:pt x="16644" y="29810"/>
                    <a:pt x="16641" y="29811"/>
                    <a:pt x="16637" y="29811"/>
                  </a:cubicBezTo>
                  <a:cubicBezTo>
                    <a:pt x="16635" y="29811"/>
                    <a:pt x="16633" y="29812"/>
                    <a:pt x="16630" y="29812"/>
                  </a:cubicBezTo>
                  <a:cubicBezTo>
                    <a:pt x="16575" y="29812"/>
                    <a:pt x="16505" y="29720"/>
                    <a:pt x="16435" y="29673"/>
                  </a:cubicBezTo>
                  <a:cubicBezTo>
                    <a:pt x="16386" y="29643"/>
                    <a:pt x="16401" y="29599"/>
                    <a:pt x="16442" y="29599"/>
                  </a:cubicBezTo>
                  <a:cubicBezTo>
                    <a:pt x="16456" y="29599"/>
                    <a:pt x="16473" y="29604"/>
                    <a:pt x="16491" y="29616"/>
                  </a:cubicBezTo>
                  <a:cubicBezTo>
                    <a:pt x="16548" y="29608"/>
                    <a:pt x="16548" y="29608"/>
                    <a:pt x="16589" y="29487"/>
                  </a:cubicBezTo>
                  <a:cubicBezTo>
                    <a:pt x="16581" y="29440"/>
                    <a:pt x="16565" y="29332"/>
                    <a:pt x="16513" y="29332"/>
                  </a:cubicBezTo>
                  <a:cubicBezTo>
                    <a:pt x="16511" y="29332"/>
                    <a:pt x="16509" y="29332"/>
                    <a:pt x="16507" y="29333"/>
                  </a:cubicBezTo>
                  <a:cubicBezTo>
                    <a:pt x="16506" y="29333"/>
                    <a:pt x="16505" y="29333"/>
                    <a:pt x="16503" y="29333"/>
                  </a:cubicBezTo>
                  <a:cubicBezTo>
                    <a:pt x="16448" y="29333"/>
                    <a:pt x="16403" y="29023"/>
                    <a:pt x="16451" y="28960"/>
                  </a:cubicBezTo>
                  <a:lnTo>
                    <a:pt x="16435" y="28854"/>
                  </a:lnTo>
                  <a:cubicBezTo>
                    <a:pt x="16426" y="28806"/>
                    <a:pt x="16353" y="28757"/>
                    <a:pt x="16345" y="28708"/>
                  </a:cubicBezTo>
                  <a:cubicBezTo>
                    <a:pt x="16337" y="28660"/>
                    <a:pt x="16305" y="28627"/>
                    <a:pt x="16272" y="28611"/>
                  </a:cubicBezTo>
                  <a:cubicBezTo>
                    <a:pt x="16264" y="28554"/>
                    <a:pt x="16256" y="28498"/>
                    <a:pt x="16313" y="28489"/>
                  </a:cubicBezTo>
                  <a:cubicBezTo>
                    <a:pt x="16183" y="28457"/>
                    <a:pt x="16183" y="28457"/>
                    <a:pt x="16297" y="28384"/>
                  </a:cubicBezTo>
                  <a:cubicBezTo>
                    <a:pt x="16410" y="28368"/>
                    <a:pt x="16410" y="28368"/>
                    <a:pt x="16289" y="28327"/>
                  </a:cubicBezTo>
                  <a:cubicBezTo>
                    <a:pt x="16216" y="28287"/>
                    <a:pt x="16216" y="28287"/>
                    <a:pt x="16272" y="28222"/>
                  </a:cubicBezTo>
                  <a:cubicBezTo>
                    <a:pt x="16322" y="28215"/>
                    <a:pt x="16322" y="28170"/>
                    <a:pt x="16278" y="28170"/>
                  </a:cubicBezTo>
                  <a:cubicBezTo>
                    <a:pt x="16271" y="28170"/>
                    <a:pt x="16264" y="28171"/>
                    <a:pt x="16256" y="28173"/>
                  </a:cubicBezTo>
                  <a:cubicBezTo>
                    <a:pt x="16135" y="28141"/>
                    <a:pt x="16045" y="27987"/>
                    <a:pt x="16167" y="27971"/>
                  </a:cubicBezTo>
                  <a:cubicBezTo>
                    <a:pt x="16151" y="27930"/>
                    <a:pt x="16126" y="27889"/>
                    <a:pt x="16086" y="27873"/>
                  </a:cubicBezTo>
                  <a:cubicBezTo>
                    <a:pt x="15964" y="27841"/>
                    <a:pt x="15964" y="27841"/>
                    <a:pt x="16078" y="27817"/>
                  </a:cubicBezTo>
                  <a:cubicBezTo>
                    <a:pt x="16191" y="27744"/>
                    <a:pt x="16183" y="27687"/>
                    <a:pt x="16053" y="27654"/>
                  </a:cubicBezTo>
                  <a:cubicBezTo>
                    <a:pt x="16013" y="27638"/>
                    <a:pt x="16005" y="27581"/>
                    <a:pt x="16037" y="27549"/>
                  </a:cubicBezTo>
                  <a:cubicBezTo>
                    <a:pt x="16074" y="27447"/>
                    <a:pt x="16077" y="27166"/>
                    <a:pt x="16000" y="27166"/>
                  </a:cubicBezTo>
                  <a:cubicBezTo>
                    <a:pt x="15992" y="27166"/>
                    <a:pt x="15983" y="27169"/>
                    <a:pt x="15972" y="27176"/>
                  </a:cubicBezTo>
                  <a:lnTo>
                    <a:pt x="15948" y="27071"/>
                  </a:lnTo>
                  <a:cubicBezTo>
                    <a:pt x="15989" y="26957"/>
                    <a:pt x="15980" y="26900"/>
                    <a:pt x="15916" y="26860"/>
                  </a:cubicBezTo>
                  <a:lnTo>
                    <a:pt x="15843" y="26819"/>
                  </a:lnTo>
                  <a:cubicBezTo>
                    <a:pt x="15907" y="26803"/>
                    <a:pt x="15948" y="26754"/>
                    <a:pt x="15940" y="26690"/>
                  </a:cubicBezTo>
                  <a:cubicBezTo>
                    <a:pt x="15935" y="26653"/>
                    <a:pt x="15933" y="26640"/>
                    <a:pt x="15916" y="26640"/>
                  </a:cubicBezTo>
                  <a:cubicBezTo>
                    <a:pt x="15908" y="26640"/>
                    <a:pt x="15895" y="26643"/>
                    <a:pt x="15875" y="26649"/>
                  </a:cubicBezTo>
                  <a:cubicBezTo>
                    <a:pt x="15859" y="26670"/>
                    <a:pt x="15848" y="26678"/>
                    <a:pt x="15839" y="26678"/>
                  </a:cubicBezTo>
                  <a:cubicBezTo>
                    <a:pt x="15820" y="26678"/>
                    <a:pt x="15813" y="26641"/>
                    <a:pt x="15802" y="26608"/>
                  </a:cubicBezTo>
                  <a:cubicBezTo>
                    <a:pt x="15802" y="26544"/>
                    <a:pt x="15843" y="26487"/>
                    <a:pt x="15907" y="26479"/>
                  </a:cubicBezTo>
                  <a:lnTo>
                    <a:pt x="15891" y="26422"/>
                  </a:lnTo>
                  <a:cubicBezTo>
                    <a:pt x="15871" y="26426"/>
                    <a:pt x="15855" y="26428"/>
                    <a:pt x="15841" y="26428"/>
                  </a:cubicBezTo>
                  <a:cubicBezTo>
                    <a:pt x="15777" y="26428"/>
                    <a:pt x="15780" y="26388"/>
                    <a:pt x="15826" y="26381"/>
                  </a:cubicBezTo>
                  <a:cubicBezTo>
                    <a:pt x="15867" y="26333"/>
                    <a:pt x="15875" y="26268"/>
                    <a:pt x="15859" y="26211"/>
                  </a:cubicBezTo>
                  <a:lnTo>
                    <a:pt x="15859" y="26211"/>
                  </a:lnTo>
                  <a:cubicBezTo>
                    <a:pt x="15855" y="26212"/>
                    <a:pt x="15851" y="26212"/>
                    <a:pt x="15848" y="26212"/>
                  </a:cubicBezTo>
                  <a:cubicBezTo>
                    <a:pt x="15816" y="26212"/>
                    <a:pt x="15825" y="26188"/>
                    <a:pt x="15839" y="26188"/>
                  </a:cubicBezTo>
                  <a:cubicBezTo>
                    <a:pt x="15846" y="26188"/>
                    <a:pt x="15854" y="26194"/>
                    <a:pt x="15859" y="26211"/>
                  </a:cubicBezTo>
                  <a:lnTo>
                    <a:pt x="15916" y="26203"/>
                  </a:lnTo>
                  <a:cubicBezTo>
                    <a:pt x="15948" y="26160"/>
                    <a:pt x="15934" y="26149"/>
                    <a:pt x="15901" y="26149"/>
                  </a:cubicBezTo>
                  <a:cubicBezTo>
                    <a:pt x="15885" y="26149"/>
                    <a:pt x="15864" y="26152"/>
                    <a:pt x="15843" y="26154"/>
                  </a:cubicBezTo>
                  <a:cubicBezTo>
                    <a:pt x="15843" y="26154"/>
                    <a:pt x="15835" y="26106"/>
                    <a:pt x="15826" y="26049"/>
                  </a:cubicBezTo>
                  <a:cubicBezTo>
                    <a:pt x="15815" y="26016"/>
                    <a:pt x="15808" y="25979"/>
                    <a:pt x="15789" y="25979"/>
                  </a:cubicBezTo>
                  <a:cubicBezTo>
                    <a:pt x="15781" y="25979"/>
                    <a:pt x="15769" y="25988"/>
                    <a:pt x="15753" y="26009"/>
                  </a:cubicBezTo>
                  <a:cubicBezTo>
                    <a:pt x="15730" y="26015"/>
                    <a:pt x="15707" y="26020"/>
                    <a:pt x="15686" y="26020"/>
                  </a:cubicBezTo>
                  <a:cubicBezTo>
                    <a:pt x="15657" y="26020"/>
                    <a:pt x="15633" y="26010"/>
                    <a:pt x="15624" y="25976"/>
                  </a:cubicBezTo>
                  <a:cubicBezTo>
                    <a:pt x="15617" y="25978"/>
                    <a:pt x="15612" y="25979"/>
                    <a:pt x="15608" y="25979"/>
                  </a:cubicBezTo>
                  <a:cubicBezTo>
                    <a:pt x="15587" y="25979"/>
                    <a:pt x="15599" y="25958"/>
                    <a:pt x="15610" y="25958"/>
                  </a:cubicBezTo>
                  <a:cubicBezTo>
                    <a:pt x="15616" y="25958"/>
                    <a:pt x="15621" y="25962"/>
                    <a:pt x="15624" y="25976"/>
                  </a:cubicBezTo>
                  <a:cubicBezTo>
                    <a:pt x="15689" y="25968"/>
                    <a:pt x="15745" y="25960"/>
                    <a:pt x="15737" y="25903"/>
                  </a:cubicBezTo>
                  <a:cubicBezTo>
                    <a:pt x="15721" y="25854"/>
                    <a:pt x="15786" y="25838"/>
                    <a:pt x="15786" y="25838"/>
                  </a:cubicBezTo>
                  <a:cubicBezTo>
                    <a:pt x="15795" y="25841"/>
                    <a:pt x="15803" y="25842"/>
                    <a:pt x="15809" y="25842"/>
                  </a:cubicBezTo>
                  <a:cubicBezTo>
                    <a:pt x="15893" y="25842"/>
                    <a:pt x="15805" y="25665"/>
                    <a:pt x="15737" y="25627"/>
                  </a:cubicBezTo>
                  <a:cubicBezTo>
                    <a:pt x="15599" y="25546"/>
                    <a:pt x="15591" y="25490"/>
                    <a:pt x="15713" y="25465"/>
                  </a:cubicBezTo>
                  <a:cubicBezTo>
                    <a:pt x="15826" y="25449"/>
                    <a:pt x="15689" y="25360"/>
                    <a:pt x="15502" y="25344"/>
                  </a:cubicBezTo>
                  <a:lnTo>
                    <a:pt x="15316" y="25327"/>
                  </a:lnTo>
                  <a:lnTo>
                    <a:pt x="15494" y="25295"/>
                  </a:lnTo>
                  <a:cubicBezTo>
                    <a:pt x="15713" y="25190"/>
                    <a:pt x="15713" y="25190"/>
                    <a:pt x="15567" y="25060"/>
                  </a:cubicBezTo>
                  <a:cubicBezTo>
                    <a:pt x="15486" y="24963"/>
                    <a:pt x="15486" y="24963"/>
                    <a:pt x="15551" y="24946"/>
                  </a:cubicBezTo>
                  <a:cubicBezTo>
                    <a:pt x="15608" y="24938"/>
                    <a:pt x="15599" y="24882"/>
                    <a:pt x="15559" y="24727"/>
                  </a:cubicBezTo>
                  <a:cubicBezTo>
                    <a:pt x="15529" y="24577"/>
                    <a:pt x="15520" y="24524"/>
                    <a:pt x="15473" y="24524"/>
                  </a:cubicBezTo>
                  <a:cubicBezTo>
                    <a:pt x="15469" y="24524"/>
                    <a:pt x="15465" y="24524"/>
                    <a:pt x="15462" y="24525"/>
                  </a:cubicBezTo>
                  <a:cubicBezTo>
                    <a:pt x="15462" y="24525"/>
                    <a:pt x="15445" y="24476"/>
                    <a:pt x="15437" y="24419"/>
                  </a:cubicBezTo>
                  <a:cubicBezTo>
                    <a:pt x="15514" y="24366"/>
                    <a:pt x="15492" y="24300"/>
                    <a:pt x="15433" y="24300"/>
                  </a:cubicBezTo>
                  <a:cubicBezTo>
                    <a:pt x="15411" y="24300"/>
                    <a:pt x="15384" y="24308"/>
                    <a:pt x="15356" y="24330"/>
                  </a:cubicBezTo>
                  <a:lnTo>
                    <a:pt x="15332" y="24225"/>
                  </a:lnTo>
                  <a:lnTo>
                    <a:pt x="15389" y="24209"/>
                  </a:lnTo>
                  <a:cubicBezTo>
                    <a:pt x="15445" y="24200"/>
                    <a:pt x="15429" y="24095"/>
                    <a:pt x="15332" y="23673"/>
                  </a:cubicBezTo>
                  <a:cubicBezTo>
                    <a:pt x="15240" y="23256"/>
                    <a:pt x="15216" y="23166"/>
                    <a:pt x="15136" y="23166"/>
                  </a:cubicBezTo>
                  <a:cubicBezTo>
                    <a:pt x="15124" y="23166"/>
                    <a:pt x="15111" y="23168"/>
                    <a:pt x="15097" y="23171"/>
                  </a:cubicBezTo>
                  <a:cubicBezTo>
                    <a:pt x="14967" y="23146"/>
                    <a:pt x="14959" y="23090"/>
                    <a:pt x="15072" y="23065"/>
                  </a:cubicBezTo>
                  <a:cubicBezTo>
                    <a:pt x="15123" y="23051"/>
                    <a:pt x="15167" y="22998"/>
                    <a:pt x="15136" y="22998"/>
                  </a:cubicBezTo>
                  <a:cubicBezTo>
                    <a:pt x="15132" y="22998"/>
                    <a:pt x="15127" y="22999"/>
                    <a:pt x="15121" y="23001"/>
                  </a:cubicBezTo>
                  <a:cubicBezTo>
                    <a:pt x="15105" y="22944"/>
                    <a:pt x="15113" y="22879"/>
                    <a:pt x="15137" y="22830"/>
                  </a:cubicBezTo>
                  <a:cubicBezTo>
                    <a:pt x="15208" y="22668"/>
                    <a:pt x="15162" y="22616"/>
                    <a:pt x="15111" y="22616"/>
                  </a:cubicBezTo>
                  <a:cubicBezTo>
                    <a:pt x="15104" y="22616"/>
                    <a:pt x="15096" y="22617"/>
                    <a:pt x="15089" y="22619"/>
                  </a:cubicBezTo>
                  <a:cubicBezTo>
                    <a:pt x="15055" y="22645"/>
                    <a:pt x="15037" y="22655"/>
                    <a:pt x="15030" y="22655"/>
                  </a:cubicBezTo>
                  <a:cubicBezTo>
                    <a:pt x="15014" y="22655"/>
                    <a:pt x="15047" y="22607"/>
                    <a:pt x="15081" y="22563"/>
                  </a:cubicBezTo>
                  <a:cubicBezTo>
                    <a:pt x="15119" y="22502"/>
                    <a:pt x="15164" y="22440"/>
                    <a:pt x="15122" y="22440"/>
                  </a:cubicBezTo>
                  <a:cubicBezTo>
                    <a:pt x="15119" y="22440"/>
                    <a:pt x="15116" y="22441"/>
                    <a:pt x="15113" y="22441"/>
                  </a:cubicBezTo>
                  <a:cubicBezTo>
                    <a:pt x="15040" y="22409"/>
                    <a:pt x="14910" y="22109"/>
                    <a:pt x="15024" y="22076"/>
                  </a:cubicBezTo>
                  <a:cubicBezTo>
                    <a:pt x="15024" y="22076"/>
                    <a:pt x="15008" y="22028"/>
                    <a:pt x="14999" y="21971"/>
                  </a:cubicBezTo>
                  <a:cubicBezTo>
                    <a:pt x="14996" y="21972"/>
                    <a:pt x="14992" y="21973"/>
                    <a:pt x="14988" y="21973"/>
                  </a:cubicBezTo>
                  <a:cubicBezTo>
                    <a:pt x="14938" y="21973"/>
                    <a:pt x="14909" y="21874"/>
                    <a:pt x="14886" y="21776"/>
                  </a:cubicBezTo>
                  <a:cubicBezTo>
                    <a:pt x="14862" y="21671"/>
                    <a:pt x="14845" y="21622"/>
                    <a:pt x="14902" y="21606"/>
                  </a:cubicBezTo>
                  <a:cubicBezTo>
                    <a:pt x="14918" y="21613"/>
                    <a:pt x="14929" y="21616"/>
                    <a:pt x="14937" y="21616"/>
                  </a:cubicBezTo>
                  <a:cubicBezTo>
                    <a:pt x="14965" y="21616"/>
                    <a:pt x="14942" y="21571"/>
                    <a:pt x="14878" y="21501"/>
                  </a:cubicBezTo>
                  <a:cubicBezTo>
                    <a:pt x="14862" y="21444"/>
                    <a:pt x="14732" y="21428"/>
                    <a:pt x="14716" y="21371"/>
                  </a:cubicBezTo>
                  <a:cubicBezTo>
                    <a:pt x="14706" y="21374"/>
                    <a:pt x="14696" y="21375"/>
                    <a:pt x="14686" y="21375"/>
                  </a:cubicBezTo>
                  <a:cubicBezTo>
                    <a:pt x="14640" y="21375"/>
                    <a:pt x="14598" y="21345"/>
                    <a:pt x="14578" y="21298"/>
                  </a:cubicBezTo>
                  <a:lnTo>
                    <a:pt x="14635" y="21282"/>
                  </a:lnTo>
                  <a:lnTo>
                    <a:pt x="14748" y="21249"/>
                  </a:lnTo>
                  <a:cubicBezTo>
                    <a:pt x="14741" y="21204"/>
                    <a:pt x="14726" y="21159"/>
                    <a:pt x="14679" y="21159"/>
                  </a:cubicBezTo>
                  <a:cubicBezTo>
                    <a:pt x="14675" y="21159"/>
                    <a:pt x="14671" y="21159"/>
                    <a:pt x="14667" y="21160"/>
                  </a:cubicBezTo>
                  <a:cubicBezTo>
                    <a:pt x="14708" y="21095"/>
                    <a:pt x="14691" y="21047"/>
                    <a:pt x="14667" y="20941"/>
                  </a:cubicBezTo>
                  <a:cubicBezTo>
                    <a:pt x="14643" y="20836"/>
                    <a:pt x="14618" y="20730"/>
                    <a:pt x="14545" y="20690"/>
                  </a:cubicBezTo>
                  <a:cubicBezTo>
                    <a:pt x="14643" y="20609"/>
                    <a:pt x="14553" y="20301"/>
                    <a:pt x="14424" y="20276"/>
                  </a:cubicBezTo>
                  <a:cubicBezTo>
                    <a:pt x="14416" y="20278"/>
                    <a:pt x="14410" y="20279"/>
                    <a:pt x="14404" y="20279"/>
                  </a:cubicBezTo>
                  <a:cubicBezTo>
                    <a:pt x="14364" y="20279"/>
                    <a:pt x="14356" y="20234"/>
                    <a:pt x="14391" y="20171"/>
                  </a:cubicBezTo>
                  <a:cubicBezTo>
                    <a:pt x="14440" y="20106"/>
                    <a:pt x="14440" y="20106"/>
                    <a:pt x="14367" y="20074"/>
                  </a:cubicBezTo>
                  <a:cubicBezTo>
                    <a:pt x="14294" y="20033"/>
                    <a:pt x="14335" y="19968"/>
                    <a:pt x="14383" y="19895"/>
                  </a:cubicBezTo>
                  <a:cubicBezTo>
                    <a:pt x="14481" y="19814"/>
                    <a:pt x="14464" y="19757"/>
                    <a:pt x="14391" y="19725"/>
                  </a:cubicBezTo>
                  <a:cubicBezTo>
                    <a:pt x="14326" y="19660"/>
                    <a:pt x="14286" y="19571"/>
                    <a:pt x="14262" y="19482"/>
                  </a:cubicBezTo>
                  <a:cubicBezTo>
                    <a:pt x="14201" y="19421"/>
                    <a:pt x="14174" y="19379"/>
                    <a:pt x="14150" y="19379"/>
                  </a:cubicBezTo>
                  <a:cubicBezTo>
                    <a:pt x="14139" y="19379"/>
                    <a:pt x="14129" y="19388"/>
                    <a:pt x="14116" y="19409"/>
                  </a:cubicBezTo>
                  <a:cubicBezTo>
                    <a:pt x="14101" y="19412"/>
                    <a:pt x="14085" y="19414"/>
                    <a:pt x="14069" y="19414"/>
                  </a:cubicBezTo>
                  <a:cubicBezTo>
                    <a:pt x="14041" y="19414"/>
                    <a:pt x="14012" y="19408"/>
                    <a:pt x="13986" y="19393"/>
                  </a:cubicBezTo>
                  <a:cubicBezTo>
                    <a:pt x="13930" y="19342"/>
                    <a:pt x="13931" y="19317"/>
                    <a:pt x="13944" y="19317"/>
                  </a:cubicBezTo>
                  <a:cubicBezTo>
                    <a:pt x="13952" y="19317"/>
                    <a:pt x="13964" y="19326"/>
                    <a:pt x="13970" y="19344"/>
                  </a:cubicBezTo>
                  <a:cubicBezTo>
                    <a:pt x="14003" y="19374"/>
                    <a:pt x="14022" y="19386"/>
                    <a:pt x="14034" y="19386"/>
                  </a:cubicBezTo>
                  <a:cubicBezTo>
                    <a:pt x="14055" y="19386"/>
                    <a:pt x="14058" y="19352"/>
                    <a:pt x="14083" y="19312"/>
                  </a:cubicBezTo>
                  <a:cubicBezTo>
                    <a:pt x="14116" y="19239"/>
                    <a:pt x="14108" y="19157"/>
                    <a:pt x="14083" y="19085"/>
                  </a:cubicBezTo>
                  <a:cubicBezTo>
                    <a:pt x="14067" y="19036"/>
                    <a:pt x="14035" y="18930"/>
                    <a:pt x="14018" y="18882"/>
                  </a:cubicBezTo>
                  <a:cubicBezTo>
                    <a:pt x="14026" y="18724"/>
                    <a:pt x="14014" y="18668"/>
                    <a:pt x="13972" y="18668"/>
                  </a:cubicBezTo>
                  <a:cubicBezTo>
                    <a:pt x="13966" y="18668"/>
                    <a:pt x="13960" y="18669"/>
                    <a:pt x="13954" y="18671"/>
                  </a:cubicBezTo>
                  <a:lnTo>
                    <a:pt x="13897" y="18687"/>
                  </a:lnTo>
                  <a:cubicBezTo>
                    <a:pt x="13994" y="18606"/>
                    <a:pt x="13816" y="18039"/>
                    <a:pt x="13686" y="18022"/>
                  </a:cubicBezTo>
                  <a:lnTo>
                    <a:pt x="13743" y="17998"/>
                  </a:lnTo>
                  <a:cubicBezTo>
                    <a:pt x="13799" y="17982"/>
                    <a:pt x="13783" y="17933"/>
                    <a:pt x="13751" y="17828"/>
                  </a:cubicBezTo>
                  <a:cubicBezTo>
                    <a:pt x="13678" y="17706"/>
                    <a:pt x="13613" y="17576"/>
                    <a:pt x="13548" y="17439"/>
                  </a:cubicBezTo>
                  <a:cubicBezTo>
                    <a:pt x="13488" y="17250"/>
                    <a:pt x="13435" y="17104"/>
                    <a:pt x="13382" y="17104"/>
                  </a:cubicBezTo>
                  <a:cubicBezTo>
                    <a:pt x="13378" y="17104"/>
                    <a:pt x="13374" y="17105"/>
                    <a:pt x="13370" y="17106"/>
                  </a:cubicBezTo>
                  <a:cubicBezTo>
                    <a:pt x="13354" y="17049"/>
                    <a:pt x="13354" y="17049"/>
                    <a:pt x="13410" y="17033"/>
                  </a:cubicBezTo>
                  <a:cubicBezTo>
                    <a:pt x="13425" y="17040"/>
                    <a:pt x="13436" y="17043"/>
                    <a:pt x="13445" y="17043"/>
                  </a:cubicBezTo>
                  <a:cubicBezTo>
                    <a:pt x="13477" y="17043"/>
                    <a:pt x="13464" y="16999"/>
                    <a:pt x="13451" y="16960"/>
                  </a:cubicBezTo>
                  <a:cubicBezTo>
                    <a:pt x="13443" y="16937"/>
                    <a:pt x="13426" y="16929"/>
                    <a:pt x="13405" y="16929"/>
                  </a:cubicBezTo>
                  <a:cubicBezTo>
                    <a:pt x="13381" y="16929"/>
                    <a:pt x="13351" y="16939"/>
                    <a:pt x="13321" y="16952"/>
                  </a:cubicBezTo>
                  <a:cubicBezTo>
                    <a:pt x="13314" y="16954"/>
                    <a:pt x="13308" y="16955"/>
                    <a:pt x="13302" y="16955"/>
                  </a:cubicBezTo>
                  <a:cubicBezTo>
                    <a:pt x="13261" y="16955"/>
                    <a:pt x="13250" y="16905"/>
                    <a:pt x="13264" y="16798"/>
                  </a:cubicBezTo>
                  <a:cubicBezTo>
                    <a:pt x="13272" y="16652"/>
                    <a:pt x="13216" y="16506"/>
                    <a:pt x="13110" y="16393"/>
                  </a:cubicBezTo>
                  <a:cubicBezTo>
                    <a:pt x="13094" y="16344"/>
                    <a:pt x="13070" y="16295"/>
                    <a:pt x="13127" y="16271"/>
                  </a:cubicBezTo>
                  <a:cubicBezTo>
                    <a:pt x="13191" y="16182"/>
                    <a:pt x="13143" y="16052"/>
                    <a:pt x="13029" y="16020"/>
                  </a:cubicBezTo>
                  <a:cubicBezTo>
                    <a:pt x="13013" y="15971"/>
                    <a:pt x="13013" y="15971"/>
                    <a:pt x="13070" y="15947"/>
                  </a:cubicBezTo>
                  <a:cubicBezTo>
                    <a:pt x="13102" y="15882"/>
                    <a:pt x="13159" y="15858"/>
                    <a:pt x="13029" y="15850"/>
                  </a:cubicBezTo>
                  <a:cubicBezTo>
                    <a:pt x="12932" y="15760"/>
                    <a:pt x="12875" y="15631"/>
                    <a:pt x="12891" y="15493"/>
                  </a:cubicBezTo>
                  <a:cubicBezTo>
                    <a:pt x="12872" y="15453"/>
                    <a:pt x="12857" y="15413"/>
                    <a:pt x="12822" y="15413"/>
                  </a:cubicBezTo>
                  <a:cubicBezTo>
                    <a:pt x="12814" y="15413"/>
                    <a:pt x="12805" y="15415"/>
                    <a:pt x="12794" y="15420"/>
                  </a:cubicBezTo>
                  <a:cubicBezTo>
                    <a:pt x="12773" y="15429"/>
                    <a:pt x="12753" y="15438"/>
                    <a:pt x="12737" y="15444"/>
                  </a:cubicBezTo>
                  <a:cubicBezTo>
                    <a:pt x="12827" y="15347"/>
                    <a:pt x="12827" y="15347"/>
                    <a:pt x="12697" y="15347"/>
                  </a:cubicBezTo>
                  <a:cubicBezTo>
                    <a:pt x="12689" y="15349"/>
                    <a:pt x="12682" y="15350"/>
                    <a:pt x="12675" y="15350"/>
                  </a:cubicBezTo>
                  <a:cubicBezTo>
                    <a:pt x="12635" y="15350"/>
                    <a:pt x="12624" y="15311"/>
                    <a:pt x="12672" y="15290"/>
                  </a:cubicBezTo>
                  <a:cubicBezTo>
                    <a:pt x="12697" y="15258"/>
                    <a:pt x="12697" y="15209"/>
                    <a:pt x="12689" y="15168"/>
                  </a:cubicBezTo>
                  <a:cubicBezTo>
                    <a:pt x="12583" y="15006"/>
                    <a:pt x="12486" y="14828"/>
                    <a:pt x="12397" y="14650"/>
                  </a:cubicBezTo>
                  <a:cubicBezTo>
                    <a:pt x="12239" y="14280"/>
                    <a:pt x="12164" y="14128"/>
                    <a:pt x="12116" y="14128"/>
                  </a:cubicBezTo>
                  <a:cubicBezTo>
                    <a:pt x="12112" y="14128"/>
                    <a:pt x="12108" y="14129"/>
                    <a:pt x="12105" y="14131"/>
                  </a:cubicBezTo>
                  <a:cubicBezTo>
                    <a:pt x="12024" y="14106"/>
                    <a:pt x="12024" y="14106"/>
                    <a:pt x="12056" y="14033"/>
                  </a:cubicBezTo>
                  <a:cubicBezTo>
                    <a:pt x="12081" y="13977"/>
                    <a:pt x="12073" y="13912"/>
                    <a:pt x="12040" y="13863"/>
                  </a:cubicBezTo>
                  <a:cubicBezTo>
                    <a:pt x="12016" y="13814"/>
                    <a:pt x="11991" y="13766"/>
                    <a:pt x="12048" y="13742"/>
                  </a:cubicBezTo>
                  <a:cubicBezTo>
                    <a:pt x="11967" y="13717"/>
                    <a:pt x="11967" y="13717"/>
                    <a:pt x="11951" y="13669"/>
                  </a:cubicBezTo>
                  <a:cubicBezTo>
                    <a:pt x="12000" y="13644"/>
                    <a:pt x="11975" y="13596"/>
                    <a:pt x="11902" y="13571"/>
                  </a:cubicBezTo>
                  <a:cubicBezTo>
                    <a:pt x="11773" y="13571"/>
                    <a:pt x="11773" y="13571"/>
                    <a:pt x="11878" y="13523"/>
                  </a:cubicBezTo>
                  <a:cubicBezTo>
                    <a:pt x="11924" y="13503"/>
                    <a:pt x="11922" y="13380"/>
                    <a:pt x="11902" y="13380"/>
                  </a:cubicBezTo>
                  <a:cubicBezTo>
                    <a:pt x="11897" y="13380"/>
                    <a:pt x="11892" y="13386"/>
                    <a:pt x="11886" y="13401"/>
                  </a:cubicBezTo>
                  <a:cubicBezTo>
                    <a:pt x="11880" y="13404"/>
                    <a:pt x="11874" y="13405"/>
                    <a:pt x="11868" y="13405"/>
                  </a:cubicBezTo>
                  <a:cubicBezTo>
                    <a:pt x="11820" y="13405"/>
                    <a:pt x="11780" y="13325"/>
                    <a:pt x="11708" y="13304"/>
                  </a:cubicBezTo>
                  <a:cubicBezTo>
                    <a:pt x="11683" y="13255"/>
                    <a:pt x="11667" y="13206"/>
                    <a:pt x="11716" y="13182"/>
                  </a:cubicBezTo>
                  <a:cubicBezTo>
                    <a:pt x="11748" y="13101"/>
                    <a:pt x="11578" y="12890"/>
                    <a:pt x="11497" y="12874"/>
                  </a:cubicBezTo>
                  <a:cubicBezTo>
                    <a:pt x="11486" y="12879"/>
                    <a:pt x="11476" y="12881"/>
                    <a:pt x="11468" y="12881"/>
                  </a:cubicBezTo>
                  <a:cubicBezTo>
                    <a:pt x="11434" y="12881"/>
                    <a:pt x="11427" y="12845"/>
                    <a:pt x="11473" y="12825"/>
                  </a:cubicBezTo>
                  <a:cubicBezTo>
                    <a:pt x="11521" y="12793"/>
                    <a:pt x="11497" y="12744"/>
                    <a:pt x="11473" y="12696"/>
                  </a:cubicBezTo>
                  <a:cubicBezTo>
                    <a:pt x="11400" y="12679"/>
                    <a:pt x="11448" y="12655"/>
                    <a:pt x="11505" y="12623"/>
                  </a:cubicBezTo>
                  <a:cubicBezTo>
                    <a:pt x="11518" y="12627"/>
                    <a:pt x="11527" y="12629"/>
                    <a:pt x="11534" y="12629"/>
                  </a:cubicBezTo>
                  <a:cubicBezTo>
                    <a:pt x="11569" y="12629"/>
                    <a:pt x="11545" y="12582"/>
                    <a:pt x="11505" y="12501"/>
                  </a:cubicBezTo>
                  <a:cubicBezTo>
                    <a:pt x="11424" y="12477"/>
                    <a:pt x="11327" y="12290"/>
                    <a:pt x="11254" y="12144"/>
                  </a:cubicBezTo>
                  <a:cubicBezTo>
                    <a:pt x="11132" y="11901"/>
                    <a:pt x="11051" y="11885"/>
                    <a:pt x="10897" y="11844"/>
                  </a:cubicBezTo>
                  <a:lnTo>
                    <a:pt x="10767" y="11861"/>
                  </a:lnTo>
                  <a:lnTo>
                    <a:pt x="10873" y="11796"/>
                  </a:lnTo>
                  <a:cubicBezTo>
                    <a:pt x="10921" y="11763"/>
                    <a:pt x="10962" y="11715"/>
                    <a:pt x="11002" y="11666"/>
                  </a:cubicBezTo>
                  <a:cubicBezTo>
                    <a:pt x="10990" y="11647"/>
                    <a:pt x="10975" y="11641"/>
                    <a:pt x="10959" y="11641"/>
                  </a:cubicBezTo>
                  <a:cubicBezTo>
                    <a:pt x="10933" y="11641"/>
                    <a:pt x="10903" y="11659"/>
                    <a:pt x="10873" y="11674"/>
                  </a:cubicBezTo>
                  <a:cubicBezTo>
                    <a:pt x="10861" y="11681"/>
                    <a:pt x="10851" y="11684"/>
                    <a:pt x="10842" y="11684"/>
                  </a:cubicBezTo>
                  <a:cubicBezTo>
                    <a:pt x="10807" y="11684"/>
                    <a:pt x="10791" y="11633"/>
                    <a:pt x="10791" y="11536"/>
                  </a:cubicBezTo>
                  <a:cubicBezTo>
                    <a:pt x="10791" y="11415"/>
                    <a:pt x="10759" y="11366"/>
                    <a:pt x="10686" y="11350"/>
                  </a:cubicBezTo>
                  <a:cubicBezTo>
                    <a:pt x="10646" y="11301"/>
                    <a:pt x="10637" y="11236"/>
                    <a:pt x="10654" y="11179"/>
                  </a:cubicBezTo>
                  <a:cubicBezTo>
                    <a:pt x="10640" y="11153"/>
                    <a:pt x="10634" y="11141"/>
                    <a:pt x="10623" y="11141"/>
                  </a:cubicBezTo>
                  <a:cubicBezTo>
                    <a:pt x="10615" y="11141"/>
                    <a:pt x="10603" y="11149"/>
                    <a:pt x="10581" y="11163"/>
                  </a:cubicBezTo>
                  <a:cubicBezTo>
                    <a:pt x="10570" y="11168"/>
                    <a:pt x="10560" y="11170"/>
                    <a:pt x="10551" y="11170"/>
                  </a:cubicBezTo>
                  <a:cubicBezTo>
                    <a:pt x="10516" y="11170"/>
                    <a:pt x="10504" y="11131"/>
                    <a:pt x="10524" y="11066"/>
                  </a:cubicBezTo>
                  <a:cubicBezTo>
                    <a:pt x="10591" y="10969"/>
                    <a:pt x="10535" y="10844"/>
                    <a:pt x="10481" y="10844"/>
                  </a:cubicBezTo>
                  <a:cubicBezTo>
                    <a:pt x="10476" y="10844"/>
                    <a:pt x="10472" y="10845"/>
                    <a:pt x="10467" y="10847"/>
                  </a:cubicBezTo>
                  <a:cubicBezTo>
                    <a:pt x="10456" y="10854"/>
                    <a:pt x="10446" y="10858"/>
                    <a:pt x="10438" y="10858"/>
                  </a:cubicBezTo>
                  <a:cubicBezTo>
                    <a:pt x="10407" y="10858"/>
                    <a:pt x="10387" y="10820"/>
                    <a:pt x="10362" y="10782"/>
                  </a:cubicBezTo>
                  <a:cubicBezTo>
                    <a:pt x="10337" y="10725"/>
                    <a:pt x="10289" y="10685"/>
                    <a:pt x="10232" y="10677"/>
                  </a:cubicBezTo>
                  <a:lnTo>
                    <a:pt x="10175" y="10579"/>
                  </a:lnTo>
                  <a:cubicBezTo>
                    <a:pt x="10165" y="10562"/>
                    <a:pt x="10174" y="10554"/>
                    <a:pt x="10190" y="10554"/>
                  </a:cubicBezTo>
                  <a:cubicBezTo>
                    <a:pt x="10210" y="10554"/>
                    <a:pt x="10243" y="10568"/>
                    <a:pt x="10256" y="10596"/>
                  </a:cubicBezTo>
                  <a:lnTo>
                    <a:pt x="10281" y="10523"/>
                  </a:lnTo>
                  <a:cubicBezTo>
                    <a:pt x="10224" y="10425"/>
                    <a:pt x="10200" y="10385"/>
                    <a:pt x="10119" y="10369"/>
                  </a:cubicBezTo>
                  <a:cubicBezTo>
                    <a:pt x="10075" y="10374"/>
                    <a:pt x="10046" y="10378"/>
                    <a:pt x="10031" y="10378"/>
                  </a:cubicBezTo>
                  <a:cubicBezTo>
                    <a:pt x="10000" y="10378"/>
                    <a:pt x="10021" y="10363"/>
                    <a:pt x="10086" y="10320"/>
                  </a:cubicBezTo>
                  <a:cubicBezTo>
                    <a:pt x="10143" y="10288"/>
                    <a:pt x="10159" y="10215"/>
                    <a:pt x="10086" y="10198"/>
                  </a:cubicBezTo>
                  <a:cubicBezTo>
                    <a:pt x="10073" y="10200"/>
                    <a:pt x="10062" y="10201"/>
                    <a:pt x="10052" y="10201"/>
                  </a:cubicBezTo>
                  <a:cubicBezTo>
                    <a:pt x="9960" y="10201"/>
                    <a:pt x="9978" y="10139"/>
                    <a:pt x="10029" y="10109"/>
                  </a:cubicBezTo>
                  <a:cubicBezTo>
                    <a:pt x="10159" y="10093"/>
                    <a:pt x="10159" y="10093"/>
                    <a:pt x="9940" y="9971"/>
                  </a:cubicBezTo>
                  <a:cubicBezTo>
                    <a:pt x="9883" y="9874"/>
                    <a:pt x="9721" y="9728"/>
                    <a:pt x="9632" y="9590"/>
                  </a:cubicBezTo>
                  <a:cubicBezTo>
                    <a:pt x="9527" y="9404"/>
                    <a:pt x="9470" y="9315"/>
                    <a:pt x="9486" y="9234"/>
                  </a:cubicBezTo>
                  <a:cubicBezTo>
                    <a:pt x="9496" y="9227"/>
                    <a:pt x="9504" y="9221"/>
                    <a:pt x="9511" y="9216"/>
                  </a:cubicBezTo>
                  <a:lnTo>
                    <a:pt x="9511" y="9216"/>
                  </a:lnTo>
                  <a:cubicBezTo>
                    <a:pt x="9491" y="9226"/>
                    <a:pt x="9475" y="9231"/>
                    <a:pt x="9459" y="9231"/>
                  </a:cubicBezTo>
                  <a:cubicBezTo>
                    <a:pt x="9412" y="9231"/>
                    <a:pt x="9377" y="9183"/>
                    <a:pt x="9316" y="9088"/>
                  </a:cubicBezTo>
                  <a:cubicBezTo>
                    <a:pt x="9300" y="8966"/>
                    <a:pt x="9202" y="8877"/>
                    <a:pt x="9089" y="8853"/>
                  </a:cubicBezTo>
                  <a:lnTo>
                    <a:pt x="9089" y="8853"/>
                  </a:lnTo>
                  <a:lnTo>
                    <a:pt x="9146" y="8942"/>
                  </a:lnTo>
                  <a:cubicBezTo>
                    <a:pt x="9115" y="8962"/>
                    <a:pt x="9090" y="8972"/>
                    <a:pt x="9071" y="8972"/>
                  </a:cubicBezTo>
                  <a:cubicBezTo>
                    <a:pt x="9030" y="8972"/>
                    <a:pt x="9013" y="8927"/>
                    <a:pt x="9008" y="8844"/>
                  </a:cubicBezTo>
                  <a:cubicBezTo>
                    <a:pt x="8975" y="8796"/>
                    <a:pt x="9024" y="8763"/>
                    <a:pt x="9073" y="8731"/>
                  </a:cubicBezTo>
                  <a:cubicBezTo>
                    <a:pt x="9121" y="8690"/>
                    <a:pt x="9146" y="8626"/>
                    <a:pt x="9113" y="8577"/>
                  </a:cubicBezTo>
                  <a:cubicBezTo>
                    <a:pt x="9093" y="8547"/>
                    <a:pt x="9077" y="8517"/>
                    <a:pt x="9061" y="8517"/>
                  </a:cubicBezTo>
                  <a:cubicBezTo>
                    <a:pt x="9051" y="8517"/>
                    <a:pt x="9042" y="8529"/>
                    <a:pt x="9032" y="8561"/>
                  </a:cubicBezTo>
                  <a:cubicBezTo>
                    <a:pt x="9009" y="8576"/>
                    <a:pt x="8997" y="8584"/>
                    <a:pt x="8987" y="8584"/>
                  </a:cubicBezTo>
                  <a:cubicBezTo>
                    <a:pt x="8976" y="8584"/>
                    <a:pt x="8968" y="8574"/>
                    <a:pt x="8951" y="8553"/>
                  </a:cubicBezTo>
                  <a:cubicBezTo>
                    <a:pt x="8927" y="8496"/>
                    <a:pt x="8878" y="8455"/>
                    <a:pt x="8813" y="8447"/>
                  </a:cubicBezTo>
                  <a:cubicBezTo>
                    <a:pt x="8800" y="8458"/>
                    <a:pt x="8789" y="8462"/>
                    <a:pt x="8779" y="8462"/>
                  </a:cubicBezTo>
                  <a:cubicBezTo>
                    <a:pt x="8751" y="8462"/>
                    <a:pt x="8732" y="8428"/>
                    <a:pt x="8708" y="8399"/>
                  </a:cubicBezTo>
                  <a:cubicBezTo>
                    <a:pt x="8716" y="8334"/>
                    <a:pt x="8700" y="8277"/>
                    <a:pt x="8667" y="8228"/>
                  </a:cubicBezTo>
                  <a:lnTo>
                    <a:pt x="8716" y="8196"/>
                  </a:lnTo>
                  <a:cubicBezTo>
                    <a:pt x="8748" y="8163"/>
                    <a:pt x="8773" y="8123"/>
                    <a:pt x="8781" y="8082"/>
                  </a:cubicBezTo>
                  <a:cubicBezTo>
                    <a:pt x="8767" y="8061"/>
                    <a:pt x="8750" y="8056"/>
                    <a:pt x="8735" y="8056"/>
                  </a:cubicBezTo>
                  <a:cubicBezTo>
                    <a:pt x="8716" y="8056"/>
                    <a:pt x="8700" y="8066"/>
                    <a:pt x="8700" y="8066"/>
                  </a:cubicBezTo>
                  <a:cubicBezTo>
                    <a:pt x="8699" y="8067"/>
                    <a:pt x="8698" y="8067"/>
                    <a:pt x="8696" y="8067"/>
                  </a:cubicBezTo>
                  <a:cubicBezTo>
                    <a:pt x="8622" y="8067"/>
                    <a:pt x="7887" y="7058"/>
                    <a:pt x="7792" y="6931"/>
                  </a:cubicBezTo>
                  <a:cubicBezTo>
                    <a:pt x="7779" y="6836"/>
                    <a:pt x="7711" y="6736"/>
                    <a:pt x="7679" y="6736"/>
                  </a:cubicBezTo>
                  <a:cubicBezTo>
                    <a:pt x="7670" y="6736"/>
                    <a:pt x="7664" y="6743"/>
                    <a:pt x="7662" y="6761"/>
                  </a:cubicBezTo>
                  <a:cubicBezTo>
                    <a:pt x="7659" y="6763"/>
                    <a:pt x="7655" y="6764"/>
                    <a:pt x="7650" y="6764"/>
                  </a:cubicBezTo>
                  <a:cubicBezTo>
                    <a:pt x="7590" y="6764"/>
                    <a:pt x="7429" y="6565"/>
                    <a:pt x="7240" y="6331"/>
                  </a:cubicBezTo>
                  <a:cubicBezTo>
                    <a:pt x="7021" y="6059"/>
                    <a:pt x="6865" y="5858"/>
                    <a:pt x="6806" y="5858"/>
                  </a:cubicBezTo>
                  <a:cubicBezTo>
                    <a:pt x="6802" y="5858"/>
                    <a:pt x="6798" y="5859"/>
                    <a:pt x="6794" y="5861"/>
                  </a:cubicBezTo>
                  <a:lnTo>
                    <a:pt x="6689" y="5739"/>
                  </a:lnTo>
                  <a:cubicBezTo>
                    <a:pt x="6616" y="5658"/>
                    <a:pt x="6502" y="5618"/>
                    <a:pt x="6470" y="5577"/>
                  </a:cubicBezTo>
                  <a:cubicBezTo>
                    <a:pt x="6389" y="5577"/>
                    <a:pt x="6348" y="5536"/>
                    <a:pt x="6430" y="5536"/>
                  </a:cubicBezTo>
                  <a:cubicBezTo>
                    <a:pt x="6478" y="5496"/>
                    <a:pt x="6527" y="5464"/>
                    <a:pt x="6486" y="5423"/>
                  </a:cubicBezTo>
                  <a:cubicBezTo>
                    <a:pt x="6453" y="5386"/>
                    <a:pt x="6427" y="5373"/>
                    <a:pt x="6403" y="5373"/>
                  </a:cubicBezTo>
                  <a:cubicBezTo>
                    <a:pt x="6375" y="5373"/>
                    <a:pt x="6351" y="5393"/>
                    <a:pt x="6324" y="5415"/>
                  </a:cubicBezTo>
                  <a:cubicBezTo>
                    <a:pt x="6316" y="5427"/>
                    <a:pt x="6302" y="5433"/>
                    <a:pt x="6287" y="5433"/>
                  </a:cubicBezTo>
                  <a:cubicBezTo>
                    <a:pt x="6271" y="5433"/>
                    <a:pt x="6255" y="5427"/>
                    <a:pt x="6243" y="5415"/>
                  </a:cubicBezTo>
                  <a:cubicBezTo>
                    <a:pt x="6211" y="5374"/>
                    <a:pt x="6211" y="5374"/>
                    <a:pt x="6259" y="5334"/>
                  </a:cubicBezTo>
                  <a:lnTo>
                    <a:pt x="6348" y="5261"/>
                  </a:lnTo>
                  <a:lnTo>
                    <a:pt x="6308" y="5220"/>
                  </a:lnTo>
                  <a:cubicBezTo>
                    <a:pt x="6301" y="5228"/>
                    <a:pt x="6288" y="5232"/>
                    <a:pt x="6276" y="5232"/>
                  </a:cubicBezTo>
                  <a:cubicBezTo>
                    <a:pt x="6260" y="5232"/>
                    <a:pt x="6244" y="5226"/>
                    <a:pt x="6235" y="5212"/>
                  </a:cubicBezTo>
                  <a:cubicBezTo>
                    <a:pt x="6194" y="5172"/>
                    <a:pt x="6194" y="5172"/>
                    <a:pt x="6284" y="5099"/>
                  </a:cubicBezTo>
                  <a:cubicBezTo>
                    <a:pt x="6349" y="5039"/>
                    <a:pt x="6349" y="5002"/>
                    <a:pt x="6293" y="5002"/>
                  </a:cubicBezTo>
                  <a:cubicBezTo>
                    <a:pt x="6273" y="5002"/>
                    <a:pt x="6245" y="5007"/>
                    <a:pt x="6211" y="5018"/>
                  </a:cubicBezTo>
                  <a:lnTo>
                    <a:pt x="6097" y="4969"/>
                  </a:lnTo>
                  <a:cubicBezTo>
                    <a:pt x="6154" y="4855"/>
                    <a:pt x="5992" y="4847"/>
                    <a:pt x="5911" y="4847"/>
                  </a:cubicBezTo>
                  <a:cubicBezTo>
                    <a:pt x="5954" y="4760"/>
                    <a:pt x="5945" y="4712"/>
                    <a:pt x="5881" y="4712"/>
                  </a:cubicBezTo>
                  <a:cubicBezTo>
                    <a:pt x="5861" y="4712"/>
                    <a:pt x="5836" y="4716"/>
                    <a:pt x="5805" y="4726"/>
                  </a:cubicBezTo>
                  <a:cubicBezTo>
                    <a:pt x="5793" y="4738"/>
                    <a:pt x="5782" y="4743"/>
                    <a:pt x="5771" y="4743"/>
                  </a:cubicBezTo>
                  <a:cubicBezTo>
                    <a:pt x="5745" y="4743"/>
                    <a:pt x="5727" y="4710"/>
                    <a:pt x="5732" y="4653"/>
                  </a:cubicBezTo>
                  <a:cubicBezTo>
                    <a:pt x="5740" y="4572"/>
                    <a:pt x="5700" y="4531"/>
                    <a:pt x="5627" y="4458"/>
                  </a:cubicBezTo>
                  <a:cubicBezTo>
                    <a:pt x="5546" y="4458"/>
                    <a:pt x="5286" y="4183"/>
                    <a:pt x="4986" y="3874"/>
                  </a:cubicBezTo>
                  <a:cubicBezTo>
                    <a:pt x="4682" y="3548"/>
                    <a:pt x="4453" y="3350"/>
                    <a:pt x="4385" y="3350"/>
                  </a:cubicBezTo>
                  <a:cubicBezTo>
                    <a:pt x="4378" y="3350"/>
                    <a:pt x="4374" y="3352"/>
                    <a:pt x="4370" y="3356"/>
                  </a:cubicBezTo>
                  <a:cubicBezTo>
                    <a:pt x="4338" y="3315"/>
                    <a:pt x="4338" y="3315"/>
                    <a:pt x="4338" y="3234"/>
                  </a:cubicBezTo>
                  <a:cubicBezTo>
                    <a:pt x="4365" y="3207"/>
                    <a:pt x="4356" y="3179"/>
                    <a:pt x="4309" y="3179"/>
                  </a:cubicBezTo>
                  <a:cubicBezTo>
                    <a:pt x="4287" y="3179"/>
                    <a:pt x="4256" y="3186"/>
                    <a:pt x="4216" y="3201"/>
                  </a:cubicBezTo>
                  <a:cubicBezTo>
                    <a:pt x="4174" y="3206"/>
                    <a:pt x="4143" y="3219"/>
                    <a:pt x="4134" y="3219"/>
                  </a:cubicBezTo>
                  <a:cubicBezTo>
                    <a:pt x="4126" y="3219"/>
                    <a:pt x="4137" y="3208"/>
                    <a:pt x="4176" y="3169"/>
                  </a:cubicBezTo>
                  <a:cubicBezTo>
                    <a:pt x="4216" y="3120"/>
                    <a:pt x="4143" y="3047"/>
                    <a:pt x="3989" y="2901"/>
                  </a:cubicBezTo>
                  <a:cubicBezTo>
                    <a:pt x="3884" y="2803"/>
                    <a:pt x="3755" y="2681"/>
                    <a:pt x="3695" y="2681"/>
                  </a:cubicBezTo>
                  <a:cubicBezTo>
                    <a:pt x="3686" y="2681"/>
                    <a:pt x="3678" y="2684"/>
                    <a:pt x="3673" y="2691"/>
                  </a:cubicBezTo>
                  <a:cubicBezTo>
                    <a:pt x="3551" y="2658"/>
                    <a:pt x="3551" y="2658"/>
                    <a:pt x="3632" y="2650"/>
                  </a:cubicBezTo>
                  <a:cubicBezTo>
                    <a:pt x="3754" y="2601"/>
                    <a:pt x="3584" y="2374"/>
                    <a:pt x="3389" y="2366"/>
                  </a:cubicBezTo>
                  <a:cubicBezTo>
                    <a:pt x="3349" y="2326"/>
                    <a:pt x="3300" y="2293"/>
                    <a:pt x="3340" y="2245"/>
                  </a:cubicBezTo>
                  <a:cubicBezTo>
                    <a:pt x="3276" y="2188"/>
                    <a:pt x="3186" y="2139"/>
                    <a:pt x="3097" y="2115"/>
                  </a:cubicBezTo>
                  <a:lnTo>
                    <a:pt x="2813" y="1872"/>
                  </a:lnTo>
                  <a:cubicBezTo>
                    <a:pt x="2757" y="1823"/>
                    <a:pt x="2684" y="1791"/>
                    <a:pt x="2611" y="1783"/>
                  </a:cubicBezTo>
                  <a:cubicBezTo>
                    <a:pt x="2582" y="1754"/>
                    <a:pt x="2553" y="1729"/>
                    <a:pt x="2553" y="1729"/>
                  </a:cubicBezTo>
                  <a:lnTo>
                    <a:pt x="2553" y="1729"/>
                  </a:lnTo>
                  <a:cubicBezTo>
                    <a:pt x="2554" y="1729"/>
                    <a:pt x="2559" y="1733"/>
                    <a:pt x="2570" y="1742"/>
                  </a:cubicBezTo>
                  <a:cubicBezTo>
                    <a:pt x="2611" y="1702"/>
                    <a:pt x="2392" y="1531"/>
                    <a:pt x="2100" y="1304"/>
                  </a:cubicBezTo>
                  <a:cubicBezTo>
                    <a:pt x="1800" y="1077"/>
                    <a:pt x="1541" y="883"/>
                    <a:pt x="1532" y="802"/>
                  </a:cubicBezTo>
                  <a:cubicBezTo>
                    <a:pt x="1511" y="786"/>
                    <a:pt x="1484" y="777"/>
                    <a:pt x="1456" y="777"/>
                  </a:cubicBezTo>
                  <a:cubicBezTo>
                    <a:pt x="1441" y="777"/>
                    <a:pt x="1425" y="780"/>
                    <a:pt x="1411" y="785"/>
                  </a:cubicBezTo>
                  <a:cubicBezTo>
                    <a:pt x="1366" y="811"/>
                    <a:pt x="1333" y="822"/>
                    <a:pt x="1308" y="822"/>
                  </a:cubicBezTo>
                  <a:cubicBezTo>
                    <a:pt x="1269" y="822"/>
                    <a:pt x="1250" y="794"/>
                    <a:pt x="1241" y="745"/>
                  </a:cubicBezTo>
                  <a:cubicBezTo>
                    <a:pt x="1247" y="628"/>
                    <a:pt x="1154" y="542"/>
                    <a:pt x="1055" y="542"/>
                  </a:cubicBezTo>
                  <a:cubicBezTo>
                    <a:pt x="1030" y="542"/>
                    <a:pt x="1005" y="547"/>
                    <a:pt x="981" y="558"/>
                  </a:cubicBezTo>
                  <a:cubicBezTo>
                    <a:pt x="969" y="575"/>
                    <a:pt x="964" y="582"/>
                    <a:pt x="964" y="582"/>
                  </a:cubicBezTo>
                  <a:cubicBezTo>
                    <a:pt x="964" y="582"/>
                    <a:pt x="991" y="544"/>
                    <a:pt x="1014" y="510"/>
                  </a:cubicBezTo>
                  <a:cubicBezTo>
                    <a:pt x="1030" y="427"/>
                    <a:pt x="957" y="378"/>
                    <a:pt x="872" y="378"/>
                  </a:cubicBezTo>
                  <a:cubicBezTo>
                    <a:pt x="833" y="378"/>
                    <a:pt x="790" y="389"/>
                    <a:pt x="754" y="412"/>
                  </a:cubicBezTo>
                  <a:cubicBezTo>
                    <a:pt x="747" y="341"/>
                    <a:pt x="734" y="270"/>
                    <a:pt x="681" y="270"/>
                  </a:cubicBezTo>
                  <a:cubicBezTo>
                    <a:pt x="674" y="270"/>
                    <a:pt x="666" y="272"/>
                    <a:pt x="657" y="275"/>
                  </a:cubicBezTo>
                  <a:cubicBezTo>
                    <a:pt x="608" y="242"/>
                    <a:pt x="608" y="242"/>
                    <a:pt x="673" y="145"/>
                  </a:cubicBezTo>
                  <a:cubicBezTo>
                    <a:pt x="714" y="88"/>
                    <a:pt x="746" y="39"/>
                    <a:pt x="697" y="7"/>
                  </a:cubicBezTo>
                  <a:cubicBezTo>
                    <a:pt x="688" y="3"/>
                    <a:pt x="680" y="1"/>
                    <a:pt x="6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2"/>
            <p:cNvSpPr/>
            <p:nvPr/>
          </p:nvSpPr>
          <p:spPr>
            <a:xfrm>
              <a:off x="8028300" y="3320744"/>
              <a:ext cx="495320" cy="938065"/>
            </a:xfrm>
            <a:custGeom>
              <a:avLst/>
              <a:gdLst/>
              <a:ahLst/>
              <a:cxnLst/>
              <a:rect l="l" t="t" r="r" b="b"/>
              <a:pathLst>
                <a:path w="28735" h="54420" extrusionOk="0">
                  <a:moveTo>
                    <a:pt x="8084" y="1"/>
                  </a:moveTo>
                  <a:cubicBezTo>
                    <a:pt x="7241" y="1"/>
                    <a:pt x="6519" y="633"/>
                    <a:pt x="6414" y="1468"/>
                  </a:cubicBezTo>
                  <a:lnTo>
                    <a:pt x="268" y="50399"/>
                  </a:lnTo>
                  <a:cubicBezTo>
                    <a:pt x="0" y="52539"/>
                    <a:pt x="1670" y="54420"/>
                    <a:pt x="3819" y="54420"/>
                  </a:cubicBezTo>
                  <a:lnTo>
                    <a:pt x="24915" y="54420"/>
                  </a:lnTo>
                  <a:cubicBezTo>
                    <a:pt x="27072" y="54420"/>
                    <a:pt x="28734" y="52539"/>
                    <a:pt x="28467" y="50399"/>
                  </a:cubicBezTo>
                  <a:lnTo>
                    <a:pt x="22321" y="1468"/>
                  </a:lnTo>
                  <a:cubicBezTo>
                    <a:pt x="22216" y="633"/>
                    <a:pt x="21502" y="1"/>
                    <a:pt x="20651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2"/>
            <p:cNvSpPr/>
            <p:nvPr/>
          </p:nvSpPr>
          <p:spPr>
            <a:xfrm>
              <a:off x="8076927" y="3996196"/>
              <a:ext cx="724" cy="293"/>
            </a:xfrm>
            <a:custGeom>
              <a:avLst/>
              <a:gdLst/>
              <a:ahLst/>
              <a:cxnLst/>
              <a:rect l="l" t="t" r="r" b="b"/>
              <a:pathLst>
                <a:path w="42" h="17" fill="none" extrusionOk="0">
                  <a:moveTo>
                    <a:pt x="41" y="1"/>
                  </a:moveTo>
                  <a:lnTo>
                    <a:pt x="1" y="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2"/>
            <p:cNvSpPr/>
            <p:nvPr/>
          </p:nvSpPr>
          <p:spPr>
            <a:xfrm>
              <a:off x="8078186" y="4240072"/>
              <a:ext cx="483" cy="655"/>
            </a:xfrm>
            <a:custGeom>
              <a:avLst/>
              <a:gdLst/>
              <a:ahLst/>
              <a:cxnLst/>
              <a:rect l="l" t="t" r="r" b="b"/>
              <a:pathLst>
                <a:path w="28" h="38" extrusionOk="0">
                  <a:moveTo>
                    <a:pt x="9" y="1"/>
                  </a:moveTo>
                  <a:cubicBezTo>
                    <a:pt x="0" y="22"/>
                    <a:pt x="13" y="37"/>
                    <a:pt x="20" y="37"/>
                  </a:cubicBezTo>
                  <a:cubicBezTo>
                    <a:pt x="26" y="37"/>
                    <a:pt x="27" y="27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2"/>
            <p:cNvSpPr/>
            <p:nvPr/>
          </p:nvSpPr>
          <p:spPr>
            <a:xfrm>
              <a:off x="8077910" y="3966702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1" y="1"/>
                  </a:moveTo>
                  <a:lnTo>
                    <a:pt x="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2"/>
            <p:cNvSpPr/>
            <p:nvPr/>
          </p:nvSpPr>
          <p:spPr>
            <a:xfrm>
              <a:off x="8077772" y="4233091"/>
              <a:ext cx="707" cy="155"/>
            </a:xfrm>
            <a:custGeom>
              <a:avLst/>
              <a:gdLst/>
              <a:ahLst/>
              <a:cxnLst/>
              <a:rect l="l" t="t" r="r" b="b"/>
              <a:pathLst>
                <a:path w="41" h="9" extrusionOk="0">
                  <a:moveTo>
                    <a:pt x="0" y="0"/>
                  </a:moveTo>
                  <a:cubicBezTo>
                    <a:pt x="17" y="0"/>
                    <a:pt x="25" y="8"/>
                    <a:pt x="41" y="8"/>
                  </a:cubicBezTo>
                  <a:cubicBezTo>
                    <a:pt x="33" y="8"/>
                    <a:pt x="25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2"/>
            <p:cNvSpPr/>
            <p:nvPr/>
          </p:nvSpPr>
          <p:spPr>
            <a:xfrm>
              <a:off x="8077203" y="4233022"/>
              <a:ext cx="586" cy="86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8" y="1"/>
                  </a:moveTo>
                  <a:cubicBezTo>
                    <a:pt x="1" y="1"/>
                    <a:pt x="12" y="4"/>
                    <a:pt x="33" y="4"/>
                  </a:cubicBezTo>
                  <a:cubicBezTo>
                    <a:pt x="20" y="1"/>
                    <a:pt x="12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2"/>
            <p:cNvSpPr/>
            <p:nvPr/>
          </p:nvSpPr>
          <p:spPr>
            <a:xfrm>
              <a:off x="8075738" y="3966702"/>
              <a:ext cx="2189" cy="1103"/>
            </a:xfrm>
            <a:custGeom>
              <a:avLst/>
              <a:gdLst/>
              <a:ahLst/>
              <a:cxnLst/>
              <a:rect l="l" t="t" r="r" b="b"/>
              <a:pathLst>
                <a:path w="127" h="64" extrusionOk="0">
                  <a:moveTo>
                    <a:pt x="127" y="1"/>
                  </a:moveTo>
                  <a:lnTo>
                    <a:pt x="21" y="49"/>
                  </a:lnTo>
                  <a:cubicBezTo>
                    <a:pt x="6" y="59"/>
                    <a:pt x="1" y="63"/>
                    <a:pt x="1" y="63"/>
                  </a:cubicBezTo>
                  <a:cubicBezTo>
                    <a:pt x="2" y="63"/>
                    <a:pt x="38" y="42"/>
                    <a:pt x="78" y="25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2"/>
            <p:cNvSpPr/>
            <p:nvPr/>
          </p:nvSpPr>
          <p:spPr>
            <a:xfrm>
              <a:off x="8062224" y="4009693"/>
              <a:ext cx="3258" cy="1069"/>
            </a:xfrm>
            <a:custGeom>
              <a:avLst/>
              <a:gdLst/>
              <a:ahLst/>
              <a:cxnLst/>
              <a:rect l="l" t="t" r="r" b="b"/>
              <a:pathLst>
                <a:path w="189" h="62" extrusionOk="0">
                  <a:moveTo>
                    <a:pt x="140" y="1"/>
                  </a:moveTo>
                  <a:cubicBezTo>
                    <a:pt x="108" y="1"/>
                    <a:pt x="80" y="6"/>
                    <a:pt x="51" y="12"/>
                  </a:cubicBezTo>
                  <a:cubicBezTo>
                    <a:pt x="0" y="34"/>
                    <a:pt x="8" y="62"/>
                    <a:pt x="97" y="62"/>
                  </a:cubicBezTo>
                  <a:cubicBezTo>
                    <a:pt x="107" y="62"/>
                    <a:pt x="119" y="62"/>
                    <a:pt x="132" y="61"/>
                  </a:cubicBezTo>
                  <a:cubicBezTo>
                    <a:pt x="189" y="36"/>
                    <a:pt x="189" y="36"/>
                    <a:pt x="181" y="4"/>
                  </a:cubicBezTo>
                  <a:cubicBezTo>
                    <a:pt x="167" y="2"/>
                    <a:pt x="153" y="1"/>
                    <a:pt x="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2"/>
            <p:cNvSpPr/>
            <p:nvPr/>
          </p:nvSpPr>
          <p:spPr>
            <a:xfrm>
              <a:off x="8440725" y="2016676"/>
              <a:ext cx="376105" cy="376243"/>
            </a:xfrm>
            <a:custGeom>
              <a:avLst/>
              <a:gdLst/>
              <a:ahLst/>
              <a:cxnLst/>
              <a:rect l="l" t="t" r="r" b="b"/>
              <a:pathLst>
                <a:path w="21819" h="21827" extrusionOk="0">
                  <a:moveTo>
                    <a:pt x="10905" y="1"/>
                  </a:moveTo>
                  <a:cubicBezTo>
                    <a:pt x="4881" y="1"/>
                    <a:pt x="0" y="4890"/>
                    <a:pt x="0" y="10914"/>
                  </a:cubicBezTo>
                  <a:cubicBezTo>
                    <a:pt x="0" y="16938"/>
                    <a:pt x="4881" y="21827"/>
                    <a:pt x="10905" y="21827"/>
                  </a:cubicBezTo>
                  <a:cubicBezTo>
                    <a:pt x="16929" y="21827"/>
                    <a:pt x="21818" y="16938"/>
                    <a:pt x="21818" y="10914"/>
                  </a:cubicBezTo>
                  <a:cubicBezTo>
                    <a:pt x="21818" y="4890"/>
                    <a:pt x="16929" y="1"/>
                    <a:pt x="10905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2"/>
            <p:cNvSpPr/>
            <p:nvPr/>
          </p:nvSpPr>
          <p:spPr>
            <a:xfrm>
              <a:off x="7814331" y="2509289"/>
              <a:ext cx="280782" cy="255287"/>
            </a:xfrm>
            <a:custGeom>
              <a:avLst/>
              <a:gdLst/>
              <a:ahLst/>
              <a:cxnLst/>
              <a:rect l="l" t="t" r="r" b="b"/>
              <a:pathLst>
                <a:path w="16289" h="14810" extrusionOk="0">
                  <a:moveTo>
                    <a:pt x="8141" y="0"/>
                  </a:moveTo>
                  <a:cubicBezTo>
                    <a:pt x="4781" y="0"/>
                    <a:pt x="1740" y="2305"/>
                    <a:pt x="941" y="5718"/>
                  </a:cubicBezTo>
                  <a:cubicBezTo>
                    <a:pt x="0" y="9699"/>
                    <a:pt x="2473" y="13680"/>
                    <a:pt x="6454" y="14613"/>
                  </a:cubicBezTo>
                  <a:cubicBezTo>
                    <a:pt x="7022" y="14745"/>
                    <a:pt x="7589" y="14809"/>
                    <a:pt x="8148" y="14809"/>
                  </a:cubicBezTo>
                  <a:cubicBezTo>
                    <a:pt x="11508" y="14809"/>
                    <a:pt x="14550" y="12505"/>
                    <a:pt x="15356" y="9091"/>
                  </a:cubicBezTo>
                  <a:cubicBezTo>
                    <a:pt x="16289" y="5110"/>
                    <a:pt x="13816" y="1129"/>
                    <a:pt x="9835" y="197"/>
                  </a:cubicBezTo>
                  <a:cubicBezTo>
                    <a:pt x="9267" y="64"/>
                    <a:pt x="8700" y="0"/>
                    <a:pt x="8141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2"/>
            <p:cNvSpPr/>
            <p:nvPr/>
          </p:nvSpPr>
          <p:spPr>
            <a:xfrm>
              <a:off x="8342833" y="2619505"/>
              <a:ext cx="392929" cy="291658"/>
            </a:xfrm>
            <a:custGeom>
              <a:avLst/>
              <a:gdLst/>
              <a:ahLst/>
              <a:cxnLst/>
              <a:rect l="l" t="t" r="r" b="b"/>
              <a:pathLst>
                <a:path w="22795" h="16920" extrusionOk="0">
                  <a:moveTo>
                    <a:pt x="19722" y="751"/>
                  </a:moveTo>
                  <a:cubicBezTo>
                    <a:pt x="19746" y="808"/>
                    <a:pt x="19771" y="865"/>
                    <a:pt x="19706" y="889"/>
                  </a:cubicBezTo>
                  <a:lnTo>
                    <a:pt x="19625" y="865"/>
                  </a:lnTo>
                  <a:lnTo>
                    <a:pt x="19657" y="784"/>
                  </a:lnTo>
                  <a:lnTo>
                    <a:pt x="19722" y="751"/>
                  </a:lnTo>
                  <a:close/>
                  <a:moveTo>
                    <a:pt x="18781" y="857"/>
                  </a:moveTo>
                  <a:cubicBezTo>
                    <a:pt x="18814" y="905"/>
                    <a:pt x="18838" y="954"/>
                    <a:pt x="18781" y="986"/>
                  </a:cubicBezTo>
                  <a:lnTo>
                    <a:pt x="18733" y="1019"/>
                  </a:lnTo>
                  <a:cubicBezTo>
                    <a:pt x="18717" y="978"/>
                    <a:pt x="18708" y="930"/>
                    <a:pt x="18725" y="889"/>
                  </a:cubicBezTo>
                  <a:lnTo>
                    <a:pt x="18781" y="857"/>
                  </a:lnTo>
                  <a:close/>
                  <a:moveTo>
                    <a:pt x="18028" y="1775"/>
                  </a:moveTo>
                  <a:cubicBezTo>
                    <a:pt x="18040" y="1775"/>
                    <a:pt x="18046" y="1787"/>
                    <a:pt x="18060" y="1813"/>
                  </a:cubicBezTo>
                  <a:cubicBezTo>
                    <a:pt x="18076" y="1862"/>
                    <a:pt x="18084" y="1903"/>
                    <a:pt x="18068" y="1951"/>
                  </a:cubicBezTo>
                  <a:cubicBezTo>
                    <a:pt x="18062" y="1955"/>
                    <a:pt x="18057" y="1956"/>
                    <a:pt x="18052" y="1956"/>
                  </a:cubicBezTo>
                  <a:cubicBezTo>
                    <a:pt x="18011" y="1956"/>
                    <a:pt x="18008" y="1841"/>
                    <a:pt x="17979" y="1797"/>
                  </a:cubicBezTo>
                  <a:cubicBezTo>
                    <a:pt x="18004" y="1783"/>
                    <a:pt x="18018" y="1775"/>
                    <a:pt x="18028" y="1775"/>
                  </a:cubicBezTo>
                  <a:close/>
                  <a:moveTo>
                    <a:pt x="16730" y="2608"/>
                  </a:moveTo>
                  <a:cubicBezTo>
                    <a:pt x="16763" y="2657"/>
                    <a:pt x="16795" y="2713"/>
                    <a:pt x="16738" y="2746"/>
                  </a:cubicBezTo>
                  <a:lnTo>
                    <a:pt x="16649" y="2730"/>
                  </a:lnTo>
                  <a:lnTo>
                    <a:pt x="16673" y="2640"/>
                  </a:lnTo>
                  <a:lnTo>
                    <a:pt x="16730" y="2608"/>
                  </a:lnTo>
                  <a:close/>
                  <a:moveTo>
                    <a:pt x="21725" y="3298"/>
                  </a:moveTo>
                  <a:cubicBezTo>
                    <a:pt x="21781" y="3298"/>
                    <a:pt x="21801" y="3370"/>
                    <a:pt x="21773" y="3419"/>
                  </a:cubicBezTo>
                  <a:cubicBezTo>
                    <a:pt x="21736" y="3499"/>
                    <a:pt x="21720" y="3526"/>
                    <a:pt x="21699" y="3526"/>
                  </a:cubicBezTo>
                  <a:cubicBezTo>
                    <a:pt x="21688" y="3526"/>
                    <a:pt x="21676" y="3519"/>
                    <a:pt x="21660" y="3508"/>
                  </a:cubicBezTo>
                  <a:cubicBezTo>
                    <a:pt x="21603" y="3484"/>
                    <a:pt x="21668" y="3370"/>
                    <a:pt x="21692" y="3305"/>
                  </a:cubicBezTo>
                  <a:cubicBezTo>
                    <a:pt x="21704" y="3301"/>
                    <a:pt x="21715" y="3298"/>
                    <a:pt x="21725" y="3298"/>
                  </a:cubicBezTo>
                  <a:close/>
                  <a:moveTo>
                    <a:pt x="13422" y="4715"/>
                  </a:moveTo>
                  <a:cubicBezTo>
                    <a:pt x="13434" y="4715"/>
                    <a:pt x="13444" y="4727"/>
                    <a:pt x="13414" y="4748"/>
                  </a:cubicBezTo>
                  <a:cubicBezTo>
                    <a:pt x="13399" y="4725"/>
                    <a:pt x="13411" y="4715"/>
                    <a:pt x="13422" y="4715"/>
                  </a:cubicBezTo>
                  <a:close/>
                  <a:moveTo>
                    <a:pt x="13130" y="4797"/>
                  </a:moveTo>
                  <a:cubicBezTo>
                    <a:pt x="13163" y="4846"/>
                    <a:pt x="13195" y="4894"/>
                    <a:pt x="13147" y="4927"/>
                  </a:cubicBezTo>
                  <a:lnTo>
                    <a:pt x="13057" y="4919"/>
                  </a:lnTo>
                  <a:lnTo>
                    <a:pt x="13082" y="4830"/>
                  </a:lnTo>
                  <a:lnTo>
                    <a:pt x="13130" y="4797"/>
                  </a:lnTo>
                  <a:close/>
                  <a:moveTo>
                    <a:pt x="12684" y="5067"/>
                  </a:moveTo>
                  <a:cubicBezTo>
                    <a:pt x="12709" y="5067"/>
                    <a:pt x="12744" y="5076"/>
                    <a:pt x="12790" y="5097"/>
                  </a:cubicBezTo>
                  <a:cubicBezTo>
                    <a:pt x="12822" y="5146"/>
                    <a:pt x="12822" y="5146"/>
                    <a:pt x="12774" y="5186"/>
                  </a:cubicBezTo>
                  <a:cubicBezTo>
                    <a:pt x="12725" y="5178"/>
                    <a:pt x="12684" y="5162"/>
                    <a:pt x="12652" y="5121"/>
                  </a:cubicBezTo>
                  <a:cubicBezTo>
                    <a:pt x="12632" y="5091"/>
                    <a:pt x="12643" y="5067"/>
                    <a:pt x="12684" y="5067"/>
                  </a:cubicBezTo>
                  <a:close/>
                  <a:moveTo>
                    <a:pt x="11099" y="5424"/>
                  </a:moveTo>
                  <a:cubicBezTo>
                    <a:pt x="11088" y="5424"/>
                    <a:pt x="11074" y="5434"/>
                    <a:pt x="11047" y="5454"/>
                  </a:cubicBezTo>
                  <a:cubicBezTo>
                    <a:pt x="10941" y="5527"/>
                    <a:pt x="10941" y="5527"/>
                    <a:pt x="11030" y="5535"/>
                  </a:cubicBezTo>
                  <a:lnTo>
                    <a:pt x="11136" y="5462"/>
                  </a:lnTo>
                  <a:cubicBezTo>
                    <a:pt x="11119" y="5437"/>
                    <a:pt x="11111" y="5424"/>
                    <a:pt x="11099" y="5424"/>
                  </a:cubicBezTo>
                  <a:close/>
                  <a:moveTo>
                    <a:pt x="20233" y="5567"/>
                  </a:moveTo>
                  <a:cubicBezTo>
                    <a:pt x="20265" y="5608"/>
                    <a:pt x="20281" y="5648"/>
                    <a:pt x="20281" y="5697"/>
                  </a:cubicBezTo>
                  <a:lnTo>
                    <a:pt x="20233" y="5746"/>
                  </a:lnTo>
                  <a:cubicBezTo>
                    <a:pt x="20192" y="5705"/>
                    <a:pt x="20144" y="5665"/>
                    <a:pt x="20192" y="5616"/>
                  </a:cubicBezTo>
                  <a:lnTo>
                    <a:pt x="20233" y="5567"/>
                  </a:lnTo>
                  <a:close/>
                  <a:moveTo>
                    <a:pt x="11387" y="5802"/>
                  </a:moveTo>
                  <a:lnTo>
                    <a:pt x="11387" y="5802"/>
                  </a:lnTo>
                  <a:cubicBezTo>
                    <a:pt x="11403" y="5826"/>
                    <a:pt x="11390" y="5836"/>
                    <a:pt x="11380" y="5836"/>
                  </a:cubicBezTo>
                  <a:cubicBezTo>
                    <a:pt x="11368" y="5836"/>
                    <a:pt x="11357" y="5824"/>
                    <a:pt x="11387" y="5802"/>
                  </a:cubicBezTo>
                  <a:close/>
                  <a:moveTo>
                    <a:pt x="11908" y="5805"/>
                  </a:moveTo>
                  <a:cubicBezTo>
                    <a:pt x="11927" y="5805"/>
                    <a:pt x="11948" y="5815"/>
                    <a:pt x="11963" y="5835"/>
                  </a:cubicBezTo>
                  <a:cubicBezTo>
                    <a:pt x="11995" y="5875"/>
                    <a:pt x="11906" y="5867"/>
                    <a:pt x="11857" y="5908"/>
                  </a:cubicBezTo>
                  <a:cubicBezTo>
                    <a:pt x="11768" y="5892"/>
                    <a:pt x="11768" y="5892"/>
                    <a:pt x="11874" y="5819"/>
                  </a:cubicBezTo>
                  <a:cubicBezTo>
                    <a:pt x="11883" y="5809"/>
                    <a:pt x="11895" y="5805"/>
                    <a:pt x="11908" y="5805"/>
                  </a:cubicBezTo>
                  <a:close/>
                  <a:moveTo>
                    <a:pt x="10390" y="6466"/>
                  </a:moveTo>
                  <a:cubicBezTo>
                    <a:pt x="10375" y="6466"/>
                    <a:pt x="10361" y="6472"/>
                    <a:pt x="10349" y="6484"/>
                  </a:cubicBezTo>
                  <a:lnTo>
                    <a:pt x="10301" y="6516"/>
                  </a:lnTo>
                  <a:cubicBezTo>
                    <a:pt x="10333" y="6548"/>
                    <a:pt x="10374" y="6573"/>
                    <a:pt x="10422" y="6581"/>
                  </a:cubicBezTo>
                  <a:cubicBezTo>
                    <a:pt x="10447" y="6556"/>
                    <a:pt x="10455" y="6516"/>
                    <a:pt x="10439" y="6492"/>
                  </a:cubicBezTo>
                  <a:cubicBezTo>
                    <a:pt x="10426" y="6474"/>
                    <a:pt x="10408" y="6466"/>
                    <a:pt x="10390" y="6466"/>
                  </a:cubicBezTo>
                  <a:close/>
                  <a:moveTo>
                    <a:pt x="10974" y="6492"/>
                  </a:moveTo>
                  <a:cubicBezTo>
                    <a:pt x="10989" y="6492"/>
                    <a:pt x="11003" y="6499"/>
                    <a:pt x="11014" y="6516"/>
                  </a:cubicBezTo>
                  <a:cubicBezTo>
                    <a:pt x="11039" y="6540"/>
                    <a:pt x="11030" y="6581"/>
                    <a:pt x="10998" y="6597"/>
                  </a:cubicBezTo>
                  <a:cubicBezTo>
                    <a:pt x="10957" y="6621"/>
                    <a:pt x="10909" y="6629"/>
                    <a:pt x="10860" y="6629"/>
                  </a:cubicBezTo>
                  <a:cubicBezTo>
                    <a:pt x="10844" y="6597"/>
                    <a:pt x="10852" y="6565"/>
                    <a:pt x="10876" y="6540"/>
                  </a:cubicBezTo>
                  <a:cubicBezTo>
                    <a:pt x="10913" y="6514"/>
                    <a:pt x="10946" y="6492"/>
                    <a:pt x="10974" y="6492"/>
                  </a:cubicBezTo>
                  <a:close/>
                  <a:moveTo>
                    <a:pt x="9933" y="7030"/>
                  </a:moveTo>
                  <a:cubicBezTo>
                    <a:pt x="9945" y="7030"/>
                    <a:pt x="9955" y="7042"/>
                    <a:pt x="9976" y="7067"/>
                  </a:cubicBezTo>
                  <a:lnTo>
                    <a:pt x="9920" y="7108"/>
                  </a:lnTo>
                  <a:lnTo>
                    <a:pt x="9839" y="7092"/>
                  </a:lnTo>
                  <a:lnTo>
                    <a:pt x="9887" y="7059"/>
                  </a:lnTo>
                  <a:cubicBezTo>
                    <a:pt x="9910" y="7040"/>
                    <a:pt x="9923" y="7030"/>
                    <a:pt x="9933" y="7030"/>
                  </a:cubicBezTo>
                  <a:close/>
                  <a:moveTo>
                    <a:pt x="12301" y="6989"/>
                  </a:moveTo>
                  <a:cubicBezTo>
                    <a:pt x="12290" y="6989"/>
                    <a:pt x="12278" y="6999"/>
                    <a:pt x="12255" y="7019"/>
                  </a:cubicBezTo>
                  <a:cubicBezTo>
                    <a:pt x="12247" y="7059"/>
                    <a:pt x="12255" y="7108"/>
                    <a:pt x="12271" y="7148"/>
                  </a:cubicBezTo>
                  <a:cubicBezTo>
                    <a:pt x="12280" y="7162"/>
                    <a:pt x="12292" y="7170"/>
                    <a:pt x="12303" y="7170"/>
                  </a:cubicBezTo>
                  <a:cubicBezTo>
                    <a:pt x="12330" y="7170"/>
                    <a:pt x="12355" y="7125"/>
                    <a:pt x="12344" y="7027"/>
                  </a:cubicBezTo>
                  <a:cubicBezTo>
                    <a:pt x="12323" y="7001"/>
                    <a:pt x="12313" y="6989"/>
                    <a:pt x="12301" y="6989"/>
                  </a:cubicBezTo>
                  <a:close/>
                  <a:moveTo>
                    <a:pt x="9471" y="7355"/>
                  </a:moveTo>
                  <a:cubicBezTo>
                    <a:pt x="9500" y="7355"/>
                    <a:pt x="9533" y="7390"/>
                    <a:pt x="9547" y="7465"/>
                  </a:cubicBezTo>
                  <a:lnTo>
                    <a:pt x="9441" y="7546"/>
                  </a:lnTo>
                  <a:cubicBezTo>
                    <a:pt x="9409" y="7497"/>
                    <a:pt x="9368" y="7448"/>
                    <a:pt x="9425" y="7408"/>
                  </a:cubicBezTo>
                  <a:cubicBezTo>
                    <a:pt x="9432" y="7374"/>
                    <a:pt x="9450" y="7355"/>
                    <a:pt x="9471" y="7355"/>
                  </a:cubicBezTo>
                  <a:close/>
                  <a:moveTo>
                    <a:pt x="8468" y="7773"/>
                  </a:moveTo>
                  <a:lnTo>
                    <a:pt x="8541" y="7862"/>
                  </a:lnTo>
                  <a:lnTo>
                    <a:pt x="8509" y="7813"/>
                  </a:lnTo>
                  <a:lnTo>
                    <a:pt x="8468" y="7773"/>
                  </a:lnTo>
                  <a:close/>
                  <a:moveTo>
                    <a:pt x="9279" y="7967"/>
                  </a:moveTo>
                  <a:lnTo>
                    <a:pt x="9320" y="8016"/>
                  </a:lnTo>
                  <a:cubicBezTo>
                    <a:pt x="9275" y="8048"/>
                    <a:pt x="9260" y="8111"/>
                    <a:pt x="9236" y="8111"/>
                  </a:cubicBezTo>
                  <a:cubicBezTo>
                    <a:pt x="9230" y="8111"/>
                    <a:pt x="9223" y="8107"/>
                    <a:pt x="9214" y="8097"/>
                  </a:cubicBezTo>
                  <a:cubicBezTo>
                    <a:pt x="9208" y="8102"/>
                    <a:pt x="9203" y="8105"/>
                    <a:pt x="9201" y="8105"/>
                  </a:cubicBezTo>
                  <a:cubicBezTo>
                    <a:pt x="9183" y="8105"/>
                    <a:pt x="9237" y="8002"/>
                    <a:pt x="9279" y="7967"/>
                  </a:cubicBezTo>
                  <a:close/>
                  <a:moveTo>
                    <a:pt x="8152" y="8632"/>
                  </a:moveTo>
                  <a:cubicBezTo>
                    <a:pt x="8193" y="8673"/>
                    <a:pt x="8233" y="8721"/>
                    <a:pt x="8176" y="8762"/>
                  </a:cubicBezTo>
                  <a:lnTo>
                    <a:pt x="8128" y="8802"/>
                  </a:lnTo>
                  <a:cubicBezTo>
                    <a:pt x="8104" y="8762"/>
                    <a:pt x="8095" y="8713"/>
                    <a:pt x="8104" y="8673"/>
                  </a:cubicBezTo>
                  <a:lnTo>
                    <a:pt x="8152" y="8632"/>
                  </a:lnTo>
                  <a:close/>
                  <a:moveTo>
                    <a:pt x="7611" y="8714"/>
                  </a:moveTo>
                  <a:cubicBezTo>
                    <a:pt x="7623" y="8714"/>
                    <a:pt x="7629" y="8749"/>
                    <a:pt x="7641" y="8819"/>
                  </a:cubicBezTo>
                  <a:cubicBezTo>
                    <a:pt x="7625" y="8900"/>
                    <a:pt x="7617" y="8989"/>
                    <a:pt x="7617" y="8989"/>
                  </a:cubicBezTo>
                  <a:cubicBezTo>
                    <a:pt x="7608" y="8996"/>
                    <a:pt x="7600" y="8999"/>
                    <a:pt x="7594" y="8999"/>
                  </a:cubicBezTo>
                  <a:cubicBezTo>
                    <a:pt x="7565" y="8999"/>
                    <a:pt x="7572" y="8919"/>
                    <a:pt x="7552" y="8810"/>
                  </a:cubicBezTo>
                  <a:cubicBezTo>
                    <a:pt x="7584" y="8747"/>
                    <a:pt x="7600" y="8714"/>
                    <a:pt x="7611" y="8714"/>
                  </a:cubicBezTo>
                  <a:close/>
                  <a:moveTo>
                    <a:pt x="16041" y="9256"/>
                  </a:moveTo>
                  <a:lnTo>
                    <a:pt x="16122" y="9281"/>
                  </a:lnTo>
                  <a:cubicBezTo>
                    <a:pt x="16138" y="9313"/>
                    <a:pt x="16130" y="9346"/>
                    <a:pt x="16098" y="9362"/>
                  </a:cubicBezTo>
                  <a:cubicBezTo>
                    <a:pt x="16072" y="9376"/>
                    <a:pt x="16058" y="9384"/>
                    <a:pt x="16048" y="9384"/>
                  </a:cubicBezTo>
                  <a:cubicBezTo>
                    <a:pt x="16034" y="9384"/>
                    <a:pt x="16026" y="9372"/>
                    <a:pt x="16009" y="9346"/>
                  </a:cubicBezTo>
                  <a:cubicBezTo>
                    <a:pt x="15992" y="9313"/>
                    <a:pt x="16009" y="9273"/>
                    <a:pt x="16041" y="9256"/>
                  </a:cubicBezTo>
                  <a:close/>
                  <a:moveTo>
                    <a:pt x="14374" y="9519"/>
                  </a:moveTo>
                  <a:cubicBezTo>
                    <a:pt x="14371" y="9519"/>
                    <a:pt x="14376" y="9525"/>
                    <a:pt x="14395" y="9532"/>
                  </a:cubicBezTo>
                  <a:lnTo>
                    <a:pt x="14395" y="9532"/>
                  </a:lnTo>
                  <a:cubicBezTo>
                    <a:pt x="14384" y="9523"/>
                    <a:pt x="14376" y="9519"/>
                    <a:pt x="14374" y="9519"/>
                  </a:cubicBezTo>
                  <a:close/>
                  <a:moveTo>
                    <a:pt x="14395" y="9532"/>
                  </a:moveTo>
                  <a:cubicBezTo>
                    <a:pt x="14407" y="9543"/>
                    <a:pt x="14423" y="9560"/>
                    <a:pt x="14438" y="9587"/>
                  </a:cubicBezTo>
                  <a:lnTo>
                    <a:pt x="14438" y="9587"/>
                  </a:lnTo>
                  <a:cubicBezTo>
                    <a:pt x="14435" y="9573"/>
                    <a:pt x="14429" y="9558"/>
                    <a:pt x="14419" y="9540"/>
                  </a:cubicBezTo>
                  <a:cubicBezTo>
                    <a:pt x="14410" y="9537"/>
                    <a:pt x="14402" y="9535"/>
                    <a:pt x="14395" y="9532"/>
                  </a:cubicBezTo>
                  <a:close/>
                  <a:moveTo>
                    <a:pt x="14845" y="9583"/>
                  </a:moveTo>
                  <a:cubicBezTo>
                    <a:pt x="14860" y="9583"/>
                    <a:pt x="14854" y="9605"/>
                    <a:pt x="14841" y="9654"/>
                  </a:cubicBezTo>
                  <a:cubicBezTo>
                    <a:pt x="14820" y="9707"/>
                    <a:pt x="14788" y="9739"/>
                    <a:pt x="14762" y="9739"/>
                  </a:cubicBezTo>
                  <a:cubicBezTo>
                    <a:pt x="14748" y="9739"/>
                    <a:pt x="14736" y="9730"/>
                    <a:pt x="14728" y="9710"/>
                  </a:cubicBezTo>
                  <a:cubicBezTo>
                    <a:pt x="14695" y="9662"/>
                    <a:pt x="14695" y="9662"/>
                    <a:pt x="14752" y="9629"/>
                  </a:cubicBezTo>
                  <a:cubicBezTo>
                    <a:pt x="14804" y="9599"/>
                    <a:pt x="14832" y="9583"/>
                    <a:pt x="14845" y="9583"/>
                  </a:cubicBezTo>
                  <a:close/>
                  <a:moveTo>
                    <a:pt x="15384" y="9694"/>
                  </a:moveTo>
                  <a:lnTo>
                    <a:pt x="15465" y="9718"/>
                  </a:lnTo>
                  <a:lnTo>
                    <a:pt x="15441" y="9800"/>
                  </a:lnTo>
                  <a:lnTo>
                    <a:pt x="15384" y="9832"/>
                  </a:lnTo>
                  <a:cubicBezTo>
                    <a:pt x="15352" y="9783"/>
                    <a:pt x="15328" y="9727"/>
                    <a:pt x="15384" y="9694"/>
                  </a:cubicBezTo>
                  <a:close/>
                  <a:moveTo>
                    <a:pt x="14355" y="9840"/>
                  </a:moveTo>
                  <a:lnTo>
                    <a:pt x="14444" y="9864"/>
                  </a:lnTo>
                  <a:lnTo>
                    <a:pt x="14387" y="9897"/>
                  </a:lnTo>
                  <a:cubicBezTo>
                    <a:pt x="14364" y="9907"/>
                    <a:pt x="14350" y="9913"/>
                    <a:pt x="14339" y="9913"/>
                  </a:cubicBezTo>
                  <a:cubicBezTo>
                    <a:pt x="14325" y="9913"/>
                    <a:pt x="14317" y="9901"/>
                    <a:pt x="14298" y="9873"/>
                  </a:cubicBezTo>
                  <a:lnTo>
                    <a:pt x="14355" y="9840"/>
                  </a:lnTo>
                  <a:close/>
                  <a:moveTo>
                    <a:pt x="13933" y="10002"/>
                  </a:moveTo>
                  <a:cubicBezTo>
                    <a:pt x="13899" y="10022"/>
                    <a:pt x="13894" y="10047"/>
                    <a:pt x="13902" y="10047"/>
                  </a:cubicBezTo>
                  <a:cubicBezTo>
                    <a:pt x="13908" y="10047"/>
                    <a:pt x="13920" y="10035"/>
                    <a:pt x="13933" y="10002"/>
                  </a:cubicBezTo>
                  <a:close/>
                  <a:moveTo>
                    <a:pt x="6287" y="9929"/>
                  </a:moveTo>
                  <a:lnTo>
                    <a:pt x="6328" y="9978"/>
                  </a:lnTo>
                  <a:lnTo>
                    <a:pt x="6320" y="10067"/>
                  </a:lnTo>
                  <a:lnTo>
                    <a:pt x="6231" y="10059"/>
                  </a:lnTo>
                  <a:cubicBezTo>
                    <a:pt x="6190" y="10018"/>
                    <a:pt x="6239" y="9978"/>
                    <a:pt x="6287" y="9929"/>
                  </a:cubicBezTo>
                  <a:close/>
                  <a:moveTo>
                    <a:pt x="6597" y="9800"/>
                  </a:moveTo>
                  <a:cubicBezTo>
                    <a:pt x="6606" y="9800"/>
                    <a:pt x="6624" y="9822"/>
                    <a:pt x="6652" y="9856"/>
                  </a:cubicBezTo>
                  <a:cubicBezTo>
                    <a:pt x="6693" y="9905"/>
                    <a:pt x="6733" y="9954"/>
                    <a:pt x="6668" y="10083"/>
                  </a:cubicBezTo>
                  <a:lnTo>
                    <a:pt x="6571" y="10164"/>
                  </a:lnTo>
                  <a:lnTo>
                    <a:pt x="6571" y="10164"/>
                  </a:lnTo>
                  <a:lnTo>
                    <a:pt x="6595" y="9986"/>
                  </a:lnTo>
                  <a:cubicBezTo>
                    <a:pt x="6586" y="9852"/>
                    <a:pt x="6582" y="9800"/>
                    <a:pt x="6597" y="9800"/>
                  </a:cubicBezTo>
                  <a:close/>
                  <a:moveTo>
                    <a:pt x="13787" y="10140"/>
                  </a:moveTo>
                  <a:lnTo>
                    <a:pt x="13868" y="10164"/>
                  </a:lnTo>
                  <a:lnTo>
                    <a:pt x="13811" y="10197"/>
                  </a:lnTo>
                  <a:cubicBezTo>
                    <a:pt x="13787" y="10211"/>
                    <a:pt x="13773" y="10219"/>
                    <a:pt x="13763" y="10219"/>
                  </a:cubicBezTo>
                  <a:cubicBezTo>
                    <a:pt x="13750" y="10219"/>
                    <a:pt x="13744" y="10205"/>
                    <a:pt x="13730" y="10173"/>
                  </a:cubicBezTo>
                  <a:lnTo>
                    <a:pt x="13787" y="10140"/>
                  </a:lnTo>
                  <a:close/>
                  <a:moveTo>
                    <a:pt x="13236" y="10497"/>
                  </a:moveTo>
                  <a:cubicBezTo>
                    <a:pt x="13284" y="10505"/>
                    <a:pt x="13325" y="10537"/>
                    <a:pt x="13349" y="10570"/>
                  </a:cubicBezTo>
                  <a:lnTo>
                    <a:pt x="13292" y="10602"/>
                  </a:lnTo>
                  <a:cubicBezTo>
                    <a:pt x="13282" y="10608"/>
                    <a:pt x="13270" y="10610"/>
                    <a:pt x="13259" y="10610"/>
                  </a:cubicBezTo>
                  <a:cubicBezTo>
                    <a:pt x="13236" y="10610"/>
                    <a:pt x="13214" y="10600"/>
                    <a:pt x="13203" y="10578"/>
                  </a:cubicBezTo>
                  <a:cubicBezTo>
                    <a:pt x="13195" y="10545"/>
                    <a:pt x="13203" y="10513"/>
                    <a:pt x="13236" y="10497"/>
                  </a:cubicBezTo>
                  <a:close/>
                  <a:moveTo>
                    <a:pt x="10952" y="11587"/>
                  </a:moveTo>
                  <a:cubicBezTo>
                    <a:pt x="10960" y="11587"/>
                    <a:pt x="10967" y="11593"/>
                    <a:pt x="10974" y="11608"/>
                  </a:cubicBezTo>
                  <a:lnTo>
                    <a:pt x="10998" y="11656"/>
                  </a:lnTo>
                  <a:cubicBezTo>
                    <a:pt x="10973" y="11725"/>
                    <a:pt x="10948" y="11789"/>
                    <a:pt x="10923" y="11789"/>
                  </a:cubicBezTo>
                  <a:cubicBezTo>
                    <a:pt x="10916" y="11789"/>
                    <a:pt x="10908" y="11783"/>
                    <a:pt x="10901" y="11770"/>
                  </a:cubicBezTo>
                  <a:cubicBezTo>
                    <a:pt x="10893" y="11721"/>
                    <a:pt x="10893" y="11672"/>
                    <a:pt x="10909" y="11632"/>
                  </a:cubicBezTo>
                  <a:cubicBezTo>
                    <a:pt x="10909" y="11632"/>
                    <a:pt x="10931" y="11587"/>
                    <a:pt x="10952" y="11587"/>
                  </a:cubicBezTo>
                  <a:close/>
                  <a:moveTo>
                    <a:pt x="4613" y="11972"/>
                  </a:moveTo>
                  <a:cubicBezTo>
                    <a:pt x="4582" y="11972"/>
                    <a:pt x="4549" y="12003"/>
                    <a:pt x="4520" y="12037"/>
                  </a:cubicBezTo>
                  <a:cubicBezTo>
                    <a:pt x="4382" y="12078"/>
                    <a:pt x="4374" y="12167"/>
                    <a:pt x="4414" y="12208"/>
                  </a:cubicBezTo>
                  <a:cubicBezTo>
                    <a:pt x="4426" y="12221"/>
                    <a:pt x="4437" y="12227"/>
                    <a:pt x="4450" y="12227"/>
                  </a:cubicBezTo>
                  <a:cubicBezTo>
                    <a:pt x="4485" y="12227"/>
                    <a:pt x="4528" y="12185"/>
                    <a:pt x="4593" y="12126"/>
                  </a:cubicBezTo>
                  <a:cubicBezTo>
                    <a:pt x="4625" y="12086"/>
                    <a:pt x="4650" y="12037"/>
                    <a:pt x="4650" y="11989"/>
                  </a:cubicBezTo>
                  <a:cubicBezTo>
                    <a:pt x="4638" y="11977"/>
                    <a:pt x="4626" y="11972"/>
                    <a:pt x="4613" y="11972"/>
                  </a:cubicBezTo>
                  <a:close/>
                  <a:moveTo>
                    <a:pt x="4180" y="12192"/>
                  </a:moveTo>
                  <a:cubicBezTo>
                    <a:pt x="4210" y="12192"/>
                    <a:pt x="4224" y="12240"/>
                    <a:pt x="4187" y="12337"/>
                  </a:cubicBezTo>
                  <a:lnTo>
                    <a:pt x="4090" y="12426"/>
                  </a:lnTo>
                  <a:cubicBezTo>
                    <a:pt x="4050" y="12386"/>
                    <a:pt x="4106" y="12248"/>
                    <a:pt x="4147" y="12208"/>
                  </a:cubicBezTo>
                  <a:cubicBezTo>
                    <a:pt x="4159" y="12198"/>
                    <a:pt x="4170" y="12192"/>
                    <a:pt x="4180" y="12192"/>
                  </a:cubicBezTo>
                  <a:close/>
                  <a:moveTo>
                    <a:pt x="9063" y="12682"/>
                  </a:moveTo>
                  <a:cubicBezTo>
                    <a:pt x="9117" y="12682"/>
                    <a:pt x="9148" y="12778"/>
                    <a:pt x="9060" y="12881"/>
                  </a:cubicBezTo>
                  <a:cubicBezTo>
                    <a:pt x="9038" y="12890"/>
                    <a:pt x="9024" y="12896"/>
                    <a:pt x="9014" y="12896"/>
                  </a:cubicBezTo>
                  <a:cubicBezTo>
                    <a:pt x="9000" y="12896"/>
                    <a:pt x="8994" y="12882"/>
                    <a:pt x="8979" y="12848"/>
                  </a:cubicBezTo>
                  <a:cubicBezTo>
                    <a:pt x="8955" y="12783"/>
                    <a:pt x="8987" y="12718"/>
                    <a:pt x="9044" y="12686"/>
                  </a:cubicBezTo>
                  <a:cubicBezTo>
                    <a:pt x="9050" y="12684"/>
                    <a:pt x="9057" y="12682"/>
                    <a:pt x="9063" y="12682"/>
                  </a:cubicBezTo>
                  <a:close/>
                  <a:moveTo>
                    <a:pt x="1284" y="14279"/>
                  </a:moveTo>
                  <a:cubicBezTo>
                    <a:pt x="1273" y="14279"/>
                    <a:pt x="1261" y="14291"/>
                    <a:pt x="1236" y="14316"/>
                  </a:cubicBezTo>
                  <a:lnTo>
                    <a:pt x="1188" y="14364"/>
                  </a:lnTo>
                  <a:lnTo>
                    <a:pt x="1188" y="14364"/>
                  </a:lnTo>
                  <a:lnTo>
                    <a:pt x="1277" y="14356"/>
                  </a:lnTo>
                  <a:lnTo>
                    <a:pt x="1325" y="14316"/>
                  </a:lnTo>
                  <a:cubicBezTo>
                    <a:pt x="1305" y="14291"/>
                    <a:pt x="1295" y="14279"/>
                    <a:pt x="1284" y="14279"/>
                  </a:cubicBezTo>
                  <a:close/>
                  <a:moveTo>
                    <a:pt x="1402" y="14599"/>
                  </a:moveTo>
                  <a:cubicBezTo>
                    <a:pt x="1415" y="14599"/>
                    <a:pt x="1427" y="14604"/>
                    <a:pt x="1439" y="14616"/>
                  </a:cubicBezTo>
                  <a:lnTo>
                    <a:pt x="1398" y="14664"/>
                  </a:lnTo>
                  <a:cubicBezTo>
                    <a:pt x="1388" y="14654"/>
                    <a:pt x="1380" y="14650"/>
                    <a:pt x="1374" y="14650"/>
                  </a:cubicBezTo>
                  <a:cubicBezTo>
                    <a:pt x="1354" y="14650"/>
                    <a:pt x="1369" y="14705"/>
                    <a:pt x="1439" y="14705"/>
                  </a:cubicBezTo>
                  <a:lnTo>
                    <a:pt x="1520" y="14786"/>
                  </a:lnTo>
                  <a:cubicBezTo>
                    <a:pt x="1495" y="14811"/>
                    <a:pt x="1462" y="14823"/>
                    <a:pt x="1430" y="14823"/>
                  </a:cubicBezTo>
                  <a:cubicBezTo>
                    <a:pt x="1399" y="14823"/>
                    <a:pt x="1369" y="14813"/>
                    <a:pt x="1342" y="14794"/>
                  </a:cubicBezTo>
                  <a:cubicBezTo>
                    <a:pt x="1212" y="14753"/>
                    <a:pt x="1212" y="14753"/>
                    <a:pt x="1309" y="14664"/>
                  </a:cubicBezTo>
                  <a:cubicBezTo>
                    <a:pt x="1338" y="14630"/>
                    <a:pt x="1371" y="14599"/>
                    <a:pt x="1402" y="14599"/>
                  </a:cubicBezTo>
                  <a:close/>
                  <a:moveTo>
                    <a:pt x="846" y="15136"/>
                  </a:moveTo>
                  <a:cubicBezTo>
                    <a:pt x="857" y="15136"/>
                    <a:pt x="867" y="15147"/>
                    <a:pt x="888" y="15167"/>
                  </a:cubicBezTo>
                  <a:cubicBezTo>
                    <a:pt x="888" y="15216"/>
                    <a:pt x="871" y="15264"/>
                    <a:pt x="839" y="15297"/>
                  </a:cubicBezTo>
                  <a:lnTo>
                    <a:pt x="758" y="15305"/>
                  </a:lnTo>
                  <a:cubicBezTo>
                    <a:pt x="709" y="15264"/>
                    <a:pt x="758" y="15216"/>
                    <a:pt x="798" y="15167"/>
                  </a:cubicBezTo>
                  <a:cubicBezTo>
                    <a:pt x="823" y="15147"/>
                    <a:pt x="835" y="15136"/>
                    <a:pt x="846" y="15136"/>
                  </a:cubicBezTo>
                  <a:close/>
                  <a:moveTo>
                    <a:pt x="888" y="16510"/>
                  </a:moveTo>
                  <a:cubicBezTo>
                    <a:pt x="896" y="16510"/>
                    <a:pt x="910" y="16537"/>
                    <a:pt x="936" y="16586"/>
                  </a:cubicBezTo>
                  <a:cubicBezTo>
                    <a:pt x="961" y="16634"/>
                    <a:pt x="993" y="16691"/>
                    <a:pt x="936" y="16724"/>
                  </a:cubicBezTo>
                  <a:cubicBezTo>
                    <a:pt x="913" y="16781"/>
                    <a:pt x="893" y="16805"/>
                    <a:pt x="878" y="16805"/>
                  </a:cubicBezTo>
                  <a:cubicBezTo>
                    <a:pt x="850" y="16805"/>
                    <a:pt x="843" y="16723"/>
                    <a:pt x="879" y="16618"/>
                  </a:cubicBezTo>
                  <a:cubicBezTo>
                    <a:pt x="879" y="16545"/>
                    <a:pt x="879" y="16510"/>
                    <a:pt x="888" y="16510"/>
                  </a:cubicBezTo>
                  <a:close/>
                  <a:moveTo>
                    <a:pt x="21023" y="1"/>
                  </a:moveTo>
                  <a:cubicBezTo>
                    <a:pt x="20840" y="1"/>
                    <a:pt x="20653" y="22"/>
                    <a:pt x="20484" y="62"/>
                  </a:cubicBezTo>
                  <a:cubicBezTo>
                    <a:pt x="20192" y="127"/>
                    <a:pt x="19908" y="232"/>
                    <a:pt x="19641" y="362"/>
                  </a:cubicBezTo>
                  <a:cubicBezTo>
                    <a:pt x="19430" y="468"/>
                    <a:pt x="19308" y="549"/>
                    <a:pt x="19317" y="557"/>
                  </a:cubicBezTo>
                  <a:lnTo>
                    <a:pt x="19130" y="662"/>
                  </a:lnTo>
                  <a:lnTo>
                    <a:pt x="18960" y="759"/>
                  </a:lnTo>
                  <a:cubicBezTo>
                    <a:pt x="18949" y="740"/>
                    <a:pt x="18931" y="731"/>
                    <a:pt x="18908" y="731"/>
                  </a:cubicBezTo>
                  <a:cubicBezTo>
                    <a:pt x="18810" y="731"/>
                    <a:pt x="18618" y="892"/>
                    <a:pt x="18506" y="1011"/>
                  </a:cubicBezTo>
                  <a:cubicBezTo>
                    <a:pt x="18481" y="1084"/>
                    <a:pt x="18433" y="1132"/>
                    <a:pt x="18368" y="1165"/>
                  </a:cubicBezTo>
                  <a:cubicBezTo>
                    <a:pt x="18348" y="1133"/>
                    <a:pt x="18319" y="1120"/>
                    <a:pt x="18286" y="1120"/>
                  </a:cubicBezTo>
                  <a:cubicBezTo>
                    <a:pt x="18208" y="1120"/>
                    <a:pt x="18108" y="1191"/>
                    <a:pt x="18052" y="1270"/>
                  </a:cubicBezTo>
                  <a:cubicBezTo>
                    <a:pt x="18057" y="1353"/>
                    <a:pt x="18038" y="1398"/>
                    <a:pt x="18009" y="1398"/>
                  </a:cubicBezTo>
                  <a:cubicBezTo>
                    <a:pt x="17989" y="1398"/>
                    <a:pt x="17964" y="1377"/>
                    <a:pt x="17938" y="1335"/>
                  </a:cubicBezTo>
                  <a:cubicBezTo>
                    <a:pt x="17921" y="1302"/>
                    <a:pt x="17897" y="1286"/>
                    <a:pt x="17873" y="1286"/>
                  </a:cubicBezTo>
                  <a:cubicBezTo>
                    <a:pt x="17819" y="1286"/>
                    <a:pt x="17760" y="1365"/>
                    <a:pt x="17744" y="1522"/>
                  </a:cubicBezTo>
                  <a:cubicBezTo>
                    <a:pt x="17727" y="1578"/>
                    <a:pt x="17722" y="1595"/>
                    <a:pt x="17691" y="1595"/>
                  </a:cubicBezTo>
                  <a:cubicBezTo>
                    <a:pt x="17677" y="1595"/>
                    <a:pt x="17658" y="1591"/>
                    <a:pt x="17630" y="1586"/>
                  </a:cubicBezTo>
                  <a:cubicBezTo>
                    <a:pt x="17583" y="1556"/>
                    <a:pt x="17546" y="1544"/>
                    <a:pt x="17521" y="1544"/>
                  </a:cubicBezTo>
                  <a:cubicBezTo>
                    <a:pt x="17485" y="1544"/>
                    <a:pt x="17473" y="1569"/>
                    <a:pt x="17492" y="1603"/>
                  </a:cubicBezTo>
                  <a:cubicBezTo>
                    <a:pt x="17498" y="1693"/>
                    <a:pt x="17475" y="1738"/>
                    <a:pt x="17425" y="1738"/>
                  </a:cubicBezTo>
                  <a:cubicBezTo>
                    <a:pt x="17398" y="1738"/>
                    <a:pt x="17364" y="1725"/>
                    <a:pt x="17322" y="1700"/>
                  </a:cubicBezTo>
                  <a:cubicBezTo>
                    <a:pt x="17265" y="1689"/>
                    <a:pt x="17227" y="1682"/>
                    <a:pt x="17203" y="1682"/>
                  </a:cubicBezTo>
                  <a:cubicBezTo>
                    <a:pt x="17153" y="1682"/>
                    <a:pt x="17154" y="1711"/>
                    <a:pt x="17160" y="1797"/>
                  </a:cubicBezTo>
                  <a:cubicBezTo>
                    <a:pt x="17160" y="1909"/>
                    <a:pt x="17017" y="2020"/>
                    <a:pt x="16898" y="2020"/>
                  </a:cubicBezTo>
                  <a:cubicBezTo>
                    <a:pt x="16869" y="2020"/>
                    <a:pt x="16843" y="2014"/>
                    <a:pt x="16819" y="2000"/>
                  </a:cubicBezTo>
                  <a:cubicBezTo>
                    <a:pt x="16763" y="2032"/>
                    <a:pt x="16682" y="2016"/>
                    <a:pt x="16706" y="2065"/>
                  </a:cubicBezTo>
                  <a:lnTo>
                    <a:pt x="16625" y="2049"/>
                  </a:lnTo>
                  <a:lnTo>
                    <a:pt x="16511" y="2113"/>
                  </a:lnTo>
                  <a:lnTo>
                    <a:pt x="16544" y="2170"/>
                  </a:lnTo>
                  <a:cubicBezTo>
                    <a:pt x="16487" y="2203"/>
                    <a:pt x="16122" y="2357"/>
                    <a:pt x="15733" y="2600"/>
                  </a:cubicBezTo>
                  <a:cubicBezTo>
                    <a:pt x="15125" y="2973"/>
                    <a:pt x="15019" y="3046"/>
                    <a:pt x="15109" y="3062"/>
                  </a:cubicBezTo>
                  <a:cubicBezTo>
                    <a:pt x="15191" y="3109"/>
                    <a:pt x="15158" y="3160"/>
                    <a:pt x="15088" y="3160"/>
                  </a:cubicBezTo>
                  <a:cubicBezTo>
                    <a:pt x="15061" y="3160"/>
                    <a:pt x="15029" y="3153"/>
                    <a:pt x="14995" y="3135"/>
                  </a:cubicBezTo>
                  <a:cubicBezTo>
                    <a:pt x="14890" y="3167"/>
                    <a:pt x="14792" y="3208"/>
                    <a:pt x="14695" y="3257"/>
                  </a:cubicBezTo>
                  <a:cubicBezTo>
                    <a:pt x="14607" y="3313"/>
                    <a:pt x="14524" y="3370"/>
                    <a:pt x="14476" y="3370"/>
                  </a:cubicBezTo>
                  <a:cubicBezTo>
                    <a:pt x="14462" y="3370"/>
                    <a:pt x="14451" y="3365"/>
                    <a:pt x="14444" y="3354"/>
                  </a:cubicBezTo>
                  <a:lnTo>
                    <a:pt x="14387" y="3386"/>
                  </a:lnTo>
                  <a:cubicBezTo>
                    <a:pt x="14338" y="3557"/>
                    <a:pt x="14014" y="3767"/>
                    <a:pt x="13819" y="3824"/>
                  </a:cubicBezTo>
                  <a:cubicBezTo>
                    <a:pt x="13722" y="3881"/>
                    <a:pt x="13641" y="3962"/>
                    <a:pt x="13584" y="4059"/>
                  </a:cubicBezTo>
                  <a:cubicBezTo>
                    <a:pt x="13520" y="4156"/>
                    <a:pt x="13507" y="4176"/>
                    <a:pt x="13463" y="4176"/>
                  </a:cubicBezTo>
                  <a:cubicBezTo>
                    <a:pt x="13452" y="4176"/>
                    <a:pt x="13439" y="4174"/>
                    <a:pt x="13422" y="4173"/>
                  </a:cubicBezTo>
                  <a:cubicBezTo>
                    <a:pt x="13418" y="4165"/>
                    <a:pt x="13407" y="4162"/>
                    <a:pt x="13392" y="4162"/>
                  </a:cubicBezTo>
                  <a:cubicBezTo>
                    <a:pt x="13298" y="4162"/>
                    <a:pt x="13035" y="4301"/>
                    <a:pt x="13098" y="4392"/>
                  </a:cubicBezTo>
                  <a:lnTo>
                    <a:pt x="13009" y="4376"/>
                  </a:lnTo>
                  <a:cubicBezTo>
                    <a:pt x="13002" y="4374"/>
                    <a:pt x="12996" y="4373"/>
                    <a:pt x="12990" y="4373"/>
                  </a:cubicBezTo>
                  <a:cubicBezTo>
                    <a:pt x="12928" y="4373"/>
                    <a:pt x="12891" y="4445"/>
                    <a:pt x="12936" y="4497"/>
                  </a:cubicBezTo>
                  <a:cubicBezTo>
                    <a:pt x="12973" y="4553"/>
                    <a:pt x="12970" y="4590"/>
                    <a:pt x="12932" y="4590"/>
                  </a:cubicBezTo>
                  <a:cubicBezTo>
                    <a:pt x="12903" y="4590"/>
                    <a:pt x="12855" y="4570"/>
                    <a:pt x="12790" y="4521"/>
                  </a:cubicBezTo>
                  <a:cubicBezTo>
                    <a:pt x="12759" y="4475"/>
                    <a:pt x="12730" y="4458"/>
                    <a:pt x="12712" y="4458"/>
                  </a:cubicBezTo>
                  <a:cubicBezTo>
                    <a:pt x="12691" y="4458"/>
                    <a:pt x="12684" y="4480"/>
                    <a:pt x="12701" y="4505"/>
                  </a:cubicBezTo>
                  <a:cubicBezTo>
                    <a:pt x="12685" y="4590"/>
                    <a:pt x="12662" y="4668"/>
                    <a:pt x="12590" y="4668"/>
                  </a:cubicBezTo>
                  <a:cubicBezTo>
                    <a:pt x="12586" y="4668"/>
                    <a:pt x="12583" y="4668"/>
                    <a:pt x="12579" y="4667"/>
                  </a:cubicBezTo>
                  <a:cubicBezTo>
                    <a:pt x="12522" y="4708"/>
                    <a:pt x="12474" y="4740"/>
                    <a:pt x="12538" y="4838"/>
                  </a:cubicBezTo>
                  <a:cubicBezTo>
                    <a:pt x="12571" y="4886"/>
                    <a:pt x="12522" y="4927"/>
                    <a:pt x="12465" y="4967"/>
                  </a:cubicBezTo>
                  <a:cubicBezTo>
                    <a:pt x="12433" y="4919"/>
                    <a:pt x="12433" y="4919"/>
                    <a:pt x="12449" y="4830"/>
                  </a:cubicBezTo>
                  <a:lnTo>
                    <a:pt x="12449" y="4830"/>
                  </a:lnTo>
                  <a:lnTo>
                    <a:pt x="12344" y="4903"/>
                  </a:lnTo>
                  <a:cubicBezTo>
                    <a:pt x="12314" y="4927"/>
                    <a:pt x="12249" y="4946"/>
                    <a:pt x="12195" y="4946"/>
                  </a:cubicBezTo>
                  <a:cubicBezTo>
                    <a:pt x="12160" y="4946"/>
                    <a:pt x="12130" y="4938"/>
                    <a:pt x="12117" y="4919"/>
                  </a:cubicBezTo>
                  <a:cubicBezTo>
                    <a:pt x="12108" y="4918"/>
                    <a:pt x="12099" y="4917"/>
                    <a:pt x="12091" y="4917"/>
                  </a:cubicBezTo>
                  <a:cubicBezTo>
                    <a:pt x="12020" y="4917"/>
                    <a:pt x="11991" y="4950"/>
                    <a:pt x="12101" y="5008"/>
                  </a:cubicBezTo>
                  <a:cubicBezTo>
                    <a:pt x="12165" y="5105"/>
                    <a:pt x="12165" y="5105"/>
                    <a:pt x="12060" y="5178"/>
                  </a:cubicBezTo>
                  <a:cubicBezTo>
                    <a:pt x="12024" y="5204"/>
                    <a:pt x="11991" y="5227"/>
                    <a:pt x="11963" y="5227"/>
                  </a:cubicBezTo>
                  <a:cubicBezTo>
                    <a:pt x="11948" y="5227"/>
                    <a:pt x="11934" y="5220"/>
                    <a:pt x="11922" y="5202"/>
                  </a:cubicBezTo>
                  <a:cubicBezTo>
                    <a:pt x="11904" y="5181"/>
                    <a:pt x="11894" y="5169"/>
                    <a:pt x="11879" y="5169"/>
                  </a:cubicBezTo>
                  <a:cubicBezTo>
                    <a:pt x="11860" y="5169"/>
                    <a:pt x="11834" y="5187"/>
                    <a:pt x="11776" y="5227"/>
                  </a:cubicBezTo>
                  <a:cubicBezTo>
                    <a:pt x="11614" y="5340"/>
                    <a:pt x="11566" y="5600"/>
                    <a:pt x="11582" y="5738"/>
                  </a:cubicBezTo>
                  <a:cubicBezTo>
                    <a:pt x="11617" y="5791"/>
                    <a:pt x="11633" y="5815"/>
                    <a:pt x="11620" y="5815"/>
                  </a:cubicBezTo>
                  <a:cubicBezTo>
                    <a:pt x="11610" y="5815"/>
                    <a:pt x="11580" y="5799"/>
                    <a:pt x="11525" y="5770"/>
                  </a:cubicBezTo>
                  <a:cubicBezTo>
                    <a:pt x="11514" y="5754"/>
                    <a:pt x="11501" y="5748"/>
                    <a:pt x="11487" y="5748"/>
                  </a:cubicBezTo>
                  <a:cubicBezTo>
                    <a:pt x="11456" y="5748"/>
                    <a:pt x="11420" y="5775"/>
                    <a:pt x="11387" y="5802"/>
                  </a:cubicBezTo>
                  <a:cubicBezTo>
                    <a:pt x="11355" y="5754"/>
                    <a:pt x="11403" y="5713"/>
                    <a:pt x="11460" y="5673"/>
                  </a:cubicBezTo>
                  <a:lnTo>
                    <a:pt x="11420" y="5624"/>
                  </a:lnTo>
                  <a:cubicBezTo>
                    <a:pt x="11384" y="5608"/>
                    <a:pt x="11355" y="5599"/>
                    <a:pt x="11332" y="5599"/>
                  </a:cubicBezTo>
                  <a:cubicBezTo>
                    <a:pt x="11275" y="5599"/>
                    <a:pt x="11254" y="5648"/>
                    <a:pt x="11266" y="5746"/>
                  </a:cubicBezTo>
                  <a:cubicBezTo>
                    <a:pt x="11253" y="5807"/>
                    <a:pt x="11250" y="5822"/>
                    <a:pt x="11210" y="5822"/>
                  </a:cubicBezTo>
                  <a:cubicBezTo>
                    <a:pt x="11198" y="5822"/>
                    <a:pt x="11182" y="5821"/>
                    <a:pt x="11160" y="5819"/>
                  </a:cubicBezTo>
                  <a:cubicBezTo>
                    <a:pt x="11126" y="5816"/>
                    <a:pt x="11093" y="5813"/>
                    <a:pt x="11066" y="5813"/>
                  </a:cubicBezTo>
                  <a:cubicBezTo>
                    <a:pt x="11022" y="5813"/>
                    <a:pt x="10997" y="5821"/>
                    <a:pt x="11022" y="5851"/>
                  </a:cubicBezTo>
                  <a:cubicBezTo>
                    <a:pt x="10966" y="5892"/>
                    <a:pt x="10893" y="5916"/>
                    <a:pt x="10828" y="5916"/>
                  </a:cubicBezTo>
                  <a:cubicBezTo>
                    <a:pt x="10722" y="5989"/>
                    <a:pt x="10666" y="6029"/>
                    <a:pt x="10706" y="6078"/>
                  </a:cubicBezTo>
                  <a:cubicBezTo>
                    <a:pt x="10739" y="6127"/>
                    <a:pt x="10690" y="6167"/>
                    <a:pt x="10633" y="6200"/>
                  </a:cubicBezTo>
                  <a:cubicBezTo>
                    <a:pt x="10584" y="6240"/>
                    <a:pt x="10528" y="6281"/>
                    <a:pt x="10568" y="6329"/>
                  </a:cubicBezTo>
                  <a:cubicBezTo>
                    <a:pt x="10601" y="6378"/>
                    <a:pt x="10584" y="6459"/>
                    <a:pt x="10479" y="6540"/>
                  </a:cubicBezTo>
                  <a:cubicBezTo>
                    <a:pt x="10436" y="6613"/>
                    <a:pt x="10418" y="6642"/>
                    <a:pt x="10385" y="6642"/>
                  </a:cubicBezTo>
                  <a:cubicBezTo>
                    <a:pt x="10363" y="6642"/>
                    <a:pt x="10334" y="6628"/>
                    <a:pt x="10284" y="6605"/>
                  </a:cubicBezTo>
                  <a:cubicBezTo>
                    <a:pt x="10274" y="6589"/>
                    <a:pt x="10261" y="6583"/>
                    <a:pt x="10246" y="6583"/>
                  </a:cubicBezTo>
                  <a:cubicBezTo>
                    <a:pt x="10216" y="6583"/>
                    <a:pt x="10179" y="6610"/>
                    <a:pt x="10147" y="6638"/>
                  </a:cubicBezTo>
                  <a:cubicBezTo>
                    <a:pt x="10106" y="6662"/>
                    <a:pt x="10057" y="6670"/>
                    <a:pt x="10009" y="6670"/>
                  </a:cubicBezTo>
                  <a:cubicBezTo>
                    <a:pt x="10001" y="6669"/>
                    <a:pt x="9994" y="6669"/>
                    <a:pt x="9988" y="6669"/>
                  </a:cubicBezTo>
                  <a:cubicBezTo>
                    <a:pt x="9925" y="6669"/>
                    <a:pt x="9956" y="6707"/>
                    <a:pt x="9993" y="6751"/>
                  </a:cubicBezTo>
                  <a:lnTo>
                    <a:pt x="10066" y="6848"/>
                  </a:lnTo>
                  <a:cubicBezTo>
                    <a:pt x="10052" y="6858"/>
                    <a:pt x="10035" y="6862"/>
                    <a:pt x="10016" y="6862"/>
                  </a:cubicBezTo>
                  <a:cubicBezTo>
                    <a:pt x="9956" y="6862"/>
                    <a:pt x="9879" y="6820"/>
                    <a:pt x="9855" y="6783"/>
                  </a:cubicBezTo>
                  <a:cubicBezTo>
                    <a:pt x="9799" y="6759"/>
                    <a:pt x="9767" y="6745"/>
                    <a:pt x="9755" y="6745"/>
                  </a:cubicBezTo>
                  <a:cubicBezTo>
                    <a:pt x="9739" y="6745"/>
                    <a:pt x="9757" y="6769"/>
                    <a:pt x="9798" y="6824"/>
                  </a:cubicBezTo>
                  <a:cubicBezTo>
                    <a:pt x="9839" y="6873"/>
                    <a:pt x="9822" y="6962"/>
                    <a:pt x="9676" y="6986"/>
                  </a:cubicBezTo>
                  <a:cubicBezTo>
                    <a:pt x="9599" y="7050"/>
                    <a:pt x="9518" y="7114"/>
                    <a:pt x="9467" y="7114"/>
                  </a:cubicBezTo>
                  <a:cubicBezTo>
                    <a:pt x="9453" y="7114"/>
                    <a:pt x="9442" y="7110"/>
                    <a:pt x="9433" y="7100"/>
                  </a:cubicBezTo>
                  <a:cubicBezTo>
                    <a:pt x="9429" y="7099"/>
                    <a:pt x="9425" y="7099"/>
                    <a:pt x="9421" y="7099"/>
                  </a:cubicBezTo>
                  <a:cubicBezTo>
                    <a:pt x="9378" y="7099"/>
                    <a:pt x="9343" y="7136"/>
                    <a:pt x="9336" y="7181"/>
                  </a:cubicBezTo>
                  <a:cubicBezTo>
                    <a:pt x="9320" y="7262"/>
                    <a:pt x="9263" y="7302"/>
                    <a:pt x="9076" y="7375"/>
                  </a:cubicBezTo>
                  <a:cubicBezTo>
                    <a:pt x="8744" y="7481"/>
                    <a:pt x="8744" y="7481"/>
                    <a:pt x="8817" y="7578"/>
                  </a:cubicBezTo>
                  <a:cubicBezTo>
                    <a:pt x="8845" y="7607"/>
                    <a:pt x="8870" y="7639"/>
                    <a:pt x="8840" y="7639"/>
                  </a:cubicBezTo>
                  <a:cubicBezTo>
                    <a:pt x="8827" y="7639"/>
                    <a:pt x="8805" y="7633"/>
                    <a:pt x="8768" y="7619"/>
                  </a:cubicBezTo>
                  <a:cubicBezTo>
                    <a:pt x="8765" y="7618"/>
                    <a:pt x="8761" y="7618"/>
                    <a:pt x="8757" y="7618"/>
                  </a:cubicBezTo>
                  <a:cubicBezTo>
                    <a:pt x="8678" y="7618"/>
                    <a:pt x="8660" y="7705"/>
                    <a:pt x="8598" y="7821"/>
                  </a:cubicBezTo>
                  <a:cubicBezTo>
                    <a:pt x="8598" y="7910"/>
                    <a:pt x="8639" y="7992"/>
                    <a:pt x="8695" y="8056"/>
                  </a:cubicBezTo>
                  <a:cubicBezTo>
                    <a:pt x="8768" y="8146"/>
                    <a:pt x="8768" y="8146"/>
                    <a:pt x="8631" y="8178"/>
                  </a:cubicBezTo>
                  <a:cubicBezTo>
                    <a:pt x="8605" y="8196"/>
                    <a:pt x="8576" y="8205"/>
                    <a:pt x="8548" y="8205"/>
                  </a:cubicBezTo>
                  <a:cubicBezTo>
                    <a:pt x="8513" y="8205"/>
                    <a:pt x="8479" y="8192"/>
                    <a:pt x="8452" y="8170"/>
                  </a:cubicBezTo>
                  <a:cubicBezTo>
                    <a:pt x="8436" y="8137"/>
                    <a:pt x="8444" y="8097"/>
                    <a:pt x="8468" y="8081"/>
                  </a:cubicBezTo>
                  <a:lnTo>
                    <a:pt x="8517" y="8040"/>
                  </a:lnTo>
                  <a:cubicBezTo>
                    <a:pt x="8497" y="8010"/>
                    <a:pt x="8474" y="7981"/>
                    <a:pt x="8437" y="7981"/>
                  </a:cubicBezTo>
                  <a:cubicBezTo>
                    <a:pt x="8414" y="7981"/>
                    <a:pt x="8384" y="7993"/>
                    <a:pt x="8347" y="8024"/>
                  </a:cubicBezTo>
                  <a:cubicBezTo>
                    <a:pt x="8339" y="8023"/>
                    <a:pt x="8332" y="8023"/>
                    <a:pt x="8325" y="8023"/>
                  </a:cubicBezTo>
                  <a:cubicBezTo>
                    <a:pt x="8250" y="8023"/>
                    <a:pt x="8212" y="8061"/>
                    <a:pt x="8241" y="8105"/>
                  </a:cubicBezTo>
                  <a:cubicBezTo>
                    <a:pt x="8237" y="8105"/>
                    <a:pt x="8233" y="8104"/>
                    <a:pt x="8229" y="8104"/>
                  </a:cubicBezTo>
                  <a:cubicBezTo>
                    <a:pt x="8143" y="8104"/>
                    <a:pt x="8050" y="8182"/>
                    <a:pt x="7949" y="8259"/>
                  </a:cubicBezTo>
                  <a:cubicBezTo>
                    <a:pt x="7847" y="8338"/>
                    <a:pt x="7707" y="8454"/>
                    <a:pt x="7618" y="8454"/>
                  </a:cubicBezTo>
                  <a:cubicBezTo>
                    <a:pt x="7615" y="8454"/>
                    <a:pt x="7612" y="8454"/>
                    <a:pt x="7609" y="8454"/>
                  </a:cubicBezTo>
                  <a:cubicBezTo>
                    <a:pt x="7504" y="8543"/>
                    <a:pt x="7455" y="8583"/>
                    <a:pt x="7495" y="8624"/>
                  </a:cubicBezTo>
                  <a:cubicBezTo>
                    <a:pt x="7547" y="8693"/>
                    <a:pt x="7538" y="8734"/>
                    <a:pt x="7513" y="8734"/>
                  </a:cubicBezTo>
                  <a:cubicBezTo>
                    <a:pt x="7503" y="8734"/>
                    <a:pt x="7491" y="8727"/>
                    <a:pt x="7479" y="8713"/>
                  </a:cubicBezTo>
                  <a:cubicBezTo>
                    <a:pt x="7473" y="8711"/>
                    <a:pt x="7466" y="8710"/>
                    <a:pt x="7458" y="8710"/>
                  </a:cubicBezTo>
                  <a:cubicBezTo>
                    <a:pt x="7293" y="8710"/>
                    <a:pt x="6662" y="9157"/>
                    <a:pt x="6693" y="9289"/>
                  </a:cubicBezTo>
                  <a:lnTo>
                    <a:pt x="6587" y="9370"/>
                  </a:lnTo>
                  <a:cubicBezTo>
                    <a:pt x="6450" y="9410"/>
                    <a:pt x="6150" y="9662"/>
                    <a:pt x="6141" y="9751"/>
                  </a:cubicBezTo>
                  <a:lnTo>
                    <a:pt x="5995" y="9873"/>
                  </a:lnTo>
                  <a:cubicBezTo>
                    <a:pt x="5858" y="9913"/>
                    <a:pt x="5809" y="9954"/>
                    <a:pt x="5793" y="10043"/>
                  </a:cubicBezTo>
                  <a:cubicBezTo>
                    <a:pt x="5787" y="10108"/>
                    <a:pt x="5807" y="10151"/>
                    <a:pt x="5802" y="10151"/>
                  </a:cubicBezTo>
                  <a:cubicBezTo>
                    <a:pt x="5801" y="10151"/>
                    <a:pt x="5796" y="10145"/>
                    <a:pt x="5785" y="10132"/>
                  </a:cubicBezTo>
                  <a:cubicBezTo>
                    <a:pt x="5777" y="10123"/>
                    <a:pt x="5768" y="10119"/>
                    <a:pt x="5756" y="10119"/>
                  </a:cubicBezTo>
                  <a:cubicBezTo>
                    <a:pt x="5705" y="10119"/>
                    <a:pt x="5610" y="10204"/>
                    <a:pt x="5444" y="10343"/>
                  </a:cubicBezTo>
                  <a:cubicBezTo>
                    <a:pt x="5250" y="10505"/>
                    <a:pt x="5250" y="10513"/>
                    <a:pt x="5339" y="10513"/>
                  </a:cubicBezTo>
                  <a:cubicBezTo>
                    <a:pt x="5250" y="10639"/>
                    <a:pt x="5199" y="10676"/>
                    <a:pt x="5164" y="10676"/>
                  </a:cubicBezTo>
                  <a:cubicBezTo>
                    <a:pt x="5138" y="10676"/>
                    <a:pt x="5121" y="10655"/>
                    <a:pt x="5104" y="10635"/>
                  </a:cubicBezTo>
                  <a:cubicBezTo>
                    <a:pt x="5093" y="10592"/>
                    <a:pt x="5075" y="10573"/>
                    <a:pt x="5059" y="10573"/>
                  </a:cubicBezTo>
                  <a:cubicBezTo>
                    <a:pt x="5026" y="10573"/>
                    <a:pt x="4998" y="10653"/>
                    <a:pt x="5047" y="10772"/>
                  </a:cubicBezTo>
                  <a:cubicBezTo>
                    <a:pt x="5073" y="10878"/>
                    <a:pt x="5014" y="10956"/>
                    <a:pt x="4969" y="10956"/>
                  </a:cubicBezTo>
                  <a:cubicBezTo>
                    <a:pt x="4959" y="10956"/>
                    <a:pt x="4949" y="10952"/>
                    <a:pt x="4941" y="10943"/>
                  </a:cubicBezTo>
                  <a:cubicBezTo>
                    <a:pt x="4901" y="10902"/>
                    <a:pt x="4950" y="10854"/>
                    <a:pt x="4998" y="10813"/>
                  </a:cubicBezTo>
                  <a:lnTo>
                    <a:pt x="4917" y="10724"/>
                  </a:lnTo>
                  <a:cubicBezTo>
                    <a:pt x="4869" y="10764"/>
                    <a:pt x="4869" y="10764"/>
                    <a:pt x="4860" y="10854"/>
                  </a:cubicBezTo>
                  <a:cubicBezTo>
                    <a:pt x="4828" y="10886"/>
                    <a:pt x="4804" y="10935"/>
                    <a:pt x="4804" y="10983"/>
                  </a:cubicBezTo>
                  <a:cubicBezTo>
                    <a:pt x="4781" y="11053"/>
                    <a:pt x="4838" y="11122"/>
                    <a:pt x="4913" y="11122"/>
                  </a:cubicBezTo>
                  <a:cubicBezTo>
                    <a:pt x="4917" y="11122"/>
                    <a:pt x="4921" y="11122"/>
                    <a:pt x="4925" y="11121"/>
                  </a:cubicBezTo>
                  <a:cubicBezTo>
                    <a:pt x="5006" y="11121"/>
                    <a:pt x="4958" y="11162"/>
                    <a:pt x="4909" y="11210"/>
                  </a:cubicBezTo>
                  <a:cubicBezTo>
                    <a:pt x="4877" y="11220"/>
                    <a:pt x="4851" y="11225"/>
                    <a:pt x="4830" y="11225"/>
                  </a:cubicBezTo>
                  <a:cubicBezTo>
                    <a:pt x="4762" y="11225"/>
                    <a:pt x="4741" y="11180"/>
                    <a:pt x="4747" y="11113"/>
                  </a:cubicBezTo>
                  <a:cubicBezTo>
                    <a:pt x="4796" y="11072"/>
                    <a:pt x="4755" y="11032"/>
                    <a:pt x="4714" y="10983"/>
                  </a:cubicBezTo>
                  <a:cubicBezTo>
                    <a:pt x="4712" y="10980"/>
                    <a:pt x="4708" y="10978"/>
                    <a:pt x="4704" y="10978"/>
                  </a:cubicBezTo>
                  <a:cubicBezTo>
                    <a:pt x="4652" y="10978"/>
                    <a:pt x="4514" y="11252"/>
                    <a:pt x="4544" y="11372"/>
                  </a:cubicBezTo>
                  <a:cubicBezTo>
                    <a:pt x="4561" y="11393"/>
                    <a:pt x="4571" y="11405"/>
                    <a:pt x="4571" y="11405"/>
                  </a:cubicBezTo>
                  <a:cubicBezTo>
                    <a:pt x="4570" y="11405"/>
                    <a:pt x="4550" y="11383"/>
                    <a:pt x="4504" y="11332"/>
                  </a:cubicBezTo>
                  <a:cubicBezTo>
                    <a:pt x="4496" y="11322"/>
                    <a:pt x="4486" y="11318"/>
                    <a:pt x="4474" y="11318"/>
                  </a:cubicBezTo>
                  <a:cubicBezTo>
                    <a:pt x="4425" y="11318"/>
                    <a:pt x="4347" y="11390"/>
                    <a:pt x="4269" y="11462"/>
                  </a:cubicBezTo>
                  <a:cubicBezTo>
                    <a:pt x="4171" y="11543"/>
                    <a:pt x="4123" y="11591"/>
                    <a:pt x="4163" y="11632"/>
                  </a:cubicBezTo>
                  <a:cubicBezTo>
                    <a:pt x="4204" y="11681"/>
                    <a:pt x="4244" y="11721"/>
                    <a:pt x="4196" y="11770"/>
                  </a:cubicBezTo>
                  <a:cubicBezTo>
                    <a:pt x="4210" y="11755"/>
                    <a:pt x="4224" y="11749"/>
                    <a:pt x="4237" y="11749"/>
                  </a:cubicBezTo>
                  <a:cubicBezTo>
                    <a:pt x="4268" y="11749"/>
                    <a:pt x="4297" y="11782"/>
                    <a:pt x="4325" y="11810"/>
                  </a:cubicBezTo>
                  <a:cubicBezTo>
                    <a:pt x="4252" y="11835"/>
                    <a:pt x="4171" y="11851"/>
                    <a:pt x="4098" y="11851"/>
                  </a:cubicBezTo>
                  <a:cubicBezTo>
                    <a:pt x="3920" y="11851"/>
                    <a:pt x="3790" y="11899"/>
                    <a:pt x="3596" y="12070"/>
                  </a:cubicBezTo>
                  <a:cubicBezTo>
                    <a:pt x="3498" y="12159"/>
                    <a:pt x="3352" y="12289"/>
                    <a:pt x="3263" y="12289"/>
                  </a:cubicBezTo>
                  <a:cubicBezTo>
                    <a:pt x="3174" y="12378"/>
                    <a:pt x="3125" y="12426"/>
                    <a:pt x="3166" y="12467"/>
                  </a:cubicBezTo>
                  <a:lnTo>
                    <a:pt x="3069" y="12556"/>
                  </a:lnTo>
                  <a:cubicBezTo>
                    <a:pt x="2979" y="12556"/>
                    <a:pt x="2882" y="12645"/>
                    <a:pt x="2923" y="12694"/>
                  </a:cubicBezTo>
                  <a:cubicBezTo>
                    <a:pt x="2923" y="12775"/>
                    <a:pt x="2833" y="12783"/>
                    <a:pt x="2785" y="12824"/>
                  </a:cubicBezTo>
                  <a:cubicBezTo>
                    <a:pt x="2606" y="12824"/>
                    <a:pt x="2606" y="12824"/>
                    <a:pt x="2777" y="12913"/>
                  </a:cubicBezTo>
                  <a:cubicBezTo>
                    <a:pt x="2788" y="12925"/>
                    <a:pt x="2808" y="12930"/>
                    <a:pt x="2831" y="12930"/>
                  </a:cubicBezTo>
                  <a:cubicBezTo>
                    <a:pt x="2889" y="12930"/>
                    <a:pt x="2969" y="12899"/>
                    <a:pt x="3004" y="12864"/>
                  </a:cubicBezTo>
                  <a:lnTo>
                    <a:pt x="3142" y="12735"/>
                  </a:lnTo>
                  <a:lnTo>
                    <a:pt x="3142" y="12735"/>
                  </a:lnTo>
                  <a:lnTo>
                    <a:pt x="3044" y="12913"/>
                  </a:lnTo>
                  <a:cubicBezTo>
                    <a:pt x="2996" y="12953"/>
                    <a:pt x="2939" y="13091"/>
                    <a:pt x="2979" y="13132"/>
                  </a:cubicBezTo>
                  <a:cubicBezTo>
                    <a:pt x="3004" y="13156"/>
                    <a:pt x="3004" y="13197"/>
                    <a:pt x="2979" y="13221"/>
                  </a:cubicBezTo>
                  <a:lnTo>
                    <a:pt x="2898" y="13132"/>
                  </a:lnTo>
                  <a:cubicBezTo>
                    <a:pt x="2898" y="13067"/>
                    <a:pt x="2874" y="13002"/>
                    <a:pt x="2817" y="12953"/>
                  </a:cubicBezTo>
                  <a:cubicBezTo>
                    <a:pt x="2795" y="12947"/>
                    <a:pt x="2771" y="12943"/>
                    <a:pt x="2748" y="12943"/>
                  </a:cubicBezTo>
                  <a:cubicBezTo>
                    <a:pt x="2634" y="12943"/>
                    <a:pt x="2523" y="13017"/>
                    <a:pt x="2590" y="13091"/>
                  </a:cubicBezTo>
                  <a:cubicBezTo>
                    <a:pt x="2542" y="13140"/>
                    <a:pt x="2542" y="13140"/>
                    <a:pt x="2452" y="13140"/>
                  </a:cubicBezTo>
                  <a:cubicBezTo>
                    <a:pt x="2442" y="13128"/>
                    <a:pt x="2431" y="13121"/>
                    <a:pt x="2421" y="13121"/>
                  </a:cubicBezTo>
                  <a:cubicBezTo>
                    <a:pt x="2393" y="13121"/>
                    <a:pt x="2374" y="13173"/>
                    <a:pt x="2404" y="13270"/>
                  </a:cubicBezTo>
                  <a:cubicBezTo>
                    <a:pt x="2429" y="13370"/>
                    <a:pt x="2406" y="13421"/>
                    <a:pt x="2334" y="13421"/>
                  </a:cubicBezTo>
                  <a:cubicBezTo>
                    <a:pt x="2313" y="13421"/>
                    <a:pt x="2288" y="13417"/>
                    <a:pt x="2258" y="13408"/>
                  </a:cubicBezTo>
                  <a:cubicBezTo>
                    <a:pt x="2079" y="13408"/>
                    <a:pt x="1893" y="13586"/>
                    <a:pt x="1933" y="13635"/>
                  </a:cubicBezTo>
                  <a:cubicBezTo>
                    <a:pt x="2015" y="13716"/>
                    <a:pt x="1877" y="13853"/>
                    <a:pt x="1788" y="13853"/>
                  </a:cubicBezTo>
                  <a:cubicBezTo>
                    <a:pt x="1715" y="13853"/>
                    <a:pt x="1650" y="13918"/>
                    <a:pt x="1650" y="13991"/>
                  </a:cubicBezTo>
                  <a:cubicBezTo>
                    <a:pt x="1635" y="13971"/>
                    <a:pt x="1615" y="13962"/>
                    <a:pt x="1595" y="13962"/>
                  </a:cubicBezTo>
                  <a:cubicBezTo>
                    <a:pt x="1557" y="13962"/>
                    <a:pt x="1520" y="13993"/>
                    <a:pt x="1520" y="14040"/>
                  </a:cubicBezTo>
                  <a:cubicBezTo>
                    <a:pt x="1520" y="14040"/>
                    <a:pt x="1479" y="14081"/>
                    <a:pt x="1542" y="14081"/>
                  </a:cubicBezTo>
                  <a:cubicBezTo>
                    <a:pt x="1548" y="14081"/>
                    <a:pt x="1554" y="14081"/>
                    <a:pt x="1561" y="14080"/>
                  </a:cubicBezTo>
                  <a:lnTo>
                    <a:pt x="1561" y="14080"/>
                  </a:lnTo>
                  <a:lnTo>
                    <a:pt x="1552" y="14259"/>
                  </a:lnTo>
                  <a:cubicBezTo>
                    <a:pt x="1567" y="14247"/>
                    <a:pt x="1580" y="14242"/>
                    <a:pt x="1593" y="14242"/>
                  </a:cubicBezTo>
                  <a:cubicBezTo>
                    <a:pt x="1625" y="14242"/>
                    <a:pt x="1653" y="14271"/>
                    <a:pt x="1682" y="14299"/>
                  </a:cubicBezTo>
                  <a:cubicBezTo>
                    <a:pt x="1718" y="14335"/>
                    <a:pt x="1546" y="14452"/>
                    <a:pt x="1355" y="14452"/>
                  </a:cubicBezTo>
                  <a:cubicBezTo>
                    <a:pt x="1329" y="14452"/>
                    <a:pt x="1303" y="14450"/>
                    <a:pt x="1277" y="14445"/>
                  </a:cubicBezTo>
                  <a:lnTo>
                    <a:pt x="1098" y="14453"/>
                  </a:lnTo>
                  <a:lnTo>
                    <a:pt x="1188" y="14534"/>
                  </a:lnTo>
                  <a:cubicBezTo>
                    <a:pt x="1153" y="14569"/>
                    <a:pt x="1119" y="14603"/>
                    <a:pt x="1087" y="14603"/>
                  </a:cubicBezTo>
                  <a:cubicBezTo>
                    <a:pt x="1074" y="14603"/>
                    <a:pt x="1062" y="14597"/>
                    <a:pt x="1050" y="14583"/>
                  </a:cubicBezTo>
                  <a:cubicBezTo>
                    <a:pt x="1030" y="14564"/>
                    <a:pt x="1020" y="14554"/>
                    <a:pt x="1010" y="14554"/>
                  </a:cubicBezTo>
                  <a:cubicBezTo>
                    <a:pt x="998" y="14554"/>
                    <a:pt x="986" y="14566"/>
                    <a:pt x="961" y="14591"/>
                  </a:cubicBezTo>
                  <a:cubicBezTo>
                    <a:pt x="936" y="14616"/>
                    <a:pt x="936" y="14656"/>
                    <a:pt x="961" y="14680"/>
                  </a:cubicBezTo>
                  <a:cubicBezTo>
                    <a:pt x="1042" y="14761"/>
                    <a:pt x="1042" y="14761"/>
                    <a:pt x="952" y="14761"/>
                  </a:cubicBezTo>
                  <a:cubicBezTo>
                    <a:pt x="925" y="14755"/>
                    <a:pt x="901" y="14751"/>
                    <a:pt x="880" y="14751"/>
                  </a:cubicBezTo>
                  <a:cubicBezTo>
                    <a:pt x="806" y="14751"/>
                    <a:pt x="783" y="14799"/>
                    <a:pt x="815" y="14907"/>
                  </a:cubicBezTo>
                  <a:cubicBezTo>
                    <a:pt x="867" y="14955"/>
                    <a:pt x="889" y="14975"/>
                    <a:pt x="871" y="14975"/>
                  </a:cubicBezTo>
                  <a:cubicBezTo>
                    <a:pt x="859" y="14975"/>
                    <a:pt x="828" y="14965"/>
                    <a:pt x="774" y="14948"/>
                  </a:cubicBezTo>
                  <a:cubicBezTo>
                    <a:pt x="749" y="14930"/>
                    <a:pt x="720" y="14921"/>
                    <a:pt x="691" y="14921"/>
                  </a:cubicBezTo>
                  <a:cubicBezTo>
                    <a:pt x="657" y="14921"/>
                    <a:pt x="622" y="14934"/>
                    <a:pt x="596" y="14956"/>
                  </a:cubicBezTo>
                  <a:lnTo>
                    <a:pt x="636" y="15005"/>
                  </a:lnTo>
                  <a:cubicBezTo>
                    <a:pt x="725" y="15086"/>
                    <a:pt x="677" y="15134"/>
                    <a:pt x="588" y="15134"/>
                  </a:cubicBezTo>
                  <a:cubicBezTo>
                    <a:pt x="578" y="15125"/>
                    <a:pt x="569" y="15121"/>
                    <a:pt x="558" y="15121"/>
                  </a:cubicBezTo>
                  <a:cubicBezTo>
                    <a:pt x="525" y="15121"/>
                    <a:pt x="487" y="15172"/>
                    <a:pt x="450" y="15272"/>
                  </a:cubicBezTo>
                  <a:cubicBezTo>
                    <a:pt x="384" y="15344"/>
                    <a:pt x="345" y="15389"/>
                    <a:pt x="310" y="15389"/>
                  </a:cubicBezTo>
                  <a:cubicBezTo>
                    <a:pt x="297" y="15389"/>
                    <a:pt x="284" y="15383"/>
                    <a:pt x="271" y="15370"/>
                  </a:cubicBezTo>
                  <a:cubicBezTo>
                    <a:pt x="236" y="15334"/>
                    <a:pt x="216" y="15314"/>
                    <a:pt x="208" y="15314"/>
                  </a:cubicBezTo>
                  <a:lnTo>
                    <a:pt x="208" y="15314"/>
                  </a:lnTo>
                  <a:cubicBezTo>
                    <a:pt x="198" y="15314"/>
                    <a:pt x="208" y="15346"/>
                    <a:pt x="231" y="15418"/>
                  </a:cubicBezTo>
                  <a:cubicBezTo>
                    <a:pt x="223" y="15507"/>
                    <a:pt x="223" y="15507"/>
                    <a:pt x="93" y="15556"/>
                  </a:cubicBezTo>
                  <a:cubicBezTo>
                    <a:pt x="4" y="15564"/>
                    <a:pt x="4" y="15564"/>
                    <a:pt x="4" y="15653"/>
                  </a:cubicBezTo>
                  <a:cubicBezTo>
                    <a:pt x="61" y="15710"/>
                    <a:pt x="102" y="15747"/>
                    <a:pt x="135" y="15747"/>
                  </a:cubicBezTo>
                  <a:cubicBezTo>
                    <a:pt x="149" y="15747"/>
                    <a:pt x="162" y="15741"/>
                    <a:pt x="174" y="15726"/>
                  </a:cubicBezTo>
                  <a:cubicBezTo>
                    <a:pt x="198" y="15706"/>
                    <a:pt x="211" y="15696"/>
                    <a:pt x="222" y="15696"/>
                  </a:cubicBezTo>
                  <a:cubicBezTo>
                    <a:pt x="233" y="15696"/>
                    <a:pt x="243" y="15706"/>
                    <a:pt x="263" y="15726"/>
                  </a:cubicBezTo>
                  <a:cubicBezTo>
                    <a:pt x="263" y="15726"/>
                    <a:pt x="215" y="15775"/>
                    <a:pt x="174" y="15816"/>
                  </a:cubicBezTo>
                  <a:cubicBezTo>
                    <a:pt x="109" y="15880"/>
                    <a:pt x="61" y="15961"/>
                    <a:pt x="36" y="16043"/>
                  </a:cubicBezTo>
                  <a:cubicBezTo>
                    <a:pt x="0" y="16130"/>
                    <a:pt x="23" y="16195"/>
                    <a:pt x="57" y="16195"/>
                  </a:cubicBezTo>
                  <a:cubicBezTo>
                    <a:pt x="77" y="16195"/>
                    <a:pt x="100" y="16174"/>
                    <a:pt x="117" y="16124"/>
                  </a:cubicBezTo>
                  <a:lnTo>
                    <a:pt x="207" y="16124"/>
                  </a:lnTo>
                  <a:cubicBezTo>
                    <a:pt x="250" y="16164"/>
                    <a:pt x="289" y="16181"/>
                    <a:pt x="316" y="16181"/>
                  </a:cubicBezTo>
                  <a:cubicBezTo>
                    <a:pt x="371" y="16181"/>
                    <a:pt x="382" y="16113"/>
                    <a:pt x="296" y="16026"/>
                  </a:cubicBezTo>
                  <a:cubicBezTo>
                    <a:pt x="213" y="15949"/>
                    <a:pt x="183" y="15921"/>
                    <a:pt x="205" y="15921"/>
                  </a:cubicBezTo>
                  <a:cubicBezTo>
                    <a:pt x="218" y="15921"/>
                    <a:pt x="248" y="15930"/>
                    <a:pt x="296" y="15945"/>
                  </a:cubicBezTo>
                  <a:cubicBezTo>
                    <a:pt x="331" y="15977"/>
                    <a:pt x="359" y="15989"/>
                    <a:pt x="382" y="15989"/>
                  </a:cubicBezTo>
                  <a:cubicBezTo>
                    <a:pt x="418" y="15989"/>
                    <a:pt x="445" y="15962"/>
                    <a:pt x="474" y="15937"/>
                  </a:cubicBezTo>
                  <a:cubicBezTo>
                    <a:pt x="495" y="15912"/>
                    <a:pt x="505" y="15900"/>
                    <a:pt x="517" y="15900"/>
                  </a:cubicBezTo>
                  <a:cubicBezTo>
                    <a:pt x="528" y="15900"/>
                    <a:pt x="540" y="15910"/>
                    <a:pt x="563" y="15929"/>
                  </a:cubicBezTo>
                  <a:cubicBezTo>
                    <a:pt x="587" y="15948"/>
                    <a:pt x="615" y="15958"/>
                    <a:pt x="644" y="15958"/>
                  </a:cubicBezTo>
                  <a:cubicBezTo>
                    <a:pt x="676" y="15958"/>
                    <a:pt x="708" y="15946"/>
                    <a:pt x="734" y="15921"/>
                  </a:cubicBezTo>
                  <a:cubicBezTo>
                    <a:pt x="782" y="15872"/>
                    <a:pt x="782" y="15872"/>
                    <a:pt x="742" y="15832"/>
                  </a:cubicBezTo>
                  <a:lnTo>
                    <a:pt x="742" y="15832"/>
                  </a:lnTo>
                  <a:cubicBezTo>
                    <a:pt x="738" y="15832"/>
                    <a:pt x="735" y="15832"/>
                    <a:pt x="732" y="15832"/>
                  </a:cubicBezTo>
                  <a:cubicBezTo>
                    <a:pt x="673" y="15832"/>
                    <a:pt x="721" y="15773"/>
                    <a:pt x="808" y="15773"/>
                  </a:cubicBezTo>
                  <a:cubicBezTo>
                    <a:pt x="828" y="15773"/>
                    <a:pt x="849" y="15776"/>
                    <a:pt x="871" y="15783"/>
                  </a:cubicBezTo>
                  <a:cubicBezTo>
                    <a:pt x="961" y="15775"/>
                    <a:pt x="961" y="15775"/>
                    <a:pt x="871" y="15694"/>
                  </a:cubicBezTo>
                  <a:cubicBezTo>
                    <a:pt x="803" y="15626"/>
                    <a:pt x="855" y="15547"/>
                    <a:pt x="950" y="15547"/>
                  </a:cubicBezTo>
                  <a:cubicBezTo>
                    <a:pt x="968" y="15547"/>
                    <a:pt x="988" y="15549"/>
                    <a:pt x="1009" y="15556"/>
                  </a:cubicBezTo>
                  <a:lnTo>
                    <a:pt x="1098" y="15467"/>
                  </a:lnTo>
                  <a:cubicBezTo>
                    <a:pt x="1147" y="15418"/>
                    <a:pt x="1107" y="15378"/>
                    <a:pt x="1058" y="15329"/>
                  </a:cubicBezTo>
                  <a:cubicBezTo>
                    <a:pt x="977" y="15248"/>
                    <a:pt x="977" y="15248"/>
                    <a:pt x="1066" y="15248"/>
                  </a:cubicBezTo>
                  <a:cubicBezTo>
                    <a:pt x="1073" y="15247"/>
                    <a:pt x="1081" y="15246"/>
                    <a:pt x="1088" y="15246"/>
                  </a:cubicBezTo>
                  <a:cubicBezTo>
                    <a:pt x="1123" y="15246"/>
                    <a:pt x="1162" y="15260"/>
                    <a:pt x="1196" y="15280"/>
                  </a:cubicBezTo>
                  <a:cubicBezTo>
                    <a:pt x="1208" y="15295"/>
                    <a:pt x="1219" y="15301"/>
                    <a:pt x="1232" y="15301"/>
                  </a:cubicBezTo>
                  <a:cubicBezTo>
                    <a:pt x="1261" y="15301"/>
                    <a:pt x="1291" y="15266"/>
                    <a:pt x="1325" y="15232"/>
                  </a:cubicBezTo>
                  <a:cubicBezTo>
                    <a:pt x="1374" y="15191"/>
                    <a:pt x="1463" y="15094"/>
                    <a:pt x="1423" y="15053"/>
                  </a:cubicBezTo>
                  <a:lnTo>
                    <a:pt x="1423" y="15053"/>
                  </a:lnTo>
                  <a:lnTo>
                    <a:pt x="1463" y="15094"/>
                  </a:lnTo>
                  <a:cubicBezTo>
                    <a:pt x="1488" y="15074"/>
                    <a:pt x="1510" y="15074"/>
                    <a:pt x="1521" y="15074"/>
                  </a:cubicBezTo>
                  <a:cubicBezTo>
                    <a:pt x="1532" y="15074"/>
                    <a:pt x="1532" y="15074"/>
                    <a:pt x="1512" y="15053"/>
                  </a:cubicBezTo>
                  <a:cubicBezTo>
                    <a:pt x="1561" y="15013"/>
                    <a:pt x="1625" y="14980"/>
                    <a:pt x="1690" y="14956"/>
                  </a:cubicBezTo>
                  <a:cubicBezTo>
                    <a:pt x="1807" y="14912"/>
                    <a:pt x="1865" y="14730"/>
                    <a:pt x="1715" y="14730"/>
                  </a:cubicBezTo>
                  <a:cubicBezTo>
                    <a:pt x="1698" y="14730"/>
                    <a:pt x="1679" y="14732"/>
                    <a:pt x="1658" y="14737"/>
                  </a:cubicBezTo>
                  <a:lnTo>
                    <a:pt x="1698" y="14697"/>
                  </a:lnTo>
                  <a:cubicBezTo>
                    <a:pt x="1731" y="14672"/>
                    <a:pt x="1731" y="14632"/>
                    <a:pt x="1706" y="14607"/>
                  </a:cubicBezTo>
                  <a:cubicBezTo>
                    <a:pt x="1666" y="14567"/>
                    <a:pt x="1706" y="14518"/>
                    <a:pt x="1755" y="14478"/>
                  </a:cubicBezTo>
                  <a:lnTo>
                    <a:pt x="1836" y="14559"/>
                  </a:lnTo>
                  <a:cubicBezTo>
                    <a:pt x="1872" y="14633"/>
                    <a:pt x="1918" y="14667"/>
                    <a:pt x="1952" y="14667"/>
                  </a:cubicBezTo>
                  <a:cubicBezTo>
                    <a:pt x="1996" y="14667"/>
                    <a:pt x="2020" y="14611"/>
                    <a:pt x="1974" y="14510"/>
                  </a:cubicBezTo>
                  <a:lnTo>
                    <a:pt x="1974" y="14510"/>
                  </a:lnTo>
                  <a:cubicBezTo>
                    <a:pt x="1985" y="14521"/>
                    <a:pt x="2000" y="14536"/>
                    <a:pt x="2015" y="14551"/>
                  </a:cubicBezTo>
                  <a:cubicBezTo>
                    <a:pt x="2025" y="14563"/>
                    <a:pt x="2036" y="14569"/>
                    <a:pt x="2047" y="14569"/>
                  </a:cubicBezTo>
                  <a:cubicBezTo>
                    <a:pt x="2080" y="14569"/>
                    <a:pt x="2116" y="14518"/>
                    <a:pt x="2152" y="14421"/>
                  </a:cubicBezTo>
                  <a:cubicBezTo>
                    <a:pt x="2201" y="14372"/>
                    <a:pt x="2161" y="14243"/>
                    <a:pt x="2120" y="14202"/>
                  </a:cubicBezTo>
                  <a:cubicBezTo>
                    <a:pt x="2096" y="14170"/>
                    <a:pt x="2096" y="14137"/>
                    <a:pt x="2128" y="14113"/>
                  </a:cubicBezTo>
                  <a:cubicBezTo>
                    <a:pt x="2149" y="14087"/>
                    <a:pt x="2159" y="14075"/>
                    <a:pt x="2170" y="14075"/>
                  </a:cubicBezTo>
                  <a:cubicBezTo>
                    <a:pt x="2180" y="14075"/>
                    <a:pt x="2190" y="14085"/>
                    <a:pt x="2209" y="14105"/>
                  </a:cubicBezTo>
                  <a:cubicBezTo>
                    <a:pt x="2234" y="14130"/>
                    <a:pt x="2259" y="14141"/>
                    <a:pt x="2281" y="14141"/>
                  </a:cubicBezTo>
                  <a:cubicBezTo>
                    <a:pt x="2338" y="14141"/>
                    <a:pt x="2376" y="14068"/>
                    <a:pt x="2347" y="13975"/>
                  </a:cubicBezTo>
                  <a:lnTo>
                    <a:pt x="2347" y="13975"/>
                  </a:lnTo>
                  <a:lnTo>
                    <a:pt x="2396" y="14016"/>
                  </a:lnTo>
                  <a:cubicBezTo>
                    <a:pt x="2407" y="14027"/>
                    <a:pt x="2422" y="14035"/>
                    <a:pt x="2442" y="14035"/>
                  </a:cubicBezTo>
                  <a:cubicBezTo>
                    <a:pt x="2494" y="14035"/>
                    <a:pt x="2578" y="13981"/>
                    <a:pt x="2712" y="13789"/>
                  </a:cubicBezTo>
                  <a:cubicBezTo>
                    <a:pt x="2876" y="13639"/>
                    <a:pt x="3009" y="13514"/>
                    <a:pt x="3066" y="13514"/>
                  </a:cubicBezTo>
                  <a:cubicBezTo>
                    <a:pt x="3074" y="13514"/>
                    <a:pt x="3080" y="13516"/>
                    <a:pt x="3085" y="13521"/>
                  </a:cubicBezTo>
                  <a:cubicBezTo>
                    <a:pt x="3088" y="13525"/>
                    <a:pt x="3092" y="13527"/>
                    <a:pt x="3096" y="13527"/>
                  </a:cubicBezTo>
                  <a:cubicBezTo>
                    <a:pt x="3142" y="13527"/>
                    <a:pt x="3231" y="13288"/>
                    <a:pt x="3239" y="13124"/>
                  </a:cubicBezTo>
                  <a:cubicBezTo>
                    <a:pt x="3250" y="13137"/>
                    <a:pt x="3261" y="13143"/>
                    <a:pt x="3274" y="13143"/>
                  </a:cubicBezTo>
                  <a:cubicBezTo>
                    <a:pt x="3309" y="13143"/>
                    <a:pt x="3354" y="13100"/>
                    <a:pt x="3425" y="13035"/>
                  </a:cubicBezTo>
                  <a:cubicBezTo>
                    <a:pt x="3511" y="12954"/>
                    <a:pt x="3543" y="12924"/>
                    <a:pt x="3565" y="12924"/>
                  </a:cubicBezTo>
                  <a:cubicBezTo>
                    <a:pt x="3579" y="12924"/>
                    <a:pt x="3588" y="12935"/>
                    <a:pt x="3604" y="12953"/>
                  </a:cubicBezTo>
                  <a:cubicBezTo>
                    <a:pt x="3619" y="13013"/>
                    <a:pt x="3627" y="13045"/>
                    <a:pt x="3633" y="13045"/>
                  </a:cubicBezTo>
                  <a:cubicBezTo>
                    <a:pt x="3640" y="13045"/>
                    <a:pt x="3644" y="13001"/>
                    <a:pt x="3652" y="12905"/>
                  </a:cubicBezTo>
                  <a:cubicBezTo>
                    <a:pt x="3635" y="12811"/>
                    <a:pt x="3710" y="12743"/>
                    <a:pt x="3794" y="12743"/>
                  </a:cubicBezTo>
                  <a:cubicBezTo>
                    <a:pt x="3825" y="12743"/>
                    <a:pt x="3858" y="12753"/>
                    <a:pt x="3887" y="12775"/>
                  </a:cubicBezTo>
                  <a:cubicBezTo>
                    <a:pt x="3898" y="12788"/>
                    <a:pt x="3909" y="12794"/>
                    <a:pt x="3922" y="12794"/>
                  </a:cubicBezTo>
                  <a:cubicBezTo>
                    <a:pt x="3954" y="12794"/>
                    <a:pt x="3995" y="12751"/>
                    <a:pt x="4066" y="12686"/>
                  </a:cubicBezTo>
                  <a:cubicBezTo>
                    <a:pt x="4074" y="12605"/>
                    <a:pt x="4171" y="12516"/>
                    <a:pt x="4260" y="12426"/>
                  </a:cubicBezTo>
                  <a:cubicBezTo>
                    <a:pt x="4406" y="12297"/>
                    <a:pt x="4406" y="12297"/>
                    <a:pt x="4325" y="12208"/>
                  </a:cubicBezTo>
                  <a:cubicBezTo>
                    <a:pt x="4244" y="12118"/>
                    <a:pt x="4293" y="12078"/>
                    <a:pt x="4390" y="11989"/>
                  </a:cubicBezTo>
                  <a:cubicBezTo>
                    <a:pt x="4424" y="11960"/>
                    <a:pt x="4458" y="11928"/>
                    <a:pt x="4490" y="11928"/>
                  </a:cubicBezTo>
                  <a:cubicBezTo>
                    <a:pt x="4503" y="11928"/>
                    <a:pt x="4516" y="11934"/>
                    <a:pt x="4528" y="11948"/>
                  </a:cubicBezTo>
                  <a:cubicBezTo>
                    <a:pt x="4577" y="11948"/>
                    <a:pt x="4617" y="11932"/>
                    <a:pt x="4658" y="11908"/>
                  </a:cubicBezTo>
                  <a:cubicBezTo>
                    <a:pt x="4691" y="11874"/>
                    <a:pt x="4724" y="11845"/>
                    <a:pt x="4755" y="11845"/>
                  </a:cubicBezTo>
                  <a:cubicBezTo>
                    <a:pt x="4769" y="11845"/>
                    <a:pt x="4783" y="11852"/>
                    <a:pt x="4796" y="11867"/>
                  </a:cubicBezTo>
                  <a:cubicBezTo>
                    <a:pt x="4869" y="11859"/>
                    <a:pt x="4933" y="11826"/>
                    <a:pt x="4982" y="11778"/>
                  </a:cubicBezTo>
                  <a:cubicBezTo>
                    <a:pt x="5060" y="11713"/>
                    <a:pt x="5138" y="11642"/>
                    <a:pt x="5187" y="11642"/>
                  </a:cubicBezTo>
                  <a:cubicBezTo>
                    <a:pt x="5199" y="11642"/>
                    <a:pt x="5209" y="11647"/>
                    <a:pt x="5217" y="11656"/>
                  </a:cubicBezTo>
                  <a:cubicBezTo>
                    <a:pt x="5266" y="11608"/>
                    <a:pt x="5266" y="11608"/>
                    <a:pt x="5225" y="11567"/>
                  </a:cubicBezTo>
                  <a:cubicBezTo>
                    <a:pt x="5185" y="11518"/>
                    <a:pt x="5193" y="11437"/>
                    <a:pt x="5428" y="11308"/>
                  </a:cubicBezTo>
                  <a:cubicBezTo>
                    <a:pt x="5525" y="11218"/>
                    <a:pt x="5671" y="11097"/>
                    <a:pt x="5631" y="11048"/>
                  </a:cubicBezTo>
                  <a:cubicBezTo>
                    <a:pt x="5655" y="11028"/>
                    <a:pt x="5667" y="11018"/>
                    <a:pt x="5678" y="11018"/>
                  </a:cubicBezTo>
                  <a:cubicBezTo>
                    <a:pt x="5689" y="11018"/>
                    <a:pt x="5700" y="11028"/>
                    <a:pt x="5720" y="11048"/>
                  </a:cubicBezTo>
                  <a:cubicBezTo>
                    <a:pt x="5741" y="11076"/>
                    <a:pt x="5763" y="11088"/>
                    <a:pt x="5786" y="11088"/>
                  </a:cubicBezTo>
                  <a:cubicBezTo>
                    <a:pt x="5842" y="11088"/>
                    <a:pt x="5897" y="11008"/>
                    <a:pt x="5914" y="10886"/>
                  </a:cubicBezTo>
                  <a:cubicBezTo>
                    <a:pt x="5874" y="10837"/>
                    <a:pt x="5923" y="10797"/>
                    <a:pt x="6012" y="10797"/>
                  </a:cubicBezTo>
                  <a:cubicBezTo>
                    <a:pt x="6044" y="10764"/>
                    <a:pt x="6068" y="10716"/>
                    <a:pt x="6068" y="10667"/>
                  </a:cubicBezTo>
                  <a:cubicBezTo>
                    <a:pt x="6077" y="10586"/>
                    <a:pt x="6077" y="10586"/>
                    <a:pt x="6214" y="10545"/>
                  </a:cubicBezTo>
                  <a:cubicBezTo>
                    <a:pt x="6226" y="10557"/>
                    <a:pt x="6239" y="10562"/>
                    <a:pt x="6252" y="10562"/>
                  </a:cubicBezTo>
                  <a:cubicBezTo>
                    <a:pt x="6283" y="10562"/>
                    <a:pt x="6318" y="10534"/>
                    <a:pt x="6352" y="10505"/>
                  </a:cubicBezTo>
                  <a:cubicBezTo>
                    <a:pt x="6417" y="10376"/>
                    <a:pt x="6943" y="9921"/>
                    <a:pt x="7039" y="9921"/>
                  </a:cubicBezTo>
                  <a:cubicBezTo>
                    <a:pt x="7040" y="9921"/>
                    <a:pt x="7041" y="9921"/>
                    <a:pt x="7041" y="9921"/>
                  </a:cubicBezTo>
                  <a:cubicBezTo>
                    <a:pt x="7058" y="9832"/>
                    <a:pt x="7058" y="9832"/>
                    <a:pt x="7106" y="9791"/>
                  </a:cubicBezTo>
                  <a:cubicBezTo>
                    <a:pt x="7133" y="9804"/>
                    <a:pt x="7154" y="9809"/>
                    <a:pt x="7171" y="9809"/>
                  </a:cubicBezTo>
                  <a:cubicBezTo>
                    <a:pt x="7230" y="9809"/>
                    <a:pt x="7226" y="9740"/>
                    <a:pt x="7163" y="9670"/>
                  </a:cubicBezTo>
                  <a:lnTo>
                    <a:pt x="7114" y="9710"/>
                  </a:lnTo>
                  <a:lnTo>
                    <a:pt x="7066" y="9751"/>
                  </a:lnTo>
                  <a:cubicBezTo>
                    <a:pt x="7016" y="9685"/>
                    <a:pt x="7067" y="9608"/>
                    <a:pt x="7141" y="9608"/>
                  </a:cubicBezTo>
                  <a:cubicBezTo>
                    <a:pt x="7176" y="9608"/>
                    <a:pt x="7216" y="9625"/>
                    <a:pt x="7252" y="9670"/>
                  </a:cubicBezTo>
                  <a:cubicBezTo>
                    <a:pt x="7301" y="9688"/>
                    <a:pt x="7332" y="9700"/>
                    <a:pt x="7350" y="9700"/>
                  </a:cubicBezTo>
                  <a:cubicBezTo>
                    <a:pt x="7378" y="9700"/>
                    <a:pt x="7373" y="9669"/>
                    <a:pt x="7358" y="9589"/>
                  </a:cubicBezTo>
                  <a:cubicBezTo>
                    <a:pt x="7334" y="9495"/>
                    <a:pt x="7357" y="9444"/>
                    <a:pt x="7418" y="9444"/>
                  </a:cubicBezTo>
                  <a:cubicBezTo>
                    <a:pt x="7441" y="9444"/>
                    <a:pt x="7470" y="9451"/>
                    <a:pt x="7504" y="9467"/>
                  </a:cubicBezTo>
                  <a:cubicBezTo>
                    <a:pt x="7537" y="9508"/>
                    <a:pt x="7555" y="9530"/>
                    <a:pt x="7562" y="9530"/>
                  </a:cubicBezTo>
                  <a:cubicBezTo>
                    <a:pt x="7572" y="9530"/>
                    <a:pt x="7565" y="9498"/>
                    <a:pt x="7552" y="9427"/>
                  </a:cubicBezTo>
                  <a:cubicBezTo>
                    <a:pt x="7518" y="9237"/>
                    <a:pt x="7565" y="9097"/>
                    <a:pt x="7646" y="9097"/>
                  </a:cubicBezTo>
                  <a:cubicBezTo>
                    <a:pt x="7680" y="9097"/>
                    <a:pt x="7720" y="9121"/>
                    <a:pt x="7763" y="9175"/>
                  </a:cubicBezTo>
                  <a:cubicBezTo>
                    <a:pt x="7814" y="9231"/>
                    <a:pt x="7865" y="9255"/>
                    <a:pt x="7910" y="9255"/>
                  </a:cubicBezTo>
                  <a:cubicBezTo>
                    <a:pt x="7936" y="9255"/>
                    <a:pt x="7961" y="9247"/>
                    <a:pt x="7982" y="9232"/>
                  </a:cubicBezTo>
                  <a:cubicBezTo>
                    <a:pt x="8031" y="9191"/>
                    <a:pt x="7990" y="9143"/>
                    <a:pt x="7949" y="9094"/>
                  </a:cubicBezTo>
                  <a:cubicBezTo>
                    <a:pt x="7838" y="9050"/>
                    <a:pt x="7869" y="9012"/>
                    <a:pt x="8012" y="9012"/>
                  </a:cubicBezTo>
                  <a:cubicBezTo>
                    <a:pt x="8025" y="9012"/>
                    <a:pt x="8039" y="9012"/>
                    <a:pt x="8055" y="9013"/>
                  </a:cubicBezTo>
                  <a:cubicBezTo>
                    <a:pt x="8078" y="9015"/>
                    <a:pt x="8100" y="9015"/>
                    <a:pt x="8120" y="9015"/>
                  </a:cubicBezTo>
                  <a:cubicBezTo>
                    <a:pt x="8333" y="9015"/>
                    <a:pt x="8426" y="8937"/>
                    <a:pt x="8493" y="8737"/>
                  </a:cubicBezTo>
                  <a:cubicBezTo>
                    <a:pt x="8575" y="8577"/>
                    <a:pt x="8668" y="8470"/>
                    <a:pt x="8703" y="8470"/>
                  </a:cubicBezTo>
                  <a:cubicBezTo>
                    <a:pt x="8723" y="8470"/>
                    <a:pt x="8725" y="8504"/>
                    <a:pt x="8695" y="8583"/>
                  </a:cubicBezTo>
                  <a:cubicBezTo>
                    <a:pt x="8682" y="8674"/>
                    <a:pt x="8676" y="8717"/>
                    <a:pt x="8683" y="8717"/>
                  </a:cubicBezTo>
                  <a:cubicBezTo>
                    <a:pt x="8690" y="8717"/>
                    <a:pt x="8706" y="8684"/>
                    <a:pt x="8736" y="8624"/>
                  </a:cubicBezTo>
                  <a:lnTo>
                    <a:pt x="8987" y="8429"/>
                  </a:lnTo>
                  <a:cubicBezTo>
                    <a:pt x="9036" y="8389"/>
                    <a:pt x="9052" y="8308"/>
                    <a:pt x="9012" y="8251"/>
                  </a:cubicBezTo>
                  <a:lnTo>
                    <a:pt x="9012" y="8251"/>
                  </a:lnTo>
                  <a:cubicBezTo>
                    <a:pt x="9046" y="8272"/>
                    <a:pt x="9081" y="8282"/>
                    <a:pt x="9116" y="8282"/>
                  </a:cubicBezTo>
                  <a:cubicBezTo>
                    <a:pt x="9212" y="8282"/>
                    <a:pt x="9297" y="8207"/>
                    <a:pt x="9303" y="8105"/>
                  </a:cubicBezTo>
                  <a:lnTo>
                    <a:pt x="9409" y="8024"/>
                  </a:lnTo>
                  <a:cubicBezTo>
                    <a:pt x="9458" y="7983"/>
                    <a:pt x="9458" y="7983"/>
                    <a:pt x="9474" y="7894"/>
                  </a:cubicBezTo>
                  <a:cubicBezTo>
                    <a:pt x="9485" y="7838"/>
                    <a:pt x="9532" y="7825"/>
                    <a:pt x="9587" y="7825"/>
                  </a:cubicBezTo>
                  <a:cubicBezTo>
                    <a:pt x="9611" y="7825"/>
                    <a:pt x="9636" y="7827"/>
                    <a:pt x="9660" y="7829"/>
                  </a:cubicBezTo>
                  <a:cubicBezTo>
                    <a:pt x="9694" y="7832"/>
                    <a:pt x="9728" y="7836"/>
                    <a:pt x="9754" y="7836"/>
                  </a:cubicBezTo>
                  <a:cubicBezTo>
                    <a:pt x="9798" y="7836"/>
                    <a:pt x="9823" y="7827"/>
                    <a:pt x="9798" y="7797"/>
                  </a:cubicBezTo>
                  <a:cubicBezTo>
                    <a:pt x="9766" y="7748"/>
                    <a:pt x="9830" y="7627"/>
                    <a:pt x="9847" y="7538"/>
                  </a:cubicBezTo>
                  <a:cubicBezTo>
                    <a:pt x="9854" y="7495"/>
                    <a:pt x="9879" y="7475"/>
                    <a:pt x="9900" y="7475"/>
                  </a:cubicBezTo>
                  <a:cubicBezTo>
                    <a:pt x="9924" y="7475"/>
                    <a:pt x="9944" y="7499"/>
                    <a:pt x="9936" y="7546"/>
                  </a:cubicBezTo>
                  <a:cubicBezTo>
                    <a:pt x="9954" y="7572"/>
                    <a:pt x="9962" y="7584"/>
                    <a:pt x="9988" y="7584"/>
                  </a:cubicBezTo>
                  <a:cubicBezTo>
                    <a:pt x="10010" y="7584"/>
                    <a:pt x="10044" y="7576"/>
                    <a:pt x="10106" y="7562"/>
                  </a:cubicBezTo>
                  <a:cubicBezTo>
                    <a:pt x="10163" y="7521"/>
                    <a:pt x="10260" y="7448"/>
                    <a:pt x="10228" y="7400"/>
                  </a:cubicBezTo>
                  <a:cubicBezTo>
                    <a:pt x="10196" y="7352"/>
                    <a:pt x="10493" y="7124"/>
                    <a:pt x="10580" y="7124"/>
                  </a:cubicBezTo>
                  <a:cubicBezTo>
                    <a:pt x="10582" y="7124"/>
                    <a:pt x="10583" y="7124"/>
                    <a:pt x="10584" y="7124"/>
                  </a:cubicBezTo>
                  <a:lnTo>
                    <a:pt x="10690" y="7051"/>
                  </a:lnTo>
                  <a:cubicBezTo>
                    <a:pt x="10747" y="7011"/>
                    <a:pt x="10763" y="6921"/>
                    <a:pt x="10811" y="6889"/>
                  </a:cubicBezTo>
                  <a:cubicBezTo>
                    <a:pt x="10852" y="6856"/>
                    <a:pt x="10876" y="6808"/>
                    <a:pt x="10876" y="6759"/>
                  </a:cubicBezTo>
                  <a:cubicBezTo>
                    <a:pt x="10914" y="6738"/>
                    <a:pt x="10948" y="6712"/>
                    <a:pt x="10979" y="6712"/>
                  </a:cubicBezTo>
                  <a:cubicBezTo>
                    <a:pt x="10994" y="6712"/>
                    <a:pt x="11009" y="6719"/>
                    <a:pt x="11022" y="6735"/>
                  </a:cubicBezTo>
                  <a:cubicBezTo>
                    <a:pt x="11007" y="6651"/>
                    <a:pt x="11002" y="6618"/>
                    <a:pt x="11029" y="6618"/>
                  </a:cubicBezTo>
                  <a:cubicBezTo>
                    <a:pt x="11046" y="6618"/>
                    <a:pt x="11077" y="6632"/>
                    <a:pt x="11128" y="6654"/>
                  </a:cubicBezTo>
                  <a:cubicBezTo>
                    <a:pt x="11158" y="6699"/>
                    <a:pt x="11174" y="6723"/>
                    <a:pt x="11181" y="6723"/>
                  </a:cubicBezTo>
                  <a:cubicBezTo>
                    <a:pt x="11189" y="6723"/>
                    <a:pt x="11185" y="6691"/>
                    <a:pt x="11176" y="6621"/>
                  </a:cubicBezTo>
                  <a:cubicBezTo>
                    <a:pt x="11189" y="6553"/>
                    <a:pt x="11192" y="6537"/>
                    <a:pt x="11233" y="6537"/>
                  </a:cubicBezTo>
                  <a:cubicBezTo>
                    <a:pt x="11245" y="6537"/>
                    <a:pt x="11261" y="6538"/>
                    <a:pt x="11282" y="6540"/>
                  </a:cubicBezTo>
                  <a:cubicBezTo>
                    <a:pt x="11293" y="6557"/>
                    <a:pt x="11307" y="6564"/>
                    <a:pt x="11319" y="6564"/>
                  </a:cubicBezTo>
                  <a:cubicBezTo>
                    <a:pt x="11342" y="6564"/>
                    <a:pt x="11357" y="6540"/>
                    <a:pt x="11330" y="6508"/>
                  </a:cubicBezTo>
                  <a:cubicBezTo>
                    <a:pt x="11318" y="6399"/>
                    <a:pt x="11390" y="6276"/>
                    <a:pt x="11458" y="6276"/>
                  </a:cubicBezTo>
                  <a:cubicBezTo>
                    <a:pt x="11476" y="6276"/>
                    <a:pt x="11493" y="6285"/>
                    <a:pt x="11509" y="6305"/>
                  </a:cubicBezTo>
                  <a:cubicBezTo>
                    <a:pt x="11541" y="6273"/>
                    <a:pt x="11566" y="6224"/>
                    <a:pt x="11574" y="6175"/>
                  </a:cubicBezTo>
                  <a:cubicBezTo>
                    <a:pt x="11565" y="6106"/>
                    <a:pt x="11561" y="6074"/>
                    <a:pt x="11570" y="6074"/>
                  </a:cubicBezTo>
                  <a:lnTo>
                    <a:pt x="11570" y="6074"/>
                  </a:lnTo>
                  <a:cubicBezTo>
                    <a:pt x="11578" y="6074"/>
                    <a:pt x="11597" y="6098"/>
                    <a:pt x="11630" y="6143"/>
                  </a:cubicBezTo>
                  <a:cubicBezTo>
                    <a:pt x="11666" y="6160"/>
                    <a:pt x="11696" y="6168"/>
                    <a:pt x="11719" y="6168"/>
                  </a:cubicBezTo>
                  <a:cubicBezTo>
                    <a:pt x="11775" y="6168"/>
                    <a:pt x="11796" y="6121"/>
                    <a:pt x="11784" y="6029"/>
                  </a:cubicBezTo>
                  <a:cubicBezTo>
                    <a:pt x="11792" y="5986"/>
                    <a:pt x="11832" y="5955"/>
                    <a:pt x="11875" y="5955"/>
                  </a:cubicBezTo>
                  <a:cubicBezTo>
                    <a:pt x="11880" y="5955"/>
                    <a:pt x="11885" y="5956"/>
                    <a:pt x="11890" y="5957"/>
                  </a:cubicBezTo>
                  <a:cubicBezTo>
                    <a:pt x="12028" y="5924"/>
                    <a:pt x="12384" y="5754"/>
                    <a:pt x="12263" y="5689"/>
                  </a:cubicBezTo>
                  <a:lnTo>
                    <a:pt x="12368" y="5616"/>
                  </a:lnTo>
                  <a:cubicBezTo>
                    <a:pt x="12506" y="5592"/>
                    <a:pt x="12555" y="5559"/>
                    <a:pt x="12579" y="5470"/>
                  </a:cubicBezTo>
                  <a:lnTo>
                    <a:pt x="12595" y="5381"/>
                  </a:lnTo>
                  <a:cubicBezTo>
                    <a:pt x="12620" y="5411"/>
                    <a:pt x="12660" y="5428"/>
                    <a:pt x="12700" y="5428"/>
                  </a:cubicBezTo>
                  <a:cubicBezTo>
                    <a:pt x="12726" y="5428"/>
                    <a:pt x="12751" y="5421"/>
                    <a:pt x="12774" y="5405"/>
                  </a:cubicBezTo>
                  <a:cubicBezTo>
                    <a:pt x="12822" y="5373"/>
                    <a:pt x="12822" y="5373"/>
                    <a:pt x="12790" y="5324"/>
                  </a:cubicBezTo>
                  <a:cubicBezTo>
                    <a:pt x="12701" y="5308"/>
                    <a:pt x="12757" y="5275"/>
                    <a:pt x="12806" y="5235"/>
                  </a:cubicBezTo>
                  <a:cubicBezTo>
                    <a:pt x="12828" y="5219"/>
                    <a:pt x="12853" y="5212"/>
                    <a:pt x="12877" y="5212"/>
                  </a:cubicBezTo>
                  <a:cubicBezTo>
                    <a:pt x="12916" y="5212"/>
                    <a:pt x="12955" y="5230"/>
                    <a:pt x="12984" y="5259"/>
                  </a:cubicBezTo>
                  <a:lnTo>
                    <a:pt x="13033" y="5219"/>
                  </a:lnTo>
                  <a:cubicBezTo>
                    <a:pt x="12988" y="5152"/>
                    <a:pt x="12998" y="5115"/>
                    <a:pt x="13021" y="5115"/>
                  </a:cubicBezTo>
                  <a:cubicBezTo>
                    <a:pt x="13031" y="5115"/>
                    <a:pt x="13045" y="5123"/>
                    <a:pt x="13057" y="5138"/>
                  </a:cubicBezTo>
                  <a:cubicBezTo>
                    <a:pt x="13066" y="5139"/>
                    <a:pt x="13074" y="5139"/>
                    <a:pt x="13082" y="5139"/>
                  </a:cubicBezTo>
                  <a:cubicBezTo>
                    <a:pt x="13140" y="5139"/>
                    <a:pt x="13201" y="5115"/>
                    <a:pt x="13244" y="5073"/>
                  </a:cubicBezTo>
                  <a:cubicBezTo>
                    <a:pt x="13229" y="5051"/>
                    <a:pt x="13239" y="5042"/>
                    <a:pt x="13250" y="5042"/>
                  </a:cubicBezTo>
                  <a:cubicBezTo>
                    <a:pt x="13262" y="5042"/>
                    <a:pt x="13275" y="5055"/>
                    <a:pt x="13244" y="5073"/>
                  </a:cubicBezTo>
                  <a:lnTo>
                    <a:pt x="13284" y="5130"/>
                  </a:lnTo>
                  <a:cubicBezTo>
                    <a:pt x="13290" y="5130"/>
                    <a:pt x="13296" y="5130"/>
                    <a:pt x="13301" y="5130"/>
                  </a:cubicBezTo>
                  <a:cubicBezTo>
                    <a:pt x="13361" y="5130"/>
                    <a:pt x="13331" y="5085"/>
                    <a:pt x="13301" y="5040"/>
                  </a:cubicBezTo>
                  <a:lnTo>
                    <a:pt x="13406" y="4967"/>
                  </a:lnTo>
                  <a:cubicBezTo>
                    <a:pt x="13463" y="4935"/>
                    <a:pt x="13519" y="4894"/>
                    <a:pt x="13430" y="4886"/>
                  </a:cubicBezTo>
                  <a:cubicBezTo>
                    <a:pt x="13398" y="4830"/>
                    <a:pt x="13365" y="4781"/>
                    <a:pt x="13414" y="4748"/>
                  </a:cubicBezTo>
                  <a:lnTo>
                    <a:pt x="13414" y="4748"/>
                  </a:lnTo>
                  <a:cubicBezTo>
                    <a:pt x="13439" y="4786"/>
                    <a:pt x="13464" y="4824"/>
                    <a:pt x="13501" y="4824"/>
                  </a:cubicBezTo>
                  <a:cubicBezTo>
                    <a:pt x="13511" y="4824"/>
                    <a:pt x="13523" y="4821"/>
                    <a:pt x="13536" y="4813"/>
                  </a:cubicBezTo>
                  <a:cubicBezTo>
                    <a:pt x="13546" y="4803"/>
                    <a:pt x="13559" y="4799"/>
                    <a:pt x="13572" y="4799"/>
                  </a:cubicBezTo>
                  <a:cubicBezTo>
                    <a:pt x="13591" y="4799"/>
                    <a:pt x="13611" y="4807"/>
                    <a:pt x="13625" y="4821"/>
                  </a:cubicBezTo>
                  <a:cubicBezTo>
                    <a:pt x="13627" y="4856"/>
                    <a:pt x="13640" y="4869"/>
                    <a:pt x="13658" y="4869"/>
                  </a:cubicBezTo>
                  <a:cubicBezTo>
                    <a:pt x="13715" y="4869"/>
                    <a:pt x="13824" y="4743"/>
                    <a:pt x="13836" y="4675"/>
                  </a:cubicBezTo>
                  <a:cubicBezTo>
                    <a:pt x="13861" y="4568"/>
                    <a:pt x="13893" y="4516"/>
                    <a:pt x="13929" y="4516"/>
                  </a:cubicBezTo>
                  <a:cubicBezTo>
                    <a:pt x="13951" y="4516"/>
                    <a:pt x="13974" y="4534"/>
                    <a:pt x="13998" y="4570"/>
                  </a:cubicBezTo>
                  <a:cubicBezTo>
                    <a:pt x="14011" y="4590"/>
                    <a:pt x="14023" y="4598"/>
                    <a:pt x="14034" y="4598"/>
                  </a:cubicBezTo>
                  <a:cubicBezTo>
                    <a:pt x="14076" y="4598"/>
                    <a:pt x="14095" y="4460"/>
                    <a:pt x="14063" y="4311"/>
                  </a:cubicBezTo>
                  <a:lnTo>
                    <a:pt x="14014" y="4124"/>
                  </a:lnTo>
                  <a:lnTo>
                    <a:pt x="14111" y="4278"/>
                  </a:lnTo>
                  <a:cubicBezTo>
                    <a:pt x="14199" y="4355"/>
                    <a:pt x="14246" y="4395"/>
                    <a:pt x="14281" y="4395"/>
                  </a:cubicBezTo>
                  <a:cubicBezTo>
                    <a:pt x="14320" y="4395"/>
                    <a:pt x="14344" y="4345"/>
                    <a:pt x="14395" y="4238"/>
                  </a:cubicBezTo>
                  <a:cubicBezTo>
                    <a:pt x="14440" y="4163"/>
                    <a:pt x="14457" y="4134"/>
                    <a:pt x="14471" y="4134"/>
                  </a:cubicBezTo>
                  <a:cubicBezTo>
                    <a:pt x="14480" y="4134"/>
                    <a:pt x="14488" y="4146"/>
                    <a:pt x="14501" y="4165"/>
                  </a:cubicBezTo>
                  <a:cubicBezTo>
                    <a:pt x="14510" y="4180"/>
                    <a:pt x="14523" y="4187"/>
                    <a:pt x="14539" y="4187"/>
                  </a:cubicBezTo>
                  <a:cubicBezTo>
                    <a:pt x="14577" y="4187"/>
                    <a:pt x="14639" y="4149"/>
                    <a:pt x="14752" y="4076"/>
                  </a:cubicBezTo>
                  <a:cubicBezTo>
                    <a:pt x="14914" y="3970"/>
                    <a:pt x="14971" y="3930"/>
                    <a:pt x="14938" y="3881"/>
                  </a:cubicBezTo>
                  <a:lnTo>
                    <a:pt x="15044" y="3816"/>
                  </a:lnTo>
                  <a:cubicBezTo>
                    <a:pt x="15068" y="3829"/>
                    <a:pt x="15090" y="3835"/>
                    <a:pt x="15110" y="3835"/>
                  </a:cubicBezTo>
                  <a:cubicBezTo>
                    <a:pt x="15187" y="3835"/>
                    <a:pt x="15216" y="3746"/>
                    <a:pt x="15125" y="3694"/>
                  </a:cubicBezTo>
                  <a:lnTo>
                    <a:pt x="15230" y="3621"/>
                  </a:lnTo>
                  <a:lnTo>
                    <a:pt x="15263" y="3670"/>
                  </a:lnTo>
                  <a:cubicBezTo>
                    <a:pt x="15269" y="3681"/>
                    <a:pt x="15278" y="3687"/>
                    <a:pt x="15293" y="3687"/>
                  </a:cubicBezTo>
                  <a:cubicBezTo>
                    <a:pt x="15350" y="3687"/>
                    <a:pt x="15488" y="3593"/>
                    <a:pt x="15838" y="3378"/>
                  </a:cubicBezTo>
                  <a:cubicBezTo>
                    <a:pt x="16333" y="3070"/>
                    <a:pt x="16390" y="3038"/>
                    <a:pt x="16325" y="2932"/>
                  </a:cubicBezTo>
                  <a:cubicBezTo>
                    <a:pt x="16320" y="2850"/>
                    <a:pt x="16338" y="2805"/>
                    <a:pt x="16366" y="2805"/>
                  </a:cubicBezTo>
                  <a:cubicBezTo>
                    <a:pt x="16385" y="2805"/>
                    <a:pt x="16407" y="2825"/>
                    <a:pt x="16430" y="2867"/>
                  </a:cubicBezTo>
                  <a:cubicBezTo>
                    <a:pt x="16449" y="2896"/>
                    <a:pt x="16487" y="2913"/>
                    <a:pt x="16509" y="2913"/>
                  </a:cubicBezTo>
                  <a:cubicBezTo>
                    <a:pt x="16525" y="2913"/>
                    <a:pt x="16533" y="2904"/>
                    <a:pt x="16519" y="2884"/>
                  </a:cubicBezTo>
                  <a:cubicBezTo>
                    <a:pt x="16576" y="2843"/>
                    <a:pt x="16649" y="2827"/>
                    <a:pt x="16714" y="2827"/>
                  </a:cubicBezTo>
                  <a:cubicBezTo>
                    <a:pt x="16941" y="2827"/>
                    <a:pt x="16965" y="2746"/>
                    <a:pt x="16933" y="2697"/>
                  </a:cubicBezTo>
                  <a:cubicBezTo>
                    <a:pt x="16873" y="2659"/>
                    <a:pt x="16870" y="2647"/>
                    <a:pt x="16891" y="2647"/>
                  </a:cubicBezTo>
                  <a:cubicBezTo>
                    <a:pt x="16910" y="2647"/>
                    <a:pt x="16951" y="2657"/>
                    <a:pt x="16990" y="2665"/>
                  </a:cubicBezTo>
                  <a:cubicBezTo>
                    <a:pt x="17034" y="2673"/>
                    <a:pt x="17077" y="2681"/>
                    <a:pt x="17105" y="2681"/>
                  </a:cubicBezTo>
                  <a:cubicBezTo>
                    <a:pt x="17134" y="2681"/>
                    <a:pt x="17148" y="2673"/>
                    <a:pt x="17136" y="2649"/>
                  </a:cubicBezTo>
                  <a:cubicBezTo>
                    <a:pt x="17156" y="2580"/>
                    <a:pt x="17372" y="2391"/>
                    <a:pt x="17478" y="2391"/>
                  </a:cubicBezTo>
                  <a:cubicBezTo>
                    <a:pt x="17498" y="2391"/>
                    <a:pt x="17514" y="2398"/>
                    <a:pt x="17525" y="2413"/>
                  </a:cubicBezTo>
                  <a:lnTo>
                    <a:pt x="17630" y="2349"/>
                  </a:lnTo>
                  <a:cubicBezTo>
                    <a:pt x="17598" y="2300"/>
                    <a:pt x="17711" y="2235"/>
                    <a:pt x="17825" y="2170"/>
                  </a:cubicBezTo>
                  <a:cubicBezTo>
                    <a:pt x="17893" y="2123"/>
                    <a:pt x="17941" y="2093"/>
                    <a:pt x="17975" y="2093"/>
                  </a:cubicBezTo>
                  <a:cubicBezTo>
                    <a:pt x="17993" y="2093"/>
                    <a:pt x="18008" y="2102"/>
                    <a:pt x="18019" y="2122"/>
                  </a:cubicBezTo>
                  <a:cubicBezTo>
                    <a:pt x="18010" y="2152"/>
                    <a:pt x="18012" y="2167"/>
                    <a:pt x="18023" y="2167"/>
                  </a:cubicBezTo>
                  <a:cubicBezTo>
                    <a:pt x="18041" y="2167"/>
                    <a:pt x="18082" y="2127"/>
                    <a:pt x="18133" y="2057"/>
                  </a:cubicBezTo>
                  <a:cubicBezTo>
                    <a:pt x="18181" y="2024"/>
                    <a:pt x="18181" y="1886"/>
                    <a:pt x="18238" y="1854"/>
                  </a:cubicBezTo>
                  <a:cubicBezTo>
                    <a:pt x="18214" y="1789"/>
                    <a:pt x="18230" y="1716"/>
                    <a:pt x="18287" y="1684"/>
                  </a:cubicBezTo>
                  <a:lnTo>
                    <a:pt x="18319" y="1740"/>
                  </a:lnTo>
                  <a:lnTo>
                    <a:pt x="18384" y="1838"/>
                  </a:lnTo>
                  <a:cubicBezTo>
                    <a:pt x="18433" y="1805"/>
                    <a:pt x="18490" y="1781"/>
                    <a:pt x="18465" y="1724"/>
                  </a:cubicBezTo>
                  <a:lnTo>
                    <a:pt x="18465" y="1724"/>
                  </a:lnTo>
                  <a:cubicBezTo>
                    <a:pt x="18483" y="1730"/>
                    <a:pt x="18501" y="1732"/>
                    <a:pt x="18517" y="1732"/>
                  </a:cubicBezTo>
                  <a:cubicBezTo>
                    <a:pt x="18575" y="1732"/>
                    <a:pt x="18629" y="1702"/>
                    <a:pt x="18717" y="1651"/>
                  </a:cubicBezTo>
                  <a:cubicBezTo>
                    <a:pt x="18830" y="1586"/>
                    <a:pt x="18944" y="1522"/>
                    <a:pt x="18968" y="1441"/>
                  </a:cubicBezTo>
                  <a:cubicBezTo>
                    <a:pt x="18985" y="1451"/>
                    <a:pt x="19007" y="1456"/>
                    <a:pt x="19032" y="1456"/>
                  </a:cubicBezTo>
                  <a:cubicBezTo>
                    <a:pt x="19176" y="1456"/>
                    <a:pt x="19421" y="1298"/>
                    <a:pt x="19414" y="1181"/>
                  </a:cubicBezTo>
                  <a:cubicBezTo>
                    <a:pt x="19394" y="1141"/>
                    <a:pt x="19429" y="1112"/>
                    <a:pt x="19487" y="1112"/>
                  </a:cubicBezTo>
                  <a:cubicBezTo>
                    <a:pt x="19499" y="1112"/>
                    <a:pt x="19513" y="1113"/>
                    <a:pt x="19527" y="1116"/>
                  </a:cubicBezTo>
                  <a:cubicBezTo>
                    <a:pt x="19559" y="1125"/>
                    <a:pt x="19579" y="1130"/>
                    <a:pt x="19594" y="1130"/>
                  </a:cubicBezTo>
                  <a:cubicBezTo>
                    <a:pt x="19621" y="1130"/>
                    <a:pt x="19628" y="1112"/>
                    <a:pt x="19649" y="1059"/>
                  </a:cubicBezTo>
                  <a:cubicBezTo>
                    <a:pt x="19666" y="1016"/>
                    <a:pt x="19698" y="1000"/>
                    <a:pt x="19737" y="1000"/>
                  </a:cubicBezTo>
                  <a:cubicBezTo>
                    <a:pt x="19771" y="1000"/>
                    <a:pt x="19810" y="1012"/>
                    <a:pt x="19852" y="1027"/>
                  </a:cubicBezTo>
                  <a:cubicBezTo>
                    <a:pt x="19897" y="1062"/>
                    <a:pt x="19933" y="1077"/>
                    <a:pt x="19963" y="1077"/>
                  </a:cubicBezTo>
                  <a:cubicBezTo>
                    <a:pt x="20003" y="1077"/>
                    <a:pt x="20031" y="1049"/>
                    <a:pt x="20054" y="1003"/>
                  </a:cubicBezTo>
                  <a:cubicBezTo>
                    <a:pt x="20127" y="922"/>
                    <a:pt x="20225" y="865"/>
                    <a:pt x="20330" y="832"/>
                  </a:cubicBezTo>
                  <a:cubicBezTo>
                    <a:pt x="20435" y="735"/>
                    <a:pt x="20508" y="719"/>
                    <a:pt x="20427" y="678"/>
                  </a:cubicBezTo>
                  <a:cubicBezTo>
                    <a:pt x="20419" y="630"/>
                    <a:pt x="20435" y="581"/>
                    <a:pt x="20460" y="549"/>
                  </a:cubicBezTo>
                  <a:cubicBezTo>
                    <a:pt x="20511" y="507"/>
                    <a:pt x="20544" y="494"/>
                    <a:pt x="20560" y="494"/>
                  </a:cubicBezTo>
                  <a:cubicBezTo>
                    <a:pt x="20580" y="494"/>
                    <a:pt x="20570" y="518"/>
                    <a:pt x="20533" y="532"/>
                  </a:cubicBezTo>
                  <a:cubicBezTo>
                    <a:pt x="20403" y="622"/>
                    <a:pt x="20476" y="605"/>
                    <a:pt x="20557" y="646"/>
                  </a:cubicBezTo>
                  <a:cubicBezTo>
                    <a:pt x="20609" y="660"/>
                    <a:pt x="20663" y="669"/>
                    <a:pt x="20719" y="669"/>
                  </a:cubicBezTo>
                  <a:cubicBezTo>
                    <a:pt x="20759" y="669"/>
                    <a:pt x="20800" y="664"/>
                    <a:pt x="20841" y="654"/>
                  </a:cubicBezTo>
                  <a:cubicBezTo>
                    <a:pt x="20930" y="646"/>
                    <a:pt x="21027" y="638"/>
                    <a:pt x="21116" y="638"/>
                  </a:cubicBezTo>
                  <a:cubicBezTo>
                    <a:pt x="21237" y="683"/>
                    <a:pt x="21305" y="710"/>
                    <a:pt x="21345" y="710"/>
                  </a:cubicBezTo>
                  <a:cubicBezTo>
                    <a:pt x="21369" y="710"/>
                    <a:pt x="21383" y="700"/>
                    <a:pt x="21392" y="678"/>
                  </a:cubicBezTo>
                  <a:cubicBezTo>
                    <a:pt x="21420" y="618"/>
                    <a:pt x="21432" y="592"/>
                    <a:pt x="21432" y="592"/>
                  </a:cubicBezTo>
                  <a:lnTo>
                    <a:pt x="21432" y="592"/>
                  </a:lnTo>
                  <a:cubicBezTo>
                    <a:pt x="21433" y="592"/>
                    <a:pt x="21427" y="606"/>
                    <a:pt x="21416" y="630"/>
                  </a:cubicBezTo>
                  <a:cubicBezTo>
                    <a:pt x="21425" y="678"/>
                    <a:pt x="21538" y="735"/>
                    <a:pt x="21652" y="824"/>
                  </a:cubicBezTo>
                  <a:cubicBezTo>
                    <a:pt x="21765" y="914"/>
                    <a:pt x="21870" y="1019"/>
                    <a:pt x="21952" y="1141"/>
                  </a:cubicBezTo>
                  <a:cubicBezTo>
                    <a:pt x="22000" y="1197"/>
                    <a:pt x="22041" y="1246"/>
                    <a:pt x="22073" y="1246"/>
                  </a:cubicBezTo>
                  <a:lnTo>
                    <a:pt x="22016" y="1278"/>
                  </a:lnTo>
                  <a:cubicBezTo>
                    <a:pt x="21960" y="1303"/>
                    <a:pt x="21992" y="1368"/>
                    <a:pt x="22008" y="1497"/>
                  </a:cubicBezTo>
                  <a:cubicBezTo>
                    <a:pt x="22057" y="1668"/>
                    <a:pt x="22065" y="1854"/>
                    <a:pt x="22041" y="2032"/>
                  </a:cubicBezTo>
                  <a:cubicBezTo>
                    <a:pt x="21992" y="2292"/>
                    <a:pt x="21919" y="2478"/>
                    <a:pt x="21976" y="2495"/>
                  </a:cubicBezTo>
                  <a:cubicBezTo>
                    <a:pt x="21966" y="2535"/>
                    <a:pt x="21962" y="2550"/>
                    <a:pt x="21947" y="2550"/>
                  </a:cubicBezTo>
                  <a:cubicBezTo>
                    <a:pt x="21938" y="2550"/>
                    <a:pt x="21924" y="2544"/>
                    <a:pt x="21903" y="2535"/>
                  </a:cubicBezTo>
                  <a:cubicBezTo>
                    <a:pt x="21892" y="2508"/>
                    <a:pt x="21882" y="2497"/>
                    <a:pt x="21872" y="2497"/>
                  </a:cubicBezTo>
                  <a:cubicBezTo>
                    <a:pt x="21854" y="2497"/>
                    <a:pt x="21838" y="2538"/>
                    <a:pt x="21822" y="2576"/>
                  </a:cubicBezTo>
                  <a:cubicBezTo>
                    <a:pt x="21798" y="2640"/>
                    <a:pt x="21854" y="2657"/>
                    <a:pt x="21911" y="2681"/>
                  </a:cubicBezTo>
                  <a:cubicBezTo>
                    <a:pt x="21968" y="2705"/>
                    <a:pt x="21943" y="2770"/>
                    <a:pt x="21838" y="2867"/>
                  </a:cubicBezTo>
                  <a:cubicBezTo>
                    <a:pt x="21716" y="2997"/>
                    <a:pt x="21635" y="3167"/>
                    <a:pt x="21619" y="3338"/>
                  </a:cubicBezTo>
                  <a:cubicBezTo>
                    <a:pt x="21593" y="3390"/>
                    <a:pt x="21567" y="3436"/>
                    <a:pt x="21533" y="3436"/>
                  </a:cubicBezTo>
                  <a:cubicBezTo>
                    <a:pt x="21524" y="3436"/>
                    <a:pt x="21515" y="3433"/>
                    <a:pt x="21506" y="3427"/>
                  </a:cubicBezTo>
                  <a:cubicBezTo>
                    <a:pt x="21384" y="3467"/>
                    <a:pt x="21311" y="3597"/>
                    <a:pt x="21352" y="3719"/>
                  </a:cubicBezTo>
                  <a:cubicBezTo>
                    <a:pt x="21333" y="3751"/>
                    <a:pt x="21325" y="3765"/>
                    <a:pt x="21311" y="3765"/>
                  </a:cubicBezTo>
                  <a:cubicBezTo>
                    <a:pt x="21301" y="3765"/>
                    <a:pt x="21287" y="3757"/>
                    <a:pt x="21262" y="3743"/>
                  </a:cubicBezTo>
                  <a:cubicBezTo>
                    <a:pt x="21181" y="3767"/>
                    <a:pt x="21133" y="3735"/>
                    <a:pt x="21198" y="3857"/>
                  </a:cubicBezTo>
                  <a:cubicBezTo>
                    <a:pt x="21181" y="4011"/>
                    <a:pt x="21092" y="4148"/>
                    <a:pt x="20962" y="4238"/>
                  </a:cubicBezTo>
                  <a:cubicBezTo>
                    <a:pt x="20922" y="4286"/>
                    <a:pt x="20889" y="4343"/>
                    <a:pt x="20938" y="4376"/>
                  </a:cubicBezTo>
                  <a:cubicBezTo>
                    <a:pt x="20956" y="4387"/>
                    <a:pt x="20974" y="4399"/>
                    <a:pt x="20987" y="4408"/>
                  </a:cubicBezTo>
                  <a:cubicBezTo>
                    <a:pt x="20958" y="4406"/>
                    <a:pt x="20936" y="4405"/>
                    <a:pt x="20919" y="4405"/>
                  </a:cubicBezTo>
                  <a:cubicBezTo>
                    <a:pt x="20852" y="4405"/>
                    <a:pt x="20862" y="4425"/>
                    <a:pt x="20914" y="4521"/>
                  </a:cubicBezTo>
                  <a:cubicBezTo>
                    <a:pt x="20950" y="4546"/>
                    <a:pt x="20936" y="4584"/>
                    <a:pt x="20906" y="4584"/>
                  </a:cubicBezTo>
                  <a:cubicBezTo>
                    <a:pt x="20897" y="4584"/>
                    <a:pt x="20885" y="4580"/>
                    <a:pt x="20873" y="4570"/>
                  </a:cubicBezTo>
                  <a:cubicBezTo>
                    <a:pt x="20825" y="4578"/>
                    <a:pt x="20784" y="4603"/>
                    <a:pt x="20752" y="4643"/>
                  </a:cubicBezTo>
                  <a:cubicBezTo>
                    <a:pt x="20638" y="4854"/>
                    <a:pt x="20508" y="5057"/>
                    <a:pt x="20362" y="5243"/>
                  </a:cubicBezTo>
                  <a:cubicBezTo>
                    <a:pt x="20022" y="5640"/>
                    <a:pt x="19884" y="5778"/>
                    <a:pt x="19925" y="5819"/>
                  </a:cubicBezTo>
                  <a:cubicBezTo>
                    <a:pt x="19925" y="5908"/>
                    <a:pt x="19925" y="5908"/>
                    <a:pt x="19835" y="5916"/>
                  </a:cubicBezTo>
                  <a:cubicBezTo>
                    <a:pt x="19771" y="5924"/>
                    <a:pt x="19706" y="5957"/>
                    <a:pt x="19657" y="6013"/>
                  </a:cubicBezTo>
                  <a:cubicBezTo>
                    <a:pt x="19622" y="6048"/>
                    <a:pt x="19592" y="6079"/>
                    <a:pt x="19562" y="6079"/>
                  </a:cubicBezTo>
                  <a:cubicBezTo>
                    <a:pt x="19551" y="6079"/>
                    <a:pt x="19539" y="6074"/>
                    <a:pt x="19527" y="6062"/>
                  </a:cubicBezTo>
                  <a:cubicBezTo>
                    <a:pt x="19519" y="6151"/>
                    <a:pt x="19519" y="6151"/>
                    <a:pt x="19471" y="6200"/>
                  </a:cubicBezTo>
                  <a:cubicBezTo>
                    <a:pt x="19460" y="6187"/>
                    <a:pt x="19448" y="6180"/>
                    <a:pt x="19437" y="6180"/>
                  </a:cubicBezTo>
                  <a:cubicBezTo>
                    <a:pt x="19407" y="6180"/>
                    <a:pt x="19381" y="6224"/>
                    <a:pt x="19381" y="6289"/>
                  </a:cubicBezTo>
                  <a:cubicBezTo>
                    <a:pt x="19399" y="6360"/>
                    <a:pt x="19407" y="6392"/>
                    <a:pt x="19398" y="6392"/>
                  </a:cubicBezTo>
                  <a:cubicBezTo>
                    <a:pt x="19390" y="6392"/>
                    <a:pt x="19370" y="6370"/>
                    <a:pt x="19333" y="6329"/>
                  </a:cubicBezTo>
                  <a:cubicBezTo>
                    <a:pt x="19325" y="6322"/>
                    <a:pt x="19313" y="6319"/>
                    <a:pt x="19298" y="6319"/>
                  </a:cubicBezTo>
                  <a:cubicBezTo>
                    <a:pt x="19233" y="6319"/>
                    <a:pt x="19122" y="6378"/>
                    <a:pt x="19195" y="6378"/>
                  </a:cubicBezTo>
                  <a:cubicBezTo>
                    <a:pt x="19235" y="6419"/>
                    <a:pt x="19138" y="6508"/>
                    <a:pt x="19130" y="6597"/>
                  </a:cubicBezTo>
                  <a:cubicBezTo>
                    <a:pt x="19096" y="6626"/>
                    <a:pt x="19061" y="6654"/>
                    <a:pt x="19030" y="6654"/>
                  </a:cubicBezTo>
                  <a:cubicBezTo>
                    <a:pt x="19017" y="6654"/>
                    <a:pt x="19004" y="6649"/>
                    <a:pt x="18992" y="6638"/>
                  </a:cubicBezTo>
                  <a:cubicBezTo>
                    <a:pt x="18991" y="6637"/>
                    <a:pt x="18989" y="6637"/>
                    <a:pt x="18988" y="6637"/>
                  </a:cubicBezTo>
                  <a:cubicBezTo>
                    <a:pt x="18897" y="6637"/>
                    <a:pt x="18700" y="6890"/>
                    <a:pt x="18684" y="6978"/>
                  </a:cubicBezTo>
                  <a:cubicBezTo>
                    <a:pt x="18713" y="7007"/>
                    <a:pt x="18697" y="7039"/>
                    <a:pt x="18671" y="7039"/>
                  </a:cubicBezTo>
                  <a:cubicBezTo>
                    <a:pt x="18660" y="7039"/>
                    <a:pt x="18648" y="7033"/>
                    <a:pt x="18635" y="7019"/>
                  </a:cubicBezTo>
                  <a:cubicBezTo>
                    <a:pt x="18622" y="7003"/>
                    <a:pt x="18608" y="6996"/>
                    <a:pt x="18594" y="6996"/>
                  </a:cubicBezTo>
                  <a:cubicBezTo>
                    <a:pt x="18563" y="6996"/>
                    <a:pt x="18530" y="7024"/>
                    <a:pt x="18498" y="7051"/>
                  </a:cubicBezTo>
                  <a:cubicBezTo>
                    <a:pt x="18491" y="7087"/>
                    <a:pt x="18482" y="7101"/>
                    <a:pt x="18470" y="7101"/>
                  </a:cubicBezTo>
                  <a:cubicBezTo>
                    <a:pt x="18454" y="7101"/>
                    <a:pt x="18433" y="7072"/>
                    <a:pt x="18408" y="7043"/>
                  </a:cubicBezTo>
                  <a:cubicBezTo>
                    <a:pt x="18415" y="7011"/>
                    <a:pt x="18411" y="6998"/>
                    <a:pt x="18398" y="6998"/>
                  </a:cubicBezTo>
                  <a:cubicBezTo>
                    <a:pt x="18378" y="6998"/>
                    <a:pt x="18335" y="7031"/>
                    <a:pt x="18271" y="7075"/>
                  </a:cubicBezTo>
                  <a:cubicBezTo>
                    <a:pt x="18254" y="7165"/>
                    <a:pt x="18052" y="7327"/>
                    <a:pt x="17898" y="7440"/>
                  </a:cubicBezTo>
                  <a:cubicBezTo>
                    <a:pt x="17630" y="7627"/>
                    <a:pt x="17614" y="7708"/>
                    <a:pt x="17573" y="7886"/>
                  </a:cubicBezTo>
                  <a:lnTo>
                    <a:pt x="17590" y="8016"/>
                  </a:lnTo>
                  <a:lnTo>
                    <a:pt x="17517" y="7919"/>
                  </a:lnTo>
                  <a:cubicBezTo>
                    <a:pt x="17476" y="7878"/>
                    <a:pt x="17419" y="7837"/>
                    <a:pt x="17363" y="7805"/>
                  </a:cubicBezTo>
                  <a:lnTo>
                    <a:pt x="17363" y="7805"/>
                  </a:lnTo>
                  <a:cubicBezTo>
                    <a:pt x="17314" y="7846"/>
                    <a:pt x="17346" y="7894"/>
                    <a:pt x="17379" y="7943"/>
                  </a:cubicBezTo>
                  <a:cubicBezTo>
                    <a:pt x="17411" y="7992"/>
                    <a:pt x="17354" y="8032"/>
                    <a:pt x="17217" y="8048"/>
                  </a:cubicBezTo>
                  <a:cubicBezTo>
                    <a:pt x="17079" y="8073"/>
                    <a:pt x="17022" y="8105"/>
                    <a:pt x="16998" y="8194"/>
                  </a:cubicBezTo>
                  <a:cubicBezTo>
                    <a:pt x="16948" y="8230"/>
                    <a:pt x="16893" y="8253"/>
                    <a:pt x="16831" y="8253"/>
                  </a:cubicBezTo>
                  <a:cubicBezTo>
                    <a:pt x="16822" y="8253"/>
                    <a:pt x="16813" y="8252"/>
                    <a:pt x="16803" y="8251"/>
                  </a:cubicBezTo>
                  <a:cubicBezTo>
                    <a:pt x="16746" y="8283"/>
                    <a:pt x="16746" y="8283"/>
                    <a:pt x="16779" y="8332"/>
                  </a:cubicBezTo>
                  <a:cubicBezTo>
                    <a:pt x="16806" y="8373"/>
                    <a:pt x="16770" y="8409"/>
                    <a:pt x="16709" y="8409"/>
                  </a:cubicBezTo>
                  <a:cubicBezTo>
                    <a:pt x="16698" y="8409"/>
                    <a:pt x="16686" y="8408"/>
                    <a:pt x="16673" y="8405"/>
                  </a:cubicBezTo>
                  <a:cubicBezTo>
                    <a:pt x="16644" y="8387"/>
                    <a:pt x="16612" y="8380"/>
                    <a:pt x="16581" y="8380"/>
                  </a:cubicBezTo>
                  <a:cubicBezTo>
                    <a:pt x="16484" y="8380"/>
                    <a:pt x="16396" y="8449"/>
                    <a:pt x="16414" y="8486"/>
                  </a:cubicBezTo>
                  <a:cubicBezTo>
                    <a:pt x="16446" y="8535"/>
                    <a:pt x="16390" y="8567"/>
                    <a:pt x="16341" y="8600"/>
                  </a:cubicBezTo>
                  <a:cubicBezTo>
                    <a:pt x="16276" y="8632"/>
                    <a:pt x="16219" y="8689"/>
                    <a:pt x="16203" y="8754"/>
                  </a:cubicBezTo>
                  <a:lnTo>
                    <a:pt x="16090" y="8819"/>
                  </a:lnTo>
                  <a:cubicBezTo>
                    <a:pt x="16080" y="8824"/>
                    <a:pt x="16073" y="8826"/>
                    <a:pt x="16068" y="8826"/>
                  </a:cubicBezTo>
                  <a:cubicBezTo>
                    <a:pt x="16042" y="8826"/>
                    <a:pt x="16066" y="8765"/>
                    <a:pt x="16114" y="8737"/>
                  </a:cubicBezTo>
                  <a:lnTo>
                    <a:pt x="16025" y="8713"/>
                  </a:lnTo>
                  <a:cubicBezTo>
                    <a:pt x="15919" y="8778"/>
                    <a:pt x="15863" y="8810"/>
                    <a:pt x="15830" y="8900"/>
                  </a:cubicBezTo>
                  <a:cubicBezTo>
                    <a:pt x="15835" y="8973"/>
                    <a:pt x="15837" y="9007"/>
                    <a:pt x="15829" y="9007"/>
                  </a:cubicBezTo>
                  <a:cubicBezTo>
                    <a:pt x="15822" y="9007"/>
                    <a:pt x="15808" y="8981"/>
                    <a:pt x="15782" y="8932"/>
                  </a:cubicBezTo>
                  <a:cubicBezTo>
                    <a:pt x="15766" y="8902"/>
                    <a:pt x="15737" y="8887"/>
                    <a:pt x="15708" y="8887"/>
                  </a:cubicBezTo>
                  <a:cubicBezTo>
                    <a:pt x="15676" y="8887"/>
                    <a:pt x="15644" y="8906"/>
                    <a:pt x="15636" y="8940"/>
                  </a:cubicBezTo>
                  <a:cubicBezTo>
                    <a:pt x="15636" y="9017"/>
                    <a:pt x="15610" y="9043"/>
                    <a:pt x="15583" y="9043"/>
                  </a:cubicBezTo>
                  <a:cubicBezTo>
                    <a:pt x="15560" y="9043"/>
                    <a:pt x="15536" y="9027"/>
                    <a:pt x="15522" y="9005"/>
                  </a:cubicBezTo>
                  <a:cubicBezTo>
                    <a:pt x="15522" y="8945"/>
                    <a:pt x="15522" y="8911"/>
                    <a:pt x="15508" y="8911"/>
                  </a:cubicBezTo>
                  <a:cubicBezTo>
                    <a:pt x="15490" y="8911"/>
                    <a:pt x="15448" y="8969"/>
                    <a:pt x="15352" y="9102"/>
                  </a:cubicBezTo>
                  <a:cubicBezTo>
                    <a:pt x="15238" y="9159"/>
                    <a:pt x="15044" y="9337"/>
                    <a:pt x="14873" y="9435"/>
                  </a:cubicBezTo>
                  <a:cubicBezTo>
                    <a:pt x="14672" y="9543"/>
                    <a:pt x="14560" y="9600"/>
                    <a:pt x="14475" y="9600"/>
                  </a:cubicBezTo>
                  <a:cubicBezTo>
                    <a:pt x="14464" y="9600"/>
                    <a:pt x="14454" y="9599"/>
                    <a:pt x="14444" y="9597"/>
                  </a:cubicBezTo>
                  <a:cubicBezTo>
                    <a:pt x="14442" y="9593"/>
                    <a:pt x="14440" y="9590"/>
                    <a:pt x="14438" y="9587"/>
                  </a:cubicBezTo>
                  <a:lnTo>
                    <a:pt x="14438" y="9587"/>
                  </a:lnTo>
                  <a:cubicBezTo>
                    <a:pt x="14454" y="9658"/>
                    <a:pt x="14391" y="9693"/>
                    <a:pt x="14249" y="9767"/>
                  </a:cubicBezTo>
                  <a:cubicBezTo>
                    <a:pt x="14111" y="9783"/>
                    <a:pt x="13990" y="9873"/>
                    <a:pt x="13933" y="10002"/>
                  </a:cubicBezTo>
                  <a:lnTo>
                    <a:pt x="14047" y="9937"/>
                  </a:lnTo>
                  <a:lnTo>
                    <a:pt x="14047" y="9937"/>
                  </a:lnTo>
                  <a:cubicBezTo>
                    <a:pt x="14103" y="10043"/>
                    <a:pt x="14047" y="10075"/>
                    <a:pt x="13901" y="10083"/>
                  </a:cubicBezTo>
                  <a:cubicBezTo>
                    <a:pt x="13889" y="10090"/>
                    <a:pt x="13879" y="10093"/>
                    <a:pt x="13869" y="10093"/>
                  </a:cubicBezTo>
                  <a:cubicBezTo>
                    <a:pt x="13834" y="10093"/>
                    <a:pt x="13813" y="10049"/>
                    <a:pt x="13787" y="10010"/>
                  </a:cubicBezTo>
                  <a:cubicBezTo>
                    <a:pt x="13765" y="9971"/>
                    <a:pt x="13722" y="9947"/>
                    <a:pt x="13677" y="9947"/>
                  </a:cubicBezTo>
                  <a:cubicBezTo>
                    <a:pt x="13657" y="9947"/>
                    <a:pt x="13637" y="9952"/>
                    <a:pt x="13617" y="9962"/>
                  </a:cubicBezTo>
                  <a:cubicBezTo>
                    <a:pt x="13560" y="9994"/>
                    <a:pt x="13503" y="10018"/>
                    <a:pt x="13592" y="10043"/>
                  </a:cubicBezTo>
                  <a:cubicBezTo>
                    <a:pt x="13617" y="10100"/>
                    <a:pt x="13617" y="10100"/>
                    <a:pt x="13560" y="10124"/>
                  </a:cubicBezTo>
                  <a:cubicBezTo>
                    <a:pt x="13495" y="10156"/>
                    <a:pt x="13447" y="10205"/>
                    <a:pt x="13414" y="10270"/>
                  </a:cubicBezTo>
                  <a:cubicBezTo>
                    <a:pt x="13447" y="10327"/>
                    <a:pt x="13390" y="10351"/>
                    <a:pt x="13333" y="10383"/>
                  </a:cubicBezTo>
                  <a:cubicBezTo>
                    <a:pt x="13316" y="10381"/>
                    <a:pt x="13299" y="10380"/>
                    <a:pt x="13283" y="10380"/>
                  </a:cubicBezTo>
                  <a:cubicBezTo>
                    <a:pt x="13229" y="10380"/>
                    <a:pt x="13180" y="10391"/>
                    <a:pt x="13130" y="10416"/>
                  </a:cubicBezTo>
                  <a:cubicBezTo>
                    <a:pt x="13138" y="10433"/>
                    <a:pt x="13140" y="10439"/>
                    <a:pt x="13140" y="10439"/>
                  </a:cubicBezTo>
                  <a:cubicBezTo>
                    <a:pt x="13140" y="10439"/>
                    <a:pt x="13123" y="10401"/>
                    <a:pt x="13106" y="10367"/>
                  </a:cubicBezTo>
                  <a:cubicBezTo>
                    <a:pt x="13074" y="10327"/>
                    <a:pt x="13033" y="10302"/>
                    <a:pt x="12992" y="10286"/>
                  </a:cubicBezTo>
                  <a:cubicBezTo>
                    <a:pt x="12960" y="10302"/>
                    <a:pt x="12944" y="10343"/>
                    <a:pt x="12960" y="10375"/>
                  </a:cubicBezTo>
                  <a:cubicBezTo>
                    <a:pt x="12992" y="10432"/>
                    <a:pt x="11598" y="11113"/>
                    <a:pt x="11420" y="11194"/>
                  </a:cubicBezTo>
                  <a:cubicBezTo>
                    <a:pt x="11282" y="11202"/>
                    <a:pt x="11103" y="11283"/>
                    <a:pt x="11193" y="11308"/>
                  </a:cubicBezTo>
                  <a:cubicBezTo>
                    <a:pt x="11217" y="11364"/>
                    <a:pt x="10925" y="11502"/>
                    <a:pt x="10576" y="11664"/>
                  </a:cubicBezTo>
                  <a:cubicBezTo>
                    <a:pt x="10163" y="11851"/>
                    <a:pt x="9871" y="11989"/>
                    <a:pt x="9895" y="12045"/>
                  </a:cubicBezTo>
                  <a:lnTo>
                    <a:pt x="9717" y="12126"/>
                  </a:lnTo>
                  <a:cubicBezTo>
                    <a:pt x="9628" y="12183"/>
                    <a:pt x="9539" y="12248"/>
                    <a:pt x="9449" y="12313"/>
                  </a:cubicBezTo>
                  <a:cubicBezTo>
                    <a:pt x="9431" y="12359"/>
                    <a:pt x="9402" y="12387"/>
                    <a:pt x="9388" y="12387"/>
                  </a:cubicBezTo>
                  <a:cubicBezTo>
                    <a:pt x="9377" y="12387"/>
                    <a:pt x="9375" y="12372"/>
                    <a:pt x="9393" y="12337"/>
                  </a:cubicBezTo>
                  <a:cubicBezTo>
                    <a:pt x="9373" y="12291"/>
                    <a:pt x="9353" y="12250"/>
                    <a:pt x="9311" y="12250"/>
                  </a:cubicBezTo>
                  <a:cubicBezTo>
                    <a:pt x="9301" y="12250"/>
                    <a:pt x="9291" y="12252"/>
                    <a:pt x="9279" y="12256"/>
                  </a:cubicBezTo>
                  <a:cubicBezTo>
                    <a:pt x="9166" y="12313"/>
                    <a:pt x="9190" y="12362"/>
                    <a:pt x="9214" y="12418"/>
                  </a:cubicBezTo>
                  <a:cubicBezTo>
                    <a:pt x="9230" y="12451"/>
                    <a:pt x="9214" y="12483"/>
                    <a:pt x="9182" y="12499"/>
                  </a:cubicBezTo>
                  <a:cubicBezTo>
                    <a:pt x="9155" y="12510"/>
                    <a:pt x="9139" y="12515"/>
                    <a:pt x="9128" y="12515"/>
                  </a:cubicBezTo>
                  <a:cubicBezTo>
                    <a:pt x="9113" y="12515"/>
                    <a:pt x="9107" y="12504"/>
                    <a:pt x="9093" y="12475"/>
                  </a:cubicBezTo>
                  <a:lnTo>
                    <a:pt x="9044" y="12362"/>
                  </a:lnTo>
                  <a:lnTo>
                    <a:pt x="8987" y="12386"/>
                  </a:lnTo>
                  <a:cubicBezTo>
                    <a:pt x="9003" y="12418"/>
                    <a:pt x="8987" y="12459"/>
                    <a:pt x="8955" y="12467"/>
                  </a:cubicBezTo>
                  <a:cubicBezTo>
                    <a:pt x="8935" y="12478"/>
                    <a:pt x="8922" y="12486"/>
                    <a:pt x="8912" y="12486"/>
                  </a:cubicBezTo>
                  <a:cubicBezTo>
                    <a:pt x="8892" y="12486"/>
                    <a:pt x="8881" y="12460"/>
                    <a:pt x="8849" y="12386"/>
                  </a:cubicBezTo>
                  <a:cubicBezTo>
                    <a:pt x="8829" y="12342"/>
                    <a:pt x="8806" y="12321"/>
                    <a:pt x="8785" y="12321"/>
                  </a:cubicBezTo>
                  <a:cubicBezTo>
                    <a:pt x="8757" y="12321"/>
                    <a:pt x="8733" y="12362"/>
                    <a:pt x="8728" y="12443"/>
                  </a:cubicBezTo>
                  <a:lnTo>
                    <a:pt x="8639" y="12548"/>
                  </a:lnTo>
                  <a:cubicBezTo>
                    <a:pt x="8617" y="12533"/>
                    <a:pt x="8597" y="12526"/>
                    <a:pt x="8579" y="12526"/>
                  </a:cubicBezTo>
                  <a:cubicBezTo>
                    <a:pt x="8502" y="12526"/>
                    <a:pt x="8454" y="12645"/>
                    <a:pt x="8428" y="12710"/>
                  </a:cubicBezTo>
                  <a:cubicBezTo>
                    <a:pt x="8385" y="12676"/>
                    <a:pt x="8350" y="12660"/>
                    <a:pt x="8322" y="12660"/>
                  </a:cubicBezTo>
                  <a:cubicBezTo>
                    <a:pt x="8278" y="12660"/>
                    <a:pt x="8254" y="12703"/>
                    <a:pt x="8249" y="12783"/>
                  </a:cubicBezTo>
                  <a:cubicBezTo>
                    <a:pt x="8267" y="12825"/>
                    <a:pt x="8237" y="12849"/>
                    <a:pt x="8187" y="12849"/>
                  </a:cubicBezTo>
                  <a:cubicBezTo>
                    <a:pt x="8169" y="12849"/>
                    <a:pt x="8149" y="12846"/>
                    <a:pt x="8128" y="12840"/>
                  </a:cubicBezTo>
                  <a:cubicBezTo>
                    <a:pt x="8105" y="12831"/>
                    <a:pt x="8084" y="12827"/>
                    <a:pt x="8064" y="12827"/>
                  </a:cubicBezTo>
                  <a:cubicBezTo>
                    <a:pt x="8010" y="12827"/>
                    <a:pt x="7956" y="12854"/>
                    <a:pt x="7868" y="12889"/>
                  </a:cubicBezTo>
                  <a:cubicBezTo>
                    <a:pt x="7836" y="12970"/>
                    <a:pt x="7422" y="13156"/>
                    <a:pt x="6952" y="13367"/>
                  </a:cubicBezTo>
                  <a:cubicBezTo>
                    <a:pt x="6417" y="13602"/>
                    <a:pt x="6068" y="13756"/>
                    <a:pt x="6093" y="13813"/>
                  </a:cubicBezTo>
                  <a:cubicBezTo>
                    <a:pt x="6064" y="13825"/>
                    <a:pt x="6050" y="13831"/>
                    <a:pt x="6032" y="13831"/>
                  </a:cubicBezTo>
                  <a:cubicBezTo>
                    <a:pt x="6014" y="13831"/>
                    <a:pt x="5991" y="13825"/>
                    <a:pt x="5947" y="13813"/>
                  </a:cubicBezTo>
                  <a:cubicBezTo>
                    <a:pt x="5939" y="13794"/>
                    <a:pt x="5927" y="13784"/>
                    <a:pt x="5915" y="13784"/>
                  </a:cubicBezTo>
                  <a:cubicBezTo>
                    <a:pt x="5890" y="13784"/>
                    <a:pt x="5863" y="13826"/>
                    <a:pt x="5858" y="13918"/>
                  </a:cubicBezTo>
                  <a:cubicBezTo>
                    <a:pt x="5838" y="13967"/>
                    <a:pt x="5839" y="14006"/>
                    <a:pt x="5833" y="14006"/>
                  </a:cubicBezTo>
                  <a:cubicBezTo>
                    <a:pt x="5828" y="14006"/>
                    <a:pt x="5820" y="13988"/>
                    <a:pt x="5801" y="13943"/>
                  </a:cubicBezTo>
                  <a:cubicBezTo>
                    <a:pt x="5794" y="13930"/>
                    <a:pt x="5781" y="13924"/>
                    <a:pt x="5761" y="13924"/>
                  </a:cubicBezTo>
                  <a:cubicBezTo>
                    <a:pt x="5704" y="13924"/>
                    <a:pt x="5593" y="13971"/>
                    <a:pt x="5420" y="14048"/>
                  </a:cubicBezTo>
                  <a:cubicBezTo>
                    <a:pt x="5241" y="14129"/>
                    <a:pt x="5006" y="14234"/>
                    <a:pt x="5031" y="14291"/>
                  </a:cubicBezTo>
                  <a:cubicBezTo>
                    <a:pt x="4983" y="14347"/>
                    <a:pt x="4961" y="14374"/>
                    <a:pt x="4955" y="14374"/>
                  </a:cubicBezTo>
                  <a:cubicBezTo>
                    <a:pt x="4951" y="14374"/>
                    <a:pt x="4959" y="14353"/>
                    <a:pt x="4974" y="14316"/>
                  </a:cubicBezTo>
                  <a:cubicBezTo>
                    <a:pt x="4977" y="14268"/>
                    <a:pt x="4941" y="14246"/>
                    <a:pt x="4887" y="14246"/>
                  </a:cubicBezTo>
                  <a:cubicBezTo>
                    <a:pt x="4787" y="14246"/>
                    <a:pt x="4624" y="14323"/>
                    <a:pt x="4544" y="14445"/>
                  </a:cubicBezTo>
                  <a:cubicBezTo>
                    <a:pt x="4508" y="14464"/>
                    <a:pt x="4474" y="14479"/>
                    <a:pt x="4446" y="14479"/>
                  </a:cubicBezTo>
                  <a:cubicBezTo>
                    <a:pt x="4426" y="14479"/>
                    <a:pt x="4409" y="14470"/>
                    <a:pt x="4398" y="14445"/>
                  </a:cubicBezTo>
                  <a:cubicBezTo>
                    <a:pt x="4301" y="14494"/>
                    <a:pt x="4212" y="14559"/>
                    <a:pt x="4131" y="14640"/>
                  </a:cubicBezTo>
                  <a:cubicBezTo>
                    <a:pt x="4074" y="14664"/>
                    <a:pt x="3839" y="14770"/>
                    <a:pt x="3717" y="14826"/>
                  </a:cubicBezTo>
                  <a:cubicBezTo>
                    <a:pt x="3644" y="14867"/>
                    <a:pt x="3571" y="14924"/>
                    <a:pt x="3515" y="14989"/>
                  </a:cubicBezTo>
                  <a:lnTo>
                    <a:pt x="3458" y="15013"/>
                  </a:lnTo>
                  <a:cubicBezTo>
                    <a:pt x="3454" y="15006"/>
                    <a:pt x="3445" y="15003"/>
                    <a:pt x="3431" y="15003"/>
                  </a:cubicBezTo>
                  <a:cubicBezTo>
                    <a:pt x="3348" y="15003"/>
                    <a:pt x="3082" y="15122"/>
                    <a:pt x="2728" y="15288"/>
                  </a:cubicBezTo>
                  <a:cubicBezTo>
                    <a:pt x="2350" y="15478"/>
                    <a:pt x="2021" y="15631"/>
                    <a:pt x="1913" y="15631"/>
                  </a:cubicBezTo>
                  <a:cubicBezTo>
                    <a:pt x="1905" y="15631"/>
                    <a:pt x="1898" y="15631"/>
                    <a:pt x="1893" y="15629"/>
                  </a:cubicBezTo>
                  <a:cubicBezTo>
                    <a:pt x="1852" y="15653"/>
                    <a:pt x="1820" y="15694"/>
                    <a:pt x="1804" y="15743"/>
                  </a:cubicBezTo>
                  <a:cubicBezTo>
                    <a:pt x="1804" y="15850"/>
                    <a:pt x="1769" y="15889"/>
                    <a:pt x="1711" y="15889"/>
                  </a:cubicBezTo>
                  <a:cubicBezTo>
                    <a:pt x="1695" y="15889"/>
                    <a:pt x="1677" y="15886"/>
                    <a:pt x="1658" y="15880"/>
                  </a:cubicBezTo>
                  <a:cubicBezTo>
                    <a:pt x="1635" y="15865"/>
                    <a:pt x="1606" y="15858"/>
                    <a:pt x="1575" y="15858"/>
                  </a:cubicBezTo>
                  <a:cubicBezTo>
                    <a:pt x="1511" y="15858"/>
                    <a:pt x="1438" y="15887"/>
                    <a:pt x="1385" y="15932"/>
                  </a:cubicBezTo>
                  <a:lnTo>
                    <a:pt x="1385" y="15932"/>
                  </a:lnTo>
                  <a:cubicBezTo>
                    <a:pt x="1375" y="15918"/>
                    <a:pt x="1362" y="15904"/>
                    <a:pt x="1350" y="15888"/>
                  </a:cubicBezTo>
                  <a:lnTo>
                    <a:pt x="1301" y="15937"/>
                  </a:lnTo>
                  <a:cubicBezTo>
                    <a:pt x="1301" y="15970"/>
                    <a:pt x="1308" y="16003"/>
                    <a:pt x="1321" y="16030"/>
                  </a:cubicBezTo>
                  <a:lnTo>
                    <a:pt x="1321" y="16030"/>
                  </a:lnTo>
                  <a:cubicBezTo>
                    <a:pt x="1318" y="16040"/>
                    <a:pt x="1317" y="16049"/>
                    <a:pt x="1317" y="16059"/>
                  </a:cubicBezTo>
                  <a:lnTo>
                    <a:pt x="1285" y="16002"/>
                  </a:lnTo>
                  <a:cubicBezTo>
                    <a:pt x="1264" y="15986"/>
                    <a:pt x="1241" y="15979"/>
                    <a:pt x="1219" y="15979"/>
                  </a:cubicBezTo>
                  <a:cubicBezTo>
                    <a:pt x="1127" y="15979"/>
                    <a:pt x="1032" y="16094"/>
                    <a:pt x="1025" y="16205"/>
                  </a:cubicBezTo>
                  <a:cubicBezTo>
                    <a:pt x="986" y="16193"/>
                    <a:pt x="948" y="16181"/>
                    <a:pt x="914" y="16181"/>
                  </a:cubicBezTo>
                  <a:cubicBezTo>
                    <a:pt x="878" y="16181"/>
                    <a:pt x="848" y="16195"/>
                    <a:pt x="831" y="16237"/>
                  </a:cubicBezTo>
                  <a:cubicBezTo>
                    <a:pt x="811" y="16249"/>
                    <a:pt x="798" y="16256"/>
                    <a:pt x="787" y="16256"/>
                  </a:cubicBezTo>
                  <a:cubicBezTo>
                    <a:pt x="767" y="16256"/>
                    <a:pt x="754" y="16232"/>
                    <a:pt x="717" y="16164"/>
                  </a:cubicBezTo>
                  <a:cubicBezTo>
                    <a:pt x="698" y="16119"/>
                    <a:pt x="673" y="16074"/>
                    <a:pt x="635" y="16074"/>
                  </a:cubicBezTo>
                  <a:cubicBezTo>
                    <a:pt x="626" y="16074"/>
                    <a:pt x="615" y="16076"/>
                    <a:pt x="604" y="16083"/>
                  </a:cubicBezTo>
                  <a:cubicBezTo>
                    <a:pt x="547" y="16115"/>
                    <a:pt x="580" y="16164"/>
                    <a:pt x="604" y="16221"/>
                  </a:cubicBezTo>
                  <a:lnTo>
                    <a:pt x="490" y="16278"/>
                  </a:lnTo>
                  <a:cubicBezTo>
                    <a:pt x="458" y="16294"/>
                    <a:pt x="442" y="16334"/>
                    <a:pt x="458" y="16359"/>
                  </a:cubicBezTo>
                  <a:cubicBezTo>
                    <a:pt x="490" y="16415"/>
                    <a:pt x="434" y="16448"/>
                    <a:pt x="377" y="16472"/>
                  </a:cubicBezTo>
                  <a:cubicBezTo>
                    <a:pt x="370" y="16461"/>
                    <a:pt x="363" y="16457"/>
                    <a:pt x="357" y="16457"/>
                  </a:cubicBezTo>
                  <a:cubicBezTo>
                    <a:pt x="339" y="16457"/>
                    <a:pt x="338" y="16510"/>
                    <a:pt x="401" y="16529"/>
                  </a:cubicBezTo>
                  <a:cubicBezTo>
                    <a:pt x="434" y="16578"/>
                    <a:pt x="458" y="16634"/>
                    <a:pt x="401" y="16667"/>
                  </a:cubicBezTo>
                  <a:lnTo>
                    <a:pt x="458" y="16772"/>
                  </a:lnTo>
                  <a:cubicBezTo>
                    <a:pt x="511" y="16870"/>
                    <a:pt x="535" y="16919"/>
                    <a:pt x="655" y="16919"/>
                  </a:cubicBezTo>
                  <a:cubicBezTo>
                    <a:pt x="665" y="16919"/>
                    <a:pt x="674" y="16919"/>
                    <a:pt x="685" y="16918"/>
                  </a:cubicBezTo>
                  <a:cubicBezTo>
                    <a:pt x="936" y="16853"/>
                    <a:pt x="1131" y="16821"/>
                    <a:pt x="1074" y="16715"/>
                  </a:cubicBezTo>
                  <a:cubicBezTo>
                    <a:pt x="1090" y="16667"/>
                    <a:pt x="1123" y="16626"/>
                    <a:pt x="1163" y="16602"/>
                  </a:cubicBezTo>
                  <a:cubicBezTo>
                    <a:pt x="1192" y="16592"/>
                    <a:pt x="1220" y="16589"/>
                    <a:pt x="1247" y="16589"/>
                  </a:cubicBezTo>
                  <a:cubicBezTo>
                    <a:pt x="1266" y="16589"/>
                    <a:pt x="1284" y="16590"/>
                    <a:pt x="1301" y="16594"/>
                  </a:cubicBezTo>
                  <a:cubicBezTo>
                    <a:pt x="1307" y="16604"/>
                    <a:pt x="1319" y="16609"/>
                    <a:pt x="1337" y="16609"/>
                  </a:cubicBezTo>
                  <a:cubicBezTo>
                    <a:pt x="1417" y="16609"/>
                    <a:pt x="1612" y="16511"/>
                    <a:pt x="1844" y="16391"/>
                  </a:cubicBezTo>
                  <a:cubicBezTo>
                    <a:pt x="2145" y="16241"/>
                    <a:pt x="2313" y="16160"/>
                    <a:pt x="2410" y="16160"/>
                  </a:cubicBezTo>
                  <a:cubicBezTo>
                    <a:pt x="2422" y="16160"/>
                    <a:pt x="2434" y="16161"/>
                    <a:pt x="2444" y="16164"/>
                  </a:cubicBezTo>
                  <a:cubicBezTo>
                    <a:pt x="2465" y="16172"/>
                    <a:pt x="2487" y="16176"/>
                    <a:pt x="2510" y="16176"/>
                  </a:cubicBezTo>
                  <a:cubicBezTo>
                    <a:pt x="2533" y="16176"/>
                    <a:pt x="2558" y="16172"/>
                    <a:pt x="2582" y="16164"/>
                  </a:cubicBezTo>
                  <a:cubicBezTo>
                    <a:pt x="2558" y="16107"/>
                    <a:pt x="2898" y="15937"/>
                    <a:pt x="3304" y="15751"/>
                  </a:cubicBezTo>
                  <a:cubicBezTo>
                    <a:pt x="3709" y="15556"/>
                    <a:pt x="4114" y="15370"/>
                    <a:pt x="4090" y="15313"/>
                  </a:cubicBezTo>
                  <a:lnTo>
                    <a:pt x="4204" y="15256"/>
                  </a:lnTo>
                  <a:cubicBezTo>
                    <a:pt x="4211" y="15273"/>
                    <a:pt x="4227" y="15280"/>
                    <a:pt x="4248" y="15280"/>
                  </a:cubicBezTo>
                  <a:cubicBezTo>
                    <a:pt x="4300" y="15280"/>
                    <a:pt x="4383" y="15242"/>
                    <a:pt x="4463" y="15207"/>
                  </a:cubicBezTo>
                  <a:cubicBezTo>
                    <a:pt x="4520" y="15143"/>
                    <a:pt x="4593" y="15086"/>
                    <a:pt x="4674" y="15045"/>
                  </a:cubicBezTo>
                  <a:cubicBezTo>
                    <a:pt x="4683" y="15067"/>
                    <a:pt x="4697" y="15075"/>
                    <a:pt x="4716" y="15075"/>
                  </a:cubicBezTo>
                  <a:cubicBezTo>
                    <a:pt x="4749" y="15075"/>
                    <a:pt x="4798" y="15051"/>
                    <a:pt x="4869" y="15021"/>
                  </a:cubicBezTo>
                  <a:cubicBezTo>
                    <a:pt x="4990" y="14964"/>
                    <a:pt x="5047" y="14940"/>
                    <a:pt x="5023" y="14883"/>
                  </a:cubicBezTo>
                  <a:cubicBezTo>
                    <a:pt x="5079" y="14859"/>
                    <a:pt x="5493" y="14672"/>
                    <a:pt x="5687" y="14648"/>
                  </a:cubicBezTo>
                  <a:cubicBezTo>
                    <a:pt x="5699" y="14651"/>
                    <a:pt x="5710" y="14653"/>
                    <a:pt x="5720" y="14653"/>
                  </a:cubicBezTo>
                  <a:cubicBezTo>
                    <a:pt x="5785" y="14653"/>
                    <a:pt x="5813" y="14589"/>
                    <a:pt x="5841" y="14518"/>
                  </a:cubicBezTo>
                  <a:cubicBezTo>
                    <a:pt x="5825" y="14453"/>
                    <a:pt x="5850" y="14380"/>
                    <a:pt x="5914" y="14356"/>
                  </a:cubicBezTo>
                  <a:cubicBezTo>
                    <a:pt x="5914" y="14356"/>
                    <a:pt x="5939" y="14405"/>
                    <a:pt x="5963" y="14462"/>
                  </a:cubicBezTo>
                  <a:cubicBezTo>
                    <a:pt x="5941" y="14506"/>
                    <a:pt x="5931" y="14526"/>
                    <a:pt x="5946" y="14526"/>
                  </a:cubicBezTo>
                  <a:cubicBezTo>
                    <a:pt x="5959" y="14526"/>
                    <a:pt x="5989" y="14512"/>
                    <a:pt x="6044" y="14486"/>
                  </a:cubicBezTo>
                  <a:lnTo>
                    <a:pt x="6158" y="14437"/>
                  </a:lnTo>
                  <a:cubicBezTo>
                    <a:pt x="6133" y="14380"/>
                    <a:pt x="6425" y="14251"/>
                    <a:pt x="6839" y="14064"/>
                  </a:cubicBezTo>
                  <a:cubicBezTo>
                    <a:pt x="7374" y="13829"/>
                    <a:pt x="7544" y="13756"/>
                    <a:pt x="7520" y="13699"/>
                  </a:cubicBezTo>
                  <a:cubicBezTo>
                    <a:pt x="7495" y="13643"/>
                    <a:pt x="7560" y="13618"/>
                    <a:pt x="7763" y="13594"/>
                  </a:cubicBezTo>
                  <a:cubicBezTo>
                    <a:pt x="7864" y="13596"/>
                    <a:pt x="7941" y="13597"/>
                    <a:pt x="8000" y="13597"/>
                  </a:cubicBezTo>
                  <a:cubicBezTo>
                    <a:pt x="8186" y="13597"/>
                    <a:pt x="8192" y="13583"/>
                    <a:pt x="8217" y="13521"/>
                  </a:cubicBezTo>
                  <a:lnTo>
                    <a:pt x="8217" y="13521"/>
                  </a:lnTo>
                  <a:cubicBezTo>
                    <a:pt x="8208" y="13525"/>
                    <a:pt x="8199" y="13527"/>
                    <a:pt x="8192" y="13527"/>
                  </a:cubicBezTo>
                  <a:cubicBezTo>
                    <a:pt x="8152" y="13527"/>
                    <a:pt x="8132" y="13479"/>
                    <a:pt x="8112" y="13432"/>
                  </a:cubicBezTo>
                  <a:cubicBezTo>
                    <a:pt x="8083" y="13369"/>
                    <a:pt x="8091" y="13335"/>
                    <a:pt x="8127" y="13335"/>
                  </a:cubicBezTo>
                  <a:cubicBezTo>
                    <a:pt x="8151" y="13335"/>
                    <a:pt x="8187" y="13350"/>
                    <a:pt x="8233" y="13383"/>
                  </a:cubicBezTo>
                  <a:cubicBezTo>
                    <a:pt x="8238" y="13394"/>
                    <a:pt x="8252" y="13399"/>
                    <a:pt x="8273" y="13399"/>
                  </a:cubicBezTo>
                  <a:cubicBezTo>
                    <a:pt x="8451" y="13399"/>
                    <a:pt x="9142" y="13028"/>
                    <a:pt x="9149" y="12905"/>
                  </a:cubicBezTo>
                  <a:lnTo>
                    <a:pt x="9174" y="12962"/>
                  </a:lnTo>
                  <a:cubicBezTo>
                    <a:pt x="9182" y="12978"/>
                    <a:pt x="9193" y="12986"/>
                    <a:pt x="9213" y="12986"/>
                  </a:cubicBezTo>
                  <a:cubicBezTo>
                    <a:pt x="9255" y="12986"/>
                    <a:pt x="9334" y="12951"/>
                    <a:pt x="9498" y="12881"/>
                  </a:cubicBezTo>
                  <a:lnTo>
                    <a:pt x="9668" y="12799"/>
                  </a:lnTo>
                  <a:cubicBezTo>
                    <a:pt x="9628" y="12712"/>
                    <a:pt x="9882" y="12625"/>
                    <a:pt x="9985" y="12625"/>
                  </a:cubicBezTo>
                  <a:cubicBezTo>
                    <a:pt x="10006" y="12625"/>
                    <a:pt x="10021" y="12629"/>
                    <a:pt x="10025" y="12637"/>
                  </a:cubicBezTo>
                  <a:cubicBezTo>
                    <a:pt x="10060" y="12651"/>
                    <a:pt x="10080" y="12659"/>
                    <a:pt x="10101" y="12659"/>
                  </a:cubicBezTo>
                  <a:cubicBezTo>
                    <a:pt x="10129" y="12659"/>
                    <a:pt x="10158" y="12645"/>
                    <a:pt x="10228" y="12613"/>
                  </a:cubicBezTo>
                  <a:cubicBezTo>
                    <a:pt x="10330" y="12459"/>
                    <a:pt x="10549" y="12376"/>
                    <a:pt x="10649" y="12376"/>
                  </a:cubicBezTo>
                  <a:cubicBezTo>
                    <a:pt x="10675" y="12376"/>
                    <a:pt x="10693" y="12382"/>
                    <a:pt x="10698" y="12394"/>
                  </a:cubicBezTo>
                  <a:lnTo>
                    <a:pt x="10820" y="12337"/>
                  </a:lnTo>
                  <a:cubicBezTo>
                    <a:pt x="10852" y="12256"/>
                    <a:pt x="10966" y="12199"/>
                    <a:pt x="11030" y="12175"/>
                  </a:cubicBezTo>
                  <a:cubicBezTo>
                    <a:pt x="11201" y="12094"/>
                    <a:pt x="11266" y="12062"/>
                    <a:pt x="11176" y="12037"/>
                  </a:cubicBezTo>
                  <a:cubicBezTo>
                    <a:pt x="11152" y="11981"/>
                    <a:pt x="11128" y="11932"/>
                    <a:pt x="11184" y="11899"/>
                  </a:cubicBezTo>
                  <a:lnTo>
                    <a:pt x="11209" y="11956"/>
                  </a:lnTo>
                  <a:cubicBezTo>
                    <a:pt x="11214" y="11968"/>
                    <a:pt x="11226" y="11974"/>
                    <a:pt x="11245" y="11974"/>
                  </a:cubicBezTo>
                  <a:cubicBezTo>
                    <a:pt x="11312" y="11974"/>
                    <a:pt x="11462" y="11901"/>
                    <a:pt x="11647" y="11818"/>
                  </a:cubicBezTo>
                  <a:cubicBezTo>
                    <a:pt x="11895" y="11694"/>
                    <a:pt x="12020" y="11635"/>
                    <a:pt x="12102" y="11635"/>
                  </a:cubicBezTo>
                  <a:cubicBezTo>
                    <a:pt x="12116" y="11635"/>
                    <a:pt x="12129" y="11636"/>
                    <a:pt x="12141" y="11640"/>
                  </a:cubicBezTo>
                  <a:lnTo>
                    <a:pt x="12174" y="11559"/>
                  </a:lnTo>
                  <a:cubicBezTo>
                    <a:pt x="12195" y="11506"/>
                    <a:pt x="12230" y="11477"/>
                    <a:pt x="12258" y="11477"/>
                  </a:cubicBezTo>
                  <a:cubicBezTo>
                    <a:pt x="12273" y="11477"/>
                    <a:pt x="12287" y="11485"/>
                    <a:pt x="12295" y="11502"/>
                  </a:cubicBezTo>
                  <a:cubicBezTo>
                    <a:pt x="12303" y="11504"/>
                    <a:pt x="12312" y="11506"/>
                    <a:pt x="12321" y="11506"/>
                  </a:cubicBezTo>
                  <a:cubicBezTo>
                    <a:pt x="12419" y="11506"/>
                    <a:pt x="12620" y="11403"/>
                    <a:pt x="12701" y="11299"/>
                  </a:cubicBezTo>
                  <a:lnTo>
                    <a:pt x="12822" y="11243"/>
                  </a:lnTo>
                  <a:cubicBezTo>
                    <a:pt x="12855" y="11262"/>
                    <a:pt x="12890" y="11271"/>
                    <a:pt x="12924" y="11271"/>
                  </a:cubicBezTo>
                  <a:cubicBezTo>
                    <a:pt x="13016" y="11271"/>
                    <a:pt x="13102" y="11204"/>
                    <a:pt x="13114" y="11097"/>
                  </a:cubicBezTo>
                  <a:cubicBezTo>
                    <a:pt x="13124" y="11120"/>
                    <a:pt x="13139" y="11128"/>
                    <a:pt x="13158" y="11128"/>
                  </a:cubicBezTo>
                  <a:cubicBezTo>
                    <a:pt x="13185" y="11128"/>
                    <a:pt x="13218" y="11111"/>
                    <a:pt x="13252" y="11097"/>
                  </a:cubicBezTo>
                  <a:cubicBezTo>
                    <a:pt x="13327" y="11001"/>
                    <a:pt x="13507" y="10899"/>
                    <a:pt x="13575" y="10899"/>
                  </a:cubicBezTo>
                  <a:cubicBezTo>
                    <a:pt x="13588" y="10899"/>
                    <a:pt x="13597" y="10903"/>
                    <a:pt x="13601" y="10910"/>
                  </a:cubicBezTo>
                  <a:lnTo>
                    <a:pt x="13665" y="10886"/>
                  </a:lnTo>
                  <a:cubicBezTo>
                    <a:pt x="13690" y="10813"/>
                    <a:pt x="13738" y="10764"/>
                    <a:pt x="13811" y="10740"/>
                  </a:cubicBezTo>
                  <a:cubicBezTo>
                    <a:pt x="13876" y="10716"/>
                    <a:pt x="13925" y="10659"/>
                    <a:pt x="13957" y="10594"/>
                  </a:cubicBezTo>
                  <a:cubicBezTo>
                    <a:pt x="13965" y="10545"/>
                    <a:pt x="13998" y="10513"/>
                    <a:pt x="14038" y="10481"/>
                  </a:cubicBezTo>
                  <a:cubicBezTo>
                    <a:pt x="14046" y="10478"/>
                    <a:pt x="14053" y="10476"/>
                    <a:pt x="14058" y="10476"/>
                  </a:cubicBezTo>
                  <a:cubicBezTo>
                    <a:pt x="14095" y="10476"/>
                    <a:pt x="14067" y="10547"/>
                    <a:pt x="14038" y="10618"/>
                  </a:cubicBezTo>
                  <a:cubicBezTo>
                    <a:pt x="14011" y="10653"/>
                    <a:pt x="14009" y="10669"/>
                    <a:pt x="14022" y="10669"/>
                  </a:cubicBezTo>
                  <a:cubicBezTo>
                    <a:pt x="14051" y="10669"/>
                    <a:pt x="14162" y="10584"/>
                    <a:pt x="14241" y="10448"/>
                  </a:cubicBezTo>
                  <a:cubicBezTo>
                    <a:pt x="14300" y="10342"/>
                    <a:pt x="14329" y="10292"/>
                    <a:pt x="14334" y="10292"/>
                  </a:cubicBezTo>
                  <a:lnTo>
                    <a:pt x="14334" y="10292"/>
                  </a:lnTo>
                  <a:cubicBezTo>
                    <a:pt x="14339" y="10292"/>
                    <a:pt x="14325" y="10334"/>
                    <a:pt x="14298" y="10416"/>
                  </a:cubicBezTo>
                  <a:cubicBezTo>
                    <a:pt x="14282" y="10468"/>
                    <a:pt x="14263" y="10520"/>
                    <a:pt x="14275" y="10520"/>
                  </a:cubicBezTo>
                  <a:cubicBezTo>
                    <a:pt x="14282" y="10520"/>
                    <a:pt x="14299" y="10505"/>
                    <a:pt x="14330" y="10464"/>
                  </a:cubicBezTo>
                  <a:cubicBezTo>
                    <a:pt x="14330" y="10464"/>
                    <a:pt x="14444" y="10408"/>
                    <a:pt x="14411" y="10351"/>
                  </a:cubicBezTo>
                  <a:lnTo>
                    <a:pt x="14582" y="10262"/>
                  </a:lnTo>
                  <a:cubicBezTo>
                    <a:pt x="14679" y="10262"/>
                    <a:pt x="14768" y="10237"/>
                    <a:pt x="14841" y="10197"/>
                  </a:cubicBezTo>
                  <a:cubicBezTo>
                    <a:pt x="14862" y="10138"/>
                    <a:pt x="14870" y="10118"/>
                    <a:pt x="14895" y="10118"/>
                  </a:cubicBezTo>
                  <a:cubicBezTo>
                    <a:pt x="14908" y="10118"/>
                    <a:pt x="14927" y="10124"/>
                    <a:pt x="14955" y="10132"/>
                  </a:cubicBezTo>
                  <a:cubicBezTo>
                    <a:pt x="14965" y="10148"/>
                    <a:pt x="14978" y="10156"/>
                    <a:pt x="14989" y="10156"/>
                  </a:cubicBezTo>
                  <a:cubicBezTo>
                    <a:pt x="15012" y="10156"/>
                    <a:pt x="15025" y="10122"/>
                    <a:pt x="14987" y="10051"/>
                  </a:cubicBezTo>
                  <a:cubicBezTo>
                    <a:pt x="15000" y="9986"/>
                    <a:pt x="15055" y="9947"/>
                    <a:pt x="15114" y="9947"/>
                  </a:cubicBezTo>
                  <a:cubicBezTo>
                    <a:pt x="15129" y="9947"/>
                    <a:pt x="15143" y="9949"/>
                    <a:pt x="15157" y="9954"/>
                  </a:cubicBezTo>
                  <a:cubicBezTo>
                    <a:pt x="15185" y="10005"/>
                    <a:pt x="15213" y="10024"/>
                    <a:pt x="15231" y="10024"/>
                  </a:cubicBezTo>
                  <a:cubicBezTo>
                    <a:pt x="15250" y="10024"/>
                    <a:pt x="15259" y="10003"/>
                    <a:pt x="15246" y="9978"/>
                  </a:cubicBezTo>
                  <a:cubicBezTo>
                    <a:pt x="15255" y="9929"/>
                    <a:pt x="15287" y="9889"/>
                    <a:pt x="15328" y="9864"/>
                  </a:cubicBezTo>
                  <a:cubicBezTo>
                    <a:pt x="15330" y="9868"/>
                    <a:pt x="15336" y="9870"/>
                    <a:pt x="15344" y="9870"/>
                  </a:cubicBezTo>
                  <a:cubicBezTo>
                    <a:pt x="15441" y="9870"/>
                    <a:pt x="15919" y="9614"/>
                    <a:pt x="16390" y="9337"/>
                  </a:cubicBezTo>
                  <a:cubicBezTo>
                    <a:pt x="16446" y="9297"/>
                    <a:pt x="16471" y="9224"/>
                    <a:pt x="16446" y="9167"/>
                  </a:cubicBezTo>
                  <a:cubicBezTo>
                    <a:pt x="16416" y="9118"/>
                    <a:pt x="16407" y="9102"/>
                    <a:pt x="16415" y="9102"/>
                  </a:cubicBezTo>
                  <a:cubicBezTo>
                    <a:pt x="16425" y="9102"/>
                    <a:pt x="16456" y="9122"/>
                    <a:pt x="16503" y="9135"/>
                  </a:cubicBezTo>
                  <a:cubicBezTo>
                    <a:pt x="16556" y="9176"/>
                    <a:pt x="16605" y="9194"/>
                    <a:pt x="16638" y="9194"/>
                  </a:cubicBezTo>
                  <a:cubicBezTo>
                    <a:pt x="16697" y="9194"/>
                    <a:pt x="16710" y="9139"/>
                    <a:pt x="16617" y="9062"/>
                  </a:cubicBezTo>
                  <a:cubicBezTo>
                    <a:pt x="16545" y="9024"/>
                    <a:pt x="16516" y="9008"/>
                    <a:pt x="16540" y="9008"/>
                  </a:cubicBezTo>
                  <a:cubicBezTo>
                    <a:pt x="16556" y="9008"/>
                    <a:pt x="16600" y="9016"/>
                    <a:pt x="16673" y="9029"/>
                  </a:cubicBezTo>
                  <a:cubicBezTo>
                    <a:pt x="16698" y="9034"/>
                    <a:pt x="16716" y="9038"/>
                    <a:pt x="16729" y="9038"/>
                  </a:cubicBezTo>
                  <a:cubicBezTo>
                    <a:pt x="16758" y="9038"/>
                    <a:pt x="16765" y="9020"/>
                    <a:pt x="16787" y="8964"/>
                  </a:cubicBezTo>
                  <a:cubicBezTo>
                    <a:pt x="16766" y="8927"/>
                    <a:pt x="16783" y="8900"/>
                    <a:pt x="16807" y="8900"/>
                  </a:cubicBezTo>
                  <a:cubicBezTo>
                    <a:pt x="16819" y="8900"/>
                    <a:pt x="16833" y="8907"/>
                    <a:pt x="16844" y="8924"/>
                  </a:cubicBezTo>
                  <a:cubicBezTo>
                    <a:pt x="16884" y="8932"/>
                    <a:pt x="16927" y="8940"/>
                    <a:pt x="16955" y="8940"/>
                  </a:cubicBezTo>
                  <a:cubicBezTo>
                    <a:pt x="16984" y="8940"/>
                    <a:pt x="16998" y="8932"/>
                    <a:pt x="16982" y="8908"/>
                  </a:cubicBezTo>
                  <a:cubicBezTo>
                    <a:pt x="17013" y="8892"/>
                    <a:pt x="17044" y="8883"/>
                    <a:pt x="17076" y="8883"/>
                  </a:cubicBezTo>
                  <a:cubicBezTo>
                    <a:pt x="17093" y="8883"/>
                    <a:pt x="17110" y="8886"/>
                    <a:pt x="17127" y="8892"/>
                  </a:cubicBezTo>
                  <a:cubicBezTo>
                    <a:pt x="17135" y="8893"/>
                    <a:pt x="17141" y="8893"/>
                    <a:pt x="17148" y="8893"/>
                  </a:cubicBezTo>
                  <a:cubicBezTo>
                    <a:pt x="17221" y="8893"/>
                    <a:pt x="17243" y="8811"/>
                    <a:pt x="17265" y="8729"/>
                  </a:cubicBezTo>
                  <a:cubicBezTo>
                    <a:pt x="17329" y="8606"/>
                    <a:pt x="17375" y="8543"/>
                    <a:pt x="17403" y="8543"/>
                  </a:cubicBezTo>
                  <a:cubicBezTo>
                    <a:pt x="17422" y="8543"/>
                    <a:pt x="17432" y="8570"/>
                    <a:pt x="17436" y="8624"/>
                  </a:cubicBezTo>
                  <a:cubicBezTo>
                    <a:pt x="17437" y="8653"/>
                    <a:pt x="17450" y="8666"/>
                    <a:pt x="17469" y="8666"/>
                  </a:cubicBezTo>
                  <a:cubicBezTo>
                    <a:pt x="17539" y="8666"/>
                    <a:pt x="17692" y="8497"/>
                    <a:pt x="17679" y="8389"/>
                  </a:cubicBezTo>
                  <a:cubicBezTo>
                    <a:pt x="17674" y="8302"/>
                    <a:pt x="17672" y="8270"/>
                    <a:pt x="17679" y="8270"/>
                  </a:cubicBezTo>
                  <a:cubicBezTo>
                    <a:pt x="17683" y="8270"/>
                    <a:pt x="17691" y="8282"/>
                    <a:pt x="17703" y="8300"/>
                  </a:cubicBezTo>
                  <a:cubicBezTo>
                    <a:pt x="17717" y="8320"/>
                    <a:pt x="17735" y="8326"/>
                    <a:pt x="17752" y="8326"/>
                  </a:cubicBezTo>
                  <a:cubicBezTo>
                    <a:pt x="17774" y="8326"/>
                    <a:pt x="17792" y="8316"/>
                    <a:pt x="17792" y="8316"/>
                  </a:cubicBezTo>
                  <a:cubicBezTo>
                    <a:pt x="17829" y="8290"/>
                    <a:pt x="17862" y="8267"/>
                    <a:pt x="17892" y="8267"/>
                  </a:cubicBezTo>
                  <a:cubicBezTo>
                    <a:pt x="17908" y="8267"/>
                    <a:pt x="17924" y="8274"/>
                    <a:pt x="17938" y="8292"/>
                  </a:cubicBezTo>
                  <a:cubicBezTo>
                    <a:pt x="17987" y="8243"/>
                    <a:pt x="18036" y="8186"/>
                    <a:pt x="18068" y="8121"/>
                  </a:cubicBezTo>
                  <a:cubicBezTo>
                    <a:pt x="18100" y="7999"/>
                    <a:pt x="18209" y="7918"/>
                    <a:pt x="18329" y="7918"/>
                  </a:cubicBezTo>
                  <a:cubicBezTo>
                    <a:pt x="18361" y="7918"/>
                    <a:pt x="18393" y="7923"/>
                    <a:pt x="18425" y="7935"/>
                  </a:cubicBezTo>
                  <a:lnTo>
                    <a:pt x="18498" y="7805"/>
                  </a:lnTo>
                  <a:cubicBezTo>
                    <a:pt x="18486" y="7712"/>
                    <a:pt x="18491" y="7639"/>
                    <a:pt x="18522" y="7639"/>
                  </a:cubicBezTo>
                  <a:cubicBezTo>
                    <a:pt x="18534" y="7639"/>
                    <a:pt x="18550" y="7650"/>
                    <a:pt x="18571" y="7675"/>
                  </a:cubicBezTo>
                  <a:lnTo>
                    <a:pt x="18603" y="7724"/>
                  </a:lnTo>
                  <a:cubicBezTo>
                    <a:pt x="18591" y="7620"/>
                    <a:pt x="18726" y="7530"/>
                    <a:pt x="18828" y="7530"/>
                  </a:cubicBezTo>
                  <a:cubicBezTo>
                    <a:pt x="18861" y="7530"/>
                    <a:pt x="18891" y="7540"/>
                    <a:pt x="18911" y="7562"/>
                  </a:cubicBezTo>
                  <a:cubicBezTo>
                    <a:pt x="18928" y="7587"/>
                    <a:pt x="18936" y="7599"/>
                    <a:pt x="18948" y="7599"/>
                  </a:cubicBezTo>
                  <a:cubicBezTo>
                    <a:pt x="18959" y="7599"/>
                    <a:pt x="18973" y="7589"/>
                    <a:pt x="19000" y="7570"/>
                  </a:cubicBezTo>
                  <a:lnTo>
                    <a:pt x="18960" y="7521"/>
                  </a:lnTo>
                  <a:cubicBezTo>
                    <a:pt x="18927" y="7473"/>
                    <a:pt x="18887" y="7432"/>
                    <a:pt x="18935" y="7383"/>
                  </a:cubicBezTo>
                  <a:cubicBezTo>
                    <a:pt x="18974" y="7356"/>
                    <a:pt x="19008" y="7329"/>
                    <a:pt x="19039" y="7329"/>
                  </a:cubicBezTo>
                  <a:cubicBezTo>
                    <a:pt x="19054" y="7329"/>
                    <a:pt x="19068" y="7335"/>
                    <a:pt x="19081" y="7351"/>
                  </a:cubicBezTo>
                  <a:cubicBezTo>
                    <a:pt x="19171" y="7351"/>
                    <a:pt x="19260" y="7351"/>
                    <a:pt x="19219" y="7310"/>
                  </a:cubicBezTo>
                  <a:cubicBezTo>
                    <a:pt x="19268" y="7278"/>
                    <a:pt x="19317" y="7262"/>
                    <a:pt x="19365" y="7262"/>
                  </a:cubicBezTo>
                  <a:lnTo>
                    <a:pt x="19568" y="7083"/>
                  </a:lnTo>
                  <a:cubicBezTo>
                    <a:pt x="19581" y="7010"/>
                    <a:pt x="19651" y="6936"/>
                    <a:pt x="19697" y="6936"/>
                  </a:cubicBezTo>
                  <a:cubicBezTo>
                    <a:pt x="19706" y="6936"/>
                    <a:pt x="19715" y="6939"/>
                    <a:pt x="19722" y="6946"/>
                  </a:cubicBezTo>
                  <a:cubicBezTo>
                    <a:pt x="19779" y="6897"/>
                    <a:pt x="19811" y="6832"/>
                    <a:pt x="19835" y="6759"/>
                  </a:cubicBezTo>
                  <a:cubicBezTo>
                    <a:pt x="19909" y="6692"/>
                    <a:pt x="19955" y="6647"/>
                    <a:pt x="19990" y="6647"/>
                  </a:cubicBezTo>
                  <a:cubicBezTo>
                    <a:pt x="20002" y="6647"/>
                    <a:pt x="20012" y="6652"/>
                    <a:pt x="20022" y="6662"/>
                  </a:cubicBezTo>
                  <a:cubicBezTo>
                    <a:pt x="20038" y="6678"/>
                    <a:pt x="20048" y="6688"/>
                    <a:pt x="20054" y="6688"/>
                  </a:cubicBezTo>
                  <a:cubicBezTo>
                    <a:pt x="20064" y="6688"/>
                    <a:pt x="20066" y="6667"/>
                    <a:pt x="20071" y="6613"/>
                  </a:cubicBezTo>
                  <a:cubicBezTo>
                    <a:pt x="20030" y="6573"/>
                    <a:pt x="20079" y="6524"/>
                    <a:pt x="20127" y="6475"/>
                  </a:cubicBezTo>
                  <a:lnTo>
                    <a:pt x="20225" y="6378"/>
                  </a:lnTo>
                  <a:cubicBezTo>
                    <a:pt x="20176" y="6338"/>
                    <a:pt x="20176" y="6338"/>
                    <a:pt x="20225" y="6289"/>
                  </a:cubicBezTo>
                  <a:cubicBezTo>
                    <a:pt x="20273" y="6240"/>
                    <a:pt x="20460" y="6127"/>
                    <a:pt x="20500" y="6078"/>
                  </a:cubicBezTo>
                  <a:cubicBezTo>
                    <a:pt x="20604" y="5962"/>
                    <a:pt x="20630" y="5933"/>
                    <a:pt x="20598" y="5933"/>
                  </a:cubicBezTo>
                  <a:cubicBezTo>
                    <a:pt x="20587" y="5933"/>
                    <a:pt x="20571" y="5936"/>
                    <a:pt x="20549" y="5940"/>
                  </a:cubicBezTo>
                  <a:cubicBezTo>
                    <a:pt x="20536" y="5955"/>
                    <a:pt x="20523" y="5962"/>
                    <a:pt x="20515" y="5962"/>
                  </a:cubicBezTo>
                  <a:cubicBezTo>
                    <a:pt x="20496" y="5962"/>
                    <a:pt x="20502" y="5928"/>
                    <a:pt x="20598" y="5884"/>
                  </a:cubicBezTo>
                  <a:cubicBezTo>
                    <a:pt x="20719" y="5786"/>
                    <a:pt x="20841" y="5673"/>
                    <a:pt x="20954" y="5559"/>
                  </a:cubicBezTo>
                  <a:cubicBezTo>
                    <a:pt x="21125" y="5340"/>
                    <a:pt x="21125" y="5340"/>
                    <a:pt x="21076" y="5308"/>
                  </a:cubicBezTo>
                  <a:cubicBezTo>
                    <a:pt x="20957" y="5287"/>
                    <a:pt x="20977" y="5248"/>
                    <a:pt x="21068" y="5248"/>
                  </a:cubicBezTo>
                  <a:cubicBezTo>
                    <a:pt x="21082" y="5248"/>
                    <a:pt x="21099" y="5249"/>
                    <a:pt x="21116" y="5251"/>
                  </a:cubicBezTo>
                  <a:cubicBezTo>
                    <a:pt x="21295" y="5211"/>
                    <a:pt x="21335" y="5154"/>
                    <a:pt x="21295" y="5121"/>
                  </a:cubicBezTo>
                  <a:cubicBezTo>
                    <a:pt x="21287" y="5032"/>
                    <a:pt x="21287" y="5032"/>
                    <a:pt x="21327" y="4975"/>
                  </a:cubicBezTo>
                  <a:cubicBezTo>
                    <a:pt x="21336" y="4981"/>
                    <a:pt x="21345" y="4984"/>
                    <a:pt x="21353" y="4984"/>
                  </a:cubicBezTo>
                  <a:cubicBezTo>
                    <a:pt x="21390" y="4984"/>
                    <a:pt x="21421" y="4925"/>
                    <a:pt x="21441" y="4805"/>
                  </a:cubicBezTo>
                  <a:cubicBezTo>
                    <a:pt x="21464" y="4773"/>
                    <a:pt x="21474" y="4759"/>
                    <a:pt x="21487" y="4759"/>
                  </a:cubicBezTo>
                  <a:cubicBezTo>
                    <a:pt x="21497" y="4759"/>
                    <a:pt x="21509" y="4767"/>
                    <a:pt x="21530" y="4781"/>
                  </a:cubicBezTo>
                  <a:cubicBezTo>
                    <a:pt x="21530" y="4781"/>
                    <a:pt x="21571" y="4724"/>
                    <a:pt x="21611" y="4667"/>
                  </a:cubicBezTo>
                  <a:cubicBezTo>
                    <a:pt x="21587" y="4481"/>
                    <a:pt x="21854" y="4165"/>
                    <a:pt x="21943" y="4132"/>
                  </a:cubicBezTo>
                  <a:cubicBezTo>
                    <a:pt x="21960" y="4084"/>
                    <a:pt x="21968" y="4027"/>
                    <a:pt x="21960" y="3978"/>
                  </a:cubicBezTo>
                  <a:cubicBezTo>
                    <a:pt x="21906" y="3889"/>
                    <a:pt x="21909" y="3834"/>
                    <a:pt x="21957" y="3834"/>
                  </a:cubicBezTo>
                  <a:cubicBezTo>
                    <a:pt x="21974" y="3834"/>
                    <a:pt x="21997" y="3842"/>
                    <a:pt x="22025" y="3857"/>
                  </a:cubicBezTo>
                  <a:cubicBezTo>
                    <a:pt x="22067" y="3880"/>
                    <a:pt x="22093" y="3893"/>
                    <a:pt x="22103" y="3893"/>
                  </a:cubicBezTo>
                  <a:cubicBezTo>
                    <a:pt x="22118" y="3893"/>
                    <a:pt x="22100" y="3864"/>
                    <a:pt x="22057" y="3792"/>
                  </a:cubicBezTo>
                  <a:cubicBezTo>
                    <a:pt x="22043" y="3716"/>
                    <a:pt x="22146" y="3483"/>
                    <a:pt x="22227" y="3483"/>
                  </a:cubicBezTo>
                  <a:cubicBezTo>
                    <a:pt x="22242" y="3483"/>
                    <a:pt x="22255" y="3491"/>
                    <a:pt x="22268" y="3508"/>
                  </a:cubicBezTo>
                  <a:lnTo>
                    <a:pt x="22373" y="3557"/>
                  </a:lnTo>
                  <a:cubicBezTo>
                    <a:pt x="22357" y="3508"/>
                    <a:pt x="22365" y="3451"/>
                    <a:pt x="22381" y="3403"/>
                  </a:cubicBezTo>
                  <a:cubicBezTo>
                    <a:pt x="22325" y="3378"/>
                    <a:pt x="22357" y="3313"/>
                    <a:pt x="22438" y="3119"/>
                  </a:cubicBezTo>
                  <a:cubicBezTo>
                    <a:pt x="22503" y="2932"/>
                    <a:pt x="22552" y="2738"/>
                    <a:pt x="22592" y="2543"/>
                  </a:cubicBezTo>
                  <a:cubicBezTo>
                    <a:pt x="22633" y="2373"/>
                    <a:pt x="22689" y="2211"/>
                    <a:pt x="22762" y="2065"/>
                  </a:cubicBezTo>
                  <a:cubicBezTo>
                    <a:pt x="22795" y="1911"/>
                    <a:pt x="22779" y="1765"/>
                    <a:pt x="22738" y="1619"/>
                  </a:cubicBezTo>
                  <a:cubicBezTo>
                    <a:pt x="22681" y="1513"/>
                    <a:pt x="22649" y="1319"/>
                    <a:pt x="22706" y="1295"/>
                  </a:cubicBezTo>
                  <a:cubicBezTo>
                    <a:pt x="22697" y="1262"/>
                    <a:pt x="22689" y="1230"/>
                    <a:pt x="22681" y="1197"/>
                  </a:cubicBezTo>
                  <a:cubicBezTo>
                    <a:pt x="22568" y="1011"/>
                    <a:pt x="22519" y="922"/>
                    <a:pt x="22519" y="922"/>
                  </a:cubicBezTo>
                  <a:cubicBezTo>
                    <a:pt x="22568" y="881"/>
                    <a:pt x="22576" y="808"/>
                    <a:pt x="22535" y="759"/>
                  </a:cubicBezTo>
                  <a:cubicBezTo>
                    <a:pt x="22519" y="735"/>
                    <a:pt x="22495" y="719"/>
                    <a:pt x="22470" y="711"/>
                  </a:cubicBezTo>
                  <a:cubicBezTo>
                    <a:pt x="22463" y="717"/>
                    <a:pt x="22455" y="720"/>
                    <a:pt x="22448" y="720"/>
                  </a:cubicBezTo>
                  <a:cubicBezTo>
                    <a:pt x="22405" y="720"/>
                    <a:pt x="22352" y="630"/>
                    <a:pt x="22235" y="500"/>
                  </a:cubicBezTo>
                  <a:cubicBezTo>
                    <a:pt x="22106" y="330"/>
                    <a:pt x="21919" y="200"/>
                    <a:pt x="21716" y="127"/>
                  </a:cubicBezTo>
                  <a:cubicBezTo>
                    <a:pt x="21532" y="42"/>
                    <a:pt x="21281" y="1"/>
                    <a:pt x="210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2"/>
            <p:cNvSpPr/>
            <p:nvPr/>
          </p:nvSpPr>
          <p:spPr>
            <a:xfrm>
              <a:off x="7865475" y="2970806"/>
              <a:ext cx="373864" cy="214176"/>
            </a:xfrm>
            <a:custGeom>
              <a:avLst/>
              <a:gdLst/>
              <a:ahLst/>
              <a:cxnLst/>
              <a:rect l="l" t="t" r="r" b="b"/>
              <a:pathLst>
                <a:path w="21689" h="12425" extrusionOk="0">
                  <a:moveTo>
                    <a:pt x="2587" y="592"/>
                  </a:moveTo>
                  <a:cubicBezTo>
                    <a:pt x="2709" y="592"/>
                    <a:pt x="2709" y="592"/>
                    <a:pt x="2709" y="657"/>
                  </a:cubicBezTo>
                  <a:cubicBezTo>
                    <a:pt x="2701" y="714"/>
                    <a:pt x="2587" y="714"/>
                    <a:pt x="2530" y="714"/>
                  </a:cubicBezTo>
                  <a:cubicBezTo>
                    <a:pt x="2474" y="657"/>
                    <a:pt x="2530" y="600"/>
                    <a:pt x="2587" y="592"/>
                  </a:cubicBezTo>
                  <a:close/>
                  <a:moveTo>
                    <a:pt x="4946" y="851"/>
                  </a:moveTo>
                  <a:lnTo>
                    <a:pt x="5003" y="868"/>
                  </a:lnTo>
                  <a:cubicBezTo>
                    <a:pt x="4988" y="921"/>
                    <a:pt x="4973" y="974"/>
                    <a:pt x="4931" y="974"/>
                  </a:cubicBezTo>
                  <a:cubicBezTo>
                    <a:pt x="4928" y="974"/>
                    <a:pt x="4925" y="974"/>
                    <a:pt x="4922" y="973"/>
                  </a:cubicBezTo>
                  <a:lnTo>
                    <a:pt x="4865" y="957"/>
                  </a:lnTo>
                  <a:cubicBezTo>
                    <a:pt x="4882" y="916"/>
                    <a:pt x="4914" y="876"/>
                    <a:pt x="4946" y="851"/>
                  </a:cubicBezTo>
                  <a:close/>
                  <a:moveTo>
                    <a:pt x="9426" y="2627"/>
                  </a:moveTo>
                  <a:cubicBezTo>
                    <a:pt x="9436" y="2627"/>
                    <a:pt x="9446" y="2630"/>
                    <a:pt x="9454" y="2635"/>
                  </a:cubicBezTo>
                  <a:cubicBezTo>
                    <a:pt x="9503" y="2668"/>
                    <a:pt x="9503" y="2668"/>
                    <a:pt x="9471" y="2716"/>
                  </a:cubicBezTo>
                  <a:cubicBezTo>
                    <a:pt x="9460" y="2738"/>
                    <a:pt x="9438" y="2749"/>
                    <a:pt x="9418" y="2749"/>
                  </a:cubicBezTo>
                  <a:cubicBezTo>
                    <a:pt x="9408" y="2749"/>
                    <a:pt x="9398" y="2746"/>
                    <a:pt x="9390" y="2741"/>
                  </a:cubicBezTo>
                  <a:lnTo>
                    <a:pt x="9373" y="2659"/>
                  </a:lnTo>
                  <a:cubicBezTo>
                    <a:pt x="9384" y="2638"/>
                    <a:pt x="9406" y="2627"/>
                    <a:pt x="9426" y="2627"/>
                  </a:cubicBezTo>
                  <a:close/>
                  <a:moveTo>
                    <a:pt x="10054" y="2976"/>
                  </a:moveTo>
                  <a:lnTo>
                    <a:pt x="10103" y="3008"/>
                  </a:lnTo>
                  <a:cubicBezTo>
                    <a:pt x="10078" y="3046"/>
                    <a:pt x="10053" y="3083"/>
                    <a:pt x="10020" y="3083"/>
                  </a:cubicBezTo>
                  <a:cubicBezTo>
                    <a:pt x="10011" y="3083"/>
                    <a:pt x="10000" y="3080"/>
                    <a:pt x="9989" y="3073"/>
                  </a:cubicBezTo>
                  <a:lnTo>
                    <a:pt x="9973" y="2992"/>
                  </a:lnTo>
                  <a:lnTo>
                    <a:pt x="10054" y="2976"/>
                  </a:lnTo>
                  <a:close/>
                  <a:moveTo>
                    <a:pt x="1494" y="3265"/>
                  </a:moveTo>
                  <a:cubicBezTo>
                    <a:pt x="1504" y="3265"/>
                    <a:pt x="1514" y="3268"/>
                    <a:pt x="1525" y="3276"/>
                  </a:cubicBezTo>
                  <a:lnTo>
                    <a:pt x="1533" y="3365"/>
                  </a:lnTo>
                  <a:lnTo>
                    <a:pt x="1452" y="3373"/>
                  </a:lnTo>
                  <a:lnTo>
                    <a:pt x="1403" y="3341"/>
                  </a:lnTo>
                  <a:cubicBezTo>
                    <a:pt x="1435" y="3303"/>
                    <a:pt x="1461" y="3265"/>
                    <a:pt x="1494" y="3265"/>
                  </a:cubicBezTo>
                  <a:close/>
                  <a:moveTo>
                    <a:pt x="10175" y="3539"/>
                  </a:moveTo>
                  <a:cubicBezTo>
                    <a:pt x="10231" y="3539"/>
                    <a:pt x="10259" y="3568"/>
                    <a:pt x="10233" y="3608"/>
                  </a:cubicBezTo>
                  <a:cubicBezTo>
                    <a:pt x="10215" y="3635"/>
                    <a:pt x="10207" y="3647"/>
                    <a:pt x="10195" y="3647"/>
                  </a:cubicBezTo>
                  <a:cubicBezTo>
                    <a:pt x="10186" y="3647"/>
                    <a:pt x="10174" y="3639"/>
                    <a:pt x="10152" y="3624"/>
                  </a:cubicBezTo>
                  <a:cubicBezTo>
                    <a:pt x="10062" y="3559"/>
                    <a:pt x="10062" y="3559"/>
                    <a:pt x="10144" y="3543"/>
                  </a:cubicBezTo>
                  <a:lnTo>
                    <a:pt x="10135" y="3543"/>
                  </a:lnTo>
                  <a:cubicBezTo>
                    <a:pt x="10150" y="3540"/>
                    <a:pt x="10163" y="3539"/>
                    <a:pt x="10175" y="3539"/>
                  </a:cubicBezTo>
                  <a:close/>
                  <a:moveTo>
                    <a:pt x="10460" y="3770"/>
                  </a:moveTo>
                  <a:lnTo>
                    <a:pt x="10508" y="3803"/>
                  </a:lnTo>
                  <a:cubicBezTo>
                    <a:pt x="10549" y="3835"/>
                    <a:pt x="10549" y="3835"/>
                    <a:pt x="10516" y="3884"/>
                  </a:cubicBezTo>
                  <a:lnTo>
                    <a:pt x="10468" y="3851"/>
                  </a:lnTo>
                  <a:lnTo>
                    <a:pt x="10460" y="3770"/>
                  </a:lnTo>
                  <a:close/>
                  <a:moveTo>
                    <a:pt x="10222" y="3915"/>
                  </a:moveTo>
                  <a:lnTo>
                    <a:pt x="10222" y="3915"/>
                  </a:lnTo>
                  <a:cubicBezTo>
                    <a:pt x="10213" y="3923"/>
                    <a:pt x="10203" y="3935"/>
                    <a:pt x="10192" y="3949"/>
                  </a:cubicBezTo>
                  <a:cubicBezTo>
                    <a:pt x="10194" y="3956"/>
                    <a:pt x="10195" y="3962"/>
                    <a:pt x="10195" y="3968"/>
                  </a:cubicBezTo>
                  <a:lnTo>
                    <a:pt x="10195" y="3968"/>
                  </a:lnTo>
                  <a:cubicBezTo>
                    <a:pt x="10199" y="3955"/>
                    <a:pt x="10208" y="3937"/>
                    <a:pt x="10222" y="3915"/>
                  </a:cubicBezTo>
                  <a:close/>
                  <a:moveTo>
                    <a:pt x="10195" y="3968"/>
                  </a:moveTo>
                  <a:cubicBezTo>
                    <a:pt x="10190" y="3985"/>
                    <a:pt x="10191" y="3995"/>
                    <a:pt x="10193" y="3995"/>
                  </a:cubicBezTo>
                  <a:cubicBezTo>
                    <a:pt x="10194" y="3995"/>
                    <a:pt x="10197" y="3986"/>
                    <a:pt x="10195" y="3968"/>
                  </a:cubicBezTo>
                  <a:close/>
                  <a:moveTo>
                    <a:pt x="1903" y="3987"/>
                  </a:moveTo>
                  <a:cubicBezTo>
                    <a:pt x="1912" y="3987"/>
                    <a:pt x="1921" y="3990"/>
                    <a:pt x="1930" y="3997"/>
                  </a:cubicBezTo>
                  <a:lnTo>
                    <a:pt x="1979" y="4030"/>
                  </a:lnTo>
                  <a:cubicBezTo>
                    <a:pt x="1955" y="4062"/>
                    <a:pt x="1914" y="4086"/>
                    <a:pt x="1866" y="4095"/>
                  </a:cubicBezTo>
                  <a:lnTo>
                    <a:pt x="1817" y="4062"/>
                  </a:lnTo>
                  <a:cubicBezTo>
                    <a:pt x="1842" y="4024"/>
                    <a:pt x="1872" y="3987"/>
                    <a:pt x="1903" y="3987"/>
                  </a:cubicBezTo>
                  <a:close/>
                  <a:moveTo>
                    <a:pt x="10781" y="4124"/>
                  </a:moveTo>
                  <a:cubicBezTo>
                    <a:pt x="10773" y="4124"/>
                    <a:pt x="10764" y="4125"/>
                    <a:pt x="10752" y="4127"/>
                  </a:cubicBezTo>
                  <a:cubicBezTo>
                    <a:pt x="10764" y="4135"/>
                    <a:pt x="10776" y="4138"/>
                    <a:pt x="10785" y="4138"/>
                  </a:cubicBezTo>
                  <a:cubicBezTo>
                    <a:pt x="10804" y="4138"/>
                    <a:pt x="10810" y="4124"/>
                    <a:pt x="10781" y="4124"/>
                  </a:cubicBezTo>
                  <a:close/>
                  <a:moveTo>
                    <a:pt x="10914" y="4095"/>
                  </a:moveTo>
                  <a:lnTo>
                    <a:pt x="10962" y="4127"/>
                  </a:lnTo>
                  <a:cubicBezTo>
                    <a:pt x="11003" y="4159"/>
                    <a:pt x="11003" y="4159"/>
                    <a:pt x="10971" y="4208"/>
                  </a:cubicBezTo>
                  <a:lnTo>
                    <a:pt x="10922" y="4176"/>
                  </a:lnTo>
                  <a:lnTo>
                    <a:pt x="10914" y="4095"/>
                  </a:lnTo>
                  <a:close/>
                  <a:moveTo>
                    <a:pt x="2992" y="4127"/>
                  </a:moveTo>
                  <a:lnTo>
                    <a:pt x="2992" y="4127"/>
                  </a:lnTo>
                  <a:cubicBezTo>
                    <a:pt x="3041" y="4151"/>
                    <a:pt x="2928" y="4224"/>
                    <a:pt x="2895" y="4273"/>
                  </a:cubicBezTo>
                  <a:cubicBezTo>
                    <a:pt x="2855" y="4240"/>
                    <a:pt x="2855" y="4240"/>
                    <a:pt x="2887" y="4192"/>
                  </a:cubicBezTo>
                  <a:cubicBezTo>
                    <a:pt x="2911" y="4159"/>
                    <a:pt x="2952" y="4135"/>
                    <a:pt x="2992" y="4127"/>
                  </a:cubicBezTo>
                  <a:close/>
                  <a:moveTo>
                    <a:pt x="11441" y="4330"/>
                  </a:moveTo>
                  <a:lnTo>
                    <a:pt x="11481" y="4362"/>
                  </a:lnTo>
                  <a:cubicBezTo>
                    <a:pt x="11535" y="4402"/>
                    <a:pt x="11500" y="4470"/>
                    <a:pt x="11450" y="4470"/>
                  </a:cubicBezTo>
                  <a:cubicBezTo>
                    <a:pt x="11439" y="4470"/>
                    <a:pt x="11428" y="4467"/>
                    <a:pt x="11416" y="4459"/>
                  </a:cubicBezTo>
                  <a:cubicBezTo>
                    <a:pt x="11408" y="4411"/>
                    <a:pt x="11416" y="4370"/>
                    <a:pt x="11441" y="4330"/>
                  </a:cubicBezTo>
                  <a:close/>
                  <a:moveTo>
                    <a:pt x="4110" y="4826"/>
                  </a:moveTo>
                  <a:cubicBezTo>
                    <a:pt x="4118" y="4826"/>
                    <a:pt x="4127" y="4828"/>
                    <a:pt x="4136" y="4832"/>
                  </a:cubicBezTo>
                  <a:lnTo>
                    <a:pt x="4152" y="4913"/>
                  </a:lnTo>
                  <a:lnTo>
                    <a:pt x="4079" y="4938"/>
                  </a:lnTo>
                  <a:lnTo>
                    <a:pt x="4030" y="4905"/>
                  </a:lnTo>
                  <a:cubicBezTo>
                    <a:pt x="4050" y="4866"/>
                    <a:pt x="4075" y="4826"/>
                    <a:pt x="4110" y="4826"/>
                  </a:cubicBezTo>
                  <a:close/>
                  <a:moveTo>
                    <a:pt x="13324" y="5667"/>
                  </a:moveTo>
                  <a:cubicBezTo>
                    <a:pt x="13350" y="5667"/>
                    <a:pt x="13362" y="5676"/>
                    <a:pt x="13346" y="5700"/>
                  </a:cubicBezTo>
                  <a:cubicBezTo>
                    <a:pt x="13314" y="5732"/>
                    <a:pt x="13273" y="5757"/>
                    <a:pt x="13233" y="5765"/>
                  </a:cubicBezTo>
                  <a:cubicBezTo>
                    <a:pt x="13233" y="5765"/>
                    <a:pt x="13220" y="5767"/>
                    <a:pt x="13206" y="5767"/>
                  </a:cubicBezTo>
                  <a:cubicBezTo>
                    <a:pt x="13186" y="5767"/>
                    <a:pt x="13164" y="5762"/>
                    <a:pt x="13184" y="5732"/>
                  </a:cubicBezTo>
                  <a:lnTo>
                    <a:pt x="13216" y="5684"/>
                  </a:lnTo>
                  <a:cubicBezTo>
                    <a:pt x="13257" y="5676"/>
                    <a:pt x="13297" y="5667"/>
                    <a:pt x="13324" y="5667"/>
                  </a:cubicBezTo>
                  <a:close/>
                  <a:moveTo>
                    <a:pt x="9379" y="6244"/>
                  </a:moveTo>
                  <a:cubicBezTo>
                    <a:pt x="9357" y="6244"/>
                    <a:pt x="9319" y="6261"/>
                    <a:pt x="9268" y="6300"/>
                  </a:cubicBezTo>
                  <a:cubicBezTo>
                    <a:pt x="9244" y="6357"/>
                    <a:pt x="9244" y="6357"/>
                    <a:pt x="9292" y="6381"/>
                  </a:cubicBezTo>
                  <a:cubicBezTo>
                    <a:pt x="9333" y="6357"/>
                    <a:pt x="9373" y="6332"/>
                    <a:pt x="9398" y="6292"/>
                  </a:cubicBezTo>
                  <a:cubicBezTo>
                    <a:pt x="9410" y="6263"/>
                    <a:pt x="9403" y="6244"/>
                    <a:pt x="9379" y="6244"/>
                  </a:cubicBezTo>
                  <a:close/>
                  <a:moveTo>
                    <a:pt x="14955" y="6582"/>
                  </a:moveTo>
                  <a:cubicBezTo>
                    <a:pt x="14965" y="6582"/>
                    <a:pt x="14974" y="6582"/>
                    <a:pt x="14984" y="6584"/>
                  </a:cubicBezTo>
                  <a:cubicBezTo>
                    <a:pt x="15024" y="6616"/>
                    <a:pt x="15024" y="6616"/>
                    <a:pt x="14992" y="6665"/>
                  </a:cubicBezTo>
                  <a:cubicBezTo>
                    <a:pt x="14966" y="6696"/>
                    <a:pt x="14930" y="6710"/>
                    <a:pt x="14893" y="6710"/>
                  </a:cubicBezTo>
                  <a:cubicBezTo>
                    <a:pt x="14872" y="6710"/>
                    <a:pt x="14850" y="6706"/>
                    <a:pt x="14830" y="6697"/>
                  </a:cubicBezTo>
                  <a:cubicBezTo>
                    <a:pt x="14792" y="6667"/>
                    <a:pt x="14845" y="6582"/>
                    <a:pt x="14955" y="6582"/>
                  </a:cubicBezTo>
                  <a:close/>
                  <a:moveTo>
                    <a:pt x="7238" y="6704"/>
                  </a:moveTo>
                  <a:cubicBezTo>
                    <a:pt x="7246" y="6704"/>
                    <a:pt x="7255" y="6707"/>
                    <a:pt x="7265" y="6713"/>
                  </a:cubicBezTo>
                  <a:lnTo>
                    <a:pt x="7290" y="6786"/>
                  </a:lnTo>
                  <a:lnTo>
                    <a:pt x="7217" y="6819"/>
                  </a:lnTo>
                  <a:lnTo>
                    <a:pt x="7168" y="6786"/>
                  </a:lnTo>
                  <a:cubicBezTo>
                    <a:pt x="7187" y="6748"/>
                    <a:pt x="7207" y="6704"/>
                    <a:pt x="7238" y="6704"/>
                  </a:cubicBezTo>
                  <a:close/>
                  <a:moveTo>
                    <a:pt x="7576" y="6868"/>
                  </a:moveTo>
                  <a:cubicBezTo>
                    <a:pt x="7586" y="6868"/>
                    <a:pt x="7600" y="6874"/>
                    <a:pt x="7622" y="6884"/>
                  </a:cubicBezTo>
                  <a:cubicBezTo>
                    <a:pt x="7630" y="6932"/>
                    <a:pt x="7630" y="6981"/>
                    <a:pt x="7614" y="7021"/>
                  </a:cubicBezTo>
                  <a:cubicBezTo>
                    <a:pt x="7606" y="7037"/>
                    <a:pt x="7596" y="7045"/>
                    <a:pt x="7586" y="7045"/>
                  </a:cubicBezTo>
                  <a:cubicBezTo>
                    <a:pt x="7564" y="7045"/>
                    <a:pt x="7541" y="7005"/>
                    <a:pt x="7541" y="6916"/>
                  </a:cubicBezTo>
                  <a:cubicBezTo>
                    <a:pt x="7556" y="6882"/>
                    <a:pt x="7561" y="6868"/>
                    <a:pt x="7576" y="6868"/>
                  </a:cubicBezTo>
                  <a:close/>
                  <a:moveTo>
                    <a:pt x="8472" y="7212"/>
                  </a:moveTo>
                  <a:cubicBezTo>
                    <a:pt x="8495" y="7212"/>
                    <a:pt x="8518" y="7263"/>
                    <a:pt x="8554" y="7281"/>
                  </a:cubicBezTo>
                  <a:cubicBezTo>
                    <a:pt x="8568" y="7327"/>
                    <a:pt x="8574" y="7347"/>
                    <a:pt x="8558" y="7347"/>
                  </a:cubicBezTo>
                  <a:cubicBezTo>
                    <a:pt x="8545" y="7347"/>
                    <a:pt x="8519" y="7335"/>
                    <a:pt x="8473" y="7313"/>
                  </a:cubicBezTo>
                  <a:cubicBezTo>
                    <a:pt x="8449" y="7297"/>
                    <a:pt x="8433" y="7257"/>
                    <a:pt x="8449" y="7232"/>
                  </a:cubicBezTo>
                  <a:cubicBezTo>
                    <a:pt x="8457" y="7218"/>
                    <a:pt x="8465" y="7212"/>
                    <a:pt x="8472" y="7212"/>
                  </a:cubicBezTo>
                  <a:close/>
                  <a:moveTo>
                    <a:pt x="9415" y="7631"/>
                  </a:moveTo>
                  <a:cubicBezTo>
                    <a:pt x="9423" y="7631"/>
                    <a:pt x="9431" y="7633"/>
                    <a:pt x="9438" y="7638"/>
                  </a:cubicBezTo>
                  <a:cubicBezTo>
                    <a:pt x="9479" y="7662"/>
                    <a:pt x="9503" y="7694"/>
                    <a:pt x="9519" y="7735"/>
                  </a:cubicBezTo>
                  <a:cubicBezTo>
                    <a:pt x="9507" y="7759"/>
                    <a:pt x="9487" y="7774"/>
                    <a:pt x="9464" y="7774"/>
                  </a:cubicBezTo>
                  <a:cubicBezTo>
                    <a:pt x="9456" y="7774"/>
                    <a:pt x="9447" y="7772"/>
                    <a:pt x="9438" y="7767"/>
                  </a:cubicBezTo>
                  <a:cubicBezTo>
                    <a:pt x="9390" y="7743"/>
                    <a:pt x="9341" y="7719"/>
                    <a:pt x="9365" y="7662"/>
                  </a:cubicBezTo>
                  <a:cubicBezTo>
                    <a:pt x="9371" y="7644"/>
                    <a:pt x="9394" y="7631"/>
                    <a:pt x="9415" y="7631"/>
                  </a:cubicBezTo>
                  <a:close/>
                  <a:moveTo>
                    <a:pt x="8473" y="8108"/>
                  </a:moveTo>
                  <a:lnTo>
                    <a:pt x="8473" y="8108"/>
                  </a:lnTo>
                  <a:cubicBezTo>
                    <a:pt x="8449" y="8157"/>
                    <a:pt x="8449" y="8157"/>
                    <a:pt x="8498" y="8181"/>
                  </a:cubicBezTo>
                  <a:cubicBezTo>
                    <a:pt x="8545" y="8203"/>
                    <a:pt x="8571" y="8215"/>
                    <a:pt x="8583" y="8215"/>
                  </a:cubicBezTo>
                  <a:cubicBezTo>
                    <a:pt x="8597" y="8215"/>
                    <a:pt x="8588" y="8197"/>
                    <a:pt x="8571" y="8157"/>
                  </a:cubicBezTo>
                  <a:lnTo>
                    <a:pt x="8473" y="8108"/>
                  </a:lnTo>
                  <a:close/>
                  <a:moveTo>
                    <a:pt x="9632" y="8122"/>
                  </a:moveTo>
                  <a:cubicBezTo>
                    <a:pt x="9606" y="8122"/>
                    <a:pt x="9581" y="8137"/>
                    <a:pt x="9568" y="8157"/>
                  </a:cubicBezTo>
                  <a:cubicBezTo>
                    <a:pt x="9560" y="8189"/>
                    <a:pt x="9568" y="8221"/>
                    <a:pt x="9600" y="8238"/>
                  </a:cubicBezTo>
                  <a:lnTo>
                    <a:pt x="9649" y="8262"/>
                  </a:lnTo>
                  <a:cubicBezTo>
                    <a:pt x="9665" y="8213"/>
                    <a:pt x="9657" y="8173"/>
                    <a:pt x="9649" y="8124"/>
                  </a:cubicBezTo>
                  <a:cubicBezTo>
                    <a:pt x="9643" y="8123"/>
                    <a:pt x="9637" y="8122"/>
                    <a:pt x="9632" y="8122"/>
                  </a:cubicBezTo>
                  <a:close/>
                  <a:moveTo>
                    <a:pt x="10208" y="8246"/>
                  </a:moveTo>
                  <a:lnTo>
                    <a:pt x="10257" y="8270"/>
                  </a:lnTo>
                  <a:lnTo>
                    <a:pt x="10289" y="8351"/>
                  </a:lnTo>
                  <a:lnTo>
                    <a:pt x="10233" y="8327"/>
                  </a:lnTo>
                  <a:cubicBezTo>
                    <a:pt x="10184" y="8302"/>
                    <a:pt x="10184" y="8302"/>
                    <a:pt x="10208" y="8246"/>
                  </a:cubicBezTo>
                  <a:close/>
                  <a:moveTo>
                    <a:pt x="11222" y="8302"/>
                  </a:moveTo>
                  <a:cubicBezTo>
                    <a:pt x="11279" y="8327"/>
                    <a:pt x="11352" y="8294"/>
                    <a:pt x="11327" y="8351"/>
                  </a:cubicBezTo>
                  <a:cubicBezTo>
                    <a:pt x="11360" y="8365"/>
                    <a:pt x="11330" y="8374"/>
                    <a:pt x="11290" y="8374"/>
                  </a:cubicBezTo>
                  <a:cubicBezTo>
                    <a:pt x="11261" y="8374"/>
                    <a:pt x="11226" y="8369"/>
                    <a:pt x="11206" y="8359"/>
                  </a:cubicBezTo>
                  <a:lnTo>
                    <a:pt x="11222" y="8302"/>
                  </a:lnTo>
                  <a:close/>
                  <a:moveTo>
                    <a:pt x="10695" y="8400"/>
                  </a:moveTo>
                  <a:lnTo>
                    <a:pt x="10800" y="8448"/>
                  </a:lnTo>
                  <a:cubicBezTo>
                    <a:pt x="10780" y="8489"/>
                    <a:pt x="10760" y="8535"/>
                    <a:pt x="10725" y="8535"/>
                  </a:cubicBezTo>
                  <a:cubicBezTo>
                    <a:pt x="10718" y="8535"/>
                    <a:pt x="10711" y="8533"/>
                    <a:pt x="10703" y="8529"/>
                  </a:cubicBezTo>
                  <a:cubicBezTo>
                    <a:pt x="10690" y="8535"/>
                    <a:pt x="10678" y="8537"/>
                    <a:pt x="10668" y="8537"/>
                  </a:cubicBezTo>
                  <a:cubicBezTo>
                    <a:pt x="10617" y="8537"/>
                    <a:pt x="10614" y="8474"/>
                    <a:pt x="10695" y="8400"/>
                  </a:cubicBezTo>
                  <a:close/>
                  <a:moveTo>
                    <a:pt x="12238" y="8872"/>
                  </a:moveTo>
                  <a:cubicBezTo>
                    <a:pt x="12244" y="8872"/>
                    <a:pt x="12252" y="8874"/>
                    <a:pt x="12260" y="8878"/>
                  </a:cubicBezTo>
                  <a:lnTo>
                    <a:pt x="12316" y="8894"/>
                  </a:lnTo>
                  <a:cubicBezTo>
                    <a:pt x="12292" y="8935"/>
                    <a:pt x="12260" y="8967"/>
                    <a:pt x="12219" y="8984"/>
                  </a:cubicBezTo>
                  <a:lnTo>
                    <a:pt x="12162" y="8967"/>
                  </a:lnTo>
                  <a:cubicBezTo>
                    <a:pt x="12183" y="8920"/>
                    <a:pt x="12203" y="8872"/>
                    <a:pt x="12238" y="8872"/>
                  </a:cubicBezTo>
                  <a:close/>
                  <a:moveTo>
                    <a:pt x="11415" y="9009"/>
                  </a:moveTo>
                  <a:cubicBezTo>
                    <a:pt x="11414" y="9009"/>
                    <a:pt x="11401" y="9049"/>
                    <a:pt x="11384" y="9089"/>
                  </a:cubicBezTo>
                  <a:lnTo>
                    <a:pt x="11408" y="9032"/>
                  </a:lnTo>
                  <a:cubicBezTo>
                    <a:pt x="11413" y="9016"/>
                    <a:pt x="11415" y="9009"/>
                    <a:pt x="11415" y="9009"/>
                  </a:cubicBezTo>
                  <a:close/>
                  <a:moveTo>
                    <a:pt x="12665" y="9235"/>
                  </a:moveTo>
                  <a:lnTo>
                    <a:pt x="12665" y="9235"/>
                  </a:lnTo>
                  <a:cubicBezTo>
                    <a:pt x="12714" y="9251"/>
                    <a:pt x="12641" y="9283"/>
                    <a:pt x="12543" y="9381"/>
                  </a:cubicBezTo>
                  <a:lnTo>
                    <a:pt x="12543" y="9373"/>
                  </a:lnTo>
                  <a:cubicBezTo>
                    <a:pt x="12505" y="9378"/>
                    <a:pt x="12477" y="9381"/>
                    <a:pt x="12461" y="9381"/>
                  </a:cubicBezTo>
                  <a:cubicBezTo>
                    <a:pt x="12422" y="9381"/>
                    <a:pt x="12443" y="9362"/>
                    <a:pt x="12511" y="9300"/>
                  </a:cubicBezTo>
                  <a:lnTo>
                    <a:pt x="12665" y="9235"/>
                  </a:lnTo>
                  <a:close/>
                  <a:moveTo>
                    <a:pt x="13897" y="9462"/>
                  </a:moveTo>
                  <a:lnTo>
                    <a:pt x="14003" y="9502"/>
                  </a:lnTo>
                  <a:lnTo>
                    <a:pt x="13857" y="9575"/>
                  </a:lnTo>
                  <a:cubicBezTo>
                    <a:pt x="13769" y="9642"/>
                    <a:pt x="13726" y="9675"/>
                    <a:pt x="13711" y="9675"/>
                  </a:cubicBezTo>
                  <a:cubicBezTo>
                    <a:pt x="13697" y="9675"/>
                    <a:pt x="13708" y="9646"/>
                    <a:pt x="13727" y="9592"/>
                  </a:cubicBezTo>
                  <a:cubicBezTo>
                    <a:pt x="13751" y="9519"/>
                    <a:pt x="13816" y="9462"/>
                    <a:pt x="13897" y="9462"/>
                  </a:cubicBezTo>
                  <a:close/>
                  <a:moveTo>
                    <a:pt x="14019" y="9770"/>
                  </a:moveTo>
                  <a:lnTo>
                    <a:pt x="14051" y="9843"/>
                  </a:lnTo>
                  <a:cubicBezTo>
                    <a:pt x="14039" y="9871"/>
                    <a:pt x="14021" y="9881"/>
                    <a:pt x="13999" y="9881"/>
                  </a:cubicBezTo>
                  <a:cubicBezTo>
                    <a:pt x="13976" y="9881"/>
                    <a:pt x="13950" y="9871"/>
                    <a:pt x="13922" y="9859"/>
                  </a:cubicBezTo>
                  <a:lnTo>
                    <a:pt x="13946" y="9802"/>
                  </a:lnTo>
                  <a:lnTo>
                    <a:pt x="14019" y="9770"/>
                  </a:lnTo>
                  <a:close/>
                  <a:moveTo>
                    <a:pt x="16284" y="10180"/>
                  </a:moveTo>
                  <a:cubicBezTo>
                    <a:pt x="16251" y="10180"/>
                    <a:pt x="16222" y="10188"/>
                    <a:pt x="16192" y="10200"/>
                  </a:cubicBezTo>
                  <a:cubicBezTo>
                    <a:pt x="16176" y="10256"/>
                    <a:pt x="16224" y="10273"/>
                    <a:pt x="16281" y="10297"/>
                  </a:cubicBezTo>
                  <a:cubicBezTo>
                    <a:pt x="16317" y="10337"/>
                    <a:pt x="16352" y="10352"/>
                    <a:pt x="16381" y="10352"/>
                  </a:cubicBezTo>
                  <a:cubicBezTo>
                    <a:pt x="16418" y="10352"/>
                    <a:pt x="16446" y="10328"/>
                    <a:pt x="16459" y="10297"/>
                  </a:cubicBezTo>
                  <a:cubicBezTo>
                    <a:pt x="16476" y="10240"/>
                    <a:pt x="16427" y="10216"/>
                    <a:pt x="16322" y="10183"/>
                  </a:cubicBezTo>
                  <a:cubicBezTo>
                    <a:pt x="16309" y="10181"/>
                    <a:pt x="16296" y="10180"/>
                    <a:pt x="16284" y="10180"/>
                  </a:cubicBezTo>
                  <a:close/>
                  <a:moveTo>
                    <a:pt x="16646" y="10427"/>
                  </a:moveTo>
                  <a:lnTo>
                    <a:pt x="16751" y="10459"/>
                  </a:lnTo>
                  <a:cubicBezTo>
                    <a:pt x="16739" y="10501"/>
                    <a:pt x="16665" y="10525"/>
                    <a:pt x="16608" y="10525"/>
                  </a:cubicBezTo>
                  <a:cubicBezTo>
                    <a:pt x="16588" y="10525"/>
                    <a:pt x="16569" y="10522"/>
                    <a:pt x="16557" y="10516"/>
                  </a:cubicBezTo>
                  <a:cubicBezTo>
                    <a:pt x="16500" y="10500"/>
                    <a:pt x="16524" y="10443"/>
                    <a:pt x="16646" y="10427"/>
                  </a:cubicBezTo>
                  <a:close/>
                  <a:moveTo>
                    <a:pt x="21342" y="11097"/>
                  </a:moveTo>
                  <a:cubicBezTo>
                    <a:pt x="21352" y="11097"/>
                    <a:pt x="21362" y="11100"/>
                    <a:pt x="21373" y="11108"/>
                  </a:cubicBezTo>
                  <a:cubicBezTo>
                    <a:pt x="21395" y="11103"/>
                    <a:pt x="21413" y="11101"/>
                    <a:pt x="21427" y="11101"/>
                  </a:cubicBezTo>
                  <a:cubicBezTo>
                    <a:pt x="21513" y="11101"/>
                    <a:pt x="21439" y="11177"/>
                    <a:pt x="21300" y="11205"/>
                  </a:cubicBezTo>
                  <a:cubicBezTo>
                    <a:pt x="21249" y="11234"/>
                    <a:pt x="21221" y="11250"/>
                    <a:pt x="21212" y="11250"/>
                  </a:cubicBezTo>
                  <a:cubicBezTo>
                    <a:pt x="21201" y="11250"/>
                    <a:pt x="21219" y="11226"/>
                    <a:pt x="21259" y="11173"/>
                  </a:cubicBezTo>
                  <a:cubicBezTo>
                    <a:pt x="21284" y="11135"/>
                    <a:pt x="21310" y="11097"/>
                    <a:pt x="21342" y="11097"/>
                  </a:cubicBezTo>
                  <a:close/>
                  <a:moveTo>
                    <a:pt x="19597" y="11497"/>
                  </a:moveTo>
                  <a:cubicBezTo>
                    <a:pt x="19654" y="11521"/>
                    <a:pt x="19678" y="11586"/>
                    <a:pt x="19662" y="11643"/>
                  </a:cubicBezTo>
                  <a:cubicBezTo>
                    <a:pt x="19673" y="11732"/>
                    <a:pt x="19676" y="11764"/>
                    <a:pt x="19649" y="11764"/>
                  </a:cubicBezTo>
                  <a:cubicBezTo>
                    <a:pt x="19634" y="11764"/>
                    <a:pt x="19610" y="11754"/>
                    <a:pt x="19573" y="11740"/>
                  </a:cubicBezTo>
                  <a:cubicBezTo>
                    <a:pt x="19524" y="11724"/>
                    <a:pt x="19467" y="11708"/>
                    <a:pt x="19484" y="11651"/>
                  </a:cubicBezTo>
                  <a:lnTo>
                    <a:pt x="19484" y="11651"/>
                  </a:lnTo>
                  <a:lnTo>
                    <a:pt x="19540" y="11667"/>
                  </a:lnTo>
                  <a:cubicBezTo>
                    <a:pt x="19535" y="11686"/>
                    <a:pt x="19539" y="11694"/>
                    <a:pt x="19544" y="11694"/>
                  </a:cubicBezTo>
                  <a:cubicBezTo>
                    <a:pt x="19556" y="11694"/>
                    <a:pt x="19578" y="11659"/>
                    <a:pt x="19557" y="11610"/>
                  </a:cubicBezTo>
                  <a:cubicBezTo>
                    <a:pt x="19573" y="11554"/>
                    <a:pt x="19597" y="11497"/>
                    <a:pt x="19597" y="11497"/>
                  </a:cubicBezTo>
                  <a:close/>
                  <a:moveTo>
                    <a:pt x="20219" y="11834"/>
                  </a:moveTo>
                  <a:cubicBezTo>
                    <a:pt x="20230" y="11834"/>
                    <a:pt x="20242" y="11835"/>
                    <a:pt x="20254" y="11837"/>
                  </a:cubicBezTo>
                  <a:lnTo>
                    <a:pt x="20286" y="11910"/>
                  </a:lnTo>
                  <a:cubicBezTo>
                    <a:pt x="20278" y="11940"/>
                    <a:pt x="20258" y="11950"/>
                    <a:pt x="20233" y="11950"/>
                  </a:cubicBezTo>
                  <a:cubicBezTo>
                    <a:pt x="20210" y="11950"/>
                    <a:pt x="20183" y="11942"/>
                    <a:pt x="20157" y="11935"/>
                  </a:cubicBezTo>
                  <a:cubicBezTo>
                    <a:pt x="20108" y="11919"/>
                    <a:pt x="20108" y="11919"/>
                    <a:pt x="20124" y="11862"/>
                  </a:cubicBezTo>
                  <a:cubicBezTo>
                    <a:pt x="20155" y="11844"/>
                    <a:pt x="20185" y="11834"/>
                    <a:pt x="20219" y="11834"/>
                  </a:cubicBezTo>
                  <a:close/>
                  <a:moveTo>
                    <a:pt x="19289" y="11902"/>
                  </a:moveTo>
                  <a:cubicBezTo>
                    <a:pt x="19265" y="11959"/>
                    <a:pt x="19265" y="11959"/>
                    <a:pt x="19322" y="11975"/>
                  </a:cubicBezTo>
                  <a:lnTo>
                    <a:pt x="19370" y="11991"/>
                  </a:lnTo>
                  <a:lnTo>
                    <a:pt x="19338" y="11919"/>
                  </a:lnTo>
                  <a:lnTo>
                    <a:pt x="19289" y="11902"/>
                  </a:lnTo>
                  <a:close/>
                  <a:moveTo>
                    <a:pt x="2457" y="0"/>
                  </a:moveTo>
                  <a:cubicBezTo>
                    <a:pt x="2425" y="33"/>
                    <a:pt x="2384" y="57"/>
                    <a:pt x="2336" y="65"/>
                  </a:cubicBezTo>
                  <a:cubicBezTo>
                    <a:pt x="2336" y="122"/>
                    <a:pt x="2271" y="122"/>
                    <a:pt x="2084" y="138"/>
                  </a:cubicBezTo>
                  <a:cubicBezTo>
                    <a:pt x="2003" y="146"/>
                    <a:pt x="1914" y="162"/>
                    <a:pt x="1833" y="187"/>
                  </a:cubicBezTo>
                  <a:lnTo>
                    <a:pt x="1493" y="276"/>
                  </a:lnTo>
                  <a:cubicBezTo>
                    <a:pt x="1313" y="307"/>
                    <a:pt x="1067" y="398"/>
                    <a:pt x="940" y="398"/>
                  </a:cubicBezTo>
                  <a:cubicBezTo>
                    <a:pt x="935" y="398"/>
                    <a:pt x="930" y="398"/>
                    <a:pt x="925" y="397"/>
                  </a:cubicBezTo>
                  <a:cubicBezTo>
                    <a:pt x="812" y="438"/>
                    <a:pt x="714" y="519"/>
                    <a:pt x="649" y="624"/>
                  </a:cubicBezTo>
                  <a:cubicBezTo>
                    <a:pt x="622" y="701"/>
                    <a:pt x="522" y="795"/>
                    <a:pt x="464" y="795"/>
                  </a:cubicBezTo>
                  <a:cubicBezTo>
                    <a:pt x="454" y="795"/>
                    <a:pt x="446" y="792"/>
                    <a:pt x="439" y="787"/>
                  </a:cubicBezTo>
                  <a:cubicBezTo>
                    <a:pt x="439" y="787"/>
                    <a:pt x="439" y="787"/>
                    <a:pt x="382" y="851"/>
                  </a:cubicBezTo>
                  <a:cubicBezTo>
                    <a:pt x="333" y="965"/>
                    <a:pt x="301" y="1030"/>
                    <a:pt x="293" y="1054"/>
                  </a:cubicBezTo>
                  <a:lnTo>
                    <a:pt x="268" y="1087"/>
                  </a:lnTo>
                  <a:cubicBezTo>
                    <a:pt x="259" y="1080"/>
                    <a:pt x="248" y="1077"/>
                    <a:pt x="236" y="1077"/>
                  </a:cubicBezTo>
                  <a:cubicBezTo>
                    <a:pt x="187" y="1077"/>
                    <a:pt x="125" y="1131"/>
                    <a:pt x="139" y="1216"/>
                  </a:cubicBezTo>
                  <a:cubicBezTo>
                    <a:pt x="195" y="1241"/>
                    <a:pt x="139" y="1305"/>
                    <a:pt x="98" y="1476"/>
                  </a:cubicBezTo>
                  <a:cubicBezTo>
                    <a:pt x="25" y="1638"/>
                    <a:pt x="1" y="1824"/>
                    <a:pt x="25" y="2003"/>
                  </a:cubicBezTo>
                  <a:cubicBezTo>
                    <a:pt x="74" y="2359"/>
                    <a:pt x="220" y="2700"/>
                    <a:pt x="455" y="2976"/>
                  </a:cubicBezTo>
                  <a:cubicBezTo>
                    <a:pt x="568" y="3114"/>
                    <a:pt x="690" y="3251"/>
                    <a:pt x="828" y="3373"/>
                  </a:cubicBezTo>
                  <a:cubicBezTo>
                    <a:pt x="925" y="3462"/>
                    <a:pt x="1022" y="3535"/>
                    <a:pt x="1103" y="3600"/>
                  </a:cubicBezTo>
                  <a:cubicBezTo>
                    <a:pt x="1249" y="3709"/>
                    <a:pt x="1355" y="3773"/>
                    <a:pt x="1381" y="3773"/>
                  </a:cubicBezTo>
                  <a:cubicBezTo>
                    <a:pt x="1384" y="3773"/>
                    <a:pt x="1386" y="3772"/>
                    <a:pt x="1387" y="3770"/>
                  </a:cubicBezTo>
                  <a:lnTo>
                    <a:pt x="1533" y="3876"/>
                  </a:lnTo>
                  <a:lnTo>
                    <a:pt x="1679" y="3973"/>
                  </a:lnTo>
                  <a:cubicBezTo>
                    <a:pt x="1606" y="4070"/>
                    <a:pt x="1882" y="4176"/>
                    <a:pt x="2052" y="4224"/>
                  </a:cubicBezTo>
                  <a:cubicBezTo>
                    <a:pt x="2069" y="4220"/>
                    <a:pt x="2086" y="4218"/>
                    <a:pt x="2102" y="4218"/>
                  </a:cubicBezTo>
                  <a:cubicBezTo>
                    <a:pt x="2149" y="4218"/>
                    <a:pt x="2194" y="4235"/>
                    <a:pt x="2230" y="4265"/>
                  </a:cubicBezTo>
                  <a:cubicBezTo>
                    <a:pt x="2166" y="4362"/>
                    <a:pt x="2303" y="4459"/>
                    <a:pt x="2433" y="4476"/>
                  </a:cubicBezTo>
                  <a:cubicBezTo>
                    <a:pt x="2475" y="4449"/>
                    <a:pt x="2508" y="4436"/>
                    <a:pt x="2529" y="4436"/>
                  </a:cubicBezTo>
                  <a:cubicBezTo>
                    <a:pt x="2567" y="4436"/>
                    <a:pt x="2571" y="4474"/>
                    <a:pt x="2530" y="4540"/>
                  </a:cubicBezTo>
                  <a:cubicBezTo>
                    <a:pt x="2488" y="4604"/>
                    <a:pt x="2511" y="4653"/>
                    <a:pt x="2586" y="4653"/>
                  </a:cubicBezTo>
                  <a:cubicBezTo>
                    <a:pt x="2626" y="4653"/>
                    <a:pt x="2681" y="4639"/>
                    <a:pt x="2749" y="4605"/>
                  </a:cubicBezTo>
                  <a:cubicBezTo>
                    <a:pt x="2774" y="4600"/>
                    <a:pt x="2792" y="4597"/>
                    <a:pt x="2804" y="4597"/>
                  </a:cubicBezTo>
                  <a:cubicBezTo>
                    <a:pt x="2832" y="4597"/>
                    <a:pt x="2835" y="4614"/>
                    <a:pt x="2847" y="4670"/>
                  </a:cubicBezTo>
                  <a:cubicBezTo>
                    <a:pt x="2835" y="4759"/>
                    <a:pt x="2855" y="4802"/>
                    <a:pt x="2879" y="4802"/>
                  </a:cubicBezTo>
                  <a:cubicBezTo>
                    <a:pt x="2889" y="4802"/>
                    <a:pt x="2901" y="4793"/>
                    <a:pt x="2911" y="4776"/>
                  </a:cubicBezTo>
                  <a:cubicBezTo>
                    <a:pt x="2951" y="4753"/>
                    <a:pt x="2982" y="4741"/>
                    <a:pt x="3006" y="4741"/>
                  </a:cubicBezTo>
                  <a:cubicBezTo>
                    <a:pt x="3051" y="4741"/>
                    <a:pt x="3068" y="4783"/>
                    <a:pt x="3057" y="4873"/>
                  </a:cubicBezTo>
                  <a:cubicBezTo>
                    <a:pt x="3077" y="4970"/>
                    <a:pt x="3085" y="5009"/>
                    <a:pt x="3112" y="5009"/>
                  </a:cubicBezTo>
                  <a:cubicBezTo>
                    <a:pt x="3130" y="5009"/>
                    <a:pt x="3158" y="4991"/>
                    <a:pt x="3203" y="4962"/>
                  </a:cubicBezTo>
                  <a:cubicBezTo>
                    <a:pt x="3230" y="4950"/>
                    <a:pt x="3258" y="4945"/>
                    <a:pt x="3285" y="4945"/>
                  </a:cubicBezTo>
                  <a:cubicBezTo>
                    <a:pt x="3388" y="4945"/>
                    <a:pt x="3481" y="5025"/>
                    <a:pt x="3487" y="5140"/>
                  </a:cubicBezTo>
                  <a:cubicBezTo>
                    <a:pt x="3524" y="5165"/>
                    <a:pt x="3542" y="5217"/>
                    <a:pt x="3563" y="5217"/>
                  </a:cubicBezTo>
                  <a:cubicBezTo>
                    <a:pt x="3569" y="5217"/>
                    <a:pt x="3576" y="5211"/>
                    <a:pt x="3584" y="5197"/>
                  </a:cubicBezTo>
                  <a:lnTo>
                    <a:pt x="3601" y="5278"/>
                  </a:lnTo>
                  <a:lnTo>
                    <a:pt x="3698" y="5343"/>
                  </a:lnTo>
                  <a:lnTo>
                    <a:pt x="3730" y="5286"/>
                  </a:lnTo>
                  <a:cubicBezTo>
                    <a:pt x="3941" y="5457"/>
                    <a:pt x="4160" y="5603"/>
                    <a:pt x="4387" y="5740"/>
                  </a:cubicBezTo>
                  <a:cubicBezTo>
                    <a:pt x="4777" y="5977"/>
                    <a:pt x="4939" y="6067"/>
                    <a:pt x="4988" y="6067"/>
                  </a:cubicBezTo>
                  <a:cubicBezTo>
                    <a:pt x="5007" y="6067"/>
                    <a:pt x="5010" y="6054"/>
                    <a:pt x="5003" y="6032"/>
                  </a:cubicBezTo>
                  <a:cubicBezTo>
                    <a:pt x="5006" y="5981"/>
                    <a:pt x="5024" y="5959"/>
                    <a:pt x="5043" y="5959"/>
                  </a:cubicBezTo>
                  <a:cubicBezTo>
                    <a:pt x="5072" y="5959"/>
                    <a:pt x="5105" y="6011"/>
                    <a:pt x="5101" y="6089"/>
                  </a:cubicBezTo>
                  <a:cubicBezTo>
                    <a:pt x="5149" y="6113"/>
                    <a:pt x="5222" y="6227"/>
                    <a:pt x="5319" y="6276"/>
                  </a:cubicBezTo>
                  <a:cubicBezTo>
                    <a:pt x="5417" y="6332"/>
                    <a:pt x="5522" y="6389"/>
                    <a:pt x="5490" y="6438"/>
                  </a:cubicBezTo>
                  <a:lnTo>
                    <a:pt x="5538" y="6470"/>
                  </a:lnTo>
                  <a:cubicBezTo>
                    <a:pt x="5558" y="6464"/>
                    <a:pt x="5581" y="6461"/>
                    <a:pt x="5604" y="6461"/>
                  </a:cubicBezTo>
                  <a:cubicBezTo>
                    <a:pt x="5770" y="6461"/>
                    <a:pt x="6007" y="6600"/>
                    <a:pt x="6114" y="6713"/>
                  </a:cubicBezTo>
                  <a:cubicBezTo>
                    <a:pt x="6203" y="6770"/>
                    <a:pt x="6300" y="6794"/>
                    <a:pt x="6398" y="6794"/>
                  </a:cubicBezTo>
                  <a:cubicBezTo>
                    <a:pt x="6527" y="6794"/>
                    <a:pt x="6527" y="6794"/>
                    <a:pt x="6544" y="6876"/>
                  </a:cubicBezTo>
                  <a:cubicBezTo>
                    <a:pt x="6524" y="6915"/>
                    <a:pt x="6699" y="7059"/>
                    <a:pt x="6793" y="7059"/>
                  </a:cubicBezTo>
                  <a:cubicBezTo>
                    <a:pt x="6816" y="7059"/>
                    <a:pt x="6834" y="7050"/>
                    <a:pt x="6844" y="7030"/>
                  </a:cubicBezTo>
                  <a:lnTo>
                    <a:pt x="6868" y="7111"/>
                  </a:lnTo>
                  <a:cubicBezTo>
                    <a:pt x="6879" y="7146"/>
                    <a:pt x="6900" y="7160"/>
                    <a:pt x="6923" y="7160"/>
                  </a:cubicBezTo>
                  <a:cubicBezTo>
                    <a:pt x="6953" y="7160"/>
                    <a:pt x="6984" y="7138"/>
                    <a:pt x="6998" y="7111"/>
                  </a:cubicBezTo>
                  <a:cubicBezTo>
                    <a:pt x="7020" y="7070"/>
                    <a:pt x="7040" y="7048"/>
                    <a:pt x="7056" y="7048"/>
                  </a:cubicBezTo>
                  <a:cubicBezTo>
                    <a:pt x="7080" y="7048"/>
                    <a:pt x="7091" y="7102"/>
                    <a:pt x="7071" y="7216"/>
                  </a:cubicBezTo>
                  <a:cubicBezTo>
                    <a:pt x="7033" y="7287"/>
                    <a:pt x="7046" y="7321"/>
                    <a:pt x="7066" y="7321"/>
                  </a:cubicBezTo>
                  <a:cubicBezTo>
                    <a:pt x="7076" y="7321"/>
                    <a:pt x="7087" y="7313"/>
                    <a:pt x="7095" y="7297"/>
                  </a:cubicBezTo>
                  <a:cubicBezTo>
                    <a:pt x="7132" y="7281"/>
                    <a:pt x="7170" y="7267"/>
                    <a:pt x="7202" y="7267"/>
                  </a:cubicBezTo>
                  <a:cubicBezTo>
                    <a:pt x="7235" y="7267"/>
                    <a:pt x="7261" y="7281"/>
                    <a:pt x="7273" y="7321"/>
                  </a:cubicBezTo>
                  <a:cubicBezTo>
                    <a:pt x="7294" y="7332"/>
                    <a:pt x="7317" y="7342"/>
                    <a:pt x="7340" y="7342"/>
                  </a:cubicBezTo>
                  <a:cubicBezTo>
                    <a:pt x="7370" y="7342"/>
                    <a:pt x="7400" y="7324"/>
                    <a:pt x="7427" y="7265"/>
                  </a:cubicBezTo>
                  <a:cubicBezTo>
                    <a:pt x="7438" y="7239"/>
                    <a:pt x="7456" y="7230"/>
                    <a:pt x="7477" y="7230"/>
                  </a:cubicBezTo>
                  <a:cubicBezTo>
                    <a:pt x="7501" y="7230"/>
                    <a:pt x="7531" y="7243"/>
                    <a:pt x="7557" y="7257"/>
                  </a:cubicBezTo>
                  <a:cubicBezTo>
                    <a:pt x="7533" y="7313"/>
                    <a:pt x="7533" y="7313"/>
                    <a:pt x="7452" y="7338"/>
                  </a:cubicBezTo>
                  <a:lnTo>
                    <a:pt x="7557" y="7394"/>
                  </a:lnTo>
                  <a:cubicBezTo>
                    <a:pt x="7606" y="7419"/>
                    <a:pt x="7679" y="7516"/>
                    <a:pt x="7654" y="7573"/>
                  </a:cubicBezTo>
                  <a:cubicBezTo>
                    <a:pt x="7667" y="7613"/>
                    <a:pt x="7685" y="7640"/>
                    <a:pt x="7700" y="7640"/>
                  </a:cubicBezTo>
                  <a:cubicBezTo>
                    <a:pt x="7715" y="7640"/>
                    <a:pt x="7727" y="7613"/>
                    <a:pt x="7727" y="7548"/>
                  </a:cubicBezTo>
                  <a:cubicBezTo>
                    <a:pt x="7762" y="7480"/>
                    <a:pt x="7775" y="7453"/>
                    <a:pt x="7802" y="7453"/>
                  </a:cubicBezTo>
                  <a:cubicBezTo>
                    <a:pt x="7820" y="7453"/>
                    <a:pt x="7843" y="7464"/>
                    <a:pt x="7881" y="7484"/>
                  </a:cubicBezTo>
                  <a:cubicBezTo>
                    <a:pt x="7938" y="7516"/>
                    <a:pt x="7987" y="7540"/>
                    <a:pt x="7963" y="7589"/>
                  </a:cubicBezTo>
                  <a:cubicBezTo>
                    <a:pt x="7930" y="7646"/>
                    <a:pt x="7930" y="7646"/>
                    <a:pt x="8036" y="7694"/>
                  </a:cubicBezTo>
                  <a:cubicBezTo>
                    <a:pt x="8078" y="7714"/>
                    <a:pt x="8126" y="7723"/>
                    <a:pt x="8175" y="7723"/>
                  </a:cubicBezTo>
                  <a:cubicBezTo>
                    <a:pt x="8305" y="7723"/>
                    <a:pt x="8446" y="7664"/>
                    <a:pt x="8522" y="7605"/>
                  </a:cubicBezTo>
                  <a:cubicBezTo>
                    <a:pt x="8545" y="7551"/>
                    <a:pt x="8557" y="7523"/>
                    <a:pt x="8564" y="7523"/>
                  </a:cubicBezTo>
                  <a:cubicBezTo>
                    <a:pt x="8571" y="7523"/>
                    <a:pt x="8571" y="7557"/>
                    <a:pt x="8571" y="7630"/>
                  </a:cubicBezTo>
                  <a:cubicBezTo>
                    <a:pt x="8546" y="7678"/>
                    <a:pt x="8595" y="7702"/>
                    <a:pt x="8644" y="7727"/>
                  </a:cubicBezTo>
                  <a:cubicBezTo>
                    <a:pt x="8652" y="7711"/>
                    <a:pt x="8661" y="7706"/>
                    <a:pt x="8667" y="7706"/>
                  </a:cubicBezTo>
                  <a:cubicBezTo>
                    <a:pt x="8680" y="7706"/>
                    <a:pt x="8684" y="7732"/>
                    <a:pt x="8663" y="7732"/>
                  </a:cubicBezTo>
                  <a:cubicBezTo>
                    <a:pt x="8658" y="7732"/>
                    <a:pt x="8651" y="7730"/>
                    <a:pt x="8644" y="7727"/>
                  </a:cubicBezTo>
                  <a:cubicBezTo>
                    <a:pt x="8633" y="7752"/>
                    <a:pt x="8617" y="7762"/>
                    <a:pt x="8598" y="7762"/>
                  </a:cubicBezTo>
                  <a:cubicBezTo>
                    <a:pt x="8575" y="7762"/>
                    <a:pt x="8549" y="7748"/>
                    <a:pt x="8522" y="7735"/>
                  </a:cubicBezTo>
                  <a:lnTo>
                    <a:pt x="8498" y="7784"/>
                  </a:lnTo>
                  <a:cubicBezTo>
                    <a:pt x="8493" y="7867"/>
                    <a:pt x="8512" y="7909"/>
                    <a:pt x="8549" y="7909"/>
                  </a:cubicBezTo>
                  <a:cubicBezTo>
                    <a:pt x="8573" y="7909"/>
                    <a:pt x="8605" y="7892"/>
                    <a:pt x="8644" y="7857"/>
                  </a:cubicBezTo>
                  <a:cubicBezTo>
                    <a:pt x="8673" y="7848"/>
                    <a:pt x="8692" y="7842"/>
                    <a:pt x="8705" y="7842"/>
                  </a:cubicBezTo>
                  <a:cubicBezTo>
                    <a:pt x="8728" y="7842"/>
                    <a:pt x="8734" y="7859"/>
                    <a:pt x="8749" y="7905"/>
                  </a:cubicBezTo>
                  <a:cubicBezTo>
                    <a:pt x="8768" y="7968"/>
                    <a:pt x="8787" y="8026"/>
                    <a:pt x="8809" y="8026"/>
                  </a:cubicBezTo>
                  <a:cubicBezTo>
                    <a:pt x="8816" y="8026"/>
                    <a:pt x="8823" y="8021"/>
                    <a:pt x="8830" y="8011"/>
                  </a:cubicBezTo>
                  <a:cubicBezTo>
                    <a:pt x="8879" y="8035"/>
                    <a:pt x="8927" y="8075"/>
                    <a:pt x="8952" y="8132"/>
                  </a:cubicBezTo>
                  <a:cubicBezTo>
                    <a:pt x="9017" y="8162"/>
                    <a:pt x="9060" y="8183"/>
                    <a:pt x="9090" y="8183"/>
                  </a:cubicBezTo>
                  <a:cubicBezTo>
                    <a:pt x="9108" y="8183"/>
                    <a:pt x="9121" y="8175"/>
                    <a:pt x="9130" y="8157"/>
                  </a:cubicBezTo>
                  <a:cubicBezTo>
                    <a:pt x="9145" y="8131"/>
                    <a:pt x="9163" y="8122"/>
                    <a:pt x="9183" y="8122"/>
                  </a:cubicBezTo>
                  <a:cubicBezTo>
                    <a:pt x="9207" y="8122"/>
                    <a:pt x="9233" y="8135"/>
                    <a:pt x="9260" y="8148"/>
                  </a:cubicBezTo>
                  <a:cubicBezTo>
                    <a:pt x="9291" y="8162"/>
                    <a:pt x="9320" y="8175"/>
                    <a:pt x="9343" y="8175"/>
                  </a:cubicBezTo>
                  <a:cubicBezTo>
                    <a:pt x="9363" y="8175"/>
                    <a:pt x="9379" y="8166"/>
                    <a:pt x="9390" y="8140"/>
                  </a:cubicBezTo>
                  <a:cubicBezTo>
                    <a:pt x="9406" y="8103"/>
                    <a:pt x="9443" y="8080"/>
                    <a:pt x="9496" y="8080"/>
                  </a:cubicBezTo>
                  <a:cubicBezTo>
                    <a:pt x="9524" y="8080"/>
                    <a:pt x="9556" y="8086"/>
                    <a:pt x="9592" y="8100"/>
                  </a:cubicBezTo>
                  <a:cubicBezTo>
                    <a:pt x="9722" y="8100"/>
                    <a:pt x="9722" y="8100"/>
                    <a:pt x="9722" y="8229"/>
                  </a:cubicBezTo>
                  <a:cubicBezTo>
                    <a:pt x="9698" y="8286"/>
                    <a:pt x="9746" y="8311"/>
                    <a:pt x="9803" y="8327"/>
                  </a:cubicBezTo>
                  <a:cubicBezTo>
                    <a:pt x="9835" y="8351"/>
                    <a:pt x="9868" y="8384"/>
                    <a:pt x="9876" y="8432"/>
                  </a:cubicBezTo>
                  <a:cubicBezTo>
                    <a:pt x="9888" y="8459"/>
                    <a:pt x="9898" y="8469"/>
                    <a:pt x="9908" y="8469"/>
                  </a:cubicBezTo>
                  <a:cubicBezTo>
                    <a:pt x="9926" y="8469"/>
                    <a:pt x="9942" y="8436"/>
                    <a:pt x="9957" y="8400"/>
                  </a:cubicBezTo>
                  <a:cubicBezTo>
                    <a:pt x="9981" y="8343"/>
                    <a:pt x="10006" y="8286"/>
                    <a:pt x="10006" y="8286"/>
                  </a:cubicBezTo>
                  <a:cubicBezTo>
                    <a:pt x="10054" y="8311"/>
                    <a:pt x="10054" y="8440"/>
                    <a:pt x="10030" y="8497"/>
                  </a:cubicBezTo>
                  <a:cubicBezTo>
                    <a:pt x="10034" y="8565"/>
                    <a:pt x="10036" y="8598"/>
                    <a:pt x="10044" y="8598"/>
                  </a:cubicBezTo>
                  <a:cubicBezTo>
                    <a:pt x="10052" y="8598"/>
                    <a:pt x="10064" y="8571"/>
                    <a:pt x="10087" y="8521"/>
                  </a:cubicBezTo>
                  <a:cubicBezTo>
                    <a:pt x="10100" y="8492"/>
                    <a:pt x="10126" y="8469"/>
                    <a:pt x="10159" y="8469"/>
                  </a:cubicBezTo>
                  <a:cubicBezTo>
                    <a:pt x="10190" y="8469"/>
                    <a:pt x="10227" y="8487"/>
                    <a:pt x="10265" y="8538"/>
                  </a:cubicBezTo>
                  <a:cubicBezTo>
                    <a:pt x="10371" y="8578"/>
                    <a:pt x="10468" y="8627"/>
                    <a:pt x="10444" y="8684"/>
                  </a:cubicBezTo>
                  <a:cubicBezTo>
                    <a:pt x="10456" y="8715"/>
                    <a:pt x="10489" y="8737"/>
                    <a:pt x="10522" y="8737"/>
                  </a:cubicBezTo>
                  <a:cubicBezTo>
                    <a:pt x="10531" y="8737"/>
                    <a:pt x="10540" y="8736"/>
                    <a:pt x="10549" y="8732"/>
                  </a:cubicBezTo>
                  <a:cubicBezTo>
                    <a:pt x="10569" y="8723"/>
                    <a:pt x="10589" y="8718"/>
                    <a:pt x="10609" y="8718"/>
                  </a:cubicBezTo>
                  <a:cubicBezTo>
                    <a:pt x="10660" y="8718"/>
                    <a:pt x="10715" y="8752"/>
                    <a:pt x="10808" y="8846"/>
                  </a:cubicBezTo>
                  <a:cubicBezTo>
                    <a:pt x="10931" y="8973"/>
                    <a:pt x="10982" y="9026"/>
                    <a:pt x="11013" y="9026"/>
                  </a:cubicBezTo>
                  <a:cubicBezTo>
                    <a:pt x="11036" y="9026"/>
                    <a:pt x="11047" y="8999"/>
                    <a:pt x="11068" y="8951"/>
                  </a:cubicBezTo>
                  <a:cubicBezTo>
                    <a:pt x="11081" y="8925"/>
                    <a:pt x="11094" y="8896"/>
                    <a:pt x="11104" y="8896"/>
                  </a:cubicBezTo>
                  <a:cubicBezTo>
                    <a:pt x="11111" y="8896"/>
                    <a:pt x="11116" y="8916"/>
                    <a:pt x="11116" y="8975"/>
                  </a:cubicBezTo>
                  <a:cubicBezTo>
                    <a:pt x="11133" y="9016"/>
                    <a:pt x="11159" y="9028"/>
                    <a:pt x="11198" y="9028"/>
                  </a:cubicBezTo>
                  <a:cubicBezTo>
                    <a:pt x="11236" y="9028"/>
                    <a:pt x="11287" y="9016"/>
                    <a:pt x="11352" y="9008"/>
                  </a:cubicBezTo>
                  <a:cubicBezTo>
                    <a:pt x="11425" y="8975"/>
                    <a:pt x="11473" y="8870"/>
                    <a:pt x="11498" y="8813"/>
                  </a:cubicBezTo>
                  <a:cubicBezTo>
                    <a:pt x="11519" y="8754"/>
                    <a:pt x="11529" y="8726"/>
                    <a:pt x="11545" y="8726"/>
                  </a:cubicBezTo>
                  <a:cubicBezTo>
                    <a:pt x="11560" y="8726"/>
                    <a:pt x="11580" y="8750"/>
                    <a:pt x="11619" y="8797"/>
                  </a:cubicBezTo>
                  <a:cubicBezTo>
                    <a:pt x="11676" y="8829"/>
                    <a:pt x="11700" y="8894"/>
                    <a:pt x="11676" y="8951"/>
                  </a:cubicBezTo>
                  <a:cubicBezTo>
                    <a:pt x="11670" y="8975"/>
                    <a:pt x="11651" y="8990"/>
                    <a:pt x="11629" y="8990"/>
                  </a:cubicBezTo>
                  <a:cubicBezTo>
                    <a:pt x="11620" y="8990"/>
                    <a:pt x="11612" y="8988"/>
                    <a:pt x="11603" y="8984"/>
                  </a:cubicBezTo>
                  <a:lnTo>
                    <a:pt x="11554" y="8967"/>
                  </a:lnTo>
                  <a:lnTo>
                    <a:pt x="11554" y="8967"/>
                  </a:lnTo>
                  <a:cubicBezTo>
                    <a:pt x="11530" y="9024"/>
                    <a:pt x="11506" y="9073"/>
                    <a:pt x="11611" y="9121"/>
                  </a:cubicBezTo>
                  <a:cubicBezTo>
                    <a:pt x="11626" y="9167"/>
                    <a:pt x="11654" y="9193"/>
                    <a:pt x="11678" y="9193"/>
                  </a:cubicBezTo>
                  <a:cubicBezTo>
                    <a:pt x="11693" y="9193"/>
                    <a:pt x="11707" y="9183"/>
                    <a:pt x="11716" y="9162"/>
                  </a:cubicBezTo>
                  <a:cubicBezTo>
                    <a:pt x="11741" y="9243"/>
                    <a:pt x="11846" y="9283"/>
                    <a:pt x="11952" y="9332"/>
                  </a:cubicBezTo>
                  <a:cubicBezTo>
                    <a:pt x="12057" y="9373"/>
                    <a:pt x="12211" y="9438"/>
                    <a:pt x="12243" y="9511"/>
                  </a:cubicBezTo>
                  <a:cubicBezTo>
                    <a:pt x="12302" y="9538"/>
                    <a:pt x="12343" y="9555"/>
                    <a:pt x="12372" y="9555"/>
                  </a:cubicBezTo>
                  <a:cubicBezTo>
                    <a:pt x="12395" y="9555"/>
                    <a:pt x="12411" y="9544"/>
                    <a:pt x="12422" y="9519"/>
                  </a:cubicBezTo>
                  <a:cubicBezTo>
                    <a:pt x="12443" y="9463"/>
                    <a:pt x="12469" y="9441"/>
                    <a:pt x="12485" y="9441"/>
                  </a:cubicBezTo>
                  <a:cubicBezTo>
                    <a:pt x="12500" y="9441"/>
                    <a:pt x="12506" y="9459"/>
                    <a:pt x="12495" y="9486"/>
                  </a:cubicBezTo>
                  <a:cubicBezTo>
                    <a:pt x="12502" y="9601"/>
                    <a:pt x="13016" y="9874"/>
                    <a:pt x="13203" y="9874"/>
                  </a:cubicBezTo>
                  <a:cubicBezTo>
                    <a:pt x="13227" y="9874"/>
                    <a:pt x="13246" y="9869"/>
                    <a:pt x="13257" y="9859"/>
                  </a:cubicBezTo>
                  <a:lnTo>
                    <a:pt x="13362" y="9900"/>
                  </a:lnTo>
                  <a:cubicBezTo>
                    <a:pt x="13434" y="9986"/>
                    <a:pt x="13691" y="10092"/>
                    <a:pt x="13799" y="10092"/>
                  </a:cubicBezTo>
                  <a:cubicBezTo>
                    <a:pt x="13813" y="10092"/>
                    <a:pt x="13824" y="10090"/>
                    <a:pt x="13833" y="10086"/>
                  </a:cubicBezTo>
                  <a:lnTo>
                    <a:pt x="13995" y="10143"/>
                  </a:lnTo>
                  <a:cubicBezTo>
                    <a:pt x="14051" y="10210"/>
                    <a:pt x="14095" y="10243"/>
                    <a:pt x="14142" y="10243"/>
                  </a:cubicBezTo>
                  <a:cubicBezTo>
                    <a:pt x="14162" y="10243"/>
                    <a:pt x="14183" y="10236"/>
                    <a:pt x="14206" y="10224"/>
                  </a:cubicBezTo>
                  <a:cubicBezTo>
                    <a:pt x="14256" y="10202"/>
                    <a:pt x="14283" y="10167"/>
                    <a:pt x="14287" y="10167"/>
                  </a:cubicBezTo>
                  <a:lnTo>
                    <a:pt x="14287" y="10167"/>
                  </a:lnTo>
                  <a:cubicBezTo>
                    <a:pt x="14289" y="10167"/>
                    <a:pt x="14286" y="10174"/>
                    <a:pt x="14279" y="10192"/>
                  </a:cubicBezTo>
                  <a:cubicBezTo>
                    <a:pt x="14254" y="10248"/>
                    <a:pt x="14360" y="10289"/>
                    <a:pt x="14570" y="10370"/>
                  </a:cubicBezTo>
                  <a:cubicBezTo>
                    <a:pt x="14673" y="10409"/>
                    <a:pt x="14726" y="10428"/>
                    <a:pt x="14749" y="10428"/>
                  </a:cubicBezTo>
                  <a:cubicBezTo>
                    <a:pt x="14773" y="10428"/>
                    <a:pt x="14765" y="10407"/>
                    <a:pt x="14749" y="10370"/>
                  </a:cubicBezTo>
                  <a:lnTo>
                    <a:pt x="14749" y="10370"/>
                  </a:lnTo>
                  <a:cubicBezTo>
                    <a:pt x="14984" y="10394"/>
                    <a:pt x="14960" y="10451"/>
                    <a:pt x="14943" y="10508"/>
                  </a:cubicBezTo>
                  <a:cubicBezTo>
                    <a:pt x="14892" y="10555"/>
                    <a:pt x="14897" y="10588"/>
                    <a:pt x="14930" y="10588"/>
                  </a:cubicBezTo>
                  <a:cubicBezTo>
                    <a:pt x="14959" y="10588"/>
                    <a:pt x="15011" y="10561"/>
                    <a:pt x="15065" y="10492"/>
                  </a:cubicBezTo>
                  <a:cubicBezTo>
                    <a:pt x="15108" y="10449"/>
                    <a:pt x="15152" y="10433"/>
                    <a:pt x="15186" y="10433"/>
                  </a:cubicBezTo>
                  <a:cubicBezTo>
                    <a:pt x="15231" y="10433"/>
                    <a:pt x="15261" y="10460"/>
                    <a:pt x="15251" y="10492"/>
                  </a:cubicBezTo>
                  <a:cubicBezTo>
                    <a:pt x="15240" y="10518"/>
                    <a:pt x="15221" y="10527"/>
                    <a:pt x="15199" y="10527"/>
                  </a:cubicBezTo>
                  <a:cubicBezTo>
                    <a:pt x="15175" y="10527"/>
                    <a:pt x="15147" y="10516"/>
                    <a:pt x="15122" y="10508"/>
                  </a:cubicBezTo>
                  <a:cubicBezTo>
                    <a:pt x="15122" y="10508"/>
                    <a:pt x="15097" y="10565"/>
                    <a:pt x="15081" y="10621"/>
                  </a:cubicBezTo>
                  <a:cubicBezTo>
                    <a:pt x="15101" y="10628"/>
                    <a:pt x="15113" y="10632"/>
                    <a:pt x="15125" y="10632"/>
                  </a:cubicBezTo>
                  <a:cubicBezTo>
                    <a:pt x="15142" y="10632"/>
                    <a:pt x="15160" y="10624"/>
                    <a:pt x="15203" y="10605"/>
                  </a:cubicBezTo>
                  <a:cubicBezTo>
                    <a:pt x="15216" y="10607"/>
                    <a:pt x="15228" y="10608"/>
                    <a:pt x="15240" y="10608"/>
                  </a:cubicBezTo>
                  <a:cubicBezTo>
                    <a:pt x="15273" y="10608"/>
                    <a:pt x="15303" y="10601"/>
                    <a:pt x="15333" y="10589"/>
                  </a:cubicBezTo>
                  <a:cubicBezTo>
                    <a:pt x="15397" y="10565"/>
                    <a:pt x="15430" y="10483"/>
                    <a:pt x="15397" y="10419"/>
                  </a:cubicBezTo>
                  <a:cubicBezTo>
                    <a:pt x="15379" y="10377"/>
                    <a:pt x="15387" y="10364"/>
                    <a:pt x="15408" y="10364"/>
                  </a:cubicBezTo>
                  <a:cubicBezTo>
                    <a:pt x="15423" y="10364"/>
                    <a:pt x="15446" y="10371"/>
                    <a:pt x="15470" y="10378"/>
                  </a:cubicBezTo>
                  <a:cubicBezTo>
                    <a:pt x="15551" y="10475"/>
                    <a:pt x="15535" y="10532"/>
                    <a:pt x="15462" y="10573"/>
                  </a:cubicBezTo>
                  <a:cubicBezTo>
                    <a:pt x="15453" y="10569"/>
                    <a:pt x="15445" y="10567"/>
                    <a:pt x="15437" y="10567"/>
                  </a:cubicBezTo>
                  <a:cubicBezTo>
                    <a:pt x="15400" y="10567"/>
                    <a:pt x="15385" y="10614"/>
                    <a:pt x="15365" y="10662"/>
                  </a:cubicBezTo>
                  <a:cubicBezTo>
                    <a:pt x="15355" y="10684"/>
                    <a:pt x="15396" y="10695"/>
                    <a:pt x="15455" y="10695"/>
                  </a:cubicBezTo>
                  <a:cubicBezTo>
                    <a:pt x="15548" y="10695"/>
                    <a:pt x="15687" y="10668"/>
                    <a:pt x="15746" y="10613"/>
                  </a:cubicBezTo>
                  <a:lnTo>
                    <a:pt x="15746" y="10613"/>
                  </a:lnTo>
                  <a:lnTo>
                    <a:pt x="15722" y="10670"/>
                  </a:lnTo>
                  <a:cubicBezTo>
                    <a:pt x="15705" y="10719"/>
                    <a:pt x="15811" y="10759"/>
                    <a:pt x="15916" y="10800"/>
                  </a:cubicBezTo>
                  <a:cubicBezTo>
                    <a:pt x="15973" y="10822"/>
                    <a:pt x="16014" y="10836"/>
                    <a:pt x="16043" y="10836"/>
                  </a:cubicBezTo>
                  <a:cubicBezTo>
                    <a:pt x="16067" y="10836"/>
                    <a:pt x="16083" y="10826"/>
                    <a:pt x="16095" y="10800"/>
                  </a:cubicBezTo>
                  <a:cubicBezTo>
                    <a:pt x="16108" y="10752"/>
                    <a:pt x="16127" y="10705"/>
                    <a:pt x="16162" y="10705"/>
                  </a:cubicBezTo>
                  <a:cubicBezTo>
                    <a:pt x="16169" y="10705"/>
                    <a:pt x="16176" y="10706"/>
                    <a:pt x="16184" y="10710"/>
                  </a:cubicBezTo>
                  <a:cubicBezTo>
                    <a:pt x="16135" y="10686"/>
                    <a:pt x="16151" y="10629"/>
                    <a:pt x="16176" y="10573"/>
                  </a:cubicBezTo>
                  <a:lnTo>
                    <a:pt x="16176" y="10573"/>
                  </a:lnTo>
                  <a:cubicBezTo>
                    <a:pt x="16224" y="10629"/>
                    <a:pt x="16257" y="10686"/>
                    <a:pt x="16289" y="10743"/>
                  </a:cubicBezTo>
                  <a:cubicBezTo>
                    <a:pt x="16354" y="10905"/>
                    <a:pt x="16492" y="11019"/>
                    <a:pt x="16654" y="11067"/>
                  </a:cubicBezTo>
                  <a:cubicBezTo>
                    <a:pt x="16759" y="11100"/>
                    <a:pt x="16922" y="11156"/>
                    <a:pt x="16954" y="11229"/>
                  </a:cubicBezTo>
                  <a:cubicBezTo>
                    <a:pt x="17011" y="11251"/>
                    <a:pt x="17054" y="11266"/>
                    <a:pt x="17084" y="11266"/>
                  </a:cubicBezTo>
                  <a:cubicBezTo>
                    <a:pt x="17109" y="11266"/>
                    <a:pt x="17125" y="11255"/>
                    <a:pt x="17132" y="11229"/>
                  </a:cubicBezTo>
                  <a:lnTo>
                    <a:pt x="17238" y="11270"/>
                  </a:lnTo>
                  <a:cubicBezTo>
                    <a:pt x="17260" y="11319"/>
                    <a:pt x="17318" y="11353"/>
                    <a:pt x="17359" y="11353"/>
                  </a:cubicBezTo>
                  <a:cubicBezTo>
                    <a:pt x="17379" y="11353"/>
                    <a:pt x="17395" y="11345"/>
                    <a:pt x="17400" y="11327"/>
                  </a:cubicBezTo>
                  <a:cubicBezTo>
                    <a:pt x="17415" y="11318"/>
                    <a:pt x="17429" y="11315"/>
                    <a:pt x="17441" y="11315"/>
                  </a:cubicBezTo>
                  <a:cubicBezTo>
                    <a:pt x="17488" y="11315"/>
                    <a:pt x="17517" y="11364"/>
                    <a:pt x="17562" y="11383"/>
                  </a:cubicBezTo>
                  <a:cubicBezTo>
                    <a:pt x="17593" y="11452"/>
                    <a:pt x="17609" y="11488"/>
                    <a:pt x="17618" y="11488"/>
                  </a:cubicBezTo>
                  <a:cubicBezTo>
                    <a:pt x="17629" y="11488"/>
                    <a:pt x="17631" y="11442"/>
                    <a:pt x="17635" y="11343"/>
                  </a:cubicBezTo>
                  <a:cubicBezTo>
                    <a:pt x="17651" y="11286"/>
                    <a:pt x="17562" y="11189"/>
                    <a:pt x="17513" y="11173"/>
                  </a:cubicBezTo>
                  <a:lnTo>
                    <a:pt x="17351" y="11116"/>
                  </a:lnTo>
                  <a:lnTo>
                    <a:pt x="17530" y="11116"/>
                  </a:lnTo>
                  <a:cubicBezTo>
                    <a:pt x="17543" y="11120"/>
                    <a:pt x="17561" y="11122"/>
                    <a:pt x="17580" y="11122"/>
                  </a:cubicBezTo>
                  <a:cubicBezTo>
                    <a:pt x="17640" y="11122"/>
                    <a:pt x="17714" y="11102"/>
                    <a:pt x="17732" y="11059"/>
                  </a:cubicBezTo>
                  <a:cubicBezTo>
                    <a:pt x="17739" y="11032"/>
                    <a:pt x="17763" y="11016"/>
                    <a:pt x="17789" y="11016"/>
                  </a:cubicBezTo>
                  <a:cubicBezTo>
                    <a:pt x="17794" y="11016"/>
                    <a:pt x="17800" y="11017"/>
                    <a:pt x="17805" y="11019"/>
                  </a:cubicBezTo>
                  <a:cubicBezTo>
                    <a:pt x="17805" y="11019"/>
                    <a:pt x="17781" y="11075"/>
                    <a:pt x="17765" y="11132"/>
                  </a:cubicBezTo>
                  <a:cubicBezTo>
                    <a:pt x="17708" y="11164"/>
                    <a:pt x="17668" y="11221"/>
                    <a:pt x="17651" y="11286"/>
                  </a:cubicBezTo>
                  <a:cubicBezTo>
                    <a:pt x="17663" y="11378"/>
                    <a:pt x="17736" y="11462"/>
                    <a:pt x="17792" y="11462"/>
                  </a:cubicBezTo>
                  <a:cubicBezTo>
                    <a:pt x="17814" y="11462"/>
                    <a:pt x="17834" y="11449"/>
                    <a:pt x="17846" y="11416"/>
                  </a:cubicBezTo>
                  <a:cubicBezTo>
                    <a:pt x="17895" y="11432"/>
                    <a:pt x="17895" y="11432"/>
                    <a:pt x="17935" y="11505"/>
                  </a:cubicBezTo>
                  <a:cubicBezTo>
                    <a:pt x="17923" y="11534"/>
                    <a:pt x="17931" y="11555"/>
                    <a:pt x="17955" y="11555"/>
                  </a:cubicBezTo>
                  <a:cubicBezTo>
                    <a:pt x="17978" y="11555"/>
                    <a:pt x="18013" y="11536"/>
                    <a:pt x="18057" y="11489"/>
                  </a:cubicBezTo>
                  <a:cubicBezTo>
                    <a:pt x="18094" y="11448"/>
                    <a:pt x="18126" y="11427"/>
                    <a:pt x="18152" y="11427"/>
                  </a:cubicBezTo>
                  <a:cubicBezTo>
                    <a:pt x="18187" y="11427"/>
                    <a:pt x="18210" y="11466"/>
                    <a:pt x="18219" y="11546"/>
                  </a:cubicBezTo>
                  <a:cubicBezTo>
                    <a:pt x="18269" y="11658"/>
                    <a:pt x="18405" y="11727"/>
                    <a:pt x="18476" y="11727"/>
                  </a:cubicBezTo>
                  <a:cubicBezTo>
                    <a:pt x="18498" y="11727"/>
                    <a:pt x="18513" y="11721"/>
                    <a:pt x="18519" y="11708"/>
                  </a:cubicBezTo>
                  <a:cubicBezTo>
                    <a:pt x="18532" y="11661"/>
                    <a:pt x="18567" y="11643"/>
                    <a:pt x="18606" y="11643"/>
                  </a:cubicBezTo>
                  <a:cubicBezTo>
                    <a:pt x="18662" y="11643"/>
                    <a:pt x="18727" y="11681"/>
                    <a:pt x="18746" y="11724"/>
                  </a:cubicBezTo>
                  <a:cubicBezTo>
                    <a:pt x="18762" y="11767"/>
                    <a:pt x="18804" y="11796"/>
                    <a:pt x="18846" y="11796"/>
                  </a:cubicBezTo>
                  <a:cubicBezTo>
                    <a:pt x="18867" y="11796"/>
                    <a:pt x="18889" y="11789"/>
                    <a:pt x="18908" y="11773"/>
                  </a:cubicBezTo>
                  <a:lnTo>
                    <a:pt x="18908" y="11773"/>
                  </a:lnTo>
                  <a:cubicBezTo>
                    <a:pt x="18895" y="11820"/>
                    <a:pt x="18915" y="11878"/>
                    <a:pt x="18963" y="11878"/>
                  </a:cubicBezTo>
                  <a:cubicBezTo>
                    <a:pt x="18973" y="11878"/>
                    <a:pt x="18985" y="11875"/>
                    <a:pt x="18997" y="11870"/>
                  </a:cubicBezTo>
                  <a:cubicBezTo>
                    <a:pt x="18997" y="11870"/>
                    <a:pt x="19003" y="11871"/>
                    <a:pt x="19009" y="11871"/>
                  </a:cubicBezTo>
                  <a:cubicBezTo>
                    <a:pt x="19023" y="11871"/>
                    <a:pt x="19042" y="11864"/>
                    <a:pt x="19013" y="11813"/>
                  </a:cubicBezTo>
                  <a:lnTo>
                    <a:pt x="19159" y="11732"/>
                  </a:lnTo>
                  <a:cubicBezTo>
                    <a:pt x="19111" y="11716"/>
                    <a:pt x="19127" y="11659"/>
                    <a:pt x="19143" y="11602"/>
                  </a:cubicBezTo>
                  <a:cubicBezTo>
                    <a:pt x="19147" y="11593"/>
                    <a:pt x="19156" y="11588"/>
                    <a:pt x="19167" y="11588"/>
                  </a:cubicBezTo>
                  <a:cubicBezTo>
                    <a:pt x="19226" y="11588"/>
                    <a:pt x="19363" y="11702"/>
                    <a:pt x="19411" y="11878"/>
                  </a:cubicBezTo>
                  <a:lnTo>
                    <a:pt x="19476" y="12024"/>
                  </a:lnTo>
                  <a:cubicBezTo>
                    <a:pt x="19500" y="11967"/>
                    <a:pt x="19516" y="11910"/>
                    <a:pt x="19516" y="11910"/>
                  </a:cubicBezTo>
                  <a:cubicBezTo>
                    <a:pt x="19565" y="11927"/>
                    <a:pt x="19622" y="11943"/>
                    <a:pt x="19605" y="12008"/>
                  </a:cubicBezTo>
                  <a:cubicBezTo>
                    <a:pt x="19581" y="12064"/>
                    <a:pt x="19581" y="12064"/>
                    <a:pt x="19638" y="12081"/>
                  </a:cubicBezTo>
                  <a:cubicBezTo>
                    <a:pt x="19643" y="12082"/>
                    <a:pt x="19649" y="12083"/>
                    <a:pt x="19654" y="12083"/>
                  </a:cubicBezTo>
                  <a:cubicBezTo>
                    <a:pt x="19681" y="12083"/>
                    <a:pt x="19704" y="12067"/>
                    <a:pt x="19711" y="12040"/>
                  </a:cubicBezTo>
                  <a:cubicBezTo>
                    <a:pt x="19729" y="11977"/>
                    <a:pt x="19737" y="11949"/>
                    <a:pt x="19747" y="11949"/>
                  </a:cubicBezTo>
                  <a:cubicBezTo>
                    <a:pt x="19756" y="11949"/>
                    <a:pt x="19766" y="11967"/>
                    <a:pt x="19784" y="12000"/>
                  </a:cubicBezTo>
                  <a:cubicBezTo>
                    <a:pt x="19793" y="12074"/>
                    <a:pt x="19813" y="12111"/>
                    <a:pt x="19845" y="12111"/>
                  </a:cubicBezTo>
                  <a:cubicBezTo>
                    <a:pt x="19869" y="12111"/>
                    <a:pt x="19899" y="12090"/>
                    <a:pt x="19938" y="12048"/>
                  </a:cubicBezTo>
                  <a:cubicBezTo>
                    <a:pt x="19957" y="11994"/>
                    <a:pt x="19967" y="11966"/>
                    <a:pt x="19974" y="11966"/>
                  </a:cubicBezTo>
                  <a:cubicBezTo>
                    <a:pt x="19982" y="11966"/>
                    <a:pt x="19986" y="12000"/>
                    <a:pt x="19994" y="12073"/>
                  </a:cubicBezTo>
                  <a:cubicBezTo>
                    <a:pt x="19978" y="12129"/>
                    <a:pt x="20011" y="12194"/>
                    <a:pt x="20067" y="12218"/>
                  </a:cubicBezTo>
                  <a:lnTo>
                    <a:pt x="20084" y="12162"/>
                  </a:lnTo>
                  <a:cubicBezTo>
                    <a:pt x="20104" y="12104"/>
                    <a:pt x="20127" y="12080"/>
                    <a:pt x="20149" y="12080"/>
                  </a:cubicBezTo>
                  <a:cubicBezTo>
                    <a:pt x="20170" y="12080"/>
                    <a:pt x="20189" y="12102"/>
                    <a:pt x="20205" y="12137"/>
                  </a:cubicBezTo>
                  <a:cubicBezTo>
                    <a:pt x="20194" y="12177"/>
                    <a:pt x="20218" y="12197"/>
                    <a:pt x="20276" y="12197"/>
                  </a:cubicBezTo>
                  <a:cubicBezTo>
                    <a:pt x="20300" y="12197"/>
                    <a:pt x="20331" y="12193"/>
                    <a:pt x="20367" y="12186"/>
                  </a:cubicBezTo>
                  <a:cubicBezTo>
                    <a:pt x="20473" y="12227"/>
                    <a:pt x="20530" y="12243"/>
                    <a:pt x="20513" y="12300"/>
                  </a:cubicBezTo>
                  <a:cubicBezTo>
                    <a:pt x="20492" y="12359"/>
                    <a:pt x="20482" y="12387"/>
                    <a:pt x="20490" y="12387"/>
                  </a:cubicBezTo>
                  <a:cubicBezTo>
                    <a:pt x="20497" y="12387"/>
                    <a:pt x="20519" y="12363"/>
                    <a:pt x="20562" y="12316"/>
                  </a:cubicBezTo>
                  <a:cubicBezTo>
                    <a:pt x="20591" y="12299"/>
                    <a:pt x="20609" y="12290"/>
                    <a:pt x="20625" y="12290"/>
                  </a:cubicBezTo>
                  <a:cubicBezTo>
                    <a:pt x="20649" y="12290"/>
                    <a:pt x="20671" y="12311"/>
                    <a:pt x="20724" y="12364"/>
                  </a:cubicBezTo>
                  <a:cubicBezTo>
                    <a:pt x="20743" y="12406"/>
                    <a:pt x="20751" y="12424"/>
                    <a:pt x="20768" y="12424"/>
                  </a:cubicBezTo>
                  <a:cubicBezTo>
                    <a:pt x="20781" y="12424"/>
                    <a:pt x="20798" y="12414"/>
                    <a:pt x="20830" y="12397"/>
                  </a:cubicBezTo>
                  <a:cubicBezTo>
                    <a:pt x="20870" y="12283"/>
                    <a:pt x="20886" y="12227"/>
                    <a:pt x="20830" y="12210"/>
                  </a:cubicBezTo>
                  <a:cubicBezTo>
                    <a:pt x="20781" y="12194"/>
                    <a:pt x="20781" y="12194"/>
                    <a:pt x="20797" y="12137"/>
                  </a:cubicBezTo>
                  <a:lnTo>
                    <a:pt x="20797" y="12137"/>
                  </a:lnTo>
                  <a:lnTo>
                    <a:pt x="20903" y="12170"/>
                  </a:lnTo>
                  <a:cubicBezTo>
                    <a:pt x="20945" y="12189"/>
                    <a:pt x="20991" y="12197"/>
                    <a:pt x="21037" y="12197"/>
                  </a:cubicBezTo>
                  <a:cubicBezTo>
                    <a:pt x="21071" y="12197"/>
                    <a:pt x="21104" y="12193"/>
                    <a:pt x="21138" y="12186"/>
                  </a:cubicBezTo>
                  <a:cubicBezTo>
                    <a:pt x="21255" y="12164"/>
                    <a:pt x="21293" y="12069"/>
                    <a:pt x="21209" y="12069"/>
                  </a:cubicBezTo>
                  <a:cubicBezTo>
                    <a:pt x="21200" y="12069"/>
                    <a:pt x="21190" y="12070"/>
                    <a:pt x="21178" y="12073"/>
                  </a:cubicBezTo>
                  <a:lnTo>
                    <a:pt x="21138" y="11991"/>
                  </a:lnTo>
                  <a:cubicBezTo>
                    <a:pt x="21169" y="11898"/>
                    <a:pt x="21151" y="11846"/>
                    <a:pt x="21120" y="11846"/>
                  </a:cubicBezTo>
                  <a:cubicBezTo>
                    <a:pt x="21094" y="11846"/>
                    <a:pt x="21058" y="11882"/>
                    <a:pt x="21032" y="11959"/>
                  </a:cubicBezTo>
                  <a:cubicBezTo>
                    <a:pt x="21002" y="12050"/>
                    <a:pt x="20988" y="12092"/>
                    <a:pt x="20979" y="12092"/>
                  </a:cubicBezTo>
                  <a:cubicBezTo>
                    <a:pt x="20971" y="12092"/>
                    <a:pt x="20967" y="12060"/>
                    <a:pt x="20959" y="12000"/>
                  </a:cubicBezTo>
                  <a:cubicBezTo>
                    <a:pt x="21000" y="11886"/>
                    <a:pt x="20943" y="11870"/>
                    <a:pt x="20894" y="11854"/>
                  </a:cubicBezTo>
                  <a:cubicBezTo>
                    <a:pt x="20838" y="11837"/>
                    <a:pt x="20838" y="11837"/>
                    <a:pt x="20854" y="11781"/>
                  </a:cubicBezTo>
                  <a:cubicBezTo>
                    <a:pt x="20870" y="11716"/>
                    <a:pt x="20846" y="11659"/>
                    <a:pt x="20789" y="11627"/>
                  </a:cubicBezTo>
                  <a:cubicBezTo>
                    <a:pt x="20769" y="11621"/>
                    <a:pt x="20756" y="11617"/>
                    <a:pt x="20747" y="11617"/>
                  </a:cubicBezTo>
                  <a:cubicBezTo>
                    <a:pt x="20730" y="11617"/>
                    <a:pt x="20727" y="11630"/>
                    <a:pt x="20716" y="11667"/>
                  </a:cubicBezTo>
                  <a:cubicBezTo>
                    <a:pt x="20727" y="11696"/>
                    <a:pt x="20722" y="11709"/>
                    <a:pt x="20709" y="11709"/>
                  </a:cubicBezTo>
                  <a:cubicBezTo>
                    <a:pt x="20686" y="11709"/>
                    <a:pt x="20637" y="11662"/>
                    <a:pt x="20627" y="11578"/>
                  </a:cubicBezTo>
                  <a:cubicBezTo>
                    <a:pt x="20612" y="11546"/>
                    <a:pt x="20604" y="11527"/>
                    <a:pt x="20596" y="11527"/>
                  </a:cubicBezTo>
                  <a:cubicBezTo>
                    <a:pt x="20586" y="11527"/>
                    <a:pt x="20576" y="11556"/>
                    <a:pt x="20554" y="11619"/>
                  </a:cubicBezTo>
                  <a:cubicBezTo>
                    <a:pt x="20540" y="11666"/>
                    <a:pt x="20514" y="11688"/>
                    <a:pt x="20486" y="11688"/>
                  </a:cubicBezTo>
                  <a:cubicBezTo>
                    <a:pt x="20448" y="11688"/>
                    <a:pt x="20406" y="11645"/>
                    <a:pt x="20392" y="11570"/>
                  </a:cubicBezTo>
                  <a:lnTo>
                    <a:pt x="20286" y="11537"/>
                  </a:lnTo>
                  <a:cubicBezTo>
                    <a:pt x="20278" y="11533"/>
                    <a:pt x="20271" y="11532"/>
                    <a:pt x="20264" y="11532"/>
                  </a:cubicBezTo>
                  <a:cubicBezTo>
                    <a:pt x="20230" y="11532"/>
                    <a:pt x="20211" y="11579"/>
                    <a:pt x="20197" y="11627"/>
                  </a:cubicBezTo>
                  <a:cubicBezTo>
                    <a:pt x="20179" y="11694"/>
                    <a:pt x="20171" y="11724"/>
                    <a:pt x="20161" y="11724"/>
                  </a:cubicBezTo>
                  <a:cubicBezTo>
                    <a:pt x="20152" y="11724"/>
                    <a:pt x="20142" y="11704"/>
                    <a:pt x="20124" y="11667"/>
                  </a:cubicBezTo>
                  <a:cubicBezTo>
                    <a:pt x="20108" y="11627"/>
                    <a:pt x="20100" y="11586"/>
                    <a:pt x="20108" y="11537"/>
                  </a:cubicBezTo>
                  <a:cubicBezTo>
                    <a:pt x="20132" y="11481"/>
                    <a:pt x="20076" y="11464"/>
                    <a:pt x="20019" y="11448"/>
                  </a:cubicBezTo>
                  <a:cubicBezTo>
                    <a:pt x="19990" y="11439"/>
                    <a:pt x="19942" y="11421"/>
                    <a:pt x="19904" y="11421"/>
                  </a:cubicBezTo>
                  <a:cubicBezTo>
                    <a:pt x="19877" y="11421"/>
                    <a:pt x="19855" y="11430"/>
                    <a:pt x="19849" y="11456"/>
                  </a:cubicBezTo>
                  <a:lnTo>
                    <a:pt x="19865" y="11392"/>
                  </a:lnTo>
                  <a:cubicBezTo>
                    <a:pt x="19826" y="11380"/>
                    <a:pt x="19825" y="11351"/>
                    <a:pt x="19821" y="11351"/>
                  </a:cubicBezTo>
                  <a:cubicBezTo>
                    <a:pt x="19819" y="11351"/>
                    <a:pt x="19816" y="11357"/>
                    <a:pt x="19808" y="11375"/>
                  </a:cubicBezTo>
                  <a:cubicBezTo>
                    <a:pt x="19759" y="11351"/>
                    <a:pt x="19711" y="11319"/>
                    <a:pt x="19670" y="11270"/>
                  </a:cubicBezTo>
                  <a:cubicBezTo>
                    <a:pt x="19642" y="11242"/>
                    <a:pt x="19603" y="11228"/>
                    <a:pt x="19567" y="11228"/>
                  </a:cubicBezTo>
                  <a:cubicBezTo>
                    <a:pt x="19490" y="11228"/>
                    <a:pt x="19426" y="11290"/>
                    <a:pt x="19506" y="11404"/>
                  </a:cubicBezTo>
                  <a:lnTo>
                    <a:pt x="19506" y="11404"/>
                  </a:lnTo>
                  <a:cubicBezTo>
                    <a:pt x="19492" y="11399"/>
                    <a:pt x="19474" y="11392"/>
                    <a:pt x="19451" y="11383"/>
                  </a:cubicBezTo>
                  <a:cubicBezTo>
                    <a:pt x="19447" y="11382"/>
                    <a:pt x="19443" y="11381"/>
                    <a:pt x="19438" y="11381"/>
                  </a:cubicBezTo>
                  <a:cubicBezTo>
                    <a:pt x="19416" y="11381"/>
                    <a:pt x="19392" y="11397"/>
                    <a:pt x="19378" y="11424"/>
                  </a:cubicBezTo>
                  <a:cubicBezTo>
                    <a:pt x="19370" y="11454"/>
                    <a:pt x="19352" y="11464"/>
                    <a:pt x="19329" y="11464"/>
                  </a:cubicBezTo>
                  <a:cubicBezTo>
                    <a:pt x="19308" y="11464"/>
                    <a:pt x="19283" y="11456"/>
                    <a:pt x="19257" y="11448"/>
                  </a:cubicBezTo>
                  <a:lnTo>
                    <a:pt x="19297" y="11335"/>
                  </a:lnTo>
                  <a:cubicBezTo>
                    <a:pt x="19364" y="11237"/>
                    <a:pt x="19353" y="11165"/>
                    <a:pt x="19308" y="11165"/>
                  </a:cubicBezTo>
                  <a:cubicBezTo>
                    <a:pt x="19283" y="11165"/>
                    <a:pt x="19247" y="11189"/>
                    <a:pt x="19208" y="11246"/>
                  </a:cubicBezTo>
                  <a:lnTo>
                    <a:pt x="19208" y="11246"/>
                  </a:lnTo>
                  <a:cubicBezTo>
                    <a:pt x="19212" y="11230"/>
                    <a:pt x="19218" y="11210"/>
                    <a:pt x="19224" y="11189"/>
                  </a:cubicBezTo>
                  <a:cubicBezTo>
                    <a:pt x="19242" y="11147"/>
                    <a:pt x="19216" y="11123"/>
                    <a:pt x="19152" y="11123"/>
                  </a:cubicBezTo>
                  <a:cubicBezTo>
                    <a:pt x="19129" y="11123"/>
                    <a:pt x="19102" y="11126"/>
                    <a:pt x="19070" y="11132"/>
                  </a:cubicBezTo>
                  <a:cubicBezTo>
                    <a:pt x="19066" y="11131"/>
                    <a:pt x="19061" y="11130"/>
                    <a:pt x="19057" y="11130"/>
                  </a:cubicBezTo>
                  <a:cubicBezTo>
                    <a:pt x="19000" y="11130"/>
                    <a:pt x="18922" y="11217"/>
                    <a:pt x="18900" y="11270"/>
                  </a:cubicBezTo>
                  <a:cubicBezTo>
                    <a:pt x="18893" y="11297"/>
                    <a:pt x="18870" y="11312"/>
                    <a:pt x="18848" y="11312"/>
                  </a:cubicBezTo>
                  <a:cubicBezTo>
                    <a:pt x="18844" y="11312"/>
                    <a:pt x="18839" y="11312"/>
                    <a:pt x="18835" y="11310"/>
                  </a:cubicBezTo>
                  <a:cubicBezTo>
                    <a:pt x="18778" y="11286"/>
                    <a:pt x="18778" y="11286"/>
                    <a:pt x="18795" y="11229"/>
                  </a:cubicBezTo>
                  <a:cubicBezTo>
                    <a:pt x="18819" y="11162"/>
                    <a:pt x="18791" y="11123"/>
                    <a:pt x="18746" y="11123"/>
                  </a:cubicBezTo>
                  <a:cubicBezTo>
                    <a:pt x="18716" y="11123"/>
                    <a:pt x="18677" y="11141"/>
                    <a:pt x="18640" y="11181"/>
                  </a:cubicBezTo>
                  <a:lnTo>
                    <a:pt x="18657" y="11124"/>
                  </a:lnTo>
                  <a:cubicBezTo>
                    <a:pt x="18673" y="11067"/>
                    <a:pt x="18640" y="10994"/>
                    <a:pt x="18357" y="10954"/>
                  </a:cubicBezTo>
                  <a:cubicBezTo>
                    <a:pt x="18146" y="10881"/>
                    <a:pt x="17992" y="10832"/>
                    <a:pt x="18008" y="10775"/>
                  </a:cubicBezTo>
                  <a:cubicBezTo>
                    <a:pt x="18013" y="10757"/>
                    <a:pt x="17990" y="10749"/>
                    <a:pt x="17951" y="10749"/>
                  </a:cubicBezTo>
                  <a:cubicBezTo>
                    <a:pt x="17872" y="10749"/>
                    <a:pt x="17728" y="10783"/>
                    <a:pt x="17635" y="10832"/>
                  </a:cubicBezTo>
                  <a:cubicBezTo>
                    <a:pt x="17651" y="10775"/>
                    <a:pt x="17595" y="10759"/>
                    <a:pt x="17489" y="10727"/>
                  </a:cubicBezTo>
                  <a:cubicBezTo>
                    <a:pt x="17335" y="10670"/>
                    <a:pt x="17335" y="10670"/>
                    <a:pt x="17351" y="10613"/>
                  </a:cubicBezTo>
                  <a:cubicBezTo>
                    <a:pt x="17402" y="10562"/>
                    <a:pt x="17426" y="10538"/>
                    <a:pt x="17417" y="10538"/>
                  </a:cubicBezTo>
                  <a:cubicBezTo>
                    <a:pt x="17409" y="10538"/>
                    <a:pt x="17372" y="10558"/>
                    <a:pt x="17303" y="10597"/>
                  </a:cubicBezTo>
                  <a:cubicBezTo>
                    <a:pt x="17278" y="10619"/>
                    <a:pt x="17251" y="10629"/>
                    <a:pt x="17225" y="10629"/>
                  </a:cubicBezTo>
                  <a:cubicBezTo>
                    <a:pt x="17147" y="10629"/>
                    <a:pt x="17078" y="10544"/>
                    <a:pt x="17108" y="10459"/>
                  </a:cubicBezTo>
                  <a:cubicBezTo>
                    <a:pt x="17132" y="10402"/>
                    <a:pt x="17076" y="10386"/>
                    <a:pt x="16970" y="10354"/>
                  </a:cubicBezTo>
                  <a:cubicBezTo>
                    <a:pt x="16949" y="10363"/>
                    <a:pt x="16926" y="10367"/>
                    <a:pt x="16901" y="10367"/>
                  </a:cubicBezTo>
                  <a:cubicBezTo>
                    <a:pt x="16837" y="10367"/>
                    <a:pt x="16762" y="10342"/>
                    <a:pt x="16687" y="10313"/>
                  </a:cubicBezTo>
                  <a:cubicBezTo>
                    <a:pt x="16623" y="10290"/>
                    <a:pt x="16585" y="10276"/>
                    <a:pt x="16561" y="10276"/>
                  </a:cubicBezTo>
                  <a:cubicBezTo>
                    <a:pt x="16526" y="10276"/>
                    <a:pt x="16516" y="10303"/>
                    <a:pt x="16492" y="10370"/>
                  </a:cubicBezTo>
                  <a:cubicBezTo>
                    <a:pt x="16469" y="10435"/>
                    <a:pt x="16441" y="10457"/>
                    <a:pt x="16401" y="10457"/>
                  </a:cubicBezTo>
                  <a:cubicBezTo>
                    <a:pt x="16371" y="10457"/>
                    <a:pt x="16335" y="10444"/>
                    <a:pt x="16289" y="10427"/>
                  </a:cubicBezTo>
                  <a:cubicBezTo>
                    <a:pt x="16241" y="10410"/>
                    <a:pt x="16184" y="10386"/>
                    <a:pt x="16208" y="10329"/>
                  </a:cubicBezTo>
                  <a:cubicBezTo>
                    <a:pt x="16184" y="10289"/>
                    <a:pt x="16160" y="10256"/>
                    <a:pt x="16119" y="10240"/>
                  </a:cubicBezTo>
                  <a:cubicBezTo>
                    <a:pt x="16070" y="10216"/>
                    <a:pt x="16014" y="10200"/>
                    <a:pt x="16038" y="10143"/>
                  </a:cubicBezTo>
                  <a:cubicBezTo>
                    <a:pt x="16005" y="10086"/>
                    <a:pt x="15957" y="10046"/>
                    <a:pt x="15900" y="10029"/>
                  </a:cubicBezTo>
                  <a:cubicBezTo>
                    <a:pt x="15795" y="9989"/>
                    <a:pt x="15689" y="9948"/>
                    <a:pt x="15705" y="9892"/>
                  </a:cubicBezTo>
                  <a:cubicBezTo>
                    <a:pt x="15689" y="9886"/>
                    <a:pt x="15677" y="9882"/>
                    <a:pt x="15669" y="9882"/>
                  </a:cubicBezTo>
                  <a:cubicBezTo>
                    <a:pt x="15654" y="9882"/>
                    <a:pt x="15648" y="9895"/>
                    <a:pt x="15632" y="9932"/>
                  </a:cubicBezTo>
                  <a:cubicBezTo>
                    <a:pt x="15625" y="9960"/>
                    <a:pt x="15603" y="9982"/>
                    <a:pt x="15560" y="9982"/>
                  </a:cubicBezTo>
                  <a:cubicBezTo>
                    <a:pt x="15516" y="9982"/>
                    <a:pt x="15448" y="9958"/>
                    <a:pt x="15349" y="9892"/>
                  </a:cubicBezTo>
                  <a:cubicBezTo>
                    <a:pt x="15281" y="9863"/>
                    <a:pt x="15181" y="9827"/>
                    <a:pt x="15119" y="9827"/>
                  </a:cubicBezTo>
                  <a:cubicBezTo>
                    <a:pt x="15092" y="9827"/>
                    <a:pt x="15072" y="9834"/>
                    <a:pt x="15065" y="9851"/>
                  </a:cubicBezTo>
                  <a:cubicBezTo>
                    <a:pt x="15016" y="9835"/>
                    <a:pt x="15016" y="9835"/>
                    <a:pt x="15041" y="9778"/>
                  </a:cubicBezTo>
                  <a:cubicBezTo>
                    <a:pt x="15067" y="9703"/>
                    <a:pt x="15031" y="9660"/>
                    <a:pt x="14961" y="9660"/>
                  </a:cubicBezTo>
                  <a:cubicBezTo>
                    <a:pt x="14925" y="9660"/>
                    <a:pt x="14880" y="9672"/>
                    <a:pt x="14830" y="9697"/>
                  </a:cubicBezTo>
                  <a:cubicBezTo>
                    <a:pt x="14821" y="9718"/>
                    <a:pt x="14808" y="9728"/>
                    <a:pt x="14794" y="9728"/>
                  </a:cubicBezTo>
                  <a:cubicBezTo>
                    <a:pt x="14771" y="9728"/>
                    <a:pt x="14745" y="9702"/>
                    <a:pt x="14724" y="9656"/>
                  </a:cubicBezTo>
                  <a:cubicBezTo>
                    <a:pt x="14710" y="9653"/>
                    <a:pt x="14694" y="9652"/>
                    <a:pt x="14677" y="9652"/>
                  </a:cubicBezTo>
                  <a:cubicBezTo>
                    <a:pt x="14649" y="9652"/>
                    <a:pt x="14620" y="9657"/>
                    <a:pt x="14595" y="9673"/>
                  </a:cubicBezTo>
                  <a:cubicBezTo>
                    <a:pt x="14568" y="9685"/>
                    <a:pt x="14551" y="9692"/>
                    <a:pt x="14536" y="9692"/>
                  </a:cubicBezTo>
                  <a:cubicBezTo>
                    <a:pt x="14511" y="9692"/>
                    <a:pt x="14492" y="9669"/>
                    <a:pt x="14441" y="9608"/>
                  </a:cubicBezTo>
                  <a:cubicBezTo>
                    <a:pt x="14465" y="9559"/>
                    <a:pt x="14408" y="9535"/>
                    <a:pt x="14360" y="9519"/>
                  </a:cubicBezTo>
                  <a:cubicBezTo>
                    <a:pt x="14357" y="9519"/>
                    <a:pt x="14355" y="9519"/>
                    <a:pt x="14352" y="9519"/>
                  </a:cubicBezTo>
                  <a:cubicBezTo>
                    <a:pt x="14209" y="9519"/>
                    <a:pt x="13654" y="9306"/>
                    <a:pt x="13630" y="9235"/>
                  </a:cubicBezTo>
                  <a:cubicBezTo>
                    <a:pt x="13591" y="9252"/>
                    <a:pt x="13573" y="9260"/>
                    <a:pt x="13555" y="9260"/>
                  </a:cubicBezTo>
                  <a:cubicBezTo>
                    <a:pt x="13541" y="9260"/>
                    <a:pt x="13526" y="9254"/>
                    <a:pt x="13500" y="9243"/>
                  </a:cubicBezTo>
                  <a:cubicBezTo>
                    <a:pt x="13497" y="9184"/>
                    <a:pt x="13480" y="9159"/>
                    <a:pt x="13459" y="9159"/>
                  </a:cubicBezTo>
                  <a:cubicBezTo>
                    <a:pt x="13433" y="9159"/>
                    <a:pt x="13401" y="9197"/>
                    <a:pt x="13379" y="9259"/>
                  </a:cubicBezTo>
                  <a:lnTo>
                    <a:pt x="13427" y="9283"/>
                  </a:lnTo>
                  <a:lnTo>
                    <a:pt x="13476" y="9300"/>
                  </a:lnTo>
                  <a:cubicBezTo>
                    <a:pt x="13462" y="9339"/>
                    <a:pt x="13434" y="9357"/>
                    <a:pt x="13407" y="9357"/>
                  </a:cubicBezTo>
                  <a:cubicBezTo>
                    <a:pt x="13355" y="9357"/>
                    <a:pt x="13304" y="9292"/>
                    <a:pt x="13346" y="9186"/>
                  </a:cubicBezTo>
                  <a:cubicBezTo>
                    <a:pt x="13342" y="9111"/>
                    <a:pt x="13340" y="9077"/>
                    <a:pt x="13323" y="9077"/>
                  </a:cubicBezTo>
                  <a:cubicBezTo>
                    <a:pt x="13309" y="9077"/>
                    <a:pt x="13285" y="9101"/>
                    <a:pt x="13241" y="9146"/>
                  </a:cubicBezTo>
                  <a:cubicBezTo>
                    <a:pt x="13202" y="9181"/>
                    <a:pt x="13171" y="9199"/>
                    <a:pt x="13147" y="9199"/>
                  </a:cubicBezTo>
                  <a:cubicBezTo>
                    <a:pt x="13111" y="9199"/>
                    <a:pt x="13092" y="9159"/>
                    <a:pt x="13087" y="9081"/>
                  </a:cubicBezTo>
                  <a:cubicBezTo>
                    <a:pt x="13108" y="9021"/>
                    <a:pt x="13118" y="8992"/>
                    <a:pt x="13110" y="8992"/>
                  </a:cubicBezTo>
                  <a:cubicBezTo>
                    <a:pt x="13102" y="8992"/>
                    <a:pt x="13080" y="9015"/>
                    <a:pt x="13038" y="9056"/>
                  </a:cubicBezTo>
                  <a:cubicBezTo>
                    <a:pt x="12948" y="9139"/>
                    <a:pt x="12861" y="9182"/>
                    <a:pt x="12803" y="9182"/>
                  </a:cubicBezTo>
                  <a:cubicBezTo>
                    <a:pt x="12735" y="9182"/>
                    <a:pt x="12706" y="9125"/>
                    <a:pt x="12754" y="9008"/>
                  </a:cubicBezTo>
                  <a:cubicBezTo>
                    <a:pt x="12795" y="8894"/>
                    <a:pt x="12770" y="8821"/>
                    <a:pt x="12714" y="8797"/>
                  </a:cubicBezTo>
                  <a:cubicBezTo>
                    <a:pt x="12708" y="8795"/>
                    <a:pt x="12703" y="8794"/>
                    <a:pt x="12697" y="8794"/>
                  </a:cubicBezTo>
                  <a:cubicBezTo>
                    <a:pt x="12659" y="8794"/>
                    <a:pt x="12638" y="8844"/>
                    <a:pt x="12616" y="8894"/>
                  </a:cubicBezTo>
                  <a:cubicBezTo>
                    <a:pt x="12620" y="8951"/>
                    <a:pt x="12613" y="8978"/>
                    <a:pt x="12599" y="8978"/>
                  </a:cubicBezTo>
                  <a:cubicBezTo>
                    <a:pt x="12581" y="8978"/>
                    <a:pt x="12551" y="8933"/>
                    <a:pt x="12519" y="8846"/>
                  </a:cubicBezTo>
                  <a:cubicBezTo>
                    <a:pt x="12449" y="8668"/>
                    <a:pt x="12370" y="8605"/>
                    <a:pt x="12242" y="8605"/>
                  </a:cubicBezTo>
                  <a:cubicBezTo>
                    <a:pt x="12206" y="8605"/>
                    <a:pt x="12166" y="8610"/>
                    <a:pt x="12122" y="8619"/>
                  </a:cubicBezTo>
                  <a:cubicBezTo>
                    <a:pt x="12084" y="8622"/>
                    <a:pt x="12048" y="8624"/>
                    <a:pt x="12016" y="8624"/>
                  </a:cubicBezTo>
                  <a:cubicBezTo>
                    <a:pt x="11832" y="8624"/>
                    <a:pt x="11747" y="8572"/>
                    <a:pt x="11919" y="8538"/>
                  </a:cubicBezTo>
                  <a:cubicBezTo>
                    <a:pt x="12018" y="8488"/>
                    <a:pt x="12050" y="8472"/>
                    <a:pt x="12022" y="8472"/>
                  </a:cubicBezTo>
                  <a:cubicBezTo>
                    <a:pt x="12009" y="8472"/>
                    <a:pt x="11982" y="8476"/>
                    <a:pt x="11943" y="8481"/>
                  </a:cubicBezTo>
                  <a:lnTo>
                    <a:pt x="11684" y="8367"/>
                  </a:lnTo>
                  <a:cubicBezTo>
                    <a:pt x="11674" y="8364"/>
                    <a:pt x="11664" y="8363"/>
                    <a:pt x="11654" y="8363"/>
                  </a:cubicBezTo>
                  <a:cubicBezTo>
                    <a:pt x="11606" y="8363"/>
                    <a:pt x="11558" y="8393"/>
                    <a:pt x="11538" y="8440"/>
                  </a:cubicBezTo>
                  <a:cubicBezTo>
                    <a:pt x="11532" y="8332"/>
                    <a:pt x="11481" y="8249"/>
                    <a:pt x="11389" y="8249"/>
                  </a:cubicBezTo>
                  <a:cubicBezTo>
                    <a:pt x="11363" y="8249"/>
                    <a:pt x="11335" y="8256"/>
                    <a:pt x="11303" y="8270"/>
                  </a:cubicBezTo>
                  <a:lnTo>
                    <a:pt x="11198" y="8229"/>
                  </a:lnTo>
                  <a:cubicBezTo>
                    <a:pt x="11175" y="8218"/>
                    <a:pt x="11163" y="8212"/>
                    <a:pt x="11148" y="8212"/>
                  </a:cubicBezTo>
                  <a:cubicBezTo>
                    <a:pt x="11131" y="8212"/>
                    <a:pt x="11111" y="8220"/>
                    <a:pt x="11068" y="8238"/>
                  </a:cubicBezTo>
                  <a:cubicBezTo>
                    <a:pt x="11056" y="8243"/>
                    <a:pt x="11045" y="8245"/>
                    <a:pt x="11035" y="8245"/>
                  </a:cubicBezTo>
                  <a:cubicBezTo>
                    <a:pt x="10987" y="8245"/>
                    <a:pt x="10965" y="8184"/>
                    <a:pt x="10938" y="8116"/>
                  </a:cubicBezTo>
                  <a:cubicBezTo>
                    <a:pt x="10920" y="8055"/>
                    <a:pt x="10901" y="7999"/>
                    <a:pt x="10883" y="7999"/>
                  </a:cubicBezTo>
                  <a:cubicBezTo>
                    <a:pt x="10877" y="7999"/>
                    <a:pt x="10871" y="8005"/>
                    <a:pt x="10865" y="8019"/>
                  </a:cubicBezTo>
                  <a:cubicBezTo>
                    <a:pt x="10841" y="8067"/>
                    <a:pt x="10711" y="8084"/>
                    <a:pt x="10638" y="8116"/>
                  </a:cubicBezTo>
                  <a:cubicBezTo>
                    <a:pt x="10628" y="8119"/>
                    <a:pt x="10619" y="8121"/>
                    <a:pt x="10610" y="8121"/>
                  </a:cubicBezTo>
                  <a:cubicBezTo>
                    <a:pt x="10558" y="8121"/>
                    <a:pt x="10544" y="8063"/>
                    <a:pt x="10614" y="8035"/>
                  </a:cubicBezTo>
                  <a:cubicBezTo>
                    <a:pt x="10638" y="7978"/>
                    <a:pt x="10638" y="7978"/>
                    <a:pt x="10557" y="7881"/>
                  </a:cubicBezTo>
                  <a:cubicBezTo>
                    <a:pt x="10525" y="7865"/>
                    <a:pt x="10468" y="7838"/>
                    <a:pt x="10426" y="7838"/>
                  </a:cubicBezTo>
                  <a:cubicBezTo>
                    <a:pt x="10405" y="7838"/>
                    <a:pt x="10387" y="7845"/>
                    <a:pt x="10379" y="7865"/>
                  </a:cubicBezTo>
                  <a:cubicBezTo>
                    <a:pt x="10375" y="7874"/>
                    <a:pt x="10363" y="7878"/>
                    <a:pt x="10346" y="7878"/>
                  </a:cubicBezTo>
                  <a:cubicBezTo>
                    <a:pt x="10261" y="7878"/>
                    <a:pt x="10042" y="7772"/>
                    <a:pt x="10022" y="7711"/>
                  </a:cubicBezTo>
                  <a:lnTo>
                    <a:pt x="9917" y="7662"/>
                  </a:lnTo>
                  <a:cubicBezTo>
                    <a:pt x="9901" y="7654"/>
                    <a:pt x="9884" y="7652"/>
                    <a:pt x="9866" y="7652"/>
                  </a:cubicBezTo>
                  <a:cubicBezTo>
                    <a:pt x="9843" y="7652"/>
                    <a:pt x="9820" y="7655"/>
                    <a:pt x="9797" y="7655"/>
                  </a:cubicBezTo>
                  <a:cubicBezTo>
                    <a:pt x="9779" y="7655"/>
                    <a:pt x="9761" y="7653"/>
                    <a:pt x="9746" y="7646"/>
                  </a:cubicBezTo>
                  <a:cubicBezTo>
                    <a:pt x="9728" y="7638"/>
                    <a:pt x="9708" y="7634"/>
                    <a:pt x="9688" y="7634"/>
                  </a:cubicBezTo>
                  <a:cubicBezTo>
                    <a:pt x="9664" y="7634"/>
                    <a:pt x="9639" y="7640"/>
                    <a:pt x="9617" y="7654"/>
                  </a:cubicBezTo>
                  <a:cubicBezTo>
                    <a:pt x="9568" y="7630"/>
                    <a:pt x="9519" y="7605"/>
                    <a:pt x="9544" y="7548"/>
                  </a:cubicBezTo>
                  <a:lnTo>
                    <a:pt x="9544" y="7548"/>
                  </a:lnTo>
                  <a:cubicBezTo>
                    <a:pt x="9497" y="7588"/>
                    <a:pt x="9471" y="7610"/>
                    <a:pt x="9456" y="7610"/>
                  </a:cubicBezTo>
                  <a:cubicBezTo>
                    <a:pt x="9438" y="7610"/>
                    <a:pt x="9438" y="7576"/>
                    <a:pt x="9438" y="7500"/>
                  </a:cubicBezTo>
                  <a:cubicBezTo>
                    <a:pt x="9464" y="7444"/>
                    <a:pt x="9476" y="7417"/>
                    <a:pt x="9467" y="7417"/>
                  </a:cubicBezTo>
                  <a:cubicBezTo>
                    <a:pt x="9459" y="7417"/>
                    <a:pt x="9435" y="7438"/>
                    <a:pt x="9390" y="7475"/>
                  </a:cubicBezTo>
                  <a:cubicBezTo>
                    <a:pt x="9360" y="7488"/>
                    <a:pt x="9342" y="7496"/>
                    <a:pt x="9328" y="7496"/>
                  </a:cubicBezTo>
                  <a:cubicBezTo>
                    <a:pt x="9307" y="7496"/>
                    <a:pt x="9299" y="7479"/>
                    <a:pt x="9284" y="7435"/>
                  </a:cubicBezTo>
                  <a:cubicBezTo>
                    <a:pt x="9304" y="7401"/>
                    <a:pt x="9291" y="7378"/>
                    <a:pt x="9272" y="7378"/>
                  </a:cubicBezTo>
                  <a:cubicBezTo>
                    <a:pt x="9260" y="7378"/>
                    <a:pt x="9245" y="7388"/>
                    <a:pt x="9235" y="7411"/>
                  </a:cubicBezTo>
                  <a:cubicBezTo>
                    <a:pt x="9194" y="7445"/>
                    <a:pt x="9138" y="7462"/>
                    <a:pt x="9091" y="7462"/>
                  </a:cubicBezTo>
                  <a:cubicBezTo>
                    <a:pt x="9028" y="7462"/>
                    <a:pt x="8980" y="7431"/>
                    <a:pt x="9008" y="7370"/>
                  </a:cubicBezTo>
                  <a:cubicBezTo>
                    <a:pt x="8988" y="7362"/>
                    <a:pt x="8966" y="7358"/>
                    <a:pt x="8944" y="7358"/>
                  </a:cubicBezTo>
                  <a:cubicBezTo>
                    <a:pt x="8921" y="7358"/>
                    <a:pt x="8899" y="7362"/>
                    <a:pt x="8879" y="7370"/>
                  </a:cubicBezTo>
                  <a:cubicBezTo>
                    <a:pt x="8833" y="7412"/>
                    <a:pt x="8809" y="7434"/>
                    <a:pt x="8801" y="7434"/>
                  </a:cubicBezTo>
                  <a:cubicBezTo>
                    <a:pt x="8792" y="7434"/>
                    <a:pt x="8804" y="7406"/>
                    <a:pt x="8830" y="7346"/>
                  </a:cubicBezTo>
                  <a:cubicBezTo>
                    <a:pt x="8830" y="7268"/>
                    <a:pt x="8812" y="7228"/>
                    <a:pt x="8776" y="7228"/>
                  </a:cubicBezTo>
                  <a:cubicBezTo>
                    <a:pt x="8751" y="7228"/>
                    <a:pt x="8718" y="7245"/>
                    <a:pt x="8676" y="7281"/>
                  </a:cubicBezTo>
                  <a:cubicBezTo>
                    <a:pt x="8667" y="7284"/>
                    <a:pt x="8658" y="7286"/>
                    <a:pt x="8649" y="7286"/>
                  </a:cubicBezTo>
                  <a:cubicBezTo>
                    <a:pt x="8617" y="7286"/>
                    <a:pt x="8585" y="7264"/>
                    <a:pt x="8579" y="7232"/>
                  </a:cubicBezTo>
                  <a:cubicBezTo>
                    <a:pt x="8522" y="7151"/>
                    <a:pt x="8346" y="7012"/>
                    <a:pt x="8264" y="7012"/>
                  </a:cubicBezTo>
                  <a:cubicBezTo>
                    <a:pt x="8240" y="7012"/>
                    <a:pt x="8224" y="7024"/>
                    <a:pt x="8222" y="7054"/>
                  </a:cubicBezTo>
                  <a:lnTo>
                    <a:pt x="8125" y="7005"/>
                  </a:lnTo>
                  <a:cubicBezTo>
                    <a:pt x="8071" y="6928"/>
                    <a:pt x="8031" y="6895"/>
                    <a:pt x="7982" y="6895"/>
                  </a:cubicBezTo>
                  <a:cubicBezTo>
                    <a:pt x="7963" y="6895"/>
                    <a:pt x="7944" y="6899"/>
                    <a:pt x="7922" y="6908"/>
                  </a:cubicBezTo>
                  <a:lnTo>
                    <a:pt x="7849" y="6932"/>
                  </a:lnTo>
                  <a:cubicBezTo>
                    <a:pt x="7873" y="6876"/>
                    <a:pt x="7857" y="6811"/>
                    <a:pt x="7800" y="6778"/>
                  </a:cubicBezTo>
                  <a:cubicBezTo>
                    <a:pt x="7780" y="6768"/>
                    <a:pt x="7768" y="6762"/>
                    <a:pt x="7760" y="6762"/>
                  </a:cubicBezTo>
                  <a:cubicBezTo>
                    <a:pt x="7748" y="6762"/>
                    <a:pt x="7742" y="6774"/>
                    <a:pt x="7727" y="6803"/>
                  </a:cubicBezTo>
                  <a:cubicBezTo>
                    <a:pt x="7736" y="6845"/>
                    <a:pt x="7727" y="6858"/>
                    <a:pt x="7709" y="6858"/>
                  </a:cubicBezTo>
                  <a:cubicBezTo>
                    <a:pt x="7693" y="6858"/>
                    <a:pt x="7670" y="6847"/>
                    <a:pt x="7646" y="6835"/>
                  </a:cubicBezTo>
                  <a:cubicBezTo>
                    <a:pt x="7590" y="6803"/>
                    <a:pt x="7573" y="6738"/>
                    <a:pt x="7598" y="6681"/>
                  </a:cubicBezTo>
                  <a:lnTo>
                    <a:pt x="7549" y="6657"/>
                  </a:lnTo>
                  <a:cubicBezTo>
                    <a:pt x="7521" y="6709"/>
                    <a:pt x="7494" y="6730"/>
                    <a:pt x="7479" y="6730"/>
                  </a:cubicBezTo>
                  <a:cubicBezTo>
                    <a:pt x="7464" y="6730"/>
                    <a:pt x="7460" y="6709"/>
                    <a:pt x="7476" y="6681"/>
                  </a:cubicBezTo>
                  <a:cubicBezTo>
                    <a:pt x="7452" y="6624"/>
                    <a:pt x="7411" y="6576"/>
                    <a:pt x="7354" y="6551"/>
                  </a:cubicBezTo>
                  <a:cubicBezTo>
                    <a:pt x="7346" y="6567"/>
                    <a:pt x="7338" y="6572"/>
                    <a:pt x="7331" y="6572"/>
                  </a:cubicBezTo>
                  <a:cubicBezTo>
                    <a:pt x="7318" y="6572"/>
                    <a:pt x="7314" y="6547"/>
                    <a:pt x="7336" y="6547"/>
                  </a:cubicBezTo>
                  <a:cubicBezTo>
                    <a:pt x="7340" y="6547"/>
                    <a:pt x="7347" y="6548"/>
                    <a:pt x="7354" y="6551"/>
                  </a:cubicBezTo>
                  <a:lnTo>
                    <a:pt x="7379" y="6494"/>
                  </a:lnTo>
                  <a:cubicBezTo>
                    <a:pt x="7370" y="6468"/>
                    <a:pt x="7361" y="6458"/>
                    <a:pt x="7352" y="6458"/>
                  </a:cubicBezTo>
                  <a:cubicBezTo>
                    <a:pt x="7336" y="6458"/>
                    <a:pt x="7318" y="6491"/>
                    <a:pt x="7298" y="6527"/>
                  </a:cubicBezTo>
                  <a:lnTo>
                    <a:pt x="7200" y="6470"/>
                  </a:lnTo>
                  <a:cubicBezTo>
                    <a:pt x="7177" y="6458"/>
                    <a:pt x="7154" y="6447"/>
                    <a:pt x="7138" y="6447"/>
                  </a:cubicBezTo>
                  <a:cubicBezTo>
                    <a:pt x="7122" y="6447"/>
                    <a:pt x="7115" y="6460"/>
                    <a:pt x="7127" y="6503"/>
                  </a:cubicBezTo>
                  <a:cubicBezTo>
                    <a:pt x="7100" y="6543"/>
                    <a:pt x="7079" y="6589"/>
                    <a:pt x="7044" y="6589"/>
                  </a:cubicBezTo>
                  <a:cubicBezTo>
                    <a:pt x="7037" y="6589"/>
                    <a:pt x="7030" y="6588"/>
                    <a:pt x="7022" y="6584"/>
                  </a:cubicBezTo>
                  <a:cubicBezTo>
                    <a:pt x="7014" y="6595"/>
                    <a:pt x="7007" y="6600"/>
                    <a:pt x="7002" y="6600"/>
                  </a:cubicBezTo>
                  <a:cubicBezTo>
                    <a:pt x="6989" y="6600"/>
                    <a:pt x="6986" y="6576"/>
                    <a:pt x="7002" y="6576"/>
                  </a:cubicBezTo>
                  <a:cubicBezTo>
                    <a:pt x="7007" y="6576"/>
                    <a:pt x="7013" y="6578"/>
                    <a:pt x="7022" y="6584"/>
                  </a:cubicBezTo>
                  <a:cubicBezTo>
                    <a:pt x="7046" y="6527"/>
                    <a:pt x="7079" y="6478"/>
                    <a:pt x="7022" y="6446"/>
                  </a:cubicBezTo>
                  <a:cubicBezTo>
                    <a:pt x="6998" y="6430"/>
                    <a:pt x="6990" y="6397"/>
                    <a:pt x="7006" y="6373"/>
                  </a:cubicBezTo>
                  <a:cubicBezTo>
                    <a:pt x="7091" y="6308"/>
                    <a:pt x="6960" y="6258"/>
                    <a:pt x="6864" y="6258"/>
                  </a:cubicBezTo>
                  <a:cubicBezTo>
                    <a:pt x="6840" y="6258"/>
                    <a:pt x="6819" y="6261"/>
                    <a:pt x="6803" y="6267"/>
                  </a:cubicBezTo>
                  <a:cubicBezTo>
                    <a:pt x="6753" y="6283"/>
                    <a:pt x="6714" y="6291"/>
                    <a:pt x="6686" y="6291"/>
                  </a:cubicBezTo>
                  <a:cubicBezTo>
                    <a:pt x="6629" y="6291"/>
                    <a:pt x="6619" y="6257"/>
                    <a:pt x="6657" y="6186"/>
                  </a:cubicBezTo>
                  <a:cubicBezTo>
                    <a:pt x="6678" y="6148"/>
                    <a:pt x="6671" y="6131"/>
                    <a:pt x="6647" y="6131"/>
                  </a:cubicBezTo>
                  <a:cubicBezTo>
                    <a:pt x="6605" y="6131"/>
                    <a:pt x="6510" y="6185"/>
                    <a:pt x="6422" y="6267"/>
                  </a:cubicBezTo>
                  <a:lnTo>
                    <a:pt x="6292" y="6397"/>
                  </a:lnTo>
                  <a:lnTo>
                    <a:pt x="6373" y="6243"/>
                  </a:lnTo>
                  <a:cubicBezTo>
                    <a:pt x="6421" y="6063"/>
                    <a:pt x="6434" y="6021"/>
                    <a:pt x="6352" y="6021"/>
                  </a:cubicBezTo>
                  <a:cubicBezTo>
                    <a:pt x="6323" y="6021"/>
                    <a:pt x="6282" y="6026"/>
                    <a:pt x="6227" y="6032"/>
                  </a:cubicBezTo>
                  <a:cubicBezTo>
                    <a:pt x="6106" y="6032"/>
                    <a:pt x="6106" y="6032"/>
                    <a:pt x="6130" y="5976"/>
                  </a:cubicBezTo>
                  <a:cubicBezTo>
                    <a:pt x="6163" y="5927"/>
                    <a:pt x="6114" y="5894"/>
                    <a:pt x="5968" y="5813"/>
                  </a:cubicBezTo>
                  <a:cubicBezTo>
                    <a:pt x="5873" y="5760"/>
                    <a:pt x="5819" y="5732"/>
                    <a:pt x="5784" y="5732"/>
                  </a:cubicBezTo>
                  <a:cubicBezTo>
                    <a:pt x="5765" y="5732"/>
                    <a:pt x="5752" y="5740"/>
                    <a:pt x="5741" y="5757"/>
                  </a:cubicBezTo>
                  <a:lnTo>
                    <a:pt x="5644" y="5708"/>
                  </a:lnTo>
                  <a:cubicBezTo>
                    <a:pt x="5648" y="5638"/>
                    <a:pt x="5616" y="5604"/>
                    <a:pt x="5583" y="5604"/>
                  </a:cubicBezTo>
                  <a:cubicBezTo>
                    <a:pt x="5551" y="5604"/>
                    <a:pt x="5518" y="5636"/>
                    <a:pt x="5514" y="5700"/>
                  </a:cubicBezTo>
                  <a:lnTo>
                    <a:pt x="5417" y="5651"/>
                  </a:lnTo>
                  <a:lnTo>
                    <a:pt x="5449" y="5594"/>
                  </a:lnTo>
                  <a:cubicBezTo>
                    <a:pt x="5473" y="5538"/>
                    <a:pt x="5376" y="5497"/>
                    <a:pt x="4987" y="5270"/>
                  </a:cubicBezTo>
                  <a:cubicBezTo>
                    <a:pt x="4705" y="5100"/>
                    <a:pt x="4587" y="5031"/>
                    <a:pt x="4521" y="5031"/>
                  </a:cubicBezTo>
                  <a:cubicBezTo>
                    <a:pt x="4487" y="5031"/>
                    <a:pt x="4466" y="5050"/>
                    <a:pt x="4444" y="5084"/>
                  </a:cubicBezTo>
                  <a:cubicBezTo>
                    <a:pt x="4403" y="5112"/>
                    <a:pt x="4371" y="5126"/>
                    <a:pt x="4350" y="5126"/>
                  </a:cubicBezTo>
                  <a:cubicBezTo>
                    <a:pt x="4317" y="5126"/>
                    <a:pt x="4312" y="5091"/>
                    <a:pt x="4346" y="5027"/>
                  </a:cubicBezTo>
                  <a:cubicBezTo>
                    <a:pt x="4372" y="4989"/>
                    <a:pt x="4367" y="4931"/>
                    <a:pt x="4349" y="4931"/>
                  </a:cubicBezTo>
                  <a:cubicBezTo>
                    <a:pt x="4344" y="4931"/>
                    <a:pt x="4337" y="4935"/>
                    <a:pt x="4330" y="4946"/>
                  </a:cubicBezTo>
                  <a:cubicBezTo>
                    <a:pt x="4282" y="4922"/>
                    <a:pt x="4241" y="4873"/>
                    <a:pt x="4217" y="4816"/>
                  </a:cubicBezTo>
                  <a:cubicBezTo>
                    <a:pt x="4168" y="4700"/>
                    <a:pt x="4120" y="4662"/>
                    <a:pt x="4082" y="4662"/>
                  </a:cubicBezTo>
                  <a:cubicBezTo>
                    <a:pt x="4056" y="4662"/>
                    <a:pt x="4035" y="4680"/>
                    <a:pt x="4022" y="4703"/>
                  </a:cubicBezTo>
                  <a:cubicBezTo>
                    <a:pt x="4019" y="4752"/>
                    <a:pt x="4014" y="4771"/>
                    <a:pt x="4007" y="4771"/>
                  </a:cubicBezTo>
                  <a:cubicBezTo>
                    <a:pt x="3997" y="4771"/>
                    <a:pt x="3984" y="4720"/>
                    <a:pt x="3974" y="4670"/>
                  </a:cubicBezTo>
                  <a:cubicBezTo>
                    <a:pt x="3961" y="4606"/>
                    <a:pt x="3948" y="4542"/>
                    <a:pt x="3931" y="4542"/>
                  </a:cubicBezTo>
                  <a:cubicBezTo>
                    <a:pt x="3927" y="4542"/>
                    <a:pt x="3922" y="4547"/>
                    <a:pt x="3917" y="4557"/>
                  </a:cubicBezTo>
                  <a:cubicBezTo>
                    <a:pt x="3910" y="4559"/>
                    <a:pt x="3902" y="4560"/>
                    <a:pt x="3892" y="4560"/>
                  </a:cubicBezTo>
                  <a:cubicBezTo>
                    <a:pt x="3786" y="4560"/>
                    <a:pt x="3525" y="4443"/>
                    <a:pt x="3584" y="4354"/>
                  </a:cubicBezTo>
                  <a:lnTo>
                    <a:pt x="3487" y="4289"/>
                  </a:lnTo>
                  <a:cubicBezTo>
                    <a:pt x="3478" y="4305"/>
                    <a:pt x="3465" y="4311"/>
                    <a:pt x="3447" y="4311"/>
                  </a:cubicBezTo>
                  <a:cubicBezTo>
                    <a:pt x="3402" y="4311"/>
                    <a:pt x="3333" y="4266"/>
                    <a:pt x="3268" y="4224"/>
                  </a:cubicBezTo>
                  <a:cubicBezTo>
                    <a:pt x="3171" y="4168"/>
                    <a:pt x="3122" y="4135"/>
                    <a:pt x="3155" y="4086"/>
                  </a:cubicBezTo>
                  <a:cubicBezTo>
                    <a:pt x="3236" y="4062"/>
                    <a:pt x="3187" y="4030"/>
                    <a:pt x="3057" y="4022"/>
                  </a:cubicBezTo>
                  <a:cubicBezTo>
                    <a:pt x="3051" y="4018"/>
                    <a:pt x="3042" y="4016"/>
                    <a:pt x="3032" y="4016"/>
                  </a:cubicBezTo>
                  <a:cubicBezTo>
                    <a:pt x="2991" y="4016"/>
                    <a:pt x="2928" y="4043"/>
                    <a:pt x="2883" y="4043"/>
                  </a:cubicBezTo>
                  <a:cubicBezTo>
                    <a:pt x="2872" y="4043"/>
                    <a:pt x="2863" y="4042"/>
                    <a:pt x="2855" y="4038"/>
                  </a:cubicBezTo>
                  <a:cubicBezTo>
                    <a:pt x="2828" y="4069"/>
                    <a:pt x="2792" y="4087"/>
                    <a:pt x="2754" y="4087"/>
                  </a:cubicBezTo>
                  <a:cubicBezTo>
                    <a:pt x="2734" y="4087"/>
                    <a:pt x="2713" y="4082"/>
                    <a:pt x="2693" y="4070"/>
                  </a:cubicBezTo>
                  <a:lnTo>
                    <a:pt x="2725" y="4022"/>
                  </a:lnTo>
                  <a:lnTo>
                    <a:pt x="2790" y="3924"/>
                  </a:lnTo>
                  <a:cubicBezTo>
                    <a:pt x="2764" y="3904"/>
                    <a:pt x="2735" y="3883"/>
                    <a:pt x="2709" y="3883"/>
                  </a:cubicBezTo>
                  <a:cubicBezTo>
                    <a:pt x="2694" y="3883"/>
                    <a:pt x="2680" y="3890"/>
                    <a:pt x="2668" y="3908"/>
                  </a:cubicBezTo>
                  <a:cubicBezTo>
                    <a:pt x="2652" y="3827"/>
                    <a:pt x="2603" y="3795"/>
                    <a:pt x="2514" y="3738"/>
                  </a:cubicBezTo>
                  <a:cubicBezTo>
                    <a:pt x="2431" y="3682"/>
                    <a:pt x="2354" y="3627"/>
                    <a:pt x="2283" y="3627"/>
                  </a:cubicBezTo>
                  <a:cubicBezTo>
                    <a:pt x="2271" y="3627"/>
                    <a:pt x="2259" y="3629"/>
                    <a:pt x="2247" y="3632"/>
                  </a:cubicBezTo>
                  <a:cubicBezTo>
                    <a:pt x="2267" y="3521"/>
                    <a:pt x="2061" y="3368"/>
                    <a:pt x="1931" y="3368"/>
                  </a:cubicBezTo>
                  <a:cubicBezTo>
                    <a:pt x="1909" y="3368"/>
                    <a:pt x="1890" y="3372"/>
                    <a:pt x="1874" y="3381"/>
                  </a:cubicBezTo>
                  <a:cubicBezTo>
                    <a:pt x="1863" y="3397"/>
                    <a:pt x="1851" y="3404"/>
                    <a:pt x="1839" y="3404"/>
                  </a:cubicBezTo>
                  <a:cubicBezTo>
                    <a:pt x="1814" y="3404"/>
                    <a:pt x="1790" y="3371"/>
                    <a:pt x="1784" y="3316"/>
                  </a:cubicBezTo>
                  <a:cubicBezTo>
                    <a:pt x="1773" y="3260"/>
                    <a:pt x="1770" y="3243"/>
                    <a:pt x="1742" y="3243"/>
                  </a:cubicBezTo>
                  <a:cubicBezTo>
                    <a:pt x="1730" y="3243"/>
                    <a:pt x="1712" y="3246"/>
                    <a:pt x="1687" y="3251"/>
                  </a:cubicBezTo>
                  <a:cubicBezTo>
                    <a:pt x="1680" y="3253"/>
                    <a:pt x="1674" y="3253"/>
                    <a:pt x="1668" y="3253"/>
                  </a:cubicBezTo>
                  <a:cubicBezTo>
                    <a:pt x="1605" y="3253"/>
                    <a:pt x="1597" y="3179"/>
                    <a:pt x="1590" y="3105"/>
                  </a:cubicBezTo>
                  <a:cubicBezTo>
                    <a:pt x="1612" y="2988"/>
                    <a:pt x="1581" y="2950"/>
                    <a:pt x="1514" y="2950"/>
                  </a:cubicBezTo>
                  <a:cubicBezTo>
                    <a:pt x="1507" y="2950"/>
                    <a:pt x="1500" y="2951"/>
                    <a:pt x="1493" y="2951"/>
                  </a:cubicBezTo>
                  <a:cubicBezTo>
                    <a:pt x="1403" y="2927"/>
                    <a:pt x="1314" y="2878"/>
                    <a:pt x="1249" y="2805"/>
                  </a:cubicBezTo>
                  <a:cubicBezTo>
                    <a:pt x="1171" y="2781"/>
                    <a:pt x="1125" y="2753"/>
                    <a:pt x="1099" y="2753"/>
                  </a:cubicBezTo>
                  <a:cubicBezTo>
                    <a:pt x="1082" y="2753"/>
                    <a:pt x="1074" y="2765"/>
                    <a:pt x="1071" y="2797"/>
                  </a:cubicBezTo>
                  <a:cubicBezTo>
                    <a:pt x="1041" y="2816"/>
                    <a:pt x="1006" y="2825"/>
                    <a:pt x="969" y="2825"/>
                  </a:cubicBezTo>
                  <a:cubicBezTo>
                    <a:pt x="957" y="2825"/>
                    <a:pt x="945" y="2824"/>
                    <a:pt x="933" y="2822"/>
                  </a:cubicBezTo>
                  <a:cubicBezTo>
                    <a:pt x="839" y="2774"/>
                    <a:pt x="829" y="2744"/>
                    <a:pt x="845" y="2744"/>
                  </a:cubicBezTo>
                  <a:cubicBezTo>
                    <a:pt x="854" y="2744"/>
                    <a:pt x="870" y="2753"/>
                    <a:pt x="884" y="2773"/>
                  </a:cubicBezTo>
                  <a:cubicBezTo>
                    <a:pt x="932" y="2794"/>
                    <a:pt x="958" y="2803"/>
                    <a:pt x="973" y="2803"/>
                  </a:cubicBezTo>
                  <a:cubicBezTo>
                    <a:pt x="1005" y="2803"/>
                    <a:pt x="984" y="2763"/>
                    <a:pt x="990" y="2708"/>
                  </a:cubicBezTo>
                  <a:cubicBezTo>
                    <a:pt x="998" y="2627"/>
                    <a:pt x="925" y="2530"/>
                    <a:pt x="893" y="2481"/>
                  </a:cubicBezTo>
                  <a:cubicBezTo>
                    <a:pt x="844" y="2416"/>
                    <a:pt x="803" y="2343"/>
                    <a:pt x="763" y="2270"/>
                  </a:cubicBezTo>
                  <a:cubicBezTo>
                    <a:pt x="747" y="2100"/>
                    <a:pt x="747" y="2051"/>
                    <a:pt x="682" y="2051"/>
                  </a:cubicBezTo>
                  <a:lnTo>
                    <a:pt x="617" y="2051"/>
                  </a:lnTo>
                  <a:cubicBezTo>
                    <a:pt x="666" y="2019"/>
                    <a:pt x="657" y="1873"/>
                    <a:pt x="690" y="1719"/>
                  </a:cubicBezTo>
                  <a:cubicBezTo>
                    <a:pt x="714" y="1565"/>
                    <a:pt x="787" y="1411"/>
                    <a:pt x="795" y="1330"/>
                  </a:cubicBezTo>
                  <a:cubicBezTo>
                    <a:pt x="795" y="1322"/>
                    <a:pt x="795" y="1305"/>
                    <a:pt x="787" y="1297"/>
                  </a:cubicBezTo>
                  <a:lnTo>
                    <a:pt x="787" y="1297"/>
                  </a:lnTo>
                  <a:lnTo>
                    <a:pt x="836" y="1322"/>
                  </a:lnTo>
                  <a:cubicBezTo>
                    <a:pt x="849" y="1329"/>
                    <a:pt x="861" y="1333"/>
                    <a:pt x="873" y="1333"/>
                  </a:cubicBezTo>
                  <a:cubicBezTo>
                    <a:pt x="911" y="1333"/>
                    <a:pt x="946" y="1296"/>
                    <a:pt x="1014" y="1241"/>
                  </a:cubicBezTo>
                  <a:cubicBezTo>
                    <a:pt x="1120" y="1127"/>
                    <a:pt x="1249" y="1038"/>
                    <a:pt x="1387" y="981"/>
                  </a:cubicBezTo>
                  <a:cubicBezTo>
                    <a:pt x="1614" y="908"/>
                    <a:pt x="1793" y="892"/>
                    <a:pt x="1784" y="827"/>
                  </a:cubicBezTo>
                  <a:cubicBezTo>
                    <a:pt x="1802" y="825"/>
                    <a:pt x="1815" y="823"/>
                    <a:pt x="1825" y="823"/>
                  </a:cubicBezTo>
                  <a:cubicBezTo>
                    <a:pt x="1850" y="823"/>
                    <a:pt x="1852" y="835"/>
                    <a:pt x="1857" y="876"/>
                  </a:cubicBezTo>
                  <a:cubicBezTo>
                    <a:pt x="1824" y="926"/>
                    <a:pt x="1840" y="938"/>
                    <a:pt x="1872" y="938"/>
                  </a:cubicBezTo>
                  <a:cubicBezTo>
                    <a:pt x="1886" y="938"/>
                    <a:pt x="1904" y="935"/>
                    <a:pt x="1922" y="933"/>
                  </a:cubicBezTo>
                  <a:cubicBezTo>
                    <a:pt x="1971" y="924"/>
                    <a:pt x="1971" y="868"/>
                    <a:pt x="1963" y="803"/>
                  </a:cubicBezTo>
                  <a:cubicBezTo>
                    <a:pt x="1958" y="772"/>
                    <a:pt x="1975" y="756"/>
                    <a:pt x="2009" y="756"/>
                  </a:cubicBezTo>
                  <a:cubicBezTo>
                    <a:pt x="2038" y="756"/>
                    <a:pt x="2080" y="768"/>
                    <a:pt x="2133" y="795"/>
                  </a:cubicBezTo>
                  <a:cubicBezTo>
                    <a:pt x="2201" y="816"/>
                    <a:pt x="2271" y="827"/>
                    <a:pt x="2340" y="827"/>
                  </a:cubicBezTo>
                  <a:cubicBezTo>
                    <a:pt x="2426" y="827"/>
                    <a:pt x="2510" y="810"/>
                    <a:pt x="2587" y="778"/>
                  </a:cubicBezTo>
                  <a:cubicBezTo>
                    <a:pt x="2598" y="778"/>
                    <a:pt x="2610" y="778"/>
                    <a:pt x="2621" y="778"/>
                  </a:cubicBezTo>
                  <a:cubicBezTo>
                    <a:pt x="2664" y="778"/>
                    <a:pt x="2701" y="783"/>
                    <a:pt x="2701" y="835"/>
                  </a:cubicBezTo>
                  <a:cubicBezTo>
                    <a:pt x="2739" y="882"/>
                    <a:pt x="2795" y="906"/>
                    <a:pt x="2850" y="906"/>
                  </a:cubicBezTo>
                  <a:cubicBezTo>
                    <a:pt x="2900" y="906"/>
                    <a:pt x="2950" y="886"/>
                    <a:pt x="2984" y="843"/>
                  </a:cubicBezTo>
                  <a:cubicBezTo>
                    <a:pt x="3041" y="843"/>
                    <a:pt x="3041" y="843"/>
                    <a:pt x="3041" y="908"/>
                  </a:cubicBezTo>
                  <a:cubicBezTo>
                    <a:pt x="3070" y="942"/>
                    <a:pt x="3082" y="979"/>
                    <a:pt x="3100" y="979"/>
                  </a:cubicBezTo>
                  <a:cubicBezTo>
                    <a:pt x="3113" y="979"/>
                    <a:pt x="3129" y="962"/>
                    <a:pt x="3155" y="916"/>
                  </a:cubicBezTo>
                  <a:cubicBezTo>
                    <a:pt x="3204" y="893"/>
                    <a:pt x="3258" y="882"/>
                    <a:pt x="3312" y="882"/>
                  </a:cubicBezTo>
                  <a:cubicBezTo>
                    <a:pt x="3391" y="882"/>
                    <a:pt x="3472" y="906"/>
                    <a:pt x="3544" y="949"/>
                  </a:cubicBezTo>
                  <a:cubicBezTo>
                    <a:pt x="3560" y="949"/>
                    <a:pt x="3577" y="951"/>
                    <a:pt x="3593" y="951"/>
                  </a:cubicBezTo>
                  <a:cubicBezTo>
                    <a:pt x="3625" y="951"/>
                    <a:pt x="3652" y="943"/>
                    <a:pt x="3657" y="900"/>
                  </a:cubicBezTo>
                  <a:lnTo>
                    <a:pt x="3665" y="843"/>
                  </a:lnTo>
                  <a:cubicBezTo>
                    <a:pt x="3686" y="906"/>
                    <a:pt x="3697" y="937"/>
                    <a:pt x="3712" y="937"/>
                  </a:cubicBezTo>
                  <a:cubicBezTo>
                    <a:pt x="3726" y="937"/>
                    <a:pt x="3744" y="910"/>
                    <a:pt x="3779" y="860"/>
                  </a:cubicBezTo>
                  <a:cubicBezTo>
                    <a:pt x="3783" y="833"/>
                    <a:pt x="3797" y="821"/>
                    <a:pt x="3810" y="821"/>
                  </a:cubicBezTo>
                  <a:cubicBezTo>
                    <a:pt x="3826" y="821"/>
                    <a:pt x="3840" y="837"/>
                    <a:pt x="3836" y="868"/>
                  </a:cubicBezTo>
                  <a:cubicBezTo>
                    <a:pt x="3860" y="900"/>
                    <a:pt x="3892" y="933"/>
                    <a:pt x="3941" y="941"/>
                  </a:cubicBezTo>
                  <a:cubicBezTo>
                    <a:pt x="4144" y="949"/>
                    <a:pt x="4355" y="965"/>
                    <a:pt x="4557" y="1006"/>
                  </a:cubicBezTo>
                  <a:cubicBezTo>
                    <a:pt x="4867" y="1080"/>
                    <a:pt x="5039" y="1130"/>
                    <a:pt x="5119" y="1130"/>
                  </a:cubicBezTo>
                  <a:cubicBezTo>
                    <a:pt x="5152" y="1130"/>
                    <a:pt x="5169" y="1122"/>
                    <a:pt x="5173" y="1103"/>
                  </a:cubicBezTo>
                  <a:cubicBezTo>
                    <a:pt x="5205" y="1085"/>
                    <a:pt x="5222" y="1076"/>
                    <a:pt x="5236" y="1076"/>
                  </a:cubicBezTo>
                  <a:cubicBezTo>
                    <a:pt x="5254" y="1076"/>
                    <a:pt x="5264" y="1093"/>
                    <a:pt x="5287" y="1135"/>
                  </a:cubicBezTo>
                  <a:cubicBezTo>
                    <a:pt x="5311" y="1192"/>
                    <a:pt x="5368" y="1233"/>
                    <a:pt x="5433" y="1249"/>
                  </a:cubicBezTo>
                  <a:cubicBezTo>
                    <a:pt x="5482" y="1265"/>
                    <a:pt x="5538" y="1281"/>
                    <a:pt x="5514" y="1338"/>
                  </a:cubicBezTo>
                  <a:cubicBezTo>
                    <a:pt x="5555" y="1315"/>
                    <a:pt x="5573" y="1305"/>
                    <a:pt x="5591" y="1305"/>
                  </a:cubicBezTo>
                  <a:cubicBezTo>
                    <a:pt x="5605" y="1305"/>
                    <a:pt x="5619" y="1311"/>
                    <a:pt x="5644" y="1322"/>
                  </a:cubicBezTo>
                  <a:cubicBezTo>
                    <a:pt x="5634" y="1357"/>
                    <a:pt x="5649" y="1377"/>
                    <a:pt x="5679" y="1377"/>
                  </a:cubicBezTo>
                  <a:cubicBezTo>
                    <a:pt x="5698" y="1377"/>
                    <a:pt x="5722" y="1369"/>
                    <a:pt x="5749" y="1354"/>
                  </a:cubicBezTo>
                  <a:cubicBezTo>
                    <a:pt x="5795" y="1312"/>
                    <a:pt x="5819" y="1290"/>
                    <a:pt x="5828" y="1290"/>
                  </a:cubicBezTo>
                  <a:cubicBezTo>
                    <a:pt x="5837" y="1290"/>
                    <a:pt x="5827" y="1318"/>
                    <a:pt x="5806" y="1378"/>
                  </a:cubicBezTo>
                  <a:cubicBezTo>
                    <a:pt x="5787" y="1422"/>
                    <a:pt x="5865" y="1499"/>
                    <a:pt x="5886" y="1499"/>
                  </a:cubicBezTo>
                  <a:cubicBezTo>
                    <a:pt x="5893" y="1499"/>
                    <a:pt x="5894" y="1493"/>
                    <a:pt x="5887" y="1476"/>
                  </a:cubicBezTo>
                  <a:cubicBezTo>
                    <a:pt x="5911" y="1419"/>
                    <a:pt x="6017" y="1451"/>
                    <a:pt x="6090" y="1419"/>
                  </a:cubicBezTo>
                  <a:cubicBezTo>
                    <a:pt x="6138" y="1443"/>
                    <a:pt x="6195" y="1460"/>
                    <a:pt x="6171" y="1516"/>
                  </a:cubicBezTo>
                  <a:cubicBezTo>
                    <a:pt x="6197" y="1575"/>
                    <a:pt x="6379" y="1623"/>
                    <a:pt x="6492" y="1623"/>
                  </a:cubicBezTo>
                  <a:cubicBezTo>
                    <a:pt x="6520" y="1623"/>
                    <a:pt x="6544" y="1620"/>
                    <a:pt x="6560" y="1614"/>
                  </a:cubicBezTo>
                  <a:cubicBezTo>
                    <a:pt x="6569" y="1595"/>
                    <a:pt x="6582" y="1587"/>
                    <a:pt x="6593" y="1587"/>
                  </a:cubicBezTo>
                  <a:cubicBezTo>
                    <a:pt x="6611" y="1587"/>
                    <a:pt x="6624" y="1608"/>
                    <a:pt x="6609" y="1638"/>
                  </a:cubicBezTo>
                  <a:cubicBezTo>
                    <a:pt x="6584" y="1695"/>
                    <a:pt x="6641" y="1719"/>
                    <a:pt x="6690" y="1743"/>
                  </a:cubicBezTo>
                  <a:cubicBezTo>
                    <a:pt x="6705" y="1737"/>
                    <a:pt x="6715" y="1734"/>
                    <a:pt x="6723" y="1734"/>
                  </a:cubicBezTo>
                  <a:cubicBezTo>
                    <a:pt x="6753" y="1734"/>
                    <a:pt x="6733" y="1778"/>
                    <a:pt x="6714" y="1816"/>
                  </a:cubicBezTo>
                  <a:cubicBezTo>
                    <a:pt x="6641" y="1849"/>
                    <a:pt x="6690" y="1873"/>
                    <a:pt x="6787" y="1922"/>
                  </a:cubicBezTo>
                  <a:cubicBezTo>
                    <a:pt x="6798" y="1917"/>
                    <a:pt x="6811" y="1915"/>
                    <a:pt x="6826" y="1915"/>
                  </a:cubicBezTo>
                  <a:cubicBezTo>
                    <a:pt x="6922" y="1915"/>
                    <a:pt x="7090" y="1998"/>
                    <a:pt x="7217" y="2068"/>
                  </a:cubicBezTo>
                  <a:cubicBezTo>
                    <a:pt x="7354" y="2139"/>
                    <a:pt x="7438" y="2163"/>
                    <a:pt x="7513" y="2163"/>
                  </a:cubicBezTo>
                  <a:cubicBezTo>
                    <a:pt x="7575" y="2163"/>
                    <a:pt x="7630" y="2146"/>
                    <a:pt x="7703" y="2124"/>
                  </a:cubicBezTo>
                  <a:lnTo>
                    <a:pt x="7809" y="2043"/>
                  </a:lnTo>
                  <a:lnTo>
                    <a:pt x="7752" y="2149"/>
                  </a:lnTo>
                  <a:cubicBezTo>
                    <a:pt x="7727" y="2205"/>
                    <a:pt x="7711" y="2270"/>
                    <a:pt x="7711" y="2335"/>
                  </a:cubicBezTo>
                  <a:cubicBezTo>
                    <a:pt x="7720" y="2340"/>
                    <a:pt x="7728" y="2342"/>
                    <a:pt x="7736" y="2342"/>
                  </a:cubicBezTo>
                  <a:cubicBezTo>
                    <a:pt x="7771" y="2342"/>
                    <a:pt x="7797" y="2301"/>
                    <a:pt x="7817" y="2254"/>
                  </a:cubicBezTo>
                  <a:cubicBezTo>
                    <a:pt x="7827" y="2238"/>
                    <a:pt x="7839" y="2230"/>
                    <a:pt x="7853" y="2230"/>
                  </a:cubicBezTo>
                  <a:cubicBezTo>
                    <a:pt x="7882" y="2230"/>
                    <a:pt x="7919" y="2266"/>
                    <a:pt x="7963" y="2343"/>
                  </a:cubicBezTo>
                  <a:cubicBezTo>
                    <a:pt x="8022" y="2429"/>
                    <a:pt x="8066" y="2461"/>
                    <a:pt x="8119" y="2461"/>
                  </a:cubicBezTo>
                  <a:cubicBezTo>
                    <a:pt x="8131" y="2461"/>
                    <a:pt x="8144" y="2460"/>
                    <a:pt x="8157" y="2457"/>
                  </a:cubicBezTo>
                  <a:cubicBezTo>
                    <a:pt x="8222" y="2481"/>
                    <a:pt x="8263" y="2530"/>
                    <a:pt x="8271" y="2595"/>
                  </a:cubicBezTo>
                  <a:cubicBezTo>
                    <a:pt x="8291" y="2605"/>
                    <a:pt x="8303" y="2611"/>
                    <a:pt x="8312" y="2611"/>
                  </a:cubicBezTo>
                  <a:cubicBezTo>
                    <a:pt x="8325" y="2611"/>
                    <a:pt x="8333" y="2599"/>
                    <a:pt x="8352" y="2570"/>
                  </a:cubicBezTo>
                  <a:cubicBezTo>
                    <a:pt x="8363" y="2553"/>
                    <a:pt x="8376" y="2545"/>
                    <a:pt x="8389" y="2545"/>
                  </a:cubicBezTo>
                  <a:cubicBezTo>
                    <a:pt x="8414" y="2545"/>
                    <a:pt x="8438" y="2574"/>
                    <a:pt x="8449" y="2627"/>
                  </a:cubicBezTo>
                  <a:cubicBezTo>
                    <a:pt x="8436" y="2732"/>
                    <a:pt x="8529" y="2811"/>
                    <a:pt x="8582" y="2811"/>
                  </a:cubicBezTo>
                  <a:cubicBezTo>
                    <a:pt x="8595" y="2811"/>
                    <a:pt x="8605" y="2807"/>
                    <a:pt x="8611" y="2797"/>
                  </a:cubicBezTo>
                  <a:cubicBezTo>
                    <a:pt x="8623" y="2779"/>
                    <a:pt x="8637" y="2772"/>
                    <a:pt x="8652" y="2772"/>
                  </a:cubicBezTo>
                  <a:cubicBezTo>
                    <a:pt x="8675" y="2772"/>
                    <a:pt x="8703" y="2790"/>
                    <a:pt x="8733" y="2805"/>
                  </a:cubicBezTo>
                  <a:cubicBezTo>
                    <a:pt x="8769" y="2835"/>
                    <a:pt x="8814" y="2852"/>
                    <a:pt x="8861" y="2852"/>
                  </a:cubicBezTo>
                  <a:cubicBezTo>
                    <a:pt x="8878" y="2852"/>
                    <a:pt x="8894" y="2850"/>
                    <a:pt x="8911" y="2846"/>
                  </a:cubicBezTo>
                  <a:lnTo>
                    <a:pt x="9000" y="2911"/>
                  </a:lnTo>
                  <a:cubicBezTo>
                    <a:pt x="9030" y="2931"/>
                    <a:pt x="9011" y="2945"/>
                    <a:pt x="8982" y="2945"/>
                  </a:cubicBezTo>
                  <a:cubicBezTo>
                    <a:pt x="8964" y="2945"/>
                    <a:pt x="8943" y="2939"/>
                    <a:pt x="8927" y="2927"/>
                  </a:cubicBezTo>
                  <a:lnTo>
                    <a:pt x="8927" y="2927"/>
                  </a:lnTo>
                  <a:lnTo>
                    <a:pt x="8935" y="3008"/>
                  </a:lnTo>
                  <a:cubicBezTo>
                    <a:pt x="9011" y="3058"/>
                    <a:pt x="9057" y="3089"/>
                    <a:pt x="9112" y="3089"/>
                  </a:cubicBezTo>
                  <a:cubicBezTo>
                    <a:pt x="9128" y="3089"/>
                    <a:pt x="9144" y="3087"/>
                    <a:pt x="9163" y="3081"/>
                  </a:cubicBezTo>
                  <a:cubicBezTo>
                    <a:pt x="9210" y="3052"/>
                    <a:pt x="9236" y="3036"/>
                    <a:pt x="9244" y="3036"/>
                  </a:cubicBezTo>
                  <a:cubicBezTo>
                    <a:pt x="9255" y="3036"/>
                    <a:pt x="9239" y="3060"/>
                    <a:pt x="9203" y="3114"/>
                  </a:cubicBezTo>
                  <a:cubicBezTo>
                    <a:pt x="9174" y="3165"/>
                    <a:pt x="9184" y="3229"/>
                    <a:pt x="9246" y="3229"/>
                  </a:cubicBezTo>
                  <a:cubicBezTo>
                    <a:pt x="9253" y="3229"/>
                    <a:pt x="9260" y="3229"/>
                    <a:pt x="9268" y="3227"/>
                  </a:cubicBezTo>
                  <a:cubicBezTo>
                    <a:pt x="9298" y="3210"/>
                    <a:pt x="9321" y="3203"/>
                    <a:pt x="9337" y="3203"/>
                  </a:cubicBezTo>
                  <a:cubicBezTo>
                    <a:pt x="9383" y="3203"/>
                    <a:pt x="9381" y="3256"/>
                    <a:pt x="9357" y="3292"/>
                  </a:cubicBezTo>
                  <a:cubicBezTo>
                    <a:pt x="9244" y="3357"/>
                    <a:pt x="9244" y="3357"/>
                    <a:pt x="9495" y="3389"/>
                  </a:cubicBezTo>
                  <a:cubicBezTo>
                    <a:pt x="9592" y="3446"/>
                    <a:pt x="9811" y="3527"/>
                    <a:pt x="9941" y="3624"/>
                  </a:cubicBezTo>
                  <a:cubicBezTo>
                    <a:pt x="10127" y="3754"/>
                    <a:pt x="10217" y="3819"/>
                    <a:pt x="10233" y="3900"/>
                  </a:cubicBezTo>
                  <a:cubicBezTo>
                    <a:pt x="10229" y="3905"/>
                    <a:pt x="10225" y="3910"/>
                    <a:pt x="10222" y="3915"/>
                  </a:cubicBezTo>
                  <a:lnTo>
                    <a:pt x="10222" y="3915"/>
                  </a:lnTo>
                  <a:cubicBezTo>
                    <a:pt x="10241" y="3898"/>
                    <a:pt x="10259" y="3890"/>
                    <a:pt x="10279" y="3890"/>
                  </a:cubicBezTo>
                  <a:cubicBezTo>
                    <a:pt x="10320" y="3890"/>
                    <a:pt x="10368" y="3925"/>
                    <a:pt x="10444" y="3981"/>
                  </a:cubicBezTo>
                  <a:cubicBezTo>
                    <a:pt x="10498" y="4077"/>
                    <a:pt x="10594" y="4133"/>
                    <a:pt x="10696" y="4133"/>
                  </a:cubicBezTo>
                  <a:cubicBezTo>
                    <a:pt x="10714" y="4133"/>
                    <a:pt x="10733" y="4131"/>
                    <a:pt x="10752" y="4127"/>
                  </a:cubicBezTo>
                  <a:lnTo>
                    <a:pt x="10662" y="4062"/>
                  </a:lnTo>
                  <a:cubicBezTo>
                    <a:pt x="10692" y="4023"/>
                    <a:pt x="10716" y="4005"/>
                    <a:pt x="10739" y="4005"/>
                  </a:cubicBezTo>
                  <a:cubicBezTo>
                    <a:pt x="10771" y="4005"/>
                    <a:pt x="10799" y="4043"/>
                    <a:pt x="10833" y="4111"/>
                  </a:cubicBezTo>
                  <a:cubicBezTo>
                    <a:pt x="10881" y="4143"/>
                    <a:pt x="10841" y="4192"/>
                    <a:pt x="10808" y="4240"/>
                  </a:cubicBezTo>
                  <a:cubicBezTo>
                    <a:pt x="10776" y="4297"/>
                    <a:pt x="10784" y="4362"/>
                    <a:pt x="10833" y="4403"/>
                  </a:cubicBezTo>
                  <a:cubicBezTo>
                    <a:pt x="10854" y="4420"/>
                    <a:pt x="10878" y="4437"/>
                    <a:pt x="10895" y="4437"/>
                  </a:cubicBezTo>
                  <a:cubicBezTo>
                    <a:pt x="10909" y="4437"/>
                    <a:pt x="10918" y="4424"/>
                    <a:pt x="10914" y="4386"/>
                  </a:cubicBezTo>
                  <a:cubicBezTo>
                    <a:pt x="10932" y="4360"/>
                    <a:pt x="10940" y="4348"/>
                    <a:pt x="10951" y="4348"/>
                  </a:cubicBezTo>
                  <a:cubicBezTo>
                    <a:pt x="10961" y="4348"/>
                    <a:pt x="10973" y="4356"/>
                    <a:pt x="10995" y="4370"/>
                  </a:cubicBezTo>
                  <a:cubicBezTo>
                    <a:pt x="11029" y="4411"/>
                    <a:pt x="11080" y="4429"/>
                    <a:pt x="11134" y="4429"/>
                  </a:cubicBezTo>
                  <a:cubicBezTo>
                    <a:pt x="11144" y="4429"/>
                    <a:pt x="11155" y="4428"/>
                    <a:pt x="11165" y="4427"/>
                  </a:cubicBezTo>
                  <a:cubicBezTo>
                    <a:pt x="11177" y="4409"/>
                    <a:pt x="11191" y="4402"/>
                    <a:pt x="11206" y="4402"/>
                  </a:cubicBezTo>
                  <a:cubicBezTo>
                    <a:pt x="11232" y="4402"/>
                    <a:pt x="11261" y="4423"/>
                    <a:pt x="11287" y="4443"/>
                  </a:cubicBezTo>
                  <a:cubicBezTo>
                    <a:pt x="11303" y="4499"/>
                    <a:pt x="11343" y="4548"/>
                    <a:pt x="11391" y="4588"/>
                  </a:cubicBezTo>
                  <a:lnTo>
                    <a:pt x="11391" y="4588"/>
                  </a:lnTo>
                  <a:cubicBezTo>
                    <a:pt x="11381" y="4601"/>
                    <a:pt x="11367" y="4619"/>
                    <a:pt x="11352" y="4638"/>
                  </a:cubicBezTo>
                  <a:cubicBezTo>
                    <a:pt x="11335" y="4678"/>
                    <a:pt x="11327" y="4719"/>
                    <a:pt x="11327" y="4767"/>
                  </a:cubicBezTo>
                  <a:cubicBezTo>
                    <a:pt x="11339" y="4773"/>
                    <a:pt x="11350" y="4776"/>
                    <a:pt x="11361" y="4776"/>
                  </a:cubicBezTo>
                  <a:cubicBezTo>
                    <a:pt x="11381" y="4776"/>
                    <a:pt x="11398" y="4767"/>
                    <a:pt x="11408" y="4751"/>
                  </a:cubicBezTo>
                  <a:cubicBezTo>
                    <a:pt x="11410" y="4750"/>
                    <a:pt x="11412" y="4749"/>
                    <a:pt x="11415" y="4749"/>
                  </a:cubicBezTo>
                  <a:cubicBezTo>
                    <a:pt x="11514" y="4749"/>
                    <a:pt x="12540" y="5484"/>
                    <a:pt x="12673" y="5578"/>
                  </a:cubicBezTo>
                  <a:cubicBezTo>
                    <a:pt x="12716" y="5664"/>
                    <a:pt x="12800" y="5745"/>
                    <a:pt x="12836" y="5745"/>
                  </a:cubicBezTo>
                  <a:cubicBezTo>
                    <a:pt x="12847" y="5745"/>
                    <a:pt x="12854" y="5736"/>
                    <a:pt x="12852" y="5716"/>
                  </a:cubicBezTo>
                  <a:cubicBezTo>
                    <a:pt x="12855" y="5710"/>
                    <a:pt x="12862" y="5707"/>
                    <a:pt x="12872" y="5707"/>
                  </a:cubicBezTo>
                  <a:cubicBezTo>
                    <a:pt x="12940" y="5707"/>
                    <a:pt x="13145" y="5853"/>
                    <a:pt x="13387" y="6024"/>
                  </a:cubicBezTo>
                  <a:cubicBezTo>
                    <a:pt x="13665" y="6224"/>
                    <a:pt x="13874" y="6373"/>
                    <a:pt x="13948" y="6373"/>
                  </a:cubicBezTo>
                  <a:cubicBezTo>
                    <a:pt x="13958" y="6373"/>
                    <a:pt x="13966" y="6371"/>
                    <a:pt x="13970" y="6365"/>
                  </a:cubicBezTo>
                  <a:lnTo>
                    <a:pt x="14100" y="6462"/>
                  </a:lnTo>
                  <a:cubicBezTo>
                    <a:pt x="14189" y="6511"/>
                    <a:pt x="14279" y="6543"/>
                    <a:pt x="14368" y="6576"/>
                  </a:cubicBezTo>
                  <a:cubicBezTo>
                    <a:pt x="14383" y="6572"/>
                    <a:pt x="14397" y="6571"/>
                    <a:pt x="14409" y="6571"/>
                  </a:cubicBezTo>
                  <a:cubicBezTo>
                    <a:pt x="14460" y="6571"/>
                    <a:pt x="14474" y="6595"/>
                    <a:pt x="14408" y="6608"/>
                  </a:cubicBezTo>
                  <a:cubicBezTo>
                    <a:pt x="14376" y="6657"/>
                    <a:pt x="14343" y="6705"/>
                    <a:pt x="14384" y="6738"/>
                  </a:cubicBezTo>
                  <a:cubicBezTo>
                    <a:pt x="14417" y="6764"/>
                    <a:pt x="14443" y="6775"/>
                    <a:pt x="14465" y="6775"/>
                  </a:cubicBezTo>
                  <a:cubicBezTo>
                    <a:pt x="14502" y="6775"/>
                    <a:pt x="14526" y="6744"/>
                    <a:pt x="14546" y="6713"/>
                  </a:cubicBezTo>
                  <a:cubicBezTo>
                    <a:pt x="14556" y="6694"/>
                    <a:pt x="14575" y="6683"/>
                    <a:pt x="14593" y="6683"/>
                  </a:cubicBezTo>
                  <a:cubicBezTo>
                    <a:pt x="14605" y="6683"/>
                    <a:pt x="14618" y="6688"/>
                    <a:pt x="14627" y="6697"/>
                  </a:cubicBezTo>
                  <a:cubicBezTo>
                    <a:pt x="14676" y="6730"/>
                    <a:pt x="14676" y="6730"/>
                    <a:pt x="14635" y="6778"/>
                  </a:cubicBezTo>
                  <a:lnTo>
                    <a:pt x="14570" y="6876"/>
                  </a:lnTo>
                  <a:lnTo>
                    <a:pt x="14611" y="6908"/>
                  </a:lnTo>
                  <a:cubicBezTo>
                    <a:pt x="14621" y="6888"/>
                    <a:pt x="14639" y="6878"/>
                    <a:pt x="14658" y="6878"/>
                  </a:cubicBezTo>
                  <a:cubicBezTo>
                    <a:pt x="14670" y="6878"/>
                    <a:pt x="14682" y="6882"/>
                    <a:pt x="14692" y="6892"/>
                  </a:cubicBezTo>
                  <a:cubicBezTo>
                    <a:pt x="14741" y="6924"/>
                    <a:pt x="14741" y="6924"/>
                    <a:pt x="14668" y="7021"/>
                  </a:cubicBezTo>
                  <a:cubicBezTo>
                    <a:pt x="14626" y="7084"/>
                    <a:pt x="14628" y="7120"/>
                    <a:pt x="14665" y="7120"/>
                  </a:cubicBezTo>
                  <a:cubicBezTo>
                    <a:pt x="14686" y="7120"/>
                    <a:pt x="14717" y="7109"/>
                    <a:pt x="14757" y="7086"/>
                  </a:cubicBezTo>
                  <a:lnTo>
                    <a:pt x="14887" y="7103"/>
                  </a:lnTo>
                  <a:cubicBezTo>
                    <a:pt x="14872" y="7180"/>
                    <a:pt x="14924" y="7199"/>
                    <a:pt x="14985" y="7199"/>
                  </a:cubicBezTo>
                  <a:cubicBezTo>
                    <a:pt x="15026" y="7199"/>
                    <a:pt x="15073" y="7190"/>
                    <a:pt x="15105" y="7184"/>
                  </a:cubicBezTo>
                  <a:lnTo>
                    <a:pt x="15105" y="7184"/>
                  </a:lnTo>
                  <a:cubicBezTo>
                    <a:pt x="15089" y="7270"/>
                    <a:pt x="15102" y="7313"/>
                    <a:pt x="15146" y="7313"/>
                  </a:cubicBezTo>
                  <a:cubicBezTo>
                    <a:pt x="15168" y="7313"/>
                    <a:pt x="15197" y="7303"/>
                    <a:pt x="15235" y="7281"/>
                  </a:cubicBezTo>
                  <a:cubicBezTo>
                    <a:pt x="15248" y="7265"/>
                    <a:pt x="15261" y="7258"/>
                    <a:pt x="15273" y="7258"/>
                  </a:cubicBezTo>
                  <a:cubicBezTo>
                    <a:pt x="15299" y="7258"/>
                    <a:pt x="15321" y="7291"/>
                    <a:pt x="15333" y="7346"/>
                  </a:cubicBezTo>
                  <a:cubicBezTo>
                    <a:pt x="15341" y="7427"/>
                    <a:pt x="15381" y="7459"/>
                    <a:pt x="15478" y="7524"/>
                  </a:cubicBezTo>
                  <a:cubicBezTo>
                    <a:pt x="15481" y="7524"/>
                    <a:pt x="15484" y="7523"/>
                    <a:pt x="15487" y="7523"/>
                  </a:cubicBezTo>
                  <a:cubicBezTo>
                    <a:pt x="15581" y="7523"/>
                    <a:pt x="15888" y="7744"/>
                    <a:pt x="16241" y="8002"/>
                  </a:cubicBezTo>
                  <a:cubicBezTo>
                    <a:pt x="16604" y="8264"/>
                    <a:pt x="16863" y="8448"/>
                    <a:pt x="16936" y="8448"/>
                  </a:cubicBezTo>
                  <a:cubicBezTo>
                    <a:pt x="16945" y="8448"/>
                    <a:pt x="16951" y="8445"/>
                    <a:pt x="16954" y="8440"/>
                  </a:cubicBezTo>
                  <a:cubicBezTo>
                    <a:pt x="16995" y="8473"/>
                    <a:pt x="16995" y="8473"/>
                    <a:pt x="17011" y="8554"/>
                  </a:cubicBezTo>
                  <a:cubicBezTo>
                    <a:pt x="16986" y="8583"/>
                    <a:pt x="16994" y="8606"/>
                    <a:pt x="17029" y="8606"/>
                  </a:cubicBezTo>
                  <a:cubicBezTo>
                    <a:pt x="17052" y="8606"/>
                    <a:pt x="17087" y="8596"/>
                    <a:pt x="17132" y="8570"/>
                  </a:cubicBezTo>
                  <a:cubicBezTo>
                    <a:pt x="17176" y="8561"/>
                    <a:pt x="17205" y="8543"/>
                    <a:pt x="17213" y="8543"/>
                  </a:cubicBezTo>
                  <a:cubicBezTo>
                    <a:pt x="17220" y="8543"/>
                    <a:pt x="17211" y="8557"/>
                    <a:pt x="17181" y="8602"/>
                  </a:cubicBezTo>
                  <a:cubicBezTo>
                    <a:pt x="17149" y="8651"/>
                    <a:pt x="17238" y="8716"/>
                    <a:pt x="17416" y="8846"/>
                  </a:cubicBezTo>
                  <a:cubicBezTo>
                    <a:pt x="17533" y="8928"/>
                    <a:pt x="17680" y="9035"/>
                    <a:pt x="17746" y="9035"/>
                  </a:cubicBezTo>
                  <a:cubicBezTo>
                    <a:pt x="17758" y="9035"/>
                    <a:pt x="17767" y="9031"/>
                    <a:pt x="17773" y="9024"/>
                  </a:cubicBezTo>
                  <a:cubicBezTo>
                    <a:pt x="17895" y="9048"/>
                    <a:pt x="17895" y="9048"/>
                    <a:pt x="17813" y="9056"/>
                  </a:cubicBezTo>
                  <a:cubicBezTo>
                    <a:pt x="17700" y="9121"/>
                    <a:pt x="17895" y="9340"/>
                    <a:pt x="18097" y="9340"/>
                  </a:cubicBezTo>
                  <a:cubicBezTo>
                    <a:pt x="18146" y="9373"/>
                    <a:pt x="18186" y="9405"/>
                    <a:pt x="18154" y="9454"/>
                  </a:cubicBezTo>
                  <a:cubicBezTo>
                    <a:pt x="18235" y="9511"/>
                    <a:pt x="18324" y="9543"/>
                    <a:pt x="18413" y="9567"/>
                  </a:cubicBezTo>
                  <a:lnTo>
                    <a:pt x="18738" y="9794"/>
                  </a:lnTo>
                  <a:cubicBezTo>
                    <a:pt x="18803" y="9835"/>
                    <a:pt x="18876" y="9867"/>
                    <a:pt x="18949" y="9875"/>
                  </a:cubicBezTo>
                  <a:cubicBezTo>
                    <a:pt x="18967" y="9888"/>
                    <a:pt x="18984" y="9900"/>
                    <a:pt x="18997" y="9909"/>
                  </a:cubicBezTo>
                  <a:lnTo>
                    <a:pt x="18997" y="9909"/>
                  </a:lnTo>
                  <a:cubicBezTo>
                    <a:pt x="18968" y="9959"/>
                    <a:pt x="19194" y="10120"/>
                    <a:pt x="19508" y="10354"/>
                  </a:cubicBezTo>
                  <a:cubicBezTo>
                    <a:pt x="19824" y="10581"/>
                    <a:pt x="20100" y="10775"/>
                    <a:pt x="20108" y="10856"/>
                  </a:cubicBezTo>
                  <a:cubicBezTo>
                    <a:pt x="20134" y="10872"/>
                    <a:pt x="20159" y="10877"/>
                    <a:pt x="20185" y="10877"/>
                  </a:cubicBezTo>
                  <a:cubicBezTo>
                    <a:pt x="20200" y="10877"/>
                    <a:pt x="20215" y="10876"/>
                    <a:pt x="20230" y="10873"/>
                  </a:cubicBezTo>
                  <a:cubicBezTo>
                    <a:pt x="20274" y="10849"/>
                    <a:pt x="20308" y="10838"/>
                    <a:pt x="20333" y="10838"/>
                  </a:cubicBezTo>
                  <a:cubicBezTo>
                    <a:pt x="20377" y="10838"/>
                    <a:pt x="20395" y="10870"/>
                    <a:pt x="20400" y="10921"/>
                  </a:cubicBezTo>
                  <a:cubicBezTo>
                    <a:pt x="20400" y="11031"/>
                    <a:pt x="20478" y="11113"/>
                    <a:pt x="20576" y="11127"/>
                  </a:cubicBezTo>
                  <a:lnTo>
                    <a:pt x="20576" y="11127"/>
                  </a:lnTo>
                  <a:lnTo>
                    <a:pt x="20594" y="11132"/>
                  </a:lnTo>
                  <a:cubicBezTo>
                    <a:pt x="20596" y="11131"/>
                    <a:pt x="20598" y="11130"/>
                    <a:pt x="20600" y="11128"/>
                  </a:cubicBezTo>
                  <a:lnTo>
                    <a:pt x="20600" y="11128"/>
                  </a:lnTo>
                  <a:cubicBezTo>
                    <a:pt x="20601" y="11128"/>
                    <a:pt x="20602" y="11128"/>
                    <a:pt x="20603" y="11128"/>
                  </a:cubicBezTo>
                  <a:cubicBezTo>
                    <a:pt x="20627" y="11128"/>
                    <a:pt x="20651" y="11124"/>
                    <a:pt x="20676" y="11116"/>
                  </a:cubicBezTo>
                  <a:lnTo>
                    <a:pt x="20676" y="11116"/>
                  </a:lnTo>
                  <a:lnTo>
                    <a:pt x="20643" y="11164"/>
                  </a:lnTo>
                  <a:cubicBezTo>
                    <a:pt x="20626" y="11255"/>
                    <a:pt x="20705" y="11307"/>
                    <a:pt x="20792" y="11307"/>
                  </a:cubicBezTo>
                  <a:cubicBezTo>
                    <a:pt x="20830" y="11307"/>
                    <a:pt x="20869" y="11297"/>
                    <a:pt x="20903" y="11278"/>
                  </a:cubicBezTo>
                  <a:cubicBezTo>
                    <a:pt x="20910" y="11352"/>
                    <a:pt x="20924" y="11426"/>
                    <a:pt x="20988" y="11426"/>
                  </a:cubicBezTo>
                  <a:cubicBezTo>
                    <a:pt x="20994" y="11426"/>
                    <a:pt x="21001" y="11425"/>
                    <a:pt x="21008" y="11424"/>
                  </a:cubicBezTo>
                  <a:lnTo>
                    <a:pt x="21008" y="11424"/>
                  </a:lnTo>
                  <a:cubicBezTo>
                    <a:pt x="21048" y="11456"/>
                    <a:pt x="21048" y="11456"/>
                    <a:pt x="20984" y="11554"/>
                  </a:cubicBezTo>
                  <a:cubicBezTo>
                    <a:pt x="20943" y="11602"/>
                    <a:pt x="20911" y="11651"/>
                    <a:pt x="20951" y="11683"/>
                  </a:cubicBezTo>
                  <a:cubicBezTo>
                    <a:pt x="20962" y="11691"/>
                    <a:pt x="20972" y="11694"/>
                    <a:pt x="20982" y="11694"/>
                  </a:cubicBezTo>
                  <a:cubicBezTo>
                    <a:pt x="21015" y="11694"/>
                    <a:pt x="21041" y="11656"/>
                    <a:pt x="21073" y="11619"/>
                  </a:cubicBezTo>
                  <a:lnTo>
                    <a:pt x="21162" y="11691"/>
                  </a:lnTo>
                  <a:cubicBezTo>
                    <a:pt x="21171" y="11697"/>
                    <a:pt x="21181" y="11700"/>
                    <a:pt x="21192" y="11700"/>
                  </a:cubicBezTo>
                  <a:cubicBezTo>
                    <a:pt x="21212" y="11700"/>
                    <a:pt x="21233" y="11691"/>
                    <a:pt x="21243" y="11675"/>
                  </a:cubicBezTo>
                  <a:cubicBezTo>
                    <a:pt x="21255" y="11657"/>
                    <a:pt x="21269" y="11650"/>
                    <a:pt x="21284" y="11650"/>
                  </a:cubicBezTo>
                  <a:cubicBezTo>
                    <a:pt x="21310" y="11650"/>
                    <a:pt x="21339" y="11671"/>
                    <a:pt x="21365" y="11691"/>
                  </a:cubicBezTo>
                  <a:cubicBezTo>
                    <a:pt x="21353" y="11710"/>
                    <a:pt x="21356" y="11719"/>
                    <a:pt x="21365" y="11719"/>
                  </a:cubicBezTo>
                  <a:cubicBezTo>
                    <a:pt x="21381" y="11719"/>
                    <a:pt x="21410" y="11694"/>
                    <a:pt x="21405" y="11643"/>
                  </a:cubicBezTo>
                  <a:cubicBezTo>
                    <a:pt x="21430" y="11605"/>
                    <a:pt x="21455" y="11567"/>
                    <a:pt x="21488" y="11567"/>
                  </a:cubicBezTo>
                  <a:cubicBezTo>
                    <a:pt x="21498" y="11567"/>
                    <a:pt x="21508" y="11571"/>
                    <a:pt x="21519" y="11578"/>
                  </a:cubicBezTo>
                  <a:lnTo>
                    <a:pt x="21584" y="11481"/>
                  </a:lnTo>
                  <a:cubicBezTo>
                    <a:pt x="21657" y="11383"/>
                    <a:pt x="21689" y="11335"/>
                    <a:pt x="21632" y="11221"/>
                  </a:cubicBezTo>
                  <a:cubicBezTo>
                    <a:pt x="21517" y="11080"/>
                    <a:pt x="21432" y="10959"/>
                    <a:pt x="21365" y="10959"/>
                  </a:cubicBezTo>
                  <a:cubicBezTo>
                    <a:pt x="21348" y="10959"/>
                    <a:pt x="21331" y="10968"/>
                    <a:pt x="21316" y="10986"/>
                  </a:cubicBezTo>
                  <a:cubicBezTo>
                    <a:pt x="21299" y="10994"/>
                    <a:pt x="21281" y="10998"/>
                    <a:pt x="21264" y="10998"/>
                  </a:cubicBezTo>
                  <a:cubicBezTo>
                    <a:pt x="21193" y="10998"/>
                    <a:pt x="21131" y="10935"/>
                    <a:pt x="21138" y="10856"/>
                  </a:cubicBezTo>
                  <a:cubicBezTo>
                    <a:pt x="21170" y="10808"/>
                    <a:pt x="20992" y="10678"/>
                    <a:pt x="20765" y="10516"/>
                  </a:cubicBezTo>
                  <a:cubicBezTo>
                    <a:pt x="20489" y="10321"/>
                    <a:pt x="20351" y="10224"/>
                    <a:pt x="20343" y="10143"/>
                  </a:cubicBezTo>
                  <a:cubicBezTo>
                    <a:pt x="20343" y="10094"/>
                    <a:pt x="20319" y="10054"/>
                    <a:pt x="20286" y="10029"/>
                  </a:cubicBezTo>
                  <a:cubicBezTo>
                    <a:pt x="20283" y="10034"/>
                    <a:pt x="20277" y="10037"/>
                    <a:pt x="20268" y="10037"/>
                  </a:cubicBezTo>
                  <a:cubicBezTo>
                    <a:pt x="20196" y="10037"/>
                    <a:pt x="19945" y="9859"/>
                    <a:pt x="19662" y="9648"/>
                  </a:cubicBezTo>
                  <a:cubicBezTo>
                    <a:pt x="19375" y="9442"/>
                    <a:pt x="19088" y="9236"/>
                    <a:pt x="19007" y="9236"/>
                  </a:cubicBezTo>
                  <a:cubicBezTo>
                    <a:pt x="18999" y="9236"/>
                    <a:pt x="18993" y="9238"/>
                    <a:pt x="18989" y="9243"/>
                  </a:cubicBezTo>
                  <a:lnTo>
                    <a:pt x="18900" y="9178"/>
                  </a:lnTo>
                  <a:cubicBezTo>
                    <a:pt x="18932" y="9129"/>
                    <a:pt x="18843" y="9065"/>
                    <a:pt x="18754" y="9000"/>
                  </a:cubicBezTo>
                  <a:cubicBezTo>
                    <a:pt x="18681" y="8992"/>
                    <a:pt x="18600" y="8959"/>
                    <a:pt x="18535" y="8919"/>
                  </a:cubicBezTo>
                  <a:cubicBezTo>
                    <a:pt x="18576" y="8870"/>
                    <a:pt x="18527" y="8838"/>
                    <a:pt x="18438" y="8773"/>
                  </a:cubicBezTo>
                  <a:cubicBezTo>
                    <a:pt x="18378" y="8729"/>
                    <a:pt x="18337" y="8701"/>
                    <a:pt x="18306" y="8701"/>
                  </a:cubicBezTo>
                  <a:cubicBezTo>
                    <a:pt x="18291" y="8701"/>
                    <a:pt x="18278" y="8708"/>
                    <a:pt x="18268" y="8724"/>
                  </a:cubicBezTo>
                  <a:cubicBezTo>
                    <a:pt x="18097" y="8602"/>
                    <a:pt x="17935" y="8465"/>
                    <a:pt x="17797" y="8311"/>
                  </a:cubicBezTo>
                  <a:cubicBezTo>
                    <a:pt x="17792" y="8263"/>
                    <a:pt x="17762" y="8249"/>
                    <a:pt x="17721" y="8249"/>
                  </a:cubicBezTo>
                  <a:cubicBezTo>
                    <a:pt x="17693" y="8249"/>
                    <a:pt x="17660" y="8255"/>
                    <a:pt x="17627" y="8262"/>
                  </a:cubicBezTo>
                  <a:cubicBezTo>
                    <a:pt x="17606" y="8293"/>
                    <a:pt x="17568" y="8311"/>
                    <a:pt x="17531" y="8311"/>
                  </a:cubicBezTo>
                  <a:cubicBezTo>
                    <a:pt x="17510" y="8311"/>
                    <a:pt x="17490" y="8306"/>
                    <a:pt x="17473" y="8294"/>
                  </a:cubicBezTo>
                  <a:lnTo>
                    <a:pt x="17538" y="8197"/>
                  </a:lnTo>
                  <a:cubicBezTo>
                    <a:pt x="17619" y="8181"/>
                    <a:pt x="17619" y="8181"/>
                    <a:pt x="17530" y="8116"/>
                  </a:cubicBezTo>
                  <a:lnTo>
                    <a:pt x="17441" y="8051"/>
                  </a:lnTo>
                  <a:cubicBezTo>
                    <a:pt x="17436" y="8057"/>
                    <a:pt x="17428" y="8060"/>
                    <a:pt x="17418" y="8060"/>
                  </a:cubicBezTo>
                  <a:cubicBezTo>
                    <a:pt x="17344" y="8060"/>
                    <a:pt x="17135" y="7910"/>
                    <a:pt x="16857" y="7711"/>
                  </a:cubicBezTo>
                  <a:cubicBezTo>
                    <a:pt x="16514" y="7464"/>
                    <a:pt x="16363" y="7351"/>
                    <a:pt x="16304" y="7351"/>
                  </a:cubicBezTo>
                  <a:cubicBezTo>
                    <a:pt x="16294" y="7351"/>
                    <a:pt x="16286" y="7354"/>
                    <a:pt x="16281" y="7362"/>
                  </a:cubicBezTo>
                  <a:cubicBezTo>
                    <a:pt x="16270" y="7376"/>
                    <a:pt x="16258" y="7383"/>
                    <a:pt x="16245" y="7383"/>
                  </a:cubicBezTo>
                  <a:cubicBezTo>
                    <a:pt x="16212" y="7383"/>
                    <a:pt x="16170" y="7337"/>
                    <a:pt x="16095" y="7232"/>
                  </a:cubicBezTo>
                  <a:cubicBezTo>
                    <a:pt x="15962" y="6953"/>
                    <a:pt x="15938" y="6903"/>
                    <a:pt x="15889" y="6903"/>
                  </a:cubicBezTo>
                  <a:cubicBezTo>
                    <a:pt x="15878" y="6903"/>
                    <a:pt x="15866" y="6905"/>
                    <a:pt x="15851" y="6908"/>
                  </a:cubicBezTo>
                  <a:cubicBezTo>
                    <a:pt x="15892" y="6940"/>
                    <a:pt x="15860" y="6989"/>
                    <a:pt x="15827" y="7038"/>
                  </a:cubicBezTo>
                  <a:cubicBezTo>
                    <a:pt x="15798" y="7076"/>
                    <a:pt x="15775" y="7094"/>
                    <a:pt x="15757" y="7094"/>
                  </a:cubicBezTo>
                  <a:cubicBezTo>
                    <a:pt x="15731" y="7094"/>
                    <a:pt x="15720" y="7051"/>
                    <a:pt x="15730" y="6973"/>
                  </a:cubicBezTo>
                  <a:cubicBezTo>
                    <a:pt x="15798" y="6882"/>
                    <a:pt x="15183" y="6496"/>
                    <a:pt x="15007" y="6496"/>
                  </a:cubicBezTo>
                  <a:cubicBezTo>
                    <a:pt x="14994" y="6496"/>
                    <a:pt x="14984" y="6498"/>
                    <a:pt x="14976" y="6503"/>
                  </a:cubicBezTo>
                  <a:cubicBezTo>
                    <a:pt x="14959" y="6523"/>
                    <a:pt x="14949" y="6535"/>
                    <a:pt x="14949" y="6535"/>
                  </a:cubicBezTo>
                  <a:cubicBezTo>
                    <a:pt x="14948" y="6535"/>
                    <a:pt x="14965" y="6511"/>
                    <a:pt x="15008" y="6454"/>
                  </a:cubicBezTo>
                  <a:cubicBezTo>
                    <a:pt x="15041" y="6405"/>
                    <a:pt x="15000" y="6373"/>
                    <a:pt x="14814" y="6243"/>
                  </a:cubicBezTo>
                  <a:lnTo>
                    <a:pt x="14676" y="6138"/>
                  </a:lnTo>
                  <a:cubicBezTo>
                    <a:pt x="14665" y="6154"/>
                    <a:pt x="14650" y="6160"/>
                    <a:pt x="14632" y="6160"/>
                  </a:cubicBezTo>
                  <a:cubicBezTo>
                    <a:pt x="14539" y="6160"/>
                    <a:pt x="14374" y="5984"/>
                    <a:pt x="14408" y="5943"/>
                  </a:cubicBezTo>
                  <a:cubicBezTo>
                    <a:pt x="14392" y="5862"/>
                    <a:pt x="14392" y="5862"/>
                    <a:pt x="14303" y="5797"/>
                  </a:cubicBezTo>
                  <a:cubicBezTo>
                    <a:pt x="14100" y="5797"/>
                    <a:pt x="13906" y="5586"/>
                    <a:pt x="13938" y="5538"/>
                  </a:cubicBezTo>
                  <a:lnTo>
                    <a:pt x="13849" y="5473"/>
                  </a:lnTo>
                  <a:cubicBezTo>
                    <a:pt x="13768" y="5473"/>
                    <a:pt x="13695" y="5440"/>
                    <a:pt x="13630" y="5392"/>
                  </a:cubicBezTo>
                  <a:cubicBezTo>
                    <a:pt x="13551" y="5332"/>
                    <a:pt x="13502" y="5297"/>
                    <a:pt x="13477" y="5297"/>
                  </a:cubicBezTo>
                  <a:cubicBezTo>
                    <a:pt x="13462" y="5297"/>
                    <a:pt x="13456" y="5312"/>
                    <a:pt x="13460" y="5343"/>
                  </a:cubicBezTo>
                  <a:cubicBezTo>
                    <a:pt x="13434" y="5381"/>
                    <a:pt x="13409" y="5419"/>
                    <a:pt x="13377" y="5419"/>
                  </a:cubicBezTo>
                  <a:cubicBezTo>
                    <a:pt x="13367" y="5419"/>
                    <a:pt x="13357" y="5415"/>
                    <a:pt x="13346" y="5408"/>
                  </a:cubicBezTo>
                  <a:lnTo>
                    <a:pt x="13379" y="5359"/>
                  </a:lnTo>
                  <a:cubicBezTo>
                    <a:pt x="13419" y="5311"/>
                    <a:pt x="13281" y="5213"/>
                    <a:pt x="13103" y="5084"/>
                  </a:cubicBezTo>
                  <a:cubicBezTo>
                    <a:pt x="12876" y="4913"/>
                    <a:pt x="12779" y="4849"/>
                    <a:pt x="12770" y="4767"/>
                  </a:cubicBezTo>
                  <a:lnTo>
                    <a:pt x="12689" y="4784"/>
                  </a:lnTo>
                  <a:cubicBezTo>
                    <a:pt x="12675" y="4787"/>
                    <a:pt x="12662" y="4788"/>
                    <a:pt x="12650" y="4788"/>
                  </a:cubicBezTo>
                  <a:cubicBezTo>
                    <a:pt x="12596" y="4788"/>
                    <a:pt x="12574" y="4759"/>
                    <a:pt x="12600" y="4719"/>
                  </a:cubicBezTo>
                  <a:cubicBezTo>
                    <a:pt x="12592" y="4638"/>
                    <a:pt x="12406" y="4508"/>
                    <a:pt x="12284" y="4492"/>
                  </a:cubicBezTo>
                  <a:lnTo>
                    <a:pt x="12195" y="4427"/>
                  </a:lnTo>
                  <a:cubicBezTo>
                    <a:pt x="12214" y="4326"/>
                    <a:pt x="12134" y="4244"/>
                    <a:pt x="12044" y="4244"/>
                  </a:cubicBezTo>
                  <a:cubicBezTo>
                    <a:pt x="12019" y="4244"/>
                    <a:pt x="11993" y="4251"/>
                    <a:pt x="11968" y="4265"/>
                  </a:cubicBezTo>
                  <a:cubicBezTo>
                    <a:pt x="12000" y="4216"/>
                    <a:pt x="11952" y="4184"/>
                    <a:pt x="11911" y="4151"/>
                  </a:cubicBezTo>
                  <a:cubicBezTo>
                    <a:pt x="11781" y="4135"/>
                    <a:pt x="11603" y="4005"/>
                    <a:pt x="11635" y="3957"/>
                  </a:cubicBezTo>
                  <a:lnTo>
                    <a:pt x="11587" y="3924"/>
                  </a:lnTo>
                  <a:cubicBezTo>
                    <a:pt x="11577" y="3926"/>
                    <a:pt x="11568" y="3926"/>
                    <a:pt x="11558" y="3926"/>
                  </a:cubicBezTo>
                  <a:cubicBezTo>
                    <a:pt x="11509" y="3926"/>
                    <a:pt x="11457" y="3909"/>
                    <a:pt x="11416" y="3876"/>
                  </a:cubicBezTo>
                  <a:cubicBezTo>
                    <a:pt x="11383" y="3835"/>
                    <a:pt x="11331" y="3817"/>
                    <a:pt x="11278" y="3817"/>
                  </a:cubicBezTo>
                  <a:cubicBezTo>
                    <a:pt x="11267" y="3817"/>
                    <a:pt x="11257" y="3818"/>
                    <a:pt x="11246" y="3819"/>
                  </a:cubicBezTo>
                  <a:cubicBezTo>
                    <a:pt x="11232" y="3825"/>
                    <a:pt x="11216" y="3827"/>
                    <a:pt x="11201" y="3827"/>
                  </a:cubicBezTo>
                  <a:cubicBezTo>
                    <a:pt x="11173" y="3827"/>
                    <a:pt x="11146" y="3818"/>
                    <a:pt x="11125" y="3803"/>
                  </a:cubicBezTo>
                  <a:cubicBezTo>
                    <a:pt x="11076" y="3770"/>
                    <a:pt x="11157" y="3754"/>
                    <a:pt x="11238" y="3738"/>
                  </a:cubicBezTo>
                  <a:cubicBezTo>
                    <a:pt x="11247" y="3739"/>
                    <a:pt x="11255" y="3740"/>
                    <a:pt x="11262" y="3740"/>
                  </a:cubicBezTo>
                  <a:cubicBezTo>
                    <a:pt x="11339" y="3740"/>
                    <a:pt x="11214" y="3657"/>
                    <a:pt x="11019" y="3657"/>
                  </a:cubicBezTo>
                  <a:cubicBezTo>
                    <a:pt x="10816" y="3657"/>
                    <a:pt x="10816" y="3657"/>
                    <a:pt x="10979" y="3624"/>
                  </a:cubicBezTo>
                  <a:cubicBezTo>
                    <a:pt x="11060" y="3608"/>
                    <a:pt x="11133" y="3592"/>
                    <a:pt x="11011" y="3576"/>
                  </a:cubicBezTo>
                  <a:cubicBezTo>
                    <a:pt x="11011" y="3576"/>
                    <a:pt x="10964" y="3541"/>
                    <a:pt x="10923" y="3541"/>
                  </a:cubicBezTo>
                  <a:cubicBezTo>
                    <a:pt x="10907" y="3541"/>
                    <a:pt x="10892" y="3546"/>
                    <a:pt x="10881" y="3559"/>
                  </a:cubicBezTo>
                  <a:lnTo>
                    <a:pt x="10744" y="3462"/>
                  </a:lnTo>
                  <a:cubicBezTo>
                    <a:pt x="10719" y="3389"/>
                    <a:pt x="10662" y="3324"/>
                    <a:pt x="10598" y="3284"/>
                  </a:cubicBezTo>
                  <a:cubicBezTo>
                    <a:pt x="10573" y="3289"/>
                    <a:pt x="10555" y="3292"/>
                    <a:pt x="10543" y="3292"/>
                  </a:cubicBezTo>
                  <a:cubicBezTo>
                    <a:pt x="10516" y="3292"/>
                    <a:pt x="10514" y="3275"/>
                    <a:pt x="10508" y="3219"/>
                  </a:cubicBezTo>
                  <a:cubicBezTo>
                    <a:pt x="10525" y="3193"/>
                    <a:pt x="10520" y="3172"/>
                    <a:pt x="10502" y="3172"/>
                  </a:cubicBezTo>
                  <a:cubicBezTo>
                    <a:pt x="10485" y="3172"/>
                    <a:pt x="10458" y="3189"/>
                    <a:pt x="10427" y="3235"/>
                  </a:cubicBezTo>
                  <a:cubicBezTo>
                    <a:pt x="10414" y="3239"/>
                    <a:pt x="10401" y="3241"/>
                    <a:pt x="10389" y="3241"/>
                  </a:cubicBezTo>
                  <a:cubicBezTo>
                    <a:pt x="10331" y="3241"/>
                    <a:pt x="10283" y="3198"/>
                    <a:pt x="10289" y="3138"/>
                  </a:cubicBezTo>
                  <a:cubicBezTo>
                    <a:pt x="10334" y="3071"/>
                    <a:pt x="10325" y="3034"/>
                    <a:pt x="10304" y="3034"/>
                  </a:cubicBezTo>
                  <a:cubicBezTo>
                    <a:pt x="10295" y="3034"/>
                    <a:pt x="10283" y="3042"/>
                    <a:pt x="10273" y="3057"/>
                  </a:cubicBezTo>
                  <a:cubicBezTo>
                    <a:pt x="10262" y="3059"/>
                    <a:pt x="10251" y="3060"/>
                    <a:pt x="10239" y="3060"/>
                  </a:cubicBezTo>
                  <a:cubicBezTo>
                    <a:pt x="10207" y="3060"/>
                    <a:pt x="10173" y="3052"/>
                    <a:pt x="10144" y="3041"/>
                  </a:cubicBezTo>
                  <a:cubicBezTo>
                    <a:pt x="10184" y="2992"/>
                    <a:pt x="9762" y="2692"/>
                    <a:pt x="9333" y="2408"/>
                  </a:cubicBezTo>
                  <a:cubicBezTo>
                    <a:pt x="9315" y="2401"/>
                    <a:pt x="9296" y="2397"/>
                    <a:pt x="9277" y="2397"/>
                  </a:cubicBezTo>
                  <a:cubicBezTo>
                    <a:pt x="9235" y="2397"/>
                    <a:pt x="9193" y="2415"/>
                    <a:pt x="9171" y="2449"/>
                  </a:cubicBezTo>
                  <a:cubicBezTo>
                    <a:pt x="9145" y="2487"/>
                    <a:pt x="9135" y="2503"/>
                    <a:pt x="9130" y="2503"/>
                  </a:cubicBezTo>
                  <a:cubicBezTo>
                    <a:pt x="9124" y="2503"/>
                    <a:pt x="9132" y="2465"/>
                    <a:pt x="9122" y="2416"/>
                  </a:cubicBezTo>
                  <a:cubicBezTo>
                    <a:pt x="9151" y="2311"/>
                    <a:pt x="9129" y="2246"/>
                    <a:pt x="9096" y="2246"/>
                  </a:cubicBezTo>
                  <a:cubicBezTo>
                    <a:pt x="9073" y="2246"/>
                    <a:pt x="9045" y="2278"/>
                    <a:pt x="9025" y="2351"/>
                  </a:cubicBezTo>
                  <a:cubicBezTo>
                    <a:pt x="9017" y="2418"/>
                    <a:pt x="9013" y="2452"/>
                    <a:pt x="9007" y="2452"/>
                  </a:cubicBezTo>
                  <a:cubicBezTo>
                    <a:pt x="9001" y="2452"/>
                    <a:pt x="8993" y="2411"/>
                    <a:pt x="8976" y="2327"/>
                  </a:cubicBezTo>
                  <a:cubicBezTo>
                    <a:pt x="8965" y="2271"/>
                    <a:pt x="8961" y="2254"/>
                    <a:pt x="8934" y="2254"/>
                  </a:cubicBezTo>
                  <a:cubicBezTo>
                    <a:pt x="8921" y="2254"/>
                    <a:pt x="8904" y="2257"/>
                    <a:pt x="8879" y="2262"/>
                  </a:cubicBezTo>
                  <a:cubicBezTo>
                    <a:pt x="8867" y="2279"/>
                    <a:pt x="8854" y="2286"/>
                    <a:pt x="8843" y="2286"/>
                  </a:cubicBezTo>
                  <a:cubicBezTo>
                    <a:pt x="8822" y="2286"/>
                    <a:pt x="8809" y="2261"/>
                    <a:pt x="8830" y="2230"/>
                  </a:cubicBezTo>
                  <a:cubicBezTo>
                    <a:pt x="8817" y="2166"/>
                    <a:pt x="8799" y="2102"/>
                    <a:pt x="8780" y="2102"/>
                  </a:cubicBezTo>
                  <a:cubicBezTo>
                    <a:pt x="8775" y="2102"/>
                    <a:pt x="8770" y="2106"/>
                    <a:pt x="8765" y="2116"/>
                  </a:cubicBezTo>
                  <a:cubicBezTo>
                    <a:pt x="8725" y="2092"/>
                    <a:pt x="8700" y="2051"/>
                    <a:pt x="8692" y="2011"/>
                  </a:cubicBezTo>
                  <a:cubicBezTo>
                    <a:pt x="8683" y="1965"/>
                    <a:pt x="8654" y="1951"/>
                    <a:pt x="8615" y="1951"/>
                  </a:cubicBezTo>
                  <a:cubicBezTo>
                    <a:pt x="8585" y="1951"/>
                    <a:pt x="8549" y="1960"/>
                    <a:pt x="8514" y="1970"/>
                  </a:cubicBezTo>
                  <a:cubicBezTo>
                    <a:pt x="8488" y="1971"/>
                    <a:pt x="8465" y="1972"/>
                    <a:pt x="8444" y="1972"/>
                  </a:cubicBezTo>
                  <a:cubicBezTo>
                    <a:pt x="8294" y="1972"/>
                    <a:pt x="8267" y="1945"/>
                    <a:pt x="8360" y="1881"/>
                  </a:cubicBezTo>
                  <a:cubicBezTo>
                    <a:pt x="8445" y="1826"/>
                    <a:pt x="8307" y="1758"/>
                    <a:pt x="8188" y="1758"/>
                  </a:cubicBezTo>
                  <a:cubicBezTo>
                    <a:pt x="8148" y="1758"/>
                    <a:pt x="8111" y="1766"/>
                    <a:pt x="8084" y="1784"/>
                  </a:cubicBezTo>
                  <a:cubicBezTo>
                    <a:pt x="8022" y="1828"/>
                    <a:pt x="7994" y="1848"/>
                    <a:pt x="7987" y="1848"/>
                  </a:cubicBezTo>
                  <a:cubicBezTo>
                    <a:pt x="7980" y="1848"/>
                    <a:pt x="7988" y="1834"/>
                    <a:pt x="8003" y="1808"/>
                  </a:cubicBezTo>
                  <a:cubicBezTo>
                    <a:pt x="8019" y="1784"/>
                    <a:pt x="8011" y="1743"/>
                    <a:pt x="7979" y="1727"/>
                  </a:cubicBezTo>
                  <a:cubicBezTo>
                    <a:pt x="7930" y="1703"/>
                    <a:pt x="7881" y="1670"/>
                    <a:pt x="7906" y="1622"/>
                  </a:cubicBezTo>
                  <a:cubicBezTo>
                    <a:pt x="7849" y="1597"/>
                    <a:pt x="7784" y="1589"/>
                    <a:pt x="7727" y="1589"/>
                  </a:cubicBezTo>
                  <a:cubicBezTo>
                    <a:pt x="7706" y="1595"/>
                    <a:pt x="7685" y="1598"/>
                    <a:pt x="7664" y="1598"/>
                  </a:cubicBezTo>
                  <a:cubicBezTo>
                    <a:pt x="7542" y="1598"/>
                    <a:pt x="7436" y="1502"/>
                    <a:pt x="7436" y="1370"/>
                  </a:cubicBezTo>
                  <a:lnTo>
                    <a:pt x="7306" y="1378"/>
                  </a:lnTo>
                  <a:cubicBezTo>
                    <a:pt x="7250" y="1422"/>
                    <a:pt x="7203" y="1449"/>
                    <a:pt x="7179" y="1449"/>
                  </a:cubicBezTo>
                  <a:cubicBezTo>
                    <a:pt x="7157" y="1449"/>
                    <a:pt x="7153" y="1428"/>
                    <a:pt x="7176" y="1378"/>
                  </a:cubicBezTo>
                  <a:lnTo>
                    <a:pt x="7200" y="1322"/>
                  </a:lnTo>
                  <a:lnTo>
                    <a:pt x="7200" y="1322"/>
                  </a:lnTo>
                  <a:cubicBezTo>
                    <a:pt x="7180" y="1338"/>
                    <a:pt x="7156" y="1344"/>
                    <a:pt x="7132" y="1344"/>
                  </a:cubicBezTo>
                  <a:cubicBezTo>
                    <a:pt x="7031" y="1344"/>
                    <a:pt x="6918" y="1228"/>
                    <a:pt x="6957" y="1143"/>
                  </a:cubicBezTo>
                  <a:cubicBezTo>
                    <a:pt x="6990" y="1087"/>
                    <a:pt x="6990" y="1087"/>
                    <a:pt x="6933" y="1062"/>
                  </a:cubicBezTo>
                  <a:lnTo>
                    <a:pt x="6909" y="1119"/>
                  </a:lnTo>
                  <a:cubicBezTo>
                    <a:pt x="6889" y="1165"/>
                    <a:pt x="6869" y="1207"/>
                    <a:pt x="6831" y="1207"/>
                  </a:cubicBezTo>
                  <a:cubicBezTo>
                    <a:pt x="6823" y="1207"/>
                    <a:pt x="6813" y="1205"/>
                    <a:pt x="6803" y="1200"/>
                  </a:cubicBezTo>
                  <a:cubicBezTo>
                    <a:pt x="6754" y="1176"/>
                    <a:pt x="6698" y="1160"/>
                    <a:pt x="6722" y="1103"/>
                  </a:cubicBezTo>
                  <a:cubicBezTo>
                    <a:pt x="6697" y="1041"/>
                    <a:pt x="6672" y="978"/>
                    <a:pt x="6651" y="978"/>
                  </a:cubicBezTo>
                  <a:cubicBezTo>
                    <a:pt x="6645" y="978"/>
                    <a:pt x="6639" y="984"/>
                    <a:pt x="6633" y="997"/>
                  </a:cubicBezTo>
                  <a:cubicBezTo>
                    <a:pt x="6592" y="981"/>
                    <a:pt x="6568" y="941"/>
                    <a:pt x="6552" y="900"/>
                  </a:cubicBezTo>
                  <a:lnTo>
                    <a:pt x="6325" y="811"/>
                  </a:lnTo>
                  <a:cubicBezTo>
                    <a:pt x="6308" y="818"/>
                    <a:pt x="6290" y="821"/>
                    <a:pt x="6271" y="821"/>
                  </a:cubicBezTo>
                  <a:cubicBezTo>
                    <a:pt x="6208" y="821"/>
                    <a:pt x="6144" y="784"/>
                    <a:pt x="6163" y="746"/>
                  </a:cubicBezTo>
                  <a:cubicBezTo>
                    <a:pt x="6127" y="733"/>
                    <a:pt x="6091" y="727"/>
                    <a:pt x="6056" y="727"/>
                  </a:cubicBezTo>
                  <a:cubicBezTo>
                    <a:pt x="6026" y="727"/>
                    <a:pt x="5997" y="731"/>
                    <a:pt x="5968" y="738"/>
                  </a:cubicBezTo>
                  <a:cubicBezTo>
                    <a:pt x="5863" y="697"/>
                    <a:pt x="5798" y="681"/>
                    <a:pt x="5822" y="624"/>
                  </a:cubicBezTo>
                  <a:cubicBezTo>
                    <a:pt x="5831" y="592"/>
                    <a:pt x="5835" y="578"/>
                    <a:pt x="5824" y="578"/>
                  </a:cubicBezTo>
                  <a:cubicBezTo>
                    <a:pt x="5815" y="578"/>
                    <a:pt x="5797" y="586"/>
                    <a:pt x="5765" y="600"/>
                  </a:cubicBezTo>
                  <a:cubicBezTo>
                    <a:pt x="5752" y="630"/>
                    <a:pt x="5731" y="640"/>
                    <a:pt x="5704" y="640"/>
                  </a:cubicBezTo>
                  <a:cubicBezTo>
                    <a:pt x="5681" y="640"/>
                    <a:pt x="5654" y="632"/>
                    <a:pt x="5628" y="624"/>
                  </a:cubicBezTo>
                  <a:lnTo>
                    <a:pt x="5514" y="584"/>
                  </a:lnTo>
                  <a:cubicBezTo>
                    <a:pt x="5503" y="621"/>
                    <a:pt x="5500" y="634"/>
                    <a:pt x="5483" y="634"/>
                  </a:cubicBezTo>
                  <a:cubicBezTo>
                    <a:pt x="5474" y="634"/>
                    <a:pt x="5461" y="630"/>
                    <a:pt x="5441" y="624"/>
                  </a:cubicBezTo>
                  <a:cubicBezTo>
                    <a:pt x="5384" y="608"/>
                    <a:pt x="5230" y="495"/>
                    <a:pt x="5173" y="479"/>
                  </a:cubicBezTo>
                  <a:cubicBezTo>
                    <a:pt x="5097" y="461"/>
                    <a:pt x="5054" y="451"/>
                    <a:pt x="5032" y="451"/>
                  </a:cubicBezTo>
                  <a:cubicBezTo>
                    <a:pt x="5004" y="451"/>
                    <a:pt x="5016" y="469"/>
                    <a:pt x="5044" y="511"/>
                  </a:cubicBezTo>
                  <a:cubicBezTo>
                    <a:pt x="5077" y="520"/>
                    <a:pt x="5085" y="544"/>
                    <a:pt x="5065" y="544"/>
                  </a:cubicBezTo>
                  <a:cubicBezTo>
                    <a:pt x="5051" y="544"/>
                    <a:pt x="5023" y="532"/>
                    <a:pt x="4979" y="495"/>
                  </a:cubicBezTo>
                  <a:cubicBezTo>
                    <a:pt x="4857" y="430"/>
                    <a:pt x="4719" y="381"/>
                    <a:pt x="4590" y="333"/>
                  </a:cubicBezTo>
                  <a:cubicBezTo>
                    <a:pt x="4477" y="310"/>
                    <a:pt x="4416" y="298"/>
                    <a:pt x="4383" y="298"/>
                  </a:cubicBezTo>
                  <a:cubicBezTo>
                    <a:pt x="4345" y="298"/>
                    <a:pt x="4343" y="314"/>
                    <a:pt x="4338" y="349"/>
                  </a:cubicBezTo>
                  <a:cubicBezTo>
                    <a:pt x="4354" y="410"/>
                    <a:pt x="4349" y="438"/>
                    <a:pt x="4337" y="438"/>
                  </a:cubicBezTo>
                  <a:cubicBezTo>
                    <a:pt x="4323" y="438"/>
                    <a:pt x="4299" y="401"/>
                    <a:pt x="4282" y="333"/>
                  </a:cubicBezTo>
                  <a:cubicBezTo>
                    <a:pt x="4220" y="246"/>
                    <a:pt x="4172" y="210"/>
                    <a:pt x="4142" y="210"/>
                  </a:cubicBezTo>
                  <a:cubicBezTo>
                    <a:pt x="4125" y="210"/>
                    <a:pt x="4114" y="222"/>
                    <a:pt x="4111" y="243"/>
                  </a:cubicBezTo>
                  <a:cubicBezTo>
                    <a:pt x="4060" y="278"/>
                    <a:pt x="4045" y="288"/>
                    <a:pt x="4020" y="288"/>
                  </a:cubicBezTo>
                  <a:cubicBezTo>
                    <a:pt x="4010" y="288"/>
                    <a:pt x="3998" y="286"/>
                    <a:pt x="3982" y="284"/>
                  </a:cubicBezTo>
                  <a:cubicBezTo>
                    <a:pt x="3986" y="250"/>
                    <a:pt x="3968" y="231"/>
                    <a:pt x="3926" y="231"/>
                  </a:cubicBezTo>
                  <a:cubicBezTo>
                    <a:pt x="3897" y="231"/>
                    <a:pt x="3856" y="240"/>
                    <a:pt x="3803" y="260"/>
                  </a:cubicBezTo>
                  <a:cubicBezTo>
                    <a:pt x="3738" y="251"/>
                    <a:pt x="3738" y="251"/>
                    <a:pt x="3747" y="187"/>
                  </a:cubicBezTo>
                  <a:lnTo>
                    <a:pt x="3625" y="170"/>
                  </a:lnTo>
                  <a:cubicBezTo>
                    <a:pt x="3581" y="206"/>
                    <a:pt x="3512" y="219"/>
                    <a:pt x="3436" y="219"/>
                  </a:cubicBezTo>
                  <a:cubicBezTo>
                    <a:pt x="3288" y="219"/>
                    <a:pt x="3117" y="167"/>
                    <a:pt x="3074" y="130"/>
                  </a:cubicBezTo>
                  <a:cubicBezTo>
                    <a:pt x="3033" y="130"/>
                    <a:pt x="2984" y="146"/>
                    <a:pt x="2952" y="179"/>
                  </a:cubicBezTo>
                  <a:cubicBezTo>
                    <a:pt x="2920" y="239"/>
                    <a:pt x="2889" y="270"/>
                    <a:pt x="2867" y="270"/>
                  </a:cubicBezTo>
                  <a:cubicBezTo>
                    <a:pt x="2845" y="270"/>
                    <a:pt x="2830" y="239"/>
                    <a:pt x="2830" y="179"/>
                  </a:cubicBezTo>
                  <a:cubicBezTo>
                    <a:pt x="2830" y="118"/>
                    <a:pt x="2830" y="87"/>
                    <a:pt x="2822" y="87"/>
                  </a:cubicBezTo>
                  <a:cubicBezTo>
                    <a:pt x="2814" y="87"/>
                    <a:pt x="2798" y="118"/>
                    <a:pt x="2765" y="179"/>
                  </a:cubicBezTo>
                  <a:cubicBezTo>
                    <a:pt x="2741" y="203"/>
                    <a:pt x="2670" y="218"/>
                    <a:pt x="2602" y="218"/>
                  </a:cubicBezTo>
                  <a:cubicBezTo>
                    <a:pt x="2511" y="218"/>
                    <a:pt x="2425" y="191"/>
                    <a:pt x="2457" y="122"/>
                  </a:cubicBezTo>
                  <a:cubicBezTo>
                    <a:pt x="2457" y="57"/>
                    <a:pt x="2457" y="0"/>
                    <a:pt x="24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2"/>
            <p:cNvSpPr/>
            <p:nvPr/>
          </p:nvSpPr>
          <p:spPr>
            <a:xfrm>
              <a:off x="6812832" y="2262086"/>
              <a:ext cx="328857" cy="325203"/>
            </a:xfrm>
            <a:custGeom>
              <a:avLst/>
              <a:gdLst/>
              <a:ahLst/>
              <a:cxnLst/>
              <a:rect l="l" t="t" r="r" b="b"/>
              <a:pathLst>
                <a:path w="19078" h="18866" extrusionOk="0">
                  <a:moveTo>
                    <a:pt x="14756" y="179"/>
                  </a:moveTo>
                  <a:cubicBezTo>
                    <a:pt x="14756" y="236"/>
                    <a:pt x="14756" y="293"/>
                    <a:pt x="14675" y="293"/>
                  </a:cubicBezTo>
                  <a:lnTo>
                    <a:pt x="14594" y="236"/>
                  </a:lnTo>
                  <a:lnTo>
                    <a:pt x="14675" y="179"/>
                  </a:lnTo>
                  <a:close/>
                  <a:moveTo>
                    <a:pt x="13710" y="228"/>
                  </a:moveTo>
                  <a:cubicBezTo>
                    <a:pt x="13791" y="228"/>
                    <a:pt x="13791" y="228"/>
                    <a:pt x="13783" y="285"/>
                  </a:cubicBezTo>
                  <a:cubicBezTo>
                    <a:pt x="13783" y="285"/>
                    <a:pt x="13783" y="341"/>
                    <a:pt x="13702" y="341"/>
                  </a:cubicBezTo>
                  <a:lnTo>
                    <a:pt x="13621" y="285"/>
                  </a:lnTo>
                  <a:cubicBezTo>
                    <a:pt x="13629" y="228"/>
                    <a:pt x="13710" y="228"/>
                    <a:pt x="13710" y="228"/>
                  </a:cubicBezTo>
                  <a:close/>
                  <a:moveTo>
                    <a:pt x="17634" y="471"/>
                  </a:moveTo>
                  <a:cubicBezTo>
                    <a:pt x="17748" y="471"/>
                    <a:pt x="17724" y="528"/>
                    <a:pt x="17724" y="528"/>
                  </a:cubicBezTo>
                  <a:cubicBezTo>
                    <a:pt x="17724" y="528"/>
                    <a:pt x="17699" y="585"/>
                    <a:pt x="17594" y="585"/>
                  </a:cubicBezTo>
                  <a:cubicBezTo>
                    <a:pt x="17594" y="585"/>
                    <a:pt x="17594" y="585"/>
                    <a:pt x="17593" y="585"/>
                  </a:cubicBezTo>
                  <a:cubicBezTo>
                    <a:pt x="17584" y="585"/>
                    <a:pt x="17506" y="525"/>
                    <a:pt x="17521" y="471"/>
                  </a:cubicBezTo>
                  <a:close/>
                  <a:moveTo>
                    <a:pt x="15354" y="534"/>
                  </a:moveTo>
                  <a:cubicBezTo>
                    <a:pt x="15385" y="534"/>
                    <a:pt x="15405" y="548"/>
                    <a:pt x="15405" y="577"/>
                  </a:cubicBezTo>
                  <a:cubicBezTo>
                    <a:pt x="15405" y="633"/>
                    <a:pt x="15405" y="633"/>
                    <a:pt x="15324" y="633"/>
                  </a:cubicBezTo>
                  <a:cubicBezTo>
                    <a:pt x="15162" y="633"/>
                    <a:pt x="15162" y="633"/>
                    <a:pt x="15243" y="577"/>
                  </a:cubicBezTo>
                  <a:cubicBezTo>
                    <a:pt x="15283" y="548"/>
                    <a:pt x="15324" y="534"/>
                    <a:pt x="15354" y="534"/>
                  </a:cubicBezTo>
                  <a:close/>
                  <a:moveTo>
                    <a:pt x="15891" y="577"/>
                  </a:moveTo>
                  <a:cubicBezTo>
                    <a:pt x="15972" y="577"/>
                    <a:pt x="15972" y="577"/>
                    <a:pt x="15972" y="633"/>
                  </a:cubicBezTo>
                  <a:lnTo>
                    <a:pt x="15891" y="633"/>
                  </a:lnTo>
                  <a:lnTo>
                    <a:pt x="15810" y="577"/>
                  </a:lnTo>
                  <a:close/>
                  <a:moveTo>
                    <a:pt x="16702" y="585"/>
                  </a:moveTo>
                  <a:cubicBezTo>
                    <a:pt x="16783" y="585"/>
                    <a:pt x="16783" y="585"/>
                    <a:pt x="16783" y="641"/>
                  </a:cubicBezTo>
                  <a:lnTo>
                    <a:pt x="16702" y="641"/>
                  </a:lnTo>
                  <a:lnTo>
                    <a:pt x="16621" y="585"/>
                  </a:lnTo>
                  <a:close/>
                  <a:moveTo>
                    <a:pt x="6981" y="536"/>
                  </a:moveTo>
                  <a:cubicBezTo>
                    <a:pt x="6981" y="593"/>
                    <a:pt x="6981" y="649"/>
                    <a:pt x="6900" y="649"/>
                  </a:cubicBezTo>
                  <a:lnTo>
                    <a:pt x="6819" y="649"/>
                  </a:lnTo>
                  <a:cubicBezTo>
                    <a:pt x="6819" y="593"/>
                    <a:pt x="6900" y="536"/>
                    <a:pt x="6900" y="536"/>
                  </a:cubicBezTo>
                  <a:close/>
                  <a:moveTo>
                    <a:pt x="3584" y="568"/>
                  </a:moveTo>
                  <a:cubicBezTo>
                    <a:pt x="3746" y="577"/>
                    <a:pt x="3746" y="577"/>
                    <a:pt x="3738" y="633"/>
                  </a:cubicBezTo>
                  <a:cubicBezTo>
                    <a:pt x="3738" y="677"/>
                    <a:pt x="3640" y="682"/>
                    <a:pt x="3558" y="682"/>
                  </a:cubicBezTo>
                  <a:cubicBezTo>
                    <a:pt x="3535" y="682"/>
                    <a:pt x="3513" y="682"/>
                    <a:pt x="3495" y="682"/>
                  </a:cubicBezTo>
                  <a:cubicBezTo>
                    <a:pt x="3413" y="625"/>
                    <a:pt x="3503" y="568"/>
                    <a:pt x="3584" y="568"/>
                  </a:cubicBezTo>
                  <a:close/>
                  <a:moveTo>
                    <a:pt x="16513" y="665"/>
                  </a:moveTo>
                  <a:cubicBezTo>
                    <a:pt x="16504" y="665"/>
                    <a:pt x="16486" y="671"/>
                    <a:pt x="16459" y="690"/>
                  </a:cubicBezTo>
                  <a:cubicBezTo>
                    <a:pt x="16513" y="690"/>
                    <a:pt x="16531" y="665"/>
                    <a:pt x="16513" y="665"/>
                  </a:cubicBezTo>
                  <a:close/>
                  <a:moveTo>
                    <a:pt x="15650" y="833"/>
                  </a:moveTo>
                  <a:cubicBezTo>
                    <a:pt x="15649" y="841"/>
                    <a:pt x="15648" y="850"/>
                    <a:pt x="15648" y="860"/>
                  </a:cubicBezTo>
                  <a:cubicBezTo>
                    <a:pt x="15652" y="863"/>
                    <a:pt x="15656" y="866"/>
                    <a:pt x="15660" y="869"/>
                  </a:cubicBezTo>
                  <a:lnTo>
                    <a:pt x="15660" y="869"/>
                  </a:lnTo>
                  <a:cubicBezTo>
                    <a:pt x="15656" y="859"/>
                    <a:pt x="15652" y="847"/>
                    <a:pt x="15650" y="833"/>
                  </a:cubicBezTo>
                  <a:close/>
                  <a:moveTo>
                    <a:pt x="15660" y="869"/>
                  </a:moveTo>
                  <a:lnTo>
                    <a:pt x="15660" y="869"/>
                  </a:lnTo>
                  <a:cubicBezTo>
                    <a:pt x="15668" y="889"/>
                    <a:pt x="15679" y="898"/>
                    <a:pt x="15683" y="898"/>
                  </a:cubicBezTo>
                  <a:cubicBezTo>
                    <a:pt x="15687" y="898"/>
                    <a:pt x="15683" y="887"/>
                    <a:pt x="15660" y="869"/>
                  </a:cubicBezTo>
                  <a:close/>
                  <a:moveTo>
                    <a:pt x="18526" y="3325"/>
                  </a:moveTo>
                  <a:cubicBezTo>
                    <a:pt x="18583" y="3406"/>
                    <a:pt x="18640" y="3487"/>
                    <a:pt x="18583" y="3487"/>
                  </a:cubicBezTo>
                  <a:cubicBezTo>
                    <a:pt x="18583" y="3487"/>
                    <a:pt x="18526" y="3487"/>
                    <a:pt x="18470" y="3406"/>
                  </a:cubicBezTo>
                  <a:cubicBezTo>
                    <a:pt x="18470" y="3406"/>
                    <a:pt x="18413" y="3325"/>
                    <a:pt x="18470" y="3325"/>
                  </a:cubicBezTo>
                  <a:close/>
                  <a:moveTo>
                    <a:pt x="689" y="3884"/>
                  </a:moveTo>
                  <a:cubicBezTo>
                    <a:pt x="746" y="3884"/>
                    <a:pt x="803" y="3884"/>
                    <a:pt x="803" y="3966"/>
                  </a:cubicBezTo>
                  <a:lnTo>
                    <a:pt x="746" y="4047"/>
                  </a:lnTo>
                  <a:lnTo>
                    <a:pt x="689" y="3966"/>
                  </a:lnTo>
                  <a:lnTo>
                    <a:pt x="689" y="3884"/>
                  </a:lnTo>
                  <a:close/>
                  <a:moveTo>
                    <a:pt x="341" y="4930"/>
                  </a:moveTo>
                  <a:cubicBezTo>
                    <a:pt x="397" y="4930"/>
                    <a:pt x="454" y="4930"/>
                    <a:pt x="454" y="5011"/>
                  </a:cubicBezTo>
                  <a:lnTo>
                    <a:pt x="454" y="5093"/>
                  </a:lnTo>
                  <a:cubicBezTo>
                    <a:pt x="397" y="5093"/>
                    <a:pt x="341" y="5011"/>
                    <a:pt x="341" y="5011"/>
                  </a:cubicBezTo>
                  <a:lnTo>
                    <a:pt x="341" y="4930"/>
                  </a:lnTo>
                  <a:close/>
                  <a:moveTo>
                    <a:pt x="18670" y="6028"/>
                  </a:moveTo>
                  <a:cubicBezTo>
                    <a:pt x="18708" y="6028"/>
                    <a:pt x="18761" y="6068"/>
                    <a:pt x="18794" y="6163"/>
                  </a:cubicBezTo>
                  <a:cubicBezTo>
                    <a:pt x="18794" y="6244"/>
                    <a:pt x="18794" y="6244"/>
                    <a:pt x="18737" y="6244"/>
                  </a:cubicBezTo>
                  <a:cubicBezTo>
                    <a:pt x="18680" y="6244"/>
                    <a:pt x="18624" y="6163"/>
                    <a:pt x="18624" y="6082"/>
                  </a:cubicBezTo>
                  <a:cubicBezTo>
                    <a:pt x="18624" y="6048"/>
                    <a:pt x="18643" y="6028"/>
                    <a:pt x="18670" y="6028"/>
                  </a:cubicBezTo>
                  <a:close/>
                  <a:moveTo>
                    <a:pt x="787" y="6317"/>
                  </a:moveTo>
                  <a:cubicBezTo>
                    <a:pt x="843" y="6317"/>
                    <a:pt x="900" y="6398"/>
                    <a:pt x="900" y="6398"/>
                  </a:cubicBezTo>
                  <a:cubicBezTo>
                    <a:pt x="900" y="6425"/>
                    <a:pt x="887" y="6434"/>
                    <a:pt x="868" y="6434"/>
                  </a:cubicBezTo>
                  <a:cubicBezTo>
                    <a:pt x="831" y="6434"/>
                    <a:pt x="768" y="6398"/>
                    <a:pt x="730" y="6398"/>
                  </a:cubicBezTo>
                  <a:cubicBezTo>
                    <a:pt x="730" y="6317"/>
                    <a:pt x="730" y="6317"/>
                    <a:pt x="787" y="6317"/>
                  </a:cubicBezTo>
                  <a:close/>
                  <a:moveTo>
                    <a:pt x="778" y="8255"/>
                  </a:moveTo>
                  <a:cubicBezTo>
                    <a:pt x="835" y="8255"/>
                    <a:pt x="892" y="8263"/>
                    <a:pt x="892" y="8344"/>
                  </a:cubicBezTo>
                  <a:lnTo>
                    <a:pt x="835" y="8417"/>
                  </a:lnTo>
                  <a:lnTo>
                    <a:pt x="778" y="8336"/>
                  </a:lnTo>
                  <a:lnTo>
                    <a:pt x="778" y="8255"/>
                  </a:lnTo>
                  <a:close/>
                  <a:moveTo>
                    <a:pt x="632" y="13516"/>
                  </a:moveTo>
                  <a:cubicBezTo>
                    <a:pt x="689" y="13516"/>
                    <a:pt x="746" y="13525"/>
                    <a:pt x="746" y="13606"/>
                  </a:cubicBezTo>
                  <a:lnTo>
                    <a:pt x="689" y="13679"/>
                  </a:lnTo>
                  <a:lnTo>
                    <a:pt x="632" y="13598"/>
                  </a:lnTo>
                  <a:lnTo>
                    <a:pt x="632" y="13516"/>
                  </a:lnTo>
                  <a:close/>
                  <a:moveTo>
                    <a:pt x="689" y="14084"/>
                  </a:moveTo>
                  <a:cubicBezTo>
                    <a:pt x="746" y="14084"/>
                    <a:pt x="746" y="14084"/>
                    <a:pt x="746" y="14165"/>
                  </a:cubicBezTo>
                  <a:cubicBezTo>
                    <a:pt x="746" y="14165"/>
                    <a:pt x="689" y="14246"/>
                    <a:pt x="632" y="14246"/>
                  </a:cubicBezTo>
                  <a:cubicBezTo>
                    <a:pt x="576" y="14246"/>
                    <a:pt x="576" y="14165"/>
                    <a:pt x="689" y="14084"/>
                  </a:cubicBezTo>
                  <a:close/>
                  <a:moveTo>
                    <a:pt x="795" y="15462"/>
                  </a:moveTo>
                  <a:cubicBezTo>
                    <a:pt x="851" y="15462"/>
                    <a:pt x="795" y="15543"/>
                    <a:pt x="795" y="15624"/>
                  </a:cubicBezTo>
                  <a:cubicBezTo>
                    <a:pt x="771" y="15658"/>
                    <a:pt x="757" y="15678"/>
                    <a:pt x="749" y="15678"/>
                  </a:cubicBezTo>
                  <a:cubicBezTo>
                    <a:pt x="738" y="15678"/>
                    <a:pt x="738" y="15638"/>
                    <a:pt x="738" y="15543"/>
                  </a:cubicBezTo>
                  <a:cubicBezTo>
                    <a:pt x="738" y="15462"/>
                    <a:pt x="795" y="15462"/>
                    <a:pt x="795" y="15462"/>
                  </a:cubicBezTo>
                  <a:close/>
                  <a:moveTo>
                    <a:pt x="1930" y="15965"/>
                  </a:moveTo>
                  <a:cubicBezTo>
                    <a:pt x="1873" y="15965"/>
                    <a:pt x="1873" y="15965"/>
                    <a:pt x="1873" y="16046"/>
                  </a:cubicBezTo>
                  <a:cubicBezTo>
                    <a:pt x="1873" y="16046"/>
                    <a:pt x="1930" y="16127"/>
                    <a:pt x="1986" y="16127"/>
                  </a:cubicBezTo>
                  <a:cubicBezTo>
                    <a:pt x="2043" y="16127"/>
                    <a:pt x="2043" y="16046"/>
                    <a:pt x="1930" y="15965"/>
                  </a:cubicBezTo>
                  <a:close/>
                  <a:moveTo>
                    <a:pt x="57" y="16022"/>
                  </a:moveTo>
                  <a:cubicBezTo>
                    <a:pt x="0" y="16022"/>
                    <a:pt x="0" y="16022"/>
                    <a:pt x="0" y="16103"/>
                  </a:cubicBezTo>
                  <a:cubicBezTo>
                    <a:pt x="0" y="16198"/>
                    <a:pt x="0" y="16237"/>
                    <a:pt x="11" y="16237"/>
                  </a:cubicBezTo>
                  <a:cubicBezTo>
                    <a:pt x="20" y="16237"/>
                    <a:pt x="33" y="16217"/>
                    <a:pt x="57" y="16184"/>
                  </a:cubicBezTo>
                  <a:lnTo>
                    <a:pt x="57" y="16022"/>
                  </a:lnTo>
                  <a:close/>
                  <a:moveTo>
                    <a:pt x="787" y="16922"/>
                  </a:moveTo>
                  <a:cubicBezTo>
                    <a:pt x="787" y="16922"/>
                    <a:pt x="843" y="16922"/>
                    <a:pt x="843" y="17003"/>
                  </a:cubicBezTo>
                  <a:cubicBezTo>
                    <a:pt x="835" y="17068"/>
                    <a:pt x="819" y="17132"/>
                    <a:pt x="787" y="17189"/>
                  </a:cubicBezTo>
                  <a:cubicBezTo>
                    <a:pt x="784" y="17190"/>
                    <a:pt x="782" y="17190"/>
                    <a:pt x="780" y="17190"/>
                  </a:cubicBezTo>
                  <a:cubicBezTo>
                    <a:pt x="730" y="17190"/>
                    <a:pt x="730" y="17092"/>
                    <a:pt x="730" y="17092"/>
                  </a:cubicBezTo>
                  <a:cubicBezTo>
                    <a:pt x="730" y="16995"/>
                    <a:pt x="730" y="16922"/>
                    <a:pt x="787" y="16922"/>
                  </a:cubicBezTo>
                  <a:close/>
                  <a:moveTo>
                    <a:pt x="18680" y="17416"/>
                  </a:moveTo>
                  <a:cubicBezTo>
                    <a:pt x="18737" y="17416"/>
                    <a:pt x="18794" y="17416"/>
                    <a:pt x="18794" y="17497"/>
                  </a:cubicBezTo>
                  <a:cubicBezTo>
                    <a:pt x="18851" y="17578"/>
                    <a:pt x="18851" y="17619"/>
                    <a:pt x="18822" y="17619"/>
                  </a:cubicBezTo>
                  <a:cubicBezTo>
                    <a:pt x="18794" y="17619"/>
                    <a:pt x="18737" y="17578"/>
                    <a:pt x="18680" y="17497"/>
                  </a:cubicBezTo>
                  <a:cubicBezTo>
                    <a:pt x="18567" y="17416"/>
                    <a:pt x="18567" y="17416"/>
                    <a:pt x="18680" y="17416"/>
                  </a:cubicBezTo>
                  <a:close/>
                  <a:moveTo>
                    <a:pt x="16880" y="17522"/>
                  </a:moveTo>
                  <a:cubicBezTo>
                    <a:pt x="16799" y="17522"/>
                    <a:pt x="16799" y="17578"/>
                    <a:pt x="16799" y="17635"/>
                  </a:cubicBezTo>
                  <a:lnTo>
                    <a:pt x="16880" y="17635"/>
                  </a:lnTo>
                  <a:cubicBezTo>
                    <a:pt x="16880" y="17635"/>
                    <a:pt x="16961" y="17578"/>
                    <a:pt x="16961" y="17522"/>
                  </a:cubicBezTo>
                  <a:close/>
                  <a:moveTo>
                    <a:pt x="453" y="17724"/>
                  </a:moveTo>
                  <a:cubicBezTo>
                    <a:pt x="449" y="17724"/>
                    <a:pt x="446" y="17724"/>
                    <a:pt x="446" y="17724"/>
                  </a:cubicBezTo>
                  <a:cubicBezTo>
                    <a:pt x="446" y="17724"/>
                    <a:pt x="389" y="17749"/>
                    <a:pt x="389" y="17878"/>
                  </a:cubicBezTo>
                  <a:lnTo>
                    <a:pt x="389" y="18008"/>
                  </a:lnTo>
                  <a:cubicBezTo>
                    <a:pt x="446" y="17976"/>
                    <a:pt x="503" y="17822"/>
                    <a:pt x="503" y="17822"/>
                  </a:cubicBezTo>
                  <a:cubicBezTo>
                    <a:pt x="503" y="17733"/>
                    <a:pt x="468" y="17724"/>
                    <a:pt x="453" y="17724"/>
                  </a:cubicBezTo>
                  <a:close/>
                  <a:moveTo>
                    <a:pt x="2838" y="18105"/>
                  </a:moveTo>
                  <a:cubicBezTo>
                    <a:pt x="2853" y="18105"/>
                    <a:pt x="2862" y="18111"/>
                    <a:pt x="2862" y="18130"/>
                  </a:cubicBezTo>
                  <a:cubicBezTo>
                    <a:pt x="2943" y="18130"/>
                    <a:pt x="2781" y="18187"/>
                    <a:pt x="2700" y="18187"/>
                  </a:cubicBezTo>
                  <a:lnTo>
                    <a:pt x="2700" y="18130"/>
                  </a:lnTo>
                  <a:cubicBezTo>
                    <a:pt x="2754" y="18130"/>
                    <a:pt x="2808" y="18105"/>
                    <a:pt x="2838" y="18105"/>
                  </a:cubicBezTo>
                  <a:close/>
                  <a:moveTo>
                    <a:pt x="10556" y="18057"/>
                  </a:moveTo>
                  <a:cubicBezTo>
                    <a:pt x="10500" y="18065"/>
                    <a:pt x="10443" y="18081"/>
                    <a:pt x="10394" y="18114"/>
                  </a:cubicBezTo>
                  <a:cubicBezTo>
                    <a:pt x="10394" y="18170"/>
                    <a:pt x="10475" y="18170"/>
                    <a:pt x="10556" y="18170"/>
                  </a:cubicBezTo>
                  <a:cubicBezTo>
                    <a:pt x="10604" y="18187"/>
                    <a:pt x="10644" y="18194"/>
                    <a:pt x="10678" y="18194"/>
                  </a:cubicBezTo>
                  <a:cubicBezTo>
                    <a:pt x="10759" y="18194"/>
                    <a:pt x="10800" y="18154"/>
                    <a:pt x="10800" y="18114"/>
                  </a:cubicBezTo>
                  <a:cubicBezTo>
                    <a:pt x="10800" y="18057"/>
                    <a:pt x="10719" y="18057"/>
                    <a:pt x="10556" y="18057"/>
                  </a:cubicBezTo>
                  <a:close/>
                  <a:moveTo>
                    <a:pt x="11286" y="18178"/>
                  </a:moveTo>
                  <a:cubicBezTo>
                    <a:pt x="11286" y="18231"/>
                    <a:pt x="11144" y="18285"/>
                    <a:pt x="11059" y="18285"/>
                  </a:cubicBezTo>
                  <a:cubicBezTo>
                    <a:pt x="11054" y="18285"/>
                    <a:pt x="11048" y="18284"/>
                    <a:pt x="11043" y="18284"/>
                  </a:cubicBezTo>
                  <a:cubicBezTo>
                    <a:pt x="10962" y="18284"/>
                    <a:pt x="10962" y="18227"/>
                    <a:pt x="11124" y="18178"/>
                  </a:cubicBezTo>
                  <a:close/>
                  <a:moveTo>
                    <a:pt x="4484" y="18251"/>
                  </a:moveTo>
                  <a:cubicBezTo>
                    <a:pt x="4484" y="18308"/>
                    <a:pt x="4403" y="18365"/>
                    <a:pt x="4403" y="18365"/>
                  </a:cubicBezTo>
                  <a:lnTo>
                    <a:pt x="4321" y="18365"/>
                  </a:lnTo>
                  <a:cubicBezTo>
                    <a:pt x="4321" y="18308"/>
                    <a:pt x="4321" y="18251"/>
                    <a:pt x="4403" y="18251"/>
                  </a:cubicBezTo>
                  <a:close/>
                  <a:moveTo>
                    <a:pt x="7078" y="18211"/>
                  </a:moveTo>
                  <a:lnTo>
                    <a:pt x="6916" y="18324"/>
                  </a:lnTo>
                  <a:cubicBezTo>
                    <a:pt x="6822" y="18418"/>
                    <a:pt x="6780" y="18460"/>
                    <a:pt x="6763" y="18460"/>
                  </a:cubicBezTo>
                  <a:cubicBezTo>
                    <a:pt x="6748" y="18460"/>
                    <a:pt x="6750" y="18432"/>
                    <a:pt x="6754" y="18381"/>
                  </a:cubicBezTo>
                  <a:cubicBezTo>
                    <a:pt x="6754" y="18324"/>
                    <a:pt x="6754" y="18268"/>
                    <a:pt x="6916" y="18211"/>
                  </a:cubicBezTo>
                  <a:close/>
                  <a:moveTo>
                    <a:pt x="15656" y="18251"/>
                  </a:moveTo>
                  <a:cubicBezTo>
                    <a:pt x="15737" y="18259"/>
                    <a:pt x="15818" y="18316"/>
                    <a:pt x="15818" y="18373"/>
                  </a:cubicBezTo>
                  <a:cubicBezTo>
                    <a:pt x="15899" y="18486"/>
                    <a:pt x="15899" y="18486"/>
                    <a:pt x="15737" y="18486"/>
                  </a:cubicBezTo>
                  <a:cubicBezTo>
                    <a:pt x="15656" y="18486"/>
                    <a:pt x="15575" y="18478"/>
                    <a:pt x="15575" y="18422"/>
                  </a:cubicBezTo>
                  <a:lnTo>
                    <a:pt x="15656" y="18422"/>
                  </a:lnTo>
                  <a:cubicBezTo>
                    <a:pt x="15656" y="18438"/>
                    <a:pt x="15663" y="18445"/>
                    <a:pt x="15671" y="18445"/>
                  </a:cubicBezTo>
                  <a:cubicBezTo>
                    <a:pt x="15690" y="18445"/>
                    <a:pt x="15713" y="18405"/>
                    <a:pt x="15656" y="18365"/>
                  </a:cubicBezTo>
                  <a:lnTo>
                    <a:pt x="15656" y="18251"/>
                  </a:lnTo>
                  <a:close/>
                  <a:moveTo>
                    <a:pt x="16710" y="18373"/>
                  </a:moveTo>
                  <a:lnTo>
                    <a:pt x="16791" y="18430"/>
                  </a:lnTo>
                  <a:cubicBezTo>
                    <a:pt x="16791" y="18486"/>
                    <a:pt x="16710" y="18486"/>
                    <a:pt x="16629" y="18486"/>
                  </a:cubicBezTo>
                  <a:cubicBezTo>
                    <a:pt x="16548" y="18486"/>
                    <a:pt x="16548" y="18486"/>
                    <a:pt x="16548" y="18430"/>
                  </a:cubicBezTo>
                  <a:cubicBezTo>
                    <a:pt x="16597" y="18397"/>
                    <a:pt x="16653" y="18381"/>
                    <a:pt x="16710" y="18373"/>
                  </a:cubicBezTo>
                  <a:close/>
                  <a:moveTo>
                    <a:pt x="1159" y="18462"/>
                  </a:moveTo>
                  <a:lnTo>
                    <a:pt x="1241" y="18519"/>
                  </a:lnTo>
                  <a:lnTo>
                    <a:pt x="1127" y="18519"/>
                  </a:lnTo>
                  <a:cubicBezTo>
                    <a:pt x="1005" y="18519"/>
                    <a:pt x="1005" y="18519"/>
                    <a:pt x="1046" y="18462"/>
                  </a:cubicBezTo>
                  <a:close/>
                  <a:moveTo>
                    <a:pt x="2213" y="18414"/>
                  </a:moveTo>
                  <a:cubicBezTo>
                    <a:pt x="2213" y="18470"/>
                    <a:pt x="2213" y="18527"/>
                    <a:pt x="2132" y="18527"/>
                  </a:cubicBezTo>
                  <a:cubicBezTo>
                    <a:pt x="2111" y="18542"/>
                    <a:pt x="2089" y="18549"/>
                    <a:pt x="2070" y="18549"/>
                  </a:cubicBezTo>
                  <a:cubicBezTo>
                    <a:pt x="2020" y="18549"/>
                    <a:pt x="1992" y="18497"/>
                    <a:pt x="2051" y="18414"/>
                  </a:cubicBezTo>
                  <a:close/>
                  <a:moveTo>
                    <a:pt x="7232" y="18438"/>
                  </a:moveTo>
                  <a:lnTo>
                    <a:pt x="7313" y="18495"/>
                  </a:lnTo>
                  <a:cubicBezTo>
                    <a:pt x="7313" y="18551"/>
                    <a:pt x="7232" y="18551"/>
                    <a:pt x="7151" y="18551"/>
                  </a:cubicBezTo>
                  <a:lnTo>
                    <a:pt x="7151" y="18495"/>
                  </a:lnTo>
                  <a:lnTo>
                    <a:pt x="7232" y="18438"/>
                  </a:lnTo>
                  <a:close/>
                  <a:moveTo>
                    <a:pt x="5132" y="18430"/>
                  </a:moveTo>
                  <a:cubicBezTo>
                    <a:pt x="5213" y="18430"/>
                    <a:pt x="5124" y="18486"/>
                    <a:pt x="5043" y="18600"/>
                  </a:cubicBezTo>
                  <a:cubicBezTo>
                    <a:pt x="4976" y="18624"/>
                    <a:pt x="4937" y="18637"/>
                    <a:pt x="4920" y="18637"/>
                  </a:cubicBezTo>
                  <a:cubicBezTo>
                    <a:pt x="4896" y="18637"/>
                    <a:pt x="4918" y="18610"/>
                    <a:pt x="4970" y="18543"/>
                  </a:cubicBezTo>
                  <a:lnTo>
                    <a:pt x="5132" y="18430"/>
                  </a:lnTo>
                  <a:close/>
                  <a:moveTo>
                    <a:pt x="15413" y="18705"/>
                  </a:moveTo>
                  <a:cubicBezTo>
                    <a:pt x="15413" y="18762"/>
                    <a:pt x="15413" y="18762"/>
                    <a:pt x="15494" y="18762"/>
                  </a:cubicBezTo>
                  <a:lnTo>
                    <a:pt x="15575" y="18762"/>
                  </a:lnTo>
                  <a:lnTo>
                    <a:pt x="15494" y="18705"/>
                  </a:lnTo>
                  <a:close/>
                  <a:moveTo>
                    <a:pt x="3348" y="18682"/>
                  </a:moveTo>
                  <a:cubicBezTo>
                    <a:pt x="3348" y="18682"/>
                    <a:pt x="3346" y="18722"/>
                    <a:pt x="3340" y="18762"/>
                  </a:cubicBezTo>
                  <a:lnTo>
                    <a:pt x="3340" y="18819"/>
                  </a:lnTo>
                  <a:lnTo>
                    <a:pt x="3349" y="18705"/>
                  </a:lnTo>
                  <a:cubicBezTo>
                    <a:pt x="3349" y="18689"/>
                    <a:pt x="3349" y="18682"/>
                    <a:pt x="3348" y="18682"/>
                  </a:cubicBezTo>
                  <a:close/>
                  <a:moveTo>
                    <a:pt x="3430" y="1"/>
                  </a:moveTo>
                  <a:cubicBezTo>
                    <a:pt x="3381" y="33"/>
                    <a:pt x="3324" y="58"/>
                    <a:pt x="3267" y="58"/>
                  </a:cubicBezTo>
                  <a:cubicBezTo>
                    <a:pt x="3267" y="114"/>
                    <a:pt x="3186" y="114"/>
                    <a:pt x="2943" y="114"/>
                  </a:cubicBezTo>
                  <a:cubicBezTo>
                    <a:pt x="2781" y="114"/>
                    <a:pt x="2457" y="171"/>
                    <a:pt x="2295" y="171"/>
                  </a:cubicBezTo>
                  <a:cubicBezTo>
                    <a:pt x="2213" y="171"/>
                    <a:pt x="2116" y="163"/>
                    <a:pt x="2019" y="155"/>
                  </a:cubicBezTo>
                  <a:cubicBezTo>
                    <a:pt x="1889" y="155"/>
                    <a:pt x="1768" y="139"/>
                    <a:pt x="1646" y="106"/>
                  </a:cubicBezTo>
                  <a:cubicBezTo>
                    <a:pt x="1468" y="106"/>
                    <a:pt x="1281" y="122"/>
                    <a:pt x="1103" y="163"/>
                  </a:cubicBezTo>
                  <a:cubicBezTo>
                    <a:pt x="1050" y="191"/>
                    <a:pt x="959" y="206"/>
                    <a:pt x="876" y="206"/>
                  </a:cubicBezTo>
                  <a:cubicBezTo>
                    <a:pt x="793" y="206"/>
                    <a:pt x="718" y="191"/>
                    <a:pt x="697" y="163"/>
                  </a:cubicBezTo>
                  <a:lnTo>
                    <a:pt x="559" y="163"/>
                  </a:lnTo>
                  <a:lnTo>
                    <a:pt x="357" y="204"/>
                  </a:lnTo>
                  <a:cubicBezTo>
                    <a:pt x="365" y="333"/>
                    <a:pt x="365" y="382"/>
                    <a:pt x="365" y="382"/>
                  </a:cubicBezTo>
                  <a:cubicBezTo>
                    <a:pt x="353" y="371"/>
                    <a:pt x="342" y="365"/>
                    <a:pt x="332" y="365"/>
                  </a:cubicBezTo>
                  <a:cubicBezTo>
                    <a:pt x="290" y="365"/>
                    <a:pt x="263" y="452"/>
                    <a:pt x="308" y="601"/>
                  </a:cubicBezTo>
                  <a:cubicBezTo>
                    <a:pt x="365" y="641"/>
                    <a:pt x="365" y="779"/>
                    <a:pt x="365" y="1039"/>
                  </a:cubicBezTo>
                  <a:cubicBezTo>
                    <a:pt x="349" y="1104"/>
                    <a:pt x="341" y="1420"/>
                    <a:pt x="332" y="1882"/>
                  </a:cubicBezTo>
                  <a:cubicBezTo>
                    <a:pt x="324" y="2158"/>
                    <a:pt x="316" y="2506"/>
                    <a:pt x="316" y="2847"/>
                  </a:cubicBezTo>
                  <a:cubicBezTo>
                    <a:pt x="308" y="3536"/>
                    <a:pt x="324" y="4201"/>
                    <a:pt x="349" y="4201"/>
                  </a:cubicBezTo>
                  <a:lnTo>
                    <a:pt x="349" y="4444"/>
                  </a:lnTo>
                  <a:cubicBezTo>
                    <a:pt x="349" y="4525"/>
                    <a:pt x="349" y="4687"/>
                    <a:pt x="349" y="4687"/>
                  </a:cubicBezTo>
                  <a:cubicBezTo>
                    <a:pt x="235" y="4687"/>
                    <a:pt x="284" y="5093"/>
                    <a:pt x="341" y="5336"/>
                  </a:cubicBezTo>
                  <a:cubicBezTo>
                    <a:pt x="389" y="5409"/>
                    <a:pt x="405" y="5498"/>
                    <a:pt x="397" y="5579"/>
                  </a:cubicBezTo>
                  <a:cubicBezTo>
                    <a:pt x="284" y="5579"/>
                    <a:pt x="284" y="5822"/>
                    <a:pt x="341" y="5984"/>
                  </a:cubicBezTo>
                  <a:cubicBezTo>
                    <a:pt x="454" y="6065"/>
                    <a:pt x="454" y="6147"/>
                    <a:pt x="341" y="6147"/>
                  </a:cubicBezTo>
                  <a:cubicBezTo>
                    <a:pt x="227" y="6147"/>
                    <a:pt x="227" y="6309"/>
                    <a:pt x="397" y="6471"/>
                  </a:cubicBezTo>
                  <a:cubicBezTo>
                    <a:pt x="446" y="6552"/>
                    <a:pt x="446" y="6552"/>
                    <a:pt x="389" y="6633"/>
                  </a:cubicBezTo>
                  <a:cubicBezTo>
                    <a:pt x="276" y="6714"/>
                    <a:pt x="276" y="6795"/>
                    <a:pt x="332" y="6795"/>
                  </a:cubicBezTo>
                  <a:cubicBezTo>
                    <a:pt x="446" y="6876"/>
                    <a:pt x="446" y="6957"/>
                    <a:pt x="332" y="7038"/>
                  </a:cubicBezTo>
                  <a:cubicBezTo>
                    <a:pt x="219" y="7201"/>
                    <a:pt x="219" y="7201"/>
                    <a:pt x="332" y="7282"/>
                  </a:cubicBezTo>
                  <a:cubicBezTo>
                    <a:pt x="446" y="7363"/>
                    <a:pt x="446" y="7687"/>
                    <a:pt x="332" y="7768"/>
                  </a:cubicBezTo>
                  <a:cubicBezTo>
                    <a:pt x="332" y="7849"/>
                    <a:pt x="276" y="7930"/>
                    <a:pt x="332" y="7930"/>
                  </a:cubicBezTo>
                  <a:lnTo>
                    <a:pt x="276" y="8011"/>
                  </a:lnTo>
                  <a:lnTo>
                    <a:pt x="268" y="8173"/>
                  </a:lnTo>
                  <a:lnTo>
                    <a:pt x="324" y="8173"/>
                  </a:lnTo>
                  <a:cubicBezTo>
                    <a:pt x="324" y="8255"/>
                    <a:pt x="268" y="8741"/>
                    <a:pt x="268" y="9309"/>
                  </a:cubicBezTo>
                  <a:cubicBezTo>
                    <a:pt x="261" y="10076"/>
                    <a:pt x="260" y="10297"/>
                    <a:pt x="296" y="10297"/>
                  </a:cubicBezTo>
                  <a:cubicBezTo>
                    <a:pt x="302" y="10297"/>
                    <a:pt x="308" y="10292"/>
                    <a:pt x="316" y="10281"/>
                  </a:cubicBezTo>
                  <a:cubicBezTo>
                    <a:pt x="338" y="10266"/>
                    <a:pt x="355" y="10259"/>
                    <a:pt x="369" y="10259"/>
                  </a:cubicBezTo>
                  <a:cubicBezTo>
                    <a:pt x="426" y="10259"/>
                    <a:pt x="408" y="10378"/>
                    <a:pt x="316" y="10444"/>
                  </a:cubicBezTo>
                  <a:cubicBezTo>
                    <a:pt x="316" y="10525"/>
                    <a:pt x="260" y="10679"/>
                    <a:pt x="260" y="10841"/>
                  </a:cubicBezTo>
                  <a:cubicBezTo>
                    <a:pt x="260" y="11003"/>
                    <a:pt x="260" y="11165"/>
                    <a:pt x="203" y="11165"/>
                  </a:cubicBezTo>
                  <a:lnTo>
                    <a:pt x="203" y="11246"/>
                  </a:lnTo>
                  <a:cubicBezTo>
                    <a:pt x="308" y="11408"/>
                    <a:pt x="308" y="11895"/>
                    <a:pt x="251" y="12138"/>
                  </a:cubicBezTo>
                  <a:cubicBezTo>
                    <a:pt x="243" y="12276"/>
                    <a:pt x="260" y="12414"/>
                    <a:pt x="308" y="12544"/>
                  </a:cubicBezTo>
                  <a:cubicBezTo>
                    <a:pt x="365" y="12706"/>
                    <a:pt x="365" y="12706"/>
                    <a:pt x="308" y="12787"/>
                  </a:cubicBezTo>
                  <a:cubicBezTo>
                    <a:pt x="251" y="12787"/>
                    <a:pt x="187" y="13273"/>
                    <a:pt x="300" y="13273"/>
                  </a:cubicBezTo>
                  <a:lnTo>
                    <a:pt x="243" y="13354"/>
                  </a:lnTo>
                  <a:cubicBezTo>
                    <a:pt x="195" y="13411"/>
                    <a:pt x="227" y="13508"/>
                    <a:pt x="300" y="13516"/>
                  </a:cubicBezTo>
                  <a:cubicBezTo>
                    <a:pt x="414" y="13516"/>
                    <a:pt x="414" y="13598"/>
                    <a:pt x="243" y="13679"/>
                  </a:cubicBezTo>
                  <a:cubicBezTo>
                    <a:pt x="130" y="13679"/>
                    <a:pt x="130" y="13760"/>
                    <a:pt x="187" y="13760"/>
                  </a:cubicBezTo>
                  <a:cubicBezTo>
                    <a:pt x="243" y="13841"/>
                    <a:pt x="300" y="13922"/>
                    <a:pt x="243" y="14003"/>
                  </a:cubicBezTo>
                  <a:cubicBezTo>
                    <a:pt x="243" y="14084"/>
                    <a:pt x="243" y="14165"/>
                    <a:pt x="357" y="14165"/>
                  </a:cubicBezTo>
                  <a:cubicBezTo>
                    <a:pt x="414" y="14165"/>
                    <a:pt x="414" y="14246"/>
                    <a:pt x="414" y="14327"/>
                  </a:cubicBezTo>
                  <a:cubicBezTo>
                    <a:pt x="357" y="14327"/>
                    <a:pt x="357" y="14327"/>
                    <a:pt x="300" y="14246"/>
                  </a:cubicBezTo>
                  <a:lnTo>
                    <a:pt x="292" y="14408"/>
                  </a:lnTo>
                  <a:cubicBezTo>
                    <a:pt x="292" y="14489"/>
                    <a:pt x="235" y="14652"/>
                    <a:pt x="178" y="14652"/>
                  </a:cubicBezTo>
                  <a:cubicBezTo>
                    <a:pt x="138" y="14709"/>
                    <a:pt x="127" y="14766"/>
                    <a:pt x="163" y="14766"/>
                  </a:cubicBezTo>
                  <a:cubicBezTo>
                    <a:pt x="178" y="14766"/>
                    <a:pt x="202" y="14756"/>
                    <a:pt x="235" y="14733"/>
                  </a:cubicBezTo>
                  <a:cubicBezTo>
                    <a:pt x="349" y="14733"/>
                    <a:pt x="349" y="14733"/>
                    <a:pt x="349" y="14895"/>
                  </a:cubicBezTo>
                  <a:cubicBezTo>
                    <a:pt x="349" y="14976"/>
                    <a:pt x="349" y="15057"/>
                    <a:pt x="292" y="15057"/>
                  </a:cubicBezTo>
                  <a:cubicBezTo>
                    <a:pt x="235" y="15057"/>
                    <a:pt x="235" y="15057"/>
                    <a:pt x="235" y="15219"/>
                  </a:cubicBezTo>
                  <a:cubicBezTo>
                    <a:pt x="243" y="15438"/>
                    <a:pt x="349" y="15641"/>
                    <a:pt x="519" y="15787"/>
                  </a:cubicBezTo>
                  <a:cubicBezTo>
                    <a:pt x="632" y="15787"/>
                    <a:pt x="632" y="15787"/>
                    <a:pt x="519" y="15868"/>
                  </a:cubicBezTo>
                  <a:cubicBezTo>
                    <a:pt x="462" y="15868"/>
                    <a:pt x="462" y="15949"/>
                    <a:pt x="454" y="16030"/>
                  </a:cubicBezTo>
                  <a:cubicBezTo>
                    <a:pt x="492" y="16030"/>
                    <a:pt x="479" y="16066"/>
                    <a:pt x="467" y="16066"/>
                  </a:cubicBezTo>
                  <a:cubicBezTo>
                    <a:pt x="460" y="16066"/>
                    <a:pt x="454" y="16057"/>
                    <a:pt x="454" y="16030"/>
                  </a:cubicBezTo>
                  <a:cubicBezTo>
                    <a:pt x="397" y="16030"/>
                    <a:pt x="405" y="15949"/>
                    <a:pt x="405" y="15868"/>
                  </a:cubicBezTo>
                  <a:lnTo>
                    <a:pt x="349" y="15868"/>
                  </a:lnTo>
                  <a:cubicBezTo>
                    <a:pt x="235" y="15949"/>
                    <a:pt x="227" y="16030"/>
                    <a:pt x="341" y="16111"/>
                  </a:cubicBezTo>
                  <a:cubicBezTo>
                    <a:pt x="397" y="16192"/>
                    <a:pt x="397" y="16192"/>
                    <a:pt x="341" y="16273"/>
                  </a:cubicBezTo>
                  <a:cubicBezTo>
                    <a:pt x="284" y="16354"/>
                    <a:pt x="227" y="16435"/>
                    <a:pt x="284" y="16435"/>
                  </a:cubicBezTo>
                  <a:cubicBezTo>
                    <a:pt x="284" y="16516"/>
                    <a:pt x="268" y="16597"/>
                    <a:pt x="227" y="16678"/>
                  </a:cubicBezTo>
                  <a:cubicBezTo>
                    <a:pt x="227" y="16841"/>
                    <a:pt x="227" y="16922"/>
                    <a:pt x="284" y="16922"/>
                  </a:cubicBezTo>
                  <a:cubicBezTo>
                    <a:pt x="341" y="16930"/>
                    <a:pt x="341" y="16987"/>
                    <a:pt x="341" y="17100"/>
                  </a:cubicBezTo>
                  <a:cubicBezTo>
                    <a:pt x="341" y="17234"/>
                    <a:pt x="341" y="17360"/>
                    <a:pt x="392" y="17360"/>
                  </a:cubicBezTo>
                  <a:cubicBezTo>
                    <a:pt x="394" y="17360"/>
                    <a:pt x="396" y="17360"/>
                    <a:pt x="397" y="17360"/>
                  </a:cubicBezTo>
                  <a:cubicBezTo>
                    <a:pt x="399" y="17359"/>
                    <a:pt x="401" y="17359"/>
                    <a:pt x="403" y="17359"/>
                  </a:cubicBezTo>
                  <a:cubicBezTo>
                    <a:pt x="458" y="17359"/>
                    <a:pt x="511" y="17473"/>
                    <a:pt x="511" y="17708"/>
                  </a:cubicBezTo>
                  <a:cubicBezTo>
                    <a:pt x="559" y="17927"/>
                    <a:pt x="559" y="17911"/>
                    <a:pt x="446" y="18105"/>
                  </a:cubicBezTo>
                  <a:cubicBezTo>
                    <a:pt x="389" y="18146"/>
                    <a:pt x="389" y="18276"/>
                    <a:pt x="389" y="18405"/>
                  </a:cubicBezTo>
                  <a:cubicBezTo>
                    <a:pt x="389" y="18519"/>
                    <a:pt x="365" y="18624"/>
                    <a:pt x="332" y="18722"/>
                  </a:cubicBezTo>
                  <a:cubicBezTo>
                    <a:pt x="332" y="18738"/>
                    <a:pt x="324" y="18746"/>
                    <a:pt x="324" y="18762"/>
                  </a:cubicBezTo>
                  <a:cubicBezTo>
                    <a:pt x="341" y="18769"/>
                    <a:pt x="356" y="18773"/>
                    <a:pt x="370" y="18773"/>
                  </a:cubicBezTo>
                  <a:cubicBezTo>
                    <a:pt x="419" y="18773"/>
                    <a:pt x="459" y="18733"/>
                    <a:pt x="503" y="18689"/>
                  </a:cubicBezTo>
                  <a:lnTo>
                    <a:pt x="608" y="18576"/>
                  </a:lnTo>
                  <a:cubicBezTo>
                    <a:pt x="611" y="18575"/>
                    <a:pt x="615" y="18575"/>
                    <a:pt x="618" y="18575"/>
                  </a:cubicBezTo>
                  <a:cubicBezTo>
                    <a:pt x="702" y="18575"/>
                    <a:pt x="760" y="18676"/>
                    <a:pt x="714" y="18746"/>
                  </a:cubicBezTo>
                  <a:cubicBezTo>
                    <a:pt x="738" y="18807"/>
                    <a:pt x="752" y="18837"/>
                    <a:pt x="770" y="18837"/>
                  </a:cubicBezTo>
                  <a:cubicBezTo>
                    <a:pt x="789" y="18837"/>
                    <a:pt x="811" y="18807"/>
                    <a:pt x="851" y="18746"/>
                  </a:cubicBezTo>
                  <a:cubicBezTo>
                    <a:pt x="879" y="18707"/>
                    <a:pt x="964" y="18672"/>
                    <a:pt x="1088" y="18672"/>
                  </a:cubicBezTo>
                  <a:cubicBezTo>
                    <a:pt x="1144" y="18672"/>
                    <a:pt x="1210" y="18679"/>
                    <a:pt x="1281" y="18697"/>
                  </a:cubicBezTo>
                  <a:cubicBezTo>
                    <a:pt x="1549" y="18697"/>
                    <a:pt x="1808" y="18697"/>
                    <a:pt x="1800" y="18754"/>
                  </a:cubicBezTo>
                  <a:cubicBezTo>
                    <a:pt x="1841" y="18770"/>
                    <a:pt x="1883" y="18778"/>
                    <a:pt x="1926" y="18778"/>
                  </a:cubicBezTo>
                  <a:cubicBezTo>
                    <a:pt x="1968" y="18778"/>
                    <a:pt x="2011" y="18770"/>
                    <a:pt x="2051" y="18754"/>
                  </a:cubicBezTo>
                  <a:cubicBezTo>
                    <a:pt x="2092" y="18726"/>
                    <a:pt x="2132" y="18711"/>
                    <a:pt x="2193" y="18711"/>
                  </a:cubicBezTo>
                  <a:cubicBezTo>
                    <a:pt x="2254" y="18711"/>
                    <a:pt x="2335" y="18726"/>
                    <a:pt x="2457" y="18754"/>
                  </a:cubicBezTo>
                  <a:cubicBezTo>
                    <a:pt x="2659" y="18811"/>
                    <a:pt x="2761" y="18839"/>
                    <a:pt x="2811" y="18839"/>
                  </a:cubicBezTo>
                  <a:cubicBezTo>
                    <a:pt x="2862" y="18839"/>
                    <a:pt x="2862" y="18811"/>
                    <a:pt x="2862" y="18754"/>
                  </a:cubicBezTo>
                  <a:cubicBezTo>
                    <a:pt x="2862" y="18721"/>
                    <a:pt x="2862" y="18689"/>
                    <a:pt x="2878" y="18689"/>
                  </a:cubicBezTo>
                  <a:cubicBezTo>
                    <a:pt x="2889" y="18689"/>
                    <a:pt x="2909" y="18706"/>
                    <a:pt x="2943" y="18754"/>
                  </a:cubicBezTo>
                  <a:cubicBezTo>
                    <a:pt x="2969" y="18775"/>
                    <a:pt x="2995" y="18783"/>
                    <a:pt x="3023" y="18783"/>
                  </a:cubicBezTo>
                  <a:cubicBezTo>
                    <a:pt x="3084" y="18783"/>
                    <a:pt x="3157" y="18744"/>
                    <a:pt x="3267" y="18705"/>
                  </a:cubicBezTo>
                  <a:cubicBezTo>
                    <a:pt x="3332" y="18649"/>
                    <a:pt x="3365" y="18559"/>
                    <a:pt x="3357" y="18478"/>
                  </a:cubicBezTo>
                  <a:cubicBezTo>
                    <a:pt x="3357" y="18412"/>
                    <a:pt x="3357" y="18384"/>
                    <a:pt x="3389" y="18384"/>
                  </a:cubicBezTo>
                  <a:cubicBezTo>
                    <a:pt x="3412" y="18384"/>
                    <a:pt x="3452" y="18398"/>
                    <a:pt x="3519" y="18422"/>
                  </a:cubicBezTo>
                  <a:cubicBezTo>
                    <a:pt x="3600" y="18422"/>
                    <a:pt x="3673" y="18478"/>
                    <a:pt x="3673" y="18535"/>
                  </a:cubicBezTo>
                  <a:cubicBezTo>
                    <a:pt x="3673" y="18592"/>
                    <a:pt x="3592" y="18592"/>
                    <a:pt x="3592" y="18592"/>
                  </a:cubicBezTo>
                  <a:lnTo>
                    <a:pt x="3511" y="18592"/>
                  </a:lnTo>
                  <a:cubicBezTo>
                    <a:pt x="3511" y="18649"/>
                    <a:pt x="3511" y="18705"/>
                    <a:pt x="3673" y="18705"/>
                  </a:cubicBezTo>
                  <a:cubicBezTo>
                    <a:pt x="3713" y="18734"/>
                    <a:pt x="3754" y="18748"/>
                    <a:pt x="3784" y="18748"/>
                  </a:cubicBezTo>
                  <a:cubicBezTo>
                    <a:pt x="3815" y="18748"/>
                    <a:pt x="3835" y="18734"/>
                    <a:pt x="3835" y="18705"/>
                  </a:cubicBezTo>
                  <a:cubicBezTo>
                    <a:pt x="3916" y="18762"/>
                    <a:pt x="4078" y="18762"/>
                    <a:pt x="4240" y="18762"/>
                  </a:cubicBezTo>
                  <a:cubicBezTo>
                    <a:pt x="4403" y="18762"/>
                    <a:pt x="4646" y="18770"/>
                    <a:pt x="4727" y="18827"/>
                  </a:cubicBezTo>
                  <a:cubicBezTo>
                    <a:pt x="4889" y="18827"/>
                    <a:pt x="4970" y="18827"/>
                    <a:pt x="4970" y="18770"/>
                  </a:cubicBezTo>
                  <a:cubicBezTo>
                    <a:pt x="4970" y="18704"/>
                    <a:pt x="4998" y="18676"/>
                    <a:pt x="5021" y="18676"/>
                  </a:cubicBezTo>
                  <a:cubicBezTo>
                    <a:pt x="5037" y="18676"/>
                    <a:pt x="5051" y="18690"/>
                    <a:pt x="5051" y="18714"/>
                  </a:cubicBezTo>
                  <a:cubicBezTo>
                    <a:pt x="5103" y="18785"/>
                    <a:pt x="5540" y="18838"/>
                    <a:pt x="5877" y="18838"/>
                  </a:cubicBezTo>
                  <a:cubicBezTo>
                    <a:pt x="6073" y="18838"/>
                    <a:pt x="6235" y="18820"/>
                    <a:pt x="6267" y="18778"/>
                  </a:cubicBezTo>
                  <a:lnTo>
                    <a:pt x="6430" y="18778"/>
                  </a:lnTo>
                  <a:cubicBezTo>
                    <a:pt x="6511" y="18807"/>
                    <a:pt x="6671" y="18821"/>
                    <a:pt x="6821" y="18821"/>
                  </a:cubicBezTo>
                  <a:cubicBezTo>
                    <a:pt x="6971" y="18821"/>
                    <a:pt x="7111" y="18807"/>
                    <a:pt x="7151" y="18778"/>
                  </a:cubicBezTo>
                  <a:lnTo>
                    <a:pt x="7394" y="18778"/>
                  </a:lnTo>
                  <a:cubicBezTo>
                    <a:pt x="7478" y="18812"/>
                    <a:pt x="7540" y="18828"/>
                    <a:pt x="7592" y="18828"/>
                  </a:cubicBezTo>
                  <a:cubicBezTo>
                    <a:pt x="7640" y="18828"/>
                    <a:pt x="7679" y="18814"/>
                    <a:pt x="7719" y="18786"/>
                  </a:cubicBezTo>
                  <a:cubicBezTo>
                    <a:pt x="7782" y="18746"/>
                    <a:pt x="7800" y="18706"/>
                    <a:pt x="7806" y="18706"/>
                  </a:cubicBezTo>
                  <a:cubicBezTo>
                    <a:pt x="7808" y="18706"/>
                    <a:pt x="7808" y="18713"/>
                    <a:pt x="7808" y="18730"/>
                  </a:cubicBezTo>
                  <a:cubicBezTo>
                    <a:pt x="7800" y="18786"/>
                    <a:pt x="7962" y="18786"/>
                    <a:pt x="8286" y="18786"/>
                  </a:cubicBezTo>
                  <a:cubicBezTo>
                    <a:pt x="8611" y="18786"/>
                    <a:pt x="8611" y="18786"/>
                    <a:pt x="8529" y="18730"/>
                  </a:cubicBezTo>
                  <a:cubicBezTo>
                    <a:pt x="8624" y="18713"/>
                    <a:pt x="8692" y="18706"/>
                    <a:pt x="8739" y="18706"/>
                  </a:cubicBezTo>
                  <a:cubicBezTo>
                    <a:pt x="8854" y="18706"/>
                    <a:pt x="8854" y="18746"/>
                    <a:pt x="8854" y="18786"/>
                  </a:cubicBezTo>
                  <a:cubicBezTo>
                    <a:pt x="8817" y="18837"/>
                    <a:pt x="8830" y="18866"/>
                    <a:pt x="8862" y="18866"/>
                  </a:cubicBezTo>
                  <a:cubicBezTo>
                    <a:pt x="8902" y="18866"/>
                    <a:pt x="8971" y="18823"/>
                    <a:pt x="9016" y="18730"/>
                  </a:cubicBezTo>
                  <a:cubicBezTo>
                    <a:pt x="9063" y="18669"/>
                    <a:pt x="9136" y="18643"/>
                    <a:pt x="9190" y="18643"/>
                  </a:cubicBezTo>
                  <a:cubicBezTo>
                    <a:pt x="9230" y="18643"/>
                    <a:pt x="9259" y="18657"/>
                    <a:pt x="9259" y="18681"/>
                  </a:cubicBezTo>
                  <a:cubicBezTo>
                    <a:pt x="9259" y="18722"/>
                    <a:pt x="9216" y="18734"/>
                    <a:pt x="9162" y="18734"/>
                  </a:cubicBezTo>
                  <a:cubicBezTo>
                    <a:pt x="9141" y="18734"/>
                    <a:pt x="9119" y="18732"/>
                    <a:pt x="9097" y="18730"/>
                  </a:cubicBezTo>
                  <a:cubicBezTo>
                    <a:pt x="9097" y="18730"/>
                    <a:pt x="9097" y="18795"/>
                    <a:pt x="9097" y="18851"/>
                  </a:cubicBezTo>
                  <a:cubicBezTo>
                    <a:pt x="9178" y="18851"/>
                    <a:pt x="9178" y="18851"/>
                    <a:pt x="9259" y="18795"/>
                  </a:cubicBezTo>
                  <a:cubicBezTo>
                    <a:pt x="9316" y="18786"/>
                    <a:pt x="9373" y="18770"/>
                    <a:pt x="9421" y="18738"/>
                  </a:cubicBezTo>
                  <a:cubicBezTo>
                    <a:pt x="9502" y="18681"/>
                    <a:pt x="9502" y="18624"/>
                    <a:pt x="9421" y="18568"/>
                  </a:cubicBezTo>
                  <a:cubicBezTo>
                    <a:pt x="9340" y="18511"/>
                    <a:pt x="9421" y="18511"/>
                    <a:pt x="9502" y="18511"/>
                  </a:cubicBezTo>
                  <a:cubicBezTo>
                    <a:pt x="9665" y="18568"/>
                    <a:pt x="9665" y="18624"/>
                    <a:pt x="9583" y="18681"/>
                  </a:cubicBezTo>
                  <a:cubicBezTo>
                    <a:pt x="9502" y="18681"/>
                    <a:pt x="9502" y="18738"/>
                    <a:pt x="9502" y="18795"/>
                  </a:cubicBezTo>
                  <a:cubicBezTo>
                    <a:pt x="9502" y="18805"/>
                    <a:pt x="9516" y="18810"/>
                    <a:pt x="9539" y="18810"/>
                  </a:cubicBezTo>
                  <a:cubicBezTo>
                    <a:pt x="9640" y="18810"/>
                    <a:pt x="9923" y="18717"/>
                    <a:pt x="9989" y="18624"/>
                  </a:cubicBezTo>
                  <a:cubicBezTo>
                    <a:pt x="9989" y="18639"/>
                    <a:pt x="9989" y="18657"/>
                    <a:pt x="9989" y="18681"/>
                  </a:cubicBezTo>
                  <a:cubicBezTo>
                    <a:pt x="9989" y="18738"/>
                    <a:pt x="10151" y="18738"/>
                    <a:pt x="10313" y="18738"/>
                  </a:cubicBezTo>
                  <a:cubicBezTo>
                    <a:pt x="10475" y="18738"/>
                    <a:pt x="10556" y="18738"/>
                    <a:pt x="10556" y="18681"/>
                  </a:cubicBezTo>
                  <a:cubicBezTo>
                    <a:pt x="10556" y="18624"/>
                    <a:pt x="10556" y="18568"/>
                    <a:pt x="10637" y="18568"/>
                  </a:cubicBezTo>
                  <a:cubicBezTo>
                    <a:pt x="10556" y="18568"/>
                    <a:pt x="10556" y="18511"/>
                    <a:pt x="10556" y="18454"/>
                  </a:cubicBezTo>
                  <a:lnTo>
                    <a:pt x="10556" y="18454"/>
                  </a:lnTo>
                  <a:cubicBezTo>
                    <a:pt x="10646" y="18486"/>
                    <a:pt x="10727" y="18527"/>
                    <a:pt x="10800" y="18576"/>
                  </a:cubicBezTo>
                  <a:cubicBezTo>
                    <a:pt x="10962" y="18689"/>
                    <a:pt x="11124" y="18746"/>
                    <a:pt x="11448" y="18746"/>
                  </a:cubicBezTo>
                  <a:cubicBezTo>
                    <a:pt x="11610" y="18746"/>
                    <a:pt x="11854" y="18746"/>
                    <a:pt x="11935" y="18803"/>
                  </a:cubicBezTo>
                  <a:cubicBezTo>
                    <a:pt x="12097" y="18803"/>
                    <a:pt x="12178" y="18803"/>
                    <a:pt x="12178" y="18746"/>
                  </a:cubicBezTo>
                  <a:lnTo>
                    <a:pt x="12340" y="18754"/>
                  </a:lnTo>
                  <a:cubicBezTo>
                    <a:pt x="12377" y="18782"/>
                    <a:pt x="12435" y="18797"/>
                    <a:pt x="12486" y="18797"/>
                  </a:cubicBezTo>
                  <a:cubicBezTo>
                    <a:pt x="12537" y="18797"/>
                    <a:pt x="12579" y="18782"/>
                    <a:pt x="12583" y="18754"/>
                  </a:cubicBezTo>
                  <a:cubicBezTo>
                    <a:pt x="12610" y="18735"/>
                    <a:pt x="12637" y="18729"/>
                    <a:pt x="12664" y="18729"/>
                  </a:cubicBezTo>
                  <a:cubicBezTo>
                    <a:pt x="12718" y="18729"/>
                    <a:pt x="12772" y="18754"/>
                    <a:pt x="12827" y="18754"/>
                  </a:cubicBezTo>
                  <a:cubicBezTo>
                    <a:pt x="12896" y="18805"/>
                    <a:pt x="12934" y="18833"/>
                    <a:pt x="12948" y="18833"/>
                  </a:cubicBezTo>
                  <a:cubicBezTo>
                    <a:pt x="12966" y="18833"/>
                    <a:pt x="12948" y="18791"/>
                    <a:pt x="12908" y="18697"/>
                  </a:cubicBezTo>
                  <a:cubicBezTo>
                    <a:pt x="12908" y="18641"/>
                    <a:pt x="12745" y="18584"/>
                    <a:pt x="12664" y="18584"/>
                  </a:cubicBezTo>
                  <a:lnTo>
                    <a:pt x="12421" y="18584"/>
                  </a:lnTo>
                  <a:lnTo>
                    <a:pt x="12664" y="18527"/>
                  </a:lnTo>
                  <a:cubicBezTo>
                    <a:pt x="12745" y="18527"/>
                    <a:pt x="12908" y="18470"/>
                    <a:pt x="12908" y="18414"/>
                  </a:cubicBezTo>
                  <a:cubicBezTo>
                    <a:pt x="12908" y="18414"/>
                    <a:pt x="12908" y="18357"/>
                    <a:pt x="12989" y="18357"/>
                  </a:cubicBezTo>
                  <a:lnTo>
                    <a:pt x="12989" y="18470"/>
                  </a:lnTo>
                  <a:cubicBezTo>
                    <a:pt x="12932" y="18503"/>
                    <a:pt x="12900" y="18576"/>
                    <a:pt x="12908" y="18641"/>
                  </a:cubicBezTo>
                  <a:cubicBezTo>
                    <a:pt x="12953" y="18711"/>
                    <a:pt x="13063" y="18759"/>
                    <a:pt x="13140" y="18759"/>
                  </a:cubicBezTo>
                  <a:cubicBezTo>
                    <a:pt x="13188" y="18759"/>
                    <a:pt x="13224" y="18741"/>
                    <a:pt x="13224" y="18697"/>
                  </a:cubicBezTo>
                  <a:cubicBezTo>
                    <a:pt x="13305" y="18697"/>
                    <a:pt x="13305" y="18697"/>
                    <a:pt x="13386" y="18754"/>
                  </a:cubicBezTo>
                  <a:cubicBezTo>
                    <a:pt x="13386" y="18778"/>
                    <a:pt x="13400" y="18791"/>
                    <a:pt x="13422" y="18791"/>
                  </a:cubicBezTo>
                  <a:cubicBezTo>
                    <a:pt x="13453" y="18791"/>
                    <a:pt x="13501" y="18764"/>
                    <a:pt x="13548" y="18697"/>
                  </a:cubicBezTo>
                  <a:cubicBezTo>
                    <a:pt x="13588" y="18642"/>
                    <a:pt x="13628" y="18613"/>
                    <a:pt x="13668" y="18613"/>
                  </a:cubicBezTo>
                  <a:cubicBezTo>
                    <a:pt x="13709" y="18613"/>
                    <a:pt x="13750" y="18644"/>
                    <a:pt x="13791" y="18705"/>
                  </a:cubicBezTo>
                  <a:cubicBezTo>
                    <a:pt x="13886" y="18772"/>
                    <a:pt x="14037" y="18799"/>
                    <a:pt x="14145" y="18799"/>
                  </a:cubicBezTo>
                  <a:cubicBezTo>
                    <a:pt x="14222" y="18799"/>
                    <a:pt x="14278" y="18786"/>
                    <a:pt x="14278" y="18762"/>
                  </a:cubicBezTo>
                  <a:cubicBezTo>
                    <a:pt x="14278" y="18696"/>
                    <a:pt x="14361" y="18668"/>
                    <a:pt x="14447" y="18668"/>
                  </a:cubicBezTo>
                  <a:cubicBezTo>
                    <a:pt x="14507" y="18668"/>
                    <a:pt x="14569" y="18682"/>
                    <a:pt x="14602" y="18705"/>
                  </a:cubicBezTo>
                  <a:cubicBezTo>
                    <a:pt x="14639" y="18734"/>
                    <a:pt x="14681" y="18748"/>
                    <a:pt x="14724" y="18748"/>
                  </a:cubicBezTo>
                  <a:cubicBezTo>
                    <a:pt x="14766" y="18748"/>
                    <a:pt x="14809" y="18734"/>
                    <a:pt x="14845" y="18705"/>
                  </a:cubicBezTo>
                  <a:cubicBezTo>
                    <a:pt x="14856" y="18758"/>
                    <a:pt x="14898" y="18791"/>
                    <a:pt x="14941" y="18791"/>
                  </a:cubicBezTo>
                  <a:cubicBezTo>
                    <a:pt x="14964" y="18791"/>
                    <a:pt x="14988" y="18782"/>
                    <a:pt x="15008" y="18762"/>
                  </a:cubicBezTo>
                  <a:cubicBezTo>
                    <a:pt x="15008" y="18762"/>
                    <a:pt x="15089" y="18762"/>
                    <a:pt x="15008" y="18705"/>
                  </a:cubicBezTo>
                  <a:lnTo>
                    <a:pt x="15170" y="18592"/>
                  </a:lnTo>
                  <a:cubicBezTo>
                    <a:pt x="15089" y="18592"/>
                    <a:pt x="15089" y="18535"/>
                    <a:pt x="15089" y="18478"/>
                  </a:cubicBezTo>
                  <a:cubicBezTo>
                    <a:pt x="15091" y="18465"/>
                    <a:pt x="15110" y="18458"/>
                    <a:pt x="15140" y="18458"/>
                  </a:cubicBezTo>
                  <a:cubicBezTo>
                    <a:pt x="15238" y="18458"/>
                    <a:pt x="15451" y="18527"/>
                    <a:pt x="15575" y="18657"/>
                  </a:cubicBezTo>
                  <a:lnTo>
                    <a:pt x="15737" y="18770"/>
                  </a:lnTo>
                  <a:lnTo>
                    <a:pt x="15737" y="18657"/>
                  </a:lnTo>
                  <a:cubicBezTo>
                    <a:pt x="15818" y="18657"/>
                    <a:pt x="15899" y="18657"/>
                    <a:pt x="15899" y="18714"/>
                  </a:cubicBezTo>
                  <a:cubicBezTo>
                    <a:pt x="15899" y="18770"/>
                    <a:pt x="15899" y="18770"/>
                    <a:pt x="15980" y="18770"/>
                  </a:cubicBezTo>
                  <a:cubicBezTo>
                    <a:pt x="15980" y="18770"/>
                    <a:pt x="16062" y="18770"/>
                    <a:pt x="16062" y="18714"/>
                  </a:cubicBezTo>
                  <a:cubicBezTo>
                    <a:pt x="16062" y="18647"/>
                    <a:pt x="16062" y="18619"/>
                    <a:pt x="16078" y="18619"/>
                  </a:cubicBezTo>
                  <a:cubicBezTo>
                    <a:pt x="16089" y="18619"/>
                    <a:pt x="16109" y="18633"/>
                    <a:pt x="16143" y="18657"/>
                  </a:cubicBezTo>
                  <a:cubicBezTo>
                    <a:pt x="16183" y="18714"/>
                    <a:pt x="16224" y="18742"/>
                    <a:pt x="16264" y="18742"/>
                  </a:cubicBezTo>
                  <a:cubicBezTo>
                    <a:pt x="16305" y="18742"/>
                    <a:pt x="16345" y="18714"/>
                    <a:pt x="16386" y="18657"/>
                  </a:cubicBezTo>
                  <a:cubicBezTo>
                    <a:pt x="16386" y="18600"/>
                    <a:pt x="16386" y="18572"/>
                    <a:pt x="16396" y="18572"/>
                  </a:cubicBezTo>
                  <a:cubicBezTo>
                    <a:pt x="16406" y="18572"/>
                    <a:pt x="16426" y="18600"/>
                    <a:pt x="16467" y="18657"/>
                  </a:cubicBezTo>
                  <a:cubicBezTo>
                    <a:pt x="16467" y="18714"/>
                    <a:pt x="16548" y="18770"/>
                    <a:pt x="16629" y="18770"/>
                  </a:cubicBezTo>
                  <a:lnTo>
                    <a:pt x="16629" y="18714"/>
                  </a:lnTo>
                  <a:cubicBezTo>
                    <a:pt x="16629" y="18647"/>
                    <a:pt x="16657" y="18619"/>
                    <a:pt x="16696" y="18619"/>
                  </a:cubicBezTo>
                  <a:cubicBezTo>
                    <a:pt x="16724" y="18619"/>
                    <a:pt x="16758" y="18633"/>
                    <a:pt x="16791" y="18657"/>
                  </a:cubicBezTo>
                  <a:cubicBezTo>
                    <a:pt x="16791" y="18686"/>
                    <a:pt x="16813" y="18700"/>
                    <a:pt x="16857" y="18700"/>
                  </a:cubicBezTo>
                  <a:cubicBezTo>
                    <a:pt x="16897" y="18700"/>
                    <a:pt x="16957" y="18688"/>
                    <a:pt x="17034" y="18665"/>
                  </a:cubicBezTo>
                  <a:cubicBezTo>
                    <a:pt x="17197" y="18665"/>
                    <a:pt x="17278" y="18665"/>
                    <a:pt x="17278" y="18722"/>
                  </a:cubicBezTo>
                  <a:cubicBezTo>
                    <a:pt x="17278" y="18778"/>
                    <a:pt x="17278" y="18807"/>
                    <a:pt x="17288" y="18807"/>
                  </a:cubicBezTo>
                  <a:cubicBezTo>
                    <a:pt x="17298" y="18807"/>
                    <a:pt x="17318" y="18778"/>
                    <a:pt x="17359" y="18722"/>
                  </a:cubicBezTo>
                  <a:cubicBezTo>
                    <a:pt x="17399" y="18693"/>
                    <a:pt x="17420" y="18679"/>
                    <a:pt x="17450" y="18679"/>
                  </a:cubicBezTo>
                  <a:cubicBezTo>
                    <a:pt x="17480" y="18679"/>
                    <a:pt x="17521" y="18693"/>
                    <a:pt x="17602" y="18722"/>
                  </a:cubicBezTo>
                  <a:cubicBezTo>
                    <a:pt x="17643" y="18750"/>
                    <a:pt x="17663" y="18764"/>
                    <a:pt x="17683" y="18764"/>
                  </a:cubicBezTo>
                  <a:cubicBezTo>
                    <a:pt x="17703" y="18764"/>
                    <a:pt x="17724" y="18750"/>
                    <a:pt x="17764" y="18722"/>
                  </a:cubicBezTo>
                  <a:cubicBezTo>
                    <a:pt x="17764" y="18608"/>
                    <a:pt x="17764" y="18551"/>
                    <a:pt x="17683" y="18551"/>
                  </a:cubicBezTo>
                  <a:cubicBezTo>
                    <a:pt x="17602" y="18551"/>
                    <a:pt x="17602" y="18551"/>
                    <a:pt x="17602" y="18495"/>
                  </a:cubicBezTo>
                  <a:lnTo>
                    <a:pt x="17764" y="18495"/>
                  </a:lnTo>
                  <a:cubicBezTo>
                    <a:pt x="17878" y="18495"/>
                    <a:pt x="17983" y="18478"/>
                    <a:pt x="18088" y="18438"/>
                  </a:cubicBezTo>
                  <a:cubicBezTo>
                    <a:pt x="18220" y="18392"/>
                    <a:pt x="18245" y="18309"/>
                    <a:pt x="18164" y="18309"/>
                  </a:cubicBezTo>
                  <a:cubicBezTo>
                    <a:pt x="18145" y="18309"/>
                    <a:pt x="18119" y="18313"/>
                    <a:pt x="18088" y="18324"/>
                  </a:cubicBezTo>
                  <a:lnTo>
                    <a:pt x="18007" y="18268"/>
                  </a:lnTo>
                  <a:cubicBezTo>
                    <a:pt x="18007" y="18182"/>
                    <a:pt x="17967" y="18140"/>
                    <a:pt x="17926" y="18140"/>
                  </a:cubicBezTo>
                  <a:cubicBezTo>
                    <a:pt x="17886" y="18140"/>
                    <a:pt x="17845" y="18182"/>
                    <a:pt x="17845" y="18268"/>
                  </a:cubicBezTo>
                  <a:cubicBezTo>
                    <a:pt x="17845" y="18361"/>
                    <a:pt x="17845" y="18403"/>
                    <a:pt x="17832" y="18403"/>
                  </a:cubicBezTo>
                  <a:cubicBezTo>
                    <a:pt x="17821" y="18403"/>
                    <a:pt x="17801" y="18375"/>
                    <a:pt x="17764" y="18324"/>
                  </a:cubicBezTo>
                  <a:cubicBezTo>
                    <a:pt x="17764" y="18211"/>
                    <a:pt x="17683" y="18211"/>
                    <a:pt x="17602" y="18211"/>
                  </a:cubicBezTo>
                  <a:cubicBezTo>
                    <a:pt x="17521" y="18211"/>
                    <a:pt x="17521" y="18211"/>
                    <a:pt x="17521" y="18154"/>
                  </a:cubicBezTo>
                  <a:cubicBezTo>
                    <a:pt x="17521" y="18097"/>
                    <a:pt x="17440" y="18041"/>
                    <a:pt x="17359" y="18041"/>
                  </a:cubicBezTo>
                  <a:cubicBezTo>
                    <a:pt x="17278" y="18041"/>
                    <a:pt x="17278" y="18041"/>
                    <a:pt x="17278" y="18097"/>
                  </a:cubicBezTo>
                  <a:cubicBezTo>
                    <a:pt x="17309" y="18119"/>
                    <a:pt x="17304" y="18132"/>
                    <a:pt x="17281" y="18132"/>
                  </a:cubicBezTo>
                  <a:cubicBezTo>
                    <a:pt x="17246" y="18132"/>
                    <a:pt x="17168" y="18102"/>
                    <a:pt x="17124" y="18032"/>
                  </a:cubicBezTo>
                  <a:cubicBezTo>
                    <a:pt x="17090" y="18009"/>
                    <a:pt x="17070" y="17995"/>
                    <a:pt x="17059" y="17995"/>
                  </a:cubicBezTo>
                  <a:cubicBezTo>
                    <a:pt x="17043" y="17995"/>
                    <a:pt x="17043" y="18023"/>
                    <a:pt x="17043" y="18089"/>
                  </a:cubicBezTo>
                  <a:cubicBezTo>
                    <a:pt x="17039" y="18146"/>
                    <a:pt x="16996" y="18174"/>
                    <a:pt x="16944" y="18174"/>
                  </a:cubicBezTo>
                  <a:cubicBezTo>
                    <a:pt x="16893" y="18174"/>
                    <a:pt x="16832" y="18146"/>
                    <a:pt x="16791" y="18089"/>
                  </a:cubicBezTo>
                  <a:lnTo>
                    <a:pt x="16637" y="18089"/>
                  </a:lnTo>
                  <a:cubicBezTo>
                    <a:pt x="16556" y="18089"/>
                    <a:pt x="16548" y="18146"/>
                    <a:pt x="16548" y="18203"/>
                  </a:cubicBezTo>
                  <a:cubicBezTo>
                    <a:pt x="16548" y="18269"/>
                    <a:pt x="16548" y="18297"/>
                    <a:pt x="16532" y="18297"/>
                  </a:cubicBezTo>
                  <a:cubicBezTo>
                    <a:pt x="16520" y="18297"/>
                    <a:pt x="16501" y="18283"/>
                    <a:pt x="16467" y="18259"/>
                  </a:cubicBezTo>
                  <a:cubicBezTo>
                    <a:pt x="16394" y="18203"/>
                    <a:pt x="16394" y="18146"/>
                    <a:pt x="16394" y="18146"/>
                  </a:cubicBezTo>
                  <a:cubicBezTo>
                    <a:pt x="16394" y="18089"/>
                    <a:pt x="16313" y="18089"/>
                    <a:pt x="16232" y="18089"/>
                  </a:cubicBezTo>
                  <a:cubicBezTo>
                    <a:pt x="16151" y="18089"/>
                    <a:pt x="15989" y="18089"/>
                    <a:pt x="15989" y="18146"/>
                  </a:cubicBezTo>
                  <a:lnTo>
                    <a:pt x="15989" y="18089"/>
                  </a:lnTo>
                  <a:cubicBezTo>
                    <a:pt x="15935" y="18089"/>
                    <a:pt x="15916" y="18064"/>
                    <a:pt x="15910" y="18064"/>
                  </a:cubicBezTo>
                  <a:cubicBezTo>
                    <a:pt x="15907" y="18064"/>
                    <a:pt x="15907" y="18070"/>
                    <a:pt x="15907" y="18089"/>
                  </a:cubicBezTo>
                  <a:cubicBezTo>
                    <a:pt x="15818" y="18081"/>
                    <a:pt x="15737" y="18057"/>
                    <a:pt x="15664" y="18032"/>
                  </a:cubicBezTo>
                  <a:cubicBezTo>
                    <a:pt x="15631" y="18019"/>
                    <a:pt x="15595" y="18014"/>
                    <a:pt x="15561" y="18014"/>
                  </a:cubicBezTo>
                  <a:cubicBezTo>
                    <a:pt x="15424" y="18014"/>
                    <a:pt x="15308" y="18104"/>
                    <a:pt x="15502" y="18195"/>
                  </a:cubicBezTo>
                  <a:lnTo>
                    <a:pt x="15421" y="18195"/>
                  </a:lnTo>
                  <a:cubicBezTo>
                    <a:pt x="15340" y="18195"/>
                    <a:pt x="15340" y="18251"/>
                    <a:pt x="15340" y="18251"/>
                  </a:cubicBezTo>
                  <a:cubicBezTo>
                    <a:pt x="15332" y="18308"/>
                    <a:pt x="15259" y="18308"/>
                    <a:pt x="15178" y="18308"/>
                  </a:cubicBezTo>
                  <a:lnTo>
                    <a:pt x="15178" y="18195"/>
                  </a:lnTo>
                  <a:cubicBezTo>
                    <a:pt x="15225" y="18096"/>
                    <a:pt x="15190" y="18035"/>
                    <a:pt x="15136" y="18035"/>
                  </a:cubicBezTo>
                  <a:cubicBezTo>
                    <a:pt x="15098" y="18035"/>
                    <a:pt x="15050" y="18067"/>
                    <a:pt x="15016" y="18138"/>
                  </a:cubicBezTo>
                  <a:lnTo>
                    <a:pt x="15016" y="18081"/>
                  </a:lnTo>
                  <a:cubicBezTo>
                    <a:pt x="15016" y="18053"/>
                    <a:pt x="14995" y="18039"/>
                    <a:pt x="14955" y="18039"/>
                  </a:cubicBezTo>
                  <a:cubicBezTo>
                    <a:pt x="14914" y="18039"/>
                    <a:pt x="14853" y="18053"/>
                    <a:pt x="14772" y="18081"/>
                  </a:cubicBezTo>
                  <a:cubicBezTo>
                    <a:pt x="14691" y="18081"/>
                    <a:pt x="14610" y="18195"/>
                    <a:pt x="14610" y="18251"/>
                  </a:cubicBezTo>
                  <a:cubicBezTo>
                    <a:pt x="14610" y="18308"/>
                    <a:pt x="14529" y="18308"/>
                    <a:pt x="14529" y="18308"/>
                  </a:cubicBezTo>
                  <a:cubicBezTo>
                    <a:pt x="14448" y="18308"/>
                    <a:pt x="14448" y="18308"/>
                    <a:pt x="14448" y="18251"/>
                  </a:cubicBezTo>
                  <a:cubicBezTo>
                    <a:pt x="14448" y="18195"/>
                    <a:pt x="14408" y="18166"/>
                    <a:pt x="14357" y="18166"/>
                  </a:cubicBezTo>
                  <a:cubicBezTo>
                    <a:pt x="14306" y="18166"/>
                    <a:pt x="14245" y="18195"/>
                    <a:pt x="14205" y="18251"/>
                  </a:cubicBezTo>
                  <a:lnTo>
                    <a:pt x="14205" y="18195"/>
                  </a:lnTo>
                  <a:cubicBezTo>
                    <a:pt x="14205" y="18153"/>
                    <a:pt x="14161" y="18111"/>
                    <a:pt x="13978" y="18111"/>
                  </a:cubicBezTo>
                  <a:cubicBezTo>
                    <a:pt x="13911" y="18111"/>
                    <a:pt x="13826" y="18117"/>
                    <a:pt x="13718" y="18130"/>
                  </a:cubicBezTo>
                  <a:cubicBezTo>
                    <a:pt x="13394" y="18130"/>
                    <a:pt x="13151" y="18130"/>
                    <a:pt x="13151" y="18073"/>
                  </a:cubicBezTo>
                  <a:cubicBezTo>
                    <a:pt x="13151" y="18063"/>
                    <a:pt x="13140" y="18058"/>
                    <a:pt x="13121" y="18058"/>
                  </a:cubicBezTo>
                  <a:cubicBezTo>
                    <a:pt x="13037" y="18058"/>
                    <a:pt x="12797" y="18151"/>
                    <a:pt x="12664" y="18243"/>
                  </a:cubicBezTo>
                  <a:cubicBezTo>
                    <a:pt x="12664" y="18187"/>
                    <a:pt x="12583" y="18187"/>
                    <a:pt x="12421" y="18187"/>
                  </a:cubicBezTo>
                  <a:cubicBezTo>
                    <a:pt x="12178" y="18178"/>
                    <a:pt x="12178" y="18178"/>
                    <a:pt x="12178" y="18122"/>
                  </a:cubicBezTo>
                  <a:cubicBezTo>
                    <a:pt x="12218" y="18065"/>
                    <a:pt x="12239" y="18037"/>
                    <a:pt x="12229" y="18037"/>
                  </a:cubicBezTo>
                  <a:cubicBezTo>
                    <a:pt x="12218" y="18037"/>
                    <a:pt x="12178" y="18065"/>
                    <a:pt x="12097" y="18122"/>
                  </a:cubicBezTo>
                  <a:cubicBezTo>
                    <a:pt x="12066" y="18165"/>
                    <a:pt x="12011" y="18184"/>
                    <a:pt x="11956" y="18184"/>
                  </a:cubicBezTo>
                  <a:cubicBezTo>
                    <a:pt x="11865" y="18184"/>
                    <a:pt x="11773" y="18135"/>
                    <a:pt x="11773" y="18065"/>
                  </a:cubicBezTo>
                  <a:cubicBezTo>
                    <a:pt x="11773" y="18008"/>
                    <a:pt x="11691" y="18008"/>
                    <a:pt x="11529" y="18008"/>
                  </a:cubicBezTo>
                  <a:cubicBezTo>
                    <a:pt x="11448" y="18065"/>
                    <a:pt x="11286" y="18065"/>
                    <a:pt x="11124" y="18065"/>
                  </a:cubicBezTo>
                  <a:cubicBezTo>
                    <a:pt x="10881" y="18065"/>
                    <a:pt x="10881" y="18065"/>
                    <a:pt x="10881" y="18178"/>
                  </a:cubicBezTo>
                  <a:cubicBezTo>
                    <a:pt x="10881" y="18268"/>
                    <a:pt x="10830" y="18287"/>
                    <a:pt x="10729" y="18287"/>
                  </a:cubicBezTo>
                  <a:cubicBezTo>
                    <a:pt x="10702" y="18287"/>
                    <a:pt x="10672" y="18286"/>
                    <a:pt x="10637" y="18284"/>
                  </a:cubicBezTo>
                  <a:cubicBezTo>
                    <a:pt x="10556" y="18284"/>
                    <a:pt x="10475" y="18284"/>
                    <a:pt x="10475" y="18227"/>
                  </a:cubicBezTo>
                  <a:cubicBezTo>
                    <a:pt x="10427" y="18195"/>
                    <a:pt x="10378" y="18178"/>
                    <a:pt x="10313" y="18170"/>
                  </a:cubicBezTo>
                  <a:cubicBezTo>
                    <a:pt x="10232" y="18170"/>
                    <a:pt x="10151" y="18170"/>
                    <a:pt x="10151" y="18114"/>
                  </a:cubicBezTo>
                  <a:cubicBezTo>
                    <a:pt x="10087" y="18078"/>
                    <a:pt x="10018" y="18055"/>
                    <a:pt x="9947" y="18055"/>
                  </a:cubicBezTo>
                  <a:cubicBezTo>
                    <a:pt x="9937" y="18055"/>
                    <a:pt x="9926" y="18056"/>
                    <a:pt x="9916" y="18057"/>
                  </a:cubicBezTo>
                  <a:cubicBezTo>
                    <a:pt x="9754" y="18057"/>
                    <a:pt x="9592" y="18057"/>
                    <a:pt x="9592" y="18000"/>
                  </a:cubicBezTo>
                  <a:cubicBezTo>
                    <a:pt x="9510" y="18000"/>
                    <a:pt x="9510" y="18000"/>
                    <a:pt x="9510" y="18057"/>
                  </a:cubicBezTo>
                  <a:cubicBezTo>
                    <a:pt x="9510" y="18096"/>
                    <a:pt x="9473" y="18134"/>
                    <a:pt x="9345" y="18134"/>
                  </a:cubicBezTo>
                  <a:cubicBezTo>
                    <a:pt x="9286" y="18134"/>
                    <a:pt x="9208" y="18126"/>
                    <a:pt x="9105" y="18105"/>
                  </a:cubicBezTo>
                  <a:cubicBezTo>
                    <a:pt x="8943" y="18105"/>
                    <a:pt x="8700" y="18105"/>
                    <a:pt x="8700" y="18162"/>
                  </a:cubicBezTo>
                  <a:cubicBezTo>
                    <a:pt x="8619" y="18162"/>
                    <a:pt x="8619" y="18162"/>
                    <a:pt x="8619" y="18105"/>
                  </a:cubicBezTo>
                  <a:cubicBezTo>
                    <a:pt x="8619" y="18049"/>
                    <a:pt x="8578" y="18020"/>
                    <a:pt x="8517" y="18020"/>
                  </a:cubicBezTo>
                  <a:cubicBezTo>
                    <a:pt x="8456" y="18020"/>
                    <a:pt x="8375" y="18049"/>
                    <a:pt x="8294" y="18105"/>
                  </a:cubicBezTo>
                  <a:cubicBezTo>
                    <a:pt x="8294" y="18134"/>
                    <a:pt x="8274" y="18148"/>
                    <a:pt x="8244" y="18148"/>
                  </a:cubicBezTo>
                  <a:cubicBezTo>
                    <a:pt x="8213" y="18148"/>
                    <a:pt x="8173" y="18134"/>
                    <a:pt x="8132" y="18105"/>
                  </a:cubicBezTo>
                  <a:cubicBezTo>
                    <a:pt x="8075" y="18105"/>
                    <a:pt x="8019" y="18130"/>
                    <a:pt x="7970" y="18162"/>
                  </a:cubicBezTo>
                  <a:cubicBezTo>
                    <a:pt x="7929" y="18191"/>
                    <a:pt x="7909" y="18205"/>
                    <a:pt x="7879" y="18205"/>
                  </a:cubicBezTo>
                  <a:cubicBezTo>
                    <a:pt x="7848" y="18205"/>
                    <a:pt x="7808" y="18191"/>
                    <a:pt x="7727" y="18162"/>
                  </a:cubicBezTo>
                  <a:cubicBezTo>
                    <a:pt x="7727" y="18105"/>
                    <a:pt x="7646" y="18097"/>
                    <a:pt x="7565" y="18097"/>
                  </a:cubicBezTo>
                  <a:cubicBezTo>
                    <a:pt x="7484" y="18126"/>
                    <a:pt x="7220" y="18140"/>
                    <a:pt x="6967" y="18140"/>
                  </a:cubicBezTo>
                  <a:cubicBezTo>
                    <a:pt x="6713" y="18140"/>
                    <a:pt x="6470" y="18126"/>
                    <a:pt x="6430" y="18097"/>
                  </a:cubicBezTo>
                  <a:cubicBezTo>
                    <a:pt x="6348" y="18154"/>
                    <a:pt x="6348" y="18154"/>
                    <a:pt x="6267" y="18154"/>
                  </a:cubicBezTo>
                  <a:cubicBezTo>
                    <a:pt x="6235" y="18109"/>
                    <a:pt x="6203" y="18089"/>
                    <a:pt x="6176" y="18089"/>
                  </a:cubicBezTo>
                  <a:cubicBezTo>
                    <a:pt x="6135" y="18089"/>
                    <a:pt x="6105" y="18134"/>
                    <a:pt x="6105" y="18203"/>
                  </a:cubicBezTo>
                  <a:lnTo>
                    <a:pt x="6267" y="18203"/>
                  </a:lnTo>
                  <a:cubicBezTo>
                    <a:pt x="6267" y="18254"/>
                    <a:pt x="6218" y="18282"/>
                    <a:pt x="6164" y="18282"/>
                  </a:cubicBezTo>
                  <a:cubicBezTo>
                    <a:pt x="6098" y="18282"/>
                    <a:pt x="6024" y="18240"/>
                    <a:pt x="6024" y="18146"/>
                  </a:cubicBezTo>
                  <a:cubicBezTo>
                    <a:pt x="5984" y="18089"/>
                    <a:pt x="5963" y="18061"/>
                    <a:pt x="5943" y="18061"/>
                  </a:cubicBezTo>
                  <a:cubicBezTo>
                    <a:pt x="5923" y="18061"/>
                    <a:pt x="5903" y="18089"/>
                    <a:pt x="5862" y="18146"/>
                  </a:cubicBezTo>
                  <a:cubicBezTo>
                    <a:pt x="5821" y="18203"/>
                    <a:pt x="5781" y="18231"/>
                    <a:pt x="5740" y="18231"/>
                  </a:cubicBezTo>
                  <a:cubicBezTo>
                    <a:pt x="5700" y="18231"/>
                    <a:pt x="5659" y="18203"/>
                    <a:pt x="5619" y="18146"/>
                  </a:cubicBezTo>
                  <a:cubicBezTo>
                    <a:pt x="5619" y="18089"/>
                    <a:pt x="5619" y="18061"/>
                    <a:pt x="5609" y="18061"/>
                  </a:cubicBezTo>
                  <a:cubicBezTo>
                    <a:pt x="5598" y="18061"/>
                    <a:pt x="5578" y="18089"/>
                    <a:pt x="5538" y="18146"/>
                  </a:cubicBezTo>
                  <a:cubicBezTo>
                    <a:pt x="5447" y="18273"/>
                    <a:pt x="5330" y="18347"/>
                    <a:pt x="5245" y="18347"/>
                  </a:cubicBezTo>
                  <a:cubicBezTo>
                    <a:pt x="5179" y="18347"/>
                    <a:pt x="5132" y="18302"/>
                    <a:pt x="5132" y="18203"/>
                  </a:cubicBezTo>
                  <a:cubicBezTo>
                    <a:pt x="5140" y="18105"/>
                    <a:pt x="5067" y="18032"/>
                    <a:pt x="4970" y="18032"/>
                  </a:cubicBezTo>
                  <a:cubicBezTo>
                    <a:pt x="4889" y="18032"/>
                    <a:pt x="4889" y="18089"/>
                    <a:pt x="4889" y="18146"/>
                  </a:cubicBezTo>
                  <a:cubicBezTo>
                    <a:pt x="4930" y="18203"/>
                    <a:pt x="4930" y="18231"/>
                    <a:pt x="4899" y="18231"/>
                  </a:cubicBezTo>
                  <a:cubicBezTo>
                    <a:pt x="4869" y="18231"/>
                    <a:pt x="4808" y="18203"/>
                    <a:pt x="4727" y="18146"/>
                  </a:cubicBezTo>
                  <a:cubicBezTo>
                    <a:pt x="4596" y="18047"/>
                    <a:pt x="4488" y="18003"/>
                    <a:pt x="4374" y="18003"/>
                  </a:cubicBezTo>
                  <a:cubicBezTo>
                    <a:pt x="4284" y="18003"/>
                    <a:pt x="4190" y="18031"/>
                    <a:pt x="4078" y="18081"/>
                  </a:cubicBezTo>
                  <a:cubicBezTo>
                    <a:pt x="3916" y="18138"/>
                    <a:pt x="3774" y="18166"/>
                    <a:pt x="3703" y="18166"/>
                  </a:cubicBezTo>
                  <a:cubicBezTo>
                    <a:pt x="3632" y="18166"/>
                    <a:pt x="3632" y="18138"/>
                    <a:pt x="3754" y="18081"/>
                  </a:cubicBezTo>
                  <a:cubicBezTo>
                    <a:pt x="3854" y="18015"/>
                    <a:pt x="3895" y="17987"/>
                    <a:pt x="3880" y="17987"/>
                  </a:cubicBezTo>
                  <a:cubicBezTo>
                    <a:pt x="3869" y="17987"/>
                    <a:pt x="3829" y="18001"/>
                    <a:pt x="3762" y="18024"/>
                  </a:cubicBezTo>
                  <a:lnTo>
                    <a:pt x="3357" y="18024"/>
                  </a:lnTo>
                  <a:cubicBezTo>
                    <a:pt x="3276" y="18024"/>
                    <a:pt x="3195" y="18081"/>
                    <a:pt x="3186" y="18138"/>
                  </a:cubicBezTo>
                  <a:cubicBezTo>
                    <a:pt x="3133" y="18056"/>
                    <a:pt x="3046" y="18014"/>
                    <a:pt x="2958" y="18014"/>
                  </a:cubicBezTo>
                  <a:cubicBezTo>
                    <a:pt x="2898" y="18014"/>
                    <a:pt x="2838" y="18034"/>
                    <a:pt x="2789" y="18073"/>
                  </a:cubicBezTo>
                  <a:lnTo>
                    <a:pt x="2627" y="18073"/>
                  </a:lnTo>
                  <a:cubicBezTo>
                    <a:pt x="2546" y="18073"/>
                    <a:pt x="2546" y="18073"/>
                    <a:pt x="2465" y="18130"/>
                  </a:cubicBezTo>
                  <a:cubicBezTo>
                    <a:pt x="2441" y="18146"/>
                    <a:pt x="2417" y="18153"/>
                    <a:pt x="2394" y="18153"/>
                  </a:cubicBezTo>
                  <a:cubicBezTo>
                    <a:pt x="2336" y="18153"/>
                    <a:pt x="2279" y="18113"/>
                    <a:pt x="2222" y="18073"/>
                  </a:cubicBezTo>
                  <a:cubicBezTo>
                    <a:pt x="2164" y="18033"/>
                    <a:pt x="2107" y="17993"/>
                    <a:pt x="2078" y="17993"/>
                  </a:cubicBezTo>
                  <a:cubicBezTo>
                    <a:pt x="2066" y="17993"/>
                    <a:pt x="2059" y="18000"/>
                    <a:pt x="2059" y="18016"/>
                  </a:cubicBezTo>
                  <a:cubicBezTo>
                    <a:pt x="2059" y="18073"/>
                    <a:pt x="1897" y="18130"/>
                    <a:pt x="1792" y="18187"/>
                  </a:cubicBezTo>
                  <a:cubicBezTo>
                    <a:pt x="1759" y="18203"/>
                    <a:pt x="1729" y="18210"/>
                    <a:pt x="1706" y="18210"/>
                  </a:cubicBezTo>
                  <a:cubicBezTo>
                    <a:pt x="1651" y="18210"/>
                    <a:pt x="1636" y="18170"/>
                    <a:pt x="1711" y="18130"/>
                  </a:cubicBezTo>
                  <a:cubicBezTo>
                    <a:pt x="1735" y="18073"/>
                    <a:pt x="1727" y="18073"/>
                    <a:pt x="1597" y="18016"/>
                  </a:cubicBezTo>
                  <a:cubicBezTo>
                    <a:pt x="1575" y="18014"/>
                    <a:pt x="1548" y="18012"/>
                    <a:pt x="1519" y="18012"/>
                  </a:cubicBezTo>
                  <a:cubicBezTo>
                    <a:pt x="1444" y="18012"/>
                    <a:pt x="1359" y="18024"/>
                    <a:pt x="1330" y="18065"/>
                  </a:cubicBezTo>
                  <a:cubicBezTo>
                    <a:pt x="1310" y="18092"/>
                    <a:pt x="1184" y="18107"/>
                    <a:pt x="1054" y="18107"/>
                  </a:cubicBezTo>
                  <a:cubicBezTo>
                    <a:pt x="1027" y="18107"/>
                    <a:pt x="999" y="18107"/>
                    <a:pt x="973" y="18105"/>
                  </a:cubicBezTo>
                  <a:cubicBezTo>
                    <a:pt x="965" y="18008"/>
                    <a:pt x="981" y="17911"/>
                    <a:pt x="1014" y="17814"/>
                  </a:cubicBezTo>
                  <a:cubicBezTo>
                    <a:pt x="1014" y="17814"/>
                    <a:pt x="1014" y="17732"/>
                    <a:pt x="1014" y="17651"/>
                  </a:cubicBezTo>
                  <a:cubicBezTo>
                    <a:pt x="1014" y="17570"/>
                    <a:pt x="957" y="17514"/>
                    <a:pt x="957" y="17432"/>
                  </a:cubicBezTo>
                  <a:cubicBezTo>
                    <a:pt x="957" y="17376"/>
                    <a:pt x="932" y="17319"/>
                    <a:pt x="900" y="17270"/>
                  </a:cubicBezTo>
                  <a:cubicBezTo>
                    <a:pt x="900" y="17181"/>
                    <a:pt x="900" y="17092"/>
                    <a:pt x="957" y="17092"/>
                  </a:cubicBezTo>
                  <a:cubicBezTo>
                    <a:pt x="843" y="17003"/>
                    <a:pt x="843" y="17003"/>
                    <a:pt x="957" y="16922"/>
                  </a:cubicBezTo>
                  <a:cubicBezTo>
                    <a:pt x="983" y="16924"/>
                    <a:pt x="1003" y="16925"/>
                    <a:pt x="1017" y="16925"/>
                  </a:cubicBezTo>
                  <a:cubicBezTo>
                    <a:pt x="1064" y="16925"/>
                    <a:pt x="1044" y="16909"/>
                    <a:pt x="957" y="16841"/>
                  </a:cubicBezTo>
                  <a:cubicBezTo>
                    <a:pt x="900" y="16760"/>
                    <a:pt x="900" y="16760"/>
                    <a:pt x="957" y="16678"/>
                  </a:cubicBezTo>
                  <a:cubicBezTo>
                    <a:pt x="1014" y="16678"/>
                    <a:pt x="1014" y="16597"/>
                    <a:pt x="957" y="16597"/>
                  </a:cubicBezTo>
                  <a:cubicBezTo>
                    <a:pt x="851" y="16516"/>
                    <a:pt x="795" y="16273"/>
                    <a:pt x="908" y="16273"/>
                  </a:cubicBezTo>
                  <a:cubicBezTo>
                    <a:pt x="900" y="16216"/>
                    <a:pt x="884" y="16160"/>
                    <a:pt x="851" y="16111"/>
                  </a:cubicBezTo>
                  <a:cubicBezTo>
                    <a:pt x="738" y="16030"/>
                    <a:pt x="738" y="16030"/>
                    <a:pt x="851" y="16030"/>
                  </a:cubicBezTo>
                  <a:cubicBezTo>
                    <a:pt x="965" y="15957"/>
                    <a:pt x="965" y="15876"/>
                    <a:pt x="851" y="15787"/>
                  </a:cubicBezTo>
                  <a:cubicBezTo>
                    <a:pt x="819" y="15738"/>
                    <a:pt x="819" y="15673"/>
                    <a:pt x="851" y="15624"/>
                  </a:cubicBezTo>
                  <a:cubicBezTo>
                    <a:pt x="904" y="15474"/>
                    <a:pt x="957" y="15049"/>
                    <a:pt x="873" y="15049"/>
                  </a:cubicBezTo>
                  <a:cubicBezTo>
                    <a:pt x="866" y="15049"/>
                    <a:pt x="859" y="15052"/>
                    <a:pt x="851" y="15057"/>
                  </a:cubicBezTo>
                  <a:lnTo>
                    <a:pt x="859" y="14895"/>
                  </a:lnTo>
                  <a:cubicBezTo>
                    <a:pt x="916" y="14741"/>
                    <a:pt x="916" y="14660"/>
                    <a:pt x="859" y="14570"/>
                  </a:cubicBezTo>
                  <a:lnTo>
                    <a:pt x="803" y="14489"/>
                  </a:lnTo>
                  <a:lnTo>
                    <a:pt x="803" y="14489"/>
                  </a:lnTo>
                  <a:cubicBezTo>
                    <a:pt x="805" y="14490"/>
                    <a:pt x="808" y="14490"/>
                    <a:pt x="811" y="14490"/>
                  </a:cubicBezTo>
                  <a:cubicBezTo>
                    <a:pt x="865" y="14490"/>
                    <a:pt x="916" y="14413"/>
                    <a:pt x="916" y="14335"/>
                  </a:cubicBezTo>
                  <a:cubicBezTo>
                    <a:pt x="916" y="14254"/>
                    <a:pt x="916" y="14254"/>
                    <a:pt x="859" y="14254"/>
                  </a:cubicBezTo>
                  <a:cubicBezTo>
                    <a:pt x="844" y="14274"/>
                    <a:pt x="832" y="14283"/>
                    <a:pt x="824" y="14283"/>
                  </a:cubicBezTo>
                  <a:cubicBezTo>
                    <a:pt x="803" y="14283"/>
                    <a:pt x="803" y="14226"/>
                    <a:pt x="803" y="14173"/>
                  </a:cubicBezTo>
                  <a:cubicBezTo>
                    <a:pt x="803" y="14092"/>
                    <a:pt x="859" y="14011"/>
                    <a:pt x="916" y="14011"/>
                  </a:cubicBezTo>
                  <a:lnTo>
                    <a:pt x="916" y="13930"/>
                  </a:lnTo>
                  <a:cubicBezTo>
                    <a:pt x="803" y="13930"/>
                    <a:pt x="803" y="13849"/>
                    <a:pt x="859" y="13849"/>
                  </a:cubicBezTo>
                  <a:cubicBezTo>
                    <a:pt x="908" y="13776"/>
                    <a:pt x="924" y="13687"/>
                    <a:pt x="916" y="13606"/>
                  </a:cubicBezTo>
                  <a:cubicBezTo>
                    <a:pt x="878" y="13606"/>
                    <a:pt x="891" y="13570"/>
                    <a:pt x="904" y="13570"/>
                  </a:cubicBezTo>
                  <a:cubicBezTo>
                    <a:pt x="910" y="13570"/>
                    <a:pt x="916" y="13579"/>
                    <a:pt x="916" y="13606"/>
                  </a:cubicBezTo>
                  <a:lnTo>
                    <a:pt x="973" y="13606"/>
                  </a:lnTo>
                  <a:cubicBezTo>
                    <a:pt x="1030" y="13525"/>
                    <a:pt x="973" y="13525"/>
                    <a:pt x="916" y="13525"/>
                  </a:cubicBezTo>
                  <a:lnTo>
                    <a:pt x="916" y="13362"/>
                  </a:lnTo>
                  <a:cubicBezTo>
                    <a:pt x="916" y="13305"/>
                    <a:pt x="920" y="13248"/>
                    <a:pt x="903" y="13248"/>
                  </a:cubicBezTo>
                  <a:cubicBezTo>
                    <a:pt x="895" y="13248"/>
                    <a:pt x="884" y="13258"/>
                    <a:pt x="868" y="13281"/>
                  </a:cubicBezTo>
                  <a:cubicBezTo>
                    <a:pt x="811" y="13281"/>
                    <a:pt x="754" y="13281"/>
                    <a:pt x="754" y="13200"/>
                  </a:cubicBezTo>
                  <a:cubicBezTo>
                    <a:pt x="716" y="13200"/>
                    <a:pt x="729" y="13164"/>
                    <a:pt x="741" y="13164"/>
                  </a:cubicBezTo>
                  <a:cubicBezTo>
                    <a:pt x="748" y="13164"/>
                    <a:pt x="754" y="13173"/>
                    <a:pt x="754" y="13200"/>
                  </a:cubicBezTo>
                  <a:cubicBezTo>
                    <a:pt x="811" y="13200"/>
                    <a:pt x="868" y="13200"/>
                    <a:pt x="868" y="13119"/>
                  </a:cubicBezTo>
                  <a:cubicBezTo>
                    <a:pt x="868" y="13038"/>
                    <a:pt x="924" y="13038"/>
                    <a:pt x="924" y="13038"/>
                  </a:cubicBezTo>
                  <a:cubicBezTo>
                    <a:pt x="937" y="13047"/>
                    <a:pt x="947" y="13051"/>
                    <a:pt x="956" y="13051"/>
                  </a:cubicBezTo>
                  <a:cubicBezTo>
                    <a:pt x="1025" y="13051"/>
                    <a:pt x="975" y="12786"/>
                    <a:pt x="924" y="12714"/>
                  </a:cubicBezTo>
                  <a:cubicBezTo>
                    <a:pt x="811" y="12552"/>
                    <a:pt x="811" y="12471"/>
                    <a:pt x="924" y="12471"/>
                  </a:cubicBezTo>
                  <a:cubicBezTo>
                    <a:pt x="1038" y="12471"/>
                    <a:pt x="924" y="12308"/>
                    <a:pt x="754" y="12227"/>
                  </a:cubicBezTo>
                  <a:lnTo>
                    <a:pt x="584" y="12138"/>
                  </a:lnTo>
                  <a:lnTo>
                    <a:pt x="754" y="12146"/>
                  </a:lnTo>
                  <a:cubicBezTo>
                    <a:pt x="981" y="12065"/>
                    <a:pt x="981" y="12065"/>
                    <a:pt x="868" y="11822"/>
                  </a:cubicBezTo>
                  <a:cubicBezTo>
                    <a:pt x="819" y="11660"/>
                    <a:pt x="819" y="11660"/>
                    <a:pt x="876" y="11660"/>
                  </a:cubicBezTo>
                  <a:cubicBezTo>
                    <a:pt x="932" y="11660"/>
                    <a:pt x="932" y="11579"/>
                    <a:pt x="932" y="11335"/>
                  </a:cubicBezTo>
                  <a:cubicBezTo>
                    <a:pt x="932" y="11092"/>
                    <a:pt x="932" y="11011"/>
                    <a:pt x="876" y="11011"/>
                  </a:cubicBezTo>
                  <a:lnTo>
                    <a:pt x="876" y="10849"/>
                  </a:lnTo>
                  <a:cubicBezTo>
                    <a:pt x="968" y="10783"/>
                    <a:pt x="948" y="10665"/>
                    <a:pt x="877" y="10665"/>
                  </a:cubicBezTo>
                  <a:cubicBezTo>
                    <a:pt x="860" y="10665"/>
                    <a:pt x="841" y="10671"/>
                    <a:pt x="819" y="10687"/>
                  </a:cubicBezTo>
                  <a:lnTo>
                    <a:pt x="819" y="10525"/>
                  </a:lnTo>
                  <a:lnTo>
                    <a:pt x="876" y="10525"/>
                  </a:lnTo>
                  <a:cubicBezTo>
                    <a:pt x="932" y="10525"/>
                    <a:pt x="932" y="10363"/>
                    <a:pt x="941" y="9714"/>
                  </a:cubicBezTo>
                  <a:cubicBezTo>
                    <a:pt x="941" y="8984"/>
                    <a:pt x="941" y="8903"/>
                    <a:pt x="827" y="8903"/>
                  </a:cubicBezTo>
                  <a:cubicBezTo>
                    <a:pt x="714" y="8822"/>
                    <a:pt x="714" y="8741"/>
                    <a:pt x="827" y="8741"/>
                  </a:cubicBezTo>
                  <a:cubicBezTo>
                    <a:pt x="884" y="8741"/>
                    <a:pt x="941" y="8660"/>
                    <a:pt x="884" y="8660"/>
                  </a:cubicBezTo>
                  <a:cubicBezTo>
                    <a:pt x="884" y="8579"/>
                    <a:pt x="908" y="8498"/>
                    <a:pt x="949" y="8425"/>
                  </a:cubicBezTo>
                  <a:cubicBezTo>
                    <a:pt x="1062" y="8182"/>
                    <a:pt x="1005" y="8100"/>
                    <a:pt x="949" y="8100"/>
                  </a:cubicBezTo>
                  <a:cubicBezTo>
                    <a:pt x="917" y="8121"/>
                    <a:pt x="899" y="8129"/>
                    <a:pt x="890" y="8129"/>
                  </a:cubicBezTo>
                  <a:cubicBezTo>
                    <a:pt x="867" y="8129"/>
                    <a:pt x="908" y="8072"/>
                    <a:pt x="949" y="8019"/>
                  </a:cubicBezTo>
                  <a:cubicBezTo>
                    <a:pt x="1005" y="7938"/>
                    <a:pt x="1062" y="7857"/>
                    <a:pt x="1005" y="7857"/>
                  </a:cubicBezTo>
                  <a:cubicBezTo>
                    <a:pt x="949" y="7776"/>
                    <a:pt x="892" y="7290"/>
                    <a:pt x="1005" y="7290"/>
                  </a:cubicBezTo>
                  <a:lnTo>
                    <a:pt x="1005" y="7128"/>
                  </a:lnTo>
                  <a:cubicBezTo>
                    <a:pt x="949" y="7128"/>
                    <a:pt x="957" y="6965"/>
                    <a:pt x="957" y="6803"/>
                  </a:cubicBezTo>
                  <a:cubicBezTo>
                    <a:pt x="957" y="6641"/>
                    <a:pt x="957" y="6560"/>
                    <a:pt x="1014" y="6560"/>
                  </a:cubicBezTo>
                  <a:cubicBezTo>
                    <a:pt x="1029" y="6582"/>
                    <a:pt x="1040" y="6592"/>
                    <a:pt x="1047" y="6592"/>
                  </a:cubicBezTo>
                  <a:cubicBezTo>
                    <a:pt x="1066" y="6592"/>
                    <a:pt x="1055" y="6517"/>
                    <a:pt x="1014" y="6398"/>
                  </a:cubicBezTo>
                  <a:cubicBezTo>
                    <a:pt x="1014" y="6317"/>
                    <a:pt x="900" y="6236"/>
                    <a:pt x="900" y="6155"/>
                  </a:cubicBezTo>
                  <a:cubicBezTo>
                    <a:pt x="843" y="6155"/>
                    <a:pt x="787" y="6074"/>
                    <a:pt x="787" y="5992"/>
                  </a:cubicBezTo>
                  <a:lnTo>
                    <a:pt x="957" y="5992"/>
                  </a:lnTo>
                  <a:cubicBezTo>
                    <a:pt x="957" y="5911"/>
                    <a:pt x="957" y="5830"/>
                    <a:pt x="900" y="5830"/>
                  </a:cubicBezTo>
                  <a:cubicBezTo>
                    <a:pt x="957" y="5749"/>
                    <a:pt x="957" y="5668"/>
                    <a:pt x="957" y="5506"/>
                  </a:cubicBezTo>
                  <a:cubicBezTo>
                    <a:pt x="965" y="5344"/>
                    <a:pt x="965" y="5182"/>
                    <a:pt x="908" y="5101"/>
                  </a:cubicBezTo>
                  <a:cubicBezTo>
                    <a:pt x="1022" y="5020"/>
                    <a:pt x="1022" y="4533"/>
                    <a:pt x="908" y="4452"/>
                  </a:cubicBezTo>
                  <a:cubicBezTo>
                    <a:pt x="851" y="4452"/>
                    <a:pt x="851" y="4371"/>
                    <a:pt x="908" y="4290"/>
                  </a:cubicBezTo>
                  <a:cubicBezTo>
                    <a:pt x="965" y="4209"/>
                    <a:pt x="965" y="4209"/>
                    <a:pt x="908" y="4128"/>
                  </a:cubicBezTo>
                  <a:cubicBezTo>
                    <a:pt x="851" y="4047"/>
                    <a:pt x="908" y="3966"/>
                    <a:pt x="965" y="3884"/>
                  </a:cubicBezTo>
                  <a:cubicBezTo>
                    <a:pt x="1086" y="3803"/>
                    <a:pt x="1086" y="3722"/>
                    <a:pt x="1030" y="3641"/>
                  </a:cubicBezTo>
                  <a:cubicBezTo>
                    <a:pt x="989" y="3512"/>
                    <a:pt x="965" y="3374"/>
                    <a:pt x="973" y="3236"/>
                  </a:cubicBezTo>
                  <a:cubicBezTo>
                    <a:pt x="931" y="3117"/>
                    <a:pt x="920" y="3042"/>
                    <a:pt x="895" y="3042"/>
                  </a:cubicBezTo>
                  <a:cubicBezTo>
                    <a:pt x="886" y="3042"/>
                    <a:pt x="875" y="3052"/>
                    <a:pt x="859" y="3074"/>
                  </a:cubicBezTo>
                  <a:cubicBezTo>
                    <a:pt x="803" y="3074"/>
                    <a:pt x="746" y="2993"/>
                    <a:pt x="746" y="2993"/>
                  </a:cubicBezTo>
                  <a:cubicBezTo>
                    <a:pt x="713" y="2898"/>
                    <a:pt x="718" y="2858"/>
                    <a:pt x="729" y="2858"/>
                  </a:cubicBezTo>
                  <a:cubicBezTo>
                    <a:pt x="736" y="2858"/>
                    <a:pt x="746" y="2878"/>
                    <a:pt x="746" y="2912"/>
                  </a:cubicBezTo>
                  <a:cubicBezTo>
                    <a:pt x="770" y="2980"/>
                    <a:pt x="784" y="3005"/>
                    <a:pt x="796" y="3005"/>
                  </a:cubicBezTo>
                  <a:cubicBezTo>
                    <a:pt x="813" y="3005"/>
                    <a:pt x="827" y="2958"/>
                    <a:pt x="859" y="2912"/>
                  </a:cubicBezTo>
                  <a:cubicBezTo>
                    <a:pt x="908" y="2814"/>
                    <a:pt x="924" y="2701"/>
                    <a:pt x="916" y="2587"/>
                  </a:cubicBezTo>
                  <a:lnTo>
                    <a:pt x="924" y="2263"/>
                  </a:lnTo>
                  <a:cubicBezTo>
                    <a:pt x="981" y="2020"/>
                    <a:pt x="981" y="1939"/>
                    <a:pt x="924" y="1939"/>
                  </a:cubicBezTo>
                  <a:lnTo>
                    <a:pt x="868" y="1939"/>
                  </a:lnTo>
                  <a:cubicBezTo>
                    <a:pt x="981" y="1841"/>
                    <a:pt x="981" y="966"/>
                    <a:pt x="868" y="755"/>
                  </a:cubicBezTo>
                  <a:lnTo>
                    <a:pt x="868" y="755"/>
                  </a:lnTo>
                  <a:cubicBezTo>
                    <a:pt x="883" y="770"/>
                    <a:pt x="904" y="791"/>
                    <a:pt x="924" y="812"/>
                  </a:cubicBezTo>
                  <a:cubicBezTo>
                    <a:pt x="939" y="821"/>
                    <a:pt x="947" y="825"/>
                    <a:pt x="954" y="825"/>
                  </a:cubicBezTo>
                  <a:cubicBezTo>
                    <a:pt x="958" y="825"/>
                    <a:pt x="962" y="823"/>
                    <a:pt x="965" y="820"/>
                  </a:cubicBezTo>
                  <a:cubicBezTo>
                    <a:pt x="1046" y="844"/>
                    <a:pt x="1127" y="844"/>
                    <a:pt x="1208" y="844"/>
                  </a:cubicBezTo>
                  <a:cubicBezTo>
                    <a:pt x="1289" y="844"/>
                    <a:pt x="1597" y="787"/>
                    <a:pt x="1865" y="787"/>
                  </a:cubicBezTo>
                  <a:cubicBezTo>
                    <a:pt x="1942" y="787"/>
                    <a:pt x="2014" y="788"/>
                    <a:pt x="2078" y="788"/>
                  </a:cubicBezTo>
                  <a:cubicBezTo>
                    <a:pt x="2303" y="788"/>
                    <a:pt x="2440" y="783"/>
                    <a:pt x="2440" y="739"/>
                  </a:cubicBezTo>
                  <a:cubicBezTo>
                    <a:pt x="2522" y="739"/>
                    <a:pt x="2522" y="739"/>
                    <a:pt x="2522" y="795"/>
                  </a:cubicBezTo>
                  <a:cubicBezTo>
                    <a:pt x="2440" y="852"/>
                    <a:pt x="2522" y="852"/>
                    <a:pt x="2603" y="852"/>
                  </a:cubicBezTo>
                  <a:cubicBezTo>
                    <a:pt x="2684" y="852"/>
                    <a:pt x="2684" y="795"/>
                    <a:pt x="2684" y="739"/>
                  </a:cubicBezTo>
                  <a:cubicBezTo>
                    <a:pt x="2684" y="710"/>
                    <a:pt x="2704" y="696"/>
                    <a:pt x="2745" y="696"/>
                  </a:cubicBezTo>
                  <a:cubicBezTo>
                    <a:pt x="2785" y="696"/>
                    <a:pt x="2846" y="710"/>
                    <a:pt x="2927" y="739"/>
                  </a:cubicBezTo>
                  <a:cubicBezTo>
                    <a:pt x="3032" y="767"/>
                    <a:pt x="3142" y="781"/>
                    <a:pt x="3251" y="781"/>
                  </a:cubicBezTo>
                  <a:cubicBezTo>
                    <a:pt x="3361" y="781"/>
                    <a:pt x="3470" y="767"/>
                    <a:pt x="3576" y="739"/>
                  </a:cubicBezTo>
                  <a:cubicBezTo>
                    <a:pt x="3657" y="739"/>
                    <a:pt x="3738" y="739"/>
                    <a:pt x="3738" y="795"/>
                  </a:cubicBezTo>
                  <a:cubicBezTo>
                    <a:pt x="3800" y="841"/>
                    <a:pt x="3873" y="863"/>
                    <a:pt x="3946" y="863"/>
                  </a:cubicBezTo>
                  <a:cubicBezTo>
                    <a:pt x="4015" y="863"/>
                    <a:pt x="4084" y="843"/>
                    <a:pt x="4143" y="804"/>
                  </a:cubicBezTo>
                  <a:cubicBezTo>
                    <a:pt x="4224" y="804"/>
                    <a:pt x="4224" y="804"/>
                    <a:pt x="4224" y="860"/>
                  </a:cubicBezTo>
                  <a:cubicBezTo>
                    <a:pt x="4271" y="893"/>
                    <a:pt x="4291" y="926"/>
                    <a:pt x="4315" y="926"/>
                  </a:cubicBezTo>
                  <a:cubicBezTo>
                    <a:pt x="4332" y="926"/>
                    <a:pt x="4352" y="908"/>
                    <a:pt x="4386" y="860"/>
                  </a:cubicBezTo>
                  <a:cubicBezTo>
                    <a:pt x="4480" y="832"/>
                    <a:pt x="4575" y="818"/>
                    <a:pt x="4670" y="818"/>
                  </a:cubicBezTo>
                  <a:cubicBezTo>
                    <a:pt x="4765" y="818"/>
                    <a:pt x="4861" y="832"/>
                    <a:pt x="4954" y="860"/>
                  </a:cubicBezTo>
                  <a:cubicBezTo>
                    <a:pt x="5035" y="860"/>
                    <a:pt x="5116" y="860"/>
                    <a:pt x="5116" y="804"/>
                  </a:cubicBezTo>
                  <a:lnTo>
                    <a:pt x="5116" y="747"/>
                  </a:lnTo>
                  <a:cubicBezTo>
                    <a:pt x="5157" y="804"/>
                    <a:pt x="5177" y="832"/>
                    <a:pt x="5197" y="832"/>
                  </a:cubicBezTo>
                  <a:cubicBezTo>
                    <a:pt x="5217" y="832"/>
                    <a:pt x="5238" y="804"/>
                    <a:pt x="5278" y="747"/>
                  </a:cubicBezTo>
                  <a:cubicBezTo>
                    <a:pt x="5278" y="722"/>
                    <a:pt x="5298" y="710"/>
                    <a:pt x="5319" y="710"/>
                  </a:cubicBezTo>
                  <a:cubicBezTo>
                    <a:pt x="5339" y="710"/>
                    <a:pt x="5359" y="722"/>
                    <a:pt x="5359" y="747"/>
                  </a:cubicBezTo>
                  <a:cubicBezTo>
                    <a:pt x="5408" y="787"/>
                    <a:pt x="5465" y="804"/>
                    <a:pt x="5521" y="804"/>
                  </a:cubicBezTo>
                  <a:cubicBezTo>
                    <a:pt x="5603" y="804"/>
                    <a:pt x="6008" y="755"/>
                    <a:pt x="6413" y="755"/>
                  </a:cubicBezTo>
                  <a:cubicBezTo>
                    <a:pt x="6557" y="755"/>
                    <a:pt x="6682" y="755"/>
                    <a:pt x="6787" y="755"/>
                  </a:cubicBezTo>
                  <a:cubicBezTo>
                    <a:pt x="7158" y="755"/>
                    <a:pt x="7305" y="750"/>
                    <a:pt x="7305" y="706"/>
                  </a:cubicBezTo>
                  <a:cubicBezTo>
                    <a:pt x="7346" y="678"/>
                    <a:pt x="7366" y="664"/>
                    <a:pt x="7386" y="664"/>
                  </a:cubicBezTo>
                  <a:cubicBezTo>
                    <a:pt x="7407" y="664"/>
                    <a:pt x="7427" y="678"/>
                    <a:pt x="7467" y="706"/>
                  </a:cubicBezTo>
                  <a:cubicBezTo>
                    <a:pt x="7531" y="742"/>
                    <a:pt x="7601" y="765"/>
                    <a:pt x="7676" y="765"/>
                  </a:cubicBezTo>
                  <a:cubicBezTo>
                    <a:pt x="7688" y="765"/>
                    <a:pt x="7699" y="764"/>
                    <a:pt x="7711" y="763"/>
                  </a:cubicBezTo>
                  <a:cubicBezTo>
                    <a:pt x="7792" y="763"/>
                    <a:pt x="7873" y="763"/>
                    <a:pt x="7873" y="820"/>
                  </a:cubicBezTo>
                  <a:cubicBezTo>
                    <a:pt x="7954" y="763"/>
                    <a:pt x="7954" y="763"/>
                    <a:pt x="8035" y="763"/>
                  </a:cubicBezTo>
                  <a:cubicBezTo>
                    <a:pt x="8035" y="791"/>
                    <a:pt x="8055" y="806"/>
                    <a:pt x="8086" y="806"/>
                  </a:cubicBezTo>
                  <a:cubicBezTo>
                    <a:pt x="8116" y="806"/>
                    <a:pt x="8156" y="791"/>
                    <a:pt x="8197" y="763"/>
                  </a:cubicBezTo>
                  <a:cubicBezTo>
                    <a:pt x="8238" y="706"/>
                    <a:pt x="8258" y="678"/>
                    <a:pt x="8268" y="678"/>
                  </a:cubicBezTo>
                  <a:cubicBezTo>
                    <a:pt x="8278" y="678"/>
                    <a:pt x="8278" y="706"/>
                    <a:pt x="8278" y="763"/>
                  </a:cubicBezTo>
                  <a:cubicBezTo>
                    <a:pt x="8278" y="803"/>
                    <a:pt x="8400" y="843"/>
                    <a:pt x="8442" y="843"/>
                  </a:cubicBezTo>
                  <a:cubicBezTo>
                    <a:pt x="8460" y="843"/>
                    <a:pt x="8464" y="836"/>
                    <a:pt x="8440" y="820"/>
                  </a:cubicBezTo>
                  <a:cubicBezTo>
                    <a:pt x="8440" y="763"/>
                    <a:pt x="8602" y="763"/>
                    <a:pt x="8683" y="706"/>
                  </a:cubicBezTo>
                  <a:cubicBezTo>
                    <a:pt x="8765" y="706"/>
                    <a:pt x="8846" y="714"/>
                    <a:pt x="8846" y="771"/>
                  </a:cubicBezTo>
                  <a:cubicBezTo>
                    <a:pt x="8869" y="788"/>
                    <a:pt x="8921" y="795"/>
                    <a:pt x="8984" y="795"/>
                  </a:cubicBezTo>
                  <a:cubicBezTo>
                    <a:pt x="9136" y="795"/>
                    <a:pt x="9356" y="754"/>
                    <a:pt x="9413" y="714"/>
                  </a:cubicBezTo>
                  <a:cubicBezTo>
                    <a:pt x="9413" y="686"/>
                    <a:pt x="9433" y="672"/>
                    <a:pt x="9454" y="672"/>
                  </a:cubicBezTo>
                  <a:cubicBezTo>
                    <a:pt x="9474" y="672"/>
                    <a:pt x="9494" y="686"/>
                    <a:pt x="9494" y="714"/>
                  </a:cubicBezTo>
                  <a:cubicBezTo>
                    <a:pt x="9494" y="771"/>
                    <a:pt x="9575" y="771"/>
                    <a:pt x="9656" y="771"/>
                  </a:cubicBezTo>
                  <a:cubicBezTo>
                    <a:pt x="9680" y="754"/>
                    <a:pt x="9697" y="748"/>
                    <a:pt x="9709" y="748"/>
                  </a:cubicBezTo>
                  <a:cubicBezTo>
                    <a:pt x="9737" y="748"/>
                    <a:pt x="9735" y="788"/>
                    <a:pt x="9729" y="828"/>
                  </a:cubicBezTo>
                  <a:cubicBezTo>
                    <a:pt x="9648" y="885"/>
                    <a:pt x="9729" y="885"/>
                    <a:pt x="9892" y="885"/>
                  </a:cubicBezTo>
                  <a:cubicBezTo>
                    <a:pt x="9950" y="843"/>
                    <a:pt x="10137" y="832"/>
                    <a:pt x="10328" y="832"/>
                  </a:cubicBezTo>
                  <a:cubicBezTo>
                    <a:pt x="10401" y="832"/>
                    <a:pt x="10473" y="834"/>
                    <a:pt x="10540" y="836"/>
                  </a:cubicBezTo>
                  <a:cubicBezTo>
                    <a:pt x="10946" y="836"/>
                    <a:pt x="11027" y="779"/>
                    <a:pt x="11189" y="666"/>
                  </a:cubicBezTo>
                  <a:lnTo>
                    <a:pt x="11278" y="552"/>
                  </a:lnTo>
                  <a:lnTo>
                    <a:pt x="11270" y="666"/>
                  </a:lnTo>
                  <a:cubicBezTo>
                    <a:pt x="11286" y="731"/>
                    <a:pt x="11318" y="787"/>
                    <a:pt x="11351" y="836"/>
                  </a:cubicBezTo>
                  <a:cubicBezTo>
                    <a:pt x="11432" y="836"/>
                    <a:pt x="11432" y="779"/>
                    <a:pt x="11432" y="722"/>
                  </a:cubicBezTo>
                  <a:cubicBezTo>
                    <a:pt x="11432" y="694"/>
                    <a:pt x="11452" y="680"/>
                    <a:pt x="11493" y="680"/>
                  </a:cubicBezTo>
                  <a:cubicBezTo>
                    <a:pt x="11533" y="680"/>
                    <a:pt x="11594" y="694"/>
                    <a:pt x="11675" y="722"/>
                  </a:cubicBezTo>
                  <a:cubicBezTo>
                    <a:pt x="11759" y="752"/>
                    <a:pt x="11822" y="766"/>
                    <a:pt x="11874" y="766"/>
                  </a:cubicBezTo>
                  <a:cubicBezTo>
                    <a:pt x="11922" y="766"/>
                    <a:pt x="11961" y="754"/>
                    <a:pt x="12000" y="731"/>
                  </a:cubicBezTo>
                  <a:cubicBezTo>
                    <a:pt x="12014" y="729"/>
                    <a:pt x="12028" y="729"/>
                    <a:pt x="12042" y="729"/>
                  </a:cubicBezTo>
                  <a:cubicBezTo>
                    <a:pt x="12115" y="729"/>
                    <a:pt x="12182" y="747"/>
                    <a:pt x="12243" y="787"/>
                  </a:cubicBezTo>
                  <a:cubicBezTo>
                    <a:pt x="12324" y="787"/>
                    <a:pt x="12324" y="787"/>
                    <a:pt x="12324" y="731"/>
                  </a:cubicBezTo>
                  <a:cubicBezTo>
                    <a:pt x="12324" y="702"/>
                    <a:pt x="12344" y="688"/>
                    <a:pt x="12375" y="688"/>
                  </a:cubicBezTo>
                  <a:cubicBezTo>
                    <a:pt x="12405" y="688"/>
                    <a:pt x="12445" y="702"/>
                    <a:pt x="12486" y="731"/>
                  </a:cubicBezTo>
                  <a:cubicBezTo>
                    <a:pt x="12534" y="797"/>
                    <a:pt x="12637" y="825"/>
                    <a:pt x="12714" y="825"/>
                  </a:cubicBezTo>
                  <a:cubicBezTo>
                    <a:pt x="12769" y="825"/>
                    <a:pt x="12810" y="811"/>
                    <a:pt x="12810" y="787"/>
                  </a:cubicBezTo>
                  <a:cubicBezTo>
                    <a:pt x="12810" y="731"/>
                    <a:pt x="12891" y="731"/>
                    <a:pt x="12972" y="731"/>
                  </a:cubicBezTo>
                  <a:cubicBezTo>
                    <a:pt x="12987" y="732"/>
                    <a:pt x="13001" y="733"/>
                    <a:pt x="13015" y="733"/>
                  </a:cubicBezTo>
                  <a:cubicBezTo>
                    <a:pt x="13088" y="733"/>
                    <a:pt x="13155" y="715"/>
                    <a:pt x="13216" y="674"/>
                  </a:cubicBezTo>
                  <a:lnTo>
                    <a:pt x="13378" y="674"/>
                  </a:lnTo>
                  <a:cubicBezTo>
                    <a:pt x="13459" y="674"/>
                    <a:pt x="13378" y="731"/>
                    <a:pt x="13297" y="731"/>
                  </a:cubicBezTo>
                  <a:lnTo>
                    <a:pt x="13378" y="787"/>
                  </a:lnTo>
                  <a:cubicBezTo>
                    <a:pt x="13422" y="790"/>
                    <a:pt x="13461" y="791"/>
                    <a:pt x="13495" y="791"/>
                  </a:cubicBezTo>
                  <a:cubicBezTo>
                    <a:pt x="13585" y="791"/>
                    <a:pt x="13643" y="780"/>
                    <a:pt x="13702" y="739"/>
                  </a:cubicBezTo>
                  <a:cubicBezTo>
                    <a:pt x="13743" y="682"/>
                    <a:pt x="13763" y="654"/>
                    <a:pt x="13773" y="654"/>
                  </a:cubicBezTo>
                  <a:cubicBezTo>
                    <a:pt x="13783" y="654"/>
                    <a:pt x="13783" y="682"/>
                    <a:pt x="13783" y="739"/>
                  </a:cubicBezTo>
                  <a:cubicBezTo>
                    <a:pt x="13789" y="788"/>
                    <a:pt x="13835" y="819"/>
                    <a:pt x="13881" y="819"/>
                  </a:cubicBezTo>
                  <a:cubicBezTo>
                    <a:pt x="13904" y="819"/>
                    <a:pt x="13927" y="811"/>
                    <a:pt x="13945" y="795"/>
                  </a:cubicBezTo>
                  <a:cubicBezTo>
                    <a:pt x="13980" y="747"/>
                    <a:pt x="14014" y="730"/>
                    <a:pt x="14042" y="730"/>
                  </a:cubicBezTo>
                  <a:cubicBezTo>
                    <a:pt x="14081" y="730"/>
                    <a:pt x="14108" y="763"/>
                    <a:pt x="14108" y="795"/>
                  </a:cubicBezTo>
                  <a:cubicBezTo>
                    <a:pt x="14067" y="852"/>
                    <a:pt x="14047" y="881"/>
                    <a:pt x="14077" y="881"/>
                  </a:cubicBezTo>
                  <a:cubicBezTo>
                    <a:pt x="14108" y="881"/>
                    <a:pt x="14189" y="852"/>
                    <a:pt x="14351" y="795"/>
                  </a:cubicBezTo>
                  <a:cubicBezTo>
                    <a:pt x="14513" y="795"/>
                    <a:pt x="14837" y="739"/>
                    <a:pt x="15080" y="739"/>
                  </a:cubicBezTo>
                  <a:cubicBezTo>
                    <a:pt x="15405" y="747"/>
                    <a:pt x="15567" y="747"/>
                    <a:pt x="15648" y="804"/>
                  </a:cubicBezTo>
                  <a:cubicBezTo>
                    <a:pt x="15648" y="814"/>
                    <a:pt x="15649" y="824"/>
                    <a:pt x="15650" y="833"/>
                  </a:cubicBezTo>
                  <a:lnTo>
                    <a:pt x="15650" y="833"/>
                  </a:lnTo>
                  <a:cubicBezTo>
                    <a:pt x="15664" y="747"/>
                    <a:pt x="15751" y="747"/>
                    <a:pt x="15972" y="747"/>
                  </a:cubicBezTo>
                  <a:cubicBezTo>
                    <a:pt x="16032" y="765"/>
                    <a:pt x="16093" y="774"/>
                    <a:pt x="16155" y="774"/>
                  </a:cubicBezTo>
                  <a:cubicBezTo>
                    <a:pt x="16261" y="774"/>
                    <a:pt x="16366" y="747"/>
                    <a:pt x="16459" y="690"/>
                  </a:cubicBezTo>
                  <a:lnTo>
                    <a:pt x="16297" y="690"/>
                  </a:lnTo>
                  <a:cubicBezTo>
                    <a:pt x="16297" y="624"/>
                    <a:pt x="16324" y="596"/>
                    <a:pt x="16380" y="596"/>
                  </a:cubicBezTo>
                  <a:cubicBezTo>
                    <a:pt x="16419" y="596"/>
                    <a:pt x="16473" y="610"/>
                    <a:pt x="16540" y="633"/>
                  </a:cubicBezTo>
                  <a:cubicBezTo>
                    <a:pt x="16621" y="633"/>
                    <a:pt x="16621" y="698"/>
                    <a:pt x="16621" y="755"/>
                  </a:cubicBezTo>
                  <a:cubicBezTo>
                    <a:pt x="16621" y="812"/>
                    <a:pt x="16694" y="868"/>
                    <a:pt x="16775" y="868"/>
                  </a:cubicBezTo>
                  <a:cubicBezTo>
                    <a:pt x="16856" y="868"/>
                    <a:pt x="16937" y="868"/>
                    <a:pt x="16856" y="812"/>
                  </a:cubicBezTo>
                  <a:cubicBezTo>
                    <a:pt x="16864" y="755"/>
                    <a:pt x="16864" y="755"/>
                    <a:pt x="16937" y="755"/>
                  </a:cubicBezTo>
                  <a:cubicBezTo>
                    <a:pt x="16949" y="756"/>
                    <a:pt x="16960" y="756"/>
                    <a:pt x="16972" y="756"/>
                  </a:cubicBezTo>
                  <a:cubicBezTo>
                    <a:pt x="17049" y="756"/>
                    <a:pt x="17124" y="733"/>
                    <a:pt x="17180" y="698"/>
                  </a:cubicBezTo>
                  <a:cubicBezTo>
                    <a:pt x="17180" y="641"/>
                    <a:pt x="17286" y="641"/>
                    <a:pt x="17383" y="641"/>
                  </a:cubicBezTo>
                  <a:cubicBezTo>
                    <a:pt x="17464" y="682"/>
                    <a:pt x="17561" y="698"/>
                    <a:pt x="17651" y="698"/>
                  </a:cubicBezTo>
                  <a:lnTo>
                    <a:pt x="17634" y="755"/>
                  </a:lnTo>
                  <a:cubicBezTo>
                    <a:pt x="17626" y="795"/>
                    <a:pt x="17634" y="844"/>
                    <a:pt x="17667" y="868"/>
                  </a:cubicBezTo>
                  <a:cubicBezTo>
                    <a:pt x="17707" y="868"/>
                    <a:pt x="17756" y="852"/>
                    <a:pt x="17780" y="812"/>
                  </a:cubicBezTo>
                  <a:cubicBezTo>
                    <a:pt x="17788" y="795"/>
                    <a:pt x="17999" y="787"/>
                    <a:pt x="18291" y="779"/>
                  </a:cubicBezTo>
                  <a:cubicBezTo>
                    <a:pt x="18299" y="1095"/>
                    <a:pt x="18299" y="1517"/>
                    <a:pt x="18307" y="1890"/>
                  </a:cubicBezTo>
                  <a:cubicBezTo>
                    <a:pt x="18307" y="2222"/>
                    <a:pt x="18307" y="2506"/>
                    <a:pt x="18307" y="2595"/>
                  </a:cubicBezTo>
                  <a:cubicBezTo>
                    <a:pt x="18258" y="2730"/>
                    <a:pt x="18245" y="2933"/>
                    <a:pt x="18281" y="2933"/>
                  </a:cubicBezTo>
                  <a:cubicBezTo>
                    <a:pt x="18286" y="2933"/>
                    <a:pt x="18292" y="2929"/>
                    <a:pt x="18299" y="2920"/>
                  </a:cubicBezTo>
                  <a:cubicBezTo>
                    <a:pt x="18356" y="2920"/>
                    <a:pt x="18356" y="3325"/>
                    <a:pt x="18356" y="3812"/>
                  </a:cubicBezTo>
                  <a:cubicBezTo>
                    <a:pt x="18348" y="4371"/>
                    <a:pt x="18348" y="4776"/>
                    <a:pt x="18405" y="4776"/>
                  </a:cubicBezTo>
                  <a:lnTo>
                    <a:pt x="18405" y="5020"/>
                  </a:lnTo>
                  <a:cubicBezTo>
                    <a:pt x="18405" y="5182"/>
                    <a:pt x="18461" y="5344"/>
                    <a:pt x="18461" y="5425"/>
                  </a:cubicBezTo>
                  <a:cubicBezTo>
                    <a:pt x="18502" y="5482"/>
                    <a:pt x="18513" y="5540"/>
                    <a:pt x="18497" y="5540"/>
                  </a:cubicBezTo>
                  <a:cubicBezTo>
                    <a:pt x="18490" y="5540"/>
                    <a:pt x="18478" y="5530"/>
                    <a:pt x="18461" y="5506"/>
                  </a:cubicBezTo>
                  <a:cubicBezTo>
                    <a:pt x="18405" y="5506"/>
                    <a:pt x="18348" y="5506"/>
                    <a:pt x="18348" y="5587"/>
                  </a:cubicBezTo>
                  <a:cubicBezTo>
                    <a:pt x="18348" y="5749"/>
                    <a:pt x="18405" y="5749"/>
                    <a:pt x="18461" y="5749"/>
                  </a:cubicBezTo>
                  <a:cubicBezTo>
                    <a:pt x="18518" y="5749"/>
                    <a:pt x="18518" y="5830"/>
                    <a:pt x="18518" y="5830"/>
                  </a:cubicBezTo>
                  <a:cubicBezTo>
                    <a:pt x="18518" y="5911"/>
                    <a:pt x="18518" y="5911"/>
                    <a:pt x="18461" y="5911"/>
                  </a:cubicBezTo>
                  <a:lnTo>
                    <a:pt x="18348" y="5911"/>
                  </a:lnTo>
                  <a:lnTo>
                    <a:pt x="18348" y="5992"/>
                  </a:lnTo>
                  <a:cubicBezTo>
                    <a:pt x="18405" y="5992"/>
                    <a:pt x="18397" y="6074"/>
                    <a:pt x="18397" y="6074"/>
                  </a:cubicBezTo>
                  <a:cubicBezTo>
                    <a:pt x="18397" y="6155"/>
                    <a:pt x="18397" y="6155"/>
                    <a:pt x="18283" y="6155"/>
                  </a:cubicBezTo>
                  <a:cubicBezTo>
                    <a:pt x="18170" y="6155"/>
                    <a:pt x="18170" y="6236"/>
                    <a:pt x="18283" y="6317"/>
                  </a:cubicBezTo>
                  <a:lnTo>
                    <a:pt x="18340" y="6479"/>
                  </a:lnTo>
                  <a:cubicBezTo>
                    <a:pt x="18226" y="6560"/>
                    <a:pt x="18340" y="6722"/>
                    <a:pt x="18397" y="6803"/>
                  </a:cubicBezTo>
                  <a:cubicBezTo>
                    <a:pt x="18283" y="6884"/>
                    <a:pt x="18283" y="6965"/>
                    <a:pt x="18397" y="7046"/>
                  </a:cubicBezTo>
                  <a:cubicBezTo>
                    <a:pt x="18453" y="7046"/>
                    <a:pt x="18453" y="7128"/>
                    <a:pt x="18397" y="7209"/>
                  </a:cubicBezTo>
                  <a:cubicBezTo>
                    <a:pt x="18340" y="7290"/>
                    <a:pt x="18340" y="7371"/>
                    <a:pt x="18340" y="7533"/>
                  </a:cubicBezTo>
                  <a:cubicBezTo>
                    <a:pt x="18388" y="7614"/>
                    <a:pt x="18388" y="8182"/>
                    <a:pt x="18388" y="8830"/>
                  </a:cubicBezTo>
                  <a:cubicBezTo>
                    <a:pt x="18380" y="9560"/>
                    <a:pt x="18380" y="10046"/>
                    <a:pt x="18437" y="10046"/>
                  </a:cubicBezTo>
                  <a:cubicBezTo>
                    <a:pt x="18437" y="10127"/>
                    <a:pt x="18437" y="10127"/>
                    <a:pt x="18380" y="10209"/>
                  </a:cubicBezTo>
                  <a:cubicBezTo>
                    <a:pt x="18378" y="10208"/>
                    <a:pt x="18375" y="10208"/>
                    <a:pt x="18373" y="10208"/>
                  </a:cubicBezTo>
                  <a:cubicBezTo>
                    <a:pt x="18324" y="10208"/>
                    <a:pt x="18329" y="10286"/>
                    <a:pt x="18437" y="10371"/>
                  </a:cubicBezTo>
                  <a:cubicBezTo>
                    <a:pt x="18494" y="10452"/>
                    <a:pt x="18551" y="10452"/>
                    <a:pt x="18437" y="10452"/>
                  </a:cubicBezTo>
                  <a:cubicBezTo>
                    <a:pt x="18436" y="10452"/>
                    <a:pt x="18434" y="10451"/>
                    <a:pt x="18433" y="10451"/>
                  </a:cubicBezTo>
                  <a:cubicBezTo>
                    <a:pt x="18380" y="10451"/>
                    <a:pt x="18380" y="10614"/>
                    <a:pt x="18372" y="10930"/>
                  </a:cubicBezTo>
                  <a:cubicBezTo>
                    <a:pt x="18372" y="11173"/>
                    <a:pt x="18372" y="11498"/>
                    <a:pt x="18429" y="11498"/>
                  </a:cubicBezTo>
                  <a:cubicBezTo>
                    <a:pt x="18462" y="11593"/>
                    <a:pt x="18476" y="11632"/>
                    <a:pt x="18470" y="11632"/>
                  </a:cubicBezTo>
                  <a:cubicBezTo>
                    <a:pt x="18466" y="11632"/>
                    <a:pt x="18453" y="11612"/>
                    <a:pt x="18429" y="11579"/>
                  </a:cubicBezTo>
                  <a:cubicBezTo>
                    <a:pt x="18419" y="11572"/>
                    <a:pt x="18409" y="11568"/>
                    <a:pt x="18400" y="11568"/>
                  </a:cubicBezTo>
                  <a:cubicBezTo>
                    <a:pt x="18307" y="11568"/>
                    <a:pt x="18269" y="11925"/>
                    <a:pt x="18372" y="12146"/>
                  </a:cubicBezTo>
                  <a:cubicBezTo>
                    <a:pt x="18372" y="12227"/>
                    <a:pt x="18372" y="12308"/>
                    <a:pt x="18315" y="12308"/>
                  </a:cubicBezTo>
                  <a:cubicBezTo>
                    <a:pt x="18315" y="12446"/>
                    <a:pt x="18332" y="12584"/>
                    <a:pt x="18364" y="12714"/>
                  </a:cubicBezTo>
                  <a:lnTo>
                    <a:pt x="18364" y="13281"/>
                  </a:lnTo>
                  <a:cubicBezTo>
                    <a:pt x="18364" y="13395"/>
                    <a:pt x="18388" y="13500"/>
                    <a:pt x="18421" y="13606"/>
                  </a:cubicBezTo>
                  <a:cubicBezTo>
                    <a:pt x="18421" y="13635"/>
                    <a:pt x="18421" y="13665"/>
                    <a:pt x="18421" y="13687"/>
                  </a:cubicBezTo>
                  <a:cubicBezTo>
                    <a:pt x="18364" y="13687"/>
                    <a:pt x="18356" y="14092"/>
                    <a:pt x="18356" y="14660"/>
                  </a:cubicBezTo>
                  <a:cubicBezTo>
                    <a:pt x="18356" y="15227"/>
                    <a:pt x="18348" y="15714"/>
                    <a:pt x="18291" y="15795"/>
                  </a:cubicBezTo>
                  <a:cubicBezTo>
                    <a:pt x="18299" y="15851"/>
                    <a:pt x="18315" y="15908"/>
                    <a:pt x="18348" y="15957"/>
                  </a:cubicBezTo>
                  <a:cubicBezTo>
                    <a:pt x="18461" y="16038"/>
                    <a:pt x="18461" y="16119"/>
                    <a:pt x="18405" y="16200"/>
                  </a:cubicBezTo>
                  <a:cubicBezTo>
                    <a:pt x="18291" y="16273"/>
                    <a:pt x="18291" y="16597"/>
                    <a:pt x="18405" y="16678"/>
                  </a:cubicBezTo>
                  <a:lnTo>
                    <a:pt x="18348" y="16678"/>
                  </a:lnTo>
                  <a:cubicBezTo>
                    <a:pt x="18234" y="16760"/>
                    <a:pt x="18291" y="17003"/>
                    <a:pt x="18405" y="17084"/>
                  </a:cubicBezTo>
                  <a:cubicBezTo>
                    <a:pt x="18348" y="17165"/>
                    <a:pt x="18283" y="17246"/>
                    <a:pt x="18340" y="17327"/>
                  </a:cubicBezTo>
                  <a:cubicBezTo>
                    <a:pt x="18340" y="17408"/>
                    <a:pt x="18340" y="17408"/>
                    <a:pt x="18226" y="17408"/>
                  </a:cubicBezTo>
                  <a:cubicBezTo>
                    <a:pt x="18170" y="17408"/>
                    <a:pt x="18113" y="17408"/>
                    <a:pt x="18113" y="17489"/>
                  </a:cubicBezTo>
                  <a:cubicBezTo>
                    <a:pt x="18113" y="17570"/>
                    <a:pt x="18170" y="17570"/>
                    <a:pt x="18226" y="17570"/>
                  </a:cubicBezTo>
                  <a:cubicBezTo>
                    <a:pt x="18226" y="17570"/>
                    <a:pt x="18226" y="17651"/>
                    <a:pt x="18226" y="17732"/>
                  </a:cubicBezTo>
                  <a:cubicBezTo>
                    <a:pt x="18226" y="17732"/>
                    <a:pt x="18226" y="17814"/>
                    <a:pt x="18283" y="17814"/>
                  </a:cubicBezTo>
                  <a:cubicBezTo>
                    <a:pt x="18340" y="17814"/>
                    <a:pt x="18340" y="17895"/>
                    <a:pt x="18340" y="17976"/>
                  </a:cubicBezTo>
                  <a:cubicBezTo>
                    <a:pt x="18302" y="17976"/>
                    <a:pt x="18315" y="18012"/>
                    <a:pt x="18344" y="18012"/>
                  </a:cubicBezTo>
                  <a:cubicBezTo>
                    <a:pt x="18359" y="18012"/>
                    <a:pt x="18378" y="18003"/>
                    <a:pt x="18397" y="17976"/>
                  </a:cubicBezTo>
                  <a:cubicBezTo>
                    <a:pt x="18453" y="17976"/>
                    <a:pt x="18510" y="17976"/>
                    <a:pt x="18510" y="18057"/>
                  </a:cubicBezTo>
                  <a:lnTo>
                    <a:pt x="18624" y="18057"/>
                  </a:lnTo>
                  <a:cubicBezTo>
                    <a:pt x="18644" y="18058"/>
                    <a:pt x="18663" y="18059"/>
                    <a:pt x="18680" y="18059"/>
                  </a:cubicBezTo>
                  <a:cubicBezTo>
                    <a:pt x="18758" y="18059"/>
                    <a:pt x="18804" y="18035"/>
                    <a:pt x="18851" y="17903"/>
                  </a:cubicBezTo>
                  <a:cubicBezTo>
                    <a:pt x="18907" y="17578"/>
                    <a:pt x="18964" y="17335"/>
                    <a:pt x="18851" y="17335"/>
                  </a:cubicBezTo>
                  <a:cubicBezTo>
                    <a:pt x="18778" y="17238"/>
                    <a:pt x="18778" y="17108"/>
                    <a:pt x="18859" y="17011"/>
                  </a:cubicBezTo>
                  <a:cubicBezTo>
                    <a:pt x="18915" y="17011"/>
                    <a:pt x="18915" y="16687"/>
                    <a:pt x="18915" y="16281"/>
                  </a:cubicBezTo>
                  <a:cubicBezTo>
                    <a:pt x="18915" y="15795"/>
                    <a:pt x="18924" y="15551"/>
                    <a:pt x="18980" y="15470"/>
                  </a:cubicBezTo>
                  <a:cubicBezTo>
                    <a:pt x="19013" y="15422"/>
                    <a:pt x="19029" y="15373"/>
                    <a:pt x="19037" y="15308"/>
                  </a:cubicBezTo>
                  <a:cubicBezTo>
                    <a:pt x="18980" y="15308"/>
                    <a:pt x="18980" y="14822"/>
                    <a:pt x="18980" y="14254"/>
                  </a:cubicBezTo>
                  <a:cubicBezTo>
                    <a:pt x="18988" y="13695"/>
                    <a:pt x="18988" y="13127"/>
                    <a:pt x="18932" y="13127"/>
                  </a:cubicBezTo>
                  <a:lnTo>
                    <a:pt x="18932" y="12965"/>
                  </a:lnTo>
                  <a:cubicBezTo>
                    <a:pt x="18988" y="12965"/>
                    <a:pt x="18988" y="12803"/>
                    <a:pt x="18988" y="12641"/>
                  </a:cubicBezTo>
                  <a:cubicBezTo>
                    <a:pt x="18956" y="12535"/>
                    <a:pt x="18940" y="12422"/>
                    <a:pt x="18940" y="12317"/>
                  </a:cubicBezTo>
                  <a:cubicBezTo>
                    <a:pt x="18997" y="12317"/>
                    <a:pt x="18997" y="12235"/>
                    <a:pt x="18997" y="12073"/>
                  </a:cubicBezTo>
                  <a:cubicBezTo>
                    <a:pt x="18997" y="11911"/>
                    <a:pt x="18997" y="11830"/>
                    <a:pt x="18940" y="11830"/>
                  </a:cubicBezTo>
                  <a:cubicBezTo>
                    <a:pt x="18940" y="11530"/>
                    <a:pt x="18956" y="11230"/>
                    <a:pt x="19005" y="10938"/>
                  </a:cubicBezTo>
                  <a:cubicBezTo>
                    <a:pt x="19061" y="10857"/>
                    <a:pt x="19005" y="10776"/>
                    <a:pt x="18948" y="10695"/>
                  </a:cubicBezTo>
                  <a:cubicBezTo>
                    <a:pt x="18891" y="10695"/>
                    <a:pt x="18834" y="10614"/>
                    <a:pt x="18834" y="10533"/>
                  </a:cubicBezTo>
                  <a:lnTo>
                    <a:pt x="18948" y="10533"/>
                  </a:lnTo>
                  <a:cubicBezTo>
                    <a:pt x="18971" y="10566"/>
                    <a:pt x="18985" y="10586"/>
                    <a:pt x="18993" y="10586"/>
                  </a:cubicBezTo>
                  <a:cubicBezTo>
                    <a:pt x="19005" y="10586"/>
                    <a:pt x="19005" y="10547"/>
                    <a:pt x="19005" y="10452"/>
                  </a:cubicBezTo>
                  <a:lnTo>
                    <a:pt x="19005" y="10290"/>
                  </a:lnTo>
                  <a:cubicBezTo>
                    <a:pt x="18948" y="10290"/>
                    <a:pt x="18948" y="9884"/>
                    <a:pt x="18956" y="9317"/>
                  </a:cubicBezTo>
                  <a:cubicBezTo>
                    <a:pt x="18956" y="8587"/>
                    <a:pt x="18956" y="8344"/>
                    <a:pt x="18899" y="8344"/>
                  </a:cubicBezTo>
                  <a:cubicBezTo>
                    <a:pt x="18843" y="8344"/>
                    <a:pt x="18843" y="8263"/>
                    <a:pt x="18899" y="8019"/>
                  </a:cubicBezTo>
                  <a:cubicBezTo>
                    <a:pt x="19078" y="7541"/>
                    <a:pt x="19078" y="7541"/>
                    <a:pt x="19021" y="7452"/>
                  </a:cubicBezTo>
                  <a:lnTo>
                    <a:pt x="19021" y="7452"/>
                  </a:lnTo>
                  <a:cubicBezTo>
                    <a:pt x="19021" y="7533"/>
                    <a:pt x="18964" y="7533"/>
                    <a:pt x="18907" y="7533"/>
                  </a:cubicBezTo>
                  <a:cubicBezTo>
                    <a:pt x="18794" y="7533"/>
                    <a:pt x="18794" y="7452"/>
                    <a:pt x="18907" y="7371"/>
                  </a:cubicBezTo>
                  <a:cubicBezTo>
                    <a:pt x="19021" y="7371"/>
                    <a:pt x="18972" y="6163"/>
                    <a:pt x="18859" y="6074"/>
                  </a:cubicBezTo>
                  <a:lnTo>
                    <a:pt x="18859" y="6074"/>
                  </a:lnTo>
                  <a:lnTo>
                    <a:pt x="18915" y="6082"/>
                  </a:lnTo>
                  <a:cubicBezTo>
                    <a:pt x="18972" y="6082"/>
                    <a:pt x="18972" y="6001"/>
                    <a:pt x="18972" y="5676"/>
                  </a:cubicBezTo>
                  <a:lnTo>
                    <a:pt x="18972" y="5433"/>
                  </a:lnTo>
                  <a:cubicBezTo>
                    <a:pt x="18859" y="5433"/>
                    <a:pt x="18915" y="4947"/>
                    <a:pt x="18972" y="4947"/>
                  </a:cubicBezTo>
                  <a:cubicBezTo>
                    <a:pt x="19029" y="4866"/>
                    <a:pt x="19029" y="4866"/>
                    <a:pt x="19037" y="4703"/>
                  </a:cubicBezTo>
                  <a:cubicBezTo>
                    <a:pt x="18924" y="4460"/>
                    <a:pt x="18980" y="4055"/>
                    <a:pt x="19037" y="4055"/>
                  </a:cubicBezTo>
                  <a:lnTo>
                    <a:pt x="19037" y="3893"/>
                  </a:lnTo>
                  <a:cubicBezTo>
                    <a:pt x="18988" y="3787"/>
                    <a:pt x="18972" y="3682"/>
                    <a:pt x="18980" y="3568"/>
                  </a:cubicBezTo>
                  <a:cubicBezTo>
                    <a:pt x="18980" y="3386"/>
                    <a:pt x="18980" y="3295"/>
                    <a:pt x="18956" y="3295"/>
                  </a:cubicBezTo>
                  <a:cubicBezTo>
                    <a:pt x="18948" y="3295"/>
                    <a:pt x="18938" y="3305"/>
                    <a:pt x="18924" y="3325"/>
                  </a:cubicBezTo>
                  <a:cubicBezTo>
                    <a:pt x="18867" y="3325"/>
                    <a:pt x="18810" y="3325"/>
                    <a:pt x="18810" y="3244"/>
                  </a:cubicBezTo>
                  <a:lnTo>
                    <a:pt x="18867" y="3244"/>
                  </a:lnTo>
                  <a:cubicBezTo>
                    <a:pt x="18924" y="3244"/>
                    <a:pt x="18932" y="3001"/>
                    <a:pt x="18932" y="2676"/>
                  </a:cubicBezTo>
                  <a:cubicBezTo>
                    <a:pt x="18932" y="2271"/>
                    <a:pt x="18932" y="2109"/>
                    <a:pt x="18988" y="2028"/>
                  </a:cubicBezTo>
                  <a:lnTo>
                    <a:pt x="18932" y="1947"/>
                  </a:lnTo>
                  <a:cubicBezTo>
                    <a:pt x="18876" y="1891"/>
                    <a:pt x="18875" y="1728"/>
                    <a:pt x="18928" y="1728"/>
                  </a:cubicBezTo>
                  <a:cubicBezTo>
                    <a:pt x="18929" y="1728"/>
                    <a:pt x="18930" y="1728"/>
                    <a:pt x="18932" y="1728"/>
                  </a:cubicBezTo>
                  <a:cubicBezTo>
                    <a:pt x="18988" y="1582"/>
                    <a:pt x="18997" y="990"/>
                    <a:pt x="18940" y="747"/>
                  </a:cubicBezTo>
                  <a:lnTo>
                    <a:pt x="18940" y="471"/>
                  </a:lnTo>
                  <a:cubicBezTo>
                    <a:pt x="18997" y="341"/>
                    <a:pt x="19029" y="195"/>
                    <a:pt x="19029" y="50"/>
                  </a:cubicBezTo>
                  <a:cubicBezTo>
                    <a:pt x="19013" y="49"/>
                    <a:pt x="18998" y="48"/>
                    <a:pt x="18982" y="48"/>
                  </a:cubicBezTo>
                  <a:cubicBezTo>
                    <a:pt x="18844" y="48"/>
                    <a:pt x="18707" y="80"/>
                    <a:pt x="18583" y="131"/>
                  </a:cubicBezTo>
                  <a:cubicBezTo>
                    <a:pt x="18632" y="74"/>
                    <a:pt x="18486" y="74"/>
                    <a:pt x="18340" y="74"/>
                  </a:cubicBezTo>
                  <a:cubicBezTo>
                    <a:pt x="18178" y="102"/>
                    <a:pt x="17961" y="116"/>
                    <a:pt x="17785" y="116"/>
                  </a:cubicBezTo>
                  <a:cubicBezTo>
                    <a:pt x="17610" y="116"/>
                    <a:pt x="17476" y="102"/>
                    <a:pt x="17480" y="74"/>
                  </a:cubicBezTo>
                  <a:lnTo>
                    <a:pt x="17334" y="74"/>
                  </a:lnTo>
                  <a:cubicBezTo>
                    <a:pt x="17237" y="114"/>
                    <a:pt x="17132" y="131"/>
                    <a:pt x="17034" y="131"/>
                  </a:cubicBezTo>
                  <a:cubicBezTo>
                    <a:pt x="17020" y="129"/>
                    <a:pt x="17005" y="129"/>
                    <a:pt x="16991" y="129"/>
                  </a:cubicBezTo>
                  <a:cubicBezTo>
                    <a:pt x="16918" y="129"/>
                    <a:pt x="16852" y="145"/>
                    <a:pt x="16791" y="179"/>
                  </a:cubicBezTo>
                  <a:cubicBezTo>
                    <a:pt x="16743" y="220"/>
                    <a:pt x="16686" y="236"/>
                    <a:pt x="16629" y="236"/>
                  </a:cubicBezTo>
                  <a:cubicBezTo>
                    <a:pt x="16548" y="236"/>
                    <a:pt x="16629" y="179"/>
                    <a:pt x="16710" y="122"/>
                  </a:cubicBezTo>
                  <a:cubicBezTo>
                    <a:pt x="16779" y="102"/>
                    <a:pt x="16775" y="89"/>
                    <a:pt x="16729" y="89"/>
                  </a:cubicBezTo>
                  <a:cubicBezTo>
                    <a:pt x="16667" y="89"/>
                    <a:pt x="16526" y="114"/>
                    <a:pt x="16386" y="179"/>
                  </a:cubicBezTo>
                  <a:cubicBezTo>
                    <a:pt x="16264" y="236"/>
                    <a:pt x="16203" y="264"/>
                    <a:pt x="16193" y="264"/>
                  </a:cubicBezTo>
                  <a:cubicBezTo>
                    <a:pt x="16183" y="264"/>
                    <a:pt x="16224" y="236"/>
                    <a:pt x="16305" y="179"/>
                  </a:cubicBezTo>
                  <a:cubicBezTo>
                    <a:pt x="16362" y="139"/>
                    <a:pt x="16419" y="99"/>
                    <a:pt x="16391" y="99"/>
                  </a:cubicBezTo>
                  <a:cubicBezTo>
                    <a:pt x="16379" y="99"/>
                    <a:pt x="16352" y="106"/>
                    <a:pt x="16305" y="122"/>
                  </a:cubicBezTo>
                  <a:cubicBezTo>
                    <a:pt x="16305" y="122"/>
                    <a:pt x="16143" y="122"/>
                    <a:pt x="16143" y="179"/>
                  </a:cubicBezTo>
                  <a:lnTo>
                    <a:pt x="15899" y="179"/>
                  </a:lnTo>
                  <a:cubicBezTo>
                    <a:pt x="15808" y="144"/>
                    <a:pt x="15716" y="121"/>
                    <a:pt x="15619" y="121"/>
                  </a:cubicBezTo>
                  <a:cubicBezTo>
                    <a:pt x="15604" y="121"/>
                    <a:pt x="15590" y="121"/>
                    <a:pt x="15575" y="122"/>
                  </a:cubicBezTo>
                  <a:cubicBezTo>
                    <a:pt x="15535" y="151"/>
                    <a:pt x="15514" y="165"/>
                    <a:pt x="15494" y="165"/>
                  </a:cubicBezTo>
                  <a:cubicBezTo>
                    <a:pt x="15474" y="165"/>
                    <a:pt x="15453" y="151"/>
                    <a:pt x="15413" y="122"/>
                  </a:cubicBezTo>
                  <a:cubicBezTo>
                    <a:pt x="15413" y="99"/>
                    <a:pt x="15399" y="85"/>
                    <a:pt x="15383" y="85"/>
                  </a:cubicBezTo>
                  <a:cubicBezTo>
                    <a:pt x="15360" y="85"/>
                    <a:pt x="15332" y="113"/>
                    <a:pt x="15332" y="179"/>
                  </a:cubicBezTo>
                  <a:cubicBezTo>
                    <a:pt x="15297" y="207"/>
                    <a:pt x="15256" y="221"/>
                    <a:pt x="15214" y="221"/>
                  </a:cubicBezTo>
                  <a:cubicBezTo>
                    <a:pt x="15171" y="221"/>
                    <a:pt x="15126" y="205"/>
                    <a:pt x="15089" y="171"/>
                  </a:cubicBezTo>
                  <a:cubicBezTo>
                    <a:pt x="15089" y="105"/>
                    <a:pt x="15061" y="77"/>
                    <a:pt x="15038" y="77"/>
                  </a:cubicBezTo>
                  <a:cubicBezTo>
                    <a:pt x="15021" y="77"/>
                    <a:pt x="15008" y="91"/>
                    <a:pt x="15008" y="114"/>
                  </a:cubicBezTo>
                  <a:cubicBezTo>
                    <a:pt x="14959" y="155"/>
                    <a:pt x="14902" y="171"/>
                    <a:pt x="14845" y="171"/>
                  </a:cubicBezTo>
                  <a:cubicBezTo>
                    <a:pt x="14845" y="114"/>
                    <a:pt x="14116" y="114"/>
                    <a:pt x="13386" y="106"/>
                  </a:cubicBezTo>
                  <a:cubicBezTo>
                    <a:pt x="13305" y="106"/>
                    <a:pt x="13224" y="163"/>
                    <a:pt x="13224" y="220"/>
                  </a:cubicBezTo>
                  <a:cubicBezTo>
                    <a:pt x="13224" y="268"/>
                    <a:pt x="13224" y="285"/>
                    <a:pt x="13218" y="285"/>
                  </a:cubicBezTo>
                  <a:cubicBezTo>
                    <a:pt x="13209" y="285"/>
                    <a:pt x="13190" y="253"/>
                    <a:pt x="13143" y="220"/>
                  </a:cubicBezTo>
                  <a:cubicBezTo>
                    <a:pt x="13102" y="135"/>
                    <a:pt x="13041" y="92"/>
                    <a:pt x="13001" y="92"/>
                  </a:cubicBezTo>
                  <a:cubicBezTo>
                    <a:pt x="12960" y="92"/>
                    <a:pt x="12940" y="135"/>
                    <a:pt x="12981" y="220"/>
                  </a:cubicBezTo>
                  <a:cubicBezTo>
                    <a:pt x="13021" y="277"/>
                    <a:pt x="13041" y="305"/>
                    <a:pt x="13031" y="305"/>
                  </a:cubicBezTo>
                  <a:cubicBezTo>
                    <a:pt x="13021" y="305"/>
                    <a:pt x="12981" y="277"/>
                    <a:pt x="12900" y="220"/>
                  </a:cubicBezTo>
                  <a:cubicBezTo>
                    <a:pt x="12859" y="191"/>
                    <a:pt x="12839" y="177"/>
                    <a:pt x="12818" y="177"/>
                  </a:cubicBezTo>
                  <a:cubicBezTo>
                    <a:pt x="12798" y="177"/>
                    <a:pt x="12778" y="191"/>
                    <a:pt x="12737" y="220"/>
                  </a:cubicBezTo>
                  <a:cubicBezTo>
                    <a:pt x="12737" y="248"/>
                    <a:pt x="12717" y="262"/>
                    <a:pt x="12697" y="262"/>
                  </a:cubicBezTo>
                  <a:cubicBezTo>
                    <a:pt x="12677" y="262"/>
                    <a:pt x="12656" y="248"/>
                    <a:pt x="12656" y="220"/>
                  </a:cubicBezTo>
                  <a:cubicBezTo>
                    <a:pt x="12599" y="180"/>
                    <a:pt x="12542" y="140"/>
                    <a:pt x="12513" y="140"/>
                  </a:cubicBezTo>
                  <a:cubicBezTo>
                    <a:pt x="12501" y="140"/>
                    <a:pt x="12494" y="146"/>
                    <a:pt x="12494" y="163"/>
                  </a:cubicBezTo>
                  <a:cubicBezTo>
                    <a:pt x="12437" y="155"/>
                    <a:pt x="12381" y="139"/>
                    <a:pt x="12332" y="106"/>
                  </a:cubicBezTo>
                  <a:cubicBezTo>
                    <a:pt x="12308" y="90"/>
                    <a:pt x="12284" y="83"/>
                    <a:pt x="12261" y="83"/>
                  </a:cubicBezTo>
                  <a:cubicBezTo>
                    <a:pt x="12203" y="83"/>
                    <a:pt x="12146" y="123"/>
                    <a:pt x="12089" y="163"/>
                  </a:cubicBezTo>
                  <a:cubicBezTo>
                    <a:pt x="11969" y="215"/>
                    <a:pt x="11889" y="241"/>
                    <a:pt x="11848" y="241"/>
                  </a:cubicBezTo>
                  <a:cubicBezTo>
                    <a:pt x="11805" y="241"/>
                    <a:pt x="11804" y="213"/>
                    <a:pt x="11846" y="155"/>
                  </a:cubicBezTo>
                  <a:cubicBezTo>
                    <a:pt x="11877" y="114"/>
                    <a:pt x="11836" y="97"/>
                    <a:pt x="11769" y="97"/>
                  </a:cubicBezTo>
                  <a:cubicBezTo>
                    <a:pt x="11662" y="97"/>
                    <a:pt x="11490" y="142"/>
                    <a:pt x="11440" y="212"/>
                  </a:cubicBezTo>
                  <a:cubicBezTo>
                    <a:pt x="11393" y="278"/>
                    <a:pt x="11373" y="306"/>
                    <a:pt x="11365" y="306"/>
                  </a:cubicBezTo>
                  <a:cubicBezTo>
                    <a:pt x="11359" y="306"/>
                    <a:pt x="11359" y="292"/>
                    <a:pt x="11359" y="268"/>
                  </a:cubicBezTo>
                  <a:cubicBezTo>
                    <a:pt x="11359" y="212"/>
                    <a:pt x="11278" y="212"/>
                    <a:pt x="11278" y="212"/>
                  </a:cubicBezTo>
                  <a:cubicBezTo>
                    <a:pt x="11197" y="212"/>
                    <a:pt x="11116" y="212"/>
                    <a:pt x="11116" y="155"/>
                  </a:cubicBezTo>
                  <a:cubicBezTo>
                    <a:pt x="11035" y="163"/>
                    <a:pt x="10954" y="179"/>
                    <a:pt x="10873" y="212"/>
                  </a:cubicBezTo>
                  <a:cubicBezTo>
                    <a:pt x="10809" y="252"/>
                    <a:pt x="10738" y="271"/>
                    <a:pt x="10667" y="271"/>
                  </a:cubicBezTo>
                  <a:cubicBezTo>
                    <a:pt x="10566" y="271"/>
                    <a:pt x="10466" y="231"/>
                    <a:pt x="10394" y="155"/>
                  </a:cubicBezTo>
                  <a:lnTo>
                    <a:pt x="10232" y="204"/>
                  </a:lnTo>
                  <a:cubicBezTo>
                    <a:pt x="10177" y="274"/>
                    <a:pt x="10125" y="322"/>
                    <a:pt x="10095" y="322"/>
                  </a:cubicBezTo>
                  <a:cubicBezTo>
                    <a:pt x="10077" y="322"/>
                    <a:pt x="10067" y="304"/>
                    <a:pt x="10070" y="260"/>
                  </a:cubicBezTo>
                  <a:lnTo>
                    <a:pt x="10070" y="204"/>
                  </a:lnTo>
                  <a:cubicBezTo>
                    <a:pt x="10039" y="247"/>
                    <a:pt x="9972" y="265"/>
                    <a:pt x="9902" y="265"/>
                  </a:cubicBezTo>
                  <a:cubicBezTo>
                    <a:pt x="9788" y="265"/>
                    <a:pt x="9665" y="217"/>
                    <a:pt x="9665" y="147"/>
                  </a:cubicBezTo>
                  <a:cubicBezTo>
                    <a:pt x="9665" y="90"/>
                    <a:pt x="9665" y="90"/>
                    <a:pt x="9583" y="90"/>
                  </a:cubicBezTo>
                  <a:lnTo>
                    <a:pt x="9583" y="147"/>
                  </a:lnTo>
                  <a:cubicBezTo>
                    <a:pt x="9583" y="204"/>
                    <a:pt x="9583" y="260"/>
                    <a:pt x="9502" y="260"/>
                  </a:cubicBezTo>
                  <a:cubicBezTo>
                    <a:pt x="9421" y="260"/>
                    <a:pt x="9340" y="260"/>
                    <a:pt x="9340" y="204"/>
                  </a:cubicBezTo>
                  <a:cubicBezTo>
                    <a:pt x="9283" y="163"/>
                    <a:pt x="9226" y="123"/>
                    <a:pt x="9197" y="123"/>
                  </a:cubicBezTo>
                  <a:cubicBezTo>
                    <a:pt x="9185" y="123"/>
                    <a:pt x="9178" y="130"/>
                    <a:pt x="9178" y="147"/>
                  </a:cubicBezTo>
                  <a:cubicBezTo>
                    <a:pt x="9121" y="139"/>
                    <a:pt x="9065" y="122"/>
                    <a:pt x="9016" y="90"/>
                  </a:cubicBezTo>
                  <a:lnTo>
                    <a:pt x="8692" y="82"/>
                  </a:lnTo>
                  <a:cubicBezTo>
                    <a:pt x="8651" y="110"/>
                    <a:pt x="8590" y="125"/>
                    <a:pt x="8540" y="125"/>
                  </a:cubicBezTo>
                  <a:cubicBezTo>
                    <a:pt x="8489" y="125"/>
                    <a:pt x="8448" y="110"/>
                    <a:pt x="8448" y="82"/>
                  </a:cubicBezTo>
                  <a:cubicBezTo>
                    <a:pt x="8367" y="82"/>
                    <a:pt x="8278" y="98"/>
                    <a:pt x="8205" y="139"/>
                  </a:cubicBezTo>
                  <a:cubicBezTo>
                    <a:pt x="8043" y="139"/>
                    <a:pt x="7962" y="139"/>
                    <a:pt x="7962" y="82"/>
                  </a:cubicBezTo>
                  <a:cubicBezTo>
                    <a:pt x="7962" y="54"/>
                    <a:pt x="7962" y="39"/>
                    <a:pt x="7952" y="39"/>
                  </a:cubicBezTo>
                  <a:cubicBezTo>
                    <a:pt x="7942" y="39"/>
                    <a:pt x="7921" y="54"/>
                    <a:pt x="7881" y="82"/>
                  </a:cubicBezTo>
                  <a:cubicBezTo>
                    <a:pt x="7881" y="139"/>
                    <a:pt x="7800" y="139"/>
                    <a:pt x="7719" y="139"/>
                  </a:cubicBezTo>
                  <a:lnTo>
                    <a:pt x="7556" y="139"/>
                  </a:lnTo>
                  <a:cubicBezTo>
                    <a:pt x="7556" y="195"/>
                    <a:pt x="7556" y="195"/>
                    <a:pt x="7475" y="195"/>
                  </a:cubicBezTo>
                  <a:cubicBezTo>
                    <a:pt x="7394" y="195"/>
                    <a:pt x="7151" y="139"/>
                    <a:pt x="7070" y="131"/>
                  </a:cubicBezTo>
                  <a:cubicBezTo>
                    <a:pt x="6827" y="131"/>
                    <a:pt x="6827" y="131"/>
                    <a:pt x="6908" y="187"/>
                  </a:cubicBezTo>
                  <a:cubicBezTo>
                    <a:pt x="6962" y="187"/>
                    <a:pt x="6980" y="213"/>
                    <a:pt x="6938" y="213"/>
                  </a:cubicBezTo>
                  <a:cubicBezTo>
                    <a:pt x="6917" y="213"/>
                    <a:pt x="6881" y="206"/>
                    <a:pt x="6827" y="187"/>
                  </a:cubicBezTo>
                  <a:cubicBezTo>
                    <a:pt x="6746" y="187"/>
                    <a:pt x="6502" y="131"/>
                    <a:pt x="6259" y="131"/>
                  </a:cubicBezTo>
                  <a:cubicBezTo>
                    <a:pt x="5935" y="131"/>
                    <a:pt x="5935" y="131"/>
                    <a:pt x="5935" y="187"/>
                  </a:cubicBezTo>
                  <a:cubicBezTo>
                    <a:pt x="5975" y="244"/>
                    <a:pt x="5975" y="272"/>
                    <a:pt x="5955" y="272"/>
                  </a:cubicBezTo>
                  <a:cubicBezTo>
                    <a:pt x="5935" y="272"/>
                    <a:pt x="5894" y="244"/>
                    <a:pt x="5854" y="187"/>
                  </a:cubicBezTo>
                  <a:cubicBezTo>
                    <a:pt x="5759" y="121"/>
                    <a:pt x="5692" y="93"/>
                    <a:pt x="5652" y="93"/>
                  </a:cubicBezTo>
                  <a:cubicBezTo>
                    <a:pt x="5625" y="93"/>
                    <a:pt x="5611" y="107"/>
                    <a:pt x="5611" y="131"/>
                  </a:cubicBezTo>
                  <a:cubicBezTo>
                    <a:pt x="5530" y="187"/>
                    <a:pt x="5530" y="187"/>
                    <a:pt x="5448" y="187"/>
                  </a:cubicBezTo>
                  <a:cubicBezTo>
                    <a:pt x="5448" y="157"/>
                    <a:pt x="5425" y="141"/>
                    <a:pt x="5379" y="141"/>
                  </a:cubicBezTo>
                  <a:cubicBezTo>
                    <a:pt x="5338" y="141"/>
                    <a:pt x="5281" y="153"/>
                    <a:pt x="5205" y="179"/>
                  </a:cubicBezTo>
                  <a:cubicBezTo>
                    <a:pt x="5124" y="179"/>
                    <a:pt x="5124" y="179"/>
                    <a:pt x="5124" y="122"/>
                  </a:cubicBezTo>
                  <a:lnTo>
                    <a:pt x="4962" y="122"/>
                  </a:lnTo>
                  <a:cubicBezTo>
                    <a:pt x="4893" y="170"/>
                    <a:pt x="4767" y="188"/>
                    <a:pt x="4638" y="188"/>
                  </a:cubicBezTo>
                  <a:cubicBezTo>
                    <a:pt x="4463" y="188"/>
                    <a:pt x="4283" y="155"/>
                    <a:pt x="4240" y="122"/>
                  </a:cubicBezTo>
                  <a:cubicBezTo>
                    <a:pt x="4176" y="122"/>
                    <a:pt x="4119" y="139"/>
                    <a:pt x="4078" y="179"/>
                  </a:cubicBezTo>
                  <a:cubicBezTo>
                    <a:pt x="4034" y="236"/>
                    <a:pt x="3991" y="264"/>
                    <a:pt x="3961" y="264"/>
                  </a:cubicBezTo>
                  <a:cubicBezTo>
                    <a:pt x="3930" y="264"/>
                    <a:pt x="3912" y="236"/>
                    <a:pt x="3916" y="179"/>
                  </a:cubicBezTo>
                  <a:cubicBezTo>
                    <a:pt x="3916" y="122"/>
                    <a:pt x="3916" y="94"/>
                    <a:pt x="3906" y="94"/>
                  </a:cubicBezTo>
                  <a:cubicBezTo>
                    <a:pt x="3896" y="94"/>
                    <a:pt x="3876" y="122"/>
                    <a:pt x="3835" y="179"/>
                  </a:cubicBezTo>
                  <a:cubicBezTo>
                    <a:pt x="3803" y="198"/>
                    <a:pt x="3720" y="210"/>
                    <a:pt x="3637" y="210"/>
                  </a:cubicBezTo>
                  <a:cubicBezTo>
                    <a:pt x="3509" y="210"/>
                    <a:pt x="3381" y="183"/>
                    <a:pt x="3430" y="114"/>
                  </a:cubicBezTo>
                  <a:lnTo>
                    <a:pt x="34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2"/>
            <p:cNvSpPr/>
            <p:nvPr/>
          </p:nvSpPr>
          <p:spPr>
            <a:xfrm>
              <a:off x="6650283" y="2252450"/>
              <a:ext cx="176064" cy="136642"/>
            </a:xfrm>
            <a:custGeom>
              <a:avLst/>
              <a:gdLst/>
              <a:ahLst/>
              <a:cxnLst/>
              <a:rect l="l" t="t" r="r" b="b"/>
              <a:pathLst>
                <a:path w="10214" h="7927" extrusionOk="0">
                  <a:moveTo>
                    <a:pt x="9390" y="0"/>
                  </a:moveTo>
                  <a:lnTo>
                    <a:pt x="9373" y="9"/>
                  </a:lnTo>
                  <a:cubicBezTo>
                    <a:pt x="9365" y="17"/>
                    <a:pt x="9398" y="57"/>
                    <a:pt x="9430" y="106"/>
                  </a:cubicBezTo>
                  <a:lnTo>
                    <a:pt x="9438" y="98"/>
                  </a:lnTo>
                  <a:cubicBezTo>
                    <a:pt x="9422" y="65"/>
                    <a:pt x="9406" y="33"/>
                    <a:pt x="9390" y="0"/>
                  </a:cubicBezTo>
                  <a:close/>
                  <a:moveTo>
                    <a:pt x="9844" y="714"/>
                  </a:moveTo>
                  <a:lnTo>
                    <a:pt x="9892" y="754"/>
                  </a:lnTo>
                  <a:cubicBezTo>
                    <a:pt x="9925" y="803"/>
                    <a:pt x="9908" y="803"/>
                    <a:pt x="9900" y="811"/>
                  </a:cubicBezTo>
                  <a:cubicBezTo>
                    <a:pt x="9898" y="814"/>
                    <a:pt x="9896" y="815"/>
                    <a:pt x="9894" y="815"/>
                  </a:cubicBezTo>
                  <a:cubicBezTo>
                    <a:pt x="9888" y="815"/>
                    <a:pt x="9880" y="807"/>
                    <a:pt x="9852" y="779"/>
                  </a:cubicBezTo>
                  <a:cubicBezTo>
                    <a:pt x="9852" y="779"/>
                    <a:pt x="9835" y="722"/>
                    <a:pt x="9844" y="714"/>
                  </a:cubicBezTo>
                  <a:close/>
                  <a:moveTo>
                    <a:pt x="9630" y="729"/>
                  </a:moveTo>
                  <a:cubicBezTo>
                    <a:pt x="9649" y="729"/>
                    <a:pt x="9685" y="759"/>
                    <a:pt x="9714" y="803"/>
                  </a:cubicBezTo>
                  <a:cubicBezTo>
                    <a:pt x="9795" y="884"/>
                    <a:pt x="9795" y="884"/>
                    <a:pt x="9771" y="900"/>
                  </a:cubicBezTo>
                  <a:cubicBezTo>
                    <a:pt x="9764" y="904"/>
                    <a:pt x="9759" y="907"/>
                    <a:pt x="9753" y="907"/>
                  </a:cubicBezTo>
                  <a:cubicBezTo>
                    <a:pt x="9744" y="907"/>
                    <a:pt x="9733" y="900"/>
                    <a:pt x="9714" y="876"/>
                  </a:cubicBezTo>
                  <a:lnTo>
                    <a:pt x="9722" y="868"/>
                  </a:lnTo>
                  <a:cubicBezTo>
                    <a:pt x="9731" y="879"/>
                    <a:pt x="9736" y="883"/>
                    <a:pt x="9738" y="883"/>
                  </a:cubicBezTo>
                  <a:cubicBezTo>
                    <a:pt x="9743" y="883"/>
                    <a:pt x="9725" y="849"/>
                    <a:pt x="9690" y="819"/>
                  </a:cubicBezTo>
                  <a:lnTo>
                    <a:pt x="9625" y="730"/>
                  </a:lnTo>
                  <a:cubicBezTo>
                    <a:pt x="9626" y="729"/>
                    <a:pt x="9628" y="729"/>
                    <a:pt x="9630" y="729"/>
                  </a:cubicBezTo>
                  <a:close/>
                  <a:moveTo>
                    <a:pt x="9868" y="1111"/>
                  </a:moveTo>
                  <a:lnTo>
                    <a:pt x="9852" y="1119"/>
                  </a:lnTo>
                  <a:cubicBezTo>
                    <a:pt x="9875" y="1154"/>
                    <a:pt x="9881" y="1164"/>
                    <a:pt x="9889" y="1164"/>
                  </a:cubicBezTo>
                  <a:cubicBezTo>
                    <a:pt x="9892" y="1164"/>
                    <a:pt x="9896" y="1162"/>
                    <a:pt x="9900" y="1160"/>
                  </a:cubicBezTo>
                  <a:lnTo>
                    <a:pt x="9908" y="1152"/>
                  </a:lnTo>
                  <a:lnTo>
                    <a:pt x="9868" y="1111"/>
                  </a:lnTo>
                  <a:close/>
                  <a:moveTo>
                    <a:pt x="8804" y="1082"/>
                  </a:moveTo>
                  <a:cubicBezTo>
                    <a:pt x="8796" y="1082"/>
                    <a:pt x="8788" y="1088"/>
                    <a:pt x="8781" y="1095"/>
                  </a:cubicBezTo>
                  <a:cubicBezTo>
                    <a:pt x="8765" y="1103"/>
                    <a:pt x="8790" y="1152"/>
                    <a:pt x="8790" y="1152"/>
                  </a:cubicBezTo>
                  <a:cubicBezTo>
                    <a:pt x="8810" y="1182"/>
                    <a:pt x="8820" y="1190"/>
                    <a:pt x="8830" y="1190"/>
                  </a:cubicBezTo>
                  <a:cubicBezTo>
                    <a:pt x="8835" y="1190"/>
                    <a:pt x="8840" y="1187"/>
                    <a:pt x="8846" y="1184"/>
                  </a:cubicBezTo>
                  <a:cubicBezTo>
                    <a:pt x="8858" y="1191"/>
                    <a:pt x="8866" y="1194"/>
                    <a:pt x="8872" y="1194"/>
                  </a:cubicBezTo>
                  <a:cubicBezTo>
                    <a:pt x="8893" y="1194"/>
                    <a:pt x="8872" y="1151"/>
                    <a:pt x="8846" y="1119"/>
                  </a:cubicBezTo>
                  <a:cubicBezTo>
                    <a:pt x="8828" y="1092"/>
                    <a:pt x="8815" y="1082"/>
                    <a:pt x="8804" y="1082"/>
                  </a:cubicBezTo>
                  <a:close/>
                  <a:moveTo>
                    <a:pt x="8952" y="1111"/>
                  </a:moveTo>
                  <a:cubicBezTo>
                    <a:pt x="8984" y="1160"/>
                    <a:pt x="8992" y="1225"/>
                    <a:pt x="8984" y="1233"/>
                  </a:cubicBezTo>
                  <a:cubicBezTo>
                    <a:pt x="8983" y="1233"/>
                    <a:pt x="8982" y="1234"/>
                    <a:pt x="8980" y="1234"/>
                  </a:cubicBezTo>
                  <a:cubicBezTo>
                    <a:pt x="8963" y="1234"/>
                    <a:pt x="8935" y="1188"/>
                    <a:pt x="8927" y="1127"/>
                  </a:cubicBezTo>
                  <a:lnTo>
                    <a:pt x="8952" y="1111"/>
                  </a:lnTo>
                  <a:close/>
                  <a:moveTo>
                    <a:pt x="6536" y="1469"/>
                  </a:moveTo>
                  <a:cubicBezTo>
                    <a:pt x="6529" y="1469"/>
                    <a:pt x="6537" y="1495"/>
                    <a:pt x="6568" y="1557"/>
                  </a:cubicBezTo>
                  <a:cubicBezTo>
                    <a:pt x="6591" y="1592"/>
                    <a:pt x="6598" y="1602"/>
                    <a:pt x="6605" y="1602"/>
                  </a:cubicBezTo>
                  <a:cubicBezTo>
                    <a:pt x="6609" y="1602"/>
                    <a:pt x="6612" y="1600"/>
                    <a:pt x="6617" y="1598"/>
                  </a:cubicBezTo>
                  <a:cubicBezTo>
                    <a:pt x="6600" y="1557"/>
                    <a:pt x="6584" y="1525"/>
                    <a:pt x="6560" y="1492"/>
                  </a:cubicBezTo>
                  <a:cubicBezTo>
                    <a:pt x="6548" y="1478"/>
                    <a:pt x="6540" y="1469"/>
                    <a:pt x="6536" y="1469"/>
                  </a:cubicBezTo>
                  <a:close/>
                  <a:moveTo>
                    <a:pt x="8368" y="1573"/>
                  </a:moveTo>
                  <a:cubicBezTo>
                    <a:pt x="8368" y="1573"/>
                    <a:pt x="8384" y="1630"/>
                    <a:pt x="8408" y="1687"/>
                  </a:cubicBezTo>
                  <a:cubicBezTo>
                    <a:pt x="8449" y="1773"/>
                    <a:pt x="8467" y="1811"/>
                    <a:pt x="8464" y="1811"/>
                  </a:cubicBezTo>
                  <a:cubicBezTo>
                    <a:pt x="8461" y="1811"/>
                    <a:pt x="8445" y="1787"/>
                    <a:pt x="8417" y="1744"/>
                  </a:cubicBezTo>
                  <a:cubicBezTo>
                    <a:pt x="8376" y="1703"/>
                    <a:pt x="8352" y="1646"/>
                    <a:pt x="8344" y="1590"/>
                  </a:cubicBezTo>
                  <a:lnTo>
                    <a:pt x="8368" y="1573"/>
                  </a:lnTo>
                  <a:close/>
                  <a:moveTo>
                    <a:pt x="8522" y="1744"/>
                  </a:moveTo>
                  <a:lnTo>
                    <a:pt x="8563" y="1784"/>
                  </a:lnTo>
                  <a:cubicBezTo>
                    <a:pt x="8603" y="1833"/>
                    <a:pt x="8587" y="1841"/>
                    <a:pt x="8579" y="1849"/>
                  </a:cubicBezTo>
                  <a:lnTo>
                    <a:pt x="8546" y="1800"/>
                  </a:lnTo>
                  <a:lnTo>
                    <a:pt x="8522" y="1744"/>
                  </a:lnTo>
                  <a:close/>
                  <a:moveTo>
                    <a:pt x="8019" y="1881"/>
                  </a:moveTo>
                  <a:cubicBezTo>
                    <a:pt x="8044" y="1914"/>
                    <a:pt x="8060" y="1946"/>
                    <a:pt x="8076" y="1979"/>
                  </a:cubicBezTo>
                  <a:lnTo>
                    <a:pt x="8060" y="1987"/>
                  </a:lnTo>
                  <a:cubicBezTo>
                    <a:pt x="8027" y="1938"/>
                    <a:pt x="7995" y="1898"/>
                    <a:pt x="8003" y="1890"/>
                  </a:cubicBezTo>
                  <a:lnTo>
                    <a:pt x="8019" y="1881"/>
                  </a:lnTo>
                  <a:close/>
                  <a:moveTo>
                    <a:pt x="7695" y="1927"/>
                  </a:moveTo>
                  <a:cubicBezTo>
                    <a:pt x="7697" y="1927"/>
                    <a:pt x="7702" y="1932"/>
                    <a:pt x="7711" y="1946"/>
                  </a:cubicBezTo>
                  <a:cubicBezTo>
                    <a:pt x="7712" y="1946"/>
                    <a:pt x="7713" y="1946"/>
                    <a:pt x="7714" y="1946"/>
                  </a:cubicBezTo>
                  <a:cubicBezTo>
                    <a:pt x="7728" y="1946"/>
                    <a:pt x="7735" y="2004"/>
                    <a:pt x="7727" y="2011"/>
                  </a:cubicBezTo>
                  <a:lnTo>
                    <a:pt x="7687" y="1963"/>
                  </a:lnTo>
                  <a:cubicBezTo>
                    <a:pt x="7698" y="1957"/>
                    <a:pt x="7690" y="1927"/>
                    <a:pt x="7695" y="1927"/>
                  </a:cubicBezTo>
                  <a:close/>
                  <a:moveTo>
                    <a:pt x="8216" y="1954"/>
                  </a:moveTo>
                  <a:cubicBezTo>
                    <a:pt x="8225" y="1954"/>
                    <a:pt x="8250" y="2009"/>
                    <a:pt x="8303" y="2100"/>
                  </a:cubicBezTo>
                  <a:cubicBezTo>
                    <a:pt x="8307" y="2129"/>
                    <a:pt x="8309" y="2145"/>
                    <a:pt x="8305" y="2145"/>
                  </a:cubicBezTo>
                  <a:cubicBezTo>
                    <a:pt x="8300" y="2145"/>
                    <a:pt x="8286" y="2119"/>
                    <a:pt x="8254" y="2060"/>
                  </a:cubicBezTo>
                  <a:lnTo>
                    <a:pt x="8214" y="1954"/>
                  </a:lnTo>
                  <a:cubicBezTo>
                    <a:pt x="8214" y="1954"/>
                    <a:pt x="8215" y="1954"/>
                    <a:pt x="8216" y="1954"/>
                  </a:cubicBezTo>
                  <a:close/>
                  <a:moveTo>
                    <a:pt x="7784" y="2246"/>
                  </a:moveTo>
                  <a:cubicBezTo>
                    <a:pt x="7817" y="2287"/>
                    <a:pt x="7849" y="2335"/>
                    <a:pt x="7841" y="2344"/>
                  </a:cubicBezTo>
                  <a:cubicBezTo>
                    <a:pt x="7846" y="2361"/>
                    <a:pt x="7846" y="2370"/>
                    <a:pt x="7841" y="2370"/>
                  </a:cubicBezTo>
                  <a:cubicBezTo>
                    <a:pt x="7830" y="2370"/>
                    <a:pt x="7799" y="2329"/>
                    <a:pt x="7760" y="2262"/>
                  </a:cubicBezTo>
                  <a:lnTo>
                    <a:pt x="7784" y="2246"/>
                  </a:lnTo>
                  <a:close/>
                  <a:moveTo>
                    <a:pt x="7703" y="2368"/>
                  </a:moveTo>
                  <a:lnTo>
                    <a:pt x="7744" y="2408"/>
                  </a:lnTo>
                  <a:lnTo>
                    <a:pt x="7736" y="2417"/>
                  </a:lnTo>
                  <a:cubicBezTo>
                    <a:pt x="7731" y="2419"/>
                    <a:pt x="7727" y="2421"/>
                    <a:pt x="7724" y="2421"/>
                  </a:cubicBezTo>
                  <a:cubicBezTo>
                    <a:pt x="7717" y="2421"/>
                    <a:pt x="7710" y="2411"/>
                    <a:pt x="7687" y="2376"/>
                  </a:cubicBezTo>
                  <a:lnTo>
                    <a:pt x="7703" y="2368"/>
                  </a:lnTo>
                  <a:close/>
                  <a:moveTo>
                    <a:pt x="7358" y="2326"/>
                  </a:moveTo>
                  <a:cubicBezTo>
                    <a:pt x="7371" y="2326"/>
                    <a:pt x="7411" y="2360"/>
                    <a:pt x="7411" y="2360"/>
                  </a:cubicBezTo>
                  <a:cubicBezTo>
                    <a:pt x="7444" y="2408"/>
                    <a:pt x="7427" y="2417"/>
                    <a:pt x="7427" y="2417"/>
                  </a:cubicBezTo>
                  <a:cubicBezTo>
                    <a:pt x="7424" y="2420"/>
                    <a:pt x="7420" y="2423"/>
                    <a:pt x="7414" y="2423"/>
                  </a:cubicBezTo>
                  <a:cubicBezTo>
                    <a:pt x="7405" y="2423"/>
                    <a:pt x="7391" y="2414"/>
                    <a:pt x="7371" y="2384"/>
                  </a:cubicBezTo>
                  <a:cubicBezTo>
                    <a:pt x="7371" y="2384"/>
                    <a:pt x="7338" y="2335"/>
                    <a:pt x="7354" y="2327"/>
                  </a:cubicBezTo>
                  <a:cubicBezTo>
                    <a:pt x="7355" y="2327"/>
                    <a:pt x="7356" y="2326"/>
                    <a:pt x="7358" y="2326"/>
                  </a:cubicBezTo>
                  <a:close/>
                  <a:moveTo>
                    <a:pt x="7149" y="2506"/>
                  </a:moveTo>
                  <a:cubicBezTo>
                    <a:pt x="7154" y="2506"/>
                    <a:pt x="7169" y="2515"/>
                    <a:pt x="7179" y="2515"/>
                  </a:cubicBezTo>
                  <a:cubicBezTo>
                    <a:pt x="7181" y="2515"/>
                    <a:pt x="7183" y="2515"/>
                    <a:pt x="7184" y="2514"/>
                  </a:cubicBezTo>
                  <a:cubicBezTo>
                    <a:pt x="7225" y="2546"/>
                    <a:pt x="7225" y="2546"/>
                    <a:pt x="7209" y="2562"/>
                  </a:cubicBezTo>
                  <a:cubicBezTo>
                    <a:pt x="7207" y="2563"/>
                    <a:pt x="7205" y="2564"/>
                    <a:pt x="7204" y="2564"/>
                  </a:cubicBezTo>
                  <a:cubicBezTo>
                    <a:pt x="7187" y="2564"/>
                    <a:pt x="7160" y="2530"/>
                    <a:pt x="7160" y="2530"/>
                  </a:cubicBezTo>
                  <a:cubicBezTo>
                    <a:pt x="7147" y="2511"/>
                    <a:pt x="7146" y="2506"/>
                    <a:pt x="7149" y="2506"/>
                  </a:cubicBezTo>
                  <a:close/>
                  <a:moveTo>
                    <a:pt x="6819" y="2619"/>
                  </a:moveTo>
                  <a:cubicBezTo>
                    <a:pt x="6831" y="2634"/>
                    <a:pt x="6833" y="2639"/>
                    <a:pt x="6832" y="2639"/>
                  </a:cubicBezTo>
                  <a:cubicBezTo>
                    <a:pt x="6829" y="2639"/>
                    <a:pt x="6814" y="2624"/>
                    <a:pt x="6819" y="2619"/>
                  </a:cubicBezTo>
                  <a:close/>
                  <a:moveTo>
                    <a:pt x="7630" y="2546"/>
                  </a:moveTo>
                  <a:cubicBezTo>
                    <a:pt x="7622" y="2554"/>
                    <a:pt x="7654" y="2603"/>
                    <a:pt x="7654" y="2603"/>
                  </a:cubicBezTo>
                  <a:cubicBezTo>
                    <a:pt x="7654" y="2603"/>
                    <a:pt x="7682" y="2644"/>
                    <a:pt x="7699" y="2644"/>
                  </a:cubicBezTo>
                  <a:cubicBezTo>
                    <a:pt x="7701" y="2644"/>
                    <a:pt x="7702" y="2644"/>
                    <a:pt x="7703" y="2644"/>
                  </a:cubicBezTo>
                  <a:lnTo>
                    <a:pt x="7711" y="2635"/>
                  </a:lnTo>
                  <a:cubicBezTo>
                    <a:pt x="7687" y="2603"/>
                    <a:pt x="7663" y="2571"/>
                    <a:pt x="7630" y="2546"/>
                  </a:cubicBezTo>
                  <a:close/>
                  <a:moveTo>
                    <a:pt x="6860" y="2798"/>
                  </a:moveTo>
                  <a:cubicBezTo>
                    <a:pt x="6872" y="2813"/>
                    <a:pt x="6873" y="2818"/>
                    <a:pt x="6870" y="2818"/>
                  </a:cubicBezTo>
                  <a:cubicBezTo>
                    <a:pt x="6865" y="2818"/>
                    <a:pt x="6850" y="2803"/>
                    <a:pt x="6860" y="2798"/>
                  </a:cubicBezTo>
                  <a:close/>
                  <a:moveTo>
                    <a:pt x="7006" y="2700"/>
                  </a:moveTo>
                  <a:cubicBezTo>
                    <a:pt x="7030" y="2725"/>
                    <a:pt x="7054" y="2757"/>
                    <a:pt x="7079" y="2790"/>
                  </a:cubicBezTo>
                  <a:cubicBezTo>
                    <a:pt x="7093" y="2808"/>
                    <a:pt x="7100" y="2819"/>
                    <a:pt x="7095" y="2819"/>
                  </a:cubicBezTo>
                  <a:cubicBezTo>
                    <a:pt x="7089" y="2819"/>
                    <a:pt x="7067" y="2802"/>
                    <a:pt x="7022" y="2757"/>
                  </a:cubicBezTo>
                  <a:cubicBezTo>
                    <a:pt x="6990" y="2708"/>
                    <a:pt x="6990" y="2708"/>
                    <a:pt x="7006" y="2700"/>
                  </a:cubicBezTo>
                  <a:close/>
                  <a:moveTo>
                    <a:pt x="6917" y="2757"/>
                  </a:moveTo>
                  <a:lnTo>
                    <a:pt x="6965" y="2798"/>
                  </a:lnTo>
                  <a:lnTo>
                    <a:pt x="6990" y="2846"/>
                  </a:lnTo>
                  <a:lnTo>
                    <a:pt x="6973" y="2854"/>
                  </a:lnTo>
                  <a:cubicBezTo>
                    <a:pt x="6941" y="2814"/>
                    <a:pt x="6909" y="2765"/>
                    <a:pt x="6917" y="2757"/>
                  </a:cubicBezTo>
                  <a:close/>
                  <a:moveTo>
                    <a:pt x="7695" y="3057"/>
                  </a:moveTo>
                  <a:lnTo>
                    <a:pt x="7671" y="3073"/>
                  </a:lnTo>
                  <a:cubicBezTo>
                    <a:pt x="7693" y="3101"/>
                    <a:pt x="7700" y="3110"/>
                    <a:pt x="7707" y="3110"/>
                  </a:cubicBezTo>
                  <a:cubicBezTo>
                    <a:pt x="7711" y="3110"/>
                    <a:pt x="7714" y="3108"/>
                    <a:pt x="7719" y="3106"/>
                  </a:cubicBezTo>
                  <a:cubicBezTo>
                    <a:pt x="7744" y="3098"/>
                    <a:pt x="7744" y="3098"/>
                    <a:pt x="7695" y="3057"/>
                  </a:cubicBezTo>
                  <a:close/>
                  <a:moveTo>
                    <a:pt x="6082" y="3187"/>
                  </a:moveTo>
                  <a:lnTo>
                    <a:pt x="6122" y="3227"/>
                  </a:lnTo>
                  <a:lnTo>
                    <a:pt x="6146" y="3276"/>
                  </a:lnTo>
                  <a:lnTo>
                    <a:pt x="6138" y="3284"/>
                  </a:lnTo>
                  <a:cubicBezTo>
                    <a:pt x="6106" y="3244"/>
                    <a:pt x="6065" y="3195"/>
                    <a:pt x="6082" y="3187"/>
                  </a:cubicBezTo>
                  <a:close/>
                  <a:moveTo>
                    <a:pt x="5799" y="3381"/>
                  </a:moveTo>
                  <a:cubicBezTo>
                    <a:pt x="5810" y="3381"/>
                    <a:pt x="5864" y="3472"/>
                    <a:pt x="5895" y="3519"/>
                  </a:cubicBezTo>
                  <a:cubicBezTo>
                    <a:pt x="5893" y="3522"/>
                    <a:pt x="5891" y="3523"/>
                    <a:pt x="5889" y="3523"/>
                  </a:cubicBezTo>
                  <a:cubicBezTo>
                    <a:pt x="5884" y="3523"/>
                    <a:pt x="5875" y="3513"/>
                    <a:pt x="5846" y="3479"/>
                  </a:cubicBezTo>
                  <a:cubicBezTo>
                    <a:pt x="5830" y="3446"/>
                    <a:pt x="5814" y="3414"/>
                    <a:pt x="5798" y="3381"/>
                  </a:cubicBezTo>
                  <a:cubicBezTo>
                    <a:pt x="5798" y="3381"/>
                    <a:pt x="5799" y="3381"/>
                    <a:pt x="5799" y="3381"/>
                  </a:cubicBezTo>
                  <a:close/>
                  <a:moveTo>
                    <a:pt x="5506" y="3714"/>
                  </a:moveTo>
                  <a:lnTo>
                    <a:pt x="5546" y="3754"/>
                  </a:lnTo>
                  <a:lnTo>
                    <a:pt x="5571" y="3803"/>
                  </a:lnTo>
                  <a:lnTo>
                    <a:pt x="5563" y="3811"/>
                  </a:lnTo>
                  <a:cubicBezTo>
                    <a:pt x="5530" y="3771"/>
                    <a:pt x="5490" y="3722"/>
                    <a:pt x="5506" y="3714"/>
                  </a:cubicBezTo>
                  <a:close/>
                  <a:moveTo>
                    <a:pt x="5871" y="3876"/>
                  </a:moveTo>
                  <a:cubicBezTo>
                    <a:pt x="5895" y="3908"/>
                    <a:pt x="5911" y="3941"/>
                    <a:pt x="5928" y="3981"/>
                  </a:cubicBezTo>
                  <a:lnTo>
                    <a:pt x="5911" y="3981"/>
                  </a:lnTo>
                  <a:cubicBezTo>
                    <a:pt x="5879" y="3941"/>
                    <a:pt x="5846" y="3892"/>
                    <a:pt x="5855" y="3884"/>
                  </a:cubicBezTo>
                  <a:lnTo>
                    <a:pt x="5871" y="3876"/>
                  </a:lnTo>
                  <a:close/>
                  <a:moveTo>
                    <a:pt x="4687" y="4265"/>
                  </a:moveTo>
                  <a:cubicBezTo>
                    <a:pt x="4728" y="4306"/>
                    <a:pt x="4752" y="4354"/>
                    <a:pt x="4736" y="4362"/>
                  </a:cubicBezTo>
                  <a:cubicBezTo>
                    <a:pt x="4729" y="4369"/>
                    <a:pt x="4726" y="4373"/>
                    <a:pt x="4721" y="4373"/>
                  </a:cubicBezTo>
                  <a:cubicBezTo>
                    <a:pt x="4713" y="4373"/>
                    <a:pt x="4704" y="4363"/>
                    <a:pt x="4679" y="4338"/>
                  </a:cubicBezTo>
                  <a:cubicBezTo>
                    <a:pt x="4646" y="4289"/>
                    <a:pt x="4671" y="4273"/>
                    <a:pt x="4687" y="4265"/>
                  </a:cubicBezTo>
                  <a:close/>
                  <a:moveTo>
                    <a:pt x="4233" y="4638"/>
                  </a:moveTo>
                  <a:cubicBezTo>
                    <a:pt x="4249" y="4670"/>
                    <a:pt x="4274" y="4703"/>
                    <a:pt x="4282" y="4743"/>
                  </a:cubicBezTo>
                  <a:lnTo>
                    <a:pt x="4274" y="4752"/>
                  </a:lnTo>
                  <a:cubicBezTo>
                    <a:pt x="4241" y="4703"/>
                    <a:pt x="4209" y="4654"/>
                    <a:pt x="4217" y="4646"/>
                  </a:cubicBezTo>
                  <a:lnTo>
                    <a:pt x="4233" y="4638"/>
                  </a:lnTo>
                  <a:close/>
                  <a:moveTo>
                    <a:pt x="3035" y="5521"/>
                  </a:moveTo>
                  <a:cubicBezTo>
                    <a:pt x="3043" y="5521"/>
                    <a:pt x="3047" y="5533"/>
                    <a:pt x="3057" y="5570"/>
                  </a:cubicBezTo>
                  <a:cubicBezTo>
                    <a:pt x="3071" y="5598"/>
                    <a:pt x="3075" y="5613"/>
                    <a:pt x="3069" y="5613"/>
                  </a:cubicBezTo>
                  <a:cubicBezTo>
                    <a:pt x="3065" y="5613"/>
                    <a:pt x="3055" y="5604"/>
                    <a:pt x="3041" y="5587"/>
                  </a:cubicBezTo>
                  <a:cubicBezTo>
                    <a:pt x="3001" y="5538"/>
                    <a:pt x="3001" y="5538"/>
                    <a:pt x="3017" y="5530"/>
                  </a:cubicBezTo>
                  <a:cubicBezTo>
                    <a:pt x="3025" y="5524"/>
                    <a:pt x="3031" y="5521"/>
                    <a:pt x="3035" y="5521"/>
                  </a:cubicBezTo>
                  <a:close/>
                  <a:moveTo>
                    <a:pt x="2814" y="5587"/>
                  </a:moveTo>
                  <a:cubicBezTo>
                    <a:pt x="2809" y="5592"/>
                    <a:pt x="2820" y="5614"/>
                    <a:pt x="2823" y="5614"/>
                  </a:cubicBezTo>
                  <a:cubicBezTo>
                    <a:pt x="2824" y="5614"/>
                    <a:pt x="2823" y="5607"/>
                    <a:pt x="2814" y="5587"/>
                  </a:cubicBezTo>
                  <a:close/>
                  <a:moveTo>
                    <a:pt x="2936" y="5587"/>
                  </a:moveTo>
                  <a:lnTo>
                    <a:pt x="2976" y="5627"/>
                  </a:lnTo>
                  <a:lnTo>
                    <a:pt x="2968" y="5635"/>
                  </a:lnTo>
                  <a:cubicBezTo>
                    <a:pt x="2963" y="5638"/>
                    <a:pt x="2960" y="5639"/>
                    <a:pt x="2957" y="5639"/>
                  </a:cubicBezTo>
                  <a:cubicBezTo>
                    <a:pt x="2949" y="5639"/>
                    <a:pt x="2943" y="5629"/>
                    <a:pt x="2920" y="5595"/>
                  </a:cubicBezTo>
                  <a:lnTo>
                    <a:pt x="2936" y="5587"/>
                  </a:lnTo>
                  <a:close/>
                  <a:moveTo>
                    <a:pt x="3422" y="5603"/>
                  </a:moveTo>
                  <a:lnTo>
                    <a:pt x="3463" y="5635"/>
                  </a:lnTo>
                  <a:cubicBezTo>
                    <a:pt x="3495" y="5684"/>
                    <a:pt x="3487" y="5692"/>
                    <a:pt x="3487" y="5692"/>
                  </a:cubicBezTo>
                  <a:cubicBezTo>
                    <a:pt x="3482" y="5694"/>
                    <a:pt x="3479" y="5696"/>
                    <a:pt x="3476" y="5696"/>
                  </a:cubicBezTo>
                  <a:cubicBezTo>
                    <a:pt x="3468" y="5696"/>
                    <a:pt x="3461" y="5686"/>
                    <a:pt x="3438" y="5652"/>
                  </a:cubicBezTo>
                  <a:cubicBezTo>
                    <a:pt x="3438" y="5652"/>
                    <a:pt x="3406" y="5611"/>
                    <a:pt x="3422" y="5603"/>
                  </a:cubicBezTo>
                  <a:close/>
                  <a:moveTo>
                    <a:pt x="2814" y="5668"/>
                  </a:moveTo>
                  <a:lnTo>
                    <a:pt x="2863" y="5700"/>
                  </a:lnTo>
                  <a:lnTo>
                    <a:pt x="2847" y="5708"/>
                  </a:lnTo>
                  <a:cubicBezTo>
                    <a:pt x="2844" y="5711"/>
                    <a:pt x="2842" y="5713"/>
                    <a:pt x="2840" y="5713"/>
                  </a:cubicBezTo>
                  <a:cubicBezTo>
                    <a:pt x="2835" y="5713"/>
                    <a:pt x="2828" y="5704"/>
                    <a:pt x="2806" y="5676"/>
                  </a:cubicBezTo>
                  <a:lnTo>
                    <a:pt x="2814" y="5668"/>
                  </a:lnTo>
                  <a:close/>
                  <a:moveTo>
                    <a:pt x="3309" y="5741"/>
                  </a:moveTo>
                  <a:lnTo>
                    <a:pt x="3357" y="5781"/>
                  </a:lnTo>
                  <a:lnTo>
                    <a:pt x="3374" y="5838"/>
                  </a:lnTo>
                  <a:lnTo>
                    <a:pt x="3365" y="5846"/>
                  </a:lnTo>
                  <a:cubicBezTo>
                    <a:pt x="3333" y="5797"/>
                    <a:pt x="3301" y="5749"/>
                    <a:pt x="3309" y="5741"/>
                  </a:cubicBezTo>
                  <a:close/>
                  <a:moveTo>
                    <a:pt x="2725" y="5789"/>
                  </a:moveTo>
                  <a:lnTo>
                    <a:pt x="2725" y="5789"/>
                  </a:lnTo>
                  <a:cubicBezTo>
                    <a:pt x="2757" y="5814"/>
                    <a:pt x="2782" y="5846"/>
                    <a:pt x="2806" y="5879"/>
                  </a:cubicBezTo>
                  <a:lnTo>
                    <a:pt x="2798" y="5887"/>
                  </a:lnTo>
                  <a:cubicBezTo>
                    <a:pt x="2797" y="5887"/>
                    <a:pt x="2795" y="5888"/>
                    <a:pt x="2794" y="5888"/>
                  </a:cubicBezTo>
                  <a:cubicBezTo>
                    <a:pt x="2777" y="5888"/>
                    <a:pt x="2749" y="5846"/>
                    <a:pt x="2749" y="5846"/>
                  </a:cubicBezTo>
                  <a:cubicBezTo>
                    <a:pt x="2749" y="5846"/>
                    <a:pt x="2717" y="5797"/>
                    <a:pt x="2725" y="5789"/>
                  </a:cubicBezTo>
                  <a:close/>
                  <a:moveTo>
                    <a:pt x="2247" y="6086"/>
                  </a:moveTo>
                  <a:lnTo>
                    <a:pt x="2247" y="6086"/>
                  </a:lnTo>
                  <a:cubicBezTo>
                    <a:pt x="2248" y="6086"/>
                    <a:pt x="2253" y="6091"/>
                    <a:pt x="2263" y="6106"/>
                  </a:cubicBezTo>
                  <a:lnTo>
                    <a:pt x="2295" y="6154"/>
                  </a:lnTo>
                  <a:cubicBezTo>
                    <a:pt x="2313" y="6190"/>
                    <a:pt x="2331" y="6230"/>
                    <a:pt x="2323" y="6230"/>
                  </a:cubicBezTo>
                  <a:cubicBezTo>
                    <a:pt x="2320" y="6230"/>
                    <a:pt x="2314" y="6224"/>
                    <a:pt x="2303" y="6211"/>
                  </a:cubicBezTo>
                  <a:cubicBezTo>
                    <a:pt x="2287" y="6179"/>
                    <a:pt x="2271" y="6146"/>
                    <a:pt x="2255" y="6114"/>
                  </a:cubicBezTo>
                  <a:cubicBezTo>
                    <a:pt x="2255" y="6114"/>
                    <a:pt x="2243" y="6086"/>
                    <a:pt x="2247" y="6086"/>
                  </a:cubicBezTo>
                  <a:close/>
                  <a:moveTo>
                    <a:pt x="1964" y="6519"/>
                  </a:moveTo>
                  <a:cubicBezTo>
                    <a:pt x="1976" y="6519"/>
                    <a:pt x="2036" y="6603"/>
                    <a:pt x="2044" y="6665"/>
                  </a:cubicBezTo>
                  <a:cubicBezTo>
                    <a:pt x="2042" y="6667"/>
                    <a:pt x="2040" y="6669"/>
                    <a:pt x="2038" y="6669"/>
                  </a:cubicBezTo>
                  <a:cubicBezTo>
                    <a:pt x="2033" y="6669"/>
                    <a:pt x="2026" y="6659"/>
                    <a:pt x="2003" y="6624"/>
                  </a:cubicBezTo>
                  <a:cubicBezTo>
                    <a:pt x="1971" y="6576"/>
                    <a:pt x="1947" y="6527"/>
                    <a:pt x="1963" y="6519"/>
                  </a:cubicBezTo>
                  <a:cubicBezTo>
                    <a:pt x="1963" y="6519"/>
                    <a:pt x="1964" y="6519"/>
                    <a:pt x="1964" y="6519"/>
                  </a:cubicBezTo>
                  <a:close/>
                  <a:moveTo>
                    <a:pt x="309" y="7661"/>
                  </a:moveTo>
                  <a:cubicBezTo>
                    <a:pt x="312" y="7661"/>
                    <a:pt x="330" y="7683"/>
                    <a:pt x="366" y="7727"/>
                  </a:cubicBezTo>
                  <a:cubicBezTo>
                    <a:pt x="398" y="7776"/>
                    <a:pt x="430" y="7824"/>
                    <a:pt x="414" y="7833"/>
                  </a:cubicBezTo>
                  <a:cubicBezTo>
                    <a:pt x="427" y="7866"/>
                    <a:pt x="429" y="7880"/>
                    <a:pt x="425" y="7880"/>
                  </a:cubicBezTo>
                  <a:cubicBezTo>
                    <a:pt x="416" y="7880"/>
                    <a:pt x="377" y="7813"/>
                    <a:pt x="349" y="7735"/>
                  </a:cubicBezTo>
                  <a:cubicBezTo>
                    <a:pt x="320" y="7686"/>
                    <a:pt x="306" y="7661"/>
                    <a:pt x="309" y="7661"/>
                  </a:cubicBezTo>
                  <a:close/>
                  <a:moveTo>
                    <a:pt x="9678" y="372"/>
                  </a:moveTo>
                  <a:cubicBezTo>
                    <a:pt x="9675" y="372"/>
                    <a:pt x="9691" y="395"/>
                    <a:pt x="9730" y="454"/>
                  </a:cubicBezTo>
                  <a:cubicBezTo>
                    <a:pt x="9766" y="504"/>
                    <a:pt x="9775" y="531"/>
                    <a:pt x="9761" y="531"/>
                  </a:cubicBezTo>
                  <a:cubicBezTo>
                    <a:pt x="9750" y="531"/>
                    <a:pt x="9725" y="515"/>
                    <a:pt x="9690" y="479"/>
                  </a:cubicBezTo>
                  <a:lnTo>
                    <a:pt x="9665" y="495"/>
                  </a:lnTo>
                  <a:cubicBezTo>
                    <a:pt x="9657" y="503"/>
                    <a:pt x="9690" y="544"/>
                    <a:pt x="9722" y="592"/>
                  </a:cubicBezTo>
                  <a:cubicBezTo>
                    <a:pt x="9762" y="648"/>
                    <a:pt x="9778" y="669"/>
                    <a:pt x="9774" y="669"/>
                  </a:cubicBezTo>
                  <a:cubicBezTo>
                    <a:pt x="9771" y="669"/>
                    <a:pt x="9762" y="661"/>
                    <a:pt x="9746" y="649"/>
                  </a:cubicBezTo>
                  <a:cubicBezTo>
                    <a:pt x="9714" y="625"/>
                    <a:pt x="9690" y="592"/>
                    <a:pt x="9665" y="560"/>
                  </a:cubicBezTo>
                  <a:cubicBezTo>
                    <a:pt x="9646" y="536"/>
                    <a:pt x="9635" y="529"/>
                    <a:pt x="9626" y="529"/>
                  </a:cubicBezTo>
                  <a:cubicBezTo>
                    <a:pt x="9620" y="529"/>
                    <a:pt x="9615" y="532"/>
                    <a:pt x="9608" y="536"/>
                  </a:cubicBezTo>
                  <a:cubicBezTo>
                    <a:pt x="9600" y="536"/>
                    <a:pt x="9576" y="552"/>
                    <a:pt x="9608" y="600"/>
                  </a:cubicBezTo>
                  <a:lnTo>
                    <a:pt x="9576" y="552"/>
                  </a:lnTo>
                  <a:cubicBezTo>
                    <a:pt x="9574" y="553"/>
                    <a:pt x="9573" y="553"/>
                    <a:pt x="9571" y="553"/>
                  </a:cubicBezTo>
                  <a:cubicBezTo>
                    <a:pt x="9561" y="553"/>
                    <a:pt x="9548" y="542"/>
                    <a:pt x="9546" y="542"/>
                  </a:cubicBezTo>
                  <a:lnTo>
                    <a:pt x="9546" y="542"/>
                  </a:lnTo>
                  <a:cubicBezTo>
                    <a:pt x="9545" y="542"/>
                    <a:pt x="9549" y="546"/>
                    <a:pt x="9560" y="560"/>
                  </a:cubicBezTo>
                  <a:cubicBezTo>
                    <a:pt x="9560" y="560"/>
                    <a:pt x="9558" y="561"/>
                    <a:pt x="9553" y="561"/>
                  </a:cubicBezTo>
                  <a:cubicBezTo>
                    <a:pt x="9546" y="561"/>
                    <a:pt x="9529" y="558"/>
                    <a:pt x="9495" y="544"/>
                  </a:cubicBezTo>
                  <a:cubicBezTo>
                    <a:pt x="9488" y="540"/>
                    <a:pt x="9483" y="538"/>
                    <a:pt x="9478" y="538"/>
                  </a:cubicBezTo>
                  <a:cubicBezTo>
                    <a:pt x="9447" y="538"/>
                    <a:pt x="9482" y="634"/>
                    <a:pt x="9568" y="698"/>
                  </a:cubicBezTo>
                  <a:lnTo>
                    <a:pt x="9560" y="706"/>
                  </a:lnTo>
                  <a:cubicBezTo>
                    <a:pt x="9544" y="714"/>
                    <a:pt x="9576" y="754"/>
                    <a:pt x="9576" y="754"/>
                  </a:cubicBezTo>
                  <a:cubicBezTo>
                    <a:pt x="9608" y="803"/>
                    <a:pt x="9600" y="811"/>
                    <a:pt x="9584" y="819"/>
                  </a:cubicBezTo>
                  <a:lnTo>
                    <a:pt x="9519" y="730"/>
                  </a:lnTo>
                  <a:cubicBezTo>
                    <a:pt x="9470" y="649"/>
                    <a:pt x="9430" y="603"/>
                    <a:pt x="9420" y="603"/>
                  </a:cubicBezTo>
                  <a:cubicBezTo>
                    <a:pt x="9412" y="603"/>
                    <a:pt x="9423" y="633"/>
                    <a:pt x="9462" y="698"/>
                  </a:cubicBezTo>
                  <a:lnTo>
                    <a:pt x="9430" y="649"/>
                  </a:lnTo>
                  <a:cubicBezTo>
                    <a:pt x="9417" y="632"/>
                    <a:pt x="9407" y="624"/>
                    <a:pt x="9402" y="624"/>
                  </a:cubicBezTo>
                  <a:cubicBezTo>
                    <a:pt x="9394" y="624"/>
                    <a:pt x="9393" y="640"/>
                    <a:pt x="9398" y="673"/>
                  </a:cubicBezTo>
                  <a:cubicBezTo>
                    <a:pt x="9381" y="681"/>
                    <a:pt x="9438" y="787"/>
                    <a:pt x="9471" y="827"/>
                  </a:cubicBezTo>
                  <a:cubicBezTo>
                    <a:pt x="9503" y="876"/>
                    <a:pt x="9495" y="884"/>
                    <a:pt x="9495" y="884"/>
                  </a:cubicBezTo>
                  <a:cubicBezTo>
                    <a:pt x="9490" y="887"/>
                    <a:pt x="9487" y="888"/>
                    <a:pt x="9484" y="888"/>
                  </a:cubicBezTo>
                  <a:cubicBezTo>
                    <a:pt x="9476" y="888"/>
                    <a:pt x="9469" y="878"/>
                    <a:pt x="9446" y="844"/>
                  </a:cubicBezTo>
                  <a:cubicBezTo>
                    <a:pt x="9417" y="804"/>
                    <a:pt x="9396" y="785"/>
                    <a:pt x="9387" y="785"/>
                  </a:cubicBezTo>
                  <a:cubicBezTo>
                    <a:pt x="9376" y="785"/>
                    <a:pt x="9382" y="814"/>
                    <a:pt x="9414" y="868"/>
                  </a:cubicBezTo>
                  <a:lnTo>
                    <a:pt x="9381" y="827"/>
                  </a:lnTo>
                  <a:cubicBezTo>
                    <a:pt x="9363" y="800"/>
                    <a:pt x="9339" y="775"/>
                    <a:pt x="9318" y="775"/>
                  </a:cubicBezTo>
                  <a:cubicBezTo>
                    <a:pt x="9301" y="775"/>
                    <a:pt x="9286" y="789"/>
                    <a:pt x="9276" y="827"/>
                  </a:cubicBezTo>
                  <a:cubicBezTo>
                    <a:pt x="9247" y="847"/>
                    <a:pt x="9224" y="863"/>
                    <a:pt x="9201" y="863"/>
                  </a:cubicBezTo>
                  <a:cubicBezTo>
                    <a:pt x="9186" y="863"/>
                    <a:pt x="9171" y="855"/>
                    <a:pt x="9154" y="836"/>
                  </a:cubicBezTo>
                  <a:cubicBezTo>
                    <a:pt x="9150" y="828"/>
                    <a:pt x="9146" y="825"/>
                    <a:pt x="9144" y="825"/>
                  </a:cubicBezTo>
                  <a:cubicBezTo>
                    <a:pt x="9130" y="825"/>
                    <a:pt x="9152" y="932"/>
                    <a:pt x="9187" y="1022"/>
                  </a:cubicBezTo>
                  <a:cubicBezTo>
                    <a:pt x="9168" y="994"/>
                    <a:pt x="9155" y="985"/>
                    <a:pt x="9143" y="985"/>
                  </a:cubicBezTo>
                  <a:cubicBezTo>
                    <a:pt x="9133" y="985"/>
                    <a:pt x="9124" y="991"/>
                    <a:pt x="9114" y="998"/>
                  </a:cubicBezTo>
                  <a:cubicBezTo>
                    <a:pt x="9100" y="1008"/>
                    <a:pt x="9092" y="1014"/>
                    <a:pt x="9085" y="1014"/>
                  </a:cubicBezTo>
                  <a:cubicBezTo>
                    <a:pt x="9075" y="1014"/>
                    <a:pt x="9067" y="1004"/>
                    <a:pt x="9049" y="981"/>
                  </a:cubicBezTo>
                  <a:cubicBezTo>
                    <a:pt x="9021" y="930"/>
                    <a:pt x="9007" y="903"/>
                    <a:pt x="9005" y="903"/>
                  </a:cubicBezTo>
                  <a:lnTo>
                    <a:pt x="9005" y="903"/>
                  </a:lnTo>
                  <a:cubicBezTo>
                    <a:pt x="9002" y="903"/>
                    <a:pt x="9012" y="932"/>
                    <a:pt x="9033" y="990"/>
                  </a:cubicBezTo>
                  <a:cubicBezTo>
                    <a:pt x="9058" y="1033"/>
                    <a:pt x="9059" y="1052"/>
                    <a:pt x="9046" y="1052"/>
                  </a:cubicBezTo>
                  <a:cubicBezTo>
                    <a:pt x="9030" y="1052"/>
                    <a:pt x="8992" y="1023"/>
                    <a:pt x="8952" y="973"/>
                  </a:cubicBezTo>
                  <a:cubicBezTo>
                    <a:pt x="8933" y="946"/>
                    <a:pt x="8923" y="936"/>
                    <a:pt x="8913" y="936"/>
                  </a:cubicBezTo>
                  <a:cubicBezTo>
                    <a:pt x="8905" y="936"/>
                    <a:pt x="8897" y="942"/>
                    <a:pt x="8887" y="949"/>
                  </a:cubicBezTo>
                  <a:cubicBezTo>
                    <a:pt x="8911" y="1006"/>
                    <a:pt x="8887" y="1022"/>
                    <a:pt x="8863" y="1038"/>
                  </a:cubicBezTo>
                  <a:cubicBezTo>
                    <a:pt x="8822" y="1063"/>
                    <a:pt x="8822" y="1063"/>
                    <a:pt x="8887" y="1152"/>
                  </a:cubicBezTo>
                  <a:cubicBezTo>
                    <a:pt x="8960" y="1249"/>
                    <a:pt x="8944" y="1257"/>
                    <a:pt x="8919" y="1273"/>
                  </a:cubicBezTo>
                  <a:cubicBezTo>
                    <a:pt x="8916" y="1276"/>
                    <a:pt x="8912" y="1279"/>
                    <a:pt x="8906" y="1279"/>
                  </a:cubicBezTo>
                  <a:cubicBezTo>
                    <a:pt x="8897" y="1279"/>
                    <a:pt x="8883" y="1271"/>
                    <a:pt x="8863" y="1241"/>
                  </a:cubicBezTo>
                  <a:cubicBezTo>
                    <a:pt x="8863" y="1241"/>
                    <a:pt x="8829" y="1207"/>
                    <a:pt x="8811" y="1207"/>
                  </a:cubicBezTo>
                  <a:cubicBezTo>
                    <a:pt x="8809" y="1207"/>
                    <a:pt x="8807" y="1208"/>
                    <a:pt x="8806" y="1208"/>
                  </a:cubicBezTo>
                  <a:cubicBezTo>
                    <a:pt x="8803" y="1212"/>
                    <a:pt x="8798" y="1215"/>
                    <a:pt x="8793" y="1215"/>
                  </a:cubicBezTo>
                  <a:cubicBezTo>
                    <a:pt x="8783" y="1215"/>
                    <a:pt x="8769" y="1206"/>
                    <a:pt x="8749" y="1176"/>
                  </a:cubicBezTo>
                  <a:cubicBezTo>
                    <a:pt x="8749" y="1176"/>
                    <a:pt x="8723" y="1155"/>
                    <a:pt x="8700" y="1155"/>
                  </a:cubicBezTo>
                  <a:cubicBezTo>
                    <a:pt x="8695" y="1155"/>
                    <a:pt x="8689" y="1157"/>
                    <a:pt x="8684" y="1160"/>
                  </a:cubicBezTo>
                  <a:cubicBezTo>
                    <a:pt x="8672" y="1168"/>
                    <a:pt x="8660" y="1176"/>
                    <a:pt x="8647" y="1176"/>
                  </a:cubicBezTo>
                  <a:cubicBezTo>
                    <a:pt x="8633" y="1176"/>
                    <a:pt x="8619" y="1168"/>
                    <a:pt x="8603" y="1144"/>
                  </a:cubicBezTo>
                  <a:lnTo>
                    <a:pt x="8603" y="1144"/>
                  </a:lnTo>
                  <a:cubicBezTo>
                    <a:pt x="8587" y="1152"/>
                    <a:pt x="8587" y="1152"/>
                    <a:pt x="8619" y="1200"/>
                  </a:cubicBezTo>
                  <a:cubicBezTo>
                    <a:pt x="8648" y="1236"/>
                    <a:pt x="8670" y="1284"/>
                    <a:pt x="8620" y="1284"/>
                  </a:cubicBezTo>
                  <a:cubicBezTo>
                    <a:pt x="8613" y="1284"/>
                    <a:pt x="8605" y="1283"/>
                    <a:pt x="8595" y="1281"/>
                  </a:cubicBezTo>
                  <a:cubicBezTo>
                    <a:pt x="8571" y="1298"/>
                    <a:pt x="8538" y="1322"/>
                    <a:pt x="8571" y="1371"/>
                  </a:cubicBezTo>
                  <a:cubicBezTo>
                    <a:pt x="8566" y="1373"/>
                    <a:pt x="8563" y="1375"/>
                    <a:pt x="8559" y="1375"/>
                  </a:cubicBezTo>
                  <a:cubicBezTo>
                    <a:pt x="8552" y="1375"/>
                    <a:pt x="8545" y="1365"/>
                    <a:pt x="8522" y="1330"/>
                  </a:cubicBezTo>
                  <a:cubicBezTo>
                    <a:pt x="8494" y="1291"/>
                    <a:pt x="8473" y="1272"/>
                    <a:pt x="8462" y="1272"/>
                  </a:cubicBezTo>
                  <a:cubicBezTo>
                    <a:pt x="8448" y="1272"/>
                    <a:pt x="8451" y="1303"/>
                    <a:pt x="8473" y="1363"/>
                  </a:cubicBezTo>
                  <a:cubicBezTo>
                    <a:pt x="8492" y="1390"/>
                    <a:pt x="8497" y="1405"/>
                    <a:pt x="8489" y="1405"/>
                  </a:cubicBezTo>
                  <a:cubicBezTo>
                    <a:pt x="8483" y="1405"/>
                    <a:pt x="8470" y="1396"/>
                    <a:pt x="8449" y="1379"/>
                  </a:cubicBezTo>
                  <a:lnTo>
                    <a:pt x="8449" y="1379"/>
                  </a:lnTo>
                  <a:cubicBezTo>
                    <a:pt x="8449" y="1379"/>
                    <a:pt x="8441" y="1387"/>
                    <a:pt x="8465" y="1444"/>
                  </a:cubicBezTo>
                  <a:cubicBezTo>
                    <a:pt x="8475" y="1472"/>
                    <a:pt x="8479" y="1484"/>
                    <a:pt x="8469" y="1484"/>
                  </a:cubicBezTo>
                  <a:cubicBezTo>
                    <a:pt x="8462" y="1484"/>
                    <a:pt x="8448" y="1478"/>
                    <a:pt x="8425" y="1468"/>
                  </a:cubicBezTo>
                  <a:cubicBezTo>
                    <a:pt x="8405" y="1438"/>
                    <a:pt x="8394" y="1429"/>
                    <a:pt x="8385" y="1429"/>
                  </a:cubicBezTo>
                  <a:cubicBezTo>
                    <a:pt x="8379" y="1429"/>
                    <a:pt x="8374" y="1432"/>
                    <a:pt x="8368" y="1436"/>
                  </a:cubicBezTo>
                  <a:cubicBezTo>
                    <a:pt x="8375" y="1490"/>
                    <a:pt x="8284" y="1556"/>
                    <a:pt x="8231" y="1556"/>
                  </a:cubicBezTo>
                  <a:cubicBezTo>
                    <a:pt x="8221" y="1556"/>
                    <a:pt x="8212" y="1554"/>
                    <a:pt x="8206" y="1549"/>
                  </a:cubicBezTo>
                  <a:lnTo>
                    <a:pt x="8206" y="1549"/>
                  </a:lnTo>
                  <a:cubicBezTo>
                    <a:pt x="8222" y="1598"/>
                    <a:pt x="8222" y="1598"/>
                    <a:pt x="8214" y="1606"/>
                  </a:cubicBezTo>
                  <a:cubicBezTo>
                    <a:pt x="8187" y="1578"/>
                    <a:pt x="8171" y="1567"/>
                    <a:pt x="8165" y="1567"/>
                  </a:cubicBezTo>
                  <a:cubicBezTo>
                    <a:pt x="8154" y="1567"/>
                    <a:pt x="8179" y="1612"/>
                    <a:pt x="8222" y="1671"/>
                  </a:cubicBezTo>
                  <a:lnTo>
                    <a:pt x="8230" y="1663"/>
                  </a:lnTo>
                  <a:lnTo>
                    <a:pt x="8246" y="1654"/>
                  </a:lnTo>
                  <a:cubicBezTo>
                    <a:pt x="8278" y="1702"/>
                    <a:pt x="8287" y="1730"/>
                    <a:pt x="8274" y="1730"/>
                  </a:cubicBezTo>
                  <a:cubicBezTo>
                    <a:pt x="8262" y="1730"/>
                    <a:pt x="8227" y="1700"/>
                    <a:pt x="8173" y="1630"/>
                  </a:cubicBezTo>
                  <a:cubicBezTo>
                    <a:pt x="8139" y="1591"/>
                    <a:pt x="8120" y="1571"/>
                    <a:pt x="8117" y="1571"/>
                  </a:cubicBezTo>
                  <a:lnTo>
                    <a:pt x="8117" y="1571"/>
                  </a:lnTo>
                  <a:cubicBezTo>
                    <a:pt x="8113" y="1571"/>
                    <a:pt x="8127" y="1595"/>
                    <a:pt x="8157" y="1646"/>
                  </a:cubicBezTo>
                  <a:cubicBezTo>
                    <a:pt x="8183" y="1703"/>
                    <a:pt x="8193" y="1732"/>
                    <a:pt x="8184" y="1732"/>
                  </a:cubicBezTo>
                  <a:cubicBezTo>
                    <a:pt x="8176" y="1732"/>
                    <a:pt x="8154" y="1712"/>
                    <a:pt x="8117" y="1671"/>
                  </a:cubicBezTo>
                  <a:cubicBezTo>
                    <a:pt x="8085" y="1627"/>
                    <a:pt x="8069" y="1605"/>
                    <a:pt x="8067" y="1605"/>
                  </a:cubicBezTo>
                  <a:lnTo>
                    <a:pt x="8067" y="1605"/>
                  </a:lnTo>
                  <a:cubicBezTo>
                    <a:pt x="8065" y="1605"/>
                    <a:pt x="8079" y="1629"/>
                    <a:pt x="8108" y="1679"/>
                  </a:cubicBezTo>
                  <a:cubicBezTo>
                    <a:pt x="8172" y="1801"/>
                    <a:pt x="8197" y="1875"/>
                    <a:pt x="8177" y="1875"/>
                  </a:cubicBezTo>
                  <a:cubicBezTo>
                    <a:pt x="8164" y="1875"/>
                    <a:pt x="8131" y="1842"/>
                    <a:pt x="8076" y="1768"/>
                  </a:cubicBezTo>
                  <a:cubicBezTo>
                    <a:pt x="8017" y="1686"/>
                    <a:pt x="7978" y="1645"/>
                    <a:pt x="7959" y="1645"/>
                  </a:cubicBezTo>
                  <a:cubicBezTo>
                    <a:pt x="7957" y="1645"/>
                    <a:pt x="7956" y="1646"/>
                    <a:pt x="7954" y="1646"/>
                  </a:cubicBezTo>
                  <a:cubicBezTo>
                    <a:pt x="7946" y="1654"/>
                    <a:pt x="7979" y="1703"/>
                    <a:pt x="8011" y="1744"/>
                  </a:cubicBezTo>
                  <a:cubicBezTo>
                    <a:pt x="8055" y="1791"/>
                    <a:pt x="8070" y="1816"/>
                    <a:pt x="8061" y="1816"/>
                  </a:cubicBezTo>
                  <a:cubicBezTo>
                    <a:pt x="8054" y="1816"/>
                    <a:pt x="8028" y="1797"/>
                    <a:pt x="7987" y="1760"/>
                  </a:cubicBezTo>
                  <a:cubicBezTo>
                    <a:pt x="7923" y="1707"/>
                    <a:pt x="7883" y="1682"/>
                    <a:pt x="7863" y="1682"/>
                  </a:cubicBezTo>
                  <a:cubicBezTo>
                    <a:pt x="7839" y="1682"/>
                    <a:pt x="7840" y="1715"/>
                    <a:pt x="7857" y="1776"/>
                  </a:cubicBezTo>
                  <a:cubicBezTo>
                    <a:pt x="7866" y="1848"/>
                    <a:pt x="7860" y="1888"/>
                    <a:pt x="7847" y="1888"/>
                  </a:cubicBezTo>
                  <a:cubicBezTo>
                    <a:pt x="7837" y="1888"/>
                    <a:pt x="7823" y="1862"/>
                    <a:pt x="7809" y="1808"/>
                  </a:cubicBezTo>
                  <a:cubicBezTo>
                    <a:pt x="7786" y="1749"/>
                    <a:pt x="7776" y="1723"/>
                    <a:pt x="7773" y="1723"/>
                  </a:cubicBezTo>
                  <a:lnTo>
                    <a:pt x="7773" y="1723"/>
                  </a:lnTo>
                  <a:cubicBezTo>
                    <a:pt x="7771" y="1723"/>
                    <a:pt x="7773" y="1739"/>
                    <a:pt x="7776" y="1768"/>
                  </a:cubicBezTo>
                  <a:cubicBezTo>
                    <a:pt x="7752" y="1784"/>
                    <a:pt x="7727" y="1800"/>
                    <a:pt x="7719" y="1808"/>
                  </a:cubicBezTo>
                  <a:cubicBezTo>
                    <a:pt x="7703" y="1817"/>
                    <a:pt x="7727" y="1865"/>
                    <a:pt x="7760" y="1914"/>
                  </a:cubicBezTo>
                  <a:cubicBezTo>
                    <a:pt x="7720" y="1869"/>
                    <a:pt x="7684" y="1839"/>
                    <a:pt x="7667" y="1839"/>
                  </a:cubicBezTo>
                  <a:cubicBezTo>
                    <a:pt x="7654" y="1839"/>
                    <a:pt x="7653" y="1859"/>
                    <a:pt x="7671" y="1906"/>
                  </a:cubicBezTo>
                  <a:lnTo>
                    <a:pt x="7646" y="1922"/>
                  </a:lnTo>
                  <a:cubicBezTo>
                    <a:pt x="7630" y="1930"/>
                    <a:pt x="7630" y="1930"/>
                    <a:pt x="7654" y="1987"/>
                  </a:cubicBezTo>
                  <a:cubicBezTo>
                    <a:pt x="7663" y="2007"/>
                    <a:pt x="7663" y="2015"/>
                    <a:pt x="7656" y="2015"/>
                  </a:cubicBezTo>
                  <a:cubicBezTo>
                    <a:pt x="7644" y="2015"/>
                    <a:pt x="7613" y="1989"/>
                    <a:pt x="7581" y="1963"/>
                  </a:cubicBezTo>
                  <a:cubicBezTo>
                    <a:pt x="7554" y="1941"/>
                    <a:pt x="7524" y="1916"/>
                    <a:pt x="7516" y="1916"/>
                  </a:cubicBezTo>
                  <a:cubicBezTo>
                    <a:pt x="7512" y="1916"/>
                    <a:pt x="7514" y="1922"/>
                    <a:pt x="7525" y="1938"/>
                  </a:cubicBezTo>
                  <a:cubicBezTo>
                    <a:pt x="7557" y="1987"/>
                    <a:pt x="7581" y="2044"/>
                    <a:pt x="7590" y="2100"/>
                  </a:cubicBezTo>
                  <a:cubicBezTo>
                    <a:pt x="7597" y="2116"/>
                    <a:pt x="7598" y="2122"/>
                    <a:pt x="7594" y="2122"/>
                  </a:cubicBezTo>
                  <a:cubicBezTo>
                    <a:pt x="7586" y="2122"/>
                    <a:pt x="7560" y="2093"/>
                    <a:pt x="7549" y="2060"/>
                  </a:cubicBezTo>
                  <a:cubicBezTo>
                    <a:pt x="7525" y="2019"/>
                    <a:pt x="7492" y="1995"/>
                    <a:pt x="7460" y="1979"/>
                  </a:cubicBezTo>
                  <a:cubicBezTo>
                    <a:pt x="7444" y="1987"/>
                    <a:pt x="7419" y="2003"/>
                    <a:pt x="7452" y="2052"/>
                  </a:cubicBezTo>
                  <a:cubicBezTo>
                    <a:pt x="7476" y="2088"/>
                    <a:pt x="7447" y="2124"/>
                    <a:pt x="7410" y="2124"/>
                  </a:cubicBezTo>
                  <a:cubicBezTo>
                    <a:pt x="7397" y="2124"/>
                    <a:pt x="7383" y="2119"/>
                    <a:pt x="7371" y="2108"/>
                  </a:cubicBezTo>
                  <a:lnTo>
                    <a:pt x="7346" y="2125"/>
                  </a:lnTo>
                  <a:cubicBezTo>
                    <a:pt x="7338" y="2133"/>
                    <a:pt x="7354" y="2190"/>
                    <a:pt x="7346" y="2198"/>
                  </a:cubicBezTo>
                  <a:cubicBezTo>
                    <a:pt x="7346" y="2198"/>
                    <a:pt x="7330" y="2206"/>
                    <a:pt x="7354" y="2254"/>
                  </a:cubicBezTo>
                  <a:cubicBezTo>
                    <a:pt x="7351" y="2258"/>
                    <a:pt x="7347" y="2261"/>
                    <a:pt x="7340" y="2261"/>
                  </a:cubicBezTo>
                  <a:cubicBezTo>
                    <a:pt x="7330" y="2261"/>
                    <a:pt x="7317" y="2254"/>
                    <a:pt x="7298" y="2230"/>
                  </a:cubicBezTo>
                  <a:lnTo>
                    <a:pt x="7298" y="2230"/>
                  </a:lnTo>
                  <a:cubicBezTo>
                    <a:pt x="7327" y="2281"/>
                    <a:pt x="7342" y="2305"/>
                    <a:pt x="7337" y="2305"/>
                  </a:cubicBezTo>
                  <a:cubicBezTo>
                    <a:pt x="7332" y="2305"/>
                    <a:pt x="7312" y="2285"/>
                    <a:pt x="7273" y="2246"/>
                  </a:cubicBezTo>
                  <a:cubicBezTo>
                    <a:pt x="7242" y="2199"/>
                    <a:pt x="7225" y="2174"/>
                    <a:pt x="7224" y="2174"/>
                  </a:cubicBezTo>
                  <a:lnTo>
                    <a:pt x="7224" y="2174"/>
                  </a:lnTo>
                  <a:cubicBezTo>
                    <a:pt x="7222" y="2174"/>
                    <a:pt x="7236" y="2201"/>
                    <a:pt x="7265" y="2254"/>
                  </a:cubicBezTo>
                  <a:cubicBezTo>
                    <a:pt x="7274" y="2280"/>
                    <a:pt x="7278" y="2292"/>
                    <a:pt x="7274" y="2292"/>
                  </a:cubicBezTo>
                  <a:cubicBezTo>
                    <a:pt x="7270" y="2292"/>
                    <a:pt x="7260" y="2282"/>
                    <a:pt x="7241" y="2262"/>
                  </a:cubicBezTo>
                  <a:cubicBezTo>
                    <a:pt x="7226" y="2244"/>
                    <a:pt x="7215" y="2236"/>
                    <a:pt x="7210" y="2236"/>
                  </a:cubicBezTo>
                  <a:cubicBezTo>
                    <a:pt x="7204" y="2236"/>
                    <a:pt x="7207" y="2248"/>
                    <a:pt x="7225" y="2271"/>
                  </a:cubicBezTo>
                  <a:cubicBezTo>
                    <a:pt x="7263" y="2341"/>
                    <a:pt x="7275" y="2397"/>
                    <a:pt x="7257" y="2397"/>
                  </a:cubicBezTo>
                  <a:cubicBezTo>
                    <a:pt x="7249" y="2397"/>
                    <a:pt x="7233" y="2384"/>
                    <a:pt x="7209" y="2352"/>
                  </a:cubicBezTo>
                  <a:lnTo>
                    <a:pt x="7209" y="2352"/>
                  </a:lnTo>
                  <a:cubicBezTo>
                    <a:pt x="7209" y="2352"/>
                    <a:pt x="7200" y="2360"/>
                    <a:pt x="7225" y="2417"/>
                  </a:cubicBezTo>
                  <a:cubicBezTo>
                    <a:pt x="7250" y="2466"/>
                    <a:pt x="7262" y="2491"/>
                    <a:pt x="7259" y="2491"/>
                  </a:cubicBezTo>
                  <a:cubicBezTo>
                    <a:pt x="7256" y="2491"/>
                    <a:pt x="7240" y="2468"/>
                    <a:pt x="7209" y="2425"/>
                  </a:cubicBezTo>
                  <a:cubicBezTo>
                    <a:pt x="7171" y="2384"/>
                    <a:pt x="7150" y="2363"/>
                    <a:pt x="7142" y="2363"/>
                  </a:cubicBezTo>
                  <a:cubicBezTo>
                    <a:pt x="7134" y="2363"/>
                    <a:pt x="7145" y="2392"/>
                    <a:pt x="7176" y="2449"/>
                  </a:cubicBezTo>
                  <a:cubicBezTo>
                    <a:pt x="7176" y="2449"/>
                    <a:pt x="7185" y="2476"/>
                    <a:pt x="7173" y="2476"/>
                  </a:cubicBezTo>
                  <a:cubicBezTo>
                    <a:pt x="7169" y="2476"/>
                    <a:pt x="7162" y="2473"/>
                    <a:pt x="7152" y="2465"/>
                  </a:cubicBezTo>
                  <a:cubicBezTo>
                    <a:pt x="7130" y="2453"/>
                    <a:pt x="7102" y="2445"/>
                    <a:pt x="7079" y="2445"/>
                  </a:cubicBezTo>
                  <a:cubicBezTo>
                    <a:pt x="7041" y="2445"/>
                    <a:pt x="7017" y="2466"/>
                    <a:pt x="7063" y="2522"/>
                  </a:cubicBezTo>
                  <a:lnTo>
                    <a:pt x="7046" y="2538"/>
                  </a:lnTo>
                  <a:cubicBezTo>
                    <a:pt x="7025" y="2526"/>
                    <a:pt x="7009" y="2519"/>
                    <a:pt x="6999" y="2519"/>
                  </a:cubicBezTo>
                  <a:cubicBezTo>
                    <a:pt x="6983" y="2519"/>
                    <a:pt x="6983" y="2536"/>
                    <a:pt x="6998" y="2571"/>
                  </a:cubicBezTo>
                  <a:lnTo>
                    <a:pt x="7014" y="2619"/>
                  </a:lnTo>
                  <a:cubicBezTo>
                    <a:pt x="6984" y="2582"/>
                    <a:pt x="6948" y="2545"/>
                    <a:pt x="6930" y="2545"/>
                  </a:cubicBezTo>
                  <a:cubicBezTo>
                    <a:pt x="6928" y="2545"/>
                    <a:pt x="6926" y="2546"/>
                    <a:pt x="6925" y="2546"/>
                  </a:cubicBezTo>
                  <a:cubicBezTo>
                    <a:pt x="6917" y="2554"/>
                    <a:pt x="6917" y="2554"/>
                    <a:pt x="6949" y="2603"/>
                  </a:cubicBezTo>
                  <a:cubicBezTo>
                    <a:pt x="6990" y="2635"/>
                    <a:pt x="6982" y="2644"/>
                    <a:pt x="6965" y="2652"/>
                  </a:cubicBezTo>
                  <a:cubicBezTo>
                    <a:pt x="6965" y="2652"/>
                    <a:pt x="6964" y="2653"/>
                    <a:pt x="6962" y="2653"/>
                  </a:cubicBezTo>
                  <a:cubicBezTo>
                    <a:pt x="6949" y="2653"/>
                    <a:pt x="6906" y="2616"/>
                    <a:pt x="6876" y="2579"/>
                  </a:cubicBezTo>
                  <a:lnTo>
                    <a:pt x="6868" y="2587"/>
                  </a:lnTo>
                  <a:cubicBezTo>
                    <a:pt x="6909" y="2643"/>
                    <a:pt x="6921" y="2667"/>
                    <a:pt x="6914" y="2667"/>
                  </a:cubicBezTo>
                  <a:cubicBezTo>
                    <a:pt x="6910" y="2667"/>
                    <a:pt x="6899" y="2659"/>
                    <a:pt x="6884" y="2644"/>
                  </a:cubicBezTo>
                  <a:cubicBezTo>
                    <a:pt x="6860" y="2620"/>
                    <a:pt x="6845" y="2613"/>
                    <a:pt x="6834" y="2613"/>
                  </a:cubicBezTo>
                  <a:cubicBezTo>
                    <a:pt x="6827" y="2613"/>
                    <a:pt x="6823" y="2616"/>
                    <a:pt x="6819" y="2619"/>
                  </a:cubicBezTo>
                  <a:lnTo>
                    <a:pt x="6787" y="2571"/>
                  </a:lnTo>
                  <a:cubicBezTo>
                    <a:pt x="6774" y="2560"/>
                    <a:pt x="6767" y="2555"/>
                    <a:pt x="6764" y="2555"/>
                  </a:cubicBezTo>
                  <a:cubicBezTo>
                    <a:pt x="6756" y="2555"/>
                    <a:pt x="6781" y="2591"/>
                    <a:pt x="6811" y="2627"/>
                  </a:cubicBezTo>
                  <a:lnTo>
                    <a:pt x="6787" y="2644"/>
                  </a:lnTo>
                  <a:cubicBezTo>
                    <a:pt x="6771" y="2652"/>
                    <a:pt x="6763" y="2660"/>
                    <a:pt x="6803" y="2692"/>
                  </a:cubicBezTo>
                  <a:cubicBezTo>
                    <a:pt x="6836" y="2741"/>
                    <a:pt x="6868" y="2790"/>
                    <a:pt x="6860" y="2798"/>
                  </a:cubicBezTo>
                  <a:cubicBezTo>
                    <a:pt x="6830" y="2753"/>
                    <a:pt x="6800" y="2708"/>
                    <a:pt x="6783" y="2708"/>
                  </a:cubicBezTo>
                  <a:cubicBezTo>
                    <a:pt x="6781" y="2708"/>
                    <a:pt x="6780" y="2708"/>
                    <a:pt x="6779" y="2708"/>
                  </a:cubicBezTo>
                  <a:cubicBezTo>
                    <a:pt x="6778" y="2709"/>
                    <a:pt x="6777" y="2709"/>
                    <a:pt x="6776" y="2709"/>
                  </a:cubicBezTo>
                  <a:cubicBezTo>
                    <a:pt x="6765" y="2709"/>
                    <a:pt x="6738" y="2676"/>
                    <a:pt x="6738" y="2676"/>
                  </a:cubicBezTo>
                  <a:cubicBezTo>
                    <a:pt x="6718" y="2639"/>
                    <a:pt x="6703" y="2625"/>
                    <a:pt x="6693" y="2625"/>
                  </a:cubicBezTo>
                  <a:cubicBezTo>
                    <a:pt x="6675" y="2625"/>
                    <a:pt x="6674" y="2672"/>
                    <a:pt x="6690" y="2708"/>
                  </a:cubicBezTo>
                  <a:cubicBezTo>
                    <a:pt x="6712" y="2766"/>
                    <a:pt x="6719" y="2794"/>
                    <a:pt x="6710" y="2794"/>
                  </a:cubicBezTo>
                  <a:cubicBezTo>
                    <a:pt x="6702" y="2794"/>
                    <a:pt x="6683" y="2774"/>
                    <a:pt x="6649" y="2733"/>
                  </a:cubicBezTo>
                  <a:cubicBezTo>
                    <a:pt x="6632" y="2708"/>
                    <a:pt x="6623" y="2696"/>
                    <a:pt x="6620" y="2696"/>
                  </a:cubicBezTo>
                  <a:lnTo>
                    <a:pt x="6620" y="2696"/>
                  </a:lnTo>
                  <a:cubicBezTo>
                    <a:pt x="6612" y="2696"/>
                    <a:pt x="6654" y="2787"/>
                    <a:pt x="6714" y="2895"/>
                  </a:cubicBezTo>
                  <a:lnTo>
                    <a:pt x="6803" y="3041"/>
                  </a:lnTo>
                  <a:lnTo>
                    <a:pt x="6706" y="2903"/>
                  </a:lnTo>
                  <a:cubicBezTo>
                    <a:pt x="6625" y="2804"/>
                    <a:pt x="6589" y="2760"/>
                    <a:pt x="6578" y="2760"/>
                  </a:cubicBezTo>
                  <a:cubicBezTo>
                    <a:pt x="6570" y="2760"/>
                    <a:pt x="6578" y="2788"/>
                    <a:pt x="6592" y="2838"/>
                  </a:cubicBezTo>
                  <a:cubicBezTo>
                    <a:pt x="6597" y="2873"/>
                    <a:pt x="6599" y="2889"/>
                    <a:pt x="6595" y="2889"/>
                  </a:cubicBezTo>
                  <a:cubicBezTo>
                    <a:pt x="6591" y="2889"/>
                    <a:pt x="6583" y="2877"/>
                    <a:pt x="6568" y="2854"/>
                  </a:cubicBezTo>
                  <a:cubicBezTo>
                    <a:pt x="6551" y="2829"/>
                    <a:pt x="6538" y="2819"/>
                    <a:pt x="6525" y="2819"/>
                  </a:cubicBezTo>
                  <a:cubicBezTo>
                    <a:pt x="6514" y="2819"/>
                    <a:pt x="6502" y="2827"/>
                    <a:pt x="6487" y="2838"/>
                  </a:cubicBezTo>
                  <a:cubicBezTo>
                    <a:pt x="6446" y="2862"/>
                    <a:pt x="6438" y="2871"/>
                    <a:pt x="6471" y="2919"/>
                  </a:cubicBezTo>
                  <a:lnTo>
                    <a:pt x="6446" y="2935"/>
                  </a:lnTo>
                  <a:cubicBezTo>
                    <a:pt x="6422" y="2908"/>
                    <a:pt x="6406" y="2896"/>
                    <a:pt x="6400" y="2896"/>
                  </a:cubicBezTo>
                  <a:cubicBezTo>
                    <a:pt x="6386" y="2896"/>
                    <a:pt x="6406" y="2941"/>
                    <a:pt x="6455" y="3000"/>
                  </a:cubicBezTo>
                  <a:lnTo>
                    <a:pt x="6430" y="3017"/>
                  </a:lnTo>
                  <a:lnTo>
                    <a:pt x="6398" y="2968"/>
                  </a:lnTo>
                  <a:cubicBezTo>
                    <a:pt x="6385" y="2949"/>
                    <a:pt x="6373" y="2940"/>
                    <a:pt x="6359" y="2940"/>
                  </a:cubicBezTo>
                  <a:cubicBezTo>
                    <a:pt x="6336" y="2940"/>
                    <a:pt x="6306" y="2961"/>
                    <a:pt x="6252" y="3000"/>
                  </a:cubicBezTo>
                  <a:cubicBezTo>
                    <a:pt x="6138" y="3073"/>
                    <a:pt x="6130" y="3081"/>
                    <a:pt x="6195" y="3171"/>
                  </a:cubicBezTo>
                  <a:cubicBezTo>
                    <a:pt x="6225" y="3226"/>
                    <a:pt x="6235" y="3255"/>
                    <a:pt x="6227" y="3255"/>
                  </a:cubicBezTo>
                  <a:cubicBezTo>
                    <a:pt x="6221" y="3255"/>
                    <a:pt x="6201" y="3233"/>
                    <a:pt x="6171" y="3187"/>
                  </a:cubicBezTo>
                  <a:cubicBezTo>
                    <a:pt x="6149" y="3159"/>
                    <a:pt x="6123" y="3132"/>
                    <a:pt x="6119" y="3132"/>
                  </a:cubicBezTo>
                  <a:lnTo>
                    <a:pt x="6119" y="3132"/>
                  </a:lnTo>
                  <a:cubicBezTo>
                    <a:pt x="6117" y="3132"/>
                    <a:pt x="6120" y="3138"/>
                    <a:pt x="6130" y="3154"/>
                  </a:cubicBezTo>
                  <a:cubicBezTo>
                    <a:pt x="6130" y="3154"/>
                    <a:pt x="6125" y="3158"/>
                    <a:pt x="6116" y="3158"/>
                  </a:cubicBezTo>
                  <a:cubicBezTo>
                    <a:pt x="6104" y="3158"/>
                    <a:pt x="6084" y="3153"/>
                    <a:pt x="6057" y="3130"/>
                  </a:cubicBezTo>
                  <a:cubicBezTo>
                    <a:pt x="6024" y="3108"/>
                    <a:pt x="6004" y="3099"/>
                    <a:pt x="5993" y="3099"/>
                  </a:cubicBezTo>
                  <a:cubicBezTo>
                    <a:pt x="5973" y="3099"/>
                    <a:pt x="5987" y="3131"/>
                    <a:pt x="6009" y="3162"/>
                  </a:cubicBezTo>
                  <a:cubicBezTo>
                    <a:pt x="6045" y="3199"/>
                    <a:pt x="6055" y="3213"/>
                    <a:pt x="6052" y="3213"/>
                  </a:cubicBezTo>
                  <a:cubicBezTo>
                    <a:pt x="6047" y="3213"/>
                    <a:pt x="6023" y="3193"/>
                    <a:pt x="6000" y="3171"/>
                  </a:cubicBezTo>
                  <a:cubicBezTo>
                    <a:pt x="5968" y="3143"/>
                    <a:pt x="5938" y="3120"/>
                    <a:pt x="5933" y="3120"/>
                  </a:cubicBezTo>
                  <a:lnTo>
                    <a:pt x="5933" y="3120"/>
                  </a:lnTo>
                  <a:cubicBezTo>
                    <a:pt x="5930" y="3120"/>
                    <a:pt x="5933" y="3125"/>
                    <a:pt x="5944" y="3138"/>
                  </a:cubicBezTo>
                  <a:cubicBezTo>
                    <a:pt x="5955" y="3177"/>
                    <a:pt x="5943" y="3236"/>
                    <a:pt x="5913" y="3236"/>
                  </a:cubicBezTo>
                  <a:cubicBezTo>
                    <a:pt x="5899" y="3236"/>
                    <a:pt x="5883" y="3225"/>
                    <a:pt x="5863" y="3195"/>
                  </a:cubicBezTo>
                  <a:lnTo>
                    <a:pt x="5838" y="3211"/>
                  </a:lnTo>
                  <a:cubicBezTo>
                    <a:pt x="5871" y="3260"/>
                    <a:pt x="5846" y="3276"/>
                    <a:pt x="5822" y="3292"/>
                  </a:cubicBezTo>
                  <a:cubicBezTo>
                    <a:pt x="5812" y="3299"/>
                    <a:pt x="5803" y="3305"/>
                    <a:pt x="5793" y="3305"/>
                  </a:cubicBezTo>
                  <a:cubicBezTo>
                    <a:pt x="5781" y="3305"/>
                    <a:pt x="5767" y="3295"/>
                    <a:pt x="5749" y="3268"/>
                  </a:cubicBezTo>
                  <a:cubicBezTo>
                    <a:pt x="5742" y="3242"/>
                    <a:pt x="5735" y="3230"/>
                    <a:pt x="5729" y="3230"/>
                  </a:cubicBezTo>
                  <a:cubicBezTo>
                    <a:pt x="5723" y="3230"/>
                    <a:pt x="5720" y="3248"/>
                    <a:pt x="5725" y="3284"/>
                  </a:cubicBezTo>
                  <a:cubicBezTo>
                    <a:pt x="5717" y="3292"/>
                    <a:pt x="5773" y="3389"/>
                    <a:pt x="5757" y="3398"/>
                  </a:cubicBezTo>
                  <a:cubicBezTo>
                    <a:pt x="5790" y="3446"/>
                    <a:pt x="5814" y="3503"/>
                    <a:pt x="5798" y="3511"/>
                  </a:cubicBezTo>
                  <a:lnTo>
                    <a:pt x="5765" y="3462"/>
                  </a:lnTo>
                  <a:lnTo>
                    <a:pt x="5700" y="3373"/>
                  </a:lnTo>
                  <a:lnTo>
                    <a:pt x="5700" y="3373"/>
                  </a:lnTo>
                  <a:cubicBezTo>
                    <a:pt x="5692" y="3381"/>
                    <a:pt x="5676" y="3389"/>
                    <a:pt x="5709" y="3430"/>
                  </a:cubicBezTo>
                  <a:cubicBezTo>
                    <a:pt x="5688" y="3414"/>
                    <a:pt x="5674" y="3408"/>
                    <a:pt x="5662" y="3408"/>
                  </a:cubicBezTo>
                  <a:cubicBezTo>
                    <a:pt x="5650" y="3408"/>
                    <a:pt x="5640" y="3414"/>
                    <a:pt x="5628" y="3422"/>
                  </a:cubicBezTo>
                  <a:cubicBezTo>
                    <a:pt x="5603" y="3438"/>
                    <a:pt x="5587" y="3454"/>
                    <a:pt x="5603" y="3503"/>
                  </a:cubicBezTo>
                  <a:cubicBezTo>
                    <a:pt x="5575" y="3475"/>
                    <a:pt x="5548" y="3462"/>
                    <a:pt x="5528" y="3462"/>
                  </a:cubicBezTo>
                  <a:cubicBezTo>
                    <a:pt x="5491" y="3462"/>
                    <a:pt x="5474" y="3505"/>
                    <a:pt x="5506" y="3568"/>
                  </a:cubicBezTo>
                  <a:cubicBezTo>
                    <a:pt x="5524" y="3595"/>
                    <a:pt x="5530" y="3610"/>
                    <a:pt x="5522" y="3610"/>
                  </a:cubicBezTo>
                  <a:cubicBezTo>
                    <a:pt x="5516" y="3610"/>
                    <a:pt x="5503" y="3602"/>
                    <a:pt x="5482" y="3584"/>
                  </a:cubicBezTo>
                  <a:cubicBezTo>
                    <a:pt x="5463" y="3565"/>
                    <a:pt x="5453" y="3555"/>
                    <a:pt x="5450" y="3555"/>
                  </a:cubicBezTo>
                  <a:lnTo>
                    <a:pt x="5450" y="3555"/>
                  </a:lnTo>
                  <a:cubicBezTo>
                    <a:pt x="5446" y="3555"/>
                    <a:pt x="5452" y="3570"/>
                    <a:pt x="5465" y="3600"/>
                  </a:cubicBezTo>
                  <a:cubicBezTo>
                    <a:pt x="5471" y="3620"/>
                    <a:pt x="5470" y="3628"/>
                    <a:pt x="5463" y="3628"/>
                  </a:cubicBezTo>
                  <a:cubicBezTo>
                    <a:pt x="5452" y="3628"/>
                    <a:pt x="5424" y="3602"/>
                    <a:pt x="5392" y="3576"/>
                  </a:cubicBezTo>
                  <a:cubicBezTo>
                    <a:pt x="5351" y="3534"/>
                    <a:pt x="5328" y="3516"/>
                    <a:pt x="5320" y="3516"/>
                  </a:cubicBezTo>
                  <a:cubicBezTo>
                    <a:pt x="5312" y="3516"/>
                    <a:pt x="5316" y="3532"/>
                    <a:pt x="5328" y="3560"/>
                  </a:cubicBezTo>
                  <a:cubicBezTo>
                    <a:pt x="5336" y="3616"/>
                    <a:pt x="5311" y="3633"/>
                    <a:pt x="5295" y="3641"/>
                  </a:cubicBezTo>
                  <a:cubicBezTo>
                    <a:pt x="5303" y="3706"/>
                    <a:pt x="5295" y="3714"/>
                    <a:pt x="5344" y="3754"/>
                  </a:cubicBezTo>
                  <a:cubicBezTo>
                    <a:pt x="5360" y="3787"/>
                    <a:pt x="5376" y="3819"/>
                    <a:pt x="5392" y="3852"/>
                  </a:cubicBezTo>
                  <a:cubicBezTo>
                    <a:pt x="5396" y="3877"/>
                    <a:pt x="5393" y="3885"/>
                    <a:pt x="5389" y="3885"/>
                  </a:cubicBezTo>
                  <a:cubicBezTo>
                    <a:pt x="5383" y="3885"/>
                    <a:pt x="5374" y="3865"/>
                    <a:pt x="5384" y="3860"/>
                  </a:cubicBezTo>
                  <a:cubicBezTo>
                    <a:pt x="5376" y="3795"/>
                    <a:pt x="5360" y="3803"/>
                    <a:pt x="5319" y="3771"/>
                  </a:cubicBezTo>
                  <a:cubicBezTo>
                    <a:pt x="5295" y="3750"/>
                    <a:pt x="5277" y="3744"/>
                    <a:pt x="5264" y="3744"/>
                  </a:cubicBezTo>
                  <a:cubicBezTo>
                    <a:pt x="5251" y="3744"/>
                    <a:pt x="5242" y="3750"/>
                    <a:pt x="5238" y="3754"/>
                  </a:cubicBezTo>
                  <a:lnTo>
                    <a:pt x="5190" y="3787"/>
                  </a:lnTo>
                  <a:cubicBezTo>
                    <a:pt x="5164" y="3778"/>
                    <a:pt x="5146" y="3773"/>
                    <a:pt x="5135" y="3773"/>
                  </a:cubicBezTo>
                  <a:cubicBezTo>
                    <a:pt x="5116" y="3773"/>
                    <a:pt x="5120" y="3788"/>
                    <a:pt x="5141" y="3819"/>
                  </a:cubicBezTo>
                  <a:lnTo>
                    <a:pt x="5173" y="3868"/>
                  </a:lnTo>
                  <a:cubicBezTo>
                    <a:pt x="5152" y="3842"/>
                    <a:pt x="5126" y="3831"/>
                    <a:pt x="5100" y="3831"/>
                  </a:cubicBezTo>
                  <a:cubicBezTo>
                    <a:pt x="5037" y="3831"/>
                    <a:pt x="4979" y="3896"/>
                    <a:pt x="5019" y="3965"/>
                  </a:cubicBezTo>
                  <a:cubicBezTo>
                    <a:pt x="5029" y="3980"/>
                    <a:pt x="5033" y="3985"/>
                    <a:pt x="5033" y="3985"/>
                  </a:cubicBezTo>
                  <a:cubicBezTo>
                    <a:pt x="5033" y="3985"/>
                    <a:pt x="5010" y="3953"/>
                    <a:pt x="4987" y="3925"/>
                  </a:cubicBezTo>
                  <a:cubicBezTo>
                    <a:pt x="4969" y="3897"/>
                    <a:pt x="4956" y="3888"/>
                    <a:pt x="4943" y="3888"/>
                  </a:cubicBezTo>
                  <a:cubicBezTo>
                    <a:pt x="4934" y="3888"/>
                    <a:pt x="4925" y="3893"/>
                    <a:pt x="4914" y="3900"/>
                  </a:cubicBezTo>
                  <a:cubicBezTo>
                    <a:pt x="4906" y="3908"/>
                    <a:pt x="4890" y="3989"/>
                    <a:pt x="4857" y="4014"/>
                  </a:cubicBezTo>
                  <a:cubicBezTo>
                    <a:pt x="4809" y="4046"/>
                    <a:pt x="4768" y="4071"/>
                    <a:pt x="4809" y="4111"/>
                  </a:cubicBezTo>
                  <a:cubicBezTo>
                    <a:pt x="4804" y="4113"/>
                    <a:pt x="4801" y="4115"/>
                    <a:pt x="4797" y="4115"/>
                  </a:cubicBezTo>
                  <a:cubicBezTo>
                    <a:pt x="4790" y="4115"/>
                    <a:pt x="4783" y="4105"/>
                    <a:pt x="4760" y="4071"/>
                  </a:cubicBezTo>
                  <a:cubicBezTo>
                    <a:pt x="4745" y="4040"/>
                    <a:pt x="4736" y="4032"/>
                    <a:pt x="4728" y="4032"/>
                  </a:cubicBezTo>
                  <a:cubicBezTo>
                    <a:pt x="4722" y="4032"/>
                    <a:pt x="4717" y="4035"/>
                    <a:pt x="4711" y="4038"/>
                  </a:cubicBezTo>
                  <a:cubicBezTo>
                    <a:pt x="4703" y="4046"/>
                    <a:pt x="4736" y="4087"/>
                    <a:pt x="4768" y="4135"/>
                  </a:cubicBezTo>
                  <a:cubicBezTo>
                    <a:pt x="4788" y="4165"/>
                    <a:pt x="4792" y="4179"/>
                    <a:pt x="4781" y="4179"/>
                  </a:cubicBezTo>
                  <a:cubicBezTo>
                    <a:pt x="4773" y="4179"/>
                    <a:pt x="4758" y="4173"/>
                    <a:pt x="4736" y="4160"/>
                  </a:cubicBezTo>
                  <a:cubicBezTo>
                    <a:pt x="4720" y="4151"/>
                    <a:pt x="4706" y="4147"/>
                    <a:pt x="4693" y="4147"/>
                  </a:cubicBezTo>
                  <a:cubicBezTo>
                    <a:pt x="4657" y="4147"/>
                    <a:pt x="4632" y="4177"/>
                    <a:pt x="4638" y="4225"/>
                  </a:cubicBezTo>
                  <a:cubicBezTo>
                    <a:pt x="4635" y="4228"/>
                    <a:pt x="4631" y="4231"/>
                    <a:pt x="4625" y="4231"/>
                  </a:cubicBezTo>
                  <a:cubicBezTo>
                    <a:pt x="4616" y="4231"/>
                    <a:pt x="4602" y="4222"/>
                    <a:pt x="4582" y="4192"/>
                  </a:cubicBezTo>
                  <a:cubicBezTo>
                    <a:pt x="4558" y="4176"/>
                    <a:pt x="4533" y="4161"/>
                    <a:pt x="4518" y="4161"/>
                  </a:cubicBezTo>
                  <a:cubicBezTo>
                    <a:pt x="4503" y="4161"/>
                    <a:pt x="4500" y="4178"/>
                    <a:pt x="4525" y="4233"/>
                  </a:cubicBezTo>
                  <a:cubicBezTo>
                    <a:pt x="4520" y="4235"/>
                    <a:pt x="4516" y="4237"/>
                    <a:pt x="4513" y="4237"/>
                  </a:cubicBezTo>
                  <a:cubicBezTo>
                    <a:pt x="4506" y="4237"/>
                    <a:pt x="4499" y="4228"/>
                    <a:pt x="4476" y="4200"/>
                  </a:cubicBezTo>
                  <a:cubicBezTo>
                    <a:pt x="4454" y="4178"/>
                    <a:pt x="4431" y="4153"/>
                    <a:pt x="4425" y="4153"/>
                  </a:cubicBezTo>
                  <a:cubicBezTo>
                    <a:pt x="4421" y="4153"/>
                    <a:pt x="4426" y="4169"/>
                    <a:pt x="4452" y="4216"/>
                  </a:cubicBezTo>
                  <a:cubicBezTo>
                    <a:pt x="4458" y="4256"/>
                    <a:pt x="4444" y="4280"/>
                    <a:pt x="4416" y="4280"/>
                  </a:cubicBezTo>
                  <a:cubicBezTo>
                    <a:pt x="4403" y="4280"/>
                    <a:pt x="4388" y="4275"/>
                    <a:pt x="4371" y="4265"/>
                  </a:cubicBezTo>
                  <a:lnTo>
                    <a:pt x="4371" y="4265"/>
                  </a:lnTo>
                  <a:cubicBezTo>
                    <a:pt x="4355" y="4273"/>
                    <a:pt x="4346" y="4281"/>
                    <a:pt x="4379" y="4330"/>
                  </a:cubicBezTo>
                  <a:cubicBezTo>
                    <a:pt x="4391" y="4348"/>
                    <a:pt x="4403" y="4366"/>
                    <a:pt x="4411" y="4379"/>
                  </a:cubicBezTo>
                  <a:lnTo>
                    <a:pt x="4411" y="4379"/>
                  </a:lnTo>
                  <a:cubicBezTo>
                    <a:pt x="4376" y="4336"/>
                    <a:pt x="4358" y="4314"/>
                    <a:pt x="4354" y="4314"/>
                  </a:cubicBezTo>
                  <a:lnTo>
                    <a:pt x="4354" y="4314"/>
                  </a:lnTo>
                  <a:cubicBezTo>
                    <a:pt x="4350" y="4314"/>
                    <a:pt x="4362" y="4340"/>
                    <a:pt x="4387" y="4395"/>
                  </a:cubicBezTo>
                  <a:cubicBezTo>
                    <a:pt x="4405" y="4417"/>
                    <a:pt x="4410" y="4430"/>
                    <a:pt x="4406" y="4430"/>
                  </a:cubicBezTo>
                  <a:cubicBezTo>
                    <a:pt x="4403" y="4430"/>
                    <a:pt x="4394" y="4421"/>
                    <a:pt x="4379" y="4403"/>
                  </a:cubicBezTo>
                  <a:cubicBezTo>
                    <a:pt x="4344" y="4374"/>
                    <a:pt x="4330" y="4370"/>
                    <a:pt x="4325" y="4370"/>
                  </a:cubicBezTo>
                  <a:cubicBezTo>
                    <a:pt x="4323" y="4370"/>
                    <a:pt x="4322" y="4371"/>
                    <a:pt x="4322" y="4371"/>
                  </a:cubicBezTo>
                  <a:cubicBezTo>
                    <a:pt x="4306" y="4379"/>
                    <a:pt x="4282" y="4468"/>
                    <a:pt x="4225" y="4508"/>
                  </a:cubicBezTo>
                  <a:cubicBezTo>
                    <a:pt x="4128" y="4573"/>
                    <a:pt x="4095" y="4589"/>
                    <a:pt x="4128" y="4638"/>
                  </a:cubicBezTo>
                  <a:cubicBezTo>
                    <a:pt x="4136" y="4669"/>
                    <a:pt x="4140" y="4683"/>
                    <a:pt x="4136" y="4683"/>
                  </a:cubicBezTo>
                  <a:cubicBezTo>
                    <a:pt x="4132" y="4683"/>
                    <a:pt x="4122" y="4673"/>
                    <a:pt x="4103" y="4654"/>
                  </a:cubicBezTo>
                  <a:cubicBezTo>
                    <a:pt x="4074" y="4630"/>
                    <a:pt x="4060" y="4623"/>
                    <a:pt x="4049" y="4623"/>
                  </a:cubicBezTo>
                  <a:cubicBezTo>
                    <a:pt x="4042" y="4623"/>
                    <a:pt x="4037" y="4627"/>
                    <a:pt x="4030" y="4630"/>
                  </a:cubicBezTo>
                  <a:cubicBezTo>
                    <a:pt x="4027" y="4633"/>
                    <a:pt x="4022" y="4637"/>
                    <a:pt x="4016" y="4637"/>
                  </a:cubicBezTo>
                  <a:cubicBezTo>
                    <a:pt x="4006" y="4637"/>
                    <a:pt x="3993" y="4630"/>
                    <a:pt x="3974" y="4606"/>
                  </a:cubicBezTo>
                  <a:lnTo>
                    <a:pt x="3974" y="4606"/>
                  </a:lnTo>
                  <a:cubicBezTo>
                    <a:pt x="3998" y="4654"/>
                    <a:pt x="3998" y="4654"/>
                    <a:pt x="3982" y="4662"/>
                  </a:cubicBezTo>
                  <a:cubicBezTo>
                    <a:pt x="3968" y="4645"/>
                    <a:pt x="3958" y="4636"/>
                    <a:pt x="3953" y="4636"/>
                  </a:cubicBezTo>
                  <a:cubicBezTo>
                    <a:pt x="3947" y="4636"/>
                    <a:pt x="3948" y="4651"/>
                    <a:pt x="3957" y="4679"/>
                  </a:cubicBezTo>
                  <a:cubicBezTo>
                    <a:pt x="3986" y="4732"/>
                    <a:pt x="4000" y="4759"/>
                    <a:pt x="3999" y="4759"/>
                  </a:cubicBezTo>
                  <a:cubicBezTo>
                    <a:pt x="3997" y="4759"/>
                    <a:pt x="3981" y="4734"/>
                    <a:pt x="3949" y="4687"/>
                  </a:cubicBezTo>
                  <a:cubicBezTo>
                    <a:pt x="3929" y="4661"/>
                    <a:pt x="3891" y="4642"/>
                    <a:pt x="3880" y="4642"/>
                  </a:cubicBezTo>
                  <a:cubicBezTo>
                    <a:pt x="3873" y="4642"/>
                    <a:pt x="3875" y="4648"/>
                    <a:pt x="3892" y="4662"/>
                  </a:cubicBezTo>
                  <a:cubicBezTo>
                    <a:pt x="3925" y="4703"/>
                    <a:pt x="3901" y="4719"/>
                    <a:pt x="3925" y="4776"/>
                  </a:cubicBezTo>
                  <a:cubicBezTo>
                    <a:pt x="3919" y="4779"/>
                    <a:pt x="3914" y="4782"/>
                    <a:pt x="3908" y="4782"/>
                  </a:cubicBezTo>
                  <a:cubicBezTo>
                    <a:pt x="3899" y="4782"/>
                    <a:pt x="3888" y="4774"/>
                    <a:pt x="3868" y="4743"/>
                  </a:cubicBezTo>
                  <a:cubicBezTo>
                    <a:pt x="3860" y="4736"/>
                    <a:pt x="3852" y="4733"/>
                    <a:pt x="3845" y="4733"/>
                  </a:cubicBezTo>
                  <a:cubicBezTo>
                    <a:pt x="3812" y="4733"/>
                    <a:pt x="3799" y="4802"/>
                    <a:pt x="3819" y="4849"/>
                  </a:cubicBezTo>
                  <a:cubicBezTo>
                    <a:pt x="3837" y="4871"/>
                    <a:pt x="3840" y="4884"/>
                    <a:pt x="3834" y="4884"/>
                  </a:cubicBezTo>
                  <a:cubicBezTo>
                    <a:pt x="3829" y="4884"/>
                    <a:pt x="3818" y="4875"/>
                    <a:pt x="3803" y="4857"/>
                  </a:cubicBezTo>
                  <a:cubicBezTo>
                    <a:pt x="3783" y="4827"/>
                    <a:pt x="3772" y="4818"/>
                    <a:pt x="3763" y="4818"/>
                  </a:cubicBezTo>
                  <a:cubicBezTo>
                    <a:pt x="3758" y="4818"/>
                    <a:pt x="3753" y="4821"/>
                    <a:pt x="3747" y="4825"/>
                  </a:cubicBezTo>
                  <a:cubicBezTo>
                    <a:pt x="3754" y="4843"/>
                    <a:pt x="3756" y="4850"/>
                    <a:pt x="3754" y="4850"/>
                  </a:cubicBezTo>
                  <a:cubicBezTo>
                    <a:pt x="3750" y="4850"/>
                    <a:pt x="3728" y="4817"/>
                    <a:pt x="3706" y="4784"/>
                  </a:cubicBezTo>
                  <a:cubicBezTo>
                    <a:pt x="3692" y="4756"/>
                    <a:pt x="3681" y="4747"/>
                    <a:pt x="3671" y="4747"/>
                  </a:cubicBezTo>
                  <a:cubicBezTo>
                    <a:pt x="3663" y="4747"/>
                    <a:pt x="3656" y="4753"/>
                    <a:pt x="3649" y="4760"/>
                  </a:cubicBezTo>
                  <a:cubicBezTo>
                    <a:pt x="3665" y="4808"/>
                    <a:pt x="3617" y="4841"/>
                    <a:pt x="3584" y="4865"/>
                  </a:cubicBezTo>
                  <a:cubicBezTo>
                    <a:pt x="3528" y="4906"/>
                    <a:pt x="3544" y="4962"/>
                    <a:pt x="3584" y="5068"/>
                  </a:cubicBezTo>
                  <a:lnTo>
                    <a:pt x="3641" y="5173"/>
                  </a:lnTo>
                  <a:lnTo>
                    <a:pt x="3576" y="5076"/>
                  </a:lnTo>
                  <a:cubicBezTo>
                    <a:pt x="3544" y="5027"/>
                    <a:pt x="3463" y="4946"/>
                    <a:pt x="3463" y="4946"/>
                  </a:cubicBezTo>
                  <a:lnTo>
                    <a:pt x="3463" y="4946"/>
                  </a:lnTo>
                  <a:cubicBezTo>
                    <a:pt x="3455" y="4954"/>
                    <a:pt x="3487" y="5003"/>
                    <a:pt x="3520" y="5043"/>
                  </a:cubicBezTo>
                  <a:cubicBezTo>
                    <a:pt x="3539" y="5073"/>
                    <a:pt x="3541" y="5087"/>
                    <a:pt x="3527" y="5087"/>
                  </a:cubicBezTo>
                  <a:cubicBezTo>
                    <a:pt x="3518" y="5087"/>
                    <a:pt x="3502" y="5081"/>
                    <a:pt x="3479" y="5068"/>
                  </a:cubicBezTo>
                  <a:cubicBezTo>
                    <a:pt x="3459" y="5059"/>
                    <a:pt x="3444" y="5054"/>
                    <a:pt x="3436" y="5054"/>
                  </a:cubicBezTo>
                  <a:cubicBezTo>
                    <a:pt x="3421" y="5054"/>
                    <a:pt x="3423" y="5069"/>
                    <a:pt x="3438" y="5100"/>
                  </a:cubicBezTo>
                  <a:cubicBezTo>
                    <a:pt x="3431" y="5104"/>
                    <a:pt x="3426" y="5107"/>
                    <a:pt x="3417" y="5107"/>
                  </a:cubicBezTo>
                  <a:cubicBezTo>
                    <a:pt x="3407" y="5107"/>
                    <a:pt x="3392" y="5102"/>
                    <a:pt x="3365" y="5084"/>
                  </a:cubicBezTo>
                  <a:lnTo>
                    <a:pt x="3365" y="5084"/>
                  </a:lnTo>
                  <a:cubicBezTo>
                    <a:pt x="3357" y="5092"/>
                    <a:pt x="3357" y="5092"/>
                    <a:pt x="3390" y="5133"/>
                  </a:cubicBezTo>
                  <a:cubicBezTo>
                    <a:pt x="3408" y="5160"/>
                    <a:pt x="3411" y="5175"/>
                    <a:pt x="3402" y="5175"/>
                  </a:cubicBezTo>
                  <a:cubicBezTo>
                    <a:pt x="3396" y="5175"/>
                    <a:pt x="3383" y="5166"/>
                    <a:pt x="3365" y="5149"/>
                  </a:cubicBezTo>
                  <a:cubicBezTo>
                    <a:pt x="3327" y="5111"/>
                    <a:pt x="3300" y="5096"/>
                    <a:pt x="3285" y="5096"/>
                  </a:cubicBezTo>
                  <a:cubicBezTo>
                    <a:pt x="3268" y="5096"/>
                    <a:pt x="3267" y="5115"/>
                    <a:pt x="3284" y="5141"/>
                  </a:cubicBezTo>
                  <a:cubicBezTo>
                    <a:pt x="3317" y="5181"/>
                    <a:pt x="3301" y="5189"/>
                    <a:pt x="3292" y="5197"/>
                  </a:cubicBezTo>
                  <a:cubicBezTo>
                    <a:pt x="3276" y="5206"/>
                    <a:pt x="3268" y="5214"/>
                    <a:pt x="3292" y="5270"/>
                  </a:cubicBezTo>
                  <a:lnTo>
                    <a:pt x="3268" y="5287"/>
                  </a:lnTo>
                  <a:cubicBezTo>
                    <a:pt x="3267" y="5287"/>
                    <a:pt x="3266" y="5287"/>
                    <a:pt x="3265" y="5287"/>
                  </a:cubicBezTo>
                  <a:cubicBezTo>
                    <a:pt x="3250" y="5287"/>
                    <a:pt x="3236" y="5237"/>
                    <a:pt x="3244" y="5230"/>
                  </a:cubicBezTo>
                  <a:lnTo>
                    <a:pt x="3203" y="5197"/>
                  </a:lnTo>
                  <a:cubicBezTo>
                    <a:pt x="3179" y="5206"/>
                    <a:pt x="3163" y="5214"/>
                    <a:pt x="3187" y="5270"/>
                  </a:cubicBezTo>
                  <a:cubicBezTo>
                    <a:pt x="3212" y="5324"/>
                    <a:pt x="3224" y="5351"/>
                    <a:pt x="3221" y="5351"/>
                  </a:cubicBezTo>
                  <a:cubicBezTo>
                    <a:pt x="3219" y="5351"/>
                    <a:pt x="3203" y="5326"/>
                    <a:pt x="3171" y="5279"/>
                  </a:cubicBezTo>
                  <a:cubicBezTo>
                    <a:pt x="3150" y="5247"/>
                    <a:pt x="3125" y="5222"/>
                    <a:pt x="3115" y="5222"/>
                  </a:cubicBezTo>
                  <a:cubicBezTo>
                    <a:pt x="3110" y="5222"/>
                    <a:pt x="3108" y="5229"/>
                    <a:pt x="3114" y="5246"/>
                  </a:cubicBezTo>
                  <a:cubicBezTo>
                    <a:pt x="3140" y="5295"/>
                    <a:pt x="3144" y="5312"/>
                    <a:pt x="3137" y="5312"/>
                  </a:cubicBezTo>
                  <a:cubicBezTo>
                    <a:pt x="3129" y="5312"/>
                    <a:pt x="3107" y="5289"/>
                    <a:pt x="3090" y="5262"/>
                  </a:cubicBezTo>
                  <a:cubicBezTo>
                    <a:pt x="3067" y="5216"/>
                    <a:pt x="3055" y="5192"/>
                    <a:pt x="3050" y="5192"/>
                  </a:cubicBezTo>
                  <a:lnTo>
                    <a:pt x="3050" y="5192"/>
                  </a:lnTo>
                  <a:cubicBezTo>
                    <a:pt x="3045" y="5192"/>
                    <a:pt x="3049" y="5222"/>
                    <a:pt x="3057" y="5287"/>
                  </a:cubicBezTo>
                  <a:cubicBezTo>
                    <a:pt x="3033" y="5303"/>
                    <a:pt x="3017" y="5384"/>
                    <a:pt x="2984" y="5408"/>
                  </a:cubicBezTo>
                  <a:cubicBezTo>
                    <a:pt x="2956" y="5427"/>
                    <a:pt x="2936" y="5440"/>
                    <a:pt x="2916" y="5440"/>
                  </a:cubicBezTo>
                  <a:cubicBezTo>
                    <a:pt x="2902" y="5440"/>
                    <a:pt x="2888" y="5433"/>
                    <a:pt x="2871" y="5416"/>
                  </a:cubicBezTo>
                  <a:cubicBezTo>
                    <a:pt x="2830" y="5366"/>
                    <a:pt x="2809" y="5347"/>
                    <a:pt x="2806" y="5347"/>
                  </a:cubicBezTo>
                  <a:lnTo>
                    <a:pt x="2806" y="5347"/>
                  </a:lnTo>
                  <a:cubicBezTo>
                    <a:pt x="2804" y="5347"/>
                    <a:pt x="2813" y="5358"/>
                    <a:pt x="2830" y="5376"/>
                  </a:cubicBezTo>
                  <a:cubicBezTo>
                    <a:pt x="2903" y="5465"/>
                    <a:pt x="2887" y="5473"/>
                    <a:pt x="2855" y="5497"/>
                  </a:cubicBezTo>
                  <a:cubicBezTo>
                    <a:pt x="2844" y="5494"/>
                    <a:pt x="2835" y="5492"/>
                    <a:pt x="2827" y="5492"/>
                  </a:cubicBezTo>
                  <a:cubicBezTo>
                    <a:pt x="2784" y="5492"/>
                    <a:pt x="2793" y="5545"/>
                    <a:pt x="2814" y="5587"/>
                  </a:cubicBezTo>
                  <a:lnTo>
                    <a:pt x="2838" y="5579"/>
                  </a:lnTo>
                  <a:cubicBezTo>
                    <a:pt x="2881" y="5637"/>
                    <a:pt x="2892" y="5661"/>
                    <a:pt x="2879" y="5661"/>
                  </a:cubicBezTo>
                  <a:cubicBezTo>
                    <a:pt x="2872" y="5661"/>
                    <a:pt x="2858" y="5655"/>
                    <a:pt x="2838" y="5643"/>
                  </a:cubicBezTo>
                  <a:cubicBezTo>
                    <a:pt x="2837" y="5644"/>
                    <a:pt x="2836" y="5644"/>
                    <a:pt x="2835" y="5644"/>
                  </a:cubicBezTo>
                  <a:cubicBezTo>
                    <a:pt x="2817" y="5644"/>
                    <a:pt x="2787" y="5600"/>
                    <a:pt x="2757" y="5562"/>
                  </a:cubicBezTo>
                  <a:cubicBezTo>
                    <a:pt x="2728" y="5518"/>
                    <a:pt x="2685" y="5480"/>
                    <a:pt x="2671" y="5480"/>
                  </a:cubicBezTo>
                  <a:cubicBezTo>
                    <a:pt x="2670" y="5480"/>
                    <a:pt x="2669" y="5481"/>
                    <a:pt x="2668" y="5481"/>
                  </a:cubicBezTo>
                  <a:cubicBezTo>
                    <a:pt x="2652" y="5489"/>
                    <a:pt x="2644" y="5497"/>
                    <a:pt x="2693" y="5538"/>
                  </a:cubicBezTo>
                  <a:cubicBezTo>
                    <a:pt x="2725" y="5587"/>
                    <a:pt x="2725" y="5587"/>
                    <a:pt x="2709" y="5595"/>
                  </a:cubicBezTo>
                  <a:cubicBezTo>
                    <a:pt x="2701" y="5603"/>
                    <a:pt x="2684" y="5611"/>
                    <a:pt x="2709" y="5660"/>
                  </a:cubicBezTo>
                  <a:cubicBezTo>
                    <a:pt x="2741" y="5708"/>
                    <a:pt x="2725" y="5716"/>
                    <a:pt x="2717" y="5724"/>
                  </a:cubicBezTo>
                  <a:cubicBezTo>
                    <a:pt x="2690" y="5702"/>
                    <a:pt x="2670" y="5697"/>
                    <a:pt x="2658" y="5697"/>
                  </a:cubicBezTo>
                  <a:cubicBezTo>
                    <a:pt x="2650" y="5697"/>
                    <a:pt x="2645" y="5699"/>
                    <a:pt x="2644" y="5700"/>
                  </a:cubicBezTo>
                  <a:lnTo>
                    <a:pt x="2644" y="5700"/>
                  </a:lnTo>
                  <a:cubicBezTo>
                    <a:pt x="2635" y="5688"/>
                    <a:pt x="2623" y="5674"/>
                    <a:pt x="2611" y="5660"/>
                  </a:cubicBezTo>
                  <a:cubicBezTo>
                    <a:pt x="2595" y="5627"/>
                    <a:pt x="2563" y="5595"/>
                    <a:pt x="2538" y="5570"/>
                  </a:cubicBezTo>
                  <a:lnTo>
                    <a:pt x="2538" y="5570"/>
                  </a:lnTo>
                  <a:cubicBezTo>
                    <a:pt x="2522" y="5579"/>
                    <a:pt x="2555" y="5627"/>
                    <a:pt x="2555" y="5627"/>
                  </a:cubicBezTo>
                  <a:cubicBezTo>
                    <a:pt x="2587" y="5676"/>
                    <a:pt x="2303" y="5862"/>
                    <a:pt x="2271" y="5887"/>
                  </a:cubicBezTo>
                  <a:cubicBezTo>
                    <a:pt x="2255" y="5880"/>
                    <a:pt x="2240" y="5877"/>
                    <a:pt x="2228" y="5877"/>
                  </a:cubicBezTo>
                  <a:cubicBezTo>
                    <a:pt x="2198" y="5877"/>
                    <a:pt x="2187" y="5896"/>
                    <a:pt x="2222" y="5919"/>
                  </a:cubicBezTo>
                  <a:cubicBezTo>
                    <a:pt x="2255" y="5968"/>
                    <a:pt x="2198" y="6008"/>
                    <a:pt x="2125" y="6057"/>
                  </a:cubicBezTo>
                  <a:cubicBezTo>
                    <a:pt x="2044" y="6114"/>
                    <a:pt x="1979" y="6154"/>
                    <a:pt x="2011" y="6195"/>
                  </a:cubicBezTo>
                  <a:lnTo>
                    <a:pt x="1979" y="6219"/>
                  </a:lnTo>
                  <a:cubicBezTo>
                    <a:pt x="1955" y="6235"/>
                    <a:pt x="1963" y="6300"/>
                    <a:pt x="1955" y="6308"/>
                  </a:cubicBezTo>
                  <a:cubicBezTo>
                    <a:pt x="1963" y="6339"/>
                    <a:pt x="1965" y="6355"/>
                    <a:pt x="1961" y="6355"/>
                  </a:cubicBezTo>
                  <a:cubicBezTo>
                    <a:pt x="1958" y="6355"/>
                    <a:pt x="1950" y="6343"/>
                    <a:pt x="1938" y="6316"/>
                  </a:cubicBezTo>
                  <a:cubicBezTo>
                    <a:pt x="1909" y="6272"/>
                    <a:pt x="1879" y="6234"/>
                    <a:pt x="1868" y="6234"/>
                  </a:cubicBezTo>
                  <a:cubicBezTo>
                    <a:pt x="1867" y="6234"/>
                    <a:pt x="1866" y="6235"/>
                    <a:pt x="1866" y="6235"/>
                  </a:cubicBezTo>
                  <a:cubicBezTo>
                    <a:pt x="1841" y="6251"/>
                    <a:pt x="1874" y="6292"/>
                    <a:pt x="1906" y="6341"/>
                  </a:cubicBezTo>
                  <a:cubicBezTo>
                    <a:pt x="1938" y="6389"/>
                    <a:pt x="1930" y="6397"/>
                    <a:pt x="1930" y="6397"/>
                  </a:cubicBezTo>
                  <a:cubicBezTo>
                    <a:pt x="1926" y="6400"/>
                    <a:pt x="1922" y="6401"/>
                    <a:pt x="1919" y="6401"/>
                  </a:cubicBezTo>
                  <a:cubicBezTo>
                    <a:pt x="1911" y="6401"/>
                    <a:pt x="1905" y="6391"/>
                    <a:pt x="1882" y="6357"/>
                  </a:cubicBezTo>
                  <a:lnTo>
                    <a:pt x="1817" y="6268"/>
                  </a:lnTo>
                  <a:lnTo>
                    <a:pt x="1801" y="6276"/>
                  </a:lnTo>
                  <a:cubicBezTo>
                    <a:pt x="1833" y="6316"/>
                    <a:pt x="1825" y="6324"/>
                    <a:pt x="1825" y="6324"/>
                  </a:cubicBezTo>
                  <a:cubicBezTo>
                    <a:pt x="1823" y="6326"/>
                    <a:pt x="1822" y="6328"/>
                    <a:pt x="1820" y="6328"/>
                  </a:cubicBezTo>
                  <a:cubicBezTo>
                    <a:pt x="1813" y="6328"/>
                    <a:pt x="1800" y="6312"/>
                    <a:pt x="1744" y="6243"/>
                  </a:cubicBezTo>
                  <a:cubicBezTo>
                    <a:pt x="1713" y="6198"/>
                    <a:pt x="1695" y="6175"/>
                    <a:pt x="1690" y="6175"/>
                  </a:cubicBezTo>
                  <a:lnTo>
                    <a:pt x="1690" y="6175"/>
                  </a:lnTo>
                  <a:cubicBezTo>
                    <a:pt x="1684" y="6175"/>
                    <a:pt x="1694" y="6204"/>
                    <a:pt x="1720" y="6260"/>
                  </a:cubicBezTo>
                  <a:lnTo>
                    <a:pt x="1736" y="6316"/>
                  </a:lnTo>
                  <a:cubicBezTo>
                    <a:pt x="1715" y="6295"/>
                    <a:pt x="1702" y="6287"/>
                    <a:pt x="1695" y="6287"/>
                  </a:cubicBezTo>
                  <a:cubicBezTo>
                    <a:pt x="1675" y="6287"/>
                    <a:pt x="1702" y="6355"/>
                    <a:pt x="1720" y="6397"/>
                  </a:cubicBezTo>
                  <a:cubicBezTo>
                    <a:pt x="1683" y="6361"/>
                    <a:pt x="1661" y="6342"/>
                    <a:pt x="1653" y="6342"/>
                  </a:cubicBezTo>
                  <a:cubicBezTo>
                    <a:pt x="1643" y="6342"/>
                    <a:pt x="1653" y="6369"/>
                    <a:pt x="1679" y="6422"/>
                  </a:cubicBezTo>
                  <a:cubicBezTo>
                    <a:pt x="1697" y="6449"/>
                    <a:pt x="1703" y="6464"/>
                    <a:pt x="1695" y="6464"/>
                  </a:cubicBezTo>
                  <a:cubicBezTo>
                    <a:pt x="1689" y="6464"/>
                    <a:pt x="1676" y="6455"/>
                    <a:pt x="1655" y="6438"/>
                  </a:cubicBezTo>
                  <a:cubicBezTo>
                    <a:pt x="1633" y="6416"/>
                    <a:pt x="1618" y="6408"/>
                    <a:pt x="1605" y="6408"/>
                  </a:cubicBezTo>
                  <a:cubicBezTo>
                    <a:pt x="1594" y="6408"/>
                    <a:pt x="1585" y="6414"/>
                    <a:pt x="1574" y="6422"/>
                  </a:cubicBezTo>
                  <a:cubicBezTo>
                    <a:pt x="1598" y="6479"/>
                    <a:pt x="1517" y="6535"/>
                    <a:pt x="1420" y="6600"/>
                  </a:cubicBezTo>
                  <a:cubicBezTo>
                    <a:pt x="1314" y="6673"/>
                    <a:pt x="1241" y="6722"/>
                    <a:pt x="1274" y="6762"/>
                  </a:cubicBezTo>
                  <a:cubicBezTo>
                    <a:pt x="1271" y="6765"/>
                    <a:pt x="1269" y="6767"/>
                    <a:pt x="1266" y="6767"/>
                  </a:cubicBezTo>
                  <a:cubicBezTo>
                    <a:pt x="1260" y="6767"/>
                    <a:pt x="1249" y="6760"/>
                    <a:pt x="1217" y="6738"/>
                  </a:cubicBezTo>
                  <a:cubicBezTo>
                    <a:pt x="1204" y="6719"/>
                    <a:pt x="1195" y="6709"/>
                    <a:pt x="1192" y="6709"/>
                  </a:cubicBezTo>
                  <a:lnTo>
                    <a:pt x="1192" y="6709"/>
                  </a:lnTo>
                  <a:cubicBezTo>
                    <a:pt x="1187" y="6709"/>
                    <a:pt x="1195" y="6735"/>
                    <a:pt x="1225" y="6795"/>
                  </a:cubicBezTo>
                  <a:cubicBezTo>
                    <a:pt x="1239" y="6828"/>
                    <a:pt x="1256" y="6858"/>
                    <a:pt x="1255" y="6858"/>
                  </a:cubicBezTo>
                  <a:cubicBezTo>
                    <a:pt x="1254" y="6858"/>
                    <a:pt x="1244" y="6843"/>
                    <a:pt x="1217" y="6803"/>
                  </a:cubicBezTo>
                  <a:cubicBezTo>
                    <a:pt x="1203" y="6786"/>
                    <a:pt x="1191" y="6779"/>
                    <a:pt x="1178" y="6779"/>
                  </a:cubicBezTo>
                  <a:cubicBezTo>
                    <a:pt x="1160" y="6779"/>
                    <a:pt x="1140" y="6792"/>
                    <a:pt x="1111" y="6811"/>
                  </a:cubicBezTo>
                  <a:cubicBezTo>
                    <a:pt x="1079" y="6827"/>
                    <a:pt x="1030" y="6860"/>
                    <a:pt x="1063" y="6908"/>
                  </a:cubicBezTo>
                  <a:cubicBezTo>
                    <a:pt x="1067" y="6942"/>
                    <a:pt x="1069" y="6958"/>
                    <a:pt x="1067" y="6958"/>
                  </a:cubicBezTo>
                  <a:cubicBezTo>
                    <a:pt x="1064" y="6958"/>
                    <a:pt x="1058" y="6944"/>
                    <a:pt x="1047" y="6916"/>
                  </a:cubicBezTo>
                  <a:cubicBezTo>
                    <a:pt x="1022" y="6868"/>
                    <a:pt x="986" y="6841"/>
                    <a:pt x="959" y="6841"/>
                  </a:cubicBezTo>
                  <a:cubicBezTo>
                    <a:pt x="933" y="6841"/>
                    <a:pt x="917" y="6868"/>
                    <a:pt x="933" y="6924"/>
                  </a:cubicBezTo>
                  <a:cubicBezTo>
                    <a:pt x="927" y="6928"/>
                    <a:pt x="921" y="6931"/>
                    <a:pt x="915" y="6931"/>
                  </a:cubicBezTo>
                  <a:cubicBezTo>
                    <a:pt x="906" y="6931"/>
                    <a:pt x="896" y="6924"/>
                    <a:pt x="876" y="6900"/>
                  </a:cubicBezTo>
                  <a:cubicBezTo>
                    <a:pt x="860" y="6908"/>
                    <a:pt x="852" y="6916"/>
                    <a:pt x="852" y="6981"/>
                  </a:cubicBezTo>
                  <a:lnTo>
                    <a:pt x="763" y="7038"/>
                  </a:lnTo>
                  <a:cubicBezTo>
                    <a:pt x="739" y="7054"/>
                    <a:pt x="755" y="7119"/>
                    <a:pt x="755" y="7119"/>
                  </a:cubicBezTo>
                  <a:lnTo>
                    <a:pt x="739" y="7127"/>
                  </a:lnTo>
                  <a:cubicBezTo>
                    <a:pt x="728" y="7112"/>
                    <a:pt x="716" y="7105"/>
                    <a:pt x="701" y="7105"/>
                  </a:cubicBezTo>
                  <a:cubicBezTo>
                    <a:pt x="667" y="7105"/>
                    <a:pt x="621" y="7137"/>
                    <a:pt x="560" y="7176"/>
                  </a:cubicBezTo>
                  <a:cubicBezTo>
                    <a:pt x="500" y="7218"/>
                    <a:pt x="444" y="7256"/>
                    <a:pt x="403" y="7256"/>
                  </a:cubicBezTo>
                  <a:cubicBezTo>
                    <a:pt x="389" y="7256"/>
                    <a:pt x="376" y="7251"/>
                    <a:pt x="366" y="7241"/>
                  </a:cubicBezTo>
                  <a:lnTo>
                    <a:pt x="366" y="7241"/>
                  </a:lnTo>
                  <a:cubicBezTo>
                    <a:pt x="366" y="7241"/>
                    <a:pt x="349" y="7249"/>
                    <a:pt x="374" y="7306"/>
                  </a:cubicBezTo>
                  <a:cubicBezTo>
                    <a:pt x="410" y="7368"/>
                    <a:pt x="416" y="7393"/>
                    <a:pt x="406" y="7393"/>
                  </a:cubicBezTo>
                  <a:cubicBezTo>
                    <a:pt x="400" y="7393"/>
                    <a:pt x="388" y="7385"/>
                    <a:pt x="374" y="7370"/>
                  </a:cubicBezTo>
                  <a:cubicBezTo>
                    <a:pt x="342" y="7339"/>
                    <a:pt x="315" y="7324"/>
                    <a:pt x="298" y="7324"/>
                  </a:cubicBezTo>
                  <a:cubicBezTo>
                    <a:pt x="271" y="7324"/>
                    <a:pt x="266" y="7360"/>
                    <a:pt x="301" y="7419"/>
                  </a:cubicBezTo>
                  <a:cubicBezTo>
                    <a:pt x="310" y="7434"/>
                    <a:pt x="314" y="7439"/>
                    <a:pt x="314" y="7439"/>
                  </a:cubicBezTo>
                  <a:cubicBezTo>
                    <a:pt x="314" y="7439"/>
                    <a:pt x="291" y="7407"/>
                    <a:pt x="268" y="7378"/>
                  </a:cubicBezTo>
                  <a:cubicBezTo>
                    <a:pt x="243" y="7350"/>
                    <a:pt x="225" y="7338"/>
                    <a:pt x="215" y="7338"/>
                  </a:cubicBezTo>
                  <a:cubicBezTo>
                    <a:pt x="193" y="7338"/>
                    <a:pt x="205" y="7393"/>
                    <a:pt x="244" y="7460"/>
                  </a:cubicBezTo>
                  <a:cubicBezTo>
                    <a:pt x="213" y="7439"/>
                    <a:pt x="185" y="7415"/>
                    <a:pt x="173" y="7415"/>
                  </a:cubicBezTo>
                  <a:cubicBezTo>
                    <a:pt x="167" y="7415"/>
                    <a:pt x="165" y="7423"/>
                    <a:pt x="171" y="7443"/>
                  </a:cubicBezTo>
                  <a:cubicBezTo>
                    <a:pt x="169" y="7445"/>
                    <a:pt x="168" y="7447"/>
                    <a:pt x="166" y="7447"/>
                  </a:cubicBezTo>
                  <a:cubicBezTo>
                    <a:pt x="160" y="7447"/>
                    <a:pt x="148" y="7430"/>
                    <a:pt x="98" y="7354"/>
                  </a:cubicBezTo>
                  <a:cubicBezTo>
                    <a:pt x="61" y="7317"/>
                    <a:pt x="30" y="7272"/>
                    <a:pt x="19" y="7272"/>
                  </a:cubicBezTo>
                  <a:cubicBezTo>
                    <a:pt x="18" y="7272"/>
                    <a:pt x="18" y="7272"/>
                    <a:pt x="17" y="7273"/>
                  </a:cubicBezTo>
                  <a:cubicBezTo>
                    <a:pt x="1" y="7281"/>
                    <a:pt x="41" y="7330"/>
                    <a:pt x="74" y="7370"/>
                  </a:cubicBezTo>
                  <a:lnTo>
                    <a:pt x="49" y="7387"/>
                  </a:lnTo>
                  <a:cubicBezTo>
                    <a:pt x="49" y="7387"/>
                    <a:pt x="33" y="7395"/>
                    <a:pt x="66" y="7443"/>
                  </a:cubicBezTo>
                  <a:cubicBezTo>
                    <a:pt x="98" y="7492"/>
                    <a:pt x="90" y="7500"/>
                    <a:pt x="74" y="7508"/>
                  </a:cubicBezTo>
                  <a:cubicBezTo>
                    <a:pt x="65" y="7495"/>
                    <a:pt x="60" y="7489"/>
                    <a:pt x="59" y="7489"/>
                  </a:cubicBezTo>
                  <a:lnTo>
                    <a:pt x="59" y="7489"/>
                  </a:lnTo>
                  <a:cubicBezTo>
                    <a:pt x="57" y="7489"/>
                    <a:pt x="79" y="7525"/>
                    <a:pt x="114" y="7549"/>
                  </a:cubicBezTo>
                  <a:cubicBezTo>
                    <a:pt x="147" y="7597"/>
                    <a:pt x="179" y="7646"/>
                    <a:pt x="163" y="7654"/>
                  </a:cubicBezTo>
                  <a:lnTo>
                    <a:pt x="228" y="7743"/>
                  </a:lnTo>
                  <a:cubicBezTo>
                    <a:pt x="268" y="7808"/>
                    <a:pt x="325" y="7865"/>
                    <a:pt x="390" y="7914"/>
                  </a:cubicBezTo>
                  <a:cubicBezTo>
                    <a:pt x="422" y="7920"/>
                    <a:pt x="451" y="7926"/>
                    <a:pt x="471" y="7926"/>
                  </a:cubicBezTo>
                  <a:cubicBezTo>
                    <a:pt x="502" y="7926"/>
                    <a:pt x="510" y="7911"/>
                    <a:pt x="471" y="7857"/>
                  </a:cubicBezTo>
                  <a:cubicBezTo>
                    <a:pt x="471" y="7857"/>
                    <a:pt x="447" y="7800"/>
                    <a:pt x="463" y="7792"/>
                  </a:cubicBezTo>
                  <a:cubicBezTo>
                    <a:pt x="464" y="7791"/>
                    <a:pt x="465" y="7791"/>
                    <a:pt x="466" y="7791"/>
                  </a:cubicBezTo>
                  <a:cubicBezTo>
                    <a:pt x="479" y="7791"/>
                    <a:pt x="520" y="7824"/>
                    <a:pt x="520" y="7824"/>
                  </a:cubicBezTo>
                  <a:cubicBezTo>
                    <a:pt x="531" y="7842"/>
                    <a:pt x="545" y="7849"/>
                    <a:pt x="560" y="7849"/>
                  </a:cubicBezTo>
                  <a:cubicBezTo>
                    <a:pt x="588" y="7849"/>
                    <a:pt x="621" y="7826"/>
                    <a:pt x="657" y="7800"/>
                  </a:cubicBezTo>
                  <a:cubicBezTo>
                    <a:pt x="705" y="7769"/>
                    <a:pt x="735" y="7747"/>
                    <a:pt x="764" y="7747"/>
                  </a:cubicBezTo>
                  <a:cubicBezTo>
                    <a:pt x="779" y="7747"/>
                    <a:pt x="794" y="7753"/>
                    <a:pt x="812" y="7768"/>
                  </a:cubicBezTo>
                  <a:cubicBezTo>
                    <a:pt x="839" y="7789"/>
                    <a:pt x="855" y="7793"/>
                    <a:pt x="863" y="7793"/>
                  </a:cubicBezTo>
                  <a:cubicBezTo>
                    <a:pt x="866" y="7793"/>
                    <a:pt x="868" y="7792"/>
                    <a:pt x="868" y="7792"/>
                  </a:cubicBezTo>
                  <a:cubicBezTo>
                    <a:pt x="836" y="7751"/>
                    <a:pt x="901" y="7703"/>
                    <a:pt x="990" y="7646"/>
                  </a:cubicBezTo>
                  <a:cubicBezTo>
                    <a:pt x="1071" y="7589"/>
                    <a:pt x="1152" y="7533"/>
                    <a:pt x="1120" y="7484"/>
                  </a:cubicBezTo>
                  <a:lnTo>
                    <a:pt x="1144" y="7468"/>
                  </a:lnTo>
                  <a:cubicBezTo>
                    <a:pt x="1160" y="7492"/>
                    <a:pt x="1174" y="7500"/>
                    <a:pt x="1188" y="7500"/>
                  </a:cubicBezTo>
                  <a:cubicBezTo>
                    <a:pt x="1201" y="7500"/>
                    <a:pt x="1213" y="7492"/>
                    <a:pt x="1225" y="7484"/>
                  </a:cubicBezTo>
                  <a:cubicBezTo>
                    <a:pt x="1217" y="7419"/>
                    <a:pt x="1241" y="7403"/>
                    <a:pt x="1241" y="7403"/>
                  </a:cubicBezTo>
                  <a:cubicBezTo>
                    <a:pt x="1260" y="7430"/>
                    <a:pt x="1270" y="7440"/>
                    <a:pt x="1280" y="7440"/>
                  </a:cubicBezTo>
                  <a:cubicBezTo>
                    <a:pt x="1288" y="7440"/>
                    <a:pt x="1296" y="7434"/>
                    <a:pt x="1306" y="7427"/>
                  </a:cubicBezTo>
                  <a:cubicBezTo>
                    <a:pt x="1330" y="7411"/>
                    <a:pt x="1347" y="7403"/>
                    <a:pt x="1314" y="7354"/>
                  </a:cubicBezTo>
                  <a:cubicBezTo>
                    <a:pt x="1348" y="7327"/>
                    <a:pt x="1398" y="7312"/>
                    <a:pt x="1447" y="7312"/>
                  </a:cubicBezTo>
                  <a:cubicBezTo>
                    <a:pt x="1457" y="7312"/>
                    <a:pt x="1467" y="7312"/>
                    <a:pt x="1476" y="7314"/>
                  </a:cubicBezTo>
                  <a:cubicBezTo>
                    <a:pt x="1486" y="7323"/>
                    <a:pt x="1492" y="7327"/>
                    <a:pt x="1496" y="7327"/>
                  </a:cubicBezTo>
                  <a:cubicBezTo>
                    <a:pt x="1509" y="7327"/>
                    <a:pt x="1495" y="7284"/>
                    <a:pt x="1476" y="7241"/>
                  </a:cubicBezTo>
                  <a:cubicBezTo>
                    <a:pt x="1444" y="7200"/>
                    <a:pt x="1428" y="7143"/>
                    <a:pt x="1436" y="7135"/>
                  </a:cubicBezTo>
                  <a:lnTo>
                    <a:pt x="1436" y="7135"/>
                  </a:lnTo>
                  <a:lnTo>
                    <a:pt x="1501" y="7233"/>
                  </a:lnTo>
                  <a:cubicBezTo>
                    <a:pt x="1516" y="7263"/>
                    <a:pt x="1522" y="7275"/>
                    <a:pt x="1530" y="7275"/>
                  </a:cubicBezTo>
                  <a:cubicBezTo>
                    <a:pt x="1535" y="7275"/>
                    <a:pt x="1540" y="7271"/>
                    <a:pt x="1549" y="7265"/>
                  </a:cubicBezTo>
                  <a:lnTo>
                    <a:pt x="1574" y="7249"/>
                  </a:lnTo>
                  <a:cubicBezTo>
                    <a:pt x="1541" y="7208"/>
                    <a:pt x="1598" y="7168"/>
                    <a:pt x="1679" y="7111"/>
                  </a:cubicBezTo>
                  <a:cubicBezTo>
                    <a:pt x="1784" y="7038"/>
                    <a:pt x="1825" y="7014"/>
                    <a:pt x="1793" y="6965"/>
                  </a:cubicBezTo>
                  <a:cubicBezTo>
                    <a:pt x="1770" y="6937"/>
                    <a:pt x="1767" y="6925"/>
                    <a:pt x="1791" y="6925"/>
                  </a:cubicBezTo>
                  <a:cubicBezTo>
                    <a:pt x="1801" y="6925"/>
                    <a:pt x="1818" y="6927"/>
                    <a:pt x="1841" y="6933"/>
                  </a:cubicBezTo>
                  <a:cubicBezTo>
                    <a:pt x="1939" y="6984"/>
                    <a:pt x="1981" y="7006"/>
                    <a:pt x="1994" y="7006"/>
                  </a:cubicBezTo>
                  <a:cubicBezTo>
                    <a:pt x="2003" y="7006"/>
                    <a:pt x="1997" y="6994"/>
                    <a:pt x="1987" y="6973"/>
                  </a:cubicBezTo>
                  <a:cubicBezTo>
                    <a:pt x="1986" y="6974"/>
                    <a:pt x="1985" y="6974"/>
                    <a:pt x="1983" y="6974"/>
                  </a:cubicBezTo>
                  <a:cubicBezTo>
                    <a:pt x="1966" y="6974"/>
                    <a:pt x="1936" y="6929"/>
                    <a:pt x="1906" y="6884"/>
                  </a:cubicBezTo>
                  <a:cubicBezTo>
                    <a:pt x="1871" y="6836"/>
                    <a:pt x="1860" y="6812"/>
                    <a:pt x="1868" y="6812"/>
                  </a:cubicBezTo>
                  <a:cubicBezTo>
                    <a:pt x="1875" y="6812"/>
                    <a:pt x="1896" y="6830"/>
                    <a:pt x="1930" y="6868"/>
                  </a:cubicBezTo>
                  <a:cubicBezTo>
                    <a:pt x="1944" y="6888"/>
                    <a:pt x="1961" y="6897"/>
                    <a:pt x="1979" y="6897"/>
                  </a:cubicBezTo>
                  <a:cubicBezTo>
                    <a:pt x="2048" y="6897"/>
                    <a:pt x="2131" y="6774"/>
                    <a:pt x="2093" y="6697"/>
                  </a:cubicBezTo>
                  <a:cubicBezTo>
                    <a:pt x="2079" y="6677"/>
                    <a:pt x="2071" y="6665"/>
                    <a:pt x="2071" y="6665"/>
                  </a:cubicBezTo>
                  <a:lnTo>
                    <a:pt x="2071" y="6665"/>
                  </a:lnTo>
                  <a:cubicBezTo>
                    <a:pt x="2072" y="6665"/>
                    <a:pt x="2088" y="6687"/>
                    <a:pt x="2125" y="6738"/>
                  </a:cubicBezTo>
                  <a:cubicBezTo>
                    <a:pt x="2141" y="6762"/>
                    <a:pt x="2151" y="6772"/>
                    <a:pt x="2163" y="6772"/>
                  </a:cubicBezTo>
                  <a:cubicBezTo>
                    <a:pt x="2176" y="6772"/>
                    <a:pt x="2190" y="6762"/>
                    <a:pt x="2214" y="6746"/>
                  </a:cubicBezTo>
                  <a:lnTo>
                    <a:pt x="2247" y="6722"/>
                  </a:lnTo>
                  <a:cubicBezTo>
                    <a:pt x="2208" y="6668"/>
                    <a:pt x="2230" y="6647"/>
                    <a:pt x="2261" y="6647"/>
                  </a:cubicBezTo>
                  <a:cubicBezTo>
                    <a:pt x="2282" y="6647"/>
                    <a:pt x="2306" y="6657"/>
                    <a:pt x="2320" y="6673"/>
                  </a:cubicBezTo>
                  <a:cubicBezTo>
                    <a:pt x="2349" y="6698"/>
                    <a:pt x="2361" y="6708"/>
                    <a:pt x="2371" y="6708"/>
                  </a:cubicBezTo>
                  <a:cubicBezTo>
                    <a:pt x="2377" y="6708"/>
                    <a:pt x="2383" y="6704"/>
                    <a:pt x="2393" y="6697"/>
                  </a:cubicBezTo>
                  <a:cubicBezTo>
                    <a:pt x="2373" y="6629"/>
                    <a:pt x="2398" y="6602"/>
                    <a:pt x="2428" y="6602"/>
                  </a:cubicBezTo>
                  <a:cubicBezTo>
                    <a:pt x="2447" y="6602"/>
                    <a:pt x="2469" y="6613"/>
                    <a:pt x="2482" y="6633"/>
                  </a:cubicBezTo>
                  <a:lnTo>
                    <a:pt x="2506" y="6616"/>
                  </a:lnTo>
                  <a:cubicBezTo>
                    <a:pt x="2490" y="6560"/>
                    <a:pt x="2514" y="6543"/>
                    <a:pt x="2522" y="6543"/>
                  </a:cubicBezTo>
                  <a:cubicBezTo>
                    <a:pt x="2563" y="6519"/>
                    <a:pt x="2571" y="6511"/>
                    <a:pt x="2522" y="6470"/>
                  </a:cubicBezTo>
                  <a:cubicBezTo>
                    <a:pt x="2490" y="6422"/>
                    <a:pt x="2457" y="6373"/>
                    <a:pt x="2474" y="6365"/>
                  </a:cubicBezTo>
                  <a:lnTo>
                    <a:pt x="2474" y="6365"/>
                  </a:lnTo>
                  <a:lnTo>
                    <a:pt x="2506" y="6414"/>
                  </a:lnTo>
                  <a:cubicBezTo>
                    <a:pt x="2519" y="6433"/>
                    <a:pt x="2532" y="6441"/>
                    <a:pt x="2547" y="6441"/>
                  </a:cubicBezTo>
                  <a:cubicBezTo>
                    <a:pt x="2568" y="6441"/>
                    <a:pt x="2591" y="6425"/>
                    <a:pt x="2620" y="6406"/>
                  </a:cubicBezTo>
                  <a:cubicBezTo>
                    <a:pt x="2658" y="6381"/>
                    <a:pt x="2680" y="6366"/>
                    <a:pt x="2701" y="6366"/>
                  </a:cubicBezTo>
                  <a:cubicBezTo>
                    <a:pt x="2715" y="6366"/>
                    <a:pt x="2730" y="6373"/>
                    <a:pt x="2749" y="6389"/>
                  </a:cubicBezTo>
                  <a:lnTo>
                    <a:pt x="2725" y="6333"/>
                  </a:lnTo>
                  <a:cubicBezTo>
                    <a:pt x="2716" y="6301"/>
                    <a:pt x="2714" y="6284"/>
                    <a:pt x="2720" y="6284"/>
                  </a:cubicBezTo>
                  <a:cubicBezTo>
                    <a:pt x="2725" y="6284"/>
                    <a:pt x="2735" y="6295"/>
                    <a:pt x="2749" y="6316"/>
                  </a:cubicBezTo>
                  <a:cubicBezTo>
                    <a:pt x="2764" y="6329"/>
                    <a:pt x="2779" y="6334"/>
                    <a:pt x="2792" y="6334"/>
                  </a:cubicBezTo>
                  <a:cubicBezTo>
                    <a:pt x="2822" y="6334"/>
                    <a:pt x="2844" y="6305"/>
                    <a:pt x="2838" y="6260"/>
                  </a:cubicBezTo>
                  <a:lnTo>
                    <a:pt x="2863" y="6243"/>
                  </a:lnTo>
                  <a:cubicBezTo>
                    <a:pt x="2893" y="6281"/>
                    <a:pt x="2918" y="6298"/>
                    <a:pt x="2933" y="6298"/>
                  </a:cubicBezTo>
                  <a:cubicBezTo>
                    <a:pt x="2953" y="6298"/>
                    <a:pt x="2953" y="6264"/>
                    <a:pt x="2920" y="6203"/>
                  </a:cubicBezTo>
                  <a:lnTo>
                    <a:pt x="2920" y="6203"/>
                  </a:lnTo>
                  <a:cubicBezTo>
                    <a:pt x="2940" y="6233"/>
                    <a:pt x="2950" y="6241"/>
                    <a:pt x="2960" y="6241"/>
                  </a:cubicBezTo>
                  <a:cubicBezTo>
                    <a:pt x="2965" y="6241"/>
                    <a:pt x="2970" y="6238"/>
                    <a:pt x="2976" y="6235"/>
                  </a:cubicBezTo>
                  <a:cubicBezTo>
                    <a:pt x="2971" y="6192"/>
                    <a:pt x="2991" y="6163"/>
                    <a:pt x="3014" y="6163"/>
                  </a:cubicBezTo>
                  <a:cubicBezTo>
                    <a:pt x="3026" y="6163"/>
                    <a:pt x="3038" y="6170"/>
                    <a:pt x="3049" y="6187"/>
                  </a:cubicBezTo>
                  <a:lnTo>
                    <a:pt x="3057" y="6179"/>
                  </a:lnTo>
                  <a:cubicBezTo>
                    <a:pt x="3033" y="6122"/>
                    <a:pt x="3049" y="6114"/>
                    <a:pt x="3057" y="6106"/>
                  </a:cubicBezTo>
                  <a:cubicBezTo>
                    <a:pt x="3074" y="6097"/>
                    <a:pt x="3082" y="6089"/>
                    <a:pt x="3065" y="6041"/>
                  </a:cubicBezTo>
                  <a:cubicBezTo>
                    <a:pt x="3041" y="5984"/>
                    <a:pt x="3057" y="5976"/>
                    <a:pt x="3057" y="5976"/>
                  </a:cubicBezTo>
                  <a:cubicBezTo>
                    <a:pt x="3058" y="5975"/>
                    <a:pt x="3058" y="5975"/>
                    <a:pt x="3059" y="5975"/>
                  </a:cubicBezTo>
                  <a:cubicBezTo>
                    <a:pt x="3069" y="5975"/>
                    <a:pt x="3091" y="6028"/>
                    <a:pt x="3106" y="6073"/>
                  </a:cubicBezTo>
                  <a:cubicBezTo>
                    <a:pt x="3109" y="6097"/>
                    <a:pt x="3116" y="6109"/>
                    <a:pt x="3123" y="6109"/>
                  </a:cubicBezTo>
                  <a:cubicBezTo>
                    <a:pt x="3134" y="6109"/>
                    <a:pt x="3143" y="6072"/>
                    <a:pt x="3122" y="6000"/>
                  </a:cubicBezTo>
                  <a:cubicBezTo>
                    <a:pt x="3106" y="5938"/>
                    <a:pt x="3098" y="5908"/>
                    <a:pt x="3100" y="5908"/>
                  </a:cubicBezTo>
                  <a:lnTo>
                    <a:pt x="3100" y="5908"/>
                  </a:lnTo>
                  <a:cubicBezTo>
                    <a:pt x="3102" y="5908"/>
                    <a:pt x="3115" y="5936"/>
                    <a:pt x="3138" y="5992"/>
                  </a:cubicBezTo>
                  <a:cubicBezTo>
                    <a:pt x="3149" y="6025"/>
                    <a:pt x="3164" y="6062"/>
                    <a:pt x="3170" y="6062"/>
                  </a:cubicBezTo>
                  <a:cubicBezTo>
                    <a:pt x="3173" y="6062"/>
                    <a:pt x="3173" y="6053"/>
                    <a:pt x="3171" y="6033"/>
                  </a:cubicBezTo>
                  <a:cubicBezTo>
                    <a:pt x="3171" y="6033"/>
                    <a:pt x="3195" y="6016"/>
                    <a:pt x="3155" y="5976"/>
                  </a:cubicBezTo>
                  <a:lnTo>
                    <a:pt x="3195" y="5952"/>
                  </a:lnTo>
                  <a:cubicBezTo>
                    <a:pt x="3221" y="5966"/>
                    <a:pt x="3237" y="5971"/>
                    <a:pt x="3248" y="5971"/>
                  </a:cubicBezTo>
                  <a:cubicBezTo>
                    <a:pt x="3261" y="5971"/>
                    <a:pt x="3267" y="5964"/>
                    <a:pt x="3276" y="5960"/>
                  </a:cubicBezTo>
                  <a:cubicBezTo>
                    <a:pt x="3264" y="5934"/>
                    <a:pt x="3257" y="5922"/>
                    <a:pt x="3262" y="5922"/>
                  </a:cubicBezTo>
                  <a:lnTo>
                    <a:pt x="3262" y="5922"/>
                  </a:lnTo>
                  <a:cubicBezTo>
                    <a:pt x="3265" y="5922"/>
                    <a:pt x="3277" y="5932"/>
                    <a:pt x="3301" y="5952"/>
                  </a:cubicBezTo>
                  <a:cubicBezTo>
                    <a:pt x="3313" y="5967"/>
                    <a:pt x="3321" y="5975"/>
                    <a:pt x="3324" y="5975"/>
                  </a:cubicBezTo>
                  <a:cubicBezTo>
                    <a:pt x="3329" y="5975"/>
                    <a:pt x="3317" y="5951"/>
                    <a:pt x="3276" y="5895"/>
                  </a:cubicBezTo>
                  <a:cubicBezTo>
                    <a:pt x="3267" y="5862"/>
                    <a:pt x="3266" y="5845"/>
                    <a:pt x="3276" y="5845"/>
                  </a:cubicBezTo>
                  <a:cubicBezTo>
                    <a:pt x="3283" y="5845"/>
                    <a:pt x="3297" y="5854"/>
                    <a:pt x="3317" y="5870"/>
                  </a:cubicBezTo>
                  <a:cubicBezTo>
                    <a:pt x="3353" y="5921"/>
                    <a:pt x="3372" y="5940"/>
                    <a:pt x="3375" y="5940"/>
                  </a:cubicBezTo>
                  <a:cubicBezTo>
                    <a:pt x="3378" y="5940"/>
                    <a:pt x="3371" y="5929"/>
                    <a:pt x="3357" y="5911"/>
                  </a:cubicBezTo>
                  <a:cubicBezTo>
                    <a:pt x="3341" y="5854"/>
                    <a:pt x="3349" y="5846"/>
                    <a:pt x="3349" y="5846"/>
                  </a:cubicBezTo>
                  <a:lnTo>
                    <a:pt x="3349" y="5846"/>
                  </a:lnTo>
                  <a:cubicBezTo>
                    <a:pt x="3357" y="5857"/>
                    <a:pt x="3368" y="5862"/>
                    <a:pt x="3381" y="5862"/>
                  </a:cubicBezTo>
                  <a:cubicBezTo>
                    <a:pt x="3429" y="5862"/>
                    <a:pt x="3511" y="5805"/>
                    <a:pt x="3592" y="5749"/>
                  </a:cubicBezTo>
                  <a:cubicBezTo>
                    <a:pt x="3609" y="5741"/>
                    <a:pt x="3584" y="5684"/>
                    <a:pt x="3552" y="5635"/>
                  </a:cubicBezTo>
                  <a:cubicBezTo>
                    <a:pt x="3524" y="5597"/>
                    <a:pt x="3514" y="5584"/>
                    <a:pt x="3516" y="5584"/>
                  </a:cubicBezTo>
                  <a:lnTo>
                    <a:pt x="3516" y="5584"/>
                  </a:lnTo>
                  <a:cubicBezTo>
                    <a:pt x="3517" y="5584"/>
                    <a:pt x="3540" y="5609"/>
                    <a:pt x="3568" y="5627"/>
                  </a:cubicBezTo>
                  <a:cubicBezTo>
                    <a:pt x="3618" y="5692"/>
                    <a:pt x="3649" y="5723"/>
                    <a:pt x="3658" y="5723"/>
                  </a:cubicBezTo>
                  <a:cubicBezTo>
                    <a:pt x="3668" y="5723"/>
                    <a:pt x="3648" y="5684"/>
                    <a:pt x="3592" y="5611"/>
                  </a:cubicBezTo>
                  <a:cubicBezTo>
                    <a:pt x="3551" y="5569"/>
                    <a:pt x="3531" y="5549"/>
                    <a:pt x="3533" y="5549"/>
                  </a:cubicBezTo>
                  <a:lnTo>
                    <a:pt x="3533" y="5549"/>
                  </a:lnTo>
                  <a:cubicBezTo>
                    <a:pt x="3535" y="5549"/>
                    <a:pt x="3557" y="5567"/>
                    <a:pt x="3601" y="5603"/>
                  </a:cubicBezTo>
                  <a:cubicBezTo>
                    <a:pt x="3623" y="5621"/>
                    <a:pt x="3635" y="5632"/>
                    <a:pt x="3639" y="5632"/>
                  </a:cubicBezTo>
                  <a:cubicBezTo>
                    <a:pt x="3644" y="5632"/>
                    <a:pt x="3638" y="5617"/>
                    <a:pt x="3625" y="5587"/>
                  </a:cubicBezTo>
                  <a:cubicBezTo>
                    <a:pt x="3607" y="5564"/>
                    <a:pt x="3601" y="5552"/>
                    <a:pt x="3605" y="5552"/>
                  </a:cubicBezTo>
                  <a:lnTo>
                    <a:pt x="3605" y="5552"/>
                  </a:lnTo>
                  <a:cubicBezTo>
                    <a:pt x="3609" y="5552"/>
                    <a:pt x="3618" y="5560"/>
                    <a:pt x="3633" y="5579"/>
                  </a:cubicBezTo>
                  <a:cubicBezTo>
                    <a:pt x="3666" y="5606"/>
                    <a:pt x="3699" y="5633"/>
                    <a:pt x="3704" y="5633"/>
                  </a:cubicBezTo>
                  <a:cubicBezTo>
                    <a:pt x="3707" y="5633"/>
                    <a:pt x="3703" y="5627"/>
                    <a:pt x="3690" y="5611"/>
                  </a:cubicBezTo>
                  <a:cubicBezTo>
                    <a:pt x="3690" y="5611"/>
                    <a:pt x="3691" y="5610"/>
                    <a:pt x="3694" y="5610"/>
                  </a:cubicBezTo>
                  <a:cubicBezTo>
                    <a:pt x="3701" y="5610"/>
                    <a:pt x="3718" y="5614"/>
                    <a:pt x="3747" y="5643"/>
                  </a:cubicBezTo>
                  <a:cubicBezTo>
                    <a:pt x="3758" y="5653"/>
                    <a:pt x="3765" y="5657"/>
                    <a:pt x="3770" y="5657"/>
                  </a:cubicBezTo>
                  <a:cubicBezTo>
                    <a:pt x="3784" y="5657"/>
                    <a:pt x="3767" y="5614"/>
                    <a:pt x="3755" y="5570"/>
                  </a:cubicBezTo>
                  <a:cubicBezTo>
                    <a:pt x="3737" y="5509"/>
                    <a:pt x="3734" y="5479"/>
                    <a:pt x="3742" y="5479"/>
                  </a:cubicBezTo>
                  <a:cubicBezTo>
                    <a:pt x="3749" y="5479"/>
                    <a:pt x="3765" y="5501"/>
                    <a:pt x="3787" y="5546"/>
                  </a:cubicBezTo>
                  <a:cubicBezTo>
                    <a:pt x="3805" y="5580"/>
                    <a:pt x="3820" y="5594"/>
                    <a:pt x="3830" y="5594"/>
                  </a:cubicBezTo>
                  <a:cubicBezTo>
                    <a:pt x="3851" y="5594"/>
                    <a:pt x="3850" y="5531"/>
                    <a:pt x="3811" y="5465"/>
                  </a:cubicBezTo>
                  <a:cubicBezTo>
                    <a:pt x="3782" y="5402"/>
                    <a:pt x="3771" y="5377"/>
                    <a:pt x="3773" y="5377"/>
                  </a:cubicBezTo>
                  <a:lnTo>
                    <a:pt x="3773" y="5377"/>
                  </a:lnTo>
                  <a:cubicBezTo>
                    <a:pt x="3774" y="5377"/>
                    <a:pt x="3782" y="5389"/>
                    <a:pt x="3795" y="5408"/>
                  </a:cubicBezTo>
                  <a:cubicBezTo>
                    <a:pt x="3819" y="5445"/>
                    <a:pt x="3830" y="5449"/>
                    <a:pt x="3834" y="5449"/>
                  </a:cubicBezTo>
                  <a:cubicBezTo>
                    <a:pt x="3835" y="5449"/>
                    <a:pt x="3836" y="5449"/>
                    <a:pt x="3836" y="5449"/>
                  </a:cubicBezTo>
                  <a:cubicBezTo>
                    <a:pt x="3842" y="5446"/>
                    <a:pt x="3847" y="5443"/>
                    <a:pt x="3852" y="5443"/>
                  </a:cubicBezTo>
                  <a:cubicBezTo>
                    <a:pt x="3862" y="5443"/>
                    <a:pt x="3872" y="5451"/>
                    <a:pt x="3892" y="5481"/>
                  </a:cubicBezTo>
                  <a:cubicBezTo>
                    <a:pt x="3892" y="5481"/>
                    <a:pt x="3909" y="5473"/>
                    <a:pt x="3901" y="5408"/>
                  </a:cubicBezTo>
                  <a:cubicBezTo>
                    <a:pt x="3881" y="5355"/>
                    <a:pt x="3886" y="5332"/>
                    <a:pt x="3904" y="5332"/>
                  </a:cubicBezTo>
                  <a:cubicBezTo>
                    <a:pt x="3925" y="5332"/>
                    <a:pt x="3963" y="5361"/>
                    <a:pt x="4006" y="5408"/>
                  </a:cubicBezTo>
                  <a:lnTo>
                    <a:pt x="3990" y="5343"/>
                  </a:lnTo>
                  <a:cubicBezTo>
                    <a:pt x="3958" y="5280"/>
                    <a:pt x="3937" y="5234"/>
                    <a:pt x="3944" y="5234"/>
                  </a:cubicBezTo>
                  <a:lnTo>
                    <a:pt x="3944" y="5234"/>
                  </a:lnTo>
                  <a:cubicBezTo>
                    <a:pt x="3947" y="5234"/>
                    <a:pt x="3959" y="5247"/>
                    <a:pt x="3982" y="5279"/>
                  </a:cubicBezTo>
                  <a:cubicBezTo>
                    <a:pt x="3994" y="5296"/>
                    <a:pt x="4005" y="5314"/>
                    <a:pt x="4014" y="5327"/>
                  </a:cubicBezTo>
                  <a:lnTo>
                    <a:pt x="4014" y="5327"/>
                  </a:lnTo>
                  <a:cubicBezTo>
                    <a:pt x="3991" y="5281"/>
                    <a:pt x="3997" y="5258"/>
                    <a:pt x="4017" y="5258"/>
                  </a:cubicBezTo>
                  <a:cubicBezTo>
                    <a:pt x="4039" y="5258"/>
                    <a:pt x="4078" y="5285"/>
                    <a:pt x="4111" y="5335"/>
                  </a:cubicBezTo>
                  <a:cubicBezTo>
                    <a:pt x="4134" y="5363"/>
                    <a:pt x="4141" y="5372"/>
                    <a:pt x="4146" y="5372"/>
                  </a:cubicBezTo>
                  <a:cubicBezTo>
                    <a:pt x="4148" y="5372"/>
                    <a:pt x="4149" y="5370"/>
                    <a:pt x="4152" y="5368"/>
                  </a:cubicBezTo>
                  <a:lnTo>
                    <a:pt x="4119" y="5327"/>
                  </a:lnTo>
                  <a:cubicBezTo>
                    <a:pt x="4087" y="5279"/>
                    <a:pt x="4055" y="5230"/>
                    <a:pt x="4071" y="5222"/>
                  </a:cubicBezTo>
                  <a:cubicBezTo>
                    <a:pt x="4074" y="5219"/>
                    <a:pt x="4078" y="5216"/>
                    <a:pt x="4084" y="5216"/>
                  </a:cubicBezTo>
                  <a:cubicBezTo>
                    <a:pt x="4094" y="5216"/>
                    <a:pt x="4107" y="5224"/>
                    <a:pt x="4128" y="5254"/>
                  </a:cubicBezTo>
                  <a:cubicBezTo>
                    <a:pt x="4155" y="5282"/>
                    <a:pt x="4186" y="5305"/>
                    <a:pt x="4193" y="5305"/>
                  </a:cubicBezTo>
                  <a:cubicBezTo>
                    <a:pt x="4197" y="5305"/>
                    <a:pt x="4195" y="5300"/>
                    <a:pt x="4184" y="5287"/>
                  </a:cubicBezTo>
                  <a:cubicBezTo>
                    <a:pt x="4184" y="5287"/>
                    <a:pt x="4185" y="5286"/>
                    <a:pt x="4187" y="5286"/>
                  </a:cubicBezTo>
                  <a:cubicBezTo>
                    <a:pt x="4192" y="5286"/>
                    <a:pt x="4206" y="5290"/>
                    <a:pt x="4241" y="5319"/>
                  </a:cubicBezTo>
                  <a:lnTo>
                    <a:pt x="4282" y="5287"/>
                  </a:lnTo>
                  <a:cubicBezTo>
                    <a:pt x="4272" y="5253"/>
                    <a:pt x="4277" y="5234"/>
                    <a:pt x="4289" y="5234"/>
                  </a:cubicBezTo>
                  <a:cubicBezTo>
                    <a:pt x="4297" y="5234"/>
                    <a:pt x="4309" y="5243"/>
                    <a:pt x="4322" y="5262"/>
                  </a:cubicBezTo>
                  <a:cubicBezTo>
                    <a:pt x="4322" y="5262"/>
                    <a:pt x="4346" y="5246"/>
                    <a:pt x="4322" y="5189"/>
                  </a:cubicBezTo>
                  <a:cubicBezTo>
                    <a:pt x="4333" y="5182"/>
                    <a:pt x="4342" y="5177"/>
                    <a:pt x="4351" y="5177"/>
                  </a:cubicBezTo>
                  <a:cubicBezTo>
                    <a:pt x="4364" y="5177"/>
                    <a:pt x="4377" y="5186"/>
                    <a:pt x="4395" y="5214"/>
                  </a:cubicBezTo>
                  <a:cubicBezTo>
                    <a:pt x="4411" y="5233"/>
                    <a:pt x="4419" y="5243"/>
                    <a:pt x="4420" y="5243"/>
                  </a:cubicBezTo>
                  <a:cubicBezTo>
                    <a:pt x="4422" y="5243"/>
                    <a:pt x="4416" y="5231"/>
                    <a:pt x="4403" y="5206"/>
                  </a:cubicBezTo>
                  <a:cubicBezTo>
                    <a:pt x="4371" y="5157"/>
                    <a:pt x="4387" y="5149"/>
                    <a:pt x="4395" y="5141"/>
                  </a:cubicBezTo>
                  <a:lnTo>
                    <a:pt x="4419" y="5125"/>
                  </a:lnTo>
                  <a:cubicBezTo>
                    <a:pt x="4387" y="5076"/>
                    <a:pt x="4387" y="5076"/>
                    <a:pt x="4395" y="5068"/>
                  </a:cubicBezTo>
                  <a:cubicBezTo>
                    <a:pt x="4398" y="5067"/>
                    <a:pt x="4401" y="5066"/>
                    <a:pt x="4405" y="5066"/>
                  </a:cubicBezTo>
                  <a:cubicBezTo>
                    <a:pt x="4425" y="5066"/>
                    <a:pt x="4462" y="5078"/>
                    <a:pt x="4482" y="5078"/>
                  </a:cubicBezTo>
                  <a:cubicBezTo>
                    <a:pt x="4487" y="5078"/>
                    <a:pt x="4490" y="5077"/>
                    <a:pt x="4492" y="5076"/>
                  </a:cubicBezTo>
                  <a:cubicBezTo>
                    <a:pt x="4525" y="5052"/>
                    <a:pt x="4525" y="5052"/>
                    <a:pt x="4484" y="5011"/>
                  </a:cubicBezTo>
                  <a:cubicBezTo>
                    <a:pt x="4483" y="5012"/>
                    <a:pt x="4481" y="5012"/>
                    <a:pt x="4479" y="5012"/>
                  </a:cubicBezTo>
                  <a:cubicBezTo>
                    <a:pt x="4467" y="5012"/>
                    <a:pt x="4452" y="4995"/>
                    <a:pt x="4466" y="4995"/>
                  </a:cubicBezTo>
                  <a:cubicBezTo>
                    <a:pt x="4471" y="4995"/>
                    <a:pt x="4479" y="4997"/>
                    <a:pt x="4492" y="5003"/>
                  </a:cubicBezTo>
                  <a:cubicBezTo>
                    <a:pt x="4497" y="5003"/>
                    <a:pt x="4523" y="5008"/>
                    <a:pt x="4550" y="5008"/>
                  </a:cubicBezTo>
                  <a:cubicBezTo>
                    <a:pt x="4571" y="5008"/>
                    <a:pt x="4592" y="5005"/>
                    <a:pt x="4606" y="4995"/>
                  </a:cubicBezTo>
                  <a:cubicBezTo>
                    <a:pt x="4655" y="4962"/>
                    <a:pt x="4655" y="4962"/>
                    <a:pt x="4622" y="4922"/>
                  </a:cubicBezTo>
                  <a:cubicBezTo>
                    <a:pt x="4584" y="4875"/>
                    <a:pt x="4568" y="4851"/>
                    <a:pt x="4573" y="4851"/>
                  </a:cubicBezTo>
                  <a:lnTo>
                    <a:pt x="4573" y="4851"/>
                  </a:lnTo>
                  <a:cubicBezTo>
                    <a:pt x="4578" y="4851"/>
                    <a:pt x="4600" y="4871"/>
                    <a:pt x="4638" y="4914"/>
                  </a:cubicBezTo>
                  <a:cubicBezTo>
                    <a:pt x="4684" y="4951"/>
                    <a:pt x="4709" y="4967"/>
                    <a:pt x="4717" y="4967"/>
                  </a:cubicBezTo>
                  <a:cubicBezTo>
                    <a:pt x="4725" y="4967"/>
                    <a:pt x="4719" y="4953"/>
                    <a:pt x="4703" y="4930"/>
                  </a:cubicBezTo>
                  <a:cubicBezTo>
                    <a:pt x="4679" y="4881"/>
                    <a:pt x="4679" y="4881"/>
                    <a:pt x="4695" y="4873"/>
                  </a:cubicBezTo>
                  <a:lnTo>
                    <a:pt x="4695" y="4873"/>
                  </a:lnTo>
                  <a:cubicBezTo>
                    <a:pt x="4709" y="4890"/>
                    <a:pt x="4718" y="4899"/>
                    <a:pt x="4724" y="4899"/>
                  </a:cubicBezTo>
                  <a:cubicBezTo>
                    <a:pt x="4731" y="4899"/>
                    <a:pt x="4732" y="4882"/>
                    <a:pt x="4728" y="4849"/>
                  </a:cubicBezTo>
                  <a:cubicBezTo>
                    <a:pt x="4733" y="4846"/>
                    <a:pt x="4736" y="4845"/>
                    <a:pt x="4739" y="4845"/>
                  </a:cubicBezTo>
                  <a:cubicBezTo>
                    <a:pt x="4747" y="4845"/>
                    <a:pt x="4754" y="4853"/>
                    <a:pt x="4776" y="4881"/>
                  </a:cubicBezTo>
                  <a:lnTo>
                    <a:pt x="4801" y="4865"/>
                  </a:lnTo>
                  <a:cubicBezTo>
                    <a:pt x="4776" y="4800"/>
                    <a:pt x="4803" y="4775"/>
                    <a:pt x="4839" y="4775"/>
                  </a:cubicBezTo>
                  <a:cubicBezTo>
                    <a:pt x="4862" y="4775"/>
                    <a:pt x="4887" y="4785"/>
                    <a:pt x="4906" y="4800"/>
                  </a:cubicBezTo>
                  <a:cubicBezTo>
                    <a:pt x="4906" y="4800"/>
                    <a:pt x="4914" y="4792"/>
                    <a:pt x="4898" y="4735"/>
                  </a:cubicBezTo>
                  <a:cubicBezTo>
                    <a:pt x="4868" y="4679"/>
                    <a:pt x="4858" y="4651"/>
                    <a:pt x="4865" y="4651"/>
                  </a:cubicBezTo>
                  <a:cubicBezTo>
                    <a:pt x="4872" y="4651"/>
                    <a:pt x="4892" y="4673"/>
                    <a:pt x="4922" y="4719"/>
                  </a:cubicBezTo>
                  <a:cubicBezTo>
                    <a:pt x="4954" y="4763"/>
                    <a:pt x="4970" y="4785"/>
                    <a:pt x="4972" y="4785"/>
                  </a:cubicBezTo>
                  <a:cubicBezTo>
                    <a:pt x="4973" y="4785"/>
                    <a:pt x="4959" y="4761"/>
                    <a:pt x="4930" y="4711"/>
                  </a:cubicBezTo>
                  <a:cubicBezTo>
                    <a:pt x="4921" y="4680"/>
                    <a:pt x="4934" y="4654"/>
                    <a:pt x="4957" y="4654"/>
                  </a:cubicBezTo>
                  <a:cubicBezTo>
                    <a:pt x="4976" y="4654"/>
                    <a:pt x="5002" y="4672"/>
                    <a:pt x="5028" y="4719"/>
                  </a:cubicBezTo>
                  <a:lnTo>
                    <a:pt x="5092" y="4808"/>
                  </a:lnTo>
                  <a:cubicBezTo>
                    <a:pt x="5068" y="4752"/>
                    <a:pt x="5084" y="4743"/>
                    <a:pt x="5084" y="4743"/>
                  </a:cubicBezTo>
                  <a:cubicBezTo>
                    <a:pt x="5052" y="4703"/>
                    <a:pt x="5060" y="4695"/>
                    <a:pt x="5092" y="4670"/>
                  </a:cubicBezTo>
                  <a:cubicBezTo>
                    <a:pt x="5117" y="4654"/>
                    <a:pt x="5133" y="4573"/>
                    <a:pt x="5157" y="4557"/>
                  </a:cubicBezTo>
                  <a:cubicBezTo>
                    <a:pt x="5175" y="4544"/>
                    <a:pt x="5194" y="4536"/>
                    <a:pt x="5214" y="4536"/>
                  </a:cubicBezTo>
                  <a:cubicBezTo>
                    <a:pt x="5231" y="4536"/>
                    <a:pt x="5248" y="4542"/>
                    <a:pt x="5263" y="4557"/>
                  </a:cubicBezTo>
                  <a:cubicBezTo>
                    <a:pt x="5271" y="4549"/>
                    <a:pt x="5287" y="4541"/>
                    <a:pt x="5279" y="4476"/>
                  </a:cubicBezTo>
                  <a:cubicBezTo>
                    <a:pt x="5264" y="4446"/>
                    <a:pt x="5267" y="4429"/>
                    <a:pt x="5279" y="4429"/>
                  </a:cubicBezTo>
                  <a:cubicBezTo>
                    <a:pt x="5287" y="4429"/>
                    <a:pt x="5299" y="4436"/>
                    <a:pt x="5311" y="4452"/>
                  </a:cubicBezTo>
                  <a:lnTo>
                    <a:pt x="5328" y="4443"/>
                  </a:lnTo>
                  <a:cubicBezTo>
                    <a:pt x="5319" y="4387"/>
                    <a:pt x="5328" y="4379"/>
                    <a:pt x="5328" y="4379"/>
                  </a:cubicBezTo>
                  <a:cubicBezTo>
                    <a:pt x="5348" y="4405"/>
                    <a:pt x="5376" y="4431"/>
                    <a:pt x="5387" y="4431"/>
                  </a:cubicBezTo>
                  <a:cubicBezTo>
                    <a:pt x="5392" y="4431"/>
                    <a:pt x="5393" y="4423"/>
                    <a:pt x="5384" y="4403"/>
                  </a:cubicBezTo>
                  <a:cubicBezTo>
                    <a:pt x="5352" y="4362"/>
                    <a:pt x="5360" y="4354"/>
                    <a:pt x="5384" y="4338"/>
                  </a:cubicBezTo>
                  <a:cubicBezTo>
                    <a:pt x="5387" y="4339"/>
                    <a:pt x="5390" y="4340"/>
                    <a:pt x="5394" y="4340"/>
                  </a:cubicBezTo>
                  <a:cubicBezTo>
                    <a:pt x="5476" y="4340"/>
                    <a:pt x="5837" y="4101"/>
                    <a:pt x="5806" y="4054"/>
                  </a:cubicBezTo>
                  <a:lnTo>
                    <a:pt x="5838" y="4030"/>
                  </a:lnTo>
                  <a:lnTo>
                    <a:pt x="5871" y="4006"/>
                  </a:lnTo>
                  <a:cubicBezTo>
                    <a:pt x="5894" y="4034"/>
                    <a:pt x="5912" y="4045"/>
                    <a:pt x="5926" y="4045"/>
                  </a:cubicBezTo>
                  <a:cubicBezTo>
                    <a:pt x="5957" y="4045"/>
                    <a:pt x="5968" y="3991"/>
                    <a:pt x="5968" y="3941"/>
                  </a:cubicBezTo>
                  <a:cubicBezTo>
                    <a:pt x="5952" y="3892"/>
                    <a:pt x="5960" y="3884"/>
                    <a:pt x="5968" y="3876"/>
                  </a:cubicBezTo>
                  <a:cubicBezTo>
                    <a:pt x="6002" y="3917"/>
                    <a:pt x="6027" y="3934"/>
                    <a:pt x="6043" y="3934"/>
                  </a:cubicBezTo>
                  <a:cubicBezTo>
                    <a:pt x="6062" y="3934"/>
                    <a:pt x="6070" y="3911"/>
                    <a:pt x="6065" y="3876"/>
                  </a:cubicBezTo>
                  <a:cubicBezTo>
                    <a:pt x="6035" y="3824"/>
                    <a:pt x="6026" y="3798"/>
                    <a:pt x="6033" y="3798"/>
                  </a:cubicBezTo>
                  <a:cubicBezTo>
                    <a:pt x="6040" y="3798"/>
                    <a:pt x="6059" y="3818"/>
                    <a:pt x="6090" y="3860"/>
                  </a:cubicBezTo>
                  <a:cubicBezTo>
                    <a:pt x="6116" y="3900"/>
                    <a:pt x="6136" y="3920"/>
                    <a:pt x="6145" y="3920"/>
                  </a:cubicBezTo>
                  <a:cubicBezTo>
                    <a:pt x="6158" y="3920"/>
                    <a:pt x="6149" y="3878"/>
                    <a:pt x="6106" y="3787"/>
                  </a:cubicBezTo>
                  <a:cubicBezTo>
                    <a:pt x="6093" y="3756"/>
                    <a:pt x="6087" y="3742"/>
                    <a:pt x="6092" y="3742"/>
                  </a:cubicBezTo>
                  <a:cubicBezTo>
                    <a:pt x="6096" y="3742"/>
                    <a:pt x="6108" y="3752"/>
                    <a:pt x="6130" y="3771"/>
                  </a:cubicBezTo>
                  <a:cubicBezTo>
                    <a:pt x="6169" y="3814"/>
                    <a:pt x="6192" y="3832"/>
                    <a:pt x="6200" y="3832"/>
                  </a:cubicBezTo>
                  <a:cubicBezTo>
                    <a:pt x="6207" y="3832"/>
                    <a:pt x="6202" y="3818"/>
                    <a:pt x="6187" y="3795"/>
                  </a:cubicBezTo>
                  <a:cubicBezTo>
                    <a:pt x="6156" y="3742"/>
                    <a:pt x="6144" y="3715"/>
                    <a:pt x="6153" y="3715"/>
                  </a:cubicBezTo>
                  <a:cubicBezTo>
                    <a:pt x="6161" y="3715"/>
                    <a:pt x="6183" y="3734"/>
                    <a:pt x="6219" y="3771"/>
                  </a:cubicBezTo>
                  <a:cubicBezTo>
                    <a:pt x="6261" y="3808"/>
                    <a:pt x="6283" y="3829"/>
                    <a:pt x="6289" y="3829"/>
                  </a:cubicBezTo>
                  <a:cubicBezTo>
                    <a:pt x="6296" y="3829"/>
                    <a:pt x="6282" y="3802"/>
                    <a:pt x="6252" y="3746"/>
                  </a:cubicBezTo>
                  <a:cubicBezTo>
                    <a:pt x="6223" y="3688"/>
                    <a:pt x="6226" y="3653"/>
                    <a:pt x="6249" y="3653"/>
                  </a:cubicBezTo>
                  <a:cubicBezTo>
                    <a:pt x="6266" y="3653"/>
                    <a:pt x="6292" y="3670"/>
                    <a:pt x="6325" y="3706"/>
                  </a:cubicBezTo>
                  <a:cubicBezTo>
                    <a:pt x="6327" y="3705"/>
                    <a:pt x="6329" y="3704"/>
                    <a:pt x="6332" y="3704"/>
                  </a:cubicBezTo>
                  <a:cubicBezTo>
                    <a:pt x="6341" y="3704"/>
                    <a:pt x="6354" y="3710"/>
                    <a:pt x="6359" y="3710"/>
                  </a:cubicBezTo>
                  <a:cubicBezTo>
                    <a:pt x="6363" y="3710"/>
                    <a:pt x="6362" y="3706"/>
                    <a:pt x="6349" y="3689"/>
                  </a:cubicBezTo>
                  <a:lnTo>
                    <a:pt x="6349" y="3689"/>
                  </a:lnTo>
                  <a:lnTo>
                    <a:pt x="6398" y="3722"/>
                  </a:lnTo>
                  <a:lnTo>
                    <a:pt x="6414" y="3706"/>
                  </a:lnTo>
                  <a:lnTo>
                    <a:pt x="6382" y="3665"/>
                  </a:lnTo>
                  <a:cubicBezTo>
                    <a:pt x="6455" y="3649"/>
                    <a:pt x="6519" y="3633"/>
                    <a:pt x="6584" y="3592"/>
                  </a:cubicBezTo>
                  <a:cubicBezTo>
                    <a:pt x="6714" y="3511"/>
                    <a:pt x="6738" y="3495"/>
                    <a:pt x="6690" y="3454"/>
                  </a:cubicBezTo>
                  <a:cubicBezTo>
                    <a:pt x="6650" y="3410"/>
                    <a:pt x="6639" y="3385"/>
                    <a:pt x="6649" y="3385"/>
                  </a:cubicBezTo>
                  <a:cubicBezTo>
                    <a:pt x="6658" y="3385"/>
                    <a:pt x="6681" y="3402"/>
                    <a:pt x="6714" y="3438"/>
                  </a:cubicBezTo>
                  <a:cubicBezTo>
                    <a:pt x="6716" y="3437"/>
                    <a:pt x="6718" y="3437"/>
                    <a:pt x="6721" y="3437"/>
                  </a:cubicBezTo>
                  <a:cubicBezTo>
                    <a:pt x="6738" y="3437"/>
                    <a:pt x="6769" y="3451"/>
                    <a:pt x="6793" y="3451"/>
                  </a:cubicBezTo>
                  <a:cubicBezTo>
                    <a:pt x="6800" y="3451"/>
                    <a:pt x="6806" y="3450"/>
                    <a:pt x="6811" y="3446"/>
                  </a:cubicBezTo>
                  <a:cubicBezTo>
                    <a:pt x="6824" y="3438"/>
                    <a:pt x="6837" y="3429"/>
                    <a:pt x="6851" y="3429"/>
                  </a:cubicBezTo>
                  <a:cubicBezTo>
                    <a:pt x="6864" y="3429"/>
                    <a:pt x="6877" y="3435"/>
                    <a:pt x="6892" y="3454"/>
                  </a:cubicBezTo>
                  <a:lnTo>
                    <a:pt x="6900" y="3446"/>
                  </a:lnTo>
                  <a:cubicBezTo>
                    <a:pt x="6867" y="3359"/>
                    <a:pt x="6911" y="3310"/>
                    <a:pt x="6965" y="3310"/>
                  </a:cubicBezTo>
                  <a:cubicBezTo>
                    <a:pt x="6975" y="3310"/>
                    <a:pt x="6987" y="3312"/>
                    <a:pt x="6998" y="3317"/>
                  </a:cubicBezTo>
                  <a:cubicBezTo>
                    <a:pt x="7022" y="3300"/>
                    <a:pt x="7038" y="3292"/>
                    <a:pt x="7030" y="3227"/>
                  </a:cubicBezTo>
                  <a:cubicBezTo>
                    <a:pt x="7021" y="3195"/>
                    <a:pt x="7017" y="3181"/>
                    <a:pt x="7024" y="3181"/>
                  </a:cubicBezTo>
                  <a:cubicBezTo>
                    <a:pt x="7030" y="3181"/>
                    <a:pt x="7042" y="3189"/>
                    <a:pt x="7063" y="3203"/>
                  </a:cubicBezTo>
                  <a:cubicBezTo>
                    <a:pt x="7076" y="3223"/>
                    <a:pt x="7102" y="3235"/>
                    <a:pt x="7123" y="3235"/>
                  </a:cubicBezTo>
                  <a:cubicBezTo>
                    <a:pt x="7153" y="3235"/>
                    <a:pt x="7174" y="3211"/>
                    <a:pt x="7136" y="3154"/>
                  </a:cubicBezTo>
                  <a:lnTo>
                    <a:pt x="7136" y="3154"/>
                  </a:lnTo>
                  <a:lnTo>
                    <a:pt x="7176" y="3195"/>
                  </a:lnTo>
                  <a:cubicBezTo>
                    <a:pt x="7188" y="3205"/>
                    <a:pt x="7195" y="3209"/>
                    <a:pt x="7199" y="3209"/>
                  </a:cubicBezTo>
                  <a:cubicBezTo>
                    <a:pt x="7213" y="3209"/>
                    <a:pt x="7193" y="3167"/>
                    <a:pt x="7168" y="3130"/>
                  </a:cubicBezTo>
                  <a:cubicBezTo>
                    <a:pt x="7137" y="3088"/>
                    <a:pt x="7123" y="3064"/>
                    <a:pt x="7128" y="3064"/>
                  </a:cubicBezTo>
                  <a:lnTo>
                    <a:pt x="7128" y="3064"/>
                  </a:lnTo>
                  <a:cubicBezTo>
                    <a:pt x="7134" y="3064"/>
                    <a:pt x="7165" y="3094"/>
                    <a:pt x="7225" y="3162"/>
                  </a:cubicBezTo>
                  <a:cubicBezTo>
                    <a:pt x="7262" y="3214"/>
                    <a:pt x="7283" y="3236"/>
                    <a:pt x="7288" y="3236"/>
                  </a:cubicBezTo>
                  <a:cubicBezTo>
                    <a:pt x="7292" y="3236"/>
                    <a:pt x="7287" y="3224"/>
                    <a:pt x="7273" y="3203"/>
                  </a:cubicBezTo>
                  <a:cubicBezTo>
                    <a:pt x="7255" y="3160"/>
                    <a:pt x="7236" y="3116"/>
                    <a:pt x="7250" y="3116"/>
                  </a:cubicBezTo>
                  <a:cubicBezTo>
                    <a:pt x="7254" y="3116"/>
                    <a:pt x="7262" y="3120"/>
                    <a:pt x="7273" y="3130"/>
                  </a:cubicBezTo>
                  <a:cubicBezTo>
                    <a:pt x="7282" y="3122"/>
                    <a:pt x="7298" y="3114"/>
                    <a:pt x="7233" y="3025"/>
                  </a:cubicBezTo>
                  <a:cubicBezTo>
                    <a:pt x="7200" y="2976"/>
                    <a:pt x="7209" y="2968"/>
                    <a:pt x="7225" y="2960"/>
                  </a:cubicBezTo>
                  <a:lnTo>
                    <a:pt x="7225" y="2960"/>
                  </a:lnTo>
                  <a:cubicBezTo>
                    <a:pt x="7249" y="2992"/>
                    <a:pt x="7265" y="3025"/>
                    <a:pt x="7273" y="3057"/>
                  </a:cubicBezTo>
                  <a:cubicBezTo>
                    <a:pt x="7271" y="3059"/>
                    <a:pt x="7270" y="3060"/>
                    <a:pt x="7270" y="3060"/>
                  </a:cubicBezTo>
                  <a:cubicBezTo>
                    <a:pt x="7271" y="3060"/>
                    <a:pt x="7281" y="3055"/>
                    <a:pt x="7298" y="3049"/>
                  </a:cubicBezTo>
                  <a:cubicBezTo>
                    <a:pt x="7300" y="3048"/>
                    <a:pt x="7302" y="3047"/>
                    <a:pt x="7306" y="3047"/>
                  </a:cubicBezTo>
                  <a:cubicBezTo>
                    <a:pt x="7328" y="3047"/>
                    <a:pt x="7375" y="3071"/>
                    <a:pt x="7403" y="3114"/>
                  </a:cubicBezTo>
                  <a:cubicBezTo>
                    <a:pt x="7418" y="3129"/>
                    <a:pt x="7430" y="3137"/>
                    <a:pt x="7434" y="3137"/>
                  </a:cubicBezTo>
                  <a:cubicBezTo>
                    <a:pt x="7442" y="3137"/>
                    <a:pt x="7430" y="3113"/>
                    <a:pt x="7379" y="3057"/>
                  </a:cubicBezTo>
                  <a:cubicBezTo>
                    <a:pt x="7314" y="2968"/>
                    <a:pt x="7314" y="2968"/>
                    <a:pt x="7338" y="2952"/>
                  </a:cubicBezTo>
                  <a:cubicBezTo>
                    <a:pt x="7341" y="2949"/>
                    <a:pt x="7346" y="2946"/>
                    <a:pt x="7351" y="2946"/>
                  </a:cubicBezTo>
                  <a:cubicBezTo>
                    <a:pt x="7361" y="2946"/>
                    <a:pt x="7375" y="2954"/>
                    <a:pt x="7395" y="2984"/>
                  </a:cubicBezTo>
                  <a:cubicBezTo>
                    <a:pt x="7415" y="3009"/>
                    <a:pt x="7423" y="3019"/>
                    <a:pt x="7431" y="3019"/>
                  </a:cubicBezTo>
                  <a:cubicBezTo>
                    <a:pt x="7437" y="3019"/>
                    <a:pt x="7442" y="3015"/>
                    <a:pt x="7452" y="3008"/>
                  </a:cubicBezTo>
                  <a:cubicBezTo>
                    <a:pt x="7484" y="2984"/>
                    <a:pt x="7427" y="2822"/>
                    <a:pt x="7371" y="2725"/>
                  </a:cubicBezTo>
                  <a:cubicBezTo>
                    <a:pt x="7337" y="2679"/>
                    <a:pt x="7321" y="2657"/>
                    <a:pt x="7323" y="2657"/>
                  </a:cubicBezTo>
                  <a:lnTo>
                    <a:pt x="7323" y="2657"/>
                  </a:lnTo>
                  <a:cubicBezTo>
                    <a:pt x="7325" y="2657"/>
                    <a:pt x="7343" y="2677"/>
                    <a:pt x="7379" y="2717"/>
                  </a:cubicBezTo>
                  <a:cubicBezTo>
                    <a:pt x="7399" y="2747"/>
                    <a:pt x="7413" y="2755"/>
                    <a:pt x="7422" y="2755"/>
                  </a:cubicBezTo>
                  <a:cubicBezTo>
                    <a:pt x="7428" y="2755"/>
                    <a:pt x="7432" y="2752"/>
                    <a:pt x="7436" y="2749"/>
                  </a:cubicBezTo>
                  <a:cubicBezTo>
                    <a:pt x="7424" y="2731"/>
                    <a:pt x="7423" y="2725"/>
                    <a:pt x="7425" y="2725"/>
                  </a:cubicBezTo>
                  <a:lnTo>
                    <a:pt x="7425" y="2725"/>
                  </a:lnTo>
                  <a:cubicBezTo>
                    <a:pt x="7430" y="2725"/>
                    <a:pt x="7446" y="2744"/>
                    <a:pt x="7436" y="2749"/>
                  </a:cubicBezTo>
                  <a:cubicBezTo>
                    <a:pt x="7468" y="2790"/>
                    <a:pt x="7460" y="2798"/>
                    <a:pt x="7444" y="2806"/>
                  </a:cubicBezTo>
                  <a:lnTo>
                    <a:pt x="7484" y="2854"/>
                  </a:lnTo>
                  <a:cubicBezTo>
                    <a:pt x="7518" y="2895"/>
                    <a:pt x="7539" y="2916"/>
                    <a:pt x="7547" y="2916"/>
                  </a:cubicBezTo>
                  <a:cubicBezTo>
                    <a:pt x="7557" y="2916"/>
                    <a:pt x="7547" y="2887"/>
                    <a:pt x="7517" y="2830"/>
                  </a:cubicBezTo>
                  <a:cubicBezTo>
                    <a:pt x="7503" y="2799"/>
                    <a:pt x="7497" y="2785"/>
                    <a:pt x="7502" y="2785"/>
                  </a:cubicBezTo>
                  <a:cubicBezTo>
                    <a:pt x="7507" y="2785"/>
                    <a:pt x="7519" y="2795"/>
                    <a:pt x="7541" y="2814"/>
                  </a:cubicBezTo>
                  <a:cubicBezTo>
                    <a:pt x="7568" y="2841"/>
                    <a:pt x="7599" y="2868"/>
                    <a:pt x="7607" y="2868"/>
                  </a:cubicBezTo>
                  <a:cubicBezTo>
                    <a:pt x="7610" y="2868"/>
                    <a:pt x="7608" y="2862"/>
                    <a:pt x="7598" y="2846"/>
                  </a:cubicBezTo>
                  <a:cubicBezTo>
                    <a:pt x="7598" y="2846"/>
                    <a:pt x="7603" y="2843"/>
                    <a:pt x="7611" y="2843"/>
                  </a:cubicBezTo>
                  <a:cubicBezTo>
                    <a:pt x="7623" y="2843"/>
                    <a:pt x="7640" y="2848"/>
                    <a:pt x="7663" y="2871"/>
                  </a:cubicBezTo>
                  <a:cubicBezTo>
                    <a:pt x="7687" y="2854"/>
                    <a:pt x="7703" y="2846"/>
                    <a:pt x="7671" y="2798"/>
                  </a:cubicBezTo>
                  <a:cubicBezTo>
                    <a:pt x="7638" y="2749"/>
                    <a:pt x="7646" y="2741"/>
                    <a:pt x="7663" y="2733"/>
                  </a:cubicBezTo>
                  <a:cubicBezTo>
                    <a:pt x="7671" y="2725"/>
                    <a:pt x="7679" y="2717"/>
                    <a:pt x="7646" y="2676"/>
                  </a:cubicBezTo>
                  <a:cubicBezTo>
                    <a:pt x="7614" y="2627"/>
                    <a:pt x="7598" y="2571"/>
                    <a:pt x="7622" y="2554"/>
                  </a:cubicBezTo>
                  <a:cubicBezTo>
                    <a:pt x="7615" y="2529"/>
                    <a:pt x="7611" y="2514"/>
                    <a:pt x="7616" y="2514"/>
                  </a:cubicBezTo>
                  <a:cubicBezTo>
                    <a:pt x="7623" y="2514"/>
                    <a:pt x="7643" y="2535"/>
                    <a:pt x="7687" y="2579"/>
                  </a:cubicBezTo>
                  <a:cubicBezTo>
                    <a:pt x="7707" y="2609"/>
                    <a:pt x="7721" y="2617"/>
                    <a:pt x="7731" y="2617"/>
                  </a:cubicBezTo>
                  <a:cubicBezTo>
                    <a:pt x="7736" y="2617"/>
                    <a:pt x="7741" y="2614"/>
                    <a:pt x="7744" y="2611"/>
                  </a:cubicBezTo>
                  <a:cubicBezTo>
                    <a:pt x="7744" y="2611"/>
                    <a:pt x="7745" y="2610"/>
                    <a:pt x="7748" y="2610"/>
                  </a:cubicBezTo>
                  <a:cubicBezTo>
                    <a:pt x="7755" y="2610"/>
                    <a:pt x="7771" y="2615"/>
                    <a:pt x="7800" y="2644"/>
                  </a:cubicBezTo>
                  <a:cubicBezTo>
                    <a:pt x="7813" y="2652"/>
                    <a:pt x="7820" y="2655"/>
                    <a:pt x="7823" y="2655"/>
                  </a:cubicBezTo>
                  <a:cubicBezTo>
                    <a:pt x="7832" y="2655"/>
                    <a:pt x="7806" y="2623"/>
                    <a:pt x="7776" y="2587"/>
                  </a:cubicBezTo>
                  <a:lnTo>
                    <a:pt x="7711" y="2490"/>
                  </a:lnTo>
                  <a:cubicBezTo>
                    <a:pt x="7712" y="2489"/>
                    <a:pt x="7713" y="2489"/>
                    <a:pt x="7714" y="2489"/>
                  </a:cubicBezTo>
                  <a:cubicBezTo>
                    <a:pt x="7734" y="2489"/>
                    <a:pt x="7802" y="2573"/>
                    <a:pt x="7841" y="2619"/>
                  </a:cubicBezTo>
                  <a:cubicBezTo>
                    <a:pt x="7877" y="2659"/>
                    <a:pt x="7895" y="2679"/>
                    <a:pt x="7897" y="2679"/>
                  </a:cubicBezTo>
                  <a:cubicBezTo>
                    <a:pt x="7898" y="2679"/>
                    <a:pt x="7882" y="2657"/>
                    <a:pt x="7849" y="2611"/>
                  </a:cubicBezTo>
                  <a:cubicBezTo>
                    <a:pt x="7823" y="2572"/>
                    <a:pt x="7803" y="2529"/>
                    <a:pt x="7824" y="2529"/>
                  </a:cubicBezTo>
                  <a:cubicBezTo>
                    <a:pt x="7829" y="2529"/>
                    <a:pt x="7837" y="2532"/>
                    <a:pt x="7849" y="2538"/>
                  </a:cubicBezTo>
                  <a:cubicBezTo>
                    <a:pt x="7861" y="2530"/>
                    <a:pt x="7873" y="2522"/>
                    <a:pt x="7887" y="2522"/>
                  </a:cubicBezTo>
                  <a:cubicBezTo>
                    <a:pt x="7900" y="2522"/>
                    <a:pt x="7914" y="2530"/>
                    <a:pt x="7930" y="2554"/>
                  </a:cubicBezTo>
                  <a:cubicBezTo>
                    <a:pt x="7942" y="2562"/>
                    <a:pt x="7950" y="2566"/>
                    <a:pt x="7954" y="2566"/>
                  </a:cubicBezTo>
                  <a:cubicBezTo>
                    <a:pt x="7968" y="2566"/>
                    <a:pt x="7954" y="2538"/>
                    <a:pt x="7954" y="2538"/>
                  </a:cubicBezTo>
                  <a:cubicBezTo>
                    <a:pt x="7944" y="2501"/>
                    <a:pt x="7944" y="2485"/>
                    <a:pt x="7963" y="2485"/>
                  </a:cubicBezTo>
                  <a:cubicBezTo>
                    <a:pt x="7973" y="2485"/>
                    <a:pt x="7989" y="2489"/>
                    <a:pt x="8011" y="2498"/>
                  </a:cubicBezTo>
                  <a:cubicBezTo>
                    <a:pt x="8066" y="2518"/>
                    <a:pt x="8098" y="2530"/>
                    <a:pt x="8111" y="2530"/>
                  </a:cubicBezTo>
                  <a:cubicBezTo>
                    <a:pt x="8129" y="2530"/>
                    <a:pt x="8113" y="2508"/>
                    <a:pt x="8076" y="2457"/>
                  </a:cubicBezTo>
                  <a:cubicBezTo>
                    <a:pt x="8057" y="2428"/>
                    <a:pt x="8038" y="2399"/>
                    <a:pt x="8040" y="2399"/>
                  </a:cubicBezTo>
                  <a:lnTo>
                    <a:pt x="8040" y="2399"/>
                  </a:lnTo>
                  <a:cubicBezTo>
                    <a:pt x="8042" y="2399"/>
                    <a:pt x="8055" y="2413"/>
                    <a:pt x="8084" y="2449"/>
                  </a:cubicBezTo>
                  <a:cubicBezTo>
                    <a:pt x="8095" y="2456"/>
                    <a:pt x="8102" y="2459"/>
                    <a:pt x="8107" y="2459"/>
                  </a:cubicBezTo>
                  <a:cubicBezTo>
                    <a:pt x="8123" y="2459"/>
                    <a:pt x="8107" y="2419"/>
                    <a:pt x="8100" y="2368"/>
                  </a:cubicBezTo>
                  <a:cubicBezTo>
                    <a:pt x="8068" y="2303"/>
                    <a:pt x="8027" y="2238"/>
                    <a:pt x="7979" y="2173"/>
                  </a:cubicBezTo>
                  <a:cubicBezTo>
                    <a:pt x="7938" y="2118"/>
                    <a:pt x="7923" y="2097"/>
                    <a:pt x="7931" y="2097"/>
                  </a:cubicBezTo>
                  <a:cubicBezTo>
                    <a:pt x="7936" y="2097"/>
                    <a:pt x="7949" y="2104"/>
                    <a:pt x="7971" y="2117"/>
                  </a:cubicBezTo>
                  <a:cubicBezTo>
                    <a:pt x="7972" y="2116"/>
                    <a:pt x="7974" y="2115"/>
                    <a:pt x="7976" y="2115"/>
                  </a:cubicBezTo>
                  <a:cubicBezTo>
                    <a:pt x="7995" y="2115"/>
                    <a:pt x="8031" y="2146"/>
                    <a:pt x="8060" y="2190"/>
                  </a:cubicBezTo>
                  <a:cubicBezTo>
                    <a:pt x="8092" y="2238"/>
                    <a:pt x="8084" y="2246"/>
                    <a:pt x="8084" y="2246"/>
                  </a:cubicBezTo>
                  <a:lnTo>
                    <a:pt x="8068" y="2254"/>
                  </a:lnTo>
                  <a:cubicBezTo>
                    <a:pt x="8096" y="2289"/>
                    <a:pt x="8124" y="2331"/>
                    <a:pt x="8147" y="2331"/>
                  </a:cubicBezTo>
                  <a:cubicBezTo>
                    <a:pt x="8150" y="2331"/>
                    <a:pt x="8154" y="2330"/>
                    <a:pt x="8157" y="2327"/>
                  </a:cubicBezTo>
                  <a:cubicBezTo>
                    <a:pt x="8178" y="2345"/>
                    <a:pt x="8192" y="2353"/>
                    <a:pt x="8197" y="2353"/>
                  </a:cubicBezTo>
                  <a:cubicBezTo>
                    <a:pt x="8205" y="2353"/>
                    <a:pt x="8200" y="2339"/>
                    <a:pt x="8181" y="2311"/>
                  </a:cubicBezTo>
                  <a:lnTo>
                    <a:pt x="8181" y="2311"/>
                  </a:lnTo>
                  <a:cubicBezTo>
                    <a:pt x="8194" y="2329"/>
                    <a:pt x="8212" y="2337"/>
                    <a:pt x="8231" y="2337"/>
                  </a:cubicBezTo>
                  <a:cubicBezTo>
                    <a:pt x="8247" y="2337"/>
                    <a:pt x="8264" y="2331"/>
                    <a:pt x="8279" y="2319"/>
                  </a:cubicBezTo>
                  <a:cubicBezTo>
                    <a:pt x="8291" y="2303"/>
                    <a:pt x="8309" y="2295"/>
                    <a:pt x="8328" y="2295"/>
                  </a:cubicBezTo>
                  <a:cubicBezTo>
                    <a:pt x="8348" y="2295"/>
                    <a:pt x="8368" y="2303"/>
                    <a:pt x="8384" y="2319"/>
                  </a:cubicBezTo>
                  <a:cubicBezTo>
                    <a:pt x="8408" y="2303"/>
                    <a:pt x="8417" y="2295"/>
                    <a:pt x="8384" y="2246"/>
                  </a:cubicBezTo>
                  <a:cubicBezTo>
                    <a:pt x="8343" y="2190"/>
                    <a:pt x="8331" y="2166"/>
                    <a:pt x="8336" y="2166"/>
                  </a:cubicBezTo>
                  <a:lnTo>
                    <a:pt x="8336" y="2166"/>
                  </a:lnTo>
                  <a:cubicBezTo>
                    <a:pt x="8339" y="2166"/>
                    <a:pt x="8348" y="2174"/>
                    <a:pt x="8360" y="2190"/>
                  </a:cubicBezTo>
                  <a:cubicBezTo>
                    <a:pt x="8388" y="2220"/>
                    <a:pt x="8428" y="2234"/>
                    <a:pt x="8467" y="2234"/>
                  </a:cubicBezTo>
                  <a:cubicBezTo>
                    <a:pt x="8541" y="2234"/>
                    <a:pt x="8608" y="2186"/>
                    <a:pt x="8571" y="2117"/>
                  </a:cubicBezTo>
                  <a:lnTo>
                    <a:pt x="8595" y="2100"/>
                  </a:lnTo>
                  <a:cubicBezTo>
                    <a:pt x="8608" y="2108"/>
                    <a:pt x="8621" y="2111"/>
                    <a:pt x="8634" y="2111"/>
                  </a:cubicBezTo>
                  <a:cubicBezTo>
                    <a:pt x="8680" y="2111"/>
                    <a:pt x="8721" y="2072"/>
                    <a:pt x="8708" y="2027"/>
                  </a:cubicBezTo>
                  <a:lnTo>
                    <a:pt x="8741" y="2003"/>
                  </a:lnTo>
                  <a:cubicBezTo>
                    <a:pt x="8763" y="2016"/>
                    <a:pt x="8777" y="2022"/>
                    <a:pt x="8786" y="2022"/>
                  </a:cubicBezTo>
                  <a:cubicBezTo>
                    <a:pt x="8800" y="2022"/>
                    <a:pt x="8800" y="2006"/>
                    <a:pt x="8790" y="1971"/>
                  </a:cubicBezTo>
                  <a:cubicBezTo>
                    <a:pt x="8772" y="1936"/>
                    <a:pt x="8751" y="1902"/>
                    <a:pt x="8752" y="1902"/>
                  </a:cubicBezTo>
                  <a:lnTo>
                    <a:pt x="8752" y="1902"/>
                  </a:lnTo>
                  <a:cubicBezTo>
                    <a:pt x="8752" y="1902"/>
                    <a:pt x="8756" y="1908"/>
                    <a:pt x="8765" y="1922"/>
                  </a:cubicBezTo>
                  <a:cubicBezTo>
                    <a:pt x="8779" y="1939"/>
                    <a:pt x="8791" y="1946"/>
                    <a:pt x="8804" y="1946"/>
                  </a:cubicBezTo>
                  <a:cubicBezTo>
                    <a:pt x="8822" y="1946"/>
                    <a:pt x="8842" y="1933"/>
                    <a:pt x="8871" y="1914"/>
                  </a:cubicBezTo>
                  <a:cubicBezTo>
                    <a:pt x="8919" y="1881"/>
                    <a:pt x="8919" y="1881"/>
                    <a:pt x="8871" y="1849"/>
                  </a:cubicBezTo>
                  <a:cubicBezTo>
                    <a:pt x="8877" y="1818"/>
                    <a:pt x="8886" y="1806"/>
                    <a:pt x="8896" y="1806"/>
                  </a:cubicBezTo>
                  <a:cubicBezTo>
                    <a:pt x="8912" y="1806"/>
                    <a:pt x="8932" y="1835"/>
                    <a:pt x="8952" y="1865"/>
                  </a:cubicBezTo>
                  <a:cubicBezTo>
                    <a:pt x="8975" y="1906"/>
                    <a:pt x="8993" y="1927"/>
                    <a:pt x="9000" y="1927"/>
                  </a:cubicBezTo>
                  <a:cubicBezTo>
                    <a:pt x="9009" y="1927"/>
                    <a:pt x="8996" y="1886"/>
                    <a:pt x="8944" y="1800"/>
                  </a:cubicBezTo>
                  <a:cubicBezTo>
                    <a:pt x="8912" y="1732"/>
                    <a:pt x="8908" y="1701"/>
                    <a:pt x="8920" y="1701"/>
                  </a:cubicBezTo>
                  <a:cubicBezTo>
                    <a:pt x="8926" y="1701"/>
                    <a:pt x="8937" y="1710"/>
                    <a:pt x="8952" y="1727"/>
                  </a:cubicBezTo>
                  <a:cubicBezTo>
                    <a:pt x="8984" y="1776"/>
                    <a:pt x="8968" y="1784"/>
                    <a:pt x="8960" y="1792"/>
                  </a:cubicBezTo>
                  <a:lnTo>
                    <a:pt x="9025" y="1881"/>
                  </a:lnTo>
                  <a:cubicBezTo>
                    <a:pt x="9033" y="1873"/>
                    <a:pt x="9033" y="1873"/>
                    <a:pt x="9017" y="1825"/>
                  </a:cubicBezTo>
                  <a:cubicBezTo>
                    <a:pt x="9017" y="1825"/>
                    <a:pt x="9025" y="1817"/>
                    <a:pt x="9008" y="1760"/>
                  </a:cubicBezTo>
                  <a:cubicBezTo>
                    <a:pt x="8984" y="1703"/>
                    <a:pt x="8952" y="1654"/>
                    <a:pt x="8903" y="1622"/>
                  </a:cubicBezTo>
                  <a:cubicBezTo>
                    <a:pt x="8863" y="1581"/>
                    <a:pt x="8871" y="1573"/>
                    <a:pt x="8887" y="1565"/>
                  </a:cubicBezTo>
                  <a:lnTo>
                    <a:pt x="8887" y="1565"/>
                  </a:lnTo>
                  <a:cubicBezTo>
                    <a:pt x="8935" y="1598"/>
                    <a:pt x="8976" y="1638"/>
                    <a:pt x="8992" y="1695"/>
                  </a:cubicBezTo>
                  <a:cubicBezTo>
                    <a:pt x="8984" y="1703"/>
                    <a:pt x="9017" y="1752"/>
                    <a:pt x="9049" y="1800"/>
                  </a:cubicBezTo>
                  <a:cubicBezTo>
                    <a:pt x="9053" y="1806"/>
                    <a:pt x="9057" y="1808"/>
                    <a:pt x="9060" y="1808"/>
                  </a:cubicBezTo>
                  <a:cubicBezTo>
                    <a:pt x="9079" y="1808"/>
                    <a:pt x="9067" y="1699"/>
                    <a:pt x="9025" y="1614"/>
                  </a:cubicBezTo>
                  <a:lnTo>
                    <a:pt x="9025" y="1614"/>
                  </a:lnTo>
                  <a:lnTo>
                    <a:pt x="9057" y="1654"/>
                  </a:lnTo>
                  <a:cubicBezTo>
                    <a:pt x="9073" y="1679"/>
                    <a:pt x="9088" y="1687"/>
                    <a:pt x="9101" y="1687"/>
                  </a:cubicBezTo>
                  <a:cubicBezTo>
                    <a:pt x="9114" y="1687"/>
                    <a:pt x="9126" y="1679"/>
                    <a:pt x="9138" y="1671"/>
                  </a:cubicBezTo>
                  <a:cubicBezTo>
                    <a:pt x="9163" y="1654"/>
                    <a:pt x="9171" y="1646"/>
                    <a:pt x="9138" y="1598"/>
                  </a:cubicBezTo>
                  <a:cubicBezTo>
                    <a:pt x="9106" y="1557"/>
                    <a:pt x="9073" y="1508"/>
                    <a:pt x="9081" y="1500"/>
                  </a:cubicBezTo>
                  <a:lnTo>
                    <a:pt x="9081" y="1500"/>
                  </a:lnTo>
                  <a:cubicBezTo>
                    <a:pt x="9081" y="1501"/>
                    <a:pt x="9080" y="1501"/>
                    <a:pt x="9079" y="1501"/>
                  </a:cubicBezTo>
                  <a:cubicBezTo>
                    <a:pt x="9068" y="1501"/>
                    <a:pt x="9038" y="1457"/>
                    <a:pt x="9008" y="1419"/>
                  </a:cubicBezTo>
                  <a:lnTo>
                    <a:pt x="9008" y="1419"/>
                  </a:lnTo>
                  <a:cubicBezTo>
                    <a:pt x="9041" y="1436"/>
                    <a:pt x="9073" y="1460"/>
                    <a:pt x="9106" y="1484"/>
                  </a:cubicBezTo>
                  <a:cubicBezTo>
                    <a:pt x="9171" y="1538"/>
                    <a:pt x="9220" y="1570"/>
                    <a:pt x="9260" y="1570"/>
                  </a:cubicBezTo>
                  <a:cubicBezTo>
                    <a:pt x="9274" y="1570"/>
                    <a:pt x="9288" y="1566"/>
                    <a:pt x="9300" y="1557"/>
                  </a:cubicBezTo>
                  <a:cubicBezTo>
                    <a:pt x="9317" y="1545"/>
                    <a:pt x="9335" y="1539"/>
                    <a:pt x="9353" y="1539"/>
                  </a:cubicBezTo>
                  <a:cubicBezTo>
                    <a:pt x="9371" y="1539"/>
                    <a:pt x="9390" y="1545"/>
                    <a:pt x="9406" y="1557"/>
                  </a:cubicBezTo>
                  <a:cubicBezTo>
                    <a:pt x="9430" y="1541"/>
                    <a:pt x="9446" y="1533"/>
                    <a:pt x="9406" y="1484"/>
                  </a:cubicBezTo>
                  <a:lnTo>
                    <a:pt x="9430" y="1468"/>
                  </a:lnTo>
                  <a:cubicBezTo>
                    <a:pt x="9449" y="1484"/>
                    <a:pt x="9464" y="1491"/>
                    <a:pt x="9474" y="1491"/>
                  </a:cubicBezTo>
                  <a:cubicBezTo>
                    <a:pt x="9489" y="1491"/>
                    <a:pt x="9490" y="1473"/>
                    <a:pt x="9471" y="1444"/>
                  </a:cubicBezTo>
                  <a:cubicBezTo>
                    <a:pt x="9460" y="1421"/>
                    <a:pt x="9464" y="1416"/>
                    <a:pt x="9472" y="1416"/>
                  </a:cubicBezTo>
                  <a:cubicBezTo>
                    <a:pt x="9480" y="1416"/>
                    <a:pt x="9492" y="1421"/>
                    <a:pt x="9498" y="1421"/>
                  </a:cubicBezTo>
                  <a:cubicBezTo>
                    <a:pt x="9500" y="1421"/>
                    <a:pt x="9502" y="1420"/>
                    <a:pt x="9503" y="1419"/>
                  </a:cubicBezTo>
                  <a:cubicBezTo>
                    <a:pt x="9542" y="1455"/>
                    <a:pt x="9564" y="1475"/>
                    <a:pt x="9568" y="1475"/>
                  </a:cubicBezTo>
                  <a:cubicBezTo>
                    <a:pt x="9572" y="1475"/>
                    <a:pt x="9546" y="1443"/>
                    <a:pt x="9487" y="1371"/>
                  </a:cubicBezTo>
                  <a:cubicBezTo>
                    <a:pt x="9458" y="1327"/>
                    <a:pt x="9409" y="1296"/>
                    <a:pt x="9388" y="1296"/>
                  </a:cubicBezTo>
                  <a:cubicBezTo>
                    <a:pt x="9385" y="1296"/>
                    <a:pt x="9383" y="1297"/>
                    <a:pt x="9381" y="1298"/>
                  </a:cubicBezTo>
                  <a:lnTo>
                    <a:pt x="9349" y="1322"/>
                  </a:lnTo>
                  <a:lnTo>
                    <a:pt x="9349" y="1257"/>
                  </a:lnTo>
                  <a:cubicBezTo>
                    <a:pt x="9357" y="1249"/>
                    <a:pt x="9349" y="1184"/>
                    <a:pt x="9317" y="1136"/>
                  </a:cubicBezTo>
                  <a:cubicBezTo>
                    <a:pt x="9317" y="1136"/>
                    <a:pt x="9284" y="1095"/>
                    <a:pt x="9300" y="1087"/>
                  </a:cubicBezTo>
                  <a:lnTo>
                    <a:pt x="9300" y="1087"/>
                  </a:lnTo>
                  <a:lnTo>
                    <a:pt x="9365" y="1176"/>
                  </a:lnTo>
                  <a:cubicBezTo>
                    <a:pt x="9390" y="1225"/>
                    <a:pt x="9414" y="1273"/>
                    <a:pt x="9454" y="1322"/>
                  </a:cubicBezTo>
                  <a:cubicBezTo>
                    <a:pt x="9495" y="1367"/>
                    <a:pt x="9536" y="1395"/>
                    <a:pt x="9553" y="1395"/>
                  </a:cubicBezTo>
                  <a:cubicBezTo>
                    <a:pt x="9566" y="1395"/>
                    <a:pt x="9564" y="1378"/>
                    <a:pt x="9535" y="1338"/>
                  </a:cubicBezTo>
                  <a:cubicBezTo>
                    <a:pt x="9538" y="1336"/>
                    <a:pt x="9540" y="1334"/>
                    <a:pt x="9543" y="1334"/>
                  </a:cubicBezTo>
                  <a:cubicBezTo>
                    <a:pt x="9549" y="1334"/>
                    <a:pt x="9560" y="1341"/>
                    <a:pt x="9592" y="1363"/>
                  </a:cubicBezTo>
                  <a:cubicBezTo>
                    <a:pt x="9605" y="1381"/>
                    <a:pt x="9614" y="1392"/>
                    <a:pt x="9617" y="1392"/>
                  </a:cubicBezTo>
                  <a:cubicBezTo>
                    <a:pt x="9621" y="1392"/>
                    <a:pt x="9611" y="1366"/>
                    <a:pt x="9576" y="1306"/>
                  </a:cubicBezTo>
                  <a:cubicBezTo>
                    <a:pt x="9550" y="1249"/>
                    <a:pt x="9540" y="1220"/>
                    <a:pt x="9549" y="1220"/>
                  </a:cubicBezTo>
                  <a:cubicBezTo>
                    <a:pt x="9558" y="1220"/>
                    <a:pt x="9579" y="1241"/>
                    <a:pt x="9617" y="1281"/>
                  </a:cubicBezTo>
                  <a:cubicBezTo>
                    <a:pt x="9655" y="1313"/>
                    <a:pt x="9686" y="1325"/>
                    <a:pt x="9706" y="1325"/>
                  </a:cubicBezTo>
                  <a:cubicBezTo>
                    <a:pt x="9733" y="1325"/>
                    <a:pt x="9740" y="1304"/>
                    <a:pt x="9722" y="1281"/>
                  </a:cubicBezTo>
                  <a:cubicBezTo>
                    <a:pt x="9677" y="1214"/>
                    <a:pt x="9679" y="1182"/>
                    <a:pt x="9698" y="1182"/>
                  </a:cubicBezTo>
                  <a:cubicBezTo>
                    <a:pt x="9706" y="1182"/>
                    <a:pt x="9718" y="1188"/>
                    <a:pt x="9730" y="1200"/>
                  </a:cubicBezTo>
                  <a:cubicBezTo>
                    <a:pt x="9750" y="1217"/>
                    <a:pt x="9764" y="1226"/>
                    <a:pt x="9771" y="1226"/>
                  </a:cubicBezTo>
                  <a:cubicBezTo>
                    <a:pt x="9781" y="1226"/>
                    <a:pt x="9780" y="1209"/>
                    <a:pt x="9771" y="1176"/>
                  </a:cubicBezTo>
                  <a:lnTo>
                    <a:pt x="9771" y="1176"/>
                  </a:lnTo>
                  <a:cubicBezTo>
                    <a:pt x="9792" y="1208"/>
                    <a:pt x="9816" y="1233"/>
                    <a:pt x="9826" y="1233"/>
                  </a:cubicBezTo>
                  <a:cubicBezTo>
                    <a:pt x="9832" y="1233"/>
                    <a:pt x="9833" y="1225"/>
                    <a:pt x="9827" y="1208"/>
                  </a:cubicBezTo>
                  <a:cubicBezTo>
                    <a:pt x="9827" y="1208"/>
                    <a:pt x="9835" y="1200"/>
                    <a:pt x="9795" y="1160"/>
                  </a:cubicBezTo>
                  <a:cubicBezTo>
                    <a:pt x="9795" y="1160"/>
                    <a:pt x="9771" y="1103"/>
                    <a:pt x="9754" y="1054"/>
                  </a:cubicBezTo>
                  <a:cubicBezTo>
                    <a:pt x="9753" y="1055"/>
                    <a:pt x="9752" y="1055"/>
                    <a:pt x="9751" y="1055"/>
                  </a:cubicBezTo>
                  <a:cubicBezTo>
                    <a:pt x="9733" y="1055"/>
                    <a:pt x="9703" y="1010"/>
                    <a:pt x="9673" y="965"/>
                  </a:cubicBezTo>
                  <a:cubicBezTo>
                    <a:pt x="9662" y="951"/>
                    <a:pt x="9664" y="943"/>
                    <a:pt x="9677" y="943"/>
                  </a:cubicBezTo>
                  <a:cubicBezTo>
                    <a:pt x="9701" y="943"/>
                    <a:pt x="9763" y="974"/>
                    <a:pt x="9844" y="1054"/>
                  </a:cubicBezTo>
                  <a:lnTo>
                    <a:pt x="9933" y="1136"/>
                  </a:lnTo>
                  <a:lnTo>
                    <a:pt x="9868" y="1038"/>
                  </a:lnTo>
                  <a:cubicBezTo>
                    <a:pt x="9871" y="1035"/>
                    <a:pt x="9875" y="1032"/>
                    <a:pt x="9881" y="1032"/>
                  </a:cubicBezTo>
                  <a:cubicBezTo>
                    <a:pt x="9891" y="1032"/>
                    <a:pt x="9904" y="1040"/>
                    <a:pt x="9925" y="1071"/>
                  </a:cubicBezTo>
                  <a:cubicBezTo>
                    <a:pt x="9948" y="1105"/>
                    <a:pt x="9954" y="1115"/>
                    <a:pt x="9959" y="1115"/>
                  </a:cubicBezTo>
                  <a:cubicBezTo>
                    <a:pt x="9961" y="1115"/>
                    <a:pt x="9963" y="1114"/>
                    <a:pt x="9965" y="1111"/>
                  </a:cubicBezTo>
                  <a:cubicBezTo>
                    <a:pt x="9965" y="1111"/>
                    <a:pt x="9981" y="1103"/>
                    <a:pt x="9949" y="1054"/>
                  </a:cubicBezTo>
                  <a:cubicBezTo>
                    <a:pt x="9910" y="1001"/>
                    <a:pt x="9895" y="980"/>
                    <a:pt x="9897" y="980"/>
                  </a:cubicBezTo>
                  <a:lnTo>
                    <a:pt x="9897" y="980"/>
                  </a:lnTo>
                  <a:cubicBezTo>
                    <a:pt x="9899" y="980"/>
                    <a:pt x="9908" y="989"/>
                    <a:pt x="9925" y="1006"/>
                  </a:cubicBezTo>
                  <a:cubicBezTo>
                    <a:pt x="9961" y="1043"/>
                    <a:pt x="9983" y="1061"/>
                    <a:pt x="9991" y="1061"/>
                  </a:cubicBezTo>
                  <a:cubicBezTo>
                    <a:pt x="10001" y="1061"/>
                    <a:pt x="9992" y="1035"/>
                    <a:pt x="9965" y="981"/>
                  </a:cubicBezTo>
                  <a:cubicBezTo>
                    <a:pt x="9932" y="932"/>
                    <a:pt x="9916" y="907"/>
                    <a:pt x="9918" y="907"/>
                  </a:cubicBezTo>
                  <a:lnTo>
                    <a:pt x="9918" y="907"/>
                  </a:lnTo>
                  <a:cubicBezTo>
                    <a:pt x="9919" y="907"/>
                    <a:pt x="9938" y="930"/>
                    <a:pt x="9973" y="973"/>
                  </a:cubicBezTo>
                  <a:cubicBezTo>
                    <a:pt x="10003" y="1010"/>
                    <a:pt x="10046" y="1047"/>
                    <a:pt x="10059" y="1047"/>
                  </a:cubicBezTo>
                  <a:cubicBezTo>
                    <a:pt x="10061" y="1047"/>
                    <a:pt x="10062" y="1047"/>
                    <a:pt x="10062" y="1046"/>
                  </a:cubicBezTo>
                  <a:lnTo>
                    <a:pt x="10030" y="998"/>
                  </a:lnTo>
                  <a:cubicBezTo>
                    <a:pt x="9989" y="942"/>
                    <a:pt x="9977" y="918"/>
                    <a:pt x="9986" y="918"/>
                  </a:cubicBezTo>
                  <a:cubicBezTo>
                    <a:pt x="9991" y="918"/>
                    <a:pt x="10004" y="926"/>
                    <a:pt x="10022" y="941"/>
                  </a:cubicBezTo>
                  <a:cubicBezTo>
                    <a:pt x="10035" y="958"/>
                    <a:pt x="10046" y="966"/>
                    <a:pt x="10053" y="966"/>
                  </a:cubicBezTo>
                  <a:cubicBezTo>
                    <a:pt x="10062" y="966"/>
                    <a:pt x="10064" y="950"/>
                    <a:pt x="10054" y="917"/>
                  </a:cubicBezTo>
                  <a:cubicBezTo>
                    <a:pt x="10066" y="909"/>
                    <a:pt x="10075" y="903"/>
                    <a:pt x="10085" y="903"/>
                  </a:cubicBezTo>
                  <a:cubicBezTo>
                    <a:pt x="10097" y="903"/>
                    <a:pt x="10110" y="911"/>
                    <a:pt x="10127" y="933"/>
                  </a:cubicBezTo>
                  <a:cubicBezTo>
                    <a:pt x="10159" y="981"/>
                    <a:pt x="10175" y="1005"/>
                    <a:pt x="10177" y="1005"/>
                  </a:cubicBezTo>
                  <a:cubicBezTo>
                    <a:pt x="10179" y="1005"/>
                    <a:pt x="10164" y="978"/>
                    <a:pt x="10135" y="925"/>
                  </a:cubicBezTo>
                  <a:cubicBezTo>
                    <a:pt x="10126" y="896"/>
                    <a:pt x="10122" y="884"/>
                    <a:pt x="10132" y="884"/>
                  </a:cubicBezTo>
                  <a:cubicBezTo>
                    <a:pt x="10139" y="884"/>
                    <a:pt x="10152" y="890"/>
                    <a:pt x="10176" y="900"/>
                  </a:cubicBezTo>
                  <a:cubicBezTo>
                    <a:pt x="10195" y="919"/>
                    <a:pt x="10205" y="929"/>
                    <a:pt x="10209" y="929"/>
                  </a:cubicBezTo>
                  <a:cubicBezTo>
                    <a:pt x="10213" y="929"/>
                    <a:pt x="10209" y="915"/>
                    <a:pt x="10200" y="884"/>
                  </a:cubicBezTo>
                  <a:cubicBezTo>
                    <a:pt x="10140" y="801"/>
                    <a:pt x="10101" y="754"/>
                    <a:pt x="10089" y="754"/>
                  </a:cubicBezTo>
                  <a:cubicBezTo>
                    <a:pt x="10088" y="754"/>
                    <a:pt x="10087" y="754"/>
                    <a:pt x="10087" y="754"/>
                  </a:cubicBezTo>
                  <a:cubicBezTo>
                    <a:pt x="10082" y="757"/>
                    <a:pt x="10078" y="759"/>
                    <a:pt x="10075" y="759"/>
                  </a:cubicBezTo>
                  <a:cubicBezTo>
                    <a:pt x="10067" y="759"/>
                    <a:pt x="10061" y="750"/>
                    <a:pt x="10038" y="722"/>
                  </a:cubicBezTo>
                  <a:lnTo>
                    <a:pt x="10062" y="706"/>
                  </a:lnTo>
                  <a:cubicBezTo>
                    <a:pt x="10079" y="698"/>
                    <a:pt x="10087" y="690"/>
                    <a:pt x="10079" y="625"/>
                  </a:cubicBezTo>
                  <a:cubicBezTo>
                    <a:pt x="10073" y="576"/>
                    <a:pt x="10034" y="513"/>
                    <a:pt x="10019" y="513"/>
                  </a:cubicBezTo>
                  <a:cubicBezTo>
                    <a:pt x="10014" y="513"/>
                    <a:pt x="10012" y="520"/>
                    <a:pt x="10014" y="536"/>
                  </a:cubicBezTo>
                  <a:lnTo>
                    <a:pt x="9973" y="495"/>
                  </a:lnTo>
                  <a:cubicBezTo>
                    <a:pt x="9924" y="430"/>
                    <a:pt x="9892" y="399"/>
                    <a:pt x="9883" y="399"/>
                  </a:cubicBezTo>
                  <a:cubicBezTo>
                    <a:pt x="9874" y="399"/>
                    <a:pt x="9893" y="438"/>
                    <a:pt x="9949" y="511"/>
                  </a:cubicBezTo>
                  <a:cubicBezTo>
                    <a:pt x="10004" y="589"/>
                    <a:pt x="10028" y="623"/>
                    <a:pt x="10024" y="623"/>
                  </a:cubicBezTo>
                  <a:cubicBezTo>
                    <a:pt x="10020" y="623"/>
                    <a:pt x="10000" y="603"/>
                    <a:pt x="9965" y="568"/>
                  </a:cubicBezTo>
                  <a:cubicBezTo>
                    <a:pt x="9918" y="498"/>
                    <a:pt x="9901" y="482"/>
                    <a:pt x="9889" y="482"/>
                  </a:cubicBezTo>
                  <a:cubicBezTo>
                    <a:pt x="9884" y="482"/>
                    <a:pt x="9880" y="485"/>
                    <a:pt x="9876" y="487"/>
                  </a:cubicBezTo>
                  <a:cubicBezTo>
                    <a:pt x="9874" y="489"/>
                    <a:pt x="9872" y="491"/>
                    <a:pt x="9870" y="491"/>
                  </a:cubicBezTo>
                  <a:cubicBezTo>
                    <a:pt x="9865" y="491"/>
                    <a:pt x="9858" y="481"/>
                    <a:pt x="9835" y="446"/>
                  </a:cubicBezTo>
                  <a:cubicBezTo>
                    <a:pt x="9806" y="409"/>
                    <a:pt x="9763" y="372"/>
                    <a:pt x="9749" y="372"/>
                  </a:cubicBezTo>
                  <a:cubicBezTo>
                    <a:pt x="9748" y="372"/>
                    <a:pt x="9747" y="373"/>
                    <a:pt x="9746" y="373"/>
                  </a:cubicBezTo>
                  <a:cubicBezTo>
                    <a:pt x="9730" y="382"/>
                    <a:pt x="9730" y="382"/>
                    <a:pt x="9762" y="430"/>
                  </a:cubicBezTo>
                  <a:cubicBezTo>
                    <a:pt x="9785" y="445"/>
                    <a:pt x="9792" y="457"/>
                    <a:pt x="9785" y="457"/>
                  </a:cubicBezTo>
                  <a:cubicBezTo>
                    <a:pt x="9776" y="457"/>
                    <a:pt x="9749" y="441"/>
                    <a:pt x="9706" y="398"/>
                  </a:cubicBezTo>
                  <a:cubicBezTo>
                    <a:pt x="9690" y="382"/>
                    <a:pt x="9680" y="372"/>
                    <a:pt x="9678" y="3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2"/>
            <p:cNvSpPr/>
            <p:nvPr/>
          </p:nvSpPr>
          <p:spPr>
            <a:xfrm>
              <a:off x="6935529" y="2271463"/>
              <a:ext cx="196283" cy="137366"/>
            </a:xfrm>
            <a:custGeom>
              <a:avLst/>
              <a:gdLst/>
              <a:ahLst/>
              <a:cxnLst/>
              <a:rect l="l" t="t" r="r" b="b"/>
              <a:pathLst>
                <a:path w="11387" h="7969" extrusionOk="0">
                  <a:moveTo>
                    <a:pt x="10581" y="0"/>
                  </a:moveTo>
                  <a:cubicBezTo>
                    <a:pt x="10573" y="8"/>
                    <a:pt x="10598" y="57"/>
                    <a:pt x="10630" y="105"/>
                  </a:cubicBezTo>
                  <a:lnTo>
                    <a:pt x="10646" y="97"/>
                  </a:lnTo>
                  <a:cubicBezTo>
                    <a:pt x="10630" y="65"/>
                    <a:pt x="10614" y="33"/>
                    <a:pt x="10598" y="0"/>
                  </a:cubicBezTo>
                  <a:close/>
                  <a:moveTo>
                    <a:pt x="11019" y="738"/>
                  </a:moveTo>
                  <a:lnTo>
                    <a:pt x="11060" y="778"/>
                  </a:lnTo>
                  <a:cubicBezTo>
                    <a:pt x="11092" y="827"/>
                    <a:pt x="11076" y="835"/>
                    <a:pt x="11060" y="843"/>
                  </a:cubicBezTo>
                  <a:cubicBezTo>
                    <a:pt x="11057" y="846"/>
                    <a:pt x="11056" y="847"/>
                    <a:pt x="11054" y="847"/>
                  </a:cubicBezTo>
                  <a:cubicBezTo>
                    <a:pt x="11049" y="847"/>
                    <a:pt x="11042" y="837"/>
                    <a:pt x="11019" y="803"/>
                  </a:cubicBezTo>
                  <a:cubicBezTo>
                    <a:pt x="11019" y="803"/>
                    <a:pt x="11003" y="746"/>
                    <a:pt x="11019" y="738"/>
                  </a:cubicBezTo>
                  <a:close/>
                  <a:moveTo>
                    <a:pt x="10787" y="745"/>
                  </a:moveTo>
                  <a:cubicBezTo>
                    <a:pt x="10800" y="745"/>
                    <a:pt x="10843" y="783"/>
                    <a:pt x="10865" y="827"/>
                  </a:cubicBezTo>
                  <a:cubicBezTo>
                    <a:pt x="10946" y="916"/>
                    <a:pt x="10946" y="916"/>
                    <a:pt x="10914" y="932"/>
                  </a:cubicBezTo>
                  <a:cubicBezTo>
                    <a:pt x="10911" y="936"/>
                    <a:pt x="10906" y="939"/>
                    <a:pt x="10901" y="939"/>
                  </a:cubicBezTo>
                  <a:cubicBezTo>
                    <a:pt x="10891" y="939"/>
                    <a:pt x="10877" y="930"/>
                    <a:pt x="10857" y="900"/>
                  </a:cubicBezTo>
                  <a:lnTo>
                    <a:pt x="10873" y="892"/>
                  </a:lnTo>
                  <a:cubicBezTo>
                    <a:pt x="10882" y="905"/>
                    <a:pt x="10887" y="911"/>
                    <a:pt x="10889" y="911"/>
                  </a:cubicBezTo>
                  <a:cubicBezTo>
                    <a:pt x="10894" y="911"/>
                    <a:pt x="10876" y="873"/>
                    <a:pt x="10841" y="843"/>
                  </a:cubicBezTo>
                  <a:cubicBezTo>
                    <a:pt x="10808" y="795"/>
                    <a:pt x="10784" y="746"/>
                    <a:pt x="10784" y="746"/>
                  </a:cubicBezTo>
                  <a:cubicBezTo>
                    <a:pt x="10785" y="745"/>
                    <a:pt x="10786" y="745"/>
                    <a:pt x="10787" y="745"/>
                  </a:cubicBezTo>
                  <a:close/>
                  <a:moveTo>
                    <a:pt x="10995" y="1143"/>
                  </a:moveTo>
                  <a:lnTo>
                    <a:pt x="10987" y="1151"/>
                  </a:lnTo>
                  <a:cubicBezTo>
                    <a:pt x="11004" y="1186"/>
                    <a:pt x="11009" y="1196"/>
                    <a:pt x="11016" y="1196"/>
                  </a:cubicBezTo>
                  <a:cubicBezTo>
                    <a:pt x="11019" y="1196"/>
                    <a:pt x="11023" y="1194"/>
                    <a:pt x="11027" y="1192"/>
                  </a:cubicBezTo>
                  <a:lnTo>
                    <a:pt x="11043" y="1184"/>
                  </a:lnTo>
                  <a:lnTo>
                    <a:pt x="10995" y="1143"/>
                  </a:lnTo>
                  <a:close/>
                  <a:moveTo>
                    <a:pt x="9881" y="1098"/>
                  </a:moveTo>
                  <a:cubicBezTo>
                    <a:pt x="9871" y="1098"/>
                    <a:pt x="9862" y="1104"/>
                    <a:pt x="9852" y="1111"/>
                  </a:cubicBezTo>
                  <a:cubicBezTo>
                    <a:pt x="9835" y="1119"/>
                    <a:pt x="9852" y="1168"/>
                    <a:pt x="9852" y="1168"/>
                  </a:cubicBezTo>
                  <a:cubicBezTo>
                    <a:pt x="9872" y="1198"/>
                    <a:pt x="9886" y="1206"/>
                    <a:pt x="9895" y="1206"/>
                  </a:cubicBezTo>
                  <a:cubicBezTo>
                    <a:pt x="9901" y="1206"/>
                    <a:pt x="9905" y="1203"/>
                    <a:pt x="9908" y="1200"/>
                  </a:cubicBezTo>
                  <a:cubicBezTo>
                    <a:pt x="9920" y="1207"/>
                    <a:pt x="9929" y="1210"/>
                    <a:pt x="9935" y="1210"/>
                  </a:cubicBezTo>
                  <a:cubicBezTo>
                    <a:pt x="9958" y="1210"/>
                    <a:pt x="9944" y="1167"/>
                    <a:pt x="9925" y="1135"/>
                  </a:cubicBezTo>
                  <a:cubicBezTo>
                    <a:pt x="9906" y="1108"/>
                    <a:pt x="9893" y="1098"/>
                    <a:pt x="9881" y="1098"/>
                  </a:cubicBezTo>
                  <a:close/>
                  <a:moveTo>
                    <a:pt x="10030" y="1127"/>
                  </a:moveTo>
                  <a:cubicBezTo>
                    <a:pt x="10062" y="1176"/>
                    <a:pt x="10071" y="1241"/>
                    <a:pt x="10054" y="1249"/>
                  </a:cubicBezTo>
                  <a:cubicBezTo>
                    <a:pt x="10053" y="1249"/>
                    <a:pt x="10052" y="1250"/>
                    <a:pt x="10050" y="1250"/>
                  </a:cubicBezTo>
                  <a:cubicBezTo>
                    <a:pt x="10034" y="1250"/>
                    <a:pt x="10006" y="1203"/>
                    <a:pt x="10006" y="1143"/>
                  </a:cubicBezTo>
                  <a:lnTo>
                    <a:pt x="10030" y="1127"/>
                  </a:lnTo>
                  <a:close/>
                  <a:moveTo>
                    <a:pt x="7449" y="1447"/>
                  </a:moveTo>
                  <a:cubicBezTo>
                    <a:pt x="7441" y="1447"/>
                    <a:pt x="7446" y="1475"/>
                    <a:pt x="7476" y="1541"/>
                  </a:cubicBezTo>
                  <a:cubicBezTo>
                    <a:pt x="7499" y="1575"/>
                    <a:pt x="7506" y="1585"/>
                    <a:pt x="7513" y="1585"/>
                  </a:cubicBezTo>
                  <a:cubicBezTo>
                    <a:pt x="7517" y="1585"/>
                    <a:pt x="7520" y="1583"/>
                    <a:pt x="7525" y="1581"/>
                  </a:cubicBezTo>
                  <a:cubicBezTo>
                    <a:pt x="7508" y="1549"/>
                    <a:pt x="7492" y="1508"/>
                    <a:pt x="7476" y="1476"/>
                  </a:cubicBezTo>
                  <a:cubicBezTo>
                    <a:pt x="7464" y="1457"/>
                    <a:pt x="7454" y="1447"/>
                    <a:pt x="7449" y="1447"/>
                  </a:cubicBezTo>
                  <a:close/>
                  <a:moveTo>
                    <a:pt x="9373" y="1597"/>
                  </a:moveTo>
                  <a:lnTo>
                    <a:pt x="9406" y="1711"/>
                  </a:lnTo>
                  <a:cubicBezTo>
                    <a:pt x="9442" y="1797"/>
                    <a:pt x="9458" y="1835"/>
                    <a:pt x="9454" y="1835"/>
                  </a:cubicBezTo>
                  <a:cubicBezTo>
                    <a:pt x="9450" y="1835"/>
                    <a:pt x="9434" y="1811"/>
                    <a:pt x="9406" y="1768"/>
                  </a:cubicBezTo>
                  <a:cubicBezTo>
                    <a:pt x="9373" y="1727"/>
                    <a:pt x="9349" y="1670"/>
                    <a:pt x="9341" y="1614"/>
                  </a:cubicBezTo>
                  <a:lnTo>
                    <a:pt x="9373" y="1597"/>
                  </a:lnTo>
                  <a:close/>
                  <a:moveTo>
                    <a:pt x="9519" y="1768"/>
                  </a:moveTo>
                  <a:lnTo>
                    <a:pt x="9560" y="1808"/>
                  </a:lnTo>
                  <a:cubicBezTo>
                    <a:pt x="9592" y="1857"/>
                    <a:pt x="9584" y="1865"/>
                    <a:pt x="9568" y="1873"/>
                  </a:cubicBezTo>
                  <a:lnTo>
                    <a:pt x="9535" y="1824"/>
                  </a:lnTo>
                  <a:lnTo>
                    <a:pt x="9519" y="1768"/>
                  </a:lnTo>
                  <a:close/>
                  <a:moveTo>
                    <a:pt x="8976" y="1897"/>
                  </a:moveTo>
                  <a:cubicBezTo>
                    <a:pt x="8992" y="1930"/>
                    <a:pt x="9008" y="1970"/>
                    <a:pt x="9025" y="2003"/>
                  </a:cubicBezTo>
                  <a:lnTo>
                    <a:pt x="9008" y="2011"/>
                  </a:lnTo>
                  <a:cubicBezTo>
                    <a:pt x="8976" y="1962"/>
                    <a:pt x="8952" y="1914"/>
                    <a:pt x="8960" y="1905"/>
                  </a:cubicBezTo>
                  <a:lnTo>
                    <a:pt x="8976" y="1897"/>
                  </a:lnTo>
                  <a:close/>
                  <a:moveTo>
                    <a:pt x="8631" y="1943"/>
                  </a:moveTo>
                  <a:cubicBezTo>
                    <a:pt x="8633" y="1943"/>
                    <a:pt x="8636" y="1948"/>
                    <a:pt x="8644" y="1962"/>
                  </a:cubicBezTo>
                  <a:cubicBezTo>
                    <a:pt x="8645" y="1962"/>
                    <a:pt x="8645" y="1961"/>
                    <a:pt x="8646" y="1961"/>
                  </a:cubicBezTo>
                  <a:cubicBezTo>
                    <a:pt x="8661" y="1961"/>
                    <a:pt x="8667" y="2019"/>
                    <a:pt x="8652" y="2027"/>
                  </a:cubicBezTo>
                  <a:lnTo>
                    <a:pt x="8619" y="1978"/>
                  </a:lnTo>
                  <a:cubicBezTo>
                    <a:pt x="8631" y="1973"/>
                    <a:pt x="8626" y="1943"/>
                    <a:pt x="8631" y="1943"/>
                  </a:cubicBezTo>
                  <a:close/>
                  <a:moveTo>
                    <a:pt x="9174" y="1978"/>
                  </a:moveTo>
                  <a:cubicBezTo>
                    <a:pt x="9189" y="1978"/>
                    <a:pt x="9206" y="2034"/>
                    <a:pt x="9252" y="2132"/>
                  </a:cubicBezTo>
                  <a:cubicBezTo>
                    <a:pt x="9252" y="2161"/>
                    <a:pt x="9252" y="2177"/>
                    <a:pt x="9248" y="2177"/>
                  </a:cubicBezTo>
                  <a:cubicBezTo>
                    <a:pt x="9242" y="2177"/>
                    <a:pt x="9230" y="2151"/>
                    <a:pt x="9203" y="2092"/>
                  </a:cubicBezTo>
                  <a:lnTo>
                    <a:pt x="9171" y="1978"/>
                  </a:lnTo>
                  <a:cubicBezTo>
                    <a:pt x="9172" y="1978"/>
                    <a:pt x="9173" y="1978"/>
                    <a:pt x="9174" y="1978"/>
                  </a:cubicBezTo>
                  <a:close/>
                  <a:moveTo>
                    <a:pt x="8692" y="2270"/>
                  </a:moveTo>
                  <a:cubicBezTo>
                    <a:pt x="8725" y="2319"/>
                    <a:pt x="8757" y="2359"/>
                    <a:pt x="8741" y="2368"/>
                  </a:cubicBezTo>
                  <a:cubicBezTo>
                    <a:pt x="8746" y="2385"/>
                    <a:pt x="8745" y="2393"/>
                    <a:pt x="8741" y="2393"/>
                  </a:cubicBezTo>
                  <a:cubicBezTo>
                    <a:pt x="8731" y="2393"/>
                    <a:pt x="8701" y="2353"/>
                    <a:pt x="8668" y="2286"/>
                  </a:cubicBezTo>
                  <a:lnTo>
                    <a:pt x="8692" y="2270"/>
                  </a:lnTo>
                  <a:close/>
                  <a:moveTo>
                    <a:pt x="8235" y="2350"/>
                  </a:moveTo>
                  <a:cubicBezTo>
                    <a:pt x="8253" y="2350"/>
                    <a:pt x="8287" y="2384"/>
                    <a:pt x="8287" y="2384"/>
                  </a:cubicBezTo>
                  <a:cubicBezTo>
                    <a:pt x="8319" y="2424"/>
                    <a:pt x="8303" y="2432"/>
                    <a:pt x="8303" y="2432"/>
                  </a:cubicBezTo>
                  <a:cubicBezTo>
                    <a:pt x="8297" y="2435"/>
                    <a:pt x="8292" y="2439"/>
                    <a:pt x="8286" y="2439"/>
                  </a:cubicBezTo>
                  <a:cubicBezTo>
                    <a:pt x="8277" y="2439"/>
                    <a:pt x="8266" y="2430"/>
                    <a:pt x="8246" y="2400"/>
                  </a:cubicBezTo>
                  <a:cubicBezTo>
                    <a:pt x="8246" y="2400"/>
                    <a:pt x="8214" y="2359"/>
                    <a:pt x="8230" y="2351"/>
                  </a:cubicBezTo>
                  <a:cubicBezTo>
                    <a:pt x="8232" y="2351"/>
                    <a:pt x="8233" y="2350"/>
                    <a:pt x="8235" y="2350"/>
                  </a:cubicBezTo>
                  <a:close/>
                  <a:moveTo>
                    <a:pt x="8587" y="2392"/>
                  </a:moveTo>
                  <a:lnTo>
                    <a:pt x="8635" y="2432"/>
                  </a:lnTo>
                  <a:lnTo>
                    <a:pt x="8619" y="2441"/>
                  </a:lnTo>
                  <a:cubicBezTo>
                    <a:pt x="8617" y="2443"/>
                    <a:pt x="8615" y="2445"/>
                    <a:pt x="8613" y="2445"/>
                  </a:cubicBezTo>
                  <a:cubicBezTo>
                    <a:pt x="8608" y="2445"/>
                    <a:pt x="8602" y="2435"/>
                    <a:pt x="8579" y="2400"/>
                  </a:cubicBezTo>
                  <a:lnTo>
                    <a:pt x="8587" y="2392"/>
                  </a:lnTo>
                  <a:close/>
                  <a:moveTo>
                    <a:pt x="9033" y="2392"/>
                  </a:moveTo>
                  <a:lnTo>
                    <a:pt x="9089" y="2489"/>
                  </a:lnTo>
                  <a:lnTo>
                    <a:pt x="9065" y="2441"/>
                  </a:lnTo>
                  <a:lnTo>
                    <a:pt x="9033" y="2392"/>
                  </a:lnTo>
                  <a:close/>
                  <a:moveTo>
                    <a:pt x="7999" y="2522"/>
                  </a:moveTo>
                  <a:cubicBezTo>
                    <a:pt x="8005" y="2522"/>
                    <a:pt x="8020" y="2531"/>
                    <a:pt x="8030" y="2531"/>
                  </a:cubicBezTo>
                  <a:cubicBezTo>
                    <a:pt x="8032" y="2531"/>
                    <a:pt x="8034" y="2530"/>
                    <a:pt x="8035" y="2530"/>
                  </a:cubicBezTo>
                  <a:cubicBezTo>
                    <a:pt x="8076" y="2570"/>
                    <a:pt x="8076" y="2570"/>
                    <a:pt x="8052" y="2586"/>
                  </a:cubicBezTo>
                  <a:cubicBezTo>
                    <a:pt x="8050" y="2587"/>
                    <a:pt x="8049" y="2587"/>
                    <a:pt x="8048" y="2587"/>
                  </a:cubicBezTo>
                  <a:cubicBezTo>
                    <a:pt x="8031" y="2587"/>
                    <a:pt x="8003" y="2546"/>
                    <a:pt x="8003" y="2546"/>
                  </a:cubicBezTo>
                  <a:cubicBezTo>
                    <a:pt x="7994" y="2527"/>
                    <a:pt x="7994" y="2522"/>
                    <a:pt x="7999" y="2522"/>
                  </a:cubicBezTo>
                  <a:close/>
                  <a:moveTo>
                    <a:pt x="7638" y="2635"/>
                  </a:moveTo>
                  <a:lnTo>
                    <a:pt x="7638" y="2635"/>
                  </a:lnTo>
                  <a:cubicBezTo>
                    <a:pt x="7650" y="2653"/>
                    <a:pt x="7652" y="2659"/>
                    <a:pt x="7650" y="2659"/>
                  </a:cubicBezTo>
                  <a:cubicBezTo>
                    <a:pt x="7648" y="2659"/>
                    <a:pt x="7633" y="2640"/>
                    <a:pt x="7638" y="2635"/>
                  </a:cubicBezTo>
                  <a:close/>
                  <a:moveTo>
                    <a:pt x="8506" y="2578"/>
                  </a:moveTo>
                  <a:lnTo>
                    <a:pt x="8506" y="2578"/>
                  </a:lnTo>
                  <a:cubicBezTo>
                    <a:pt x="8490" y="2586"/>
                    <a:pt x="8522" y="2635"/>
                    <a:pt x="8522" y="2635"/>
                  </a:cubicBezTo>
                  <a:cubicBezTo>
                    <a:pt x="8522" y="2635"/>
                    <a:pt x="8550" y="2677"/>
                    <a:pt x="8560" y="2677"/>
                  </a:cubicBezTo>
                  <a:cubicBezTo>
                    <a:pt x="8561" y="2677"/>
                    <a:pt x="8562" y="2676"/>
                    <a:pt x="8562" y="2676"/>
                  </a:cubicBezTo>
                  <a:lnTo>
                    <a:pt x="8579" y="2668"/>
                  </a:lnTo>
                  <a:cubicBezTo>
                    <a:pt x="8554" y="2635"/>
                    <a:pt x="8530" y="2603"/>
                    <a:pt x="8506" y="2578"/>
                  </a:cubicBezTo>
                  <a:close/>
                  <a:moveTo>
                    <a:pt x="7663" y="2822"/>
                  </a:moveTo>
                  <a:cubicBezTo>
                    <a:pt x="7674" y="2839"/>
                    <a:pt x="7676" y="2845"/>
                    <a:pt x="7675" y="2845"/>
                  </a:cubicBezTo>
                  <a:cubicBezTo>
                    <a:pt x="7672" y="2845"/>
                    <a:pt x="7657" y="2827"/>
                    <a:pt x="7663" y="2822"/>
                  </a:cubicBezTo>
                  <a:close/>
                  <a:moveTo>
                    <a:pt x="7825" y="2724"/>
                  </a:moveTo>
                  <a:lnTo>
                    <a:pt x="7825" y="2724"/>
                  </a:lnTo>
                  <a:cubicBezTo>
                    <a:pt x="7849" y="2749"/>
                    <a:pt x="7873" y="2781"/>
                    <a:pt x="7898" y="2813"/>
                  </a:cubicBezTo>
                  <a:cubicBezTo>
                    <a:pt x="7912" y="2836"/>
                    <a:pt x="7917" y="2849"/>
                    <a:pt x="7911" y="2849"/>
                  </a:cubicBezTo>
                  <a:cubicBezTo>
                    <a:pt x="7904" y="2849"/>
                    <a:pt x="7881" y="2830"/>
                    <a:pt x="7841" y="2781"/>
                  </a:cubicBezTo>
                  <a:cubicBezTo>
                    <a:pt x="7808" y="2732"/>
                    <a:pt x="7808" y="2732"/>
                    <a:pt x="7825" y="2724"/>
                  </a:cubicBezTo>
                  <a:close/>
                  <a:moveTo>
                    <a:pt x="7727" y="2781"/>
                  </a:moveTo>
                  <a:lnTo>
                    <a:pt x="7776" y="2822"/>
                  </a:lnTo>
                  <a:lnTo>
                    <a:pt x="7792" y="2878"/>
                  </a:lnTo>
                  <a:lnTo>
                    <a:pt x="7776" y="2886"/>
                  </a:lnTo>
                  <a:cubicBezTo>
                    <a:pt x="7752" y="2838"/>
                    <a:pt x="7719" y="2789"/>
                    <a:pt x="7727" y="2781"/>
                  </a:cubicBezTo>
                  <a:close/>
                  <a:moveTo>
                    <a:pt x="8522" y="3097"/>
                  </a:moveTo>
                  <a:lnTo>
                    <a:pt x="8498" y="3113"/>
                  </a:lnTo>
                  <a:cubicBezTo>
                    <a:pt x="8521" y="3148"/>
                    <a:pt x="8527" y="3158"/>
                    <a:pt x="8532" y="3158"/>
                  </a:cubicBezTo>
                  <a:cubicBezTo>
                    <a:pt x="8534" y="3158"/>
                    <a:pt x="8536" y="3156"/>
                    <a:pt x="8538" y="3154"/>
                  </a:cubicBezTo>
                  <a:cubicBezTo>
                    <a:pt x="8571" y="3138"/>
                    <a:pt x="8571" y="3138"/>
                    <a:pt x="8522" y="3097"/>
                  </a:cubicBezTo>
                  <a:close/>
                  <a:moveTo>
                    <a:pt x="6803" y="3203"/>
                  </a:moveTo>
                  <a:lnTo>
                    <a:pt x="6852" y="3243"/>
                  </a:lnTo>
                  <a:lnTo>
                    <a:pt x="6868" y="3300"/>
                  </a:lnTo>
                  <a:lnTo>
                    <a:pt x="6852" y="3308"/>
                  </a:lnTo>
                  <a:cubicBezTo>
                    <a:pt x="6819" y="3259"/>
                    <a:pt x="6795" y="3211"/>
                    <a:pt x="6803" y="3203"/>
                  </a:cubicBezTo>
                  <a:close/>
                  <a:moveTo>
                    <a:pt x="6488" y="3397"/>
                  </a:moveTo>
                  <a:cubicBezTo>
                    <a:pt x="6499" y="3397"/>
                    <a:pt x="6545" y="3496"/>
                    <a:pt x="6576" y="3543"/>
                  </a:cubicBezTo>
                  <a:cubicBezTo>
                    <a:pt x="6574" y="3546"/>
                    <a:pt x="6572" y="3547"/>
                    <a:pt x="6570" y="3547"/>
                  </a:cubicBezTo>
                  <a:cubicBezTo>
                    <a:pt x="6565" y="3547"/>
                    <a:pt x="6559" y="3537"/>
                    <a:pt x="6536" y="3503"/>
                  </a:cubicBezTo>
                  <a:cubicBezTo>
                    <a:pt x="6511" y="3470"/>
                    <a:pt x="6495" y="3430"/>
                    <a:pt x="6487" y="3397"/>
                  </a:cubicBezTo>
                  <a:cubicBezTo>
                    <a:pt x="6487" y="3397"/>
                    <a:pt x="6488" y="3397"/>
                    <a:pt x="6488" y="3397"/>
                  </a:cubicBezTo>
                  <a:close/>
                  <a:moveTo>
                    <a:pt x="6146" y="3730"/>
                  </a:moveTo>
                  <a:lnTo>
                    <a:pt x="6195" y="3770"/>
                  </a:lnTo>
                  <a:lnTo>
                    <a:pt x="6211" y="3827"/>
                  </a:lnTo>
                  <a:lnTo>
                    <a:pt x="6195" y="3835"/>
                  </a:lnTo>
                  <a:cubicBezTo>
                    <a:pt x="6163" y="3786"/>
                    <a:pt x="6130" y="3738"/>
                    <a:pt x="6146" y="3730"/>
                  </a:cubicBezTo>
                  <a:close/>
                  <a:moveTo>
                    <a:pt x="6519" y="3908"/>
                  </a:moveTo>
                  <a:cubicBezTo>
                    <a:pt x="6536" y="3940"/>
                    <a:pt x="6552" y="3973"/>
                    <a:pt x="6568" y="4013"/>
                  </a:cubicBezTo>
                  <a:lnTo>
                    <a:pt x="6552" y="4022"/>
                  </a:lnTo>
                  <a:cubicBezTo>
                    <a:pt x="6519" y="3973"/>
                    <a:pt x="6487" y="3924"/>
                    <a:pt x="6503" y="3916"/>
                  </a:cubicBezTo>
                  <a:lnTo>
                    <a:pt x="6519" y="3908"/>
                  </a:lnTo>
                  <a:close/>
                  <a:moveTo>
                    <a:pt x="5230" y="4289"/>
                  </a:moveTo>
                  <a:cubicBezTo>
                    <a:pt x="5271" y="4330"/>
                    <a:pt x="5287" y="4378"/>
                    <a:pt x="5279" y="4386"/>
                  </a:cubicBezTo>
                  <a:cubicBezTo>
                    <a:pt x="5267" y="4392"/>
                    <a:pt x="5259" y="4396"/>
                    <a:pt x="5253" y="4396"/>
                  </a:cubicBezTo>
                  <a:cubicBezTo>
                    <a:pt x="5243" y="4396"/>
                    <a:pt x="5237" y="4385"/>
                    <a:pt x="5222" y="4354"/>
                  </a:cubicBezTo>
                  <a:cubicBezTo>
                    <a:pt x="5190" y="4313"/>
                    <a:pt x="5214" y="4297"/>
                    <a:pt x="5230" y="4289"/>
                  </a:cubicBezTo>
                  <a:close/>
                  <a:moveTo>
                    <a:pt x="4711" y="4662"/>
                  </a:moveTo>
                  <a:cubicBezTo>
                    <a:pt x="4736" y="4694"/>
                    <a:pt x="4752" y="4727"/>
                    <a:pt x="4760" y="4767"/>
                  </a:cubicBezTo>
                  <a:lnTo>
                    <a:pt x="4752" y="4776"/>
                  </a:lnTo>
                  <a:cubicBezTo>
                    <a:pt x="4719" y="4727"/>
                    <a:pt x="4687" y="4678"/>
                    <a:pt x="4703" y="4670"/>
                  </a:cubicBezTo>
                  <a:lnTo>
                    <a:pt x="4711" y="4662"/>
                  </a:lnTo>
                  <a:close/>
                  <a:moveTo>
                    <a:pt x="3146" y="5363"/>
                  </a:moveTo>
                  <a:cubicBezTo>
                    <a:pt x="3145" y="5363"/>
                    <a:pt x="3152" y="5372"/>
                    <a:pt x="3165" y="5386"/>
                  </a:cubicBezTo>
                  <a:lnTo>
                    <a:pt x="3165" y="5386"/>
                  </a:lnTo>
                  <a:cubicBezTo>
                    <a:pt x="3153" y="5370"/>
                    <a:pt x="3147" y="5363"/>
                    <a:pt x="3146" y="5363"/>
                  </a:cubicBezTo>
                  <a:close/>
                  <a:moveTo>
                    <a:pt x="3165" y="5386"/>
                  </a:moveTo>
                  <a:cubicBezTo>
                    <a:pt x="3170" y="5393"/>
                    <a:pt x="3177" y="5402"/>
                    <a:pt x="3185" y="5413"/>
                  </a:cubicBezTo>
                  <a:lnTo>
                    <a:pt x="3185" y="5413"/>
                  </a:lnTo>
                  <a:cubicBezTo>
                    <a:pt x="3180" y="5406"/>
                    <a:pt x="3176" y="5399"/>
                    <a:pt x="3171" y="5392"/>
                  </a:cubicBezTo>
                  <a:cubicBezTo>
                    <a:pt x="3169" y="5390"/>
                    <a:pt x="3167" y="5387"/>
                    <a:pt x="3165" y="5386"/>
                  </a:cubicBezTo>
                  <a:close/>
                  <a:moveTo>
                    <a:pt x="3367" y="5545"/>
                  </a:moveTo>
                  <a:cubicBezTo>
                    <a:pt x="3375" y="5545"/>
                    <a:pt x="3379" y="5557"/>
                    <a:pt x="3390" y="5594"/>
                  </a:cubicBezTo>
                  <a:cubicBezTo>
                    <a:pt x="3398" y="5621"/>
                    <a:pt x="3400" y="5635"/>
                    <a:pt x="3395" y="5635"/>
                  </a:cubicBezTo>
                  <a:cubicBezTo>
                    <a:pt x="3390" y="5635"/>
                    <a:pt x="3380" y="5625"/>
                    <a:pt x="3365" y="5603"/>
                  </a:cubicBezTo>
                  <a:cubicBezTo>
                    <a:pt x="3333" y="5562"/>
                    <a:pt x="3333" y="5562"/>
                    <a:pt x="3349" y="5554"/>
                  </a:cubicBezTo>
                  <a:cubicBezTo>
                    <a:pt x="3358" y="5548"/>
                    <a:pt x="3363" y="5545"/>
                    <a:pt x="3367" y="5545"/>
                  </a:cubicBezTo>
                  <a:close/>
                  <a:moveTo>
                    <a:pt x="3130" y="5611"/>
                  </a:moveTo>
                  <a:lnTo>
                    <a:pt x="3130" y="5611"/>
                  </a:lnTo>
                  <a:cubicBezTo>
                    <a:pt x="3120" y="5616"/>
                    <a:pt x="3130" y="5638"/>
                    <a:pt x="3133" y="5638"/>
                  </a:cubicBezTo>
                  <a:cubicBezTo>
                    <a:pt x="3136" y="5638"/>
                    <a:pt x="3136" y="5631"/>
                    <a:pt x="3130" y="5611"/>
                  </a:cubicBezTo>
                  <a:close/>
                  <a:moveTo>
                    <a:pt x="3252" y="5611"/>
                  </a:moveTo>
                  <a:lnTo>
                    <a:pt x="3301" y="5643"/>
                  </a:lnTo>
                  <a:lnTo>
                    <a:pt x="3284" y="5651"/>
                  </a:lnTo>
                  <a:cubicBezTo>
                    <a:pt x="3279" y="5654"/>
                    <a:pt x="3276" y="5655"/>
                    <a:pt x="3273" y="5655"/>
                  </a:cubicBezTo>
                  <a:cubicBezTo>
                    <a:pt x="3266" y="5655"/>
                    <a:pt x="3261" y="5647"/>
                    <a:pt x="3244" y="5619"/>
                  </a:cubicBezTo>
                  <a:lnTo>
                    <a:pt x="3252" y="5611"/>
                  </a:lnTo>
                  <a:close/>
                  <a:moveTo>
                    <a:pt x="3763" y="5627"/>
                  </a:moveTo>
                  <a:lnTo>
                    <a:pt x="3811" y="5667"/>
                  </a:lnTo>
                  <a:cubicBezTo>
                    <a:pt x="3836" y="5716"/>
                    <a:pt x="3828" y="5724"/>
                    <a:pt x="3828" y="5724"/>
                  </a:cubicBezTo>
                  <a:cubicBezTo>
                    <a:pt x="3823" y="5726"/>
                    <a:pt x="3820" y="5728"/>
                    <a:pt x="3816" y="5728"/>
                  </a:cubicBezTo>
                  <a:cubicBezTo>
                    <a:pt x="3809" y="5728"/>
                    <a:pt x="3802" y="5718"/>
                    <a:pt x="3779" y="5684"/>
                  </a:cubicBezTo>
                  <a:cubicBezTo>
                    <a:pt x="3779" y="5684"/>
                    <a:pt x="3755" y="5635"/>
                    <a:pt x="3763" y="5627"/>
                  </a:cubicBezTo>
                  <a:close/>
                  <a:moveTo>
                    <a:pt x="3122" y="5684"/>
                  </a:moveTo>
                  <a:lnTo>
                    <a:pt x="3163" y="5724"/>
                  </a:lnTo>
                  <a:lnTo>
                    <a:pt x="3155" y="5732"/>
                  </a:lnTo>
                  <a:cubicBezTo>
                    <a:pt x="3150" y="5735"/>
                    <a:pt x="3147" y="5736"/>
                    <a:pt x="3143" y="5736"/>
                  </a:cubicBezTo>
                  <a:cubicBezTo>
                    <a:pt x="3136" y="5736"/>
                    <a:pt x="3129" y="5726"/>
                    <a:pt x="3106" y="5692"/>
                  </a:cubicBezTo>
                  <a:lnTo>
                    <a:pt x="3122" y="5684"/>
                  </a:lnTo>
                  <a:close/>
                  <a:moveTo>
                    <a:pt x="3633" y="5773"/>
                  </a:moveTo>
                  <a:lnTo>
                    <a:pt x="3682" y="5813"/>
                  </a:lnTo>
                  <a:lnTo>
                    <a:pt x="3698" y="5870"/>
                  </a:lnTo>
                  <a:lnTo>
                    <a:pt x="3682" y="5878"/>
                  </a:lnTo>
                  <a:cubicBezTo>
                    <a:pt x="3657" y="5830"/>
                    <a:pt x="3625" y="5781"/>
                    <a:pt x="3633" y="5773"/>
                  </a:cubicBezTo>
                  <a:close/>
                  <a:moveTo>
                    <a:pt x="3017" y="5813"/>
                  </a:moveTo>
                  <a:lnTo>
                    <a:pt x="3017" y="5813"/>
                  </a:lnTo>
                  <a:cubicBezTo>
                    <a:pt x="3049" y="5838"/>
                    <a:pt x="3074" y="5870"/>
                    <a:pt x="3090" y="5903"/>
                  </a:cubicBezTo>
                  <a:lnTo>
                    <a:pt x="3082" y="5911"/>
                  </a:lnTo>
                  <a:cubicBezTo>
                    <a:pt x="3080" y="5911"/>
                    <a:pt x="3079" y="5912"/>
                    <a:pt x="3078" y="5912"/>
                  </a:cubicBezTo>
                  <a:cubicBezTo>
                    <a:pt x="3061" y="5912"/>
                    <a:pt x="3033" y="5870"/>
                    <a:pt x="3033" y="5870"/>
                  </a:cubicBezTo>
                  <a:cubicBezTo>
                    <a:pt x="3033" y="5870"/>
                    <a:pt x="3009" y="5821"/>
                    <a:pt x="3017" y="5813"/>
                  </a:cubicBezTo>
                  <a:close/>
                  <a:moveTo>
                    <a:pt x="2480" y="6110"/>
                  </a:moveTo>
                  <a:lnTo>
                    <a:pt x="2480" y="6110"/>
                  </a:lnTo>
                  <a:cubicBezTo>
                    <a:pt x="2483" y="6110"/>
                    <a:pt x="2488" y="6115"/>
                    <a:pt x="2498" y="6130"/>
                  </a:cubicBezTo>
                  <a:lnTo>
                    <a:pt x="2530" y="6178"/>
                  </a:lnTo>
                  <a:cubicBezTo>
                    <a:pt x="2542" y="6214"/>
                    <a:pt x="2554" y="6254"/>
                    <a:pt x="2547" y="6254"/>
                  </a:cubicBezTo>
                  <a:cubicBezTo>
                    <a:pt x="2544" y="6254"/>
                    <a:pt x="2539" y="6248"/>
                    <a:pt x="2530" y="6235"/>
                  </a:cubicBezTo>
                  <a:cubicBezTo>
                    <a:pt x="2514" y="6203"/>
                    <a:pt x="2498" y="6170"/>
                    <a:pt x="2482" y="6138"/>
                  </a:cubicBezTo>
                  <a:cubicBezTo>
                    <a:pt x="2482" y="6138"/>
                    <a:pt x="2474" y="6110"/>
                    <a:pt x="2480" y="6110"/>
                  </a:cubicBezTo>
                  <a:close/>
                  <a:moveTo>
                    <a:pt x="2142" y="6543"/>
                  </a:moveTo>
                  <a:cubicBezTo>
                    <a:pt x="2154" y="6543"/>
                    <a:pt x="2214" y="6635"/>
                    <a:pt x="2214" y="6697"/>
                  </a:cubicBezTo>
                  <a:cubicBezTo>
                    <a:pt x="2212" y="6699"/>
                    <a:pt x="2210" y="6701"/>
                    <a:pt x="2208" y="6701"/>
                  </a:cubicBezTo>
                  <a:cubicBezTo>
                    <a:pt x="2203" y="6701"/>
                    <a:pt x="2197" y="6691"/>
                    <a:pt x="2174" y="6657"/>
                  </a:cubicBezTo>
                  <a:cubicBezTo>
                    <a:pt x="2141" y="6608"/>
                    <a:pt x="2125" y="6551"/>
                    <a:pt x="2141" y="6543"/>
                  </a:cubicBezTo>
                  <a:cubicBezTo>
                    <a:pt x="2141" y="6543"/>
                    <a:pt x="2142" y="6543"/>
                    <a:pt x="2142" y="6543"/>
                  </a:cubicBezTo>
                  <a:close/>
                  <a:moveTo>
                    <a:pt x="290" y="7687"/>
                  </a:moveTo>
                  <a:cubicBezTo>
                    <a:pt x="291" y="7687"/>
                    <a:pt x="305" y="7712"/>
                    <a:pt x="333" y="7759"/>
                  </a:cubicBezTo>
                  <a:cubicBezTo>
                    <a:pt x="366" y="7808"/>
                    <a:pt x="398" y="7856"/>
                    <a:pt x="382" y="7865"/>
                  </a:cubicBezTo>
                  <a:cubicBezTo>
                    <a:pt x="392" y="7900"/>
                    <a:pt x="393" y="7915"/>
                    <a:pt x="389" y="7915"/>
                  </a:cubicBezTo>
                  <a:cubicBezTo>
                    <a:pt x="381" y="7915"/>
                    <a:pt x="347" y="7845"/>
                    <a:pt x="325" y="7767"/>
                  </a:cubicBezTo>
                  <a:cubicBezTo>
                    <a:pt x="300" y="7714"/>
                    <a:pt x="288" y="7687"/>
                    <a:pt x="290" y="7687"/>
                  </a:cubicBezTo>
                  <a:close/>
                  <a:moveTo>
                    <a:pt x="10869" y="388"/>
                  </a:moveTo>
                  <a:cubicBezTo>
                    <a:pt x="10866" y="388"/>
                    <a:pt x="10879" y="411"/>
                    <a:pt x="10914" y="470"/>
                  </a:cubicBezTo>
                  <a:cubicBezTo>
                    <a:pt x="10950" y="520"/>
                    <a:pt x="10958" y="547"/>
                    <a:pt x="10945" y="547"/>
                  </a:cubicBezTo>
                  <a:cubicBezTo>
                    <a:pt x="10934" y="547"/>
                    <a:pt x="10909" y="530"/>
                    <a:pt x="10873" y="495"/>
                  </a:cubicBezTo>
                  <a:lnTo>
                    <a:pt x="10849" y="511"/>
                  </a:lnTo>
                  <a:cubicBezTo>
                    <a:pt x="10833" y="511"/>
                    <a:pt x="10865" y="560"/>
                    <a:pt x="10898" y="608"/>
                  </a:cubicBezTo>
                  <a:cubicBezTo>
                    <a:pt x="10932" y="667"/>
                    <a:pt x="10946" y="690"/>
                    <a:pt x="10942" y="690"/>
                  </a:cubicBezTo>
                  <a:cubicBezTo>
                    <a:pt x="10939" y="690"/>
                    <a:pt x="10930" y="681"/>
                    <a:pt x="10914" y="665"/>
                  </a:cubicBezTo>
                  <a:cubicBezTo>
                    <a:pt x="10889" y="641"/>
                    <a:pt x="10865" y="608"/>
                    <a:pt x="10841" y="576"/>
                  </a:cubicBezTo>
                  <a:cubicBezTo>
                    <a:pt x="10821" y="545"/>
                    <a:pt x="10810" y="537"/>
                    <a:pt x="10801" y="537"/>
                  </a:cubicBezTo>
                  <a:cubicBezTo>
                    <a:pt x="10795" y="537"/>
                    <a:pt x="10790" y="540"/>
                    <a:pt x="10784" y="543"/>
                  </a:cubicBezTo>
                  <a:cubicBezTo>
                    <a:pt x="10768" y="551"/>
                    <a:pt x="10743" y="568"/>
                    <a:pt x="10776" y="616"/>
                  </a:cubicBezTo>
                  <a:lnTo>
                    <a:pt x="10743" y="568"/>
                  </a:lnTo>
                  <a:cubicBezTo>
                    <a:pt x="10742" y="568"/>
                    <a:pt x="10741" y="569"/>
                    <a:pt x="10739" y="569"/>
                  </a:cubicBezTo>
                  <a:cubicBezTo>
                    <a:pt x="10730" y="569"/>
                    <a:pt x="10718" y="554"/>
                    <a:pt x="10717" y="554"/>
                  </a:cubicBezTo>
                  <a:lnTo>
                    <a:pt x="10717" y="554"/>
                  </a:lnTo>
                  <a:cubicBezTo>
                    <a:pt x="10716" y="554"/>
                    <a:pt x="10719" y="559"/>
                    <a:pt x="10727" y="576"/>
                  </a:cubicBezTo>
                  <a:cubicBezTo>
                    <a:pt x="10727" y="576"/>
                    <a:pt x="10726" y="577"/>
                    <a:pt x="10723" y="577"/>
                  </a:cubicBezTo>
                  <a:cubicBezTo>
                    <a:pt x="10716" y="577"/>
                    <a:pt x="10700" y="573"/>
                    <a:pt x="10662" y="551"/>
                  </a:cubicBezTo>
                  <a:cubicBezTo>
                    <a:pt x="10657" y="549"/>
                    <a:pt x="10652" y="548"/>
                    <a:pt x="10648" y="548"/>
                  </a:cubicBezTo>
                  <a:cubicBezTo>
                    <a:pt x="10609" y="548"/>
                    <a:pt x="10632" y="647"/>
                    <a:pt x="10727" y="714"/>
                  </a:cubicBezTo>
                  <a:lnTo>
                    <a:pt x="10711" y="722"/>
                  </a:lnTo>
                  <a:cubicBezTo>
                    <a:pt x="10695" y="730"/>
                    <a:pt x="10727" y="778"/>
                    <a:pt x="10727" y="778"/>
                  </a:cubicBezTo>
                  <a:cubicBezTo>
                    <a:pt x="10760" y="827"/>
                    <a:pt x="10743" y="835"/>
                    <a:pt x="10735" y="843"/>
                  </a:cubicBezTo>
                  <a:lnTo>
                    <a:pt x="10670" y="746"/>
                  </a:lnTo>
                  <a:cubicBezTo>
                    <a:pt x="10626" y="661"/>
                    <a:pt x="10588" y="613"/>
                    <a:pt x="10578" y="613"/>
                  </a:cubicBezTo>
                  <a:cubicBezTo>
                    <a:pt x="10569" y="613"/>
                    <a:pt x="10577" y="645"/>
                    <a:pt x="10614" y="714"/>
                  </a:cubicBezTo>
                  <a:lnTo>
                    <a:pt x="10581" y="665"/>
                  </a:lnTo>
                  <a:cubicBezTo>
                    <a:pt x="10571" y="644"/>
                    <a:pt x="10562" y="634"/>
                    <a:pt x="10555" y="634"/>
                  </a:cubicBezTo>
                  <a:cubicBezTo>
                    <a:pt x="10546" y="634"/>
                    <a:pt x="10541" y="652"/>
                    <a:pt x="10541" y="689"/>
                  </a:cubicBezTo>
                  <a:cubicBezTo>
                    <a:pt x="10533" y="697"/>
                    <a:pt x="10581" y="803"/>
                    <a:pt x="10606" y="851"/>
                  </a:cubicBezTo>
                  <a:cubicBezTo>
                    <a:pt x="10638" y="900"/>
                    <a:pt x="10622" y="908"/>
                    <a:pt x="10622" y="908"/>
                  </a:cubicBezTo>
                  <a:cubicBezTo>
                    <a:pt x="10619" y="911"/>
                    <a:pt x="10618" y="912"/>
                    <a:pt x="10616" y="912"/>
                  </a:cubicBezTo>
                  <a:cubicBezTo>
                    <a:pt x="10611" y="912"/>
                    <a:pt x="10604" y="902"/>
                    <a:pt x="10581" y="868"/>
                  </a:cubicBezTo>
                  <a:cubicBezTo>
                    <a:pt x="10556" y="824"/>
                    <a:pt x="10535" y="803"/>
                    <a:pt x="10525" y="803"/>
                  </a:cubicBezTo>
                  <a:cubicBezTo>
                    <a:pt x="10512" y="803"/>
                    <a:pt x="10514" y="834"/>
                    <a:pt x="10541" y="892"/>
                  </a:cubicBezTo>
                  <a:lnTo>
                    <a:pt x="10508" y="843"/>
                  </a:lnTo>
                  <a:cubicBezTo>
                    <a:pt x="10494" y="816"/>
                    <a:pt x="10473" y="791"/>
                    <a:pt x="10451" y="791"/>
                  </a:cubicBezTo>
                  <a:cubicBezTo>
                    <a:pt x="10434" y="791"/>
                    <a:pt x="10417" y="805"/>
                    <a:pt x="10403" y="843"/>
                  </a:cubicBezTo>
                  <a:cubicBezTo>
                    <a:pt x="10369" y="863"/>
                    <a:pt x="10341" y="879"/>
                    <a:pt x="10319" y="879"/>
                  </a:cubicBezTo>
                  <a:cubicBezTo>
                    <a:pt x="10304" y="879"/>
                    <a:pt x="10291" y="871"/>
                    <a:pt x="10281" y="851"/>
                  </a:cubicBezTo>
                  <a:cubicBezTo>
                    <a:pt x="10277" y="844"/>
                    <a:pt x="10273" y="841"/>
                    <a:pt x="10270" y="841"/>
                  </a:cubicBezTo>
                  <a:cubicBezTo>
                    <a:pt x="10252" y="841"/>
                    <a:pt x="10262" y="949"/>
                    <a:pt x="10289" y="1046"/>
                  </a:cubicBezTo>
                  <a:cubicBezTo>
                    <a:pt x="10271" y="1018"/>
                    <a:pt x="10261" y="1009"/>
                    <a:pt x="10249" y="1009"/>
                  </a:cubicBezTo>
                  <a:cubicBezTo>
                    <a:pt x="10240" y="1009"/>
                    <a:pt x="10231" y="1015"/>
                    <a:pt x="10216" y="1022"/>
                  </a:cubicBezTo>
                  <a:cubicBezTo>
                    <a:pt x="10200" y="1032"/>
                    <a:pt x="10190" y="1038"/>
                    <a:pt x="10182" y="1038"/>
                  </a:cubicBezTo>
                  <a:cubicBezTo>
                    <a:pt x="10172" y="1038"/>
                    <a:pt x="10166" y="1026"/>
                    <a:pt x="10152" y="997"/>
                  </a:cubicBezTo>
                  <a:cubicBezTo>
                    <a:pt x="10128" y="946"/>
                    <a:pt x="10116" y="919"/>
                    <a:pt x="10113" y="919"/>
                  </a:cubicBezTo>
                  <a:lnTo>
                    <a:pt x="10113" y="919"/>
                  </a:lnTo>
                  <a:cubicBezTo>
                    <a:pt x="10111" y="919"/>
                    <a:pt x="10119" y="948"/>
                    <a:pt x="10135" y="1005"/>
                  </a:cubicBezTo>
                  <a:cubicBezTo>
                    <a:pt x="10157" y="1053"/>
                    <a:pt x="10155" y="1074"/>
                    <a:pt x="10140" y="1074"/>
                  </a:cubicBezTo>
                  <a:cubicBezTo>
                    <a:pt x="10122" y="1074"/>
                    <a:pt x="10085" y="1043"/>
                    <a:pt x="10054" y="989"/>
                  </a:cubicBezTo>
                  <a:cubicBezTo>
                    <a:pt x="10036" y="962"/>
                    <a:pt x="10023" y="952"/>
                    <a:pt x="10010" y="952"/>
                  </a:cubicBezTo>
                  <a:cubicBezTo>
                    <a:pt x="10001" y="952"/>
                    <a:pt x="9992" y="958"/>
                    <a:pt x="9981" y="965"/>
                  </a:cubicBezTo>
                  <a:cubicBezTo>
                    <a:pt x="9998" y="997"/>
                    <a:pt x="9981" y="1038"/>
                    <a:pt x="9941" y="1054"/>
                  </a:cubicBezTo>
                  <a:cubicBezTo>
                    <a:pt x="9908" y="1078"/>
                    <a:pt x="9908" y="1078"/>
                    <a:pt x="9965" y="1168"/>
                  </a:cubicBezTo>
                  <a:cubicBezTo>
                    <a:pt x="10030" y="1265"/>
                    <a:pt x="10014" y="1273"/>
                    <a:pt x="9989" y="1289"/>
                  </a:cubicBezTo>
                  <a:cubicBezTo>
                    <a:pt x="9983" y="1292"/>
                    <a:pt x="9977" y="1295"/>
                    <a:pt x="9971" y="1295"/>
                  </a:cubicBezTo>
                  <a:cubicBezTo>
                    <a:pt x="9960" y="1295"/>
                    <a:pt x="9948" y="1287"/>
                    <a:pt x="9933" y="1257"/>
                  </a:cubicBezTo>
                  <a:cubicBezTo>
                    <a:pt x="9933" y="1257"/>
                    <a:pt x="9892" y="1223"/>
                    <a:pt x="9879" y="1223"/>
                  </a:cubicBezTo>
                  <a:cubicBezTo>
                    <a:pt x="9878" y="1223"/>
                    <a:pt x="9877" y="1224"/>
                    <a:pt x="9876" y="1224"/>
                  </a:cubicBezTo>
                  <a:cubicBezTo>
                    <a:pt x="9870" y="1227"/>
                    <a:pt x="9864" y="1230"/>
                    <a:pt x="9857" y="1230"/>
                  </a:cubicBezTo>
                  <a:cubicBezTo>
                    <a:pt x="9845" y="1230"/>
                    <a:pt x="9831" y="1222"/>
                    <a:pt x="9811" y="1192"/>
                  </a:cubicBezTo>
                  <a:cubicBezTo>
                    <a:pt x="9811" y="1192"/>
                    <a:pt x="9783" y="1164"/>
                    <a:pt x="9759" y="1164"/>
                  </a:cubicBezTo>
                  <a:cubicBezTo>
                    <a:pt x="9755" y="1164"/>
                    <a:pt x="9750" y="1165"/>
                    <a:pt x="9746" y="1168"/>
                  </a:cubicBezTo>
                  <a:cubicBezTo>
                    <a:pt x="9733" y="1176"/>
                    <a:pt x="9718" y="1185"/>
                    <a:pt x="9701" y="1185"/>
                  </a:cubicBezTo>
                  <a:cubicBezTo>
                    <a:pt x="9687" y="1185"/>
                    <a:pt x="9672" y="1178"/>
                    <a:pt x="9657" y="1159"/>
                  </a:cubicBezTo>
                  <a:cubicBezTo>
                    <a:pt x="9649" y="1159"/>
                    <a:pt x="9649" y="1159"/>
                    <a:pt x="9681" y="1208"/>
                  </a:cubicBezTo>
                  <a:cubicBezTo>
                    <a:pt x="9703" y="1251"/>
                    <a:pt x="9718" y="1300"/>
                    <a:pt x="9666" y="1300"/>
                  </a:cubicBezTo>
                  <a:cubicBezTo>
                    <a:pt x="9659" y="1300"/>
                    <a:pt x="9650" y="1299"/>
                    <a:pt x="9641" y="1297"/>
                  </a:cubicBezTo>
                  <a:cubicBezTo>
                    <a:pt x="9616" y="1314"/>
                    <a:pt x="9576" y="1338"/>
                    <a:pt x="9608" y="1387"/>
                  </a:cubicBezTo>
                  <a:cubicBezTo>
                    <a:pt x="9604" y="1389"/>
                    <a:pt x="9600" y="1391"/>
                    <a:pt x="9597" y="1391"/>
                  </a:cubicBezTo>
                  <a:cubicBezTo>
                    <a:pt x="9589" y="1391"/>
                    <a:pt x="9583" y="1381"/>
                    <a:pt x="9560" y="1346"/>
                  </a:cubicBezTo>
                  <a:cubicBezTo>
                    <a:pt x="9535" y="1303"/>
                    <a:pt x="9516" y="1282"/>
                    <a:pt x="9506" y="1282"/>
                  </a:cubicBezTo>
                  <a:cubicBezTo>
                    <a:pt x="9493" y="1282"/>
                    <a:pt x="9493" y="1315"/>
                    <a:pt x="9511" y="1378"/>
                  </a:cubicBezTo>
                  <a:cubicBezTo>
                    <a:pt x="9525" y="1406"/>
                    <a:pt x="9528" y="1421"/>
                    <a:pt x="9520" y="1421"/>
                  </a:cubicBezTo>
                  <a:cubicBezTo>
                    <a:pt x="9513" y="1421"/>
                    <a:pt x="9500" y="1412"/>
                    <a:pt x="9479" y="1395"/>
                  </a:cubicBezTo>
                  <a:lnTo>
                    <a:pt x="9479" y="1395"/>
                  </a:lnTo>
                  <a:cubicBezTo>
                    <a:pt x="9479" y="1395"/>
                    <a:pt x="9471" y="1403"/>
                    <a:pt x="9487" y="1459"/>
                  </a:cubicBezTo>
                  <a:cubicBezTo>
                    <a:pt x="9496" y="1492"/>
                    <a:pt x="9500" y="1506"/>
                    <a:pt x="9491" y="1506"/>
                  </a:cubicBezTo>
                  <a:cubicBezTo>
                    <a:pt x="9485" y="1506"/>
                    <a:pt x="9471" y="1498"/>
                    <a:pt x="9446" y="1484"/>
                  </a:cubicBezTo>
                  <a:cubicBezTo>
                    <a:pt x="9426" y="1454"/>
                    <a:pt x="9415" y="1445"/>
                    <a:pt x="9406" y="1445"/>
                  </a:cubicBezTo>
                  <a:cubicBezTo>
                    <a:pt x="9401" y="1445"/>
                    <a:pt x="9396" y="1448"/>
                    <a:pt x="9389" y="1451"/>
                  </a:cubicBezTo>
                  <a:cubicBezTo>
                    <a:pt x="9389" y="1505"/>
                    <a:pt x="9290" y="1575"/>
                    <a:pt x="9232" y="1575"/>
                  </a:cubicBezTo>
                  <a:cubicBezTo>
                    <a:pt x="9220" y="1575"/>
                    <a:pt x="9210" y="1572"/>
                    <a:pt x="9203" y="1565"/>
                  </a:cubicBezTo>
                  <a:lnTo>
                    <a:pt x="9203" y="1565"/>
                  </a:lnTo>
                  <a:cubicBezTo>
                    <a:pt x="9219" y="1622"/>
                    <a:pt x="9219" y="1622"/>
                    <a:pt x="9203" y="1630"/>
                  </a:cubicBezTo>
                  <a:cubicBezTo>
                    <a:pt x="9177" y="1599"/>
                    <a:pt x="9163" y="1585"/>
                    <a:pt x="9157" y="1585"/>
                  </a:cubicBezTo>
                  <a:cubicBezTo>
                    <a:pt x="9147" y="1585"/>
                    <a:pt x="9169" y="1631"/>
                    <a:pt x="9211" y="1695"/>
                  </a:cubicBezTo>
                  <a:lnTo>
                    <a:pt x="9227" y="1687"/>
                  </a:lnTo>
                  <a:lnTo>
                    <a:pt x="9235" y="1678"/>
                  </a:lnTo>
                  <a:cubicBezTo>
                    <a:pt x="9268" y="1723"/>
                    <a:pt x="9274" y="1751"/>
                    <a:pt x="9261" y="1751"/>
                  </a:cubicBezTo>
                  <a:cubicBezTo>
                    <a:pt x="9248" y="1751"/>
                    <a:pt x="9215" y="1723"/>
                    <a:pt x="9171" y="1654"/>
                  </a:cubicBezTo>
                  <a:cubicBezTo>
                    <a:pt x="9132" y="1611"/>
                    <a:pt x="9111" y="1589"/>
                    <a:pt x="9106" y="1589"/>
                  </a:cubicBezTo>
                  <a:lnTo>
                    <a:pt x="9106" y="1589"/>
                  </a:lnTo>
                  <a:cubicBezTo>
                    <a:pt x="9101" y="1589"/>
                    <a:pt x="9113" y="1615"/>
                    <a:pt x="9138" y="1670"/>
                  </a:cubicBezTo>
                  <a:cubicBezTo>
                    <a:pt x="9165" y="1723"/>
                    <a:pt x="9172" y="1750"/>
                    <a:pt x="9161" y="1750"/>
                  </a:cubicBezTo>
                  <a:cubicBezTo>
                    <a:pt x="9152" y="1750"/>
                    <a:pt x="9131" y="1731"/>
                    <a:pt x="9098" y="1695"/>
                  </a:cubicBezTo>
                  <a:cubicBezTo>
                    <a:pt x="9070" y="1647"/>
                    <a:pt x="9056" y="1623"/>
                    <a:pt x="9054" y="1623"/>
                  </a:cubicBezTo>
                  <a:lnTo>
                    <a:pt x="9054" y="1623"/>
                  </a:lnTo>
                  <a:cubicBezTo>
                    <a:pt x="9053" y="1623"/>
                    <a:pt x="9065" y="1649"/>
                    <a:pt x="9089" y="1703"/>
                  </a:cubicBezTo>
                  <a:cubicBezTo>
                    <a:pt x="9142" y="1823"/>
                    <a:pt x="9161" y="1898"/>
                    <a:pt x="9142" y="1898"/>
                  </a:cubicBezTo>
                  <a:cubicBezTo>
                    <a:pt x="9129" y="1898"/>
                    <a:pt x="9098" y="1863"/>
                    <a:pt x="9049" y="1784"/>
                  </a:cubicBezTo>
                  <a:cubicBezTo>
                    <a:pt x="8997" y="1702"/>
                    <a:pt x="8952" y="1661"/>
                    <a:pt x="8938" y="1661"/>
                  </a:cubicBezTo>
                  <a:cubicBezTo>
                    <a:pt x="8937" y="1661"/>
                    <a:pt x="8936" y="1662"/>
                    <a:pt x="8935" y="1662"/>
                  </a:cubicBezTo>
                  <a:cubicBezTo>
                    <a:pt x="8919" y="1670"/>
                    <a:pt x="8952" y="1719"/>
                    <a:pt x="8984" y="1768"/>
                  </a:cubicBezTo>
                  <a:cubicBezTo>
                    <a:pt x="9022" y="1810"/>
                    <a:pt x="9036" y="1833"/>
                    <a:pt x="9028" y="1833"/>
                  </a:cubicBezTo>
                  <a:cubicBezTo>
                    <a:pt x="9020" y="1833"/>
                    <a:pt x="8994" y="1814"/>
                    <a:pt x="8952" y="1776"/>
                  </a:cubicBezTo>
                  <a:cubicBezTo>
                    <a:pt x="8891" y="1723"/>
                    <a:pt x="8854" y="1698"/>
                    <a:pt x="8833" y="1698"/>
                  </a:cubicBezTo>
                  <a:cubicBezTo>
                    <a:pt x="8808" y="1698"/>
                    <a:pt x="8805" y="1731"/>
                    <a:pt x="8814" y="1792"/>
                  </a:cubicBezTo>
                  <a:cubicBezTo>
                    <a:pt x="8818" y="1864"/>
                    <a:pt x="8808" y="1904"/>
                    <a:pt x="8795" y="1904"/>
                  </a:cubicBezTo>
                  <a:cubicBezTo>
                    <a:pt x="8784" y="1904"/>
                    <a:pt x="8772" y="1878"/>
                    <a:pt x="8765" y="1824"/>
                  </a:cubicBezTo>
                  <a:cubicBezTo>
                    <a:pt x="8747" y="1765"/>
                    <a:pt x="8739" y="1739"/>
                    <a:pt x="8735" y="1739"/>
                  </a:cubicBezTo>
                  <a:cubicBezTo>
                    <a:pt x="8733" y="1739"/>
                    <a:pt x="8733" y="1755"/>
                    <a:pt x="8733" y="1784"/>
                  </a:cubicBezTo>
                  <a:lnTo>
                    <a:pt x="8668" y="1816"/>
                  </a:lnTo>
                  <a:cubicBezTo>
                    <a:pt x="8652" y="1824"/>
                    <a:pt x="8668" y="1881"/>
                    <a:pt x="8700" y="1930"/>
                  </a:cubicBezTo>
                  <a:cubicBezTo>
                    <a:pt x="8660" y="1881"/>
                    <a:pt x="8625" y="1849"/>
                    <a:pt x="8607" y="1849"/>
                  </a:cubicBezTo>
                  <a:cubicBezTo>
                    <a:pt x="8592" y="1849"/>
                    <a:pt x="8588" y="1870"/>
                    <a:pt x="8603" y="1922"/>
                  </a:cubicBezTo>
                  <a:lnTo>
                    <a:pt x="8579" y="1938"/>
                  </a:lnTo>
                  <a:cubicBezTo>
                    <a:pt x="8562" y="1946"/>
                    <a:pt x="8562" y="1946"/>
                    <a:pt x="8579" y="2003"/>
                  </a:cubicBezTo>
                  <a:cubicBezTo>
                    <a:pt x="8584" y="2023"/>
                    <a:pt x="8583" y="2031"/>
                    <a:pt x="8577" y="2031"/>
                  </a:cubicBezTo>
                  <a:cubicBezTo>
                    <a:pt x="8566" y="2031"/>
                    <a:pt x="8540" y="2005"/>
                    <a:pt x="8514" y="1978"/>
                  </a:cubicBezTo>
                  <a:cubicBezTo>
                    <a:pt x="8481" y="1951"/>
                    <a:pt x="8452" y="1924"/>
                    <a:pt x="8446" y="1924"/>
                  </a:cubicBezTo>
                  <a:lnTo>
                    <a:pt x="8446" y="1924"/>
                  </a:lnTo>
                  <a:cubicBezTo>
                    <a:pt x="8444" y="1924"/>
                    <a:pt x="8447" y="1930"/>
                    <a:pt x="8457" y="1946"/>
                  </a:cubicBezTo>
                  <a:cubicBezTo>
                    <a:pt x="8481" y="2003"/>
                    <a:pt x="8498" y="2059"/>
                    <a:pt x="8506" y="2116"/>
                  </a:cubicBezTo>
                  <a:cubicBezTo>
                    <a:pt x="8511" y="2135"/>
                    <a:pt x="8510" y="2144"/>
                    <a:pt x="8505" y="2144"/>
                  </a:cubicBezTo>
                  <a:cubicBezTo>
                    <a:pt x="8496" y="2144"/>
                    <a:pt x="8473" y="2113"/>
                    <a:pt x="8457" y="2076"/>
                  </a:cubicBezTo>
                  <a:cubicBezTo>
                    <a:pt x="8441" y="2035"/>
                    <a:pt x="8408" y="2011"/>
                    <a:pt x="8376" y="1995"/>
                  </a:cubicBezTo>
                  <a:cubicBezTo>
                    <a:pt x="8360" y="2003"/>
                    <a:pt x="8335" y="2019"/>
                    <a:pt x="8368" y="2068"/>
                  </a:cubicBezTo>
                  <a:cubicBezTo>
                    <a:pt x="8386" y="2103"/>
                    <a:pt x="8346" y="2139"/>
                    <a:pt x="8308" y="2139"/>
                  </a:cubicBezTo>
                  <a:cubicBezTo>
                    <a:pt x="8295" y="2139"/>
                    <a:pt x="8281" y="2135"/>
                    <a:pt x="8271" y="2124"/>
                  </a:cubicBezTo>
                  <a:lnTo>
                    <a:pt x="8246" y="2141"/>
                  </a:lnTo>
                  <a:cubicBezTo>
                    <a:pt x="8230" y="2149"/>
                    <a:pt x="8246" y="2205"/>
                    <a:pt x="8238" y="2214"/>
                  </a:cubicBezTo>
                  <a:cubicBezTo>
                    <a:pt x="8238" y="2214"/>
                    <a:pt x="8222" y="2222"/>
                    <a:pt x="8238" y="2278"/>
                  </a:cubicBezTo>
                  <a:cubicBezTo>
                    <a:pt x="8232" y="2281"/>
                    <a:pt x="8227" y="2284"/>
                    <a:pt x="8221" y="2284"/>
                  </a:cubicBezTo>
                  <a:cubicBezTo>
                    <a:pt x="8212" y="2284"/>
                    <a:pt x="8202" y="2276"/>
                    <a:pt x="8181" y="2246"/>
                  </a:cubicBezTo>
                  <a:lnTo>
                    <a:pt x="8181" y="2246"/>
                  </a:lnTo>
                  <a:cubicBezTo>
                    <a:pt x="8207" y="2301"/>
                    <a:pt x="8219" y="2327"/>
                    <a:pt x="8214" y="2327"/>
                  </a:cubicBezTo>
                  <a:cubicBezTo>
                    <a:pt x="8210" y="2327"/>
                    <a:pt x="8192" y="2305"/>
                    <a:pt x="8157" y="2262"/>
                  </a:cubicBezTo>
                  <a:cubicBezTo>
                    <a:pt x="8125" y="2214"/>
                    <a:pt x="8109" y="2190"/>
                    <a:pt x="8107" y="2190"/>
                  </a:cubicBezTo>
                  <a:lnTo>
                    <a:pt x="8107" y="2190"/>
                  </a:lnTo>
                  <a:cubicBezTo>
                    <a:pt x="8104" y="2190"/>
                    <a:pt x="8116" y="2217"/>
                    <a:pt x="8141" y="2270"/>
                  </a:cubicBezTo>
                  <a:cubicBezTo>
                    <a:pt x="8150" y="2301"/>
                    <a:pt x="8154" y="2315"/>
                    <a:pt x="8149" y="2315"/>
                  </a:cubicBezTo>
                  <a:cubicBezTo>
                    <a:pt x="8145" y="2315"/>
                    <a:pt x="8135" y="2305"/>
                    <a:pt x="8117" y="2286"/>
                  </a:cubicBezTo>
                  <a:cubicBezTo>
                    <a:pt x="8102" y="2264"/>
                    <a:pt x="8090" y="2254"/>
                    <a:pt x="8085" y="2254"/>
                  </a:cubicBezTo>
                  <a:cubicBezTo>
                    <a:pt x="8079" y="2254"/>
                    <a:pt x="8083" y="2268"/>
                    <a:pt x="8100" y="2295"/>
                  </a:cubicBezTo>
                  <a:cubicBezTo>
                    <a:pt x="8134" y="2361"/>
                    <a:pt x="8140" y="2416"/>
                    <a:pt x="8121" y="2416"/>
                  </a:cubicBezTo>
                  <a:cubicBezTo>
                    <a:pt x="8112" y="2416"/>
                    <a:pt x="8097" y="2404"/>
                    <a:pt x="8076" y="2376"/>
                  </a:cubicBezTo>
                  <a:lnTo>
                    <a:pt x="8076" y="2376"/>
                  </a:lnTo>
                  <a:cubicBezTo>
                    <a:pt x="8076" y="2376"/>
                    <a:pt x="8068" y="2384"/>
                    <a:pt x="8084" y="2432"/>
                  </a:cubicBezTo>
                  <a:cubicBezTo>
                    <a:pt x="8109" y="2486"/>
                    <a:pt x="8121" y="2513"/>
                    <a:pt x="8118" y="2513"/>
                  </a:cubicBezTo>
                  <a:cubicBezTo>
                    <a:pt x="8116" y="2513"/>
                    <a:pt x="8100" y="2488"/>
                    <a:pt x="8068" y="2441"/>
                  </a:cubicBezTo>
                  <a:cubicBezTo>
                    <a:pt x="8035" y="2404"/>
                    <a:pt x="8013" y="2385"/>
                    <a:pt x="8004" y="2385"/>
                  </a:cubicBezTo>
                  <a:cubicBezTo>
                    <a:pt x="7994" y="2385"/>
                    <a:pt x="8001" y="2412"/>
                    <a:pt x="8027" y="2465"/>
                  </a:cubicBezTo>
                  <a:cubicBezTo>
                    <a:pt x="8027" y="2465"/>
                    <a:pt x="8036" y="2496"/>
                    <a:pt x="8025" y="2496"/>
                  </a:cubicBezTo>
                  <a:cubicBezTo>
                    <a:pt x="8020" y="2496"/>
                    <a:pt x="8014" y="2492"/>
                    <a:pt x="8003" y="2481"/>
                  </a:cubicBezTo>
                  <a:cubicBezTo>
                    <a:pt x="7982" y="2469"/>
                    <a:pt x="7952" y="2461"/>
                    <a:pt x="7928" y="2461"/>
                  </a:cubicBezTo>
                  <a:cubicBezTo>
                    <a:pt x="7887" y="2461"/>
                    <a:pt x="7860" y="2482"/>
                    <a:pt x="7906" y="2538"/>
                  </a:cubicBezTo>
                  <a:lnTo>
                    <a:pt x="7881" y="2554"/>
                  </a:lnTo>
                  <a:cubicBezTo>
                    <a:pt x="7860" y="2542"/>
                    <a:pt x="7844" y="2535"/>
                    <a:pt x="7834" y="2535"/>
                  </a:cubicBezTo>
                  <a:cubicBezTo>
                    <a:pt x="7818" y="2535"/>
                    <a:pt x="7818" y="2552"/>
                    <a:pt x="7833" y="2586"/>
                  </a:cubicBezTo>
                  <a:lnTo>
                    <a:pt x="7849" y="2643"/>
                  </a:lnTo>
                  <a:cubicBezTo>
                    <a:pt x="7819" y="2599"/>
                    <a:pt x="7783" y="2561"/>
                    <a:pt x="7765" y="2561"/>
                  </a:cubicBezTo>
                  <a:cubicBezTo>
                    <a:pt x="7763" y="2561"/>
                    <a:pt x="7761" y="2561"/>
                    <a:pt x="7760" y="2562"/>
                  </a:cubicBezTo>
                  <a:cubicBezTo>
                    <a:pt x="7744" y="2570"/>
                    <a:pt x="7744" y="2570"/>
                    <a:pt x="7776" y="2619"/>
                  </a:cubicBezTo>
                  <a:cubicBezTo>
                    <a:pt x="7817" y="2659"/>
                    <a:pt x="7808" y="2668"/>
                    <a:pt x="7792" y="2676"/>
                  </a:cubicBezTo>
                  <a:cubicBezTo>
                    <a:pt x="7792" y="2676"/>
                    <a:pt x="7791" y="2677"/>
                    <a:pt x="7789" y="2677"/>
                  </a:cubicBezTo>
                  <a:cubicBezTo>
                    <a:pt x="7776" y="2677"/>
                    <a:pt x="7733" y="2639"/>
                    <a:pt x="7703" y="2595"/>
                  </a:cubicBezTo>
                  <a:lnTo>
                    <a:pt x="7695" y="2603"/>
                  </a:lnTo>
                  <a:cubicBezTo>
                    <a:pt x="7730" y="2662"/>
                    <a:pt x="7740" y="2689"/>
                    <a:pt x="7736" y="2689"/>
                  </a:cubicBezTo>
                  <a:cubicBezTo>
                    <a:pt x="7733" y="2689"/>
                    <a:pt x="7724" y="2678"/>
                    <a:pt x="7711" y="2659"/>
                  </a:cubicBezTo>
                  <a:cubicBezTo>
                    <a:pt x="7682" y="2635"/>
                    <a:pt x="7668" y="2628"/>
                    <a:pt x="7657" y="2628"/>
                  </a:cubicBezTo>
                  <a:cubicBezTo>
                    <a:pt x="7650" y="2628"/>
                    <a:pt x="7645" y="2632"/>
                    <a:pt x="7638" y="2635"/>
                  </a:cubicBezTo>
                  <a:lnTo>
                    <a:pt x="7606" y="2586"/>
                  </a:lnTo>
                  <a:cubicBezTo>
                    <a:pt x="7595" y="2576"/>
                    <a:pt x="7590" y="2571"/>
                    <a:pt x="7588" y="2571"/>
                  </a:cubicBezTo>
                  <a:lnTo>
                    <a:pt x="7588" y="2571"/>
                  </a:lnTo>
                  <a:cubicBezTo>
                    <a:pt x="7582" y="2571"/>
                    <a:pt x="7606" y="2607"/>
                    <a:pt x="7630" y="2643"/>
                  </a:cubicBezTo>
                  <a:lnTo>
                    <a:pt x="7598" y="2659"/>
                  </a:lnTo>
                  <a:cubicBezTo>
                    <a:pt x="7590" y="2668"/>
                    <a:pt x="7573" y="2676"/>
                    <a:pt x="7614" y="2716"/>
                  </a:cubicBezTo>
                  <a:cubicBezTo>
                    <a:pt x="7646" y="2765"/>
                    <a:pt x="7679" y="2813"/>
                    <a:pt x="7663" y="2822"/>
                  </a:cubicBezTo>
                  <a:cubicBezTo>
                    <a:pt x="7640" y="2777"/>
                    <a:pt x="7611" y="2732"/>
                    <a:pt x="7593" y="2732"/>
                  </a:cubicBezTo>
                  <a:cubicBezTo>
                    <a:pt x="7592" y="2732"/>
                    <a:pt x="7591" y="2732"/>
                    <a:pt x="7590" y="2732"/>
                  </a:cubicBezTo>
                  <a:cubicBezTo>
                    <a:pt x="7588" y="2733"/>
                    <a:pt x="7587" y="2733"/>
                    <a:pt x="7586" y="2733"/>
                  </a:cubicBezTo>
                  <a:cubicBezTo>
                    <a:pt x="7570" y="2733"/>
                    <a:pt x="7549" y="2692"/>
                    <a:pt x="7549" y="2692"/>
                  </a:cubicBezTo>
                  <a:cubicBezTo>
                    <a:pt x="7532" y="2655"/>
                    <a:pt x="7518" y="2641"/>
                    <a:pt x="7507" y="2641"/>
                  </a:cubicBezTo>
                  <a:cubicBezTo>
                    <a:pt x="7488" y="2641"/>
                    <a:pt x="7482" y="2688"/>
                    <a:pt x="7492" y="2724"/>
                  </a:cubicBezTo>
                  <a:cubicBezTo>
                    <a:pt x="7510" y="2785"/>
                    <a:pt x="7515" y="2816"/>
                    <a:pt x="7507" y="2816"/>
                  </a:cubicBezTo>
                  <a:cubicBezTo>
                    <a:pt x="7499" y="2816"/>
                    <a:pt x="7482" y="2794"/>
                    <a:pt x="7452" y="2749"/>
                  </a:cubicBezTo>
                  <a:cubicBezTo>
                    <a:pt x="7437" y="2724"/>
                    <a:pt x="7428" y="2712"/>
                    <a:pt x="7425" y="2712"/>
                  </a:cubicBezTo>
                  <a:lnTo>
                    <a:pt x="7425" y="2712"/>
                  </a:lnTo>
                  <a:cubicBezTo>
                    <a:pt x="7415" y="2712"/>
                    <a:pt x="7448" y="2805"/>
                    <a:pt x="7508" y="2919"/>
                  </a:cubicBezTo>
                  <a:lnTo>
                    <a:pt x="7581" y="3065"/>
                  </a:lnTo>
                  <a:lnTo>
                    <a:pt x="7492" y="2927"/>
                  </a:lnTo>
                  <a:cubicBezTo>
                    <a:pt x="7416" y="2824"/>
                    <a:pt x="7382" y="2778"/>
                    <a:pt x="7371" y="2778"/>
                  </a:cubicBezTo>
                  <a:cubicBezTo>
                    <a:pt x="7362" y="2778"/>
                    <a:pt x="7368" y="2808"/>
                    <a:pt x="7379" y="2862"/>
                  </a:cubicBezTo>
                  <a:cubicBezTo>
                    <a:pt x="7379" y="2897"/>
                    <a:pt x="7379" y="2913"/>
                    <a:pt x="7375" y="2913"/>
                  </a:cubicBezTo>
                  <a:cubicBezTo>
                    <a:pt x="7372" y="2913"/>
                    <a:pt x="7366" y="2901"/>
                    <a:pt x="7354" y="2878"/>
                  </a:cubicBezTo>
                  <a:cubicBezTo>
                    <a:pt x="7337" y="2853"/>
                    <a:pt x="7325" y="2843"/>
                    <a:pt x="7311" y="2843"/>
                  </a:cubicBezTo>
                  <a:cubicBezTo>
                    <a:pt x="7298" y="2843"/>
                    <a:pt x="7284" y="2851"/>
                    <a:pt x="7265" y="2862"/>
                  </a:cubicBezTo>
                  <a:cubicBezTo>
                    <a:pt x="7225" y="2886"/>
                    <a:pt x="7217" y="2895"/>
                    <a:pt x="7241" y="2943"/>
                  </a:cubicBezTo>
                  <a:lnTo>
                    <a:pt x="7217" y="2959"/>
                  </a:lnTo>
                  <a:cubicBezTo>
                    <a:pt x="7192" y="2929"/>
                    <a:pt x="7176" y="2917"/>
                    <a:pt x="7168" y="2917"/>
                  </a:cubicBezTo>
                  <a:cubicBezTo>
                    <a:pt x="7153" y="2917"/>
                    <a:pt x="7171" y="2965"/>
                    <a:pt x="7225" y="3024"/>
                  </a:cubicBezTo>
                  <a:lnTo>
                    <a:pt x="7192" y="3032"/>
                  </a:lnTo>
                  <a:lnTo>
                    <a:pt x="7168" y="2992"/>
                  </a:lnTo>
                  <a:cubicBezTo>
                    <a:pt x="7155" y="2973"/>
                    <a:pt x="7144" y="2964"/>
                    <a:pt x="7127" y="2964"/>
                  </a:cubicBezTo>
                  <a:cubicBezTo>
                    <a:pt x="7102" y="2964"/>
                    <a:pt x="7066" y="2985"/>
                    <a:pt x="6998" y="3024"/>
                  </a:cubicBezTo>
                  <a:cubicBezTo>
                    <a:pt x="6884" y="3089"/>
                    <a:pt x="6868" y="3097"/>
                    <a:pt x="6933" y="3195"/>
                  </a:cubicBezTo>
                  <a:cubicBezTo>
                    <a:pt x="6954" y="3250"/>
                    <a:pt x="6962" y="3279"/>
                    <a:pt x="6955" y="3279"/>
                  </a:cubicBezTo>
                  <a:cubicBezTo>
                    <a:pt x="6949" y="3279"/>
                    <a:pt x="6931" y="3256"/>
                    <a:pt x="6900" y="3211"/>
                  </a:cubicBezTo>
                  <a:cubicBezTo>
                    <a:pt x="6884" y="3178"/>
                    <a:pt x="6856" y="3148"/>
                    <a:pt x="6850" y="3148"/>
                  </a:cubicBezTo>
                  <a:lnTo>
                    <a:pt x="6850" y="3148"/>
                  </a:lnTo>
                  <a:cubicBezTo>
                    <a:pt x="6847" y="3148"/>
                    <a:pt x="6849" y="3155"/>
                    <a:pt x="6860" y="3170"/>
                  </a:cubicBezTo>
                  <a:cubicBezTo>
                    <a:pt x="6860" y="3170"/>
                    <a:pt x="6855" y="3173"/>
                    <a:pt x="6845" y="3173"/>
                  </a:cubicBezTo>
                  <a:cubicBezTo>
                    <a:pt x="6833" y="3173"/>
                    <a:pt x="6814" y="3168"/>
                    <a:pt x="6787" y="3146"/>
                  </a:cubicBezTo>
                  <a:cubicBezTo>
                    <a:pt x="6753" y="3123"/>
                    <a:pt x="6733" y="3115"/>
                    <a:pt x="6723" y="3115"/>
                  </a:cubicBezTo>
                  <a:cubicBezTo>
                    <a:pt x="6703" y="3115"/>
                    <a:pt x="6717" y="3146"/>
                    <a:pt x="6738" y="3178"/>
                  </a:cubicBezTo>
                  <a:cubicBezTo>
                    <a:pt x="6770" y="3218"/>
                    <a:pt x="6779" y="3232"/>
                    <a:pt x="6775" y="3232"/>
                  </a:cubicBezTo>
                  <a:cubicBezTo>
                    <a:pt x="6770" y="3232"/>
                    <a:pt x="6745" y="3209"/>
                    <a:pt x="6722" y="3186"/>
                  </a:cubicBezTo>
                  <a:cubicBezTo>
                    <a:pt x="6695" y="3159"/>
                    <a:pt x="6664" y="3132"/>
                    <a:pt x="6656" y="3132"/>
                  </a:cubicBezTo>
                  <a:cubicBezTo>
                    <a:pt x="6653" y="3132"/>
                    <a:pt x="6655" y="3138"/>
                    <a:pt x="6665" y="3154"/>
                  </a:cubicBezTo>
                  <a:cubicBezTo>
                    <a:pt x="6676" y="3193"/>
                    <a:pt x="6657" y="3252"/>
                    <a:pt x="6622" y="3252"/>
                  </a:cubicBezTo>
                  <a:cubicBezTo>
                    <a:pt x="6606" y="3252"/>
                    <a:pt x="6588" y="3241"/>
                    <a:pt x="6568" y="3211"/>
                  </a:cubicBezTo>
                  <a:lnTo>
                    <a:pt x="6544" y="3227"/>
                  </a:lnTo>
                  <a:cubicBezTo>
                    <a:pt x="6576" y="3276"/>
                    <a:pt x="6552" y="3292"/>
                    <a:pt x="6519" y="3308"/>
                  </a:cubicBezTo>
                  <a:cubicBezTo>
                    <a:pt x="6509" y="3315"/>
                    <a:pt x="6500" y="3321"/>
                    <a:pt x="6491" y="3321"/>
                  </a:cubicBezTo>
                  <a:cubicBezTo>
                    <a:pt x="6479" y="3321"/>
                    <a:pt x="6468" y="3311"/>
                    <a:pt x="6454" y="3284"/>
                  </a:cubicBezTo>
                  <a:cubicBezTo>
                    <a:pt x="6444" y="3258"/>
                    <a:pt x="6436" y="3246"/>
                    <a:pt x="6431" y="3246"/>
                  </a:cubicBezTo>
                  <a:cubicBezTo>
                    <a:pt x="6424" y="3246"/>
                    <a:pt x="6422" y="3264"/>
                    <a:pt x="6422" y="3300"/>
                  </a:cubicBezTo>
                  <a:cubicBezTo>
                    <a:pt x="6414" y="3308"/>
                    <a:pt x="6463" y="3413"/>
                    <a:pt x="6446" y="3422"/>
                  </a:cubicBezTo>
                  <a:cubicBezTo>
                    <a:pt x="6479" y="3470"/>
                    <a:pt x="6495" y="3527"/>
                    <a:pt x="6479" y="3535"/>
                  </a:cubicBezTo>
                  <a:lnTo>
                    <a:pt x="6446" y="3486"/>
                  </a:lnTo>
                  <a:cubicBezTo>
                    <a:pt x="6422" y="3438"/>
                    <a:pt x="6390" y="3389"/>
                    <a:pt x="6390" y="3389"/>
                  </a:cubicBezTo>
                  <a:cubicBezTo>
                    <a:pt x="6373" y="3397"/>
                    <a:pt x="6365" y="3405"/>
                    <a:pt x="6390" y="3454"/>
                  </a:cubicBezTo>
                  <a:cubicBezTo>
                    <a:pt x="6368" y="3432"/>
                    <a:pt x="6353" y="3424"/>
                    <a:pt x="6340" y="3424"/>
                  </a:cubicBezTo>
                  <a:cubicBezTo>
                    <a:pt x="6329" y="3424"/>
                    <a:pt x="6320" y="3430"/>
                    <a:pt x="6309" y="3438"/>
                  </a:cubicBezTo>
                  <a:cubicBezTo>
                    <a:pt x="6276" y="3446"/>
                    <a:pt x="6260" y="3495"/>
                    <a:pt x="6276" y="3527"/>
                  </a:cubicBezTo>
                  <a:cubicBezTo>
                    <a:pt x="6247" y="3495"/>
                    <a:pt x="6218" y="3480"/>
                    <a:pt x="6196" y="3480"/>
                  </a:cubicBezTo>
                  <a:cubicBezTo>
                    <a:pt x="6157" y="3480"/>
                    <a:pt x="6137" y="3525"/>
                    <a:pt x="6163" y="3592"/>
                  </a:cubicBezTo>
                  <a:cubicBezTo>
                    <a:pt x="6181" y="3619"/>
                    <a:pt x="6186" y="3634"/>
                    <a:pt x="6179" y="3634"/>
                  </a:cubicBezTo>
                  <a:cubicBezTo>
                    <a:pt x="6173" y="3634"/>
                    <a:pt x="6159" y="3626"/>
                    <a:pt x="6138" y="3608"/>
                  </a:cubicBezTo>
                  <a:cubicBezTo>
                    <a:pt x="6120" y="3589"/>
                    <a:pt x="6110" y="3579"/>
                    <a:pt x="6106" y="3579"/>
                  </a:cubicBezTo>
                  <a:lnTo>
                    <a:pt x="6106" y="3579"/>
                  </a:lnTo>
                  <a:cubicBezTo>
                    <a:pt x="6101" y="3579"/>
                    <a:pt x="6105" y="3593"/>
                    <a:pt x="6114" y="3624"/>
                  </a:cubicBezTo>
                  <a:cubicBezTo>
                    <a:pt x="6120" y="3642"/>
                    <a:pt x="6118" y="3649"/>
                    <a:pt x="6112" y="3649"/>
                  </a:cubicBezTo>
                  <a:cubicBezTo>
                    <a:pt x="6100" y="3649"/>
                    <a:pt x="6072" y="3626"/>
                    <a:pt x="6041" y="3600"/>
                  </a:cubicBezTo>
                  <a:cubicBezTo>
                    <a:pt x="6002" y="3553"/>
                    <a:pt x="5980" y="3533"/>
                    <a:pt x="5970" y="3533"/>
                  </a:cubicBezTo>
                  <a:cubicBezTo>
                    <a:pt x="5962" y="3533"/>
                    <a:pt x="5965" y="3549"/>
                    <a:pt x="5976" y="3576"/>
                  </a:cubicBezTo>
                  <a:cubicBezTo>
                    <a:pt x="5976" y="3640"/>
                    <a:pt x="5952" y="3657"/>
                    <a:pt x="5936" y="3665"/>
                  </a:cubicBezTo>
                  <a:cubicBezTo>
                    <a:pt x="5944" y="3722"/>
                    <a:pt x="5927" y="3730"/>
                    <a:pt x="5968" y="3770"/>
                  </a:cubicBezTo>
                  <a:cubicBezTo>
                    <a:pt x="5992" y="3803"/>
                    <a:pt x="6009" y="3843"/>
                    <a:pt x="6017" y="3876"/>
                  </a:cubicBezTo>
                  <a:cubicBezTo>
                    <a:pt x="6020" y="3901"/>
                    <a:pt x="6017" y="3909"/>
                    <a:pt x="6013" y="3909"/>
                  </a:cubicBezTo>
                  <a:cubicBezTo>
                    <a:pt x="6007" y="3909"/>
                    <a:pt x="5999" y="3889"/>
                    <a:pt x="6009" y="3884"/>
                  </a:cubicBezTo>
                  <a:cubicBezTo>
                    <a:pt x="6000" y="3819"/>
                    <a:pt x="5984" y="3827"/>
                    <a:pt x="5944" y="3786"/>
                  </a:cubicBezTo>
                  <a:cubicBezTo>
                    <a:pt x="5923" y="3766"/>
                    <a:pt x="5905" y="3760"/>
                    <a:pt x="5891" y="3760"/>
                  </a:cubicBezTo>
                  <a:cubicBezTo>
                    <a:pt x="5877" y="3760"/>
                    <a:pt x="5867" y="3766"/>
                    <a:pt x="5863" y="3770"/>
                  </a:cubicBezTo>
                  <a:lnTo>
                    <a:pt x="5806" y="3803"/>
                  </a:lnTo>
                  <a:cubicBezTo>
                    <a:pt x="5780" y="3794"/>
                    <a:pt x="5762" y="3789"/>
                    <a:pt x="5751" y="3789"/>
                  </a:cubicBezTo>
                  <a:cubicBezTo>
                    <a:pt x="5732" y="3789"/>
                    <a:pt x="5736" y="3804"/>
                    <a:pt x="5757" y="3835"/>
                  </a:cubicBezTo>
                  <a:lnTo>
                    <a:pt x="5782" y="3884"/>
                  </a:lnTo>
                  <a:cubicBezTo>
                    <a:pt x="5761" y="3858"/>
                    <a:pt x="5734" y="3847"/>
                    <a:pt x="5708" y="3847"/>
                  </a:cubicBezTo>
                  <a:cubicBezTo>
                    <a:pt x="5644" y="3847"/>
                    <a:pt x="5582" y="3914"/>
                    <a:pt x="5611" y="3989"/>
                  </a:cubicBezTo>
                  <a:lnTo>
                    <a:pt x="5611" y="3989"/>
                  </a:lnTo>
                  <a:cubicBezTo>
                    <a:pt x="5603" y="3976"/>
                    <a:pt x="5591" y="3958"/>
                    <a:pt x="5579" y="3940"/>
                  </a:cubicBezTo>
                  <a:cubicBezTo>
                    <a:pt x="5560" y="3913"/>
                    <a:pt x="5550" y="3904"/>
                    <a:pt x="5540" y="3904"/>
                  </a:cubicBezTo>
                  <a:cubicBezTo>
                    <a:pt x="5532" y="3904"/>
                    <a:pt x="5525" y="3909"/>
                    <a:pt x="5514" y="3916"/>
                  </a:cubicBezTo>
                  <a:cubicBezTo>
                    <a:pt x="5498" y="3924"/>
                    <a:pt x="5473" y="4005"/>
                    <a:pt x="5433" y="4030"/>
                  </a:cubicBezTo>
                  <a:cubicBezTo>
                    <a:pt x="5384" y="4062"/>
                    <a:pt x="5344" y="4086"/>
                    <a:pt x="5368" y="4135"/>
                  </a:cubicBezTo>
                  <a:cubicBezTo>
                    <a:pt x="5366" y="4137"/>
                    <a:pt x="5364" y="4139"/>
                    <a:pt x="5362" y="4139"/>
                  </a:cubicBezTo>
                  <a:cubicBezTo>
                    <a:pt x="5357" y="4139"/>
                    <a:pt x="5351" y="4129"/>
                    <a:pt x="5327" y="4094"/>
                  </a:cubicBezTo>
                  <a:cubicBezTo>
                    <a:pt x="5317" y="4058"/>
                    <a:pt x="5307" y="4048"/>
                    <a:pt x="5298" y="4048"/>
                  </a:cubicBezTo>
                  <a:cubicBezTo>
                    <a:pt x="5294" y="4048"/>
                    <a:pt x="5290" y="4051"/>
                    <a:pt x="5287" y="4054"/>
                  </a:cubicBezTo>
                  <a:cubicBezTo>
                    <a:pt x="5271" y="4062"/>
                    <a:pt x="5303" y="4111"/>
                    <a:pt x="5336" y="4159"/>
                  </a:cubicBezTo>
                  <a:cubicBezTo>
                    <a:pt x="5350" y="4189"/>
                    <a:pt x="5353" y="4203"/>
                    <a:pt x="5341" y="4203"/>
                  </a:cubicBezTo>
                  <a:cubicBezTo>
                    <a:pt x="5333" y="4203"/>
                    <a:pt x="5318" y="4197"/>
                    <a:pt x="5295" y="4184"/>
                  </a:cubicBezTo>
                  <a:cubicBezTo>
                    <a:pt x="5282" y="4172"/>
                    <a:pt x="5266" y="4167"/>
                    <a:pt x="5251" y="4167"/>
                  </a:cubicBezTo>
                  <a:cubicBezTo>
                    <a:pt x="5212" y="4167"/>
                    <a:pt x="5176" y="4202"/>
                    <a:pt x="5182" y="4249"/>
                  </a:cubicBezTo>
                  <a:cubicBezTo>
                    <a:pt x="5178" y="4252"/>
                    <a:pt x="5174" y="4255"/>
                    <a:pt x="5168" y="4255"/>
                  </a:cubicBezTo>
                  <a:cubicBezTo>
                    <a:pt x="5159" y="4255"/>
                    <a:pt x="5145" y="4246"/>
                    <a:pt x="5125" y="4216"/>
                  </a:cubicBezTo>
                  <a:cubicBezTo>
                    <a:pt x="5105" y="4196"/>
                    <a:pt x="5081" y="4179"/>
                    <a:pt x="5066" y="4179"/>
                  </a:cubicBezTo>
                  <a:cubicBezTo>
                    <a:pt x="5050" y="4179"/>
                    <a:pt x="5043" y="4198"/>
                    <a:pt x="5060" y="4257"/>
                  </a:cubicBezTo>
                  <a:cubicBezTo>
                    <a:pt x="5058" y="4259"/>
                    <a:pt x="5056" y="4261"/>
                    <a:pt x="5054" y="4261"/>
                  </a:cubicBezTo>
                  <a:cubicBezTo>
                    <a:pt x="5049" y="4261"/>
                    <a:pt x="5042" y="4251"/>
                    <a:pt x="5019" y="4216"/>
                  </a:cubicBezTo>
                  <a:cubicBezTo>
                    <a:pt x="4993" y="4194"/>
                    <a:pt x="4973" y="4169"/>
                    <a:pt x="4969" y="4169"/>
                  </a:cubicBezTo>
                  <a:lnTo>
                    <a:pt x="4969" y="4169"/>
                  </a:lnTo>
                  <a:cubicBezTo>
                    <a:pt x="4966" y="4169"/>
                    <a:pt x="4973" y="4185"/>
                    <a:pt x="4995" y="4232"/>
                  </a:cubicBezTo>
                  <a:cubicBezTo>
                    <a:pt x="4995" y="4278"/>
                    <a:pt x="4975" y="4303"/>
                    <a:pt x="4944" y="4303"/>
                  </a:cubicBezTo>
                  <a:cubicBezTo>
                    <a:pt x="4930" y="4303"/>
                    <a:pt x="4915" y="4299"/>
                    <a:pt x="4898" y="4289"/>
                  </a:cubicBezTo>
                  <a:lnTo>
                    <a:pt x="4898" y="4289"/>
                  </a:lnTo>
                  <a:cubicBezTo>
                    <a:pt x="4882" y="4297"/>
                    <a:pt x="4873" y="4305"/>
                    <a:pt x="4906" y="4346"/>
                  </a:cubicBezTo>
                  <a:cubicBezTo>
                    <a:pt x="4923" y="4380"/>
                    <a:pt x="4944" y="4415"/>
                    <a:pt x="4944" y="4415"/>
                  </a:cubicBezTo>
                  <a:cubicBezTo>
                    <a:pt x="4944" y="4415"/>
                    <a:pt x="4940" y="4409"/>
                    <a:pt x="4930" y="4394"/>
                  </a:cubicBezTo>
                  <a:cubicBezTo>
                    <a:pt x="4895" y="4356"/>
                    <a:pt x="4877" y="4336"/>
                    <a:pt x="4873" y="4336"/>
                  </a:cubicBezTo>
                  <a:lnTo>
                    <a:pt x="4873" y="4336"/>
                  </a:lnTo>
                  <a:cubicBezTo>
                    <a:pt x="4868" y="4336"/>
                    <a:pt x="4880" y="4360"/>
                    <a:pt x="4906" y="4411"/>
                  </a:cubicBezTo>
                  <a:cubicBezTo>
                    <a:pt x="4923" y="4437"/>
                    <a:pt x="4927" y="4451"/>
                    <a:pt x="4921" y="4451"/>
                  </a:cubicBezTo>
                  <a:cubicBezTo>
                    <a:pt x="4916" y="4451"/>
                    <a:pt x="4905" y="4441"/>
                    <a:pt x="4890" y="4419"/>
                  </a:cubicBezTo>
                  <a:cubicBezTo>
                    <a:pt x="4861" y="4390"/>
                    <a:pt x="4844" y="4386"/>
                    <a:pt x="4837" y="4386"/>
                  </a:cubicBezTo>
                  <a:cubicBezTo>
                    <a:pt x="4834" y="4386"/>
                    <a:pt x="4833" y="4386"/>
                    <a:pt x="4833" y="4386"/>
                  </a:cubicBezTo>
                  <a:cubicBezTo>
                    <a:pt x="4825" y="4394"/>
                    <a:pt x="4784" y="4484"/>
                    <a:pt x="4719" y="4524"/>
                  </a:cubicBezTo>
                  <a:cubicBezTo>
                    <a:pt x="4614" y="4589"/>
                    <a:pt x="4573" y="4613"/>
                    <a:pt x="4606" y="4662"/>
                  </a:cubicBezTo>
                  <a:cubicBezTo>
                    <a:pt x="4615" y="4693"/>
                    <a:pt x="4619" y="4707"/>
                    <a:pt x="4613" y="4707"/>
                  </a:cubicBezTo>
                  <a:cubicBezTo>
                    <a:pt x="4608" y="4707"/>
                    <a:pt x="4596" y="4697"/>
                    <a:pt x="4573" y="4678"/>
                  </a:cubicBezTo>
                  <a:cubicBezTo>
                    <a:pt x="4549" y="4654"/>
                    <a:pt x="4534" y="4647"/>
                    <a:pt x="4524" y="4647"/>
                  </a:cubicBezTo>
                  <a:cubicBezTo>
                    <a:pt x="4517" y="4647"/>
                    <a:pt x="4512" y="4651"/>
                    <a:pt x="4509" y="4654"/>
                  </a:cubicBezTo>
                  <a:cubicBezTo>
                    <a:pt x="4502" y="4657"/>
                    <a:pt x="4496" y="4660"/>
                    <a:pt x="4490" y="4660"/>
                  </a:cubicBezTo>
                  <a:cubicBezTo>
                    <a:pt x="4479" y="4660"/>
                    <a:pt x="4467" y="4652"/>
                    <a:pt x="4452" y="4621"/>
                  </a:cubicBezTo>
                  <a:lnTo>
                    <a:pt x="4452" y="4621"/>
                  </a:lnTo>
                  <a:cubicBezTo>
                    <a:pt x="4468" y="4678"/>
                    <a:pt x="4468" y="4678"/>
                    <a:pt x="4452" y="4686"/>
                  </a:cubicBezTo>
                  <a:cubicBezTo>
                    <a:pt x="4437" y="4665"/>
                    <a:pt x="4428" y="4654"/>
                    <a:pt x="4423" y="4654"/>
                  </a:cubicBezTo>
                  <a:cubicBezTo>
                    <a:pt x="4417" y="4654"/>
                    <a:pt x="4418" y="4671"/>
                    <a:pt x="4428" y="4703"/>
                  </a:cubicBezTo>
                  <a:cubicBezTo>
                    <a:pt x="4452" y="4756"/>
                    <a:pt x="4464" y="4783"/>
                    <a:pt x="4462" y="4783"/>
                  </a:cubicBezTo>
                  <a:cubicBezTo>
                    <a:pt x="4459" y="4783"/>
                    <a:pt x="4443" y="4758"/>
                    <a:pt x="4411" y="4711"/>
                  </a:cubicBezTo>
                  <a:cubicBezTo>
                    <a:pt x="4396" y="4679"/>
                    <a:pt x="4359" y="4658"/>
                    <a:pt x="4347" y="4658"/>
                  </a:cubicBezTo>
                  <a:cubicBezTo>
                    <a:pt x="4340" y="4658"/>
                    <a:pt x="4340" y="4664"/>
                    <a:pt x="4355" y="4678"/>
                  </a:cubicBezTo>
                  <a:cubicBezTo>
                    <a:pt x="4387" y="4727"/>
                    <a:pt x="4363" y="4743"/>
                    <a:pt x="4379" y="4800"/>
                  </a:cubicBezTo>
                  <a:cubicBezTo>
                    <a:pt x="4373" y="4803"/>
                    <a:pt x="4368" y="4806"/>
                    <a:pt x="4362" y="4806"/>
                  </a:cubicBezTo>
                  <a:cubicBezTo>
                    <a:pt x="4353" y="4806"/>
                    <a:pt x="4342" y="4798"/>
                    <a:pt x="4322" y="4767"/>
                  </a:cubicBezTo>
                  <a:cubicBezTo>
                    <a:pt x="4314" y="4760"/>
                    <a:pt x="4306" y="4757"/>
                    <a:pt x="4298" y="4757"/>
                  </a:cubicBezTo>
                  <a:cubicBezTo>
                    <a:pt x="4264" y="4757"/>
                    <a:pt x="4244" y="4826"/>
                    <a:pt x="4257" y="4873"/>
                  </a:cubicBezTo>
                  <a:cubicBezTo>
                    <a:pt x="4275" y="4899"/>
                    <a:pt x="4278" y="4914"/>
                    <a:pt x="4272" y="4914"/>
                  </a:cubicBezTo>
                  <a:cubicBezTo>
                    <a:pt x="4267" y="4914"/>
                    <a:pt x="4256" y="4903"/>
                    <a:pt x="4241" y="4881"/>
                  </a:cubicBezTo>
                  <a:cubicBezTo>
                    <a:pt x="4226" y="4851"/>
                    <a:pt x="4214" y="4842"/>
                    <a:pt x="4203" y="4842"/>
                  </a:cubicBezTo>
                  <a:cubicBezTo>
                    <a:pt x="4197" y="4842"/>
                    <a:pt x="4190" y="4845"/>
                    <a:pt x="4184" y="4849"/>
                  </a:cubicBezTo>
                  <a:cubicBezTo>
                    <a:pt x="4189" y="4867"/>
                    <a:pt x="4191" y="4874"/>
                    <a:pt x="4188" y="4874"/>
                  </a:cubicBezTo>
                  <a:cubicBezTo>
                    <a:pt x="4184" y="4874"/>
                    <a:pt x="4166" y="4841"/>
                    <a:pt x="4144" y="4808"/>
                  </a:cubicBezTo>
                  <a:cubicBezTo>
                    <a:pt x="4134" y="4775"/>
                    <a:pt x="4125" y="4764"/>
                    <a:pt x="4113" y="4764"/>
                  </a:cubicBezTo>
                  <a:cubicBezTo>
                    <a:pt x="4106" y="4764"/>
                    <a:pt x="4097" y="4769"/>
                    <a:pt x="4087" y="4776"/>
                  </a:cubicBezTo>
                  <a:cubicBezTo>
                    <a:pt x="4103" y="4832"/>
                    <a:pt x="4046" y="4865"/>
                    <a:pt x="4014" y="4889"/>
                  </a:cubicBezTo>
                  <a:cubicBezTo>
                    <a:pt x="3941" y="4930"/>
                    <a:pt x="3957" y="4978"/>
                    <a:pt x="3998" y="5092"/>
                  </a:cubicBezTo>
                  <a:lnTo>
                    <a:pt x="4046" y="5197"/>
                  </a:lnTo>
                  <a:lnTo>
                    <a:pt x="3982" y="5100"/>
                  </a:lnTo>
                  <a:cubicBezTo>
                    <a:pt x="3949" y="5051"/>
                    <a:pt x="3876" y="4970"/>
                    <a:pt x="3876" y="4970"/>
                  </a:cubicBezTo>
                  <a:lnTo>
                    <a:pt x="3876" y="4970"/>
                  </a:lnTo>
                  <a:cubicBezTo>
                    <a:pt x="3860" y="4978"/>
                    <a:pt x="3892" y="5019"/>
                    <a:pt x="3925" y="5067"/>
                  </a:cubicBezTo>
                  <a:cubicBezTo>
                    <a:pt x="3944" y="5097"/>
                    <a:pt x="3946" y="5111"/>
                    <a:pt x="3932" y="5111"/>
                  </a:cubicBezTo>
                  <a:cubicBezTo>
                    <a:pt x="3923" y="5111"/>
                    <a:pt x="3907" y="5105"/>
                    <a:pt x="3884" y="5092"/>
                  </a:cubicBezTo>
                  <a:cubicBezTo>
                    <a:pt x="3862" y="5079"/>
                    <a:pt x="3847" y="5073"/>
                    <a:pt x="3837" y="5073"/>
                  </a:cubicBezTo>
                  <a:cubicBezTo>
                    <a:pt x="3821" y="5073"/>
                    <a:pt x="3821" y="5089"/>
                    <a:pt x="3836" y="5124"/>
                  </a:cubicBezTo>
                  <a:cubicBezTo>
                    <a:pt x="3829" y="5127"/>
                    <a:pt x="3822" y="5131"/>
                    <a:pt x="3814" y="5131"/>
                  </a:cubicBezTo>
                  <a:cubicBezTo>
                    <a:pt x="3802" y="5131"/>
                    <a:pt x="3787" y="5124"/>
                    <a:pt x="3763" y="5100"/>
                  </a:cubicBezTo>
                  <a:lnTo>
                    <a:pt x="3763" y="5100"/>
                  </a:lnTo>
                  <a:cubicBezTo>
                    <a:pt x="3746" y="5108"/>
                    <a:pt x="3746" y="5108"/>
                    <a:pt x="3779" y="5157"/>
                  </a:cubicBezTo>
                  <a:cubicBezTo>
                    <a:pt x="3797" y="5184"/>
                    <a:pt x="3800" y="5199"/>
                    <a:pt x="3792" y="5199"/>
                  </a:cubicBezTo>
                  <a:cubicBezTo>
                    <a:pt x="3785" y="5199"/>
                    <a:pt x="3772" y="5190"/>
                    <a:pt x="3755" y="5173"/>
                  </a:cubicBezTo>
                  <a:cubicBezTo>
                    <a:pt x="3719" y="5130"/>
                    <a:pt x="3691" y="5113"/>
                    <a:pt x="3675" y="5113"/>
                  </a:cubicBezTo>
                  <a:cubicBezTo>
                    <a:pt x="3658" y="5113"/>
                    <a:pt x="3653" y="5132"/>
                    <a:pt x="3665" y="5157"/>
                  </a:cubicBezTo>
                  <a:cubicBezTo>
                    <a:pt x="3698" y="5205"/>
                    <a:pt x="3682" y="5213"/>
                    <a:pt x="3673" y="5221"/>
                  </a:cubicBezTo>
                  <a:cubicBezTo>
                    <a:pt x="3657" y="5230"/>
                    <a:pt x="3649" y="5238"/>
                    <a:pt x="3665" y="5294"/>
                  </a:cubicBezTo>
                  <a:lnTo>
                    <a:pt x="3633" y="5311"/>
                  </a:lnTo>
                  <a:cubicBezTo>
                    <a:pt x="3632" y="5311"/>
                    <a:pt x="3632" y="5311"/>
                    <a:pt x="3631" y="5311"/>
                  </a:cubicBezTo>
                  <a:cubicBezTo>
                    <a:pt x="3623" y="5311"/>
                    <a:pt x="3609" y="5261"/>
                    <a:pt x="3617" y="5254"/>
                  </a:cubicBezTo>
                  <a:lnTo>
                    <a:pt x="3576" y="5213"/>
                  </a:lnTo>
                  <a:cubicBezTo>
                    <a:pt x="3552" y="5230"/>
                    <a:pt x="3536" y="5238"/>
                    <a:pt x="3552" y="5294"/>
                  </a:cubicBezTo>
                  <a:cubicBezTo>
                    <a:pt x="3577" y="5348"/>
                    <a:pt x="3589" y="5375"/>
                    <a:pt x="3586" y="5375"/>
                  </a:cubicBezTo>
                  <a:cubicBezTo>
                    <a:pt x="3584" y="5375"/>
                    <a:pt x="3567" y="5350"/>
                    <a:pt x="3536" y="5303"/>
                  </a:cubicBezTo>
                  <a:cubicBezTo>
                    <a:pt x="3520" y="5271"/>
                    <a:pt x="3494" y="5242"/>
                    <a:pt x="3482" y="5242"/>
                  </a:cubicBezTo>
                  <a:cubicBezTo>
                    <a:pt x="3475" y="5242"/>
                    <a:pt x="3473" y="5250"/>
                    <a:pt x="3479" y="5270"/>
                  </a:cubicBezTo>
                  <a:cubicBezTo>
                    <a:pt x="3501" y="5319"/>
                    <a:pt x="3505" y="5336"/>
                    <a:pt x="3499" y="5336"/>
                  </a:cubicBezTo>
                  <a:cubicBezTo>
                    <a:pt x="3492" y="5336"/>
                    <a:pt x="3472" y="5313"/>
                    <a:pt x="3455" y="5286"/>
                  </a:cubicBezTo>
                  <a:cubicBezTo>
                    <a:pt x="3432" y="5236"/>
                    <a:pt x="3419" y="5210"/>
                    <a:pt x="3414" y="5210"/>
                  </a:cubicBezTo>
                  <a:lnTo>
                    <a:pt x="3414" y="5210"/>
                  </a:lnTo>
                  <a:cubicBezTo>
                    <a:pt x="3408" y="5210"/>
                    <a:pt x="3410" y="5242"/>
                    <a:pt x="3414" y="5311"/>
                  </a:cubicBezTo>
                  <a:cubicBezTo>
                    <a:pt x="3390" y="5327"/>
                    <a:pt x="3365" y="5408"/>
                    <a:pt x="3325" y="5432"/>
                  </a:cubicBezTo>
                  <a:cubicBezTo>
                    <a:pt x="3297" y="5451"/>
                    <a:pt x="3274" y="5464"/>
                    <a:pt x="3252" y="5464"/>
                  </a:cubicBezTo>
                  <a:cubicBezTo>
                    <a:pt x="3236" y="5464"/>
                    <a:pt x="3220" y="5457"/>
                    <a:pt x="3203" y="5440"/>
                  </a:cubicBezTo>
                  <a:cubicBezTo>
                    <a:pt x="3196" y="5430"/>
                    <a:pt x="3190" y="5421"/>
                    <a:pt x="3185" y="5413"/>
                  </a:cubicBezTo>
                  <a:lnTo>
                    <a:pt x="3185" y="5413"/>
                  </a:lnTo>
                  <a:cubicBezTo>
                    <a:pt x="3233" y="5490"/>
                    <a:pt x="3216" y="5499"/>
                    <a:pt x="3179" y="5521"/>
                  </a:cubicBezTo>
                  <a:cubicBezTo>
                    <a:pt x="3168" y="5518"/>
                    <a:pt x="3159" y="5516"/>
                    <a:pt x="3151" y="5516"/>
                  </a:cubicBezTo>
                  <a:cubicBezTo>
                    <a:pt x="3109" y="5516"/>
                    <a:pt x="3116" y="5569"/>
                    <a:pt x="3130" y="5611"/>
                  </a:cubicBezTo>
                  <a:lnTo>
                    <a:pt x="3155" y="5594"/>
                  </a:lnTo>
                  <a:cubicBezTo>
                    <a:pt x="3198" y="5659"/>
                    <a:pt x="3205" y="5685"/>
                    <a:pt x="3188" y="5685"/>
                  </a:cubicBezTo>
                  <a:cubicBezTo>
                    <a:pt x="3180" y="5685"/>
                    <a:pt x="3165" y="5678"/>
                    <a:pt x="3146" y="5667"/>
                  </a:cubicBezTo>
                  <a:cubicBezTo>
                    <a:pt x="3145" y="5668"/>
                    <a:pt x="3144" y="5668"/>
                    <a:pt x="3143" y="5668"/>
                  </a:cubicBezTo>
                  <a:cubicBezTo>
                    <a:pt x="3127" y="5668"/>
                    <a:pt x="3104" y="5624"/>
                    <a:pt x="3074" y="5586"/>
                  </a:cubicBezTo>
                  <a:cubicBezTo>
                    <a:pt x="3044" y="5542"/>
                    <a:pt x="3007" y="5504"/>
                    <a:pt x="2989" y="5504"/>
                  </a:cubicBezTo>
                  <a:cubicBezTo>
                    <a:pt x="2987" y="5504"/>
                    <a:pt x="2986" y="5505"/>
                    <a:pt x="2984" y="5505"/>
                  </a:cubicBezTo>
                  <a:cubicBezTo>
                    <a:pt x="2976" y="5513"/>
                    <a:pt x="2960" y="5521"/>
                    <a:pt x="3001" y="5562"/>
                  </a:cubicBezTo>
                  <a:cubicBezTo>
                    <a:pt x="3033" y="5611"/>
                    <a:pt x="3033" y="5611"/>
                    <a:pt x="3017" y="5611"/>
                  </a:cubicBezTo>
                  <a:cubicBezTo>
                    <a:pt x="3009" y="5619"/>
                    <a:pt x="2992" y="5627"/>
                    <a:pt x="3009" y="5684"/>
                  </a:cubicBezTo>
                  <a:cubicBezTo>
                    <a:pt x="3041" y="5732"/>
                    <a:pt x="3025" y="5740"/>
                    <a:pt x="3017" y="5748"/>
                  </a:cubicBezTo>
                  <a:cubicBezTo>
                    <a:pt x="2990" y="5726"/>
                    <a:pt x="2970" y="5721"/>
                    <a:pt x="2958" y="5721"/>
                  </a:cubicBezTo>
                  <a:cubicBezTo>
                    <a:pt x="2949" y="5721"/>
                    <a:pt x="2944" y="5724"/>
                    <a:pt x="2944" y="5724"/>
                  </a:cubicBezTo>
                  <a:lnTo>
                    <a:pt x="2944" y="5724"/>
                  </a:lnTo>
                  <a:cubicBezTo>
                    <a:pt x="2935" y="5711"/>
                    <a:pt x="2923" y="5693"/>
                    <a:pt x="2911" y="5676"/>
                  </a:cubicBezTo>
                  <a:cubicBezTo>
                    <a:pt x="2895" y="5643"/>
                    <a:pt x="2871" y="5619"/>
                    <a:pt x="2838" y="5594"/>
                  </a:cubicBezTo>
                  <a:lnTo>
                    <a:pt x="2838" y="5594"/>
                  </a:lnTo>
                  <a:cubicBezTo>
                    <a:pt x="2822" y="5603"/>
                    <a:pt x="2855" y="5643"/>
                    <a:pt x="2855" y="5643"/>
                  </a:cubicBezTo>
                  <a:cubicBezTo>
                    <a:pt x="2887" y="5692"/>
                    <a:pt x="2571" y="5886"/>
                    <a:pt x="2530" y="5911"/>
                  </a:cubicBezTo>
                  <a:cubicBezTo>
                    <a:pt x="2512" y="5900"/>
                    <a:pt x="2495" y="5896"/>
                    <a:pt x="2483" y="5896"/>
                  </a:cubicBezTo>
                  <a:cubicBezTo>
                    <a:pt x="2456" y="5896"/>
                    <a:pt x="2446" y="5916"/>
                    <a:pt x="2474" y="5943"/>
                  </a:cubicBezTo>
                  <a:cubicBezTo>
                    <a:pt x="2506" y="5992"/>
                    <a:pt x="2441" y="6032"/>
                    <a:pt x="2360" y="6081"/>
                  </a:cubicBezTo>
                  <a:cubicBezTo>
                    <a:pt x="2263" y="6138"/>
                    <a:pt x="2198" y="6178"/>
                    <a:pt x="2230" y="6227"/>
                  </a:cubicBezTo>
                  <a:lnTo>
                    <a:pt x="2190" y="6243"/>
                  </a:lnTo>
                  <a:cubicBezTo>
                    <a:pt x="2165" y="6259"/>
                    <a:pt x="2165" y="6324"/>
                    <a:pt x="2149" y="6332"/>
                  </a:cubicBezTo>
                  <a:cubicBezTo>
                    <a:pt x="2162" y="6363"/>
                    <a:pt x="2164" y="6379"/>
                    <a:pt x="2160" y="6379"/>
                  </a:cubicBezTo>
                  <a:cubicBezTo>
                    <a:pt x="2156" y="6379"/>
                    <a:pt x="2149" y="6367"/>
                    <a:pt x="2141" y="6340"/>
                  </a:cubicBezTo>
                  <a:cubicBezTo>
                    <a:pt x="2109" y="6292"/>
                    <a:pt x="2076" y="6251"/>
                    <a:pt x="2068" y="6251"/>
                  </a:cubicBezTo>
                  <a:lnTo>
                    <a:pt x="2068" y="6251"/>
                  </a:lnTo>
                  <a:cubicBezTo>
                    <a:pt x="2036" y="6267"/>
                    <a:pt x="2068" y="6316"/>
                    <a:pt x="2101" y="6365"/>
                  </a:cubicBezTo>
                  <a:cubicBezTo>
                    <a:pt x="2133" y="6413"/>
                    <a:pt x="2117" y="6421"/>
                    <a:pt x="2117" y="6421"/>
                  </a:cubicBezTo>
                  <a:cubicBezTo>
                    <a:pt x="2112" y="6424"/>
                    <a:pt x="2109" y="6425"/>
                    <a:pt x="2106" y="6425"/>
                  </a:cubicBezTo>
                  <a:cubicBezTo>
                    <a:pt x="2099" y="6425"/>
                    <a:pt x="2094" y="6415"/>
                    <a:pt x="2076" y="6381"/>
                  </a:cubicBezTo>
                  <a:cubicBezTo>
                    <a:pt x="2044" y="6332"/>
                    <a:pt x="2011" y="6284"/>
                    <a:pt x="2011" y="6284"/>
                  </a:cubicBezTo>
                  <a:lnTo>
                    <a:pt x="2003" y="6292"/>
                  </a:lnTo>
                  <a:cubicBezTo>
                    <a:pt x="2028" y="6340"/>
                    <a:pt x="2020" y="6348"/>
                    <a:pt x="2020" y="6348"/>
                  </a:cubicBezTo>
                  <a:cubicBezTo>
                    <a:pt x="2016" y="6350"/>
                    <a:pt x="2013" y="6352"/>
                    <a:pt x="2010" y="6352"/>
                  </a:cubicBezTo>
                  <a:cubicBezTo>
                    <a:pt x="2000" y="6352"/>
                    <a:pt x="1989" y="6335"/>
                    <a:pt x="1938" y="6259"/>
                  </a:cubicBezTo>
                  <a:cubicBezTo>
                    <a:pt x="1912" y="6218"/>
                    <a:pt x="1894" y="6197"/>
                    <a:pt x="1888" y="6197"/>
                  </a:cubicBezTo>
                  <a:lnTo>
                    <a:pt x="1888" y="6197"/>
                  </a:lnTo>
                  <a:cubicBezTo>
                    <a:pt x="1881" y="6197"/>
                    <a:pt x="1888" y="6224"/>
                    <a:pt x="1914" y="6275"/>
                  </a:cubicBezTo>
                  <a:lnTo>
                    <a:pt x="1922" y="6340"/>
                  </a:lnTo>
                  <a:cubicBezTo>
                    <a:pt x="1901" y="6319"/>
                    <a:pt x="1888" y="6311"/>
                    <a:pt x="1881" y="6311"/>
                  </a:cubicBezTo>
                  <a:cubicBezTo>
                    <a:pt x="1861" y="6311"/>
                    <a:pt x="1886" y="6379"/>
                    <a:pt x="1898" y="6421"/>
                  </a:cubicBezTo>
                  <a:cubicBezTo>
                    <a:pt x="1864" y="6381"/>
                    <a:pt x="1843" y="6360"/>
                    <a:pt x="1834" y="6360"/>
                  </a:cubicBezTo>
                  <a:cubicBezTo>
                    <a:pt x="1824" y="6360"/>
                    <a:pt x="1831" y="6389"/>
                    <a:pt x="1857" y="6446"/>
                  </a:cubicBezTo>
                  <a:cubicBezTo>
                    <a:pt x="1876" y="6473"/>
                    <a:pt x="1878" y="6488"/>
                    <a:pt x="1870" y="6488"/>
                  </a:cubicBezTo>
                  <a:cubicBezTo>
                    <a:pt x="1864" y="6488"/>
                    <a:pt x="1851" y="6479"/>
                    <a:pt x="1833" y="6462"/>
                  </a:cubicBezTo>
                  <a:cubicBezTo>
                    <a:pt x="1807" y="6440"/>
                    <a:pt x="1792" y="6432"/>
                    <a:pt x="1780" y="6432"/>
                  </a:cubicBezTo>
                  <a:cubicBezTo>
                    <a:pt x="1769" y="6432"/>
                    <a:pt x="1759" y="6438"/>
                    <a:pt x="1744" y="6446"/>
                  </a:cubicBezTo>
                  <a:cubicBezTo>
                    <a:pt x="1760" y="6502"/>
                    <a:pt x="1671" y="6559"/>
                    <a:pt x="1565" y="6624"/>
                  </a:cubicBezTo>
                  <a:cubicBezTo>
                    <a:pt x="1444" y="6697"/>
                    <a:pt x="1363" y="6746"/>
                    <a:pt x="1395" y="6794"/>
                  </a:cubicBezTo>
                  <a:cubicBezTo>
                    <a:pt x="1390" y="6797"/>
                    <a:pt x="1387" y="6799"/>
                    <a:pt x="1383" y="6799"/>
                  </a:cubicBezTo>
                  <a:cubicBezTo>
                    <a:pt x="1375" y="6799"/>
                    <a:pt x="1366" y="6790"/>
                    <a:pt x="1338" y="6762"/>
                  </a:cubicBezTo>
                  <a:cubicBezTo>
                    <a:pt x="1326" y="6744"/>
                    <a:pt x="1316" y="6733"/>
                    <a:pt x="1311" y="6733"/>
                  </a:cubicBezTo>
                  <a:cubicBezTo>
                    <a:pt x="1303" y="6733"/>
                    <a:pt x="1308" y="6761"/>
                    <a:pt x="1338" y="6827"/>
                  </a:cubicBezTo>
                  <a:cubicBezTo>
                    <a:pt x="1348" y="6856"/>
                    <a:pt x="1363" y="6885"/>
                    <a:pt x="1362" y="6885"/>
                  </a:cubicBezTo>
                  <a:cubicBezTo>
                    <a:pt x="1362" y="6885"/>
                    <a:pt x="1353" y="6871"/>
                    <a:pt x="1330" y="6835"/>
                  </a:cubicBezTo>
                  <a:cubicBezTo>
                    <a:pt x="1316" y="6813"/>
                    <a:pt x="1303" y="6804"/>
                    <a:pt x="1288" y="6804"/>
                  </a:cubicBezTo>
                  <a:cubicBezTo>
                    <a:pt x="1269" y="6804"/>
                    <a:pt x="1248" y="6817"/>
                    <a:pt x="1217" y="6835"/>
                  </a:cubicBezTo>
                  <a:cubicBezTo>
                    <a:pt x="1176" y="6851"/>
                    <a:pt x="1128" y="6884"/>
                    <a:pt x="1152" y="6932"/>
                  </a:cubicBezTo>
                  <a:cubicBezTo>
                    <a:pt x="1156" y="6966"/>
                    <a:pt x="1158" y="6982"/>
                    <a:pt x="1157" y="6982"/>
                  </a:cubicBezTo>
                  <a:cubicBezTo>
                    <a:pt x="1156" y="6982"/>
                    <a:pt x="1152" y="6968"/>
                    <a:pt x="1144" y="6940"/>
                  </a:cubicBezTo>
                  <a:cubicBezTo>
                    <a:pt x="1120" y="6892"/>
                    <a:pt x="1083" y="6865"/>
                    <a:pt x="1055" y="6865"/>
                  </a:cubicBezTo>
                  <a:cubicBezTo>
                    <a:pt x="1026" y="6865"/>
                    <a:pt x="1006" y="6892"/>
                    <a:pt x="1014" y="6948"/>
                  </a:cubicBezTo>
                  <a:cubicBezTo>
                    <a:pt x="1011" y="6951"/>
                    <a:pt x="1007" y="6955"/>
                    <a:pt x="1001" y="6955"/>
                  </a:cubicBezTo>
                  <a:cubicBezTo>
                    <a:pt x="991" y="6955"/>
                    <a:pt x="978" y="6946"/>
                    <a:pt x="957" y="6916"/>
                  </a:cubicBezTo>
                  <a:cubicBezTo>
                    <a:pt x="949" y="6924"/>
                    <a:pt x="933" y="6932"/>
                    <a:pt x="925" y="7005"/>
                  </a:cubicBezTo>
                  <a:lnTo>
                    <a:pt x="836" y="7062"/>
                  </a:lnTo>
                  <a:cubicBezTo>
                    <a:pt x="803" y="7078"/>
                    <a:pt x="811" y="7143"/>
                    <a:pt x="811" y="7143"/>
                  </a:cubicBezTo>
                  <a:lnTo>
                    <a:pt x="795" y="7151"/>
                  </a:lnTo>
                  <a:cubicBezTo>
                    <a:pt x="785" y="7136"/>
                    <a:pt x="772" y="7129"/>
                    <a:pt x="756" y="7129"/>
                  </a:cubicBezTo>
                  <a:cubicBezTo>
                    <a:pt x="720" y="7129"/>
                    <a:pt x="670" y="7161"/>
                    <a:pt x="609" y="7200"/>
                  </a:cubicBezTo>
                  <a:cubicBezTo>
                    <a:pt x="537" y="7242"/>
                    <a:pt x="473" y="7280"/>
                    <a:pt x="429" y="7280"/>
                  </a:cubicBezTo>
                  <a:cubicBezTo>
                    <a:pt x="413" y="7280"/>
                    <a:pt x="400" y="7275"/>
                    <a:pt x="390" y="7265"/>
                  </a:cubicBezTo>
                  <a:cubicBezTo>
                    <a:pt x="390" y="7265"/>
                    <a:pt x="374" y="7273"/>
                    <a:pt x="390" y="7329"/>
                  </a:cubicBezTo>
                  <a:cubicBezTo>
                    <a:pt x="421" y="7398"/>
                    <a:pt x="429" y="7425"/>
                    <a:pt x="417" y="7425"/>
                  </a:cubicBezTo>
                  <a:cubicBezTo>
                    <a:pt x="411" y="7425"/>
                    <a:pt x="399" y="7417"/>
                    <a:pt x="382" y="7402"/>
                  </a:cubicBezTo>
                  <a:cubicBezTo>
                    <a:pt x="353" y="7367"/>
                    <a:pt x="326" y="7351"/>
                    <a:pt x="308" y="7351"/>
                  </a:cubicBezTo>
                  <a:cubicBezTo>
                    <a:pt x="280" y="7351"/>
                    <a:pt x="271" y="7388"/>
                    <a:pt x="301" y="7451"/>
                  </a:cubicBezTo>
                  <a:lnTo>
                    <a:pt x="276" y="7402"/>
                  </a:lnTo>
                  <a:cubicBezTo>
                    <a:pt x="251" y="7374"/>
                    <a:pt x="233" y="7362"/>
                    <a:pt x="221" y="7362"/>
                  </a:cubicBezTo>
                  <a:cubicBezTo>
                    <a:pt x="196" y="7362"/>
                    <a:pt x="202" y="7419"/>
                    <a:pt x="236" y="7492"/>
                  </a:cubicBezTo>
                  <a:cubicBezTo>
                    <a:pt x="210" y="7465"/>
                    <a:pt x="180" y="7439"/>
                    <a:pt x="167" y="7439"/>
                  </a:cubicBezTo>
                  <a:cubicBezTo>
                    <a:pt x="159" y="7439"/>
                    <a:pt x="157" y="7447"/>
                    <a:pt x="163" y="7467"/>
                  </a:cubicBezTo>
                  <a:cubicBezTo>
                    <a:pt x="161" y="7469"/>
                    <a:pt x="160" y="7471"/>
                    <a:pt x="158" y="7471"/>
                  </a:cubicBezTo>
                  <a:cubicBezTo>
                    <a:pt x="151" y="7471"/>
                    <a:pt x="140" y="7454"/>
                    <a:pt x="90" y="7378"/>
                  </a:cubicBezTo>
                  <a:cubicBezTo>
                    <a:pt x="60" y="7333"/>
                    <a:pt x="37" y="7288"/>
                    <a:pt x="21" y="7288"/>
                  </a:cubicBezTo>
                  <a:cubicBezTo>
                    <a:pt x="19" y="7288"/>
                    <a:pt x="18" y="7288"/>
                    <a:pt x="17" y="7289"/>
                  </a:cubicBezTo>
                  <a:cubicBezTo>
                    <a:pt x="1" y="7297"/>
                    <a:pt x="33" y="7346"/>
                    <a:pt x="66" y="7394"/>
                  </a:cubicBezTo>
                  <a:lnTo>
                    <a:pt x="41" y="7411"/>
                  </a:lnTo>
                  <a:cubicBezTo>
                    <a:pt x="41" y="7411"/>
                    <a:pt x="25" y="7419"/>
                    <a:pt x="57" y="7467"/>
                  </a:cubicBezTo>
                  <a:cubicBezTo>
                    <a:pt x="90" y="7508"/>
                    <a:pt x="74" y="7516"/>
                    <a:pt x="57" y="7524"/>
                  </a:cubicBezTo>
                  <a:cubicBezTo>
                    <a:pt x="51" y="7513"/>
                    <a:pt x="47" y="7509"/>
                    <a:pt x="46" y="7509"/>
                  </a:cubicBezTo>
                  <a:lnTo>
                    <a:pt x="46" y="7509"/>
                  </a:lnTo>
                  <a:cubicBezTo>
                    <a:pt x="43" y="7509"/>
                    <a:pt x="60" y="7543"/>
                    <a:pt x="90" y="7573"/>
                  </a:cubicBezTo>
                  <a:cubicBezTo>
                    <a:pt x="122" y="7621"/>
                    <a:pt x="155" y="7670"/>
                    <a:pt x="139" y="7678"/>
                  </a:cubicBezTo>
                  <a:lnTo>
                    <a:pt x="195" y="7775"/>
                  </a:lnTo>
                  <a:cubicBezTo>
                    <a:pt x="236" y="7848"/>
                    <a:pt x="284" y="7905"/>
                    <a:pt x="349" y="7954"/>
                  </a:cubicBezTo>
                  <a:cubicBezTo>
                    <a:pt x="383" y="7961"/>
                    <a:pt x="416" y="7969"/>
                    <a:pt x="438" y="7969"/>
                  </a:cubicBezTo>
                  <a:cubicBezTo>
                    <a:pt x="467" y="7969"/>
                    <a:pt x="476" y="7953"/>
                    <a:pt x="438" y="7897"/>
                  </a:cubicBezTo>
                  <a:cubicBezTo>
                    <a:pt x="438" y="7897"/>
                    <a:pt x="422" y="7840"/>
                    <a:pt x="438" y="7832"/>
                  </a:cubicBezTo>
                  <a:cubicBezTo>
                    <a:pt x="439" y="7831"/>
                    <a:pt x="440" y="7831"/>
                    <a:pt x="442" y="7831"/>
                  </a:cubicBezTo>
                  <a:cubicBezTo>
                    <a:pt x="455" y="7831"/>
                    <a:pt x="495" y="7865"/>
                    <a:pt x="495" y="7865"/>
                  </a:cubicBezTo>
                  <a:cubicBezTo>
                    <a:pt x="507" y="7882"/>
                    <a:pt x="521" y="7889"/>
                    <a:pt x="536" y="7889"/>
                  </a:cubicBezTo>
                  <a:cubicBezTo>
                    <a:pt x="565" y="7889"/>
                    <a:pt x="600" y="7866"/>
                    <a:pt x="641" y="7840"/>
                  </a:cubicBezTo>
                  <a:cubicBezTo>
                    <a:pt x="694" y="7809"/>
                    <a:pt x="729" y="7787"/>
                    <a:pt x="759" y="7787"/>
                  </a:cubicBezTo>
                  <a:cubicBezTo>
                    <a:pt x="775" y="7787"/>
                    <a:pt x="789" y="7794"/>
                    <a:pt x="803" y="7808"/>
                  </a:cubicBezTo>
                  <a:cubicBezTo>
                    <a:pt x="838" y="7837"/>
                    <a:pt x="856" y="7841"/>
                    <a:pt x="864" y="7841"/>
                  </a:cubicBezTo>
                  <a:cubicBezTo>
                    <a:pt x="867" y="7841"/>
                    <a:pt x="868" y="7840"/>
                    <a:pt x="868" y="7840"/>
                  </a:cubicBezTo>
                  <a:cubicBezTo>
                    <a:pt x="836" y="7792"/>
                    <a:pt x="917" y="7743"/>
                    <a:pt x="1006" y="7686"/>
                  </a:cubicBezTo>
                  <a:cubicBezTo>
                    <a:pt x="1103" y="7629"/>
                    <a:pt x="1193" y="7573"/>
                    <a:pt x="1160" y="7524"/>
                  </a:cubicBezTo>
                  <a:lnTo>
                    <a:pt x="1193" y="7508"/>
                  </a:lnTo>
                  <a:cubicBezTo>
                    <a:pt x="1205" y="7532"/>
                    <a:pt x="1219" y="7540"/>
                    <a:pt x="1233" y="7540"/>
                  </a:cubicBezTo>
                  <a:cubicBezTo>
                    <a:pt x="1247" y="7540"/>
                    <a:pt x="1261" y="7532"/>
                    <a:pt x="1274" y="7524"/>
                  </a:cubicBezTo>
                  <a:cubicBezTo>
                    <a:pt x="1265" y="7459"/>
                    <a:pt x="1298" y="7443"/>
                    <a:pt x="1298" y="7443"/>
                  </a:cubicBezTo>
                  <a:cubicBezTo>
                    <a:pt x="1312" y="7471"/>
                    <a:pt x="1323" y="7480"/>
                    <a:pt x="1334" y="7480"/>
                  </a:cubicBezTo>
                  <a:cubicBezTo>
                    <a:pt x="1343" y="7480"/>
                    <a:pt x="1352" y="7474"/>
                    <a:pt x="1363" y="7467"/>
                  </a:cubicBezTo>
                  <a:cubicBezTo>
                    <a:pt x="1395" y="7451"/>
                    <a:pt x="1403" y="7443"/>
                    <a:pt x="1379" y="7394"/>
                  </a:cubicBezTo>
                  <a:cubicBezTo>
                    <a:pt x="1419" y="7367"/>
                    <a:pt x="1471" y="7352"/>
                    <a:pt x="1519" y="7352"/>
                  </a:cubicBezTo>
                  <a:cubicBezTo>
                    <a:pt x="1530" y="7352"/>
                    <a:pt x="1540" y="7352"/>
                    <a:pt x="1549" y="7354"/>
                  </a:cubicBezTo>
                  <a:cubicBezTo>
                    <a:pt x="1561" y="7364"/>
                    <a:pt x="1569" y="7368"/>
                    <a:pt x="1574" y="7368"/>
                  </a:cubicBezTo>
                  <a:cubicBezTo>
                    <a:pt x="1590" y="7368"/>
                    <a:pt x="1578" y="7326"/>
                    <a:pt x="1565" y="7289"/>
                  </a:cubicBezTo>
                  <a:cubicBezTo>
                    <a:pt x="1533" y="7240"/>
                    <a:pt x="1517" y="7184"/>
                    <a:pt x="1525" y="7175"/>
                  </a:cubicBezTo>
                  <a:lnTo>
                    <a:pt x="1525" y="7175"/>
                  </a:lnTo>
                  <a:lnTo>
                    <a:pt x="1590" y="7273"/>
                  </a:lnTo>
                  <a:cubicBezTo>
                    <a:pt x="1600" y="7310"/>
                    <a:pt x="1604" y="7323"/>
                    <a:pt x="1612" y="7323"/>
                  </a:cubicBezTo>
                  <a:cubicBezTo>
                    <a:pt x="1616" y="7323"/>
                    <a:pt x="1622" y="7319"/>
                    <a:pt x="1630" y="7313"/>
                  </a:cubicBezTo>
                  <a:lnTo>
                    <a:pt x="1655" y="7297"/>
                  </a:lnTo>
                  <a:cubicBezTo>
                    <a:pt x="1630" y="7248"/>
                    <a:pt x="1695" y="7208"/>
                    <a:pt x="1784" y="7151"/>
                  </a:cubicBezTo>
                  <a:cubicBezTo>
                    <a:pt x="1906" y="7078"/>
                    <a:pt x="1947" y="7054"/>
                    <a:pt x="1914" y="7005"/>
                  </a:cubicBezTo>
                  <a:cubicBezTo>
                    <a:pt x="1899" y="6974"/>
                    <a:pt x="1896" y="6959"/>
                    <a:pt x="1916" y="6959"/>
                  </a:cubicBezTo>
                  <a:cubicBezTo>
                    <a:pt x="1927" y="6959"/>
                    <a:pt x="1945" y="6964"/>
                    <a:pt x="1971" y="6973"/>
                  </a:cubicBezTo>
                  <a:cubicBezTo>
                    <a:pt x="2067" y="7028"/>
                    <a:pt x="2109" y="7052"/>
                    <a:pt x="2124" y="7052"/>
                  </a:cubicBezTo>
                  <a:cubicBezTo>
                    <a:pt x="2136" y="7052"/>
                    <a:pt x="2132" y="7038"/>
                    <a:pt x="2125" y="7013"/>
                  </a:cubicBezTo>
                  <a:lnTo>
                    <a:pt x="2125" y="7013"/>
                  </a:lnTo>
                  <a:cubicBezTo>
                    <a:pt x="2124" y="7014"/>
                    <a:pt x="2122" y="7014"/>
                    <a:pt x="2121" y="7014"/>
                  </a:cubicBezTo>
                  <a:cubicBezTo>
                    <a:pt x="2105" y="7014"/>
                    <a:pt x="2082" y="6969"/>
                    <a:pt x="2052" y="6924"/>
                  </a:cubicBezTo>
                  <a:cubicBezTo>
                    <a:pt x="2017" y="6872"/>
                    <a:pt x="2006" y="6846"/>
                    <a:pt x="2014" y="6846"/>
                  </a:cubicBezTo>
                  <a:cubicBezTo>
                    <a:pt x="2020" y="6846"/>
                    <a:pt x="2042" y="6866"/>
                    <a:pt x="2076" y="6908"/>
                  </a:cubicBezTo>
                  <a:cubicBezTo>
                    <a:pt x="2090" y="6928"/>
                    <a:pt x="2108" y="6937"/>
                    <a:pt x="2127" y="6937"/>
                  </a:cubicBezTo>
                  <a:cubicBezTo>
                    <a:pt x="2200" y="6937"/>
                    <a:pt x="2295" y="6813"/>
                    <a:pt x="2263" y="6730"/>
                  </a:cubicBezTo>
                  <a:lnTo>
                    <a:pt x="2263" y="6730"/>
                  </a:lnTo>
                  <a:lnTo>
                    <a:pt x="2287" y="6778"/>
                  </a:lnTo>
                  <a:cubicBezTo>
                    <a:pt x="2303" y="6802"/>
                    <a:pt x="2315" y="6813"/>
                    <a:pt x="2330" y="6813"/>
                  </a:cubicBezTo>
                  <a:cubicBezTo>
                    <a:pt x="2344" y="6813"/>
                    <a:pt x="2360" y="6802"/>
                    <a:pt x="2384" y="6786"/>
                  </a:cubicBezTo>
                  <a:lnTo>
                    <a:pt x="2425" y="6762"/>
                  </a:lnTo>
                  <a:cubicBezTo>
                    <a:pt x="2391" y="6709"/>
                    <a:pt x="2415" y="6687"/>
                    <a:pt x="2447" y="6687"/>
                  </a:cubicBezTo>
                  <a:cubicBezTo>
                    <a:pt x="2468" y="6687"/>
                    <a:pt x="2493" y="6697"/>
                    <a:pt x="2506" y="6713"/>
                  </a:cubicBezTo>
                  <a:cubicBezTo>
                    <a:pt x="2531" y="6738"/>
                    <a:pt x="2540" y="6748"/>
                    <a:pt x="2552" y="6748"/>
                  </a:cubicBezTo>
                  <a:cubicBezTo>
                    <a:pt x="2559" y="6748"/>
                    <a:pt x="2566" y="6744"/>
                    <a:pt x="2579" y="6738"/>
                  </a:cubicBezTo>
                  <a:cubicBezTo>
                    <a:pt x="2565" y="6672"/>
                    <a:pt x="2591" y="6647"/>
                    <a:pt x="2623" y="6647"/>
                  </a:cubicBezTo>
                  <a:cubicBezTo>
                    <a:pt x="2645" y="6647"/>
                    <a:pt x="2671" y="6660"/>
                    <a:pt x="2684" y="6681"/>
                  </a:cubicBezTo>
                  <a:lnTo>
                    <a:pt x="2709" y="6665"/>
                  </a:lnTo>
                  <a:cubicBezTo>
                    <a:pt x="2692" y="6608"/>
                    <a:pt x="2717" y="6592"/>
                    <a:pt x="2733" y="6584"/>
                  </a:cubicBezTo>
                  <a:cubicBezTo>
                    <a:pt x="2774" y="6559"/>
                    <a:pt x="2790" y="6551"/>
                    <a:pt x="2741" y="6511"/>
                  </a:cubicBezTo>
                  <a:cubicBezTo>
                    <a:pt x="2709" y="6462"/>
                    <a:pt x="2684" y="6413"/>
                    <a:pt x="2692" y="6405"/>
                  </a:cubicBezTo>
                  <a:lnTo>
                    <a:pt x="2692" y="6405"/>
                  </a:lnTo>
                  <a:lnTo>
                    <a:pt x="2725" y="6454"/>
                  </a:lnTo>
                  <a:cubicBezTo>
                    <a:pt x="2738" y="6474"/>
                    <a:pt x="2753" y="6481"/>
                    <a:pt x="2769" y="6481"/>
                  </a:cubicBezTo>
                  <a:cubicBezTo>
                    <a:pt x="2792" y="6481"/>
                    <a:pt x="2818" y="6465"/>
                    <a:pt x="2847" y="6446"/>
                  </a:cubicBezTo>
                  <a:cubicBezTo>
                    <a:pt x="2885" y="6422"/>
                    <a:pt x="2912" y="6406"/>
                    <a:pt x="2937" y="6406"/>
                  </a:cubicBezTo>
                  <a:cubicBezTo>
                    <a:pt x="2953" y="6406"/>
                    <a:pt x="2968" y="6413"/>
                    <a:pt x="2984" y="6430"/>
                  </a:cubicBezTo>
                  <a:lnTo>
                    <a:pt x="2968" y="6373"/>
                  </a:lnTo>
                  <a:cubicBezTo>
                    <a:pt x="2959" y="6341"/>
                    <a:pt x="2960" y="6325"/>
                    <a:pt x="2967" y="6325"/>
                  </a:cubicBezTo>
                  <a:cubicBezTo>
                    <a:pt x="2972" y="6325"/>
                    <a:pt x="2982" y="6335"/>
                    <a:pt x="2992" y="6357"/>
                  </a:cubicBezTo>
                  <a:cubicBezTo>
                    <a:pt x="3007" y="6369"/>
                    <a:pt x="3022" y="6374"/>
                    <a:pt x="3035" y="6374"/>
                  </a:cubicBezTo>
                  <a:cubicBezTo>
                    <a:pt x="3066" y="6374"/>
                    <a:pt x="3090" y="6345"/>
                    <a:pt x="3090" y="6300"/>
                  </a:cubicBezTo>
                  <a:lnTo>
                    <a:pt x="3114" y="6284"/>
                  </a:lnTo>
                  <a:cubicBezTo>
                    <a:pt x="3145" y="6321"/>
                    <a:pt x="3169" y="6338"/>
                    <a:pt x="3184" y="6338"/>
                  </a:cubicBezTo>
                  <a:cubicBezTo>
                    <a:pt x="3205" y="6338"/>
                    <a:pt x="3207" y="6304"/>
                    <a:pt x="3179" y="6243"/>
                  </a:cubicBezTo>
                  <a:lnTo>
                    <a:pt x="3179" y="6243"/>
                  </a:lnTo>
                  <a:cubicBezTo>
                    <a:pt x="3199" y="6273"/>
                    <a:pt x="3213" y="6282"/>
                    <a:pt x="3223" y="6282"/>
                  </a:cubicBezTo>
                  <a:cubicBezTo>
                    <a:pt x="3228" y="6282"/>
                    <a:pt x="3233" y="6279"/>
                    <a:pt x="3236" y="6275"/>
                  </a:cubicBezTo>
                  <a:cubicBezTo>
                    <a:pt x="3236" y="6232"/>
                    <a:pt x="3257" y="6203"/>
                    <a:pt x="3281" y="6203"/>
                  </a:cubicBezTo>
                  <a:cubicBezTo>
                    <a:pt x="3293" y="6203"/>
                    <a:pt x="3306" y="6211"/>
                    <a:pt x="3317" y="6227"/>
                  </a:cubicBezTo>
                  <a:lnTo>
                    <a:pt x="3333" y="6219"/>
                  </a:lnTo>
                  <a:cubicBezTo>
                    <a:pt x="3317" y="6162"/>
                    <a:pt x="3325" y="6154"/>
                    <a:pt x="3341" y="6146"/>
                  </a:cubicBezTo>
                  <a:cubicBezTo>
                    <a:pt x="3357" y="6138"/>
                    <a:pt x="3365" y="6130"/>
                    <a:pt x="3349" y="6081"/>
                  </a:cubicBezTo>
                  <a:cubicBezTo>
                    <a:pt x="3333" y="6024"/>
                    <a:pt x="3349" y="6016"/>
                    <a:pt x="3349" y="6016"/>
                  </a:cubicBezTo>
                  <a:cubicBezTo>
                    <a:pt x="3350" y="6016"/>
                    <a:pt x="3350" y="6015"/>
                    <a:pt x="3351" y="6015"/>
                  </a:cubicBezTo>
                  <a:cubicBezTo>
                    <a:pt x="3359" y="6015"/>
                    <a:pt x="3375" y="6068"/>
                    <a:pt x="3398" y="6113"/>
                  </a:cubicBezTo>
                  <a:cubicBezTo>
                    <a:pt x="3398" y="6137"/>
                    <a:pt x="3403" y="6149"/>
                    <a:pt x="3409" y="6149"/>
                  </a:cubicBezTo>
                  <a:cubicBezTo>
                    <a:pt x="3419" y="6149"/>
                    <a:pt x="3430" y="6113"/>
                    <a:pt x="3414" y="6040"/>
                  </a:cubicBezTo>
                  <a:cubicBezTo>
                    <a:pt x="3406" y="5978"/>
                    <a:pt x="3402" y="5948"/>
                    <a:pt x="3404" y="5948"/>
                  </a:cubicBezTo>
                  <a:lnTo>
                    <a:pt x="3404" y="5948"/>
                  </a:lnTo>
                  <a:cubicBezTo>
                    <a:pt x="3406" y="5948"/>
                    <a:pt x="3414" y="5976"/>
                    <a:pt x="3430" y="6032"/>
                  </a:cubicBezTo>
                  <a:cubicBezTo>
                    <a:pt x="3441" y="6065"/>
                    <a:pt x="3452" y="6102"/>
                    <a:pt x="3458" y="6102"/>
                  </a:cubicBezTo>
                  <a:cubicBezTo>
                    <a:pt x="3461" y="6102"/>
                    <a:pt x="3463" y="6094"/>
                    <a:pt x="3463" y="6073"/>
                  </a:cubicBezTo>
                  <a:cubicBezTo>
                    <a:pt x="3463" y="6073"/>
                    <a:pt x="3487" y="6065"/>
                    <a:pt x="3455" y="6016"/>
                  </a:cubicBezTo>
                  <a:lnTo>
                    <a:pt x="3495" y="5992"/>
                  </a:lnTo>
                  <a:cubicBezTo>
                    <a:pt x="3526" y="6010"/>
                    <a:pt x="3545" y="6015"/>
                    <a:pt x="3559" y="6015"/>
                  </a:cubicBezTo>
                  <a:cubicBezTo>
                    <a:pt x="3570" y="6015"/>
                    <a:pt x="3577" y="6012"/>
                    <a:pt x="3584" y="6008"/>
                  </a:cubicBezTo>
                  <a:cubicBezTo>
                    <a:pt x="3571" y="5977"/>
                    <a:pt x="3565" y="5963"/>
                    <a:pt x="3570" y="5963"/>
                  </a:cubicBezTo>
                  <a:cubicBezTo>
                    <a:pt x="3574" y="5963"/>
                    <a:pt x="3586" y="5973"/>
                    <a:pt x="3609" y="5992"/>
                  </a:cubicBezTo>
                  <a:cubicBezTo>
                    <a:pt x="3621" y="6010"/>
                    <a:pt x="3630" y="6021"/>
                    <a:pt x="3633" y="6021"/>
                  </a:cubicBezTo>
                  <a:cubicBezTo>
                    <a:pt x="3638" y="6021"/>
                    <a:pt x="3627" y="5995"/>
                    <a:pt x="3592" y="5935"/>
                  </a:cubicBezTo>
                  <a:cubicBezTo>
                    <a:pt x="3583" y="5902"/>
                    <a:pt x="3582" y="5885"/>
                    <a:pt x="3592" y="5885"/>
                  </a:cubicBezTo>
                  <a:cubicBezTo>
                    <a:pt x="3599" y="5885"/>
                    <a:pt x="3613" y="5894"/>
                    <a:pt x="3633" y="5911"/>
                  </a:cubicBezTo>
                  <a:cubicBezTo>
                    <a:pt x="3665" y="5965"/>
                    <a:pt x="3684" y="5986"/>
                    <a:pt x="3689" y="5986"/>
                  </a:cubicBezTo>
                  <a:cubicBezTo>
                    <a:pt x="3693" y="5986"/>
                    <a:pt x="3688" y="5973"/>
                    <a:pt x="3673" y="5951"/>
                  </a:cubicBezTo>
                  <a:cubicBezTo>
                    <a:pt x="3657" y="5894"/>
                    <a:pt x="3673" y="5886"/>
                    <a:pt x="3673" y="5886"/>
                  </a:cubicBezTo>
                  <a:cubicBezTo>
                    <a:pt x="3679" y="5897"/>
                    <a:pt x="3689" y="5902"/>
                    <a:pt x="3704" y="5902"/>
                  </a:cubicBezTo>
                  <a:cubicBezTo>
                    <a:pt x="3753" y="5902"/>
                    <a:pt x="3847" y="5846"/>
                    <a:pt x="3941" y="5789"/>
                  </a:cubicBezTo>
                  <a:cubicBezTo>
                    <a:pt x="3949" y="5781"/>
                    <a:pt x="3933" y="5724"/>
                    <a:pt x="3909" y="5676"/>
                  </a:cubicBezTo>
                  <a:cubicBezTo>
                    <a:pt x="3881" y="5634"/>
                    <a:pt x="3871" y="5619"/>
                    <a:pt x="3872" y="5619"/>
                  </a:cubicBezTo>
                  <a:lnTo>
                    <a:pt x="3872" y="5619"/>
                  </a:lnTo>
                  <a:cubicBezTo>
                    <a:pt x="3873" y="5619"/>
                    <a:pt x="3894" y="5644"/>
                    <a:pt x="3917" y="5667"/>
                  </a:cubicBezTo>
                  <a:cubicBezTo>
                    <a:pt x="3966" y="5732"/>
                    <a:pt x="4000" y="5763"/>
                    <a:pt x="4010" y="5763"/>
                  </a:cubicBezTo>
                  <a:cubicBezTo>
                    <a:pt x="4022" y="5763"/>
                    <a:pt x="4005" y="5724"/>
                    <a:pt x="3949" y="5651"/>
                  </a:cubicBezTo>
                  <a:cubicBezTo>
                    <a:pt x="3908" y="5606"/>
                    <a:pt x="3887" y="5583"/>
                    <a:pt x="3889" y="5583"/>
                  </a:cubicBezTo>
                  <a:lnTo>
                    <a:pt x="3889" y="5583"/>
                  </a:lnTo>
                  <a:cubicBezTo>
                    <a:pt x="3891" y="5583"/>
                    <a:pt x="3914" y="5603"/>
                    <a:pt x="3957" y="5643"/>
                  </a:cubicBezTo>
                  <a:cubicBezTo>
                    <a:pt x="3980" y="5662"/>
                    <a:pt x="3992" y="5672"/>
                    <a:pt x="3996" y="5672"/>
                  </a:cubicBezTo>
                  <a:cubicBezTo>
                    <a:pt x="4001" y="5672"/>
                    <a:pt x="3995" y="5658"/>
                    <a:pt x="3982" y="5627"/>
                  </a:cubicBezTo>
                  <a:cubicBezTo>
                    <a:pt x="3968" y="5601"/>
                    <a:pt x="3965" y="5586"/>
                    <a:pt x="3969" y="5586"/>
                  </a:cubicBezTo>
                  <a:lnTo>
                    <a:pt x="3969" y="5586"/>
                  </a:lnTo>
                  <a:cubicBezTo>
                    <a:pt x="3973" y="5586"/>
                    <a:pt x="3983" y="5596"/>
                    <a:pt x="3998" y="5619"/>
                  </a:cubicBezTo>
                  <a:cubicBezTo>
                    <a:pt x="4031" y="5646"/>
                    <a:pt x="4060" y="5673"/>
                    <a:pt x="4065" y="5673"/>
                  </a:cubicBezTo>
                  <a:cubicBezTo>
                    <a:pt x="4068" y="5673"/>
                    <a:pt x="4065" y="5667"/>
                    <a:pt x="4055" y="5651"/>
                  </a:cubicBezTo>
                  <a:cubicBezTo>
                    <a:pt x="4055" y="5651"/>
                    <a:pt x="4056" y="5651"/>
                    <a:pt x="4059" y="5651"/>
                  </a:cubicBezTo>
                  <a:cubicBezTo>
                    <a:pt x="4066" y="5651"/>
                    <a:pt x="4082" y="5655"/>
                    <a:pt x="4111" y="5684"/>
                  </a:cubicBezTo>
                  <a:cubicBezTo>
                    <a:pt x="4123" y="5693"/>
                    <a:pt x="4130" y="5697"/>
                    <a:pt x="4135" y="5697"/>
                  </a:cubicBezTo>
                  <a:cubicBezTo>
                    <a:pt x="4149" y="5697"/>
                    <a:pt x="4132" y="5654"/>
                    <a:pt x="4119" y="5611"/>
                  </a:cubicBezTo>
                  <a:cubicBezTo>
                    <a:pt x="4111" y="5545"/>
                    <a:pt x="4109" y="5513"/>
                    <a:pt x="4117" y="5513"/>
                  </a:cubicBezTo>
                  <a:cubicBezTo>
                    <a:pt x="4124" y="5513"/>
                    <a:pt x="4137" y="5537"/>
                    <a:pt x="4160" y="5586"/>
                  </a:cubicBezTo>
                  <a:cubicBezTo>
                    <a:pt x="4175" y="5620"/>
                    <a:pt x="4190" y="5634"/>
                    <a:pt x="4201" y="5634"/>
                  </a:cubicBezTo>
                  <a:cubicBezTo>
                    <a:pt x="4225" y="5634"/>
                    <a:pt x="4234" y="5569"/>
                    <a:pt x="4200" y="5497"/>
                  </a:cubicBezTo>
                  <a:cubicBezTo>
                    <a:pt x="4172" y="5440"/>
                    <a:pt x="4160" y="5417"/>
                    <a:pt x="4162" y="5417"/>
                  </a:cubicBezTo>
                  <a:lnTo>
                    <a:pt x="4162" y="5417"/>
                  </a:lnTo>
                  <a:cubicBezTo>
                    <a:pt x="4163" y="5417"/>
                    <a:pt x="4171" y="5428"/>
                    <a:pt x="4184" y="5448"/>
                  </a:cubicBezTo>
                  <a:cubicBezTo>
                    <a:pt x="4202" y="5477"/>
                    <a:pt x="4215" y="5482"/>
                    <a:pt x="4221" y="5482"/>
                  </a:cubicBezTo>
                  <a:cubicBezTo>
                    <a:pt x="4223" y="5482"/>
                    <a:pt x="4225" y="5481"/>
                    <a:pt x="4225" y="5481"/>
                  </a:cubicBezTo>
                  <a:cubicBezTo>
                    <a:pt x="4231" y="5478"/>
                    <a:pt x="4236" y="5475"/>
                    <a:pt x="4241" y="5475"/>
                  </a:cubicBezTo>
                  <a:cubicBezTo>
                    <a:pt x="4251" y="5475"/>
                    <a:pt x="4261" y="5483"/>
                    <a:pt x="4282" y="5513"/>
                  </a:cubicBezTo>
                  <a:cubicBezTo>
                    <a:pt x="4282" y="5513"/>
                    <a:pt x="4298" y="5505"/>
                    <a:pt x="4290" y="5448"/>
                  </a:cubicBezTo>
                  <a:cubicBezTo>
                    <a:pt x="4274" y="5395"/>
                    <a:pt x="4282" y="5372"/>
                    <a:pt x="4303" y="5372"/>
                  </a:cubicBezTo>
                  <a:cubicBezTo>
                    <a:pt x="4326" y="5372"/>
                    <a:pt x="4365" y="5401"/>
                    <a:pt x="4403" y="5448"/>
                  </a:cubicBezTo>
                  <a:lnTo>
                    <a:pt x="4395" y="5384"/>
                  </a:lnTo>
                  <a:cubicBezTo>
                    <a:pt x="4364" y="5316"/>
                    <a:pt x="4346" y="5269"/>
                    <a:pt x="4354" y="5269"/>
                  </a:cubicBezTo>
                  <a:lnTo>
                    <a:pt x="4354" y="5269"/>
                  </a:lnTo>
                  <a:cubicBezTo>
                    <a:pt x="4359" y="5269"/>
                    <a:pt x="4372" y="5284"/>
                    <a:pt x="4395" y="5319"/>
                  </a:cubicBezTo>
                  <a:cubicBezTo>
                    <a:pt x="4418" y="5353"/>
                    <a:pt x="4437" y="5388"/>
                    <a:pt x="4437" y="5388"/>
                  </a:cubicBezTo>
                  <a:cubicBezTo>
                    <a:pt x="4438" y="5388"/>
                    <a:pt x="4435" y="5382"/>
                    <a:pt x="4428" y="5367"/>
                  </a:cubicBezTo>
                  <a:cubicBezTo>
                    <a:pt x="4405" y="5318"/>
                    <a:pt x="4410" y="5295"/>
                    <a:pt x="4430" y="5295"/>
                  </a:cubicBezTo>
                  <a:cubicBezTo>
                    <a:pt x="4452" y="5295"/>
                    <a:pt x="4490" y="5324"/>
                    <a:pt x="4525" y="5376"/>
                  </a:cubicBezTo>
                  <a:cubicBezTo>
                    <a:pt x="4542" y="5410"/>
                    <a:pt x="4547" y="5420"/>
                    <a:pt x="4554" y="5420"/>
                  </a:cubicBezTo>
                  <a:cubicBezTo>
                    <a:pt x="4557" y="5420"/>
                    <a:pt x="4561" y="5418"/>
                    <a:pt x="4565" y="5416"/>
                  </a:cubicBezTo>
                  <a:lnTo>
                    <a:pt x="4533" y="5367"/>
                  </a:lnTo>
                  <a:cubicBezTo>
                    <a:pt x="4500" y="5319"/>
                    <a:pt x="4476" y="5270"/>
                    <a:pt x="4484" y="5262"/>
                  </a:cubicBezTo>
                  <a:cubicBezTo>
                    <a:pt x="4490" y="5259"/>
                    <a:pt x="4497" y="5256"/>
                    <a:pt x="4503" y="5256"/>
                  </a:cubicBezTo>
                  <a:cubicBezTo>
                    <a:pt x="4514" y="5256"/>
                    <a:pt x="4526" y="5264"/>
                    <a:pt x="4541" y="5294"/>
                  </a:cubicBezTo>
                  <a:cubicBezTo>
                    <a:pt x="4574" y="5322"/>
                    <a:pt x="4603" y="5349"/>
                    <a:pt x="4608" y="5349"/>
                  </a:cubicBezTo>
                  <a:cubicBezTo>
                    <a:pt x="4611" y="5349"/>
                    <a:pt x="4608" y="5343"/>
                    <a:pt x="4598" y="5327"/>
                  </a:cubicBezTo>
                  <a:cubicBezTo>
                    <a:pt x="4598" y="5327"/>
                    <a:pt x="4599" y="5326"/>
                    <a:pt x="4602" y="5326"/>
                  </a:cubicBezTo>
                  <a:cubicBezTo>
                    <a:pt x="4609" y="5326"/>
                    <a:pt x="4626" y="5330"/>
                    <a:pt x="4655" y="5359"/>
                  </a:cubicBezTo>
                  <a:lnTo>
                    <a:pt x="4711" y="5327"/>
                  </a:lnTo>
                  <a:cubicBezTo>
                    <a:pt x="4702" y="5293"/>
                    <a:pt x="4706" y="5274"/>
                    <a:pt x="4719" y="5274"/>
                  </a:cubicBezTo>
                  <a:cubicBezTo>
                    <a:pt x="4727" y="5274"/>
                    <a:pt x="4739" y="5283"/>
                    <a:pt x="4752" y="5303"/>
                  </a:cubicBezTo>
                  <a:cubicBezTo>
                    <a:pt x="4752" y="5303"/>
                    <a:pt x="4776" y="5286"/>
                    <a:pt x="4760" y="5230"/>
                  </a:cubicBezTo>
                  <a:cubicBezTo>
                    <a:pt x="4770" y="5223"/>
                    <a:pt x="4780" y="5217"/>
                    <a:pt x="4789" y="5217"/>
                  </a:cubicBezTo>
                  <a:cubicBezTo>
                    <a:pt x="4801" y="5217"/>
                    <a:pt x="4815" y="5226"/>
                    <a:pt x="4833" y="5254"/>
                  </a:cubicBezTo>
                  <a:cubicBezTo>
                    <a:pt x="4848" y="5277"/>
                    <a:pt x="4857" y="5289"/>
                    <a:pt x="4858" y="5289"/>
                  </a:cubicBezTo>
                  <a:cubicBezTo>
                    <a:pt x="4860" y="5289"/>
                    <a:pt x="4854" y="5275"/>
                    <a:pt x="4841" y="5246"/>
                  </a:cubicBezTo>
                  <a:cubicBezTo>
                    <a:pt x="4817" y="5197"/>
                    <a:pt x="4825" y="5189"/>
                    <a:pt x="4841" y="5181"/>
                  </a:cubicBezTo>
                  <a:lnTo>
                    <a:pt x="4865" y="5165"/>
                  </a:lnTo>
                  <a:cubicBezTo>
                    <a:pt x="4841" y="5116"/>
                    <a:pt x="4841" y="5116"/>
                    <a:pt x="4849" y="5108"/>
                  </a:cubicBezTo>
                  <a:cubicBezTo>
                    <a:pt x="4851" y="5107"/>
                    <a:pt x="4855" y="5106"/>
                    <a:pt x="4859" y="5106"/>
                  </a:cubicBezTo>
                  <a:cubicBezTo>
                    <a:pt x="4879" y="5106"/>
                    <a:pt x="4916" y="5118"/>
                    <a:pt x="4936" y="5118"/>
                  </a:cubicBezTo>
                  <a:cubicBezTo>
                    <a:pt x="4941" y="5118"/>
                    <a:pt x="4944" y="5117"/>
                    <a:pt x="4946" y="5116"/>
                  </a:cubicBezTo>
                  <a:cubicBezTo>
                    <a:pt x="4987" y="5092"/>
                    <a:pt x="4987" y="5092"/>
                    <a:pt x="4946" y="5051"/>
                  </a:cubicBezTo>
                  <a:cubicBezTo>
                    <a:pt x="4945" y="5052"/>
                    <a:pt x="4944" y="5052"/>
                    <a:pt x="4942" y="5052"/>
                  </a:cubicBezTo>
                  <a:cubicBezTo>
                    <a:pt x="4930" y="5052"/>
                    <a:pt x="4915" y="5032"/>
                    <a:pt x="4927" y="5032"/>
                  </a:cubicBezTo>
                  <a:cubicBezTo>
                    <a:pt x="4931" y="5032"/>
                    <a:pt x="4940" y="5035"/>
                    <a:pt x="4955" y="5043"/>
                  </a:cubicBezTo>
                  <a:cubicBezTo>
                    <a:pt x="4957" y="5042"/>
                    <a:pt x="4961" y="5041"/>
                    <a:pt x="4966" y="5041"/>
                  </a:cubicBezTo>
                  <a:cubicBezTo>
                    <a:pt x="4981" y="5041"/>
                    <a:pt x="5007" y="5046"/>
                    <a:pt x="5033" y="5046"/>
                  </a:cubicBezTo>
                  <a:cubicBezTo>
                    <a:pt x="5051" y="5046"/>
                    <a:pt x="5070" y="5044"/>
                    <a:pt x="5084" y="5035"/>
                  </a:cubicBezTo>
                  <a:cubicBezTo>
                    <a:pt x="5133" y="5003"/>
                    <a:pt x="5133" y="5003"/>
                    <a:pt x="5100" y="4954"/>
                  </a:cubicBezTo>
                  <a:cubicBezTo>
                    <a:pt x="5062" y="4907"/>
                    <a:pt x="5049" y="4883"/>
                    <a:pt x="5055" y="4883"/>
                  </a:cubicBezTo>
                  <a:lnTo>
                    <a:pt x="5055" y="4883"/>
                  </a:lnTo>
                  <a:cubicBezTo>
                    <a:pt x="5060" y="4883"/>
                    <a:pt x="5082" y="4903"/>
                    <a:pt x="5117" y="4946"/>
                  </a:cubicBezTo>
                  <a:cubicBezTo>
                    <a:pt x="5164" y="4989"/>
                    <a:pt x="5189" y="5007"/>
                    <a:pt x="5197" y="5007"/>
                  </a:cubicBezTo>
                  <a:cubicBezTo>
                    <a:pt x="5205" y="5007"/>
                    <a:pt x="5201" y="4993"/>
                    <a:pt x="5190" y="4970"/>
                  </a:cubicBezTo>
                  <a:cubicBezTo>
                    <a:pt x="5173" y="4913"/>
                    <a:pt x="5173" y="4913"/>
                    <a:pt x="5182" y="4905"/>
                  </a:cubicBezTo>
                  <a:lnTo>
                    <a:pt x="5182" y="4905"/>
                  </a:lnTo>
                  <a:cubicBezTo>
                    <a:pt x="5195" y="4926"/>
                    <a:pt x="5206" y="4937"/>
                    <a:pt x="5214" y="4937"/>
                  </a:cubicBezTo>
                  <a:cubicBezTo>
                    <a:pt x="5223" y="4937"/>
                    <a:pt x="5227" y="4918"/>
                    <a:pt x="5222" y="4881"/>
                  </a:cubicBezTo>
                  <a:cubicBezTo>
                    <a:pt x="5227" y="4879"/>
                    <a:pt x="5230" y="4877"/>
                    <a:pt x="5233" y="4877"/>
                  </a:cubicBezTo>
                  <a:cubicBezTo>
                    <a:pt x="5241" y="4877"/>
                    <a:pt x="5248" y="4887"/>
                    <a:pt x="5271" y="4921"/>
                  </a:cubicBezTo>
                  <a:lnTo>
                    <a:pt x="5295" y="4905"/>
                  </a:lnTo>
                  <a:cubicBezTo>
                    <a:pt x="5274" y="4837"/>
                    <a:pt x="5310" y="4813"/>
                    <a:pt x="5352" y="4813"/>
                  </a:cubicBezTo>
                  <a:cubicBezTo>
                    <a:pt x="5375" y="4813"/>
                    <a:pt x="5399" y="4821"/>
                    <a:pt x="5417" y="4832"/>
                  </a:cubicBezTo>
                  <a:cubicBezTo>
                    <a:pt x="5417" y="4832"/>
                    <a:pt x="5425" y="4824"/>
                    <a:pt x="5409" y="4776"/>
                  </a:cubicBezTo>
                  <a:cubicBezTo>
                    <a:pt x="5383" y="4720"/>
                    <a:pt x="5375" y="4691"/>
                    <a:pt x="5382" y="4691"/>
                  </a:cubicBezTo>
                  <a:lnTo>
                    <a:pt x="5382" y="4691"/>
                  </a:lnTo>
                  <a:cubicBezTo>
                    <a:pt x="5388" y="4691"/>
                    <a:pt x="5406" y="4714"/>
                    <a:pt x="5433" y="4759"/>
                  </a:cubicBezTo>
                  <a:cubicBezTo>
                    <a:pt x="5465" y="4803"/>
                    <a:pt x="5481" y="4825"/>
                    <a:pt x="5483" y="4825"/>
                  </a:cubicBezTo>
                  <a:cubicBezTo>
                    <a:pt x="5486" y="4825"/>
                    <a:pt x="5474" y="4801"/>
                    <a:pt x="5449" y="4751"/>
                  </a:cubicBezTo>
                  <a:cubicBezTo>
                    <a:pt x="5440" y="4720"/>
                    <a:pt x="5456" y="4694"/>
                    <a:pt x="5479" y="4694"/>
                  </a:cubicBezTo>
                  <a:cubicBezTo>
                    <a:pt x="5499" y="4694"/>
                    <a:pt x="5524" y="4712"/>
                    <a:pt x="5546" y="4759"/>
                  </a:cubicBezTo>
                  <a:lnTo>
                    <a:pt x="5603" y="4849"/>
                  </a:lnTo>
                  <a:cubicBezTo>
                    <a:pt x="5587" y="4800"/>
                    <a:pt x="5603" y="4792"/>
                    <a:pt x="5603" y="4792"/>
                  </a:cubicBezTo>
                  <a:cubicBezTo>
                    <a:pt x="5571" y="4743"/>
                    <a:pt x="5587" y="4735"/>
                    <a:pt x="5627" y="4711"/>
                  </a:cubicBezTo>
                  <a:cubicBezTo>
                    <a:pt x="5652" y="4694"/>
                    <a:pt x="5676" y="4613"/>
                    <a:pt x="5700" y="4597"/>
                  </a:cubicBezTo>
                  <a:cubicBezTo>
                    <a:pt x="5717" y="4581"/>
                    <a:pt x="5737" y="4573"/>
                    <a:pt x="5757" y="4573"/>
                  </a:cubicBezTo>
                  <a:cubicBezTo>
                    <a:pt x="5777" y="4573"/>
                    <a:pt x="5798" y="4581"/>
                    <a:pt x="5814" y="4597"/>
                  </a:cubicBezTo>
                  <a:cubicBezTo>
                    <a:pt x="5822" y="4589"/>
                    <a:pt x="5838" y="4581"/>
                    <a:pt x="5838" y="4516"/>
                  </a:cubicBezTo>
                  <a:cubicBezTo>
                    <a:pt x="5824" y="4482"/>
                    <a:pt x="5829" y="4463"/>
                    <a:pt x="5843" y="4463"/>
                  </a:cubicBezTo>
                  <a:cubicBezTo>
                    <a:pt x="5852" y="4463"/>
                    <a:pt x="5866" y="4472"/>
                    <a:pt x="5879" y="4492"/>
                  </a:cubicBezTo>
                  <a:lnTo>
                    <a:pt x="5887" y="4484"/>
                  </a:lnTo>
                  <a:cubicBezTo>
                    <a:pt x="5887" y="4419"/>
                    <a:pt x="5895" y="4411"/>
                    <a:pt x="5895" y="4411"/>
                  </a:cubicBezTo>
                  <a:cubicBezTo>
                    <a:pt x="5916" y="4442"/>
                    <a:pt x="5941" y="4471"/>
                    <a:pt x="5951" y="4471"/>
                  </a:cubicBezTo>
                  <a:cubicBezTo>
                    <a:pt x="5956" y="4471"/>
                    <a:pt x="5957" y="4463"/>
                    <a:pt x="5952" y="4443"/>
                  </a:cubicBezTo>
                  <a:cubicBezTo>
                    <a:pt x="5927" y="4394"/>
                    <a:pt x="5936" y="4386"/>
                    <a:pt x="5968" y="4370"/>
                  </a:cubicBezTo>
                  <a:cubicBezTo>
                    <a:pt x="5971" y="4372"/>
                    <a:pt x="5976" y="4373"/>
                    <a:pt x="5982" y="4373"/>
                  </a:cubicBezTo>
                  <a:cubicBezTo>
                    <a:pt x="6074" y="4373"/>
                    <a:pt x="6461" y="4140"/>
                    <a:pt x="6430" y="4094"/>
                  </a:cubicBezTo>
                  <a:lnTo>
                    <a:pt x="6471" y="4070"/>
                  </a:lnTo>
                  <a:lnTo>
                    <a:pt x="6511" y="4046"/>
                  </a:lnTo>
                  <a:cubicBezTo>
                    <a:pt x="6529" y="4076"/>
                    <a:pt x="6545" y="4089"/>
                    <a:pt x="6559" y="4089"/>
                  </a:cubicBezTo>
                  <a:cubicBezTo>
                    <a:pt x="6590" y="4089"/>
                    <a:pt x="6611" y="4031"/>
                    <a:pt x="6617" y="3981"/>
                  </a:cubicBezTo>
                  <a:cubicBezTo>
                    <a:pt x="6600" y="3924"/>
                    <a:pt x="6617" y="3916"/>
                    <a:pt x="6625" y="3908"/>
                  </a:cubicBezTo>
                  <a:cubicBezTo>
                    <a:pt x="6656" y="3954"/>
                    <a:pt x="6681" y="3973"/>
                    <a:pt x="6698" y="3973"/>
                  </a:cubicBezTo>
                  <a:cubicBezTo>
                    <a:pt x="6717" y="3973"/>
                    <a:pt x="6726" y="3950"/>
                    <a:pt x="6722" y="3916"/>
                  </a:cubicBezTo>
                  <a:cubicBezTo>
                    <a:pt x="6696" y="3860"/>
                    <a:pt x="6689" y="3832"/>
                    <a:pt x="6696" y="3832"/>
                  </a:cubicBezTo>
                  <a:lnTo>
                    <a:pt x="6696" y="3832"/>
                  </a:lnTo>
                  <a:cubicBezTo>
                    <a:pt x="6702" y="3832"/>
                    <a:pt x="6720" y="3854"/>
                    <a:pt x="6746" y="3900"/>
                  </a:cubicBezTo>
                  <a:cubicBezTo>
                    <a:pt x="6773" y="3939"/>
                    <a:pt x="6792" y="3960"/>
                    <a:pt x="6802" y="3960"/>
                  </a:cubicBezTo>
                  <a:cubicBezTo>
                    <a:pt x="6816" y="3960"/>
                    <a:pt x="6809" y="3915"/>
                    <a:pt x="6771" y="3819"/>
                  </a:cubicBezTo>
                  <a:cubicBezTo>
                    <a:pt x="6762" y="3788"/>
                    <a:pt x="6758" y="3774"/>
                    <a:pt x="6764" y="3774"/>
                  </a:cubicBezTo>
                  <a:cubicBezTo>
                    <a:pt x="6769" y="3774"/>
                    <a:pt x="6781" y="3784"/>
                    <a:pt x="6803" y="3803"/>
                  </a:cubicBezTo>
                  <a:cubicBezTo>
                    <a:pt x="6843" y="3851"/>
                    <a:pt x="6863" y="3871"/>
                    <a:pt x="6870" y="3871"/>
                  </a:cubicBezTo>
                  <a:cubicBezTo>
                    <a:pt x="6875" y="3871"/>
                    <a:pt x="6871" y="3857"/>
                    <a:pt x="6860" y="3835"/>
                  </a:cubicBezTo>
                  <a:cubicBezTo>
                    <a:pt x="6833" y="3778"/>
                    <a:pt x="6824" y="3749"/>
                    <a:pt x="6832" y="3749"/>
                  </a:cubicBezTo>
                  <a:cubicBezTo>
                    <a:pt x="6839" y="3749"/>
                    <a:pt x="6859" y="3770"/>
                    <a:pt x="6892" y="3811"/>
                  </a:cubicBezTo>
                  <a:cubicBezTo>
                    <a:pt x="6934" y="3849"/>
                    <a:pt x="6956" y="3869"/>
                    <a:pt x="6963" y="3869"/>
                  </a:cubicBezTo>
                  <a:cubicBezTo>
                    <a:pt x="6971" y="3869"/>
                    <a:pt x="6959" y="3843"/>
                    <a:pt x="6933" y="3786"/>
                  </a:cubicBezTo>
                  <a:cubicBezTo>
                    <a:pt x="6908" y="3723"/>
                    <a:pt x="6916" y="3686"/>
                    <a:pt x="6942" y="3686"/>
                  </a:cubicBezTo>
                  <a:cubicBezTo>
                    <a:pt x="6960" y="3686"/>
                    <a:pt x="6985" y="3702"/>
                    <a:pt x="7014" y="3738"/>
                  </a:cubicBezTo>
                  <a:cubicBezTo>
                    <a:pt x="7015" y="3737"/>
                    <a:pt x="7017" y="3737"/>
                    <a:pt x="7019" y="3737"/>
                  </a:cubicBezTo>
                  <a:cubicBezTo>
                    <a:pt x="7029" y="3737"/>
                    <a:pt x="7044" y="3746"/>
                    <a:pt x="7050" y="3746"/>
                  </a:cubicBezTo>
                  <a:cubicBezTo>
                    <a:pt x="7055" y="3746"/>
                    <a:pt x="7056" y="3741"/>
                    <a:pt x="7046" y="3722"/>
                  </a:cubicBezTo>
                  <a:lnTo>
                    <a:pt x="7046" y="3722"/>
                  </a:lnTo>
                  <a:lnTo>
                    <a:pt x="7087" y="3762"/>
                  </a:lnTo>
                  <a:lnTo>
                    <a:pt x="7111" y="3746"/>
                  </a:lnTo>
                  <a:lnTo>
                    <a:pt x="7079" y="3697"/>
                  </a:lnTo>
                  <a:cubicBezTo>
                    <a:pt x="7160" y="3689"/>
                    <a:pt x="7233" y="3673"/>
                    <a:pt x="7298" y="3632"/>
                  </a:cubicBezTo>
                  <a:cubicBezTo>
                    <a:pt x="7444" y="3551"/>
                    <a:pt x="7476" y="3535"/>
                    <a:pt x="7427" y="3495"/>
                  </a:cubicBezTo>
                  <a:cubicBezTo>
                    <a:pt x="7388" y="3446"/>
                    <a:pt x="7377" y="3419"/>
                    <a:pt x="7387" y="3419"/>
                  </a:cubicBezTo>
                  <a:cubicBezTo>
                    <a:pt x="7395" y="3419"/>
                    <a:pt x="7419" y="3438"/>
                    <a:pt x="7452" y="3478"/>
                  </a:cubicBezTo>
                  <a:cubicBezTo>
                    <a:pt x="7454" y="3477"/>
                    <a:pt x="7456" y="3477"/>
                    <a:pt x="7459" y="3477"/>
                  </a:cubicBezTo>
                  <a:cubicBezTo>
                    <a:pt x="7475" y="3477"/>
                    <a:pt x="7507" y="3491"/>
                    <a:pt x="7531" y="3491"/>
                  </a:cubicBezTo>
                  <a:cubicBezTo>
                    <a:pt x="7538" y="3491"/>
                    <a:pt x="7544" y="3490"/>
                    <a:pt x="7549" y="3486"/>
                  </a:cubicBezTo>
                  <a:cubicBezTo>
                    <a:pt x="7565" y="3478"/>
                    <a:pt x="7579" y="3470"/>
                    <a:pt x="7594" y="3470"/>
                  </a:cubicBezTo>
                  <a:cubicBezTo>
                    <a:pt x="7608" y="3470"/>
                    <a:pt x="7622" y="3478"/>
                    <a:pt x="7638" y="3503"/>
                  </a:cubicBezTo>
                  <a:lnTo>
                    <a:pt x="7646" y="3495"/>
                  </a:lnTo>
                  <a:cubicBezTo>
                    <a:pt x="7619" y="3400"/>
                    <a:pt x="7671" y="3351"/>
                    <a:pt x="7731" y="3351"/>
                  </a:cubicBezTo>
                  <a:cubicBezTo>
                    <a:pt x="7743" y="3351"/>
                    <a:pt x="7756" y="3353"/>
                    <a:pt x="7768" y="3357"/>
                  </a:cubicBezTo>
                  <a:cubicBezTo>
                    <a:pt x="7792" y="3340"/>
                    <a:pt x="7808" y="3332"/>
                    <a:pt x="7800" y="3268"/>
                  </a:cubicBezTo>
                  <a:cubicBezTo>
                    <a:pt x="7800" y="3231"/>
                    <a:pt x="7800" y="3215"/>
                    <a:pt x="7807" y="3215"/>
                  </a:cubicBezTo>
                  <a:cubicBezTo>
                    <a:pt x="7813" y="3215"/>
                    <a:pt x="7823" y="3225"/>
                    <a:pt x="7841" y="3243"/>
                  </a:cubicBezTo>
                  <a:cubicBezTo>
                    <a:pt x="7854" y="3263"/>
                    <a:pt x="7880" y="3275"/>
                    <a:pt x="7902" y="3275"/>
                  </a:cubicBezTo>
                  <a:cubicBezTo>
                    <a:pt x="7933" y="3275"/>
                    <a:pt x="7955" y="3252"/>
                    <a:pt x="7922" y="3195"/>
                  </a:cubicBezTo>
                  <a:lnTo>
                    <a:pt x="7922" y="3195"/>
                  </a:lnTo>
                  <a:lnTo>
                    <a:pt x="7962" y="3235"/>
                  </a:lnTo>
                  <a:cubicBezTo>
                    <a:pt x="7974" y="3245"/>
                    <a:pt x="7982" y="3249"/>
                    <a:pt x="7987" y="3249"/>
                  </a:cubicBezTo>
                  <a:cubicBezTo>
                    <a:pt x="8002" y="3249"/>
                    <a:pt x="7987" y="3207"/>
                    <a:pt x="7962" y="3170"/>
                  </a:cubicBezTo>
                  <a:cubicBezTo>
                    <a:pt x="7932" y="3124"/>
                    <a:pt x="7919" y="3098"/>
                    <a:pt x="7926" y="3098"/>
                  </a:cubicBezTo>
                  <a:lnTo>
                    <a:pt x="7926" y="3098"/>
                  </a:lnTo>
                  <a:cubicBezTo>
                    <a:pt x="7933" y="3098"/>
                    <a:pt x="7964" y="3130"/>
                    <a:pt x="8019" y="3203"/>
                  </a:cubicBezTo>
                  <a:cubicBezTo>
                    <a:pt x="8051" y="3257"/>
                    <a:pt x="8070" y="3278"/>
                    <a:pt x="8075" y="3278"/>
                  </a:cubicBezTo>
                  <a:cubicBezTo>
                    <a:pt x="8079" y="3278"/>
                    <a:pt x="8074" y="3265"/>
                    <a:pt x="8060" y="3243"/>
                  </a:cubicBezTo>
                  <a:cubicBezTo>
                    <a:pt x="8047" y="3200"/>
                    <a:pt x="8035" y="3156"/>
                    <a:pt x="8048" y="3156"/>
                  </a:cubicBezTo>
                  <a:cubicBezTo>
                    <a:pt x="8052" y="3156"/>
                    <a:pt x="8058" y="3161"/>
                    <a:pt x="8068" y="3170"/>
                  </a:cubicBezTo>
                  <a:cubicBezTo>
                    <a:pt x="8084" y="3162"/>
                    <a:pt x="8100" y="3154"/>
                    <a:pt x="8035" y="3057"/>
                  </a:cubicBezTo>
                  <a:cubicBezTo>
                    <a:pt x="8003" y="3008"/>
                    <a:pt x="8019" y="3000"/>
                    <a:pt x="8035" y="2992"/>
                  </a:cubicBezTo>
                  <a:cubicBezTo>
                    <a:pt x="8060" y="3024"/>
                    <a:pt x="8076" y="3065"/>
                    <a:pt x="8084" y="3097"/>
                  </a:cubicBezTo>
                  <a:lnTo>
                    <a:pt x="8108" y="3081"/>
                  </a:lnTo>
                  <a:cubicBezTo>
                    <a:pt x="8110" y="3080"/>
                    <a:pt x="8112" y="3080"/>
                    <a:pt x="8115" y="3080"/>
                  </a:cubicBezTo>
                  <a:cubicBezTo>
                    <a:pt x="8136" y="3080"/>
                    <a:pt x="8184" y="3110"/>
                    <a:pt x="8206" y="3154"/>
                  </a:cubicBezTo>
                  <a:cubicBezTo>
                    <a:pt x="8224" y="3169"/>
                    <a:pt x="8236" y="3177"/>
                    <a:pt x="8241" y="3177"/>
                  </a:cubicBezTo>
                  <a:cubicBezTo>
                    <a:pt x="8249" y="3177"/>
                    <a:pt x="8235" y="3153"/>
                    <a:pt x="8190" y="3097"/>
                  </a:cubicBezTo>
                  <a:cubicBezTo>
                    <a:pt x="8133" y="3000"/>
                    <a:pt x="8133" y="3000"/>
                    <a:pt x="8157" y="2992"/>
                  </a:cubicBezTo>
                  <a:cubicBezTo>
                    <a:pt x="8164" y="2989"/>
                    <a:pt x="8169" y="2985"/>
                    <a:pt x="8175" y="2985"/>
                  </a:cubicBezTo>
                  <a:cubicBezTo>
                    <a:pt x="8184" y="2985"/>
                    <a:pt x="8195" y="2992"/>
                    <a:pt x="8214" y="3016"/>
                  </a:cubicBezTo>
                  <a:cubicBezTo>
                    <a:pt x="8234" y="3047"/>
                    <a:pt x="8242" y="3058"/>
                    <a:pt x="8251" y="3058"/>
                  </a:cubicBezTo>
                  <a:cubicBezTo>
                    <a:pt x="8256" y="3058"/>
                    <a:pt x="8262" y="3055"/>
                    <a:pt x="8271" y="3049"/>
                  </a:cubicBezTo>
                  <a:cubicBezTo>
                    <a:pt x="8311" y="3024"/>
                    <a:pt x="8262" y="2862"/>
                    <a:pt x="8214" y="2757"/>
                  </a:cubicBezTo>
                  <a:cubicBezTo>
                    <a:pt x="8181" y="2707"/>
                    <a:pt x="8164" y="2683"/>
                    <a:pt x="8166" y="2683"/>
                  </a:cubicBezTo>
                  <a:lnTo>
                    <a:pt x="8166" y="2683"/>
                  </a:lnTo>
                  <a:cubicBezTo>
                    <a:pt x="8168" y="2683"/>
                    <a:pt x="8186" y="2705"/>
                    <a:pt x="8222" y="2749"/>
                  </a:cubicBezTo>
                  <a:cubicBezTo>
                    <a:pt x="8242" y="2779"/>
                    <a:pt x="8256" y="2787"/>
                    <a:pt x="8266" y="2787"/>
                  </a:cubicBezTo>
                  <a:cubicBezTo>
                    <a:pt x="8271" y="2787"/>
                    <a:pt x="8276" y="2784"/>
                    <a:pt x="8279" y="2781"/>
                  </a:cubicBezTo>
                  <a:cubicBezTo>
                    <a:pt x="8270" y="2763"/>
                    <a:pt x="8270" y="2758"/>
                    <a:pt x="8272" y="2758"/>
                  </a:cubicBezTo>
                  <a:lnTo>
                    <a:pt x="8272" y="2758"/>
                  </a:lnTo>
                  <a:cubicBezTo>
                    <a:pt x="8276" y="2758"/>
                    <a:pt x="8289" y="2776"/>
                    <a:pt x="8279" y="2781"/>
                  </a:cubicBezTo>
                  <a:cubicBezTo>
                    <a:pt x="8311" y="2830"/>
                    <a:pt x="8303" y="2838"/>
                    <a:pt x="8287" y="2846"/>
                  </a:cubicBezTo>
                  <a:lnTo>
                    <a:pt x="8319" y="2895"/>
                  </a:lnTo>
                  <a:cubicBezTo>
                    <a:pt x="8352" y="2931"/>
                    <a:pt x="8372" y="2950"/>
                    <a:pt x="8380" y="2950"/>
                  </a:cubicBezTo>
                  <a:cubicBezTo>
                    <a:pt x="8390" y="2950"/>
                    <a:pt x="8382" y="2923"/>
                    <a:pt x="8360" y="2870"/>
                  </a:cubicBezTo>
                  <a:cubicBezTo>
                    <a:pt x="8347" y="2839"/>
                    <a:pt x="8341" y="2825"/>
                    <a:pt x="8346" y="2825"/>
                  </a:cubicBezTo>
                  <a:lnTo>
                    <a:pt x="8346" y="2825"/>
                  </a:lnTo>
                  <a:cubicBezTo>
                    <a:pt x="8350" y="2825"/>
                    <a:pt x="8362" y="2835"/>
                    <a:pt x="8384" y="2854"/>
                  </a:cubicBezTo>
                  <a:cubicBezTo>
                    <a:pt x="8411" y="2881"/>
                    <a:pt x="8442" y="2909"/>
                    <a:pt x="8450" y="2909"/>
                  </a:cubicBezTo>
                  <a:cubicBezTo>
                    <a:pt x="8453" y="2909"/>
                    <a:pt x="8451" y="2902"/>
                    <a:pt x="8441" y="2886"/>
                  </a:cubicBezTo>
                  <a:cubicBezTo>
                    <a:pt x="8441" y="2886"/>
                    <a:pt x="8446" y="2883"/>
                    <a:pt x="8455" y="2883"/>
                  </a:cubicBezTo>
                  <a:cubicBezTo>
                    <a:pt x="8467" y="2883"/>
                    <a:pt x="8487" y="2888"/>
                    <a:pt x="8514" y="2911"/>
                  </a:cubicBezTo>
                  <a:cubicBezTo>
                    <a:pt x="8538" y="2895"/>
                    <a:pt x="8554" y="2886"/>
                    <a:pt x="8522" y="2838"/>
                  </a:cubicBezTo>
                  <a:cubicBezTo>
                    <a:pt x="8490" y="2789"/>
                    <a:pt x="8506" y="2781"/>
                    <a:pt x="8514" y="2773"/>
                  </a:cubicBezTo>
                  <a:cubicBezTo>
                    <a:pt x="8530" y="2765"/>
                    <a:pt x="8546" y="2757"/>
                    <a:pt x="8514" y="2708"/>
                  </a:cubicBezTo>
                  <a:cubicBezTo>
                    <a:pt x="8481" y="2659"/>
                    <a:pt x="8465" y="2603"/>
                    <a:pt x="8490" y="2586"/>
                  </a:cubicBezTo>
                  <a:cubicBezTo>
                    <a:pt x="8490" y="2557"/>
                    <a:pt x="8490" y="2540"/>
                    <a:pt x="8497" y="2540"/>
                  </a:cubicBezTo>
                  <a:cubicBezTo>
                    <a:pt x="8505" y="2540"/>
                    <a:pt x="8523" y="2563"/>
                    <a:pt x="8562" y="2611"/>
                  </a:cubicBezTo>
                  <a:cubicBezTo>
                    <a:pt x="8583" y="2641"/>
                    <a:pt x="8593" y="2649"/>
                    <a:pt x="8603" y="2649"/>
                  </a:cubicBezTo>
                  <a:cubicBezTo>
                    <a:pt x="8608" y="2649"/>
                    <a:pt x="8613" y="2646"/>
                    <a:pt x="8619" y="2643"/>
                  </a:cubicBezTo>
                  <a:cubicBezTo>
                    <a:pt x="8619" y="2643"/>
                    <a:pt x="8621" y="2643"/>
                    <a:pt x="8623" y="2643"/>
                  </a:cubicBezTo>
                  <a:cubicBezTo>
                    <a:pt x="8630" y="2643"/>
                    <a:pt x="8647" y="2647"/>
                    <a:pt x="8676" y="2676"/>
                  </a:cubicBezTo>
                  <a:cubicBezTo>
                    <a:pt x="8687" y="2686"/>
                    <a:pt x="8693" y="2691"/>
                    <a:pt x="8695" y="2691"/>
                  </a:cubicBezTo>
                  <a:cubicBezTo>
                    <a:pt x="8703" y="2691"/>
                    <a:pt x="8684" y="2655"/>
                    <a:pt x="8660" y="2619"/>
                  </a:cubicBezTo>
                  <a:lnTo>
                    <a:pt x="8595" y="2522"/>
                  </a:lnTo>
                  <a:cubicBezTo>
                    <a:pt x="8596" y="2521"/>
                    <a:pt x="8596" y="2521"/>
                    <a:pt x="8597" y="2521"/>
                  </a:cubicBezTo>
                  <a:cubicBezTo>
                    <a:pt x="8617" y="2521"/>
                    <a:pt x="8685" y="2605"/>
                    <a:pt x="8717" y="2651"/>
                  </a:cubicBezTo>
                  <a:cubicBezTo>
                    <a:pt x="8752" y="2695"/>
                    <a:pt x="8770" y="2717"/>
                    <a:pt x="8773" y="2717"/>
                  </a:cubicBezTo>
                  <a:cubicBezTo>
                    <a:pt x="8776" y="2717"/>
                    <a:pt x="8762" y="2693"/>
                    <a:pt x="8733" y="2643"/>
                  </a:cubicBezTo>
                  <a:cubicBezTo>
                    <a:pt x="8707" y="2605"/>
                    <a:pt x="8691" y="2561"/>
                    <a:pt x="8715" y="2561"/>
                  </a:cubicBezTo>
                  <a:cubicBezTo>
                    <a:pt x="8721" y="2561"/>
                    <a:pt x="8729" y="2564"/>
                    <a:pt x="8741" y="2570"/>
                  </a:cubicBezTo>
                  <a:cubicBezTo>
                    <a:pt x="8753" y="2562"/>
                    <a:pt x="8765" y="2554"/>
                    <a:pt x="8778" y="2554"/>
                  </a:cubicBezTo>
                  <a:cubicBezTo>
                    <a:pt x="8792" y="2554"/>
                    <a:pt x="8806" y="2562"/>
                    <a:pt x="8822" y="2586"/>
                  </a:cubicBezTo>
                  <a:cubicBezTo>
                    <a:pt x="8835" y="2597"/>
                    <a:pt x="8842" y="2601"/>
                    <a:pt x="8847" y="2601"/>
                  </a:cubicBezTo>
                  <a:cubicBezTo>
                    <a:pt x="8859" y="2601"/>
                    <a:pt x="8846" y="2570"/>
                    <a:pt x="8846" y="2570"/>
                  </a:cubicBezTo>
                  <a:cubicBezTo>
                    <a:pt x="8836" y="2533"/>
                    <a:pt x="8839" y="2517"/>
                    <a:pt x="8863" y="2517"/>
                  </a:cubicBezTo>
                  <a:cubicBezTo>
                    <a:pt x="8876" y="2517"/>
                    <a:pt x="8894" y="2521"/>
                    <a:pt x="8919" y="2530"/>
                  </a:cubicBezTo>
                  <a:cubicBezTo>
                    <a:pt x="8972" y="2554"/>
                    <a:pt x="9002" y="2568"/>
                    <a:pt x="9014" y="2568"/>
                  </a:cubicBezTo>
                  <a:cubicBezTo>
                    <a:pt x="9030" y="2568"/>
                    <a:pt x="9016" y="2544"/>
                    <a:pt x="8984" y="2489"/>
                  </a:cubicBezTo>
                  <a:cubicBezTo>
                    <a:pt x="8965" y="2460"/>
                    <a:pt x="8946" y="2431"/>
                    <a:pt x="8948" y="2431"/>
                  </a:cubicBezTo>
                  <a:lnTo>
                    <a:pt x="8948" y="2431"/>
                  </a:lnTo>
                  <a:cubicBezTo>
                    <a:pt x="8950" y="2431"/>
                    <a:pt x="8963" y="2445"/>
                    <a:pt x="8992" y="2481"/>
                  </a:cubicBezTo>
                  <a:cubicBezTo>
                    <a:pt x="9004" y="2491"/>
                    <a:pt x="9011" y="2495"/>
                    <a:pt x="9017" y="2495"/>
                  </a:cubicBezTo>
                  <a:cubicBezTo>
                    <a:pt x="9034" y="2495"/>
                    <a:pt x="9023" y="2450"/>
                    <a:pt x="9017" y="2400"/>
                  </a:cubicBezTo>
                  <a:cubicBezTo>
                    <a:pt x="8992" y="2335"/>
                    <a:pt x="8952" y="2262"/>
                    <a:pt x="8911" y="2205"/>
                  </a:cubicBezTo>
                  <a:cubicBezTo>
                    <a:pt x="8870" y="2144"/>
                    <a:pt x="8855" y="2121"/>
                    <a:pt x="8864" y="2121"/>
                  </a:cubicBezTo>
                  <a:cubicBezTo>
                    <a:pt x="8869" y="2121"/>
                    <a:pt x="8882" y="2129"/>
                    <a:pt x="8903" y="2141"/>
                  </a:cubicBezTo>
                  <a:cubicBezTo>
                    <a:pt x="8904" y="2140"/>
                    <a:pt x="8906" y="2139"/>
                    <a:pt x="8908" y="2139"/>
                  </a:cubicBezTo>
                  <a:cubicBezTo>
                    <a:pt x="8926" y="2139"/>
                    <a:pt x="8963" y="2177"/>
                    <a:pt x="8992" y="2222"/>
                  </a:cubicBezTo>
                  <a:cubicBezTo>
                    <a:pt x="9025" y="2270"/>
                    <a:pt x="9008" y="2278"/>
                    <a:pt x="9008" y="2278"/>
                  </a:cubicBezTo>
                  <a:lnTo>
                    <a:pt x="9000" y="2286"/>
                  </a:lnTo>
                  <a:cubicBezTo>
                    <a:pt x="9021" y="2322"/>
                    <a:pt x="9048" y="2363"/>
                    <a:pt x="9071" y="2363"/>
                  </a:cubicBezTo>
                  <a:cubicBezTo>
                    <a:pt x="9075" y="2363"/>
                    <a:pt x="9078" y="2362"/>
                    <a:pt x="9081" y="2359"/>
                  </a:cubicBezTo>
                  <a:cubicBezTo>
                    <a:pt x="9102" y="2377"/>
                    <a:pt x="9117" y="2385"/>
                    <a:pt x="9125" y="2385"/>
                  </a:cubicBezTo>
                  <a:cubicBezTo>
                    <a:pt x="9135" y="2385"/>
                    <a:pt x="9132" y="2371"/>
                    <a:pt x="9114" y="2343"/>
                  </a:cubicBezTo>
                  <a:lnTo>
                    <a:pt x="9114" y="2343"/>
                  </a:lnTo>
                  <a:cubicBezTo>
                    <a:pt x="9127" y="2361"/>
                    <a:pt x="9146" y="2372"/>
                    <a:pt x="9166" y="2372"/>
                  </a:cubicBezTo>
                  <a:cubicBezTo>
                    <a:pt x="9181" y="2372"/>
                    <a:pt x="9197" y="2366"/>
                    <a:pt x="9211" y="2351"/>
                  </a:cubicBezTo>
                  <a:cubicBezTo>
                    <a:pt x="9227" y="2339"/>
                    <a:pt x="9246" y="2333"/>
                    <a:pt x="9264" y="2333"/>
                  </a:cubicBezTo>
                  <a:cubicBezTo>
                    <a:pt x="9282" y="2333"/>
                    <a:pt x="9300" y="2339"/>
                    <a:pt x="9316" y="2351"/>
                  </a:cubicBezTo>
                  <a:cubicBezTo>
                    <a:pt x="9349" y="2335"/>
                    <a:pt x="9357" y="2327"/>
                    <a:pt x="9325" y="2286"/>
                  </a:cubicBezTo>
                  <a:cubicBezTo>
                    <a:pt x="9290" y="2227"/>
                    <a:pt x="9282" y="2201"/>
                    <a:pt x="9288" y="2201"/>
                  </a:cubicBezTo>
                  <a:lnTo>
                    <a:pt x="9288" y="2201"/>
                  </a:lnTo>
                  <a:cubicBezTo>
                    <a:pt x="9291" y="2201"/>
                    <a:pt x="9299" y="2211"/>
                    <a:pt x="9308" y="2230"/>
                  </a:cubicBezTo>
                  <a:cubicBezTo>
                    <a:pt x="9336" y="2258"/>
                    <a:pt x="9379" y="2270"/>
                    <a:pt x="9421" y="2270"/>
                  </a:cubicBezTo>
                  <a:cubicBezTo>
                    <a:pt x="9500" y="2270"/>
                    <a:pt x="9575" y="2226"/>
                    <a:pt x="9544" y="2157"/>
                  </a:cubicBezTo>
                  <a:lnTo>
                    <a:pt x="9568" y="2141"/>
                  </a:lnTo>
                  <a:cubicBezTo>
                    <a:pt x="9580" y="2148"/>
                    <a:pt x="9594" y="2151"/>
                    <a:pt x="9608" y="2151"/>
                  </a:cubicBezTo>
                  <a:cubicBezTo>
                    <a:pt x="9656" y="2151"/>
                    <a:pt x="9702" y="2112"/>
                    <a:pt x="9689" y="2068"/>
                  </a:cubicBezTo>
                  <a:lnTo>
                    <a:pt x="9730" y="2043"/>
                  </a:lnTo>
                  <a:cubicBezTo>
                    <a:pt x="9752" y="2056"/>
                    <a:pt x="9766" y="2062"/>
                    <a:pt x="9775" y="2062"/>
                  </a:cubicBezTo>
                  <a:cubicBezTo>
                    <a:pt x="9789" y="2062"/>
                    <a:pt x="9789" y="2046"/>
                    <a:pt x="9779" y="2011"/>
                  </a:cubicBezTo>
                  <a:cubicBezTo>
                    <a:pt x="9767" y="1970"/>
                    <a:pt x="9747" y="1934"/>
                    <a:pt x="9749" y="1934"/>
                  </a:cubicBezTo>
                  <a:lnTo>
                    <a:pt x="9749" y="1934"/>
                  </a:lnTo>
                  <a:cubicBezTo>
                    <a:pt x="9749" y="1934"/>
                    <a:pt x="9753" y="1940"/>
                    <a:pt x="9762" y="1954"/>
                  </a:cubicBezTo>
                  <a:cubicBezTo>
                    <a:pt x="9777" y="1976"/>
                    <a:pt x="9790" y="1985"/>
                    <a:pt x="9805" y="1985"/>
                  </a:cubicBezTo>
                  <a:cubicBezTo>
                    <a:pt x="9823" y="1985"/>
                    <a:pt x="9845" y="1972"/>
                    <a:pt x="9876" y="1954"/>
                  </a:cubicBezTo>
                  <a:cubicBezTo>
                    <a:pt x="9925" y="1922"/>
                    <a:pt x="9925" y="1922"/>
                    <a:pt x="9884" y="1881"/>
                  </a:cubicBezTo>
                  <a:cubicBezTo>
                    <a:pt x="9893" y="1850"/>
                    <a:pt x="9904" y="1838"/>
                    <a:pt x="9915" y="1838"/>
                  </a:cubicBezTo>
                  <a:cubicBezTo>
                    <a:pt x="9932" y="1838"/>
                    <a:pt x="9950" y="1868"/>
                    <a:pt x="9965" y="1897"/>
                  </a:cubicBezTo>
                  <a:cubicBezTo>
                    <a:pt x="9986" y="1942"/>
                    <a:pt x="10002" y="1965"/>
                    <a:pt x="10008" y="1965"/>
                  </a:cubicBezTo>
                  <a:cubicBezTo>
                    <a:pt x="10017" y="1965"/>
                    <a:pt x="10007" y="1922"/>
                    <a:pt x="9965" y="1832"/>
                  </a:cubicBezTo>
                  <a:cubicBezTo>
                    <a:pt x="9934" y="1764"/>
                    <a:pt x="9933" y="1733"/>
                    <a:pt x="9945" y="1733"/>
                  </a:cubicBezTo>
                  <a:cubicBezTo>
                    <a:pt x="9951" y="1733"/>
                    <a:pt x="9962" y="1742"/>
                    <a:pt x="9973" y="1759"/>
                  </a:cubicBezTo>
                  <a:cubicBezTo>
                    <a:pt x="10006" y="1808"/>
                    <a:pt x="9989" y="1816"/>
                    <a:pt x="9973" y="1824"/>
                  </a:cubicBezTo>
                  <a:lnTo>
                    <a:pt x="10038" y="1922"/>
                  </a:lnTo>
                  <a:cubicBezTo>
                    <a:pt x="10054" y="1914"/>
                    <a:pt x="10054" y="1914"/>
                    <a:pt x="10030" y="1857"/>
                  </a:cubicBezTo>
                  <a:cubicBezTo>
                    <a:pt x="10030" y="1857"/>
                    <a:pt x="10046" y="1849"/>
                    <a:pt x="10030" y="1792"/>
                  </a:cubicBezTo>
                  <a:cubicBezTo>
                    <a:pt x="10014" y="1735"/>
                    <a:pt x="9981" y="1687"/>
                    <a:pt x="9941" y="1654"/>
                  </a:cubicBezTo>
                  <a:cubicBezTo>
                    <a:pt x="9892" y="1614"/>
                    <a:pt x="9908" y="1605"/>
                    <a:pt x="9925" y="1597"/>
                  </a:cubicBezTo>
                  <a:lnTo>
                    <a:pt x="9925" y="1597"/>
                  </a:lnTo>
                  <a:cubicBezTo>
                    <a:pt x="9973" y="1622"/>
                    <a:pt x="10014" y="1670"/>
                    <a:pt x="10030" y="1727"/>
                  </a:cubicBezTo>
                  <a:cubicBezTo>
                    <a:pt x="10014" y="1735"/>
                    <a:pt x="10046" y="1784"/>
                    <a:pt x="10071" y="1832"/>
                  </a:cubicBezTo>
                  <a:cubicBezTo>
                    <a:pt x="10075" y="1839"/>
                    <a:pt x="10079" y="1843"/>
                    <a:pt x="10083" y="1843"/>
                  </a:cubicBezTo>
                  <a:cubicBezTo>
                    <a:pt x="10104" y="1843"/>
                    <a:pt x="10104" y="1729"/>
                    <a:pt x="10062" y="1646"/>
                  </a:cubicBezTo>
                  <a:cubicBezTo>
                    <a:pt x="10049" y="1625"/>
                    <a:pt x="10041" y="1613"/>
                    <a:pt x="10041" y="1613"/>
                  </a:cubicBezTo>
                  <a:lnTo>
                    <a:pt x="10041" y="1613"/>
                  </a:lnTo>
                  <a:cubicBezTo>
                    <a:pt x="10042" y="1613"/>
                    <a:pt x="10058" y="1635"/>
                    <a:pt x="10095" y="1687"/>
                  </a:cubicBezTo>
                  <a:cubicBezTo>
                    <a:pt x="10107" y="1711"/>
                    <a:pt x="10121" y="1719"/>
                    <a:pt x="10135" y="1719"/>
                  </a:cubicBezTo>
                  <a:cubicBezTo>
                    <a:pt x="10150" y="1719"/>
                    <a:pt x="10164" y="1711"/>
                    <a:pt x="10176" y="1703"/>
                  </a:cubicBezTo>
                  <a:cubicBezTo>
                    <a:pt x="10200" y="1687"/>
                    <a:pt x="10216" y="1678"/>
                    <a:pt x="10184" y="1638"/>
                  </a:cubicBezTo>
                  <a:cubicBezTo>
                    <a:pt x="10152" y="1589"/>
                    <a:pt x="10127" y="1541"/>
                    <a:pt x="10135" y="1532"/>
                  </a:cubicBezTo>
                  <a:lnTo>
                    <a:pt x="10135" y="1532"/>
                  </a:lnTo>
                  <a:cubicBezTo>
                    <a:pt x="10135" y="1533"/>
                    <a:pt x="10134" y="1533"/>
                    <a:pt x="10133" y="1533"/>
                  </a:cubicBezTo>
                  <a:cubicBezTo>
                    <a:pt x="10122" y="1533"/>
                    <a:pt x="10092" y="1488"/>
                    <a:pt x="10062" y="1443"/>
                  </a:cubicBezTo>
                  <a:lnTo>
                    <a:pt x="10062" y="1443"/>
                  </a:lnTo>
                  <a:cubicBezTo>
                    <a:pt x="10103" y="1459"/>
                    <a:pt x="10135" y="1484"/>
                    <a:pt x="10168" y="1516"/>
                  </a:cubicBezTo>
                  <a:cubicBezTo>
                    <a:pt x="10228" y="1576"/>
                    <a:pt x="10275" y="1610"/>
                    <a:pt x="10318" y="1610"/>
                  </a:cubicBezTo>
                  <a:cubicBezTo>
                    <a:pt x="10333" y="1610"/>
                    <a:pt x="10348" y="1606"/>
                    <a:pt x="10362" y="1597"/>
                  </a:cubicBezTo>
                  <a:cubicBezTo>
                    <a:pt x="10379" y="1581"/>
                    <a:pt x="10399" y="1573"/>
                    <a:pt x="10419" y="1573"/>
                  </a:cubicBezTo>
                  <a:cubicBezTo>
                    <a:pt x="10439" y="1573"/>
                    <a:pt x="10460" y="1581"/>
                    <a:pt x="10476" y="1597"/>
                  </a:cubicBezTo>
                  <a:cubicBezTo>
                    <a:pt x="10500" y="1581"/>
                    <a:pt x="10516" y="1573"/>
                    <a:pt x="10484" y="1524"/>
                  </a:cubicBezTo>
                  <a:lnTo>
                    <a:pt x="10508" y="1508"/>
                  </a:lnTo>
                  <a:cubicBezTo>
                    <a:pt x="10527" y="1524"/>
                    <a:pt x="10543" y="1531"/>
                    <a:pt x="10552" y="1531"/>
                  </a:cubicBezTo>
                  <a:cubicBezTo>
                    <a:pt x="10567" y="1531"/>
                    <a:pt x="10569" y="1513"/>
                    <a:pt x="10549" y="1484"/>
                  </a:cubicBezTo>
                  <a:cubicBezTo>
                    <a:pt x="10542" y="1459"/>
                    <a:pt x="10545" y="1453"/>
                    <a:pt x="10553" y="1453"/>
                  </a:cubicBezTo>
                  <a:cubicBezTo>
                    <a:pt x="10561" y="1453"/>
                    <a:pt x="10575" y="1461"/>
                    <a:pt x="10584" y="1461"/>
                  </a:cubicBezTo>
                  <a:cubicBezTo>
                    <a:pt x="10586" y="1461"/>
                    <a:pt x="10588" y="1460"/>
                    <a:pt x="10589" y="1459"/>
                  </a:cubicBezTo>
                  <a:cubicBezTo>
                    <a:pt x="10628" y="1495"/>
                    <a:pt x="10650" y="1515"/>
                    <a:pt x="10654" y="1515"/>
                  </a:cubicBezTo>
                  <a:cubicBezTo>
                    <a:pt x="10659" y="1515"/>
                    <a:pt x="10633" y="1481"/>
                    <a:pt x="10573" y="1403"/>
                  </a:cubicBezTo>
                  <a:cubicBezTo>
                    <a:pt x="10544" y="1359"/>
                    <a:pt x="10495" y="1329"/>
                    <a:pt x="10474" y="1329"/>
                  </a:cubicBezTo>
                  <a:cubicBezTo>
                    <a:pt x="10472" y="1329"/>
                    <a:pt x="10469" y="1329"/>
                    <a:pt x="10468" y="1330"/>
                  </a:cubicBezTo>
                  <a:lnTo>
                    <a:pt x="10427" y="1354"/>
                  </a:lnTo>
                  <a:lnTo>
                    <a:pt x="10443" y="1281"/>
                  </a:lnTo>
                  <a:cubicBezTo>
                    <a:pt x="10452" y="1273"/>
                    <a:pt x="10452" y="1208"/>
                    <a:pt x="10419" y="1159"/>
                  </a:cubicBezTo>
                  <a:cubicBezTo>
                    <a:pt x="10419" y="1159"/>
                    <a:pt x="10387" y="1119"/>
                    <a:pt x="10403" y="1111"/>
                  </a:cubicBezTo>
                  <a:lnTo>
                    <a:pt x="10403" y="1111"/>
                  </a:lnTo>
                  <a:lnTo>
                    <a:pt x="10460" y="1200"/>
                  </a:lnTo>
                  <a:cubicBezTo>
                    <a:pt x="10484" y="1257"/>
                    <a:pt x="10508" y="1305"/>
                    <a:pt x="10541" y="1354"/>
                  </a:cubicBezTo>
                  <a:cubicBezTo>
                    <a:pt x="10581" y="1403"/>
                    <a:pt x="10622" y="1433"/>
                    <a:pt x="10639" y="1433"/>
                  </a:cubicBezTo>
                  <a:cubicBezTo>
                    <a:pt x="10652" y="1433"/>
                    <a:pt x="10651" y="1414"/>
                    <a:pt x="10622" y="1370"/>
                  </a:cubicBezTo>
                  <a:cubicBezTo>
                    <a:pt x="10627" y="1368"/>
                    <a:pt x="10630" y="1366"/>
                    <a:pt x="10634" y="1366"/>
                  </a:cubicBezTo>
                  <a:cubicBezTo>
                    <a:pt x="10642" y="1366"/>
                    <a:pt x="10651" y="1375"/>
                    <a:pt x="10679" y="1403"/>
                  </a:cubicBezTo>
                  <a:cubicBezTo>
                    <a:pt x="10691" y="1421"/>
                    <a:pt x="10701" y="1431"/>
                    <a:pt x="10706" y="1431"/>
                  </a:cubicBezTo>
                  <a:cubicBezTo>
                    <a:pt x="10714" y="1431"/>
                    <a:pt x="10709" y="1403"/>
                    <a:pt x="10679" y="1338"/>
                  </a:cubicBezTo>
                  <a:cubicBezTo>
                    <a:pt x="10652" y="1281"/>
                    <a:pt x="10645" y="1252"/>
                    <a:pt x="10655" y="1252"/>
                  </a:cubicBezTo>
                  <a:cubicBezTo>
                    <a:pt x="10664" y="1252"/>
                    <a:pt x="10686" y="1273"/>
                    <a:pt x="10719" y="1314"/>
                  </a:cubicBezTo>
                  <a:cubicBezTo>
                    <a:pt x="10758" y="1349"/>
                    <a:pt x="10790" y="1363"/>
                    <a:pt x="10810" y="1363"/>
                  </a:cubicBezTo>
                  <a:cubicBezTo>
                    <a:pt x="10835" y="1363"/>
                    <a:pt x="10843" y="1341"/>
                    <a:pt x="10825" y="1314"/>
                  </a:cubicBezTo>
                  <a:cubicBezTo>
                    <a:pt x="10785" y="1246"/>
                    <a:pt x="10793" y="1214"/>
                    <a:pt x="10814" y="1214"/>
                  </a:cubicBezTo>
                  <a:cubicBezTo>
                    <a:pt x="10824" y="1214"/>
                    <a:pt x="10836" y="1220"/>
                    <a:pt x="10849" y="1232"/>
                  </a:cubicBezTo>
                  <a:cubicBezTo>
                    <a:pt x="10869" y="1249"/>
                    <a:pt x="10882" y="1258"/>
                    <a:pt x="10890" y="1258"/>
                  </a:cubicBezTo>
                  <a:cubicBezTo>
                    <a:pt x="10900" y="1258"/>
                    <a:pt x="10899" y="1241"/>
                    <a:pt x="10889" y="1208"/>
                  </a:cubicBezTo>
                  <a:lnTo>
                    <a:pt x="10889" y="1208"/>
                  </a:lnTo>
                  <a:cubicBezTo>
                    <a:pt x="10911" y="1240"/>
                    <a:pt x="10935" y="1268"/>
                    <a:pt x="10945" y="1268"/>
                  </a:cubicBezTo>
                  <a:cubicBezTo>
                    <a:pt x="10951" y="1268"/>
                    <a:pt x="10952" y="1260"/>
                    <a:pt x="10946" y="1241"/>
                  </a:cubicBezTo>
                  <a:cubicBezTo>
                    <a:pt x="10946" y="1241"/>
                    <a:pt x="10962" y="1232"/>
                    <a:pt x="10914" y="1192"/>
                  </a:cubicBezTo>
                  <a:lnTo>
                    <a:pt x="10881" y="1087"/>
                  </a:lnTo>
                  <a:cubicBezTo>
                    <a:pt x="10881" y="1087"/>
                    <a:pt x="10880" y="1087"/>
                    <a:pt x="10879" y="1087"/>
                  </a:cubicBezTo>
                  <a:cubicBezTo>
                    <a:pt x="10868" y="1087"/>
                    <a:pt x="10838" y="1042"/>
                    <a:pt x="10808" y="997"/>
                  </a:cubicBezTo>
                  <a:cubicBezTo>
                    <a:pt x="10798" y="981"/>
                    <a:pt x="10800" y="972"/>
                    <a:pt x="10813" y="972"/>
                  </a:cubicBezTo>
                  <a:cubicBezTo>
                    <a:pt x="10838" y="972"/>
                    <a:pt x="10903" y="1008"/>
                    <a:pt x="10979" y="1095"/>
                  </a:cubicBezTo>
                  <a:lnTo>
                    <a:pt x="11068" y="1168"/>
                  </a:lnTo>
                  <a:lnTo>
                    <a:pt x="11011" y="1078"/>
                  </a:lnTo>
                  <a:cubicBezTo>
                    <a:pt x="11014" y="1075"/>
                    <a:pt x="11018" y="1072"/>
                    <a:pt x="11024" y="1072"/>
                  </a:cubicBezTo>
                  <a:cubicBezTo>
                    <a:pt x="11034" y="1072"/>
                    <a:pt x="11048" y="1081"/>
                    <a:pt x="11068" y="1111"/>
                  </a:cubicBezTo>
                  <a:cubicBezTo>
                    <a:pt x="11085" y="1139"/>
                    <a:pt x="11090" y="1148"/>
                    <a:pt x="11097" y="1148"/>
                  </a:cubicBezTo>
                  <a:cubicBezTo>
                    <a:pt x="11100" y="1148"/>
                    <a:pt x="11103" y="1146"/>
                    <a:pt x="11108" y="1143"/>
                  </a:cubicBezTo>
                  <a:cubicBezTo>
                    <a:pt x="11108" y="1143"/>
                    <a:pt x="11125" y="1135"/>
                    <a:pt x="11092" y="1095"/>
                  </a:cubicBezTo>
                  <a:cubicBezTo>
                    <a:pt x="11053" y="1036"/>
                    <a:pt x="11037" y="1012"/>
                    <a:pt x="11042" y="1012"/>
                  </a:cubicBezTo>
                  <a:lnTo>
                    <a:pt x="11042" y="1012"/>
                  </a:lnTo>
                  <a:cubicBezTo>
                    <a:pt x="11045" y="1012"/>
                    <a:pt x="11057" y="1022"/>
                    <a:pt x="11076" y="1038"/>
                  </a:cubicBezTo>
                  <a:cubicBezTo>
                    <a:pt x="11109" y="1075"/>
                    <a:pt x="11130" y="1093"/>
                    <a:pt x="11139" y="1093"/>
                  </a:cubicBezTo>
                  <a:cubicBezTo>
                    <a:pt x="11150" y="1093"/>
                    <a:pt x="11143" y="1067"/>
                    <a:pt x="11116" y="1014"/>
                  </a:cubicBezTo>
                  <a:cubicBezTo>
                    <a:pt x="11083" y="964"/>
                    <a:pt x="11067" y="940"/>
                    <a:pt x="11069" y="940"/>
                  </a:cubicBezTo>
                  <a:lnTo>
                    <a:pt x="11069" y="940"/>
                  </a:lnTo>
                  <a:cubicBezTo>
                    <a:pt x="11071" y="940"/>
                    <a:pt x="11089" y="962"/>
                    <a:pt x="11125" y="1005"/>
                  </a:cubicBezTo>
                  <a:cubicBezTo>
                    <a:pt x="11154" y="1050"/>
                    <a:pt x="11191" y="1088"/>
                    <a:pt x="11209" y="1088"/>
                  </a:cubicBezTo>
                  <a:cubicBezTo>
                    <a:pt x="11211" y="1088"/>
                    <a:pt x="11212" y="1087"/>
                    <a:pt x="11214" y="1087"/>
                  </a:cubicBezTo>
                  <a:lnTo>
                    <a:pt x="11181" y="1038"/>
                  </a:lnTo>
                  <a:cubicBezTo>
                    <a:pt x="11145" y="976"/>
                    <a:pt x="11135" y="950"/>
                    <a:pt x="11146" y="950"/>
                  </a:cubicBezTo>
                  <a:cubicBezTo>
                    <a:pt x="11151" y="950"/>
                    <a:pt x="11164" y="958"/>
                    <a:pt x="11181" y="973"/>
                  </a:cubicBezTo>
                  <a:cubicBezTo>
                    <a:pt x="11195" y="994"/>
                    <a:pt x="11205" y="1004"/>
                    <a:pt x="11211" y="1004"/>
                  </a:cubicBezTo>
                  <a:cubicBezTo>
                    <a:pt x="11219" y="1004"/>
                    <a:pt x="11222" y="986"/>
                    <a:pt x="11222" y="949"/>
                  </a:cubicBezTo>
                  <a:cubicBezTo>
                    <a:pt x="11232" y="942"/>
                    <a:pt x="11241" y="936"/>
                    <a:pt x="11251" y="936"/>
                  </a:cubicBezTo>
                  <a:cubicBezTo>
                    <a:pt x="11263" y="936"/>
                    <a:pt x="11276" y="946"/>
                    <a:pt x="11295" y="973"/>
                  </a:cubicBezTo>
                  <a:cubicBezTo>
                    <a:pt x="11323" y="1021"/>
                    <a:pt x="11337" y="1045"/>
                    <a:pt x="11338" y="1045"/>
                  </a:cubicBezTo>
                  <a:cubicBezTo>
                    <a:pt x="11340" y="1045"/>
                    <a:pt x="11328" y="1019"/>
                    <a:pt x="11303" y="965"/>
                  </a:cubicBezTo>
                  <a:cubicBezTo>
                    <a:pt x="11294" y="933"/>
                    <a:pt x="11290" y="919"/>
                    <a:pt x="11298" y="919"/>
                  </a:cubicBezTo>
                  <a:cubicBezTo>
                    <a:pt x="11305" y="919"/>
                    <a:pt x="11319" y="927"/>
                    <a:pt x="11343" y="941"/>
                  </a:cubicBezTo>
                  <a:cubicBezTo>
                    <a:pt x="11366" y="959"/>
                    <a:pt x="11378" y="969"/>
                    <a:pt x="11382" y="969"/>
                  </a:cubicBezTo>
                  <a:cubicBezTo>
                    <a:pt x="11387" y="969"/>
                    <a:pt x="11381" y="955"/>
                    <a:pt x="11368" y="924"/>
                  </a:cubicBezTo>
                  <a:cubicBezTo>
                    <a:pt x="11315" y="834"/>
                    <a:pt x="11283" y="786"/>
                    <a:pt x="11266" y="786"/>
                  </a:cubicBezTo>
                  <a:cubicBezTo>
                    <a:pt x="11265" y="786"/>
                    <a:pt x="11264" y="786"/>
                    <a:pt x="11262" y="787"/>
                  </a:cubicBezTo>
                  <a:cubicBezTo>
                    <a:pt x="11260" y="789"/>
                    <a:pt x="11258" y="791"/>
                    <a:pt x="11256" y="791"/>
                  </a:cubicBezTo>
                  <a:cubicBezTo>
                    <a:pt x="11252" y="791"/>
                    <a:pt x="11245" y="781"/>
                    <a:pt x="11222" y="746"/>
                  </a:cubicBezTo>
                  <a:lnTo>
                    <a:pt x="11246" y="730"/>
                  </a:lnTo>
                  <a:cubicBezTo>
                    <a:pt x="11262" y="722"/>
                    <a:pt x="11279" y="714"/>
                    <a:pt x="11270" y="649"/>
                  </a:cubicBezTo>
                  <a:cubicBezTo>
                    <a:pt x="11270" y="599"/>
                    <a:pt x="11232" y="530"/>
                    <a:pt x="11218" y="530"/>
                  </a:cubicBezTo>
                  <a:cubicBezTo>
                    <a:pt x="11214" y="530"/>
                    <a:pt x="11212" y="536"/>
                    <a:pt x="11214" y="551"/>
                  </a:cubicBezTo>
                  <a:lnTo>
                    <a:pt x="11165" y="511"/>
                  </a:lnTo>
                  <a:cubicBezTo>
                    <a:pt x="11123" y="446"/>
                    <a:pt x="11095" y="415"/>
                    <a:pt x="11087" y="415"/>
                  </a:cubicBezTo>
                  <a:cubicBezTo>
                    <a:pt x="11078" y="415"/>
                    <a:pt x="11094" y="454"/>
                    <a:pt x="11141" y="527"/>
                  </a:cubicBezTo>
                  <a:cubicBezTo>
                    <a:pt x="11191" y="609"/>
                    <a:pt x="11213" y="645"/>
                    <a:pt x="11209" y="645"/>
                  </a:cubicBezTo>
                  <a:cubicBezTo>
                    <a:pt x="11207" y="645"/>
                    <a:pt x="11189" y="623"/>
                    <a:pt x="11157" y="584"/>
                  </a:cubicBezTo>
                  <a:cubicBezTo>
                    <a:pt x="11116" y="514"/>
                    <a:pt x="11096" y="498"/>
                    <a:pt x="11082" y="498"/>
                  </a:cubicBezTo>
                  <a:cubicBezTo>
                    <a:pt x="11077" y="498"/>
                    <a:pt x="11072" y="501"/>
                    <a:pt x="11068" y="503"/>
                  </a:cubicBezTo>
                  <a:cubicBezTo>
                    <a:pt x="11065" y="505"/>
                    <a:pt x="11064" y="507"/>
                    <a:pt x="11061" y="507"/>
                  </a:cubicBezTo>
                  <a:cubicBezTo>
                    <a:pt x="11057" y="507"/>
                    <a:pt x="11050" y="498"/>
                    <a:pt x="11027" y="470"/>
                  </a:cubicBezTo>
                  <a:cubicBezTo>
                    <a:pt x="10998" y="426"/>
                    <a:pt x="10961" y="388"/>
                    <a:pt x="10943" y="388"/>
                  </a:cubicBezTo>
                  <a:cubicBezTo>
                    <a:pt x="10941" y="388"/>
                    <a:pt x="10939" y="389"/>
                    <a:pt x="10938" y="389"/>
                  </a:cubicBezTo>
                  <a:cubicBezTo>
                    <a:pt x="10922" y="397"/>
                    <a:pt x="10922" y="397"/>
                    <a:pt x="10954" y="446"/>
                  </a:cubicBezTo>
                  <a:cubicBezTo>
                    <a:pt x="10976" y="464"/>
                    <a:pt x="10982" y="476"/>
                    <a:pt x="10974" y="476"/>
                  </a:cubicBezTo>
                  <a:cubicBezTo>
                    <a:pt x="10966" y="476"/>
                    <a:pt x="10938" y="458"/>
                    <a:pt x="10898" y="414"/>
                  </a:cubicBezTo>
                  <a:cubicBezTo>
                    <a:pt x="10882" y="398"/>
                    <a:pt x="10872" y="388"/>
                    <a:pt x="10869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2"/>
            <p:cNvSpPr/>
            <p:nvPr/>
          </p:nvSpPr>
          <p:spPr>
            <a:xfrm>
              <a:off x="6947130" y="2567465"/>
              <a:ext cx="193939" cy="128437"/>
            </a:xfrm>
            <a:custGeom>
              <a:avLst/>
              <a:gdLst/>
              <a:ahLst/>
              <a:cxnLst/>
              <a:rect l="l" t="t" r="r" b="b"/>
              <a:pathLst>
                <a:path w="11251" h="7451" extrusionOk="0">
                  <a:moveTo>
                    <a:pt x="10500" y="0"/>
                  </a:moveTo>
                  <a:lnTo>
                    <a:pt x="10484" y="8"/>
                  </a:lnTo>
                  <a:cubicBezTo>
                    <a:pt x="10476" y="16"/>
                    <a:pt x="10500" y="65"/>
                    <a:pt x="10533" y="114"/>
                  </a:cubicBezTo>
                  <a:lnTo>
                    <a:pt x="10549" y="106"/>
                  </a:lnTo>
                  <a:cubicBezTo>
                    <a:pt x="10533" y="73"/>
                    <a:pt x="10516" y="33"/>
                    <a:pt x="10500" y="0"/>
                  </a:cubicBezTo>
                  <a:close/>
                  <a:moveTo>
                    <a:pt x="10897" y="754"/>
                  </a:moveTo>
                  <a:lnTo>
                    <a:pt x="10938" y="803"/>
                  </a:lnTo>
                  <a:cubicBezTo>
                    <a:pt x="10962" y="852"/>
                    <a:pt x="10954" y="860"/>
                    <a:pt x="10938" y="860"/>
                  </a:cubicBezTo>
                  <a:cubicBezTo>
                    <a:pt x="10936" y="862"/>
                    <a:pt x="10934" y="864"/>
                    <a:pt x="10932" y="864"/>
                  </a:cubicBezTo>
                  <a:cubicBezTo>
                    <a:pt x="10927" y="864"/>
                    <a:pt x="10920" y="854"/>
                    <a:pt x="10897" y="819"/>
                  </a:cubicBezTo>
                  <a:cubicBezTo>
                    <a:pt x="10897" y="819"/>
                    <a:pt x="10881" y="762"/>
                    <a:pt x="10897" y="754"/>
                  </a:cubicBezTo>
                  <a:close/>
                  <a:moveTo>
                    <a:pt x="10667" y="753"/>
                  </a:moveTo>
                  <a:cubicBezTo>
                    <a:pt x="10685" y="753"/>
                    <a:pt x="10722" y="791"/>
                    <a:pt x="10752" y="835"/>
                  </a:cubicBezTo>
                  <a:cubicBezTo>
                    <a:pt x="10824" y="933"/>
                    <a:pt x="10824" y="933"/>
                    <a:pt x="10792" y="941"/>
                  </a:cubicBezTo>
                  <a:cubicBezTo>
                    <a:pt x="10789" y="944"/>
                    <a:pt x="10785" y="947"/>
                    <a:pt x="10779" y="947"/>
                  </a:cubicBezTo>
                  <a:cubicBezTo>
                    <a:pt x="10769" y="947"/>
                    <a:pt x="10755" y="939"/>
                    <a:pt x="10735" y="908"/>
                  </a:cubicBezTo>
                  <a:lnTo>
                    <a:pt x="10752" y="900"/>
                  </a:lnTo>
                  <a:cubicBezTo>
                    <a:pt x="10760" y="914"/>
                    <a:pt x="10766" y="919"/>
                    <a:pt x="10768" y="919"/>
                  </a:cubicBezTo>
                  <a:cubicBezTo>
                    <a:pt x="10773" y="919"/>
                    <a:pt x="10757" y="881"/>
                    <a:pt x="10727" y="852"/>
                  </a:cubicBezTo>
                  <a:lnTo>
                    <a:pt x="10662" y="754"/>
                  </a:lnTo>
                  <a:cubicBezTo>
                    <a:pt x="10664" y="754"/>
                    <a:pt x="10665" y="753"/>
                    <a:pt x="10667" y="753"/>
                  </a:cubicBezTo>
                  <a:close/>
                  <a:moveTo>
                    <a:pt x="9779" y="1058"/>
                  </a:moveTo>
                  <a:cubicBezTo>
                    <a:pt x="9770" y="1058"/>
                    <a:pt x="9760" y="1063"/>
                    <a:pt x="9746" y="1070"/>
                  </a:cubicBezTo>
                  <a:cubicBezTo>
                    <a:pt x="9738" y="1079"/>
                    <a:pt x="9754" y="1135"/>
                    <a:pt x="9754" y="1135"/>
                  </a:cubicBezTo>
                  <a:cubicBezTo>
                    <a:pt x="9769" y="1166"/>
                    <a:pt x="9781" y="1174"/>
                    <a:pt x="9790" y="1174"/>
                  </a:cubicBezTo>
                  <a:cubicBezTo>
                    <a:pt x="9796" y="1174"/>
                    <a:pt x="9800" y="1171"/>
                    <a:pt x="9803" y="1168"/>
                  </a:cubicBezTo>
                  <a:cubicBezTo>
                    <a:pt x="9815" y="1174"/>
                    <a:pt x="9823" y="1177"/>
                    <a:pt x="9829" y="1177"/>
                  </a:cubicBezTo>
                  <a:cubicBezTo>
                    <a:pt x="9853" y="1177"/>
                    <a:pt x="9838" y="1133"/>
                    <a:pt x="9819" y="1095"/>
                  </a:cubicBezTo>
                  <a:cubicBezTo>
                    <a:pt x="9801" y="1067"/>
                    <a:pt x="9790" y="1058"/>
                    <a:pt x="9779" y="1058"/>
                  </a:cubicBezTo>
                  <a:close/>
                  <a:moveTo>
                    <a:pt x="10873" y="1160"/>
                  </a:moveTo>
                  <a:lnTo>
                    <a:pt x="10857" y="1168"/>
                  </a:lnTo>
                  <a:cubicBezTo>
                    <a:pt x="10880" y="1202"/>
                    <a:pt x="10887" y="1212"/>
                    <a:pt x="10891" y="1212"/>
                  </a:cubicBezTo>
                  <a:cubicBezTo>
                    <a:pt x="10893" y="1212"/>
                    <a:pt x="10895" y="1211"/>
                    <a:pt x="10897" y="1208"/>
                  </a:cubicBezTo>
                  <a:lnTo>
                    <a:pt x="10914" y="1200"/>
                  </a:lnTo>
                  <a:lnTo>
                    <a:pt x="10873" y="1160"/>
                  </a:lnTo>
                  <a:close/>
                  <a:moveTo>
                    <a:pt x="9925" y="1103"/>
                  </a:moveTo>
                  <a:cubicBezTo>
                    <a:pt x="9957" y="1152"/>
                    <a:pt x="9957" y="1216"/>
                    <a:pt x="9941" y="1225"/>
                  </a:cubicBezTo>
                  <a:cubicBezTo>
                    <a:pt x="9940" y="1225"/>
                    <a:pt x="9939" y="1225"/>
                    <a:pt x="9939" y="1225"/>
                  </a:cubicBezTo>
                  <a:cubicBezTo>
                    <a:pt x="9928" y="1225"/>
                    <a:pt x="9900" y="1179"/>
                    <a:pt x="9900" y="1119"/>
                  </a:cubicBezTo>
                  <a:lnTo>
                    <a:pt x="9925" y="1103"/>
                  </a:lnTo>
                  <a:close/>
                  <a:moveTo>
                    <a:pt x="7392" y="1301"/>
                  </a:moveTo>
                  <a:cubicBezTo>
                    <a:pt x="7384" y="1301"/>
                    <a:pt x="7389" y="1329"/>
                    <a:pt x="7419" y="1395"/>
                  </a:cubicBezTo>
                  <a:cubicBezTo>
                    <a:pt x="7436" y="1429"/>
                    <a:pt x="7442" y="1439"/>
                    <a:pt x="7449" y="1439"/>
                  </a:cubicBezTo>
                  <a:cubicBezTo>
                    <a:pt x="7452" y="1439"/>
                    <a:pt x="7455" y="1438"/>
                    <a:pt x="7460" y="1435"/>
                  </a:cubicBezTo>
                  <a:cubicBezTo>
                    <a:pt x="7452" y="1403"/>
                    <a:pt x="7435" y="1362"/>
                    <a:pt x="7419" y="1330"/>
                  </a:cubicBezTo>
                  <a:cubicBezTo>
                    <a:pt x="7407" y="1312"/>
                    <a:pt x="7397" y="1301"/>
                    <a:pt x="7392" y="1301"/>
                  </a:cubicBezTo>
                  <a:close/>
                  <a:moveTo>
                    <a:pt x="9268" y="1533"/>
                  </a:moveTo>
                  <a:cubicBezTo>
                    <a:pt x="9268" y="1533"/>
                    <a:pt x="9284" y="1589"/>
                    <a:pt x="9300" y="1646"/>
                  </a:cubicBezTo>
                  <a:cubicBezTo>
                    <a:pt x="9337" y="1737"/>
                    <a:pt x="9353" y="1777"/>
                    <a:pt x="9348" y="1777"/>
                  </a:cubicBezTo>
                  <a:cubicBezTo>
                    <a:pt x="9344" y="1777"/>
                    <a:pt x="9329" y="1753"/>
                    <a:pt x="9300" y="1711"/>
                  </a:cubicBezTo>
                  <a:cubicBezTo>
                    <a:pt x="9268" y="1662"/>
                    <a:pt x="9252" y="1606"/>
                    <a:pt x="9243" y="1549"/>
                  </a:cubicBezTo>
                  <a:lnTo>
                    <a:pt x="9268" y="1533"/>
                  </a:lnTo>
                  <a:close/>
                  <a:moveTo>
                    <a:pt x="9414" y="1719"/>
                  </a:moveTo>
                  <a:lnTo>
                    <a:pt x="9454" y="1760"/>
                  </a:lnTo>
                  <a:cubicBezTo>
                    <a:pt x="9479" y="1808"/>
                    <a:pt x="9470" y="1816"/>
                    <a:pt x="9454" y="1816"/>
                  </a:cubicBezTo>
                  <a:lnTo>
                    <a:pt x="9430" y="1768"/>
                  </a:lnTo>
                  <a:lnTo>
                    <a:pt x="9414" y="1719"/>
                  </a:lnTo>
                  <a:close/>
                  <a:moveTo>
                    <a:pt x="8542" y="1846"/>
                  </a:moveTo>
                  <a:cubicBezTo>
                    <a:pt x="8544" y="1846"/>
                    <a:pt x="8547" y="1851"/>
                    <a:pt x="8554" y="1865"/>
                  </a:cubicBezTo>
                  <a:cubicBezTo>
                    <a:pt x="8555" y="1865"/>
                    <a:pt x="8556" y="1864"/>
                    <a:pt x="8557" y="1864"/>
                  </a:cubicBezTo>
                  <a:cubicBezTo>
                    <a:pt x="8570" y="1864"/>
                    <a:pt x="8570" y="1922"/>
                    <a:pt x="8554" y="1930"/>
                  </a:cubicBezTo>
                  <a:lnTo>
                    <a:pt x="8530" y="1881"/>
                  </a:lnTo>
                  <a:cubicBezTo>
                    <a:pt x="8541" y="1876"/>
                    <a:pt x="8537" y="1846"/>
                    <a:pt x="8542" y="1846"/>
                  </a:cubicBezTo>
                  <a:close/>
                  <a:moveTo>
                    <a:pt x="8879" y="1816"/>
                  </a:moveTo>
                  <a:cubicBezTo>
                    <a:pt x="8895" y="1849"/>
                    <a:pt x="8911" y="1889"/>
                    <a:pt x="8919" y="1922"/>
                  </a:cubicBezTo>
                  <a:lnTo>
                    <a:pt x="8911" y="1930"/>
                  </a:lnTo>
                  <a:cubicBezTo>
                    <a:pt x="8879" y="1881"/>
                    <a:pt x="8854" y="1833"/>
                    <a:pt x="8862" y="1824"/>
                  </a:cubicBezTo>
                  <a:lnTo>
                    <a:pt x="8879" y="1816"/>
                  </a:lnTo>
                  <a:close/>
                  <a:moveTo>
                    <a:pt x="9068" y="1905"/>
                  </a:moveTo>
                  <a:cubicBezTo>
                    <a:pt x="9083" y="1905"/>
                    <a:pt x="9101" y="1961"/>
                    <a:pt x="9146" y="2060"/>
                  </a:cubicBezTo>
                  <a:cubicBezTo>
                    <a:pt x="9146" y="2088"/>
                    <a:pt x="9146" y="2104"/>
                    <a:pt x="9142" y="2104"/>
                  </a:cubicBezTo>
                  <a:cubicBezTo>
                    <a:pt x="9137" y="2104"/>
                    <a:pt x="9125" y="2078"/>
                    <a:pt x="9098" y="2019"/>
                  </a:cubicBezTo>
                  <a:cubicBezTo>
                    <a:pt x="9081" y="1962"/>
                    <a:pt x="9065" y="1906"/>
                    <a:pt x="9065" y="1906"/>
                  </a:cubicBezTo>
                  <a:cubicBezTo>
                    <a:pt x="9066" y="1905"/>
                    <a:pt x="9067" y="1905"/>
                    <a:pt x="9068" y="1905"/>
                  </a:cubicBezTo>
                  <a:close/>
                  <a:moveTo>
                    <a:pt x="8595" y="2173"/>
                  </a:moveTo>
                  <a:cubicBezTo>
                    <a:pt x="8627" y="2222"/>
                    <a:pt x="8652" y="2270"/>
                    <a:pt x="8643" y="2279"/>
                  </a:cubicBezTo>
                  <a:cubicBezTo>
                    <a:pt x="8646" y="2295"/>
                    <a:pt x="8644" y="2302"/>
                    <a:pt x="8640" y="2302"/>
                  </a:cubicBezTo>
                  <a:cubicBezTo>
                    <a:pt x="8628" y="2302"/>
                    <a:pt x="8599" y="2256"/>
                    <a:pt x="8571" y="2181"/>
                  </a:cubicBezTo>
                  <a:lnTo>
                    <a:pt x="8595" y="2173"/>
                  </a:lnTo>
                  <a:close/>
                  <a:moveTo>
                    <a:pt x="8144" y="2229"/>
                  </a:moveTo>
                  <a:cubicBezTo>
                    <a:pt x="8157" y="2229"/>
                    <a:pt x="8198" y="2262"/>
                    <a:pt x="8198" y="2262"/>
                  </a:cubicBezTo>
                  <a:cubicBezTo>
                    <a:pt x="8222" y="2311"/>
                    <a:pt x="8214" y="2319"/>
                    <a:pt x="8214" y="2319"/>
                  </a:cubicBezTo>
                  <a:cubicBezTo>
                    <a:pt x="8208" y="2322"/>
                    <a:pt x="8202" y="2325"/>
                    <a:pt x="8195" y="2325"/>
                  </a:cubicBezTo>
                  <a:cubicBezTo>
                    <a:pt x="8184" y="2325"/>
                    <a:pt x="8172" y="2317"/>
                    <a:pt x="8157" y="2287"/>
                  </a:cubicBezTo>
                  <a:cubicBezTo>
                    <a:pt x="8157" y="2287"/>
                    <a:pt x="8125" y="2238"/>
                    <a:pt x="8141" y="2230"/>
                  </a:cubicBezTo>
                  <a:cubicBezTo>
                    <a:pt x="8142" y="2229"/>
                    <a:pt x="8143" y="2229"/>
                    <a:pt x="8144" y="2229"/>
                  </a:cubicBezTo>
                  <a:close/>
                  <a:moveTo>
                    <a:pt x="8489" y="2295"/>
                  </a:moveTo>
                  <a:lnTo>
                    <a:pt x="8530" y="2335"/>
                  </a:lnTo>
                  <a:lnTo>
                    <a:pt x="8522" y="2343"/>
                  </a:lnTo>
                  <a:cubicBezTo>
                    <a:pt x="8517" y="2346"/>
                    <a:pt x="8514" y="2347"/>
                    <a:pt x="8511" y="2347"/>
                  </a:cubicBezTo>
                  <a:cubicBezTo>
                    <a:pt x="8504" y="2347"/>
                    <a:pt x="8499" y="2337"/>
                    <a:pt x="8481" y="2303"/>
                  </a:cubicBezTo>
                  <a:lnTo>
                    <a:pt x="8489" y="2295"/>
                  </a:lnTo>
                  <a:close/>
                  <a:moveTo>
                    <a:pt x="8914" y="2291"/>
                  </a:moveTo>
                  <a:cubicBezTo>
                    <a:pt x="8913" y="2291"/>
                    <a:pt x="8934" y="2325"/>
                    <a:pt x="8952" y="2360"/>
                  </a:cubicBezTo>
                  <a:lnTo>
                    <a:pt x="8984" y="2408"/>
                  </a:lnTo>
                  <a:lnTo>
                    <a:pt x="8927" y="2311"/>
                  </a:lnTo>
                  <a:cubicBezTo>
                    <a:pt x="8918" y="2297"/>
                    <a:pt x="8914" y="2291"/>
                    <a:pt x="8914" y="2291"/>
                  </a:cubicBezTo>
                  <a:close/>
                  <a:moveTo>
                    <a:pt x="7912" y="2392"/>
                  </a:moveTo>
                  <a:cubicBezTo>
                    <a:pt x="7916" y="2392"/>
                    <a:pt x="7931" y="2401"/>
                    <a:pt x="7941" y="2401"/>
                  </a:cubicBezTo>
                  <a:cubicBezTo>
                    <a:pt x="7943" y="2401"/>
                    <a:pt x="7945" y="2401"/>
                    <a:pt x="7946" y="2400"/>
                  </a:cubicBezTo>
                  <a:cubicBezTo>
                    <a:pt x="7987" y="2441"/>
                    <a:pt x="7987" y="2441"/>
                    <a:pt x="7962" y="2457"/>
                  </a:cubicBezTo>
                  <a:cubicBezTo>
                    <a:pt x="7961" y="2458"/>
                    <a:pt x="7960" y="2458"/>
                    <a:pt x="7959" y="2458"/>
                  </a:cubicBezTo>
                  <a:cubicBezTo>
                    <a:pt x="7943" y="2458"/>
                    <a:pt x="7922" y="2416"/>
                    <a:pt x="7922" y="2416"/>
                  </a:cubicBezTo>
                  <a:cubicBezTo>
                    <a:pt x="7909" y="2397"/>
                    <a:pt x="7908" y="2392"/>
                    <a:pt x="7912" y="2392"/>
                  </a:cubicBezTo>
                  <a:close/>
                  <a:moveTo>
                    <a:pt x="7557" y="2489"/>
                  </a:moveTo>
                  <a:cubicBezTo>
                    <a:pt x="7569" y="2507"/>
                    <a:pt x="7571" y="2513"/>
                    <a:pt x="7569" y="2513"/>
                  </a:cubicBezTo>
                  <a:cubicBezTo>
                    <a:pt x="7567" y="2513"/>
                    <a:pt x="7552" y="2494"/>
                    <a:pt x="7557" y="2489"/>
                  </a:cubicBezTo>
                  <a:close/>
                  <a:moveTo>
                    <a:pt x="8408" y="2473"/>
                  </a:moveTo>
                  <a:lnTo>
                    <a:pt x="8408" y="2473"/>
                  </a:lnTo>
                  <a:cubicBezTo>
                    <a:pt x="8392" y="2481"/>
                    <a:pt x="8425" y="2530"/>
                    <a:pt x="8425" y="2530"/>
                  </a:cubicBezTo>
                  <a:cubicBezTo>
                    <a:pt x="8425" y="2530"/>
                    <a:pt x="8445" y="2571"/>
                    <a:pt x="8461" y="2571"/>
                  </a:cubicBezTo>
                  <a:cubicBezTo>
                    <a:pt x="8463" y="2571"/>
                    <a:pt x="8464" y="2571"/>
                    <a:pt x="8465" y="2570"/>
                  </a:cubicBezTo>
                  <a:lnTo>
                    <a:pt x="8473" y="2562"/>
                  </a:lnTo>
                  <a:cubicBezTo>
                    <a:pt x="8457" y="2530"/>
                    <a:pt x="8433" y="2497"/>
                    <a:pt x="8408" y="2473"/>
                  </a:cubicBezTo>
                  <a:close/>
                  <a:moveTo>
                    <a:pt x="7581" y="2676"/>
                  </a:moveTo>
                  <a:lnTo>
                    <a:pt x="7581" y="2676"/>
                  </a:lnTo>
                  <a:cubicBezTo>
                    <a:pt x="7590" y="2693"/>
                    <a:pt x="7590" y="2699"/>
                    <a:pt x="7588" y="2699"/>
                  </a:cubicBezTo>
                  <a:cubicBezTo>
                    <a:pt x="7584" y="2699"/>
                    <a:pt x="7571" y="2681"/>
                    <a:pt x="7581" y="2676"/>
                  </a:cubicBezTo>
                  <a:close/>
                  <a:moveTo>
                    <a:pt x="7735" y="2587"/>
                  </a:moveTo>
                  <a:lnTo>
                    <a:pt x="7735" y="2587"/>
                  </a:lnTo>
                  <a:cubicBezTo>
                    <a:pt x="7760" y="2611"/>
                    <a:pt x="7784" y="2643"/>
                    <a:pt x="7808" y="2676"/>
                  </a:cubicBezTo>
                  <a:cubicBezTo>
                    <a:pt x="7819" y="2698"/>
                    <a:pt x="7824" y="2712"/>
                    <a:pt x="7818" y="2712"/>
                  </a:cubicBezTo>
                  <a:cubicBezTo>
                    <a:pt x="7812" y="2712"/>
                    <a:pt x="7791" y="2692"/>
                    <a:pt x="7752" y="2643"/>
                  </a:cubicBezTo>
                  <a:cubicBezTo>
                    <a:pt x="7719" y="2595"/>
                    <a:pt x="7719" y="2595"/>
                    <a:pt x="7735" y="2587"/>
                  </a:cubicBezTo>
                  <a:close/>
                  <a:moveTo>
                    <a:pt x="7646" y="2635"/>
                  </a:moveTo>
                  <a:lnTo>
                    <a:pt x="7687" y="2676"/>
                  </a:lnTo>
                  <a:lnTo>
                    <a:pt x="7703" y="2733"/>
                  </a:lnTo>
                  <a:lnTo>
                    <a:pt x="7687" y="2741"/>
                  </a:lnTo>
                  <a:cubicBezTo>
                    <a:pt x="7662" y="2692"/>
                    <a:pt x="7630" y="2643"/>
                    <a:pt x="7646" y="2635"/>
                  </a:cubicBezTo>
                  <a:close/>
                  <a:moveTo>
                    <a:pt x="8416" y="2984"/>
                  </a:moveTo>
                  <a:lnTo>
                    <a:pt x="8384" y="3000"/>
                  </a:lnTo>
                  <a:cubicBezTo>
                    <a:pt x="8407" y="3035"/>
                    <a:pt x="8414" y="3045"/>
                    <a:pt x="8419" y="3045"/>
                  </a:cubicBezTo>
                  <a:cubicBezTo>
                    <a:pt x="8421" y="3045"/>
                    <a:pt x="8422" y="3043"/>
                    <a:pt x="8425" y="3041"/>
                  </a:cubicBezTo>
                  <a:cubicBezTo>
                    <a:pt x="8457" y="3024"/>
                    <a:pt x="8457" y="3024"/>
                    <a:pt x="8416" y="2984"/>
                  </a:cubicBezTo>
                  <a:close/>
                  <a:moveTo>
                    <a:pt x="6730" y="3016"/>
                  </a:moveTo>
                  <a:lnTo>
                    <a:pt x="6771" y="3057"/>
                  </a:lnTo>
                  <a:lnTo>
                    <a:pt x="6787" y="3114"/>
                  </a:lnTo>
                  <a:lnTo>
                    <a:pt x="6779" y="3122"/>
                  </a:lnTo>
                  <a:cubicBezTo>
                    <a:pt x="6746" y="3073"/>
                    <a:pt x="6714" y="3024"/>
                    <a:pt x="6730" y="3016"/>
                  </a:cubicBezTo>
                  <a:close/>
                  <a:moveTo>
                    <a:pt x="6416" y="3194"/>
                  </a:moveTo>
                  <a:cubicBezTo>
                    <a:pt x="6433" y="3194"/>
                    <a:pt x="6472" y="3294"/>
                    <a:pt x="6503" y="3341"/>
                  </a:cubicBezTo>
                  <a:cubicBezTo>
                    <a:pt x="6499" y="3343"/>
                    <a:pt x="6495" y="3344"/>
                    <a:pt x="6493" y="3344"/>
                  </a:cubicBezTo>
                  <a:cubicBezTo>
                    <a:pt x="6485" y="3344"/>
                    <a:pt x="6480" y="3333"/>
                    <a:pt x="6463" y="3292"/>
                  </a:cubicBezTo>
                  <a:cubicBezTo>
                    <a:pt x="6438" y="3260"/>
                    <a:pt x="6422" y="3227"/>
                    <a:pt x="6414" y="3195"/>
                  </a:cubicBezTo>
                  <a:cubicBezTo>
                    <a:pt x="6414" y="3194"/>
                    <a:pt x="6415" y="3194"/>
                    <a:pt x="6416" y="3194"/>
                  </a:cubicBezTo>
                  <a:close/>
                  <a:moveTo>
                    <a:pt x="6073" y="3511"/>
                  </a:moveTo>
                  <a:lnTo>
                    <a:pt x="6122" y="3551"/>
                  </a:lnTo>
                  <a:lnTo>
                    <a:pt x="6138" y="3608"/>
                  </a:lnTo>
                  <a:lnTo>
                    <a:pt x="6122" y="3616"/>
                  </a:lnTo>
                  <a:cubicBezTo>
                    <a:pt x="6090" y="3568"/>
                    <a:pt x="6065" y="3519"/>
                    <a:pt x="6073" y="3511"/>
                  </a:cubicBezTo>
                  <a:close/>
                  <a:moveTo>
                    <a:pt x="6438" y="3697"/>
                  </a:moveTo>
                  <a:cubicBezTo>
                    <a:pt x="6454" y="3730"/>
                    <a:pt x="6471" y="3770"/>
                    <a:pt x="6479" y="3803"/>
                  </a:cubicBezTo>
                  <a:lnTo>
                    <a:pt x="6463" y="3811"/>
                  </a:lnTo>
                  <a:cubicBezTo>
                    <a:pt x="6438" y="3762"/>
                    <a:pt x="6406" y="3714"/>
                    <a:pt x="6422" y="3705"/>
                  </a:cubicBezTo>
                  <a:lnTo>
                    <a:pt x="6438" y="3697"/>
                  </a:lnTo>
                  <a:close/>
                  <a:moveTo>
                    <a:pt x="5165" y="4014"/>
                  </a:moveTo>
                  <a:cubicBezTo>
                    <a:pt x="5214" y="4054"/>
                    <a:pt x="5222" y="4111"/>
                    <a:pt x="5214" y="4119"/>
                  </a:cubicBezTo>
                  <a:cubicBezTo>
                    <a:pt x="5205" y="4125"/>
                    <a:pt x="5199" y="4129"/>
                    <a:pt x="5194" y="4129"/>
                  </a:cubicBezTo>
                  <a:cubicBezTo>
                    <a:pt x="5185" y="4129"/>
                    <a:pt x="5178" y="4117"/>
                    <a:pt x="5157" y="4087"/>
                  </a:cubicBezTo>
                  <a:cubicBezTo>
                    <a:pt x="5125" y="4038"/>
                    <a:pt x="5157" y="4022"/>
                    <a:pt x="5165" y="4014"/>
                  </a:cubicBezTo>
                  <a:close/>
                  <a:moveTo>
                    <a:pt x="4654" y="4362"/>
                  </a:moveTo>
                  <a:cubicBezTo>
                    <a:pt x="4679" y="4403"/>
                    <a:pt x="4687" y="4435"/>
                    <a:pt x="4703" y="4468"/>
                  </a:cubicBezTo>
                  <a:lnTo>
                    <a:pt x="4687" y="4476"/>
                  </a:lnTo>
                  <a:cubicBezTo>
                    <a:pt x="4663" y="4427"/>
                    <a:pt x="4630" y="4378"/>
                    <a:pt x="4646" y="4370"/>
                  </a:cubicBezTo>
                  <a:lnTo>
                    <a:pt x="4654" y="4362"/>
                  </a:lnTo>
                  <a:close/>
                  <a:moveTo>
                    <a:pt x="3113" y="4990"/>
                  </a:moveTo>
                  <a:lnTo>
                    <a:pt x="3113" y="4990"/>
                  </a:lnTo>
                  <a:cubicBezTo>
                    <a:pt x="3113" y="4990"/>
                    <a:pt x="3115" y="4993"/>
                    <a:pt x="3118" y="4997"/>
                  </a:cubicBezTo>
                  <a:lnTo>
                    <a:pt x="3118" y="4997"/>
                  </a:lnTo>
                  <a:cubicBezTo>
                    <a:pt x="3115" y="4992"/>
                    <a:pt x="3113" y="4990"/>
                    <a:pt x="3113" y="4990"/>
                  </a:cubicBezTo>
                  <a:close/>
                  <a:moveTo>
                    <a:pt x="3118" y="4997"/>
                  </a:moveTo>
                  <a:cubicBezTo>
                    <a:pt x="3125" y="5007"/>
                    <a:pt x="3140" y="5029"/>
                    <a:pt x="3163" y="5068"/>
                  </a:cubicBezTo>
                  <a:cubicBezTo>
                    <a:pt x="3163" y="5068"/>
                    <a:pt x="3164" y="5069"/>
                    <a:pt x="3165" y="5069"/>
                  </a:cubicBezTo>
                  <a:lnTo>
                    <a:pt x="3165" y="5069"/>
                  </a:lnTo>
                  <a:cubicBezTo>
                    <a:pt x="3159" y="5056"/>
                    <a:pt x="3150" y="5039"/>
                    <a:pt x="3138" y="5019"/>
                  </a:cubicBezTo>
                  <a:cubicBezTo>
                    <a:pt x="3129" y="5010"/>
                    <a:pt x="3122" y="5002"/>
                    <a:pt x="3118" y="4997"/>
                  </a:cubicBezTo>
                  <a:close/>
                  <a:moveTo>
                    <a:pt x="3090" y="5238"/>
                  </a:moveTo>
                  <a:cubicBezTo>
                    <a:pt x="3084" y="5243"/>
                    <a:pt x="3093" y="5265"/>
                    <a:pt x="3095" y="5265"/>
                  </a:cubicBezTo>
                  <a:cubicBezTo>
                    <a:pt x="3096" y="5265"/>
                    <a:pt x="3095" y="5258"/>
                    <a:pt x="3090" y="5238"/>
                  </a:cubicBezTo>
                  <a:close/>
                  <a:moveTo>
                    <a:pt x="3325" y="5180"/>
                  </a:moveTo>
                  <a:cubicBezTo>
                    <a:pt x="3335" y="5180"/>
                    <a:pt x="3339" y="5193"/>
                    <a:pt x="3349" y="5230"/>
                  </a:cubicBezTo>
                  <a:cubicBezTo>
                    <a:pt x="3353" y="5259"/>
                    <a:pt x="3353" y="5273"/>
                    <a:pt x="3348" y="5273"/>
                  </a:cubicBezTo>
                  <a:cubicBezTo>
                    <a:pt x="3342" y="5273"/>
                    <a:pt x="3332" y="5261"/>
                    <a:pt x="3317" y="5238"/>
                  </a:cubicBezTo>
                  <a:cubicBezTo>
                    <a:pt x="3292" y="5189"/>
                    <a:pt x="3292" y="5189"/>
                    <a:pt x="3300" y="5189"/>
                  </a:cubicBezTo>
                  <a:cubicBezTo>
                    <a:pt x="3312" y="5184"/>
                    <a:pt x="3319" y="5180"/>
                    <a:pt x="3325" y="5180"/>
                  </a:cubicBezTo>
                  <a:close/>
                  <a:moveTo>
                    <a:pt x="3211" y="5238"/>
                  </a:moveTo>
                  <a:lnTo>
                    <a:pt x="3252" y="5278"/>
                  </a:lnTo>
                  <a:lnTo>
                    <a:pt x="3244" y="5286"/>
                  </a:lnTo>
                  <a:cubicBezTo>
                    <a:pt x="3239" y="5289"/>
                    <a:pt x="3236" y="5291"/>
                    <a:pt x="3233" y="5291"/>
                  </a:cubicBezTo>
                  <a:cubicBezTo>
                    <a:pt x="3225" y="5291"/>
                    <a:pt x="3218" y="5280"/>
                    <a:pt x="3195" y="5246"/>
                  </a:cubicBezTo>
                  <a:lnTo>
                    <a:pt x="3211" y="5238"/>
                  </a:lnTo>
                  <a:close/>
                  <a:moveTo>
                    <a:pt x="3082" y="5311"/>
                  </a:moveTo>
                  <a:lnTo>
                    <a:pt x="3122" y="5351"/>
                  </a:lnTo>
                  <a:lnTo>
                    <a:pt x="3106" y="5359"/>
                  </a:lnTo>
                  <a:cubicBezTo>
                    <a:pt x="3104" y="5362"/>
                    <a:pt x="3102" y="5363"/>
                    <a:pt x="3100" y="5363"/>
                  </a:cubicBezTo>
                  <a:cubicBezTo>
                    <a:pt x="3095" y="5363"/>
                    <a:pt x="3088" y="5353"/>
                    <a:pt x="3065" y="5319"/>
                  </a:cubicBezTo>
                  <a:lnTo>
                    <a:pt x="3082" y="5311"/>
                  </a:lnTo>
                  <a:close/>
                  <a:moveTo>
                    <a:pt x="3714" y="5286"/>
                  </a:moveTo>
                  <a:lnTo>
                    <a:pt x="3755" y="5327"/>
                  </a:lnTo>
                  <a:cubicBezTo>
                    <a:pt x="3779" y="5376"/>
                    <a:pt x="3771" y="5384"/>
                    <a:pt x="3771" y="5384"/>
                  </a:cubicBezTo>
                  <a:cubicBezTo>
                    <a:pt x="3755" y="5384"/>
                    <a:pt x="3755" y="5384"/>
                    <a:pt x="3730" y="5335"/>
                  </a:cubicBezTo>
                  <a:cubicBezTo>
                    <a:pt x="3730" y="5335"/>
                    <a:pt x="3698" y="5286"/>
                    <a:pt x="3714" y="5286"/>
                  </a:cubicBezTo>
                  <a:close/>
                  <a:moveTo>
                    <a:pt x="3584" y="5416"/>
                  </a:moveTo>
                  <a:lnTo>
                    <a:pt x="3625" y="5465"/>
                  </a:lnTo>
                  <a:lnTo>
                    <a:pt x="3641" y="5514"/>
                  </a:lnTo>
                  <a:lnTo>
                    <a:pt x="3625" y="5522"/>
                  </a:lnTo>
                  <a:cubicBezTo>
                    <a:pt x="3600" y="5473"/>
                    <a:pt x="3568" y="5424"/>
                    <a:pt x="3584" y="5416"/>
                  </a:cubicBezTo>
                  <a:close/>
                  <a:moveTo>
                    <a:pt x="2976" y="5432"/>
                  </a:moveTo>
                  <a:lnTo>
                    <a:pt x="2976" y="5432"/>
                  </a:lnTo>
                  <a:cubicBezTo>
                    <a:pt x="3000" y="5457"/>
                    <a:pt x="3025" y="5489"/>
                    <a:pt x="3049" y="5522"/>
                  </a:cubicBezTo>
                  <a:lnTo>
                    <a:pt x="3033" y="5530"/>
                  </a:lnTo>
                  <a:cubicBezTo>
                    <a:pt x="3032" y="5530"/>
                    <a:pt x="3032" y="5531"/>
                    <a:pt x="3031" y="5531"/>
                  </a:cubicBezTo>
                  <a:cubicBezTo>
                    <a:pt x="3020" y="5531"/>
                    <a:pt x="2992" y="5489"/>
                    <a:pt x="2992" y="5489"/>
                  </a:cubicBezTo>
                  <a:cubicBezTo>
                    <a:pt x="2992" y="5489"/>
                    <a:pt x="2960" y="5441"/>
                    <a:pt x="2976" y="5432"/>
                  </a:cubicBezTo>
                  <a:close/>
                  <a:moveTo>
                    <a:pt x="2448" y="5696"/>
                  </a:moveTo>
                  <a:lnTo>
                    <a:pt x="2448" y="5696"/>
                  </a:lnTo>
                  <a:cubicBezTo>
                    <a:pt x="2450" y="5696"/>
                    <a:pt x="2456" y="5702"/>
                    <a:pt x="2465" y="5716"/>
                  </a:cubicBezTo>
                  <a:lnTo>
                    <a:pt x="2490" y="5765"/>
                  </a:lnTo>
                  <a:cubicBezTo>
                    <a:pt x="2502" y="5806"/>
                    <a:pt x="2514" y="5848"/>
                    <a:pt x="2509" y="5848"/>
                  </a:cubicBezTo>
                  <a:cubicBezTo>
                    <a:pt x="2508" y="5848"/>
                    <a:pt x="2504" y="5843"/>
                    <a:pt x="2498" y="5830"/>
                  </a:cubicBezTo>
                  <a:cubicBezTo>
                    <a:pt x="2473" y="5797"/>
                    <a:pt x="2457" y="5765"/>
                    <a:pt x="2449" y="5724"/>
                  </a:cubicBezTo>
                  <a:cubicBezTo>
                    <a:pt x="2449" y="5724"/>
                    <a:pt x="2441" y="5696"/>
                    <a:pt x="2448" y="5696"/>
                  </a:cubicBezTo>
                  <a:close/>
                  <a:moveTo>
                    <a:pt x="2103" y="6113"/>
                  </a:moveTo>
                  <a:cubicBezTo>
                    <a:pt x="2121" y="6113"/>
                    <a:pt x="2174" y="6205"/>
                    <a:pt x="2174" y="6268"/>
                  </a:cubicBezTo>
                  <a:cubicBezTo>
                    <a:pt x="2171" y="6270"/>
                    <a:pt x="2169" y="6272"/>
                    <a:pt x="2168" y="6272"/>
                  </a:cubicBezTo>
                  <a:cubicBezTo>
                    <a:pt x="2163" y="6272"/>
                    <a:pt x="2156" y="6262"/>
                    <a:pt x="2133" y="6227"/>
                  </a:cubicBezTo>
                  <a:cubicBezTo>
                    <a:pt x="2101" y="6178"/>
                    <a:pt x="2092" y="6122"/>
                    <a:pt x="2101" y="6113"/>
                  </a:cubicBezTo>
                  <a:cubicBezTo>
                    <a:pt x="2101" y="6113"/>
                    <a:pt x="2102" y="6113"/>
                    <a:pt x="2103" y="6113"/>
                  </a:cubicBezTo>
                  <a:close/>
                  <a:moveTo>
                    <a:pt x="272" y="7168"/>
                  </a:moveTo>
                  <a:cubicBezTo>
                    <a:pt x="275" y="7168"/>
                    <a:pt x="289" y="7193"/>
                    <a:pt x="317" y="7240"/>
                  </a:cubicBezTo>
                  <a:cubicBezTo>
                    <a:pt x="341" y="7289"/>
                    <a:pt x="374" y="7338"/>
                    <a:pt x="357" y="7346"/>
                  </a:cubicBezTo>
                  <a:cubicBezTo>
                    <a:pt x="368" y="7382"/>
                    <a:pt x="369" y="7396"/>
                    <a:pt x="365" y="7396"/>
                  </a:cubicBezTo>
                  <a:cubicBezTo>
                    <a:pt x="356" y="7396"/>
                    <a:pt x="323" y="7326"/>
                    <a:pt x="301" y="7249"/>
                  </a:cubicBezTo>
                  <a:cubicBezTo>
                    <a:pt x="280" y="7195"/>
                    <a:pt x="270" y="7168"/>
                    <a:pt x="272" y="7168"/>
                  </a:cubicBezTo>
                  <a:close/>
                  <a:moveTo>
                    <a:pt x="10756" y="404"/>
                  </a:moveTo>
                  <a:cubicBezTo>
                    <a:pt x="10752" y="404"/>
                    <a:pt x="10766" y="428"/>
                    <a:pt x="10800" y="487"/>
                  </a:cubicBezTo>
                  <a:cubicBezTo>
                    <a:pt x="10831" y="539"/>
                    <a:pt x="10838" y="568"/>
                    <a:pt x="10826" y="568"/>
                  </a:cubicBezTo>
                  <a:cubicBezTo>
                    <a:pt x="10816" y="568"/>
                    <a:pt x="10793" y="548"/>
                    <a:pt x="10760" y="503"/>
                  </a:cubicBezTo>
                  <a:lnTo>
                    <a:pt x="10735" y="519"/>
                  </a:lnTo>
                  <a:cubicBezTo>
                    <a:pt x="10727" y="527"/>
                    <a:pt x="10752" y="576"/>
                    <a:pt x="10784" y="625"/>
                  </a:cubicBezTo>
                  <a:cubicBezTo>
                    <a:pt x="10818" y="684"/>
                    <a:pt x="10832" y="707"/>
                    <a:pt x="10828" y="707"/>
                  </a:cubicBezTo>
                  <a:cubicBezTo>
                    <a:pt x="10826" y="707"/>
                    <a:pt x="10816" y="697"/>
                    <a:pt x="10800" y="681"/>
                  </a:cubicBezTo>
                  <a:cubicBezTo>
                    <a:pt x="10768" y="657"/>
                    <a:pt x="10743" y="625"/>
                    <a:pt x="10727" y="592"/>
                  </a:cubicBezTo>
                  <a:cubicBezTo>
                    <a:pt x="10707" y="562"/>
                    <a:pt x="10696" y="554"/>
                    <a:pt x="10687" y="554"/>
                  </a:cubicBezTo>
                  <a:cubicBezTo>
                    <a:pt x="10682" y="554"/>
                    <a:pt x="10677" y="557"/>
                    <a:pt x="10670" y="560"/>
                  </a:cubicBezTo>
                  <a:cubicBezTo>
                    <a:pt x="10654" y="568"/>
                    <a:pt x="10630" y="584"/>
                    <a:pt x="10662" y="633"/>
                  </a:cubicBezTo>
                  <a:cubicBezTo>
                    <a:pt x="10669" y="647"/>
                    <a:pt x="10672" y="653"/>
                    <a:pt x="10672" y="653"/>
                  </a:cubicBezTo>
                  <a:cubicBezTo>
                    <a:pt x="10672" y="653"/>
                    <a:pt x="10653" y="618"/>
                    <a:pt x="10630" y="584"/>
                  </a:cubicBezTo>
                  <a:cubicBezTo>
                    <a:pt x="10624" y="584"/>
                    <a:pt x="10608" y="562"/>
                    <a:pt x="10608" y="562"/>
                  </a:cubicBezTo>
                  <a:lnTo>
                    <a:pt x="10608" y="562"/>
                  </a:lnTo>
                  <a:cubicBezTo>
                    <a:pt x="10607" y="562"/>
                    <a:pt x="10611" y="568"/>
                    <a:pt x="10622" y="584"/>
                  </a:cubicBezTo>
                  <a:cubicBezTo>
                    <a:pt x="10622" y="584"/>
                    <a:pt x="10620" y="585"/>
                    <a:pt x="10615" y="585"/>
                  </a:cubicBezTo>
                  <a:cubicBezTo>
                    <a:pt x="10606" y="585"/>
                    <a:pt x="10587" y="581"/>
                    <a:pt x="10549" y="560"/>
                  </a:cubicBezTo>
                  <a:cubicBezTo>
                    <a:pt x="10542" y="556"/>
                    <a:pt x="10537" y="554"/>
                    <a:pt x="10533" y="554"/>
                  </a:cubicBezTo>
                  <a:cubicBezTo>
                    <a:pt x="10499" y="554"/>
                    <a:pt x="10527" y="656"/>
                    <a:pt x="10612" y="720"/>
                  </a:cubicBezTo>
                  <a:lnTo>
                    <a:pt x="10612" y="720"/>
                  </a:lnTo>
                  <a:cubicBezTo>
                    <a:pt x="10608" y="723"/>
                    <a:pt x="10604" y="726"/>
                    <a:pt x="10597" y="730"/>
                  </a:cubicBezTo>
                  <a:cubicBezTo>
                    <a:pt x="10581" y="738"/>
                    <a:pt x="10614" y="787"/>
                    <a:pt x="10614" y="787"/>
                  </a:cubicBezTo>
                  <a:cubicBezTo>
                    <a:pt x="10646" y="835"/>
                    <a:pt x="10630" y="843"/>
                    <a:pt x="10614" y="852"/>
                  </a:cubicBezTo>
                  <a:lnTo>
                    <a:pt x="10557" y="754"/>
                  </a:lnTo>
                  <a:cubicBezTo>
                    <a:pt x="10516" y="667"/>
                    <a:pt x="10480" y="616"/>
                    <a:pt x="10469" y="616"/>
                  </a:cubicBezTo>
                  <a:cubicBezTo>
                    <a:pt x="10461" y="616"/>
                    <a:pt x="10468" y="647"/>
                    <a:pt x="10500" y="714"/>
                  </a:cubicBezTo>
                  <a:lnTo>
                    <a:pt x="10476" y="665"/>
                  </a:lnTo>
                  <a:cubicBezTo>
                    <a:pt x="10462" y="644"/>
                    <a:pt x="10453" y="634"/>
                    <a:pt x="10446" y="634"/>
                  </a:cubicBezTo>
                  <a:cubicBezTo>
                    <a:pt x="10438" y="634"/>
                    <a:pt x="10435" y="652"/>
                    <a:pt x="10435" y="689"/>
                  </a:cubicBezTo>
                  <a:cubicBezTo>
                    <a:pt x="10419" y="698"/>
                    <a:pt x="10468" y="803"/>
                    <a:pt x="10492" y="852"/>
                  </a:cubicBezTo>
                  <a:cubicBezTo>
                    <a:pt x="10524" y="900"/>
                    <a:pt x="10508" y="908"/>
                    <a:pt x="10508" y="908"/>
                  </a:cubicBezTo>
                  <a:cubicBezTo>
                    <a:pt x="10506" y="911"/>
                    <a:pt x="10504" y="912"/>
                    <a:pt x="10502" y="912"/>
                  </a:cubicBezTo>
                  <a:cubicBezTo>
                    <a:pt x="10497" y="912"/>
                    <a:pt x="10491" y="902"/>
                    <a:pt x="10468" y="868"/>
                  </a:cubicBezTo>
                  <a:cubicBezTo>
                    <a:pt x="10442" y="824"/>
                    <a:pt x="10423" y="803"/>
                    <a:pt x="10414" y="803"/>
                  </a:cubicBezTo>
                  <a:cubicBezTo>
                    <a:pt x="10402" y="803"/>
                    <a:pt x="10405" y="834"/>
                    <a:pt x="10427" y="892"/>
                  </a:cubicBezTo>
                  <a:lnTo>
                    <a:pt x="10403" y="843"/>
                  </a:lnTo>
                  <a:cubicBezTo>
                    <a:pt x="10384" y="811"/>
                    <a:pt x="10363" y="783"/>
                    <a:pt x="10340" y="783"/>
                  </a:cubicBezTo>
                  <a:cubicBezTo>
                    <a:pt x="10324" y="783"/>
                    <a:pt x="10306" y="798"/>
                    <a:pt x="10289" y="835"/>
                  </a:cubicBezTo>
                  <a:cubicBezTo>
                    <a:pt x="10263" y="853"/>
                    <a:pt x="10238" y="866"/>
                    <a:pt x="10217" y="866"/>
                  </a:cubicBezTo>
                  <a:cubicBezTo>
                    <a:pt x="10199" y="866"/>
                    <a:pt x="10182" y="857"/>
                    <a:pt x="10168" y="835"/>
                  </a:cubicBezTo>
                  <a:cubicBezTo>
                    <a:pt x="10164" y="828"/>
                    <a:pt x="10161" y="825"/>
                    <a:pt x="10159" y="825"/>
                  </a:cubicBezTo>
                  <a:cubicBezTo>
                    <a:pt x="10144" y="825"/>
                    <a:pt x="10148" y="933"/>
                    <a:pt x="10176" y="1030"/>
                  </a:cubicBezTo>
                  <a:cubicBezTo>
                    <a:pt x="10161" y="1000"/>
                    <a:pt x="10149" y="991"/>
                    <a:pt x="10136" y="991"/>
                  </a:cubicBezTo>
                  <a:cubicBezTo>
                    <a:pt x="10128" y="991"/>
                    <a:pt x="10120" y="994"/>
                    <a:pt x="10111" y="998"/>
                  </a:cubicBezTo>
                  <a:cubicBezTo>
                    <a:pt x="10094" y="1008"/>
                    <a:pt x="10084" y="1013"/>
                    <a:pt x="10076" y="1013"/>
                  </a:cubicBezTo>
                  <a:cubicBezTo>
                    <a:pt x="10065" y="1013"/>
                    <a:pt x="10057" y="1002"/>
                    <a:pt x="10038" y="973"/>
                  </a:cubicBezTo>
                  <a:cubicBezTo>
                    <a:pt x="10018" y="921"/>
                    <a:pt x="10008" y="895"/>
                    <a:pt x="10007" y="895"/>
                  </a:cubicBezTo>
                  <a:lnTo>
                    <a:pt x="10007" y="895"/>
                  </a:lnTo>
                  <a:cubicBezTo>
                    <a:pt x="10005" y="895"/>
                    <a:pt x="10013" y="923"/>
                    <a:pt x="10030" y="981"/>
                  </a:cubicBezTo>
                  <a:cubicBezTo>
                    <a:pt x="10048" y="1029"/>
                    <a:pt x="10045" y="1050"/>
                    <a:pt x="10031" y="1050"/>
                  </a:cubicBezTo>
                  <a:cubicBezTo>
                    <a:pt x="10014" y="1050"/>
                    <a:pt x="9980" y="1019"/>
                    <a:pt x="9949" y="965"/>
                  </a:cubicBezTo>
                  <a:cubicBezTo>
                    <a:pt x="9929" y="935"/>
                    <a:pt x="9918" y="927"/>
                    <a:pt x="9905" y="927"/>
                  </a:cubicBezTo>
                  <a:cubicBezTo>
                    <a:pt x="9897" y="927"/>
                    <a:pt x="9888" y="930"/>
                    <a:pt x="9876" y="933"/>
                  </a:cubicBezTo>
                  <a:cubicBezTo>
                    <a:pt x="9892" y="965"/>
                    <a:pt x="9876" y="1006"/>
                    <a:pt x="9843" y="1022"/>
                  </a:cubicBezTo>
                  <a:cubicBezTo>
                    <a:pt x="9803" y="1046"/>
                    <a:pt x="9803" y="1046"/>
                    <a:pt x="9860" y="1143"/>
                  </a:cubicBezTo>
                  <a:cubicBezTo>
                    <a:pt x="9916" y="1241"/>
                    <a:pt x="9908" y="1249"/>
                    <a:pt x="9876" y="1257"/>
                  </a:cubicBezTo>
                  <a:cubicBezTo>
                    <a:pt x="9873" y="1260"/>
                    <a:pt x="9869" y="1263"/>
                    <a:pt x="9863" y="1263"/>
                  </a:cubicBezTo>
                  <a:cubicBezTo>
                    <a:pt x="9854" y="1263"/>
                    <a:pt x="9842" y="1255"/>
                    <a:pt x="9827" y="1225"/>
                  </a:cubicBezTo>
                  <a:cubicBezTo>
                    <a:pt x="9827" y="1225"/>
                    <a:pt x="9787" y="1191"/>
                    <a:pt x="9774" y="1191"/>
                  </a:cubicBezTo>
                  <a:cubicBezTo>
                    <a:pt x="9772" y="1191"/>
                    <a:pt x="9771" y="1191"/>
                    <a:pt x="9770" y="1192"/>
                  </a:cubicBezTo>
                  <a:cubicBezTo>
                    <a:pt x="9764" y="1195"/>
                    <a:pt x="9758" y="1198"/>
                    <a:pt x="9752" y="1198"/>
                  </a:cubicBezTo>
                  <a:cubicBezTo>
                    <a:pt x="9741" y="1198"/>
                    <a:pt x="9729" y="1190"/>
                    <a:pt x="9714" y="1160"/>
                  </a:cubicBezTo>
                  <a:cubicBezTo>
                    <a:pt x="9714" y="1160"/>
                    <a:pt x="9680" y="1126"/>
                    <a:pt x="9650" y="1126"/>
                  </a:cubicBezTo>
                  <a:cubicBezTo>
                    <a:pt x="9647" y="1126"/>
                    <a:pt x="9644" y="1126"/>
                    <a:pt x="9641" y="1127"/>
                  </a:cubicBezTo>
                  <a:cubicBezTo>
                    <a:pt x="9629" y="1135"/>
                    <a:pt x="9616" y="1143"/>
                    <a:pt x="9603" y="1143"/>
                  </a:cubicBezTo>
                  <a:cubicBezTo>
                    <a:pt x="9590" y="1143"/>
                    <a:pt x="9576" y="1135"/>
                    <a:pt x="9560" y="1111"/>
                  </a:cubicBezTo>
                  <a:lnTo>
                    <a:pt x="9560" y="1111"/>
                  </a:lnTo>
                  <a:cubicBezTo>
                    <a:pt x="9552" y="1119"/>
                    <a:pt x="9552" y="1119"/>
                    <a:pt x="9576" y="1168"/>
                  </a:cubicBezTo>
                  <a:cubicBezTo>
                    <a:pt x="9604" y="1211"/>
                    <a:pt x="9620" y="1260"/>
                    <a:pt x="9568" y="1260"/>
                  </a:cubicBezTo>
                  <a:cubicBezTo>
                    <a:pt x="9561" y="1260"/>
                    <a:pt x="9553" y="1259"/>
                    <a:pt x="9543" y="1257"/>
                  </a:cubicBezTo>
                  <a:cubicBezTo>
                    <a:pt x="9519" y="1265"/>
                    <a:pt x="9479" y="1289"/>
                    <a:pt x="9503" y="1338"/>
                  </a:cubicBezTo>
                  <a:cubicBezTo>
                    <a:pt x="9501" y="1340"/>
                    <a:pt x="9499" y="1342"/>
                    <a:pt x="9497" y="1342"/>
                  </a:cubicBezTo>
                  <a:cubicBezTo>
                    <a:pt x="9492" y="1342"/>
                    <a:pt x="9485" y="1332"/>
                    <a:pt x="9462" y="1297"/>
                  </a:cubicBezTo>
                  <a:cubicBezTo>
                    <a:pt x="9437" y="1254"/>
                    <a:pt x="9418" y="1234"/>
                    <a:pt x="9408" y="1234"/>
                  </a:cubicBezTo>
                  <a:cubicBezTo>
                    <a:pt x="9395" y="1234"/>
                    <a:pt x="9396" y="1267"/>
                    <a:pt x="9414" y="1330"/>
                  </a:cubicBezTo>
                  <a:cubicBezTo>
                    <a:pt x="9427" y="1356"/>
                    <a:pt x="9431" y="1371"/>
                    <a:pt x="9423" y="1371"/>
                  </a:cubicBezTo>
                  <a:cubicBezTo>
                    <a:pt x="9417" y="1371"/>
                    <a:pt x="9404" y="1360"/>
                    <a:pt x="9381" y="1338"/>
                  </a:cubicBezTo>
                  <a:lnTo>
                    <a:pt x="9381" y="1338"/>
                  </a:lnTo>
                  <a:cubicBezTo>
                    <a:pt x="9381" y="1338"/>
                    <a:pt x="9373" y="1346"/>
                    <a:pt x="9389" y="1403"/>
                  </a:cubicBezTo>
                  <a:cubicBezTo>
                    <a:pt x="9399" y="1435"/>
                    <a:pt x="9403" y="1449"/>
                    <a:pt x="9394" y="1449"/>
                  </a:cubicBezTo>
                  <a:cubicBezTo>
                    <a:pt x="9387" y="1449"/>
                    <a:pt x="9373" y="1441"/>
                    <a:pt x="9349" y="1427"/>
                  </a:cubicBezTo>
                  <a:cubicBezTo>
                    <a:pt x="9329" y="1397"/>
                    <a:pt x="9318" y="1389"/>
                    <a:pt x="9309" y="1389"/>
                  </a:cubicBezTo>
                  <a:cubicBezTo>
                    <a:pt x="9303" y="1389"/>
                    <a:pt x="9298" y="1392"/>
                    <a:pt x="9292" y="1395"/>
                  </a:cubicBezTo>
                  <a:cubicBezTo>
                    <a:pt x="9292" y="1446"/>
                    <a:pt x="9202" y="1507"/>
                    <a:pt x="9143" y="1507"/>
                  </a:cubicBezTo>
                  <a:cubicBezTo>
                    <a:pt x="9128" y="1507"/>
                    <a:pt x="9114" y="1502"/>
                    <a:pt x="9106" y="1492"/>
                  </a:cubicBezTo>
                  <a:lnTo>
                    <a:pt x="9106" y="1492"/>
                  </a:lnTo>
                  <a:cubicBezTo>
                    <a:pt x="9122" y="1549"/>
                    <a:pt x="9122" y="1549"/>
                    <a:pt x="9114" y="1557"/>
                  </a:cubicBezTo>
                  <a:cubicBezTo>
                    <a:pt x="9088" y="1526"/>
                    <a:pt x="9074" y="1512"/>
                    <a:pt x="9068" y="1512"/>
                  </a:cubicBezTo>
                  <a:cubicBezTo>
                    <a:pt x="9057" y="1512"/>
                    <a:pt x="9077" y="1559"/>
                    <a:pt x="9114" y="1622"/>
                  </a:cubicBezTo>
                  <a:lnTo>
                    <a:pt x="9122" y="1614"/>
                  </a:lnTo>
                  <a:lnTo>
                    <a:pt x="9138" y="1606"/>
                  </a:lnTo>
                  <a:cubicBezTo>
                    <a:pt x="9166" y="1654"/>
                    <a:pt x="9170" y="1685"/>
                    <a:pt x="9157" y="1685"/>
                  </a:cubicBezTo>
                  <a:cubicBezTo>
                    <a:pt x="9144" y="1685"/>
                    <a:pt x="9114" y="1654"/>
                    <a:pt x="9073" y="1581"/>
                  </a:cubicBezTo>
                  <a:cubicBezTo>
                    <a:pt x="9038" y="1539"/>
                    <a:pt x="9020" y="1516"/>
                    <a:pt x="9015" y="1516"/>
                  </a:cubicBezTo>
                  <a:lnTo>
                    <a:pt x="9015" y="1516"/>
                  </a:lnTo>
                  <a:cubicBezTo>
                    <a:pt x="9010" y="1516"/>
                    <a:pt x="9020" y="1543"/>
                    <a:pt x="9041" y="1597"/>
                  </a:cubicBezTo>
                  <a:cubicBezTo>
                    <a:pt x="9067" y="1655"/>
                    <a:pt x="9074" y="1683"/>
                    <a:pt x="9065" y="1683"/>
                  </a:cubicBezTo>
                  <a:cubicBezTo>
                    <a:pt x="9058" y="1683"/>
                    <a:pt x="9038" y="1663"/>
                    <a:pt x="9008" y="1622"/>
                  </a:cubicBezTo>
                  <a:cubicBezTo>
                    <a:pt x="8976" y="1569"/>
                    <a:pt x="8960" y="1543"/>
                    <a:pt x="8958" y="1543"/>
                  </a:cubicBezTo>
                  <a:lnTo>
                    <a:pt x="8958" y="1543"/>
                  </a:lnTo>
                  <a:cubicBezTo>
                    <a:pt x="8956" y="1543"/>
                    <a:pt x="8968" y="1569"/>
                    <a:pt x="8992" y="1622"/>
                  </a:cubicBezTo>
                  <a:cubicBezTo>
                    <a:pt x="9045" y="1748"/>
                    <a:pt x="9064" y="1824"/>
                    <a:pt x="9044" y="1824"/>
                  </a:cubicBezTo>
                  <a:cubicBezTo>
                    <a:pt x="9031" y="1824"/>
                    <a:pt x="9001" y="1789"/>
                    <a:pt x="8952" y="1711"/>
                  </a:cubicBezTo>
                  <a:cubicBezTo>
                    <a:pt x="8900" y="1622"/>
                    <a:pt x="8861" y="1580"/>
                    <a:pt x="8843" y="1580"/>
                  </a:cubicBezTo>
                  <a:cubicBezTo>
                    <a:pt x="8841" y="1580"/>
                    <a:pt x="8839" y="1581"/>
                    <a:pt x="8838" y="1581"/>
                  </a:cubicBezTo>
                  <a:cubicBezTo>
                    <a:pt x="8830" y="1589"/>
                    <a:pt x="8854" y="1638"/>
                    <a:pt x="8887" y="1687"/>
                  </a:cubicBezTo>
                  <a:cubicBezTo>
                    <a:pt x="8925" y="1733"/>
                    <a:pt x="8939" y="1758"/>
                    <a:pt x="8932" y="1758"/>
                  </a:cubicBezTo>
                  <a:cubicBezTo>
                    <a:pt x="8925" y="1758"/>
                    <a:pt x="8901" y="1737"/>
                    <a:pt x="8862" y="1695"/>
                  </a:cubicBezTo>
                  <a:cubicBezTo>
                    <a:pt x="8802" y="1638"/>
                    <a:pt x="8764" y="1611"/>
                    <a:pt x="8743" y="1611"/>
                  </a:cubicBezTo>
                  <a:cubicBezTo>
                    <a:pt x="8719" y="1611"/>
                    <a:pt x="8716" y="1646"/>
                    <a:pt x="8725" y="1711"/>
                  </a:cubicBezTo>
                  <a:cubicBezTo>
                    <a:pt x="8729" y="1778"/>
                    <a:pt x="8719" y="1815"/>
                    <a:pt x="8706" y="1815"/>
                  </a:cubicBezTo>
                  <a:cubicBezTo>
                    <a:pt x="8695" y="1815"/>
                    <a:pt x="8683" y="1790"/>
                    <a:pt x="8676" y="1735"/>
                  </a:cubicBezTo>
                  <a:cubicBezTo>
                    <a:pt x="8657" y="1675"/>
                    <a:pt x="8649" y="1649"/>
                    <a:pt x="8646" y="1649"/>
                  </a:cubicBezTo>
                  <a:cubicBezTo>
                    <a:pt x="8643" y="1649"/>
                    <a:pt x="8643" y="1663"/>
                    <a:pt x="8643" y="1687"/>
                  </a:cubicBezTo>
                  <a:lnTo>
                    <a:pt x="8579" y="1727"/>
                  </a:lnTo>
                  <a:cubicBezTo>
                    <a:pt x="8562" y="1735"/>
                    <a:pt x="8579" y="1792"/>
                    <a:pt x="8611" y="1841"/>
                  </a:cubicBezTo>
                  <a:cubicBezTo>
                    <a:pt x="8570" y="1790"/>
                    <a:pt x="8533" y="1755"/>
                    <a:pt x="8516" y="1755"/>
                  </a:cubicBezTo>
                  <a:cubicBezTo>
                    <a:pt x="8502" y="1755"/>
                    <a:pt x="8500" y="1775"/>
                    <a:pt x="8514" y="1824"/>
                  </a:cubicBezTo>
                  <a:lnTo>
                    <a:pt x="8489" y="1841"/>
                  </a:lnTo>
                  <a:cubicBezTo>
                    <a:pt x="8473" y="1849"/>
                    <a:pt x="8473" y="1849"/>
                    <a:pt x="8489" y="1906"/>
                  </a:cubicBezTo>
                  <a:cubicBezTo>
                    <a:pt x="8495" y="1926"/>
                    <a:pt x="8494" y="1934"/>
                    <a:pt x="8488" y="1934"/>
                  </a:cubicBezTo>
                  <a:cubicBezTo>
                    <a:pt x="8477" y="1934"/>
                    <a:pt x="8451" y="1907"/>
                    <a:pt x="8425" y="1881"/>
                  </a:cubicBezTo>
                  <a:cubicBezTo>
                    <a:pt x="8397" y="1848"/>
                    <a:pt x="8366" y="1819"/>
                    <a:pt x="8359" y="1819"/>
                  </a:cubicBezTo>
                  <a:lnTo>
                    <a:pt x="8359" y="1819"/>
                  </a:lnTo>
                  <a:cubicBezTo>
                    <a:pt x="8355" y="1819"/>
                    <a:pt x="8357" y="1825"/>
                    <a:pt x="8368" y="1841"/>
                  </a:cubicBezTo>
                  <a:cubicBezTo>
                    <a:pt x="8392" y="1897"/>
                    <a:pt x="8408" y="1954"/>
                    <a:pt x="8416" y="2011"/>
                  </a:cubicBezTo>
                  <a:cubicBezTo>
                    <a:pt x="8422" y="2030"/>
                    <a:pt x="8421" y="2038"/>
                    <a:pt x="8417" y="2038"/>
                  </a:cubicBezTo>
                  <a:cubicBezTo>
                    <a:pt x="8408" y="2038"/>
                    <a:pt x="8387" y="2008"/>
                    <a:pt x="8376" y="1970"/>
                  </a:cubicBezTo>
                  <a:cubicBezTo>
                    <a:pt x="8352" y="1930"/>
                    <a:pt x="8327" y="1906"/>
                    <a:pt x="8287" y="1889"/>
                  </a:cubicBezTo>
                  <a:cubicBezTo>
                    <a:pt x="8279" y="1897"/>
                    <a:pt x="8246" y="1914"/>
                    <a:pt x="8279" y="1962"/>
                  </a:cubicBezTo>
                  <a:cubicBezTo>
                    <a:pt x="8296" y="1997"/>
                    <a:pt x="8264" y="2028"/>
                    <a:pt x="8229" y="2028"/>
                  </a:cubicBezTo>
                  <a:cubicBezTo>
                    <a:pt x="8215" y="2028"/>
                    <a:pt x="8201" y="2023"/>
                    <a:pt x="8189" y="2011"/>
                  </a:cubicBezTo>
                  <a:lnTo>
                    <a:pt x="8157" y="2027"/>
                  </a:lnTo>
                  <a:cubicBezTo>
                    <a:pt x="8149" y="2035"/>
                    <a:pt x="8165" y="2092"/>
                    <a:pt x="8149" y="2092"/>
                  </a:cubicBezTo>
                  <a:cubicBezTo>
                    <a:pt x="8149" y="2092"/>
                    <a:pt x="8133" y="2100"/>
                    <a:pt x="8149" y="2157"/>
                  </a:cubicBezTo>
                  <a:cubicBezTo>
                    <a:pt x="8146" y="2160"/>
                    <a:pt x="8142" y="2163"/>
                    <a:pt x="8136" y="2163"/>
                  </a:cubicBezTo>
                  <a:cubicBezTo>
                    <a:pt x="8126" y="2163"/>
                    <a:pt x="8112" y="2155"/>
                    <a:pt x="8092" y="2124"/>
                  </a:cubicBezTo>
                  <a:lnTo>
                    <a:pt x="8092" y="2124"/>
                  </a:lnTo>
                  <a:cubicBezTo>
                    <a:pt x="8118" y="2179"/>
                    <a:pt x="8130" y="2206"/>
                    <a:pt x="8125" y="2206"/>
                  </a:cubicBezTo>
                  <a:cubicBezTo>
                    <a:pt x="8121" y="2206"/>
                    <a:pt x="8103" y="2183"/>
                    <a:pt x="8068" y="2141"/>
                  </a:cubicBezTo>
                  <a:cubicBezTo>
                    <a:pt x="8040" y="2093"/>
                    <a:pt x="8026" y="2069"/>
                    <a:pt x="8024" y="2069"/>
                  </a:cubicBezTo>
                  <a:lnTo>
                    <a:pt x="8024" y="2069"/>
                  </a:lnTo>
                  <a:cubicBezTo>
                    <a:pt x="8023" y="2069"/>
                    <a:pt x="8035" y="2095"/>
                    <a:pt x="8060" y="2149"/>
                  </a:cubicBezTo>
                  <a:cubicBezTo>
                    <a:pt x="8069" y="2180"/>
                    <a:pt x="8073" y="2194"/>
                    <a:pt x="8067" y="2194"/>
                  </a:cubicBezTo>
                  <a:cubicBezTo>
                    <a:pt x="8062" y="2194"/>
                    <a:pt x="8050" y="2184"/>
                    <a:pt x="8027" y="2165"/>
                  </a:cubicBezTo>
                  <a:cubicBezTo>
                    <a:pt x="8016" y="2142"/>
                    <a:pt x="8006" y="2129"/>
                    <a:pt x="8002" y="2129"/>
                  </a:cubicBezTo>
                  <a:lnTo>
                    <a:pt x="8002" y="2129"/>
                  </a:lnTo>
                  <a:cubicBezTo>
                    <a:pt x="7999" y="2129"/>
                    <a:pt x="8002" y="2144"/>
                    <a:pt x="8019" y="2173"/>
                  </a:cubicBezTo>
                  <a:cubicBezTo>
                    <a:pt x="8046" y="2238"/>
                    <a:pt x="8052" y="2292"/>
                    <a:pt x="8035" y="2292"/>
                  </a:cubicBezTo>
                  <a:cubicBezTo>
                    <a:pt x="8027" y="2292"/>
                    <a:pt x="8014" y="2279"/>
                    <a:pt x="7995" y="2246"/>
                  </a:cubicBezTo>
                  <a:cubicBezTo>
                    <a:pt x="7995" y="2246"/>
                    <a:pt x="7979" y="2254"/>
                    <a:pt x="7995" y="2311"/>
                  </a:cubicBezTo>
                  <a:cubicBezTo>
                    <a:pt x="8020" y="2365"/>
                    <a:pt x="8032" y="2391"/>
                    <a:pt x="8029" y="2391"/>
                  </a:cubicBezTo>
                  <a:cubicBezTo>
                    <a:pt x="8027" y="2391"/>
                    <a:pt x="8010" y="2367"/>
                    <a:pt x="7979" y="2319"/>
                  </a:cubicBezTo>
                  <a:cubicBezTo>
                    <a:pt x="7949" y="2278"/>
                    <a:pt x="7929" y="2258"/>
                    <a:pt x="7922" y="2258"/>
                  </a:cubicBezTo>
                  <a:cubicBezTo>
                    <a:pt x="7913" y="2258"/>
                    <a:pt x="7920" y="2286"/>
                    <a:pt x="7946" y="2343"/>
                  </a:cubicBezTo>
                  <a:cubicBezTo>
                    <a:pt x="7946" y="2343"/>
                    <a:pt x="7954" y="2371"/>
                    <a:pt x="7942" y="2371"/>
                  </a:cubicBezTo>
                  <a:cubicBezTo>
                    <a:pt x="7937" y="2371"/>
                    <a:pt x="7928" y="2366"/>
                    <a:pt x="7914" y="2351"/>
                  </a:cubicBezTo>
                  <a:cubicBezTo>
                    <a:pt x="7895" y="2339"/>
                    <a:pt x="7868" y="2332"/>
                    <a:pt x="7845" y="2332"/>
                  </a:cubicBezTo>
                  <a:cubicBezTo>
                    <a:pt x="7806" y="2332"/>
                    <a:pt x="7779" y="2353"/>
                    <a:pt x="7825" y="2408"/>
                  </a:cubicBezTo>
                  <a:lnTo>
                    <a:pt x="7800" y="2424"/>
                  </a:lnTo>
                  <a:cubicBezTo>
                    <a:pt x="7777" y="2408"/>
                    <a:pt x="7760" y="2399"/>
                    <a:pt x="7750" y="2399"/>
                  </a:cubicBezTo>
                  <a:cubicBezTo>
                    <a:pt x="7736" y="2399"/>
                    <a:pt x="7734" y="2416"/>
                    <a:pt x="7744" y="2449"/>
                  </a:cubicBezTo>
                  <a:lnTo>
                    <a:pt x="7760" y="2506"/>
                  </a:lnTo>
                  <a:cubicBezTo>
                    <a:pt x="7738" y="2461"/>
                    <a:pt x="7695" y="2423"/>
                    <a:pt x="7682" y="2423"/>
                  </a:cubicBezTo>
                  <a:cubicBezTo>
                    <a:pt x="7680" y="2423"/>
                    <a:pt x="7679" y="2424"/>
                    <a:pt x="7679" y="2424"/>
                  </a:cubicBezTo>
                  <a:cubicBezTo>
                    <a:pt x="7662" y="2433"/>
                    <a:pt x="7662" y="2433"/>
                    <a:pt x="7695" y="2481"/>
                  </a:cubicBezTo>
                  <a:cubicBezTo>
                    <a:pt x="7735" y="2522"/>
                    <a:pt x="7719" y="2530"/>
                    <a:pt x="7711" y="2538"/>
                  </a:cubicBezTo>
                  <a:cubicBezTo>
                    <a:pt x="7710" y="2539"/>
                    <a:pt x="7708" y="2539"/>
                    <a:pt x="7706" y="2539"/>
                  </a:cubicBezTo>
                  <a:cubicBezTo>
                    <a:pt x="7688" y="2539"/>
                    <a:pt x="7652" y="2501"/>
                    <a:pt x="7622" y="2449"/>
                  </a:cubicBezTo>
                  <a:lnTo>
                    <a:pt x="7614" y="2457"/>
                  </a:lnTo>
                  <a:cubicBezTo>
                    <a:pt x="7649" y="2517"/>
                    <a:pt x="7656" y="2543"/>
                    <a:pt x="7651" y="2543"/>
                  </a:cubicBezTo>
                  <a:cubicBezTo>
                    <a:pt x="7648" y="2543"/>
                    <a:pt x="7639" y="2532"/>
                    <a:pt x="7630" y="2514"/>
                  </a:cubicBezTo>
                  <a:cubicBezTo>
                    <a:pt x="7601" y="2490"/>
                    <a:pt x="7587" y="2483"/>
                    <a:pt x="7576" y="2483"/>
                  </a:cubicBezTo>
                  <a:cubicBezTo>
                    <a:pt x="7569" y="2483"/>
                    <a:pt x="7564" y="2486"/>
                    <a:pt x="7557" y="2489"/>
                  </a:cubicBezTo>
                  <a:lnTo>
                    <a:pt x="7533" y="2441"/>
                  </a:lnTo>
                  <a:cubicBezTo>
                    <a:pt x="7520" y="2430"/>
                    <a:pt x="7513" y="2426"/>
                    <a:pt x="7510" y="2426"/>
                  </a:cubicBezTo>
                  <a:cubicBezTo>
                    <a:pt x="7501" y="2426"/>
                    <a:pt x="7525" y="2462"/>
                    <a:pt x="7549" y="2497"/>
                  </a:cubicBezTo>
                  <a:lnTo>
                    <a:pt x="7517" y="2514"/>
                  </a:lnTo>
                  <a:cubicBezTo>
                    <a:pt x="7508" y="2522"/>
                    <a:pt x="7492" y="2530"/>
                    <a:pt x="7533" y="2570"/>
                  </a:cubicBezTo>
                  <a:cubicBezTo>
                    <a:pt x="7565" y="2619"/>
                    <a:pt x="7589" y="2668"/>
                    <a:pt x="7581" y="2676"/>
                  </a:cubicBezTo>
                  <a:cubicBezTo>
                    <a:pt x="7549" y="2627"/>
                    <a:pt x="7525" y="2579"/>
                    <a:pt x="7508" y="2579"/>
                  </a:cubicBezTo>
                  <a:cubicBezTo>
                    <a:pt x="7507" y="2579"/>
                    <a:pt x="7506" y="2579"/>
                    <a:pt x="7505" y="2579"/>
                  </a:cubicBezTo>
                  <a:cubicBezTo>
                    <a:pt x="7489" y="2579"/>
                    <a:pt x="7468" y="2538"/>
                    <a:pt x="7468" y="2538"/>
                  </a:cubicBezTo>
                  <a:cubicBezTo>
                    <a:pt x="7451" y="2501"/>
                    <a:pt x="7437" y="2487"/>
                    <a:pt x="7426" y="2487"/>
                  </a:cubicBezTo>
                  <a:cubicBezTo>
                    <a:pt x="7407" y="2487"/>
                    <a:pt x="7401" y="2534"/>
                    <a:pt x="7411" y="2570"/>
                  </a:cubicBezTo>
                  <a:cubicBezTo>
                    <a:pt x="7429" y="2632"/>
                    <a:pt x="7434" y="2662"/>
                    <a:pt x="7426" y="2662"/>
                  </a:cubicBezTo>
                  <a:cubicBezTo>
                    <a:pt x="7418" y="2662"/>
                    <a:pt x="7401" y="2640"/>
                    <a:pt x="7371" y="2595"/>
                  </a:cubicBezTo>
                  <a:cubicBezTo>
                    <a:pt x="7356" y="2570"/>
                    <a:pt x="7347" y="2558"/>
                    <a:pt x="7344" y="2558"/>
                  </a:cubicBezTo>
                  <a:lnTo>
                    <a:pt x="7344" y="2558"/>
                  </a:lnTo>
                  <a:cubicBezTo>
                    <a:pt x="7333" y="2558"/>
                    <a:pt x="7365" y="2649"/>
                    <a:pt x="7419" y="2757"/>
                  </a:cubicBezTo>
                  <a:lnTo>
                    <a:pt x="7492" y="2911"/>
                  </a:lnTo>
                  <a:lnTo>
                    <a:pt x="7492" y="2911"/>
                  </a:lnTo>
                  <a:lnTo>
                    <a:pt x="7411" y="2765"/>
                  </a:lnTo>
                  <a:cubicBezTo>
                    <a:pt x="7339" y="2662"/>
                    <a:pt x="7307" y="2616"/>
                    <a:pt x="7296" y="2616"/>
                  </a:cubicBezTo>
                  <a:cubicBezTo>
                    <a:pt x="7286" y="2616"/>
                    <a:pt x="7290" y="2646"/>
                    <a:pt x="7298" y="2700"/>
                  </a:cubicBezTo>
                  <a:cubicBezTo>
                    <a:pt x="7298" y="2735"/>
                    <a:pt x="7298" y="2751"/>
                    <a:pt x="7294" y="2751"/>
                  </a:cubicBezTo>
                  <a:cubicBezTo>
                    <a:pt x="7291" y="2751"/>
                    <a:pt x="7285" y="2739"/>
                    <a:pt x="7273" y="2716"/>
                  </a:cubicBezTo>
                  <a:cubicBezTo>
                    <a:pt x="7255" y="2689"/>
                    <a:pt x="7244" y="2679"/>
                    <a:pt x="7231" y="2679"/>
                  </a:cubicBezTo>
                  <a:cubicBezTo>
                    <a:pt x="7221" y="2679"/>
                    <a:pt x="7210" y="2685"/>
                    <a:pt x="7192" y="2692"/>
                  </a:cubicBezTo>
                  <a:cubicBezTo>
                    <a:pt x="7152" y="2716"/>
                    <a:pt x="7135" y="2724"/>
                    <a:pt x="7168" y="2773"/>
                  </a:cubicBezTo>
                  <a:lnTo>
                    <a:pt x="7144" y="2789"/>
                  </a:lnTo>
                  <a:cubicBezTo>
                    <a:pt x="7119" y="2759"/>
                    <a:pt x="7103" y="2747"/>
                    <a:pt x="7095" y="2747"/>
                  </a:cubicBezTo>
                  <a:cubicBezTo>
                    <a:pt x="7079" y="2747"/>
                    <a:pt x="7095" y="2795"/>
                    <a:pt x="7144" y="2854"/>
                  </a:cubicBezTo>
                  <a:lnTo>
                    <a:pt x="7119" y="2862"/>
                  </a:lnTo>
                  <a:lnTo>
                    <a:pt x="7087" y="2814"/>
                  </a:lnTo>
                  <a:cubicBezTo>
                    <a:pt x="7074" y="2794"/>
                    <a:pt x="7062" y="2785"/>
                    <a:pt x="7045" y="2785"/>
                  </a:cubicBezTo>
                  <a:cubicBezTo>
                    <a:pt x="7021" y="2785"/>
                    <a:pt x="6987" y="2804"/>
                    <a:pt x="6925" y="2838"/>
                  </a:cubicBezTo>
                  <a:cubicBezTo>
                    <a:pt x="6811" y="2911"/>
                    <a:pt x="6795" y="2919"/>
                    <a:pt x="6852" y="3016"/>
                  </a:cubicBezTo>
                  <a:cubicBezTo>
                    <a:pt x="6876" y="3070"/>
                    <a:pt x="6884" y="3096"/>
                    <a:pt x="6879" y="3096"/>
                  </a:cubicBezTo>
                  <a:cubicBezTo>
                    <a:pt x="6873" y="3096"/>
                    <a:pt x="6855" y="3072"/>
                    <a:pt x="6827" y="3024"/>
                  </a:cubicBezTo>
                  <a:cubicBezTo>
                    <a:pt x="6805" y="2991"/>
                    <a:pt x="6779" y="2962"/>
                    <a:pt x="6775" y="2962"/>
                  </a:cubicBezTo>
                  <a:lnTo>
                    <a:pt x="6775" y="2962"/>
                  </a:lnTo>
                  <a:cubicBezTo>
                    <a:pt x="6774" y="2962"/>
                    <a:pt x="6776" y="2968"/>
                    <a:pt x="6787" y="2984"/>
                  </a:cubicBezTo>
                  <a:cubicBezTo>
                    <a:pt x="6787" y="2984"/>
                    <a:pt x="6780" y="2987"/>
                    <a:pt x="6770" y="2987"/>
                  </a:cubicBezTo>
                  <a:cubicBezTo>
                    <a:pt x="6756" y="2987"/>
                    <a:pt x="6736" y="2982"/>
                    <a:pt x="6714" y="2960"/>
                  </a:cubicBezTo>
                  <a:cubicBezTo>
                    <a:pt x="6680" y="2934"/>
                    <a:pt x="6660" y="2925"/>
                    <a:pt x="6650" y="2925"/>
                  </a:cubicBezTo>
                  <a:cubicBezTo>
                    <a:pt x="6630" y="2925"/>
                    <a:pt x="6644" y="2960"/>
                    <a:pt x="6665" y="2992"/>
                  </a:cubicBezTo>
                  <a:cubicBezTo>
                    <a:pt x="6694" y="3031"/>
                    <a:pt x="6702" y="3045"/>
                    <a:pt x="6699" y="3045"/>
                  </a:cubicBezTo>
                  <a:cubicBezTo>
                    <a:pt x="6694" y="3045"/>
                    <a:pt x="6672" y="3023"/>
                    <a:pt x="6649" y="3000"/>
                  </a:cubicBezTo>
                  <a:cubicBezTo>
                    <a:pt x="6621" y="2967"/>
                    <a:pt x="6594" y="2938"/>
                    <a:pt x="6587" y="2938"/>
                  </a:cubicBezTo>
                  <a:lnTo>
                    <a:pt x="6587" y="2938"/>
                  </a:lnTo>
                  <a:cubicBezTo>
                    <a:pt x="6583" y="2938"/>
                    <a:pt x="6584" y="2944"/>
                    <a:pt x="6592" y="2960"/>
                  </a:cubicBezTo>
                  <a:cubicBezTo>
                    <a:pt x="6603" y="2999"/>
                    <a:pt x="6584" y="3058"/>
                    <a:pt x="6551" y="3058"/>
                  </a:cubicBezTo>
                  <a:cubicBezTo>
                    <a:pt x="6537" y="3058"/>
                    <a:pt x="6520" y="3046"/>
                    <a:pt x="6503" y="3016"/>
                  </a:cubicBezTo>
                  <a:lnTo>
                    <a:pt x="6479" y="3024"/>
                  </a:lnTo>
                  <a:cubicBezTo>
                    <a:pt x="6503" y="3073"/>
                    <a:pt x="6479" y="3089"/>
                    <a:pt x="6454" y="3106"/>
                  </a:cubicBezTo>
                  <a:cubicBezTo>
                    <a:pt x="6440" y="3113"/>
                    <a:pt x="6431" y="3118"/>
                    <a:pt x="6422" y="3118"/>
                  </a:cubicBezTo>
                  <a:cubicBezTo>
                    <a:pt x="6410" y="3118"/>
                    <a:pt x="6400" y="3109"/>
                    <a:pt x="6381" y="3081"/>
                  </a:cubicBezTo>
                  <a:cubicBezTo>
                    <a:pt x="6374" y="3056"/>
                    <a:pt x="6368" y="3043"/>
                    <a:pt x="6364" y="3043"/>
                  </a:cubicBezTo>
                  <a:cubicBezTo>
                    <a:pt x="6360" y="3043"/>
                    <a:pt x="6357" y="3062"/>
                    <a:pt x="6357" y="3097"/>
                  </a:cubicBezTo>
                  <a:cubicBezTo>
                    <a:pt x="6341" y="3106"/>
                    <a:pt x="6390" y="3203"/>
                    <a:pt x="6373" y="3211"/>
                  </a:cubicBezTo>
                  <a:cubicBezTo>
                    <a:pt x="6406" y="3260"/>
                    <a:pt x="6422" y="3316"/>
                    <a:pt x="6406" y="3324"/>
                  </a:cubicBezTo>
                  <a:lnTo>
                    <a:pt x="6381" y="3276"/>
                  </a:lnTo>
                  <a:cubicBezTo>
                    <a:pt x="6349" y="3227"/>
                    <a:pt x="6317" y="3179"/>
                    <a:pt x="6317" y="3178"/>
                  </a:cubicBezTo>
                  <a:lnTo>
                    <a:pt x="6317" y="3178"/>
                  </a:lnTo>
                  <a:cubicBezTo>
                    <a:pt x="6308" y="3187"/>
                    <a:pt x="6292" y="3195"/>
                    <a:pt x="6325" y="3243"/>
                  </a:cubicBezTo>
                  <a:cubicBezTo>
                    <a:pt x="6303" y="3222"/>
                    <a:pt x="6288" y="3214"/>
                    <a:pt x="6275" y="3214"/>
                  </a:cubicBezTo>
                  <a:cubicBezTo>
                    <a:pt x="6264" y="3214"/>
                    <a:pt x="6255" y="3220"/>
                    <a:pt x="6244" y="3227"/>
                  </a:cubicBezTo>
                  <a:cubicBezTo>
                    <a:pt x="6203" y="3235"/>
                    <a:pt x="6187" y="3276"/>
                    <a:pt x="6203" y="3308"/>
                  </a:cubicBezTo>
                  <a:cubicBezTo>
                    <a:pt x="6175" y="3274"/>
                    <a:pt x="6148" y="3259"/>
                    <a:pt x="6126" y="3259"/>
                  </a:cubicBezTo>
                  <a:cubicBezTo>
                    <a:pt x="6091" y="3259"/>
                    <a:pt x="6073" y="3300"/>
                    <a:pt x="6098" y="3365"/>
                  </a:cubicBezTo>
                  <a:cubicBezTo>
                    <a:pt x="6116" y="3393"/>
                    <a:pt x="6119" y="3407"/>
                    <a:pt x="6110" y="3407"/>
                  </a:cubicBezTo>
                  <a:cubicBezTo>
                    <a:pt x="6104" y="3407"/>
                    <a:pt x="6091" y="3399"/>
                    <a:pt x="6073" y="3381"/>
                  </a:cubicBezTo>
                  <a:cubicBezTo>
                    <a:pt x="6055" y="3363"/>
                    <a:pt x="6045" y="3353"/>
                    <a:pt x="6041" y="3353"/>
                  </a:cubicBezTo>
                  <a:lnTo>
                    <a:pt x="6041" y="3353"/>
                  </a:lnTo>
                  <a:cubicBezTo>
                    <a:pt x="6036" y="3353"/>
                    <a:pt x="6040" y="3367"/>
                    <a:pt x="6049" y="3397"/>
                  </a:cubicBezTo>
                  <a:cubicBezTo>
                    <a:pt x="6055" y="3418"/>
                    <a:pt x="6052" y="3425"/>
                    <a:pt x="6045" y="3425"/>
                  </a:cubicBezTo>
                  <a:cubicBezTo>
                    <a:pt x="6032" y="3425"/>
                    <a:pt x="6002" y="3399"/>
                    <a:pt x="5976" y="3373"/>
                  </a:cubicBezTo>
                  <a:cubicBezTo>
                    <a:pt x="5940" y="3323"/>
                    <a:pt x="5919" y="3301"/>
                    <a:pt x="5910" y="3301"/>
                  </a:cubicBezTo>
                  <a:cubicBezTo>
                    <a:pt x="5903" y="3301"/>
                    <a:pt x="5904" y="3315"/>
                    <a:pt x="5911" y="3341"/>
                  </a:cubicBezTo>
                  <a:cubicBezTo>
                    <a:pt x="5911" y="3405"/>
                    <a:pt x="5887" y="3422"/>
                    <a:pt x="5871" y="3430"/>
                  </a:cubicBezTo>
                  <a:cubicBezTo>
                    <a:pt x="5879" y="3495"/>
                    <a:pt x="5863" y="3503"/>
                    <a:pt x="5903" y="3543"/>
                  </a:cubicBezTo>
                  <a:cubicBezTo>
                    <a:pt x="5919" y="3576"/>
                    <a:pt x="5936" y="3608"/>
                    <a:pt x="5952" y="3649"/>
                  </a:cubicBezTo>
                  <a:cubicBezTo>
                    <a:pt x="5952" y="3674"/>
                    <a:pt x="5947" y="3682"/>
                    <a:pt x="5942" y="3682"/>
                  </a:cubicBezTo>
                  <a:cubicBezTo>
                    <a:pt x="5934" y="3682"/>
                    <a:pt x="5926" y="3662"/>
                    <a:pt x="5936" y="3657"/>
                  </a:cubicBezTo>
                  <a:cubicBezTo>
                    <a:pt x="5936" y="3592"/>
                    <a:pt x="5919" y="3600"/>
                    <a:pt x="5879" y="3560"/>
                  </a:cubicBezTo>
                  <a:cubicBezTo>
                    <a:pt x="5857" y="3533"/>
                    <a:pt x="5838" y="3526"/>
                    <a:pt x="5823" y="3526"/>
                  </a:cubicBezTo>
                  <a:cubicBezTo>
                    <a:pt x="5810" y="3526"/>
                    <a:pt x="5801" y="3531"/>
                    <a:pt x="5798" y="3535"/>
                  </a:cubicBezTo>
                  <a:lnTo>
                    <a:pt x="5741" y="3568"/>
                  </a:lnTo>
                  <a:cubicBezTo>
                    <a:pt x="5714" y="3558"/>
                    <a:pt x="5696" y="3552"/>
                    <a:pt x="5685" y="3552"/>
                  </a:cubicBezTo>
                  <a:cubicBezTo>
                    <a:pt x="5671" y="3552"/>
                    <a:pt x="5673" y="3563"/>
                    <a:pt x="5692" y="3592"/>
                  </a:cubicBezTo>
                  <a:cubicBezTo>
                    <a:pt x="5725" y="3653"/>
                    <a:pt x="5739" y="3678"/>
                    <a:pt x="5738" y="3678"/>
                  </a:cubicBezTo>
                  <a:cubicBezTo>
                    <a:pt x="5738" y="3678"/>
                    <a:pt x="5730" y="3665"/>
                    <a:pt x="5717" y="3641"/>
                  </a:cubicBezTo>
                  <a:cubicBezTo>
                    <a:pt x="5697" y="3614"/>
                    <a:pt x="5670" y="3602"/>
                    <a:pt x="5643" y="3602"/>
                  </a:cubicBezTo>
                  <a:cubicBezTo>
                    <a:pt x="5583" y="3602"/>
                    <a:pt x="5523" y="3659"/>
                    <a:pt x="5543" y="3729"/>
                  </a:cubicBezTo>
                  <a:lnTo>
                    <a:pt x="5543" y="3729"/>
                  </a:lnTo>
                  <a:cubicBezTo>
                    <a:pt x="5537" y="3717"/>
                    <a:pt x="5529" y="3703"/>
                    <a:pt x="5522" y="3689"/>
                  </a:cubicBezTo>
                  <a:cubicBezTo>
                    <a:pt x="5504" y="3662"/>
                    <a:pt x="5493" y="3652"/>
                    <a:pt x="5482" y="3652"/>
                  </a:cubicBezTo>
                  <a:cubicBezTo>
                    <a:pt x="5473" y="3652"/>
                    <a:pt x="5463" y="3658"/>
                    <a:pt x="5449" y="3665"/>
                  </a:cubicBezTo>
                  <a:cubicBezTo>
                    <a:pt x="5441" y="3673"/>
                    <a:pt x="5417" y="3746"/>
                    <a:pt x="5376" y="3770"/>
                  </a:cubicBezTo>
                  <a:cubicBezTo>
                    <a:pt x="5319" y="3803"/>
                    <a:pt x="5287" y="3827"/>
                    <a:pt x="5311" y="3876"/>
                  </a:cubicBezTo>
                  <a:cubicBezTo>
                    <a:pt x="5303" y="3876"/>
                    <a:pt x="5303" y="3876"/>
                    <a:pt x="5271" y="3827"/>
                  </a:cubicBezTo>
                  <a:cubicBezTo>
                    <a:pt x="5259" y="3793"/>
                    <a:pt x="5248" y="3783"/>
                    <a:pt x="5239" y="3783"/>
                  </a:cubicBezTo>
                  <a:cubicBezTo>
                    <a:pt x="5236" y="3783"/>
                    <a:pt x="5232" y="3784"/>
                    <a:pt x="5230" y="3787"/>
                  </a:cubicBezTo>
                  <a:cubicBezTo>
                    <a:pt x="5214" y="3795"/>
                    <a:pt x="5246" y="3843"/>
                    <a:pt x="5271" y="3892"/>
                  </a:cubicBezTo>
                  <a:cubicBezTo>
                    <a:pt x="5290" y="3921"/>
                    <a:pt x="5292" y="3936"/>
                    <a:pt x="5278" y="3936"/>
                  </a:cubicBezTo>
                  <a:cubicBezTo>
                    <a:pt x="5269" y="3936"/>
                    <a:pt x="5253" y="3929"/>
                    <a:pt x="5230" y="3916"/>
                  </a:cubicBezTo>
                  <a:cubicBezTo>
                    <a:pt x="5219" y="3905"/>
                    <a:pt x="5205" y="3900"/>
                    <a:pt x="5191" y="3900"/>
                  </a:cubicBezTo>
                  <a:cubicBezTo>
                    <a:pt x="5155" y="3900"/>
                    <a:pt x="5119" y="3932"/>
                    <a:pt x="5125" y="3973"/>
                  </a:cubicBezTo>
                  <a:cubicBezTo>
                    <a:pt x="5122" y="3976"/>
                    <a:pt x="5117" y="3979"/>
                    <a:pt x="5112" y="3979"/>
                  </a:cubicBezTo>
                  <a:cubicBezTo>
                    <a:pt x="5103" y="3979"/>
                    <a:pt x="5091" y="3971"/>
                    <a:pt x="5076" y="3941"/>
                  </a:cubicBezTo>
                  <a:cubicBezTo>
                    <a:pt x="5052" y="3921"/>
                    <a:pt x="5029" y="3903"/>
                    <a:pt x="5013" y="3903"/>
                  </a:cubicBezTo>
                  <a:cubicBezTo>
                    <a:pt x="4997" y="3903"/>
                    <a:pt x="4991" y="3923"/>
                    <a:pt x="5003" y="3981"/>
                  </a:cubicBezTo>
                  <a:cubicBezTo>
                    <a:pt x="4995" y="3981"/>
                    <a:pt x="4995" y="3981"/>
                    <a:pt x="4963" y="3933"/>
                  </a:cubicBezTo>
                  <a:cubicBezTo>
                    <a:pt x="4940" y="3910"/>
                    <a:pt x="4920" y="3885"/>
                    <a:pt x="4915" y="3885"/>
                  </a:cubicBezTo>
                  <a:lnTo>
                    <a:pt x="4915" y="3885"/>
                  </a:lnTo>
                  <a:cubicBezTo>
                    <a:pt x="4911" y="3885"/>
                    <a:pt x="4916" y="3902"/>
                    <a:pt x="4938" y="3949"/>
                  </a:cubicBezTo>
                  <a:cubicBezTo>
                    <a:pt x="4938" y="3994"/>
                    <a:pt x="4918" y="4020"/>
                    <a:pt x="4890" y="4020"/>
                  </a:cubicBezTo>
                  <a:cubicBezTo>
                    <a:pt x="4877" y="4020"/>
                    <a:pt x="4864" y="4015"/>
                    <a:pt x="4849" y="4005"/>
                  </a:cubicBezTo>
                  <a:cubicBezTo>
                    <a:pt x="4833" y="4014"/>
                    <a:pt x="4817" y="4014"/>
                    <a:pt x="4849" y="4062"/>
                  </a:cubicBezTo>
                  <a:lnTo>
                    <a:pt x="4881" y="4111"/>
                  </a:lnTo>
                  <a:cubicBezTo>
                    <a:pt x="4847" y="4068"/>
                    <a:pt x="4828" y="4046"/>
                    <a:pt x="4823" y="4046"/>
                  </a:cubicBezTo>
                  <a:lnTo>
                    <a:pt x="4823" y="4046"/>
                  </a:lnTo>
                  <a:cubicBezTo>
                    <a:pt x="4818" y="4046"/>
                    <a:pt x="4828" y="4072"/>
                    <a:pt x="4849" y="4127"/>
                  </a:cubicBezTo>
                  <a:cubicBezTo>
                    <a:pt x="4867" y="4153"/>
                    <a:pt x="4870" y="4168"/>
                    <a:pt x="4865" y="4168"/>
                  </a:cubicBezTo>
                  <a:cubicBezTo>
                    <a:pt x="4862" y="4168"/>
                    <a:pt x="4852" y="4158"/>
                    <a:pt x="4841" y="4135"/>
                  </a:cubicBezTo>
                  <a:cubicBezTo>
                    <a:pt x="4806" y="4106"/>
                    <a:pt x="4792" y="4102"/>
                    <a:pt x="4787" y="4102"/>
                  </a:cubicBezTo>
                  <a:cubicBezTo>
                    <a:pt x="4785" y="4102"/>
                    <a:pt x="4784" y="4103"/>
                    <a:pt x="4784" y="4103"/>
                  </a:cubicBezTo>
                  <a:cubicBezTo>
                    <a:pt x="4768" y="4111"/>
                    <a:pt x="4736" y="4192"/>
                    <a:pt x="4671" y="4232"/>
                  </a:cubicBezTo>
                  <a:cubicBezTo>
                    <a:pt x="4565" y="4289"/>
                    <a:pt x="4525" y="4314"/>
                    <a:pt x="4549" y="4362"/>
                  </a:cubicBezTo>
                  <a:cubicBezTo>
                    <a:pt x="4558" y="4393"/>
                    <a:pt x="4562" y="4407"/>
                    <a:pt x="4557" y="4407"/>
                  </a:cubicBezTo>
                  <a:cubicBezTo>
                    <a:pt x="4553" y="4407"/>
                    <a:pt x="4543" y="4397"/>
                    <a:pt x="4525" y="4378"/>
                  </a:cubicBezTo>
                  <a:cubicBezTo>
                    <a:pt x="4496" y="4349"/>
                    <a:pt x="4479" y="4345"/>
                    <a:pt x="4469" y="4345"/>
                  </a:cubicBezTo>
                  <a:cubicBezTo>
                    <a:pt x="4465" y="4345"/>
                    <a:pt x="4462" y="4346"/>
                    <a:pt x="4460" y="4346"/>
                  </a:cubicBezTo>
                  <a:cubicBezTo>
                    <a:pt x="4454" y="4349"/>
                    <a:pt x="4448" y="4352"/>
                    <a:pt x="4441" y="4352"/>
                  </a:cubicBezTo>
                  <a:cubicBezTo>
                    <a:pt x="4430" y="4352"/>
                    <a:pt x="4418" y="4344"/>
                    <a:pt x="4403" y="4314"/>
                  </a:cubicBezTo>
                  <a:lnTo>
                    <a:pt x="4403" y="4314"/>
                  </a:lnTo>
                  <a:cubicBezTo>
                    <a:pt x="4419" y="4370"/>
                    <a:pt x="4419" y="4370"/>
                    <a:pt x="4403" y="4378"/>
                  </a:cubicBezTo>
                  <a:cubicBezTo>
                    <a:pt x="4389" y="4357"/>
                    <a:pt x="4379" y="4346"/>
                    <a:pt x="4374" y="4346"/>
                  </a:cubicBezTo>
                  <a:cubicBezTo>
                    <a:pt x="4368" y="4346"/>
                    <a:pt x="4370" y="4363"/>
                    <a:pt x="4379" y="4395"/>
                  </a:cubicBezTo>
                  <a:cubicBezTo>
                    <a:pt x="4399" y="4448"/>
                    <a:pt x="4410" y="4475"/>
                    <a:pt x="4407" y="4475"/>
                  </a:cubicBezTo>
                  <a:cubicBezTo>
                    <a:pt x="4405" y="4475"/>
                    <a:pt x="4390" y="4450"/>
                    <a:pt x="4363" y="4403"/>
                  </a:cubicBezTo>
                  <a:cubicBezTo>
                    <a:pt x="4347" y="4371"/>
                    <a:pt x="4310" y="4346"/>
                    <a:pt x="4298" y="4346"/>
                  </a:cubicBezTo>
                  <a:cubicBezTo>
                    <a:pt x="4291" y="4346"/>
                    <a:pt x="4292" y="4353"/>
                    <a:pt x="4306" y="4370"/>
                  </a:cubicBezTo>
                  <a:cubicBezTo>
                    <a:pt x="4338" y="4419"/>
                    <a:pt x="4314" y="4427"/>
                    <a:pt x="4330" y="4484"/>
                  </a:cubicBezTo>
                  <a:cubicBezTo>
                    <a:pt x="4324" y="4487"/>
                    <a:pt x="4318" y="4490"/>
                    <a:pt x="4311" y="4490"/>
                  </a:cubicBezTo>
                  <a:cubicBezTo>
                    <a:pt x="4301" y="4490"/>
                    <a:pt x="4289" y="4482"/>
                    <a:pt x="4273" y="4451"/>
                  </a:cubicBezTo>
                  <a:cubicBezTo>
                    <a:pt x="4266" y="4444"/>
                    <a:pt x="4259" y="4441"/>
                    <a:pt x="4252" y="4441"/>
                  </a:cubicBezTo>
                  <a:cubicBezTo>
                    <a:pt x="4220" y="4441"/>
                    <a:pt x="4195" y="4509"/>
                    <a:pt x="4209" y="4549"/>
                  </a:cubicBezTo>
                  <a:cubicBezTo>
                    <a:pt x="4225" y="4578"/>
                    <a:pt x="4229" y="4592"/>
                    <a:pt x="4224" y="4592"/>
                  </a:cubicBezTo>
                  <a:cubicBezTo>
                    <a:pt x="4220" y="4592"/>
                    <a:pt x="4208" y="4580"/>
                    <a:pt x="4192" y="4557"/>
                  </a:cubicBezTo>
                  <a:cubicBezTo>
                    <a:pt x="4177" y="4527"/>
                    <a:pt x="4165" y="4518"/>
                    <a:pt x="4156" y="4518"/>
                  </a:cubicBezTo>
                  <a:cubicBezTo>
                    <a:pt x="4151" y="4518"/>
                    <a:pt x="4147" y="4521"/>
                    <a:pt x="4144" y="4524"/>
                  </a:cubicBezTo>
                  <a:cubicBezTo>
                    <a:pt x="4149" y="4543"/>
                    <a:pt x="4149" y="4550"/>
                    <a:pt x="4146" y="4550"/>
                  </a:cubicBezTo>
                  <a:cubicBezTo>
                    <a:pt x="4139" y="4550"/>
                    <a:pt x="4117" y="4517"/>
                    <a:pt x="4095" y="4484"/>
                  </a:cubicBezTo>
                  <a:cubicBezTo>
                    <a:pt x="4085" y="4450"/>
                    <a:pt x="4079" y="4439"/>
                    <a:pt x="4070" y="4439"/>
                  </a:cubicBezTo>
                  <a:cubicBezTo>
                    <a:pt x="4064" y="4439"/>
                    <a:pt x="4056" y="4445"/>
                    <a:pt x="4046" y="4451"/>
                  </a:cubicBezTo>
                  <a:cubicBezTo>
                    <a:pt x="4055" y="4508"/>
                    <a:pt x="4006" y="4532"/>
                    <a:pt x="3965" y="4557"/>
                  </a:cubicBezTo>
                  <a:cubicBezTo>
                    <a:pt x="3900" y="4597"/>
                    <a:pt x="3917" y="4654"/>
                    <a:pt x="3949" y="4759"/>
                  </a:cubicBezTo>
                  <a:lnTo>
                    <a:pt x="3990" y="4865"/>
                  </a:lnTo>
                  <a:lnTo>
                    <a:pt x="3933" y="4768"/>
                  </a:lnTo>
                  <a:cubicBezTo>
                    <a:pt x="3909" y="4719"/>
                    <a:pt x="3836" y="4630"/>
                    <a:pt x="3836" y="4630"/>
                  </a:cubicBezTo>
                  <a:lnTo>
                    <a:pt x="3836" y="4630"/>
                  </a:lnTo>
                  <a:cubicBezTo>
                    <a:pt x="3819" y="4638"/>
                    <a:pt x="3852" y="4687"/>
                    <a:pt x="3876" y="4735"/>
                  </a:cubicBezTo>
                  <a:cubicBezTo>
                    <a:pt x="3896" y="4764"/>
                    <a:pt x="3898" y="4779"/>
                    <a:pt x="3885" y="4779"/>
                  </a:cubicBezTo>
                  <a:cubicBezTo>
                    <a:pt x="3877" y="4779"/>
                    <a:pt x="3863" y="4772"/>
                    <a:pt x="3844" y="4759"/>
                  </a:cubicBezTo>
                  <a:cubicBezTo>
                    <a:pt x="3821" y="4747"/>
                    <a:pt x="3805" y="4740"/>
                    <a:pt x="3795" y="4740"/>
                  </a:cubicBezTo>
                  <a:cubicBezTo>
                    <a:pt x="3779" y="4740"/>
                    <a:pt x="3777" y="4755"/>
                    <a:pt x="3787" y="4784"/>
                  </a:cubicBezTo>
                  <a:cubicBezTo>
                    <a:pt x="3780" y="4787"/>
                    <a:pt x="3775" y="4790"/>
                    <a:pt x="3768" y="4790"/>
                  </a:cubicBezTo>
                  <a:cubicBezTo>
                    <a:pt x="3759" y="4790"/>
                    <a:pt x="3746" y="4783"/>
                    <a:pt x="3722" y="4759"/>
                  </a:cubicBezTo>
                  <a:lnTo>
                    <a:pt x="3722" y="4759"/>
                  </a:lnTo>
                  <a:cubicBezTo>
                    <a:pt x="3706" y="4768"/>
                    <a:pt x="3706" y="4768"/>
                    <a:pt x="3738" y="4816"/>
                  </a:cubicBezTo>
                  <a:cubicBezTo>
                    <a:pt x="3752" y="4844"/>
                    <a:pt x="3753" y="4858"/>
                    <a:pt x="3743" y="4858"/>
                  </a:cubicBezTo>
                  <a:cubicBezTo>
                    <a:pt x="3736" y="4858"/>
                    <a:pt x="3723" y="4850"/>
                    <a:pt x="3706" y="4832"/>
                  </a:cubicBezTo>
                  <a:cubicBezTo>
                    <a:pt x="3673" y="4788"/>
                    <a:pt x="3647" y="4770"/>
                    <a:pt x="3632" y="4770"/>
                  </a:cubicBezTo>
                  <a:cubicBezTo>
                    <a:pt x="3617" y="4770"/>
                    <a:pt x="3613" y="4788"/>
                    <a:pt x="3625" y="4816"/>
                  </a:cubicBezTo>
                  <a:cubicBezTo>
                    <a:pt x="3657" y="4865"/>
                    <a:pt x="3641" y="4865"/>
                    <a:pt x="3633" y="4873"/>
                  </a:cubicBezTo>
                  <a:cubicBezTo>
                    <a:pt x="3617" y="4881"/>
                    <a:pt x="3600" y="4889"/>
                    <a:pt x="3617" y="4946"/>
                  </a:cubicBezTo>
                  <a:lnTo>
                    <a:pt x="3592" y="4962"/>
                  </a:lnTo>
                  <a:cubicBezTo>
                    <a:pt x="3591" y="4963"/>
                    <a:pt x="3590" y="4963"/>
                    <a:pt x="3589" y="4963"/>
                  </a:cubicBezTo>
                  <a:cubicBezTo>
                    <a:pt x="3574" y="4963"/>
                    <a:pt x="3561" y="4913"/>
                    <a:pt x="3576" y="4905"/>
                  </a:cubicBezTo>
                  <a:lnTo>
                    <a:pt x="3536" y="4865"/>
                  </a:lnTo>
                  <a:cubicBezTo>
                    <a:pt x="3511" y="4881"/>
                    <a:pt x="3495" y="4889"/>
                    <a:pt x="3511" y="4946"/>
                  </a:cubicBezTo>
                  <a:cubicBezTo>
                    <a:pt x="3532" y="4995"/>
                    <a:pt x="3542" y="5019"/>
                    <a:pt x="3540" y="5019"/>
                  </a:cubicBezTo>
                  <a:cubicBezTo>
                    <a:pt x="3538" y="5019"/>
                    <a:pt x="3523" y="4995"/>
                    <a:pt x="3495" y="4946"/>
                  </a:cubicBezTo>
                  <a:cubicBezTo>
                    <a:pt x="3479" y="4914"/>
                    <a:pt x="3456" y="4886"/>
                    <a:pt x="3445" y="4886"/>
                  </a:cubicBezTo>
                  <a:cubicBezTo>
                    <a:pt x="3439" y="4886"/>
                    <a:pt x="3435" y="4894"/>
                    <a:pt x="3438" y="4914"/>
                  </a:cubicBezTo>
                  <a:cubicBezTo>
                    <a:pt x="3461" y="4962"/>
                    <a:pt x="3464" y="4980"/>
                    <a:pt x="3458" y="4980"/>
                  </a:cubicBezTo>
                  <a:cubicBezTo>
                    <a:pt x="3451" y="4980"/>
                    <a:pt x="3431" y="4956"/>
                    <a:pt x="3414" y="4930"/>
                  </a:cubicBezTo>
                  <a:cubicBezTo>
                    <a:pt x="3395" y="4880"/>
                    <a:pt x="3385" y="4854"/>
                    <a:pt x="3379" y="4854"/>
                  </a:cubicBezTo>
                  <a:cubicBezTo>
                    <a:pt x="3373" y="4854"/>
                    <a:pt x="3373" y="4886"/>
                    <a:pt x="3373" y="4954"/>
                  </a:cubicBezTo>
                  <a:cubicBezTo>
                    <a:pt x="3349" y="4970"/>
                    <a:pt x="3325" y="5043"/>
                    <a:pt x="3284" y="5068"/>
                  </a:cubicBezTo>
                  <a:cubicBezTo>
                    <a:pt x="3259" y="5085"/>
                    <a:pt x="3240" y="5095"/>
                    <a:pt x="3220" y="5095"/>
                  </a:cubicBezTo>
                  <a:cubicBezTo>
                    <a:pt x="3204" y="5095"/>
                    <a:pt x="3187" y="5087"/>
                    <a:pt x="3165" y="5069"/>
                  </a:cubicBezTo>
                  <a:lnTo>
                    <a:pt x="3165" y="5069"/>
                  </a:lnTo>
                  <a:cubicBezTo>
                    <a:pt x="3187" y="5120"/>
                    <a:pt x="3170" y="5129"/>
                    <a:pt x="3138" y="5149"/>
                  </a:cubicBezTo>
                  <a:cubicBezTo>
                    <a:pt x="3128" y="5145"/>
                    <a:pt x="3119" y="5143"/>
                    <a:pt x="3112" y="5143"/>
                  </a:cubicBezTo>
                  <a:cubicBezTo>
                    <a:pt x="3074" y="5143"/>
                    <a:pt x="3076" y="5190"/>
                    <a:pt x="3090" y="5238"/>
                  </a:cubicBezTo>
                  <a:lnTo>
                    <a:pt x="3114" y="5230"/>
                  </a:lnTo>
                  <a:cubicBezTo>
                    <a:pt x="3155" y="5291"/>
                    <a:pt x="3164" y="5314"/>
                    <a:pt x="3150" y="5314"/>
                  </a:cubicBezTo>
                  <a:cubicBezTo>
                    <a:pt x="3142" y="5314"/>
                    <a:pt x="3127" y="5306"/>
                    <a:pt x="3106" y="5295"/>
                  </a:cubicBezTo>
                  <a:cubicBezTo>
                    <a:pt x="3105" y="5295"/>
                    <a:pt x="3105" y="5295"/>
                    <a:pt x="3104" y="5295"/>
                  </a:cubicBezTo>
                  <a:cubicBezTo>
                    <a:pt x="3093" y="5295"/>
                    <a:pt x="3063" y="5250"/>
                    <a:pt x="3033" y="5205"/>
                  </a:cubicBezTo>
                  <a:cubicBezTo>
                    <a:pt x="3011" y="5161"/>
                    <a:pt x="2975" y="5123"/>
                    <a:pt x="2957" y="5123"/>
                  </a:cubicBezTo>
                  <a:cubicBezTo>
                    <a:pt x="2955" y="5123"/>
                    <a:pt x="2953" y="5124"/>
                    <a:pt x="2952" y="5124"/>
                  </a:cubicBezTo>
                  <a:cubicBezTo>
                    <a:pt x="2936" y="5132"/>
                    <a:pt x="2928" y="5141"/>
                    <a:pt x="2968" y="5181"/>
                  </a:cubicBezTo>
                  <a:cubicBezTo>
                    <a:pt x="3000" y="5230"/>
                    <a:pt x="3000" y="5230"/>
                    <a:pt x="2984" y="5238"/>
                  </a:cubicBezTo>
                  <a:cubicBezTo>
                    <a:pt x="2968" y="5246"/>
                    <a:pt x="2960" y="5254"/>
                    <a:pt x="2976" y="5303"/>
                  </a:cubicBezTo>
                  <a:cubicBezTo>
                    <a:pt x="3000" y="5359"/>
                    <a:pt x="2992" y="5359"/>
                    <a:pt x="2976" y="5368"/>
                  </a:cubicBezTo>
                  <a:cubicBezTo>
                    <a:pt x="2954" y="5345"/>
                    <a:pt x="2936" y="5340"/>
                    <a:pt x="2925" y="5340"/>
                  </a:cubicBezTo>
                  <a:cubicBezTo>
                    <a:pt x="2916" y="5340"/>
                    <a:pt x="2911" y="5343"/>
                    <a:pt x="2911" y="5343"/>
                  </a:cubicBezTo>
                  <a:lnTo>
                    <a:pt x="2879" y="5295"/>
                  </a:lnTo>
                  <a:cubicBezTo>
                    <a:pt x="2863" y="5262"/>
                    <a:pt x="2838" y="5230"/>
                    <a:pt x="2806" y="5205"/>
                  </a:cubicBezTo>
                  <a:lnTo>
                    <a:pt x="2806" y="5205"/>
                  </a:lnTo>
                  <a:cubicBezTo>
                    <a:pt x="2798" y="5214"/>
                    <a:pt x="2822" y="5262"/>
                    <a:pt x="2822" y="5262"/>
                  </a:cubicBezTo>
                  <a:cubicBezTo>
                    <a:pt x="2855" y="5311"/>
                    <a:pt x="2538" y="5489"/>
                    <a:pt x="2498" y="5505"/>
                  </a:cubicBezTo>
                  <a:cubicBezTo>
                    <a:pt x="2479" y="5495"/>
                    <a:pt x="2463" y="5490"/>
                    <a:pt x="2450" y="5490"/>
                  </a:cubicBezTo>
                  <a:cubicBezTo>
                    <a:pt x="2423" y="5490"/>
                    <a:pt x="2414" y="5510"/>
                    <a:pt x="2441" y="5538"/>
                  </a:cubicBezTo>
                  <a:cubicBezTo>
                    <a:pt x="2473" y="5586"/>
                    <a:pt x="2409" y="5619"/>
                    <a:pt x="2328" y="5668"/>
                  </a:cubicBezTo>
                  <a:cubicBezTo>
                    <a:pt x="2238" y="5716"/>
                    <a:pt x="2174" y="5757"/>
                    <a:pt x="2198" y="5805"/>
                  </a:cubicBezTo>
                  <a:lnTo>
                    <a:pt x="2157" y="5822"/>
                  </a:lnTo>
                  <a:cubicBezTo>
                    <a:pt x="2133" y="5838"/>
                    <a:pt x="2133" y="5903"/>
                    <a:pt x="2125" y="5911"/>
                  </a:cubicBezTo>
                  <a:cubicBezTo>
                    <a:pt x="2134" y="5941"/>
                    <a:pt x="2133" y="5958"/>
                    <a:pt x="2128" y="5958"/>
                  </a:cubicBezTo>
                  <a:cubicBezTo>
                    <a:pt x="2124" y="5958"/>
                    <a:pt x="2116" y="5945"/>
                    <a:pt x="2109" y="5919"/>
                  </a:cubicBezTo>
                  <a:cubicBezTo>
                    <a:pt x="2086" y="5874"/>
                    <a:pt x="2057" y="5829"/>
                    <a:pt x="2040" y="5829"/>
                  </a:cubicBezTo>
                  <a:cubicBezTo>
                    <a:pt x="2038" y="5829"/>
                    <a:pt x="2037" y="5829"/>
                    <a:pt x="2036" y="5830"/>
                  </a:cubicBezTo>
                  <a:cubicBezTo>
                    <a:pt x="2011" y="5846"/>
                    <a:pt x="2044" y="5895"/>
                    <a:pt x="2068" y="5943"/>
                  </a:cubicBezTo>
                  <a:cubicBezTo>
                    <a:pt x="2101" y="5992"/>
                    <a:pt x="2084" y="6000"/>
                    <a:pt x="2084" y="6000"/>
                  </a:cubicBezTo>
                  <a:cubicBezTo>
                    <a:pt x="2076" y="6000"/>
                    <a:pt x="2076" y="6000"/>
                    <a:pt x="2044" y="5951"/>
                  </a:cubicBezTo>
                  <a:lnTo>
                    <a:pt x="1987" y="5854"/>
                  </a:lnTo>
                  <a:lnTo>
                    <a:pt x="1971" y="5862"/>
                  </a:lnTo>
                  <a:cubicBezTo>
                    <a:pt x="2003" y="5911"/>
                    <a:pt x="1987" y="5919"/>
                    <a:pt x="1987" y="5919"/>
                  </a:cubicBezTo>
                  <a:cubicBezTo>
                    <a:pt x="1985" y="5921"/>
                    <a:pt x="1984" y="5922"/>
                    <a:pt x="1982" y="5922"/>
                  </a:cubicBezTo>
                  <a:cubicBezTo>
                    <a:pt x="1976" y="5922"/>
                    <a:pt x="1964" y="5905"/>
                    <a:pt x="1914" y="5830"/>
                  </a:cubicBezTo>
                  <a:cubicBezTo>
                    <a:pt x="1887" y="5784"/>
                    <a:pt x="1871" y="5762"/>
                    <a:pt x="1866" y="5762"/>
                  </a:cubicBezTo>
                  <a:lnTo>
                    <a:pt x="1866" y="5762"/>
                  </a:lnTo>
                  <a:cubicBezTo>
                    <a:pt x="1860" y="5762"/>
                    <a:pt x="1868" y="5790"/>
                    <a:pt x="1890" y="5846"/>
                  </a:cubicBezTo>
                  <a:lnTo>
                    <a:pt x="1898" y="5911"/>
                  </a:lnTo>
                  <a:cubicBezTo>
                    <a:pt x="1878" y="5886"/>
                    <a:pt x="1865" y="5876"/>
                    <a:pt x="1859" y="5876"/>
                  </a:cubicBezTo>
                  <a:cubicBezTo>
                    <a:pt x="1842" y="5876"/>
                    <a:pt x="1862" y="5943"/>
                    <a:pt x="1874" y="5984"/>
                  </a:cubicBezTo>
                  <a:cubicBezTo>
                    <a:pt x="1840" y="5943"/>
                    <a:pt x="1819" y="5922"/>
                    <a:pt x="1810" y="5922"/>
                  </a:cubicBezTo>
                  <a:cubicBezTo>
                    <a:pt x="1799" y="5922"/>
                    <a:pt x="1807" y="5951"/>
                    <a:pt x="1833" y="6008"/>
                  </a:cubicBezTo>
                  <a:cubicBezTo>
                    <a:pt x="1847" y="6036"/>
                    <a:pt x="1850" y="6050"/>
                    <a:pt x="1842" y="6050"/>
                  </a:cubicBezTo>
                  <a:cubicBezTo>
                    <a:pt x="1835" y="6050"/>
                    <a:pt x="1822" y="6042"/>
                    <a:pt x="1801" y="6024"/>
                  </a:cubicBezTo>
                  <a:cubicBezTo>
                    <a:pt x="1779" y="6003"/>
                    <a:pt x="1766" y="5995"/>
                    <a:pt x="1755" y="5995"/>
                  </a:cubicBezTo>
                  <a:cubicBezTo>
                    <a:pt x="1744" y="5995"/>
                    <a:pt x="1734" y="6001"/>
                    <a:pt x="1719" y="6008"/>
                  </a:cubicBezTo>
                  <a:cubicBezTo>
                    <a:pt x="1736" y="6057"/>
                    <a:pt x="1646" y="6113"/>
                    <a:pt x="1541" y="6170"/>
                  </a:cubicBezTo>
                  <a:cubicBezTo>
                    <a:pt x="1419" y="6235"/>
                    <a:pt x="1347" y="6284"/>
                    <a:pt x="1371" y="6332"/>
                  </a:cubicBezTo>
                  <a:cubicBezTo>
                    <a:pt x="1368" y="6335"/>
                    <a:pt x="1367" y="6336"/>
                    <a:pt x="1364" y="6336"/>
                  </a:cubicBezTo>
                  <a:cubicBezTo>
                    <a:pt x="1359" y="6336"/>
                    <a:pt x="1349" y="6326"/>
                    <a:pt x="1314" y="6292"/>
                  </a:cubicBezTo>
                  <a:cubicBezTo>
                    <a:pt x="1305" y="6273"/>
                    <a:pt x="1297" y="6263"/>
                    <a:pt x="1293" y="6263"/>
                  </a:cubicBezTo>
                  <a:lnTo>
                    <a:pt x="1293" y="6263"/>
                  </a:lnTo>
                  <a:cubicBezTo>
                    <a:pt x="1287" y="6263"/>
                    <a:pt x="1292" y="6291"/>
                    <a:pt x="1322" y="6357"/>
                  </a:cubicBezTo>
                  <a:cubicBezTo>
                    <a:pt x="1332" y="6390"/>
                    <a:pt x="1344" y="6420"/>
                    <a:pt x="1341" y="6420"/>
                  </a:cubicBezTo>
                  <a:cubicBezTo>
                    <a:pt x="1339" y="6420"/>
                    <a:pt x="1329" y="6405"/>
                    <a:pt x="1306" y="6365"/>
                  </a:cubicBezTo>
                  <a:cubicBezTo>
                    <a:pt x="1291" y="6343"/>
                    <a:pt x="1278" y="6334"/>
                    <a:pt x="1264" y="6334"/>
                  </a:cubicBezTo>
                  <a:cubicBezTo>
                    <a:pt x="1247" y="6334"/>
                    <a:pt x="1227" y="6347"/>
                    <a:pt x="1201" y="6365"/>
                  </a:cubicBezTo>
                  <a:cubicBezTo>
                    <a:pt x="1160" y="6381"/>
                    <a:pt x="1103" y="6413"/>
                    <a:pt x="1136" y="6462"/>
                  </a:cubicBezTo>
                  <a:cubicBezTo>
                    <a:pt x="1136" y="6496"/>
                    <a:pt x="1136" y="6512"/>
                    <a:pt x="1133" y="6512"/>
                  </a:cubicBezTo>
                  <a:cubicBezTo>
                    <a:pt x="1131" y="6512"/>
                    <a:pt x="1127" y="6498"/>
                    <a:pt x="1119" y="6470"/>
                  </a:cubicBezTo>
                  <a:cubicBezTo>
                    <a:pt x="1099" y="6416"/>
                    <a:pt x="1062" y="6385"/>
                    <a:pt x="1035" y="6385"/>
                  </a:cubicBezTo>
                  <a:cubicBezTo>
                    <a:pt x="1009" y="6385"/>
                    <a:pt x="990" y="6412"/>
                    <a:pt x="998" y="6470"/>
                  </a:cubicBezTo>
                  <a:cubicBezTo>
                    <a:pt x="995" y="6473"/>
                    <a:pt x="991" y="6476"/>
                    <a:pt x="985" y="6476"/>
                  </a:cubicBezTo>
                  <a:cubicBezTo>
                    <a:pt x="975" y="6476"/>
                    <a:pt x="961" y="6468"/>
                    <a:pt x="941" y="6438"/>
                  </a:cubicBezTo>
                  <a:cubicBezTo>
                    <a:pt x="933" y="6446"/>
                    <a:pt x="917" y="6454"/>
                    <a:pt x="909" y="6527"/>
                  </a:cubicBezTo>
                  <a:lnTo>
                    <a:pt x="820" y="6576"/>
                  </a:lnTo>
                  <a:cubicBezTo>
                    <a:pt x="787" y="6592"/>
                    <a:pt x="795" y="6657"/>
                    <a:pt x="795" y="6657"/>
                  </a:cubicBezTo>
                  <a:lnTo>
                    <a:pt x="779" y="6657"/>
                  </a:lnTo>
                  <a:cubicBezTo>
                    <a:pt x="769" y="6641"/>
                    <a:pt x="755" y="6635"/>
                    <a:pt x="738" y="6635"/>
                  </a:cubicBezTo>
                  <a:cubicBezTo>
                    <a:pt x="703" y="6635"/>
                    <a:pt x="653" y="6664"/>
                    <a:pt x="592" y="6697"/>
                  </a:cubicBezTo>
                  <a:cubicBezTo>
                    <a:pt x="528" y="6738"/>
                    <a:pt x="469" y="6770"/>
                    <a:pt x="425" y="6770"/>
                  </a:cubicBezTo>
                  <a:cubicBezTo>
                    <a:pt x="408" y="6770"/>
                    <a:pt x="393" y="6765"/>
                    <a:pt x="382" y="6754"/>
                  </a:cubicBezTo>
                  <a:cubicBezTo>
                    <a:pt x="382" y="6754"/>
                    <a:pt x="365" y="6762"/>
                    <a:pt x="382" y="6819"/>
                  </a:cubicBezTo>
                  <a:cubicBezTo>
                    <a:pt x="413" y="6887"/>
                    <a:pt x="417" y="6914"/>
                    <a:pt x="406" y="6914"/>
                  </a:cubicBezTo>
                  <a:cubicBezTo>
                    <a:pt x="399" y="6914"/>
                    <a:pt x="388" y="6906"/>
                    <a:pt x="374" y="6892"/>
                  </a:cubicBezTo>
                  <a:cubicBezTo>
                    <a:pt x="344" y="6852"/>
                    <a:pt x="318" y="6834"/>
                    <a:pt x="300" y="6834"/>
                  </a:cubicBezTo>
                  <a:cubicBezTo>
                    <a:pt x="276" y="6834"/>
                    <a:pt x="269" y="6870"/>
                    <a:pt x="292" y="6932"/>
                  </a:cubicBezTo>
                  <a:lnTo>
                    <a:pt x="292" y="6932"/>
                  </a:lnTo>
                  <a:cubicBezTo>
                    <a:pt x="284" y="6919"/>
                    <a:pt x="272" y="6902"/>
                    <a:pt x="260" y="6884"/>
                  </a:cubicBezTo>
                  <a:cubicBezTo>
                    <a:pt x="239" y="6855"/>
                    <a:pt x="224" y="6843"/>
                    <a:pt x="213" y="6843"/>
                  </a:cubicBezTo>
                  <a:cubicBezTo>
                    <a:pt x="191" y="6843"/>
                    <a:pt x="194" y="6898"/>
                    <a:pt x="228" y="6965"/>
                  </a:cubicBezTo>
                  <a:cubicBezTo>
                    <a:pt x="201" y="6939"/>
                    <a:pt x="175" y="6912"/>
                    <a:pt x="162" y="6912"/>
                  </a:cubicBezTo>
                  <a:cubicBezTo>
                    <a:pt x="155" y="6912"/>
                    <a:pt x="152" y="6920"/>
                    <a:pt x="155" y="6940"/>
                  </a:cubicBezTo>
                  <a:cubicBezTo>
                    <a:pt x="153" y="6942"/>
                    <a:pt x="151" y="6944"/>
                    <a:pt x="150" y="6944"/>
                  </a:cubicBezTo>
                  <a:cubicBezTo>
                    <a:pt x="144" y="6944"/>
                    <a:pt x="134" y="6927"/>
                    <a:pt x="90" y="6851"/>
                  </a:cubicBezTo>
                  <a:cubicBezTo>
                    <a:pt x="60" y="6806"/>
                    <a:pt x="37" y="6761"/>
                    <a:pt x="21" y="6761"/>
                  </a:cubicBezTo>
                  <a:cubicBezTo>
                    <a:pt x="19" y="6761"/>
                    <a:pt x="18" y="6761"/>
                    <a:pt x="17" y="6762"/>
                  </a:cubicBezTo>
                  <a:cubicBezTo>
                    <a:pt x="1" y="6770"/>
                    <a:pt x="33" y="6819"/>
                    <a:pt x="57" y="6867"/>
                  </a:cubicBezTo>
                  <a:lnTo>
                    <a:pt x="33" y="6884"/>
                  </a:lnTo>
                  <a:cubicBezTo>
                    <a:pt x="33" y="6884"/>
                    <a:pt x="25" y="6892"/>
                    <a:pt x="49" y="6940"/>
                  </a:cubicBezTo>
                  <a:cubicBezTo>
                    <a:pt x="82" y="6989"/>
                    <a:pt x="65" y="6997"/>
                    <a:pt x="49" y="6997"/>
                  </a:cubicBezTo>
                  <a:cubicBezTo>
                    <a:pt x="43" y="6984"/>
                    <a:pt x="39" y="6978"/>
                    <a:pt x="38" y="6978"/>
                  </a:cubicBezTo>
                  <a:lnTo>
                    <a:pt x="38" y="6978"/>
                  </a:lnTo>
                  <a:cubicBezTo>
                    <a:pt x="36" y="6978"/>
                    <a:pt x="52" y="7016"/>
                    <a:pt x="82" y="7046"/>
                  </a:cubicBezTo>
                  <a:cubicBezTo>
                    <a:pt x="114" y="7095"/>
                    <a:pt x="138" y="7143"/>
                    <a:pt x="130" y="7151"/>
                  </a:cubicBezTo>
                  <a:lnTo>
                    <a:pt x="187" y="7249"/>
                  </a:lnTo>
                  <a:cubicBezTo>
                    <a:pt x="220" y="7322"/>
                    <a:pt x="268" y="7386"/>
                    <a:pt x="325" y="7435"/>
                  </a:cubicBezTo>
                  <a:cubicBezTo>
                    <a:pt x="359" y="7442"/>
                    <a:pt x="392" y="7450"/>
                    <a:pt x="414" y="7450"/>
                  </a:cubicBezTo>
                  <a:cubicBezTo>
                    <a:pt x="444" y="7450"/>
                    <a:pt x="455" y="7435"/>
                    <a:pt x="422" y="7378"/>
                  </a:cubicBezTo>
                  <a:cubicBezTo>
                    <a:pt x="422" y="7378"/>
                    <a:pt x="406" y="7322"/>
                    <a:pt x="414" y="7322"/>
                  </a:cubicBezTo>
                  <a:cubicBezTo>
                    <a:pt x="416" y="7321"/>
                    <a:pt x="417" y="7320"/>
                    <a:pt x="419" y="7320"/>
                  </a:cubicBezTo>
                  <a:cubicBezTo>
                    <a:pt x="437" y="7320"/>
                    <a:pt x="471" y="7354"/>
                    <a:pt x="471" y="7354"/>
                  </a:cubicBezTo>
                  <a:cubicBezTo>
                    <a:pt x="483" y="7372"/>
                    <a:pt x="497" y="7379"/>
                    <a:pt x="513" y="7379"/>
                  </a:cubicBezTo>
                  <a:cubicBezTo>
                    <a:pt x="541" y="7379"/>
                    <a:pt x="576" y="7358"/>
                    <a:pt x="617" y="7338"/>
                  </a:cubicBezTo>
                  <a:cubicBezTo>
                    <a:pt x="667" y="7308"/>
                    <a:pt x="702" y="7287"/>
                    <a:pt x="730" y="7287"/>
                  </a:cubicBezTo>
                  <a:cubicBezTo>
                    <a:pt x="748" y="7287"/>
                    <a:pt x="763" y="7295"/>
                    <a:pt x="779" y="7313"/>
                  </a:cubicBezTo>
                  <a:cubicBezTo>
                    <a:pt x="808" y="7342"/>
                    <a:pt x="824" y="7347"/>
                    <a:pt x="832" y="7347"/>
                  </a:cubicBezTo>
                  <a:cubicBezTo>
                    <a:pt x="834" y="7347"/>
                    <a:pt x="836" y="7346"/>
                    <a:pt x="836" y="7346"/>
                  </a:cubicBezTo>
                  <a:cubicBezTo>
                    <a:pt x="803" y="7297"/>
                    <a:pt x="884" y="7249"/>
                    <a:pt x="974" y="7200"/>
                  </a:cubicBezTo>
                  <a:cubicBezTo>
                    <a:pt x="1071" y="7151"/>
                    <a:pt x="1160" y="7095"/>
                    <a:pt x="1136" y="7046"/>
                  </a:cubicBezTo>
                  <a:lnTo>
                    <a:pt x="1160" y="7030"/>
                  </a:lnTo>
                  <a:cubicBezTo>
                    <a:pt x="1174" y="7057"/>
                    <a:pt x="1190" y="7067"/>
                    <a:pt x="1206" y="7067"/>
                  </a:cubicBezTo>
                  <a:cubicBezTo>
                    <a:pt x="1218" y="7067"/>
                    <a:pt x="1231" y="7061"/>
                    <a:pt x="1241" y="7054"/>
                  </a:cubicBezTo>
                  <a:cubicBezTo>
                    <a:pt x="1241" y="6989"/>
                    <a:pt x="1265" y="6973"/>
                    <a:pt x="1265" y="6973"/>
                  </a:cubicBezTo>
                  <a:cubicBezTo>
                    <a:pt x="1281" y="7003"/>
                    <a:pt x="1293" y="7011"/>
                    <a:pt x="1305" y="7011"/>
                  </a:cubicBezTo>
                  <a:cubicBezTo>
                    <a:pt x="1313" y="7011"/>
                    <a:pt x="1321" y="7008"/>
                    <a:pt x="1330" y="7005"/>
                  </a:cubicBezTo>
                  <a:cubicBezTo>
                    <a:pt x="1355" y="6989"/>
                    <a:pt x="1371" y="6981"/>
                    <a:pt x="1338" y="6932"/>
                  </a:cubicBezTo>
                  <a:cubicBezTo>
                    <a:pt x="1380" y="6909"/>
                    <a:pt x="1426" y="6894"/>
                    <a:pt x="1470" y="6894"/>
                  </a:cubicBezTo>
                  <a:cubicBezTo>
                    <a:pt x="1486" y="6894"/>
                    <a:pt x="1502" y="6896"/>
                    <a:pt x="1517" y="6900"/>
                  </a:cubicBezTo>
                  <a:cubicBezTo>
                    <a:pt x="1526" y="6910"/>
                    <a:pt x="1533" y="6914"/>
                    <a:pt x="1537" y="6914"/>
                  </a:cubicBezTo>
                  <a:cubicBezTo>
                    <a:pt x="1550" y="6914"/>
                    <a:pt x="1537" y="6870"/>
                    <a:pt x="1525" y="6827"/>
                  </a:cubicBezTo>
                  <a:cubicBezTo>
                    <a:pt x="1501" y="6778"/>
                    <a:pt x="1484" y="6722"/>
                    <a:pt x="1492" y="6713"/>
                  </a:cubicBezTo>
                  <a:lnTo>
                    <a:pt x="1492" y="6713"/>
                  </a:lnTo>
                  <a:cubicBezTo>
                    <a:pt x="1492" y="6713"/>
                    <a:pt x="1525" y="6762"/>
                    <a:pt x="1549" y="6811"/>
                  </a:cubicBezTo>
                  <a:cubicBezTo>
                    <a:pt x="1560" y="6848"/>
                    <a:pt x="1563" y="6861"/>
                    <a:pt x="1574" y="6861"/>
                  </a:cubicBezTo>
                  <a:cubicBezTo>
                    <a:pt x="1579" y="6861"/>
                    <a:pt x="1587" y="6857"/>
                    <a:pt x="1598" y="6851"/>
                  </a:cubicBezTo>
                  <a:lnTo>
                    <a:pt x="1622" y="6843"/>
                  </a:lnTo>
                  <a:cubicBezTo>
                    <a:pt x="1590" y="6795"/>
                    <a:pt x="1655" y="6754"/>
                    <a:pt x="1752" y="6705"/>
                  </a:cubicBezTo>
                  <a:cubicBezTo>
                    <a:pt x="1865" y="6640"/>
                    <a:pt x="1906" y="6616"/>
                    <a:pt x="1882" y="6568"/>
                  </a:cubicBezTo>
                  <a:cubicBezTo>
                    <a:pt x="1861" y="6536"/>
                    <a:pt x="1860" y="6522"/>
                    <a:pt x="1879" y="6522"/>
                  </a:cubicBezTo>
                  <a:cubicBezTo>
                    <a:pt x="1890" y="6522"/>
                    <a:pt x="1907" y="6526"/>
                    <a:pt x="1930" y="6535"/>
                  </a:cubicBezTo>
                  <a:cubicBezTo>
                    <a:pt x="2028" y="6596"/>
                    <a:pt x="2070" y="6622"/>
                    <a:pt x="2085" y="6622"/>
                  </a:cubicBezTo>
                  <a:cubicBezTo>
                    <a:pt x="2095" y="6622"/>
                    <a:pt x="2091" y="6608"/>
                    <a:pt x="2084" y="6584"/>
                  </a:cubicBezTo>
                  <a:cubicBezTo>
                    <a:pt x="2083" y="6584"/>
                    <a:pt x="2082" y="6585"/>
                    <a:pt x="2081" y="6585"/>
                  </a:cubicBezTo>
                  <a:cubicBezTo>
                    <a:pt x="2064" y="6585"/>
                    <a:pt x="2041" y="6540"/>
                    <a:pt x="2011" y="6495"/>
                  </a:cubicBezTo>
                  <a:cubicBezTo>
                    <a:pt x="1981" y="6443"/>
                    <a:pt x="1972" y="6416"/>
                    <a:pt x="1979" y="6416"/>
                  </a:cubicBezTo>
                  <a:lnTo>
                    <a:pt x="1979" y="6416"/>
                  </a:lnTo>
                  <a:cubicBezTo>
                    <a:pt x="1986" y="6416"/>
                    <a:pt x="2005" y="6437"/>
                    <a:pt x="2036" y="6478"/>
                  </a:cubicBezTo>
                  <a:cubicBezTo>
                    <a:pt x="2048" y="6499"/>
                    <a:pt x="2065" y="6508"/>
                    <a:pt x="2085" y="6508"/>
                  </a:cubicBezTo>
                  <a:cubicBezTo>
                    <a:pt x="2156" y="6508"/>
                    <a:pt x="2254" y="6391"/>
                    <a:pt x="2222" y="6308"/>
                  </a:cubicBezTo>
                  <a:lnTo>
                    <a:pt x="2222" y="6308"/>
                  </a:lnTo>
                  <a:lnTo>
                    <a:pt x="2246" y="6357"/>
                  </a:lnTo>
                  <a:cubicBezTo>
                    <a:pt x="2264" y="6383"/>
                    <a:pt x="2275" y="6396"/>
                    <a:pt x="2290" y="6396"/>
                  </a:cubicBezTo>
                  <a:cubicBezTo>
                    <a:pt x="2303" y="6396"/>
                    <a:pt x="2318" y="6388"/>
                    <a:pt x="2344" y="6373"/>
                  </a:cubicBezTo>
                  <a:lnTo>
                    <a:pt x="2384" y="6349"/>
                  </a:lnTo>
                  <a:cubicBezTo>
                    <a:pt x="2353" y="6294"/>
                    <a:pt x="2371" y="6273"/>
                    <a:pt x="2400" y="6273"/>
                  </a:cubicBezTo>
                  <a:cubicBezTo>
                    <a:pt x="2422" y="6273"/>
                    <a:pt x="2451" y="6287"/>
                    <a:pt x="2465" y="6308"/>
                  </a:cubicBezTo>
                  <a:cubicBezTo>
                    <a:pt x="2490" y="6333"/>
                    <a:pt x="2500" y="6343"/>
                    <a:pt x="2509" y="6343"/>
                  </a:cubicBezTo>
                  <a:cubicBezTo>
                    <a:pt x="2515" y="6343"/>
                    <a:pt x="2521" y="6339"/>
                    <a:pt x="2530" y="6332"/>
                  </a:cubicBezTo>
                  <a:cubicBezTo>
                    <a:pt x="2521" y="6264"/>
                    <a:pt x="2545" y="6239"/>
                    <a:pt x="2574" y="6239"/>
                  </a:cubicBezTo>
                  <a:cubicBezTo>
                    <a:pt x="2596" y="6239"/>
                    <a:pt x="2621" y="6254"/>
                    <a:pt x="2636" y="6276"/>
                  </a:cubicBezTo>
                  <a:lnTo>
                    <a:pt x="2660" y="6259"/>
                  </a:lnTo>
                  <a:cubicBezTo>
                    <a:pt x="2644" y="6203"/>
                    <a:pt x="2676" y="6186"/>
                    <a:pt x="2684" y="6178"/>
                  </a:cubicBezTo>
                  <a:cubicBezTo>
                    <a:pt x="2725" y="6162"/>
                    <a:pt x="2741" y="6154"/>
                    <a:pt x="2692" y="6113"/>
                  </a:cubicBezTo>
                  <a:cubicBezTo>
                    <a:pt x="2668" y="6065"/>
                    <a:pt x="2636" y="6016"/>
                    <a:pt x="2652" y="6008"/>
                  </a:cubicBezTo>
                  <a:lnTo>
                    <a:pt x="2652" y="6008"/>
                  </a:lnTo>
                  <a:lnTo>
                    <a:pt x="2684" y="6057"/>
                  </a:lnTo>
                  <a:cubicBezTo>
                    <a:pt x="2694" y="6077"/>
                    <a:pt x="2707" y="6084"/>
                    <a:pt x="2722" y="6084"/>
                  </a:cubicBezTo>
                  <a:cubicBezTo>
                    <a:pt x="2744" y="6084"/>
                    <a:pt x="2772" y="6068"/>
                    <a:pt x="2806" y="6049"/>
                  </a:cubicBezTo>
                  <a:cubicBezTo>
                    <a:pt x="2844" y="6030"/>
                    <a:pt x="2867" y="6016"/>
                    <a:pt x="2889" y="6016"/>
                  </a:cubicBezTo>
                  <a:cubicBezTo>
                    <a:pt x="2904" y="6016"/>
                    <a:pt x="2919" y="6023"/>
                    <a:pt x="2936" y="6041"/>
                  </a:cubicBezTo>
                  <a:lnTo>
                    <a:pt x="2919" y="5984"/>
                  </a:lnTo>
                  <a:cubicBezTo>
                    <a:pt x="2910" y="5952"/>
                    <a:pt x="2911" y="5936"/>
                    <a:pt x="2918" y="5936"/>
                  </a:cubicBezTo>
                  <a:cubicBezTo>
                    <a:pt x="2924" y="5936"/>
                    <a:pt x="2933" y="5946"/>
                    <a:pt x="2944" y="5968"/>
                  </a:cubicBezTo>
                  <a:cubicBezTo>
                    <a:pt x="2960" y="5984"/>
                    <a:pt x="2976" y="5991"/>
                    <a:pt x="2991" y="5991"/>
                  </a:cubicBezTo>
                  <a:cubicBezTo>
                    <a:pt x="3019" y="5991"/>
                    <a:pt x="3041" y="5962"/>
                    <a:pt x="3041" y="5919"/>
                  </a:cubicBezTo>
                  <a:lnTo>
                    <a:pt x="3065" y="5903"/>
                  </a:lnTo>
                  <a:cubicBezTo>
                    <a:pt x="3097" y="5942"/>
                    <a:pt x="3123" y="5961"/>
                    <a:pt x="3138" y="5961"/>
                  </a:cubicBezTo>
                  <a:cubicBezTo>
                    <a:pt x="3157" y="5961"/>
                    <a:pt x="3158" y="5930"/>
                    <a:pt x="3130" y="5870"/>
                  </a:cubicBezTo>
                  <a:lnTo>
                    <a:pt x="3130" y="5870"/>
                  </a:lnTo>
                  <a:cubicBezTo>
                    <a:pt x="3150" y="5901"/>
                    <a:pt x="3161" y="5909"/>
                    <a:pt x="3170" y="5909"/>
                  </a:cubicBezTo>
                  <a:cubicBezTo>
                    <a:pt x="3176" y="5909"/>
                    <a:pt x="3181" y="5906"/>
                    <a:pt x="3187" y="5903"/>
                  </a:cubicBezTo>
                  <a:cubicBezTo>
                    <a:pt x="3187" y="5859"/>
                    <a:pt x="3209" y="5831"/>
                    <a:pt x="3233" y="5831"/>
                  </a:cubicBezTo>
                  <a:cubicBezTo>
                    <a:pt x="3245" y="5831"/>
                    <a:pt x="3257" y="5838"/>
                    <a:pt x="3268" y="5854"/>
                  </a:cubicBezTo>
                  <a:lnTo>
                    <a:pt x="3276" y="5854"/>
                  </a:lnTo>
                  <a:cubicBezTo>
                    <a:pt x="3260" y="5797"/>
                    <a:pt x="3276" y="5789"/>
                    <a:pt x="3292" y="5781"/>
                  </a:cubicBezTo>
                  <a:cubicBezTo>
                    <a:pt x="3300" y="5773"/>
                    <a:pt x="3317" y="5765"/>
                    <a:pt x="3300" y="5708"/>
                  </a:cubicBezTo>
                  <a:cubicBezTo>
                    <a:pt x="3284" y="5651"/>
                    <a:pt x="3300" y="5643"/>
                    <a:pt x="3300" y="5643"/>
                  </a:cubicBezTo>
                  <a:cubicBezTo>
                    <a:pt x="3301" y="5643"/>
                    <a:pt x="3302" y="5642"/>
                    <a:pt x="3302" y="5642"/>
                  </a:cubicBezTo>
                  <a:cubicBezTo>
                    <a:pt x="3311" y="5642"/>
                    <a:pt x="3326" y="5696"/>
                    <a:pt x="3341" y="5749"/>
                  </a:cubicBezTo>
                  <a:cubicBezTo>
                    <a:pt x="3341" y="5772"/>
                    <a:pt x="3346" y="5784"/>
                    <a:pt x="3352" y="5784"/>
                  </a:cubicBezTo>
                  <a:cubicBezTo>
                    <a:pt x="3363" y="5784"/>
                    <a:pt x="3376" y="5748"/>
                    <a:pt x="3365" y="5676"/>
                  </a:cubicBezTo>
                  <a:cubicBezTo>
                    <a:pt x="3357" y="5614"/>
                    <a:pt x="3353" y="5583"/>
                    <a:pt x="3355" y="5583"/>
                  </a:cubicBezTo>
                  <a:lnTo>
                    <a:pt x="3355" y="5583"/>
                  </a:lnTo>
                  <a:cubicBezTo>
                    <a:pt x="3358" y="5583"/>
                    <a:pt x="3366" y="5612"/>
                    <a:pt x="3382" y="5668"/>
                  </a:cubicBezTo>
                  <a:cubicBezTo>
                    <a:pt x="3393" y="5706"/>
                    <a:pt x="3400" y="5745"/>
                    <a:pt x="3403" y="5745"/>
                  </a:cubicBezTo>
                  <a:cubicBezTo>
                    <a:pt x="3405" y="5745"/>
                    <a:pt x="3406" y="5737"/>
                    <a:pt x="3406" y="5716"/>
                  </a:cubicBezTo>
                  <a:cubicBezTo>
                    <a:pt x="3406" y="5716"/>
                    <a:pt x="3430" y="5700"/>
                    <a:pt x="3406" y="5651"/>
                  </a:cubicBezTo>
                  <a:lnTo>
                    <a:pt x="3446" y="5627"/>
                  </a:lnTo>
                  <a:cubicBezTo>
                    <a:pt x="3484" y="5649"/>
                    <a:pt x="3500" y="5652"/>
                    <a:pt x="3512" y="5652"/>
                  </a:cubicBezTo>
                  <a:cubicBezTo>
                    <a:pt x="3518" y="5652"/>
                    <a:pt x="3522" y="5651"/>
                    <a:pt x="3527" y="5651"/>
                  </a:cubicBezTo>
                  <a:cubicBezTo>
                    <a:pt x="3519" y="5621"/>
                    <a:pt x="3515" y="5606"/>
                    <a:pt x="3519" y="5606"/>
                  </a:cubicBezTo>
                  <a:lnTo>
                    <a:pt x="3519" y="5606"/>
                  </a:lnTo>
                  <a:cubicBezTo>
                    <a:pt x="3523" y="5606"/>
                    <a:pt x="3533" y="5617"/>
                    <a:pt x="3552" y="5635"/>
                  </a:cubicBezTo>
                  <a:cubicBezTo>
                    <a:pt x="3564" y="5654"/>
                    <a:pt x="3573" y="5664"/>
                    <a:pt x="3576" y="5664"/>
                  </a:cubicBezTo>
                  <a:cubicBezTo>
                    <a:pt x="3581" y="5664"/>
                    <a:pt x="3570" y="5638"/>
                    <a:pt x="3536" y="5578"/>
                  </a:cubicBezTo>
                  <a:cubicBezTo>
                    <a:pt x="3526" y="5545"/>
                    <a:pt x="3528" y="5529"/>
                    <a:pt x="3539" y="5529"/>
                  </a:cubicBezTo>
                  <a:cubicBezTo>
                    <a:pt x="3547" y="5529"/>
                    <a:pt x="3559" y="5537"/>
                    <a:pt x="3576" y="5554"/>
                  </a:cubicBezTo>
                  <a:cubicBezTo>
                    <a:pt x="3608" y="5608"/>
                    <a:pt x="3627" y="5630"/>
                    <a:pt x="3632" y="5630"/>
                  </a:cubicBezTo>
                  <a:cubicBezTo>
                    <a:pt x="3636" y="5630"/>
                    <a:pt x="3631" y="5616"/>
                    <a:pt x="3617" y="5595"/>
                  </a:cubicBezTo>
                  <a:cubicBezTo>
                    <a:pt x="3600" y="5538"/>
                    <a:pt x="3617" y="5530"/>
                    <a:pt x="3617" y="5530"/>
                  </a:cubicBezTo>
                  <a:cubicBezTo>
                    <a:pt x="3623" y="5542"/>
                    <a:pt x="3634" y="5547"/>
                    <a:pt x="3650" y="5547"/>
                  </a:cubicBezTo>
                  <a:cubicBezTo>
                    <a:pt x="3700" y="5547"/>
                    <a:pt x="3792" y="5498"/>
                    <a:pt x="3884" y="5449"/>
                  </a:cubicBezTo>
                  <a:cubicBezTo>
                    <a:pt x="3892" y="5441"/>
                    <a:pt x="3876" y="5384"/>
                    <a:pt x="3852" y="5335"/>
                  </a:cubicBezTo>
                  <a:cubicBezTo>
                    <a:pt x="3827" y="5293"/>
                    <a:pt x="3818" y="5278"/>
                    <a:pt x="3818" y="5278"/>
                  </a:cubicBezTo>
                  <a:lnTo>
                    <a:pt x="3818" y="5278"/>
                  </a:lnTo>
                  <a:cubicBezTo>
                    <a:pt x="3819" y="5278"/>
                    <a:pt x="3837" y="5304"/>
                    <a:pt x="3860" y="5327"/>
                  </a:cubicBezTo>
                  <a:cubicBezTo>
                    <a:pt x="3910" y="5393"/>
                    <a:pt x="3942" y="5426"/>
                    <a:pt x="3951" y="5426"/>
                  </a:cubicBezTo>
                  <a:cubicBezTo>
                    <a:pt x="3961" y="5426"/>
                    <a:pt x="3943" y="5387"/>
                    <a:pt x="3892" y="5311"/>
                  </a:cubicBezTo>
                  <a:cubicBezTo>
                    <a:pt x="3856" y="5266"/>
                    <a:pt x="3838" y="5244"/>
                    <a:pt x="3839" y="5244"/>
                  </a:cubicBezTo>
                  <a:lnTo>
                    <a:pt x="3839" y="5244"/>
                  </a:lnTo>
                  <a:cubicBezTo>
                    <a:pt x="3840" y="5244"/>
                    <a:pt x="3860" y="5266"/>
                    <a:pt x="3900" y="5311"/>
                  </a:cubicBezTo>
                  <a:cubicBezTo>
                    <a:pt x="3919" y="5329"/>
                    <a:pt x="3929" y="5339"/>
                    <a:pt x="3934" y="5339"/>
                  </a:cubicBezTo>
                  <a:cubicBezTo>
                    <a:pt x="3939" y="5339"/>
                    <a:pt x="3937" y="5325"/>
                    <a:pt x="3933" y="5295"/>
                  </a:cubicBezTo>
                  <a:cubicBezTo>
                    <a:pt x="3915" y="5268"/>
                    <a:pt x="3912" y="5254"/>
                    <a:pt x="3917" y="5254"/>
                  </a:cubicBezTo>
                  <a:lnTo>
                    <a:pt x="3917" y="5254"/>
                  </a:lnTo>
                  <a:cubicBezTo>
                    <a:pt x="3920" y="5254"/>
                    <a:pt x="3930" y="5264"/>
                    <a:pt x="3941" y="5286"/>
                  </a:cubicBezTo>
                  <a:cubicBezTo>
                    <a:pt x="3968" y="5314"/>
                    <a:pt x="3999" y="5341"/>
                    <a:pt x="4007" y="5341"/>
                  </a:cubicBezTo>
                  <a:cubicBezTo>
                    <a:pt x="4010" y="5341"/>
                    <a:pt x="4008" y="5335"/>
                    <a:pt x="3998" y="5319"/>
                  </a:cubicBezTo>
                  <a:cubicBezTo>
                    <a:pt x="3998" y="5319"/>
                    <a:pt x="3999" y="5318"/>
                    <a:pt x="4002" y="5318"/>
                  </a:cubicBezTo>
                  <a:cubicBezTo>
                    <a:pt x="4009" y="5318"/>
                    <a:pt x="4026" y="5322"/>
                    <a:pt x="4055" y="5351"/>
                  </a:cubicBezTo>
                  <a:cubicBezTo>
                    <a:pt x="4064" y="5361"/>
                    <a:pt x="4071" y="5365"/>
                    <a:pt x="4075" y="5365"/>
                  </a:cubicBezTo>
                  <a:cubicBezTo>
                    <a:pt x="4087" y="5365"/>
                    <a:pt x="4075" y="5323"/>
                    <a:pt x="4063" y="5286"/>
                  </a:cubicBezTo>
                  <a:cubicBezTo>
                    <a:pt x="4054" y="5221"/>
                    <a:pt x="4052" y="5189"/>
                    <a:pt x="4060" y="5189"/>
                  </a:cubicBezTo>
                  <a:cubicBezTo>
                    <a:pt x="4067" y="5189"/>
                    <a:pt x="4081" y="5213"/>
                    <a:pt x="4103" y="5262"/>
                  </a:cubicBezTo>
                  <a:cubicBezTo>
                    <a:pt x="4116" y="5296"/>
                    <a:pt x="4129" y="5309"/>
                    <a:pt x="4139" y="5309"/>
                  </a:cubicBezTo>
                  <a:cubicBezTo>
                    <a:pt x="4160" y="5309"/>
                    <a:pt x="4169" y="5245"/>
                    <a:pt x="4136" y="5173"/>
                  </a:cubicBezTo>
                  <a:cubicBezTo>
                    <a:pt x="4111" y="5110"/>
                    <a:pt x="4102" y="5085"/>
                    <a:pt x="4105" y="5085"/>
                  </a:cubicBezTo>
                  <a:lnTo>
                    <a:pt x="4105" y="5085"/>
                  </a:lnTo>
                  <a:cubicBezTo>
                    <a:pt x="4107" y="5085"/>
                    <a:pt x="4114" y="5097"/>
                    <a:pt x="4127" y="5116"/>
                  </a:cubicBezTo>
                  <a:cubicBezTo>
                    <a:pt x="4146" y="5153"/>
                    <a:pt x="4159" y="5157"/>
                    <a:pt x="4165" y="5157"/>
                  </a:cubicBezTo>
                  <a:cubicBezTo>
                    <a:pt x="4167" y="5157"/>
                    <a:pt x="4168" y="5157"/>
                    <a:pt x="4168" y="5157"/>
                  </a:cubicBezTo>
                  <a:cubicBezTo>
                    <a:pt x="4170" y="5157"/>
                    <a:pt x="4173" y="5156"/>
                    <a:pt x="4176" y="5156"/>
                  </a:cubicBezTo>
                  <a:cubicBezTo>
                    <a:pt x="4185" y="5156"/>
                    <a:pt x="4200" y="5161"/>
                    <a:pt x="4225" y="5197"/>
                  </a:cubicBezTo>
                  <a:cubicBezTo>
                    <a:pt x="4225" y="5197"/>
                    <a:pt x="4233" y="5189"/>
                    <a:pt x="4233" y="5124"/>
                  </a:cubicBezTo>
                  <a:cubicBezTo>
                    <a:pt x="4218" y="5072"/>
                    <a:pt x="4224" y="5049"/>
                    <a:pt x="4241" y="5049"/>
                  </a:cubicBezTo>
                  <a:cubicBezTo>
                    <a:pt x="4262" y="5049"/>
                    <a:pt x="4299" y="5080"/>
                    <a:pt x="4338" y="5132"/>
                  </a:cubicBezTo>
                  <a:lnTo>
                    <a:pt x="4338" y="5068"/>
                  </a:lnTo>
                  <a:cubicBezTo>
                    <a:pt x="4307" y="5000"/>
                    <a:pt x="4289" y="4953"/>
                    <a:pt x="4295" y="4953"/>
                  </a:cubicBezTo>
                  <a:lnTo>
                    <a:pt x="4295" y="4953"/>
                  </a:lnTo>
                  <a:cubicBezTo>
                    <a:pt x="4299" y="4953"/>
                    <a:pt x="4310" y="4968"/>
                    <a:pt x="4330" y="5003"/>
                  </a:cubicBezTo>
                  <a:lnTo>
                    <a:pt x="4363" y="5051"/>
                  </a:lnTo>
                  <a:cubicBezTo>
                    <a:pt x="4344" y="5002"/>
                    <a:pt x="4351" y="4979"/>
                    <a:pt x="4371" y="4979"/>
                  </a:cubicBezTo>
                  <a:cubicBezTo>
                    <a:pt x="4393" y="4979"/>
                    <a:pt x="4430" y="5008"/>
                    <a:pt x="4460" y="5059"/>
                  </a:cubicBezTo>
                  <a:cubicBezTo>
                    <a:pt x="4477" y="5094"/>
                    <a:pt x="4482" y="5104"/>
                    <a:pt x="4489" y="5104"/>
                  </a:cubicBezTo>
                  <a:cubicBezTo>
                    <a:pt x="4492" y="5104"/>
                    <a:pt x="4496" y="5102"/>
                    <a:pt x="4500" y="5100"/>
                  </a:cubicBezTo>
                  <a:lnTo>
                    <a:pt x="4468" y="5051"/>
                  </a:lnTo>
                  <a:cubicBezTo>
                    <a:pt x="4444" y="5003"/>
                    <a:pt x="4411" y="4954"/>
                    <a:pt x="4427" y="4954"/>
                  </a:cubicBezTo>
                  <a:cubicBezTo>
                    <a:pt x="4431" y="4951"/>
                    <a:pt x="4435" y="4948"/>
                    <a:pt x="4441" y="4948"/>
                  </a:cubicBezTo>
                  <a:cubicBezTo>
                    <a:pt x="4450" y="4948"/>
                    <a:pt x="4464" y="4956"/>
                    <a:pt x="4484" y="4987"/>
                  </a:cubicBezTo>
                  <a:cubicBezTo>
                    <a:pt x="4512" y="5014"/>
                    <a:pt x="4539" y="5041"/>
                    <a:pt x="4544" y="5041"/>
                  </a:cubicBezTo>
                  <a:cubicBezTo>
                    <a:pt x="4546" y="5041"/>
                    <a:pt x="4543" y="5035"/>
                    <a:pt x="4533" y="5019"/>
                  </a:cubicBezTo>
                  <a:cubicBezTo>
                    <a:pt x="4533" y="5019"/>
                    <a:pt x="4534" y="5018"/>
                    <a:pt x="4537" y="5018"/>
                  </a:cubicBezTo>
                  <a:cubicBezTo>
                    <a:pt x="4544" y="5018"/>
                    <a:pt x="4561" y="5022"/>
                    <a:pt x="4590" y="5051"/>
                  </a:cubicBezTo>
                  <a:lnTo>
                    <a:pt x="4646" y="5027"/>
                  </a:lnTo>
                  <a:cubicBezTo>
                    <a:pt x="4637" y="4993"/>
                    <a:pt x="4641" y="4974"/>
                    <a:pt x="4654" y="4974"/>
                  </a:cubicBezTo>
                  <a:cubicBezTo>
                    <a:pt x="4662" y="4974"/>
                    <a:pt x="4674" y="4983"/>
                    <a:pt x="4687" y="5003"/>
                  </a:cubicBezTo>
                  <a:cubicBezTo>
                    <a:pt x="4687" y="5003"/>
                    <a:pt x="4711" y="4987"/>
                    <a:pt x="4695" y="4930"/>
                  </a:cubicBezTo>
                  <a:cubicBezTo>
                    <a:pt x="4706" y="4923"/>
                    <a:pt x="4715" y="4917"/>
                    <a:pt x="4723" y="4917"/>
                  </a:cubicBezTo>
                  <a:cubicBezTo>
                    <a:pt x="4735" y="4917"/>
                    <a:pt x="4746" y="4927"/>
                    <a:pt x="4760" y="4954"/>
                  </a:cubicBezTo>
                  <a:cubicBezTo>
                    <a:pt x="4775" y="4977"/>
                    <a:pt x="4784" y="4990"/>
                    <a:pt x="4786" y="4990"/>
                  </a:cubicBezTo>
                  <a:cubicBezTo>
                    <a:pt x="4789" y="4990"/>
                    <a:pt x="4785" y="4975"/>
                    <a:pt x="4776" y="4946"/>
                  </a:cubicBezTo>
                  <a:cubicBezTo>
                    <a:pt x="4744" y="4897"/>
                    <a:pt x="4760" y="4897"/>
                    <a:pt x="4776" y="4889"/>
                  </a:cubicBezTo>
                  <a:cubicBezTo>
                    <a:pt x="4784" y="4881"/>
                    <a:pt x="4800" y="4873"/>
                    <a:pt x="4800" y="4873"/>
                  </a:cubicBezTo>
                  <a:cubicBezTo>
                    <a:pt x="4768" y="4824"/>
                    <a:pt x="4768" y="4824"/>
                    <a:pt x="4784" y="4816"/>
                  </a:cubicBezTo>
                  <a:cubicBezTo>
                    <a:pt x="4787" y="4815"/>
                    <a:pt x="4790" y="4815"/>
                    <a:pt x="4794" y="4815"/>
                  </a:cubicBezTo>
                  <a:cubicBezTo>
                    <a:pt x="4814" y="4815"/>
                    <a:pt x="4851" y="4826"/>
                    <a:pt x="4872" y="4826"/>
                  </a:cubicBezTo>
                  <a:cubicBezTo>
                    <a:pt x="4876" y="4826"/>
                    <a:pt x="4879" y="4826"/>
                    <a:pt x="4881" y="4824"/>
                  </a:cubicBezTo>
                  <a:cubicBezTo>
                    <a:pt x="4922" y="4808"/>
                    <a:pt x="4922" y="4808"/>
                    <a:pt x="4873" y="4768"/>
                  </a:cubicBezTo>
                  <a:cubicBezTo>
                    <a:pt x="4868" y="4768"/>
                    <a:pt x="4850" y="4743"/>
                    <a:pt x="4860" y="4743"/>
                  </a:cubicBezTo>
                  <a:cubicBezTo>
                    <a:pt x="4864" y="4743"/>
                    <a:pt x="4873" y="4748"/>
                    <a:pt x="4890" y="4759"/>
                  </a:cubicBezTo>
                  <a:cubicBezTo>
                    <a:pt x="4892" y="4758"/>
                    <a:pt x="4896" y="4758"/>
                    <a:pt x="4900" y="4758"/>
                  </a:cubicBezTo>
                  <a:cubicBezTo>
                    <a:pt x="4915" y="4758"/>
                    <a:pt x="4938" y="4763"/>
                    <a:pt x="4962" y="4763"/>
                  </a:cubicBezTo>
                  <a:cubicBezTo>
                    <a:pt x="4979" y="4763"/>
                    <a:pt x="4997" y="4760"/>
                    <a:pt x="5011" y="4751"/>
                  </a:cubicBezTo>
                  <a:cubicBezTo>
                    <a:pt x="5060" y="4727"/>
                    <a:pt x="5060" y="4727"/>
                    <a:pt x="5036" y="4678"/>
                  </a:cubicBezTo>
                  <a:cubicBezTo>
                    <a:pt x="4997" y="4632"/>
                    <a:pt x="4984" y="4607"/>
                    <a:pt x="4990" y="4607"/>
                  </a:cubicBezTo>
                  <a:lnTo>
                    <a:pt x="4990" y="4607"/>
                  </a:lnTo>
                  <a:cubicBezTo>
                    <a:pt x="4995" y="4607"/>
                    <a:pt x="5017" y="4628"/>
                    <a:pt x="5052" y="4670"/>
                  </a:cubicBezTo>
                  <a:cubicBezTo>
                    <a:pt x="5095" y="4713"/>
                    <a:pt x="5120" y="4731"/>
                    <a:pt x="5129" y="4731"/>
                  </a:cubicBezTo>
                  <a:cubicBezTo>
                    <a:pt x="5136" y="4731"/>
                    <a:pt x="5132" y="4717"/>
                    <a:pt x="5117" y="4695"/>
                  </a:cubicBezTo>
                  <a:cubicBezTo>
                    <a:pt x="5100" y="4638"/>
                    <a:pt x="5100" y="4638"/>
                    <a:pt x="5117" y="4630"/>
                  </a:cubicBezTo>
                  <a:cubicBezTo>
                    <a:pt x="5127" y="4651"/>
                    <a:pt x="5137" y="4662"/>
                    <a:pt x="5143" y="4662"/>
                  </a:cubicBezTo>
                  <a:cubicBezTo>
                    <a:pt x="5152" y="4662"/>
                    <a:pt x="5157" y="4645"/>
                    <a:pt x="5157" y="4614"/>
                  </a:cubicBezTo>
                  <a:cubicBezTo>
                    <a:pt x="5160" y="4611"/>
                    <a:pt x="5161" y="4610"/>
                    <a:pt x="5163" y="4610"/>
                  </a:cubicBezTo>
                  <a:cubicBezTo>
                    <a:pt x="5168" y="4610"/>
                    <a:pt x="5175" y="4620"/>
                    <a:pt x="5198" y="4654"/>
                  </a:cubicBezTo>
                  <a:lnTo>
                    <a:pt x="5222" y="4638"/>
                  </a:lnTo>
                  <a:cubicBezTo>
                    <a:pt x="5203" y="4570"/>
                    <a:pt x="5232" y="4546"/>
                    <a:pt x="5270" y="4546"/>
                  </a:cubicBezTo>
                  <a:cubicBezTo>
                    <a:pt x="5295" y="4546"/>
                    <a:pt x="5324" y="4557"/>
                    <a:pt x="5344" y="4573"/>
                  </a:cubicBezTo>
                  <a:cubicBezTo>
                    <a:pt x="5344" y="4573"/>
                    <a:pt x="5352" y="4565"/>
                    <a:pt x="5336" y="4508"/>
                  </a:cubicBezTo>
                  <a:cubicBezTo>
                    <a:pt x="5314" y="4452"/>
                    <a:pt x="5306" y="4424"/>
                    <a:pt x="5313" y="4424"/>
                  </a:cubicBezTo>
                  <a:lnTo>
                    <a:pt x="5313" y="4424"/>
                  </a:lnTo>
                  <a:cubicBezTo>
                    <a:pt x="5320" y="4424"/>
                    <a:pt x="5337" y="4446"/>
                    <a:pt x="5368" y="4492"/>
                  </a:cubicBezTo>
                  <a:cubicBezTo>
                    <a:pt x="5396" y="4540"/>
                    <a:pt x="5410" y="4564"/>
                    <a:pt x="5411" y="4564"/>
                  </a:cubicBezTo>
                  <a:cubicBezTo>
                    <a:pt x="5413" y="4564"/>
                    <a:pt x="5401" y="4538"/>
                    <a:pt x="5376" y="4484"/>
                  </a:cubicBezTo>
                  <a:cubicBezTo>
                    <a:pt x="5368" y="4454"/>
                    <a:pt x="5381" y="4431"/>
                    <a:pt x="5403" y="4431"/>
                  </a:cubicBezTo>
                  <a:cubicBezTo>
                    <a:pt x="5423" y="4431"/>
                    <a:pt x="5450" y="4450"/>
                    <a:pt x="5473" y="4500"/>
                  </a:cubicBezTo>
                  <a:lnTo>
                    <a:pt x="5530" y="4597"/>
                  </a:lnTo>
                  <a:cubicBezTo>
                    <a:pt x="5514" y="4541"/>
                    <a:pt x="5530" y="4532"/>
                    <a:pt x="5530" y="4532"/>
                  </a:cubicBezTo>
                  <a:cubicBezTo>
                    <a:pt x="5498" y="4484"/>
                    <a:pt x="5514" y="4476"/>
                    <a:pt x="5554" y="4451"/>
                  </a:cubicBezTo>
                  <a:cubicBezTo>
                    <a:pt x="5579" y="4435"/>
                    <a:pt x="5603" y="4362"/>
                    <a:pt x="5627" y="4346"/>
                  </a:cubicBezTo>
                  <a:cubicBezTo>
                    <a:pt x="5642" y="4335"/>
                    <a:pt x="5661" y="4329"/>
                    <a:pt x="5679" y="4329"/>
                  </a:cubicBezTo>
                  <a:cubicBezTo>
                    <a:pt x="5700" y="4329"/>
                    <a:pt x="5720" y="4337"/>
                    <a:pt x="5733" y="4354"/>
                  </a:cubicBezTo>
                  <a:cubicBezTo>
                    <a:pt x="5749" y="4346"/>
                    <a:pt x="5765" y="4338"/>
                    <a:pt x="5757" y="4273"/>
                  </a:cubicBezTo>
                  <a:cubicBezTo>
                    <a:pt x="5747" y="4239"/>
                    <a:pt x="5755" y="4220"/>
                    <a:pt x="5768" y="4220"/>
                  </a:cubicBezTo>
                  <a:cubicBezTo>
                    <a:pt x="5777" y="4220"/>
                    <a:pt x="5788" y="4229"/>
                    <a:pt x="5798" y="4249"/>
                  </a:cubicBezTo>
                  <a:lnTo>
                    <a:pt x="5814" y="4241"/>
                  </a:lnTo>
                  <a:cubicBezTo>
                    <a:pt x="5806" y="4176"/>
                    <a:pt x="5822" y="4168"/>
                    <a:pt x="5822" y="4168"/>
                  </a:cubicBezTo>
                  <a:cubicBezTo>
                    <a:pt x="5843" y="4205"/>
                    <a:pt x="5868" y="4235"/>
                    <a:pt x="5878" y="4235"/>
                  </a:cubicBezTo>
                  <a:cubicBezTo>
                    <a:pt x="5883" y="4235"/>
                    <a:pt x="5884" y="4227"/>
                    <a:pt x="5879" y="4208"/>
                  </a:cubicBezTo>
                  <a:cubicBezTo>
                    <a:pt x="5846" y="4160"/>
                    <a:pt x="5863" y="4151"/>
                    <a:pt x="5887" y="4135"/>
                  </a:cubicBezTo>
                  <a:cubicBezTo>
                    <a:pt x="5890" y="4137"/>
                    <a:pt x="5895" y="4138"/>
                    <a:pt x="5902" y="4138"/>
                  </a:cubicBezTo>
                  <a:cubicBezTo>
                    <a:pt x="5996" y="4138"/>
                    <a:pt x="6379" y="3921"/>
                    <a:pt x="6349" y="3876"/>
                  </a:cubicBezTo>
                  <a:lnTo>
                    <a:pt x="6390" y="3860"/>
                  </a:lnTo>
                  <a:lnTo>
                    <a:pt x="6430" y="3835"/>
                  </a:lnTo>
                  <a:cubicBezTo>
                    <a:pt x="6448" y="3866"/>
                    <a:pt x="6464" y="3878"/>
                    <a:pt x="6477" y="3878"/>
                  </a:cubicBezTo>
                  <a:cubicBezTo>
                    <a:pt x="6506" y="3878"/>
                    <a:pt x="6524" y="3823"/>
                    <a:pt x="6535" y="3778"/>
                  </a:cubicBezTo>
                  <a:cubicBezTo>
                    <a:pt x="6519" y="3722"/>
                    <a:pt x="6527" y="3714"/>
                    <a:pt x="6544" y="3705"/>
                  </a:cubicBezTo>
                  <a:cubicBezTo>
                    <a:pt x="6571" y="3752"/>
                    <a:pt x="6594" y="3770"/>
                    <a:pt x="6611" y="3770"/>
                  </a:cubicBezTo>
                  <a:cubicBezTo>
                    <a:pt x="6630" y="3770"/>
                    <a:pt x="6641" y="3748"/>
                    <a:pt x="6641" y="3714"/>
                  </a:cubicBezTo>
                  <a:cubicBezTo>
                    <a:pt x="6615" y="3658"/>
                    <a:pt x="6608" y="3629"/>
                    <a:pt x="6615" y="3629"/>
                  </a:cubicBezTo>
                  <a:lnTo>
                    <a:pt x="6615" y="3629"/>
                  </a:lnTo>
                  <a:cubicBezTo>
                    <a:pt x="6621" y="3629"/>
                    <a:pt x="6639" y="3652"/>
                    <a:pt x="6665" y="3697"/>
                  </a:cubicBezTo>
                  <a:cubicBezTo>
                    <a:pt x="6689" y="3741"/>
                    <a:pt x="6707" y="3764"/>
                    <a:pt x="6716" y="3764"/>
                  </a:cubicBezTo>
                  <a:cubicBezTo>
                    <a:pt x="6728" y="3764"/>
                    <a:pt x="6723" y="3719"/>
                    <a:pt x="6690" y="3624"/>
                  </a:cubicBezTo>
                  <a:cubicBezTo>
                    <a:pt x="6681" y="3594"/>
                    <a:pt x="6677" y="3580"/>
                    <a:pt x="6681" y="3580"/>
                  </a:cubicBezTo>
                  <a:lnTo>
                    <a:pt x="6681" y="3580"/>
                  </a:lnTo>
                  <a:cubicBezTo>
                    <a:pt x="6685" y="3580"/>
                    <a:pt x="6695" y="3590"/>
                    <a:pt x="6714" y="3608"/>
                  </a:cubicBezTo>
                  <a:cubicBezTo>
                    <a:pt x="6754" y="3657"/>
                    <a:pt x="6777" y="3677"/>
                    <a:pt x="6784" y="3677"/>
                  </a:cubicBezTo>
                  <a:cubicBezTo>
                    <a:pt x="6790" y="3677"/>
                    <a:pt x="6785" y="3663"/>
                    <a:pt x="6771" y="3641"/>
                  </a:cubicBezTo>
                  <a:cubicBezTo>
                    <a:pt x="6745" y="3585"/>
                    <a:pt x="6737" y="3556"/>
                    <a:pt x="6747" y="3556"/>
                  </a:cubicBezTo>
                  <a:cubicBezTo>
                    <a:pt x="6755" y="3556"/>
                    <a:pt x="6777" y="3579"/>
                    <a:pt x="6811" y="3624"/>
                  </a:cubicBezTo>
                  <a:cubicBezTo>
                    <a:pt x="6849" y="3662"/>
                    <a:pt x="6869" y="3682"/>
                    <a:pt x="6876" y="3682"/>
                  </a:cubicBezTo>
                  <a:cubicBezTo>
                    <a:pt x="6883" y="3682"/>
                    <a:pt x="6873" y="3656"/>
                    <a:pt x="6852" y="3600"/>
                  </a:cubicBezTo>
                  <a:cubicBezTo>
                    <a:pt x="6822" y="3537"/>
                    <a:pt x="6831" y="3500"/>
                    <a:pt x="6857" y="3500"/>
                  </a:cubicBezTo>
                  <a:cubicBezTo>
                    <a:pt x="6874" y="3500"/>
                    <a:pt x="6899" y="3516"/>
                    <a:pt x="6925" y="3551"/>
                  </a:cubicBezTo>
                  <a:cubicBezTo>
                    <a:pt x="6926" y="3551"/>
                    <a:pt x="6927" y="3551"/>
                    <a:pt x="6929" y="3551"/>
                  </a:cubicBezTo>
                  <a:cubicBezTo>
                    <a:pt x="6940" y="3551"/>
                    <a:pt x="6957" y="3565"/>
                    <a:pt x="6963" y="3565"/>
                  </a:cubicBezTo>
                  <a:cubicBezTo>
                    <a:pt x="6966" y="3565"/>
                    <a:pt x="6965" y="3560"/>
                    <a:pt x="6957" y="3543"/>
                  </a:cubicBezTo>
                  <a:lnTo>
                    <a:pt x="6957" y="3543"/>
                  </a:lnTo>
                  <a:lnTo>
                    <a:pt x="6998" y="3584"/>
                  </a:lnTo>
                  <a:lnTo>
                    <a:pt x="7022" y="3568"/>
                  </a:lnTo>
                  <a:lnTo>
                    <a:pt x="6998" y="3519"/>
                  </a:lnTo>
                  <a:cubicBezTo>
                    <a:pt x="7071" y="3511"/>
                    <a:pt x="7144" y="3495"/>
                    <a:pt x="7208" y="3462"/>
                  </a:cubicBezTo>
                  <a:cubicBezTo>
                    <a:pt x="7354" y="3381"/>
                    <a:pt x="7379" y="3365"/>
                    <a:pt x="7338" y="3324"/>
                  </a:cubicBezTo>
                  <a:cubicBezTo>
                    <a:pt x="7298" y="3276"/>
                    <a:pt x="7288" y="3249"/>
                    <a:pt x="7298" y="3249"/>
                  </a:cubicBezTo>
                  <a:cubicBezTo>
                    <a:pt x="7306" y="3249"/>
                    <a:pt x="7329" y="3268"/>
                    <a:pt x="7362" y="3308"/>
                  </a:cubicBezTo>
                  <a:cubicBezTo>
                    <a:pt x="7375" y="3308"/>
                    <a:pt x="7409" y="3329"/>
                    <a:pt x="7439" y="3329"/>
                  </a:cubicBezTo>
                  <a:cubicBezTo>
                    <a:pt x="7446" y="3329"/>
                    <a:pt x="7453" y="3328"/>
                    <a:pt x="7460" y="3324"/>
                  </a:cubicBezTo>
                  <a:cubicBezTo>
                    <a:pt x="7472" y="3316"/>
                    <a:pt x="7484" y="3308"/>
                    <a:pt x="7497" y="3308"/>
                  </a:cubicBezTo>
                  <a:cubicBezTo>
                    <a:pt x="7510" y="3308"/>
                    <a:pt x="7525" y="3316"/>
                    <a:pt x="7541" y="3341"/>
                  </a:cubicBezTo>
                  <a:lnTo>
                    <a:pt x="7549" y="3333"/>
                  </a:lnTo>
                  <a:cubicBezTo>
                    <a:pt x="7523" y="3249"/>
                    <a:pt x="7569" y="3201"/>
                    <a:pt x="7625" y="3201"/>
                  </a:cubicBezTo>
                  <a:cubicBezTo>
                    <a:pt x="7640" y="3201"/>
                    <a:pt x="7656" y="3204"/>
                    <a:pt x="7671" y="3211"/>
                  </a:cubicBezTo>
                  <a:cubicBezTo>
                    <a:pt x="7695" y="3195"/>
                    <a:pt x="7703" y="3187"/>
                    <a:pt x="7703" y="3122"/>
                  </a:cubicBezTo>
                  <a:cubicBezTo>
                    <a:pt x="7703" y="3086"/>
                    <a:pt x="7703" y="3070"/>
                    <a:pt x="7710" y="3070"/>
                  </a:cubicBezTo>
                  <a:cubicBezTo>
                    <a:pt x="7716" y="3070"/>
                    <a:pt x="7726" y="3080"/>
                    <a:pt x="7744" y="3097"/>
                  </a:cubicBezTo>
                  <a:cubicBezTo>
                    <a:pt x="7758" y="3119"/>
                    <a:pt x="7787" y="3133"/>
                    <a:pt x="7809" y="3133"/>
                  </a:cubicBezTo>
                  <a:cubicBezTo>
                    <a:pt x="7838" y="3133"/>
                    <a:pt x="7856" y="3111"/>
                    <a:pt x="7825" y="3057"/>
                  </a:cubicBezTo>
                  <a:lnTo>
                    <a:pt x="7825" y="3057"/>
                  </a:lnTo>
                  <a:lnTo>
                    <a:pt x="7865" y="3097"/>
                  </a:lnTo>
                  <a:cubicBezTo>
                    <a:pt x="7875" y="3107"/>
                    <a:pt x="7881" y="3111"/>
                    <a:pt x="7885" y="3111"/>
                  </a:cubicBezTo>
                  <a:cubicBezTo>
                    <a:pt x="7897" y="3111"/>
                    <a:pt x="7884" y="3070"/>
                    <a:pt x="7865" y="3033"/>
                  </a:cubicBezTo>
                  <a:cubicBezTo>
                    <a:pt x="7838" y="2986"/>
                    <a:pt x="7826" y="2960"/>
                    <a:pt x="7831" y="2960"/>
                  </a:cubicBezTo>
                  <a:lnTo>
                    <a:pt x="7831" y="2960"/>
                  </a:lnTo>
                  <a:cubicBezTo>
                    <a:pt x="7836" y="2960"/>
                    <a:pt x="7863" y="2992"/>
                    <a:pt x="7914" y="3065"/>
                  </a:cubicBezTo>
                  <a:cubicBezTo>
                    <a:pt x="7950" y="3119"/>
                    <a:pt x="7968" y="3141"/>
                    <a:pt x="7974" y="3141"/>
                  </a:cubicBezTo>
                  <a:cubicBezTo>
                    <a:pt x="7978" y="3141"/>
                    <a:pt x="7973" y="3127"/>
                    <a:pt x="7962" y="3106"/>
                  </a:cubicBezTo>
                  <a:cubicBezTo>
                    <a:pt x="7950" y="3063"/>
                    <a:pt x="7938" y="3026"/>
                    <a:pt x="7950" y="3026"/>
                  </a:cubicBezTo>
                  <a:cubicBezTo>
                    <a:pt x="7953" y="3026"/>
                    <a:pt x="7960" y="3030"/>
                    <a:pt x="7971" y="3041"/>
                  </a:cubicBezTo>
                  <a:cubicBezTo>
                    <a:pt x="7987" y="3033"/>
                    <a:pt x="7995" y="3024"/>
                    <a:pt x="7938" y="2927"/>
                  </a:cubicBezTo>
                  <a:cubicBezTo>
                    <a:pt x="7906" y="2878"/>
                    <a:pt x="7922" y="2870"/>
                    <a:pt x="7938" y="2862"/>
                  </a:cubicBezTo>
                  <a:cubicBezTo>
                    <a:pt x="7954" y="2895"/>
                    <a:pt x="7971" y="2927"/>
                    <a:pt x="7979" y="2968"/>
                  </a:cubicBezTo>
                  <a:lnTo>
                    <a:pt x="8003" y="2951"/>
                  </a:lnTo>
                  <a:cubicBezTo>
                    <a:pt x="8005" y="2951"/>
                    <a:pt x="8007" y="2950"/>
                    <a:pt x="8009" y="2950"/>
                  </a:cubicBezTo>
                  <a:cubicBezTo>
                    <a:pt x="8031" y="2950"/>
                    <a:pt x="8078" y="2981"/>
                    <a:pt x="8100" y="3024"/>
                  </a:cubicBezTo>
                  <a:cubicBezTo>
                    <a:pt x="8119" y="3044"/>
                    <a:pt x="8132" y="3054"/>
                    <a:pt x="8137" y="3054"/>
                  </a:cubicBezTo>
                  <a:cubicBezTo>
                    <a:pt x="8144" y="3054"/>
                    <a:pt x="8131" y="3030"/>
                    <a:pt x="8092" y="2976"/>
                  </a:cubicBezTo>
                  <a:cubicBezTo>
                    <a:pt x="8027" y="2870"/>
                    <a:pt x="8027" y="2870"/>
                    <a:pt x="8060" y="2862"/>
                  </a:cubicBezTo>
                  <a:cubicBezTo>
                    <a:pt x="8063" y="2859"/>
                    <a:pt x="8067" y="2856"/>
                    <a:pt x="8072" y="2856"/>
                  </a:cubicBezTo>
                  <a:cubicBezTo>
                    <a:pt x="8081" y="2856"/>
                    <a:pt x="8093" y="2864"/>
                    <a:pt x="8108" y="2895"/>
                  </a:cubicBezTo>
                  <a:cubicBezTo>
                    <a:pt x="8129" y="2926"/>
                    <a:pt x="8136" y="2937"/>
                    <a:pt x="8145" y="2937"/>
                  </a:cubicBezTo>
                  <a:cubicBezTo>
                    <a:pt x="8151" y="2937"/>
                    <a:pt x="8156" y="2933"/>
                    <a:pt x="8165" y="2927"/>
                  </a:cubicBezTo>
                  <a:cubicBezTo>
                    <a:pt x="8206" y="2903"/>
                    <a:pt x="8157" y="2741"/>
                    <a:pt x="8116" y="2635"/>
                  </a:cubicBezTo>
                  <a:cubicBezTo>
                    <a:pt x="8087" y="2586"/>
                    <a:pt x="8073" y="2561"/>
                    <a:pt x="8075" y="2561"/>
                  </a:cubicBezTo>
                  <a:lnTo>
                    <a:pt x="8075" y="2561"/>
                  </a:lnTo>
                  <a:cubicBezTo>
                    <a:pt x="8077" y="2561"/>
                    <a:pt x="8093" y="2584"/>
                    <a:pt x="8125" y="2627"/>
                  </a:cubicBezTo>
                  <a:cubicBezTo>
                    <a:pt x="8145" y="2657"/>
                    <a:pt x="8159" y="2666"/>
                    <a:pt x="8168" y="2666"/>
                  </a:cubicBezTo>
                  <a:cubicBezTo>
                    <a:pt x="8174" y="2666"/>
                    <a:pt x="8178" y="2663"/>
                    <a:pt x="8181" y="2660"/>
                  </a:cubicBezTo>
                  <a:cubicBezTo>
                    <a:pt x="8173" y="2642"/>
                    <a:pt x="8172" y="2636"/>
                    <a:pt x="8175" y="2636"/>
                  </a:cubicBezTo>
                  <a:lnTo>
                    <a:pt x="8175" y="2636"/>
                  </a:lnTo>
                  <a:cubicBezTo>
                    <a:pt x="8179" y="2636"/>
                    <a:pt x="8192" y="2654"/>
                    <a:pt x="8181" y="2660"/>
                  </a:cubicBezTo>
                  <a:cubicBezTo>
                    <a:pt x="8214" y="2708"/>
                    <a:pt x="8198" y="2716"/>
                    <a:pt x="8189" y="2724"/>
                  </a:cubicBezTo>
                  <a:lnTo>
                    <a:pt x="8214" y="2773"/>
                  </a:lnTo>
                  <a:cubicBezTo>
                    <a:pt x="8247" y="2814"/>
                    <a:pt x="8269" y="2834"/>
                    <a:pt x="8278" y="2834"/>
                  </a:cubicBezTo>
                  <a:cubicBezTo>
                    <a:pt x="8288" y="2834"/>
                    <a:pt x="8281" y="2806"/>
                    <a:pt x="8254" y="2749"/>
                  </a:cubicBezTo>
                  <a:cubicBezTo>
                    <a:pt x="8246" y="2718"/>
                    <a:pt x="8242" y="2704"/>
                    <a:pt x="8246" y="2704"/>
                  </a:cubicBezTo>
                  <a:lnTo>
                    <a:pt x="8246" y="2704"/>
                  </a:lnTo>
                  <a:cubicBezTo>
                    <a:pt x="8250" y="2704"/>
                    <a:pt x="8260" y="2714"/>
                    <a:pt x="8279" y="2733"/>
                  </a:cubicBezTo>
                  <a:cubicBezTo>
                    <a:pt x="8306" y="2760"/>
                    <a:pt x="8337" y="2787"/>
                    <a:pt x="8344" y="2787"/>
                  </a:cubicBezTo>
                  <a:cubicBezTo>
                    <a:pt x="8348" y="2787"/>
                    <a:pt x="8346" y="2781"/>
                    <a:pt x="8335" y="2765"/>
                  </a:cubicBezTo>
                  <a:cubicBezTo>
                    <a:pt x="8335" y="2765"/>
                    <a:pt x="8337" y="2764"/>
                    <a:pt x="8341" y="2764"/>
                  </a:cubicBezTo>
                  <a:cubicBezTo>
                    <a:pt x="8351" y="2764"/>
                    <a:pt x="8374" y="2768"/>
                    <a:pt x="8408" y="2797"/>
                  </a:cubicBezTo>
                  <a:cubicBezTo>
                    <a:pt x="8433" y="2781"/>
                    <a:pt x="8441" y="2773"/>
                    <a:pt x="8416" y="2724"/>
                  </a:cubicBezTo>
                  <a:cubicBezTo>
                    <a:pt x="8384" y="2676"/>
                    <a:pt x="8400" y="2668"/>
                    <a:pt x="8416" y="2660"/>
                  </a:cubicBezTo>
                  <a:cubicBezTo>
                    <a:pt x="8425" y="2651"/>
                    <a:pt x="8441" y="2643"/>
                    <a:pt x="8408" y="2595"/>
                  </a:cubicBezTo>
                  <a:cubicBezTo>
                    <a:pt x="8384" y="2546"/>
                    <a:pt x="8368" y="2489"/>
                    <a:pt x="8392" y="2481"/>
                  </a:cubicBezTo>
                  <a:cubicBezTo>
                    <a:pt x="8392" y="2451"/>
                    <a:pt x="8392" y="2435"/>
                    <a:pt x="8398" y="2435"/>
                  </a:cubicBezTo>
                  <a:cubicBezTo>
                    <a:pt x="8406" y="2435"/>
                    <a:pt x="8422" y="2457"/>
                    <a:pt x="8457" y="2506"/>
                  </a:cubicBezTo>
                  <a:cubicBezTo>
                    <a:pt x="8477" y="2536"/>
                    <a:pt x="8491" y="2544"/>
                    <a:pt x="8501" y="2544"/>
                  </a:cubicBezTo>
                  <a:cubicBezTo>
                    <a:pt x="8506" y="2544"/>
                    <a:pt x="8511" y="2541"/>
                    <a:pt x="8514" y="2538"/>
                  </a:cubicBezTo>
                  <a:cubicBezTo>
                    <a:pt x="8514" y="2538"/>
                    <a:pt x="8515" y="2537"/>
                    <a:pt x="8518" y="2537"/>
                  </a:cubicBezTo>
                  <a:cubicBezTo>
                    <a:pt x="8525" y="2537"/>
                    <a:pt x="8542" y="2541"/>
                    <a:pt x="8571" y="2570"/>
                  </a:cubicBezTo>
                  <a:cubicBezTo>
                    <a:pt x="8581" y="2581"/>
                    <a:pt x="8587" y="2586"/>
                    <a:pt x="8590" y="2586"/>
                  </a:cubicBezTo>
                  <a:cubicBezTo>
                    <a:pt x="8598" y="2586"/>
                    <a:pt x="8578" y="2550"/>
                    <a:pt x="8554" y="2514"/>
                  </a:cubicBezTo>
                  <a:cubicBezTo>
                    <a:pt x="8522" y="2465"/>
                    <a:pt x="8498" y="2416"/>
                    <a:pt x="8498" y="2416"/>
                  </a:cubicBezTo>
                  <a:cubicBezTo>
                    <a:pt x="8498" y="2416"/>
                    <a:pt x="8499" y="2416"/>
                    <a:pt x="8500" y="2416"/>
                  </a:cubicBezTo>
                  <a:cubicBezTo>
                    <a:pt x="8519" y="2416"/>
                    <a:pt x="8580" y="2507"/>
                    <a:pt x="8611" y="2554"/>
                  </a:cubicBezTo>
                  <a:cubicBezTo>
                    <a:pt x="8647" y="2598"/>
                    <a:pt x="8665" y="2620"/>
                    <a:pt x="8668" y="2620"/>
                  </a:cubicBezTo>
                  <a:cubicBezTo>
                    <a:pt x="8670" y="2620"/>
                    <a:pt x="8656" y="2596"/>
                    <a:pt x="8627" y="2546"/>
                  </a:cubicBezTo>
                  <a:cubicBezTo>
                    <a:pt x="8601" y="2507"/>
                    <a:pt x="8586" y="2464"/>
                    <a:pt x="8609" y="2464"/>
                  </a:cubicBezTo>
                  <a:cubicBezTo>
                    <a:pt x="8615" y="2464"/>
                    <a:pt x="8624" y="2466"/>
                    <a:pt x="8635" y="2473"/>
                  </a:cubicBezTo>
                  <a:cubicBezTo>
                    <a:pt x="8648" y="2465"/>
                    <a:pt x="8660" y="2457"/>
                    <a:pt x="8673" y="2457"/>
                  </a:cubicBezTo>
                  <a:cubicBezTo>
                    <a:pt x="8686" y="2457"/>
                    <a:pt x="8700" y="2465"/>
                    <a:pt x="8716" y="2489"/>
                  </a:cubicBezTo>
                  <a:cubicBezTo>
                    <a:pt x="8728" y="2501"/>
                    <a:pt x="8735" y="2505"/>
                    <a:pt x="8739" y="2505"/>
                  </a:cubicBezTo>
                  <a:cubicBezTo>
                    <a:pt x="8749" y="2505"/>
                    <a:pt x="8741" y="2481"/>
                    <a:pt x="8741" y="2481"/>
                  </a:cubicBezTo>
                  <a:cubicBezTo>
                    <a:pt x="8730" y="2444"/>
                    <a:pt x="8733" y="2428"/>
                    <a:pt x="8755" y="2428"/>
                  </a:cubicBezTo>
                  <a:cubicBezTo>
                    <a:pt x="8767" y="2428"/>
                    <a:pt x="8783" y="2432"/>
                    <a:pt x="8806" y="2441"/>
                  </a:cubicBezTo>
                  <a:cubicBezTo>
                    <a:pt x="8863" y="2469"/>
                    <a:pt x="8895" y="2485"/>
                    <a:pt x="8907" y="2485"/>
                  </a:cubicBezTo>
                  <a:cubicBezTo>
                    <a:pt x="8923" y="2485"/>
                    <a:pt x="8907" y="2459"/>
                    <a:pt x="8871" y="2400"/>
                  </a:cubicBezTo>
                  <a:cubicBezTo>
                    <a:pt x="8856" y="2372"/>
                    <a:pt x="8840" y="2344"/>
                    <a:pt x="8842" y="2344"/>
                  </a:cubicBezTo>
                  <a:lnTo>
                    <a:pt x="8842" y="2344"/>
                  </a:lnTo>
                  <a:cubicBezTo>
                    <a:pt x="8844" y="2344"/>
                    <a:pt x="8856" y="2359"/>
                    <a:pt x="8887" y="2400"/>
                  </a:cubicBezTo>
                  <a:cubicBezTo>
                    <a:pt x="8896" y="2410"/>
                    <a:pt x="8903" y="2414"/>
                    <a:pt x="8907" y="2414"/>
                  </a:cubicBezTo>
                  <a:cubicBezTo>
                    <a:pt x="8921" y="2414"/>
                    <a:pt x="8911" y="2369"/>
                    <a:pt x="8911" y="2319"/>
                  </a:cubicBezTo>
                  <a:cubicBezTo>
                    <a:pt x="8887" y="2246"/>
                    <a:pt x="8846" y="2181"/>
                    <a:pt x="8806" y="2116"/>
                  </a:cubicBezTo>
                  <a:cubicBezTo>
                    <a:pt x="8770" y="2055"/>
                    <a:pt x="8756" y="2032"/>
                    <a:pt x="8766" y="2032"/>
                  </a:cubicBezTo>
                  <a:cubicBezTo>
                    <a:pt x="8772" y="2032"/>
                    <a:pt x="8785" y="2040"/>
                    <a:pt x="8806" y="2052"/>
                  </a:cubicBezTo>
                  <a:cubicBezTo>
                    <a:pt x="8807" y="2051"/>
                    <a:pt x="8809" y="2050"/>
                    <a:pt x="8810" y="2050"/>
                  </a:cubicBezTo>
                  <a:cubicBezTo>
                    <a:pt x="8829" y="2050"/>
                    <a:pt x="8865" y="2088"/>
                    <a:pt x="8887" y="2133"/>
                  </a:cubicBezTo>
                  <a:cubicBezTo>
                    <a:pt x="8919" y="2181"/>
                    <a:pt x="8903" y="2189"/>
                    <a:pt x="8903" y="2189"/>
                  </a:cubicBezTo>
                  <a:lnTo>
                    <a:pt x="8895" y="2197"/>
                  </a:lnTo>
                  <a:cubicBezTo>
                    <a:pt x="8916" y="2240"/>
                    <a:pt x="8943" y="2282"/>
                    <a:pt x="8966" y="2282"/>
                  </a:cubicBezTo>
                  <a:cubicBezTo>
                    <a:pt x="8969" y="2282"/>
                    <a:pt x="8973" y="2281"/>
                    <a:pt x="8976" y="2279"/>
                  </a:cubicBezTo>
                  <a:cubicBezTo>
                    <a:pt x="8995" y="2301"/>
                    <a:pt x="9008" y="2311"/>
                    <a:pt x="9014" y="2311"/>
                  </a:cubicBezTo>
                  <a:cubicBezTo>
                    <a:pt x="9021" y="2311"/>
                    <a:pt x="9018" y="2297"/>
                    <a:pt x="9000" y="2270"/>
                  </a:cubicBezTo>
                  <a:lnTo>
                    <a:pt x="9000" y="2270"/>
                  </a:lnTo>
                  <a:cubicBezTo>
                    <a:pt x="9014" y="2285"/>
                    <a:pt x="9034" y="2293"/>
                    <a:pt x="9054" y="2293"/>
                  </a:cubicBezTo>
                  <a:cubicBezTo>
                    <a:pt x="9069" y="2293"/>
                    <a:pt x="9084" y="2289"/>
                    <a:pt x="9098" y="2279"/>
                  </a:cubicBezTo>
                  <a:cubicBezTo>
                    <a:pt x="9113" y="2267"/>
                    <a:pt x="9131" y="2261"/>
                    <a:pt x="9149" y="2261"/>
                  </a:cubicBezTo>
                  <a:cubicBezTo>
                    <a:pt x="9170" y="2261"/>
                    <a:pt x="9190" y="2269"/>
                    <a:pt x="9203" y="2287"/>
                  </a:cubicBezTo>
                  <a:cubicBezTo>
                    <a:pt x="9235" y="2270"/>
                    <a:pt x="9243" y="2262"/>
                    <a:pt x="9219" y="2214"/>
                  </a:cubicBezTo>
                  <a:cubicBezTo>
                    <a:pt x="9179" y="2154"/>
                    <a:pt x="9170" y="2128"/>
                    <a:pt x="9176" y="2128"/>
                  </a:cubicBezTo>
                  <a:lnTo>
                    <a:pt x="9176" y="2128"/>
                  </a:lnTo>
                  <a:cubicBezTo>
                    <a:pt x="9180" y="2128"/>
                    <a:pt x="9190" y="2138"/>
                    <a:pt x="9203" y="2157"/>
                  </a:cubicBezTo>
                  <a:cubicBezTo>
                    <a:pt x="9226" y="2189"/>
                    <a:pt x="9268" y="2203"/>
                    <a:pt x="9310" y="2203"/>
                  </a:cubicBezTo>
                  <a:cubicBezTo>
                    <a:pt x="9383" y="2203"/>
                    <a:pt x="9456" y="2159"/>
                    <a:pt x="9430" y="2092"/>
                  </a:cubicBezTo>
                  <a:lnTo>
                    <a:pt x="9454" y="2084"/>
                  </a:lnTo>
                  <a:cubicBezTo>
                    <a:pt x="9467" y="2091"/>
                    <a:pt x="9480" y="2094"/>
                    <a:pt x="9493" y="2094"/>
                  </a:cubicBezTo>
                  <a:cubicBezTo>
                    <a:pt x="9539" y="2094"/>
                    <a:pt x="9580" y="2055"/>
                    <a:pt x="9568" y="2011"/>
                  </a:cubicBezTo>
                  <a:lnTo>
                    <a:pt x="9608" y="1995"/>
                  </a:lnTo>
                  <a:cubicBezTo>
                    <a:pt x="9630" y="2007"/>
                    <a:pt x="9646" y="2014"/>
                    <a:pt x="9656" y="2014"/>
                  </a:cubicBezTo>
                  <a:cubicBezTo>
                    <a:pt x="9673" y="2014"/>
                    <a:pt x="9675" y="1997"/>
                    <a:pt x="9665" y="1962"/>
                  </a:cubicBezTo>
                  <a:cubicBezTo>
                    <a:pt x="9654" y="1922"/>
                    <a:pt x="9634" y="1886"/>
                    <a:pt x="9635" y="1886"/>
                  </a:cubicBezTo>
                  <a:lnTo>
                    <a:pt x="9635" y="1886"/>
                  </a:lnTo>
                  <a:cubicBezTo>
                    <a:pt x="9636" y="1886"/>
                    <a:pt x="9640" y="1892"/>
                    <a:pt x="9649" y="1906"/>
                  </a:cubicBezTo>
                  <a:cubicBezTo>
                    <a:pt x="9660" y="1929"/>
                    <a:pt x="9674" y="1937"/>
                    <a:pt x="9690" y="1937"/>
                  </a:cubicBezTo>
                  <a:cubicBezTo>
                    <a:pt x="9707" y="1937"/>
                    <a:pt x="9729" y="1927"/>
                    <a:pt x="9754" y="1914"/>
                  </a:cubicBezTo>
                  <a:cubicBezTo>
                    <a:pt x="9811" y="1881"/>
                    <a:pt x="9811" y="1881"/>
                    <a:pt x="9762" y="1841"/>
                  </a:cubicBezTo>
                  <a:cubicBezTo>
                    <a:pt x="9772" y="1809"/>
                    <a:pt x="9782" y="1797"/>
                    <a:pt x="9793" y="1797"/>
                  </a:cubicBezTo>
                  <a:cubicBezTo>
                    <a:pt x="9811" y="1797"/>
                    <a:pt x="9829" y="1827"/>
                    <a:pt x="9843" y="1857"/>
                  </a:cubicBezTo>
                  <a:cubicBezTo>
                    <a:pt x="9865" y="1903"/>
                    <a:pt x="9881" y="1927"/>
                    <a:pt x="9887" y="1927"/>
                  </a:cubicBezTo>
                  <a:cubicBezTo>
                    <a:pt x="9895" y="1927"/>
                    <a:pt x="9885" y="1887"/>
                    <a:pt x="9843" y="1800"/>
                  </a:cubicBezTo>
                  <a:cubicBezTo>
                    <a:pt x="9817" y="1732"/>
                    <a:pt x="9818" y="1701"/>
                    <a:pt x="9829" y="1701"/>
                  </a:cubicBezTo>
                  <a:cubicBezTo>
                    <a:pt x="9834" y="1701"/>
                    <a:pt x="9843" y="1710"/>
                    <a:pt x="9852" y="1727"/>
                  </a:cubicBezTo>
                  <a:cubicBezTo>
                    <a:pt x="9884" y="1776"/>
                    <a:pt x="9868" y="1784"/>
                    <a:pt x="9860" y="1792"/>
                  </a:cubicBezTo>
                  <a:cubicBezTo>
                    <a:pt x="9860" y="1792"/>
                    <a:pt x="9884" y="1841"/>
                    <a:pt x="9916" y="1889"/>
                  </a:cubicBezTo>
                  <a:cubicBezTo>
                    <a:pt x="9925" y="1881"/>
                    <a:pt x="9925" y="1881"/>
                    <a:pt x="9916" y="1824"/>
                  </a:cubicBezTo>
                  <a:cubicBezTo>
                    <a:pt x="9916" y="1824"/>
                    <a:pt x="9925" y="1816"/>
                    <a:pt x="9908" y="1760"/>
                  </a:cubicBezTo>
                  <a:cubicBezTo>
                    <a:pt x="9892" y="1703"/>
                    <a:pt x="9868" y="1654"/>
                    <a:pt x="9827" y="1614"/>
                  </a:cubicBezTo>
                  <a:cubicBezTo>
                    <a:pt x="9779" y="1573"/>
                    <a:pt x="9795" y="1565"/>
                    <a:pt x="9811" y="1557"/>
                  </a:cubicBezTo>
                  <a:lnTo>
                    <a:pt x="9811" y="1557"/>
                  </a:lnTo>
                  <a:cubicBezTo>
                    <a:pt x="9860" y="1589"/>
                    <a:pt x="9892" y="1638"/>
                    <a:pt x="9908" y="1695"/>
                  </a:cubicBezTo>
                  <a:cubicBezTo>
                    <a:pt x="9892" y="1703"/>
                    <a:pt x="9925" y="1752"/>
                    <a:pt x="9949" y="1800"/>
                  </a:cubicBezTo>
                  <a:cubicBezTo>
                    <a:pt x="9954" y="1807"/>
                    <a:pt x="9958" y="1811"/>
                    <a:pt x="9962" y="1811"/>
                  </a:cubicBezTo>
                  <a:cubicBezTo>
                    <a:pt x="9982" y="1811"/>
                    <a:pt x="9982" y="1703"/>
                    <a:pt x="9941" y="1614"/>
                  </a:cubicBezTo>
                  <a:lnTo>
                    <a:pt x="9941" y="1614"/>
                  </a:lnTo>
                  <a:lnTo>
                    <a:pt x="9973" y="1662"/>
                  </a:lnTo>
                  <a:cubicBezTo>
                    <a:pt x="9989" y="1687"/>
                    <a:pt x="10004" y="1695"/>
                    <a:pt x="10017" y="1695"/>
                  </a:cubicBezTo>
                  <a:cubicBezTo>
                    <a:pt x="10030" y="1695"/>
                    <a:pt x="10042" y="1687"/>
                    <a:pt x="10054" y="1679"/>
                  </a:cubicBezTo>
                  <a:cubicBezTo>
                    <a:pt x="10079" y="1662"/>
                    <a:pt x="10095" y="1654"/>
                    <a:pt x="10062" y="1606"/>
                  </a:cubicBezTo>
                  <a:cubicBezTo>
                    <a:pt x="10038" y="1557"/>
                    <a:pt x="10006" y="1508"/>
                    <a:pt x="10022" y="1500"/>
                  </a:cubicBezTo>
                  <a:lnTo>
                    <a:pt x="10022" y="1500"/>
                  </a:lnTo>
                  <a:cubicBezTo>
                    <a:pt x="10021" y="1501"/>
                    <a:pt x="10019" y="1501"/>
                    <a:pt x="10018" y="1501"/>
                  </a:cubicBezTo>
                  <a:cubicBezTo>
                    <a:pt x="10002" y="1501"/>
                    <a:pt x="9979" y="1456"/>
                    <a:pt x="9949" y="1411"/>
                  </a:cubicBezTo>
                  <a:lnTo>
                    <a:pt x="9949" y="1411"/>
                  </a:lnTo>
                  <a:cubicBezTo>
                    <a:pt x="9981" y="1435"/>
                    <a:pt x="10014" y="1460"/>
                    <a:pt x="10046" y="1492"/>
                  </a:cubicBezTo>
                  <a:cubicBezTo>
                    <a:pt x="10106" y="1552"/>
                    <a:pt x="10153" y="1586"/>
                    <a:pt x="10196" y="1586"/>
                  </a:cubicBezTo>
                  <a:cubicBezTo>
                    <a:pt x="10211" y="1586"/>
                    <a:pt x="10226" y="1582"/>
                    <a:pt x="10241" y="1573"/>
                  </a:cubicBezTo>
                  <a:cubicBezTo>
                    <a:pt x="10256" y="1562"/>
                    <a:pt x="10274" y="1556"/>
                    <a:pt x="10292" y="1556"/>
                  </a:cubicBezTo>
                  <a:cubicBezTo>
                    <a:pt x="10313" y="1556"/>
                    <a:pt x="10333" y="1564"/>
                    <a:pt x="10346" y="1581"/>
                  </a:cubicBezTo>
                  <a:cubicBezTo>
                    <a:pt x="10370" y="1565"/>
                    <a:pt x="10387" y="1557"/>
                    <a:pt x="10354" y="1508"/>
                  </a:cubicBezTo>
                  <a:lnTo>
                    <a:pt x="10387" y="1492"/>
                  </a:lnTo>
                  <a:cubicBezTo>
                    <a:pt x="10404" y="1512"/>
                    <a:pt x="10418" y="1521"/>
                    <a:pt x="10427" y="1521"/>
                  </a:cubicBezTo>
                  <a:cubicBezTo>
                    <a:pt x="10439" y="1521"/>
                    <a:pt x="10441" y="1504"/>
                    <a:pt x="10427" y="1476"/>
                  </a:cubicBezTo>
                  <a:cubicBezTo>
                    <a:pt x="10420" y="1451"/>
                    <a:pt x="10424" y="1445"/>
                    <a:pt x="10431" y="1445"/>
                  </a:cubicBezTo>
                  <a:cubicBezTo>
                    <a:pt x="10438" y="1445"/>
                    <a:pt x="10450" y="1453"/>
                    <a:pt x="10456" y="1453"/>
                  </a:cubicBezTo>
                  <a:cubicBezTo>
                    <a:pt x="10458" y="1453"/>
                    <a:pt x="10459" y="1452"/>
                    <a:pt x="10460" y="1452"/>
                  </a:cubicBezTo>
                  <a:cubicBezTo>
                    <a:pt x="10498" y="1487"/>
                    <a:pt x="10520" y="1507"/>
                    <a:pt x="10525" y="1507"/>
                  </a:cubicBezTo>
                  <a:cubicBezTo>
                    <a:pt x="10530" y="1507"/>
                    <a:pt x="10507" y="1473"/>
                    <a:pt x="10452" y="1395"/>
                  </a:cubicBezTo>
                  <a:cubicBezTo>
                    <a:pt x="10422" y="1351"/>
                    <a:pt x="10374" y="1321"/>
                    <a:pt x="10352" y="1321"/>
                  </a:cubicBezTo>
                  <a:cubicBezTo>
                    <a:pt x="10350" y="1321"/>
                    <a:pt x="10348" y="1321"/>
                    <a:pt x="10346" y="1322"/>
                  </a:cubicBezTo>
                  <a:lnTo>
                    <a:pt x="10314" y="1338"/>
                  </a:lnTo>
                  <a:lnTo>
                    <a:pt x="10314" y="1338"/>
                  </a:lnTo>
                  <a:lnTo>
                    <a:pt x="10322" y="1273"/>
                  </a:lnTo>
                  <a:cubicBezTo>
                    <a:pt x="10338" y="1265"/>
                    <a:pt x="10330" y="1200"/>
                    <a:pt x="10306" y="1152"/>
                  </a:cubicBezTo>
                  <a:cubicBezTo>
                    <a:pt x="10306" y="1152"/>
                    <a:pt x="10273" y="1103"/>
                    <a:pt x="10289" y="1095"/>
                  </a:cubicBezTo>
                  <a:lnTo>
                    <a:pt x="10289" y="1095"/>
                  </a:lnTo>
                  <a:lnTo>
                    <a:pt x="10346" y="1192"/>
                  </a:lnTo>
                  <a:cubicBezTo>
                    <a:pt x="10362" y="1249"/>
                    <a:pt x="10387" y="1297"/>
                    <a:pt x="10419" y="1346"/>
                  </a:cubicBezTo>
                  <a:cubicBezTo>
                    <a:pt x="10459" y="1395"/>
                    <a:pt x="10497" y="1425"/>
                    <a:pt x="10514" y="1425"/>
                  </a:cubicBezTo>
                  <a:cubicBezTo>
                    <a:pt x="10527" y="1425"/>
                    <a:pt x="10526" y="1406"/>
                    <a:pt x="10500" y="1362"/>
                  </a:cubicBezTo>
                  <a:cubicBezTo>
                    <a:pt x="10516" y="1362"/>
                    <a:pt x="10516" y="1362"/>
                    <a:pt x="10557" y="1403"/>
                  </a:cubicBezTo>
                  <a:cubicBezTo>
                    <a:pt x="10566" y="1421"/>
                    <a:pt x="10574" y="1432"/>
                    <a:pt x="10578" y="1432"/>
                  </a:cubicBezTo>
                  <a:cubicBezTo>
                    <a:pt x="10584" y="1432"/>
                    <a:pt x="10579" y="1404"/>
                    <a:pt x="10549" y="1338"/>
                  </a:cubicBezTo>
                  <a:cubicBezTo>
                    <a:pt x="10527" y="1281"/>
                    <a:pt x="10522" y="1252"/>
                    <a:pt x="10532" y="1252"/>
                  </a:cubicBezTo>
                  <a:cubicBezTo>
                    <a:pt x="10540" y="1252"/>
                    <a:pt x="10560" y="1273"/>
                    <a:pt x="10589" y="1314"/>
                  </a:cubicBezTo>
                  <a:cubicBezTo>
                    <a:pt x="10631" y="1352"/>
                    <a:pt x="10664" y="1367"/>
                    <a:pt x="10685" y="1367"/>
                  </a:cubicBezTo>
                  <a:cubicBezTo>
                    <a:pt x="10708" y="1367"/>
                    <a:pt x="10716" y="1348"/>
                    <a:pt x="10703" y="1322"/>
                  </a:cubicBezTo>
                  <a:cubicBezTo>
                    <a:pt x="10664" y="1254"/>
                    <a:pt x="10667" y="1222"/>
                    <a:pt x="10689" y="1222"/>
                  </a:cubicBezTo>
                  <a:cubicBezTo>
                    <a:pt x="10699" y="1222"/>
                    <a:pt x="10712" y="1228"/>
                    <a:pt x="10727" y="1241"/>
                  </a:cubicBezTo>
                  <a:cubicBezTo>
                    <a:pt x="10744" y="1258"/>
                    <a:pt x="10755" y="1266"/>
                    <a:pt x="10762" y="1266"/>
                  </a:cubicBezTo>
                  <a:cubicBezTo>
                    <a:pt x="10770" y="1266"/>
                    <a:pt x="10769" y="1250"/>
                    <a:pt x="10760" y="1216"/>
                  </a:cubicBezTo>
                  <a:lnTo>
                    <a:pt x="10760" y="1216"/>
                  </a:lnTo>
                  <a:cubicBezTo>
                    <a:pt x="10782" y="1250"/>
                    <a:pt x="10808" y="1279"/>
                    <a:pt x="10817" y="1279"/>
                  </a:cubicBezTo>
                  <a:cubicBezTo>
                    <a:pt x="10821" y="1279"/>
                    <a:pt x="10822" y="1272"/>
                    <a:pt x="10816" y="1257"/>
                  </a:cubicBezTo>
                  <a:cubicBezTo>
                    <a:pt x="10816" y="1257"/>
                    <a:pt x="10833" y="1249"/>
                    <a:pt x="10792" y="1208"/>
                  </a:cubicBezTo>
                  <a:lnTo>
                    <a:pt x="10760" y="1095"/>
                  </a:lnTo>
                  <a:cubicBezTo>
                    <a:pt x="10758" y="1095"/>
                    <a:pt x="10757" y="1096"/>
                    <a:pt x="10756" y="1096"/>
                  </a:cubicBezTo>
                  <a:cubicBezTo>
                    <a:pt x="10740" y="1096"/>
                    <a:pt x="10717" y="1051"/>
                    <a:pt x="10687" y="1006"/>
                  </a:cubicBezTo>
                  <a:cubicBezTo>
                    <a:pt x="10679" y="987"/>
                    <a:pt x="10682" y="977"/>
                    <a:pt x="10695" y="977"/>
                  </a:cubicBezTo>
                  <a:cubicBezTo>
                    <a:pt x="10720" y="977"/>
                    <a:pt x="10781" y="1016"/>
                    <a:pt x="10857" y="1103"/>
                  </a:cubicBezTo>
                  <a:lnTo>
                    <a:pt x="10938" y="1184"/>
                  </a:lnTo>
                  <a:lnTo>
                    <a:pt x="10881" y="1087"/>
                  </a:lnTo>
                  <a:cubicBezTo>
                    <a:pt x="10884" y="1084"/>
                    <a:pt x="10887" y="1083"/>
                    <a:pt x="10891" y="1083"/>
                  </a:cubicBezTo>
                  <a:cubicBezTo>
                    <a:pt x="10900" y="1083"/>
                    <a:pt x="10915" y="1093"/>
                    <a:pt x="10938" y="1127"/>
                  </a:cubicBezTo>
                  <a:cubicBezTo>
                    <a:pt x="10955" y="1162"/>
                    <a:pt x="10960" y="1172"/>
                    <a:pt x="10968" y="1172"/>
                  </a:cubicBezTo>
                  <a:cubicBezTo>
                    <a:pt x="10970" y="1172"/>
                    <a:pt x="10974" y="1170"/>
                    <a:pt x="10979" y="1168"/>
                  </a:cubicBezTo>
                  <a:cubicBezTo>
                    <a:pt x="10979" y="1168"/>
                    <a:pt x="10987" y="1160"/>
                    <a:pt x="10962" y="1111"/>
                  </a:cubicBezTo>
                  <a:cubicBezTo>
                    <a:pt x="10928" y="1052"/>
                    <a:pt x="10914" y="1029"/>
                    <a:pt x="10918" y="1029"/>
                  </a:cubicBezTo>
                  <a:lnTo>
                    <a:pt x="10918" y="1029"/>
                  </a:lnTo>
                  <a:cubicBezTo>
                    <a:pt x="10921" y="1029"/>
                    <a:pt x="10930" y="1038"/>
                    <a:pt x="10946" y="1054"/>
                  </a:cubicBezTo>
                  <a:cubicBezTo>
                    <a:pt x="10980" y="1095"/>
                    <a:pt x="10999" y="1116"/>
                    <a:pt x="11007" y="1116"/>
                  </a:cubicBezTo>
                  <a:cubicBezTo>
                    <a:pt x="11016" y="1116"/>
                    <a:pt x="11009" y="1087"/>
                    <a:pt x="10987" y="1030"/>
                  </a:cubicBezTo>
                  <a:cubicBezTo>
                    <a:pt x="10958" y="980"/>
                    <a:pt x="10943" y="956"/>
                    <a:pt x="10945" y="956"/>
                  </a:cubicBezTo>
                  <a:lnTo>
                    <a:pt x="10945" y="956"/>
                  </a:lnTo>
                  <a:cubicBezTo>
                    <a:pt x="10947" y="956"/>
                    <a:pt x="10963" y="978"/>
                    <a:pt x="10995" y="1022"/>
                  </a:cubicBezTo>
                  <a:cubicBezTo>
                    <a:pt x="11024" y="1066"/>
                    <a:pt x="11061" y="1104"/>
                    <a:pt x="11079" y="1104"/>
                  </a:cubicBezTo>
                  <a:cubicBezTo>
                    <a:pt x="11081" y="1104"/>
                    <a:pt x="11083" y="1104"/>
                    <a:pt x="11084" y="1103"/>
                  </a:cubicBezTo>
                  <a:lnTo>
                    <a:pt x="11052" y="1054"/>
                  </a:lnTo>
                  <a:cubicBezTo>
                    <a:pt x="11017" y="995"/>
                    <a:pt x="11009" y="968"/>
                    <a:pt x="11018" y="968"/>
                  </a:cubicBezTo>
                  <a:cubicBezTo>
                    <a:pt x="11024" y="968"/>
                    <a:pt x="11036" y="979"/>
                    <a:pt x="11052" y="998"/>
                  </a:cubicBezTo>
                  <a:cubicBezTo>
                    <a:pt x="11062" y="1018"/>
                    <a:pt x="11071" y="1029"/>
                    <a:pt x="11078" y="1029"/>
                  </a:cubicBezTo>
                  <a:cubicBezTo>
                    <a:pt x="11087" y="1029"/>
                    <a:pt x="11092" y="1010"/>
                    <a:pt x="11092" y="973"/>
                  </a:cubicBezTo>
                  <a:cubicBezTo>
                    <a:pt x="11103" y="966"/>
                    <a:pt x="11112" y="961"/>
                    <a:pt x="11120" y="961"/>
                  </a:cubicBezTo>
                  <a:cubicBezTo>
                    <a:pt x="11132" y="961"/>
                    <a:pt x="11143" y="970"/>
                    <a:pt x="11157" y="998"/>
                  </a:cubicBezTo>
                  <a:cubicBezTo>
                    <a:pt x="11185" y="1045"/>
                    <a:pt x="11199" y="1069"/>
                    <a:pt x="11201" y="1069"/>
                  </a:cubicBezTo>
                  <a:cubicBezTo>
                    <a:pt x="11204" y="1069"/>
                    <a:pt x="11194" y="1043"/>
                    <a:pt x="11173" y="989"/>
                  </a:cubicBezTo>
                  <a:cubicBezTo>
                    <a:pt x="11164" y="959"/>
                    <a:pt x="11160" y="945"/>
                    <a:pt x="11167" y="945"/>
                  </a:cubicBezTo>
                  <a:cubicBezTo>
                    <a:pt x="11174" y="945"/>
                    <a:pt x="11188" y="955"/>
                    <a:pt x="11214" y="973"/>
                  </a:cubicBezTo>
                  <a:cubicBezTo>
                    <a:pt x="11232" y="992"/>
                    <a:pt x="11242" y="1002"/>
                    <a:pt x="11246" y="1002"/>
                  </a:cubicBezTo>
                  <a:cubicBezTo>
                    <a:pt x="11251" y="1002"/>
                    <a:pt x="11247" y="988"/>
                    <a:pt x="11238" y="957"/>
                  </a:cubicBezTo>
                  <a:cubicBezTo>
                    <a:pt x="11185" y="867"/>
                    <a:pt x="11154" y="818"/>
                    <a:pt x="11143" y="818"/>
                  </a:cubicBezTo>
                  <a:cubicBezTo>
                    <a:pt x="11142" y="818"/>
                    <a:pt x="11141" y="819"/>
                    <a:pt x="11141" y="819"/>
                  </a:cubicBezTo>
                  <a:cubicBezTo>
                    <a:pt x="11124" y="819"/>
                    <a:pt x="11124" y="819"/>
                    <a:pt x="11092" y="770"/>
                  </a:cubicBezTo>
                  <a:lnTo>
                    <a:pt x="11124" y="762"/>
                  </a:lnTo>
                  <a:cubicBezTo>
                    <a:pt x="11133" y="754"/>
                    <a:pt x="11149" y="746"/>
                    <a:pt x="11149" y="681"/>
                  </a:cubicBezTo>
                  <a:cubicBezTo>
                    <a:pt x="11143" y="632"/>
                    <a:pt x="11108" y="563"/>
                    <a:pt x="11095" y="563"/>
                  </a:cubicBezTo>
                  <a:cubicBezTo>
                    <a:pt x="11092" y="563"/>
                    <a:pt x="11090" y="569"/>
                    <a:pt x="11092" y="584"/>
                  </a:cubicBezTo>
                  <a:lnTo>
                    <a:pt x="11043" y="543"/>
                  </a:lnTo>
                  <a:cubicBezTo>
                    <a:pt x="11005" y="475"/>
                    <a:pt x="10979" y="442"/>
                    <a:pt x="10972" y="442"/>
                  </a:cubicBezTo>
                  <a:cubicBezTo>
                    <a:pt x="10963" y="442"/>
                    <a:pt x="10976" y="483"/>
                    <a:pt x="11019" y="560"/>
                  </a:cubicBezTo>
                  <a:cubicBezTo>
                    <a:pt x="11069" y="642"/>
                    <a:pt x="11091" y="678"/>
                    <a:pt x="11088" y="678"/>
                  </a:cubicBezTo>
                  <a:cubicBezTo>
                    <a:pt x="11085" y="678"/>
                    <a:pt x="11067" y="656"/>
                    <a:pt x="11035" y="616"/>
                  </a:cubicBezTo>
                  <a:cubicBezTo>
                    <a:pt x="10987" y="533"/>
                    <a:pt x="10968" y="527"/>
                    <a:pt x="10958" y="527"/>
                  </a:cubicBezTo>
                  <a:cubicBezTo>
                    <a:pt x="10957" y="527"/>
                    <a:pt x="10955" y="527"/>
                    <a:pt x="10954" y="527"/>
                  </a:cubicBezTo>
                  <a:cubicBezTo>
                    <a:pt x="10950" y="530"/>
                    <a:pt x="10946" y="531"/>
                    <a:pt x="10943" y="531"/>
                  </a:cubicBezTo>
                  <a:cubicBezTo>
                    <a:pt x="10936" y="531"/>
                    <a:pt x="10931" y="521"/>
                    <a:pt x="10914" y="487"/>
                  </a:cubicBezTo>
                  <a:cubicBezTo>
                    <a:pt x="10884" y="442"/>
                    <a:pt x="10848" y="405"/>
                    <a:pt x="10829" y="405"/>
                  </a:cubicBezTo>
                  <a:cubicBezTo>
                    <a:pt x="10827" y="405"/>
                    <a:pt x="10826" y="405"/>
                    <a:pt x="10824" y="406"/>
                  </a:cubicBezTo>
                  <a:cubicBezTo>
                    <a:pt x="10816" y="414"/>
                    <a:pt x="10816" y="414"/>
                    <a:pt x="10841" y="462"/>
                  </a:cubicBezTo>
                  <a:cubicBezTo>
                    <a:pt x="10860" y="481"/>
                    <a:pt x="10864" y="495"/>
                    <a:pt x="10857" y="495"/>
                  </a:cubicBezTo>
                  <a:cubicBezTo>
                    <a:pt x="10848" y="495"/>
                    <a:pt x="10823" y="477"/>
                    <a:pt x="10784" y="430"/>
                  </a:cubicBezTo>
                  <a:cubicBezTo>
                    <a:pt x="10768" y="414"/>
                    <a:pt x="10758" y="404"/>
                    <a:pt x="10756" y="4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2"/>
            <p:cNvSpPr/>
            <p:nvPr/>
          </p:nvSpPr>
          <p:spPr>
            <a:xfrm>
              <a:off x="6650145" y="2380180"/>
              <a:ext cx="306086" cy="315877"/>
            </a:xfrm>
            <a:custGeom>
              <a:avLst/>
              <a:gdLst/>
              <a:ahLst/>
              <a:cxnLst/>
              <a:rect l="l" t="t" r="r" b="b"/>
              <a:pathLst>
                <a:path w="17757" h="18325" extrusionOk="0">
                  <a:moveTo>
                    <a:pt x="1" y="1"/>
                  </a:moveTo>
                  <a:lnTo>
                    <a:pt x="1" y="18324"/>
                  </a:lnTo>
                  <a:lnTo>
                    <a:pt x="17757" y="18324"/>
                  </a:lnTo>
                  <a:lnTo>
                    <a:pt x="17757" y="1"/>
                  </a:ln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2"/>
            <p:cNvSpPr/>
            <p:nvPr/>
          </p:nvSpPr>
          <p:spPr>
            <a:xfrm>
              <a:off x="7272074" y="2739547"/>
              <a:ext cx="275335" cy="271129"/>
            </a:xfrm>
            <a:custGeom>
              <a:avLst/>
              <a:gdLst/>
              <a:ahLst/>
              <a:cxnLst/>
              <a:rect l="l" t="t" r="r" b="b"/>
              <a:pathLst>
                <a:path w="15973" h="15729" extrusionOk="0">
                  <a:moveTo>
                    <a:pt x="12235" y="192"/>
                  </a:moveTo>
                  <a:cubicBezTo>
                    <a:pt x="12235" y="249"/>
                    <a:pt x="12235" y="306"/>
                    <a:pt x="12162" y="306"/>
                  </a:cubicBezTo>
                  <a:lnTo>
                    <a:pt x="12097" y="249"/>
                  </a:lnTo>
                  <a:lnTo>
                    <a:pt x="12170" y="192"/>
                  </a:lnTo>
                  <a:close/>
                  <a:moveTo>
                    <a:pt x="11367" y="249"/>
                  </a:moveTo>
                  <a:cubicBezTo>
                    <a:pt x="11372" y="249"/>
                    <a:pt x="11375" y="249"/>
                    <a:pt x="11375" y="249"/>
                  </a:cubicBezTo>
                  <a:cubicBezTo>
                    <a:pt x="11440" y="249"/>
                    <a:pt x="11440" y="249"/>
                    <a:pt x="11440" y="306"/>
                  </a:cubicBezTo>
                  <a:cubicBezTo>
                    <a:pt x="11440" y="338"/>
                    <a:pt x="11408" y="363"/>
                    <a:pt x="11375" y="363"/>
                  </a:cubicBezTo>
                  <a:lnTo>
                    <a:pt x="11310" y="298"/>
                  </a:lnTo>
                  <a:cubicBezTo>
                    <a:pt x="11310" y="254"/>
                    <a:pt x="11350" y="249"/>
                    <a:pt x="11367" y="249"/>
                  </a:cubicBezTo>
                  <a:close/>
                  <a:moveTo>
                    <a:pt x="14651" y="492"/>
                  </a:moveTo>
                  <a:cubicBezTo>
                    <a:pt x="14740" y="492"/>
                    <a:pt x="14708" y="549"/>
                    <a:pt x="14708" y="549"/>
                  </a:cubicBezTo>
                  <a:cubicBezTo>
                    <a:pt x="14683" y="590"/>
                    <a:pt x="14643" y="606"/>
                    <a:pt x="14594" y="606"/>
                  </a:cubicBezTo>
                  <a:cubicBezTo>
                    <a:pt x="14594" y="606"/>
                    <a:pt x="14537" y="549"/>
                    <a:pt x="14554" y="492"/>
                  </a:cubicBezTo>
                  <a:close/>
                  <a:moveTo>
                    <a:pt x="12717" y="555"/>
                  </a:moveTo>
                  <a:cubicBezTo>
                    <a:pt x="12744" y="555"/>
                    <a:pt x="12762" y="569"/>
                    <a:pt x="12762" y="598"/>
                  </a:cubicBezTo>
                  <a:cubicBezTo>
                    <a:pt x="12754" y="655"/>
                    <a:pt x="12754" y="655"/>
                    <a:pt x="12689" y="655"/>
                  </a:cubicBezTo>
                  <a:cubicBezTo>
                    <a:pt x="12559" y="646"/>
                    <a:pt x="12559" y="646"/>
                    <a:pt x="12624" y="598"/>
                  </a:cubicBezTo>
                  <a:cubicBezTo>
                    <a:pt x="12656" y="569"/>
                    <a:pt x="12691" y="555"/>
                    <a:pt x="12717" y="555"/>
                  </a:cubicBezTo>
                  <a:close/>
                  <a:moveTo>
                    <a:pt x="13151" y="598"/>
                  </a:moveTo>
                  <a:cubicBezTo>
                    <a:pt x="13224" y="598"/>
                    <a:pt x="13224" y="598"/>
                    <a:pt x="13224" y="655"/>
                  </a:cubicBezTo>
                  <a:lnTo>
                    <a:pt x="13151" y="655"/>
                  </a:lnTo>
                  <a:lnTo>
                    <a:pt x="13086" y="598"/>
                  </a:lnTo>
                  <a:close/>
                  <a:moveTo>
                    <a:pt x="13816" y="598"/>
                  </a:moveTo>
                  <a:cubicBezTo>
                    <a:pt x="13881" y="598"/>
                    <a:pt x="13881" y="598"/>
                    <a:pt x="13881" y="655"/>
                  </a:cubicBezTo>
                  <a:lnTo>
                    <a:pt x="13816" y="655"/>
                  </a:lnTo>
                  <a:lnTo>
                    <a:pt x="13751" y="598"/>
                  </a:lnTo>
                  <a:close/>
                  <a:moveTo>
                    <a:pt x="5886" y="549"/>
                  </a:moveTo>
                  <a:cubicBezTo>
                    <a:pt x="5886" y="606"/>
                    <a:pt x="5886" y="663"/>
                    <a:pt x="5813" y="663"/>
                  </a:cubicBezTo>
                  <a:lnTo>
                    <a:pt x="5749" y="663"/>
                  </a:lnTo>
                  <a:cubicBezTo>
                    <a:pt x="5757" y="622"/>
                    <a:pt x="5781" y="582"/>
                    <a:pt x="5822" y="549"/>
                  </a:cubicBezTo>
                  <a:close/>
                  <a:moveTo>
                    <a:pt x="3105" y="590"/>
                  </a:moveTo>
                  <a:cubicBezTo>
                    <a:pt x="3235" y="590"/>
                    <a:pt x="3235" y="590"/>
                    <a:pt x="3235" y="646"/>
                  </a:cubicBezTo>
                  <a:cubicBezTo>
                    <a:pt x="3235" y="703"/>
                    <a:pt x="3105" y="703"/>
                    <a:pt x="3041" y="703"/>
                  </a:cubicBezTo>
                  <a:cubicBezTo>
                    <a:pt x="2976" y="646"/>
                    <a:pt x="3041" y="590"/>
                    <a:pt x="3105" y="590"/>
                  </a:cubicBezTo>
                  <a:close/>
                  <a:moveTo>
                    <a:pt x="13656" y="694"/>
                  </a:moveTo>
                  <a:cubicBezTo>
                    <a:pt x="13649" y="694"/>
                    <a:pt x="13635" y="701"/>
                    <a:pt x="13613" y="719"/>
                  </a:cubicBezTo>
                  <a:cubicBezTo>
                    <a:pt x="13656" y="719"/>
                    <a:pt x="13671" y="694"/>
                    <a:pt x="13656" y="694"/>
                  </a:cubicBezTo>
                  <a:close/>
                  <a:moveTo>
                    <a:pt x="12950" y="855"/>
                  </a:moveTo>
                  <a:lnTo>
                    <a:pt x="12950" y="855"/>
                  </a:lnTo>
                  <a:cubicBezTo>
                    <a:pt x="12949" y="863"/>
                    <a:pt x="12948" y="872"/>
                    <a:pt x="12948" y="882"/>
                  </a:cubicBezTo>
                  <a:cubicBezTo>
                    <a:pt x="12952" y="885"/>
                    <a:pt x="12955" y="888"/>
                    <a:pt x="12958" y="890"/>
                  </a:cubicBezTo>
                  <a:lnTo>
                    <a:pt x="12958" y="890"/>
                  </a:lnTo>
                  <a:cubicBezTo>
                    <a:pt x="12954" y="881"/>
                    <a:pt x="12952" y="869"/>
                    <a:pt x="12950" y="855"/>
                  </a:cubicBezTo>
                  <a:close/>
                  <a:moveTo>
                    <a:pt x="12958" y="890"/>
                  </a:moveTo>
                  <a:cubicBezTo>
                    <a:pt x="12964" y="910"/>
                    <a:pt x="12973" y="919"/>
                    <a:pt x="12976" y="919"/>
                  </a:cubicBezTo>
                  <a:cubicBezTo>
                    <a:pt x="12979" y="919"/>
                    <a:pt x="12976" y="908"/>
                    <a:pt x="12958" y="890"/>
                  </a:cubicBezTo>
                  <a:close/>
                  <a:moveTo>
                    <a:pt x="15364" y="2892"/>
                  </a:moveTo>
                  <a:cubicBezTo>
                    <a:pt x="15421" y="2957"/>
                    <a:pt x="15478" y="3022"/>
                    <a:pt x="15421" y="3022"/>
                  </a:cubicBezTo>
                  <a:cubicBezTo>
                    <a:pt x="15381" y="3014"/>
                    <a:pt x="15340" y="2990"/>
                    <a:pt x="15308" y="2957"/>
                  </a:cubicBezTo>
                  <a:cubicBezTo>
                    <a:pt x="15308" y="2957"/>
                    <a:pt x="15251" y="2892"/>
                    <a:pt x="15308" y="2892"/>
                  </a:cubicBezTo>
                  <a:close/>
                  <a:moveTo>
                    <a:pt x="681" y="3346"/>
                  </a:moveTo>
                  <a:cubicBezTo>
                    <a:pt x="738" y="3346"/>
                    <a:pt x="795" y="3346"/>
                    <a:pt x="795" y="3411"/>
                  </a:cubicBezTo>
                  <a:lnTo>
                    <a:pt x="738" y="3476"/>
                  </a:lnTo>
                  <a:lnTo>
                    <a:pt x="681" y="3411"/>
                  </a:lnTo>
                  <a:lnTo>
                    <a:pt x="681" y="3346"/>
                  </a:lnTo>
                  <a:close/>
                  <a:moveTo>
                    <a:pt x="341" y="4206"/>
                  </a:moveTo>
                  <a:cubicBezTo>
                    <a:pt x="397" y="4206"/>
                    <a:pt x="454" y="4206"/>
                    <a:pt x="454" y="4271"/>
                  </a:cubicBezTo>
                  <a:lnTo>
                    <a:pt x="454" y="4335"/>
                  </a:lnTo>
                  <a:cubicBezTo>
                    <a:pt x="406" y="4327"/>
                    <a:pt x="365" y="4303"/>
                    <a:pt x="341" y="4271"/>
                  </a:cubicBezTo>
                  <a:lnTo>
                    <a:pt x="341" y="4206"/>
                  </a:lnTo>
                  <a:close/>
                  <a:moveTo>
                    <a:pt x="15514" y="5096"/>
                  </a:moveTo>
                  <a:cubicBezTo>
                    <a:pt x="15553" y="5096"/>
                    <a:pt x="15603" y="5127"/>
                    <a:pt x="15632" y="5203"/>
                  </a:cubicBezTo>
                  <a:cubicBezTo>
                    <a:pt x="15632" y="5276"/>
                    <a:pt x="15632" y="5276"/>
                    <a:pt x="15575" y="5276"/>
                  </a:cubicBezTo>
                  <a:cubicBezTo>
                    <a:pt x="15510" y="5260"/>
                    <a:pt x="15462" y="5203"/>
                    <a:pt x="15462" y="5138"/>
                  </a:cubicBezTo>
                  <a:cubicBezTo>
                    <a:pt x="15465" y="5111"/>
                    <a:pt x="15486" y="5096"/>
                    <a:pt x="15514" y="5096"/>
                  </a:cubicBezTo>
                  <a:close/>
                  <a:moveTo>
                    <a:pt x="787" y="5333"/>
                  </a:moveTo>
                  <a:cubicBezTo>
                    <a:pt x="827" y="5341"/>
                    <a:pt x="868" y="5365"/>
                    <a:pt x="900" y="5398"/>
                  </a:cubicBezTo>
                  <a:cubicBezTo>
                    <a:pt x="900" y="5419"/>
                    <a:pt x="888" y="5426"/>
                    <a:pt x="869" y="5426"/>
                  </a:cubicBezTo>
                  <a:cubicBezTo>
                    <a:pt x="831" y="5426"/>
                    <a:pt x="768" y="5398"/>
                    <a:pt x="730" y="5398"/>
                  </a:cubicBezTo>
                  <a:cubicBezTo>
                    <a:pt x="730" y="5333"/>
                    <a:pt x="730" y="5333"/>
                    <a:pt x="787" y="5333"/>
                  </a:cubicBezTo>
                  <a:close/>
                  <a:moveTo>
                    <a:pt x="779" y="6914"/>
                  </a:moveTo>
                  <a:cubicBezTo>
                    <a:pt x="835" y="6914"/>
                    <a:pt x="892" y="6914"/>
                    <a:pt x="892" y="6987"/>
                  </a:cubicBezTo>
                  <a:lnTo>
                    <a:pt x="835" y="7052"/>
                  </a:lnTo>
                  <a:lnTo>
                    <a:pt x="779" y="6987"/>
                  </a:lnTo>
                  <a:lnTo>
                    <a:pt x="779" y="6914"/>
                  </a:lnTo>
                  <a:close/>
                  <a:moveTo>
                    <a:pt x="633" y="11211"/>
                  </a:moveTo>
                  <a:cubicBezTo>
                    <a:pt x="689" y="11211"/>
                    <a:pt x="746" y="11211"/>
                    <a:pt x="746" y="11276"/>
                  </a:cubicBezTo>
                  <a:lnTo>
                    <a:pt x="689" y="11349"/>
                  </a:lnTo>
                  <a:lnTo>
                    <a:pt x="633" y="11276"/>
                  </a:lnTo>
                  <a:lnTo>
                    <a:pt x="633" y="11211"/>
                  </a:lnTo>
                  <a:close/>
                  <a:moveTo>
                    <a:pt x="689" y="11673"/>
                  </a:moveTo>
                  <a:cubicBezTo>
                    <a:pt x="746" y="11673"/>
                    <a:pt x="746" y="11673"/>
                    <a:pt x="746" y="11738"/>
                  </a:cubicBezTo>
                  <a:cubicBezTo>
                    <a:pt x="714" y="11778"/>
                    <a:pt x="673" y="11803"/>
                    <a:pt x="633" y="11811"/>
                  </a:cubicBezTo>
                  <a:cubicBezTo>
                    <a:pt x="576" y="11803"/>
                    <a:pt x="576" y="11738"/>
                    <a:pt x="689" y="11673"/>
                  </a:cubicBezTo>
                  <a:close/>
                  <a:moveTo>
                    <a:pt x="795" y="12800"/>
                  </a:moveTo>
                  <a:cubicBezTo>
                    <a:pt x="851" y="12800"/>
                    <a:pt x="795" y="12865"/>
                    <a:pt x="795" y="12930"/>
                  </a:cubicBezTo>
                  <a:cubicBezTo>
                    <a:pt x="771" y="12957"/>
                    <a:pt x="757" y="12972"/>
                    <a:pt x="749" y="12972"/>
                  </a:cubicBezTo>
                  <a:cubicBezTo>
                    <a:pt x="738" y="12972"/>
                    <a:pt x="738" y="12941"/>
                    <a:pt x="738" y="12865"/>
                  </a:cubicBezTo>
                  <a:cubicBezTo>
                    <a:pt x="738" y="12832"/>
                    <a:pt x="762" y="12800"/>
                    <a:pt x="795" y="12800"/>
                  </a:cubicBezTo>
                  <a:close/>
                  <a:moveTo>
                    <a:pt x="1930" y="13205"/>
                  </a:moveTo>
                  <a:cubicBezTo>
                    <a:pt x="1873" y="13205"/>
                    <a:pt x="1873" y="13205"/>
                    <a:pt x="1873" y="13270"/>
                  </a:cubicBezTo>
                  <a:cubicBezTo>
                    <a:pt x="1897" y="13311"/>
                    <a:pt x="1938" y="13327"/>
                    <a:pt x="1987" y="13343"/>
                  </a:cubicBezTo>
                  <a:cubicBezTo>
                    <a:pt x="2043" y="13343"/>
                    <a:pt x="2043" y="13270"/>
                    <a:pt x="1930" y="13205"/>
                  </a:cubicBezTo>
                  <a:close/>
                  <a:moveTo>
                    <a:pt x="57" y="13254"/>
                  </a:moveTo>
                  <a:cubicBezTo>
                    <a:pt x="0" y="13254"/>
                    <a:pt x="0" y="13254"/>
                    <a:pt x="0" y="13319"/>
                  </a:cubicBezTo>
                  <a:cubicBezTo>
                    <a:pt x="0" y="13401"/>
                    <a:pt x="0" y="13434"/>
                    <a:pt x="12" y="13434"/>
                  </a:cubicBezTo>
                  <a:cubicBezTo>
                    <a:pt x="20" y="13434"/>
                    <a:pt x="34" y="13418"/>
                    <a:pt x="57" y="13392"/>
                  </a:cubicBezTo>
                  <a:lnTo>
                    <a:pt x="57" y="13254"/>
                  </a:lnTo>
                  <a:close/>
                  <a:moveTo>
                    <a:pt x="787" y="14008"/>
                  </a:moveTo>
                  <a:cubicBezTo>
                    <a:pt x="787" y="14008"/>
                    <a:pt x="843" y="14008"/>
                    <a:pt x="843" y="14081"/>
                  </a:cubicBezTo>
                  <a:cubicBezTo>
                    <a:pt x="835" y="14138"/>
                    <a:pt x="819" y="14194"/>
                    <a:pt x="787" y="14251"/>
                  </a:cubicBezTo>
                  <a:cubicBezTo>
                    <a:pt x="782" y="14253"/>
                    <a:pt x="778" y="14253"/>
                    <a:pt x="774" y="14253"/>
                  </a:cubicBezTo>
                  <a:cubicBezTo>
                    <a:pt x="730" y="14253"/>
                    <a:pt x="730" y="14178"/>
                    <a:pt x="730" y="14178"/>
                  </a:cubicBezTo>
                  <a:cubicBezTo>
                    <a:pt x="730" y="14097"/>
                    <a:pt x="730" y="14008"/>
                    <a:pt x="787" y="14008"/>
                  </a:cubicBezTo>
                  <a:close/>
                  <a:moveTo>
                    <a:pt x="13962" y="14381"/>
                  </a:moveTo>
                  <a:cubicBezTo>
                    <a:pt x="13897" y="14381"/>
                    <a:pt x="13897" y="14438"/>
                    <a:pt x="13897" y="14494"/>
                  </a:cubicBezTo>
                  <a:lnTo>
                    <a:pt x="13962" y="14494"/>
                  </a:lnTo>
                  <a:cubicBezTo>
                    <a:pt x="14002" y="14470"/>
                    <a:pt x="14018" y="14430"/>
                    <a:pt x="14027" y="14381"/>
                  </a:cubicBezTo>
                  <a:close/>
                  <a:moveTo>
                    <a:pt x="15518" y="14397"/>
                  </a:moveTo>
                  <a:cubicBezTo>
                    <a:pt x="15575" y="14397"/>
                    <a:pt x="15632" y="14397"/>
                    <a:pt x="15632" y="14462"/>
                  </a:cubicBezTo>
                  <a:cubicBezTo>
                    <a:pt x="15689" y="14527"/>
                    <a:pt x="15689" y="14559"/>
                    <a:pt x="15660" y="14559"/>
                  </a:cubicBezTo>
                  <a:cubicBezTo>
                    <a:pt x="15632" y="14559"/>
                    <a:pt x="15575" y="14527"/>
                    <a:pt x="15518" y="14462"/>
                  </a:cubicBezTo>
                  <a:cubicBezTo>
                    <a:pt x="15405" y="14397"/>
                    <a:pt x="15405" y="14397"/>
                    <a:pt x="15518" y="14397"/>
                  </a:cubicBezTo>
                  <a:close/>
                  <a:moveTo>
                    <a:pt x="466" y="14749"/>
                  </a:moveTo>
                  <a:cubicBezTo>
                    <a:pt x="455" y="14749"/>
                    <a:pt x="446" y="14754"/>
                    <a:pt x="446" y="14754"/>
                  </a:cubicBezTo>
                  <a:cubicBezTo>
                    <a:pt x="446" y="14754"/>
                    <a:pt x="389" y="14778"/>
                    <a:pt x="389" y="14884"/>
                  </a:cubicBezTo>
                  <a:lnTo>
                    <a:pt x="389" y="14997"/>
                  </a:lnTo>
                  <a:cubicBezTo>
                    <a:pt x="438" y="14940"/>
                    <a:pt x="470" y="14884"/>
                    <a:pt x="503" y="14819"/>
                  </a:cubicBezTo>
                  <a:cubicBezTo>
                    <a:pt x="503" y="14760"/>
                    <a:pt x="482" y="14749"/>
                    <a:pt x="466" y="14749"/>
                  </a:cubicBezTo>
                  <a:close/>
                  <a:moveTo>
                    <a:pt x="2502" y="14964"/>
                  </a:moveTo>
                  <a:cubicBezTo>
                    <a:pt x="2514" y="14964"/>
                    <a:pt x="2522" y="14970"/>
                    <a:pt x="2522" y="14989"/>
                  </a:cubicBezTo>
                  <a:cubicBezTo>
                    <a:pt x="2587" y="14989"/>
                    <a:pt x="2457" y="15046"/>
                    <a:pt x="2392" y="15046"/>
                  </a:cubicBezTo>
                  <a:lnTo>
                    <a:pt x="2392" y="14989"/>
                  </a:lnTo>
                  <a:cubicBezTo>
                    <a:pt x="2435" y="14989"/>
                    <a:pt x="2478" y="14964"/>
                    <a:pt x="2502" y="14964"/>
                  </a:cubicBezTo>
                  <a:close/>
                  <a:moveTo>
                    <a:pt x="8805" y="14916"/>
                  </a:moveTo>
                  <a:cubicBezTo>
                    <a:pt x="8757" y="14924"/>
                    <a:pt x="8708" y="14940"/>
                    <a:pt x="8667" y="14973"/>
                  </a:cubicBezTo>
                  <a:cubicBezTo>
                    <a:pt x="8667" y="15030"/>
                    <a:pt x="8740" y="15030"/>
                    <a:pt x="8805" y="15030"/>
                  </a:cubicBezTo>
                  <a:cubicBezTo>
                    <a:pt x="8843" y="15046"/>
                    <a:pt x="8876" y="15053"/>
                    <a:pt x="8902" y="15053"/>
                  </a:cubicBezTo>
                  <a:cubicBezTo>
                    <a:pt x="8967" y="15053"/>
                    <a:pt x="9000" y="15013"/>
                    <a:pt x="9000" y="14973"/>
                  </a:cubicBezTo>
                  <a:cubicBezTo>
                    <a:pt x="9000" y="14916"/>
                    <a:pt x="8935" y="14916"/>
                    <a:pt x="8805" y="14916"/>
                  </a:cubicBezTo>
                  <a:close/>
                  <a:moveTo>
                    <a:pt x="9397" y="15030"/>
                  </a:moveTo>
                  <a:cubicBezTo>
                    <a:pt x="9397" y="15086"/>
                    <a:pt x="9267" y="15143"/>
                    <a:pt x="9194" y="15143"/>
                  </a:cubicBezTo>
                  <a:cubicBezTo>
                    <a:pt x="9130" y="15143"/>
                    <a:pt x="9130" y="15086"/>
                    <a:pt x="9267" y="15030"/>
                  </a:cubicBezTo>
                  <a:close/>
                  <a:moveTo>
                    <a:pt x="3843" y="15111"/>
                  </a:moveTo>
                  <a:cubicBezTo>
                    <a:pt x="3835" y="15159"/>
                    <a:pt x="3811" y="15200"/>
                    <a:pt x="3778" y="15224"/>
                  </a:cubicBezTo>
                  <a:lnTo>
                    <a:pt x="3714" y="15224"/>
                  </a:lnTo>
                  <a:cubicBezTo>
                    <a:pt x="3714" y="15167"/>
                    <a:pt x="3714" y="15111"/>
                    <a:pt x="3778" y="15111"/>
                  </a:cubicBezTo>
                  <a:close/>
                  <a:moveTo>
                    <a:pt x="5959" y="15070"/>
                  </a:moveTo>
                  <a:lnTo>
                    <a:pt x="5830" y="15184"/>
                  </a:lnTo>
                  <a:cubicBezTo>
                    <a:pt x="5754" y="15277"/>
                    <a:pt x="5720" y="15319"/>
                    <a:pt x="5704" y="15319"/>
                  </a:cubicBezTo>
                  <a:cubicBezTo>
                    <a:pt x="5692" y="15319"/>
                    <a:pt x="5692" y="15291"/>
                    <a:pt x="5692" y="15240"/>
                  </a:cubicBezTo>
                  <a:cubicBezTo>
                    <a:pt x="5692" y="15184"/>
                    <a:pt x="5692" y="15127"/>
                    <a:pt x="5830" y="15070"/>
                  </a:cubicBezTo>
                  <a:close/>
                  <a:moveTo>
                    <a:pt x="12964" y="15111"/>
                  </a:moveTo>
                  <a:cubicBezTo>
                    <a:pt x="13029" y="15111"/>
                    <a:pt x="13086" y="15159"/>
                    <a:pt x="13094" y="15224"/>
                  </a:cubicBezTo>
                  <a:cubicBezTo>
                    <a:pt x="13159" y="15338"/>
                    <a:pt x="13159" y="15338"/>
                    <a:pt x="13029" y="15338"/>
                  </a:cubicBezTo>
                  <a:cubicBezTo>
                    <a:pt x="12964" y="15338"/>
                    <a:pt x="12900" y="15338"/>
                    <a:pt x="12900" y="15281"/>
                  </a:cubicBezTo>
                  <a:lnTo>
                    <a:pt x="12964" y="15281"/>
                  </a:lnTo>
                  <a:cubicBezTo>
                    <a:pt x="12964" y="15298"/>
                    <a:pt x="12970" y="15304"/>
                    <a:pt x="12976" y="15304"/>
                  </a:cubicBezTo>
                  <a:cubicBezTo>
                    <a:pt x="12991" y="15304"/>
                    <a:pt x="13010" y="15264"/>
                    <a:pt x="12964" y="15224"/>
                  </a:cubicBezTo>
                  <a:cubicBezTo>
                    <a:pt x="12964" y="15167"/>
                    <a:pt x="12964" y="15111"/>
                    <a:pt x="12964" y="15111"/>
                  </a:cubicBezTo>
                  <a:close/>
                  <a:moveTo>
                    <a:pt x="13824" y="15232"/>
                  </a:moveTo>
                  <a:lnTo>
                    <a:pt x="13889" y="15289"/>
                  </a:lnTo>
                  <a:cubicBezTo>
                    <a:pt x="13889" y="15346"/>
                    <a:pt x="13824" y="15346"/>
                    <a:pt x="13759" y="15346"/>
                  </a:cubicBezTo>
                  <a:cubicBezTo>
                    <a:pt x="13694" y="15346"/>
                    <a:pt x="13694" y="15346"/>
                    <a:pt x="13694" y="15289"/>
                  </a:cubicBezTo>
                  <a:cubicBezTo>
                    <a:pt x="13727" y="15257"/>
                    <a:pt x="13775" y="15240"/>
                    <a:pt x="13824" y="15232"/>
                  </a:cubicBezTo>
                  <a:close/>
                  <a:moveTo>
                    <a:pt x="1054" y="15321"/>
                  </a:moveTo>
                  <a:lnTo>
                    <a:pt x="1111" y="15378"/>
                  </a:lnTo>
                  <a:lnTo>
                    <a:pt x="1022" y="15378"/>
                  </a:lnTo>
                  <a:cubicBezTo>
                    <a:pt x="924" y="15378"/>
                    <a:pt x="924" y="15378"/>
                    <a:pt x="965" y="15321"/>
                  </a:cubicBezTo>
                  <a:close/>
                  <a:moveTo>
                    <a:pt x="1978" y="15273"/>
                  </a:moveTo>
                  <a:cubicBezTo>
                    <a:pt x="1978" y="15330"/>
                    <a:pt x="1978" y="15386"/>
                    <a:pt x="1881" y="15386"/>
                  </a:cubicBezTo>
                  <a:cubicBezTo>
                    <a:pt x="1853" y="15402"/>
                    <a:pt x="1826" y="15409"/>
                    <a:pt x="1804" y="15409"/>
                  </a:cubicBezTo>
                  <a:cubicBezTo>
                    <a:pt x="1743" y="15409"/>
                    <a:pt x="1719" y="15356"/>
                    <a:pt x="1808" y="15273"/>
                  </a:cubicBezTo>
                  <a:close/>
                  <a:moveTo>
                    <a:pt x="6089" y="15297"/>
                  </a:moveTo>
                  <a:lnTo>
                    <a:pt x="6154" y="15354"/>
                  </a:lnTo>
                  <a:cubicBezTo>
                    <a:pt x="6154" y="15411"/>
                    <a:pt x="6089" y="15411"/>
                    <a:pt x="6024" y="15411"/>
                  </a:cubicBezTo>
                  <a:lnTo>
                    <a:pt x="6024" y="15354"/>
                  </a:lnTo>
                  <a:lnTo>
                    <a:pt x="6089" y="15297"/>
                  </a:lnTo>
                  <a:close/>
                  <a:moveTo>
                    <a:pt x="4370" y="15289"/>
                  </a:moveTo>
                  <a:cubicBezTo>
                    <a:pt x="4435" y="15289"/>
                    <a:pt x="4370" y="15346"/>
                    <a:pt x="4305" y="15459"/>
                  </a:cubicBezTo>
                  <a:lnTo>
                    <a:pt x="4305" y="15451"/>
                  </a:lnTo>
                  <a:cubicBezTo>
                    <a:pt x="4248" y="15475"/>
                    <a:pt x="4215" y="15488"/>
                    <a:pt x="4200" y="15488"/>
                  </a:cubicBezTo>
                  <a:cubicBezTo>
                    <a:pt x="4180" y="15488"/>
                    <a:pt x="4198" y="15461"/>
                    <a:pt x="4241" y="15394"/>
                  </a:cubicBezTo>
                  <a:lnTo>
                    <a:pt x="4370" y="15289"/>
                  </a:lnTo>
                  <a:close/>
                  <a:moveTo>
                    <a:pt x="12762" y="15565"/>
                  </a:moveTo>
                  <a:cubicBezTo>
                    <a:pt x="12762" y="15621"/>
                    <a:pt x="12762" y="15621"/>
                    <a:pt x="12827" y="15621"/>
                  </a:cubicBezTo>
                  <a:lnTo>
                    <a:pt x="12900" y="15621"/>
                  </a:lnTo>
                  <a:lnTo>
                    <a:pt x="12827" y="15565"/>
                  </a:lnTo>
                  <a:close/>
                  <a:moveTo>
                    <a:pt x="2919" y="15533"/>
                  </a:moveTo>
                  <a:cubicBezTo>
                    <a:pt x="2918" y="15533"/>
                    <a:pt x="2917" y="15573"/>
                    <a:pt x="2911" y="15613"/>
                  </a:cubicBezTo>
                  <a:lnTo>
                    <a:pt x="2911" y="15670"/>
                  </a:lnTo>
                  <a:lnTo>
                    <a:pt x="2919" y="15557"/>
                  </a:lnTo>
                  <a:cubicBezTo>
                    <a:pt x="2919" y="15540"/>
                    <a:pt x="2919" y="15533"/>
                    <a:pt x="2919" y="15533"/>
                  </a:cubicBezTo>
                  <a:close/>
                  <a:moveTo>
                    <a:pt x="15697" y="1"/>
                  </a:moveTo>
                  <a:cubicBezTo>
                    <a:pt x="15614" y="1"/>
                    <a:pt x="15533" y="48"/>
                    <a:pt x="15496" y="132"/>
                  </a:cubicBezTo>
                  <a:lnTo>
                    <a:pt x="15496" y="132"/>
                  </a:lnTo>
                  <a:cubicBezTo>
                    <a:pt x="15486" y="103"/>
                    <a:pt x="15390" y="102"/>
                    <a:pt x="15300" y="95"/>
                  </a:cubicBezTo>
                  <a:cubicBezTo>
                    <a:pt x="15162" y="124"/>
                    <a:pt x="14981" y="138"/>
                    <a:pt x="14837" y="138"/>
                  </a:cubicBezTo>
                  <a:cubicBezTo>
                    <a:pt x="14693" y="138"/>
                    <a:pt x="14586" y="124"/>
                    <a:pt x="14594" y="95"/>
                  </a:cubicBezTo>
                  <a:lnTo>
                    <a:pt x="14473" y="95"/>
                  </a:lnTo>
                  <a:cubicBezTo>
                    <a:pt x="14377" y="136"/>
                    <a:pt x="14277" y="154"/>
                    <a:pt x="14175" y="154"/>
                  </a:cubicBezTo>
                  <a:cubicBezTo>
                    <a:pt x="14155" y="154"/>
                    <a:pt x="14136" y="153"/>
                    <a:pt x="14116" y="152"/>
                  </a:cubicBezTo>
                  <a:lnTo>
                    <a:pt x="14035" y="152"/>
                  </a:lnTo>
                  <a:cubicBezTo>
                    <a:pt x="14018" y="152"/>
                    <a:pt x="14002" y="152"/>
                    <a:pt x="13986" y="160"/>
                  </a:cubicBezTo>
                  <a:cubicBezTo>
                    <a:pt x="13946" y="168"/>
                    <a:pt x="13913" y="184"/>
                    <a:pt x="13889" y="209"/>
                  </a:cubicBezTo>
                  <a:cubicBezTo>
                    <a:pt x="13848" y="241"/>
                    <a:pt x="13800" y="257"/>
                    <a:pt x="13751" y="265"/>
                  </a:cubicBezTo>
                  <a:cubicBezTo>
                    <a:pt x="13686" y="265"/>
                    <a:pt x="13751" y="209"/>
                    <a:pt x="13816" y="152"/>
                  </a:cubicBezTo>
                  <a:cubicBezTo>
                    <a:pt x="13873" y="128"/>
                    <a:pt x="13872" y="115"/>
                    <a:pt x="13837" y="115"/>
                  </a:cubicBezTo>
                  <a:cubicBezTo>
                    <a:pt x="13787" y="115"/>
                    <a:pt x="13670" y="142"/>
                    <a:pt x="13556" y="209"/>
                  </a:cubicBezTo>
                  <a:cubicBezTo>
                    <a:pt x="13455" y="261"/>
                    <a:pt x="13404" y="288"/>
                    <a:pt x="13396" y="288"/>
                  </a:cubicBezTo>
                  <a:cubicBezTo>
                    <a:pt x="13388" y="288"/>
                    <a:pt x="13423" y="261"/>
                    <a:pt x="13491" y="209"/>
                  </a:cubicBezTo>
                  <a:cubicBezTo>
                    <a:pt x="13537" y="169"/>
                    <a:pt x="13583" y="128"/>
                    <a:pt x="13560" y="128"/>
                  </a:cubicBezTo>
                  <a:cubicBezTo>
                    <a:pt x="13551" y="128"/>
                    <a:pt x="13529" y="135"/>
                    <a:pt x="13491" y="152"/>
                  </a:cubicBezTo>
                  <a:cubicBezTo>
                    <a:pt x="13491" y="152"/>
                    <a:pt x="13486" y="152"/>
                    <a:pt x="13477" y="152"/>
                  </a:cubicBezTo>
                  <a:cubicBezTo>
                    <a:pt x="13442" y="152"/>
                    <a:pt x="13354" y="157"/>
                    <a:pt x="13354" y="209"/>
                  </a:cubicBezTo>
                  <a:lnTo>
                    <a:pt x="13159" y="201"/>
                  </a:lnTo>
                  <a:cubicBezTo>
                    <a:pt x="13078" y="160"/>
                    <a:pt x="12989" y="144"/>
                    <a:pt x="12892" y="144"/>
                  </a:cubicBezTo>
                  <a:cubicBezTo>
                    <a:pt x="12859" y="172"/>
                    <a:pt x="12843" y="186"/>
                    <a:pt x="12827" y="186"/>
                  </a:cubicBezTo>
                  <a:cubicBezTo>
                    <a:pt x="12810" y="186"/>
                    <a:pt x="12794" y="172"/>
                    <a:pt x="12762" y="144"/>
                  </a:cubicBezTo>
                  <a:cubicBezTo>
                    <a:pt x="12762" y="120"/>
                    <a:pt x="12751" y="107"/>
                    <a:pt x="12738" y="107"/>
                  </a:cubicBezTo>
                  <a:cubicBezTo>
                    <a:pt x="12719" y="107"/>
                    <a:pt x="12697" y="134"/>
                    <a:pt x="12697" y="201"/>
                  </a:cubicBezTo>
                  <a:cubicBezTo>
                    <a:pt x="12669" y="229"/>
                    <a:pt x="12632" y="243"/>
                    <a:pt x="12596" y="243"/>
                  </a:cubicBezTo>
                  <a:cubicBezTo>
                    <a:pt x="12559" y="243"/>
                    <a:pt x="12523" y="229"/>
                    <a:pt x="12494" y="201"/>
                  </a:cubicBezTo>
                  <a:cubicBezTo>
                    <a:pt x="12499" y="134"/>
                    <a:pt x="12476" y="107"/>
                    <a:pt x="12456" y="107"/>
                  </a:cubicBezTo>
                  <a:cubicBezTo>
                    <a:pt x="12442" y="107"/>
                    <a:pt x="12429" y="120"/>
                    <a:pt x="12429" y="144"/>
                  </a:cubicBezTo>
                  <a:cubicBezTo>
                    <a:pt x="12397" y="176"/>
                    <a:pt x="12348" y="192"/>
                    <a:pt x="12300" y="201"/>
                  </a:cubicBezTo>
                  <a:cubicBezTo>
                    <a:pt x="12300" y="144"/>
                    <a:pt x="11708" y="136"/>
                    <a:pt x="11108" y="136"/>
                  </a:cubicBezTo>
                  <a:cubicBezTo>
                    <a:pt x="11043" y="136"/>
                    <a:pt x="10986" y="184"/>
                    <a:pt x="10978" y="249"/>
                  </a:cubicBezTo>
                  <a:cubicBezTo>
                    <a:pt x="10978" y="297"/>
                    <a:pt x="10978" y="315"/>
                    <a:pt x="10973" y="315"/>
                  </a:cubicBezTo>
                  <a:cubicBezTo>
                    <a:pt x="10966" y="315"/>
                    <a:pt x="10951" y="282"/>
                    <a:pt x="10913" y="249"/>
                  </a:cubicBezTo>
                  <a:cubicBezTo>
                    <a:pt x="10880" y="163"/>
                    <a:pt x="10829" y="118"/>
                    <a:pt x="10794" y="118"/>
                  </a:cubicBezTo>
                  <a:cubicBezTo>
                    <a:pt x="10761" y="118"/>
                    <a:pt x="10743" y="161"/>
                    <a:pt x="10775" y="249"/>
                  </a:cubicBezTo>
                  <a:cubicBezTo>
                    <a:pt x="10808" y="306"/>
                    <a:pt x="10824" y="334"/>
                    <a:pt x="10816" y="334"/>
                  </a:cubicBezTo>
                  <a:cubicBezTo>
                    <a:pt x="10808" y="334"/>
                    <a:pt x="10775" y="306"/>
                    <a:pt x="10711" y="249"/>
                  </a:cubicBezTo>
                  <a:cubicBezTo>
                    <a:pt x="10677" y="216"/>
                    <a:pt x="10661" y="199"/>
                    <a:pt x="10644" y="199"/>
                  </a:cubicBezTo>
                  <a:cubicBezTo>
                    <a:pt x="10628" y="199"/>
                    <a:pt x="10612" y="214"/>
                    <a:pt x="10581" y="241"/>
                  </a:cubicBezTo>
                  <a:cubicBezTo>
                    <a:pt x="10581" y="269"/>
                    <a:pt x="10565" y="284"/>
                    <a:pt x="10548" y="284"/>
                  </a:cubicBezTo>
                  <a:cubicBezTo>
                    <a:pt x="10532" y="284"/>
                    <a:pt x="10516" y="269"/>
                    <a:pt x="10516" y="241"/>
                  </a:cubicBezTo>
                  <a:cubicBezTo>
                    <a:pt x="10470" y="201"/>
                    <a:pt x="10424" y="161"/>
                    <a:pt x="10401" y="161"/>
                  </a:cubicBezTo>
                  <a:cubicBezTo>
                    <a:pt x="10392" y="161"/>
                    <a:pt x="10386" y="168"/>
                    <a:pt x="10386" y="184"/>
                  </a:cubicBezTo>
                  <a:cubicBezTo>
                    <a:pt x="10338" y="184"/>
                    <a:pt x="10289" y="160"/>
                    <a:pt x="10248" y="128"/>
                  </a:cubicBezTo>
                  <a:cubicBezTo>
                    <a:pt x="10229" y="111"/>
                    <a:pt x="10210" y="104"/>
                    <a:pt x="10191" y="104"/>
                  </a:cubicBezTo>
                  <a:cubicBezTo>
                    <a:pt x="10146" y="104"/>
                    <a:pt x="10100" y="144"/>
                    <a:pt x="10054" y="184"/>
                  </a:cubicBezTo>
                  <a:cubicBezTo>
                    <a:pt x="9952" y="241"/>
                    <a:pt x="9886" y="269"/>
                    <a:pt x="9852" y="269"/>
                  </a:cubicBezTo>
                  <a:cubicBezTo>
                    <a:pt x="9819" y="269"/>
                    <a:pt x="9819" y="241"/>
                    <a:pt x="9851" y="184"/>
                  </a:cubicBezTo>
                  <a:cubicBezTo>
                    <a:pt x="9879" y="141"/>
                    <a:pt x="9848" y="122"/>
                    <a:pt x="9795" y="122"/>
                  </a:cubicBezTo>
                  <a:cubicBezTo>
                    <a:pt x="9709" y="122"/>
                    <a:pt x="9567" y="171"/>
                    <a:pt x="9527" y="241"/>
                  </a:cubicBezTo>
                  <a:cubicBezTo>
                    <a:pt x="9484" y="308"/>
                    <a:pt x="9466" y="335"/>
                    <a:pt x="9459" y="335"/>
                  </a:cubicBezTo>
                  <a:cubicBezTo>
                    <a:pt x="9454" y="335"/>
                    <a:pt x="9454" y="321"/>
                    <a:pt x="9454" y="298"/>
                  </a:cubicBezTo>
                  <a:cubicBezTo>
                    <a:pt x="9454" y="241"/>
                    <a:pt x="9389" y="241"/>
                    <a:pt x="9389" y="241"/>
                  </a:cubicBezTo>
                  <a:cubicBezTo>
                    <a:pt x="9324" y="241"/>
                    <a:pt x="9259" y="233"/>
                    <a:pt x="9259" y="176"/>
                  </a:cubicBezTo>
                  <a:cubicBezTo>
                    <a:pt x="9186" y="184"/>
                    <a:pt x="9121" y="209"/>
                    <a:pt x="9057" y="233"/>
                  </a:cubicBezTo>
                  <a:cubicBezTo>
                    <a:pt x="9007" y="276"/>
                    <a:pt x="8948" y="296"/>
                    <a:pt x="8890" y="296"/>
                  </a:cubicBezTo>
                  <a:cubicBezTo>
                    <a:pt x="8805" y="296"/>
                    <a:pt x="8720" y="253"/>
                    <a:pt x="8667" y="176"/>
                  </a:cubicBezTo>
                  <a:lnTo>
                    <a:pt x="8530" y="233"/>
                  </a:lnTo>
                  <a:cubicBezTo>
                    <a:pt x="8489" y="303"/>
                    <a:pt x="8449" y="352"/>
                    <a:pt x="8425" y="352"/>
                  </a:cubicBezTo>
                  <a:cubicBezTo>
                    <a:pt x="8409" y="352"/>
                    <a:pt x="8400" y="333"/>
                    <a:pt x="8400" y="290"/>
                  </a:cubicBezTo>
                  <a:lnTo>
                    <a:pt x="8400" y="233"/>
                  </a:lnTo>
                  <a:cubicBezTo>
                    <a:pt x="8376" y="275"/>
                    <a:pt x="8325" y="292"/>
                    <a:pt x="8270" y="292"/>
                  </a:cubicBezTo>
                  <a:cubicBezTo>
                    <a:pt x="8175" y="292"/>
                    <a:pt x="8067" y="240"/>
                    <a:pt x="8067" y="168"/>
                  </a:cubicBezTo>
                  <a:cubicBezTo>
                    <a:pt x="8067" y="111"/>
                    <a:pt x="8067" y="111"/>
                    <a:pt x="8003" y="111"/>
                  </a:cubicBezTo>
                  <a:lnTo>
                    <a:pt x="8003" y="168"/>
                  </a:lnTo>
                  <a:cubicBezTo>
                    <a:pt x="8003" y="225"/>
                    <a:pt x="8003" y="282"/>
                    <a:pt x="7938" y="282"/>
                  </a:cubicBezTo>
                  <a:cubicBezTo>
                    <a:pt x="7873" y="282"/>
                    <a:pt x="7808" y="282"/>
                    <a:pt x="7808" y="225"/>
                  </a:cubicBezTo>
                  <a:cubicBezTo>
                    <a:pt x="7762" y="185"/>
                    <a:pt x="7712" y="145"/>
                    <a:pt x="7687" y="145"/>
                  </a:cubicBezTo>
                  <a:cubicBezTo>
                    <a:pt x="7676" y="145"/>
                    <a:pt x="7670" y="152"/>
                    <a:pt x="7670" y="168"/>
                  </a:cubicBezTo>
                  <a:cubicBezTo>
                    <a:pt x="7621" y="168"/>
                    <a:pt x="7581" y="144"/>
                    <a:pt x="7540" y="111"/>
                  </a:cubicBezTo>
                  <a:lnTo>
                    <a:pt x="7281" y="111"/>
                  </a:lnTo>
                  <a:cubicBezTo>
                    <a:pt x="7244" y="140"/>
                    <a:pt x="7194" y="154"/>
                    <a:pt x="7152" y="154"/>
                  </a:cubicBezTo>
                  <a:cubicBezTo>
                    <a:pt x="7111" y="154"/>
                    <a:pt x="7078" y="140"/>
                    <a:pt x="7078" y="111"/>
                  </a:cubicBezTo>
                  <a:cubicBezTo>
                    <a:pt x="7005" y="111"/>
                    <a:pt x="6940" y="128"/>
                    <a:pt x="6884" y="168"/>
                  </a:cubicBezTo>
                  <a:cubicBezTo>
                    <a:pt x="6746" y="160"/>
                    <a:pt x="6681" y="160"/>
                    <a:pt x="6681" y="103"/>
                  </a:cubicBezTo>
                  <a:cubicBezTo>
                    <a:pt x="6681" y="75"/>
                    <a:pt x="6681" y="61"/>
                    <a:pt x="6673" y="61"/>
                  </a:cubicBezTo>
                  <a:cubicBezTo>
                    <a:pt x="6665" y="61"/>
                    <a:pt x="6649" y="75"/>
                    <a:pt x="6616" y="103"/>
                  </a:cubicBezTo>
                  <a:cubicBezTo>
                    <a:pt x="6616" y="160"/>
                    <a:pt x="6551" y="160"/>
                    <a:pt x="6486" y="160"/>
                  </a:cubicBezTo>
                  <a:lnTo>
                    <a:pt x="6349" y="160"/>
                  </a:lnTo>
                  <a:cubicBezTo>
                    <a:pt x="6349" y="217"/>
                    <a:pt x="6349" y="217"/>
                    <a:pt x="6284" y="217"/>
                  </a:cubicBezTo>
                  <a:cubicBezTo>
                    <a:pt x="6219" y="217"/>
                    <a:pt x="6024" y="160"/>
                    <a:pt x="5951" y="160"/>
                  </a:cubicBezTo>
                  <a:cubicBezTo>
                    <a:pt x="5757" y="160"/>
                    <a:pt x="5757" y="160"/>
                    <a:pt x="5822" y="217"/>
                  </a:cubicBezTo>
                  <a:cubicBezTo>
                    <a:pt x="5865" y="217"/>
                    <a:pt x="5879" y="242"/>
                    <a:pt x="5846" y="242"/>
                  </a:cubicBezTo>
                  <a:cubicBezTo>
                    <a:pt x="5829" y="242"/>
                    <a:pt x="5800" y="236"/>
                    <a:pt x="5757" y="217"/>
                  </a:cubicBezTo>
                  <a:cubicBezTo>
                    <a:pt x="5603" y="184"/>
                    <a:pt x="5449" y="168"/>
                    <a:pt x="5295" y="152"/>
                  </a:cubicBezTo>
                  <a:cubicBezTo>
                    <a:pt x="5027" y="152"/>
                    <a:pt x="5027" y="152"/>
                    <a:pt x="5027" y="209"/>
                  </a:cubicBezTo>
                  <a:cubicBezTo>
                    <a:pt x="5059" y="265"/>
                    <a:pt x="5059" y="294"/>
                    <a:pt x="5043" y="294"/>
                  </a:cubicBezTo>
                  <a:cubicBezTo>
                    <a:pt x="5027" y="294"/>
                    <a:pt x="4995" y="265"/>
                    <a:pt x="4962" y="209"/>
                  </a:cubicBezTo>
                  <a:cubicBezTo>
                    <a:pt x="4886" y="142"/>
                    <a:pt x="4832" y="115"/>
                    <a:pt x="4801" y="115"/>
                  </a:cubicBezTo>
                  <a:cubicBezTo>
                    <a:pt x="4779" y="115"/>
                    <a:pt x="4768" y="128"/>
                    <a:pt x="4768" y="152"/>
                  </a:cubicBezTo>
                  <a:cubicBezTo>
                    <a:pt x="4695" y="209"/>
                    <a:pt x="4695" y="209"/>
                    <a:pt x="4630" y="209"/>
                  </a:cubicBezTo>
                  <a:cubicBezTo>
                    <a:pt x="4630" y="180"/>
                    <a:pt x="4613" y="166"/>
                    <a:pt x="4581" y="166"/>
                  </a:cubicBezTo>
                  <a:cubicBezTo>
                    <a:pt x="4549" y="166"/>
                    <a:pt x="4500" y="180"/>
                    <a:pt x="4435" y="209"/>
                  </a:cubicBezTo>
                  <a:cubicBezTo>
                    <a:pt x="4370" y="209"/>
                    <a:pt x="4370" y="209"/>
                    <a:pt x="4370" y="152"/>
                  </a:cubicBezTo>
                  <a:lnTo>
                    <a:pt x="4241" y="152"/>
                  </a:lnTo>
                  <a:cubicBezTo>
                    <a:pt x="4184" y="195"/>
                    <a:pt x="4085" y="211"/>
                    <a:pt x="3982" y="211"/>
                  </a:cubicBezTo>
                  <a:cubicBezTo>
                    <a:pt x="3834" y="211"/>
                    <a:pt x="3679" y="177"/>
                    <a:pt x="3641" y="144"/>
                  </a:cubicBezTo>
                  <a:cubicBezTo>
                    <a:pt x="3592" y="152"/>
                    <a:pt x="3543" y="168"/>
                    <a:pt x="3511" y="201"/>
                  </a:cubicBezTo>
                  <a:cubicBezTo>
                    <a:pt x="3474" y="257"/>
                    <a:pt x="3440" y="286"/>
                    <a:pt x="3415" y="286"/>
                  </a:cubicBezTo>
                  <a:cubicBezTo>
                    <a:pt x="3389" y="286"/>
                    <a:pt x="3373" y="257"/>
                    <a:pt x="3373" y="201"/>
                  </a:cubicBezTo>
                  <a:cubicBezTo>
                    <a:pt x="3377" y="144"/>
                    <a:pt x="3379" y="115"/>
                    <a:pt x="3371" y="115"/>
                  </a:cubicBezTo>
                  <a:cubicBezTo>
                    <a:pt x="3363" y="115"/>
                    <a:pt x="3345" y="144"/>
                    <a:pt x="3308" y="201"/>
                  </a:cubicBezTo>
                  <a:cubicBezTo>
                    <a:pt x="3281" y="224"/>
                    <a:pt x="3208" y="238"/>
                    <a:pt x="3138" y="238"/>
                  </a:cubicBezTo>
                  <a:cubicBezTo>
                    <a:pt x="3037" y="238"/>
                    <a:pt x="2941" y="210"/>
                    <a:pt x="2984" y="144"/>
                  </a:cubicBezTo>
                  <a:lnTo>
                    <a:pt x="2984" y="30"/>
                  </a:lnTo>
                  <a:cubicBezTo>
                    <a:pt x="2943" y="63"/>
                    <a:pt x="2895" y="79"/>
                    <a:pt x="2846" y="87"/>
                  </a:cubicBezTo>
                  <a:cubicBezTo>
                    <a:pt x="2846" y="131"/>
                    <a:pt x="2807" y="136"/>
                    <a:pt x="2698" y="136"/>
                  </a:cubicBezTo>
                  <a:cubicBezTo>
                    <a:pt x="2667" y="136"/>
                    <a:pt x="2630" y="136"/>
                    <a:pt x="2587" y="136"/>
                  </a:cubicBezTo>
                  <a:cubicBezTo>
                    <a:pt x="2449" y="136"/>
                    <a:pt x="2189" y="192"/>
                    <a:pt x="2051" y="192"/>
                  </a:cubicBezTo>
                  <a:cubicBezTo>
                    <a:pt x="1873" y="192"/>
                    <a:pt x="1508" y="192"/>
                    <a:pt x="1387" y="136"/>
                  </a:cubicBezTo>
                  <a:cubicBezTo>
                    <a:pt x="1362" y="134"/>
                    <a:pt x="1338" y="134"/>
                    <a:pt x="1314" y="134"/>
                  </a:cubicBezTo>
                  <a:cubicBezTo>
                    <a:pt x="1192" y="134"/>
                    <a:pt x="1072" y="151"/>
                    <a:pt x="957" y="184"/>
                  </a:cubicBezTo>
                  <a:cubicBezTo>
                    <a:pt x="916" y="213"/>
                    <a:pt x="843" y="227"/>
                    <a:pt x="774" y="227"/>
                  </a:cubicBezTo>
                  <a:cubicBezTo>
                    <a:pt x="706" y="227"/>
                    <a:pt x="641" y="213"/>
                    <a:pt x="616" y="184"/>
                  </a:cubicBezTo>
                  <a:lnTo>
                    <a:pt x="511" y="184"/>
                  </a:lnTo>
                  <a:lnTo>
                    <a:pt x="349" y="233"/>
                  </a:lnTo>
                  <a:cubicBezTo>
                    <a:pt x="365" y="338"/>
                    <a:pt x="365" y="371"/>
                    <a:pt x="365" y="371"/>
                  </a:cubicBezTo>
                  <a:cubicBezTo>
                    <a:pt x="352" y="358"/>
                    <a:pt x="339" y="352"/>
                    <a:pt x="327" y="352"/>
                  </a:cubicBezTo>
                  <a:cubicBezTo>
                    <a:pt x="288" y="352"/>
                    <a:pt x="263" y="422"/>
                    <a:pt x="300" y="541"/>
                  </a:cubicBezTo>
                  <a:cubicBezTo>
                    <a:pt x="357" y="590"/>
                    <a:pt x="357" y="695"/>
                    <a:pt x="357" y="914"/>
                  </a:cubicBezTo>
                  <a:cubicBezTo>
                    <a:pt x="333" y="1141"/>
                    <a:pt x="324" y="1368"/>
                    <a:pt x="324" y="1595"/>
                  </a:cubicBezTo>
                  <a:cubicBezTo>
                    <a:pt x="316" y="1855"/>
                    <a:pt x="316" y="2179"/>
                    <a:pt x="308" y="2503"/>
                  </a:cubicBezTo>
                  <a:cubicBezTo>
                    <a:pt x="308" y="3071"/>
                    <a:pt x="316" y="3614"/>
                    <a:pt x="341" y="3614"/>
                  </a:cubicBezTo>
                  <a:lnTo>
                    <a:pt x="341" y="3817"/>
                  </a:lnTo>
                  <a:cubicBezTo>
                    <a:pt x="341" y="3881"/>
                    <a:pt x="341" y="4011"/>
                    <a:pt x="341" y="4011"/>
                  </a:cubicBezTo>
                  <a:cubicBezTo>
                    <a:pt x="227" y="4011"/>
                    <a:pt x="284" y="4344"/>
                    <a:pt x="341" y="4538"/>
                  </a:cubicBezTo>
                  <a:cubicBezTo>
                    <a:pt x="381" y="4595"/>
                    <a:pt x="406" y="4668"/>
                    <a:pt x="397" y="4741"/>
                  </a:cubicBezTo>
                  <a:cubicBezTo>
                    <a:pt x="284" y="4741"/>
                    <a:pt x="276" y="4935"/>
                    <a:pt x="333" y="5065"/>
                  </a:cubicBezTo>
                  <a:cubicBezTo>
                    <a:pt x="446" y="5138"/>
                    <a:pt x="446" y="5203"/>
                    <a:pt x="333" y="5203"/>
                  </a:cubicBezTo>
                  <a:cubicBezTo>
                    <a:pt x="219" y="5203"/>
                    <a:pt x="219" y="5333"/>
                    <a:pt x="389" y="5462"/>
                  </a:cubicBezTo>
                  <a:cubicBezTo>
                    <a:pt x="446" y="5535"/>
                    <a:pt x="446" y="5535"/>
                    <a:pt x="389" y="5600"/>
                  </a:cubicBezTo>
                  <a:cubicBezTo>
                    <a:pt x="276" y="5665"/>
                    <a:pt x="276" y="5730"/>
                    <a:pt x="333" y="5730"/>
                  </a:cubicBezTo>
                  <a:cubicBezTo>
                    <a:pt x="446" y="5795"/>
                    <a:pt x="446" y="5860"/>
                    <a:pt x="333" y="5925"/>
                  </a:cubicBezTo>
                  <a:cubicBezTo>
                    <a:pt x="219" y="6054"/>
                    <a:pt x="219" y="6054"/>
                    <a:pt x="324" y="6127"/>
                  </a:cubicBezTo>
                  <a:cubicBezTo>
                    <a:pt x="438" y="6192"/>
                    <a:pt x="438" y="6460"/>
                    <a:pt x="324" y="6525"/>
                  </a:cubicBezTo>
                  <a:cubicBezTo>
                    <a:pt x="324" y="6589"/>
                    <a:pt x="268" y="6654"/>
                    <a:pt x="324" y="6654"/>
                  </a:cubicBezTo>
                  <a:lnTo>
                    <a:pt x="268" y="6719"/>
                  </a:lnTo>
                  <a:lnTo>
                    <a:pt x="268" y="6849"/>
                  </a:lnTo>
                  <a:lnTo>
                    <a:pt x="324" y="6849"/>
                  </a:lnTo>
                  <a:cubicBezTo>
                    <a:pt x="324" y="6914"/>
                    <a:pt x="268" y="7311"/>
                    <a:pt x="260" y="7773"/>
                  </a:cubicBezTo>
                  <a:cubicBezTo>
                    <a:pt x="260" y="8397"/>
                    <a:pt x="260" y="8582"/>
                    <a:pt x="295" y="8582"/>
                  </a:cubicBezTo>
                  <a:cubicBezTo>
                    <a:pt x="301" y="8582"/>
                    <a:pt x="308" y="8577"/>
                    <a:pt x="316" y="8568"/>
                  </a:cubicBezTo>
                  <a:cubicBezTo>
                    <a:pt x="337" y="8556"/>
                    <a:pt x="354" y="8551"/>
                    <a:pt x="367" y="8551"/>
                  </a:cubicBezTo>
                  <a:cubicBezTo>
                    <a:pt x="426" y="8551"/>
                    <a:pt x="408" y="8653"/>
                    <a:pt x="308" y="8706"/>
                  </a:cubicBezTo>
                  <a:cubicBezTo>
                    <a:pt x="284" y="8811"/>
                    <a:pt x="268" y="8924"/>
                    <a:pt x="252" y="9030"/>
                  </a:cubicBezTo>
                  <a:cubicBezTo>
                    <a:pt x="252" y="9160"/>
                    <a:pt x="252" y="9297"/>
                    <a:pt x="195" y="9297"/>
                  </a:cubicBezTo>
                  <a:lnTo>
                    <a:pt x="195" y="9362"/>
                  </a:lnTo>
                  <a:cubicBezTo>
                    <a:pt x="308" y="9492"/>
                    <a:pt x="308" y="9889"/>
                    <a:pt x="243" y="10092"/>
                  </a:cubicBezTo>
                  <a:cubicBezTo>
                    <a:pt x="235" y="10205"/>
                    <a:pt x="260" y="10319"/>
                    <a:pt x="300" y="10416"/>
                  </a:cubicBezTo>
                  <a:cubicBezTo>
                    <a:pt x="357" y="10554"/>
                    <a:pt x="357" y="10554"/>
                    <a:pt x="300" y="10619"/>
                  </a:cubicBezTo>
                  <a:cubicBezTo>
                    <a:pt x="243" y="10619"/>
                    <a:pt x="187" y="11016"/>
                    <a:pt x="300" y="11016"/>
                  </a:cubicBezTo>
                  <a:lnTo>
                    <a:pt x="243" y="11081"/>
                  </a:lnTo>
                  <a:cubicBezTo>
                    <a:pt x="187" y="11130"/>
                    <a:pt x="227" y="11211"/>
                    <a:pt x="300" y="11211"/>
                  </a:cubicBezTo>
                  <a:cubicBezTo>
                    <a:pt x="414" y="11211"/>
                    <a:pt x="406" y="11284"/>
                    <a:pt x="235" y="11349"/>
                  </a:cubicBezTo>
                  <a:cubicBezTo>
                    <a:pt x="229" y="11348"/>
                    <a:pt x="224" y="11348"/>
                    <a:pt x="218" y="11348"/>
                  </a:cubicBezTo>
                  <a:cubicBezTo>
                    <a:pt x="122" y="11348"/>
                    <a:pt x="125" y="11414"/>
                    <a:pt x="179" y="11414"/>
                  </a:cubicBezTo>
                  <a:cubicBezTo>
                    <a:pt x="235" y="11478"/>
                    <a:pt x="292" y="11543"/>
                    <a:pt x="235" y="11608"/>
                  </a:cubicBezTo>
                  <a:cubicBezTo>
                    <a:pt x="235" y="11673"/>
                    <a:pt x="235" y="11738"/>
                    <a:pt x="349" y="11746"/>
                  </a:cubicBezTo>
                  <a:cubicBezTo>
                    <a:pt x="406" y="11746"/>
                    <a:pt x="406" y="11811"/>
                    <a:pt x="406" y="11876"/>
                  </a:cubicBezTo>
                  <a:cubicBezTo>
                    <a:pt x="349" y="11876"/>
                    <a:pt x="349" y="11876"/>
                    <a:pt x="292" y="11811"/>
                  </a:cubicBezTo>
                  <a:lnTo>
                    <a:pt x="292" y="11941"/>
                  </a:lnTo>
                  <a:cubicBezTo>
                    <a:pt x="292" y="12005"/>
                    <a:pt x="235" y="12135"/>
                    <a:pt x="179" y="12135"/>
                  </a:cubicBezTo>
                  <a:cubicBezTo>
                    <a:pt x="139" y="12181"/>
                    <a:pt x="127" y="12230"/>
                    <a:pt x="163" y="12230"/>
                  </a:cubicBezTo>
                  <a:cubicBezTo>
                    <a:pt x="178" y="12230"/>
                    <a:pt x="202" y="12222"/>
                    <a:pt x="235" y="12200"/>
                  </a:cubicBezTo>
                  <a:cubicBezTo>
                    <a:pt x="349" y="12208"/>
                    <a:pt x="349" y="12208"/>
                    <a:pt x="349" y="12338"/>
                  </a:cubicBezTo>
                  <a:cubicBezTo>
                    <a:pt x="349" y="12403"/>
                    <a:pt x="349" y="12468"/>
                    <a:pt x="292" y="12468"/>
                  </a:cubicBezTo>
                  <a:cubicBezTo>
                    <a:pt x="235" y="12468"/>
                    <a:pt x="235" y="12468"/>
                    <a:pt x="227" y="12597"/>
                  </a:cubicBezTo>
                  <a:cubicBezTo>
                    <a:pt x="252" y="12792"/>
                    <a:pt x="349" y="12962"/>
                    <a:pt x="511" y="13068"/>
                  </a:cubicBezTo>
                  <a:cubicBezTo>
                    <a:pt x="624" y="13068"/>
                    <a:pt x="624" y="13068"/>
                    <a:pt x="511" y="13132"/>
                  </a:cubicBezTo>
                  <a:cubicBezTo>
                    <a:pt x="454" y="13132"/>
                    <a:pt x="454" y="13197"/>
                    <a:pt x="454" y="13262"/>
                  </a:cubicBezTo>
                  <a:cubicBezTo>
                    <a:pt x="492" y="13262"/>
                    <a:pt x="479" y="13291"/>
                    <a:pt x="467" y="13291"/>
                  </a:cubicBezTo>
                  <a:cubicBezTo>
                    <a:pt x="461" y="13291"/>
                    <a:pt x="454" y="13284"/>
                    <a:pt x="454" y="13262"/>
                  </a:cubicBezTo>
                  <a:cubicBezTo>
                    <a:pt x="397" y="13262"/>
                    <a:pt x="397" y="13197"/>
                    <a:pt x="397" y="13132"/>
                  </a:cubicBezTo>
                  <a:lnTo>
                    <a:pt x="341" y="13132"/>
                  </a:lnTo>
                  <a:cubicBezTo>
                    <a:pt x="227" y="13197"/>
                    <a:pt x="227" y="13262"/>
                    <a:pt x="341" y="13327"/>
                  </a:cubicBezTo>
                  <a:cubicBezTo>
                    <a:pt x="397" y="13392"/>
                    <a:pt x="397" y="13392"/>
                    <a:pt x="341" y="13465"/>
                  </a:cubicBezTo>
                  <a:cubicBezTo>
                    <a:pt x="284" y="13530"/>
                    <a:pt x="227" y="13595"/>
                    <a:pt x="284" y="13595"/>
                  </a:cubicBezTo>
                  <a:cubicBezTo>
                    <a:pt x="284" y="13659"/>
                    <a:pt x="260" y="13732"/>
                    <a:pt x="219" y="13789"/>
                  </a:cubicBezTo>
                  <a:cubicBezTo>
                    <a:pt x="219" y="13892"/>
                    <a:pt x="219" y="14041"/>
                    <a:pt x="272" y="14041"/>
                  </a:cubicBezTo>
                  <a:cubicBezTo>
                    <a:pt x="273" y="14041"/>
                    <a:pt x="274" y="14041"/>
                    <a:pt x="276" y="14040"/>
                  </a:cubicBezTo>
                  <a:cubicBezTo>
                    <a:pt x="333" y="14040"/>
                    <a:pt x="333" y="14154"/>
                    <a:pt x="333" y="14259"/>
                  </a:cubicBezTo>
                  <a:cubicBezTo>
                    <a:pt x="333" y="14362"/>
                    <a:pt x="333" y="14465"/>
                    <a:pt x="375" y="14465"/>
                  </a:cubicBezTo>
                  <a:cubicBezTo>
                    <a:pt x="379" y="14465"/>
                    <a:pt x="384" y="14464"/>
                    <a:pt x="389" y="14462"/>
                  </a:cubicBezTo>
                  <a:cubicBezTo>
                    <a:pt x="394" y="14461"/>
                    <a:pt x="399" y="14460"/>
                    <a:pt x="403" y="14460"/>
                  </a:cubicBezTo>
                  <a:cubicBezTo>
                    <a:pt x="455" y="14460"/>
                    <a:pt x="503" y="14543"/>
                    <a:pt x="503" y="14721"/>
                  </a:cubicBezTo>
                  <a:cubicBezTo>
                    <a:pt x="560" y="14892"/>
                    <a:pt x="560" y="14884"/>
                    <a:pt x="446" y="15062"/>
                  </a:cubicBezTo>
                  <a:cubicBezTo>
                    <a:pt x="389" y="15103"/>
                    <a:pt x="389" y="15216"/>
                    <a:pt x="389" y="15321"/>
                  </a:cubicBezTo>
                  <a:cubicBezTo>
                    <a:pt x="381" y="15411"/>
                    <a:pt x="365" y="15500"/>
                    <a:pt x="333" y="15589"/>
                  </a:cubicBezTo>
                  <a:lnTo>
                    <a:pt x="316" y="15621"/>
                  </a:lnTo>
                  <a:cubicBezTo>
                    <a:pt x="330" y="15631"/>
                    <a:pt x="343" y="15635"/>
                    <a:pt x="355" y="15635"/>
                  </a:cubicBezTo>
                  <a:cubicBezTo>
                    <a:pt x="396" y="15635"/>
                    <a:pt x="433" y="15592"/>
                    <a:pt x="470" y="15548"/>
                  </a:cubicBezTo>
                  <a:lnTo>
                    <a:pt x="584" y="15435"/>
                  </a:lnTo>
                  <a:cubicBezTo>
                    <a:pt x="681" y="15435"/>
                    <a:pt x="681" y="15557"/>
                    <a:pt x="641" y="15613"/>
                  </a:cubicBezTo>
                  <a:cubicBezTo>
                    <a:pt x="649" y="15670"/>
                    <a:pt x="655" y="15698"/>
                    <a:pt x="670" y="15698"/>
                  </a:cubicBezTo>
                  <a:cubicBezTo>
                    <a:pt x="685" y="15698"/>
                    <a:pt x="710" y="15670"/>
                    <a:pt x="754" y="15613"/>
                  </a:cubicBezTo>
                  <a:cubicBezTo>
                    <a:pt x="816" y="15557"/>
                    <a:pt x="895" y="15526"/>
                    <a:pt x="975" y="15526"/>
                  </a:cubicBezTo>
                  <a:cubicBezTo>
                    <a:pt x="1020" y="15526"/>
                    <a:pt x="1067" y="15536"/>
                    <a:pt x="1111" y="15557"/>
                  </a:cubicBezTo>
                  <a:cubicBezTo>
                    <a:pt x="1330" y="15557"/>
                    <a:pt x="1541" y="15557"/>
                    <a:pt x="1524" y="15613"/>
                  </a:cubicBezTo>
                  <a:cubicBezTo>
                    <a:pt x="1561" y="15630"/>
                    <a:pt x="1599" y="15638"/>
                    <a:pt x="1637" y="15638"/>
                  </a:cubicBezTo>
                  <a:cubicBezTo>
                    <a:pt x="1674" y="15638"/>
                    <a:pt x="1711" y="15630"/>
                    <a:pt x="1743" y="15613"/>
                  </a:cubicBezTo>
                  <a:cubicBezTo>
                    <a:pt x="1816" y="15585"/>
                    <a:pt x="1891" y="15571"/>
                    <a:pt x="1966" y="15571"/>
                  </a:cubicBezTo>
                  <a:cubicBezTo>
                    <a:pt x="2041" y="15571"/>
                    <a:pt x="2116" y="15585"/>
                    <a:pt x="2189" y="15613"/>
                  </a:cubicBezTo>
                  <a:cubicBezTo>
                    <a:pt x="2358" y="15675"/>
                    <a:pt x="2441" y="15706"/>
                    <a:pt x="2482" y="15706"/>
                  </a:cubicBezTo>
                  <a:cubicBezTo>
                    <a:pt x="2522" y="15706"/>
                    <a:pt x="2522" y="15677"/>
                    <a:pt x="2522" y="15621"/>
                  </a:cubicBezTo>
                  <a:cubicBezTo>
                    <a:pt x="2522" y="15589"/>
                    <a:pt x="2522" y="15556"/>
                    <a:pt x="2534" y="15556"/>
                  </a:cubicBezTo>
                  <a:cubicBezTo>
                    <a:pt x="2543" y="15556"/>
                    <a:pt x="2559" y="15573"/>
                    <a:pt x="2587" y="15621"/>
                  </a:cubicBezTo>
                  <a:cubicBezTo>
                    <a:pt x="2606" y="15638"/>
                    <a:pt x="2625" y="15645"/>
                    <a:pt x="2645" y="15645"/>
                  </a:cubicBezTo>
                  <a:cubicBezTo>
                    <a:pt x="2696" y="15645"/>
                    <a:pt x="2757" y="15605"/>
                    <a:pt x="2854" y="15565"/>
                  </a:cubicBezTo>
                  <a:cubicBezTo>
                    <a:pt x="2903" y="15500"/>
                    <a:pt x="2927" y="15419"/>
                    <a:pt x="2919" y="15338"/>
                  </a:cubicBezTo>
                  <a:cubicBezTo>
                    <a:pt x="2919" y="15271"/>
                    <a:pt x="2919" y="15244"/>
                    <a:pt x="2945" y="15244"/>
                  </a:cubicBezTo>
                  <a:cubicBezTo>
                    <a:pt x="2963" y="15244"/>
                    <a:pt x="2995" y="15257"/>
                    <a:pt x="3049" y="15281"/>
                  </a:cubicBezTo>
                  <a:cubicBezTo>
                    <a:pt x="3114" y="15281"/>
                    <a:pt x="3170" y="15330"/>
                    <a:pt x="3187" y="15394"/>
                  </a:cubicBezTo>
                  <a:cubicBezTo>
                    <a:pt x="3178" y="15451"/>
                    <a:pt x="3114" y="15451"/>
                    <a:pt x="3114" y="15451"/>
                  </a:cubicBezTo>
                  <a:lnTo>
                    <a:pt x="3049" y="15451"/>
                  </a:lnTo>
                  <a:cubicBezTo>
                    <a:pt x="3049" y="15508"/>
                    <a:pt x="3049" y="15565"/>
                    <a:pt x="3178" y="15565"/>
                  </a:cubicBezTo>
                  <a:cubicBezTo>
                    <a:pt x="3211" y="15593"/>
                    <a:pt x="3245" y="15607"/>
                    <a:pt x="3272" y="15607"/>
                  </a:cubicBezTo>
                  <a:cubicBezTo>
                    <a:pt x="3298" y="15607"/>
                    <a:pt x="3316" y="15593"/>
                    <a:pt x="3316" y="15565"/>
                  </a:cubicBezTo>
                  <a:cubicBezTo>
                    <a:pt x="3381" y="15621"/>
                    <a:pt x="3511" y="15621"/>
                    <a:pt x="3641" y="15621"/>
                  </a:cubicBezTo>
                  <a:cubicBezTo>
                    <a:pt x="3778" y="15630"/>
                    <a:pt x="3973" y="15630"/>
                    <a:pt x="4038" y="15686"/>
                  </a:cubicBezTo>
                  <a:cubicBezTo>
                    <a:pt x="4168" y="15686"/>
                    <a:pt x="4241" y="15686"/>
                    <a:pt x="4241" y="15630"/>
                  </a:cubicBezTo>
                  <a:cubicBezTo>
                    <a:pt x="4241" y="15563"/>
                    <a:pt x="4263" y="15536"/>
                    <a:pt x="4281" y="15536"/>
                  </a:cubicBezTo>
                  <a:cubicBezTo>
                    <a:pt x="4294" y="15536"/>
                    <a:pt x="4305" y="15549"/>
                    <a:pt x="4305" y="15573"/>
                  </a:cubicBezTo>
                  <a:cubicBezTo>
                    <a:pt x="4346" y="15645"/>
                    <a:pt x="4706" y="15697"/>
                    <a:pt x="4980" y="15697"/>
                  </a:cubicBezTo>
                  <a:cubicBezTo>
                    <a:pt x="5140" y="15697"/>
                    <a:pt x="5271" y="15679"/>
                    <a:pt x="5295" y="15638"/>
                  </a:cubicBezTo>
                  <a:lnTo>
                    <a:pt x="5424" y="15638"/>
                  </a:lnTo>
                  <a:cubicBezTo>
                    <a:pt x="5493" y="15666"/>
                    <a:pt x="5627" y="15680"/>
                    <a:pt x="5752" y="15680"/>
                  </a:cubicBezTo>
                  <a:cubicBezTo>
                    <a:pt x="5876" y="15680"/>
                    <a:pt x="5992" y="15666"/>
                    <a:pt x="6024" y="15638"/>
                  </a:cubicBezTo>
                  <a:lnTo>
                    <a:pt x="6219" y="15646"/>
                  </a:lnTo>
                  <a:cubicBezTo>
                    <a:pt x="6284" y="15674"/>
                    <a:pt x="6334" y="15688"/>
                    <a:pt x="6377" y="15688"/>
                  </a:cubicBezTo>
                  <a:cubicBezTo>
                    <a:pt x="6419" y="15688"/>
                    <a:pt x="6454" y="15674"/>
                    <a:pt x="6486" y="15646"/>
                  </a:cubicBezTo>
                  <a:cubicBezTo>
                    <a:pt x="6532" y="15606"/>
                    <a:pt x="6546" y="15566"/>
                    <a:pt x="6550" y="15566"/>
                  </a:cubicBezTo>
                  <a:cubicBezTo>
                    <a:pt x="6551" y="15566"/>
                    <a:pt x="6551" y="15572"/>
                    <a:pt x="6551" y="15589"/>
                  </a:cubicBezTo>
                  <a:cubicBezTo>
                    <a:pt x="6551" y="15646"/>
                    <a:pt x="6681" y="15646"/>
                    <a:pt x="6949" y="15646"/>
                  </a:cubicBezTo>
                  <a:cubicBezTo>
                    <a:pt x="7208" y="15646"/>
                    <a:pt x="7208" y="15646"/>
                    <a:pt x="7143" y="15589"/>
                  </a:cubicBezTo>
                  <a:cubicBezTo>
                    <a:pt x="7221" y="15572"/>
                    <a:pt x="7277" y="15566"/>
                    <a:pt x="7316" y="15566"/>
                  </a:cubicBezTo>
                  <a:cubicBezTo>
                    <a:pt x="7411" y="15566"/>
                    <a:pt x="7411" y="15606"/>
                    <a:pt x="7411" y="15646"/>
                  </a:cubicBezTo>
                  <a:cubicBezTo>
                    <a:pt x="7381" y="15698"/>
                    <a:pt x="7392" y="15728"/>
                    <a:pt x="7420" y="15728"/>
                  </a:cubicBezTo>
                  <a:cubicBezTo>
                    <a:pt x="7452" y="15728"/>
                    <a:pt x="7506" y="15688"/>
                    <a:pt x="7540" y="15597"/>
                  </a:cubicBezTo>
                  <a:cubicBezTo>
                    <a:pt x="7583" y="15531"/>
                    <a:pt x="7645" y="15503"/>
                    <a:pt x="7690" y="15503"/>
                  </a:cubicBezTo>
                  <a:cubicBezTo>
                    <a:pt x="7721" y="15503"/>
                    <a:pt x="7743" y="15517"/>
                    <a:pt x="7743" y="15540"/>
                  </a:cubicBezTo>
                  <a:cubicBezTo>
                    <a:pt x="7743" y="15597"/>
                    <a:pt x="7678" y="15597"/>
                    <a:pt x="7605" y="15597"/>
                  </a:cubicBezTo>
                  <a:lnTo>
                    <a:pt x="7605" y="15711"/>
                  </a:lnTo>
                  <a:cubicBezTo>
                    <a:pt x="7670" y="15711"/>
                    <a:pt x="7670" y="15711"/>
                    <a:pt x="7743" y="15654"/>
                  </a:cubicBezTo>
                  <a:cubicBezTo>
                    <a:pt x="7792" y="15646"/>
                    <a:pt x="7832" y="15630"/>
                    <a:pt x="7873" y="15597"/>
                  </a:cubicBezTo>
                  <a:cubicBezTo>
                    <a:pt x="7938" y="15557"/>
                    <a:pt x="7938" y="15467"/>
                    <a:pt x="7873" y="15427"/>
                  </a:cubicBezTo>
                  <a:cubicBezTo>
                    <a:pt x="7808" y="15370"/>
                    <a:pt x="7873" y="15370"/>
                    <a:pt x="7938" y="15370"/>
                  </a:cubicBezTo>
                  <a:cubicBezTo>
                    <a:pt x="8076" y="15427"/>
                    <a:pt x="8076" y="15484"/>
                    <a:pt x="8003" y="15540"/>
                  </a:cubicBezTo>
                  <a:cubicBezTo>
                    <a:pt x="7938" y="15540"/>
                    <a:pt x="7938" y="15597"/>
                    <a:pt x="7938" y="15654"/>
                  </a:cubicBezTo>
                  <a:cubicBezTo>
                    <a:pt x="7938" y="15664"/>
                    <a:pt x="7949" y="15669"/>
                    <a:pt x="7968" y="15669"/>
                  </a:cubicBezTo>
                  <a:cubicBezTo>
                    <a:pt x="8051" y="15669"/>
                    <a:pt x="8282" y="15576"/>
                    <a:pt x="8335" y="15484"/>
                  </a:cubicBezTo>
                  <a:lnTo>
                    <a:pt x="8335" y="15540"/>
                  </a:lnTo>
                  <a:cubicBezTo>
                    <a:pt x="8335" y="15597"/>
                    <a:pt x="8465" y="15597"/>
                    <a:pt x="8603" y="15597"/>
                  </a:cubicBezTo>
                  <a:cubicBezTo>
                    <a:pt x="8638" y="15599"/>
                    <a:pt x="8669" y="15601"/>
                    <a:pt x="8695" y="15601"/>
                  </a:cubicBezTo>
                  <a:cubicBezTo>
                    <a:pt x="8763" y="15601"/>
                    <a:pt x="8797" y="15590"/>
                    <a:pt x="8797" y="15548"/>
                  </a:cubicBezTo>
                  <a:cubicBezTo>
                    <a:pt x="8797" y="15492"/>
                    <a:pt x="8797" y="15435"/>
                    <a:pt x="8862" y="15435"/>
                  </a:cubicBezTo>
                  <a:cubicBezTo>
                    <a:pt x="8797" y="15435"/>
                    <a:pt x="8797" y="15378"/>
                    <a:pt x="8797" y="15321"/>
                  </a:cubicBezTo>
                  <a:lnTo>
                    <a:pt x="8797" y="15321"/>
                  </a:lnTo>
                  <a:cubicBezTo>
                    <a:pt x="8870" y="15346"/>
                    <a:pt x="8935" y="15386"/>
                    <a:pt x="9000" y="15435"/>
                  </a:cubicBezTo>
                  <a:cubicBezTo>
                    <a:pt x="9130" y="15548"/>
                    <a:pt x="9259" y="15605"/>
                    <a:pt x="9527" y="15605"/>
                  </a:cubicBezTo>
                  <a:cubicBezTo>
                    <a:pt x="9657" y="15605"/>
                    <a:pt x="9859" y="15605"/>
                    <a:pt x="9924" y="15662"/>
                  </a:cubicBezTo>
                  <a:cubicBezTo>
                    <a:pt x="9960" y="15664"/>
                    <a:pt x="9990" y="15666"/>
                    <a:pt x="10016" y="15666"/>
                  </a:cubicBezTo>
                  <a:cubicBezTo>
                    <a:pt x="10084" y="15666"/>
                    <a:pt x="10119" y="15655"/>
                    <a:pt x="10119" y="15613"/>
                  </a:cubicBezTo>
                  <a:lnTo>
                    <a:pt x="10248" y="15613"/>
                  </a:lnTo>
                  <a:cubicBezTo>
                    <a:pt x="10285" y="15642"/>
                    <a:pt x="10336" y="15656"/>
                    <a:pt x="10377" y="15656"/>
                  </a:cubicBezTo>
                  <a:cubicBezTo>
                    <a:pt x="10419" y="15656"/>
                    <a:pt x="10451" y="15642"/>
                    <a:pt x="10451" y="15613"/>
                  </a:cubicBezTo>
                  <a:cubicBezTo>
                    <a:pt x="10473" y="15594"/>
                    <a:pt x="10494" y="15588"/>
                    <a:pt x="10516" y="15588"/>
                  </a:cubicBezTo>
                  <a:cubicBezTo>
                    <a:pt x="10559" y="15588"/>
                    <a:pt x="10602" y="15613"/>
                    <a:pt x="10646" y="15613"/>
                  </a:cubicBezTo>
                  <a:cubicBezTo>
                    <a:pt x="10708" y="15664"/>
                    <a:pt x="10742" y="15692"/>
                    <a:pt x="10755" y="15692"/>
                  </a:cubicBezTo>
                  <a:cubicBezTo>
                    <a:pt x="10770" y="15692"/>
                    <a:pt x="10754" y="15650"/>
                    <a:pt x="10719" y="15557"/>
                  </a:cubicBezTo>
                  <a:cubicBezTo>
                    <a:pt x="10719" y="15500"/>
                    <a:pt x="10581" y="15443"/>
                    <a:pt x="10516" y="15443"/>
                  </a:cubicBezTo>
                  <a:lnTo>
                    <a:pt x="10321" y="15443"/>
                  </a:lnTo>
                  <a:lnTo>
                    <a:pt x="10516" y="15386"/>
                  </a:lnTo>
                  <a:cubicBezTo>
                    <a:pt x="10581" y="15386"/>
                    <a:pt x="10719" y="15330"/>
                    <a:pt x="10719" y="15273"/>
                  </a:cubicBezTo>
                  <a:cubicBezTo>
                    <a:pt x="10719" y="15240"/>
                    <a:pt x="10751" y="15216"/>
                    <a:pt x="10783" y="15216"/>
                  </a:cubicBezTo>
                  <a:lnTo>
                    <a:pt x="10783" y="15330"/>
                  </a:lnTo>
                  <a:cubicBezTo>
                    <a:pt x="10735" y="15370"/>
                    <a:pt x="10711" y="15435"/>
                    <a:pt x="10719" y="15500"/>
                  </a:cubicBezTo>
                  <a:cubicBezTo>
                    <a:pt x="10759" y="15570"/>
                    <a:pt x="10848" y="15618"/>
                    <a:pt x="10911" y="15618"/>
                  </a:cubicBezTo>
                  <a:cubicBezTo>
                    <a:pt x="10950" y="15618"/>
                    <a:pt x="10978" y="15600"/>
                    <a:pt x="10978" y="15557"/>
                  </a:cubicBezTo>
                  <a:cubicBezTo>
                    <a:pt x="11043" y="15557"/>
                    <a:pt x="11043" y="15557"/>
                    <a:pt x="11108" y="15613"/>
                  </a:cubicBezTo>
                  <a:cubicBezTo>
                    <a:pt x="11108" y="15637"/>
                    <a:pt x="11119" y="15651"/>
                    <a:pt x="11137" y="15651"/>
                  </a:cubicBezTo>
                  <a:cubicBezTo>
                    <a:pt x="11163" y="15651"/>
                    <a:pt x="11203" y="15623"/>
                    <a:pt x="11246" y="15557"/>
                  </a:cubicBezTo>
                  <a:cubicBezTo>
                    <a:pt x="11277" y="15505"/>
                    <a:pt x="11309" y="15479"/>
                    <a:pt x="11341" y="15479"/>
                  </a:cubicBezTo>
                  <a:cubicBezTo>
                    <a:pt x="11374" y="15479"/>
                    <a:pt x="11407" y="15507"/>
                    <a:pt x="11440" y="15565"/>
                  </a:cubicBezTo>
                  <a:cubicBezTo>
                    <a:pt x="11516" y="15631"/>
                    <a:pt x="11640" y="15659"/>
                    <a:pt x="11729" y="15659"/>
                  </a:cubicBezTo>
                  <a:cubicBezTo>
                    <a:pt x="11792" y="15659"/>
                    <a:pt x="11838" y="15645"/>
                    <a:pt x="11838" y="15621"/>
                  </a:cubicBezTo>
                  <a:cubicBezTo>
                    <a:pt x="11838" y="15555"/>
                    <a:pt x="11907" y="15527"/>
                    <a:pt x="11978" y="15527"/>
                  </a:cubicBezTo>
                  <a:cubicBezTo>
                    <a:pt x="12028" y="15527"/>
                    <a:pt x="12078" y="15541"/>
                    <a:pt x="12105" y="15565"/>
                  </a:cubicBezTo>
                  <a:cubicBezTo>
                    <a:pt x="12129" y="15593"/>
                    <a:pt x="12164" y="15607"/>
                    <a:pt x="12199" y="15607"/>
                  </a:cubicBezTo>
                  <a:cubicBezTo>
                    <a:pt x="12235" y="15607"/>
                    <a:pt x="12271" y="15593"/>
                    <a:pt x="12300" y="15565"/>
                  </a:cubicBezTo>
                  <a:cubicBezTo>
                    <a:pt x="12300" y="15614"/>
                    <a:pt x="12336" y="15648"/>
                    <a:pt x="12375" y="15648"/>
                  </a:cubicBezTo>
                  <a:cubicBezTo>
                    <a:pt x="12394" y="15648"/>
                    <a:pt x="12413" y="15640"/>
                    <a:pt x="12429" y="15621"/>
                  </a:cubicBezTo>
                  <a:cubicBezTo>
                    <a:pt x="12429" y="15621"/>
                    <a:pt x="12502" y="15621"/>
                    <a:pt x="12429" y="15565"/>
                  </a:cubicBezTo>
                  <a:lnTo>
                    <a:pt x="12567" y="15459"/>
                  </a:lnTo>
                  <a:cubicBezTo>
                    <a:pt x="12502" y="15451"/>
                    <a:pt x="12502" y="15394"/>
                    <a:pt x="12502" y="15338"/>
                  </a:cubicBezTo>
                  <a:cubicBezTo>
                    <a:pt x="12502" y="15324"/>
                    <a:pt x="12517" y="15318"/>
                    <a:pt x="12541" y="15318"/>
                  </a:cubicBezTo>
                  <a:cubicBezTo>
                    <a:pt x="12619" y="15318"/>
                    <a:pt x="12794" y="15386"/>
                    <a:pt x="12900" y="15516"/>
                  </a:cubicBezTo>
                  <a:lnTo>
                    <a:pt x="13029" y="15630"/>
                  </a:lnTo>
                  <a:cubicBezTo>
                    <a:pt x="13029" y="15573"/>
                    <a:pt x="13029" y="15516"/>
                    <a:pt x="13029" y="15516"/>
                  </a:cubicBezTo>
                  <a:cubicBezTo>
                    <a:pt x="13094" y="15516"/>
                    <a:pt x="13159" y="15516"/>
                    <a:pt x="13159" y="15573"/>
                  </a:cubicBezTo>
                  <a:cubicBezTo>
                    <a:pt x="13159" y="15630"/>
                    <a:pt x="13159" y="15630"/>
                    <a:pt x="13224" y="15630"/>
                  </a:cubicBezTo>
                  <a:cubicBezTo>
                    <a:pt x="13224" y="15630"/>
                    <a:pt x="13289" y="15630"/>
                    <a:pt x="13297" y="15573"/>
                  </a:cubicBezTo>
                  <a:cubicBezTo>
                    <a:pt x="13297" y="15506"/>
                    <a:pt x="13297" y="15479"/>
                    <a:pt x="13310" y="15479"/>
                  </a:cubicBezTo>
                  <a:cubicBezTo>
                    <a:pt x="13319" y="15479"/>
                    <a:pt x="13335" y="15493"/>
                    <a:pt x="13362" y="15516"/>
                  </a:cubicBezTo>
                  <a:cubicBezTo>
                    <a:pt x="13394" y="15573"/>
                    <a:pt x="13427" y="15601"/>
                    <a:pt x="13459" y="15601"/>
                  </a:cubicBezTo>
                  <a:cubicBezTo>
                    <a:pt x="13491" y="15601"/>
                    <a:pt x="13524" y="15573"/>
                    <a:pt x="13556" y="15516"/>
                  </a:cubicBezTo>
                  <a:cubicBezTo>
                    <a:pt x="13556" y="15459"/>
                    <a:pt x="13556" y="15431"/>
                    <a:pt x="13564" y="15431"/>
                  </a:cubicBezTo>
                  <a:cubicBezTo>
                    <a:pt x="13573" y="15431"/>
                    <a:pt x="13589" y="15459"/>
                    <a:pt x="13621" y="15516"/>
                  </a:cubicBezTo>
                  <a:cubicBezTo>
                    <a:pt x="13629" y="15581"/>
                    <a:pt x="13686" y="15630"/>
                    <a:pt x="13759" y="15630"/>
                  </a:cubicBezTo>
                  <a:lnTo>
                    <a:pt x="13759" y="15573"/>
                  </a:lnTo>
                  <a:cubicBezTo>
                    <a:pt x="13759" y="15509"/>
                    <a:pt x="13779" y="15484"/>
                    <a:pt x="13809" y="15484"/>
                  </a:cubicBezTo>
                  <a:cubicBezTo>
                    <a:pt x="13832" y="15484"/>
                    <a:pt x="13860" y="15499"/>
                    <a:pt x="13889" y="15524"/>
                  </a:cubicBezTo>
                  <a:cubicBezTo>
                    <a:pt x="13889" y="15553"/>
                    <a:pt x="13905" y="15567"/>
                    <a:pt x="13937" y="15567"/>
                  </a:cubicBezTo>
                  <a:cubicBezTo>
                    <a:pt x="13970" y="15567"/>
                    <a:pt x="14018" y="15553"/>
                    <a:pt x="14083" y="15524"/>
                  </a:cubicBezTo>
                  <a:cubicBezTo>
                    <a:pt x="14221" y="15524"/>
                    <a:pt x="14286" y="15524"/>
                    <a:pt x="14286" y="15581"/>
                  </a:cubicBezTo>
                  <a:cubicBezTo>
                    <a:pt x="14286" y="15638"/>
                    <a:pt x="14286" y="15666"/>
                    <a:pt x="14294" y="15666"/>
                  </a:cubicBezTo>
                  <a:cubicBezTo>
                    <a:pt x="14302" y="15666"/>
                    <a:pt x="14318" y="15638"/>
                    <a:pt x="14351" y="15581"/>
                  </a:cubicBezTo>
                  <a:cubicBezTo>
                    <a:pt x="14383" y="15553"/>
                    <a:pt x="14400" y="15538"/>
                    <a:pt x="14424" y="15538"/>
                  </a:cubicBezTo>
                  <a:cubicBezTo>
                    <a:pt x="14448" y="15538"/>
                    <a:pt x="14481" y="15553"/>
                    <a:pt x="14545" y="15581"/>
                  </a:cubicBezTo>
                  <a:cubicBezTo>
                    <a:pt x="14582" y="15609"/>
                    <a:pt x="14600" y="15623"/>
                    <a:pt x="14617" y="15623"/>
                  </a:cubicBezTo>
                  <a:cubicBezTo>
                    <a:pt x="14635" y="15623"/>
                    <a:pt x="14651" y="15609"/>
                    <a:pt x="14683" y="15581"/>
                  </a:cubicBezTo>
                  <a:cubicBezTo>
                    <a:pt x="14683" y="15467"/>
                    <a:pt x="14683" y="15411"/>
                    <a:pt x="14618" y="15411"/>
                  </a:cubicBezTo>
                  <a:cubicBezTo>
                    <a:pt x="14554" y="15411"/>
                    <a:pt x="14554" y="15411"/>
                    <a:pt x="14554" y="15354"/>
                  </a:cubicBezTo>
                  <a:lnTo>
                    <a:pt x="14683" y="15354"/>
                  </a:lnTo>
                  <a:cubicBezTo>
                    <a:pt x="14695" y="15355"/>
                    <a:pt x="14706" y="15355"/>
                    <a:pt x="14718" y="15355"/>
                  </a:cubicBezTo>
                  <a:cubicBezTo>
                    <a:pt x="14796" y="15355"/>
                    <a:pt x="14873" y="15332"/>
                    <a:pt x="14951" y="15297"/>
                  </a:cubicBezTo>
                  <a:cubicBezTo>
                    <a:pt x="15056" y="15251"/>
                    <a:pt x="15076" y="15168"/>
                    <a:pt x="15011" y="15168"/>
                  </a:cubicBezTo>
                  <a:cubicBezTo>
                    <a:pt x="14996" y="15168"/>
                    <a:pt x="14976" y="15173"/>
                    <a:pt x="14951" y="15184"/>
                  </a:cubicBezTo>
                  <a:lnTo>
                    <a:pt x="14886" y="15127"/>
                  </a:lnTo>
                  <a:cubicBezTo>
                    <a:pt x="14886" y="15042"/>
                    <a:pt x="14854" y="14999"/>
                    <a:pt x="14820" y="14999"/>
                  </a:cubicBezTo>
                  <a:cubicBezTo>
                    <a:pt x="14787" y="14999"/>
                    <a:pt x="14752" y="15042"/>
                    <a:pt x="14748" y="15127"/>
                  </a:cubicBezTo>
                  <a:cubicBezTo>
                    <a:pt x="14748" y="15221"/>
                    <a:pt x="14748" y="15263"/>
                    <a:pt x="14737" y="15263"/>
                  </a:cubicBezTo>
                  <a:cubicBezTo>
                    <a:pt x="14729" y="15263"/>
                    <a:pt x="14712" y="15235"/>
                    <a:pt x="14683" y="15184"/>
                  </a:cubicBezTo>
                  <a:cubicBezTo>
                    <a:pt x="14683" y="15070"/>
                    <a:pt x="14618" y="15070"/>
                    <a:pt x="14554" y="15070"/>
                  </a:cubicBezTo>
                  <a:cubicBezTo>
                    <a:pt x="14489" y="15070"/>
                    <a:pt x="14489" y="15070"/>
                    <a:pt x="14489" y="15013"/>
                  </a:cubicBezTo>
                  <a:cubicBezTo>
                    <a:pt x="14481" y="14940"/>
                    <a:pt x="14424" y="14892"/>
                    <a:pt x="14359" y="14892"/>
                  </a:cubicBezTo>
                  <a:cubicBezTo>
                    <a:pt x="14294" y="14892"/>
                    <a:pt x="14294" y="14892"/>
                    <a:pt x="14294" y="14949"/>
                  </a:cubicBezTo>
                  <a:cubicBezTo>
                    <a:pt x="14321" y="14972"/>
                    <a:pt x="14313" y="14986"/>
                    <a:pt x="14290" y="14986"/>
                  </a:cubicBezTo>
                  <a:cubicBezTo>
                    <a:pt x="14257" y="14986"/>
                    <a:pt x="14194" y="14958"/>
                    <a:pt x="14156" y="14892"/>
                  </a:cubicBezTo>
                  <a:cubicBezTo>
                    <a:pt x="14129" y="14868"/>
                    <a:pt x="14114" y="14854"/>
                    <a:pt x="14104" y="14854"/>
                  </a:cubicBezTo>
                  <a:cubicBezTo>
                    <a:pt x="14091" y="14854"/>
                    <a:pt x="14091" y="14882"/>
                    <a:pt x="14091" y="14949"/>
                  </a:cubicBezTo>
                  <a:cubicBezTo>
                    <a:pt x="14091" y="15005"/>
                    <a:pt x="14059" y="15034"/>
                    <a:pt x="14018" y="15034"/>
                  </a:cubicBezTo>
                  <a:cubicBezTo>
                    <a:pt x="13978" y="15034"/>
                    <a:pt x="13929" y="15005"/>
                    <a:pt x="13897" y="14949"/>
                  </a:cubicBezTo>
                  <a:lnTo>
                    <a:pt x="13759" y="14949"/>
                  </a:lnTo>
                  <a:cubicBezTo>
                    <a:pt x="13694" y="14949"/>
                    <a:pt x="13694" y="15005"/>
                    <a:pt x="13694" y="15062"/>
                  </a:cubicBezTo>
                  <a:cubicBezTo>
                    <a:pt x="13694" y="15129"/>
                    <a:pt x="13694" y="15156"/>
                    <a:pt x="13681" y="15156"/>
                  </a:cubicBezTo>
                  <a:cubicBezTo>
                    <a:pt x="13672" y="15156"/>
                    <a:pt x="13656" y="15142"/>
                    <a:pt x="13629" y="15119"/>
                  </a:cubicBezTo>
                  <a:cubicBezTo>
                    <a:pt x="13589" y="15086"/>
                    <a:pt x="13564" y="15046"/>
                    <a:pt x="13564" y="15005"/>
                  </a:cubicBezTo>
                  <a:cubicBezTo>
                    <a:pt x="13564" y="14949"/>
                    <a:pt x="13500" y="14949"/>
                    <a:pt x="13435" y="14949"/>
                  </a:cubicBezTo>
                  <a:cubicBezTo>
                    <a:pt x="13362" y="14949"/>
                    <a:pt x="13232" y="14949"/>
                    <a:pt x="13232" y="15005"/>
                  </a:cubicBezTo>
                  <a:cubicBezTo>
                    <a:pt x="13232" y="14990"/>
                    <a:pt x="13232" y="14969"/>
                    <a:pt x="13232" y="14949"/>
                  </a:cubicBezTo>
                  <a:cubicBezTo>
                    <a:pt x="13189" y="14949"/>
                    <a:pt x="13174" y="14920"/>
                    <a:pt x="13170" y="14920"/>
                  </a:cubicBezTo>
                  <a:cubicBezTo>
                    <a:pt x="13167" y="14920"/>
                    <a:pt x="13167" y="14927"/>
                    <a:pt x="13167" y="14949"/>
                  </a:cubicBezTo>
                  <a:cubicBezTo>
                    <a:pt x="13094" y="14940"/>
                    <a:pt x="13029" y="14916"/>
                    <a:pt x="12973" y="14884"/>
                  </a:cubicBezTo>
                  <a:cubicBezTo>
                    <a:pt x="12947" y="14873"/>
                    <a:pt x="12920" y="14869"/>
                    <a:pt x="12894" y="14869"/>
                  </a:cubicBezTo>
                  <a:cubicBezTo>
                    <a:pt x="12776" y="14869"/>
                    <a:pt x="12676" y="14961"/>
                    <a:pt x="12835" y="15054"/>
                  </a:cubicBezTo>
                  <a:lnTo>
                    <a:pt x="12770" y="15054"/>
                  </a:lnTo>
                  <a:cubicBezTo>
                    <a:pt x="12737" y="15054"/>
                    <a:pt x="12705" y="15078"/>
                    <a:pt x="12705" y="15111"/>
                  </a:cubicBezTo>
                  <a:cubicBezTo>
                    <a:pt x="12705" y="15167"/>
                    <a:pt x="12632" y="15167"/>
                    <a:pt x="12567" y="15167"/>
                  </a:cubicBezTo>
                  <a:lnTo>
                    <a:pt x="12567" y="15054"/>
                  </a:lnTo>
                  <a:cubicBezTo>
                    <a:pt x="12610" y="14955"/>
                    <a:pt x="12584" y="14894"/>
                    <a:pt x="12540" y="14894"/>
                  </a:cubicBezTo>
                  <a:cubicBezTo>
                    <a:pt x="12509" y="14894"/>
                    <a:pt x="12468" y="14926"/>
                    <a:pt x="12437" y="14997"/>
                  </a:cubicBezTo>
                  <a:lnTo>
                    <a:pt x="12437" y="14940"/>
                  </a:lnTo>
                  <a:cubicBezTo>
                    <a:pt x="12437" y="14912"/>
                    <a:pt x="12421" y="14898"/>
                    <a:pt x="12389" y="14898"/>
                  </a:cubicBezTo>
                  <a:cubicBezTo>
                    <a:pt x="12356" y="14898"/>
                    <a:pt x="12308" y="14912"/>
                    <a:pt x="12243" y="14940"/>
                  </a:cubicBezTo>
                  <a:cubicBezTo>
                    <a:pt x="12178" y="14940"/>
                    <a:pt x="12105" y="15054"/>
                    <a:pt x="12105" y="15111"/>
                  </a:cubicBezTo>
                  <a:cubicBezTo>
                    <a:pt x="12105" y="15167"/>
                    <a:pt x="12040" y="15167"/>
                    <a:pt x="12040" y="15167"/>
                  </a:cubicBezTo>
                  <a:cubicBezTo>
                    <a:pt x="11975" y="15167"/>
                    <a:pt x="11975" y="15167"/>
                    <a:pt x="11975" y="15111"/>
                  </a:cubicBezTo>
                  <a:cubicBezTo>
                    <a:pt x="11975" y="15053"/>
                    <a:pt x="11942" y="15024"/>
                    <a:pt x="11900" y="15024"/>
                  </a:cubicBezTo>
                  <a:cubicBezTo>
                    <a:pt x="11860" y="15024"/>
                    <a:pt x="11813" y="15051"/>
                    <a:pt x="11781" y="15103"/>
                  </a:cubicBezTo>
                  <a:lnTo>
                    <a:pt x="11781" y="15046"/>
                  </a:lnTo>
                  <a:cubicBezTo>
                    <a:pt x="11781" y="15006"/>
                    <a:pt x="11744" y="14966"/>
                    <a:pt x="11608" y="14966"/>
                  </a:cubicBezTo>
                  <a:cubicBezTo>
                    <a:pt x="11552" y="14966"/>
                    <a:pt x="11478" y="14972"/>
                    <a:pt x="11383" y="14989"/>
                  </a:cubicBezTo>
                  <a:cubicBezTo>
                    <a:pt x="11116" y="14989"/>
                    <a:pt x="10921" y="14989"/>
                    <a:pt x="10921" y="14932"/>
                  </a:cubicBezTo>
                  <a:cubicBezTo>
                    <a:pt x="10921" y="14922"/>
                    <a:pt x="10912" y="14917"/>
                    <a:pt x="10897" y="14917"/>
                  </a:cubicBezTo>
                  <a:cubicBezTo>
                    <a:pt x="10827" y="14917"/>
                    <a:pt x="10630" y="15008"/>
                    <a:pt x="10524" y="15094"/>
                  </a:cubicBezTo>
                  <a:cubicBezTo>
                    <a:pt x="10524" y="15038"/>
                    <a:pt x="10451" y="15038"/>
                    <a:pt x="10321" y="15038"/>
                  </a:cubicBezTo>
                  <a:cubicBezTo>
                    <a:pt x="10127" y="15038"/>
                    <a:pt x="10127" y="15038"/>
                    <a:pt x="10127" y="14981"/>
                  </a:cubicBezTo>
                  <a:cubicBezTo>
                    <a:pt x="10159" y="14924"/>
                    <a:pt x="10175" y="14896"/>
                    <a:pt x="10167" y="14896"/>
                  </a:cubicBezTo>
                  <a:cubicBezTo>
                    <a:pt x="10159" y="14896"/>
                    <a:pt x="10127" y="14924"/>
                    <a:pt x="10062" y="14981"/>
                  </a:cubicBezTo>
                  <a:cubicBezTo>
                    <a:pt x="10034" y="15024"/>
                    <a:pt x="9988" y="15043"/>
                    <a:pt x="9943" y="15043"/>
                  </a:cubicBezTo>
                  <a:cubicBezTo>
                    <a:pt x="9869" y="15043"/>
                    <a:pt x="9794" y="14994"/>
                    <a:pt x="9794" y="14924"/>
                  </a:cubicBezTo>
                  <a:cubicBezTo>
                    <a:pt x="9794" y="14867"/>
                    <a:pt x="9729" y="14867"/>
                    <a:pt x="9600" y="14867"/>
                  </a:cubicBezTo>
                  <a:cubicBezTo>
                    <a:pt x="9535" y="14924"/>
                    <a:pt x="9397" y="14924"/>
                    <a:pt x="9267" y="14924"/>
                  </a:cubicBezTo>
                  <a:cubicBezTo>
                    <a:pt x="9225" y="14922"/>
                    <a:pt x="9191" y="14921"/>
                    <a:pt x="9164" y="14921"/>
                  </a:cubicBezTo>
                  <a:cubicBezTo>
                    <a:pt x="9065" y="14921"/>
                    <a:pt x="9065" y="14940"/>
                    <a:pt x="9065" y="15030"/>
                  </a:cubicBezTo>
                  <a:cubicBezTo>
                    <a:pt x="9065" y="15143"/>
                    <a:pt x="9000" y="15143"/>
                    <a:pt x="8870" y="15143"/>
                  </a:cubicBezTo>
                  <a:cubicBezTo>
                    <a:pt x="8805" y="15143"/>
                    <a:pt x="8732" y="15143"/>
                    <a:pt x="8732" y="15086"/>
                  </a:cubicBezTo>
                  <a:cubicBezTo>
                    <a:pt x="8700" y="15054"/>
                    <a:pt x="8651" y="15038"/>
                    <a:pt x="8603" y="15030"/>
                  </a:cubicBezTo>
                  <a:cubicBezTo>
                    <a:pt x="8538" y="15030"/>
                    <a:pt x="8473" y="15030"/>
                    <a:pt x="8473" y="14973"/>
                  </a:cubicBezTo>
                  <a:cubicBezTo>
                    <a:pt x="8423" y="14938"/>
                    <a:pt x="8362" y="14915"/>
                    <a:pt x="8304" y="14915"/>
                  </a:cubicBezTo>
                  <a:cubicBezTo>
                    <a:pt x="8295" y="14915"/>
                    <a:pt x="8287" y="14915"/>
                    <a:pt x="8278" y="14916"/>
                  </a:cubicBezTo>
                  <a:cubicBezTo>
                    <a:pt x="8140" y="14916"/>
                    <a:pt x="8011" y="14916"/>
                    <a:pt x="8011" y="14859"/>
                  </a:cubicBezTo>
                  <a:cubicBezTo>
                    <a:pt x="7946" y="14859"/>
                    <a:pt x="7946" y="14859"/>
                    <a:pt x="7946" y="14908"/>
                  </a:cubicBezTo>
                  <a:cubicBezTo>
                    <a:pt x="7946" y="14948"/>
                    <a:pt x="7913" y="14988"/>
                    <a:pt x="7800" y="14988"/>
                  </a:cubicBezTo>
                  <a:cubicBezTo>
                    <a:pt x="7753" y="14988"/>
                    <a:pt x="7692" y="14981"/>
                    <a:pt x="7613" y="14965"/>
                  </a:cubicBezTo>
                  <a:cubicBezTo>
                    <a:pt x="7484" y="14965"/>
                    <a:pt x="7281" y="14965"/>
                    <a:pt x="7281" y="15021"/>
                  </a:cubicBezTo>
                  <a:cubicBezTo>
                    <a:pt x="7216" y="15021"/>
                    <a:pt x="7216" y="15021"/>
                    <a:pt x="7216" y="14965"/>
                  </a:cubicBezTo>
                  <a:cubicBezTo>
                    <a:pt x="7216" y="14908"/>
                    <a:pt x="7184" y="14880"/>
                    <a:pt x="7135" y="14880"/>
                  </a:cubicBezTo>
                  <a:cubicBezTo>
                    <a:pt x="7086" y="14880"/>
                    <a:pt x="7021" y="14908"/>
                    <a:pt x="6957" y="14965"/>
                  </a:cubicBezTo>
                  <a:cubicBezTo>
                    <a:pt x="6953" y="14993"/>
                    <a:pt x="6934" y="15007"/>
                    <a:pt x="6909" y="15007"/>
                  </a:cubicBezTo>
                  <a:cubicBezTo>
                    <a:pt x="6884" y="15007"/>
                    <a:pt x="6851" y="14993"/>
                    <a:pt x="6819" y="14965"/>
                  </a:cubicBezTo>
                  <a:cubicBezTo>
                    <a:pt x="6770" y="14965"/>
                    <a:pt x="6722" y="14981"/>
                    <a:pt x="6689" y="15013"/>
                  </a:cubicBezTo>
                  <a:cubicBezTo>
                    <a:pt x="6657" y="15042"/>
                    <a:pt x="6640" y="15056"/>
                    <a:pt x="6615" y="15056"/>
                  </a:cubicBezTo>
                  <a:cubicBezTo>
                    <a:pt x="6590" y="15056"/>
                    <a:pt x="6555" y="15042"/>
                    <a:pt x="6486" y="15013"/>
                  </a:cubicBezTo>
                  <a:cubicBezTo>
                    <a:pt x="6486" y="14957"/>
                    <a:pt x="6422" y="14957"/>
                    <a:pt x="6357" y="14957"/>
                  </a:cubicBezTo>
                  <a:cubicBezTo>
                    <a:pt x="6292" y="14985"/>
                    <a:pt x="6077" y="14999"/>
                    <a:pt x="5870" y="14999"/>
                  </a:cubicBezTo>
                  <a:cubicBezTo>
                    <a:pt x="5663" y="14999"/>
                    <a:pt x="5465" y="14985"/>
                    <a:pt x="5432" y="14957"/>
                  </a:cubicBezTo>
                  <a:cubicBezTo>
                    <a:pt x="5368" y="15005"/>
                    <a:pt x="5368" y="15005"/>
                    <a:pt x="5303" y="15005"/>
                  </a:cubicBezTo>
                  <a:cubicBezTo>
                    <a:pt x="5278" y="14962"/>
                    <a:pt x="5252" y="14943"/>
                    <a:pt x="5229" y="14943"/>
                  </a:cubicBezTo>
                  <a:cubicBezTo>
                    <a:pt x="5193" y="14943"/>
                    <a:pt x="5165" y="14992"/>
                    <a:pt x="5165" y="15062"/>
                  </a:cubicBezTo>
                  <a:lnTo>
                    <a:pt x="5303" y="15062"/>
                  </a:lnTo>
                  <a:cubicBezTo>
                    <a:pt x="5303" y="15113"/>
                    <a:pt x="5262" y="15141"/>
                    <a:pt x="5217" y="15141"/>
                  </a:cubicBezTo>
                  <a:cubicBezTo>
                    <a:pt x="5161" y="15141"/>
                    <a:pt x="5100" y="15099"/>
                    <a:pt x="5100" y="15005"/>
                  </a:cubicBezTo>
                  <a:cubicBezTo>
                    <a:pt x="5068" y="14949"/>
                    <a:pt x="5051" y="14920"/>
                    <a:pt x="5035" y="14920"/>
                  </a:cubicBezTo>
                  <a:cubicBezTo>
                    <a:pt x="5019" y="14920"/>
                    <a:pt x="5003" y="14949"/>
                    <a:pt x="4970" y="15005"/>
                  </a:cubicBezTo>
                  <a:cubicBezTo>
                    <a:pt x="4938" y="15062"/>
                    <a:pt x="4905" y="15090"/>
                    <a:pt x="4873" y="15090"/>
                  </a:cubicBezTo>
                  <a:cubicBezTo>
                    <a:pt x="4841" y="15090"/>
                    <a:pt x="4808" y="15062"/>
                    <a:pt x="4776" y="15005"/>
                  </a:cubicBezTo>
                  <a:cubicBezTo>
                    <a:pt x="4776" y="14949"/>
                    <a:pt x="4776" y="14920"/>
                    <a:pt x="4767" y="14920"/>
                  </a:cubicBezTo>
                  <a:cubicBezTo>
                    <a:pt x="4757" y="14920"/>
                    <a:pt x="4739" y="14949"/>
                    <a:pt x="4703" y="15005"/>
                  </a:cubicBezTo>
                  <a:cubicBezTo>
                    <a:pt x="4630" y="15133"/>
                    <a:pt x="4534" y="15207"/>
                    <a:pt x="4465" y="15207"/>
                  </a:cubicBezTo>
                  <a:cubicBezTo>
                    <a:pt x="4412" y="15207"/>
                    <a:pt x="4375" y="15162"/>
                    <a:pt x="4378" y="15062"/>
                  </a:cubicBezTo>
                  <a:cubicBezTo>
                    <a:pt x="4378" y="14949"/>
                    <a:pt x="4313" y="14892"/>
                    <a:pt x="4241" y="14884"/>
                  </a:cubicBezTo>
                  <a:cubicBezTo>
                    <a:pt x="4176" y="14884"/>
                    <a:pt x="4176" y="14940"/>
                    <a:pt x="4176" y="14997"/>
                  </a:cubicBezTo>
                  <a:cubicBezTo>
                    <a:pt x="4208" y="15054"/>
                    <a:pt x="4208" y="15082"/>
                    <a:pt x="4184" y="15082"/>
                  </a:cubicBezTo>
                  <a:cubicBezTo>
                    <a:pt x="4159" y="15082"/>
                    <a:pt x="4111" y="15054"/>
                    <a:pt x="4046" y="14997"/>
                  </a:cubicBezTo>
                  <a:cubicBezTo>
                    <a:pt x="3939" y="14903"/>
                    <a:pt x="3849" y="14861"/>
                    <a:pt x="3757" y="14861"/>
                  </a:cubicBezTo>
                  <a:cubicBezTo>
                    <a:pt x="3682" y="14861"/>
                    <a:pt x="3606" y="14889"/>
                    <a:pt x="3519" y="14940"/>
                  </a:cubicBezTo>
                  <a:cubicBezTo>
                    <a:pt x="3385" y="14997"/>
                    <a:pt x="3270" y="15026"/>
                    <a:pt x="3212" y="15026"/>
                  </a:cubicBezTo>
                  <a:cubicBezTo>
                    <a:pt x="3154" y="15026"/>
                    <a:pt x="3154" y="14997"/>
                    <a:pt x="3251" y="14940"/>
                  </a:cubicBezTo>
                  <a:cubicBezTo>
                    <a:pt x="3332" y="14874"/>
                    <a:pt x="3366" y="14846"/>
                    <a:pt x="3352" y="14846"/>
                  </a:cubicBezTo>
                  <a:cubicBezTo>
                    <a:pt x="3342" y="14846"/>
                    <a:pt x="3308" y="14860"/>
                    <a:pt x="3251" y="14884"/>
                  </a:cubicBezTo>
                  <a:lnTo>
                    <a:pt x="2919" y="14876"/>
                  </a:lnTo>
                  <a:cubicBezTo>
                    <a:pt x="2854" y="14876"/>
                    <a:pt x="2797" y="14924"/>
                    <a:pt x="2789" y="14989"/>
                  </a:cubicBezTo>
                  <a:cubicBezTo>
                    <a:pt x="2756" y="14912"/>
                    <a:pt x="2682" y="14869"/>
                    <a:pt x="2606" y="14869"/>
                  </a:cubicBezTo>
                  <a:cubicBezTo>
                    <a:pt x="2553" y="14869"/>
                    <a:pt x="2500" y="14889"/>
                    <a:pt x="2457" y="14932"/>
                  </a:cubicBezTo>
                  <a:lnTo>
                    <a:pt x="2327" y="14932"/>
                  </a:lnTo>
                  <a:cubicBezTo>
                    <a:pt x="2262" y="14932"/>
                    <a:pt x="2262" y="14932"/>
                    <a:pt x="2197" y="14989"/>
                  </a:cubicBezTo>
                  <a:cubicBezTo>
                    <a:pt x="2176" y="15006"/>
                    <a:pt x="2155" y="15013"/>
                    <a:pt x="2135" y="15013"/>
                  </a:cubicBezTo>
                  <a:cubicBezTo>
                    <a:pt x="2086" y="15013"/>
                    <a:pt x="2041" y="14972"/>
                    <a:pt x="1995" y="14932"/>
                  </a:cubicBezTo>
                  <a:cubicBezTo>
                    <a:pt x="1949" y="14892"/>
                    <a:pt x="1911" y="14852"/>
                    <a:pt x="1890" y="14852"/>
                  </a:cubicBezTo>
                  <a:cubicBezTo>
                    <a:pt x="1881" y="14852"/>
                    <a:pt x="1875" y="14859"/>
                    <a:pt x="1873" y="14876"/>
                  </a:cubicBezTo>
                  <a:cubicBezTo>
                    <a:pt x="1865" y="14932"/>
                    <a:pt x="1719" y="14989"/>
                    <a:pt x="1622" y="15038"/>
                  </a:cubicBezTo>
                  <a:cubicBezTo>
                    <a:pt x="1593" y="15054"/>
                    <a:pt x="1569" y="15061"/>
                    <a:pt x="1551" y="15061"/>
                  </a:cubicBezTo>
                  <a:cubicBezTo>
                    <a:pt x="1508" y="15061"/>
                    <a:pt x="1504" y="15021"/>
                    <a:pt x="1573" y="14981"/>
                  </a:cubicBezTo>
                  <a:cubicBezTo>
                    <a:pt x="1597" y="14924"/>
                    <a:pt x="1589" y="14924"/>
                    <a:pt x="1500" y="14867"/>
                  </a:cubicBezTo>
                  <a:cubicBezTo>
                    <a:pt x="1435" y="14867"/>
                    <a:pt x="1314" y="14867"/>
                    <a:pt x="1265" y="14924"/>
                  </a:cubicBezTo>
                  <a:cubicBezTo>
                    <a:pt x="1245" y="14951"/>
                    <a:pt x="1141" y="14967"/>
                    <a:pt x="1032" y="14967"/>
                  </a:cubicBezTo>
                  <a:cubicBezTo>
                    <a:pt x="1010" y="14967"/>
                    <a:pt x="987" y="14966"/>
                    <a:pt x="965" y="14965"/>
                  </a:cubicBezTo>
                  <a:cubicBezTo>
                    <a:pt x="965" y="14884"/>
                    <a:pt x="981" y="14794"/>
                    <a:pt x="1014" y="14721"/>
                  </a:cubicBezTo>
                  <a:lnTo>
                    <a:pt x="1014" y="14584"/>
                  </a:lnTo>
                  <a:cubicBezTo>
                    <a:pt x="1014" y="14519"/>
                    <a:pt x="957" y="14486"/>
                    <a:pt x="957" y="14413"/>
                  </a:cubicBezTo>
                  <a:cubicBezTo>
                    <a:pt x="957" y="14365"/>
                    <a:pt x="933" y="14324"/>
                    <a:pt x="900" y="14292"/>
                  </a:cubicBezTo>
                  <a:cubicBezTo>
                    <a:pt x="900" y="14219"/>
                    <a:pt x="900" y="14146"/>
                    <a:pt x="957" y="14138"/>
                  </a:cubicBezTo>
                  <a:cubicBezTo>
                    <a:pt x="843" y="14089"/>
                    <a:pt x="843" y="14073"/>
                    <a:pt x="957" y="14000"/>
                  </a:cubicBezTo>
                  <a:cubicBezTo>
                    <a:pt x="1070" y="13984"/>
                    <a:pt x="1070" y="13992"/>
                    <a:pt x="957" y="13927"/>
                  </a:cubicBezTo>
                  <a:cubicBezTo>
                    <a:pt x="900" y="13862"/>
                    <a:pt x="900" y="13862"/>
                    <a:pt x="957" y="13797"/>
                  </a:cubicBezTo>
                  <a:cubicBezTo>
                    <a:pt x="1014" y="13797"/>
                    <a:pt x="1014" y="13724"/>
                    <a:pt x="957" y="13724"/>
                  </a:cubicBezTo>
                  <a:cubicBezTo>
                    <a:pt x="843" y="13659"/>
                    <a:pt x="795" y="13465"/>
                    <a:pt x="908" y="13465"/>
                  </a:cubicBezTo>
                  <a:cubicBezTo>
                    <a:pt x="900" y="13416"/>
                    <a:pt x="884" y="13368"/>
                    <a:pt x="851" y="13327"/>
                  </a:cubicBezTo>
                  <a:cubicBezTo>
                    <a:pt x="738" y="13262"/>
                    <a:pt x="738" y="13262"/>
                    <a:pt x="851" y="13262"/>
                  </a:cubicBezTo>
                  <a:cubicBezTo>
                    <a:pt x="965" y="13197"/>
                    <a:pt x="965" y="13132"/>
                    <a:pt x="851" y="13068"/>
                  </a:cubicBezTo>
                  <a:cubicBezTo>
                    <a:pt x="819" y="13027"/>
                    <a:pt x="819" y="12970"/>
                    <a:pt x="851" y="12930"/>
                  </a:cubicBezTo>
                  <a:cubicBezTo>
                    <a:pt x="904" y="12810"/>
                    <a:pt x="957" y="12460"/>
                    <a:pt x="874" y="12460"/>
                  </a:cubicBezTo>
                  <a:cubicBezTo>
                    <a:pt x="867" y="12460"/>
                    <a:pt x="860" y="12463"/>
                    <a:pt x="851" y="12468"/>
                  </a:cubicBezTo>
                  <a:lnTo>
                    <a:pt x="851" y="12338"/>
                  </a:lnTo>
                  <a:cubicBezTo>
                    <a:pt x="916" y="12208"/>
                    <a:pt x="916" y="12143"/>
                    <a:pt x="860" y="12070"/>
                  </a:cubicBezTo>
                  <a:lnTo>
                    <a:pt x="803" y="12005"/>
                  </a:lnTo>
                  <a:cubicBezTo>
                    <a:pt x="868" y="11997"/>
                    <a:pt x="916" y="11941"/>
                    <a:pt x="916" y="11876"/>
                  </a:cubicBezTo>
                  <a:cubicBezTo>
                    <a:pt x="916" y="11811"/>
                    <a:pt x="916" y="11811"/>
                    <a:pt x="860" y="11811"/>
                  </a:cubicBezTo>
                  <a:cubicBezTo>
                    <a:pt x="843" y="11830"/>
                    <a:pt x="831" y="11838"/>
                    <a:pt x="823" y="11838"/>
                  </a:cubicBezTo>
                  <a:cubicBezTo>
                    <a:pt x="803" y="11838"/>
                    <a:pt x="803" y="11792"/>
                    <a:pt x="803" y="11746"/>
                  </a:cubicBezTo>
                  <a:cubicBezTo>
                    <a:pt x="803" y="11673"/>
                    <a:pt x="851" y="11624"/>
                    <a:pt x="916" y="11608"/>
                  </a:cubicBezTo>
                  <a:lnTo>
                    <a:pt x="916" y="11543"/>
                  </a:lnTo>
                  <a:cubicBezTo>
                    <a:pt x="803" y="11543"/>
                    <a:pt x="803" y="11478"/>
                    <a:pt x="860" y="11478"/>
                  </a:cubicBezTo>
                  <a:cubicBezTo>
                    <a:pt x="908" y="11422"/>
                    <a:pt x="924" y="11349"/>
                    <a:pt x="916" y="11284"/>
                  </a:cubicBezTo>
                  <a:cubicBezTo>
                    <a:pt x="879" y="11284"/>
                    <a:pt x="891" y="11251"/>
                    <a:pt x="904" y="11251"/>
                  </a:cubicBezTo>
                  <a:cubicBezTo>
                    <a:pt x="910" y="11251"/>
                    <a:pt x="916" y="11259"/>
                    <a:pt x="916" y="11284"/>
                  </a:cubicBezTo>
                  <a:lnTo>
                    <a:pt x="973" y="11284"/>
                  </a:lnTo>
                  <a:cubicBezTo>
                    <a:pt x="1030" y="11219"/>
                    <a:pt x="973" y="11219"/>
                    <a:pt x="916" y="11211"/>
                  </a:cubicBezTo>
                  <a:lnTo>
                    <a:pt x="916" y="11081"/>
                  </a:lnTo>
                  <a:cubicBezTo>
                    <a:pt x="916" y="11035"/>
                    <a:pt x="920" y="10989"/>
                    <a:pt x="900" y="10989"/>
                  </a:cubicBezTo>
                  <a:cubicBezTo>
                    <a:pt x="891" y="10989"/>
                    <a:pt x="879" y="10997"/>
                    <a:pt x="860" y="11016"/>
                  </a:cubicBezTo>
                  <a:cubicBezTo>
                    <a:pt x="803" y="11016"/>
                    <a:pt x="746" y="11016"/>
                    <a:pt x="754" y="10951"/>
                  </a:cubicBezTo>
                  <a:cubicBezTo>
                    <a:pt x="716" y="10951"/>
                    <a:pt x="729" y="10923"/>
                    <a:pt x="742" y="10923"/>
                  </a:cubicBezTo>
                  <a:cubicBezTo>
                    <a:pt x="748" y="10923"/>
                    <a:pt x="754" y="10930"/>
                    <a:pt x="754" y="10951"/>
                  </a:cubicBezTo>
                  <a:cubicBezTo>
                    <a:pt x="811" y="10951"/>
                    <a:pt x="868" y="10951"/>
                    <a:pt x="868" y="10887"/>
                  </a:cubicBezTo>
                  <a:cubicBezTo>
                    <a:pt x="860" y="10846"/>
                    <a:pt x="884" y="10822"/>
                    <a:pt x="924" y="10822"/>
                  </a:cubicBezTo>
                  <a:cubicBezTo>
                    <a:pt x="937" y="10829"/>
                    <a:pt x="947" y="10832"/>
                    <a:pt x="955" y="10832"/>
                  </a:cubicBezTo>
                  <a:cubicBezTo>
                    <a:pt x="1026" y="10832"/>
                    <a:pt x="975" y="10612"/>
                    <a:pt x="924" y="10554"/>
                  </a:cubicBezTo>
                  <a:cubicBezTo>
                    <a:pt x="811" y="10424"/>
                    <a:pt x="811" y="10351"/>
                    <a:pt x="924" y="10351"/>
                  </a:cubicBezTo>
                  <a:cubicBezTo>
                    <a:pt x="928" y="10352"/>
                    <a:pt x="931" y="10352"/>
                    <a:pt x="934" y="10352"/>
                  </a:cubicBezTo>
                  <a:cubicBezTo>
                    <a:pt x="1031" y="10352"/>
                    <a:pt x="920" y="10220"/>
                    <a:pt x="754" y="10157"/>
                  </a:cubicBezTo>
                  <a:lnTo>
                    <a:pt x="584" y="10092"/>
                  </a:lnTo>
                  <a:lnTo>
                    <a:pt x="754" y="10092"/>
                  </a:lnTo>
                  <a:cubicBezTo>
                    <a:pt x="981" y="10027"/>
                    <a:pt x="981" y="10027"/>
                    <a:pt x="868" y="9824"/>
                  </a:cubicBezTo>
                  <a:cubicBezTo>
                    <a:pt x="819" y="9695"/>
                    <a:pt x="819" y="9695"/>
                    <a:pt x="876" y="9695"/>
                  </a:cubicBezTo>
                  <a:cubicBezTo>
                    <a:pt x="933" y="9695"/>
                    <a:pt x="933" y="9630"/>
                    <a:pt x="933" y="9427"/>
                  </a:cubicBezTo>
                  <a:cubicBezTo>
                    <a:pt x="933" y="9233"/>
                    <a:pt x="933" y="9168"/>
                    <a:pt x="876" y="9168"/>
                  </a:cubicBezTo>
                  <a:cubicBezTo>
                    <a:pt x="876" y="9168"/>
                    <a:pt x="876" y="9103"/>
                    <a:pt x="876" y="9038"/>
                  </a:cubicBezTo>
                  <a:cubicBezTo>
                    <a:pt x="969" y="8985"/>
                    <a:pt x="948" y="8883"/>
                    <a:pt x="875" y="8883"/>
                  </a:cubicBezTo>
                  <a:cubicBezTo>
                    <a:pt x="859" y="8883"/>
                    <a:pt x="840" y="8888"/>
                    <a:pt x="819" y="8900"/>
                  </a:cubicBezTo>
                  <a:lnTo>
                    <a:pt x="819" y="8770"/>
                  </a:lnTo>
                  <a:lnTo>
                    <a:pt x="876" y="8770"/>
                  </a:lnTo>
                  <a:cubicBezTo>
                    <a:pt x="933" y="8770"/>
                    <a:pt x="933" y="8641"/>
                    <a:pt x="941" y="8106"/>
                  </a:cubicBezTo>
                  <a:cubicBezTo>
                    <a:pt x="941" y="7514"/>
                    <a:pt x="941" y="7449"/>
                    <a:pt x="827" y="7449"/>
                  </a:cubicBezTo>
                  <a:cubicBezTo>
                    <a:pt x="719" y="7387"/>
                    <a:pt x="714" y="7319"/>
                    <a:pt x="811" y="7319"/>
                  </a:cubicBezTo>
                  <a:cubicBezTo>
                    <a:pt x="816" y="7319"/>
                    <a:pt x="821" y="7319"/>
                    <a:pt x="827" y="7319"/>
                  </a:cubicBezTo>
                  <a:cubicBezTo>
                    <a:pt x="884" y="7319"/>
                    <a:pt x="941" y="7254"/>
                    <a:pt x="884" y="7246"/>
                  </a:cubicBezTo>
                  <a:cubicBezTo>
                    <a:pt x="884" y="7181"/>
                    <a:pt x="908" y="7108"/>
                    <a:pt x="949" y="7052"/>
                  </a:cubicBezTo>
                  <a:cubicBezTo>
                    <a:pt x="1062" y="6857"/>
                    <a:pt x="1006" y="6792"/>
                    <a:pt x="949" y="6784"/>
                  </a:cubicBezTo>
                  <a:cubicBezTo>
                    <a:pt x="915" y="6806"/>
                    <a:pt x="896" y="6814"/>
                    <a:pt x="888" y="6814"/>
                  </a:cubicBezTo>
                  <a:cubicBezTo>
                    <a:pt x="869" y="6814"/>
                    <a:pt x="909" y="6765"/>
                    <a:pt x="949" y="6719"/>
                  </a:cubicBezTo>
                  <a:cubicBezTo>
                    <a:pt x="1006" y="6654"/>
                    <a:pt x="1062" y="6589"/>
                    <a:pt x="1006" y="6589"/>
                  </a:cubicBezTo>
                  <a:cubicBezTo>
                    <a:pt x="949" y="6525"/>
                    <a:pt x="892" y="6127"/>
                    <a:pt x="1006" y="6127"/>
                  </a:cubicBezTo>
                  <a:lnTo>
                    <a:pt x="1006" y="5998"/>
                  </a:lnTo>
                  <a:cubicBezTo>
                    <a:pt x="949" y="5998"/>
                    <a:pt x="949" y="5860"/>
                    <a:pt x="957" y="5730"/>
                  </a:cubicBezTo>
                  <a:cubicBezTo>
                    <a:pt x="957" y="5600"/>
                    <a:pt x="957" y="5535"/>
                    <a:pt x="1014" y="5535"/>
                  </a:cubicBezTo>
                  <a:cubicBezTo>
                    <a:pt x="1029" y="5553"/>
                    <a:pt x="1040" y="5561"/>
                    <a:pt x="1047" y="5561"/>
                  </a:cubicBezTo>
                  <a:cubicBezTo>
                    <a:pt x="1066" y="5561"/>
                    <a:pt x="1055" y="5499"/>
                    <a:pt x="1014" y="5398"/>
                  </a:cubicBezTo>
                  <a:cubicBezTo>
                    <a:pt x="1014" y="5333"/>
                    <a:pt x="900" y="5268"/>
                    <a:pt x="900" y="5203"/>
                  </a:cubicBezTo>
                  <a:cubicBezTo>
                    <a:pt x="835" y="5195"/>
                    <a:pt x="787" y="5138"/>
                    <a:pt x="787" y="5065"/>
                  </a:cubicBezTo>
                  <a:lnTo>
                    <a:pt x="843" y="5065"/>
                  </a:lnTo>
                  <a:lnTo>
                    <a:pt x="957" y="5073"/>
                  </a:lnTo>
                  <a:cubicBezTo>
                    <a:pt x="957" y="5000"/>
                    <a:pt x="957" y="4935"/>
                    <a:pt x="900" y="4935"/>
                  </a:cubicBezTo>
                  <a:cubicBezTo>
                    <a:pt x="957" y="4871"/>
                    <a:pt x="957" y="4806"/>
                    <a:pt x="957" y="4676"/>
                  </a:cubicBezTo>
                  <a:cubicBezTo>
                    <a:pt x="965" y="4538"/>
                    <a:pt x="965" y="4408"/>
                    <a:pt x="908" y="4344"/>
                  </a:cubicBezTo>
                  <a:cubicBezTo>
                    <a:pt x="1022" y="4279"/>
                    <a:pt x="1022" y="3881"/>
                    <a:pt x="908" y="3817"/>
                  </a:cubicBezTo>
                  <a:cubicBezTo>
                    <a:pt x="851" y="3817"/>
                    <a:pt x="851" y="3744"/>
                    <a:pt x="908" y="3679"/>
                  </a:cubicBezTo>
                  <a:cubicBezTo>
                    <a:pt x="965" y="3614"/>
                    <a:pt x="965" y="3614"/>
                    <a:pt x="908" y="3549"/>
                  </a:cubicBezTo>
                  <a:cubicBezTo>
                    <a:pt x="851" y="3484"/>
                    <a:pt x="908" y="3419"/>
                    <a:pt x="965" y="3354"/>
                  </a:cubicBezTo>
                  <a:cubicBezTo>
                    <a:pt x="1087" y="3290"/>
                    <a:pt x="1087" y="3225"/>
                    <a:pt x="1030" y="3152"/>
                  </a:cubicBezTo>
                  <a:cubicBezTo>
                    <a:pt x="989" y="3046"/>
                    <a:pt x="965" y="2933"/>
                    <a:pt x="973" y="2827"/>
                  </a:cubicBezTo>
                  <a:cubicBezTo>
                    <a:pt x="931" y="2726"/>
                    <a:pt x="920" y="2664"/>
                    <a:pt x="895" y="2664"/>
                  </a:cubicBezTo>
                  <a:cubicBezTo>
                    <a:pt x="886" y="2664"/>
                    <a:pt x="875" y="2672"/>
                    <a:pt x="860" y="2690"/>
                  </a:cubicBezTo>
                  <a:cubicBezTo>
                    <a:pt x="819" y="2682"/>
                    <a:pt x="779" y="2657"/>
                    <a:pt x="746" y="2625"/>
                  </a:cubicBezTo>
                  <a:cubicBezTo>
                    <a:pt x="714" y="2546"/>
                    <a:pt x="718" y="2515"/>
                    <a:pt x="728" y="2515"/>
                  </a:cubicBezTo>
                  <a:cubicBezTo>
                    <a:pt x="736" y="2515"/>
                    <a:pt x="746" y="2532"/>
                    <a:pt x="746" y="2560"/>
                  </a:cubicBezTo>
                  <a:cubicBezTo>
                    <a:pt x="770" y="2615"/>
                    <a:pt x="784" y="2635"/>
                    <a:pt x="796" y="2635"/>
                  </a:cubicBezTo>
                  <a:cubicBezTo>
                    <a:pt x="813" y="2635"/>
                    <a:pt x="827" y="2597"/>
                    <a:pt x="860" y="2560"/>
                  </a:cubicBezTo>
                  <a:cubicBezTo>
                    <a:pt x="908" y="2479"/>
                    <a:pt x="924" y="2390"/>
                    <a:pt x="916" y="2292"/>
                  </a:cubicBezTo>
                  <a:cubicBezTo>
                    <a:pt x="916" y="2227"/>
                    <a:pt x="916" y="2098"/>
                    <a:pt x="916" y="2033"/>
                  </a:cubicBezTo>
                  <a:cubicBezTo>
                    <a:pt x="981" y="1830"/>
                    <a:pt x="981" y="1765"/>
                    <a:pt x="924" y="1757"/>
                  </a:cubicBezTo>
                  <a:lnTo>
                    <a:pt x="868" y="1749"/>
                  </a:lnTo>
                  <a:cubicBezTo>
                    <a:pt x="981" y="1676"/>
                    <a:pt x="981" y="971"/>
                    <a:pt x="868" y="768"/>
                  </a:cubicBezTo>
                  <a:lnTo>
                    <a:pt x="868" y="768"/>
                  </a:lnTo>
                  <a:lnTo>
                    <a:pt x="924" y="825"/>
                  </a:lnTo>
                  <a:cubicBezTo>
                    <a:pt x="936" y="837"/>
                    <a:pt x="948" y="844"/>
                    <a:pt x="957" y="844"/>
                  </a:cubicBezTo>
                  <a:cubicBezTo>
                    <a:pt x="960" y="844"/>
                    <a:pt x="963" y="843"/>
                    <a:pt x="965" y="841"/>
                  </a:cubicBezTo>
                  <a:cubicBezTo>
                    <a:pt x="1014" y="859"/>
                    <a:pt x="1067" y="868"/>
                    <a:pt x="1118" y="868"/>
                  </a:cubicBezTo>
                  <a:cubicBezTo>
                    <a:pt x="1135" y="868"/>
                    <a:pt x="1151" y="867"/>
                    <a:pt x="1168" y="865"/>
                  </a:cubicBezTo>
                  <a:cubicBezTo>
                    <a:pt x="1233" y="865"/>
                    <a:pt x="1476" y="809"/>
                    <a:pt x="1695" y="809"/>
                  </a:cubicBezTo>
                  <a:cubicBezTo>
                    <a:pt x="1775" y="811"/>
                    <a:pt x="1847" y="812"/>
                    <a:pt x="1911" y="812"/>
                  </a:cubicBezTo>
                  <a:cubicBezTo>
                    <a:pt x="2079" y="812"/>
                    <a:pt x="2181" y="801"/>
                    <a:pt x="2181" y="760"/>
                  </a:cubicBezTo>
                  <a:cubicBezTo>
                    <a:pt x="2246" y="760"/>
                    <a:pt x="2246" y="760"/>
                    <a:pt x="2246" y="817"/>
                  </a:cubicBezTo>
                  <a:cubicBezTo>
                    <a:pt x="2181" y="873"/>
                    <a:pt x="2246" y="873"/>
                    <a:pt x="2311" y="873"/>
                  </a:cubicBezTo>
                  <a:cubicBezTo>
                    <a:pt x="2376" y="873"/>
                    <a:pt x="2376" y="817"/>
                    <a:pt x="2376" y="760"/>
                  </a:cubicBezTo>
                  <a:cubicBezTo>
                    <a:pt x="2376" y="732"/>
                    <a:pt x="2392" y="717"/>
                    <a:pt x="2425" y="717"/>
                  </a:cubicBezTo>
                  <a:cubicBezTo>
                    <a:pt x="2459" y="717"/>
                    <a:pt x="2510" y="732"/>
                    <a:pt x="2578" y="760"/>
                  </a:cubicBezTo>
                  <a:cubicBezTo>
                    <a:pt x="2664" y="788"/>
                    <a:pt x="2753" y="803"/>
                    <a:pt x="2842" y="803"/>
                  </a:cubicBezTo>
                  <a:cubicBezTo>
                    <a:pt x="2931" y="803"/>
                    <a:pt x="3020" y="788"/>
                    <a:pt x="3105" y="760"/>
                  </a:cubicBezTo>
                  <a:cubicBezTo>
                    <a:pt x="3170" y="760"/>
                    <a:pt x="3235" y="768"/>
                    <a:pt x="3235" y="825"/>
                  </a:cubicBezTo>
                  <a:cubicBezTo>
                    <a:pt x="3284" y="865"/>
                    <a:pt x="3343" y="886"/>
                    <a:pt x="3401" y="886"/>
                  </a:cubicBezTo>
                  <a:cubicBezTo>
                    <a:pt x="3460" y="886"/>
                    <a:pt x="3519" y="865"/>
                    <a:pt x="3568" y="825"/>
                  </a:cubicBezTo>
                  <a:cubicBezTo>
                    <a:pt x="3632" y="825"/>
                    <a:pt x="3632" y="825"/>
                    <a:pt x="3632" y="882"/>
                  </a:cubicBezTo>
                  <a:cubicBezTo>
                    <a:pt x="3670" y="914"/>
                    <a:pt x="3686" y="947"/>
                    <a:pt x="3705" y="947"/>
                  </a:cubicBezTo>
                  <a:cubicBezTo>
                    <a:pt x="3719" y="947"/>
                    <a:pt x="3735" y="930"/>
                    <a:pt x="3762" y="882"/>
                  </a:cubicBezTo>
                  <a:cubicBezTo>
                    <a:pt x="3839" y="853"/>
                    <a:pt x="3918" y="839"/>
                    <a:pt x="3996" y="839"/>
                  </a:cubicBezTo>
                  <a:cubicBezTo>
                    <a:pt x="4074" y="839"/>
                    <a:pt x="4151" y="853"/>
                    <a:pt x="4224" y="882"/>
                  </a:cubicBezTo>
                  <a:cubicBezTo>
                    <a:pt x="4297" y="882"/>
                    <a:pt x="4362" y="882"/>
                    <a:pt x="4362" y="825"/>
                  </a:cubicBezTo>
                  <a:cubicBezTo>
                    <a:pt x="4362" y="804"/>
                    <a:pt x="4362" y="783"/>
                    <a:pt x="4362" y="768"/>
                  </a:cubicBezTo>
                  <a:cubicBezTo>
                    <a:pt x="4395" y="830"/>
                    <a:pt x="4411" y="860"/>
                    <a:pt x="4428" y="860"/>
                  </a:cubicBezTo>
                  <a:cubicBezTo>
                    <a:pt x="4444" y="860"/>
                    <a:pt x="4460" y="832"/>
                    <a:pt x="4492" y="776"/>
                  </a:cubicBezTo>
                  <a:cubicBezTo>
                    <a:pt x="4492" y="748"/>
                    <a:pt x="4508" y="734"/>
                    <a:pt x="4524" y="734"/>
                  </a:cubicBezTo>
                  <a:cubicBezTo>
                    <a:pt x="4541" y="734"/>
                    <a:pt x="4557" y="748"/>
                    <a:pt x="4557" y="776"/>
                  </a:cubicBezTo>
                  <a:cubicBezTo>
                    <a:pt x="4597" y="809"/>
                    <a:pt x="4638" y="825"/>
                    <a:pt x="4686" y="833"/>
                  </a:cubicBezTo>
                  <a:cubicBezTo>
                    <a:pt x="4759" y="833"/>
                    <a:pt x="5084" y="776"/>
                    <a:pt x="5416" y="776"/>
                  </a:cubicBezTo>
                  <a:cubicBezTo>
                    <a:pt x="5561" y="778"/>
                    <a:pt x="5681" y="780"/>
                    <a:pt x="5779" y="780"/>
                  </a:cubicBezTo>
                  <a:cubicBezTo>
                    <a:pt x="6039" y="780"/>
                    <a:pt x="6146" y="769"/>
                    <a:pt x="6146" y="728"/>
                  </a:cubicBezTo>
                  <a:cubicBezTo>
                    <a:pt x="6178" y="699"/>
                    <a:pt x="6194" y="685"/>
                    <a:pt x="6211" y="685"/>
                  </a:cubicBezTo>
                  <a:cubicBezTo>
                    <a:pt x="6227" y="685"/>
                    <a:pt x="6243" y="699"/>
                    <a:pt x="6276" y="728"/>
                  </a:cubicBezTo>
                  <a:cubicBezTo>
                    <a:pt x="6325" y="763"/>
                    <a:pt x="6387" y="786"/>
                    <a:pt x="6450" y="786"/>
                  </a:cubicBezTo>
                  <a:cubicBezTo>
                    <a:pt x="6459" y="786"/>
                    <a:pt x="6469" y="785"/>
                    <a:pt x="6478" y="784"/>
                  </a:cubicBezTo>
                  <a:cubicBezTo>
                    <a:pt x="6543" y="784"/>
                    <a:pt x="6608" y="784"/>
                    <a:pt x="6608" y="841"/>
                  </a:cubicBezTo>
                  <a:cubicBezTo>
                    <a:pt x="6673" y="784"/>
                    <a:pt x="6673" y="784"/>
                    <a:pt x="6738" y="784"/>
                  </a:cubicBezTo>
                  <a:cubicBezTo>
                    <a:pt x="6738" y="813"/>
                    <a:pt x="6754" y="827"/>
                    <a:pt x="6778" y="827"/>
                  </a:cubicBezTo>
                  <a:cubicBezTo>
                    <a:pt x="6803" y="827"/>
                    <a:pt x="6835" y="813"/>
                    <a:pt x="6867" y="784"/>
                  </a:cubicBezTo>
                  <a:cubicBezTo>
                    <a:pt x="6904" y="728"/>
                    <a:pt x="6922" y="699"/>
                    <a:pt x="6931" y="699"/>
                  </a:cubicBezTo>
                  <a:cubicBezTo>
                    <a:pt x="6940" y="699"/>
                    <a:pt x="6940" y="728"/>
                    <a:pt x="6940" y="784"/>
                  </a:cubicBezTo>
                  <a:cubicBezTo>
                    <a:pt x="6940" y="826"/>
                    <a:pt x="7043" y="871"/>
                    <a:pt x="7074" y="871"/>
                  </a:cubicBezTo>
                  <a:cubicBezTo>
                    <a:pt x="7086" y="871"/>
                    <a:pt x="7088" y="865"/>
                    <a:pt x="7070" y="849"/>
                  </a:cubicBezTo>
                  <a:cubicBezTo>
                    <a:pt x="7070" y="792"/>
                    <a:pt x="7200" y="792"/>
                    <a:pt x="7265" y="736"/>
                  </a:cubicBezTo>
                  <a:cubicBezTo>
                    <a:pt x="7338" y="736"/>
                    <a:pt x="7403" y="736"/>
                    <a:pt x="7403" y="792"/>
                  </a:cubicBezTo>
                  <a:cubicBezTo>
                    <a:pt x="7422" y="809"/>
                    <a:pt x="7464" y="816"/>
                    <a:pt x="7515" y="816"/>
                  </a:cubicBezTo>
                  <a:cubicBezTo>
                    <a:pt x="7639" y="816"/>
                    <a:pt x="7819" y="776"/>
                    <a:pt x="7865" y="736"/>
                  </a:cubicBezTo>
                  <a:cubicBezTo>
                    <a:pt x="7865" y="707"/>
                    <a:pt x="7881" y="693"/>
                    <a:pt x="7897" y="693"/>
                  </a:cubicBezTo>
                  <a:cubicBezTo>
                    <a:pt x="7913" y="693"/>
                    <a:pt x="7930" y="707"/>
                    <a:pt x="7930" y="736"/>
                  </a:cubicBezTo>
                  <a:cubicBezTo>
                    <a:pt x="7930" y="792"/>
                    <a:pt x="7994" y="792"/>
                    <a:pt x="8059" y="792"/>
                  </a:cubicBezTo>
                  <a:cubicBezTo>
                    <a:pt x="8078" y="776"/>
                    <a:pt x="8092" y="769"/>
                    <a:pt x="8101" y="769"/>
                  </a:cubicBezTo>
                  <a:cubicBezTo>
                    <a:pt x="8124" y="769"/>
                    <a:pt x="8124" y="809"/>
                    <a:pt x="8124" y="849"/>
                  </a:cubicBezTo>
                  <a:cubicBezTo>
                    <a:pt x="8059" y="906"/>
                    <a:pt x="8124" y="906"/>
                    <a:pt x="8262" y="906"/>
                  </a:cubicBezTo>
                  <a:cubicBezTo>
                    <a:pt x="8312" y="862"/>
                    <a:pt x="8481" y="857"/>
                    <a:pt x="8648" y="857"/>
                  </a:cubicBezTo>
                  <a:cubicBezTo>
                    <a:pt x="8696" y="857"/>
                    <a:pt x="8744" y="857"/>
                    <a:pt x="8789" y="857"/>
                  </a:cubicBezTo>
                  <a:cubicBezTo>
                    <a:pt x="9121" y="857"/>
                    <a:pt x="9186" y="801"/>
                    <a:pt x="9316" y="687"/>
                  </a:cubicBezTo>
                  <a:lnTo>
                    <a:pt x="9381" y="574"/>
                  </a:lnTo>
                  <a:lnTo>
                    <a:pt x="9381" y="687"/>
                  </a:lnTo>
                  <a:cubicBezTo>
                    <a:pt x="9397" y="752"/>
                    <a:pt x="9413" y="809"/>
                    <a:pt x="9446" y="857"/>
                  </a:cubicBezTo>
                  <a:cubicBezTo>
                    <a:pt x="9511" y="857"/>
                    <a:pt x="9519" y="801"/>
                    <a:pt x="9519" y="744"/>
                  </a:cubicBezTo>
                  <a:cubicBezTo>
                    <a:pt x="9519" y="716"/>
                    <a:pt x="9534" y="702"/>
                    <a:pt x="9564" y="702"/>
                  </a:cubicBezTo>
                  <a:cubicBezTo>
                    <a:pt x="9597" y="702"/>
                    <a:pt x="9646" y="718"/>
                    <a:pt x="9713" y="752"/>
                  </a:cubicBezTo>
                  <a:cubicBezTo>
                    <a:pt x="9778" y="780"/>
                    <a:pt x="9827" y="794"/>
                    <a:pt x="9868" y="794"/>
                  </a:cubicBezTo>
                  <a:cubicBezTo>
                    <a:pt x="9910" y="794"/>
                    <a:pt x="9944" y="780"/>
                    <a:pt x="9981" y="752"/>
                  </a:cubicBezTo>
                  <a:cubicBezTo>
                    <a:pt x="9991" y="751"/>
                    <a:pt x="10002" y="750"/>
                    <a:pt x="10013" y="750"/>
                  </a:cubicBezTo>
                  <a:cubicBezTo>
                    <a:pt x="10069" y="750"/>
                    <a:pt x="10128" y="768"/>
                    <a:pt x="10175" y="809"/>
                  </a:cubicBezTo>
                  <a:cubicBezTo>
                    <a:pt x="10240" y="809"/>
                    <a:pt x="10240" y="809"/>
                    <a:pt x="10240" y="752"/>
                  </a:cubicBezTo>
                  <a:cubicBezTo>
                    <a:pt x="10240" y="724"/>
                    <a:pt x="10256" y="709"/>
                    <a:pt x="10282" y="709"/>
                  </a:cubicBezTo>
                  <a:cubicBezTo>
                    <a:pt x="10307" y="709"/>
                    <a:pt x="10342" y="724"/>
                    <a:pt x="10378" y="752"/>
                  </a:cubicBezTo>
                  <a:cubicBezTo>
                    <a:pt x="10416" y="818"/>
                    <a:pt x="10499" y="846"/>
                    <a:pt x="10560" y="846"/>
                  </a:cubicBezTo>
                  <a:cubicBezTo>
                    <a:pt x="10604" y="846"/>
                    <a:pt x="10638" y="832"/>
                    <a:pt x="10638" y="809"/>
                  </a:cubicBezTo>
                  <a:cubicBezTo>
                    <a:pt x="10638" y="752"/>
                    <a:pt x="10702" y="752"/>
                    <a:pt x="10767" y="752"/>
                  </a:cubicBezTo>
                  <a:cubicBezTo>
                    <a:pt x="10779" y="753"/>
                    <a:pt x="10792" y="754"/>
                    <a:pt x="10804" y="754"/>
                  </a:cubicBezTo>
                  <a:cubicBezTo>
                    <a:pt x="10864" y="754"/>
                    <a:pt x="10923" y="737"/>
                    <a:pt x="10970" y="703"/>
                  </a:cubicBezTo>
                  <a:lnTo>
                    <a:pt x="11100" y="703"/>
                  </a:lnTo>
                  <a:cubicBezTo>
                    <a:pt x="11165" y="703"/>
                    <a:pt x="11100" y="760"/>
                    <a:pt x="11035" y="760"/>
                  </a:cubicBezTo>
                  <a:lnTo>
                    <a:pt x="11100" y="817"/>
                  </a:lnTo>
                  <a:cubicBezTo>
                    <a:pt x="11229" y="817"/>
                    <a:pt x="11302" y="817"/>
                    <a:pt x="11367" y="760"/>
                  </a:cubicBezTo>
                  <a:cubicBezTo>
                    <a:pt x="11400" y="703"/>
                    <a:pt x="11416" y="675"/>
                    <a:pt x="11424" y="675"/>
                  </a:cubicBezTo>
                  <a:cubicBezTo>
                    <a:pt x="11432" y="675"/>
                    <a:pt x="11432" y="703"/>
                    <a:pt x="11432" y="760"/>
                  </a:cubicBezTo>
                  <a:cubicBezTo>
                    <a:pt x="11432" y="809"/>
                    <a:pt x="11469" y="840"/>
                    <a:pt x="11508" y="840"/>
                  </a:cubicBezTo>
                  <a:cubicBezTo>
                    <a:pt x="11527" y="840"/>
                    <a:pt x="11546" y="833"/>
                    <a:pt x="11562" y="817"/>
                  </a:cubicBezTo>
                  <a:cubicBezTo>
                    <a:pt x="11589" y="769"/>
                    <a:pt x="11618" y="751"/>
                    <a:pt x="11642" y="751"/>
                  </a:cubicBezTo>
                  <a:cubicBezTo>
                    <a:pt x="11674" y="751"/>
                    <a:pt x="11696" y="784"/>
                    <a:pt x="11692" y="817"/>
                  </a:cubicBezTo>
                  <a:cubicBezTo>
                    <a:pt x="11659" y="873"/>
                    <a:pt x="11643" y="902"/>
                    <a:pt x="11668" y="902"/>
                  </a:cubicBezTo>
                  <a:cubicBezTo>
                    <a:pt x="11694" y="902"/>
                    <a:pt x="11760" y="873"/>
                    <a:pt x="11894" y="817"/>
                  </a:cubicBezTo>
                  <a:cubicBezTo>
                    <a:pt x="12024" y="817"/>
                    <a:pt x="12292" y="768"/>
                    <a:pt x="12486" y="768"/>
                  </a:cubicBezTo>
                  <a:cubicBezTo>
                    <a:pt x="12754" y="768"/>
                    <a:pt x="12883" y="768"/>
                    <a:pt x="12948" y="825"/>
                  </a:cubicBezTo>
                  <a:cubicBezTo>
                    <a:pt x="12948" y="836"/>
                    <a:pt x="12949" y="846"/>
                    <a:pt x="12950" y="855"/>
                  </a:cubicBezTo>
                  <a:lnTo>
                    <a:pt x="12950" y="855"/>
                  </a:lnTo>
                  <a:cubicBezTo>
                    <a:pt x="12962" y="768"/>
                    <a:pt x="13038" y="768"/>
                    <a:pt x="13216" y="768"/>
                  </a:cubicBezTo>
                  <a:cubicBezTo>
                    <a:pt x="13264" y="789"/>
                    <a:pt x="13315" y="799"/>
                    <a:pt x="13367" y="799"/>
                  </a:cubicBezTo>
                  <a:cubicBezTo>
                    <a:pt x="13454" y="799"/>
                    <a:pt x="13542" y="770"/>
                    <a:pt x="13613" y="719"/>
                  </a:cubicBezTo>
                  <a:lnTo>
                    <a:pt x="13483" y="719"/>
                  </a:lnTo>
                  <a:cubicBezTo>
                    <a:pt x="13483" y="653"/>
                    <a:pt x="13506" y="625"/>
                    <a:pt x="13550" y="625"/>
                  </a:cubicBezTo>
                  <a:cubicBezTo>
                    <a:pt x="13582" y="625"/>
                    <a:pt x="13624" y="639"/>
                    <a:pt x="13678" y="663"/>
                  </a:cubicBezTo>
                  <a:cubicBezTo>
                    <a:pt x="13743" y="663"/>
                    <a:pt x="13743" y="719"/>
                    <a:pt x="13743" y="776"/>
                  </a:cubicBezTo>
                  <a:cubicBezTo>
                    <a:pt x="13751" y="841"/>
                    <a:pt x="13808" y="890"/>
                    <a:pt x="13881" y="890"/>
                  </a:cubicBezTo>
                  <a:cubicBezTo>
                    <a:pt x="13946" y="890"/>
                    <a:pt x="14010" y="890"/>
                    <a:pt x="13946" y="833"/>
                  </a:cubicBezTo>
                  <a:cubicBezTo>
                    <a:pt x="13946" y="776"/>
                    <a:pt x="13946" y="776"/>
                    <a:pt x="14010" y="776"/>
                  </a:cubicBezTo>
                  <a:cubicBezTo>
                    <a:pt x="14021" y="777"/>
                    <a:pt x="14031" y="778"/>
                    <a:pt x="14042" y="778"/>
                  </a:cubicBezTo>
                  <a:cubicBezTo>
                    <a:pt x="14112" y="778"/>
                    <a:pt x="14181" y="755"/>
                    <a:pt x="14237" y="719"/>
                  </a:cubicBezTo>
                  <a:cubicBezTo>
                    <a:pt x="14246" y="663"/>
                    <a:pt x="14327" y="663"/>
                    <a:pt x="14408" y="663"/>
                  </a:cubicBezTo>
                  <a:cubicBezTo>
                    <a:pt x="14473" y="703"/>
                    <a:pt x="14545" y="719"/>
                    <a:pt x="14618" y="719"/>
                  </a:cubicBezTo>
                  <a:cubicBezTo>
                    <a:pt x="14628" y="703"/>
                    <a:pt x="14632" y="696"/>
                    <a:pt x="14632" y="696"/>
                  </a:cubicBezTo>
                  <a:lnTo>
                    <a:pt x="14632" y="696"/>
                  </a:lnTo>
                  <a:cubicBezTo>
                    <a:pt x="14633" y="696"/>
                    <a:pt x="14611" y="736"/>
                    <a:pt x="14594" y="776"/>
                  </a:cubicBezTo>
                  <a:cubicBezTo>
                    <a:pt x="14578" y="817"/>
                    <a:pt x="14578" y="857"/>
                    <a:pt x="14602" y="890"/>
                  </a:cubicBezTo>
                  <a:cubicBezTo>
                    <a:pt x="14643" y="890"/>
                    <a:pt x="14675" y="873"/>
                    <a:pt x="14700" y="833"/>
                  </a:cubicBezTo>
                  <a:cubicBezTo>
                    <a:pt x="14820" y="813"/>
                    <a:pt x="14934" y="798"/>
                    <a:pt x="15052" y="798"/>
                  </a:cubicBezTo>
                  <a:cubicBezTo>
                    <a:pt x="15078" y="798"/>
                    <a:pt x="15103" y="799"/>
                    <a:pt x="15129" y="801"/>
                  </a:cubicBezTo>
                  <a:cubicBezTo>
                    <a:pt x="15137" y="1060"/>
                    <a:pt x="15137" y="1409"/>
                    <a:pt x="15137" y="1700"/>
                  </a:cubicBezTo>
                  <a:cubicBezTo>
                    <a:pt x="15137" y="1984"/>
                    <a:pt x="15137" y="2227"/>
                    <a:pt x="15137" y="2300"/>
                  </a:cubicBezTo>
                  <a:cubicBezTo>
                    <a:pt x="15088" y="2412"/>
                    <a:pt x="15082" y="2573"/>
                    <a:pt x="15117" y="2573"/>
                  </a:cubicBezTo>
                  <a:cubicBezTo>
                    <a:pt x="15123" y="2573"/>
                    <a:pt x="15130" y="2569"/>
                    <a:pt x="15137" y="2560"/>
                  </a:cubicBezTo>
                  <a:cubicBezTo>
                    <a:pt x="15194" y="2560"/>
                    <a:pt x="15194" y="2892"/>
                    <a:pt x="15194" y="3290"/>
                  </a:cubicBezTo>
                  <a:cubicBezTo>
                    <a:pt x="15186" y="3752"/>
                    <a:pt x="15186" y="4084"/>
                    <a:pt x="15243" y="4084"/>
                  </a:cubicBezTo>
                  <a:lnTo>
                    <a:pt x="15243" y="4279"/>
                  </a:lnTo>
                  <a:cubicBezTo>
                    <a:pt x="15251" y="4392"/>
                    <a:pt x="15275" y="4506"/>
                    <a:pt x="15291" y="4611"/>
                  </a:cubicBezTo>
                  <a:cubicBezTo>
                    <a:pt x="15332" y="4657"/>
                    <a:pt x="15343" y="4703"/>
                    <a:pt x="15327" y="4703"/>
                  </a:cubicBezTo>
                  <a:cubicBezTo>
                    <a:pt x="15320" y="4703"/>
                    <a:pt x="15308" y="4695"/>
                    <a:pt x="15291" y="4676"/>
                  </a:cubicBezTo>
                  <a:cubicBezTo>
                    <a:pt x="15235" y="4676"/>
                    <a:pt x="15178" y="4676"/>
                    <a:pt x="15178" y="4741"/>
                  </a:cubicBezTo>
                  <a:cubicBezTo>
                    <a:pt x="15178" y="4879"/>
                    <a:pt x="15235" y="4879"/>
                    <a:pt x="15291" y="4879"/>
                  </a:cubicBezTo>
                  <a:cubicBezTo>
                    <a:pt x="15348" y="4879"/>
                    <a:pt x="15348" y="4944"/>
                    <a:pt x="15348" y="4944"/>
                  </a:cubicBezTo>
                  <a:cubicBezTo>
                    <a:pt x="15348" y="5008"/>
                    <a:pt x="15348" y="5008"/>
                    <a:pt x="15291" y="5008"/>
                  </a:cubicBezTo>
                  <a:lnTo>
                    <a:pt x="15178" y="5008"/>
                  </a:lnTo>
                  <a:lnTo>
                    <a:pt x="15178" y="5073"/>
                  </a:lnTo>
                  <a:cubicBezTo>
                    <a:pt x="15235" y="5073"/>
                    <a:pt x="15235" y="5138"/>
                    <a:pt x="15235" y="5138"/>
                  </a:cubicBezTo>
                  <a:cubicBezTo>
                    <a:pt x="15235" y="5203"/>
                    <a:pt x="15235" y="5203"/>
                    <a:pt x="15121" y="5203"/>
                  </a:cubicBezTo>
                  <a:cubicBezTo>
                    <a:pt x="15008" y="5203"/>
                    <a:pt x="15008" y="5268"/>
                    <a:pt x="15121" y="5341"/>
                  </a:cubicBezTo>
                  <a:lnTo>
                    <a:pt x="15178" y="5471"/>
                  </a:lnTo>
                  <a:cubicBezTo>
                    <a:pt x="15064" y="5535"/>
                    <a:pt x="15178" y="5665"/>
                    <a:pt x="15235" y="5738"/>
                  </a:cubicBezTo>
                  <a:cubicBezTo>
                    <a:pt x="15121" y="5803"/>
                    <a:pt x="15121" y="5868"/>
                    <a:pt x="15235" y="5933"/>
                  </a:cubicBezTo>
                  <a:cubicBezTo>
                    <a:pt x="15291" y="5933"/>
                    <a:pt x="15291" y="5998"/>
                    <a:pt x="15227" y="6062"/>
                  </a:cubicBezTo>
                  <a:cubicBezTo>
                    <a:pt x="15170" y="6127"/>
                    <a:pt x="15170" y="6200"/>
                    <a:pt x="15170" y="6330"/>
                  </a:cubicBezTo>
                  <a:cubicBezTo>
                    <a:pt x="15227" y="6395"/>
                    <a:pt x="15227" y="6857"/>
                    <a:pt x="15218" y="7384"/>
                  </a:cubicBezTo>
                  <a:cubicBezTo>
                    <a:pt x="15218" y="7984"/>
                    <a:pt x="15218" y="8381"/>
                    <a:pt x="15275" y="8381"/>
                  </a:cubicBezTo>
                  <a:cubicBezTo>
                    <a:pt x="15275" y="8446"/>
                    <a:pt x="15275" y="8446"/>
                    <a:pt x="15218" y="8511"/>
                  </a:cubicBezTo>
                  <a:cubicBezTo>
                    <a:pt x="15162" y="8511"/>
                    <a:pt x="15162" y="8576"/>
                    <a:pt x="15267" y="8641"/>
                  </a:cubicBezTo>
                  <a:cubicBezTo>
                    <a:pt x="15324" y="8706"/>
                    <a:pt x="15381" y="8706"/>
                    <a:pt x="15267" y="8706"/>
                  </a:cubicBezTo>
                  <a:cubicBezTo>
                    <a:pt x="15210" y="8706"/>
                    <a:pt x="15210" y="8843"/>
                    <a:pt x="15210" y="9103"/>
                  </a:cubicBezTo>
                  <a:cubicBezTo>
                    <a:pt x="15210" y="9306"/>
                    <a:pt x="15210" y="9565"/>
                    <a:pt x="15267" y="9565"/>
                  </a:cubicBezTo>
                  <a:cubicBezTo>
                    <a:pt x="15301" y="9647"/>
                    <a:pt x="15314" y="9680"/>
                    <a:pt x="15308" y="9680"/>
                  </a:cubicBezTo>
                  <a:cubicBezTo>
                    <a:pt x="15304" y="9680"/>
                    <a:pt x="15290" y="9664"/>
                    <a:pt x="15267" y="9638"/>
                  </a:cubicBezTo>
                  <a:cubicBezTo>
                    <a:pt x="15256" y="9631"/>
                    <a:pt x="15246" y="9628"/>
                    <a:pt x="15236" y="9628"/>
                  </a:cubicBezTo>
                  <a:cubicBezTo>
                    <a:pt x="15144" y="9628"/>
                    <a:pt x="15107" y="9917"/>
                    <a:pt x="15202" y="10100"/>
                  </a:cubicBezTo>
                  <a:cubicBezTo>
                    <a:pt x="15202" y="10165"/>
                    <a:pt x="15202" y="10230"/>
                    <a:pt x="15145" y="10230"/>
                  </a:cubicBezTo>
                  <a:cubicBezTo>
                    <a:pt x="15145" y="10343"/>
                    <a:pt x="15170" y="10449"/>
                    <a:pt x="15202" y="10562"/>
                  </a:cubicBezTo>
                  <a:lnTo>
                    <a:pt x="15202" y="11024"/>
                  </a:lnTo>
                  <a:cubicBezTo>
                    <a:pt x="15202" y="11114"/>
                    <a:pt x="15218" y="11203"/>
                    <a:pt x="15251" y="11284"/>
                  </a:cubicBezTo>
                  <a:cubicBezTo>
                    <a:pt x="15251" y="11307"/>
                    <a:pt x="15251" y="11331"/>
                    <a:pt x="15251" y="11349"/>
                  </a:cubicBezTo>
                  <a:cubicBezTo>
                    <a:pt x="15194" y="11349"/>
                    <a:pt x="15194" y="11681"/>
                    <a:pt x="15194" y="12143"/>
                  </a:cubicBezTo>
                  <a:cubicBezTo>
                    <a:pt x="15186" y="12605"/>
                    <a:pt x="15186" y="13003"/>
                    <a:pt x="15129" y="13068"/>
                  </a:cubicBezTo>
                  <a:cubicBezTo>
                    <a:pt x="15137" y="13116"/>
                    <a:pt x="15154" y="13165"/>
                    <a:pt x="15186" y="13205"/>
                  </a:cubicBezTo>
                  <a:cubicBezTo>
                    <a:pt x="15300" y="13270"/>
                    <a:pt x="15300" y="13335"/>
                    <a:pt x="15243" y="13400"/>
                  </a:cubicBezTo>
                  <a:cubicBezTo>
                    <a:pt x="15129" y="13465"/>
                    <a:pt x="15129" y="13732"/>
                    <a:pt x="15243" y="13797"/>
                  </a:cubicBezTo>
                  <a:lnTo>
                    <a:pt x="15186" y="13797"/>
                  </a:lnTo>
                  <a:cubicBezTo>
                    <a:pt x="15064" y="13862"/>
                    <a:pt x="15121" y="14065"/>
                    <a:pt x="15235" y="14130"/>
                  </a:cubicBezTo>
                  <a:cubicBezTo>
                    <a:pt x="15178" y="14194"/>
                    <a:pt x="15121" y="14259"/>
                    <a:pt x="15178" y="14324"/>
                  </a:cubicBezTo>
                  <a:cubicBezTo>
                    <a:pt x="15178" y="14389"/>
                    <a:pt x="15178" y="14389"/>
                    <a:pt x="15064" y="14389"/>
                  </a:cubicBezTo>
                  <a:cubicBezTo>
                    <a:pt x="15008" y="14389"/>
                    <a:pt x="14951" y="14389"/>
                    <a:pt x="14951" y="14454"/>
                  </a:cubicBezTo>
                  <a:cubicBezTo>
                    <a:pt x="14951" y="14519"/>
                    <a:pt x="15008" y="14527"/>
                    <a:pt x="15064" y="14527"/>
                  </a:cubicBezTo>
                  <a:lnTo>
                    <a:pt x="15064" y="14657"/>
                  </a:lnTo>
                  <a:cubicBezTo>
                    <a:pt x="15064" y="14657"/>
                    <a:pt x="15064" y="14721"/>
                    <a:pt x="15121" y="14721"/>
                  </a:cubicBezTo>
                  <a:cubicBezTo>
                    <a:pt x="15178" y="14721"/>
                    <a:pt x="15178" y="14786"/>
                    <a:pt x="15178" y="14859"/>
                  </a:cubicBezTo>
                  <a:cubicBezTo>
                    <a:pt x="15140" y="14859"/>
                    <a:pt x="15153" y="14888"/>
                    <a:pt x="15182" y="14888"/>
                  </a:cubicBezTo>
                  <a:cubicBezTo>
                    <a:pt x="15197" y="14888"/>
                    <a:pt x="15216" y="14881"/>
                    <a:pt x="15235" y="14859"/>
                  </a:cubicBezTo>
                  <a:cubicBezTo>
                    <a:pt x="15291" y="14859"/>
                    <a:pt x="15348" y="14859"/>
                    <a:pt x="15348" y="14924"/>
                  </a:cubicBezTo>
                  <a:lnTo>
                    <a:pt x="15462" y="14924"/>
                  </a:lnTo>
                  <a:cubicBezTo>
                    <a:pt x="15575" y="14924"/>
                    <a:pt x="15632" y="14924"/>
                    <a:pt x="15689" y="14794"/>
                  </a:cubicBezTo>
                  <a:cubicBezTo>
                    <a:pt x="15745" y="14527"/>
                    <a:pt x="15802" y="14332"/>
                    <a:pt x="15689" y="14332"/>
                  </a:cubicBezTo>
                  <a:cubicBezTo>
                    <a:pt x="15616" y="14259"/>
                    <a:pt x="15616" y="14138"/>
                    <a:pt x="15689" y="14065"/>
                  </a:cubicBezTo>
                  <a:cubicBezTo>
                    <a:pt x="15745" y="14065"/>
                    <a:pt x="15754" y="13805"/>
                    <a:pt x="15754" y="13473"/>
                  </a:cubicBezTo>
                  <a:cubicBezTo>
                    <a:pt x="15754" y="13076"/>
                    <a:pt x="15754" y="12881"/>
                    <a:pt x="15810" y="12808"/>
                  </a:cubicBezTo>
                  <a:cubicBezTo>
                    <a:pt x="15843" y="12776"/>
                    <a:pt x="15867" y="12727"/>
                    <a:pt x="15867" y="12678"/>
                  </a:cubicBezTo>
                  <a:cubicBezTo>
                    <a:pt x="15810" y="12678"/>
                    <a:pt x="15818" y="12281"/>
                    <a:pt x="15818" y="11819"/>
                  </a:cubicBezTo>
                  <a:cubicBezTo>
                    <a:pt x="15818" y="11357"/>
                    <a:pt x="15827" y="10895"/>
                    <a:pt x="15770" y="10895"/>
                  </a:cubicBezTo>
                  <a:lnTo>
                    <a:pt x="15770" y="10765"/>
                  </a:lnTo>
                  <a:cubicBezTo>
                    <a:pt x="15827" y="10765"/>
                    <a:pt x="15827" y="10627"/>
                    <a:pt x="15827" y="10497"/>
                  </a:cubicBezTo>
                  <a:cubicBezTo>
                    <a:pt x="15794" y="10416"/>
                    <a:pt x="15778" y="10327"/>
                    <a:pt x="15770" y="10238"/>
                  </a:cubicBezTo>
                  <a:cubicBezTo>
                    <a:pt x="15827" y="10238"/>
                    <a:pt x="15827" y="10165"/>
                    <a:pt x="15835" y="10035"/>
                  </a:cubicBezTo>
                  <a:cubicBezTo>
                    <a:pt x="15835" y="9906"/>
                    <a:pt x="15835" y="9841"/>
                    <a:pt x="15778" y="9841"/>
                  </a:cubicBezTo>
                  <a:cubicBezTo>
                    <a:pt x="15770" y="9597"/>
                    <a:pt x="15794" y="9354"/>
                    <a:pt x="15835" y="9111"/>
                  </a:cubicBezTo>
                  <a:cubicBezTo>
                    <a:pt x="15891" y="9046"/>
                    <a:pt x="15835" y="8981"/>
                    <a:pt x="15778" y="8908"/>
                  </a:cubicBezTo>
                  <a:cubicBezTo>
                    <a:pt x="15713" y="8900"/>
                    <a:pt x="15664" y="8843"/>
                    <a:pt x="15672" y="8779"/>
                  </a:cubicBezTo>
                  <a:lnTo>
                    <a:pt x="15786" y="8779"/>
                  </a:lnTo>
                  <a:cubicBezTo>
                    <a:pt x="15806" y="8805"/>
                    <a:pt x="15818" y="8821"/>
                    <a:pt x="15825" y="8821"/>
                  </a:cubicBezTo>
                  <a:cubicBezTo>
                    <a:pt x="15836" y="8821"/>
                    <a:pt x="15838" y="8790"/>
                    <a:pt x="15843" y="8714"/>
                  </a:cubicBezTo>
                  <a:cubicBezTo>
                    <a:pt x="15843" y="8649"/>
                    <a:pt x="15843" y="8584"/>
                    <a:pt x="15843" y="8584"/>
                  </a:cubicBezTo>
                  <a:cubicBezTo>
                    <a:pt x="15786" y="8584"/>
                    <a:pt x="15786" y="8252"/>
                    <a:pt x="15786" y="7789"/>
                  </a:cubicBezTo>
                  <a:cubicBezTo>
                    <a:pt x="15794" y="7198"/>
                    <a:pt x="15794" y="6995"/>
                    <a:pt x="15737" y="6995"/>
                  </a:cubicBezTo>
                  <a:cubicBezTo>
                    <a:pt x="15681" y="6995"/>
                    <a:pt x="15681" y="6930"/>
                    <a:pt x="15737" y="6727"/>
                  </a:cubicBezTo>
                  <a:cubicBezTo>
                    <a:pt x="15908" y="6338"/>
                    <a:pt x="15908" y="6338"/>
                    <a:pt x="15859" y="6273"/>
                  </a:cubicBezTo>
                  <a:lnTo>
                    <a:pt x="15859" y="6273"/>
                  </a:lnTo>
                  <a:cubicBezTo>
                    <a:pt x="15859" y="6338"/>
                    <a:pt x="15794" y="6338"/>
                    <a:pt x="15737" y="6338"/>
                  </a:cubicBezTo>
                  <a:cubicBezTo>
                    <a:pt x="15624" y="6330"/>
                    <a:pt x="15632" y="6265"/>
                    <a:pt x="15745" y="6200"/>
                  </a:cubicBezTo>
                  <a:cubicBezTo>
                    <a:pt x="15859" y="6200"/>
                    <a:pt x="15802" y="5211"/>
                    <a:pt x="15689" y="5146"/>
                  </a:cubicBezTo>
                  <a:lnTo>
                    <a:pt x="15745" y="5146"/>
                  </a:lnTo>
                  <a:cubicBezTo>
                    <a:pt x="15802" y="5146"/>
                    <a:pt x="15802" y="5081"/>
                    <a:pt x="15810" y="4814"/>
                  </a:cubicBezTo>
                  <a:lnTo>
                    <a:pt x="15810" y="4619"/>
                  </a:lnTo>
                  <a:cubicBezTo>
                    <a:pt x="15697" y="4619"/>
                    <a:pt x="15754" y="4222"/>
                    <a:pt x="15810" y="4222"/>
                  </a:cubicBezTo>
                  <a:cubicBezTo>
                    <a:pt x="15867" y="4157"/>
                    <a:pt x="15867" y="4157"/>
                    <a:pt x="15867" y="4019"/>
                  </a:cubicBezTo>
                  <a:cubicBezTo>
                    <a:pt x="15754" y="3825"/>
                    <a:pt x="15818" y="3492"/>
                    <a:pt x="15875" y="3492"/>
                  </a:cubicBezTo>
                  <a:lnTo>
                    <a:pt x="15875" y="3363"/>
                  </a:lnTo>
                  <a:cubicBezTo>
                    <a:pt x="15827" y="3281"/>
                    <a:pt x="15810" y="3192"/>
                    <a:pt x="15818" y="3095"/>
                  </a:cubicBezTo>
                  <a:cubicBezTo>
                    <a:pt x="15818" y="2949"/>
                    <a:pt x="15818" y="2876"/>
                    <a:pt x="15794" y="2876"/>
                  </a:cubicBezTo>
                  <a:cubicBezTo>
                    <a:pt x="15786" y="2876"/>
                    <a:pt x="15776" y="2884"/>
                    <a:pt x="15762" y="2900"/>
                  </a:cubicBezTo>
                  <a:cubicBezTo>
                    <a:pt x="15705" y="2900"/>
                    <a:pt x="15648" y="2900"/>
                    <a:pt x="15648" y="2827"/>
                  </a:cubicBezTo>
                  <a:lnTo>
                    <a:pt x="15705" y="2827"/>
                  </a:lnTo>
                  <a:cubicBezTo>
                    <a:pt x="15762" y="2827"/>
                    <a:pt x="15762" y="2633"/>
                    <a:pt x="15770" y="2365"/>
                  </a:cubicBezTo>
                  <a:cubicBezTo>
                    <a:pt x="15770" y="2203"/>
                    <a:pt x="15770" y="2090"/>
                    <a:pt x="15778" y="2009"/>
                  </a:cubicBezTo>
                  <a:cubicBezTo>
                    <a:pt x="15778" y="1968"/>
                    <a:pt x="15786" y="1936"/>
                    <a:pt x="15794" y="1903"/>
                  </a:cubicBezTo>
                  <a:cubicBezTo>
                    <a:pt x="15802" y="1863"/>
                    <a:pt x="15810" y="1830"/>
                    <a:pt x="15827" y="1798"/>
                  </a:cubicBezTo>
                  <a:lnTo>
                    <a:pt x="15770" y="1684"/>
                  </a:lnTo>
                  <a:cubicBezTo>
                    <a:pt x="15713" y="1579"/>
                    <a:pt x="15713" y="1473"/>
                    <a:pt x="15770" y="1457"/>
                  </a:cubicBezTo>
                  <a:cubicBezTo>
                    <a:pt x="15827" y="1336"/>
                    <a:pt x="15827" y="849"/>
                    <a:pt x="15778" y="663"/>
                  </a:cubicBezTo>
                  <a:lnTo>
                    <a:pt x="15778" y="436"/>
                  </a:lnTo>
                  <a:cubicBezTo>
                    <a:pt x="15932" y="379"/>
                    <a:pt x="15972" y="176"/>
                    <a:pt x="15851" y="63"/>
                  </a:cubicBezTo>
                  <a:cubicBezTo>
                    <a:pt x="15806" y="21"/>
                    <a:pt x="15751" y="1"/>
                    <a:pt x="15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2"/>
            <p:cNvSpPr/>
            <p:nvPr/>
          </p:nvSpPr>
          <p:spPr>
            <a:xfrm>
              <a:off x="7142379" y="2733359"/>
              <a:ext cx="145278" cy="114716"/>
            </a:xfrm>
            <a:custGeom>
              <a:avLst/>
              <a:gdLst/>
              <a:ahLst/>
              <a:cxnLst/>
              <a:rect l="l" t="t" r="r" b="b"/>
              <a:pathLst>
                <a:path w="8428" h="6655" extrusionOk="0">
                  <a:moveTo>
                    <a:pt x="7605" y="0"/>
                  </a:moveTo>
                  <a:cubicBezTo>
                    <a:pt x="7597" y="8"/>
                    <a:pt x="7630" y="57"/>
                    <a:pt x="7662" y="106"/>
                  </a:cubicBezTo>
                  <a:lnTo>
                    <a:pt x="7670" y="97"/>
                  </a:lnTo>
                  <a:cubicBezTo>
                    <a:pt x="7654" y="65"/>
                    <a:pt x="7638" y="24"/>
                    <a:pt x="7613" y="0"/>
                  </a:cubicBezTo>
                  <a:close/>
                  <a:moveTo>
                    <a:pt x="8084" y="705"/>
                  </a:moveTo>
                  <a:lnTo>
                    <a:pt x="8124" y="746"/>
                  </a:lnTo>
                  <a:cubicBezTo>
                    <a:pt x="8157" y="795"/>
                    <a:pt x="8148" y="803"/>
                    <a:pt x="8140" y="811"/>
                  </a:cubicBezTo>
                  <a:cubicBezTo>
                    <a:pt x="8132" y="811"/>
                    <a:pt x="8132" y="811"/>
                    <a:pt x="8092" y="770"/>
                  </a:cubicBezTo>
                  <a:cubicBezTo>
                    <a:pt x="8092" y="770"/>
                    <a:pt x="8075" y="714"/>
                    <a:pt x="8084" y="705"/>
                  </a:cubicBezTo>
                  <a:close/>
                  <a:moveTo>
                    <a:pt x="7889" y="697"/>
                  </a:moveTo>
                  <a:cubicBezTo>
                    <a:pt x="7897" y="697"/>
                    <a:pt x="7946" y="738"/>
                    <a:pt x="7978" y="778"/>
                  </a:cubicBezTo>
                  <a:cubicBezTo>
                    <a:pt x="8051" y="868"/>
                    <a:pt x="8051" y="868"/>
                    <a:pt x="8035" y="876"/>
                  </a:cubicBezTo>
                  <a:cubicBezTo>
                    <a:pt x="8029" y="879"/>
                    <a:pt x="8024" y="882"/>
                    <a:pt x="8018" y="882"/>
                  </a:cubicBezTo>
                  <a:cubicBezTo>
                    <a:pt x="8009" y="882"/>
                    <a:pt x="7998" y="874"/>
                    <a:pt x="7978" y="843"/>
                  </a:cubicBezTo>
                  <a:lnTo>
                    <a:pt x="7986" y="835"/>
                  </a:lnTo>
                  <a:cubicBezTo>
                    <a:pt x="7996" y="850"/>
                    <a:pt x="8001" y="856"/>
                    <a:pt x="8003" y="856"/>
                  </a:cubicBezTo>
                  <a:cubicBezTo>
                    <a:pt x="8006" y="856"/>
                    <a:pt x="7988" y="823"/>
                    <a:pt x="7954" y="795"/>
                  </a:cubicBezTo>
                  <a:lnTo>
                    <a:pt x="7889" y="697"/>
                  </a:lnTo>
                  <a:close/>
                  <a:moveTo>
                    <a:pt x="7201" y="960"/>
                  </a:moveTo>
                  <a:cubicBezTo>
                    <a:pt x="7194" y="960"/>
                    <a:pt x="7186" y="966"/>
                    <a:pt x="7176" y="973"/>
                  </a:cubicBezTo>
                  <a:cubicBezTo>
                    <a:pt x="7167" y="981"/>
                    <a:pt x="7192" y="1030"/>
                    <a:pt x="7192" y="1030"/>
                  </a:cubicBezTo>
                  <a:cubicBezTo>
                    <a:pt x="7212" y="1060"/>
                    <a:pt x="7223" y="1068"/>
                    <a:pt x="7230" y="1068"/>
                  </a:cubicBezTo>
                  <a:cubicBezTo>
                    <a:pt x="7234" y="1068"/>
                    <a:pt x="7237" y="1065"/>
                    <a:pt x="7240" y="1062"/>
                  </a:cubicBezTo>
                  <a:cubicBezTo>
                    <a:pt x="7253" y="1070"/>
                    <a:pt x="7262" y="1073"/>
                    <a:pt x="7267" y="1073"/>
                  </a:cubicBezTo>
                  <a:cubicBezTo>
                    <a:pt x="7286" y="1073"/>
                    <a:pt x="7266" y="1035"/>
                    <a:pt x="7240" y="997"/>
                  </a:cubicBezTo>
                  <a:cubicBezTo>
                    <a:pt x="7222" y="970"/>
                    <a:pt x="7211" y="960"/>
                    <a:pt x="7201" y="960"/>
                  </a:cubicBezTo>
                  <a:close/>
                  <a:moveTo>
                    <a:pt x="7330" y="1005"/>
                  </a:moveTo>
                  <a:cubicBezTo>
                    <a:pt x="7362" y="1054"/>
                    <a:pt x="7378" y="1111"/>
                    <a:pt x="7370" y="1119"/>
                  </a:cubicBezTo>
                  <a:cubicBezTo>
                    <a:pt x="7354" y="1119"/>
                    <a:pt x="7321" y="1078"/>
                    <a:pt x="7313" y="1014"/>
                  </a:cubicBezTo>
                  <a:lnTo>
                    <a:pt x="7330" y="1005"/>
                  </a:lnTo>
                  <a:close/>
                  <a:moveTo>
                    <a:pt x="8124" y="1087"/>
                  </a:moveTo>
                  <a:cubicBezTo>
                    <a:pt x="8147" y="1121"/>
                    <a:pt x="8154" y="1131"/>
                    <a:pt x="8159" y="1131"/>
                  </a:cubicBezTo>
                  <a:cubicBezTo>
                    <a:pt x="8161" y="1131"/>
                    <a:pt x="8162" y="1129"/>
                    <a:pt x="8165" y="1127"/>
                  </a:cubicBezTo>
                  <a:lnTo>
                    <a:pt x="8181" y="1119"/>
                  </a:lnTo>
                  <a:lnTo>
                    <a:pt x="8132" y="1087"/>
                  </a:lnTo>
                  <a:close/>
                  <a:moveTo>
                    <a:pt x="5238" y="1126"/>
                  </a:moveTo>
                  <a:cubicBezTo>
                    <a:pt x="5233" y="1126"/>
                    <a:pt x="5243" y="1151"/>
                    <a:pt x="5278" y="1216"/>
                  </a:cubicBezTo>
                  <a:cubicBezTo>
                    <a:pt x="5301" y="1244"/>
                    <a:pt x="5308" y="1253"/>
                    <a:pt x="5312" y="1253"/>
                  </a:cubicBezTo>
                  <a:cubicBezTo>
                    <a:pt x="5315" y="1253"/>
                    <a:pt x="5316" y="1251"/>
                    <a:pt x="5319" y="1249"/>
                  </a:cubicBezTo>
                  <a:cubicBezTo>
                    <a:pt x="5303" y="1216"/>
                    <a:pt x="5286" y="1184"/>
                    <a:pt x="5262" y="1151"/>
                  </a:cubicBezTo>
                  <a:cubicBezTo>
                    <a:pt x="5250" y="1136"/>
                    <a:pt x="5241" y="1126"/>
                    <a:pt x="5238" y="1126"/>
                  </a:cubicBezTo>
                  <a:close/>
                  <a:moveTo>
                    <a:pt x="6859" y="1387"/>
                  </a:moveTo>
                  <a:lnTo>
                    <a:pt x="6900" y="1492"/>
                  </a:lnTo>
                  <a:cubicBezTo>
                    <a:pt x="6945" y="1578"/>
                    <a:pt x="6965" y="1616"/>
                    <a:pt x="6963" y="1616"/>
                  </a:cubicBezTo>
                  <a:cubicBezTo>
                    <a:pt x="6961" y="1616"/>
                    <a:pt x="6945" y="1592"/>
                    <a:pt x="6916" y="1549"/>
                  </a:cubicBezTo>
                  <a:cubicBezTo>
                    <a:pt x="6876" y="1508"/>
                    <a:pt x="6851" y="1460"/>
                    <a:pt x="6835" y="1403"/>
                  </a:cubicBezTo>
                  <a:lnTo>
                    <a:pt x="6859" y="1387"/>
                  </a:lnTo>
                  <a:close/>
                  <a:moveTo>
                    <a:pt x="7005" y="1557"/>
                  </a:moveTo>
                  <a:lnTo>
                    <a:pt x="7054" y="1597"/>
                  </a:lnTo>
                  <a:cubicBezTo>
                    <a:pt x="7086" y="1646"/>
                    <a:pt x="7070" y="1654"/>
                    <a:pt x="7062" y="1654"/>
                  </a:cubicBezTo>
                  <a:lnTo>
                    <a:pt x="7030" y="1614"/>
                  </a:lnTo>
                  <a:lnTo>
                    <a:pt x="7005" y="1557"/>
                  </a:lnTo>
                  <a:close/>
                  <a:moveTo>
                    <a:pt x="6300" y="1659"/>
                  </a:moveTo>
                  <a:cubicBezTo>
                    <a:pt x="6302" y="1659"/>
                    <a:pt x="6307" y="1664"/>
                    <a:pt x="6316" y="1678"/>
                  </a:cubicBezTo>
                  <a:cubicBezTo>
                    <a:pt x="6317" y="1678"/>
                    <a:pt x="6317" y="1678"/>
                    <a:pt x="6318" y="1678"/>
                  </a:cubicBezTo>
                  <a:cubicBezTo>
                    <a:pt x="6326" y="1678"/>
                    <a:pt x="6340" y="1735"/>
                    <a:pt x="6332" y="1735"/>
                  </a:cubicBezTo>
                  <a:lnTo>
                    <a:pt x="6300" y="1695"/>
                  </a:lnTo>
                  <a:cubicBezTo>
                    <a:pt x="6306" y="1689"/>
                    <a:pt x="6295" y="1659"/>
                    <a:pt x="6300" y="1659"/>
                  </a:cubicBezTo>
                  <a:close/>
                  <a:moveTo>
                    <a:pt x="6576" y="1638"/>
                  </a:moveTo>
                  <a:cubicBezTo>
                    <a:pt x="6600" y="1670"/>
                    <a:pt x="6616" y="1703"/>
                    <a:pt x="6632" y="1743"/>
                  </a:cubicBezTo>
                  <a:lnTo>
                    <a:pt x="6624" y="1743"/>
                  </a:lnTo>
                  <a:cubicBezTo>
                    <a:pt x="6592" y="1703"/>
                    <a:pt x="6559" y="1654"/>
                    <a:pt x="6567" y="1646"/>
                  </a:cubicBezTo>
                  <a:lnTo>
                    <a:pt x="6576" y="1638"/>
                  </a:lnTo>
                  <a:close/>
                  <a:moveTo>
                    <a:pt x="6756" y="1726"/>
                  </a:moveTo>
                  <a:cubicBezTo>
                    <a:pt x="6765" y="1726"/>
                    <a:pt x="6790" y="1782"/>
                    <a:pt x="6843" y="1873"/>
                  </a:cubicBezTo>
                  <a:cubicBezTo>
                    <a:pt x="6850" y="1898"/>
                    <a:pt x="6854" y="1912"/>
                    <a:pt x="6852" y="1912"/>
                  </a:cubicBezTo>
                  <a:cubicBezTo>
                    <a:pt x="6849" y="1912"/>
                    <a:pt x="6835" y="1888"/>
                    <a:pt x="6803" y="1832"/>
                  </a:cubicBezTo>
                  <a:lnTo>
                    <a:pt x="6754" y="1727"/>
                  </a:lnTo>
                  <a:cubicBezTo>
                    <a:pt x="6754" y="1727"/>
                    <a:pt x="6755" y="1726"/>
                    <a:pt x="6756" y="1726"/>
                  </a:cubicBezTo>
                  <a:close/>
                  <a:moveTo>
                    <a:pt x="6405" y="1962"/>
                  </a:moveTo>
                  <a:cubicBezTo>
                    <a:pt x="6438" y="2011"/>
                    <a:pt x="6470" y="2051"/>
                    <a:pt x="6462" y="2059"/>
                  </a:cubicBezTo>
                  <a:cubicBezTo>
                    <a:pt x="6470" y="2077"/>
                    <a:pt x="6470" y="2085"/>
                    <a:pt x="6465" y="2085"/>
                  </a:cubicBezTo>
                  <a:cubicBezTo>
                    <a:pt x="6455" y="2085"/>
                    <a:pt x="6420" y="2045"/>
                    <a:pt x="6381" y="1978"/>
                  </a:cubicBezTo>
                  <a:lnTo>
                    <a:pt x="6405" y="1962"/>
                  </a:lnTo>
                  <a:close/>
                  <a:moveTo>
                    <a:pt x="6035" y="2002"/>
                  </a:moveTo>
                  <a:cubicBezTo>
                    <a:pt x="6047" y="2002"/>
                    <a:pt x="6081" y="2035"/>
                    <a:pt x="6081" y="2035"/>
                  </a:cubicBezTo>
                  <a:cubicBezTo>
                    <a:pt x="6113" y="2084"/>
                    <a:pt x="6105" y="2092"/>
                    <a:pt x="6105" y="2092"/>
                  </a:cubicBezTo>
                  <a:cubicBezTo>
                    <a:pt x="6103" y="2094"/>
                    <a:pt x="6100" y="2096"/>
                    <a:pt x="6097" y="2096"/>
                  </a:cubicBezTo>
                  <a:cubicBezTo>
                    <a:pt x="6090" y="2096"/>
                    <a:pt x="6079" y="2087"/>
                    <a:pt x="6057" y="2059"/>
                  </a:cubicBezTo>
                  <a:cubicBezTo>
                    <a:pt x="6057" y="2059"/>
                    <a:pt x="6024" y="2011"/>
                    <a:pt x="6032" y="2003"/>
                  </a:cubicBezTo>
                  <a:cubicBezTo>
                    <a:pt x="6033" y="2002"/>
                    <a:pt x="6034" y="2002"/>
                    <a:pt x="6035" y="2002"/>
                  </a:cubicBezTo>
                  <a:close/>
                  <a:moveTo>
                    <a:pt x="6340" y="2076"/>
                  </a:moveTo>
                  <a:lnTo>
                    <a:pt x="6381" y="2108"/>
                  </a:lnTo>
                  <a:lnTo>
                    <a:pt x="6373" y="2116"/>
                  </a:lnTo>
                  <a:cubicBezTo>
                    <a:pt x="6371" y="2119"/>
                    <a:pt x="6369" y="2120"/>
                    <a:pt x="6367" y="2120"/>
                  </a:cubicBezTo>
                  <a:cubicBezTo>
                    <a:pt x="6362" y="2120"/>
                    <a:pt x="6355" y="2110"/>
                    <a:pt x="6332" y="2076"/>
                  </a:cubicBezTo>
                  <a:close/>
                  <a:moveTo>
                    <a:pt x="6692" y="2083"/>
                  </a:moveTo>
                  <a:cubicBezTo>
                    <a:pt x="6691" y="2083"/>
                    <a:pt x="6715" y="2114"/>
                    <a:pt x="6738" y="2149"/>
                  </a:cubicBezTo>
                  <a:lnTo>
                    <a:pt x="6705" y="2100"/>
                  </a:lnTo>
                  <a:cubicBezTo>
                    <a:pt x="6696" y="2088"/>
                    <a:pt x="6692" y="2083"/>
                    <a:pt x="6692" y="2083"/>
                  </a:cubicBezTo>
                  <a:close/>
                  <a:moveTo>
                    <a:pt x="5867" y="2149"/>
                  </a:moveTo>
                  <a:lnTo>
                    <a:pt x="5867" y="2149"/>
                  </a:lnTo>
                  <a:cubicBezTo>
                    <a:pt x="5873" y="2149"/>
                    <a:pt x="5892" y="2165"/>
                    <a:pt x="5903" y="2165"/>
                  </a:cubicBezTo>
                  <a:cubicBezTo>
                    <a:pt x="5943" y="2197"/>
                    <a:pt x="5943" y="2197"/>
                    <a:pt x="5919" y="2214"/>
                  </a:cubicBezTo>
                  <a:cubicBezTo>
                    <a:pt x="5918" y="2214"/>
                    <a:pt x="5917" y="2214"/>
                    <a:pt x="5917" y="2214"/>
                  </a:cubicBezTo>
                  <a:cubicBezTo>
                    <a:pt x="5906" y="2214"/>
                    <a:pt x="5878" y="2173"/>
                    <a:pt x="5878" y="2173"/>
                  </a:cubicBezTo>
                  <a:cubicBezTo>
                    <a:pt x="5866" y="2155"/>
                    <a:pt x="5864" y="2149"/>
                    <a:pt x="5867" y="2149"/>
                  </a:cubicBezTo>
                  <a:close/>
                  <a:moveTo>
                    <a:pt x="5586" y="2230"/>
                  </a:moveTo>
                  <a:lnTo>
                    <a:pt x="5586" y="2230"/>
                  </a:lnTo>
                  <a:cubicBezTo>
                    <a:pt x="5598" y="2247"/>
                    <a:pt x="5600" y="2253"/>
                    <a:pt x="5599" y="2253"/>
                  </a:cubicBezTo>
                  <a:cubicBezTo>
                    <a:pt x="5596" y="2253"/>
                    <a:pt x="5581" y="2235"/>
                    <a:pt x="5586" y="2230"/>
                  </a:cubicBezTo>
                  <a:close/>
                  <a:moveTo>
                    <a:pt x="6300" y="2238"/>
                  </a:moveTo>
                  <a:cubicBezTo>
                    <a:pt x="6292" y="2246"/>
                    <a:pt x="6324" y="2287"/>
                    <a:pt x="6324" y="2287"/>
                  </a:cubicBezTo>
                  <a:cubicBezTo>
                    <a:pt x="6324" y="2287"/>
                    <a:pt x="6352" y="2328"/>
                    <a:pt x="6362" y="2328"/>
                  </a:cubicBezTo>
                  <a:cubicBezTo>
                    <a:pt x="6363" y="2328"/>
                    <a:pt x="6364" y="2328"/>
                    <a:pt x="6365" y="2327"/>
                  </a:cubicBezTo>
                  <a:lnTo>
                    <a:pt x="6373" y="2319"/>
                  </a:lnTo>
                  <a:cubicBezTo>
                    <a:pt x="6349" y="2295"/>
                    <a:pt x="6324" y="2262"/>
                    <a:pt x="6300" y="2238"/>
                  </a:cubicBezTo>
                  <a:close/>
                  <a:moveTo>
                    <a:pt x="5635" y="2400"/>
                  </a:moveTo>
                  <a:lnTo>
                    <a:pt x="5635" y="2400"/>
                  </a:lnTo>
                  <a:cubicBezTo>
                    <a:pt x="5647" y="2418"/>
                    <a:pt x="5649" y="2424"/>
                    <a:pt x="5647" y="2424"/>
                  </a:cubicBezTo>
                  <a:cubicBezTo>
                    <a:pt x="5645" y="2424"/>
                    <a:pt x="5630" y="2405"/>
                    <a:pt x="5635" y="2400"/>
                  </a:cubicBezTo>
                  <a:close/>
                  <a:moveTo>
                    <a:pt x="5757" y="2327"/>
                  </a:moveTo>
                  <a:cubicBezTo>
                    <a:pt x="5781" y="2351"/>
                    <a:pt x="5813" y="2376"/>
                    <a:pt x="5830" y="2408"/>
                  </a:cubicBezTo>
                  <a:cubicBezTo>
                    <a:pt x="5844" y="2430"/>
                    <a:pt x="5851" y="2444"/>
                    <a:pt x="5846" y="2444"/>
                  </a:cubicBezTo>
                  <a:cubicBezTo>
                    <a:pt x="5841" y="2444"/>
                    <a:pt x="5821" y="2424"/>
                    <a:pt x="5781" y="2376"/>
                  </a:cubicBezTo>
                  <a:cubicBezTo>
                    <a:pt x="5749" y="2327"/>
                    <a:pt x="5749" y="2327"/>
                    <a:pt x="5757" y="2327"/>
                  </a:cubicBezTo>
                  <a:close/>
                  <a:moveTo>
                    <a:pt x="5684" y="2368"/>
                  </a:moveTo>
                  <a:lnTo>
                    <a:pt x="5732" y="2408"/>
                  </a:lnTo>
                  <a:lnTo>
                    <a:pt x="5757" y="2465"/>
                  </a:lnTo>
                  <a:lnTo>
                    <a:pt x="5740" y="2465"/>
                  </a:lnTo>
                  <a:cubicBezTo>
                    <a:pt x="5708" y="2424"/>
                    <a:pt x="5676" y="2376"/>
                    <a:pt x="5684" y="2368"/>
                  </a:cubicBezTo>
                  <a:close/>
                  <a:moveTo>
                    <a:pt x="6397" y="2716"/>
                  </a:moveTo>
                  <a:lnTo>
                    <a:pt x="6381" y="2732"/>
                  </a:lnTo>
                  <a:cubicBezTo>
                    <a:pt x="6403" y="2760"/>
                    <a:pt x="6410" y="2769"/>
                    <a:pt x="6415" y="2769"/>
                  </a:cubicBezTo>
                  <a:cubicBezTo>
                    <a:pt x="6417" y="2769"/>
                    <a:pt x="6419" y="2767"/>
                    <a:pt x="6422" y="2765"/>
                  </a:cubicBezTo>
                  <a:cubicBezTo>
                    <a:pt x="6438" y="2757"/>
                    <a:pt x="6438" y="2757"/>
                    <a:pt x="6397" y="2716"/>
                  </a:cubicBezTo>
                  <a:close/>
                  <a:moveTo>
                    <a:pt x="4986" y="2700"/>
                  </a:moveTo>
                  <a:lnTo>
                    <a:pt x="5035" y="2741"/>
                  </a:lnTo>
                  <a:lnTo>
                    <a:pt x="5051" y="2789"/>
                  </a:lnTo>
                  <a:lnTo>
                    <a:pt x="5043" y="2797"/>
                  </a:lnTo>
                  <a:cubicBezTo>
                    <a:pt x="5011" y="2749"/>
                    <a:pt x="4978" y="2708"/>
                    <a:pt x="4986" y="2700"/>
                  </a:cubicBezTo>
                  <a:close/>
                  <a:moveTo>
                    <a:pt x="4753" y="2854"/>
                  </a:moveTo>
                  <a:cubicBezTo>
                    <a:pt x="4772" y="2854"/>
                    <a:pt x="4826" y="2945"/>
                    <a:pt x="4857" y="2992"/>
                  </a:cubicBezTo>
                  <a:cubicBezTo>
                    <a:pt x="4852" y="2994"/>
                    <a:pt x="4849" y="2996"/>
                    <a:pt x="4846" y="2996"/>
                  </a:cubicBezTo>
                  <a:cubicBezTo>
                    <a:pt x="4838" y="2996"/>
                    <a:pt x="4831" y="2986"/>
                    <a:pt x="4808" y="2951"/>
                  </a:cubicBezTo>
                  <a:cubicBezTo>
                    <a:pt x="4792" y="2919"/>
                    <a:pt x="4768" y="2886"/>
                    <a:pt x="4751" y="2854"/>
                  </a:cubicBezTo>
                  <a:cubicBezTo>
                    <a:pt x="4752" y="2854"/>
                    <a:pt x="4753" y="2854"/>
                    <a:pt x="4753" y="2854"/>
                  </a:cubicBezTo>
                  <a:close/>
                  <a:moveTo>
                    <a:pt x="4524" y="3138"/>
                  </a:moveTo>
                  <a:lnTo>
                    <a:pt x="4573" y="3178"/>
                  </a:lnTo>
                  <a:lnTo>
                    <a:pt x="4597" y="3235"/>
                  </a:lnTo>
                  <a:lnTo>
                    <a:pt x="4581" y="3243"/>
                  </a:lnTo>
                  <a:cubicBezTo>
                    <a:pt x="4549" y="3195"/>
                    <a:pt x="4516" y="3146"/>
                    <a:pt x="4524" y="3138"/>
                  </a:cubicBezTo>
                  <a:close/>
                  <a:moveTo>
                    <a:pt x="4865" y="3324"/>
                  </a:moveTo>
                  <a:cubicBezTo>
                    <a:pt x="4881" y="3357"/>
                    <a:pt x="4905" y="3389"/>
                    <a:pt x="4922" y="3422"/>
                  </a:cubicBezTo>
                  <a:lnTo>
                    <a:pt x="4913" y="3430"/>
                  </a:lnTo>
                  <a:cubicBezTo>
                    <a:pt x="4873" y="3389"/>
                    <a:pt x="4840" y="3341"/>
                    <a:pt x="4857" y="3332"/>
                  </a:cubicBezTo>
                  <a:lnTo>
                    <a:pt x="4865" y="3324"/>
                  </a:lnTo>
                  <a:close/>
                  <a:moveTo>
                    <a:pt x="3859" y="3592"/>
                  </a:moveTo>
                  <a:cubicBezTo>
                    <a:pt x="3900" y="3624"/>
                    <a:pt x="3924" y="3681"/>
                    <a:pt x="3908" y="3689"/>
                  </a:cubicBezTo>
                  <a:lnTo>
                    <a:pt x="3916" y="3689"/>
                  </a:lnTo>
                  <a:cubicBezTo>
                    <a:pt x="3909" y="3692"/>
                    <a:pt x="3904" y="3693"/>
                    <a:pt x="3899" y="3693"/>
                  </a:cubicBezTo>
                  <a:cubicBezTo>
                    <a:pt x="3889" y="3693"/>
                    <a:pt x="3882" y="3685"/>
                    <a:pt x="3859" y="3657"/>
                  </a:cubicBezTo>
                  <a:cubicBezTo>
                    <a:pt x="3827" y="3608"/>
                    <a:pt x="3843" y="3592"/>
                    <a:pt x="3859" y="3592"/>
                  </a:cubicBezTo>
                  <a:close/>
                  <a:moveTo>
                    <a:pt x="3487" y="3900"/>
                  </a:moveTo>
                  <a:cubicBezTo>
                    <a:pt x="3511" y="3932"/>
                    <a:pt x="3527" y="3965"/>
                    <a:pt x="3543" y="3997"/>
                  </a:cubicBezTo>
                  <a:lnTo>
                    <a:pt x="3535" y="4005"/>
                  </a:lnTo>
                  <a:cubicBezTo>
                    <a:pt x="3503" y="3957"/>
                    <a:pt x="3470" y="3916"/>
                    <a:pt x="3478" y="3908"/>
                  </a:cubicBezTo>
                  <a:lnTo>
                    <a:pt x="3487" y="3900"/>
                  </a:lnTo>
                  <a:close/>
                  <a:moveTo>
                    <a:pt x="2327" y="4670"/>
                  </a:moveTo>
                  <a:cubicBezTo>
                    <a:pt x="2317" y="4675"/>
                    <a:pt x="2330" y="4697"/>
                    <a:pt x="2334" y="4697"/>
                  </a:cubicBezTo>
                  <a:cubicBezTo>
                    <a:pt x="2336" y="4697"/>
                    <a:pt x="2336" y="4690"/>
                    <a:pt x="2327" y="4670"/>
                  </a:cubicBezTo>
                  <a:close/>
                  <a:moveTo>
                    <a:pt x="2516" y="4620"/>
                  </a:moveTo>
                  <a:cubicBezTo>
                    <a:pt x="2524" y="4620"/>
                    <a:pt x="2527" y="4633"/>
                    <a:pt x="2538" y="4670"/>
                  </a:cubicBezTo>
                  <a:cubicBezTo>
                    <a:pt x="2551" y="4697"/>
                    <a:pt x="2555" y="4711"/>
                    <a:pt x="2550" y="4711"/>
                  </a:cubicBezTo>
                  <a:cubicBezTo>
                    <a:pt x="2546" y="4711"/>
                    <a:pt x="2537" y="4701"/>
                    <a:pt x="2522" y="4678"/>
                  </a:cubicBezTo>
                  <a:cubicBezTo>
                    <a:pt x="2489" y="4630"/>
                    <a:pt x="2489" y="4630"/>
                    <a:pt x="2497" y="4630"/>
                  </a:cubicBezTo>
                  <a:cubicBezTo>
                    <a:pt x="2506" y="4624"/>
                    <a:pt x="2511" y="4620"/>
                    <a:pt x="2516" y="4620"/>
                  </a:cubicBezTo>
                  <a:close/>
                  <a:moveTo>
                    <a:pt x="2432" y="4670"/>
                  </a:moveTo>
                  <a:lnTo>
                    <a:pt x="2473" y="4711"/>
                  </a:lnTo>
                  <a:lnTo>
                    <a:pt x="2465" y="4719"/>
                  </a:lnTo>
                  <a:cubicBezTo>
                    <a:pt x="2463" y="4721"/>
                    <a:pt x="2461" y="4723"/>
                    <a:pt x="2459" y="4723"/>
                  </a:cubicBezTo>
                  <a:cubicBezTo>
                    <a:pt x="2454" y="4723"/>
                    <a:pt x="2447" y="4713"/>
                    <a:pt x="2424" y="4678"/>
                  </a:cubicBezTo>
                  <a:lnTo>
                    <a:pt x="2432" y="4670"/>
                  </a:lnTo>
                  <a:close/>
                  <a:moveTo>
                    <a:pt x="2335" y="4735"/>
                  </a:moveTo>
                  <a:lnTo>
                    <a:pt x="2376" y="4776"/>
                  </a:lnTo>
                  <a:lnTo>
                    <a:pt x="2368" y="4784"/>
                  </a:lnTo>
                  <a:cubicBezTo>
                    <a:pt x="2365" y="4786"/>
                    <a:pt x="2364" y="4788"/>
                    <a:pt x="2361" y="4788"/>
                  </a:cubicBezTo>
                  <a:cubicBezTo>
                    <a:pt x="2356" y="4788"/>
                    <a:pt x="2348" y="4778"/>
                    <a:pt x="2319" y="4743"/>
                  </a:cubicBezTo>
                  <a:lnTo>
                    <a:pt x="2335" y="4735"/>
                  </a:lnTo>
                  <a:close/>
                  <a:moveTo>
                    <a:pt x="2862" y="4727"/>
                  </a:moveTo>
                  <a:lnTo>
                    <a:pt x="2903" y="4767"/>
                  </a:lnTo>
                  <a:cubicBezTo>
                    <a:pt x="2935" y="4816"/>
                    <a:pt x="2927" y="4824"/>
                    <a:pt x="2927" y="4824"/>
                  </a:cubicBezTo>
                  <a:cubicBezTo>
                    <a:pt x="2919" y="4824"/>
                    <a:pt x="2919" y="4824"/>
                    <a:pt x="2878" y="4784"/>
                  </a:cubicBezTo>
                  <a:cubicBezTo>
                    <a:pt x="2878" y="4784"/>
                    <a:pt x="2846" y="4735"/>
                    <a:pt x="2862" y="4727"/>
                  </a:cubicBezTo>
                  <a:close/>
                  <a:moveTo>
                    <a:pt x="2270" y="4849"/>
                  </a:moveTo>
                  <a:cubicBezTo>
                    <a:pt x="2295" y="4873"/>
                    <a:pt x="2319" y="4905"/>
                    <a:pt x="2343" y="4938"/>
                  </a:cubicBezTo>
                  <a:lnTo>
                    <a:pt x="2335" y="4938"/>
                  </a:lnTo>
                  <a:cubicBezTo>
                    <a:pt x="2335" y="4938"/>
                    <a:pt x="2334" y="4939"/>
                    <a:pt x="2333" y="4939"/>
                  </a:cubicBezTo>
                  <a:cubicBezTo>
                    <a:pt x="2322" y="4939"/>
                    <a:pt x="2295" y="4897"/>
                    <a:pt x="2295" y="4897"/>
                  </a:cubicBezTo>
                  <a:cubicBezTo>
                    <a:pt x="2295" y="4897"/>
                    <a:pt x="2262" y="4857"/>
                    <a:pt x="2270" y="4849"/>
                  </a:cubicBezTo>
                  <a:close/>
                  <a:moveTo>
                    <a:pt x="2773" y="4849"/>
                  </a:moveTo>
                  <a:lnTo>
                    <a:pt x="2822" y="4889"/>
                  </a:lnTo>
                  <a:lnTo>
                    <a:pt x="2838" y="4946"/>
                  </a:lnTo>
                  <a:lnTo>
                    <a:pt x="2830" y="4954"/>
                  </a:lnTo>
                  <a:cubicBezTo>
                    <a:pt x="2797" y="4905"/>
                    <a:pt x="2765" y="4857"/>
                    <a:pt x="2773" y="4849"/>
                  </a:cubicBezTo>
                  <a:close/>
                  <a:moveTo>
                    <a:pt x="1873" y="5084"/>
                  </a:moveTo>
                  <a:cubicBezTo>
                    <a:pt x="1875" y="5084"/>
                    <a:pt x="1880" y="5088"/>
                    <a:pt x="1889" y="5100"/>
                  </a:cubicBezTo>
                  <a:lnTo>
                    <a:pt x="1922" y="5149"/>
                  </a:lnTo>
                  <a:cubicBezTo>
                    <a:pt x="1939" y="5184"/>
                    <a:pt x="1957" y="5224"/>
                    <a:pt x="1953" y="5224"/>
                  </a:cubicBezTo>
                  <a:cubicBezTo>
                    <a:pt x="1951" y="5224"/>
                    <a:pt x="1947" y="5218"/>
                    <a:pt x="1938" y="5205"/>
                  </a:cubicBezTo>
                  <a:cubicBezTo>
                    <a:pt x="1914" y="5173"/>
                    <a:pt x="1897" y="5140"/>
                    <a:pt x="1881" y="5108"/>
                  </a:cubicBezTo>
                  <a:cubicBezTo>
                    <a:pt x="1881" y="5108"/>
                    <a:pt x="1869" y="5084"/>
                    <a:pt x="1873" y="5084"/>
                  </a:cubicBezTo>
                  <a:close/>
                  <a:moveTo>
                    <a:pt x="1654" y="5457"/>
                  </a:moveTo>
                  <a:lnTo>
                    <a:pt x="1654" y="5457"/>
                  </a:lnTo>
                  <a:cubicBezTo>
                    <a:pt x="1662" y="5457"/>
                    <a:pt x="1735" y="5546"/>
                    <a:pt x="1743" y="5603"/>
                  </a:cubicBezTo>
                  <a:cubicBezTo>
                    <a:pt x="1741" y="5605"/>
                    <a:pt x="1739" y="5607"/>
                    <a:pt x="1737" y="5607"/>
                  </a:cubicBezTo>
                  <a:cubicBezTo>
                    <a:pt x="1733" y="5607"/>
                    <a:pt x="1726" y="5597"/>
                    <a:pt x="1703" y="5562"/>
                  </a:cubicBezTo>
                  <a:cubicBezTo>
                    <a:pt x="1670" y="5521"/>
                    <a:pt x="1646" y="5465"/>
                    <a:pt x="1654" y="5457"/>
                  </a:cubicBezTo>
                  <a:close/>
                  <a:moveTo>
                    <a:pt x="307" y="6390"/>
                  </a:moveTo>
                  <a:cubicBezTo>
                    <a:pt x="309" y="6390"/>
                    <a:pt x="325" y="6414"/>
                    <a:pt x="357" y="6462"/>
                  </a:cubicBezTo>
                  <a:cubicBezTo>
                    <a:pt x="389" y="6503"/>
                    <a:pt x="422" y="6551"/>
                    <a:pt x="414" y="6559"/>
                  </a:cubicBezTo>
                  <a:cubicBezTo>
                    <a:pt x="429" y="6593"/>
                    <a:pt x="433" y="6607"/>
                    <a:pt x="430" y="6607"/>
                  </a:cubicBezTo>
                  <a:cubicBezTo>
                    <a:pt x="423" y="6607"/>
                    <a:pt x="382" y="6542"/>
                    <a:pt x="349" y="6470"/>
                  </a:cubicBezTo>
                  <a:cubicBezTo>
                    <a:pt x="320" y="6416"/>
                    <a:pt x="306" y="6390"/>
                    <a:pt x="307" y="6390"/>
                  </a:cubicBezTo>
                  <a:close/>
                  <a:moveTo>
                    <a:pt x="7902" y="372"/>
                  </a:moveTo>
                  <a:cubicBezTo>
                    <a:pt x="7899" y="372"/>
                    <a:pt x="7914" y="395"/>
                    <a:pt x="7954" y="454"/>
                  </a:cubicBezTo>
                  <a:cubicBezTo>
                    <a:pt x="7989" y="503"/>
                    <a:pt x="8001" y="530"/>
                    <a:pt x="7992" y="530"/>
                  </a:cubicBezTo>
                  <a:cubicBezTo>
                    <a:pt x="7984" y="530"/>
                    <a:pt x="7963" y="511"/>
                    <a:pt x="7930" y="470"/>
                  </a:cubicBezTo>
                  <a:lnTo>
                    <a:pt x="7905" y="487"/>
                  </a:lnTo>
                  <a:cubicBezTo>
                    <a:pt x="7897" y="495"/>
                    <a:pt x="7930" y="535"/>
                    <a:pt x="7962" y="584"/>
                  </a:cubicBezTo>
                  <a:cubicBezTo>
                    <a:pt x="8001" y="637"/>
                    <a:pt x="8016" y="659"/>
                    <a:pt x="8014" y="659"/>
                  </a:cubicBezTo>
                  <a:cubicBezTo>
                    <a:pt x="8012" y="659"/>
                    <a:pt x="8003" y="649"/>
                    <a:pt x="7986" y="633"/>
                  </a:cubicBezTo>
                  <a:cubicBezTo>
                    <a:pt x="7962" y="608"/>
                    <a:pt x="7930" y="584"/>
                    <a:pt x="7913" y="551"/>
                  </a:cubicBezTo>
                  <a:cubicBezTo>
                    <a:pt x="7893" y="521"/>
                    <a:pt x="7879" y="513"/>
                    <a:pt x="7870" y="513"/>
                  </a:cubicBezTo>
                  <a:cubicBezTo>
                    <a:pt x="7864" y="513"/>
                    <a:pt x="7860" y="516"/>
                    <a:pt x="7857" y="519"/>
                  </a:cubicBezTo>
                  <a:cubicBezTo>
                    <a:pt x="7848" y="527"/>
                    <a:pt x="7832" y="535"/>
                    <a:pt x="7865" y="584"/>
                  </a:cubicBezTo>
                  <a:lnTo>
                    <a:pt x="7832" y="535"/>
                  </a:lnTo>
                  <a:cubicBezTo>
                    <a:pt x="7831" y="536"/>
                    <a:pt x="7830" y="536"/>
                    <a:pt x="7828" y="536"/>
                  </a:cubicBezTo>
                  <a:cubicBezTo>
                    <a:pt x="7818" y="536"/>
                    <a:pt x="7804" y="521"/>
                    <a:pt x="7802" y="521"/>
                  </a:cubicBezTo>
                  <a:lnTo>
                    <a:pt x="7802" y="521"/>
                  </a:lnTo>
                  <a:cubicBezTo>
                    <a:pt x="7801" y="521"/>
                    <a:pt x="7805" y="527"/>
                    <a:pt x="7816" y="543"/>
                  </a:cubicBezTo>
                  <a:cubicBezTo>
                    <a:pt x="7816" y="543"/>
                    <a:pt x="7815" y="544"/>
                    <a:pt x="7812" y="544"/>
                  </a:cubicBezTo>
                  <a:cubicBezTo>
                    <a:pt x="7806" y="544"/>
                    <a:pt x="7792" y="541"/>
                    <a:pt x="7759" y="519"/>
                  </a:cubicBezTo>
                  <a:cubicBezTo>
                    <a:pt x="7752" y="515"/>
                    <a:pt x="7746" y="513"/>
                    <a:pt x="7742" y="513"/>
                  </a:cubicBezTo>
                  <a:cubicBezTo>
                    <a:pt x="7714" y="513"/>
                    <a:pt x="7754" y="601"/>
                    <a:pt x="7832" y="665"/>
                  </a:cubicBezTo>
                  <a:lnTo>
                    <a:pt x="7824" y="673"/>
                  </a:lnTo>
                  <a:cubicBezTo>
                    <a:pt x="7816" y="681"/>
                    <a:pt x="7848" y="730"/>
                    <a:pt x="7848" y="730"/>
                  </a:cubicBezTo>
                  <a:cubicBezTo>
                    <a:pt x="7881" y="770"/>
                    <a:pt x="7873" y="778"/>
                    <a:pt x="7865" y="787"/>
                  </a:cubicBezTo>
                  <a:cubicBezTo>
                    <a:pt x="7865" y="787"/>
                    <a:pt x="7832" y="738"/>
                    <a:pt x="7800" y="689"/>
                  </a:cubicBezTo>
                  <a:cubicBezTo>
                    <a:pt x="7750" y="612"/>
                    <a:pt x="7710" y="568"/>
                    <a:pt x="7701" y="568"/>
                  </a:cubicBezTo>
                  <a:cubicBezTo>
                    <a:pt x="7693" y="568"/>
                    <a:pt x="7704" y="596"/>
                    <a:pt x="7743" y="657"/>
                  </a:cubicBezTo>
                  <a:lnTo>
                    <a:pt x="7711" y="616"/>
                  </a:lnTo>
                  <a:cubicBezTo>
                    <a:pt x="7696" y="595"/>
                    <a:pt x="7687" y="584"/>
                    <a:pt x="7681" y="584"/>
                  </a:cubicBezTo>
                  <a:cubicBezTo>
                    <a:pt x="7674" y="584"/>
                    <a:pt x="7674" y="601"/>
                    <a:pt x="7678" y="633"/>
                  </a:cubicBezTo>
                  <a:cubicBezTo>
                    <a:pt x="7703" y="689"/>
                    <a:pt x="7727" y="738"/>
                    <a:pt x="7759" y="787"/>
                  </a:cubicBezTo>
                  <a:cubicBezTo>
                    <a:pt x="7792" y="827"/>
                    <a:pt x="7784" y="835"/>
                    <a:pt x="7784" y="835"/>
                  </a:cubicBezTo>
                  <a:cubicBezTo>
                    <a:pt x="7781" y="838"/>
                    <a:pt x="7780" y="839"/>
                    <a:pt x="7778" y="839"/>
                  </a:cubicBezTo>
                  <a:cubicBezTo>
                    <a:pt x="7773" y="839"/>
                    <a:pt x="7766" y="829"/>
                    <a:pt x="7743" y="795"/>
                  </a:cubicBezTo>
                  <a:cubicBezTo>
                    <a:pt x="7714" y="755"/>
                    <a:pt x="7693" y="736"/>
                    <a:pt x="7684" y="736"/>
                  </a:cubicBezTo>
                  <a:cubicBezTo>
                    <a:pt x="7673" y="736"/>
                    <a:pt x="7679" y="765"/>
                    <a:pt x="7711" y="819"/>
                  </a:cubicBezTo>
                  <a:lnTo>
                    <a:pt x="7678" y="770"/>
                  </a:lnTo>
                  <a:cubicBezTo>
                    <a:pt x="7659" y="742"/>
                    <a:pt x="7638" y="719"/>
                    <a:pt x="7620" y="719"/>
                  </a:cubicBezTo>
                  <a:cubicBezTo>
                    <a:pt x="7607" y="719"/>
                    <a:pt x="7596" y="732"/>
                    <a:pt x="7589" y="762"/>
                  </a:cubicBezTo>
                  <a:cubicBezTo>
                    <a:pt x="7566" y="776"/>
                    <a:pt x="7548" y="790"/>
                    <a:pt x="7529" y="790"/>
                  </a:cubicBezTo>
                  <a:cubicBezTo>
                    <a:pt x="7515" y="790"/>
                    <a:pt x="7501" y="783"/>
                    <a:pt x="7484" y="762"/>
                  </a:cubicBezTo>
                  <a:cubicBezTo>
                    <a:pt x="7479" y="755"/>
                    <a:pt x="7475" y="751"/>
                    <a:pt x="7473" y="751"/>
                  </a:cubicBezTo>
                  <a:lnTo>
                    <a:pt x="7473" y="751"/>
                  </a:lnTo>
                  <a:cubicBezTo>
                    <a:pt x="7462" y="751"/>
                    <a:pt x="7490" y="852"/>
                    <a:pt x="7524" y="941"/>
                  </a:cubicBezTo>
                  <a:cubicBezTo>
                    <a:pt x="7506" y="913"/>
                    <a:pt x="7495" y="904"/>
                    <a:pt x="7487" y="904"/>
                  </a:cubicBezTo>
                  <a:cubicBezTo>
                    <a:pt x="7480" y="904"/>
                    <a:pt x="7474" y="909"/>
                    <a:pt x="7467" y="916"/>
                  </a:cubicBezTo>
                  <a:cubicBezTo>
                    <a:pt x="7456" y="922"/>
                    <a:pt x="7448" y="926"/>
                    <a:pt x="7442" y="926"/>
                  </a:cubicBezTo>
                  <a:cubicBezTo>
                    <a:pt x="7431" y="926"/>
                    <a:pt x="7423" y="915"/>
                    <a:pt x="7403" y="884"/>
                  </a:cubicBezTo>
                  <a:cubicBezTo>
                    <a:pt x="7375" y="836"/>
                    <a:pt x="7361" y="812"/>
                    <a:pt x="7359" y="812"/>
                  </a:cubicBezTo>
                  <a:lnTo>
                    <a:pt x="7359" y="812"/>
                  </a:lnTo>
                  <a:cubicBezTo>
                    <a:pt x="7357" y="812"/>
                    <a:pt x="7370" y="838"/>
                    <a:pt x="7394" y="892"/>
                  </a:cubicBezTo>
                  <a:cubicBezTo>
                    <a:pt x="7420" y="935"/>
                    <a:pt x="7421" y="955"/>
                    <a:pt x="7409" y="955"/>
                  </a:cubicBezTo>
                  <a:cubicBezTo>
                    <a:pt x="7393" y="955"/>
                    <a:pt x="7357" y="925"/>
                    <a:pt x="7321" y="876"/>
                  </a:cubicBezTo>
                  <a:cubicBezTo>
                    <a:pt x="7301" y="845"/>
                    <a:pt x="7291" y="837"/>
                    <a:pt x="7279" y="837"/>
                  </a:cubicBezTo>
                  <a:cubicBezTo>
                    <a:pt x="7273" y="837"/>
                    <a:pt x="7266" y="840"/>
                    <a:pt x="7257" y="843"/>
                  </a:cubicBezTo>
                  <a:cubicBezTo>
                    <a:pt x="7281" y="900"/>
                    <a:pt x="7265" y="908"/>
                    <a:pt x="7240" y="924"/>
                  </a:cubicBezTo>
                  <a:cubicBezTo>
                    <a:pt x="7216" y="941"/>
                    <a:pt x="7216" y="941"/>
                    <a:pt x="7281" y="1038"/>
                  </a:cubicBezTo>
                  <a:cubicBezTo>
                    <a:pt x="7346" y="1127"/>
                    <a:pt x="7338" y="1135"/>
                    <a:pt x="7313" y="1151"/>
                  </a:cubicBezTo>
                  <a:cubicBezTo>
                    <a:pt x="7311" y="1151"/>
                    <a:pt x="7309" y="1152"/>
                    <a:pt x="7306" y="1152"/>
                  </a:cubicBezTo>
                  <a:cubicBezTo>
                    <a:pt x="7299" y="1152"/>
                    <a:pt x="7288" y="1148"/>
                    <a:pt x="7265" y="1119"/>
                  </a:cubicBezTo>
                  <a:cubicBezTo>
                    <a:pt x="7265" y="1119"/>
                    <a:pt x="7224" y="1078"/>
                    <a:pt x="7208" y="1078"/>
                  </a:cubicBezTo>
                  <a:cubicBezTo>
                    <a:pt x="7205" y="1082"/>
                    <a:pt x="7202" y="1085"/>
                    <a:pt x="7197" y="1085"/>
                  </a:cubicBezTo>
                  <a:cubicBezTo>
                    <a:pt x="7190" y="1085"/>
                    <a:pt x="7179" y="1076"/>
                    <a:pt x="7159" y="1046"/>
                  </a:cubicBezTo>
                  <a:cubicBezTo>
                    <a:pt x="7159" y="1046"/>
                    <a:pt x="7131" y="1018"/>
                    <a:pt x="7108" y="1018"/>
                  </a:cubicBezTo>
                  <a:cubicBezTo>
                    <a:pt x="7103" y="1018"/>
                    <a:pt x="7099" y="1019"/>
                    <a:pt x="7094" y="1022"/>
                  </a:cubicBezTo>
                  <a:cubicBezTo>
                    <a:pt x="7087" y="1029"/>
                    <a:pt x="7078" y="1035"/>
                    <a:pt x="7067" y="1035"/>
                  </a:cubicBezTo>
                  <a:cubicBezTo>
                    <a:pt x="7054" y="1035"/>
                    <a:pt x="7039" y="1027"/>
                    <a:pt x="7021" y="1005"/>
                  </a:cubicBezTo>
                  <a:cubicBezTo>
                    <a:pt x="7013" y="1005"/>
                    <a:pt x="7013" y="1005"/>
                    <a:pt x="7046" y="1054"/>
                  </a:cubicBezTo>
                  <a:cubicBezTo>
                    <a:pt x="7074" y="1096"/>
                    <a:pt x="7096" y="1138"/>
                    <a:pt x="7054" y="1138"/>
                  </a:cubicBezTo>
                  <a:cubicBezTo>
                    <a:pt x="7047" y="1138"/>
                    <a:pt x="7039" y="1137"/>
                    <a:pt x="7030" y="1135"/>
                  </a:cubicBezTo>
                  <a:cubicBezTo>
                    <a:pt x="7013" y="1143"/>
                    <a:pt x="6981" y="1168"/>
                    <a:pt x="7013" y="1208"/>
                  </a:cubicBezTo>
                  <a:cubicBezTo>
                    <a:pt x="7011" y="1211"/>
                    <a:pt x="7009" y="1212"/>
                    <a:pt x="7007" y="1212"/>
                  </a:cubicBezTo>
                  <a:cubicBezTo>
                    <a:pt x="7002" y="1212"/>
                    <a:pt x="6995" y="1204"/>
                    <a:pt x="6973" y="1176"/>
                  </a:cubicBezTo>
                  <a:cubicBezTo>
                    <a:pt x="6944" y="1132"/>
                    <a:pt x="6924" y="1111"/>
                    <a:pt x="6916" y="1111"/>
                  </a:cubicBezTo>
                  <a:cubicBezTo>
                    <a:pt x="6905" y="1111"/>
                    <a:pt x="6910" y="1142"/>
                    <a:pt x="6932" y="1200"/>
                  </a:cubicBezTo>
                  <a:cubicBezTo>
                    <a:pt x="6950" y="1222"/>
                    <a:pt x="6956" y="1235"/>
                    <a:pt x="6950" y="1235"/>
                  </a:cubicBezTo>
                  <a:cubicBezTo>
                    <a:pt x="6946" y="1235"/>
                    <a:pt x="6934" y="1226"/>
                    <a:pt x="6916" y="1208"/>
                  </a:cubicBezTo>
                  <a:lnTo>
                    <a:pt x="6916" y="1208"/>
                  </a:lnTo>
                  <a:cubicBezTo>
                    <a:pt x="6916" y="1208"/>
                    <a:pt x="6908" y="1216"/>
                    <a:pt x="6932" y="1273"/>
                  </a:cubicBezTo>
                  <a:cubicBezTo>
                    <a:pt x="6946" y="1300"/>
                    <a:pt x="6949" y="1312"/>
                    <a:pt x="6942" y="1312"/>
                  </a:cubicBezTo>
                  <a:cubicBezTo>
                    <a:pt x="6935" y="1312"/>
                    <a:pt x="6922" y="1304"/>
                    <a:pt x="6900" y="1289"/>
                  </a:cubicBezTo>
                  <a:cubicBezTo>
                    <a:pt x="6880" y="1259"/>
                    <a:pt x="6869" y="1251"/>
                    <a:pt x="6862" y="1251"/>
                  </a:cubicBezTo>
                  <a:cubicBezTo>
                    <a:pt x="6857" y="1251"/>
                    <a:pt x="6854" y="1254"/>
                    <a:pt x="6851" y="1257"/>
                  </a:cubicBezTo>
                  <a:cubicBezTo>
                    <a:pt x="6858" y="1302"/>
                    <a:pt x="6792" y="1358"/>
                    <a:pt x="6744" y="1358"/>
                  </a:cubicBezTo>
                  <a:cubicBezTo>
                    <a:pt x="6732" y="1358"/>
                    <a:pt x="6722" y="1354"/>
                    <a:pt x="6713" y="1346"/>
                  </a:cubicBezTo>
                  <a:lnTo>
                    <a:pt x="6713" y="1346"/>
                  </a:lnTo>
                  <a:cubicBezTo>
                    <a:pt x="6738" y="1403"/>
                    <a:pt x="6738" y="1403"/>
                    <a:pt x="6722" y="1403"/>
                  </a:cubicBezTo>
                  <a:cubicBezTo>
                    <a:pt x="6696" y="1374"/>
                    <a:pt x="6682" y="1362"/>
                    <a:pt x="6678" y="1362"/>
                  </a:cubicBezTo>
                  <a:lnTo>
                    <a:pt x="6678" y="1362"/>
                  </a:lnTo>
                  <a:cubicBezTo>
                    <a:pt x="6671" y="1362"/>
                    <a:pt x="6696" y="1404"/>
                    <a:pt x="6738" y="1468"/>
                  </a:cubicBezTo>
                  <a:lnTo>
                    <a:pt x="6746" y="1460"/>
                  </a:lnTo>
                  <a:lnTo>
                    <a:pt x="6762" y="1451"/>
                  </a:lnTo>
                  <a:cubicBezTo>
                    <a:pt x="6794" y="1499"/>
                    <a:pt x="6802" y="1527"/>
                    <a:pt x="6791" y="1527"/>
                  </a:cubicBezTo>
                  <a:cubicBezTo>
                    <a:pt x="6779" y="1527"/>
                    <a:pt x="6747" y="1497"/>
                    <a:pt x="6697" y="1427"/>
                  </a:cubicBezTo>
                  <a:cubicBezTo>
                    <a:pt x="6658" y="1383"/>
                    <a:pt x="6637" y="1361"/>
                    <a:pt x="6634" y="1361"/>
                  </a:cubicBezTo>
                  <a:lnTo>
                    <a:pt x="6634" y="1361"/>
                  </a:lnTo>
                  <a:cubicBezTo>
                    <a:pt x="6630" y="1361"/>
                    <a:pt x="6644" y="1385"/>
                    <a:pt x="6673" y="1435"/>
                  </a:cubicBezTo>
                  <a:cubicBezTo>
                    <a:pt x="6703" y="1491"/>
                    <a:pt x="6715" y="1518"/>
                    <a:pt x="6708" y="1518"/>
                  </a:cubicBezTo>
                  <a:cubicBezTo>
                    <a:pt x="6703" y="1518"/>
                    <a:pt x="6683" y="1497"/>
                    <a:pt x="6649" y="1460"/>
                  </a:cubicBezTo>
                  <a:cubicBezTo>
                    <a:pt x="6617" y="1412"/>
                    <a:pt x="6601" y="1388"/>
                    <a:pt x="6599" y="1388"/>
                  </a:cubicBezTo>
                  <a:lnTo>
                    <a:pt x="6599" y="1388"/>
                  </a:lnTo>
                  <a:cubicBezTo>
                    <a:pt x="6597" y="1388"/>
                    <a:pt x="6611" y="1414"/>
                    <a:pt x="6640" y="1468"/>
                  </a:cubicBezTo>
                  <a:cubicBezTo>
                    <a:pt x="6702" y="1582"/>
                    <a:pt x="6731" y="1652"/>
                    <a:pt x="6717" y="1652"/>
                  </a:cubicBezTo>
                  <a:cubicBezTo>
                    <a:pt x="6708" y="1652"/>
                    <a:pt x="6678" y="1617"/>
                    <a:pt x="6624" y="1541"/>
                  </a:cubicBezTo>
                  <a:cubicBezTo>
                    <a:pt x="6565" y="1459"/>
                    <a:pt x="6519" y="1418"/>
                    <a:pt x="6505" y="1418"/>
                  </a:cubicBezTo>
                  <a:cubicBezTo>
                    <a:pt x="6504" y="1418"/>
                    <a:pt x="6503" y="1418"/>
                    <a:pt x="6503" y="1419"/>
                  </a:cubicBezTo>
                  <a:cubicBezTo>
                    <a:pt x="6494" y="1427"/>
                    <a:pt x="6527" y="1468"/>
                    <a:pt x="6559" y="1516"/>
                  </a:cubicBezTo>
                  <a:cubicBezTo>
                    <a:pt x="6598" y="1563"/>
                    <a:pt x="6614" y="1585"/>
                    <a:pt x="6608" y="1585"/>
                  </a:cubicBezTo>
                  <a:cubicBezTo>
                    <a:pt x="6604" y="1585"/>
                    <a:pt x="6582" y="1567"/>
                    <a:pt x="6543" y="1532"/>
                  </a:cubicBezTo>
                  <a:cubicBezTo>
                    <a:pt x="6481" y="1474"/>
                    <a:pt x="6443" y="1447"/>
                    <a:pt x="6424" y="1447"/>
                  </a:cubicBezTo>
                  <a:cubicBezTo>
                    <a:pt x="6405" y="1447"/>
                    <a:pt x="6409" y="1478"/>
                    <a:pt x="6430" y="1532"/>
                  </a:cubicBezTo>
                  <a:cubicBezTo>
                    <a:pt x="6443" y="1600"/>
                    <a:pt x="6442" y="1635"/>
                    <a:pt x="6431" y="1635"/>
                  </a:cubicBezTo>
                  <a:cubicBezTo>
                    <a:pt x="6422" y="1635"/>
                    <a:pt x="6407" y="1612"/>
                    <a:pt x="6389" y="1565"/>
                  </a:cubicBezTo>
                  <a:cubicBezTo>
                    <a:pt x="6361" y="1504"/>
                    <a:pt x="6349" y="1478"/>
                    <a:pt x="6347" y="1478"/>
                  </a:cubicBezTo>
                  <a:lnTo>
                    <a:pt x="6347" y="1478"/>
                  </a:lnTo>
                  <a:cubicBezTo>
                    <a:pt x="6346" y="1478"/>
                    <a:pt x="6350" y="1492"/>
                    <a:pt x="6357" y="1516"/>
                  </a:cubicBezTo>
                  <a:lnTo>
                    <a:pt x="6308" y="1549"/>
                  </a:lnTo>
                  <a:cubicBezTo>
                    <a:pt x="6300" y="1557"/>
                    <a:pt x="6324" y="1605"/>
                    <a:pt x="6357" y="1654"/>
                  </a:cubicBezTo>
                  <a:cubicBezTo>
                    <a:pt x="6311" y="1604"/>
                    <a:pt x="6276" y="1572"/>
                    <a:pt x="6262" y="1572"/>
                  </a:cubicBezTo>
                  <a:cubicBezTo>
                    <a:pt x="6252" y="1572"/>
                    <a:pt x="6254" y="1592"/>
                    <a:pt x="6276" y="1638"/>
                  </a:cubicBezTo>
                  <a:lnTo>
                    <a:pt x="6251" y="1654"/>
                  </a:lnTo>
                  <a:cubicBezTo>
                    <a:pt x="6243" y="1662"/>
                    <a:pt x="6243" y="1662"/>
                    <a:pt x="6267" y="1711"/>
                  </a:cubicBezTo>
                  <a:cubicBezTo>
                    <a:pt x="6276" y="1731"/>
                    <a:pt x="6276" y="1739"/>
                    <a:pt x="6269" y="1739"/>
                  </a:cubicBezTo>
                  <a:cubicBezTo>
                    <a:pt x="6258" y="1739"/>
                    <a:pt x="6229" y="1713"/>
                    <a:pt x="6203" y="1687"/>
                  </a:cubicBezTo>
                  <a:cubicBezTo>
                    <a:pt x="6175" y="1659"/>
                    <a:pt x="6148" y="1632"/>
                    <a:pt x="6143" y="1632"/>
                  </a:cubicBezTo>
                  <a:lnTo>
                    <a:pt x="6143" y="1632"/>
                  </a:lnTo>
                  <a:cubicBezTo>
                    <a:pt x="6141" y="1632"/>
                    <a:pt x="6143" y="1638"/>
                    <a:pt x="6154" y="1654"/>
                  </a:cubicBezTo>
                  <a:cubicBezTo>
                    <a:pt x="6178" y="1703"/>
                    <a:pt x="6203" y="1751"/>
                    <a:pt x="6219" y="1808"/>
                  </a:cubicBezTo>
                  <a:cubicBezTo>
                    <a:pt x="6227" y="1827"/>
                    <a:pt x="6228" y="1835"/>
                    <a:pt x="6224" y="1835"/>
                  </a:cubicBezTo>
                  <a:cubicBezTo>
                    <a:pt x="6217" y="1835"/>
                    <a:pt x="6194" y="1805"/>
                    <a:pt x="6178" y="1768"/>
                  </a:cubicBezTo>
                  <a:cubicBezTo>
                    <a:pt x="6162" y="1735"/>
                    <a:pt x="6130" y="1711"/>
                    <a:pt x="6089" y="1687"/>
                  </a:cubicBezTo>
                  <a:lnTo>
                    <a:pt x="6089" y="1687"/>
                  </a:lnTo>
                  <a:cubicBezTo>
                    <a:pt x="6081" y="1695"/>
                    <a:pt x="6065" y="1711"/>
                    <a:pt x="6097" y="1760"/>
                  </a:cubicBezTo>
                  <a:cubicBezTo>
                    <a:pt x="6120" y="1788"/>
                    <a:pt x="6098" y="1817"/>
                    <a:pt x="6069" y="1817"/>
                  </a:cubicBezTo>
                  <a:cubicBezTo>
                    <a:pt x="6057" y="1817"/>
                    <a:pt x="6044" y="1812"/>
                    <a:pt x="6032" y="1800"/>
                  </a:cubicBezTo>
                  <a:lnTo>
                    <a:pt x="6008" y="1816"/>
                  </a:lnTo>
                  <a:cubicBezTo>
                    <a:pt x="6000" y="1824"/>
                    <a:pt x="6024" y="1873"/>
                    <a:pt x="6016" y="1881"/>
                  </a:cubicBezTo>
                  <a:cubicBezTo>
                    <a:pt x="6016" y="1881"/>
                    <a:pt x="6000" y="1889"/>
                    <a:pt x="6024" y="1938"/>
                  </a:cubicBezTo>
                  <a:cubicBezTo>
                    <a:pt x="6021" y="1941"/>
                    <a:pt x="6018" y="1944"/>
                    <a:pt x="6014" y="1944"/>
                  </a:cubicBezTo>
                  <a:cubicBezTo>
                    <a:pt x="6007" y="1944"/>
                    <a:pt x="5996" y="1936"/>
                    <a:pt x="5976" y="1905"/>
                  </a:cubicBezTo>
                  <a:lnTo>
                    <a:pt x="5976" y="1905"/>
                  </a:lnTo>
                  <a:cubicBezTo>
                    <a:pt x="6005" y="1956"/>
                    <a:pt x="6019" y="1981"/>
                    <a:pt x="6015" y="1981"/>
                  </a:cubicBezTo>
                  <a:cubicBezTo>
                    <a:pt x="6010" y="1981"/>
                    <a:pt x="5990" y="1960"/>
                    <a:pt x="5951" y="1922"/>
                  </a:cubicBezTo>
                  <a:cubicBezTo>
                    <a:pt x="5919" y="1873"/>
                    <a:pt x="5903" y="1849"/>
                    <a:pt x="5902" y="1849"/>
                  </a:cubicBezTo>
                  <a:lnTo>
                    <a:pt x="5902" y="1849"/>
                  </a:lnTo>
                  <a:cubicBezTo>
                    <a:pt x="5901" y="1849"/>
                    <a:pt x="5915" y="1873"/>
                    <a:pt x="5943" y="1922"/>
                  </a:cubicBezTo>
                  <a:cubicBezTo>
                    <a:pt x="5956" y="1952"/>
                    <a:pt x="5962" y="1967"/>
                    <a:pt x="5959" y="1967"/>
                  </a:cubicBezTo>
                  <a:cubicBezTo>
                    <a:pt x="5956" y="1967"/>
                    <a:pt x="5946" y="1956"/>
                    <a:pt x="5927" y="1938"/>
                  </a:cubicBezTo>
                  <a:cubicBezTo>
                    <a:pt x="5912" y="1916"/>
                    <a:pt x="5901" y="1905"/>
                    <a:pt x="5896" y="1905"/>
                  </a:cubicBezTo>
                  <a:cubicBezTo>
                    <a:pt x="5890" y="1905"/>
                    <a:pt x="5893" y="1920"/>
                    <a:pt x="5911" y="1946"/>
                  </a:cubicBezTo>
                  <a:cubicBezTo>
                    <a:pt x="5949" y="2011"/>
                    <a:pt x="5965" y="2061"/>
                    <a:pt x="5952" y="2061"/>
                  </a:cubicBezTo>
                  <a:cubicBezTo>
                    <a:pt x="5946" y="2061"/>
                    <a:pt x="5932" y="2049"/>
                    <a:pt x="5911" y="2019"/>
                  </a:cubicBezTo>
                  <a:lnTo>
                    <a:pt x="5911" y="2019"/>
                  </a:lnTo>
                  <a:cubicBezTo>
                    <a:pt x="5911" y="2019"/>
                    <a:pt x="5903" y="2027"/>
                    <a:pt x="5919" y="2076"/>
                  </a:cubicBezTo>
                  <a:cubicBezTo>
                    <a:pt x="5948" y="2125"/>
                    <a:pt x="5962" y="2150"/>
                    <a:pt x="5960" y="2150"/>
                  </a:cubicBezTo>
                  <a:cubicBezTo>
                    <a:pt x="5959" y="2150"/>
                    <a:pt x="5942" y="2127"/>
                    <a:pt x="5911" y="2084"/>
                  </a:cubicBezTo>
                  <a:cubicBezTo>
                    <a:pt x="5877" y="2042"/>
                    <a:pt x="5857" y="2022"/>
                    <a:pt x="5851" y="2022"/>
                  </a:cubicBezTo>
                  <a:lnTo>
                    <a:pt x="5851" y="2022"/>
                  </a:lnTo>
                  <a:cubicBezTo>
                    <a:pt x="5844" y="2022"/>
                    <a:pt x="5856" y="2048"/>
                    <a:pt x="5886" y="2100"/>
                  </a:cubicBezTo>
                  <a:cubicBezTo>
                    <a:pt x="5886" y="2100"/>
                    <a:pt x="5895" y="2131"/>
                    <a:pt x="5884" y="2131"/>
                  </a:cubicBezTo>
                  <a:cubicBezTo>
                    <a:pt x="5879" y="2131"/>
                    <a:pt x="5873" y="2127"/>
                    <a:pt x="5862" y="2116"/>
                  </a:cubicBezTo>
                  <a:cubicBezTo>
                    <a:pt x="5841" y="2102"/>
                    <a:pt x="5812" y="2093"/>
                    <a:pt x="5791" y="2093"/>
                  </a:cubicBezTo>
                  <a:cubicBezTo>
                    <a:pt x="5763" y="2093"/>
                    <a:pt x="5751" y="2110"/>
                    <a:pt x="5797" y="2157"/>
                  </a:cubicBezTo>
                  <a:lnTo>
                    <a:pt x="5773" y="2173"/>
                  </a:lnTo>
                  <a:cubicBezTo>
                    <a:pt x="5753" y="2160"/>
                    <a:pt x="5740" y="2154"/>
                    <a:pt x="5733" y="2154"/>
                  </a:cubicBezTo>
                  <a:cubicBezTo>
                    <a:pt x="5723" y="2154"/>
                    <a:pt x="5726" y="2168"/>
                    <a:pt x="5740" y="2197"/>
                  </a:cubicBezTo>
                  <a:lnTo>
                    <a:pt x="5757" y="2254"/>
                  </a:lnTo>
                  <a:cubicBezTo>
                    <a:pt x="5727" y="2210"/>
                    <a:pt x="5691" y="2172"/>
                    <a:pt x="5678" y="2172"/>
                  </a:cubicBezTo>
                  <a:cubicBezTo>
                    <a:pt x="5677" y="2172"/>
                    <a:pt x="5676" y="2172"/>
                    <a:pt x="5676" y="2173"/>
                  </a:cubicBezTo>
                  <a:cubicBezTo>
                    <a:pt x="5667" y="2181"/>
                    <a:pt x="5667" y="2181"/>
                    <a:pt x="5700" y="2222"/>
                  </a:cubicBezTo>
                  <a:cubicBezTo>
                    <a:pt x="5740" y="2262"/>
                    <a:pt x="5732" y="2270"/>
                    <a:pt x="5724" y="2278"/>
                  </a:cubicBezTo>
                  <a:cubicBezTo>
                    <a:pt x="5723" y="2279"/>
                    <a:pt x="5721" y="2279"/>
                    <a:pt x="5720" y="2279"/>
                  </a:cubicBezTo>
                  <a:cubicBezTo>
                    <a:pt x="5701" y="2279"/>
                    <a:pt x="5665" y="2242"/>
                    <a:pt x="5635" y="2197"/>
                  </a:cubicBezTo>
                  <a:lnTo>
                    <a:pt x="5627" y="2205"/>
                  </a:lnTo>
                  <a:cubicBezTo>
                    <a:pt x="5666" y="2259"/>
                    <a:pt x="5679" y="2284"/>
                    <a:pt x="5675" y="2284"/>
                  </a:cubicBezTo>
                  <a:cubicBezTo>
                    <a:pt x="5673" y="2284"/>
                    <a:pt x="5664" y="2273"/>
                    <a:pt x="5651" y="2254"/>
                  </a:cubicBezTo>
                  <a:cubicBezTo>
                    <a:pt x="5622" y="2230"/>
                    <a:pt x="5608" y="2223"/>
                    <a:pt x="5599" y="2223"/>
                  </a:cubicBezTo>
                  <a:cubicBezTo>
                    <a:pt x="5593" y="2223"/>
                    <a:pt x="5590" y="2226"/>
                    <a:pt x="5586" y="2230"/>
                  </a:cubicBezTo>
                  <a:lnTo>
                    <a:pt x="5554" y="2181"/>
                  </a:lnTo>
                  <a:cubicBezTo>
                    <a:pt x="5544" y="2173"/>
                    <a:pt x="5538" y="2169"/>
                    <a:pt x="5536" y="2169"/>
                  </a:cubicBezTo>
                  <a:lnTo>
                    <a:pt x="5536" y="2169"/>
                  </a:lnTo>
                  <a:cubicBezTo>
                    <a:pt x="5530" y="2169"/>
                    <a:pt x="5554" y="2201"/>
                    <a:pt x="5578" y="2238"/>
                  </a:cubicBezTo>
                  <a:lnTo>
                    <a:pt x="5554" y="2246"/>
                  </a:lnTo>
                  <a:cubicBezTo>
                    <a:pt x="5546" y="2254"/>
                    <a:pt x="5538" y="2262"/>
                    <a:pt x="5578" y="2303"/>
                  </a:cubicBezTo>
                  <a:cubicBezTo>
                    <a:pt x="5611" y="2351"/>
                    <a:pt x="5643" y="2392"/>
                    <a:pt x="5635" y="2400"/>
                  </a:cubicBezTo>
                  <a:cubicBezTo>
                    <a:pt x="5605" y="2356"/>
                    <a:pt x="5576" y="2318"/>
                    <a:pt x="5565" y="2318"/>
                  </a:cubicBezTo>
                  <a:cubicBezTo>
                    <a:pt x="5564" y="2318"/>
                    <a:pt x="5563" y="2318"/>
                    <a:pt x="5562" y="2319"/>
                  </a:cubicBezTo>
                  <a:cubicBezTo>
                    <a:pt x="5554" y="2319"/>
                    <a:pt x="5522" y="2278"/>
                    <a:pt x="5522" y="2278"/>
                  </a:cubicBezTo>
                  <a:cubicBezTo>
                    <a:pt x="5500" y="2242"/>
                    <a:pt x="5486" y="2228"/>
                    <a:pt x="5478" y="2228"/>
                  </a:cubicBezTo>
                  <a:cubicBezTo>
                    <a:pt x="5463" y="2228"/>
                    <a:pt x="5466" y="2267"/>
                    <a:pt x="5481" y="2303"/>
                  </a:cubicBezTo>
                  <a:cubicBezTo>
                    <a:pt x="5507" y="2359"/>
                    <a:pt x="5514" y="2387"/>
                    <a:pt x="5506" y="2387"/>
                  </a:cubicBezTo>
                  <a:cubicBezTo>
                    <a:pt x="5499" y="2387"/>
                    <a:pt x="5479" y="2365"/>
                    <a:pt x="5449" y="2319"/>
                  </a:cubicBezTo>
                  <a:cubicBezTo>
                    <a:pt x="5432" y="2296"/>
                    <a:pt x="5423" y="2286"/>
                    <a:pt x="5420" y="2286"/>
                  </a:cubicBezTo>
                  <a:lnTo>
                    <a:pt x="5420" y="2286"/>
                  </a:lnTo>
                  <a:cubicBezTo>
                    <a:pt x="5411" y="2286"/>
                    <a:pt x="5455" y="2372"/>
                    <a:pt x="5522" y="2481"/>
                  </a:cubicBezTo>
                  <a:lnTo>
                    <a:pt x="5611" y="2627"/>
                  </a:lnTo>
                  <a:lnTo>
                    <a:pt x="5513" y="2489"/>
                  </a:lnTo>
                  <a:cubicBezTo>
                    <a:pt x="5431" y="2388"/>
                    <a:pt x="5395" y="2345"/>
                    <a:pt x="5387" y="2345"/>
                  </a:cubicBezTo>
                  <a:lnTo>
                    <a:pt x="5387" y="2345"/>
                  </a:lnTo>
                  <a:cubicBezTo>
                    <a:pt x="5380" y="2345"/>
                    <a:pt x="5390" y="2370"/>
                    <a:pt x="5408" y="2416"/>
                  </a:cubicBezTo>
                  <a:cubicBezTo>
                    <a:pt x="5412" y="2451"/>
                    <a:pt x="5414" y="2467"/>
                    <a:pt x="5410" y="2467"/>
                  </a:cubicBezTo>
                  <a:cubicBezTo>
                    <a:pt x="5407" y="2467"/>
                    <a:pt x="5399" y="2455"/>
                    <a:pt x="5384" y="2432"/>
                  </a:cubicBezTo>
                  <a:cubicBezTo>
                    <a:pt x="5365" y="2405"/>
                    <a:pt x="5355" y="2396"/>
                    <a:pt x="5343" y="2396"/>
                  </a:cubicBezTo>
                  <a:cubicBezTo>
                    <a:pt x="5334" y="2396"/>
                    <a:pt x="5325" y="2401"/>
                    <a:pt x="5311" y="2408"/>
                  </a:cubicBezTo>
                  <a:cubicBezTo>
                    <a:pt x="5286" y="2432"/>
                    <a:pt x="5278" y="2441"/>
                    <a:pt x="5311" y="2481"/>
                  </a:cubicBezTo>
                  <a:lnTo>
                    <a:pt x="5286" y="2497"/>
                  </a:lnTo>
                  <a:cubicBezTo>
                    <a:pt x="5261" y="2467"/>
                    <a:pt x="5247" y="2454"/>
                    <a:pt x="5242" y="2454"/>
                  </a:cubicBezTo>
                  <a:cubicBezTo>
                    <a:pt x="5231" y="2454"/>
                    <a:pt x="5255" y="2501"/>
                    <a:pt x="5303" y="2554"/>
                  </a:cubicBezTo>
                  <a:cubicBezTo>
                    <a:pt x="5303" y="2554"/>
                    <a:pt x="5295" y="2562"/>
                    <a:pt x="5278" y="2570"/>
                  </a:cubicBezTo>
                  <a:lnTo>
                    <a:pt x="5246" y="2522"/>
                  </a:lnTo>
                  <a:cubicBezTo>
                    <a:pt x="5232" y="2501"/>
                    <a:pt x="5222" y="2492"/>
                    <a:pt x="5208" y="2492"/>
                  </a:cubicBezTo>
                  <a:cubicBezTo>
                    <a:pt x="5188" y="2492"/>
                    <a:pt x="5163" y="2510"/>
                    <a:pt x="5116" y="2538"/>
                  </a:cubicBezTo>
                  <a:cubicBezTo>
                    <a:pt x="5027" y="2603"/>
                    <a:pt x="5019" y="2603"/>
                    <a:pt x="5084" y="2700"/>
                  </a:cubicBezTo>
                  <a:cubicBezTo>
                    <a:pt x="5113" y="2751"/>
                    <a:pt x="5125" y="2777"/>
                    <a:pt x="5121" y="2777"/>
                  </a:cubicBezTo>
                  <a:cubicBezTo>
                    <a:pt x="5117" y="2777"/>
                    <a:pt x="5099" y="2755"/>
                    <a:pt x="5068" y="2708"/>
                  </a:cubicBezTo>
                  <a:cubicBezTo>
                    <a:pt x="5046" y="2681"/>
                    <a:pt x="5020" y="2653"/>
                    <a:pt x="5016" y="2653"/>
                  </a:cubicBezTo>
                  <a:lnTo>
                    <a:pt x="5016" y="2653"/>
                  </a:lnTo>
                  <a:cubicBezTo>
                    <a:pt x="5014" y="2653"/>
                    <a:pt x="5016" y="2660"/>
                    <a:pt x="5027" y="2676"/>
                  </a:cubicBezTo>
                  <a:cubicBezTo>
                    <a:pt x="5027" y="2676"/>
                    <a:pt x="5025" y="2676"/>
                    <a:pt x="5021" y="2676"/>
                  </a:cubicBezTo>
                  <a:cubicBezTo>
                    <a:pt x="5012" y="2676"/>
                    <a:pt x="4991" y="2672"/>
                    <a:pt x="4962" y="2643"/>
                  </a:cubicBezTo>
                  <a:cubicBezTo>
                    <a:pt x="4928" y="2618"/>
                    <a:pt x="4909" y="2608"/>
                    <a:pt x="4900" y="2608"/>
                  </a:cubicBezTo>
                  <a:cubicBezTo>
                    <a:pt x="4883" y="2608"/>
                    <a:pt x="4901" y="2641"/>
                    <a:pt x="4922" y="2668"/>
                  </a:cubicBezTo>
                  <a:cubicBezTo>
                    <a:pt x="4957" y="2707"/>
                    <a:pt x="4968" y="2721"/>
                    <a:pt x="4965" y="2721"/>
                  </a:cubicBezTo>
                  <a:cubicBezTo>
                    <a:pt x="4961" y="2721"/>
                    <a:pt x="4936" y="2698"/>
                    <a:pt x="4913" y="2676"/>
                  </a:cubicBezTo>
                  <a:cubicBezTo>
                    <a:pt x="4886" y="2648"/>
                    <a:pt x="4855" y="2621"/>
                    <a:pt x="4850" y="2621"/>
                  </a:cubicBezTo>
                  <a:lnTo>
                    <a:pt x="4850" y="2621"/>
                  </a:lnTo>
                  <a:cubicBezTo>
                    <a:pt x="4848" y="2621"/>
                    <a:pt x="4852" y="2627"/>
                    <a:pt x="4865" y="2643"/>
                  </a:cubicBezTo>
                  <a:cubicBezTo>
                    <a:pt x="4876" y="2682"/>
                    <a:pt x="4868" y="2732"/>
                    <a:pt x="4842" y="2732"/>
                  </a:cubicBezTo>
                  <a:cubicBezTo>
                    <a:pt x="4829" y="2732"/>
                    <a:pt x="4813" y="2720"/>
                    <a:pt x="4792" y="2692"/>
                  </a:cubicBezTo>
                  <a:lnTo>
                    <a:pt x="4776" y="2700"/>
                  </a:lnTo>
                  <a:cubicBezTo>
                    <a:pt x="4808" y="2749"/>
                    <a:pt x="4784" y="2765"/>
                    <a:pt x="4768" y="2773"/>
                  </a:cubicBezTo>
                  <a:cubicBezTo>
                    <a:pt x="4760" y="2780"/>
                    <a:pt x="4753" y="2786"/>
                    <a:pt x="4745" y="2786"/>
                  </a:cubicBezTo>
                  <a:cubicBezTo>
                    <a:pt x="4734" y="2786"/>
                    <a:pt x="4721" y="2776"/>
                    <a:pt x="4703" y="2749"/>
                  </a:cubicBezTo>
                  <a:cubicBezTo>
                    <a:pt x="4692" y="2723"/>
                    <a:pt x="4684" y="2711"/>
                    <a:pt x="4680" y="2711"/>
                  </a:cubicBezTo>
                  <a:lnTo>
                    <a:pt x="4680" y="2711"/>
                  </a:lnTo>
                  <a:cubicBezTo>
                    <a:pt x="4676" y="2711"/>
                    <a:pt x="4678" y="2729"/>
                    <a:pt x="4686" y="2765"/>
                  </a:cubicBezTo>
                  <a:cubicBezTo>
                    <a:pt x="4678" y="2765"/>
                    <a:pt x="4735" y="2870"/>
                    <a:pt x="4719" y="2870"/>
                  </a:cubicBezTo>
                  <a:cubicBezTo>
                    <a:pt x="4751" y="2919"/>
                    <a:pt x="4776" y="2976"/>
                    <a:pt x="4768" y="2976"/>
                  </a:cubicBezTo>
                  <a:lnTo>
                    <a:pt x="4735" y="2935"/>
                  </a:lnTo>
                  <a:lnTo>
                    <a:pt x="4670" y="2838"/>
                  </a:lnTo>
                  <a:lnTo>
                    <a:pt x="4670" y="2838"/>
                  </a:lnTo>
                  <a:cubicBezTo>
                    <a:pt x="4662" y="2846"/>
                    <a:pt x="4654" y="2854"/>
                    <a:pt x="4686" y="2903"/>
                  </a:cubicBezTo>
                  <a:cubicBezTo>
                    <a:pt x="4657" y="2878"/>
                    <a:pt x="4642" y="2868"/>
                    <a:pt x="4632" y="2868"/>
                  </a:cubicBezTo>
                  <a:cubicBezTo>
                    <a:pt x="4625" y="2868"/>
                    <a:pt x="4620" y="2872"/>
                    <a:pt x="4613" y="2878"/>
                  </a:cubicBezTo>
                  <a:cubicBezTo>
                    <a:pt x="4589" y="2895"/>
                    <a:pt x="4573" y="2903"/>
                    <a:pt x="4597" y="2959"/>
                  </a:cubicBezTo>
                  <a:cubicBezTo>
                    <a:pt x="4566" y="2925"/>
                    <a:pt x="4538" y="2910"/>
                    <a:pt x="4519" y="2910"/>
                  </a:cubicBezTo>
                  <a:cubicBezTo>
                    <a:pt x="4489" y="2910"/>
                    <a:pt x="4481" y="2948"/>
                    <a:pt x="4516" y="3008"/>
                  </a:cubicBezTo>
                  <a:cubicBezTo>
                    <a:pt x="4535" y="3036"/>
                    <a:pt x="4540" y="3050"/>
                    <a:pt x="4534" y="3050"/>
                  </a:cubicBezTo>
                  <a:cubicBezTo>
                    <a:pt x="4529" y="3050"/>
                    <a:pt x="4517" y="3042"/>
                    <a:pt x="4500" y="3024"/>
                  </a:cubicBezTo>
                  <a:cubicBezTo>
                    <a:pt x="4477" y="3005"/>
                    <a:pt x="4465" y="2995"/>
                    <a:pt x="4461" y="2995"/>
                  </a:cubicBezTo>
                  <a:lnTo>
                    <a:pt x="4461" y="2995"/>
                  </a:lnTo>
                  <a:cubicBezTo>
                    <a:pt x="4457" y="2995"/>
                    <a:pt x="4463" y="3007"/>
                    <a:pt x="4476" y="3032"/>
                  </a:cubicBezTo>
                  <a:cubicBezTo>
                    <a:pt x="4484" y="3053"/>
                    <a:pt x="4485" y="3060"/>
                    <a:pt x="4480" y="3060"/>
                  </a:cubicBezTo>
                  <a:cubicBezTo>
                    <a:pt x="4471" y="3060"/>
                    <a:pt x="4445" y="3034"/>
                    <a:pt x="4419" y="3008"/>
                  </a:cubicBezTo>
                  <a:cubicBezTo>
                    <a:pt x="4376" y="2961"/>
                    <a:pt x="4354" y="2941"/>
                    <a:pt x="4346" y="2941"/>
                  </a:cubicBezTo>
                  <a:cubicBezTo>
                    <a:pt x="4338" y="2941"/>
                    <a:pt x="4343" y="2957"/>
                    <a:pt x="4354" y="2984"/>
                  </a:cubicBezTo>
                  <a:cubicBezTo>
                    <a:pt x="4370" y="3041"/>
                    <a:pt x="4346" y="3057"/>
                    <a:pt x="4338" y="3057"/>
                  </a:cubicBezTo>
                  <a:cubicBezTo>
                    <a:pt x="4354" y="3122"/>
                    <a:pt x="4346" y="3130"/>
                    <a:pt x="4386" y="3162"/>
                  </a:cubicBezTo>
                  <a:cubicBezTo>
                    <a:pt x="4403" y="3195"/>
                    <a:pt x="4427" y="3227"/>
                    <a:pt x="4443" y="3268"/>
                  </a:cubicBezTo>
                  <a:cubicBezTo>
                    <a:pt x="4446" y="3288"/>
                    <a:pt x="4444" y="3295"/>
                    <a:pt x="4440" y="3295"/>
                  </a:cubicBezTo>
                  <a:cubicBezTo>
                    <a:pt x="4434" y="3295"/>
                    <a:pt x="4425" y="3273"/>
                    <a:pt x="4435" y="3268"/>
                  </a:cubicBezTo>
                  <a:cubicBezTo>
                    <a:pt x="4419" y="3211"/>
                    <a:pt x="4411" y="3219"/>
                    <a:pt x="4362" y="3178"/>
                  </a:cubicBezTo>
                  <a:cubicBezTo>
                    <a:pt x="4342" y="3158"/>
                    <a:pt x="4328" y="3152"/>
                    <a:pt x="4317" y="3152"/>
                  </a:cubicBezTo>
                  <a:cubicBezTo>
                    <a:pt x="4305" y="3152"/>
                    <a:pt x="4297" y="3158"/>
                    <a:pt x="4289" y="3162"/>
                  </a:cubicBezTo>
                  <a:lnTo>
                    <a:pt x="4257" y="3186"/>
                  </a:lnTo>
                  <a:cubicBezTo>
                    <a:pt x="4231" y="3173"/>
                    <a:pt x="4214" y="3167"/>
                    <a:pt x="4205" y="3167"/>
                  </a:cubicBezTo>
                  <a:cubicBezTo>
                    <a:pt x="4192" y="3167"/>
                    <a:pt x="4197" y="3182"/>
                    <a:pt x="4216" y="3211"/>
                  </a:cubicBezTo>
                  <a:lnTo>
                    <a:pt x="4249" y="3259"/>
                  </a:lnTo>
                  <a:cubicBezTo>
                    <a:pt x="4225" y="3231"/>
                    <a:pt x="4198" y="3219"/>
                    <a:pt x="4174" y="3219"/>
                  </a:cubicBezTo>
                  <a:cubicBezTo>
                    <a:pt x="4121" y="3219"/>
                    <a:pt x="4080" y="3274"/>
                    <a:pt x="4119" y="3341"/>
                  </a:cubicBezTo>
                  <a:lnTo>
                    <a:pt x="4086" y="3292"/>
                  </a:lnTo>
                  <a:cubicBezTo>
                    <a:pt x="4067" y="3267"/>
                    <a:pt x="4056" y="3257"/>
                    <a:pt x="4047" y="3257"/>
                  </a:cubicBezTo>
                  <a:cubicBezTo>
                    <a:pt x="4041" y="3257"/>
                    <a:pt x="4036" y="3261"/>
                    <a:pt x="4030" y="3268"/>
                  </a:cubicBezTo>
                  <a:cubicBezTo>
                    <a:pt x="4014" y="3276"/>
                    <a:pt x="4014" y="3349"/>
                    <a:pt x="3981" y="3365"/>
                  </a:cubicBezTo>
                  <a:cubicBezTo>
                    <a:pt x="3941" y="3389"/>
                    <a:pt x="3916" y="3413"/>
                    <a:pt x="3949" y="3454"/>
                  </a:cubicBezTo>
                  <a:cubicBezTo>
                    <a:pt x="3944" y="3456"/>
                    <a:pt x="3941" y="3458"/>
                    <a:pt x="3937" y="3458"/>
                  </a:cubicBezTo>
                  <a:cubicBezTo>
                    <a:pt x="3930" y="3458"/>
                    <a:pt x="3923" y="3448"/>
                    <a:pt x="3900" y="3413"/>
                  </a:cubicBezTo>
                  <a:cubicBezTo>
                    <a:pt x="3890" y="3383"/>
                    <a:pt x="3880" y="3375"/>
                    <a:pt x="3872" y="3375"/>
                  </a:cubicBezTo>
                  <a:cubicBezTo>
                    <a:pt x="3867" y="3375"/>
                    <a:pt x="3863" y="3378"/>
                    <a:pt x="3859" y="3381"/>
                  </a:cubicBezTo>
                  <a:cubicBezTo>
                    <a:pt x="3851" y="3381"/>
                    <a:pt x="3884" y="3430"/>
                    <a:pt x="3916" y="3478"/>
                  </a:cubicBezTo>
                  <a:cubicBezTo>
                    <a:pt x="3935" y="3502"/>
                    <a:pt x="3940" y="3515"/>
                    <a:pt x="3930" y="3515"/>
                  </a:cubicBezTo>
                  <a:cubicBezTo>
                    <a:pt x="3923" y="3515"/>
                    <a:pt x="3907" y="3508"/>
                    <a:pt x="3884" y="3495"/>
                  </a:cubicBezTo>
                  <a:cubicBezTo>
                    <a:pt x="3869" y="3485"/>
                    <a:pt x="3855" y="3480"/>
                    <a:pt x="3844" y="3480"/>
                  </a:cubicBezTo>
                  <a:cubicBezTo>
                    <a:pt x="3816" y="3480"/>
                    <a:pt x="3799" y="3506"/>
                    <a:pt x="3811" y="3551"/>
                  </a:cubicBezTo>
                  <a:cubicBezTo>
                    <a:pt x="3809" y="3551"/>
                    <a:pt x="3806" y="3552"/>
                    <a:pt x="3803" y="3552"/>
                  </a:cubicBezTo>
                  <a:cubicBezTo>
                    <a:pt x="3794" y="3552"/>
                    <a:pt x="3778" y="3547"/>
                    <a:pt x="3754" y="3511"/>
                  </a:cubicBezTo>
                  <a:cubicBezTo>
                    <a:pt x="3733" y="3494"/>
                    <a:pt x="3710" y="3475"/>
                    <a:pt x="3698" y="3475"/>
                  </a:cubicBezTo>
                  <a:cubicBezTo>
                    <a:pt x="3687" y="3475"/>
                    <a:pt x="3686" y="3492"/>
                    <a:pt x="3705" y="3543"/>
                  </a:cubicBezTo>
                  <a:cubicBezTo>
                    <a:pt x="3703" y="3546"/>
                    <a:pt x="3701" y="3547"/>
                    <a:pt x="3699" y="3547"/>
                  </a:cubicBezTo>
                  <a:cubicBezTo>
                    <a:pt x="3694" y="3547"/>
                    <a:pt x="3687" y="3539"/>
                    <a:pt x="3665" y="3511"/>
                  </a:cubicBezTo>
                  <a:cubicBezTo>
                    <a:pt x="3642" y="3488"/>
                    <a:pt x="3621" y="3462"/>
                    <a:pt x="3618" y="3462"/>
                  </a:cubicBezTo>
                  <a:lnTo>
                    <a:pt x="3618" y="3462"/>
                  </a:lnTo>
                  <a:cubicBezTo>
                    <a:pt x="3616" y="3462"/>
                    <a:pt x="3624" y="3477"/>
                    <a:pt x="3649" y="3519"/>
                  </a:cubicBezTo>
                  <a:cubicBezTo>
                    <a:pt x="3654" y="3558"/>
                    <a:pt x="3644" y="3582"/>
                    <a:pt x="3619" y="3582"/>
                  </a:cubicBezTo>
                  <a:cubicBezTo>
                    <a:pt x="3607" y="3582"/>
                    <a:pt x="3593" y="3577"/>
                    <a:pt x="3576" y="3568"/>
                  </a:cubicBezTo>
                  <a:lnTo>
                    <a:pt x="3576" y="3568"/>
                  </a:lnTo>
                  <a:cubicBezTo>
                    <a:pt x="3568" y="3576"/>
                    <a:pt x="3559" y="3576"/>
                    <a:pt x="3592" y="3624"/>
                  </a:cubicBezTo>
                  <a:lnTo>
                    <a:pt x="3624" y="3673"/>
                  </a:lnTo>
                  <a:cubicBezTo>
                    <a:pt x="3589" y="3629"/>
                    <a:pt x="3570" y="3607"/>
                    <a:pt x="3568" y="3607"/>
                  </a:cubicBezTo>
                  <a:lnTo>
                    <a:pt x="3568" y="3607"/>
                  </a:lnTo>
                  <a:cubicBezTo>
                    <a:pt x="3565" y="3607"/>
                    <a:pt x="3579" y="3631"/>
                    <a:pt x="3608" y="3681"/>
                  </a:cubicBezTo>
                  <a:cubicBezTo>
                    <a:pt x="3626" y="3707"/>
                    <a:pt x="3629" y="3722"/>
                    <a:pt x="3623" y="3722"/>
                  </a:cubicBezTo>
                  <a:cubicBezTo>
                    <a:pt x="3618" y="3722"/>
                    <a:pt x="3607" y="3711"/>
                    <a:pt x="3592" y="3689"/>
                  </a:cubicBezTo>
                  <a:cubicBezTo>
                    <a:pt x="3563" y="3660"/>
                    <a:pt x="3551" y="3656"/>
                    <a:pt x="3546" y="3656"/>
                  </a:cubicBezTo>
                  <a:cubicBezTo>
                    <a:pt x="3544" y="3656"/>
                    <a:pt x="3543" y="3657"/>
                    <a:pt x="3543" y="3657"/>
                  </a:cubicBezTo>
                  <a:cubicBezTo>
                    <a:pt x="3535" y="3665"/>
                    <a:pt x="3519" y="3746"/>
                    <a:pt x="3470" y="3778"/>
                  </a:cubicBezTo>
                  <a:cubicBezTo>
                    <a:pt x="3389" y="3827"/>
                    <a:pt x="3357" y="3843"/>
                    <a:pt x="3397" y="3892"/>
                  </a:cubicBezTo>
                  <a:cubicBezTo>
                    <a:pt x="3406" y="3923"/>
                    <a:pt x="3410" y="3937"/>
                    <a:pt x="3406" y="3937"/>
                  </a:cubicBezTo>
                  <a:cubicBezTo>
                    <a:pt x="3402" y="3937"/>
                    <a:pt x="3392" y="3927"/>
                    <a:pt x="3373" y="3908"/>
                  </a:cubicBezTo>
                  <a:cubicBezTo>
                    <a:pt x="3344" y="3879"/>
                    <a:pt x="3332" y="3875"/>
                    <a:pt x="3321" y="3875"/>
                  </a:cubicBezTo>
                  <a:cubicBezTo>
                    <a:pt x="3317" y="3875"/>
                    <a:pt x="3313" y="3876"/>
                    <a:pt x="3308" y="3876"/>
                  </a:cubicBezTo>
                  <a:cubicBezTo>
                    <a:pt x="3305" y="3879"/>
                    <a:pt x="3302" y="3882"/>
                    <a:pt x="3298" y="3882"/>
                  </a:cubicBezTo>
                  <a:cubicBezTo>
                    <a:pt x="3290" y="3882"/>
                    <a:pt x="3280" y="3873"/>
                    <a:pt x="3259" y="3843"/>
                  </a:cubicBezTo>
                  <a:lnTo>
                    <a:pt x="3259" y="3843"/>
                  </a:lnTo>
                  <a:cubicBezTo>
                    <a:pt x="3284" y="3900"/>
                    <a:pt x="3284" y="3900"/>
                    <a:pt x="3276" y="3908"/>
                  </a:cubicBezTo>
                  <a:cubicBezTo>
                    <a:pt x="3261" y="3886"/>
                    <a:pt x="3249" y="3875"/>
                    <a:pt x="3244" y="3875"/>
                  </a:cubicBezTo>
                  <a:cubicBezTo>
                    <a:pt x="3237" y="3875"/>
                    <a:pt x="3238" y="3890"/>
                    <a:pt x="3251" y="3916"/>
                  </a:cubicBezTo>
                  <a:cubicBezTo>
                    <a:pt x="3280" y="3966"/>
                    <a:pt x="3295" y="3990"/>
                    <a:pt x="3293" y="3990"/>
                  </a:cubicBezTo>
                  <a:cubicBezTo>
                    <a:pt x="3291" y="3990"/>
                    <a:pt x="3275" y="3968"/>
                    <a:pt x="3243" y="3924"/>
                  </a:cubicBezTo>
                  <a:cubicBezTo>
                    <a:pt x="3222" y="3893"/>
                    <a:pt x="3188" y="3871"/>
                    <a:pt x="3179" y="3871"/>
                  </a:cubicBezTo>
                  <a:cubicBezTo>
                    <a:pt x="3174" y="3871"/>
                    <a:pt x="3178" y="3878"/>
                    <a:pt x="3195" y="3892"/>
                  </a:cubicBezTo>
                  <a:cubicBezTo>
                    <a:pt x="3227" y="3940"/>
                    <a:pt x="3203" y="3949"/>
                    <a:pt x="3227" y="4005"/>
                  </a:cubicBezTo>
                  <a:cubicBezTo>
                    <a:pt x="3225" y="4005"/>
                    <a:pt x="3223" y="4006"/>
                    <a:pt x="3221" y="4006"/>
                  </a:cubicBezTo>
                  <a:cubicBezTo>
                    <a:pt x="3213" y="4006"/>
                    <a:pt x="3203" y="4001"/>
                    <a:pt x="3178" y="3965"/>
                  </a:cubicBezTo>
                  <a:cubicBezTo>
                    <a:pt x="3170" y="3959"/>
                    <a:pt x="3163" y="3957"/>
                    <a:pt x="3156" y="3957"/>
                  </a:cubicBezTo>
                  <a:cubicBezTo>
                    <a:pt x="3125" y="3957"/>
                    <a:pt x="3118" y="4015"/>
                    <a:pt x="3138" y="4062"/>
                  </a:cubicBezTo>
                  <a:cubicBezTo>
                    <a:pt x="3156" y="4084"/>
                    <a:pt x="3161" y="4097"/>
                    <a:pt x="3157" y="4097"/>
                  </a:cubicBezTo>
                  <a:cubicBezTo>
                    <a:pt x="3154" y="4097"/>
                    <a:pt x="3144" y="4088"/>
                    <a:pt x="3130" y="4070"/>
                  </a:cubicBezTo>
                  <a:cubicBezTo>
                    <a:pt x="3105" y="4034"/>
                    <a:pt x="3095" y="4029"/>
                    <a:pt x="3088" y="4029"/>
                  </a:cubicBezTo>
                  <a:cubicBezTo>
                    <a:pt x="3085" y="4029"/>
                    <a:pt x="3083" y="4030"/>
                    <a:pt x="3081" y="4030"/>
                  </a:cubicBezTo>
                  <a:cubicBezTo>
                    <a:pt x="3086" y="4048"/>
                    <a:pt x="3087" y="4055"/>
                    <a:pt x="3083" y="4055"/>
                  </a:cubicBezTo>
                  <a:cubicBezTo>
                    <a:pt x="3076" y="4055"/>
                    <a:pt x="3054" y="4025"/>
                    <a:pt x="3032" y="3997"/>
                  </a:cubicBezTo>
                  <a:cubicBezTo>
                    <a:pt x="3017" y="3961"/>
                    <a:pt x="3008" y="3951"/>
                    <a:pt x="2999" y="3951"/>
                  </a:cubicBezTo>
                  <a:cubicBezTo>
                    <a:pt x="2994" y="3951"/>
                    <a:pt x="2990" y="3954"/>
                    <a:pt x="2984" y="3957"/>
                  </a:cubicBezTo>
                  <a:cubicBezTo>
                    <a:pt x="3008" y="4013"/>
                    <a:pt x="2968" y="4038"/>
                    <a:pt x="2935" y="4062"/>
                  </a:cubicBezTo>
                  <a:cubicBezTo>
                    <a:pt x="2887" y="4095"/>
                    <a:pt x="2911" y="4143"/>
                    <a:pt x="2959" y="4249"/>
                  </a:cubicBezTo>
                  <a:lnTo>
                    <a:pt x="3016" y="4346"/>
                  </a:lnTo>
                  <a:lnTo>
                    <a:pt x="2951" y="4257"/>
                  </a:lnTo>
                  <a:cubicBezTo>
                    <a:pt x="2919" y="4208"/>
                    <a:pt x="2838" y="4127"/>
                    <a:pt x="2838" y="4127"/>
                  </a:cubicBezTo>
                  <a:lnTo>
                    <a:pt x="2838" y="4127"/>
                  </a:lnTo>
                  <a:cubicBezTo>
                    <a:pt x="2830" y="4127"/>
                    <a:pt x="2862" y="4176"/>
                    <a:pt x="2895" y="4224"/>
                  </a:cubicBezTo>
                  <a:cubicBezTo>
                    <a:pt x="2914" y="4248"/>
                    <a:pt x="2919" y="4260"/>
                    <a:pt x="2910" y="4260"/>
                  </a:cubicBezTo>
                  <a:cubicBezTo>
                    <a:pt x="2904" y="4260"/>
                    <a:pt x="2891" y="4254"/>
                    <a:pt x="2870" y="4240"/>
                  </a:cubicBezTo>
                  <a:cubicBezTo>
                    <a:pt x="2848" y="4227"/>
                    <a:pt x="2833" y="4221"/>
                    <a:pt x="2825" y="4221"/>
                  </a:cubicBezTo>
                  <a:cubicBezTo>
                    <a:pt x="2812" y="4221"/>
                    <a:pt x="2815" y="4236"/>
                    <a:pt x="2830" y="4265"/>
                  </a:cubicBezTo>
                  <a:cubicBezTo>
                    <a:pt x="2823" y="4268"/>
                    <a:pt x="2818" y="4271"/>
                    <a:pt x="2811" y="4271"/>
                  </a:cubicBezTo>
                  <a:cubicBezTo>
                    <a:pt x="2802" y="4271"/>
                    <a:pt x="2789" y="4264"/>
                    <a:pt x="2765" y="4240"/>
                  </a:cubicBezTo>
                  <a:lnTo>
                    <a:pt x="2765" y="4240"/>
                  </a:lnTo>
                  <a:cubicBezTo>
                    <a:pt x="2757" y="4249"/>
                    <a:pt x="2757" y="4249"/>
                    <a:pt x="2789" y="4297"/>
                  </a:cubicBezTo>
                  <a:cubicBezTo>
                    <a:pt x="2807" y="4319"/>
                    <a:pt x="2813" y="4332"/>
                    <a:pt x="2807" y="4332"/>
                  </a:cubicBezTo>
                  <a:cubicBezTo>
                    <a:pt x="2803" y="4332"/>
                    <a:pt x="2791" y="4324"/>
                    <a:pt x="2773" y="4305"/>
                  </a:cubicBezTo>
                  <a:cubicBezTo>
                    <a:pt x="2732" y="4265"/>
                    <a:pt x="2706" y="4249"/>
                    <a:pt x="2694" y="4249"/>
                  </a:cubicBezTo>
                  <a:cubicBezTo>
                    <a:pt x="2682" y="4249"/>
                    <a:pt x="2684" y="4265"/>
                    <a:pt x="2700" y="4289"/>
                  </a:cubicBezTo>
                  <a:cubicBezTo>
                    <a:pt x="2732" y="4330"/>
                    <a:pt x="2724" y="4338"/>
                    <a:pt x="2708" y="4346"/>
                  </a:cubicBezTo>
                  <a:cubicBezTo>
                    <a:pt x="2700" y="4354"/>
                    <a:pt x="2692" y="4362"/>
                    <a:pt x="2716" y="4411"/>
                  </a:cubicBezTo>
                  <a:lnTo>
                    <a:pt x="2692" y="4427"/>
                  </a:lnTo>
                  <a:cubicBezTo>
                    <a:pt x="2684" y="4427"/>
                    <a:pt x="2660" y="4378"/>
                    <a:pt x="2676" y="4370"/>
                  </a:cubicBezTo>
                  <a:lnTo>
                    <a:pt x="2627" y="4330"/>
                  </a:lnTo>
                  <a:cubicBezTo>
                    <a:pt x="2611" y="4346"/>
                    <a:pt x="2603" y="4354"/>
                    <a:pt x="2619" y="4403"/>
                  </a:cubicBezTo>
                  <a:cubicBezTo>
                    <a:pt x="2648" y="4452"/>
                    <a:pt x="2662" y="4477"/>
                    <a:pt x="2660" y="4477"/>
                  </a:cubicBezTo>
                  <a:cubicBezTo>
                    <a:pt x="2659" y="4477"/>
                    <a:pt x="2643" y="4454"/>
                    <a:pt x="2611" y="4411"/>
                  </a:cubicBezTo>
                  <a:cubicBezTo>
                    <a:pt x="2590" y="4379"/>
                    <a:pt x="2565" y="4351"/>
                    <a:pt x="2557" y="4351"/>
                  </a:cubicBezTo>
                  <a:cubicBezTo>
                    <a:pt x="2553" y="4351"/>
                    <a:pt x="2554" y="4359"/>
                    <a:pt x="2562" y="4378"/>
                  </a:cubicBezTo>
                  <a:cubicBezTo>
                    <a:pt x="2588" y="4422"/>
                    <a:pt x="2592" y="4438"/>
                    <a:pt x="2586" y="4438"/>
                  </a:cubicBezTo>
                  <a:cubicBezTo>
                    <a:pt x="2579" y="4438"/>
                    <a:pt x="2556" y="4413"/>
                    <a:pt x="2538" y="4386"/>
                  </a:cubicBezTo>
                  <a:cubicBezTo>
                    <a:pt x="2511" y="4340"/>
                    <a:pt x="2497" y="4316"/>
                    <a:pt x="2493" y="4316"/>
                  </a:cubicBezTo>
                  <a:lnTo>
                    <a:pt x="2493" y="4316"/>
                  </a:lnTo>
                  <a:cubicBezTo>
                    <a:pt x="2488" y="4316"/>
                    <a:pt x="2496" y="4347"/>
                    <a:pt x="2514" y="4411"/>
                  </a:cubicBezTo>
                  <a:cubicBezTo>
                    <a:pt x="2489" y="4419"/>
                    <a:pt x="2489" y="4492"/>
                    <a:pt x="2457" y="4516"/>
                  </a:cubicBezTo>
                  <a:cubicBezTo>
                    <a:pt x="2434" y="4530"/>
                    <a:pt x="2419" y="4541"/>
                    <a:pt x="2403" y="4541"/>
                  </a:cubicBezTo>
                  <a:cubicBezTo>
                    <a:pt x="2390" y="4541"/>
                    <a:pt x="2377" y="4534"/>
                    <a:pt x="2360" y="4516"/>
                  </a:cubicBezTo>
                  <a:cubicBezTo>
                    <a:pt x="2317" y="4460"/>
                    <a:pt x="2297" y="4439"/>
                    <a:pt x="2295" y="4439"/>
                  </a:cubicBezTo>
                  <a:lnTo>
                    <a:pt x="2295" y="4439"/>
                  </a:lnTo>
                  <a:cubicBezTo>
                    <a:pt x="2293" y="4439"/>
                    <a:pt x="2302" y="4450"/>
                    <a:pt x="2319" y="4467"/>
                  </a:cubicBezTo>
                  <a:cubicBezTo>
                    <a:pt x="2392" y="4557"/>
                    <a:pt x="2376" y="4565"/>
                    <a:pt x="2351" y="4589"/>
                  </a:cubicBezTo>
                  <a:cubicBezTo>
                    <a:pt x="2339" y="4583"/>
                    <a:pt x="2330" y="4580"/>
                    <a:pt x="2323" y="4580"/>
                  </a:cubicBezTo>
                  <a:cubicBezTo>
                    <a:pt x="2293" y="4580"/>
                    <a:pt x="2307" y="4631"/>
                    <a:pt x="2327" y="4670"/>
                  </a:cubicBezTo>
                  <a:lnTo>
                    <a:pt x="2343" y="4654"/>
                  </a:lnTo>
                  <a:cubicBezTo>
                    <a:pt x="2387" y="4719"/>
                    <a:pt x="2397" y="4744"/>
                    <a:pt x="2385" y="4744"/>
                  </a:cubicBezTo>
                  <a:cubicBezTo>
                    <a:pt x="2379" y="4744"/>
                    <a:pt x="2368" y="4738"/>
                    <a:pt x="2351" y="4727"/>
                  </a:cubicBezTo>
                  <a:cubicBezTo>
                    <a:pt x="2335" y="4727"/>
                    <a:pt x="2303" y="4686"/>
                    <a:pt x="2270" y="4638"/>
                  </a:cubicBezTo>
                  <a:cubicBezTo>
                    <a:pt x="2241" y="4593"/>
                    <a:pt x="2204" y="4556"/>
                    <a:pt x="2192" y="4556"/>
                  </a:cubicBezTo>
                  <a:cubicBezTo>
                    <a:pt x="2191" y="4556"/>
                    <a:pt x="2190" y="4556"/>
                    <a:pt x="2189" y="4557"/>
                  </a:cubicBezTo>
                  <a:cubicBezTo>
                    <a:pt x="2173" y="4565"/>
                    <a:pt x="2165" y="4573"/>
                    <a:pt x="2205" y="4613"/>
                  </a:cubicBezTo>
                  <a:cubicBezTo>
                    <a:pt x="2246" y="4654"/>
                    <a:pt x="2246" y="4654"/>
                    <a:pt x="2230" y="4662"/>
                  </a:cubicBezTo>
                  <a:cubicBezTo>
                    <a:pt x="2222" y="4670"/>
                    <a:pt x="2214" y="4678"/>
                    <a:pt x="2238" y="4727"/>
                  </a:cubicBezTo>
                  <a:cubicBezTo>
                    <a:pt x="2270" y="4776"/>
                    <a:pt x="2262" y="4784"/>
                    <a:pt x="2246" y="4792"/>
                  </a:cubicBezTo>
                  <a:cubicBezTo>
                    <a:pt x="2217" y="4763"/>
                    <a:pt x="2201" y="4759"/>
                    <a:pt x="2193" y="4759"/>
                  </a:cubicBezTo>
                  <a:cubicBezTo>
                    <a:pt x="2191" y="4759"/>
                    <a:pt x="2189" y="4759"/>
                    <a:pt x="2189" y="4759"/>
                  </a:cubicBezTo>
                  <a:lnTo>
                    <a:pt x="2157" y="4719"/>
                  </a:lnTo>
                  <a:cubicBezTo>
                    <a:pt x="2133" y="4686"/>
                    <a:pt x="2108" y="4654"/>
                    <a:pt x="2076" y="4630"/>
                  </a:cubicBezTo>
                  <a:lnTo>
                    <a:pt x="2076" y="4630"/>
                  </a:lnTo>
                  <a:cubicBezTo>
                    <a:pt x="2068" y="4638"/>
                    <a:pt x="2100" y="4678"/>
                    <a:pt x="2100" y="4678"/>
                  </a:cubicBezTo>
                  <a:cubicBezTo>
                    <a:pt x="2133" y="4727"/>
                    <a:pt x="1897" y="4881"/>
                    <a:pt x="1873" y="4905"/>
                  </a:cubicBezTo>
                  <a:cubicBezTo>
                    <a:pt x="1852" y="4893"/>
                    <a:pt x="1836" y="4888"/>
                    <a:pt x="1825" y="4888"/>
                  </a:cubicBezTo>
                  <a:cubicBezTo>
                    <a:pt x="1807" y="4888"/>
                    <a:pt x="1807" y="4904"/>
                    <a:pt x="1833" y="4930"/>
                  </a:cubicBezTo>
                  <a:cubicBezTo>
                    <a:pt x="1865" y="4978"/>
                    <a:pt x="1816" y="5011"/>
                    <a:pt x="1760" y="5043"/>
                  </a:cubicBezTo>
                  <a:cubicBezTo>
                    <a:pt x="1687" y="5092"/>
                    <a:pt x="1638" y="5124"/>
                    <a:pt x="1678" y="5173"/>
                  </a:cubicBezTo>
                  <a:cubicBezTo>
                    <a:pt x="1678" y="5173"/>
                    <a:pt x="1662" y="5181"/>
                    <a:pt x="1646" y="5189"/>
                  </a:cubicBezTo>
                  <a:cubicBezTo>
                    <a:pt x="1630" y="5205"/>
                    <a:pt x="1638" y="5262"/>
                    <a:pt x="1630" y="5270"/>
                  </a:cubicBezTo>
                  <a:cubicBezTo>
                    <a:pt x="1643" y="5296"/>
                    <a:pt x="1647" y="5311"/>
                    <a:pt x="1643" y="5311"/>
                  </a:cubicBezTo>
                  <a:cubicBezTo>
                    <a:pt x="1641" y="5311"/>
                    <a:pt x="1633" y="5301"/>
                    <a:pt x="1622" y="5278"/>
                  </a:cubicBezTo>
                  <a:cubicBezTo>
                    <a:pt x="1592" y="5233"/>
                    <a:pt x="1562" y="5188"/>
                    <a:pt x="1545" y="5188"/>
                  </a:cubicBezTo>
                  <a:cubicBezTo>
                    <a:pt x="1543" y="5188"/>
                    <a:pt x="1542" y="5188"/>
                    <a:pt x="1541" y="5189"/>
                  </a:cubicBezTo>
                  <a:cubicBezTo>
                    <a:pt x="1524" y="5205"/>
                    <a:pt x="1557" y="5246"/>
                    <a:pt x="1589" y="5294"/>
                  </a:cubicBezTo>
                  <a:cubicBezTo>
                    <a:pt x="1622" y="5343"/>
                    <a:pt x="1614" y="5343"/>
                    <a:pt x="1614" y="5343"/>
                  </a:cubicBezTo>
                  <a:cubicBezTo>
                    <a:pt x="1611" y="5346"/>
                    <a:pt x="1609" y="5347"/>
                    <a:pt x="1607" y="5347"/>
                  </a:cubicBezTo>
                  <a:cubicBezTo>
                    <a:pt x="1602" y="5347"/>
                    <a:pt x="1595" y="5339"/>
                    <a:pt x="1573" y="5311"/>
                  </a:cubicBezTo>
                  <a:cubicBezTo>
                    <a:pt x="1541" y="5262"/>
                    <a:pt x="1508" y="5213"/>
                    <a:pt x="1508" y="5213"/>
                  </a:cubicBezTo>
                  <a:lnTo>
                    <a:pt x="1492" y="5221"/>
                  </a:lnTo>
                  <a:cubicBezTo>
                    <a:pt x="1524" y="5270"/>
                    <a:pt x="1516" y="5278"/>
                    <a:pt x="1516" y="5278"/>
                  </a:cubicBezTo>
                  <a:cubicBezTo>
                    <a:pt x="1508" y="5278"/>
                    <a:pt x="1508" y="5278"/>
                    <a:pt x="1443" y="5189"/>
                  </a:cubicBezTo>
                  <a:cubicBezTo>
                    <a:pt x="1412" y="5146"/>
                    <a:pt x="1394" y="5124"/>
                    <a:pt x="1389" y="5124"/>
                  </a:cubicBezTo>
                  <a:lnTo>
                    <a:pt x="1389" y="5124"/>
                  </a:lnTo>
                  <a:cubicBezTo>
                    <a:pt x="1384" y="5124"/>
                    <a:pt x="1394" y="5150"/>
                    <a:pt x="1419" y="5205"/>
                  </a:cubicBezTo>
                  <a:lnTo>
                    <a:pt x="1435" y="5262"/>
                  </a:lnTo>
                  <a:cubicBezTo>
                    <a:pt x="1415" y="5237"/>
                    <a:pt x="1404" y="5228"/>
                    <a:pt x="1399" y="5228"/>
                  </a:cubicBezTo>
                  <a:cubicBezTo>
                    <a:pt x="1387" y="5228"/>
                    <a:pt x="1415" y="5294"/>
                    <a:pt x="1427" y="5335"/>
                  </a:cubicBezTo>
                  <a:cubicBezTo>
                    <a:pt x="1393" y="5293"/>
                    <a:pt x="1373" y="5273"/>
                    <a:pt x="1367" y="5273"/>
                  </a:cubicBezTo>
                  <a:lnTo>
                    <a:pt x="1367" y="5273"/>
                  </a:lnTo>
                  <a:cubicBezTo>
                    <a:pt x="1361" y="5273"/>
                    <a:pt x="1373" y="5299"/>
                    <a:pt x="1403" y="5351"/>
                  </a:cubicBezTo>
                  <a:cubicBezTo>
                    <a:pt x="1421" y="5379"/>
                    <a:pt x="1427" y="5393"/>
                    <a:pt x="1419" y="5393"/>
                  </a:cubicBezTo>
                  <a:cubicBezTo>
                    <a:pt x="1413" y="5393"/>
                    <a:pt x="1400" y="5385"/>
                    <a:pt x="1378" y="5367"/>
                  </a:cubicBezTo>
                  <a:cubicBezTo>
                    <a:pt x="1354" y="5343"/>
                    <a:pt x="1342" y="5336"/>
                    <a:pt x="1332" y="5336"/>
                  </a:cubicBezTo>
                  <a:cubicBezTo>
                    <a:pt x="1326" y="5336"/>
                    <a:pt x="1320" y="5340"/>
                    <a:pt x="1314" y="5343"/>
                  </a:cubicBezTo>
                  <a:cubicBezTo>
                    <a:pt x="1330" y="5400"/>
                    <a:pt x="1265" y="5440"/>
                    <a:pt x="1184" y="5497"/>
                  </a:cubicBezTo>
                  <a:cubicBezTo>
                    <a:pt x="1103" y="5554"/>
                    <a:pt x="1038" y="5594"/>
                    <a:pt x="1070" y="5635"/>
                  </a:cubicBezTo>
                  <a:cubicBezTo>
                    <a:pt x="1068" y="5637"/>
                    <a:pt x="1066" y="5639"/>
                    <a:pt x="1064" y="5639"/>
                  </a:cubicBezTo>
                  <a:cubicBezTo>
                    <a:pt x="1058" y="5639"/>
                    <a:pt x="1050" y="5631"/>
                    <a:pt x="1022" y="5603"/>
                  </a:cubicBezTo>
                  <a:cubicBezTo>
                    <a:pt x="1009" y="5587"/>
                    <a:pt x="1000" y="5577"/>
                    <a:pt x="997" y="5577"/>
                  </a:cubicBezTo>
                  <a:lnTo>
                    <a:pt x="997" y="5577"/>
                  </a:lnTo>
                  <a:cubicBezTo>
                    <a:pt x="993" y="5577"/>
                    <a:pt x="1003" y="5602"/>
                    <a:pt x="1038" y="5667"/>
                  </a:cubicBezTo>
                  <a:cubicBezTo>
                    <a:pt x="1047" y="5696"/>
                    <a:pt x="1065" y="5724"/>
                    <a:pt x="1064" y="5724"/>
                  </a:cubicBezTo>
                  <a:cubicBezTo>
                    <a:pt x="1063" y="5724"/>
                    <a:pt x="1053" y="5709"/>
                    <a:pt x="1022" y="5667"/>
                  </a:cubicBezTo>
                  <a:cubicBezTo>
                    <a:pt x="1006" y="5647"/>
                    <a:pt x="993" y="5639"/>
                    <a:pt x="980" y="5639"/>
                  </a:cubicBezTo>
                  <a:cubicBezTo>
                    <a:pt x="967" y="5639"/>
                    <a:pt x="953" y="5647"/>
                    <a:pt x="933" y="5659"/>
                  </a:cubicBezTo>
                  <a:cubicBezTo>
                    <a:pt x="900" y="5684"/>
                    <a:pt x="868" y="5708"/>
                    <a:pt x="900" y="5757"/>
                  </a:cubicBezTo>
                  <a:cubicBezTo>
                    <a:pt x="904" y="5786"/>
                    <a:pt x="906" y="5800"/>
                    <a:pt x="905" y="5800"/>
                  </a:cubicBezTo>
                  <a:cubicBezTo>
                    <a:pt x="904" y="5800"/>
                    <a:pt x="900" y="5788"/>
                    <a:pt x="892" y="5765"/>
                  </a:cubicBezTo>
                  <a:cubicBezTo>
                    <a:pt x="863" y="5710"/>
                    <a:pt x="824" y="5681"/>
                    <a:pt x="800" y="5681"/>
                  </a:cubicBezTo>
                  <a:cubicBezTo>
                    <a:pt x="778" y="5681"/>
                    <a:pt x="767" y="5706"/>
                    <a:pt x="787" y="5757"/>
                  </a:cubicBezTo>
                  <a:cubicBezTo>
                    <a:pt x="784" y="5760"/>
                    <a:pt x="780" y="5763"/>
                    <a:pt x="776" y="5763"/>
                  </a:cubicBezTo>
                  <a:cubicBezTo>
                    <a:pt x="769" y="5763"/>
                    <a:pt x="758" y="5754"/>
                    <a:pt x="738" y="5724"/>
                  </a:cubicBezTo>
                  <a:cubicBezTo>
                    <a:pt x="722" y="5732"/>
                    <a:pt x="714" y="5740"/>
                    <a:pt x="722" y="5805"/>
                  </a:cubicBezTo>
                  <a:lnTo>
                    <a:pt x="649" y="5854"/>
                  </a:lnTo>
                  <a:cubicBezTo>
                    <a:pt x="633" y="5862"/>
                    <a:pt x="641" y="5927"/>
                    <a:pt x="641" y="5927"/>
                  </a:cubicBezTo>
                  <a:lnTo>
                    <a:pt x="633" y="5927"/>
                  </a:lnTo>
                  <a:cubicBezTo>
                    <a:pt x="622" y="5914"/>
                    <a:pt x="610" y="5908"/>
                    <a:pt x="596" y="5908"/>
                  </a:cubicBezTo>
                  <a:cubicBezTo>
                    <a:pt x="567" y="5908"/>
                    <a:pt x="530" y="5932"/>
                    <a:pt x="487" y="5959"/>
                  </a:cubicBezTo>
                  <a:cubicBezTo>
                    <a:pt x="435" y="5994"/>
                    <a:pt x="391" y="6025"/>
                    <a:pt x="355" y="6025"/>
                  </a:cubicBezTo>
                  <a:cubicBezTo>
                    <a:pt x="341" y="6025"/>
                    <a:pt x="328" y="6020"/>
                    <a:pt x="316" y="6008"/>
                  </a:cubicBezTo>
                  <a:lnTo>
                    <a:pt x="316" y="6008"/>
                  </a:lnTo>
                  <a:cubicBezTo>
                    <a:pt x="316" y="6008"/>
                    <a:pt x="308" y="6016"/>
                    <a:pt x="324" y="6065"/>
                  </a:cubicBezTo>
                  <a:cubicBezTo>
                    <a:pt x="361" y="6127"/>
                    <a:pt x="370" y="6153"/>
                    <a:pt x="362" y="6153"/>
                  </a:cubicBezTo>
                  <a:cubicBezTo>
                    <a:pt x="358" y="6153"/>
                    <a:pt x="347" y="6144"/>
                    <a:pt x="333" y="6130"/>
                  </a:cubicBezTo>
                  <a:cubicBezTo>
                    <a:pt x="303" y="6096"/>
                    <a:pt x="278" y="6081"/>
                    <a:pt x="264" y="6081"/>
                  </a:cubicBezTo>
                  <a:cubicBezTo>
                    <a:pt x="243" y="6081"/>
                    <a:pt x="242" y="6113"/>
                    <a:pt x="276" y="6170"/>
                  </a:cubicBezTo>
                  <a:lnTo>
                    <a:pt x="243" y="6121"/>
                  </a:lnTo>
                  <a:cubicBezTo>
                    <a:pt x="218" y="6096"/>
                    <a:pt x="201" y="6085"/>
                    <a:pt x="192" y="6085"/>
                  </a:cubicBezTo>
                  <a:cubicBezTo>
                    <a:pt x="172" y="6085"/>
                    <a:pt x="188" y="6136"/>
                    <a:pt x="227" y="6203"/>
                  </a:cubicBezTo>
                  <a:cubicBezTo>
                    <a:pt x="196" y="6176"/>
                    <a:pt x="168" y="6150"/>
                    <a:pt x="158" y="6150"/>
                  </a:cubicBezTo>
                  <a:cubicBezTo>
                    <a:pt x="153" y="6150"/>
                    <a:pt x="154" y="6158"/>
                    <a:pt x="162" y="6178"/>
                  </a:cubicBezTo>
                  <a:cubicBezTo>
                    <a:pt x="154" y="6178"/>
                    <a:pt x="154" y="6178"/>
                    <a:pt x="89" y="6089"/>
                  </a:cubicBezTo>
                  <a:cubicBezTo>
                    <a:pt x="57" y="6040"/>
                    <a:pt x="24" y="6000"/>
                    <a:pt x="8" y="6000"/>
                  </a:cubicBezTo>
                  <a:lnTo>
                    <a:pt x="8" y="6000"/>
                  </a:lnTo>
                  <a:cubicBezTo>
                    <a:pt x="0" y="6008"/>
                    <a:pt x="33" y="6057"/>
                    <a:pt x="65" y="6105"/>
                  </a:cubicBezTo>
                  <a:lnTo>
                    <a:pt x="49" y="6113"/>
                  </a:lnTo>
                  <a:cubicBezTo>
                    <a:pt x="49" y="6113"/>
                    <a:pt x="41" y="6121"/>
                    <a:pt x="73" y="6170"/>
                  </a:cubicBezTo>
                  <a:cubicBezTo>
                    <a:pt x="106" y="6211"/>
                    <a:pt x="97" y="6219"/>
                    <a:pt x="81" y="6227"/>
                  </a:cubicBezTo>
                  <a:cubicBezTo>
                    <a:pt x="72" y="6214"/>
                    <a:pt x="68" y="6208"/>
                    <a:pt x="67" y="6208"/>
                  </a:cubicBezTo>
                  <a:lnTo>
                    <a:pt x="67" y="6208"/>
                  </a:lnTo>
                  <a:cubicBezTo>
                    <a:pt x="63" y="6208"/>
                    <a:pt x="84" y="6246"/>
                    <a:pt x="114" y="6276"/>
                  </a:cubicBezTo>
                  <a:cubicBezTo>
                    <a:pt x="154" y="6316"/>
                    <a:pt x="187" y="6365"/>
                    <a:pt x="170" y="6373"/>
                  </a:cubicBezTo>
                  <a:lnTo>
                    <a:pt x="243" y="6462"/>
                  </a:lnTo>
                  <a:cubicBezTo>
                    <a:pt x="276" y="6535"/>
                    <a:pt x="333" y="6592"/>
                    <a:pt x="389" y="6632"/>
                  </a:cubicBezTo>
                  <a:cubicBezTo>
                    <a:pt x="423" y="6644"/>
                    <a:pt x="455" y="6655"/>
                    <a:pt x="473" y="6655"/>
                  </a:cubicBezTo>
                  <a:cubicBezTo>
                    <a:pt x="495" y="6655"/>
                    <a:pt x="497" y="6640"/>
                    <a:pt x="462" y="6592"/>
                  </a:cubicBezTo>
                  <a:cubicBezTo>
                    <a:pt x="462" y="6592"/>
                    <a:pt x="438" y="6535"/>
                    <a:pt x="446" y="6535"/>
                  </a:cubicBezTo>
                  <a:cubicBezTo>
                    <a:pt x="447" y="6534"/>
                    <a:pt x="448" y="6534"/>
                    <a:pt x="449" y="6534"/>
                  </a:cubicBezTo>
                  <a:cubicBezTo>
                    <a:pt x="463" y="6534"/>
                    <a:pt x="503" y="6567"/>
                    <a:pt x="503" y="6567"/>
                  </a:cubicBezTo>
                  <a:cubicBezTo>
                    <a:pt x="515" y="6583"/>
                    <a:pt x="527" y="6589"/>
                    <a:pt x="540" y="6589"/>
                  </a:cubicBezTo>
                  <a:cubicBezTo>
                    <a:pt x="562" y="6589"/>
                    <a:pt x="586" y="6571"/>
                    <a:pt x="616" y="6551"/>
                  </a:cubicBezTo>
                  <a:cubicBezTo>
                    <a:pt x="655" y="6527"/>
                    <a:pt x="679" y="6511"/>
                    <a:pt x="703" y="6511"/>
                  </a:cubicBezTo>
                  <a:cubicBezTo>
                    <a:pt x="719" y="6511"/>
                    <a:pt x="735" y="6519"/>
                    <a:pt x="754" y="6535"/>
                  </a:cubicBezTo>
                  <a:cubicBezTo>
                    <a:pt x="783" y="6564"/>
                    <a:pt x="796" y="6568"/>
                    <a:pt x="800" y="6568"/>
                  </a:cubicBezTo>
                  <a:cubicBezTo>
                    <a:pt x="802" y="6568"/>
                    <a:pt x="803" y="6567"/>
                    <a:pt x="803" y="6567"/>
                  </a:cubicBezTo>
                  <a:cubicBezTo>
                    <a:pt x="770" y="6519"/>
                    <a:pt x="827" y="6478"/>
                    <a:pt x="900" y="6438"/>
                  </a:cubicBezTo>
                  <a:cubicBezTo>
                    <a:pt x="965" y="6389"/>
                    <a:pt x="1030" y="6348"/>
                    <a:pt x="997" y="6300"/>
                  </a:cubicBezTo>
                  <a:lnTo>
                    <a:pt x="1022" y="6284"/>
                  </a:lnTo>
                  <a:cubicBezTo>
                    <a:pt x="1039" y="6310"/>
                    <a:pt x="1052" y="6317"/>
                    <a:pt x="1064" y="6317"/>
                  </a:cubicBezTo>
                  <a:cubicBezTo>
                    <a:pt x="1074" y="6317"/>
                    <a:pt x="1083" y="6312"/>
                    <a:pt x="1095" y="6308"/>
                  </a:cubicBezTo>
                  <a:cubicBezTo>
                    <a:pt x="1078" y="6251"/>
                    <a:pt x="1095" y="6235"/>
                    <a:pt x="1095" y="6235"/>
                  </a:cubicBezTo>
                  <a:cubicBezTo>
                    <a:pt x="1113" y="6262"/>
                    <a:pt x="1126" y="6272"/>
                    <a:pt x="1137" y="6272"/>
                  </a:cubicBezTo>
                  <a:cubicBezTo>
                    <a:pt x="1145" y="6272"/>
                    <a:pt x="1153" y="6266"/>
                    <a:pt x="1160" y="6259"/>
                  </a:cubicBezTo>
                  <a:cubicBezTo>
                    <a:pt x="1176" y="6251"/>
                    <a:pt x="1192" y="6243"/>
                    <a:pt x="1160" y="6194"/>
                  </a:cubicBezTo>
                  <a:cubicBezTo>
                    <a:pt x="1189" y="6177"/>
                    <a:pt x="1222" y="6164"/>
                    <a:pt x="1257" y="6164"/>
                  </a:cubicBezTo>
                  <a:cubicBezTo>
                    <a:pt x="1270" y="6164"/>
                    <a:pt x="1284" y="6166"/>
                    <a:pt x="1297" y="6170"/>
                  </a:cubicBezTo>
                  <a:cubicBezTo>
                    <a:pt x="1307" y="6180"/>
                    <a:pt x="1313" y="6184"/>
                    <a:pt x="1316" y="6184"/>
                  </a:cubicBezTo>
                  <a:cubicBezTo>
                    <a:pt x="1326" y="6184"/>
                    <a:pt x="1308" y="6142"/>
                    <a:pt x="1289" y="6105"/>
                  </a:cubicBezTo>
                  <a:cubicBezTo>
                    <a:pt x="1257" y="6057"/>
                    <a:pt x="1233" y="6008"/>
                    <a:pt x="1249" y="6000"/>
                  </a:cubicBezTo>
                  <a:lnTo>
                    <a:pt x="1249" y="6000"/>
                  </a:lnTo>
                  <a:lnTo>
                    <a:pt x="1314" y="6089"/>
                  </a:lnTo>
                  <a:cubicBezTo>
                    <a:pt x="1329" y="6126"/>
                    <a:pt x="1335" y="6139"/>
                    <a:pt x="1341" y="6139"/>
                  </a:cubicBezTo>
                  <a:cubicBezTo>
                    <a:pt x="1345" y="6139"/>
                    <a:pt x="1349" y="6135"/>
                    <a:pt x="1354" y="6130"/>
                  </a:cubicBezTo>
                  <a:lnTo>
                    <a:pt x="1370" y="6121"/>
                  </a:lnTo>
                  <a:cubicBezTo>
                    <a:pt x="1338" y="6073"/>
                    <a:pt x="1387" y="6040"/>
                    <a:pt x="1460" y="5992"/>
                  </a:cubicBezTo>
                  <a:cubicBezTo>
                    <a:pt x="1549" y="5935"/>
                    <a:pt x="1573" y="5919"/>
                    <a:pt x="1541" y="5870"/>
                  </a:cubicBezTo>
                  <a:cubicBezTo>
                    <a:pt x="1522" y="5842"/>
                    <a:pt x="1517" y="5830"/>
                    <a:pt x="1529" y="5830"/>
                  </a:cubicBezTo>
                  <a:cubicBezTo>
                    <a:pt x="1537" y="5830"/>
                    <a:pt x="1554" y="5836"/>
                    <a:pt x="1581" y="5846"/>
                  </a:cubicBezTo>
                  <a:cubicBezTo>
                    <a:pt x="1671" y="5903"/>
                    <a:pt x="1709" y="5926"/>
                    <a:pt x="1721" y="5926"/>
                  </a:cubicBezTo>
                  <a:cubicBezTo>
                    <a:pt x="1730" y="5926"/>
                    <a:pt x="1726" y="5915"/>
                    <a:pt x="1719" y="5894"/>
                  </a:cubicBezTo>
                  <a:cubicBezTo>
                    <a:pt x="1703" y="5894"/>
                    <a:pt x="1670" y="5854"/>
                    <a:pt x="1638" y="5805"/>
                  </a:cubicBezTo>
                  <a:cubicBezTo>
                    <a:pt x="1603" y="5757"/>
                    <a:pt x="1589" y="5733"/>
                    <a:pt x="1597" y="5733"/>
                  </a:cubicBezTo>
                  <a:cubicBezTo>
                    <a:pt x="1603" y="5733"/>
                    <a:pt x="1625" y="5751"/>
                    <a:pt x="1662" y="5789"/>
                  </a:cubicBezTo>
                  <a:cubicBezTo>
                    <a:pt x="1677" y="5812"/>
                    <a:pt x="1695" y="5821"/>
                    <a:pt x="1713" y="5821"/>
                  </a:cubicBezTo>
                  <a:cubicBezTo>
                    <a:pt x="1771" y="5821"/>
                    <a:pt x="1827" y="5718"/>
                    <a:pt x="1784" y="5643"/>
                  </a:cubicBezTo>
                  <a:lnTo>
                    <a:pt x="1784" y="5643"/>
                  </a:lnTo>
                  <a:lnTo>
                    <a:pt x="1816" y="5692"/>
                  </a:lnTo>
                  <a:cubicBezTo>
                    <a:pt x="1833" y="5713"/>
                    <a:pt x="1844" y="5723"/>
                    <a:pt x="1856" y="5723"/>
                  </a:cubicBezTo>
                  <a:cubicBezTo>
                    <a:pt x="1866" y="5723"/>
                    <a:pt x="1878" y="5715"/>
                    <a:pt x="1897" y="5700"/>
                  </a:cubicBezTo>
                  <a:lnTo>
                    <a:pt x="1930" y="5684"/>
                  </a:lnTo>
                  <a:cubicBezTo>
                    <a:pt x="1888" y="5632"/>
                    <a:pt x="1902" y="5611"/>
                    <a:pt x="1928" y="5611"/>
                  </a:cubicBezTo>
                  <a:cubicBezTo>
                    <a:pt x="1947" y="5611"/>
                    <a:pt x="1973" y="5622"/>
                    <a:pt x="1987" y="5643"/>
                  </a:cubicBezTo>
                  <a:cubicBezTo>
                    <a:pt x="2011" y="5668"/>
                    <a:pt x="2021" y="5678"/>
                    <a:pt x="2028" y="5678"/>
                  </a:cubicBezTo>
                  <a:cubicBezTo>
                    <a:pt x="2033" y="5678"/>
                    <a:pt x="2037" y="5674"/>
                    <a:pt x="2043" y="5667"/>
                  </a:cubicBezTo>
                  <a:cubicBezTo>
                    <a:pt x="2025" y="5608"/>
                    <a:pt x="2043" y="5584"/>
                    <a:pt x="2068" y="5584"/>
                  </a:cubicBezTo>
                  <a:cubicBezTo>
                    <a:pt x="2087" y="5584"/>
                    <a:pt x="2110" y="5598"/>
                    <a:pt x="2124" y="5619"/>
                  </a:cubicBezTo>
                  <a:lnTo>
                    <a:pt x="2141" y="5603"/>
                  </a:lnTo>
                  <a:cubicBezTo>
                    <a:pt x="2124" y="5554"/>
                    <a:pt x="2141" y="5538"/>
                    <a:pt x="2149" y="5538"/>
                  </a:cubicBezTo>
                  <a:cubicBezTo>
                    <a:pt x="2181" y="5513"/>
                    <a:pt x="2189" y="5505"/>
                    <a:pt x="2149" y="5473"/>
                  </a:cubicBezTo>
                  <a:cubicBezTo>
                    <a:pt x="2116" y="5424"/>
                    <a:pt x="2084" y="5376"/>
                    <a:pt x="2092" y="5367"/>
                  </a:cubicBezTo>
                  <a:lnTo>
                    <a:pt x="2092" y="5367"/>
                  </a:lnTo>
                  <a:lnTo>
                    <a:pt x="2124" y="5416"/>
                  </a:lnTo>
                  <a:cubicBezTo>
                    <a:pt x="2138" y="5437"/>
                    <a:pt x="2152" y="5444"/>
                    <a:pt x="2166" y="5444"/>
                  </a:cubicBezTo>
                  <a:cubicBezTo>
                    <a:pt x="2184" y="5444"/>
                    <a:pt x="2203" y="5430"/>
                    <a:pt x="2222" y="5416"/>
                  </a:cubicBezTo>
                  <a:cubicBezTo>
                    <a:pt x="2249" y="5398"/>
                    <a:pt x="2269" y="5387"/>
                    <a:pt x="2288" y="5387"/>
                  </a:cubicBezTo>
                  <a:cubicBezTo>
                    <a:pt x="2303" y="5387"/>
                    <a:pt x="2317" y="5394"/>
                    <a:pt x="2335" y="5408"/>
                  </a:cubicBezTo>
                  <a:lnTo>
                    <a:pt x="2311" y="5359"/>
                  </a:lnTo>
                  <a:cubicBezTo>
                    <a:pt x="2298" y="5329"/>
                    <a:pt x="2296" y="5314"/>
                    <a:pt x="2303" y="5314"/>
                  </a:cubicBezTo>
                  <a:cubicBezTo>
                    <a:pt x="2309" y="5314"/>
                    <a:pt x="2320" y="5325"/>
                    <a:pt x="2335" y="5343"/>
                  </a:cubicBezTo>
                  <a:cubicBezTo>
                    <a:pt x="2349" y="5357"/>
                    <a:pt x="2363" y="5363"/>
                    <a:pt x="2374" y="5363"/>
                  </a:cubicBezTo>
                  <a:cubicBezTo>
                    <a:pt x="2397" y="5363"/>
                    <a:pt x="2411" y="5340"/>
                    <a:pt x="2400" y="5303"/>
                  </a:cubicBezTo>
                  <a:lnTo>
                    <a:pt x="2416" y="5286"/>
                  </a:lnTo>
                  <a:cubicBezTo>
                    <a:pt x="2451" y="5324"/>
                    <a:pt x="2475" y="5342"/>
                    <a:pt x="2487" y="5342"/>
                  </a:cubicBezTo>
                  <a:cubicBezTo>
                    <a:pt x="2503" y="5342"/>
                    <a:pt x="2498" y="5310"/>
                    <a:pt x="2465" y="5254"/>
                  </a:cubicBezTo>
                  <a:lnTo>
                    <a:pt x="2465" y="5254"/>
                  </a:lnTo>
                  <a:cubicBezTo>
                    <a:pt x="2490" y="5284"/>
                    <a:pt x="2503" y="5292"/>
                    <a:pt x="2511" y="5292"/>
                  </a:cubicBezTo>
                  <a:cubicBezTo>
                    <a:pt x="2516" y="5292"/>
                    <a:pt x="2519" y="5289"/>
                    <a:pt x="2522" y="5286"/>
                  </a:cubicBezTo>
                  <a:cubicBezTo>
                    <a:pt x="2511" y="5249"/>
                    <a:pt x="2525" y="5226"/>
                    <a:pt x="2545" y="5226"/>
                  </a:cubicBezTo>
                  <a:cubicBezTo>
                    <a:pt x="2555" y="5226"/>
                    <a:pt x="2567" y="5232"/>
                    <a:pt x="2578" y="5246"/>
                  </a:cubicBezTo>
                  <a:lnTo>
                    <a:pt x="2587" y="5246"/>
                  </a:lnTo>
                  <a:cubicBezTo>
                    <a:pt x="2570" y="5189"/>
                    <a:pt x="2578" y="5181"/>
                    <a:pt x="2587" y="5181"/>
                  </a:cubicBezTo>
                  <a:cubicBezTo>
                    <a:pt x="2595" y="5173"/>
                    <a:pt x="2603" y="5165"/>
                    <a:pt x="2578" y="5108"/>
                  </a:cubicBezTo>
                  <a:cubicBezTo>
                    <a:pt x="2562" y="5059"/>
                    <a:pt x="2570" y="5051"/>
                    <a:pt x="2570" y="5051"/>
                  </a:cubicBezTo>
                  <a:cubicBezTo>
                    <a:pt x="2571" y="5051"/>
                    <a:pt x="2571" y="5050"/>
                    <a:pt x="2572" y="5050"/>
                  </a:cubicBezTo>
                  <a:cubicBezTo>
                    <a:pt x="2582" y="5050"/>
                    <a:pt x="2604" y="5103"/>
                    <a:pt x="2627" y="5149"/>
                  </a:cubicBezTo>
                  <a:cubicBezTo>
                    <a:pt x="2630" y="5172"/>
                    <a:pt x="2636" y="5184"/>
                    <a:pt x="2641" y="5184"/>
                  </a:cubicBezTo>
                  <a:cubicBezTo>
                    <a:pt x="2649" y="5184"/>
                    <a:pt x="2653" y="5148"/>
                    <a:pt x="2627" y="5076"/>
                  </a:cubicBezTo>
                  <a:cubicBezTo>
                    <a:pt x="2611" y="5023"/>
                    <a:pt x="2603" y="4997"/>
                    <a:pt x="2605" y="4997"/>
                  </a:cubicBezTo>
                  <a:lnTo>
                    <a:pt x="2605" y="4997"/>
                  </a:lnTo>
                  <a:cubicBezTo>
                    <a:pt x="2607" y="4997"/>
                    <a:pt x="2619" y="5023"/>
                    <a:pt x="2643" y="5076"/>
                  </a:cubicBezTo>
                  <a:cubicBezTo>
                    <a:pt x="2660" y="5109"/>
                    <a:pt x="2673" y="5145"/>
                    <a:pt x="2677" y="5145"/>
                  </a:cubicBezTo>
                  <a:cubicBezTo>
                    <a:pt x="2678" y="5145"/>
                    <a:pt x="2678" y="5137"/>
                    <a:pt x="2676" y="5116"/>
                  </a:cubicBezTo>
                  <a:cubicBezTo>
                    <a:pt x="2676" y="5116"/>
                    <a:pt x="2692" y="5108"/>
                    <a:pt x="2660" y="5059"/>
                  </a:cubicBezTo>
                  <a:lnTo>
                    <a:pt x="2692" y="5043"/>
                  </a:lnTo>
                  <a:cubicBezTo>
                    <a:pt x="2719" y="5061"/>
                    <a:pt x="2733" y="5067"/>
                    <a:pt x="2744" y="5067"/>
                  </a:cubicBezTo>
                  <a:cubicBezTo>
                    <a:pt x="2752" y="5067"/>
                    <a:pt x="2758" y="5063"/>
                    <a:pt x="2765" y="5059"/>
                  </a:cubicBezTo>
                  <a:cubicBezTo>
                    <a:pt x="2752" y="5034"/>
                    <a:pt x="2746" y="5022"/>
                    <a:pt x="2749" y="5022"/>
                  </a:cubicBezTo>
                  <a:lnTo>
                    <a:pt x="2749" y="5022"/>
                  </a:lnTo>
                  <a:cubicBezTo>
                    <a:pt x="2752" y="5022"/>
                    <a:pt x="2762" y="5032"/>
                    <a:pt x="2781" y="5051"/>
                  </a:cubicBezTo>
                  <a:cubicBezTo>
                    <a:pt x="2793" y="5066"/>
                    <a:pt x="2802" y="5075"/>
                    <a:pt x="2805" y="5075"/>
                  </a:cubicBezTo>
                  <a:cubicBezTo>
                    <a:pt x="2810" y="5075"/>
                    <a:pt x="2798" y="5051"/>
                    <a:pt x="2757" y="4994"/>
                  </a:cubicBezTo>
                  <a:cubicBezTo>
                    <a:pt x="2743" y="4967"/>
                    <a:pt x="2740" y="4952"/>
                    <a:pt x="2748" y="4952"/>
                  </a:cubicBezTo>
                  <a:cubicBezTo>
                    <a:pt x="2755" y="4952"/>
                    <a:pt x="2768" y="4961"/>
                    <a:pt x="2789" y="4978"/>
                  </a:cubicBezTo>
                  <a:cubicBezTo>
                    <a:pt x="2826" y="5029"/>
                    <a:pt x="2844" y="5048"/>
                    <a:pt x="2848" y="5048"/>
                  </a:cubicBezTo>
                  <a:cubicBezTo>
                    <a:pt x="2850" y="5048"/>
                    <a:pt x="2844" y="5036"/>
                    <a:pt x="2830" y="5019"/>
                  </a:cubicBezTo>
                  <a:cubicBezTo>
                    <a:pt x="2805" y="4962"/>
                    <a:pt x="2814" y="4954"/>
                    <a:pt x="2814" y="4954"/>
                  </a:cubicBezTo>
                  <a:lnTo>
                    <a:pt x="2814" y="4954"/>
                  </a:lnTo>
                  <a:cubicBezTo>
                    <a:pt x="2822" y="4967"/>
                    <a:pt x="2835" y="4972"/>
                    <a:pt x="2850" y="4972"/>
                  </a:cubicBezTo>
                  <a:cubicBezTo>
                    <a:pt x="2893" y="4972"/>
                    <a:pt x="2959" y="4929"/>
                    <a:pt x="3024" y="4881"/>
                  </a:cubicBezTo>
                  <a:cubicBezTo>
                    <a:pt x="3032" y="4881"/>
                    <a:pt x="3008" y="4824"/>
                    <a:pt x="2976" y="4784"/>
                  </a:cubicBezTo>
                  <a:cubicBezTo>
                    <a:pt x="2948" y="4742"/>
                    <a:pt x="2938" y="4727"/>
                    <a:pt x="2940" y="4727"/>
                  </a:cubicBezTo>
                  <a:lnTo>
                    <a:pt x="2940" y="4727"/>
                  </a:lnTo>
                  <a:cubicBezTo>
                    <a:pt x="2942" y="4727"/>
                    <a:pt x="2964" y="4753"/>
                    <a:pt x="2992" y="4776"/>
                  </a:cubicBezTo>
                  <a:cubicBezTo>
                    <a:pt x="3041" y="4836"/>
                    <a:pt x="3071" y="4865"/>
                    <a:pt x="3078" y="4865"/>
                  </a:cubicBezTo>
                  <a:cubicBezTo>
                    <a:pt x="3086" y="4865"/>
                    <a:pt x="3064" y="4828"/>
                    <a:pt x="3008" y="4759"/>
                  </a:cubicBezTo>
                  <a:cubicBezTo>
                    <a:pt x="2971" y="4718"/>
                    <a:pt x="2952" y="4697"/>
                    <a:pt x="2955" y="4697"/>
                  </a:cubicBezTo>
                  <a:lnTo>
                    <a:pt x="2955" y="4697"/>
                  </a:lnTo>
                  <a:cubicBezTo>
                    <a:pt x="2957" y="4697"/>
                    <a:pt x="2977" y="4716"/>
                    <a:pt x="3016" y="4751"/>
                  </a:cubicBezTo>
                  <a:cubicBezTo>
                    <a:pt x="3036" y="4771"/>
                    <a:pt x="3046" y="4781"/>
                    <a:pt x="3049" y="4781"/>
                  </a:cubicBezTo>
                  <a:cubicBezTo>
                    <a:pt x="3053" y="4781"/>
                    <a:pt x="3049" y="4769"/>
                    <a:pt x="3041" y="4743"/>
                  </a:cubicBezTo>
                  <a:cubicBezTo>
                    <a:pt x="3023" y="4717"/>
                    <a:pt x="3017" y="4702"/>
                    <a:pt x="3021" y="4702"/>
                  </a:cubicBezTo>
                  <a:lnTo>
                    <a:pt x="3021" y="4702"/>
                  </a:lnTo>
                  <a:cubicBezTo>
                    <a:pt x="3024" y="4702"/>
                    <a:pt x="3034" y="4713"/>
                    <a:pt x="3049" y="4735"/>
                  </a:cubicBezTo>
                  <a:cubicBezTo>
                    <a:pt x="3076" y="4762"/>
                    <a:pt x="3103" y="4790"/>
                    <a:pt x="3108" y="4790"/>
                  </a:cubicBezTo>
                  <a:cubicBezTo>
                    <a:pt x="3111" y="4790"/>
                    <a:pt x="3108" y="4783"/>
                    <a:pt x="3097" y="4767"/>
                  </a:cubicBezTo>
                  <a:cubicBezTo>
                    <a:pt x="3097" y="4767"/>
                    <a:pt x="3099" y="4767"/>
                    <a:pt x="3101" y="4767"/>
                  </a:cubicBezTo>
                  <a:cubicBezTo>
                    <a:pt x="3109" y="4767"/>
                    <a:pt x="3125" y="4771"/>
                    <a:pt x="3154" y="4800"/>
                  </a:cubicBezTo>
                  <a:cubicBezTo>
                    <a:pt x="3164" y="4810"/>
                    <a:pt x="3170" y="4814"/>
                    <a:pt x="3173" y="4814"/>
                  </a:cubicBezTo>
                  <a:cubicBezTo>
                    <a:pt x="3183" y="4814"/>
                    <a:pt x="3164" y="4772"/>
                    <a:pt x="3146" y="4735"/>
                  </a:cubicBezTo>
                  <a:cubicBezTo>
                    <a:pt x="3129" y="4675"/>
                    <a:pt x="3123" y="4645"/>
                    <a:pt x="3130" y="4645"/>
                  </a:cubicBezTo>
                  <a:lnTo>
                    <a:pt x="3130" y="4645"/>
                  </a:lnTo>
                  <a:cubicBezTo>
                    <a:pt x="3136" y="4645"/>
                    <a:pt x="3152" y="4669"/>
                    <a:pt x="3178" y="4719"/>
                  </a:cubicBezTo>
                  <a:cubicBezTo>
                    <a:pt x="3197" y="4750"/>
                    <a:pt x="3210" y="4763"/>
                    <a:pt x="3219" y="4763"/>
                  </a:cubicBezTo>
                  <a:cubicBezTo>
                    <a:pt x="3238" y="4763"/>
                    <a:pt x="3233" y="4704"/>
                    <a:pt x="3195" y="4638"/>
                  </a:cubicBezTo>
                  <a:cubicBezTo>
                    <a:pt x="3160" y="4579"/>
                    <a:pt x="3147" y="4555"/>
                    <a:pt x="3149" y="4555"/>
                  </a:cubicBezTo>
                  <a:lnTo>
                    <a:pt x="3149" y="4555"/>
                  </a:lnTo>
                  <a:cubicBezTo>
                    <a:pt x="3150" y="4555"/>
                    <a:pt x="3158" y="4565"/>
                    <a:pt x="3170" y="4581"/>
                  </a:cubicBezTo>
                  <a:cubicBezTo>
                    <a:pt x="3195" y="4617"/>
                    <a:pt x="3205" y="4622"/>
                    <a:pt x="3209" y="4622"/>
                  </a:cubicBezTo>
                  <a:cubicBezTo>
                    <a:pt x="3210" y="4622"/>
                    <a:pt x="3211" y="4622"/>
                    <a:pt x="3211" y="4622"/>
                  </a:cubicBezTo>
                  <a:cubicBezTo>
                    <a:pt x="3215" y="4622"/>
                    <a:pt x="3219" y="4621"/>
                    <a:pt x="3224" y="4621"/>
                  </a:cubicBezTo>
                  <a:cubicBezTo>
                    <a:pt x="3234" y="4621"/>
                    <a:pt x="3244" y="4625"/>
                    <a:pt x="3268" y="4654"/>
                  </a:cubicBezTo>
                  <a:cubicBezTo>
                    <a:pt x="3268" y="4654"/>
                    <a:pt x="3276" y="4654"/>
                    <a:pt x="3259" y="4589"/>
                  </a:cubicBezTo>
                  <a:cubicBezTo>
                    <a:pt x="3241" y="4542"/>
                    <a:pt x="3243" y="4522"/>
                    <a:pt x="3257" y="4522"/>
                  </a:cubicBezTo>
                  <a:cubicBezTo>
                    <a:pt x="3275" y="4522"/>
                    <a:pt x="3312" y="4552"/>
                    <a:pt x="3357" y="4597"/>
                  </a:cubicBezTo>
                  <a:lnTo>
                    <a:pt x="3341" y="4540"/>
                  </a:lnTo>
                  <a:cubicBezTo>
                    <a:pt x="3305" y="4479"/>
                    <a:pt x="3282" y="4433"/>
                    <a:pt x="3286" y="4433"/>
                  </a:cubicBezTo>
                  <a:lnTo>
                    <a:pt x="3286" y="4433"/>
                  </a:lnTo>
                  <a:cubicBezTo>
                    <a:pt x="3289" y="4433"/>
                    <a:pt x="3301" y="4448"/>
                    <a:pt x="3324" y="4484"/>
                  </a:cubicBezTo>
                  <a:lnTo>
                    <a:pt x="3357" y="4524"/>
                  </a:lnTo>
                  <a:cubicBezTo>
                    <a:pt x="3331" y="4481"/>
                    <a:pt x="3332" y="4462"/>
                    <a:pt x="3346" y="4462"/>
                  </a:cubicBezTo>
                  <a:cubicBezTo>
                    <a:pt x="3364" y="4462"/>
                    <a:pt x="3402" y="4491"/>
                    <a:pt x="3438" y="4540"/>
                  </a:cubicBezTo>
                  <a:cubicBezTo>
                    <a:pt x="3461" y="4575"/>
                    <a:pt x="3468" y="4585"/>
                    <a:pt x="3475" y="4585"/>
                  </a:cubicBezTo>
                  <a:cubicBezTo>
                    <a:pt x="3478" y="4585"/>
                    <a:pt x="3482" y="4583"/>
                    <a:pt x="3487" y="4581"/>
                  </a:cubicBezTo>
                  <a:lnTo>
                    <a:pt x="3454" y="4532"/>
                  </a:lnTo>
                  <a:cubicBezTo>
                    <a:pt x="3414" y="4492"/>
                    <a:pt x="3381" y="4443"/>
                    <a:pt x="3397" y="4435"/>
                  </a:cubicBezTo>
                  <a:cubicBezTo>
                    <a:pt x="3400" y="4432"/>
                    <a:pt x="3403" y="4429"/>
                    <a:pt x="3408" y="4429"/>
                  </a:cubicBezTo>
                  <a:cubicBezTo>
                    <a:pt x="3415" y="4429"/>
                    <a:pt x="3426" y="4437"/>
                    <a:pt x="3446" y="4467"/>
                  </a:cubicBezTo>
                  <a:cubicBezTo>
                    <a:pt x="3473" y="4495"/>
                    <a:pt x="3504" y="4522"/>
                    <a:pt x="3512" y="4522"/>
                  </a:cubicBezTo>
                  <a:cubicBezTo>
                    <a:pt x="3515" y="4522"/>
                    <a:pt x="3513" y="4516"/>
                    <a:pt x="3503" y="4500"/>
                  </a:cubicBezTo>
                  <a:cubicBezTo>
                    <a:pt x="3503" y="4500"/>
                    <a:pt x="3503" y="4499"/>
                    <a:pt x="3505" y="4499"/>
                  </a:cubicBezTo>
                  <a:cubicBezTo>
                    <a:pt x="3510" y="4499"/>
                    <a:pt x="3522" y="4503"/>
                    <a:pt x="3551" y="4532"/>
                  </a:cubicBezTo>
                  <a:lnTo>
                    <a:pt x="3592" y="4508"/>
                  </a:lnTo>
                  <a:cubicBezTo>
                    <a:pt x="3578" y="4480"/>
                    <a:pt x="3577" y="4462"/>
                    <a:pt x="3586" y="4462"/>
                  </a:cubicBezTo>
                  <a:cubicBezTo>
                    <a:pt x="3592" y="4462"/>
                    <a:pt x="3603" y="4471"/>
                    <a:pt x="3616" y="4492"/>
                  </a:cubicBezTo>
                  <a:cubicBezTo>
                    <a:pt x="3616" y="4492"/>
                    <a:pt x="3641" y="4476"/>
                    <a:pt x="3616" y="4427"/>
                  </a:cubicBezTo>
                  <a:cubicBezTo>
                    <a:pt x="3623" y="4420"/>
                    <a:pt x="3630" y="4414"/>
                    <a:pt x="3639" y="4414"/>
                  </a:cubicBezTo>
                  <a:cubicBezTo>
                    <a:pt x="3650" y="4414"/>
                    <a:pt x="3663" y="4424"/>
                    <a:pt x="3681" y="4451"/>
                  </a:cubicBezTo>
                  <a:cubicBezTo>
                    <a:pt x="3697" y="4475"/>
                    <a:pt x="3705" y="4487"/>
                    <a:pt x="3706" y="4487"/>
                  </a:cubicBezTo>
                  <a:cubicBezTo>
                    <a:pt x="3708" y="4487"/>
                    <a:pt x="3702" y="4473"/>
                    <a:pt x="3689" y="4443"/>
                  </a:cubicBezTo>
                  <a:cubicBezTo>
                    <a:pt x="3657" y="4395"/>
                    <a:pt x="3665" y="4395"/>
                    <a:pt x="3673" y="4386"/>
                  </a:cubicBezTo>
                  <a:lnTo>
                    <a:pt x="3697" y="4370"/>
                  </a:lnTo>
                  <a:cubicBezTo>
                    <a:pt x="3665" y="4330"/>
                    <a:pt x="3665" y="4330"/>
                    <a:pt x="3673" y="4322"/>
                  </a:cubicBezTo>
                  <a:cubicBezTo>
                    <a:pt x="3674" y="4320"/>
                    <a:pt x="3677" y="4320"/>
                    <a:pt x="3680" y="4320"/>
                  </a:cubicBezTo>
                  <a:cubicBezTo>
                    <a:pt x="3696" y="4320"/>
                    <a:pt x="3731" y="4331"/>
                    <a:pt x="3747" y="4331"/>
                  </a:cubicBezTo>
                  <a:cubicBezTo>
                    <a:pt x="3750" y="4331"/>
                    <a:pt x="3753" y="4331"/>
                    <a:pt x="3754" y="4330"/>
                  </a:cubicBezTo>
                  <a:cubicBezTo>
                    <a:pt x="3778" y="4313"/>
                    <a:pt x="3778" y="4313"/>
                    <a:pt x="3738" y="4273"/>
                  </a:cubicBezTo>
                  <a:cubicBezTo>
                    <a:pt x="3737" y="4274"/>
                    <a:pt x="3736" y="4274"/>
                    <a:pt x="3736" y="4274"/>
                  </a:cubicBezTo>
                  <a:cubicBezTo>
                    <a:pt x="3728" y="4274"/>
                    <a:pt x="3713" y="4254"/>
                    <a:pt x="3723" y="4254"/>
                  </a:cubicBezTo>
                  <a:cubicBezTo>
                    <a:pt x="3726" y="4254"/>
                    <a:pt x="3734" y="4257"/>
                    <a:pt x="3746" y="4265"/>
                  </a:cubicBezTo>
                  <a:cubicBezTo>
                    <a:pt x="3757" y="4265"/>
                    <a:pt x="3786" y="4276"/>
                    <a:pt x="3813" y="4276"/>
                  </a:cubicBezTo>
                  <a:cubicBezTo>
                    <a:pt x="3827" y="4276"/>
                    <a:pt x="3841" y="4273"/>
                    <a:pt x="3851" y="4265"/>
                  </a:cubicBezTo>
                  <a:cubicBezTo>
                    <a:pt x="3892" y="4240"/>
                    <a:pt x="3892" y="4240"/>
                    <a:pt x="3859" y="4200"/>
                  </a:cubicBezTo>
                  <a:cubicBezTo>
                    <a:pt x="3817" y="4153"/>
                    <a:pt x="3801" y="4129"/>
                    <a:pt x="3806" y="4129"/>
                  </a:cubicBezTo>
                  <a:lnTo>
                    <a:pt x="3806" y="4129"/>
                  </a:lnTo>
                  <a:cubicBezTo>
                    <a:pt x="3811" y="4129"/>
                    <a:pt x="3833" y="4149"/>
                    <a:pt x="3868" y="4192"/>
                  </a:cubicBezTo>
                  <a:cubicBezTo>
                    <a:pt x="3911" y="4235"/>
                    <a:pt x="3935" y="4253"/>
                    <a:pt x="3944" y="4253"/>
                  </a:cubicBezTo>
                  <a:cubicBezTo>
                    <a:pt x="3952" y="4253"/>
                    <a:pt x="3948" y="4239"/>
                    <a:pt x="3932" y="4216"/>
                  </a:cubicBezTo>
                  <a:cubicBezTo>
                    <a:pt x="3908" y="4167"/>
                    <a:pt x="3908" y="4167"/>
                    <a:pt x="3916" y="4159"/>
                  </a:cubicBezTo>
                  <a:lnTo>
                    <a:pt x="3916" y="4159"/>
                  </a:lnTo>
                  <a:cubicBezTo>
                    <a:pt x="3931" y="4177"/>
                    <a:pt x="3940" y="4187"/>
                    <a:pt x="3946" y="4187"/>
                  </a:cubicBezTo>
                  <a:cubicBezTo>
                    <a:pt x="3953" y="4187"/>
                    <a:pt x="3953" y="4171"/>
                    <a:pt x="3949" y="4135"/>
                  </a:cubicBezTo>
                  <a:cubicBezTo>
                    <a:pt x="3957" y="4135"/>
                    <a:pt x="3957" y="4135"/>
                    <a:pt x="3989" y="4176"/>
                  </a:cubicBezTo>
                  <a:lnTo>
                    <a:pt x="4005" y="4167"/>
                  </a:lnTo>
                  <a:cubicBezTo>
                    <a:pt x="3976" y="4103"/>
                    <a:pt x="4000" y="4081"/>
                    <a:pt x="4033" y="4081"/>
                  </a:cubicBezTo>
                  <a:cubicBezTo>
                    <a:pt x="4054" y="4081"/>
                    <a:pt x="4079" y="4090"/>
                    <a:pt x="4095" y="4103"/>
                  </a:cubicBezTo>
                  <a:cubicBezTo>
                    <a:pt x="4095" y="4103"/>
                    <a:pt x="4103" y="4103"/>
                    <a:pt x="4078" y="4046"/>
                  </a:cubicBezTo>
                  <a:cubicBezTo>
                    <a:pt x="4049" y="3995"/>
                    <a:pt x="4039" y="3969"/>
                    <a:pt x="4046" y="3969"/>
                  </a:cubicBezTo>
                  <a:lnTo>
                    <a:pt x="4046" y="3969"/>
                  </a:lnTo>
                  <a:cubicBezTo>
                    <a:pt x="4052" y="3969"/>
                    <a:pt x="4072" y="3991"/>
                    <a:pt x="4103" y="4038"/>
                  </a:cubicBezTo>
                  <a:cubicBezTo>
                    <a:pt x="4134" y="4081"/>
                    <a:pt x="4151" y="4104"/>
                    <a:pt x="4152" y="4104"/>
                  </a:cubicBezTo>
                  <a:cubicBezTo>
                    <a:pt x="4154" y="4104"/>
                    <a:pt x="4140" y="4079"/>
                    <a:pt x="4111" y="4030"/>
                  </a:cubicBezTo>
                  <a:cubicBezTo>
                    <a:pt x="4098" y="3999"/>
                    <a:pt x="4106" y="3976"/>
                    <a:pt x="4125" y="3976"/>
                  </a:cubicBezTo>
                  <a:cubicBezTo>
                    <a:pt x="4141" y="3976"/>
                    <a:pt x="4166" y="3993"/>
                    <a:pt x="4192" y="4038"/>
                  </a:cubicBezTo>
                  <a:lnTo>
                    <a:pt x="4257" y="4135"/>
                  </a:lnTo>
                  <a:cubicBezTo>
                    <a:pt x="4232" y="4078"/>
                    <a:pt x="4249" y="4078"/>
                    <a:pt x="4249" y="4078"/>
                  </a:cubicBezTo>
                  <a:cubicBezTo>
                    <a:pt x="4216" y="4030"/>
                    <a:pt x="4224" y="4022"/>
                    <a:pt x="4249" y="4005"/>
                  </a:cubicBezTo>
                  <a:cubicBezTo>
                    <a:pt x="4273" y="3989"/>
                    <a:pt x="4273" y="3916"/>
                    <a:pt x="4297" y="3908"/>
                  </a:cubicBezTo>
                  <a:cubicBezTo>
                    <a:pt x="4309" y="3896"/>
                    <a:pt x="4326" y="3890"/>
                    <a:pt x="4342" y="3890"/>
                  </a:cubicBezTo>
                  <a:cubicBezTo>
                    <a:pt x="4358" y="3890"/>
                    <a:pt x="4374" y="3896"/>
                    <a:pt x="4386" y="3908"/>
                  </a:cubicBezTo>
                  <a:cubicBezTo>
                    <a:pt x="4395" y="3908"/>
                    <a:pt x="4411" y="3900"/>
                    <a:pt x="4395" y="3843"/>
                  </a:cubicBezTo>
                  <a:cubicBezTo>
                    <a:pt x="4380" y="3809"/>
                    <a:pt x="4380" y="3790"/>
                    <a:pt x="4389" y="3790"/>
                  </a:cubicBezTo>
                  <a:cubicBezTo>
                    <a:pt x="4395" y="3790"/>
                    <a:pt x="4406" y="3799"/>
                    <a:pt x="4419" y="3819"/>
                  </a:cubicBezTo>
                  <a:lnTo>
                    <a:pt x="4435" y="3811"/>
                  </a:lnTo>
                  <a:cubicBezTo>
                    <a:pt x="4419" y="3754"/>
                    <a:pt x="4427" y="3746"/>
                    <a:pt x="4427" y="3746"/>
                  </a:cubicBezTo>
                  <a:lnTo>
                    <a:pt x="4427" y="3746"/>
                  </a:lnTo>
                  <a:cubicBezTo>
                    <a:pt x="4448" y="3778"/>
                    <a:pt x="4476" y="3806"/>
                    <a:pt x="4486" y="3806"/>
                  </a:cubicBezTo>
                  <a:cubicBezTo>
                    <a:pt x="4492" y="3806"/>
                    <a:pt x="4492" y="3798"/>
                    <a:pt x="4484" y="3778"/>
                  </a:cubicBezTo>
                  <a:cubicBezTo>
                    <a:pt x="4451" y="3738"/>
                    <a:pt x="4459" y="3730"/>
                    <a:pt x="4476" y="3713"/>
                  </a:cubicBezTo>
                  <a:lnTo>
                    <a:pt x="4476" y="3713"/>
                  </a:lnTo>
                  <a:cubicBezTo>
                    <a:pt x="4480" y="3716"/>
                    <a:pt x="4485" y="3717"/>
                    <a:pt x="4491" y="3717"/>
                  </a:cubicBezTo>
                  <a:cubicBezTo>
                    <a:pt x="4575" y="3717"/>
                    <a:pt x="4846" y="3532"/>
                    <a:pt x="4816" y="3486"/>
                  </a:cubicBezTo>
                  <a:lnTo>
                    <a:pt x="4849" y="3470"/>
                  </a:lnTo>
                  <a:lnTo>
                    <a:pt x="4881" y="3446"/>
                  </a:lnTo>
                  <a:cubicBezTo>
                    <a:pt x="4903" y="3478"/>
                    <a:pt x="4919" y="3491"/>
                    <a:pt x="4931" y="3491"/>
                  </a:cubicBezTo>
                  <a:cubicBezTo>
                    <a:pt x="4954" y="3491"/>
                    <a:pt x="4959" y="3441"/>
                    <a:pt x="4954" y="3397"/>
                  </a:cubicBezTo>
                  <a:cubicBezTo>
                    <a:pt x="4930" y="3349"/>
                    <a:pt x="4938" y="3341"/>
                    <a:pt x="4954" y="3332"/>
                  </a:cubicBezTo>
                  <a:cubicBezTo>
                    <a:pt x="4986" y="3377"/>
                    <a:pt x="5009" y="3395"/>
                    <a:pt x="5022" y="3395"/>
                  </a:cubicBezTo>
                  <a:cubicBezTo>
                    <a:pt x="5035" y="3395"/>
                    <a:pt x="5039" y="3377"/>
                    <a:pt x="5035" y="3349"/>
                  </a:cubicBezTo>
                  <a:cubicBezTo>
                    <a:pt x="5006" y="3294"/>
                    <a:pt x="4994" y="3267"/>
                    <a:pt x="4998" y="3267"/>
                  </a:cubicBezTo>
                  <a:lnTo>
                    <a:pt x="4998" y="3267"/>
                  </a:lnTo>
                  <a:cubicBezTo>
                    <a:pt x="5002" y="3267"/>
                    <a:pt x="5020" y="3290"/>
                    <a:pt x="5051" y="3332"/>
                  </a:cubicBezTo>
                  <a:cubicBezTo>
                    <a:pt x="5078" y="3369"/>
                    <a:pt x="5098" y="3390"/>
                    <a:pt x="5106" y="3390"/>
                  </a:cubicBezTo>
                  <a:cubicBezTo>
                    <a:pt x="5118" y="3390"/>
                    <a:pt x="5107" y="3350"/>
                    <a:pt x="5059" y="3259"/>
                  </a:cubicBezTo>
                  <a:cubicBezTo>
                    <a:pt x="5047" y="3234"/>
                    <a:pt x="5041" y="3222"/>
                    <a:pt x="5044" y="3222"/>
                  </a:cubicBezTo>
                  <a:lnTo>
                    <a:pt x="5044" y="3222"/>
                  </a:lnTo>
                  <a:cubicBezTo>
                    <a:pt x="5046" y="3222"/>
                    <a:pt x="5056" y="3232"/>
                    <a:pt x="5076" y="3251"/>
                  </a:cubicBezTo>
                  <a:cubicBezTo>
                    <a:pt x="5120" y="3296"/>
                    <a:pt x="5143" y="3314"/>
                    <a:pt x="5149" y="3314"/>
                  </a:cubicBezTo>
                  <a:cubicBezTo>
                    <a:pt x="5153" y="3314"/>
                    <a:pt x="5147" y="3302"/>
                    <a:pt x="5132" y="3284"/>
                  </a:cubicBezTo>
                  <a:cubicBezTo>
                    <a:pt x="5101" y="3231"/>
                    <a:pt x="5090" y="3204"/>
                    <a:pt x="5097" y="3204"/>
                  </a:cubicBezTo>
                  <a:cubicBezTo>
                    <a:pt x="5104" y="3204"/>
                    <a:pt x="5124" y="3223"/>
                    <a:pt x="5157" y="3259"/>
                  </a:cubicBezTo>
                  <a:cubicBezTo>
                    <a:pt x="5199" y="3298"/>
                    <a:pt x="5222" y="3318"/>
                    <a:pt x="5227" y="3318"/>
                  </a:cubicBezTo>
                  <a:cubicBezTo>
                    <a:pt x="5233" y="3318"/>
                    <a:pt x="5219" y="3294"/>
                    <a:pt x="5189" y="3243"/>
                  </a:cubicBezTo>
                  <a:cubicBezTo>
                    <a:pt x="5156" y="3186"/>
                    <a:pt x="5156" y="3154"/>
                    <a:pt x="5177" y="3154"/>
                  </a:cubicBezTo>
                  <a:cubicBezTo>
                    <a:pt x="5191" y="3154"/>
                    <a:pt x="5216" y="3169"/>
                    <a:pt x="5246" y="3203"/>
                  </a:cubicBezTo>
                  <a:cubicBezTo>
                    <a:pt x="5247" y="3202"/>
                    <a:pt x="5248" y="3202"/>
                    <a:pt x="5249" y="3202"/>
                  </a:cubicBezTo>
                  <a:cubicBezTo>
                    <a:pt x="5257" y="3202"/>
                    <a:pt x="5272" y="3211"/>
                    <a:pt x="5278" y="3211"/>
                  </a:cubicBezTo>
                  <a:cubicBezTo>
                    <a:pt x="5283" y="3211"/>
                    <a:pt x="5283" y="3205"/>
                    <a:pt x="5270" y="3186"/>
                  </a:cubicBezTo>
                  <a:lnTo>
                    <a:pt x="5270" y="3186"/>
                  </a:lnTo>
                  <a:lnTo>
                    <a:pt x="5311" y="3227"/>
                  </a:lnTo>
                  <a:lnTo>
                    <a:pt x="5327" y="3219"/>
                  </a:lnTo>
                  <a:lnTo>
                    <a:pt x="5295" y="3170"/>
                  </a:lnTo>
                  <a:cubicBezTo>
                    <a:pt x="5359" y="3170"/>
                    <a:pt x="5416" y="3154"/>
                    <a:pt x="5465" y="3130"/>
                  </a:cubicBezTo>
                  <a:cubicBezTo>
                    <a:pt x="5570" y="3057"/>
                    <a:pt x="5595" y="3041"/>
                    <a:pt x="5554" y="3000"/>
                  </a:cubicBezTo>
                  <a:cubicBezTo>
                    <a:pt x="5511" y="2957"/>
                    <a:pt x="5497" y="2932"/>
                    <a:pt x="5506" y="2932"/>
                  </a:cubicBezTo>
                  <a:cubicBezTo>
                    <a:pt x="5513" y="2932"/>
                    <a:pt x="5536" y="2950"/>
                    <a:pt x="5570" y="2992"/>
                  </a:cubicBezTo>
                  <a:cubicBezTo>
                    <a:pt x="5571" y="2991"/>
                    <a:pt x="5573" y="2991"/>
                    <a:pt x="5575" y="2991"/>
                  </a:cubicBezTo>
                  <a:cubicBezTo>
                    <a:pt x="5587" y="2991"/>
                    <a:pt x="5617" y="3005"/>
                    <a:pt x="5637" y="3005"/>
                  </a:cubicBezTo>
                  <a:cubicBezTo>
                    <a:pt x="5643" y="3005"/>
                    <a:pt x="5648" y="3003"/>
                    <a:pt x="5651" y="3000"/>
                  </a:cubicBezTo>
                  <a:cubicBezTo>
                    <a:pt x="5659" y="2996"/>
                    <a:pt x="5668" y="2991"/>
                    <a:pt x="5679" y="2991"/>
                  </a:cubicBezTo>
                  <a:cubicBezTo>
                    <a:pt x="5692" y="2991"/>
                    <a:pt x="5707" y="2998"/>
                    <a:pt x="5724" y="3024"/>
                  </a:cubicBezTo>
                  <a:lnTo>
                    <a:pt x="5732" y="3016"/>
                  </a:lnTo>
                  <a:cubicBezTo>
                    <a:pt x="5695" y="2935"/>
                    <a:pt x="5725" y="2892"/>
                    <a:pt x="5767" y="2892"/>
                  </a:cubicBezTo>
                  <a:cubicBezTo>
                    <a:pt x="5779" y="2892"/>
                    <a:pt x="5793" y="2895"/>
                    <a:pt x="5805" y="2903"/>
                  </a:cubicBezTo>
                  <a:cubicBezTo>
                    <a:pt x="5830" y="2886"/>
                    <a:pt x="5838" y="2878"/>
                    <a:pt x="5822" y="2822"/>
                  </a:cubicBezTo>
                  <a:cubicBezTo>
                    <a:pt x="5817" y="2791"/>
                    <a:pt x="5815" y="2777"/>
                    <a:pt x="5821" y="2777"/>
                  </a:cubicBezTo>
                  <a:cubicBezTo>
                    <a:pt x="5825" y="2777"/>
                    <a:pt x="5835" y="2787"/>
                    <a:pt x="5854" y="2805"/>
                  </a:cubicBezTo>
                  <a:cubicBezTo>
                    <a:pt x="5868" y="2823"/>
                    <a:pt x="5893" y="2835"/>
                    <a:pt x="5911" y="2835"/>
                  </a:cubicBezTo>
                  <a:cubicBezTo>
                    <a:pt x="5935" y="2835"/>
                    <a:pt x="5947" y="2815"/>
                    <a:pt x="5911" y="2765"/>
                  </a:cubicBezTo>
                  <a:lnTo>
                    <a:pt x="5911" y="2765"/>
                  </a:lnTo>
                  <a:lnTo>
                    <a:pt x="5951" y="2805"/>
                  </a:lnTo>
                  <a:cubicBezTo>
                    <a:pt x="5962" y="2813"/>
                    <a:pt x="5969" y="2816"/>
                    <a:pt x="5974" y="2816"/>
                  </a:cubicBezTo>
                  <a:cubicBezTo>
                    <a:pt x="5989" y="2816"/>
                    <a:pt x="5968" y="2778"/>
                    <a:pt x="5943" y="2741"/>
                  </a:cubicBezTo>
                  <a:cubicBezTo>
                    <a:pt x="5909" y="2698"/>
                    <a:pt x="5894" y="2674"/>
                    <a:pt x="5899" y="2674"/>
                  </a:cubicBezTo>
                  <a:lnTo>
                    <a:pt x="5899" y="2674"/>
                  </a:lnTo>
                  <a:cubicBezTo>
                    <a:pt x="5905" y="2674"/>
                    <a:pt x="5936" y="2704"/>
                    <a:pt x="5992" y="2773"/>
                  </a:cubicBezTo>
                  <a:cubicBezTo>
                    <a:pt x="6028" y="2827"/>
                    <a:pt x="6046" y="2849"/>
                    <a:pt x="6050" y="2849"/>
                  </a:cubicBezTo>
                  <a:cubicBezTo>
                    <a:pt x="6053" y="2849"/>
                    <a:pt x="6047" y="2835"/>
                    <a:pt x="6032" y="2814"/>
                  </a:cubicBezTo>
                  <a:cubicBezTo>
                    <a:pt x="6020" y="2777"/>
                    <a:pt x="6003" y="2735"/>
                    <a:pt x="6013" y="2735"/>
                  </a:cubicBezTo>
                  <a:cubicBezTo>
                    <a:pt x="6017" y="2735"/>
                    <a:pt x="6023" y="2739"/>
                    <a:pt x="6032" y="2749"/>
                  </a:cubicBezTo>
                  <a:cubicBezTo>
                    <a:pt x="6040" y="2741"/>
                    <a:pt x="6049" y="2741"/>
                    <a:pt x="5984" y="2643"/>
                  </a:cubicBezTo>
                  <a:cubicBezTo>
                    <a:pt x="5951" y="2603"/>
                    <a:pt x="5959" y="2595"/>
                    <a:pt x="5976" y="2586"/>
                  </a:cubicBezTo>
                  <a:lnTo>
                    <a:pt x="5976" y="2586"/>
                  </a:lnTo>
                  <a:cubicBezTo>
                    <a:pt x="5992" y="2619"/>
                    <a:pt x="6016" y="2651"/>
                    <a:pt x="6024" y="2684"/>
                  </a:cubicBezTo>
                  <a:lnTo>
                    <a:pt x="6049" y="2676"/>
                  </a:lnTo>
                  <a:cubicBezTo>
                    <a:pt x="6049" y="2675"/>
                    <a:pt x="6051" y="2674"/>
                    <a:pt x="6053" y="2674"/>
                  </a:cubicBezTo>
                  <a:cubicBezTo>
                    <a:pt x="6068" y="2674"/>
                    <a:pt x="6117" y="2704"/>
                    <a:pt x="6146" y="2741"/>
                  </a:cubicBezTo>
                  <a:cubicBezTo>
                    <a:pt x="6162" y="2757"/>
                    <a:pt x="6173" y="2767"/>
                    <a:pt x="6176" y="2767"/>
                  </a:cubicBezTo>
                  <a:cubicBezTo>
                    <a:pt x="6180" y="2767"/>
                    <a:pt x="6165" y="2745"/>
                    <a:pt x="6122" y="2692"/>
                  </a:cubicBezTo>
                  <a:cubicBezTo>
                    <a:pt x="6057" y="2603"/>
                    <a:pt x="6057" y="2603"/>
                    <a:pt x="6073" y="2586"/>
                  </a:cubicBezTo>
                  <a:cubicBezTo>
                    <a:pt x="6076" y="2583"/>
                    <a:pt x="6079" y="2580"/>
                    <a:pt x="6083" y="2580"/>
                  </a:cubicBezTo>
                  <a:cubicBezTo>
                    <a:pt x="6091" y="2580"/>
                    <a:pt x="6101" y="2589"/>
                    <a:pt x="6122" y="2619"/>
                  </a:cubicBezTo>
                  <a:cubicBezTo>
                    <a:pt x="6147" y="2650"/>
                    <a:pt x="6157" y="2661"/>
                    <a:pt x="6164" y="2661"/>
                  </a:cubicBezTo>
                  <a:cubicBezTo>
                    <a:pt x="6169" y="2661"/>
                    <a:pt x="6172" y="2657"/>
                    <a:pt x="6178" y="2651"/>
                  </a:cubicBezTo>
                  <a:cubicBezTo>
                    <a:pt x="6211" y="2635"/>
                    <a:pt x="6138" y="2473"/>
                    <a:pt x="6081" y="2376"/>
                  </a:cubicBezTo>
                  <a:cubicBezTo>
                    <a:pt x="6048" y="2330"/>
                    <a:pt x="6032" y="2308"/>
                    <a:pt x="6033" y="2308"/>
                  </a:cubicBezTo>
                  <a:lnTo>
                    <a:pt x="6033" y="2308"/>
                  </a:lnTo>
                  <a:cubicBezTo>
                    <a:pt x="6035" y="2308"/>
                    <a:pt x="6053" y="2328"/>
                    <a:pt x="6089" y="2368"/>
                  </a:cubicBezTo>
                  <a:cubicBezTo>
                    <a:pt x="6109" y="2398"/>
                    <a:pt x="6123" y="2406"/>
                    <a:pt x="6133" y="2406"/>
                  </a:cubicBezTo>
                  <a:cubicBezTo>
                    <a:pt x="6139" y="2406"/>
                    <a:pt x="6143" y="2403"/>
                    <a:pt x="6146" y="2400"/>
                  </a:cubicBezTo>
                  <a:cubicBezTo>
                    <a:pt x="6135" y="2386"/>
                    <a:pt x="6132" y="2382"/>
                    <a:pt x="6133" y="2382"/>
                  </a:cubicBezTo>
                  <a:lnTo>
                    <a:pt x="6133" y="2382"/>
                  </a:lnTo>
                  <a:cubicBezTo>
                    <a:pt x="6135" y="2382"/>
                    <a:pt x="6151" y="2400"/>
                    <a:pt x="6146" y="2400"/>
                  </a:cubicBezTo>
                  <a:cubicBezTo>
                    <a:pt x="6178" y="2449"/>
                    <a:pt x="6170" y="2457"/>
                    <a:pt x="6154" y="2465"/>
                  </a:cubicBezTo>
                  <a:lnTo>
                    <a:pt x="6186" y="2505"/>
                  </a:lnTo>
                  <a:cubicBezTo>
                    <a:pt x="6224" y="2547"/>
                    <a:pt x="6246" y="2568"/>
                    <a:pt x="6253" y="2568"/>
                  </a:cubicBezTo>
                  <a:cubicBezTo>
                    <a:pt x="6261" y="2568"/>
                    <a:pt x="6249" y="2541"/>
                    <a:pt x="6219" y="2489"/>
                  </a:cubicBezTo>
                  <a:cubicBezTo>
                    <a:pt x="6205" y="2462"/>
                    <a:pt x="6199" y="2450"/>
                    <a:pt x="6203" y="2450"/>
                  </a:cubicBezTo>
                  <a:lnTo>
                    <a:pt x="6203" y="2450"/>
                  </a:lnTo>
                  <a:cubicBezTo>
                    <a:pt x="6207" y="2450"/>
                    <a:pt x="6217" y="2458"/>
                    <a:pt x="6235" y="2473"/>
                  </a:cubicBezTo>
                  <a:cubicBezTo>
                    <a:pt x="6269" y="2502"/>
                    <a:pt x="6300" y="2530"/>
                    <a:pt x="6303" y="2530"/>
                  </a:cubicBezTo>
                  <a:cubicBezTo>
                    <a:pt x="6305" y="2530"/>
                    <a:pt x="6301" y="2525"/>
                    <a:pt x="6292" y="2514"/>
                  </a:cubicBezTo>
                  <a:cubicBezTo>
                    <a:pt x="6292" y="2514"/>
                    <a:pt x="6295" y="2510"/>
                    <a:pt x="6303" y="2510"/>
                  </a:cubicBezTo>
                  <a:cubicBezTo>
                    <a:pt x="6313" y="2510"/>
                    <a:pt x="6330" y="2515"/>
                    <a:pt x="6357" y="2538"/>
                  </a:cubicBezTo>
                  <a:cubicBezTo>
                    <a:pt x="6373" y="2522"/>
                    <a:pt x="6381" y="2514"/>
                    <a:pt x="6349" y="2473"/>
                  </a:cubicBezTo>
                  <a:cubicBezTo>
                    <a:pt x="6316" y="2424"/>
                    <a:pt x="6324" y="2416"/>
                    <a:pt x="6340" y="2408"/>
                  </a:cubicBezTo>
                  <a:cubicBezTo>
                    <a:pt x="6349" y="2408"/>
                    <a:pt x="6357" y="2400"/>
                    <a:pt x="6324" y="2351"/>
                  </a:cubicBezTo>
                  <a:cubicBezTo>
                    <a:pt x="6292" y="2303"/>
                    <a:pt x="6267" y="2254"/>
                    <a:pt x="6284" y="2238"/>
                  </a:cubicBezTo>
                  <a:cubicBezTo>
                    <a:pt x="6280" y="2213"/>
                    <a:pt x="6278" y="2199"/>
                    <a:pt x="6283" y="2199"/>
                  </a:cubicBezTo>
                  <a:cubicBezTo>
                    <a:pt x="6290" y="2199"/>
                    <a:pt x="6308" y="2221"/>
                    <a:pt x="6349" y="2270"/>
                  </a:cubicBezTo>
                  <a:cubicBezTo>
                    <a:pt x="6371" y="2298"/>
                    <a:pt x="6382" y="2307"/>
                    <a:pt x="6389" y="2307"/>
                  </a:cubicBezTo>
                  <a:cubicBezTo>
                    <a:pt x="6392" y="2307"/>
                    <a:pt x="6395" y="2305"/>
                    <a:pt x="6397" y="2303"/>
                  </a:cubicBezTo>
                  <a:cubicBezTo>
                    <a:pt x="6397" y="2303"/>
                    <a:pt x="6399" y="2302"/>
                    <a:pt x="6401" y="2302"/>
                  </a:cubicBezTo>
                  <a:cubicBezTo>
                    <a:pt x="6408" y="2302"/>
                    <a:pt x="6425" y="2306"/>
                    <a:pt x="6454" y="2335"/>
                  </a:cubicBezTo>
                  <a:cubicBezTo>
                    <a:pt x="6465" y="2346"/>
                    <a:pt x="6470" y="2350"/>
                    <a:pt x="6472" y="2350"/>
                  </a:cubicBezTo>
                  <a:cubicBezTo>
                    <a:pt x="6478" y="2350"/>
                    <a:pt x="6454" y="2314"/>
                    <a:pt x="6430" y="2278"/>
                  </a:cubicBezTo>
                  <a:lnTo>
                    <a:pt x="6365" y="2189"/>
                  </a:lnTo>
                  <a:cubicBezTo>
                    <a:pt x="6365" y="2189"/>
                    <a:pt x="6366" y="2189"/>
                    <a:pt x="6366" y="2189"/>
                  </a:cubicBezTo>
                  <a:cubicBezTo>
                    <a:pt x="6379" y="2189"/>
                    <a:pt x="6448" y="2272"/>
                    <a:pt x="6486" y="2311"/>
                  </a:cubicBezTo>
                  <a:cubicBezTo>
                    <a:pt x="6523" y="2355"/>
                    <a:pt x="6541" y="2378"/>
                    <a:pt x="6542" y="2378"/>
                  </a:cubicBezTo>
                  <a:cubicBezTo>
                    <a:pt x="6543" y="2378"/>
                    <a:pt x="6527" y="2355"/>
                    <a:pt x="6494" y="2311"/>
                  </a:cubicBezTo>
                  <a:cubicBezTo>
                    <a:pt x="6470" y="2274"/>
                    <a:pt x="6450" y="2232"/>
                    <a:pt x="6463" y="2232"/>
                  </a:cubicBezTo>
                  <a:cubicBezTo>
                    <a:pt x="6467" y="2232"/>
                    <a:pt x="6475" y="2236"/>
                    <a:pt x="6486" y="2246"/>
                  </a:cubicBezTo>
                  <a:cubicBezTo>
                    <a:pt x="6499" y="2238"/>
                    <a:pt x="6509" y="2230"/>
                    <a:pt x="6520" y="2230"/>
                  </a:cubicBezTo>
                  <a:cubicBezTo>
                    <a:pt x="6531" y="2230"/>
                    <a:pt x="6543" y="2238"/>
                    <a:pt x="6559" y="2262"/>
                  </a:cubicBezTo>
                  <a:cubicBezTo>
                    <a:pt x="6570" y="2273"/>
                    <a:pt x="6577" y="2277"/>
                    <a:pt x="6581" y="2277"/>
                  </a:cubicBezTo>
                  <a:cubicBezTo>
                    <a:pt x="6592" y="2277"/>
                    <a:pt x="6584" y="2246"/>
                    <a:pt x="6584" y="2246"/>
                  </a:cubicBezTo>
                  <a:cubicBezTo>
                    <a:pt x="6568" y="2215"/>
                    <a:pt x="6566" y="2200"/>
                    <a:pt x="6583" y="2200"/>
                  </a:cubicBezTo>
                  <a:cubicBezTo>
                    <a:pt x="6593" y="2200"/>
                    <a:pt x="6609" y="2205"/>
                    <a:pt x="6632" y="2214"/>
                  </a:cubicBezTo>
                  <a:cubicBezTo>
                    <a:pt x="6683" y="2243"/>
                    <a:pt x="6711" y="2259"/>
                    <a:pt x="6721" y="2259"/>
                  </a:cubicBezTo>
                  <a:cubicBezTo>
                    <a:pt x="6733" y="2259"/>
                    <a:pt x="6717" y="2235"/>
                    <a:pt x="6681" y="2181"/>
                  </a:cubicBezTo>
                  <a:cubicBezTo>
                    <a:pt x="6662" y="2157"/>
                    <a:pt x="6640" y="2131"/>
                    <a:pt x="6642" y="2131"/>
                  </a:cubicBezTo>
                  <a:lnTo>
                    <a:pt x="6642" y="2131"/>
                  </a:lnTo>
                  <a:cubicBezTo>
                    <a:pt x="6643" y="2131"/>
                    <a:pt x="6655" y="2144"/>
                    <a:pt x="6689" y="2181"/>
                  </a:cubicBezTo>
                  <a:cubicBezTo>
                    <a:pt x="6699" y="2191"/>
                    <a:pt x="6705" y="2195"/>
                    <a:pt x="6708" y="2195"/>
                  </a:cubicBezTo>
                  <a:cubicBezTo>
                    <a:pt x="6719" y="2195"/>
                    <a:pt x="6703" y="2151"/>
                    <a:pt x="6697" y="2108"/>
                  </a:cubicBezTo>
                  <a:cubicBezTo>
                    <a:pt x="6657" y="2043"/>
                    <a:pt x="6616" y="1978"/>
                    <a:pt x="6576" y="1914"/>
                  </a:cubicBezTo>
                  <a:cubicBezTo>
                    <a:pt x="6530" y="1858"/>
                    <a:pt x="6513" y="1837"/>
                    <a:pt x="6520" y="1837"/>
                  </a:cubicBezTo>
                  <a:cubicBezTo>
                    <a:pt x="6525" y="1837"/>
                    <a:pt x="6538" y="1845"/>
                    <a:pt x="6559" y="1857"/>
                  </a:cubicBezTo>
                  <a:cubicBezTo>
                    <a:pt x="6560" y="1856"/>
                    <a:pt x="6561" y="1856"/>
                    <a:pt x="6562" y="1856"/>
                  </a:cubicBezTo>
                  <a:cubicBezTo>
                    <a:pt x="6574" y="1856"/>
                    <a:pt x="6611" y="1893"/>
                    <a:pt x="6640" y="1938"/>
                  </a:cubicBezTo>
                  <a:cubicBezTo>
                    <a:pt x="6673" y="1978"/>
                    <a:pt x="6665" y="1987"/>
                    <a:pt x="6665" y="1987"/>
                  </a:cubicBezTo>
                  <a:lnTo>
                    <a:pt x="6657" y="1995"/>
                  </a:lnTo>
                  <a:cubicBezTo>
                    <a:pt x="6686" y="2039"/>
                    <a:pt x="6716" y="2077"/>
                    <a:pt x="6739" y="2077"/>
                  </a:cubicBezTo>
                  <a:cubicBezTo>
                    <a:pt x="6742" y="2077"/>
                    <a:pt x="6744" y="2076"/>
                    <a:pt x="6746" y="2076"/>
                  </a:cubicBezTo>
                  <a:cubicBezTo>
                    <a:pt x="6763" y="2093"/>
                    <a:pt x="6775" y="2102"/>
                    <a:pt x="6780" y="2102"/>
                  </a:cubicBezTo>
                  <a:cubicBezTo>
                    <a:pt x="6786" y="2102"/>
                    <a:pt x="6780" y="2087"/>
                    <a:pt x="6762" y="2059"/>
                  </a:cubicBezTo>
                  <a:lnTo>
                    <a:pt x="6762" y="2059"/>
                  </a:lnTo>
                  <a:cubicBezTo>
                    <a:pt x="6782" y="2080"/>
                    <a:pt x="6799" y="2086"/>
                    <a:pt x="6812" y="2086"/>
                  </a:cubicBezTo>
                  <a:cubicBezTo>
                    <a:pt x="6825" y="2086"/>
                    <a:pt x="6835" y="2080"/>
                    <a:pt x="6843" y="2076"/>
                  </a:cubicBezTo>
                  <a:cubicBezTo>
                    <a:pt x="6854" y="2064"/>
                    <a:pt x="6871" y="2058"/>
                    <a:pt x="6887" y="2058"/>
                  </a:cubicBezTo>
                  <a:cubicBezTo>
                    <a:pt x="6906" y="2058"/>
                    <a:pt x="6924" y="2066"/>
                    <a:pt x="6932" y="2084"/>
                  </a:cubicBezTo>
                  <a:cubicBezTo>
                    <a:pt x="6957" y="2068"/>
                    <a:pt x="6965" y="2059"/>
                    <a:pt x="6932" y="2019"/>
                  </a:cubicBezTo>
                  <a:cubicBezTo>
                    <a:pt x="6892" y="1959"/>
                    <a:pt x="6880" y="1933"/>
                    <a:pt x="6884" y="1933"/>
                  </a:cubicBezTo>
                  <a:lnTo>
                    <a:pt x="6884" y="1933"/>
                  </a:lnTo>
                  <a:cubicBezTo>
                    <a:pt x="6887" y="1933"/>
                    <a:pt x="6895" y="1943"/>
                    <a:pt x="6908" y="1962"/>
                  </a:cubicBezTo>
                  <a:cubicBezTo>
                    <a:pt x="6936" y="1997"/>
                    <a:pt x="6978" y="2012"/>
                    <a:pt x="7014" y="2012"/>
                  </a:cubicBezTo>
                  <a:cubicBezTo>
                    <a:pt x="7073" y="2012"/>
                    <a:pt x="7121" y="1973"/>
                    <a:pt x="7086" y="1914"/>
                  </a:cubicBezTo>
                  <a:lnTo>
                    <a:pt x="7103" y="1897"/>
                  </a:lnTo>
                  <a:cubicBezTo>
                    <a:pt x="7118" y="1906"/>
                    <a:pt x="7134" y="1910"/>
                    <a:pt x="7147" y="1910"/>
                  </a:cubicBezTo>
                  <a:cubicBezTo>
                    <a:pt x="7184" y="1910"/>
                    <a:pt x="7209" y="1882"/>
                    <a:pt x="7192" y="1841"/>
                  </a:cubicBezTo>
                  <a:lnTo>
                    <a:pt x="7224" y="1824"/>
                  </a:lnTo>
                  <a:cubicBezTo>
                    <a:pt x="7244" y="1837"/>
                    <a:pt x="7258" y="1844"/>
                    <a:pt x="7266" y="1844"/>
                  </a:cubicBezTo>
                  <a:cubicBezTo>
                    <a:pt x="7279" y="1844"/>
                    <a:pt x="7279" y="1829"/>
                    <a:pt x="7265" y="1800"/>
                  </a:cubicBezTo>
                  <a:cubicBezTo>
                    <a:pt x="7247" y="1760"/>
                    <a:pt x="7226" y="1723"/>
                    <a:pt x="7227" y="1723"/>
                  </a:cubicBezTo>
                  <a:lnTo>
                    <a:pt x="7227" y="1723"/>
                  </a:lnTo>
                  <a:cubicBezTo>
                    <a:pt x="7227" y="1723"/>
                    <a:pt x="7231" y="1729"/>
                    <a:pt x="7240" y="1743"/>
                  </a:cubicBezTo>
                  <a:cubicBezTo>
                    <a:pt x="7256" y="1766"/>
                    <a:pt x="7267" y="1775"/>
                    <a:pt x="7280" y="1775"/>
                  </a:cubicBezTo>
                  <a:cubicBezTo>
                    <a:pt x="7294" y="1775"/>
                    <a:pt x="7308" y="1764"/>
                    <a:pt x="7330" y="1751"/>
                  </a:cubicBezTo>
                  <a:cubicBezTo>
                    <a:pt x="7370" y="1727"/>
                    <a:pt x="7370" y="1727"/>
                    <a:pt x="7330" y="1687"/>
                  </a:cubicBezTo>
                  <a:cubicBezTo>
                    <a:pt x="7330" y="1659"/>
                    <a:pt x="7334" y="1649"/>
                    <a:pt x="7342" y="1649"/>
                  </a:cubicBezTo>
                  <a:cubicBezTo>
                    <a:pt x="7355" y="1649"/>
                    <a:pt x="7377" y="1677"/>
                    <a:pt x="7403" y="1703"/>
                  </a:cubicBezTo>
                  <a:cubicBezTo>
                    <a:pt x="7423" y="1748"/>
                    <a:pt x="7440" y="1771"/>
                    <a:pt x="7445" y="1771"/>
                  </a:cubicBezTo>
                  <a:cubicBezTo>
                    <a:pt x="7451" y="1771"/>
                    <a:pt x="7437" y="1730"/>
                    <a:pt x="7386" y="1646"/>
                  </a:cubicBezTo>
                  <a:cubicBezTo>
                    <a:pt x="7350" y="1584"/>
                    <a:pt x="7344" y="1555"/>
                    <a:pt x="7352" y="1555"/>
                  </a:cubicBezTo>
                  <a:cubicBezTo>
                    <a:pt x="7357" y="1555"/>
                    <a:pt x="7367" y="1564"/>
                    <a:pt x="7378" y="1581"/>
                  </a:cubicBezTo>
                  <a:cubicBezTo>
                    <a:pt x="7411" y="1630"/>
                    <a:pt x="7403" y="1630"/>
                    <a:pt x="7394" y="1638"/>
                  </a:cubicBezTo>
                  <a:lnTo>
                    <a:pt x="7459" y="1735"/>
                  </a:lnTo>
                  <a:cubicBezTo>
                    <a:pt x="7467" y="1727"/>
                    <a:pt x="7467" y="1727"/>
                    <a:pt x="7451" y="1670"/>
                  </a:cubicBezTo>
                  <a:cubicBezTo>
                    <a:pt x="7451" y="1670"/>
                    <a:pt x="7459" y="1670"/>
                    <a:pt x="7435" y="1614"/>
                  </a:cubicBezTo>
                  <a:cubicBezTo>
                    <a:pt x="7411" y="1565"/>
                    <a:pt x="7378" y="1516"/>
                    <a:pt x="7338" y="1476"/>
                  </a:cubicBezTo>
                  <a:cubicBezTo>
                    <a:pt x="7289" y="1435"/>
                    <a:pt x="7305" y="1427"/>
                    <a:pt x="7313" y="1419"/>
                  </a:cubicBezTo>
                  <a:lnTo>
                    <a:pt x="7313" y="1419"/>
                  </a:lnTo>
                  <a:cubicBezTo>
                    <a:pt x="7362" y="1451"/>
                    <a:pt x="7394" y="1500"/>
                    <a:pt x="7419" y="1557"/>
                  </a:cubicBezTo>
                  <a:cubicBezTo>
                    <a:pt x="7411" y="1565"/>
                    <a:pt x="7443" y="1605"/>
                    <a:pt x="7476" y="1654"/>
                  </a:cubicBezTo>
                  <a:cubicBezTo>
                    <a:pt x="7480" y="1661"/>
                    <a:pt x="7484" y="1665"/>
                    <a:pt x="7487" y="1665"/>
                  </a:cubicBezTo>
                  <a:cubicBezTo>
                    <a:pt x="7502" y="1665"/>
                    <a:pt x="7483" y="1558"/>
                    <a:pt x="7435" y="1476"/>
                  </a:cubicBezTo>
                  <a:lnTo>
                    <a:pt x="7435" y="1476"/>
                  </a:lnTo>
                  <a:cubicBezTo>
                    <a:pt x="7443" y="1488"/>
                    <a:pt x="7454" y="1504"/>
                    <a:pt x="7467" y="1524"/>
                  </a:cubicBezTo>
                  <a:cubicBezTo>
                    <a:pt x="7485" y="1546"/>
                    <a:pt x="7500" y="1554"/>
                    <a:pt x="7513" y="1554"/>
                  </a:cubicBezTo>
                  <a:cubicBezTo>
                    <a:pt x="7524" y="1554"/>
                    <a:pt x="7533" y="1548"/>
                    <a:pt x="7540" y="1541"/>
                  </a:cubicBezTo>
                  <a:cubicBezTo>
                    <a:pt x="7565" y="1532"/>
                    <a:pt x="7573" y="1524"/>
                    <a:pt x="7540" y="1476"/>
                  </a:cubicBezTo>
                  <a:cubicBezTo>
                    <a:pt x="7508" y="1427"/>
                    <a:pt x="7467" y="1387"/>
                    <a:pt x="7484" y="1378"/>
                  </a:cubicBezTo>
                  <a:lnTo>
                    <a:pt x="7484" y="1378"/>
                  </a:lnTo>
                  <a:cubicBezTo>
                    <a:pt x="7482" y="1379"/>
                    <a:pt x="7481" y="1379"/>
                    <a:pt x="7480" y="1379"/>
                  </a:cubicBezTo>
                  <a:cubicBezTo>
                    <a:pt x="7463" y="1379"/>
                    <a:pt x="7433" y="1334"/>
                    <a:pt x="7403" y="1289"/>
                  </a:cubicBezTo>
                  <a:lnTo>
                    <a:pt x="7403" y="1289"/>
                  </a:lnTo>
                  <a:cubicBezTo>
                    <a:pt x="7435" y="1314"/>
                    <a:pt x="7467" y="1338"/>
                    <a:pt x="7500" y="1362"/>
                  </a:cubicBezTo>
                  <a:cubicBezTo>
                    <a:pt x="7570" y="1426"/>
                    <a:pt x="7615" y="1459"/>
                    <a:pt x="7650" y="1459"/>
                  </a:cubicBezTo>
                  <a:cubicBezTo>
                    <a:pt x="7660" y="1459"/>
                    <a:pt x="7669" y="1457"/>
                    <a:pt x="7678" y="1451"/>
                  </a:cubicBezTo>
                  <a:cubicBezTo>
                    <a:pt x="7690" y="1440"/>
                    <a:pt x="7704" y="1434"/>
                    <a:pt x="7719" y="1434"/>
                  </a:cubicBezTo>
                  <a:cubicBezTo>
                    <a:pt x="7737" y="1434"/>
                    <a:pt x="7754" y="1442"/>
                    <a:pt x="7767" y="1460"/>
                  </a:cubicBezTo>
                  <a:cubicBezTo>
                    <a:pt x="7792" y="1443"/>
                    <a:pt x="7800" y="1443"/>
                    <a:pt x="7767" y="1395"/>
                  </a:cubicBezTo>
                  <a:lnTo>
                    <a:pt x="7784" y="1378"/>
                  </a:lnTo>
                  <a:cubicBezTo>
                    <a:pt x="7801" y="1396"/>
                    <a:pt x="7816" y="1404"/>
                    <a:pt x="7824" y="1404"/>
                  </a:cubicBezTo>
                  <a:cubicBezTo>
                    <a:pt x="7835" y="1404"/>
                    <a:pt x="7834" y="1390"/>
                    <a:pt x="7816" y="1362"/>
                  </a:cubicBezTo>
                  <a:cubicBezTo>
                    <a:pt x="7806" y="1338"/>
                    <a:pt x="7807" y="1331"/>
                    <a:pt x="7813" y="1331"/>
                  </a:cubicBezTo>
                  <a:cubicBezTo>
                    <a:pt x="7819" y="1331"/>
                    <a:pt x="7831" y="1339"/>
                    <a:pt x="7837" y="1339"/>
                  </a:cubicBezTo>
                  <a:cubicBezTo>
                    <a:pt x="7838" y="1339"/>
                    <a:pt x="7840" y="1339"/>
                    <a:pt x="7840" y="1338"/>
                  </a:cubicBezTo>
                  <a:cubicBezTo>
                    <a:pt x="7880" y="1374"/>
                    <a:pt x="7902" y="1394"/>
                    <a:pt x="7904" y="1394"/>
                  </a:cubicBezTo>
                  <a:cubicBezTo>
                    <a:pt x="7907" y="1394"/>
                    <a:pt x="7879" y="1362"/>
                    <a:pt x="7816" y="1289"/>
                  </a:cubicBezTo>
                  <a:cubicBezTo>
                    <a:pt x="7787" y="1246"/>
                    <a:pt x="7745" y="1215"/>
                    <a:pt x="7731" y="1215"/>
                  </a:cubicBezTo>
                  <a:cubicBezTo>
                    <a:pt x="7729" y="1215"/>
                    <a:pt x="7728" y="1215"/>
                    <a:pt x="7727" y="1216"/>
                  </a:cubicBezTo>
                  <a:lnTo>
                    <a:pt x="7694" y="1232"/>
                  </a:lnTo>
                  <a:lnTo>
                    <a:pt x="7694" y="1168"/>
                  </a:lnTo>
                  <a:cubicBezTo>
                    <a:pt x="7703" y="1160"/>
                    <a:pt x="7686" y="1103"/>
                    <a:pt x="7654" y="1062"/>
                  </a:cubicBezTo>
                  <a:cubicBezTo>
                    <a:pt x="7654" y="1062"/>
                    <a:pt x="7621" y="1014"/>
                    <a:pt x="7630" y="1005"/>
                  </a:cubicBezTo>
                  <a:lnTo>
                    <a:pt x="7630" y="1005"/>
                  </a:lnTo>
                  <a:lnTo>
                    <a:pt x="7694" y="1095"/>
                  </a:lnTo>
                  <a:cubicBezTo>
                    <a:pt x="7719" y="1151"/>
                    <a:pt x="7751" y="1200"/>
                    <a:pt x="7784" y="1241"/>
                  </a:cubicBezTo>
                  <a:cubicBezTo>
                    <a:pt x="7830" y="1291"/>
                    <a:pt x="7868" y="1321"/>
                    <a:pt x="7880" y="1321"/>
                  </a:cubicBezTo>
                  <a:cubicBezTo>
                    <a:pt x="7890" y="1321"/>
                    <a:pt x="7885" y="1304"/>
                    <a:pt x="7857" y="1265"/>
                  </a:cubicBezTo>
                  <a:cubicBezTo>
                    <a:pt x="7862" y="1262"/>
                    <a:pt x="7865" y="1261"/>
                    <a:pt x="7869" y="1261"/>
                  </a:cubicBezTo>
                  <a:cubicBezTo>
                    <a:pt x="7877" y="1261"/>
                    <a:pt x="7885" y="1269"/>
                    <a:pt x="7913" y="1297"/>
                  </a:cubicBezTo>
                  <a:cubicBezTo>
                    <a:pt x="7926" y="1316"/>
                    <a:pt x="7935" y="1326"/>
                    <a:pt x="7938" y="1326"/>
                  </a:cubicBezTo>
                  <a:cubicBezTo>
                    <a:pt x="7942" y="1326"/>
                    <a:pt x="7932" y="1300"/>
                    <a:pt x="7897" y="1241"/>
                  </a:cubicBezTo>
                  <a:cubicBezTo>
                    <a:pt x="7867" y="1184"/>
                    <a:pt x="7855" y="1158"/>
                    <a:pt x="7863" y="1158"/>
                  </a:cubicBezTo>
                  <a:cubicBezTo>
                    <a:pt x="7870" y="1158"/>
                    <a:pt x="7892" y="1178"/>
                    <a:pt x="7930" y="1216"/>
                  </a:cubicBezTo>
                  <a:cubicBezTo>
                    <a:pt x="7968" y="1254"/>
                    <a:pt x="7997" y="1269"/>
                    <a:pt x="8014" y="1269"/>
                  </a:cubicBezTo>
                  <a:cubicBezTo>
                    <a:pt x="8033" y="1269"/>
                    <a:pt x="8036" y="1250"/>
                    <a:pt x="8019" y="1224"/>
                  </a:cubicBezTo>
                  <a:cubicBezTo>
                    <a:pt x="7974" y="1163"/>
                    <a:pt x="7972" y="1132"/>
                    <a:pt x="7990" y="1132"/>
                  </a:cubicBezTo>
                  <a:cubicBezTo>
                    <a:pt x="7999" y="1132"/>
                    <a:pt x="8012" y="1139"/>
                    <a:pt x="8027" y="1151"/>
                  </a:cubicBezTo>
                  <a:cubicBezTo>
                    <a:pt x="8044" y="1169"/>
                    <a:pt x="8056" y="1177"/>
                    <a:pt x="8061" y="1177"/>
                  </a:cubicBezTo>
                  <a:cubicBezTo>
                    <a:pt x="8068" y="1177"/>
                    <a:pt x="8065" y="1163"/>
                    <a:pt x="8051" y="1135"/>
                  </a:cubicBezTo>
                  <a:lnTo>
                    <a:pt x="8051" y="1135"/>
                  </a:lnTo>
                  <a:cubicBezTo>
                    <a:pt x="8073" y="1163"/>
                    <a:pt x="8102" y="1190"/>
                    <a:pt x="8112" y="1190"/>
                  </a:cubicBezTo>
                  <a:cubicBezTo>
                    <a:pt x="8116" y="1190"/>
                    <a:pt x="8116" y="1183"/>
                    <a:pt x="8108" y="1168"/>
                  </a:cubicBezTo>
                  <a:cubicBezTo>
                    <a:pt x="8108" y="1168"/>
                    <a:pt x="8116" y="1160"/>
                    <a:pt x="8075" y="1119"/>
                  </a:cubicBezTo>
                  <a:lnTo>
                    <a:pt x="8027" y="1014"/>
                  </a:lnTo>
                  <a:cubicBezTo>
                    <a:pt x="8026" y="1014"/>
                    <a:pt x="8026" y="1014"/>
                    <a:pt x="8025" y="1014"/>
                  </a:cubicBezTo>
                  <a:cubicBezTo>
                    <a:pt x="8014" y="1014"/>
                    <a:pt x="7984" y="970"/>
                    <a:pt x="7954" y="933"/>
                  </a:cubicBezTo>
                  <a:cubicBezTo>
                    <a:pt x="7943" y="916"/>
                    <a:pt x="7943" y="907"/>
                    <a:pt x="7952" y="907"/>
                  </a:cubicBezTo>
                  <a:cubicBezTo>
                    <a:pt x="7971" y="907"/>
                    <a:pt x="8027" y="943"/>
                    <a:pt x="8108" y="1030"/>
                  </a:cubicBezTo>
                  <a:lnTo>
                    <a:pt x="8197" y="1111"/>
                  </a:lnTo>
                  <a:lnTo>
                    <a:pt x="8124" y="1014"/>
                  </a:lnTo>
                  <a:cubicBezTo>
                    <a:pt x="8129" y="1011"/>
                    <a:pt x="8133" y="1009"/>
                    <a:pt x="8138" y="1009"/>
                  </a:cubicBezTo>
                  <a:cubicBezTo>
                    <a:pt x="8148" y="1009"/>
                    <a:pt x="8158" y="1018"/>
                    <a:pt x="8181" y="1046"/>
                  </a:cubicBezTo>
                  <a:cubicBezTo>
                    <a:pt x="8204" y="1081"/>
                    <a:pt x="8211" y="1091"/>
                    <a:pt x="8215" y="1091"/>
                  </a:cubicBezTo>
                  <a:cubicBezTo>
                    <a:pt x="8217" y="1091"/>
                    <a:pt x="8219" y="1089"/>
                    <a:pt x="8221" y="1087"/>
                  </a:cubicBezTo>
                  <a:cubicBezTo>
                    <a:pt x="8221" y="1087"/>
                    <a:pt x="8230" y="1078"/>
                    <a:pt x="8197" y="1038"/>
                  </a:cubicBezTo>
                  <a:cubicBezTo>
                    <a:pt x="8158" y="979"/>
                    <a:pt x="8142" y="956"/>
                    <a:pt x="8145" y="956"/>
                  </a:cubicBezTo>
                  <a:lnTo>
                    <a:pt x="8145" y="956"/>
                  </a:lnTo>
                  <a:cubicBezTo>
                    <a:pt x="8147" y="956"/>
                    <a:pt x="8157" y="965"/>
                    <a:pt x="8173" y="981"/>
                  </a:cubicBezTo>
                  <a:cubicBezTo>
                    <a:pt x="8211" y="1023"/>
                    <a:pt x="8233" y="1043"/>
                    <a:pt x="8239" y="1043"/>
                  </a:cubicBezTo>
                  <a:cubicBezTo>
                    <a:pt x="8247" y="1043"/>
                    <a:pt x="8235" y="1017"/>
                    <a:pt x="8205" y="965"/>
                  </a:cubicBezTo>
                  <a:cubicBezTo>
                    <a:pt x="8172" y="919"/>
                    <a:pt x="8156" y="897"/>
                    <a:pt x="8158" y="897"/>
                  </a:cubicBezTo>
                  <a:lnTo>
                    <a:pt x="8158" y="897"/>
                  </a:lnTo>
                  <a:cubicBezTo>
                    <a:pt x="8159" y="897"/>
                    <a:pt x="8178" y="917"/>
                    <a:pt x="8213" y="957"/>
                  </a:cubicBezTo>
                  <a:cubicBezTo>
                    <a:pt x="8243" y="1001"/>
                    <a:pt x="8286" y="1039"/>
                    <a:pt x="8300" y="1039"/>
                  </a:cubicBezTo>
                  <a:cubicBezTo>
                    <a:pt x="8301" y="1039"/>
                    <a:pt x="8302" y="1039"/>
                    <a:pt x="8303" y="1038"/>
                  </a:cubicBezTo>
                  <a:lnTo>
                    <a:pt x="8270" y="989"/>
                  </a:lnTo>
                  <a:cubicBezTo>
                    <a:pt x="8229" y="933"/>
                    <a:pt x="8217" y="909"/>
                    <a:pt x="8224" y="909"/>
                  </a:cubicBezTo>
                  <a:lnTo>
                    <a:pt x="8224" y="909"/>
                  </a:lnTo>
                  <a:cubicBezTo>
                    <a:pt x="8228" y="909"/>
                    <a:pt x="8239" y="917"/>
                    <a:pt x="8254" y="933"/>
                  </a:cubicBezTo>
                  <a:cubicBezTo>
                    <a:pt x="8268" y="954"/>
                    <a:pt x="8278" y="964"/>
                    <a:pt x="8283" y="964"/>
                  </a:cubicBezTo>
                  <a:cubicBezTo>
                    <a:pt x="8290" y="964"/>
                    <a:pt x="8291" y="948"/>
                    <a:pt x="8286" y="916"/>
                  </a:cubicBezTo>
                  <a:cubicBezTo>
                    <a:pt x="8293" y="909"/>
                    <a:pt x="8299" y="904"/>
                    <a:pt x="8305" y="904"/>
                  </a:cubicBezTo>
                  <a:cubicBezTo>
                    <a:pt x="8314" y="904"/>
                    <a:pt x="8325" y="913"/>
                    <a:pt x="8343" y="941"/>
                  </a:cubicBezTo>
                  <a:cubicBezTo>
                    <a:pt x="8379" y="984"/>
                    <a:pt x="8397" y="1007"/>
                    <a:pt x="8400" y="1007"/>
                  </a:cubicBezTo>
                  <a:cubicBezTo>
                    <a:pt x="8402" y="1007"/>
                    <a:pt x="8388" y="982"/>
                    <a:pt x="8359" y="933"/>
                  </a:cubicBezTo>
                  <a:cubicBezTo>
                    <a:pt x="8346" y="906"/>
                    <a:pt x="8340" y="894"/>
                    <a:pt x="8345" y="894"/>
                  </a:cubicBezTo>
                  <a:cubicBezTo>
                    <a:pt x="8350" y="894"/>
                    <a:pt x="8362" y="902"/>
                    <a:pt x="8384" y="916"/>
                  </a:cubicBezTo>
                  <a:cubicBezTo>
                    <a:pt x="8405" y="931"/>
                    <a:pt x="8417" y="939"/>
                    <a:pt x="8422" y="939"/>
                  </a:cubicBezTo>
                  <a:cubicBezTo>
                    <a:pt x="8427" y="939"/>
                    <a:pt x="8421" y="927"/>
                    <a:pt x="8408" y="900"/>
                  </a:cubicBezTo>
                  <a:cubicBezTo>
                    <a:pt x="8340" y="817"/>
                    <a:pt x="8307" y="769"/>
                    <a:pt x="8297" y="769"/>
                  </a:cubicBezTo>
                  <a:cubicBezTo>
                    <a:pt x="8296" y="769"/>
                    <a:pt x="8295" y="770"/>
                    <a:pt x="8294" y="770"/>
                  </a:cubicBezTo>
                  <a:cubicBezTo>
                    <a:pt x="8292" y="773"/>
                    <a:pt x="8290" y="774"/>
                    <a:pt x="8288" y="774"/>
                  </a:cubicBezTo>
                  <a:cubicBezTo>
                    <a:pt x="8284" y="774"/>
                    <a:pt x="8277" y="764"/>
                    <a:pt x="8254" y="730"/>
                  </a:cubicBezTo>
                  <a:lnTo>
                    <a:pt x="8270" y="714"/>
                  </a:lnTo>
                  <a:cubicBezTo>
                    <a:pt x="8286" y="705"/>
                    <a:pt x="8294" y="705"/>
                    <a:pt x="8278" y="641"/>
                  </a:cubicBezTo>
                  <a:cubicBezTo>
                    <a:pt x="8266" y="597"/>
                    <a:pt x="8229" y="533"/>
                    <a:pt x="8217" y="533"/>
                  </a:cubicBezTo>
                  <a:cubicBezTo>
                    <a:pt x="8213" y="533"/>
                    <a:pt x="8212" y="539"/>
                    <a:pt x="8213" y="551"/>
                  </a:cubicBezTo>
                  <a:lnTo>
                    <a:pt x="8173" y="511"/>
                  </a:lnTo>
                  <a:cubicBezTo>
                    <a:pt x="8127" y="446"/>
                    <a:pt x="8097" y="415"/>
                    <a:pt x="8089" y="415"/>
                  </a:cubicBezTo>
                  <a:cubicBezTo>
                    <a:pt x="8080" y="415"/>
                    <a:pt x="8097" y="454"/>
                    <a:pt x="8148" y="527"/>
                  </a:cubicBezTo>
                  <a:cubicBezTo>
                    <a:pt x="8207" y="604"/>
                    <a:pt x="8233" y="638"/>
                    <a:pt x="8231" y="638"/>
                  </a:cubicBezTo>
                  <a:cubicBezTo>
                    <a:pt x="8229" y="638"/>
                    <a:pt x="8209" y="616"/>
                    <a:pt x="8173" y="576"/>
                  </a:cubicBezTo>
                  <a:cubicBezTo>
                    <a:pt x="8118" y="500"/>
                    <a:pt x="8104" y="495"/>
                    <a:pt x="8096" y="495"/>
                  </a:cubicBezTo>
                  <a:cubicBezTo>
                    <a:pt x="8094" y="495"/>
                    <a:pt x="8093" y="495"/>
                    <a:pt x="8092" y="495"/>
                  </a:cubicBezTo>
                  <a:cubicBezTo>
                    <a:pt x="8089" y="497"/>
                    <a:pt x="8087" y="499"/>
                    <a:pt x="8085" y="499"/>
                  </a:cubicBezTo>
                  <a:cubicBezTo>
                    <a:pt x="8081" y="499"/>
                    <a:pt x="8074" y="490"/>
                    <a:pt x="8051" y="462"/>
                  </a:cubicBezTo>
                  <a:cubicBezTo>
                    <a:pt x="8014" y="418"/>
                    <a:pt x="7977" y="380"/>
                    <a:pt x="7965" y="380"/>
                  </a:cubicBezTo>
                  <a:cubicBezTo>
                    <a:pt x="7964" y="380"/>
                    <a:pt x="7963" y="380"/>
                    <a:pt x="7962" y="381"/>
                  </a:cubicBezTo>
                  <a:cubicBezTo>
                    <a:pt x="7954" y="389"/>
                    <a:pt x="7954" y="389"/>
                    <a:pt x="7986" y="430"/>
                  </a:cubicBezTo>
                  <a:cubicBezTo>
                    <a:pt x="8005" y="449"/>
                    <a:pt x="8012" y="462"/>
                    <a:pt x="8005" y="462"/>
                  </a:cubicBezTo>
                  <a:cubicBezTo>
                    <a:pt x="7997" y="462"/>
                    <a:pt x="7973" y="445"/>
                    <a:pt x="7930" y="397"/>
                  </a:cubicBezTo>
                  <a:cubicBezTo>
                    <a:pt x="7914" y="382"/>
                    <a:pt x="7904" y="372"/>
                    <a:pt x="7902" y="3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2"/>
            <p:cNvSpPr/>
            <p:nvPr/>
          </p:nvSpPr>
          <p:spPr>
            <a:xfrm>
              <a:off x="7375344" y="2748718"/>
              <a:ext cx="161498" cy="115508"/>
            </a:xfrm>
            <a:custGeom>
              <a:avLst/>
              <a:gdLst/>
              <a:ahLst/>
              <a:cxnLst/>
              <a:rect l="l" t="t" r="r" b="b"/>
              <a:pathLst>
                <a:path w="9369" h="6701" extrusionOk="0">
                  <a:moveTo>
                    <a:pt x="8603" y="1"/>
                  </a:moveTo>
                  <a:lnTo>
                    <a:pt x="8595" y="9"/>
                  </a:lnTo>
                  <a:cubicBezTo>
                    <a:pt x="8579" y="17"/>
                    <a:pt x="8611" y="66"/>
                    <a:pt x="8644" y="114"/>
                  </a:cubicBezTo>
                  <a:lnTo>
                    <a:pt x="8652" y="106"/>
                  </a:lnTo>
                  <a:cubicBezTo>
                    <a:pt x="8636" y="66"/>
                    <a:pt x="8619" y="33"/>
                    <a:pt x="8603" y="1"/>
                  </a:cubicBezTo>
                  <a:close/>
                  <a:moveTo>
                    <a:pt x="9025" y="739"/>
                  </a:moveTo>
                  <a:lnTo>
                    <a:pt x="9065" y="779"/>
                  </a:lnTo>
                  <a:cubicBezTo>
                    <a:pt x="9098" y="828"/>
                    <a:pt x="9090" y="836"/>
                    <a:pt x="9073" y="844"/>
                  </a:cubicBezTo>
                  <a:cubicBezTo>
                    <a:pt x="9071" y="847"/>
                    <a:pt x="9069" y="848"/>
                    <a:pt x="9067" y="848"/>
                  </a:cubicBezTo>
                  <a:cubicBezTo>
                    <a:pt x="9063" y="848"/>
                    <a:pt x="9056" y="838"/>
                    <a:pt x="9033" y="804"/>
                  </a:cubicBezTo>
                  <a:cubicBezTo>
                    <a:pt x="9033" y="804"/>
                    <a:pt x="9017" y="747"/>
                    <a:pt x="9025" y="739"/>
                  </a:cubicBezTo>
                  <a:close/>
                  <a:moveTo>
                    <a:pt x="8827" y="730"/>
                  </a:moveTo>
                  <a:cubicBezTo>
                    <a:pt x="8845" y="730"/>
                    <a:pt x="8881" y="767"/>
                    <a:pt x="8903" y="812"/>
                  </a:cubicBezTo>
                  <a:cubicBezTo>
                    <a:pt x="8976" y="901"/>
                    <a:pt x="8976" y="901"/>
                    <a:pt x="8960" y="917"/>
                  </a:cubicBezTo>
                  <a:cubicBezTo>
                    <a:pt x="8956" y="917"/>
                    <a:pt x="8952" y="918"/>
                    <a:pt x="8949" y="918"/>
                  </a:cubicBezTo>
                  <a:cubicBezTo>
                    <a:pt x="8938" y="918"/>
                    <a:pt x="8927" y="913"/>
                    <a:pt x="8903" y="877"/>
                  </a:cubicBezTo>
                  <a:lnTo>
                    <a:pt x="8919" y="869"/>
                  </a:lnTo>
                  <a:cubicBezTo>
                    <a:pt x="8927" y="883"/>
                    <a:pt x="8930" y="889"/>
                    <a:pt x="8931" y="889"/>
                  </a:cubicBezTo>
                  <a:cubicBezTo>
                    <a:pt x="8932" y="889"/>
                    <a:pt x="8915" y="856"/>
                    <a:pt x="8887" y="828"/>
                  </a:cubicBezTo>
                  <a:lnTo>
                    <a:pt x="8822" y="731"/>
                  </a:lnTo>
                  <a:cubicBezTo>
                    <a:pt x="8823" y="730"/>
                    <a:pt x="8825" y="730"/>
                    <a:pt x="8827" y="730"/>
                  </a:cubicBezTo>
                  <a:close/>
                  <a:moveTo>
                    <a:pt x="8067" y="984"/>
                  </a:moveTo>
                  <a:cubicBezTo>
                    <a:pt x="8060" y="984"/>
                    <a:pt x="8053" y="987"/>
                    <a:pt x="8044" y="990"/>
                  </a:cubicBezTo>
                  <a:cubicBezTo>
                    <a:pt x="8036" y="998"/>
                    <a:pt x="8052" y="1055"/>
                    <a:pt x="8052" y="1055"/>
                  </a:cubicBezTo>
                  <a:cubicBezTo>
                    <a:pt x="8072" y="1085"/>
                    <a:pt x="8083" y="1094"/>
                    <a:pt x="8092" y="1094"/>
                  </a:cubicBezTo>
                  <a:cubicBezTo>
                    <a:pt x="8097" y="1094"/>
                    <a:pt x="8102" y="1090"/>
                    <a:pt x="8109" y="1087"/>
                  </a:cubicBezTo>
                  <a:cubicBezTo>
                    <a:pt x="8120" y="1095"/>
                    <a:pt x="8127" y="1098"/>
                    <a:pt x="8132" y="1098"/>
                  </a:cubicBezTo>
                  <a:cubicBezTo>
                    <a:pt x="8149" y="1098"/>
                    <a:pt x="8134" y="1060"/>
                    <a:pt x="8109" y="1023"/>
                  </a:cubicBezTo>
                  <a:cubicBezTo>
                    <a:pt x="8088" y="992"/>
                    <a:pt x="8078" y="984"/>
                    <a:pt x="8067" y="984"/>
                  </a:cubicBezTo>
                  <a:close/>
                  <a:moveTo>
                    <a:pt x="8206" y="1031"/>
                  </a:moveTo>
                  <a:cubicBezTo>
                    <a:pt x="8238" y="1079"/>
                    <a:pt x="8246" y="1136"/>
                    <a:pt x="8230" y="1144"/>
                  </a:cubicBezTo>
                  <a:cubicBezTo>
                    <a:pt x="8230" y="1145"/>
                    <a:pt x="8229" y="1145"/>
                    <a:pt x="8228" y="1145"/>
                  </a:cubicBezTo>
                  <a:cubicBezTo>
                    <a:pt x="8217" y="1145"/>
                    <a:pt x="8189" y="1099"/>
                    <a:pt x="8182" y="1039"/>
                  </a:cubicBezTo>
                  <a:lnTo>
                    <a:pt x="8206" y="1031"/>
                  </a:lnTo>
                  <a:close/>
                  <a:moveTo>
                    <a:pt x="9049" y="1120"/>
                  </a:moveTo>
                  <a:lnTo>
                    <a:pt x="9033" y="1128"/>
                  </a:lnTo>
                  <a:cubicBezTo>
                    <a:pt x="9056" y="1162"/>
                    <a:pt x="9063" y="1173"/>
                    <a:pt x="9067" y="1173"/>
                  </a:cubicBezTo>
                  <a:cubicBezTo>
                    <a:pt x="9069" y="1173"/>
                    <a:pt x="9071" y="1171"/>
                    <a:pt x="9073" y="1168"/>
                  </a:cubicBezTo>
                  <a:lnTo>
                    <a:pt x="9090" y="1168"/>
                  </a:lnTo>
                  <a:lnTo>
                    <a:pt x="9049" y="1120"/>
                  </a:lnTo>
                  <a:close/>
                  <a:moveTo>
                    <a:pt x="5984" y="1116"/>
                  </a:moveTo>
                  <a:cubicBezTo>
                    <a:pt x="5978" y="1116"/>
                    <a:pt x="5986" y="1143"/>
                    <a:pt x="6017" y="1209"/>
                  </a:cubicBezTo>
                  <a:cubicBezTo>
                    <a:pt x="6049" y="1250"/>
                    <a:pt x="6049" y="1250"/>
                    <a:pt x="6057" y="1250"/>
                  </a:cubicBezTo>
                  <a:cubicBezTo>
                    <a:pt x="6049" y="1209"/>
                    <a:pt x="6025" y="1177"/>
                    <a:pt x="6009" y="1144"/>
                  </a:cubicBezTo>
                  <a:cubicBezTo>
                    <a:pt x="5996" y="1126"/>
                    <a:pt x="5988" y="1116"/>
                    <a:pt x="5984" y="1116"/>
                  </a:cubicBezTo>
                  <a:close/>
                  <a:moveTo>
                    <a:pt x="7671" y="1412"/>
                  </a:moveTo>
                  <a:lnTo>
                    <a:pt x="7703" y="1525"/>
                  </a:lnTo>
                  <a:cubicBezTo>
                    <a:pt x="7744" y="1611"/>
                    <a:pt x="7762" y="1649"/>
                    <a:pt x="7760" y="1649"/>
                  </a:cubicBezTo>
                  <a:cubicBezTo>
                    <a:pt x="7759" y="1649"/>
                    <a:pt x="7745" y="1625"/>
                    <a:pt x="7719" y="1582"/>
                  </a:cubicBezTo>
                  <a:cubicBezTo>
                    <a:pt x="7679" y="1533"/>
                    <a:pt x="7655" y="1485"/>
                    <a:pt x="7646" y="1428"/>
                  </a:cubicBezTo>
                  <a:lnTo>
                    <a:pt x="7671" y="1412"/>
                  </a:lnTo>
                  <a:close/>
                  <a:moveTo>
                    <a:pt x="7809" y="1590"/>
                  </a:moveTo>
                  <a:lnTo>
                    <a:pt x="7849" y="1631"/>
                  </a:lnTo>
                  <a:cubicBezTo>
                    <a:pt x="7882" y="1679"/>
                    <a:pt x="7873" y="1687"/>
                    <a:pt x="7865" y="1695"/>
                  </a:cubicBezTo>
                  <a:lnTo>
                    <a:pt x="7833" y="1647"/>
                  </a:lnTo>
                  <a:lnTo>
                    <a:pt x="7809" y="1590"/>
                  </a:lnTo>
                  <a:close/>
                  <a:moveTo>
                    <a:pt x="7054" y="1684"/>
                  </a:moveTo>
                  <a:lnTo>
                    <a:pt x="7054" y="1684"/>
                  </a:lnTo>
                  <a:cubicBezTo>
                    <a:pt x="7056" y="1684"/>
                    <a:pt x="7061" y="1689"/>
                    <a:pt x="7071" y="1704"/>
                  </a:cubicBezTo>
                  <a:cubicBezTo>
                    <a:pt x="7071" y="1703"/>
                    <a:pt x="7072" y="1703"/>
                    <a:pt x="7072" y="1703"/>
                  </a:cubicBezTo>
                  <a:cubicBezTo>
                    <a:pt x="7080" y="1703"/>
                    <a:pt x="7087" y="1760"/>
                    <a:pt x="7079" y="1760"/>
                  </a:cubicBezTo>
                  <a:lnTo>
                    <a:pt x="7046" y="1712"/>
                  </a:lnTo>
                  <a:cubicBezTo>
                    <a:pt x="7058" y="1712"/>
                    <a:pt x="7049" y="1684"/>
                    <a:pt x="7054" y="1684"/>
                  </a:cubicBezTo>
                  <a:close/>
                  <a:moveTo>
                    <a:pt x="7346" y="1671"/>
                  </a:moveTo>
                  <a:cubicBezTo>
                    <a:pt x="7371" y="1704"/>
                    <a:pt x="7387" y="1736"/>
                    <a:pt x="7403" y="1768"/>
                  </a:cubicBezTo>
                  <a:lnTo>
                    <a:pt x="7387" y="1777"/>
                  </a:lnTo>
                  <a:cubicBezTo>
                    <a:pt x="7355" y="1728"/>
                    <a:pt x="7330" y="1679"/>
                    <a:pt x="7338" y="1679"/>
                  </a:cubicBezTo>
                  <a:lnTo>
                    <a:pt x="7346" y="1671"/>
                  </a:lnTo>
                  <a:close/>
                  <a:moveTo>
                    <a:pt x="7528" y="1760"/>
                  </a:moveTo>
                  <a:cubicBezTo>
                    <a:pt x="7543" y="1760"/>
                    <a:pt x="7560" y="1816"/>
                    <a:pt x="7606" y="1914"/>
                  </a:cubicBezTo>
                  <a:cubicBezTo>
                    <a:pt x="7609" y="1938"/>
                    <a:pt x="7611" y="1952"/>
                    <a:pt x="7609" y="1952"/>
                  </a:cubicBezTo>
                  <a:cubicBezTo>
                    <a:pt x="7605" y="1952"/>
                    <a:pt x="7593" y="1927"/>
                    <a:pt x="7565" y="1866"/>
                  </a:cubicBezTo>
                  <a:lnTo>
                    <a:pt x="7525" y="1760"/>
                  </a:lnTo>
                  <a:cubicBezTo>
                    <a:pt x="7526" y="1760"/>
                    <a:pt x="7527" y="1760"/>
                    <a:pt x="7528" y="1760"/>
                  </a:cubicBezTo>
                  <a:close/>
                  <a:moveTo>
                    <a:pt x="7136" y="1995"/>
                  </a:moveTo>
                  <a:cubicBezTo>
                    <a:pt x="7168" y="2044"/>
                    <a:pt x="7192" y="2093"/>
                    <a:pt x="7184" y="2093"/>
                  </a:cubicBezTo>
                  <a:cubicBezTo>
                    <a:pt x="7192" y="2110"/>
                    <a:pt x="7192" y="2118"/>
                    <a:pt x="7188" y="2118"/>
                  </a:cubicBezTo>
                  <a:cubicBezTo>
                    <a:pt x="7179" y="2118"/>
                    <a:pt x="7145" y="2077"/>
                    <a:pt x="7111" y="2004"/>
                  </a:cubicBezTo>
                  <a:lnTo>
                    <a:pt x="7136" y="1995"/>
                  </a:lnTo>
                  <a:close/>
                  <a:moveTo>
                    <a:pt x="6738" y="2028"/>
                  </a:moveTo>
                  <a:cubicBezTo>
                    <a:pt x="6746" y="2028"/>
                    <a:pt x="6787" y="2068"/>
                    <a:pt x="6787" y="2068"/>
                  </a:cubicBezTo>
                  <a:cubicBezTo>
                    <a:pt x="6819" y="2117"/>
                    <a:pt x="6811" y="2117"/>
                    <a:pt x="6811" y="2117"/>
                  </a:cubicBezTo>
                  <a:cubicBezTo>
                    <a:pt x="6808" y="2120"/>
                    <a:pt x="6804" y="2123"/>
                    <a:pt x="6798" y="2123"/>
                  </a:cubicBezTo>
                  <a:cubicBezTo>
                    <a:pt x="6789" y="2123"/>
                    <a:pt x="6775" y="2115"/>
                    <a:pt x="6755" y="2085"/>
                  </a:cubicBezTo>
                  <a:cubicBezTo>
                    <a:pt x="6755" y="2085"/>
                    <a:pt x="6730" y="2036"/>
                    <a:pt x="6738" y="2028"/>
                  </a:cubicBezTo>
                  <a:close/>
                  <a:moveTo>
                    <a:pt x="7055" y="2109"/>
                  </a:moveTo>
                  <a:lnTo>
                    <a:pt x="7095" y="2150"/>
                  </a:lnTo>
                  <a:lnTo>
                    <a:pt x="7087" y="2158"/>
                  </a:lnTo>
                  <a:cubicBezTo>
                    <a:pt x="7079" y="2158"/>
                    <a:pt x="7079" y="2158"/>
                    <a:pt x="7046" y="2109"/>
                  </a:cubicBezTo>
                  <a:close/>
                  <a:moveTo>
                    <a:pt x="7430" y="2121"/>
                  </a:moveTo>
                  <a:cubicBezTo>
                    <a:pt x="7430" y="2121"/>
                    <a:pt x="7451" y="2156"/>
                    <a:pt x="7468" y="2190"/>
                  </a:cubicBezTo>
                  <a:lnTo>
                    <a:pt x="7500" y="2239"/>
                  </a:lnTo>
                  <a:lnTo>
                    <a:pt x="7444" y="2141"/>
                  </a:lnTo>
                  <a:cubicBezTo>
                    <a:pt x="7434" y="2127"/>
                    <a:pt x="7430" y="2121"/>
                    <a:pt x="7430" y="2121"/>
                  </a:cubicBezTo>
                  <a:close/>
                  <a:moveTo>
                    <a:pt x="6552" y="2182"/>
                  </a:moveTo>
                  <a:cubicBezTo>
                    <a:pt x="6558" y="2182"/>
                    <a:pt x="6573" y="2191"/>
                    <a:pt x="6581" y="2191"/>
                  </a:cubicBezTo>
                  <a:cubicBezTo>
                    <a:pt x="6582" y="2191"/>
                    <a:pt x="6584" y="2191"/>
                    <a:pt x="6584" y="2190"/>
                  </a:cubicBezTo>
                  <a:cubicBezTo>
                    <a:pt x="6625" y="2231"/>
                    <a:pt x="6625" y="2231"/>
                    <a:pt x="6601" y="2247"/>
                  </a:cubicBezTo>
                  <a:cubicBezTo>
                    <a:pt x="6592" y="2247"/>
                    <a:pt x="6560" y="2206"/>
                    <a:pt x="6560" y="2206"/>
                  </a:cubicBezTo>
                  <a:cubicBezTo>
                    <a:pt x="6547" y="2187"/>
                    <a:pt x="6547" y="2182"/>
                    <a:pt x="6552" y="2182"/>
                  </a:cubicBezTo>
                  <a:close/>
                  <a:moveTo>
                    <a:pt x="6252" y="2255"/>
                  </a:moveTo>
                  <a:lnTo>
                    <a:pt x="6252" y="2255"/>
                  </a:lnTo>
                  <a:cubicBezTo>
                    <a:pt x="6264" y="2273"/>
                    <a:pt x="6265" y="2278"/>
                    <a:pt x="6262" y="2278"/>
                  </a:cubicBezTo>
                  <a:cubicBezTo>
                    <a:pt x="6258" y="2278"/>
                    <a:pt x="6242" y="2260"/>
                    <a:pt x="6252" y="2255"/>
                  </a:cubicBezTo>
                  <a:close/>
                  <a:moveTo>
                    <a:pt x="6998" y="2271"/>
                  </a:moveTo>
                  <a:cubicBezTo>
                    <a:pt x="6990" y="2279"/>
                    <a:pt x="7014" y="2328"/>
                    <a:pt x="7014" y="2328"/>
                  </a:cubicBezTo>
                  <a:cubicBezTo>
                    <a:pt x="7014" y="2328"/>
                    <a:pt x="7042" y="2369"/>
                    <a:pt x="7059" y="2369"/>
                  </a:cubicBezTo>
                  <a:cubicBezTo>
                    <a:pt x="7060" y="2369"/>
                    <a:pt x="7061" y="2369"/>
                    <a:pt x="7063" y="2368"/>
                  </a:cubicBezTo>
                  <a:lnTo>
                    <a:pt x="7071" y="2360"/>
                  </a:lnTo>
                  <a:cubicBezTo>
                    <a:pt x="7046" y="2328"/>
                    <a:pt x="7022" y="2304"/>
                    <a:pt x="6998" y="2271"/>
                  </a:cubicBezTo>
                  <a:close/>
                  <a:moveTo>
                    <a:pt x="6284" y="2433"/>
                  </a:moveTo>
                  <a:cubicBezTo>
                    <a:pt x="6296" y="2451"/>
                    <a:pt x="6298" y="2457"/>
                    <a:pt x="6297" y="2457"/>
                  </a:cubicBezTo>
                  <a:cubicBezTo>
                    <a:pt x="6294" y="2457"/>
                    <a:pt x="6279" y="2438"/>
                    <a:pt x="6284" y="2433"/>
                  </a:cubicBezTo>
                  <a:close/>
                  <a:moveTo>
                    <a:pt x="6414" y="2352"/>
                  </a:moveTo>
                  <a:lnTo>
                    <a:pt x="6414" y="2352"/>
                  </a:lnTo>
                  <a:cubicBezTo>
                    <a:pt x="6446" y="2385"/>
                    <a:pt x="6471" y="2409"/>
                    <a:pt x="6487" y="2441"/>
                  </a:cubicBezTo>
                  <a:cubicBezTo>
                    <a:pt x="6502" y="2464"/>
                    <a:pt x="6508" y="2477"/>
                    <a:pt x="6504" y="2477"/>
                  </a:cubicBezTo>
                  <a:cubicBezTo>
                    <a:pt x="6499" y="2477"/>
                    <a:pt x="6478" y="2458"/>
                    <a:pt x="6438" y="2409"/>
                  </a:cubicBezTo>
                  <a:cubicBezTo>
                    <a:pt x="6406" y="2360"/>
                    <a:pt x="6406" y="2360"/>
                    <a:pt x="6414" y="2352"/>
                  </a:cubicBezTo>
                  <a:close/>
                  <a:moveTo>
                    <a:pt x="6341" y="2401"/>
                  </a:moveTo>
                  <a:lnTo>
                    <a:pt x="6382" y="2441"/>
                  </a:lnTo>
                  <a:lnTo>
                    <a:pt x="6406" y="2498"/>
                  </a:lnTo>
                  <a:lnTo>
                    <a:pt x="6390" y="2498"/>
                  </a:lnTo>
                  <a:cubicBezTo>
                    <a:pt x="6357" y="2450"/>
                    <a:pt x="6333" y="2409"/>
                    <a:pt x="6341" y="2401"/>
                  </a:cubicBezTo>
                  <a:close/>
                  <a:moveTo>
                    <a:pt x="5571" y="2725"/>
                  </a:moveTo>
                  <a:lnTo>
                    <a:pt x="5611" y="2766"/>
                  </a:lnTo>
                  <a:lnTo>
                    <a:pt x="5636" y="2822"/>
                  </a:lnTo>
                  <a:lnTo>
                    <a:pt x="5619" y="2822"/>
                  </a:lnTo>
                  <a:cubicBezTo>
                    <a:pt x="5587" y="2782"/>
                    <a:pt x="5563" y="2733"/>
                    <a:pt x="5571" y="2725"/>
                  </a:cubicBezTo>
                  <a:close/>
                  <a:moveTo>
                    <a:pt x="7055" y="2766"/>
                  </a:moveTo>
                  <a:lnTo>
                    <a:pt x="7038" y="2782"/>
                  </a:lnTo>
                  <a:cubicBezTo>
                    <a:pt x="7056" y="2816"/>
                    <a:pt x="7061" y="2826"/>
                    <a:pt x="7068" y="2826"/>
                  </a:cubicBezTo>
                  <a:cubicBezTo>
                    <a:pt x="7071" y="2826"/>
                    <a:pt x="7074" y="2825"/>
                    <a:pt x="7079" y="2822"/>
                  </a:cubicBezTo>
                  <a:cubicBezTo>
                    <a:pt x="7095" y="2806"/>
                    <a:pt x="7095" y="2806"/>
                    <a:pt x="7055" y="2766"/>
                  </a:cubicBezTo>
                  <a:close/>
                  <a:moveTo>
                    <a:pt x="5312" y="2879"/>
                  </a:moveTo>
                  <a:cubicBezTo>
                    <a:pt x="5323" y="2879"/>
                    <a:pt x="5369" y="2978"/>
                    <a:pt x="5401" y="3025"/>
                  </a:cubicBezTo>
                  <a:cubicBezTo>
                    <a:pt x="5398" y="3028"/>
                    <a:pt x="5397" y="3029"/>
                    <a:pt x="5395" y="3029"/>
                  </a:cubicBezTo>
                  <a:cubicBezTo>
                    <a:pt x="5390" y="3029"/>
                    <a:pt x="5383" y="3019"/>
                    <a:pt x="5360" y="2985"/>
                  </a:cubicBezTo>
                  <a:cubicBezTo>
                    <a:pt x="5336" y="2952"/>
                    <a:pt x="5319" y="2912"/>
                    <a:pt x="5311" y="2879"/>
                  </a:cubicBezTo>
                  <a:cubicBezTo>
                    <a:pt x="5312" y="2879"/>
                    <a:pt x="5312" y="2879"/>
                    <a:pt x="5312" y="2879"/>
                  </a:cubicBezTo>
                  <a:close/>
                  <a:moveTo>
                    <a:pt x="5044" y="3171"/>
                  </a:moveTo>
                  <a:lnTo>
                    <a:pt x="5084" y="3212"/>
                  </a:lnTo>
                  <a:lnTo>
                    <a:pt x="5109" y="3268"/>
                  </a:lnTo>
                  <a:lnTo>
                    <a:pt x="5092" y="3268"/>
                  </a:lnTo>
                  <a:cubicBezTo>
                    <a:pt x="5060" y="3220"/>
                    <a:pt x="5036" y="3179"/>
                    <a:pt x="5044" y="3171"/>
                  </a:cubicBezTo>
                  <a:close/>
                  <a:moveTo>
                    <a:pt x="5376" y="3366"/>
                  </a:moveTo>
                  <a:cubicBezTo>
                    <a:pt x="5401" y="3398"/>
                    <a:pt x="5417" y="3431"/>
                    <a:pt x="5433" y="3471"/>
                  </a:cubicBezTo>
                  <a:lnTo>
                    <a:pt x="5417" y="3471"/>
                  </a:lnTo>
                  <a:cubicBezTo>
                    <a:pt x="5384" y="3431"/>
                    <a:pt x="5360" y="3382"/>
                    <a:pt x="5368" y="3374"/>
                  </a:cubicBezTo>
                  <a:lnTo>
                    <a:pt x="5376" y="3366"/>
                  </a:lnTo>
                  <a:close/>
                  <a:moveTo>
                    <a:pt x="4290" y="3617"/>
                  </a:moveTo>
                  <a:cubicBezTo>
                    <a:pt x="4330" y="3658"/>
                    <a:pt x="4355" y="3714"/>
                    <a:pt x="4338" y="3714"/>
                  </a:cubicBezTo>
                  <a:cubicBezTo>
                    <a:pt x="4333" y="3720"/>
                    <a:pt x="4329" y="3724"/>
                    <a:pt x="4325" y="3724"/>
                  </a:cubicBezTo>
                  <a:cubicBezTo>
                    <a:pt x="4318" y="3724"/>
                    <a:pt x="4310" y="3713"/>
                    <a:pt x="4290" y="3682"/>
                  </a:cubicBezTo>
                  <a:cubicBezTo>
                    <a:pt x="4257" y="3633"/>
                    <a:pt x="4282" y="3625"/>
                    <a:pt x="4290" y="3617"/>
                  </a:cubicBezTo>
                  <a:close/>
                  <a:moveTo>
                    <a:pt x="3876" y="3925"/>
                  </a:moveTo>
                  <a:cubicBezTo>
                    <a:pt x="3893" y="3958"/>
                    <a:pt x="3909" y="3998"/>
                    <a:pt x="3925" y="4031"/>
                  </a:cubicBezTo>
                  <a:lnTo>
                    <a:pt x="3917" y="4039"/>
                  </a:lnTo>
                  <a:cubicBezTo>
                    <a:pt x="3884" y="3990"/>
                    <a:pt x="3852" y="3941"/>
                    <a:pt x="3860" y="3933"/>
                  </a:cubicBezTo>
                  <a:lnTo>
                    <a:pt x="3876" y="3925"/>
                  </a:lnTo>
                  <a:close/>
                  <a:moveTo>
                    <a:pt x="2571" y="4464"/>
                  </a:moveTo>
                  <a:cubicBezTo>
                    <a:pt x="2570" y="4464"/>
                    <a:pt x="2576" y="4473"/>
                    <a:pt x="2589" y="4486"/>
                  </a:cubicBezTo>
                  <a:lnTo>
                    <a:pt x="2589" y="4486"/>
                  </a:lnTo>
                  <a:cubicBezTo>
                    <a:pt x="2577" y="4471"/>
                    <a:pt x="2571" y="4464"/>
                    <a:pt x="2571" y="4464"/>
                  </a:cubicBezTo>
                  <a:close/>
                  <a:moveTo>
                    <a:pt x="2589" y="4486"/>
                  </a:moveTo>
                  <a:lnTo>
                    <a:pt x="2589" y="4486"/>
                  </a:lnTo>
                  <a:cubicBezTo>
                    <a:pt x="2595" y="4494"/>
                    <a:pt x="2602" y="4503"/>
                    <a:pt x="2610" y="4515"/>
                  </a:cubicBezTo>
                  <a:lnTo>
                    <a:pt x="2610" y="4515"/>
                  </a:lnTo>
                  <a:cubicBezTo>
                    <a:pt x="2606" y="4508"/>
                    <a:pt x="2601" y="4501"/>
                    <a:pt x="2595" y="4493"/>
                  </a:cubicBezTo>
                  <a:cubicBezTo>
                    <a:pt x="2593" y="4490"/>
                    <a:pt x="2591" y="4488"/>
                    <a:pt x="2589" y="4486"/>
                  </a:cubicBezTo>
                  <a:close/>
                  <a:moveTo>
                    <a:pt x="2579" y="4695"/>
                  </a:moveTo>
                  <a:cubicBezTo>
                    <a:pt x="2574" y="4701"/>
                    <a:pt x="2582" y="4722"/>
                    <a:pt x="2584" y="4722"/>
                  </a:cubicBezTo>
                  <a:cubicBezTo>
                    <a:pt x="2585" y="4722"/>
                    <a:pt x="2585" y="4716"/>
                    <a:pt x="2579" y="4695"/>
                  </a:cubicBezTo>
                  <a:close/>
                  <a:moveTo>
                    <a:pt x="2776" y="4645"/>
                  </a:moveTo>
                  <a:cubicBezTo>
                    <a:pt x="2784" y="4645"/>
                    <a:pt x="2787" y="4658"/>
                    <a:pt x="2798" y="4695"/>
                  </a:cubicBezTo>
                  <a:cubicBezTo>
                    <a:pt x="2812" y="4727"/>
                    <a:pt x="2813" y="4744"/>
                    <a:pt x="2806" y="4744"/>
                  </a:cubicBezTo>
                  <a:cubicBezTo>
                    <a:pt x="2802" y="4744"/>
                    <a:pt x="2793" y="4733"/>
                    <a:pt x="2782" y="4712"/>
                  </a:cubicBezTo>
                  <a:cubicBezTo>
                    <a:pt x="2749" y="4663"/>
                    <a:pt x="2749" y="4663"/>
                    <a:pt x="2757" y="4655"/>
                  </a:cubicBezTo>
                  <a:cubicBezTo>
                    <a:pt x="2766" y="4649"/>
                    <a:pt x="2771" y="4645"/>
                    <a:pt x="2776" y="4645"/>
                  </a:cubicBezTo>
                  <a:close/>
                  <a:moveTo>
                    <a:pt x="2684" y="4703"/>
                  </a:moveTo>
                  <a:lnTo>
                    <a:pt x="2725" y="4744"/>
                  </a:lnTo>
                  <a:lnTo>
                    <a:pt x="2717" y="4752"/>
                  </a:lnTo>
                  <a:cubicBezTo>
                    <a:pt x="2701" y="4752"/>
                    <a:pt x="2701" y="4752"/>
                    <a:pt x="2676" y="4712"/>
                  </a:cubicBezTo>
                  <a:lnTo>
                    <a:pt x="2684" y="4703"/>
                  </a:lnTo>
                  <a:close/>
                  <a:moveTo>
                    <a:pt x="2571" y="4768"/>
                  </a:moveTo>
                  <a:lnTo>
                    <a:pt x="2620" y="4809"/>
                  </a:lnTo>
                  <a:lnTo>
                    <a:pt x="2603" y="4817"/>
                  </a:lnTo>
                  <a:cubicBezTo>
                    <a:pt x="2595" y="4817"/>
                    <a:pt x="2595" y="4817"/>
                    <a:pt x="2563" y="4776"/>
                  </a:cubicBezTo>
                  <a:lnTo>
                    <a:pt x="2571" y="4768"/>
                  </a:lnTo>
                  <a:close/>
                  <a:moveTo>
                    <a:pt x="3130" y="4768"/>
                  </a:moveTo>
                  <a:lnTo>
                    <a:pt x="3171" y="4809"/>
                  </a:lnTo>
                  <a:cubicBezTo>
                    <a:pt x="3203" y="4858"/>
                    <a:pt x="3195" y="4866"/>
                    <a:pt x="3195" y="4866"/>
                  </a:cubicBezTo>
                  <a:cubicBezTo>
                    <a:pt x="3179" y="4866"/>
                    <a:pt x="3179" y="4866"/>
                    <a:pt x="3147" y="4817"/>
                  </a:cubicBezTo>
                  <a:cubicBezTo>
                    <a:pt x="3147" y="4817"/>
                    <a:pt x="3122" y="4776"/>
                    <a:pt x="3130" y="4768"/>
                  </a:cubicBezTo>
                  <a:close/>
                  <a:moveTo>
                    <a:pt x="2498" y="4882"/>
                  </a:moveTo>
                  <a:cubicBezTo>
                    <a:pt x="2522" y="4906"/>
                    <a:pt x="2547" y="4939"/>
                    <a:pt x="2571" y="4971"/>
                  </a:cubicBezTo>
                  <a:lnTo>
                    <a:pt x="2555" y="4971"/>
                  </a:lnTo>
                  <a:cubicBezTo>
                    <a:pt x="2554" y="4972"/>
                    <a:pt x="2553" y="4972"/>
                    <a:pt x="2552" y="4972"/>
                  </a:cubicBezTo>
                  <a:cubicBezTo>
                    <a:pt x="2542" y="4972"/>
                    <a:pt x="2514" y="4930"/>
                    <a:pt x="2514" y="4930"/>
                  </a:cubicBezTo>
                  <a:cubicBezTo>
                    <a:pt x="2514" y="4930"/>
                    <a:pt x="2482" y="4882"/>
                    <a:pt x="2498" y="4882"/>
                  </a:cubicBezTo>
                  <a:close/>
                  <a:moveTo>
                    <a:pt x="3033" y="4890"/>
                  </a:moveTo>
                  <a:lnTo>
                    <a:pt x="3074" y="4930"/>
                  </a:lnTo>
                  <a:lnTo>
                    <a:pt x="3090" y="4987"/>
                  </a:lnTo>
                  <a:lnTo>
                    <a:pt x="3082" y="4995"/>
                  </a:lnTo>
                  <a:cubicBezTo>
                    <a:pt x="3049" y="4947"/>
                    <a:pt x="3017" y="4898"/>
                    <a:pt x="3033" y="4890"/>
                  </a:cubicBezTo>
                  <a:close/>
                  <a:moveTo>
                    <a:pt x="2052" y="5113"/>
                  </a:moveTo>
                  <a:cubicBezTo>
                    <a:pt x="2054" y="5113"/>
                    <a:pt x="2059" y="5119"/>
                    <a:pt x="2068" y="5133"/>
                  </a:cubicBezTo>
                  <a:lnTo>
                    <a:pt x="2101" y="5182"/>
                  </a:lnTo>
                  <a:cubicBezTo>
                    <a:pt x="2113" y="5217"/>
                    <a:pt x="2129" y="5257"/>
                    <a:pt x="2124" y="5257"/>
                  </a:cubicBezTo>
                  <a:cubicBezTo>
                    <a:pt x="2122" y="5257"/>
                    <a:pt x="2118" y="5252"/>
                    <a:pt x="2109" y="5239"/>
                  </a:cubicBezTo>
                  <a:cubicBezTo>
                    <a:pt x="2093" y="5206"/>
                    <a:pt x="2076" y="5174"/>
                    <a:pt x="2060" y="5141"/>
                  </a:cubicBezTo>
                  <a:cubicBezTo>
                    <a:pt x="2060" y="5141"/>
                    <a:pt x="2048" y="5113"/>
                    <a:pt x="2052" y="5113"/>
                  </a:cubicBezTo>
                  <a:close/>
                  <a:moveTo>
                    <a:pt x="1794" y="5498"/>
                  </a:moveTo>
                  <a:cubicBezTo>
                    <a:pt x="1806" y="5498"/>
                    <a:pt x="1866" y="5589"/>
                    <a:pt x="1874" y="5644"/>
                  </a:cubicBezTo>
                  <a:cubicBezTo>
                    <a:pt x="1869" y="5646"/>
                    <a:pt x="1866" y="5648"/>
                    <a:pt x="1863" y="5648"/>
                  </a:cubicBezTo>
                  <a:cubicBezTo>
                    <a:pt x="1855" y="5648"/>
                    <a:pt x="1850" y="5638"/>
                    <a:pt x="1833" y="5603"/>
                  </a:cubicBezTo>
                  <a:cubicBezTo>
                    <a:pt x="1801" y="5555"/>
                    <a:pt x="1776" y="5498"/>
                    <a:pt x="1793" y="5498"/>
                  </a:cubicBezTo>
                  <a:cubicBezTo>
                    <a:pt x="1793" y="5498"/>
                    <a:pt x="1793" y="5498"/>
                    <a:pt x="1794" y="5498"/>
                  </a:cubicBezTo>
                  <a:close/>
                  <a:moveTo>
                    <a:pt x="276" y="6423"/>
                  </a:moveTo>
                  <a:lnTo>
                    <a:pt x="276" y="6423"/>
                  </a:lnTo>
                  <a:cubicBezTo>
                    <a:pt x="277" y="6423"/>
                    <a:pt x="293" y="6448"/>
                    <a:pt x="325" y="6495"/>
                  </a:cubicBezTo>
                  <a:cubicBezTo>
                    <a:pt x="358" y="6544"/>
                    <a:pt x="390" y="6593"/>
                    <a:pt x="374" y="6601"/>
                  </a:cubicBezTo>
                  <a:cubicBezTo>
                    <a:pt x="386" y="6633"/>
                    <a:pt x="389" y="6646"/>
                    <a:pt x="387" y="6646"/>
                  </a:cubicBezTo>
                  <a:cubicBezTo>
                    <a:pt x="381" y="6646"/>
                    <a:pt x="345" y="6577"/>
                    <a:pt x="317" y="6503"/>
                  </a:cubicBezTo>
                  <a:cubicBezTo>
                    <a:pt x="288" y="6450"/>
                    <a:pt x="274" y="6423"/>
                    <a:pt x="276" y="6423"/>
                  </a:cubicBezTo>
                  <a:close/>
                  <a:moveTo>
                    <a:pt x="8867" y="397"/>
                  </a:moveTo>
                  <a:cubicBezTo>
                    <a:pt x="8865" y="397"/>
                    <a:pt x="8881" y="418"/>
                    <a:pt x="8919" y="471"/>
                  </a:cubicBezTo>
                  <a:cubicBezTo>
                    <a:pt x="8951" y="525"/>
                    <a:pt x="8960" y="554"/>
                    <a:pt x="8949" y="554"/>
                  </a:cubicBezTo>
                  <a:cubicBezTo>
                    <a:pt x="8941" y="554"/>
                    <a:pt x="8919" y="535"/>
                    <a:pt x="8887" y="496"/>
                  </a:cubicBezTo>
                  <a:lnTo>
                    <a:pt x="8863" y="504"/>
                  </a:lnTo>
                  <a:cubicBezTo>
                    <a:pt x="8854" y="512"/>
                    <a:pt x="8879" y="560"/>
                    <a:pt x="8911" y="609"/>
                  </a:cubicBezTo>
                  <a:cubicBezTo>
                    <a:pt x="8951" y="668"/>
                    <a:pt x="8966" y="691"/>
                    <a:pt x="8963" y="691"/>
                  </a:cubicBezTo>
                  <a:cubicBezTo>
                    <a:pt x="8961" y="691"/>
                    <a:pt x="8951" y="682"/>
                    <a:pt x="8936" y="666"/>
                  </a:cubicBezTo>
                  <a:cubicBezTo>
                    <a:pt x="8903" y="633"/>
                    <a:pt x="8879" y="609"/>
                    <a:pt x="8863" y="577"/>
                  </a:cubicBezTo>
                  <a:cubicBezTo>
                    <a:pt x="8838" y="540"/>
                    <a:pt x="8828" y="536"/>
                    <a:pt x="8817" y="536"/>
                  </a:cubicBezTo>
                  <a:cubicBezTo>
                    <a:pt x="8813" y="536"/>
                    <a:pt x="8810" y="536"/>
                    <a:pt x="8806" y="536"/>
                  </a:cubicBezTo>
                  <a:cubicBezTo>
                    <a:pt x="8798" y="544"/>
                    <a:pt x="8773" y="560"/>
                    <a:pt x="8806" y="609"/>
                  </a:cubicBezTo>
                  <a:lnTo>
                    <a:pt x="8773" y="560"/>
                  </a:lnTo>
                  <a:cubicBezTo>
                    <a:pt x="8773" y="561"/>
                    <a:pt x="8772" y="561"/>
                    <a:pt x="8771" y="561"/>
                  </a:cubicBezTo>
                  <a:cubicBezTo>
                    <a:pt x="8764" y="561"/>
                    <a:pt x="8752" y="547"/>
                    <a:pt x="8751" y="547"/>
                  </a:cubicBezTo>
                  <a:lnTo>
                    <a:pt x="8751" y="547"/>
                  </a:lnTo>
                  <a:cubicBezTo>
                    <a:pt x="8751" y="547"/>
                    <a:pt x="8754" y="552"/>
                    <a:pt x="8765" y="569"/>
                  </a:cubicBezTo>
                  <a:cubicBezTo>
                    <a:pt x="8765" y="569"/>
                    <a:pt x="8757" y="569"/>
                    <a:pt x="8700" y="536"/>
                  </a:cubicBezTo>
                  <a:cubicBezTo>
                    <a:pt x="8695" y="532"/>
                    <a:pt x="8690" y="530"/>
                    <a:pt x="8686" y="530"/>
                  </a:cubicBezTo>
                  <a:cubicBezTo>
                    <a:pt x="8659" y="530"/>
                    <a:pt x="8688" y="626"/>
                    <a:pt x="8773" y="690"/>
                  </a:cubicBezTo>
                  <a:lnTo>
                    <a:pt x="8757" y="698"/>
                  </a:lnTo>
                  <a:cubicBezTo>
                    <a:pt x="8749" y="706"/>
                    <a:pt x="8782" y="755"/>
                    <a:pt x="8782" y="755"/>
                  </a:cubicBezTo>
                  <a:cubicBezTo>
                    <a:pt x="8814" y="804"/>
                    <a:pt x="8798" y="812"/>
                    <a:pt x="8790" y="812"/>
                  </a:cubicBezTo>
                  <a:lnTo>
                    <a:pt x="8725" y="723"/>
                  </a:lnTo>
                  <a:cubicBezTo>
                    <a:pt x="8679" y="636"/>
                    <a:pt x="8644" y="588"/>
                    <a:pt x="8636" y="588"/>
                  </a:cubicBezTo>
                  <a:lnTo>
                    <a:pt x="8636" y="588"/>
                  </a:lnTo>
                  <a:cubicBezTo>
                    <a:pt x="8630" y="588"/>
                    <a:pt x="8640" y="618"/>
                    <a:pt x="8676" y="682"/>
                  </a:cubicBezTo>
                  <a:lnTo>
                    <a:pt x="8644" y="633"/>
                  </a:lnTo>
                  <a:cubicBezTo>
                    <a:pt x="8630" y="613"/>
                    <a:pt x="8620" y="602"/>
                    <a:pt x="8615" y="602"/>
                  </a:cubicBezTo>
                  <a:cubicBezTo>
                    <a:pt x="8607" y="602"/>
                    <a:pt x="8607" y="621"/>
                    <a:pt x="8611" y="658"/>
                  </a:cubicBezTo>
                  <a:cubicBezTo>
                    <a:pt x="8603" y="666"/>
                    <a:pt x="8652" y="763"/>
                    <a:pt x="8684" y="812"/>
                  </a:cubicBezTo>
                  <a:cubicBezTo>
                    <a:pt x="8717" y="860"/>
                    <a:pt x="8700" y="869"/>
                    <a:pt x="8700" y="869"/>
                  </a:cubicBezTo>
                  <a:cubicBezTo>
                    <a:pt x="8698" y="871"/>
                    <a:pt x="8696" y="873"/>
                    <a:pt x="8694" y="873"/>
                  </a:cubicBezTo>
                  <a:cubicBezTo>
                    <a:pt x="8690" y="873"/>
                    <a:pt x="8683" y="863"/>
                    <a:pt x="8660" y="828"/>
                  </a:cubicBezTo>
                  <a:cubicBezTo>
                    <a:pt x="8633" y="782"/>
                    <a:pt x="8614" y="760"/>
                    <a:pt x="8606" y="760"/>
                  </a:cubicBezTo>
                  <a:cubicBezTo>
                    <a:pt x="8596" y="760"/>
                    <a:pt x="8602" y="788"/>
                    <a:pt x="8627" y="844"/>
                  </a:cubicBezTo>
                  <a:lnTo>
                    <a:pt x="8595" y="796"/>
                  </a:lnTo>
                  <a:cubicBezTo>
                    <a:pt x="8581" y="767"/>
                    <a:pt x="8558" y="741"/>
                    <a:pt x="8537" y="741"/>
                  </a:cubicBezTo>
                  <a:cubicBezTo>
                    <a:pt x="8522" y="741"/>
                    <a:pt x="8508" y="754"/>
                    <a:pt x="8498" y="787"/>
                  </a:cubicBezTo>
                  <a:cubicBezTo>
                    <a:pt x="8474" y="801"/>
                    <a:pt x="8454" y="816"/>
                    <a:pt x="8434" y="816"/>
                  </a:cubicBezTo>
                  <a:cubicBezTo>
                    <a:pt x="8420" y="816"/>
                    <a:pt x="8406" y="808"/>
                    <a:pt x="8392" y="787"/>
                  </a:cubicBezTo>
                  <a:cubicBezTo>
                    <a:pt x="8389" y="780"/>
                    <a:pt x="8386" y="776"/>
                    <a:pt x="8384" y="776"/>
                  </a:cubicBezTo>
                  <a:lnTo>
                    <a:pt x="8384" y="776"/>
                  </a:lnTo>
                  <a:cubicBezTo>
                    <a:pt x="8374" y="776"/>
                    <a:pt x="8391" y="877"/>
                    <a:pt x="8425" y="966"/>
                  </a:cubicBezTo>
                  <a:cubicBezTo>
                    <a:pt x="8406" y="938"/>
                    <a:pt x="8393" y="929"/>
                    <a:pt x="8382" y="929"/>
                  </a:cubicBezTo>
                  <a:cubicBezTo>
                    <a:pt x="8374" y="929"/>
                    <a:pt x="8367" y="934"/>
                    <a:pt x="8360" y="941"/>
                  </a:cubicBezTo>
                  <a:cubicBezTo>
                    <a:pt x="8348" y="947"/>
                    <a:pt x="8341" y="951"/>
                    <a:pt x="8334" y="951"/>
                  </a:cubicBezTo>
                  <a:cubicBezTo>
                    <a:pt x="8323" y="951"/>
                    <a:pt x="8316" y="940"/>
                    <a:pt x="8295" y="909"/>
                  </a:cubicBezTo>
                  <a:cubicBezTo>
                    <a:pt x="8271" y="861"/>
                    <a:pt x="8259" y="837"/>
                    <a:pt x="8258" y="837"/>
                  </a:cubicBezTo>
                  <a:lnTo>
                    <a:pt x="8258" y="837"/>
                  </a:lnTo>
                  <a:cubicBezTo>
                    <a:pt x="8256" y="837"/>
                    <a:pt x="8266" y="863"/>
                    <a:pt x="8287" y="917"/>
                  </a:cubicBezTo>
                  <a:cubicBezTo>
                    <a:pt x="8308" y="963"/>
                    <a:pt x="8308" y="982"/>
                    <a:pt x="8296" y="982"/>
                  </a:cubicBezTo>
                  <a:cubicBezTo>
                    <a:pt x="8280" y="982"/>
                    <a:pt x="8243" y="948"/>
                    <a:pt x="8206" y="893"/>
                  </a:cubicBezTo>
                  <a:cubicBezTo>
                    <a:pt x="8192" y="865"/>
                    <a:pt x="8181" y="856"/>
                    <a:pt x="8171" y="856"/>
                  </a:cubicBezTo>
                  <a:cubicBezTo>
                    <a:pt x="8163" y="856"/>
                    <a:pt x="8156" y="861"/>
                    <a:pt x="8149" y="869"/>
                  </a:cubicBezTo>
                  <a:cubicBezTo>
                    <a:pt x="8165" y="917"/>
                    <a:pt x="8141" y="933"/>
                    <a:pt x="8125" y="950"/>
                  </a:cubicBezTo>
                  <a:cubicBezTo>
                    <a:pt x="8092" y="966"/>
                    <a:pt x="8092" y="966"/>
                    <a:pt x="8149" y="1063"/>
                  </a:cubicBezTo>
                  <a:cubicBezTo>
                    <a:pt x="8214" y="1160"/>
                    <a:pt x="8198" y="1160"/>
                    <a:pt x="8182" y="1177"/>
                  </a:cubicBezTo>
                  <a:cubicBezTo>
                    <a:pt x="8175" y="1180"/>
                    <a:pt x="8170" y="1183"/>
                    <a:pt x="8165" y="1183"/>
                  </a:cubicBezTo>
                  <a:cubicBezTo>
                    <a:pt x="8156" y="1183"/>
                    <a:pt x="8145" y="1174"/>
                    <a:pt x="8125" y="1144"/>
                  </a:cubicBezTo>
                  <a:cubicBezTo>
                    <a:pt x="8125" y="1144"/>
                    <a:pt x="8084" y="1104"/>
                    <a:pt x="8076" y="1104"/>
                  </a:cubicBezTo>
                  <a:cubicBezTo>
                    <a:pt x="8070" y="1107"/>
                    <a:pt x="8065" y="1110"/>
                    <a:pt x="8059" y="1110"/>
                  </a:cubicBezTo>
                  <a:cubicBezTo>
                    <a:pt x="8050" y="1110"/>
                    <a:pt x="8040" y="1101"/>
                    <a:pt x="8019" y="1071"/>
                  </a:cubicBezTo>
                  <a:cubicBezTo>
                    <a:pt x="8019" y="1071"/>
                    <a:pt x="7991" y="1043"/>
                    <a:pt x="7968" y="1043"/>
                  </a:cubicBezTo>
                  <a:cubicBezTo>
                    <a:pt x="7963" y="1043"/>
                    <a:pt x="7959" y="1044"/>
                    <a:pt x="7955" y="1047"/>
                  </a:cubicBezTo>
                  <a:cubicBezTo>
                    <a:pt x="7947" y="1051"/>
                    <a:pt x="7938" y="1056"/>
                    <a:pt x="7927" y="1056"/>
                  </a:cubicBezTo>
                  <a:cubicBezTo>
                    <a:pt x="7914" y="1056"/>
                    <a:pt x="7899" y="1049"/>
                    <a:pt x="7882" y="1023"/>
                  </a:cubicBezTo>
                  <a:lnTo>
                    <a:pt x="7882" y="1023"/>
                  </a:lnTo>
                  <a:cubicBezTo>
                    <a:pt x="7873" y="1031"/>
                    <a:pt x="7873" y="1031"/>
                    <a:pt x="7906" y="1079"/>
                  </a:cubicBezTo>
                  <a:cubicBezTo>
                    <a:pt x="7934" y="1121"/>
                    <a:pt x="7950" y="1164"/>
                    <a:pt x="7906" y="1164"/>
                  </a:cubicBezTo>
                  <a:cubicBezTo>
                    <a:pt x="7900" y="1164"/>
                    <a:pt x="7891" y="1163"/>
                    <a:pt x="7882" y="1160"/>
                  </a:cubicBezTo>
                  <a:cubicBezTo>
                    <a:pt x="7857" y="1168"/>
                    <a:pt x="7825" y="1193"/>
                    <a:pt x="7857" y="1233"/>
                  </a:cubicBezTo>
                  <a:cubicBezTo>
                    <a:pt x="7853" y="1236"/>
                    <a:pt x="7849" y="1237"/>
                    <a:pt x="7846" y="1237"/>
                  </a:cubicBezTo>
                  <a:cubicBezTo>
                    <a:pt x="7839" y="1237"/>
                    <a:pt x="7834" y="1227"/>
                    <a:pt x="7817" y="1193"/>
                  </a:cubicBezTo>
                  <a:cubicBezTo>
                    <a:pt x="7788" y="1153"/>
                    <a:pt x="7768" y="1132"/>
                    <a:pt x="7759" y="1132"/>
                  </a:cubicBezTo>
                  <a:cubicBezTo>
                    <a:pt x="7747" y="1132"/>
                    <a:pt x="7750" y="1163"/>
                    <a:pt x="7768" y="1225"/>
                  </a:cubicBezTo>
                  <a:cubicBezTo>
                    <a:pt x="7786" y="1248"/>
                    <a:pt x="7791" y="1260"/>
                    <a:pt x="7786" y="1260"/>
                  </a:cubicBezTo>
                  <a:cubicBezTo>
                    <a:pt x="7782" y="1260"/>
                    <a:pt x="7770" y="1252"/>
                    <a:pt x="7752" y="1233"/>
                  </a:cubicBezTo>
                  <a:lnTo>
                    <a:pt x="7752" y="1233"/>
                  </a:lnTo>
                  <a:cubicBezTo>
                    <a:pt x="7752" y="1233"/>
                    <a:pt x="7736" y="1241"/>
                    <a:pt x="7760" y="1298"/>
                  </a:cubicBezTo>
                  <a:cubicBezTo>
                    <a:pt x="7769" y="1325"/>
                    <a:pt x="7773" y="1337"/>
                    <a:pt x="7767" y="1337"/>
                  </a:cubicBezTo>
                  <a:cubicBezTo>
                    <a:pt x="7761" y="1337"/>
                    <a:pt x="7749" y="1329"/>
                    <a:pt x="7728" y="1314"/>
                  </a:cubicBezTo>
                  <a:cubicBezTo>
                    <a:pt x="7707" y="1284"/>
                    <a:pt x="7697" y="1276"/>
                    <a:pt x="7687" y="1276"/>
                  </a:cubicBezTo>
                  <a:cubicBezTo>
                    <a:pt x="7682" y="1276"/>
                    <a:pt x="7677" y="1279"/>
                    <a:pt x="7671" y="1282"/>
                  </a:cubicBezTo>
                  <a:cubicBezTo>
                    <a:pt x="7677" y="1327"/>
                    <a:pt x="7601" y="1383"/>
                    <a:pt x="7549" y="1383"/>
                  </a:cubicBezTo>
                  <a:cubicBezTo>
                    <a:pt x="7536" y="1383"/>
                    <a:pt x="7525" y="1379"/>
                    <a:pt x="7517" y="1371"/>
                  </a:cubicBezTo>
                  <a:lnTo>
                    <a:pt x="7517" y="1371"/>
                  </a:lnTo>
                  <a:cubicBezTo>
                    <a:pt x="7541" y="1428"/>
                    <a:pt x="7541" y="1428"/>
                    <a:pt x="7525" y="1428"/>
                  </a:cubicBezTo>
                  <a:cubicBezTo>
                    <a:pt x="7502" y="1397"/>
                    <a:pt x="7489" y="1383"/>
                    <a:pt x="7485" y="1383"/>
                  </a:cubicBezTo>
                  <a:lnTo>
                    <a:pt x="7485" y="1383"/>
                  </a:lnTo>
                  <a:cubicBezTo>
                    <a:pt x="7477" y="1383"/>
                    <a:pt x="7499" y="1430"/>
                    <a:pt x="7541" y="1493"/>
                  </a:cubicBezTo>
                  <a:lnTo>
                    <a:pt x="7549" y="1485"/>
                  </a:lnTo>
                  <a:lnTo>
                    <a:pt x="7557" y="1477"/>
                  </a:lnTo>
                  <a:cubicBezTo>
                    <a:pt x="7589" y="1524"/>
                    <a:pt x="7597" y="1553"/>
                    <a:pt x="7586" y="1553"/>
                  </a:cubicBezTo>
                  <a:cubicBezTo>
                    <a:pt x="7575" y="1553"/>
                    <a:pt x="7542" y="1522"/>
                    <a:pt x="7492" y="1452"/>
                  </a:cubicBezTo>
                  <a:cubicBezTo>
                    <a:pt x="7461" y="1409"/>
                    <a:pt x="7444" y="1386"/>
                    <a:pt x="7442" y="1386"/>
                  </a:cubicBezTo>
                  <a:lnTo>
                    <a:pt x="7442" y="1386"/>
                  </a:lnTo>
                  <a:cubicBezTo>
                    <a:pt x="7439" y="1386"/>
                    <a:pt x="7451" y="1411"/>
                    <a:pt x="7476" y="1460"/>
                  </a:cubicBezTo>
                  <a:cubicBezTo>
                    <a:pt x="7503" y="1517"/>
                    <a:pt x="7512" y="1546"/>
                    <a:pt x="7504" y="1546"/>
                  </a:cubicBezTo>
                  <a:cubicBezTo>
                    <a:pt x="7497" y="1546"/>
                    <a:pt x="7477" y="1526"/>
                    <a:pt x="7444" y="1485"/>
                  </a:cubicBezTo>
                  <a:cubicBezTo>
                    <a:pt x="7412" y="1437"/>
                    <a:pt x="7396" y="1413"/>
                    <a:pt x="7393" y="1413"/>
                  </a:cubicBezTo>
                  <a:lnTo>
                    <a:pt x="7393" y="1413"/>
                  </a:lnTo>
                  <a:cubicBezTo>
                    <a:pt x="7391" y="1413"/>
                    <a:pt x="7403" y="1439"/>
                    <a:pt x="7428" y="1493"/>
                  </a:cubicBezTo>
                  <a:cubicBezTo>
                    <a:pt x="7489" y="1611"/>
                    <a:pt x="7512" y="1683"/>
                    <a:pt x="7496" y="1683"/>
                  </a:cubicBezTo>
                  <a:cubicBezTo>
                    <a:pt x="7485" y="1683"/>
                    <a:pt x="7454" y="1647"/>
                    <a:pt x="7403" y="1566"/>
                  </a:cubicBezTo>
                  <a:cubicBezTo>
                    <a:pt x="7346" y="1477"/>
                    <a:pt x="7306" y="1436"/>
                    <a:pt x="7290" y="1436"/>
                  </a:cubicBezTo>
                  <a:lnTo>
                    <a:pt x="7290" y="1436"/>
                  </a:lnTo>
                  <a:cubicBezTo>
                    <a:pt x="7282" y="1444"/>
                    <a:pt x="7314" y="1493"/>
                    <a:pt x="7346" y="1541"/>
                  </a:cubicBezTo>
                  <a:cubicBezTo>
                    <a:pt x="7381" y="1589"/>
                    <a:pt x="7395" y="1614"/>
                    <a:pt x="7388" y="1614"/>
                  </a:cubicBezTo>
                  <a:cubicBezTo>
                    <a:pt x="7382" y="1614"/>
                    <a:pt x="7360" y="1595"/>
                    <a:pt x="7322" y="1558"/>
                  </a:cubicBezTo>
                  <a:cubicBezTo>
                    <a:pt x="7263" y="1495"/>
                    <a:pt x="7227" y="1466"/>
                    <a:pt x="7208" y="1466"/>
                  </a:cubicBezTo>
                  <a:cubicBezTo>
                    <a:pt x="7188" y="1466"/>
                    <a:pt x="7188" y="1499"/>
                    <a:pt x="7200" y="1558"/>
                  </a:cubicBezTo>
                  <a:cubicBezTo>
                    <a:pt x="7214" y="1624"/>
                    <a:pt x="7210" y="1659"/>
                    <a:pt x="7199" y="1659"/>
                  </a:cubicBezTo>
                  <a:cubicBezTo>
                    <a:pt x="7190" y="1659"/>
                    <a:pt x="7175" y="1634"/>
                    <a:pt x="7160" y="1582"/>
                  </a:cubicBezTo>
                  <a:cubicBezTo>
                    <a:pt x="7137" y="1521"/>
                    <a:pt x="7127" y="1495"/>
                    <a:pt x="7124" y="1495"/>
                  </a:cubicBezTo>
                  <a:lnTo>
                    <a:pt x="7124" y="1495"/>
                  </a:lnTo>
                  <a:cubicBezTo>
                    <a:pt x="7122" y="1495"/>
                    <a:pt x="7124" y="1509"/>
                    <a:pt x="7128" y="1533"/>
                  </a:cubicBezTo>
                  <a:lnTo>
                    <a:pt x="7079" y="1566"/>
                  </a:lnTo>
                  <a:cubicBezTo>
                    <a:pt x="7063" y="1574"/>
                    <a:pt x="7087" y="1631"/>
                    <a:pt x="7111" y="1679"/>
                  </a:cubicBezTo>
                  <a:cubicBezTo>
                    <a:pt x="7074" y="1629"/>
                    <a:pt x="7040" y="1594"/>
                    <a:pt x="7025" y="1594"/>
                  </a:cubicBezTo>
                  <a:cubicBezTo>
                    <a:pt x="7013" y="1594"/>
                    <a:pt x="7013" y="1614"/>
                    <a:pt x="7030" y="1663"/>
                  </a:cubicBezTo>
                  <a:lnTo>
                    <a:pt x="7006" y="1671"/>
                  </a:lnTo>
                  <a:cubicBezTo>
                    <a:pt x="6998" y="1679"/>
                    <a:pt x="6998" y="1679"/>
                    <a:pt x="7014" y="1736"/>
                  </a:cubicBezTo>
                  <a:cubicBezTo>
                    <a:pt x="7022" y="1755"/>
                    <a:pt x="7023" y="1762"/>
                    <a:pt x="7019" y="1762"/>
                  </a:cubicBezTo>
                  <a:cubicBezTo>
                    <a:pt x="7011" y="1762"/>
                    <a:pt x="6982" y="1731"/>
                    <a:pt x="6949" y="1704"/>
                  </a:cubicBezTo>
                  <a:cubicBezTo>
                    <a:pt x="6922" y="1676"/>
                    <a:pt x="6894" y="1649"/>
                    <a:pt x="6890" y="1649"/>
                  </a:cubicBezTo>
                  <a:lnTo>
                    <a:pt x="6890" y="1649"/>
                  </a:lnTo>
                  <a:cubicBezTo>
                    <a:pt x="6887" y="1649"/>
                    <a:pt x="6890" y="1655"/>
                    <a:pt x="6901" y="1671"/>
                  </a:cubicBezTo>
                  <a:cubicBezTo>
                    <a:pt x="6925" y="1720"/>
                    <a:pt x="6949" y="1777"/>
                    <a:pt x="6957" y="1833"/>
                  </a:cubicBezTo>
                  <a:cubicBezTo>
                    <a:pt x="6966" y="1853"/>
                    <a:pt x="6966" y="1861"/>
                    <a:pt x="6963" y="1861"/>
                  </a:cubicBezTo>
                  <a:cubicBezTo>
                    <a:pt x="6956" y="1861"/>
                    <a:pt x="6933" y="1830"/>
                    <a:pt x="6917" y="1793"/>
                  </a:cubicBezTo>
                  <a:cubicBezTo>
                    <a:pt x="6901" y="1760"/>
                    <a:pt x="6868" y="1728"/>
                    <a:pt x="6836" y="1712"/>
                  </a:cubicBezTo>
                  <a:cubicBezTo>
                    <a:pt x="6828" y="1720"/>
                    <a:pt x="6803" y="1728"/>
                    <a:pt x="6836" y="1777"/>
                  </a:cubicBezTo>
                  <a:cubicBezTo>
                    <a:pt x="6853" y="1811"/>
                    <a:pt x="6825" y="1842"/>
                    <a:pt x="6793" y="1842"/>
                  </a:cubicBezTo>
                  <a:cubicBezTo>
                    <a:pt x="6780" y="1842"/>
                    <a:pt x="6766" y="1837"/>
                    <a:pt x="6755" y="1825"/>
                  </a:cubicBezTo>
                  <a:cubicBezTo>
                    <a:pt x="6755" y="1825"/>
                    <a:pt x="6746" y="1833"/>
                    <a:pt x="6738" y="1833"/>
                  </a:cubicBezTo>
                  <a:cubicBezTo>
                    <a:pt x="6722" y="1841"/>
                    <a:pt x="6746" y="1898"/>
                    <a:pt x="6730" y="1906"/>
                  </a:cubicBezTo>
                  <a:cubicBezTo>
                    <a:pt x="6730" y="1906"/>
                    <a:pt x="6722" y="1906"/>
                    <a:pt x="6738" y="1963"/>
                  </a:cubicBezTo>
                  <a:cubicBezTo>
                    <a:pt x="6735" y="1966"/>
                    <a:pt x="6732" y="1969"/>
                    <a:pt x="6728" y="1969"/>
                  </a:cubicBezTo>
                  <a:cubicBezTo>
                    <a:pt x="6721" y="1969"/>
                    <a:pt x="6710" y="1961"/>
                    <a:pt x="6690" y="1931"/>
                  </a:cubicBezTo>
                  <a:lnTo>
                    <a:pt x="6690" y="1931"/>
                  </a:lnTo>
                  <a:cubicBezTo>
                    <a:pt x="6715" y="1980"/>
                    <a:pt x="6727" y="2005"/>
                    <a:pt x="6723" y="2005"/>
                  </a:cubicBezTo>
                  <a:cubicBezTo>
                    <a:pt x="6719" y="2005"/>
                    <a:pt x="6701" y="1982"/>
                    <a:pt x="6665" y="1939"/>
                  </a:cubicBezTo>
                  <a:cubicBezTo>
                    <a:pt x="6638" y="1895"/>
                    <a:pt x="6623" y="1873"/>
                    <a:pt x="6622" y="1873"/>
                  </a:cubicBezTo>
                  <a:lnTo>
                    <a:pt x="6622" y="1873"/>
                  </a:lnTo>
                  <a:cubicBezTo>
                    <a:pt x="6620" y="1873"/>
                    <a:pt x="6632" y="1897"/>
                    <a:pt x="6657" y="1947"/>
                  </a:cubicBezTo>
                  <a:cubicBezTo>
                    <a:pt x="6666" y="1978"/>
                    <a:pt x="6670" y="1992"/>
                    <a:pt x="6665" y="1992"/>
                  </a:cubicBezTo>
                  <a:cubicBezTo>
                    <a:pt x="6662" y="1992"/>
                    <a:pt x="6652" y="1982"/>
                    <a:pt x="6633" y="1963"/>
                  </a:cubicBezTo>
                  <a:cubicBezTo>
                    <a:pt x="6618" y="1941"/>
                    <a:pt x="6608" y="1930"/>
                    <a:pt x="6605" y="1930"/>
                  </a:cubicBezTo>
                  <a:lnTo>
                    <a:pt x="6605" y="1930"/>
                  </a:lnTo>
                  <a:cubicBezTo>
                    <a:pt x="6602" y="1930"/>
                    <a:pt x="6607" y="1945"/>
                    <a:pt x="6625" y="1971"/>
                  </a:cubicBezTo>
                  <a:cubicBezTo>
                    <a:pt x="6657" y="2036"/>
                    <a:pt x="6668" y="2090"/>
                    <a:pt x="6652" y="2090"/>
                  </a:cubicBezTo>
                  <a:cubicBezTo>
                    <a:pt x="6645" y="2090"/>
                    <a:pt x="6630" y="2077"/>
                    <a:pt x="6609" y="2044"/>
                  </a:cubicBezTo>
                  <a:lnTo>
                    <a:pt x="6609" y="2044"/>
                  </a:lnTo>
                  <a:cubicBezTo>
                    <a:pt x="6609" y="2044"/>
                    <a:pt x="6601" y="2052"/>
                    <a:pt x="6617" y="2101"/>
                  </a:cubicBezTo>
                  <a:cubicBezTo>
                    <a:pt x="6642" y="2155"/>
                    <a:pt x="6654" y="2181"/>
                    <a:pt x="6652" y="2181"/>
                  </a:cubicBezTo>
                  <a:cubicBezTo>
                    <a:pt x="6651" y="2181"/>
                    <a:pt x="6636" y="2157"/>
                    <a:pt x="6609" y="2109"/>
                  </a:cubicBezTo>
                  <a:cubicBezTo>
                    <a:pt x="6575" y="2067"/>
                    <a:pt x="6555" y="2047"/>
                    <a:pt x="6548" y="2047"/>
                  </a:cubicBezTo>
                  <a:lnTo>
                    <a:pt x="6548" y="2047"/>
                  </a:lnTo>
                  <a:cubicBezTo>
                    <a:pt x="6540" y="2047"/>
                    <a:pt x="6550" y="2073"/>
                    <a:pt x="6576" y="2125"/>
                  </a:cubicBezTo>
                  <a:cubicBezTo>
                    <a:pt x="6576" y="2125"/>
                    <a:pt x="6585" y="2156"/>
                    <a:pt x="6573" y="2156"/>
                  </a:cubicBezTo>
                  <a:cubicBezTo>
                    <a:pt x="6569" y="2156"/>
                    <a:pt x="6563" y="2152"/>
                    <a:pt x="6552" y="2141"/>
                  </a:cubicBezTo>
                  <a:cubicBezTo>
                    <a:pt x="6532" y="2128"/>
                    <a:pt x="6504" y="2119"/>
                    <a:pt x="6482" y="2119"/>
                  </a:cubicBezTo>
                  <a:cubicBezTo>
                    <a:pt x="6452" y="2119"/>
                    <a:pt x="6436" y="2138"/>
                    <a:pt x="6479" y="2190"/>
                  </a:cubicBezTo>
                  <a:lnTo>
                    <a:pt x="6455" y="2198"/>
                  </a:lnTo>
                  <a:cubicBezTo>
                    <a:pt x="6435" y="2185"/>
                    <a:pt x="6421" y="2179"/>
                    <a:pt x="6412" y="2179"/>
                  </a:cubicBezTo>
                  <a:cubicBezTo>
                    <a:pt x="6399" y="2179"/>
                    <a:pt x="6399" y="2193"/>
                    <a:pt x="6414" y="2222"/>
                  </a:cubicBezTo>
                  <a:lnTo>
                    <a:pt x="6430" y="2279"/>
                  </a:lnTo>
                  <a:cubicBezTo>
                    <a:pt x="6401" y="2235"/>
                    <a:pt x="6364" y="2197"/>
                    <a:pt x="6352" y="2197"/>
                  </a:cubicBezTo>
                  <a:cubicBezTo>
                    <a:pt x="6351" y="2197"/>
                    <a:pt x="6350" y="2197"/>
                    <a:pt x="6349" y="2198"/>
                  </a:cubicBezTo>
                  <a:cubicBezTo>
                    <a:pt x="6341" y="2206"/>
                    <a:pt x="6341" y="2206"/>
                    <a:pt x="6365" y="2255"/>
                  </a:cubicBezTo>
                  <a:cubicBezTo>
                    <a:pt x="6406" y="2295"/>
                    <a:pt x="6398" y="2295"/>
                    <a:pt x="6390" y="2304"/>
                  </a:cubicBezTo>
                  <a:cubicBezTo>
                    <a:pt x="6388" y="2304"/>
                    <a:pt x="6387" y="2305"/>
                    <a:pt x="6385" y="2305"/>
                  </a:cubicBezTo>
                  <a:cubicBezTo>
                    <a:pt x="6367" y="2305"/>
                    <a:pt x="6331" y="2267"/>
                    <a:pt x="6309" y="2222"/>
                  </a:cubicBezTo>
                  <a:lnTo>
                    <a:pt x="6292" y="2231"/>
                  </a:lnTo>
                  <a:cubicBezTo>
                    <a:pt x="6332" y="2290"/>
                    <a:pt x="6341" y="2313"/>
                    <a:pt x="6337" y="2313"/>
                  </a:cubicBezTo>
                  <a:cubicBezTo>
                    <a:pt x="6335" y="2313"/>
                    <a:pt x="6326" y="2303"/>
                    <a:pt x="6317" y="2287"/>
                  </a:cubicBezTo>
                  <a:cubicBezTo>
                    <a:pt x="6292" y="2257"/>
                    <a:pt x="6276" y="2249"/>
                    <a:pt x="6265" y="2249"/>
                  </a:cubicBezTo>
                  <a:cubicBezTo>
                    <a:pt x="6259" y="2249"/>
                    <a:pt x="6255" y="2252"/>
                    <a:pt x="6252" y="2255"/>
                  </a:cubicBezTo>
                  <a:lnTo>
                    <a:pt x="6219" y="2206"/>
                  </a:lnTo>
                  <a:cubicBezTo>
                    <a:pt x="6209" y="2196"/>
                    <a:pt x="6203" y="2191"/>
                    <a:pt x="6201" y="2191"/>
                  </a:cubicBezTo>
                  <a:lnTo>
                    <a:pt x="6201" y="2191"/>
                  </a:lnTo>
                  <a:cubicBezTo>
                    <a:pt x="6195" y="2191"/>
                    <a:pt x="6218" y="2227"/>
                    <a:pt x="6236" y="2263"/>
                  </a:cubicBezTo>
                  <a:lnTo>
                    <a:pt x="6219" y="2271"/>
                  </a:lnTo>
                  <a:cubicBezTo>
                    <a:pt x="6203" y="2279"/>
                    <a:pt x="6195" y="2287"/>
                    <a:pt x="6236" y="2328"/>
                  </a:cubicBezTo>
                  <a:cubicBezTo>
                    <a:pt x="6268" y="2377"/>
                    <a:pt x="6301" y="2425"/>
                    <a:pt x="6284" y="2433"/>
                  </a:cubicBezTo>
                  <a:cubicBezTo>
                    <a:pt x="6262" y="2388"/>
                    <a:pt x="6232" y="2343"/>
                    <a:pt x="6222" y="2343"/>
                  </a:cubicBezTo>
                  <a:cubicBezTo>
                    <a:pt x="6221" y="2343"/>
                    <a:pt x="6220" y="2344"/>
                    <a:pt x="6219" y="2344"/>
                  </a:cubicBezTo>
                  <a:cubicBezTo>
                    <a:pt x="6218" y="2345"/>
                    <a:pt x="6217" y="2345"/>
                    <a:pt x="6215" y="2345"/>
                  </a:cubicBezTo>
                  <a:cubicBezTo>
                    <a:pt x="6198" y="2345"/>
                    <a:pt x="6171" y="2304"/>
                    <a:pt x="6171" y="2304"/>
                  </a:cubicBezTo>
                  <a:cubicBezTo>
                    <a:pt x="6153" y="2265"/>
                    <a:pt x="6140" y="2250"/>
                    <a:pt x="6133" y="2250"/>
                  </a:cubicBezTo>
                  <a:cubicBezTo>
                    <a:pt x="6119" y="2250"/>
                    <a:pt x="6120" y="2292"/>
                    <a:pt x="6130" y="2328"/>
                  </a:cubicBezTo>
                  <a:cubicBezTo>
                    <a:pt x="6152" y="2384"/>
                    <a:pt x="6160" y="2412"/>
                    <a:pt x="6153" y="2412"/>
                  </a:cubicBezTo>
                  <a:cubicBezTo>
                    <a:pt x="6146" y="2412"/>
                    <a:pt x="6128" y="2390"/>
                    <a:pt x="6098" y="2344"/>
                  </a:cubicBezTo>
                  <a:cubicBezTo>
                    <a:pt x="6083" y="2319"/>
                    <a:pt x="6074" y="2308"/>
                    <a:pt x="6071" y="2308"/>
                  </a:cubicBezTo>
                  <a:lnTo>
                    <a:pt x="6071" y="2308"/>
                  </a:lnTo>
                  <a:cubicBezTo>
                    <a:pt x="6061" y="2308"/>
                    <a:pt x="6095" y="2398"/>
                    <a:pt x="6155" y="2506"/>
                  </a:cubicBezTo>
                  <a:lnTo>
                    <a:pt x="6236" y="2660"/>
                  </a:lnTo>
                  <a:lnTo>
                    <a:pt x="6146" y="2514"/>
                  </a:lnTo>
                  <a:cubicBezTo>
                    <a:pt x="6075" y="2411"/>
                    <a:pt x="6043" y="2365"/>
                    <a:pt x="6032" y="2365"/>
                  </a:cubicBezTo>
                  <a:cubicBezTo>
                    <a:pt x="6024" y="2365"/>
                    <a:pt x="6030" y="2395"/>
                    <a:pt x="6041" y="2450"/>
                  </a:cubicBezTo>
                  <a:cubicBezTo>
                    <a:pt x="6045" y="2479"/>
                    <a:pt x="6047" y="2493"/>
                    <a:pt x="6044" y="2493"/>
                  </a:cubicBezTo>
                  <a:cubicBezTo>
                    <a:pt x="6040" y="2493"/>
                    <a:pt x="6032" y="2481"/>
                    <a:pt x="6017" y="2458"/>
                  </a:cubicBezTo>
                  <a:cubicBezTo>
                    <a:pt x="6003" y="2430"/>
                    <a:pt x="5992" y="2421"/>
                    <a:pt x="5979" y="2421"/>
                  </a:cubicBezTo>
                  <a:cubicBezTo>
                    <a:pt x="5969" y="2421"/>
                    <a:pt x="5958" y="2426"/>
                    <a:pt x="5944" y="2433"/>
                  </a:cubicBezTo>
                  <a:cubicBezTo>
                    <a:pt x="5911" y="2458"/>
                    <a:pt x="5903" y="2466"/>
                    <a:pt x="5936" y="2506"/>
                  </a:cubicBezTo>
                  <a:lnTo>
                    <a:pt x="5911" y="2522"/>
                  </a:lnTo>
                  <a:cubicBezTo>
                    <a:pt x="5887" y="2492"/>
                    <a:pt x="5871" y="2480"/>
                    <a:pt x="5865" y="2480"/>
                  </a:cubicBezTo>
                  <a:cubicBezTo>
                    <a:pt x="5851" y="2480"/>
                    <a:pt x="5871" y="2528"/>
                    <a:pt x="5919" y="2587"/>
                  </a:cubicBezTo>
                  <a:lnTo>
                    <a:pt x="5895" y="2595"/>
                  </a:lnTo>
                  <a:lnTo>
                    <a:pt x="5871" y="2547"/>
                  </a:lnTo>
                  <a:cubicBezTo>
                    <a:pt x="5857" y="2526"/>
                    <a:pt x="5845" y="2517"/>
                    <a:pt x="5829" y="2517"/>
                  </a:cubicBezTo>
                  <a:cubicBezTo>
                    <a:pt x="5807" y="2517"/>
                    <a:pt x="5777" y="2535"/>
                    <a:pt x="5725" y="2563"/>
                  </a:cubicBezTo>
                  <a:cubicBezTo>
                    <a:pt x="5628" y="2628"/>
                    <a:pt x="5619" y="2628"/>
                    <a:pt x="5676" y="2725"/>
                  </a:cubicBezTo>
                  <a:cubicBezTo>
                    <a:pt x="5706" y="2781"/>
                    <a:pt x="5716" y="2810"/>
                    <a:pt x="5710" y="2810"/>
                  </a:cubicBezTo>
                  <a:cubicBezTo>
                    <a:pt x="5704" y="2810"/>
                    <a:pt x="5687" y="2787"/>
                    <a:pt x="5660" y="2741"/>
                  </a:cubicBezTo>
                  <a:cubicBezTo>
                    <a:pt x="5638" y="2708"/>
                    <a:pt x="5612" y="2679"/>
                    <a:pt x="5608" y="2679"/>
                  </a:cubicBezTo>
                  <a:lnTo>
                    <a:pt x="5608" y="2679"/>
                  </a:lnTo>
                  <a:cubicBezTo>
                    <a:pt x="5606" y="2679"/>
                    <a:pt x="5609" y="2685"/>
                    <a:pt x="5619" y="2701"/>
                  </a:cubicBezTo>
                  <a:cubicBezTo>
                    <a:pt x="5619" y="2701"/>
                    <a:pt x="5617" y="2702"/>
                    <a:pt x="5614" y="2702"/>
                  </a:cubicBezTo>
                  <a:cubicBezTo>
                    <a:pt x="5604" y="2702"/>
                    <a:pt x="5584" y="2697"/>
                    <a:pt x="5555" y="2668"/>
                  </a:cubicBezTo>
                  <a:cubicBezTo>
                    <a:pt x="5519" y="2642"/>
                    <a:pt x="5500" y="2631"/>
                    <a:pt x="5491" y="2631"/>
                  </a:cubicBezTo>
                  <a:cubicBezTo>
                    <a:pt x="5475" y="2631"/>
                    <a:pt x="5491" y="2662"/>
                    <a:pt x="5506" y="2693"/>
                  </a:cubicBezTo>
                  <a:cubicBezTo>
                    <a:pt x="5538" y="2732"/>
                    <a:pt x="5548" y="2746"/>
                    <a:pt x="5546" y="2746"/>
                  </a:cubicBezTo>
                  <a:cubicBezTo>
                    <a:pt x="5543" y="2746"/>
                    <a:pt x="5521" y="2724"/>
                    <a:pt x="5498" y="2701"/>
                  </a:cubicBezTo>
                  <a:cubicBezTo>
                    <a:pt x="5471" y="2674"/>
                    <a:pt x="5443" y="2646"/>
                    <a:pt x="5438" y="2646"/>
                  </a:cubicBezTo>
                  <a:lnTo>
                    <a:pt x="5438" y="2646"/>
                  </a:lnTo>
                  <a:cubicBezTo>
                    <a:pt x="5436" y="2646"/>
                    <a:pt x="5439" y="2653"/>
                    <a:pt x="5449" y="2668"/>
                  </a:cubicBezTo>
                  <a:cubicBezTo>
                    <a:pt x="5460" y="2706"/>
                    <a:pt x="5449" y="2754"/>
                    <a:pt x="5422" y="2754"/>
                  </a:cubicBezTo>
                  <a:cubicBezTo>
                    <a:pt x="5408" y="2754"/>
                    <a:pt x="5390" y="2742"/>
                    <a:pt x="5368" y="2709"/>
                  </a:cubicBezTo>
                  <a:lnTo>
                    <a:pt x="5352" y="2725"/>
                  </a:lnTo>
                  <a:cubicBezTo>
                    <a:pt x="5376" y="2774"/>
                    <a:pt x="5360" y="2782"/>
                    <a:pt x="5336" y="2798"/>
                  </a:cubicBezTo>
                  <a:cubicBezTo>
                    <a:pt x="5326" y="2804"/>
                    <a:pt x="5319" y="2808"/>
                    <a:pt x="5312" y="2808"/>
                  </a:cubicBezTo>
                  <a:cubicBezTo>
                    <a:pt x="5301" y="2808"/>
                    <a:pt x="5291" y="2799"/>
                    <a:pt x="5271" y="2774"/>
                  </a:cubicBezTo>
                  <a:cubicBezTo>
                    <a:pt x="5263" y="2747"/>
                    <a:pt x="5256" y="2735"/>
                    <a:pt x="5251" y="2735"/>
                  </a:cubicBezTo>
                  <a:cubicBezTo>
                    <a:pt x="5245" y="2735"/>
                    <a:pt x="5242" y="2752"/>
                    <a:pt x="5247" y="2782"/>
                  </a:cubicBezTo>
                  <a:cubicBezTo>
                    <a:pt x="5238" y="2790"/>
                    <a:pt x="5287" y="2895"/>
                    <a:pt x="5279" y="2895"/>
                  </a:cubicBezTo>
                  <a:cubicBezTo>
                    <a:pt x="5311" y="2944"/>
                    <a:pt x="5328" y="3001"/>
                    <a:pt x="5319" y="3009"/>
                  </a:cubicBezTo>
                  <a:lnTo>
                    <a:pt x="5287" y="2960"/>
                  </a:lnTo>
                  <a:lnTo>
                    <a:pt x="5230" y="2863"/>
                  </a:lnTo>
                  <a:lnTo>
                    <a:pt x="5230" y="2863"/>
                  </a:lnTo>
                  <a:cubicBezTo>
                    <a:pt x="5214" y="2871"/>
                    <a:pt x="5206" y="2879"/>
                    <a:pt x="5238" y="2928"/>
                  </a:cubicBezTo>
                  <a:cubicBezTo>
                    <a:pt x="5215" y="2900"/>
                    <a:pt x="5200" y="2891"/>
                    <a:pt x="5187" y="2891"/>
                  </a:cubicBezTo>
                  <a:cubicBezTo>
                    <a:pt x="5177" y="2891"/>
                    <a:pt x="5168" y="2896"/>
                    <a:pt x="5157" y="2904"/>
                  </a:cubicBezTo>
                  <a:cubicBezTo>
                    <a:pt x="5141" y="2912"/>
                    <a:pt x="5117" y="2928"/>
                    <a:pt x="5141" y="2985"/>
                  </a:cubicBezTo>
                  <a:cubicBezTo>
                    <a:pt x="5112" y="2949"/>
                    <a:pt x="5084" y="2933"/>
                    <a:pt x="5064" y="2933"/>
                  </a:cubicBezTo>
                  <a:cubicBezTo>
                    <a:pt x="5034" y="2933"/>
                    <a:pt x="5023" y="2970"/>
                    <a:pt x="5052" y="3033"/>
                  </a:cubicBezTo>
                  <a:cubicBezTo>
                    <a:pt x="5070" y="3061"/>
                    <a:pt x="5073" y="3075"/>
                    <a:pt x="5065" y="3075"/>
                  </a:cubicBezTo>
                  <a:cubicBezTo>
                    <a:pt x="5058" y="3075"/>
                    <a:pt x="5045" y="3067"/>
                    <a:pt x="5028" y="3049"/>
                  </a:cubicBezTo>
                  <a:cubicBezTo>
                    <a:pt x="5008" y="3030"/>
                    <a:pt x="4998" y="3020"/>
                    <a:pt x="4995" y="3020"/>
                  </a:cubicBezTo>
                  <a:lnTo>
                    <a:pt x="4995" y="3020"/>
                  </a:lnTo>
                  <a:cubicBezTo>
                    <a:pt x="4991" y="3020"/>
                    <a:pt x="4995" y="3032"/>
                    <a:pt x="5003" y="3058"/>
                  </a:cubicBezTo>
                  <a:cubicBezTo>
                    <a:pt x="5012" y="3078"/>
                    <a:pt x="5012" y="3086"/>
                    <a:pt x="5008" y="3086"/>
                  </a:cubicBezTo>
                  <a:cubicBezTo>
                    <a:pt x="4999" y="3086"/>
                    <a:pt x="4973" y="3059"/>
                    <a:pt x="4947" y="3033"/>
                  </a:cubicBezTo>
                  <a:cubicBezTo>
                    <a:pt x="4907" y="2985"/>
                    <a:pt x="4884" y="2965"/>
                    <a:pt x="4875" y="2965"/>
                  </a:cubicBezTo>
                  <a:cubicBezTo>
                    <a:pt x="4868" y="2965"/>
                    <a:pt x="4871" y="2979"/>
                    <a:pt x="4882" y="3001"/>
                  </a:cubicBezTo>
                  <a:cubicBezTo>
                    <a:pt x="4890" y="3066"/>
                    <a:pt x="4865" y="3074"/>
                    <a:pt x="4857" y="3082"/>
                  </a:cubicBezTo>
                  <a:cubicBezTo>
                    <a:pt x="4865" y="3147"/>
                    <a:pt x="4857" y="3155"/>
                    <a:pt x="4898" y="3195"/>
                  </a:cubicBezTo>
                  <a:cubicBezTo>
                    <a:pt x="4914" y="3228"/>
                    <a:pt x="4930" y="3260"/>
                    <a:pt x="4947" y="3293"/>
                  </a:cubicBezTo>
                  <a:cubicBezTo>
                    <a:pt x="4950" y="3318"/>
                    <a:pt x="4947" y="3326"/>
                    <a:pt x="4942" y="3326"/>
                  </a:cubicBezTo>
                  <a:cubicBezTo>
                    <a:pt x="4936" y="3326"/>
                    <a:pt x="4925" y="3306"/>
                    <a:pt x="4930" y="3301"/>
                  </a:cubicBezTo>
                  <a:cubicBezTo>
                    <a:pt x="4922" y="3244"/>
                    <a:pt x="4914" y="3244"/>
                    <a:pt x="4874" y="3204"/>
                  </a:cubicBezTo>
                  <a:cubicBezTo>
                    <a:pt x="4851" y="3181"/>
                    <a:pt x="4834" y="3176"/>
                    <a:pt x="4821" y="3176"/>
                  </a:cubicBezTo>
                  <a:cubicBezTo>
                    <a:pt x="4811" y="3176"/>
                    <a:pt x="4804" y="3179"/>
                    <a:pt x="4801" y="3179"/>
                  </a:cubicBezTo>
                  <a:lnTo>
                    <a:pt x="4752" y="3212"/>
                  </a:lnTo>
                  <a:cubicBezTo>
                    <a:pt x="4729" y="3199"/>
                    <a:pt x="4713" y="3192"/>
                    <a:pt x="4704" y="3192"/>
                  </a:cubicBezTo>
                  <a:cubicBezTo>
                    <a:pt x="4690" y="3192"/>
                    <a:pt x="4692" y="3207"/>
                    <a:pt x="4711" y="3236"/>
                  </a:cubicBezTo>
                  <a:lnTo>
                    <a:pt x="4744" y="3285"/>
                  </a:lnTo>
                  <a:cubicBezTo>
                    <a:pt x="4721" y="3256"/>
                    <a:pt x="4693" y="3244"/>
                    <a:pt x="4667" y="3244"/>
                  </a:cubicBezTo>
                  <a:cubicBezTo>
                    <a:pt x="4611" y="3244"/>
                    <a:pt x="4565" y="3299"/>
                    <a:pt x="4598" y="3366"/>
                  </a:cubicBezTo>
                  <a:lnTo>
                    <a:pt x="4574" y="3317"/>
                  </a:lnTo>
                  <a:cubicBezTo>
                    <a:pt x="4555" y="3290"/>
                    <a:pt x="4542" y="3280"/>
                    <a:pt x="4531" y="3280"/>
                  </a:cubicBezTo>
                  <a:cubicBezTo>
                    <a:pt x="4523" y="3280"/>
                    <a:pt x="4516" y="3286"/>
                    <a:pt x="4509" y="3293"/>
                  </a:cubicBezTo>
                  <a:cubicBezTo>
                    <a:pt x="4493" y="3301"/>
                    <a:pt x="4484" y="3374"/>
                    <a:pt x="4452" y="3390"/>
                  </a:cubicBezTo>
                  <a:cubicBezTo>
                    <a:pt x="4403" y="3414"/>
                    <a:pt x="4371" y="3439"/>
                    <a:pt x="4403" y="3487"/>
                  </a:cubicBezTo>
                  <a:cubicBezTo>
                    <a:pt x="4395" y="3487"/>
                    <a:pt x="4395" y="3487"/>
                    <a:pt x="4363" y="3439"/>
                  </a:cubicBezTo>
                  <a:cubicBezTo>
                    <a:pt x="4351" y="3402"/>
                    <a:pt x="4338" y="3398"/>
                    <a:pt x="4330" y="3398"/>
                  </a:cubicBezTo>
                  <a:cubicBezTo>
                    <a:pt x="4327" y="3398"/>
                    <a:pt x="4324" y="3398"/>
                    <a:pt x="4322" y="3398"/>
                  </a:cubicBezTo>
                  <a:cubicBezTo>
                    <a:pt x="4314" y="3406"/>
                    <a:pt x="4338" y="3455"/>
                    <a:pt x="4371" y="3504"/>
                  </a:cubicBezTo>
                  <a:cubicBezTo>
                    <a:pt x="4389" y="3531"/>
                    <a:pt x="4395" y="3546"/>
                    <a:pt x="4385" y="3546"/>
                  </a:cubicBezTo>
                  <a:cubicBezTo>
                    <a:pt x="4378" y="3546"/>
                    <a:pt x="4363" y="3537"/>
                    <a:pt x="4338" y="3520"/>
                  </a:cubicBezTo>
                  <a:cubicBezTo>
                    <a:pt x="4324" y="3510"/>
                    <a:pt x="4309" y="3505"/>
                    <a:pt x="4296" y="3505"/>
                  </a:cubicBezTo>
                  <a:cubicBezTo>
                    <a:pt x="4266" y="3505"/>
                    <a:pt x="4244" y="3531"/>
                    <a:pt x="4249" y="3576"/>
                  </a:cubicBezTo>
                  <a:cubicBezTo>
                    <a:pt x="4247" y="3576"/>
                    <a:pt x="4245" y="3577"/>
                    <a:pt x="4243" y="3577"/>
                  </a:cubicBezTo>
                  <a:cubicBezTo>
                    <a:pt x="4236" y="3577"/>
                    <a:pt x="4225" y="3572"/>
                    <a:pt x="4201" y="3536"/>
                  </a:cubicBezTo>
                  <a:cubicBezTo>
                    <a:pt x="4180" y="3516"/>
                    <a:pt x="4156" y="3497"/>
                    <a:pt x="4142" y="3497"/>
                  </a:cubicBezTo>
                  <a:cubicBezTo>
                    <a:pt x="4128" y="3497"/>
                    <a:pt x="4124" y="3516"/>
                    <a:pt x="4144" y="3568"/>
                  </a:cubicBezTo>
                  <a:cubicBezTo>
                    <a:pt x="4142" y="3571"/>
                    <a:pt x="4140" y="3572"/>
                    <a:pt x="4138" y="3572"/>
                  </a:cubicBezTo>
                  <a:cubicBezTo>
                    <a:pt x="4133" y="3572"/>
                    <a:pt x="4126" y="3562"/>
                    <a:pt x="4103" y="3528"/>
                  </a:cubicBezTo>
                  <a:cubicBezTo>
                    <a:pt x="4081" y="3505"/>
                    <a:pt x="4061" y="3481"/>
                    <a:pt x="4056" y="3481"/>
                  </a:cubicBezTo>
                  <a:lnTo>
                    <a:pt x="4056" y="3481"/>
                  </a:lnTo>
                  <a:cubicBezTo>
                    <a:pt x="4052" y="3481"/>
                    <a:pt x="4057" y="3497"/>
                    <a:pt x="4079" y="3544"/>
                  </a:cubicBezTo>
                  <a:cubicBezTo>
                    <a:pt x="4084" y="3581"/>
                    <a:pt x="4072" y="3605"/>
                    <a:pt x="4049" y="3605"/>
                  </a:cubicBezTo>
                  <a:cubicBezTo>
                    <a:pt x="4037" y="3605"/>
                    <a:pt x="4023" y="3598"/>
                    <a:pt x="4006" y="3585"/>
                  </a:cubicBezTo>
                  <a:lnTo>
                    <a:pt x="4006" y="3585"/>
                  </a:lnTo>
                  <a:cubicBezTo>
                    <a:pt x="3998" y="3593"/>
                    <a:pt x="3982" y="3601"/>
                    <a:pt x="4014" y="3649"/>
                  </a:cubicBezTo>
                  <a:lnTo>
                    <a:pt x="4047" y="3698"/>
                  </a:lnTo>
                  <a:cubicBezTo>
                    <a:pt x="4011" y="3654"/>
                    <a:pt x="3993" y="3632"/>
                    <a:pt x="3989" y="3632"/>
                  </a:cubicBezTo>
                  <a:lnTo>
                    <a:pt x="3989" y="3632"/>
                  </a:lnTo>
                  <a:cubicBezTo>
                    <a:pt x="3985" y="3632"/>
                    <a:pt x="3997" y="3657"/>
                    <a:pt x="4022" y="3706"/>
                  </a:cubicBezTo>
                  <a:cubicBezTo>
                    <a:pt x="4040" y="3733"/>
                    <a:pt x="4043" y="3747"/>
                    <a:pt x="4039" y="3747"/>
                  </a:cubicBezTo>
                  <a:cubicBezTo>
                    <a:pt x="4035" y="3747"/>
                    <a:pt x="4025" y="3737"/>
                    <a:pt x="4014" y="3714"/>
                  </a:cubicBezTo>
                  <a:cubicBezTo>
                    <a:pt x="3985" y="3685"/>
                    <a:pt x="3969" y="3681"/>
                    <a:pt x="3962" y="3681"/>
                  </a:cubicBezTo>
                  <a:cubicBezTo>
                    <a:pt x="3959" y="3681"/>
                    <a:pt x="3957" y="3682"/>
                    <a:pt x="3957" y="3682"/>
                  </a:cubicBezTo>
                  <a:cubicBezTo>
                    <a:pt x="3949" y="3690"/>
                    <a:pt x="3925" y="3771"/>
                    <a:pt x="3868" y="3803"/>
                  </a:cubicBezTo>
                  <a:cubicBezTo>
                    <a:pt x="3779" y="3852"/>
                    <a:pt x="3747" y="3868"/>
                    <a:pt x="3779" y="3917"/>
                  </a:cubicBezTo>
                  <a:cubicBezTo>
                    <a:pt x="3792" y="3948"/>
                    <a:pt x="3798" y="3962"/>
                    <a:pt x="3793" y="3962"/>
                  </a:cubicBezTo>
                  <a:cubicBezTo>
                    <a:pt x="3789" y="3962"/>
                    <a:pt x="3777" y="3952"/>
                    <a:pt x="3755" y="3933"/>
                  </a:cubicBezTo>
                  <a:cubicBezTo>
                    <a:pt x="3726" y="3904"/>
                    <a:pt x="3713" y="3900"/>
                    <a:pt x="3706" y="3900"/>
                  </a:cubicBezTo>
                  <a:cubicBezTo>
                    <a:pt x="3703" y="3900"/>
                    <a:pt x="3700" y="3901"/>
                    <a:pt x="3698" y="3901"/>
                  </a:cubicBezTo>
                  <a:cubicBezTo>
                    <a:pt x="3692" y="3904"/>
                    <a:pt x="3687" y="3907"/>
                    <a:pt x="3681" y="3907"/>
                  </a:cubicBezTo>
                  <a:cubicBezTo>
                    <a:pt x="3672" y="3907"/>
                    <a:pt x="3661" y="3899"/>
                    <a:pt x="3641" y="3868"/>
                  </a:cubicBezTo>
                  <a:lnTo>
                    <a:pt x="3641" y="3868"/>
                  </a:lnTo>
                  <a:cubicBezTo>
                    <a:pt x="3666" y="3925"/>
                    <a:pt x="3666" y="3925"/>
                    <a:pt x="3649" y="3933"/>
                  </a:cubicBezTo>
                  <a:cubicBezTo>
                    <a:pt x="3638" y="3910"/>
                    <a:pt x="3628" y="3898"/>
                    <a:pt x="3623" y="3898"/>
                  </a:cubicBezTo>
                  <a:lnTo>
                    <a:pt x="3623" y="3898"/>
                  </a:lnTo>
                  <a:cubicBezTo>
                    <a:pt x="3619" y="3898"/>
                    <a:pt x="3620" y="3912"/>
                    <a:pt x="3633" y="3941"/>
                  </a:cubicBezTo>
                  <a:cubicBezTo>
                    <a:pt x="3658" y="3995"/>
                    <a:pt x="3670" y="4021"/>
                    <a:pt x="3667" y="4021"/>
                  </a:cubicBezTo>
                  <a:cubicBezTo>
                    <a:pt x="3665" y="4021"/>
                    <a:pt x="3649" y="3997"/>
                    <a:pt x="3617" y="3949"/>
                  </a:cubicBezTo>
                  <a:cubicBezTo>
                    <a:pt x="3601" y="3918"/>
                    <a:pt x="3568" y="3897"/>
                    <a:pt x="3558" y="3897"/>
                  </a:cubicBezTo>
                  <a:cubicBezTo>
                    <a:pt x="3553" y="3897"/>
                    <a:pt x="3554" y="3903"/>
                    <a:pt x="3568" y="3917"/>
                  </a:cubicBezTo>
                  <a:cubicBezTo>
                    <a:pt x="3601" y="3966"/>
                    <a:pt x="3576" y="3974"/>
                    <a:pt x="3593" y="4031"/>
                  </a:cubicBezTo>
                  <a:cubicBezTo>
                    <a:pt x="3590" y="4033"/>
                    <a:pt x="3588" y="4035"/>
                    <a:pt x="3584" y="4035"/>
                  </a:cubicBezTo>
                  <a:cubicBezTo>
                    <a:pt x="3577" y="4035"/>
                    <a:pt x="3566" y="4026"/>
                    <a:pt x="3544" y="3998"/>
                  </a:cubicBezTo>
                  <a:cubicBezTo>
                    <a:pt x="3535" y="3988"/>
                    <a:pt x="3527" y="3983"/>
                    <a:pt x="3520" y="3983"/>
                  </a:cubicBezTo>
                  <a:cubicBezTo>
                    <a:pt x="3495" y="3983"/>
                    <a:pt x="3483" y="4043"/>
                    <a:pt x="3495" y="4087"/>
                  </a:cubicBezTo>
                  <a:cubicBezTo>
                    <a:pt x="3513" y="4114"/>
                    <a:pt x="3518" y="4128"/>
                    <a:pt x="3515" y="4128"/>
                  </a:cubicBezTo>
                  <a:cubicBezTo>
                    <a:pt x="3512" y="4128"/>
                    <a:pt x="3502" y="4118"/>
                    <a:pt x="3487" y="4095"/>
                  </a:cubicBezTo>
                  <a:cubicBezTo>
                    <a:pt x="3467" y="4065"/>
                    <a:pt x="3456" y="4057"/>
                    <a:pt x="3447" y="4057"/>
                  </a:cubicBezTo>
                  <a:cubicBezTo>
                    <a:pt x="3441" y="4057"/>
                    <a:pt x="3437" y="4060"/>
                    <a:pt x="3430" y="4063"/>
                  </a:cubicBezTo>
                  <a:cubicBezTo>
                    <a:pt x="3438" y="4077"/>
                    <a:pt x="3440" y="4083"/>
                    <a:pt x="3439" y="4083"/>
                  </a:cubicBezTo>
                  <a:cubicBezTo>
                    <a:pt x="3436" y="4083"/>
                    <a:pt x="3413" y="4049"/>
                    <a:pt x="3390" y="4014"/>
                  </a:cubicBezTo>
                  <a:cubicBezTo>
                    <a:pt x="3380" y="3984"/>
                    <a:pt x="3373" y="3976"/>
                    <a:pt x="3363" y="3976"/>
                  </a:cubicBezTo>
                  <a:cubicBezTo>
                    <a:pt x="3357" y="3976"/>
                    <a:pt x="3350" y="3979"/>
                    <a:pt x="3341" y="3982"/>
                  </a:cubicBezTo>
                  <a:cubicBezTo>
                    <a:pt x="3357" y="4039"/>
                    <a:pt x="3317" y="4063"/>
                    <a:pt x="3284" y="4079"/>
                  </a:cubicBezTo>
                  <a:cubicBezTo>
                    <a:pt x="3228" y="4112"/>
                    <a:pt x="3252" y="4168"/>
                    <a:pt x="3284" y="4282"/>
                  </a:cubicBezTo>
                  <a:lnTo>
                    <a:pt x="3341" y="4379"/>
                  </a:lnTo>
                  <a:lnTo>
                    <a:pt x="3276" y="4282"/>
                  </a:lnTo>
                  <a:cubicBezTo>
                    <a:pt x="3244" y="4233"/>
                    <a:pt x="3171" y="4144"/>
                    <a:pt x="3171" y="4144"/>
                  </a:cubicBezTo>
                  <a:lnTo>
                    <a:pt x="3171" y="4144"/>
                  </a:lnTo>
                  <a:cubicBezTo>
                    <a:pt x="3163" y="4152"/>
                    <a:pt x="3195" y="4201"/>
                    <a:pt x="3228" y="4249"/>
                  </a:cubicBezTo>
                  <a:cubicBezTo>
                    <a:pt x="3242" y="4277"/>
                    <a:pt x="3245" y="4292"/>
                    <a:pt x="3236" y="4292"/>
                  </a:cubicBezTo>
                  <a:cubicBezTo>
                    <a:pt x="3230" y="4292"/>
                    <a:pt x="3216" y="4283"/>
                    <a:pt x="3195" y="4266"/>
                  </a:cubicBezTo>
                  <a:cubicBezTo>
                    <a:pt x="3173" y="4253"/>
                    <a:pt x="3159" y="4247"/>
                    <a:pt x="3150" y="4247"/>
                  </a:cubicBezTo>
                  <a:cubicBezTo>
                    <a:pt x="3136" y="4247"/>
                    <a:pt x="3137" y="4263"/>
                    <a:pt x="3147" y="4298"/>
                  </a:cubicBezTo>
                  <a:cubicBezTo>
                    <a:pt x="3144" y="4298"/>
                    <a:pt x="3141" y="4299"/>
                    <a:pt x="3137" y="4299"/>
                  </a:cubicBezTo>
                  <a:cubicBezTo>
                    <a:pt x="3127" y="4299"/>
                    <a:pt x="3111" y="4295"/>
                    <a:pt x="3082" y="4266"/>
                  </a:cubicBezTo>
                  <a:lnTo>
                    <a:pt x="3082" y="4266"/>
                  </a:lnTo>
                  <a:cubicBezTo>
                    <a:pt x="3074" y="4274"/>
                    <a:pt x="3074" y="4274"/>
                    <a:pt x="3106" y="4322"/>
                  </a:cubicBezTo>
                  <a:cubicBezTo>
                    <a:pt x="3124" y="4349"/>
                    <a:pt x="3127" y="4363"/>
                    <a:pt x="3120" y="4363"/>
                  </a:cubicBezTo>
                  <a:cubicBezTo>
                    <a:pt x="3114" y="4363"/>
                    <a:pt x="3100" y="4353"/>
                    <a:pt x="3082" y="4330"/>
                  </a:cubicBezTo>
                  <a:cubicBezTo>
                    <a:pt x="3046" y="4287"/>
                    <a:pt x="3020" y="4271"/>
                    <a:pt x="3007" y="4271"/>
                  </a:cubicBezTo>
                  <a:cubicBezTo>
                    <a:pt x="2993" y="4271"/>
                    <a:pt x="2992" y="4289"/>
                    <a:pt x="3009" y="4314"/>
                  </a:cubicBezTo>
                  <a:cubicBezTo>
                    <a:pt x="3041" y="4363"/>
                    <a:pt x="3025" y="4363"/>
                    <a:pt x="3017" y="4371"/>
                  </a:cubicBezTo>
                  <a:cubicBezTo>
                    <a:pt x="3009" y="4379"/>
                    <a:pt x="2993" y="4387"/>
                    <a:pt x="3017" y="4436"/>
                  </a:cubicBezTo>
                  <a:lnTo>
                    <a:pt x="2993" y="4452"/>
                  </a:lnTo>
                  <a:cubicBezTo>
                    <a:pt x="2992" y="4453"/>
                    <a:pt x="2991" y="4453"/>
                    <a:pt x="2991" y="4453"/>
                  </a:cubicBezTo>
                  <a:cubicBezTo>
                    <a:pt x="2981" y="4453"/>
                    <a:pt x="2961" y="4403"/>
                    <a:pt x="2976" y="4395"/>
                  </a:cubicBezTo>
                  <a:lnTo>
                    <a:pt x="2936" y="4355"/>
                  </a:lnTo>
                  <a:cubicBezTo>
                    <a:pt x="2911" y="4371"/>
                    <a:pt x="2903" y="4379"/>
                    <a:pt x="2920" y="4428"/>
                  </a:cubicBezTo>
                  <a:cubicBezTo>
                    <a:pt x="2944" y="4482"/>
                    <a:pt x="2957" y="4508"/>
                    <a:pt x="2955" y="4508"/>
                  </a:cubicBezTo>
                  <a:cubicBezTo>
                    <a:pt x="2953" y="4508"/>
                    <a:pt x="2939" y="4484"/>
                    <a:pt x="2911" y="4436"/>
                  </a:cubicBezTo>
                  <a:cubicBezTo>
                    <a:pt x="2890" y="4404"/>
                    <a:pt x="2866" y="4376"/>
                    <a:pt x="2856" y="4376"/>
                  </a:cubicBezTo>
                  <a:cubicBezTo>
                    <a:pt x="2850" y="4376"/>
                    <a:pt x="2849" y="4384"/>
                    <a:pt x="2855" y="4403"/>
                  </a:cubicBezTo>
                  <a:cubicBezTo>
                    <a:pt x="2876" y="4447"/>
                    <a:pt x="2880" y="4463"/>
                    <a:pt x="2875" y="4463"/>
                  </a:cubicBezTo>
                  <a:cubicBezTo>
                    <a:pt x="2869" y="4463"/>
                    <a:pt x="2848" y="4438"/>
                    <a:pt x="2830" y="4412"/>
                  </a:cubicBezTo>
                  <a:cubicBezTo>
                    <a:pt x="2807" y="4366"/>
                    <a:pt x="2795" y="4341"/>
                    <a:pt x="2791" y="4341"/>
                  </a:cubicBezTo>
                  <a:lnTo>
                    <a:pt x="2791" y="4341"/>
                  </a:lnTo>
                  <a:cubicBezTo>
                    <a:pt x="2785" y="4341"/>
                    <a:pt x="2789" y="4372"/>
                    <a:pt x="2798" y="4436"/>
                  </a:cubicBezTo>
                  <a:cubicBezTo>
                    <a:pt x="2782" y="4444"/>
                    <a:pt x="2766" y="4525"/>
                    <a:pt x="2733" y="4541"/>
                  </a:cubicBezTo>
                  <a:cubicBezTo>
                    <a:pt x="2710" y="4555"/>
                    <a:pt x="2693" y="4566"/>
                    <a:pt x="2675" y="4566"/>
                  </a:cubicBezTo>
                  <a:cubicBezTo>
                    <a:pt x="2660" y="4566"/>
                    <a:pt x="2646" y="4559"/>
                    <a:pt x="2628" y="4541"/>
                  </a:cubicBezTo>
                  <a:cubicBezTo>
                    <a:pt x="2621" y="4532"/>
                    <a:pt x="2615" y="4523"/>
                    <a:pt x="2610" y="4515"/>
                  </a:cubicBezTo>
                  <a:lnTo>
                    <a:pt x="2610" y="4515"/>
                  </a:lnTo>
                  <a:cubicBezTo>
                    <a:pt x="2657" y="4590"/>
                    <a:pt x="2641" y="4592"/>
                    <a:pt x="2612" y="4614"/>
                  </a:cubicBezTo>
                  <a:cubicBezTo>
                    <a:pt x="2599" y="4608"/>
                    <a:pt x="2590" y="4606"/>
                    <a:pt x="2583" y="4606"/>
                  </a:cubicBezTo>
                  <a:cubicBezTo>
                    <a:pt x="2553" y="4606"/>
                    <a:pt x="2566" y="4656"/>
                    <a:pt x="2579" y="4695"/>
                  </a:cubicBezTo>
                  <a:lnTo>
                    <a:pt x="2603" y="4687"/>
                  </a:lnTo>
                  <a:cubicBezTo>
                    <a:pt x="2639" y="4749"/>
                    <a:pt x="2649" y="4771"/>
                    <a:pt x="2637" y="4771"/>
                  </a:cubicBezTo>
                  <a:cubicBezTo>
                    <a:pt x="2630" y="4771"/>
                    <a:pt x="2616" y="4764"/>
                    <a:pt x="2595" y="4752"/>
                  </a:cubicBezTo>
                  <a:cubicBezTo>
                    <a:pt x="2595" y="4753"/>
                    <a:pt x="2594" y="4753"/>
                    <a:pt x="2593" y="4753"/>
                  </a:cubicBezTo>
                  <a:cubicBezTo>
                    <a:pt x="2582" y="4753"/>
                    <a:pt x="2553" y="4708"/>
                    <a:pt x="2530" y="4663"/>
                  </a:cubicBezTo>
                  <a:cubicBezTo>
                    <a:pt x="2501" y="4618"/>
                    <a:pt x="2464" y="4581"/>
                    <a:pt x="2446" y="4581"/>
                  </a:cubicBezTo>
                  <a:cubicBezTo>
                    <a:pt x="2444" y="4581"/>
                    <a:pt x="2443" y="4581"/>
                    <a:pt x="2441" y="4582"/>
                  </a:cubicBezTo>
                  <a:cubicBezTo>
                    <a:pt x="2433" y="4590"/>
                    <a:pt x="2425" y="4590"/>
                    <a:pt x="2466" y="4639"/>
                  </a:cubicBezTo>
                  <a:cubicBezTo>
                    <a:pt x="2490" y="4679"/>
                    <a:pt x="2490" y="4679"/>
                    <a:pt x="2482" y="4687"/>
                  </a:cubicBezTo>
                  <a:cubicBezTo>
                    <a:pt x="2474" y="4695"/>
                    <a:pt x="2457" y="4703"/>
                    <a:pt x="2482" y="4760"/>
                  </a:cubicBezTo>
                  <a:cubicBezTo>
                    <a:pt x="2514" y="4801"/>
                    <a:pt x="2498" y="4809"/>
                    <a:pt x="2490" y="4817"/>
                  </a:cubicBezTo>
                  <a:cubicBezTo>
                    <a:pt x="2467" y="4794"/>
                    <a:pt x="2450" y="4789"/>
                    <a:pt x="2439" y="4789"/>
                  </a:cubicBezTo>
                  <a:cubicBezTo>
                    <a:pt x="2430" y="4789"/>
                    <a:pt x="2425" y="4793"/>
                    <a:pt x="2425" y="4793"/>
                  </a:cubicBezTo>
                  <a:lnTo>
                    <a:pt x="2393" y="4744"/>
                  </a:lnTo>
                  <a:cubicBezTo>
                    <a:pt x="2376" y="4712"/>
                    <a:pt x="2352" y="4679"/>
                    <a:pt x="2328" y="4655"/>
                  </a:cubicBezTo>
                  <a:lnTo>
                    <a:pt x="2328" y="4655"/>
                  </a:lnTo>
                  <a:cubicBezTo>
                    <a:pt x="2312" y="4655"/>
                    <a:pt x="2344" y="4703"/>
                    <a:pt x="2344" y="4703"/>
                  </a:cubicBezTo>
                  <a:cubicBezTo>
                    <a:pt x="2376" y="4752"/>
                    <a:pt x="2109" y="4906"/>
                    <a:pt x="2076" y="4930"/>
                  </a:cubicBezTo>
                  <a:cubicBezTo>
                    <a:pt x="2059" y="4919"/>
                    <a:pt x="2043" y="4913"/>
                    <a:pt x="2032" y="4913"/>
                  </a:cubicBezTo>
                  <a:cubicBezTo>
                    <a:pt x="2014" y="4913"/>
                    <a:pt x="2010" y="4929"/>
                    <a:pt x="2036" y="4955"/>
                  </a:cubicBezTo>
                  <a:cubicBezTo>
                    <a:pt x="2068" y="5003"/>
                    <a:pt x="2012" y="5036"/>
                    <a:pt x="1947" y="5076"/>
                  </a:cubicBezTo>
                  <a:cubicBezTo>
                    <a:pt x="1874" y="5117"/>
                    <a:pt x="1817" y="5149"/>
                    <a:pt x="1849" y="5198"/>
                  </a:cubicBezTo>
                  <a:lnTo>
                    <a:pt x="1817" y="5222"/>
                  </a:lnTo>
                  <a:cubicBezTo>
                    <a:pt x="1793" y="5230"/>
                    <a:pt x="1801" y="5295"/>
                    <a:pt x="1793" y="5303"/>
                  </a:cubicBezTo>
                  <a:cubicBezTo>
                    <a:pt x="1801" y="5329"/>
                    <a:pt x="1803" y="5343"/>
                    <a:pt x="1799" y="5343"/>
                  </a:cubicBezTo>
                  <a:cubicBezTo>
                    <a:pt x="1796" y="5343"/>
                    <a:pt x="1788" y="5331"/>
                    <a:pt x="1776" y="5303"/>
                  </a:cubicBezTo>
                  <a:cubicBezTo>
                    <a:pt x="1754" y="5258"/>
                    <a:pt x="1724" y="5213"/>
                    <a:pt x="1707" y="5213"/>
                  </a:cubicBezTo>
                  <a:cubicBezTo>
                    <a:pt x="1706" y="5213"/>
                    <a:pt x="1705" y="5214"/>
                    <a:pt x="1703" y="5214"/>
                  </a:cubicBezTo>
                  <a:cubicBezTo>
                    <a:pt x="1687" y="5230"/>
                    <a:pt x="1712" y="5279"/>
                    <a:pt x="1744" y="5328"/>
                  </a:cubicBezTo>
                  <a:cubicBezTo>
                    <a:pt x="1776" y="5376"/>
                    <a:pt x="1768" y="5376"/>
                    <a:pt x="1768" y="5376"/>
                  </a:cubicBezTo>
                  <a:cubicBezTo>
                    <a:pt x="1764" y="5379"/>
                    <a:pt x="1760" y="5380"/>
                    <a:pt x="1757" y="5380"/>
                  </a:cubicBezTo>
                  <a:cubicBezTo>
                    <a:pt x="1750" y="5380"/>
                    <a:pt x="1745" y="5370"/>
                    <a:pt x="1728" y="5336"/>
                  </a:cubicBezTo>
                  <a:lnTo>
                    <a:pt x="1663" y="5239"/>
                  </a:lnTo>
                  <a:lnTo>
                    <a:pt x="1655" y="5247"/>
                  </a:lnTo>
                  <a:cubicBezTo>
                    <a:pt x="1679" y="5295"/>
                    <a:pt x="1671" y="5303"/>
                    <a:pt x="1671" y="5303"/>
                  </a:cubicBezTo>
                  <a:cubicBezTo>
                    <a:pt x="1669" y="5305"/>
                    <a:pt x="1668" y="5307"/>
                    <a:pt x="1666" y="5307"/>
                  </a:cubicBezTo>
                  <a:cubicBezTo>
                    <a:pt x="1660" y="5307"/>
                    <a:pt x="1648" y="5290"/>
                    <a:pt x="1598" y="5214"/>
                  </a:cubicBezTo>
                  <a:cubicBezTo>
                    <a:pt x="1571" y="5169"/>
                    <a:pt x="1554" y="5146"/>
                    <a:pt x="1548" y="5146"/>
                  </a:cubicBezTo>
                  <a:lnTo>
                    <a:pt x="1548" y="5146"/>
                  </a:lnTo>
                  <a:cubicBezTo>
                    <a:pt x="1542" y="5146"/>
                    <a:pt x="1552" y="5175"/>
                    <a:pt x="1582" y="5230"/>
                  </a:cubicBezTo>
                  <a:lnTo>
                    <a:pt x="1590" y="5287"/>
                  </a:lnTo>
                  <a:cubicBezTo>
                    <a:pt x="1570" y="5262"/>
                    <a:pt x="1558" y="5253"/>
                    <a:pt x="1552" y="5253"/>
                  </a:cubicBezTo>
                  <a:cubicBezTo>
                    <a:pt x="1538" y="5253"/>
                    <a:pt x="1562" y="5319"/>
                    <a:pt x="1574" y="5360"/>
                  </a:cubicBezTo>
                  <a:cubicBezTo>
                    <a:pt x="1540" y="5319"/>
                    <a:pt x="1520" y="5299"/>
                    <a:pt x="1513" y="5299"/>
                  </a:cubicBezTo>
                  <a:cubicBezTo>
                    <a:pt x="1505" y="5299"/>
                    <a:pt x="1515" y="5327"/>
                    <a:pt x="1541" y="5385"/>
                  </a:cubicBezTo>
                  <a:cubicBezTo>
                    <a:pt x="1559" y="5407"/>
                    <a:pt x="1562" y="5419"/>
                    <a:pt x="1555" y="5419"/>
                  </a:cubicBezTo>
                  <a:cubicBezTo>
                    <a:pt x="1549" y="5419"/>
                    <a:pt x="1535" y="5411"/>
                    <a:pt x="1517" y="5393"/>
                  </a:cubicBezTo>
                  <a:cubicBezTo>
                    <a:pt x="1493" y="5369"/>
                    <a:pt x="1480" y="5362"/>
                    <a:pt x="1469" y="5362"/>
                  </a:cubicBezTo>
                  <a:cubicBezTo>
                    <a:pt x="1461" y="5362"/>
                    <a:pt x="1454" y="5365"/>
                    <a:pt x="1444" y="5368"/>
                  </a:cubicBezTo>
                  <a:cubicBezTo>
                    <a:pt x="1468" y="5425"/>
                    <a:pt x="1387" y="5474"/>
                    <a:pt x="1298" y="5522"/>
                  </a:cubicBezTo>
                  <a:cubicBezTo>
                    <a:pt x="1201" y="5579"/>
                    <a:pt x="1136" y="5620"/>
                    <a:pt x="1168" y="5668"/>
                  </a:cubicBezTo>
                  <a:cubicBezTo>
                    <a:pt x="1166" y="5671"/>
                    <a:pt x="1164" y="5673"/>
                    <a:pt x="1162" y="5673"/>
                  </a:cubicBezTo>
                  <a:cubicBezTo>
                    <a:pt x="1156" y="5673"/>
                    <a:pt x="1148" y="5664"/>
                    <a:pt x="1120" y="5636"/>
                  </a:cubicBezTo>
                  <a:cubicBezTo>
                    <a:pt x="1107" y="5617"/>
                    <a:pt x="1097" y="5607"/>
                    <a:pt x="1093" y="5607"/>
                  </a:cubicBezTo>
                  <a:lnTo>
                    <a:pt x="1093" y="5607"/>
                  </a:lnTo>
                  <a:cubicBezTo>
                    <a:pt x="1086" y="5607"/>
                    <a:pt x="1093" y="5633"/>
                    <a:pt x="1128" y="5693"/>
                  </a:cubicBezTo>
                  <a:cubicBezTo>
                    <a:pt x="1137" y="5726"/>
                    <a:pt x="1152" y="5756"/>
                    <a:pt x="1150" y="5756"/>
                  </a:cubicBezTo>
                  <a:cubicBezTo>
                    <a:pt x="1149" y="5756"/>
                    <a:pt x="1138" y="5741"/>
                    <a:pt x="1112" y="5701"/>
                  </a:cubicBezTo>
                  <a:cubicBezTo>
                    <a:pt x="1100" y="5678"/>
                    <a:pt x="1089" y="5669"/>
                    <a:pt x="1074" y="5669"/>
                  </a:cubicBezTo>
                  <a:cubicBezTo>
                    <a:pt x="1059" y="5669"/>
                    <a:pt x="1040" y="5680"/>
                    <a:pt x="1014" y="5693"/>
                  </a:cubicBezTo>
                  <a:cubicBezTo>
                    <a:pt x="982" y="5709"/>
                    <a:pt x="941" y="5733"/>
                    <a:pt x="974" y="5782"/>
                  </a:cubicBezTo>
                  <a:cubicBezTo>
                    <a:pt x="978" y="5815"/>
                    <a:pt x="980" y="5831"/>
                    <a:pt x="978" y="5831"/>
                  </a:cubicBezTo>
                  <a:cubicBezTo>
                    <a:pt x="975" y="5831"/>
                    <a:pt x="969" y="5817"/>
                    <a:pt x="958" y="5790"/>
                  </a:cubicBezTo>
                  <a:cubicBezTo>
                    <a:pt x="932" y="5739"/>
                    <a:pt x="898" y="5711"/>
                    <a:pt x="875" y="5711"/>
                  </a:cubicBezTo>
                  <a:cubicBezTo>
                    <a:pt x="853" y="5711"/>
                    <a:pt x="840" y="5735"/>
                    <a:pt x="852" y="5790"/>
                  </a:cubicBezTo>
                  <a:cubicBezTo>
                    <a:pt x="850" y="5792"/>
                    <a:pt x="847" y="5794"/>
                    <a:pt x="844" y="5794"/>
                  </a:cubicBezTo>
                  <a:cubicBezTo>
                    <a:pt x="837" y="5794"/>
                    <a:pt x="826" y="5785"/>
                    <a:pt x="803" y="5757"/>
                  </a:cubicBezTo>
                  <a:cubicBezTo>
                    <a:pt x="787" y="5757"/>
                    <a:pt x="779" y="5766"/>
                    <a:pt x="779" y="5830"/>
                  </a:cubicBezTo>
                  <a:cubicBezTo>
                    <a:pt x="763" y="5839"/>
                    <a:pt x="722" y="5863"/>
                    <a:pt x="698" y="5879"/>
                  </a:cubicBezTo>
                  <a:cubicBezTo>
                    <a:pt x="682" y="5895"/>
                    <a:pt x="690" y="5952"/>
                    <a:pt x="690" y="5952"/>
                  </a:cubicBezTo>
                  <a:lnTo>
                    <a:pt x="674" y="5960"/>
                  </a:lnTo>
                  <a:cubicBezTo>
                    <a:pt x="665" y="5943"/>
                    <a:pt x="653" y="5936"/>
                    <a:pt x="637" y="5936"/>
                  </a:cubicBezTo>
                  <a:cubicBezTo>
                    <a:pt x="608" y="5936"/>
                    <a:pt x="567" y="5961"/>
                    <a:pt x="520" y="5993"/>
                  </a:cubicBezTo>
                  <a:cubicBezTo>
                    <a:pt x="462" y="6021"/>
                    <a:pt x="413" y="6050"/>
                    <a:pt x="375" y="6050"/>
                  </a:cubicBezTo>
                  <a:cubicBezTo>
                    <a:pt x="359" y="6050"/>
                    <a:pt x="345" y="6045"/>
                    <a:pt x="333" y="6033"/>
                  </a:cubicBezTo>
                  <a:lnTo>
                    <a:pt x="333" y="6033"/>
                  </a:lnTo>
                  <a:cubicBezTo>
                    <a:pt x="333" y="6033"/>
                    <a:pt x="325" y="6041"/>
                    <a:pt x="341" y="6090"/>
                  </a:cubicBezTo>
                  <a:cubicBezTo>
                    <a:pt x="373" y="6158"/>
                    <a:pt x="380" y="6185"/>
                    <a:pt x="371" y="6185"/>
                  </a:cubicBezTo>
                  <a:cubicBezTo>
                    <a:pt x="366" y="6185"/>
                    <a:pt x="356" y="6177"/>
                    <a:pt x="341" y="6163"/>
                  </a:cubicBezTo>
                  <a:cubicBezTo>
                    <a:pt x="310" y="6125"/>
                    <a:pt x="285" y="6108"/>
                    <a:pt x="270" y="6108"/>
                  </a:cubicBezTo>
                  <a:cubicBezTo>
                    <a:pt x="250" y="6108"/>
                    <a:pt x="249" y="6139"/>
                    <a:pt x="276" y="6195"/>
                  </a:cubicBezTo>
                  <a:lnTo>
                    <a:pt x="244" y="6155"/>
                  </a:lnTo>
                  <a:cubicBezTo>
                    <a:pt x="220" y="6125"/>
                    <a:pt x="203" y="6112"/>
                    <a:pt x="194" y="6112"/>
                  </a:cubicBezTo>
                  <a:cubicBezTo>
                    <a:pt x="176" y="6112"/>
                    <a:pt x="187" y="6163"/>
                    <a:pt x="220" y="6228"/>
                  </a:cubicBezTo>
                  <a:cubicBezTo>
                    <a:pt x="194" y="6202"/>
                    <a:pt x="167" y="6175"/>
                    <a:pt x="156" y="6175"/>
                  </a:cubicBezTo>
                  <a:cubicBezTo>
                    <a:pt x="150" y="6175"/>
                    <a:pt x="149" y="6183"/>
                    <a:pt x="155" y="6203"/>
                  </a:cubicBezTo>
                  <a:cubicBezTo>
                    <a:pt x="153" y="6205"/>
                    <a:pt x="152" y="6207"/>
                    <a:pt x="150" y="6207"/>
                  </a:cubicBezTo>
                  <a:cubicBezTo>
                    <a:pt x="143" y="6207"/>
                    <a:pt x="132" y="6190"/>
                    <a:pt x="82" y="6114"/>
                  </a:cubicBezTo>
                  <a:cubicBezTo>
                    <a:pt x="59" y="6069"/>
                    <a:pt x="30" y="6024"/>
                    <a:pt x="13" y="6024"/>
                  </a:cubicBezTo>
                  <a:cubicBezTo>
                    <a:pt x="11" y="6024"/>
                    <a:pt x="10" y="6024"/>
                    <a:pt x="9" y="6025"/>
                  </a:cubicBezTo>
                  <a:cubicBezTo>
                    <a:pt x="1" y="6033"/>
                    <a:pt x="33" y="6082"/>
                    <a:pt x="66" y="6130"/>
                  </a:cubicBezTo>
                  <a:lnTo>
                    <a:pt x="41" y="6139"/>
                  </a:lnTo>
                  <a:cubicBezTo>
                    <a:pt x="41" y="6139"/>
                    <a:pt x="33" y="6147"/>
                    <a:pt x="58" y="6195"/>
                  </a:cubicBezTo>
                  <a:cubicBezTo>
                    <a:pt x="90" y="6244"/>
                    <a:pt x="82" y="6252"/>
                    <a:pt x="66" y="6252"/>
                  </a:cubicBezTo>
                  <a:cubicBezTo>
                    <a:pt x="59" y="6239"/>
                    <a:pt x="55" y="6233"/>
                    <a:pt x="54" y="6233"/>
                  </a:cubicBezTo>
                  <a:lnTo>
                    <a:pt x="54" y="6233"/>
                  </a:lnTo>
                  <a:cubicBezTo>
                    <a:pt x="52" y="6233"/>
                    <a:pt x="69" y="6271"/>
                    <a:pt x="98" y="6301"/>
                  </a:cubicBezTo>
                  <a:cubicBezTo>
                    <a:pt x="131" y="6349"/>
                    <a:pt x="163" y="6398"/>
                    <a:pt x="147" y="6406"/>
                  </a:cubicBezTo>
                  <a:lnTo>
                    <a:pt x="212" y="6503"/>
                  </a:lnTo>
                  <a:cubicBezTo>
                    <a:pt x="244" y="6568"/>
                    <a:pt x="293" y="6633"/>
                    <a:pt x="358" y="6682"/>
                  </a:cubicBezTo>
                  <a:cubicBezTo>
                    <a:pt x="391" y="6689"/>
                    <a:pt x="423" y="6700"/>
                    <a:pt x="442" y="6700"/>
                  </a:cubicBezTo>
                  <a:cubicBezTo>
                    <a:pt x="463" y="6700"/>
                    <a:pt x="465" y="6685"/>
                    <a:pt x="431" y="6633"/>
                  </a:cubicBezTo>
                  <a:cubicBezTo>
                    <a:pt x="431" y="6633"/>
                    <a:pt x="414" y="6576"/>
                    <a:pt x="422" y="6576"/>
                  </a:cubicBezTo>
                  <a:cubicBezTo>
                    <a:pt x="423" y="6576"/>
                    <a:pt x="424" y="6575"/>
                    <a:pt x="425" y="6575"/>
                  </a:cubicBezTo>
                  <a:cubicBezTo>
                    <a:pt x="438" y="6575"/>
                    <a:pt x="471" y="6609"/>
                    <a:pt x="471" y="6609"/>
                  </a:cubicBezTo>
                  <a:cubicBezTo>
                    <a:pt x="484" y="6629"/>
                    <a:pt x="500" y="6636"/>
                    <a:pt x="518" y="6636"/>
                  </a:cubicBezTo>
                  <a:cubicBezTo>
                    <a:pt x="543" y="6636"/>
                    <a:pt x="572" y="6620"/>
                    <a:pt x="601" y="6601"/>
                  </a:cubicBezTo>
                  <a:cubicBezTo>
                    <a:pt x="640" y="6576"/>
                    <a:pt x="668" y="6557"/>
                    <a:pt x="692" y="6557"/>
                  </a:cubicBezTo>
                  <a:cubicBezTo>
                    <a:pt x="708" y="6557"/>
                    <a:pt x="723" y="6565"/>
                    <a:pt x="739" y="6584"/>
                  </a:cubicBezTo>
                  <a:cubicBezTo>
                    <a:pt x="773" y="6613"/>
                    <a:pt x="787" y="6618"/>
                    <a:pt x="793" y="6618"/>
                  </a:cubicBezTo>
                  <a:cubicBezTo>
                    <a:pt x="795" y="6618"/>
                    <a:pt x="795" y="6617"/>
                    <a:pt x="795" y="6617"/>
                  </a:cubicBezTo>
                  <a:cubicBezTo>
                    <a:pt x="763" y="6568"/>
                    <a:pt x="828" y="6528"/>
                    <a:pt x="909" y="6487"/>
                  </a:cubicBezTo>
                  <a:cubicBezTo>
                    <a:pt x="982" y="6439"/>
                    <a:pt x="1055" y="6390"/>
                    <a:pt x="1030" y="6349"/>
                  </a:cubicBezTo>
                  <a:lnTo>
                    <a:pt x="1047" y="6333"/>
                  </a:lnTo>
                  <a:cubicBezTo>
                    <a:pt x="1064" y="6359"/>
                    <a:pt x="1079" y="6367"/>
                    <a:pt x="1092" y="6367"/>
                  </a:cubicBezTo>
                  <a:cubicBezTo>
                    <a:pt x="1103" y="6367"/>
                    <a:pt x="1112" y="6361"/>
                    <a:pt x="1120" y="6357"/>
                  </a:cubicBezTo>
                  <a:cubicBezTo>
                    <a:pt x="1112" y="6293"/>
                    <a:pt x="1136" y="6284"/>
                    <a:pt x="1136" y="6284"/>
                  </a:cubicBezTo>
                  <a:cubicBezTo>
                    <a:pt x="1156" y="6309"/>
                    <a:pt x="1166" y="6319"/>
                    <a:pt x="1177" y="6319"/>
                  </a:cubicBezTo>
                  <a:cubicBezTo>
                    <a:pt x="1184" y="6319"/>
                    <a:pt x="1191" y="6315"/>
                    <a:pt x="1201" y="6309"/>
                  </a:cubicBezTo>
                  <a:cubicBezTo>
                    <a:pt x="1225" y="6293"/>
                    <a:pt x="1233" y="6293"/>
                    <a:pt x="1201" y="6244"/>
                  </a:cubicBezTo>
                  <a:cubicBezTo>
                    <a:pt x="1233" y="6222"/>
                    <a:pt x="1266" y="6211"/>
                    <a:pt x="1300" y="6211"/>
                  </a:cubicBezTo>
                  <a:cubicBezTo>
                    <a:pt x="1318" y="6211"/>
                    <a:pt x="1336" y="6214"/>
                    <a:pt x="1355" y="6220"/>
                  </a:cubicBezTo>
                  <a:cubicBezTo>
                    <a:pt x="1365" y="6229"/>
                    <a:pt x="1370" y="6233"/>
                    <a:pt x="1374" y="6233"/>
                  </a:cubicBezTo>
                  <a:cubicBezTo>
                    <a:pt x="1384" y="6233"/>
                    <a:pt x="1367" y="6192"/>
                    <a:pt x="1355" y="6155"/>
                  </a:cubicBezTo>
                  <a:cubicBezTo>
                    <a:pt x="1322" y="6106"/>
                    <a:pt x="1306" y="6049"/>
                    <a:pt x="1314" y="6041"/>
                  </a:cubicBezTo>
                  <a:lnTo>
                    <a:pt x="1314" y="6041"/>
                  </a:lnTo>
                  <a:cubicBezTo>
                    <a:pt x="1314" y="6041"/>
                    <a:pt x="1347" y="6090"/>
                    <a:pt x="1379" y="6139"/>
                  </a:cubicBezTo>
                  <a:cubicBezTo>
                    <a:pt x="1390" y="6176"/>
                    <a:pt x="1393" y="6188"/>
                    <a:pt x="1401" y="6188"/>
                  </a:cubicBezTo>
                  <a:cubicBezTo>
                    <a:pt x="1406" y="6188"/>
                    <a:pt x="1411" y="6185"/>
                    <a:pt x="1420" y="6179"/>
                  </a:cubicBezTo>
                  <a:lnTo>
                    <a:pt x="1436" y="6163"/>
                  </a:lnTo>
                  <a:cubicBezTo>
                    <a:pt x="1412" y="6122"/>
                    <a:pt x="1460" y="6090"/>
                    <a:pt x="1541" y="6041"/>
                  </a:cubicBezTo>
                  <a:cubicBezTo>
                    <a:pt x="1639" y="5984"/>
                    <a:pt x="1671" y="5960"/>
                    <a:pt x="1639" y="5920"/>
                  </a:cubicBezTo>
                  <a:cubicBezTo>
                    <a:pt x="1618" y="5888"/>
                    <a:pt x="1617" y="5874"/>
                    <a:pt x="1636" y="5874"/>
                  </a:cubicBezTo>
                  <a:cubicBezTo>
                    <a:pt x="1647" y="5874"/>
                    <a:pt x="1664" y="5878"/>
                    <a:pt x="1687" y="5887"/>
                  </a:cubicBezTo>
                  <a:cubicBezTo>
                    <a:pt x="1779" y="5950"/>
                    <a:pt x="1816" y="5975"/>
                    <a:pt x="1828" y="5975"/>
                  </a:cubicBezTo>
                  <a:cubicBezTo>
                    <a:pt x="1836" y="5975"/>
                    <a:pt x="1832" y="5964"/>
                    <a:pt x="1825" y="5944"/>
                  </a:cubicBezTo>
                  <a:cubicBezTo>
                    <a:pt x="1809" y="5944"/>
                    <a:pt x="1776" y="5895"/>
                    <a:pt x="1752" y="5855"/>
                  </a:cubicBezTo>
                  <a:cubicBezTo>
                    <a:pt x="1718" y="5803"/>
                    <a:pt x="1704" y="5776"/>
                    <a:pt x="1709" y="5776"/>
                  </a:cubicBezTo>
                  <a:lnTo>
                    <a:pt x="1709" y="5776"/>
                  </a:lnTo>
                  <a:cubicBezTo>
                    <a:pt x="1714" y="5776"/>
                    <a:pt x="1734" y="5797"/>
                    <a:pt x="1768" y="5839"/>
                  </a:cubicBezTo>
                  <a:cubicBezTo>
                    <a:pt x="1783" y="5861"/>
                    <a:pt x="1802" y="5871"/>
                    <a:pt x="1821" y="5871"/>
                  </a:cubicBezTo>
                  <a:cubicBezTo>
                    <a:pt x="1884" y="5871"/>
                    <a:pt x="1952" y="5766"/>
                    <a:pt x="1914" y="5684"/>
                  </a:cubicBezTo>
                  <a:lnTo>
                    <a:pt x="1914" y="5684"/>
                  </a:lnTo>
                  <a:cubicBezTo>
                    <a:pt x="1922" y="5697"/>
                    <a:pt x="1933" y="5713"/>
                    <a:pt x="1947" y="5733"/>
                  </a:cubicBezTo>
                  <a:cubicBezTo>
                    <a:pt x="1964" y="5759"/>
                    <a:pt x="1974" y="5769"/>
                    <a:pt x="1986" y="5769"/>
                  </a:cubicBezTo>
                  <a:cubicBezTo>
                    <a:pt x="1997" y="5769"/>
                    <a:pt x="2009" y="5761"/>
                    <a:pt x="2028" y="5749"/>
                  </a:cubicBezTo>
                  <a:lnTo>
                    <a:pt x="2060" y="5733"/>
                  </a:lnTo>
                  <a:cubicBezTo>
                    <a:pt x="2029" y="5679"/>
                    <a:pt x="2045" y="5657"/>
                    <a:pt x="2069" y="5657"/>
                  </a:cubicBezTo>
                  <a:cubicBezTo>
                    <a:pt x="2089" y="5657"/>
                    <a:pt x="2114" y="5671"/>
                    <a:pt x="2125" y="5693"/>
                  </a:cubicBezTo>
                  <a:cubicBezTo>
                    <a:pt x="2155" y="5717"/>
                    <a:pt x="2166" y="5727"/>
                    <a:pt x="2175" y="5727"/>
                  </a:cubicBezTo>
                  <a:cubicBezTo>
                    <a:pt x="2180" y="5727"/>
                    <a:pt x="2184" y="5723"/>
                    <a:pt x="2190" y="5717"/>
                  </a:cubicBezTo>
                  <a:cubicBezTo>
                    <a:pt x="2176" y="5654"/>
                    <a:pt x="2195" y="5631"/>
                    <a:pt x="2220" y="5631"/>
                  </a:cubicBezTo>
                  <a:cubicBezTo>
                    <a:pt x="2240" y="5631"/>
                    <a:pt x="2265" y="5646"/>
                    <a:pt x="2279" y="5668"/>
                  </a:cubicBezTo>
                  <a:lnTo>
                    <a:pt x="2303" y="5652"/>
                  </a:lnTo>
                  <a:cubicBezTo>
                    <a:pt x="2279" y="5603"/>
                    <a:pt x="2303" y="5587"/>
                    <a:pt x="2312" y="5579"/>
                  </a:cubicBezTo>
                  <a:cubicBezTo>
                    <a:pt x="2344" y="5563"/>
                    <a:pt x="2360" y="5555"/>
                    <a:pt x="2320" y="5514"/>
                  </a:cubicBezTo>
                  <a:cubicBezTo>
                    <a:pt x="2287" y="5466"/>
                    <a:pt x="2255" y="5417"/>
                    <a:pt x="2263" y="5409"/>
                  </a:cubicBezTo>
                  <a:lnTo>
                    <a:pt x="2263" y="5409"/>
                  </a:lnTo>
                  <a:lnTo>
                    <a:pt x="2295" y="5457"/>
                  </a:lnTo>
                  <a:cubicBezTo>
                    <a:pt x="2311" y="5480"/>
                    <a:pt x="2326" y="5489"/>
                    <a:pt x="2342" y="5489"/>
                  </a:cubicBezTo>
                  <a:cubicBezTo>
                    <a:pt x="2360" y="5489"/>
                    <a:pt x="2379" y="5478"/>
                    <a:pt x="2401" y="5466"/>
                  </a:cubicBezTo>
                  <a:cubicBezTo>
                    <a:pt x="2434" y="5447"/>
                    <a:pt x="2456" y="5433"/>
                    <a:pt x="2476" y="5433"/>
                  </a:cubicBezTo>
                  <a:cubicBezTo>
                    <a:pt x="2491" y="5433"/>
                    <a:pt x="2505" y="5440"/>
                    <a:pt x="2522" y="5457"/>
                  </a:cubicBezTo>
                  <a:lnTo>
                    <a:pt x="2498" y="5409"/>
                  </a:lnTo>
                  <a:cubicBezTo>
                    <a:pt x="2489" y="5377"/>
                    <a:pt x="2487" y="5361"/>
                    <a:pt x="2494" y="5361"/>
                  </a:cubicBezTo>
                  <a:lnTo>
                    <a:pt x="2494" y="5361"/>
                  </a:lnTo>
                  <a:cubicBezTo>
                    <a:pt x="2498" y="5361"/>
                    <a:pt x="2508" y="5371"/>
                    <a:pt x="2522" y="5393"/>
                  </a:cubicBezTo>
                  <a:cubicBezTo>
                    <a:pt x="2536" y="5406"/>
                    <a:pt x="2550" y="5412"/>
                    <a:pt x="2563" y="5412"/>
                  </a:cubicBezTo>
                  <a:cubicBezTo>
                    <a:pt x="2589" y="5412"/>
                    <a:pt x="2609" y="5387"/>
                    <a:pt x="2603" y="5344"/>
                  </a:cubicBezTo>
                  <a:lnTo>
                    <a:pt x="2620" y="5336"/>
                  </a:lnTo>
                  <a:cubicBezTo>
                    <a:pt x="2651" y="5374"/>
                    <a:pt x="2674" y="5391"/>
                    <a:pt x="2688" y="5391"/>
                  </a:cubicBezTo>
                  <a:cubicBezTo>
                    <a:pt x="2706" y="5391"/>
                    <a:pt x="2704" y="5359"/>
                    <a:pt x="2676" y="5303"/>
                  </a:cubicBezTo>
                  <a:lnTo>
                    <a:pt x="2676" y="5303"/>
                  </a:lnTo>
                  <a:cubicBezTo>
                    <a:pt x="2697" y="5334"/>
                    <a:pt x="2707" y="5342"/>
                    <a:pt x="2715" y="5342"/>
                  </a:cubicBezTo>
                  <a:cubicBezTo>
                    <a:pt x="2719" y="5342"/>
                    <a:pt x="2722" y="5339"/>
                    <a:pt x="2725" y="5336"/>
                  </a:cubicBezTo>
                  <a:cubicBezTo>
                    <a:pt x="2720" y="5298"/>
                    <a:pt x="2739" y="5272"/>
                    <a:pt x="2762" y="5272"/>
                  </a:cubicBezTo>
                  <a:cubicBezTo>
                    <a:pt x="2774" y="5272"/>
                    <a:pt x="2787" y="5279"/>
                    <a:pt x="2798" y="5295"/>
                  </a:cubicBezTo>
                  <a:lnTo>
                    <a:pt x="2806" y="5287"/>
                  </a:lnTo>
                  <a:cubicBezTo>
                    <a:pt x="2782" y="5239"/>
                    <a:pt x="2798" y="5230"/>
                    <a:pt x="2806" y="5222"/>
                  </a:cubicBezTo>
                  <a:cubicBezTo>
                    <a:pt x="2814" y="5214"/>
                    <a:pt x="2830" y="5214"/>
                    <a:pt x="2806" y="5157"/>
                  </a:cubicBezTo>
                  <a:cubicBezTo>
                    <a:pt x="2790" y="5101"/>
                    <a:pt x="2798" y="5093"/>
                    <a:pt x="2798" y="5093"/>
                  </a:cubicBezTo>
                  <a:lnTo>
                    <a:pt x="2798" y="5093"/>
                  </a:lnTo>
                  <a:cubicBezTo>
                    <a:pt x="2814" y="5093"/>
                    <a:pt x="2830" y="5141"/>
                    <a:pt x="2855" y="5198"/>
                  </a:cubicBezTo>
                  <a:cubicBezTo>
                    <a:pt x="2858" y="5219"/>
                    <a:pt x="2864" y="5230"/>
                    <a:pt x="2869" y="5230"/>
                  </a:cubicBezTo>
                  <a:cubicBezTo>
                    <a:pt x="2878" y="5230"/>
                    <a:pt x="2883" y="5197"/>
                    <a:pt x="2863" y="5125"/>
                  </a:cubicBezTo>
                  <a:cubicBezTo>
                    <a:pt x="2850" y="5067"/>
                    <a:pt x="2844" y="5039"/>
                    <a:pt x="2846" y="5039"/>
                  </a:cubicBezTo>
                  <a:lnTo>
                    <a:pt x="2846" y="5039"/>
                  </a:lnTo>
                  <a:cubicBezTo>
                    <a:pt x="2847" y="5039"/>
                    <a:pt x="2855" y="5065"/>
                    <a:pt x="2871" y="5117"/>
                  </a:cubicBezTo>
                  <a:cubicBezTo>
                    <a:pt x="2888" y="5156"/>
                    <a:pt x="2900" y="5191"/>
                    <a:pt x="2904" y="5191"/>
                  </a:cubicBezTo>
                  <a:cubicBezTo>
                    <a:pt x="2906" y="5191"/>
                    <a:pt x="2906" y="5183"/>
                    <a:pt x="2903" y="5166"/>
                  </a:cubicBezTo>
                  <a:cubicBezTo>
                    <a:pt x="2903" y="5166"/>
                    <a:pt x="2928" y="5149"/>
                    <a:pt x="2895" y="5101"/>
                  </a:cubicBezTo>
                  <a:lnTo>
                    <a:pt x="2928" y="5085"/>
                  </a:lnTo>
                  <a:cubicBezTo>
                    <a:pt x="2966" y="5106"/>
                    <a:pt x="2982" y="5113"/>
                    <a:pt x="2991" y="5113"/>
                  </a:cubicBezTo>
                  <a:cubicBezTo>
                    <a:pt x="2995" y="5113"/>
                    <a:pt x="2998" y="5112"/>
                    <a:pt x="3001" y="5109"/>
                  </a:cubicBezTo>
                  <a:cubicBezTo>
                    <a:pt x="2992" y="5078"/>
                    <a:pt x="2988" y="5064"/>
                    <a:pt x="2992" y="5064"/>
                  </a:cubicBezTo>
                  <a:lnTo>
                    <a:pt x="2992" y="5064"/>
                  </a:lnTo>
                  <a:cubicBezTo>
                    <a:pt x="2996" y="5064"/>
                    <a:pt x="3006" y="5074"/>
                    <a:pt x="3025" y="5093"/>
                  </a:cubicBezTo>
                  <a:cubicBezTo>
                    <a:pt x="3038" y="5112"/>
                    <a:pt x="3047" y="5122"/>
                    <a:pt x="3050" y="5122"/>
                  </a:cubicBezTo>
                  <a:cubicBezTo>
                    <a:pt x="3054" y="5122"/>
                    <a:pt x="3043" y="5098"/>
                    <a:pt x="3009" y="5044"/>
                  </a:cubicBezTo>
                  <a:cubicBezTo>
                    <a:pt x="2995" y="5011"/>
                    <a:pt x="2994" y="4994"/>
                    <a:pt x="3004" y="4994"/>
                  </a:cubicBezTo>
                  <a:cubicBezTo>
                    <a:pt x="3012" y="4994"/>
                    <a:pt x="3024" y="5003"/>
                    <a:pt x="3041" y="5020"/>
                  </a:cubicBezTo>
                  <a:cubicBezTo>
                    <a:pt x="3073" y="5074"/>
                    <a:pt x="3092" y="5095"/>
                    <a:pt x="3097" y="5095"/>
                  </a:cubicBezTo>
                  <a:cubicBezTo>
                    <a:pt x="3101" y="5095"/>
                    <a:pt x="3096" y="5082"/>
                    <a:pt x="3082" y="5060"/>
                  </a:cubicBezTo>
                  <a:cubicBezTo>
                    <a:pt x="3057" y="5012"/>
                    <a:pt x="3074" y="5003"/>
                    <a:pt x="3074" y="5003"/>
                  </a:cubicBezTo>
                  <a:lnTo>
                    <a:pt x="3074" y="5003"/>
                  </a:lnTo>
                  <a:cubicBezTo>
                    <a:pt x="3080" y="5015"/>
                    <a:pt x="3091" y="5021"/>
                    <a:pt x="3105" y="5021"/>
                  </a:cubicBezTo>
                  <a:cubicBezTo>
                    <a:pt x="3150" y="5021"/>
                    <a:pt x="3227" y="4973"/>
                    <a:pt x="3301" y="4930"/>
                  </a:cubicBezTo>
                  <a:cubicBezTo>
                    <a:pt x="3309" y="4922"/>
                    <a:pt x="3293" y="4874"/>
                    <a:pt x="3260" y="4825"/>
                  </a:cubicBezTo>
                  <a:cubicBezTo>
                    <a:pt x="3232" y="4783"/>
                    <a:pt x="3222" y="4768"/>
                    <a:pt x="3223" y="4768"/>
                  </a:cubicBezTo>
                  <a:lnTo>
                    <a:pt x="3223" y="4768"/>
                  </a:lnTo>
                  <a:cubicBezTo>
                    <a:pt x="3225" y="4768"/>
                    <a:pt x="3245" y="4794"/>
                    <a:pt x="3268" y="4817"/>
                  </a:cubicBezTo>
                  <a:cubicBezTo>
                    <a:pt x="3318" y="4882"/>
                    <a:pt x="3348" y="4913"/>
                    <a:pt x="3355" y="4913"/>
                  </a:cubicBezTo>
                  <a:cubicBezTo>
                    <a:pt x="3364" y="4913"/>
                    <a:pt x="3344" y="4874"/>
                    <a:pt x="3293" y="4801"/>
                  </a:cubicBezTo>
                  <a:cubicBezTo>
                    <a:pt x="3256" y="4756"/>
                    <a:pt x="3238" y="4734"/>
                    <a:pt x="3239" y="4734"/>
                  </a:cubicBezTo>
                  <a:lnTo>
                    <a:pt x="3239" y="4734"/>
                  </a:lnTo>
                  <a:cubicBezTo>
                    <a:pt x="3240" y="4734"/>
                    <a:pt x="3260" y="4756"/>
                    <a:pt x="3301" y="4801"/>
                  </a:cubicBezTo>
                  <a:cubicBezTo>
                    <a:pt x="3319" y="4819"/>
                    <a:pt x="3329" y="4829"/>
                    <a:pt x="3333" y="4829"/>
                  </a:cubicBezTo>
                  <a:cubicBezTo>
                    <a:pt x="3338" y="4829"/>
                    <a:pt x="3334" y="4815"/>
                    <a:pt x="3325" y="4785"/>
                  </a:cubicBezTo>
                  <a:cubicBezTo>
                    <a:pt x="3307" y="4758"/>
                    <a:pt x="3302" y="4744"/>
                    <a:pt x="3305" y="4744"/>
                  </a:cubicBezTo>
                  <a:lnTo>
                    <a:pt x="3305" y="4744"/>
                  </a:lnTo>
                  <a:cubicBezTo>
                    <a:pt x="3308" y="4744"/>
                    <a:pt x="3318" y="4754"/>
                    <a:pt x="3333" y="4776"/>
                  </a:cubicBezTo>
                  <a:cubicBezTo>
                    <a:pt x="3362" y="4805"/>
                    <a:pt x="3390" y="4834"/>
                    <a:pt x="3396" y="4834"/>
                  </a:cubicBezTo>
                  <a:cubicBezTo>
                    <a:pt x="3399" y="4834"/>
                    <a:pt x="3397" y="4829"/>
                    <a:pt x="3390" y="4817"/>
                  </a:cubicBezTo>
                  <a:cubicBezTo>
                    <a:pt x="3390" y="4817"/>
                    <a:pt x="3391" y="4816"/>
                    <a:pt x="3392" y="4816"/>
                  </a:cubicBezTo>
                  <a:cubicBezTo>
                    <a:pt x="3397" y="4816"/>
                    <a:pt x="3410" y="4820"/>
                    <a:pt x="3438" y="4849"/>
                  </a:cubicBezTo>
                  <a:cubicBezTo>
                    <a:pt x="3448" y="4859"/>
                    <a:pt x="3455" y="4863"/>
                    <a:pt x="3459" y="4863"/>
                  </a:cubicBezTo>
                  <a:cubicBezTo>
                    <a:pt x="3471" y="4863"/>
                    <a:pt x="3457" y="4822"/>
                    <a:pt x="3438" y="4785"/>
                  </a:cubicBezTo>
                  <a:cubicBezTo>
                    <a:pt x="3426" y="4720"/>
                    <a:pt x="3422" y="4690"/>
                    <a:pt x="3428" y="4690"/>
                  </a:cubicBezTo>
                  <a:lnTo>
                    <a:pt x="3428" y="4690"/>
                  </a:lnTo>
                  <a:cubicBezTo>
                    <a:pt x="3434" y="4690"/>
                    <a:pt x="3448" y="4714"/>
                    <a:pt x="3471" y="4760"/>
                  </a:cubicBezTo>
                  <a:cubicBezTo>
                    <a:pt x="3490" y="4795"/>
                    <a:pt x="3505" y="4809"/>
                    <a:pt x="3515" y="4809"/>
                  </a:cubicBezTo>
                  <a:cubicBezTo>
                    <a:pt x="3535" y="4809"/>
                    <a:pt x="3533" y="4750"/>
                    <a:pt x="3495" y="4679"/>
                  </a:cubicBezTo>
                  <a:cubicBezTo>
                    <a:pt x="3467" y="4622"/>
                    <a:pt x="3455" y="4599"/>
                    <a:pt x="3457" y="4599"/>
                  </a:cubicBezTo>
                  <a:lnTo>
                    <a:pt x="3457" y="4599"/>
                  </a:lnTo>
                  <a:cubicBezTo>
                    <a:pt x="3458" y="4599"/>
                    <a:pt x="3466" y="4610"/>
                    <a:pt x="3479" y="4630"/>
                  </a:cubicBezTo>
                  <a:cubicBezTo>
                    <a:pt x="3511" y="4671"/>
                    <a:pt x="3520" y="4671"/>
                    <a:pt x="3520" y="4671"/>
                  </a:cubicBezTo>
                  <a:cubicBezTo>
                    <a:pt x="3523" y="4668"/>
                    <a:pt x="3527" y="4665"/>
                    <a:pt x="3533" y="4665"/>
                  </a:cubicBezTo>
                  <a:cubicBezTo>
                    <a:pt x="3542" y="4665"/>
                    <a:pt x="3556" y="4673"/>
                    <a:pt x="3576" y="4703"/>
                  </a:cubicBezTo>
                  <a:cubicBezTo>
                    <a:pt x="3576" y="4703"/>
                    <a:pt x="3584" y="4695"/>
                    <a:pt x="3576" y="4639"/>
                  </a:cubicBezTo>
                  <a:cubicBezTo>
                    <a:pt x="3558" y="4587"/>
                    <a:pt x="3561" y="4566"/>
                    <a:pt x="3577" y="4566"/>
                  </a:cubicBezTo>
                  <a:cubicBezTo>
                    <a:pt x="3596" y="4566"/>
                    <a:pt x="3634" y="4598"/>
                    <a:pt x="3674" y="4647"/>
                  </a:cubicBezTo>
                  <a:lnTo>
                    <a:pt x="3666" y="4582"/>
                  </a:lnTo>
                  <a:cubicBezTo>
                    <a:pt x="3629" y="4520"/>
                    <a:pt x="3610" y="4475"/>
                    <a:pt x="3617" y="4475"/>
                  </a:cubicBezTo>
                  <a:lnTo>
                    <a:pt x="3617" y="4475"/>
                  </a:lnTo>
                  <a:cubicBezTo>
                    <a:pt x="3621" y="4475"/>
                    <a:pt x="3634" y="4490"/>
                    <a:pt x="3657" y="4525"/>
                  </a:cubicBezTo>
                  <a:lnTo>
                    <a:pt x="3682" y="4574"/>
                  </a:lnTo>
                  <a:cubicBezTo>
                    <a:pt x="3660" y="4526"/>
                    <a:pt x="3663" y="4505"/>
                    <a:pt x="3678" y="4505"/>
                  </a:cubicBezTo>
                  <a:cubicBezTo>
                    <a:pt x="3697" y="4505"/>
                    <a:pt x="3735" y="4537"/>
                    <a:pt x="3771" y="4590"/>
                  </a:cubicBezTo>
                  <a:cubicBezTo>
                    <a:pt x="3794" y="4624"/>
                    <a:pt x="3801" y="4635"/>
                    <a:pt x="3805" y="4635"/>
                  </a:cubicBezTo>
                  <a:cubicBezTo>
                    <a:pt x="3807" y="4635"/>
                    <a:pt x="3809" y="4633"/>
                    <a:pt x="3811" y="4630"/>
                  </a:cubicBezTo>
                  <a:lnTo>
                    <a:pt x="3779" y="4582"/>
                  </a:lnTo>
                  <a:cubicBezTo>
                    <a:pt x="3747" y="4533"/>
                    <a:pt x="3722" y="4485"/>
                    <a:pt x="3730" y="4476"/>
                  </a:cubicBezTo>
                  <a:cubicBezTo>
                    <a:pt x="3733" y="4474"/>
                    <a:pt x="3736" y="4472"/>
                    <a:pt x="3739" y="4472"/>
                  </a:cubicBezTo>
                  <a:cubicBezTo>
                    <a:pt x="3749" y="4472"/>
                    <a:pt x="3762" y="4482"/>
                    <a:pt x="3779" y="4517"/>
                  </a:cubicBezTo>
                  <a:cubicBezTo>
                    <a:pt x="3806" y="4544"/>
                    <a:pt x="3837" y="4572"/>
                    <a:pt x="3845" y="4572"/>
                  </a:cubicBezTo>
                  <a:cubicBezTo>
                    <a:pt x="3848" y="4572"/>
                    <a:pt x="3846" y="4565"/>
                    <a:pt x="3836" y="4549"/>
                  </a:cubicBezTo>
                  <a:cubicBezTo>
                    <a:pt x="3836" y="4549"/>
                    <a:pt x="3836" y="4549"/>
                    <a:pt x="3838" y="4549"/>
                  </a:cubicBezTo>
                  <a:cubicBezTo>
                    <a:pt x="3843" y="4549"/>
                    <a:pt x="3855" y="4553"/>
                    <a:pt x="3884" y="4582"/>
                  </a:cubicBezTo>
                  <a:lnTo>
                    <a:pt x="3933" y="4558"/>
                  </a:lnTo>
                  <a:cubicBezTo>
                    <a:pt x="3920" y="4526"/>
                    <a:pt x="3921" y="4509"/>
                    <a:pt x="3931" y="4509"/>
                  </a:cubicBezTo>
                  <a:cubicBezTo>
                    <a:pt x="3938" y="4509"/>
                    <a:pt x="3951" y="4520"/>
                    <a:pt x="3966" y="4541"/>
                  </a:cubicBezTo>
                  <a:cubicBezTo>
                    <a:pt x="3966" y="4541"/>
                    <a:pt x="3982" y="4525"/>
                    <a:pt x="3966" y="4468"/>
                  </a:cubicBezTo>
                  <a:cubicBezTo>
                    <a:pt x="3975" y="4465"/>
                    <a:pt x="3982" y="4462"/>
                    <a:pt x="3988" y="4462"/>
                  </a:cubicBezTo>
                  <a:cubicBezTo>
                    <a:pt x="3999" y="4462"/>
                    <a:pt x="4010" y="4471"/>
                    <a:pt x="4030" y="4501"/>
                  </a:cubicBezTo>
                  <a:cubicBezTo>
                    <a:pt x="4046" y="4524"/>
                    <a:pt x="4054" y="4536"/>
                    <a:pt x="4056" y="4536"/>
                  </a:cubicBezTo>
                  <a:cubicBezTo>
                    <a:pt x="4057" y="4536"/>
                    <a:pt x="4051" y="4522"/>
                    <a:pt x="4038" y="4493"/>
                  </a:cubicBezTo>
                  <a:cubicBezTo>
                    <a:pt x="4006" y="4444"/>
                    <a:pt x="4022" y="4436"/>
                    <a:pt x="4030" y="4428"/>
                  </a:cubicBezTo>
                  <a:lnTo>
                    <a:pt x="4055" y="4420"/>
                  </a:lnTo>
                  <a:cubicBezTo>
                    <a:pt x="4022" y="4371"/>
                    <a:pt x="4022" y="4371"/>
                    <a:pt x="4030" y="4363"/>
                  </a:cubicBezTo>
                  <a:cubicBezTo>
                    <a:pt x="4032" y="4362"/>
                    <a:pt x="4035" y="4362"/>
                    <a:pt x="4037" y="4362"/>
                  </a:cubicBezTo>
                  <a:cubicBezTo>
                    <a:pt x="4056" y="4362"/>
                    <a:pt x="4094" y="4380"/>
                    <a:pt x="4113" y="4380"/>
                  </a:cubicBezTo>
                  <a:cubicBezTo>
                    <a:pt x="4115" y="4380"/>
                    <a:pt x="4118" y="4380"/>
                    <a:pt x="4120" y="4379"/>
                  </a:cubicBezTo>
                  <a:cubicBezTo>
                    <a:pt x="4152" y="4363"/>
                    <a:pt x="4152" y="4363"/>
                    <a:pt x="4111" y="4322"/>
                  </a:cubicBezTo>
                  <a:cubicBezTo>
                    <a:pt x="4100" y="4322"/>
                    <a:pt x="4085" y="4298"/>
                    <a:pt x="4093" y="4298"/>
                  </a:cubicBezTo>
                  <a:cubicBezTo>
                    <a:pt x="4097" y="4298"/>
                    <a:pt x="4105" y="4302"/>
                    <a:pt x="4120" y="4314"/>
                  </a:cubicBezTo>
                  <a:cubicBezTo>
                    <a:pt x="4120" y="4313"/>
                    <a:pt x="4122" y="4313"/>
                    <a:pt x="4125" y="4313"/>
                  </a:cubicBezTo>
                  <a:cubicBezTo>
                    <a:pt x="4137" y="4313"/>
                    <a:pt x="4165" y="4324"/>
                    <a:pt x="4192" y="4324"/>
                  </a:cubicBezTo>
                  <a:cubicBezTo>
                    <a:pt x="4204" y="4324"/>
                    <a:pt x="4216" y="4321"/>
                    <a:pt x="4225" y="4314"/>
                  </a:cubicBezTo>
                  <a:cubicBezTo>
                    <a:pt x="4274" y="4290"/>
                    <a:pt x="4274" y="4290"/>
                    <a:pt x="4241" y="4241"/>
                  </a:cubicBezTo>
                  <a:cubicBezTo>
                    <a:pt x="4203" y="4195"/>
                    <a:pt x="4187" y="4170"/>
                    <a:pt x="4191" y="4170"/>
                  </a:cubicBezTo>
                  <a:lnTo>
                    <a:pt x="4191" y="4170"/>
                  </a:lnTo>
                  <a:cubicBezTo>
                    <a:pt x="4194" y="4170"/>
                    <a:pt x="4214" y="4191"/>
                    <a:pt x="4249" y="4233"/>
                  </a:cubicBezTo>
                  <a:cubicBezTo>
                    <a:pt x="4295" y="4279"/>
                    <a:pt x="4320" y="4299"/>
                    <a:pt x="4327" y="4299"/>
                  </a:cubicBezTo>
                  <a:cubicBezTo>
                    <a:pt x="4333" y="4299"/>
                    <a:pt x="4328" y="4287"/>
                    <a:pt x="4314" y="4266"/>
                  </a:cubicBezTo>
                  <a:cubicBezTo>
                    <a:pt x="4298" y="4209"/>
                    <a:pt x="4298" y="4209"/>
                    <a:pt x="4306" y="4201"/>
                  </a:cubicBezTo>
                  <a:lnTo>
                    <a:pt x="4306" y="4201"/>
                  </a:lnTo>
                  <a:cubicBezTo>
                    <a:pt x="4320" y="4222"/>
                    <a:pt x="4330" y="4233"/>
                    <a:pt x="4335" y="4233"/>
                  </a:cubicBezTo>
                  <a:cubicBezTo>
                    <a:pt x="4342" y="4233"/>
                    <a:pt x="4343" y="4216"/>
                    <a:pt x="4338" y="4185"/>
                  </a:cubicBezTo>
                  <a:cubicBezTo>
                    <a:pt x="4341" y="4182"/>
                    <a:pt x="4342" y="4181"/>
                    <a:pt x="4344" y="4181"/>
                  </a:cubicBezTo>
                  <a:cubicBezTo>
                    <a:pt x="4349" y="4181"/>
                    <a:pt x="4356" y="4191"/>
                    <a:pt x="4379" y="4225"/>
                  </a:cubicBezTo>
                  <a:lnTo>
                    <a:pt x="4403" y="4209"/>
                  </a:lnTo>
                  <a:cubicBezTo>
                    <a:pt x="4380" y="4147"/>
                    <a:pt x="4403" y="4124"/>
                    <a:pt x="4435" y="4124"/>
                  </a:cubicBezTo>
                  <a:cubicBezTo>
                    <a:pt x="4458" y="4124"/>
                    <a:pt x="4484" y="4135"/>
                    <a:pt x="4501" y="4152"/>
                  </a:cubicBezTo>
                  <a:cubicBezTo>
                    <a:pt x="4501" y="4152"/>
                    <a:pt x="4509" y="4144"/>
                    <a:pt x="4493" y="4095"/>
                  </a:cubicBezTo>
                  <a:cubicBezTo>
                    <a:pt x="4467" y="4040"/>
                    <a:pt x="4457" y="4011"/>
                    <a:pt x="4463" y="4011"/>
                  </a:cubicBezTo>
                  <a:lnTo>
                    <a:pt x="4463" y="4011"/>
                  </a:lnTo>
                  <a:cubicBezTo>
                    <a:pt x="4468" y="4011"/>
                    <a:pt x="4486" y="4033"/>
                    <a:pt x="4517" y="4079"/>
                  </a:cubicBezTo>
                  <a:cubicBezTo>
                    <a:pt x="4545" y="4127"/>
                    <a:pt x="4559" y="4151"/>
                    <a:pt x="4560" y="4151"/>
                  </a:cubicBezTo>
                  <a:cubicBezTo>
                    <a:pt x="4562" y="4151"/>
                    <a:pt x="4550" y="4125"/>
                    <a:pt x="4525" y="4071"/>
                  </a:cubicBezTo>
                  <a:cubicBezTo>
                    <a:pt x="4512" y="4045"/>
                    <a:pt x="4522" y="4024"/>
                    <a:pt x="4541" y="4024"/>
                  </a:cubicBezTo>
                  <a:cubicBezTo>
                    <a:pt x="4558" y="4024"/>
                    <a:pt x="4583" y="4041"/>
                    <a:pt x="4606" y="4087"/>
                  </a:cubicBezTo>
                  <a:lnTo>
                    <a:pt x="4671" y="4185"/>
                  </a:lnTo>
                  <a:cubicBezTo>
                    <a:pt x="4647" y="4128"/>
                    <a:pt x="4663" y="4120"/>
                    <a:pt x="4663" y="4120"/>
                  </a:cubicBezTo>
                  <a:cubicBezTo>
                    <a:pt x="4630" y="4079"/>
                    <a:pt x="4638" y="4071"/>
                    <a:pt x="4671" y="4047"/>
                  </a:cubicBezTo>
                  <a:cubicBezTo>
                    <a:pt x="4695" y="4039"/>
                    <a:pt x="4711" y="3966"/>
                    <a:pt x="4728" y="3949"/>
                  </a:cubicBezTo>
                  <a:cubicBezTo>
                    <a:pt x="4741" y="3939"/>
                    <a:pt x="4756" y="3935"/>
                    <a:pt x="4771" y="3935"/>
                  </a:cubicBezTo>
                  <a:cubicBezTo>
                    <a:pt x="4791" y="3935"/>
                    <a:pt x="4811" y="3943"/>
                    <a:pt x="4825" y="3958"/>
                  </a:cubicBezTo>
                  <a:cubicBezTo>
                    <a:pt x="4841" y="3949"/>
                    <a:pt x="4849" y="3949"/>
                    <a:pt x="4841" y="3885"/>
                  </a:cubicBezTo>
                  <a:cubicBezTo>
                    <a:pt x="4828" y="3853"/>
                    <a:pt x="4829" y="3836"/>
                    <a:pt x="4839" y="3836"/>
                  </a:cubicBezTo>
                  <a:cubicBezTo>
                    <a:pt x="4846" y="3836"/>
                    <a:pt x="4859" y="3847"/>
                    <a:pt x="4874" y="3868"/>
                  </a:cubicBezTo>
                  <a:lnTo>
                    <a:pt x="4882" y="3860"/>
                  </a:lnTo>
                  <a:cubicBezTo>
                    <a:pt x="4874" y="3795"/>
                    <a:pt x="4890" y="3795"/>
                    <a:pt x="4890" y="3795"/>
                  </a:cubicBezTo>
                  <a:cubicBezTo>
                    <a:pt x="4906" y="3827"/>
                    <a:pt x="4928" y="3855"/>
                    <a:pt x="4938" y="3855"/>
                  </a:cubicBezTo>
                  <a:cubicBezTo>
                    <a:pt x="4943" y="3855"/>
                    <a:pt x="4944" y="3848"/>
                    <a:pt x="4938" y="3828"/>
                  </a:cubicBezTo>
                  <a:cubicBezTo>
                    <a:pt x="4906" y="3779"/>
                    <a:pt x="4922" y="3771"/>
                    <a:pt x="4938" y="3763"/>
                  </a:cubicBezTo>
                  <a:cubicBezTo>
                    <a:pt x="4942" y="3765"/>
                    <a:pt x="4948" y="3766"/>
                    <a:pt x="4955" y="3766"/>
                  </a:cubicBezTo>
                  <a:cubicBezTo>
                    <a:pt x="5044" y="3766"/>
                    <a:pt x="5350" y="3581"/>
                    <a:pt x="5319" y="3536"/>
                  </a:cubicBezTo>
                  <a:lnTo>
                    <a:pt x="5352" y="3512"/>
                  </a:lnTo>
                  <a:lnTo>
                    <a:pt x="5384" y="3495"/>
                  </a:lnTo>
                  <a:cubicBezTo>
                    <a:pt x="5406" y="3528"/>
                    <a:pt x="5423" y="3540"/>
                    <a:pt x="5436" y="3540"/>
                  </a:cubicBezTo>
                  <a:cubicBezTo>
                    <a:pt x="5463" y="3540"/>
                    <a:pt x="5474" y="3490"/>
                    <a:pt x="5474" y="3447"/>
                  </a:cubicBezTo>
                  <a:cubicBezTo>
                    <a:pt x="5457" y="3390"/>
                    <a:pt x="5465" y="3382"/>
                    <a:pt x="5474" y="3374"/>
                  </a:cubicBezTo>
                  <a:cubicBezTo>
                    <a:pt x="5506" y="3422"/>
                    <a:pt x="5530" y="3443"/>
                    <a:pt x="5546" y="3443"/>
                  </a:cubicBezTo>
                  <a:cubicBezTo>
                    <a:pt x="5561" y="3443"/>
                    <a:pt x="5567" y="3422"/>
                    <a:pt x="5563" y="3390"/>
                  </a:cubicBezTo>
                  <a:cubicBezTo>
                    <a:pt x="5537" y="3339"/>
                    <a:pt x="5527" y="3313"/>
                    <a:pt x="5533" y="3313"/>
                  </a:cubicBezTo>
                  <a:lnTo>
                    <a:pt x="5533" y="3313"/>
                  </a:lnTo>
                  <a:cubicBezTo>
                    <a:pt x="5538" y="3313"/>
                    <a:pt x="5556" y="3335"/>
                    <a:pt x="5587" y="3382"/>
                  </a:cubicBezTo>
                  <a:cubicBezTo>
                    <a:pt x="5610" y="3418"/>
                    <a:pt x="5628" y="3439"/>
                    <a:pt x="5636" y="3439"/>
                  </a:cubicBezTo>
                  <a:cubicBezTo>
                    <a:pt x="5647" y="3439"/>
                    <a:pt x="5638" y="3397"/>
                    <a:pt x="5595" y="3301"/>
                  </a:cubicBezTo>
                  <a:cubicBezTo>
                    <a:pt x="5587" y="3275"/>
                    <a:pt x="5583" y="3263"/>
                    <a:pt x="5587" y="3263"/>
                  </a:cubicBezTo>
                  <a:lnTo>
                    <a:pt x="5587" y="3263"/>
                  </a:lnTo>
                  <a:cubicBezTo>
                    <a:pt x="5590" y="3263"/>
                    <a:pt x="5600" y="3273"/>
                    <a:pt x="5619" y="3293"/>
                  </a:cubicBezTo>
                  <a:cubicBezTo>
                    <a:pt x="5659" y="3341"/>
                    <a:pt x="5680" y="3361"/>
                    <a:pt x="5685" y="3361"/>
                  </a:cubicBezTo>
                  <a:cubicBezTo>
                    <a:pt x="5689" y="3361"/>
                    <a:pt x="5683" y="3347"/>
                    <a:pt x="5668" y="3325"/>
                  </a:cubicBezTo>
                  <a:cubicBezTo>
                    <a:pt x="5642" y="3273"/>
                    <a:pt x="5635" y="3247"/>
                    <a:pt x="5643" y="3247"/>
                  </a:cubicBezTo>
                  <a:lnTo>
                    <a:pt x="5643" y="3247"/>
                  </a:lnTo>
                  <a:cubicBezTo>
                    <a:pt x="5651" y="3247"/>
                    <a:pt x="5670" y="3267"/>
                    <a:pt x="5701" y="3309"/>
                  </a:cubicBezTo>
                  <a:cubicBezTo>
                    <a:pt x="5742" y="3347"/>
                    <a:pt x="5764" y="3367"/>
                    <a:pt x="5770" y="3367"/>
                  </a:cubicBezTo>
                  <a:cubicBezTo>
                    <a:pt x="5777" y="3367"/>
                    <a:pt x="5763" y="3341"/>
                    <a:pt x="5733" y="3285"/>
                  </a:cubicBezTo>
                  <a:cubicBezTo>
                    <a:pt x="5705" y="3229"/>
                    <a:pt x="5709" y="3197"/>
                    <a:pt x="5730" y="3197"/>
                  </a:cubicBezTo>
                  <a:cubicBezTo>
                    <a:pt x="5746" y="3197"/>
                    <a:pt x="5770" y="3214"/>
                    <a:pt x="5798" y="3252"/>
                  </a:cubicBezTo>
                  <a:cubicBezTo>
                    <a:pt x="5799" y="3251"/>
                    <a:pt x="5801" y="3251"/>
                    <a:pt x="5803" y="3251"/>
                  </a:cubicBezTo>
                  <a:cubicBezTo>
                    <a:pt x="5813" y="3251"/>
                    <a:pt x="5828" y="3260"/>
                    <a:pt x="5833" y="3260"/>
                  </a:cubicBezTo>
                  <a:cubicBezTo>
                    <a:pt x="5836" y="3260"/>
                    <a:pt x="5835" y="3255"/>
                    <a:pt x="5822" y="3236"/>
                  </a:cubicBezTo>
                  <a:lnTo>
                    <a:pt x="5822" y="3236"/>
                  </a:lnTo>
                  <a:lnTo>
                    <a:pt x="5863" y="3276"/>
                  </a:lnTo>
                  <a:lnTo>
                    <a:pt x="5887" y="3260"/>
                  </a:lnTo>
                  <a:lnTo>
                    <a:pt x="5855" y="3220"/>
                  </a:lnTo>
                  <a:cubicBezTo>
                    <a:pt x="5919" y="3212"/>
                    <a:pt x="5984" y="3204"/>
                    <a:pt x="6041" y="3171"/>
                  </a:cubicBezTo>
                  <a:cubicBezTo>
                    <a:pt x="6163" y="3106"/>
                    <a:pt x="6179" y="3090"/>
                    <a:pt x="6138" y="3049"/>
                  </a:cubicBezTo>
                  <a:cubicBezTo>
                    <a:pt x="6099" y="3001"/>
                    <a:pt x="6088" y="2974"/>
                    <a:pt x="6098" y="2974"/>
                  </a:cubicBezTo>
                  <a:cubicBezTo>
                    <a:pt x="6106" y="2974"/>
                    <a:pt x="6130" y="2993"/>
                    <a:pt x="6163" y="3033"/>
                  </a:cubicBezTo>
                  <a:cubicBezTo>
                    <a:pt x="6163" y="3033"/>
                    <a:pt x="6165" y="3032"/>
                    <a:pt x="6166" y="3032"/>
                  </a:cubicBezTo>
                  <a:cubicBezTo>
                    <a:pt x="6178" y="3032"/>
                    <a:pt x="6212" y="3053"/>
                    <a:pt x="6232" y="3053"/>
                  </a:cubicBezTo>
                  <a:cubicBezTo>
                    <a:pt x="6237" y="3053"/>
                    <a:pt x="6241" y="3052"/>
                    <a:pt x="6244" y="3049"/>
                  </a:cubicBezTo>
                  <a:cubicBezTo>
                    <a:pt x="6255" y="3046"/>
                    <a:pt x="6266" y="3040"/>
                    <a:pt x="6278" y="3040"/>
                  </a:cubicBezTo>
                  <a:cubicBezTo>
                    <a:pt x="6292" y="3040"/>
                    <a:pt x="6307" y="3048"/>
                    <a:pt x="6325" y="3074"/>
                  </a:cubicBezTo>
                  <a:lnTo>
                    <a:pt x="6333" y="3066"/>
                  </a:lnTo>
                  <a:cubicBezTo>
                    <a:pt x="6300" y="2980"/>
                    <a:pt x="6337" y="2937"/>
                    <a:pt x="6386" y="2937"/>
                  </a:cubicBezTo>
                  <a:cubicBezTo>
                    <a:pt x="6398" y="2937"/>
                    <a:pt x="6410" y="2940"/>
                    <a:pt x="6422" y="2944"/>
                  </a:cubicBezTo>
                  <a:cubicBezTo>
                    <a:pt x="6446" y="2936"/>
                    <a:pt x="6455" y="2928"/>
                    <a:pt x="6446" y="2863"/>
                  </a:cubicBezTo>
                  <a:cubicBezTo>
                    <a:pt x="6442" y="2832"/>
                    <a:pt x="6440" y="2818"/>
                    <a:pt x="6446" y="2818"/>
                  </a:cubicBezTo>
                  <a:lnTo>
                    <a:pt x="6446" y="2818"/>
                  </a:lnTo>
                  <a:cubicBezTo>
                    <a:pt x="6450" y="2818"/>
                    <a:pt x="6460" y="2828"/>
                    <a:pt x="6479" y="2847"/>
                  </a:cubicBezTo>
                  <a:cubicBezTo>
                    <a:pt x="6493" y="2868"/>
                    <a:pt x="6520" y="2882"/>
                    <a:pt x="6540" y="2882"/>
                  </a:cubicBezTo>
                  <a:cubicBezTo>
                    <a:pt x="6566" y="2882"/>
                    <a:pt x="6580" y="2860"/>
                    <a:pt x="6544" y="2806"/>
                  </a:cubicBezTo>
                  <a:lnTo>
                    <a:pt x="6544" y="2806"/>
                  </a:lnTo>
                  <a:lnTo>
                    <a:pt x="6584" y="2847"/>
                  </a:lnTo>
                  <a:cubicBezTo>
                    <a:pt x="6595" y="2860"/>
                    <a:pt x="6602" y="2865"/>
                    <a:pt x="6606" y="2865"/>
                  </a:cubicBezTo>
                  <a:cubicBezTo>
                    <a:pt x="6615" y="2865"/>
                    <a:pt x="6600" y="2826"/>
                    <a:pt x="6576" y="2790"/>
                  </a:cubicBezTo>
                  <a:cubicBezTo>
                    <a:pt x="6549" y="2744"/>
                    <a:pt x="6537" y="2718"/>
                    <a:pt x="6542" y="2718"/>
                  </a:cubicBezTo>
                  <a:lnTo>
                    <a:pt x="6542" y="2718"/>
                  </a:lnTo>
                  <a:cubicBezTo>
                    <a:pt x="6547" y="2718"/>
                    <a:pt x="6574" y="2750"/>
                    <a:pt x="6625" y="2822"/>
                  </a:cubicBezTo>
                  <a:cubicBezTo>
                    <a:pt x="6661" y="2877"/>
                    <a:pt x="6679" y="2898"/>
                    <a:pt x="6685" y="2898"/>
                  </a:cubicBezTo>
                  <a:cubicBezTo>
                    <a:pt x="6689" y="2898"/>
                    <a:pt x="6684" y="2885"/>
                    <a:pt x="6673" y="2863"/>
                  </a:cubicBezTo>
                  <a:cubicBezTo>
                    <a:pt x="6655" y="2826"/>
                    <a:pt x="6641" y="2784"/>
                    <a:pt x="6653" y="2784"/>
                  </a:cubicBezTo>
                  <a:cubicBezTo>
                    <a:pt x="6657" y="2784"/>
                    <a:pt x="6664" y="2788"/>
                    <a:pt x="6673" y="2798"/>
                  </a:cubicBezTo>
                  <a:cubicBezTo>
                    <a:pt x="6682" y="2790"/>
                    <a:pt x="6698" y="2782"/>
                    <a:pt x="6633" y="2693"/>
                  </a:cubicBezTo>
                  <a:cubicBezTo>
                    <a:pt x="6601" y="2644"/>
                    <a:pt x="6617" y="2636"/>
                    <a:pt x="6625" y="2628"/>
                  </a:cubicBezTo>
                  <a:lnTo>
                    <a:pt x="6625" y="2628"/>
                  </a:lnTo>
                  <a:cubicBezTo>
                    <a:pt x="6649" y="2660"/>
                    <a:pt x="6665" y="2693"/>
                    <a:pt x="6673" y="2733"/>
                  </a:cubicBezTo>
                  <a:lnTo>
                    <a:pt x="6698" y="2717"/>
                  </a:lnTo>
                  <a:cubicBezTo>
                    <a:pt x="6699" y="2716"/>
                    <a:pt x="6700" y="2716"/>
                    <a:pt x="6701" y="2716"/>
                  </a:cubicBezTo>
                  <a:cubicBezTo>
                    <a:pt x="6715" y="2716"/>
                    <a:pt x="6765" y="2754"/>
                    <a:pt x="6787" y="2798"/>
                  </a:cubicBezTo>
                  <a:cubicBezTo>
                    <a:pt x="6802" y="2813"/>
                    <a:pt x="6814" y="2822"/>
                    <a:pt x="6819" y="2822"/>
                  </a:cubicBezTo>
                  <a:cubicBezTo>
                    <a:pt x="6827" y="2822"/>
                    <a:pt x="6817" y="2797"/>
                    <a:pt x="6771" y="2741"/>
                  </a:cubicBezTo>
                  <a:cubicBezTo>
                    <a:pt x="6706" y="2644"/>
                    <a:pt x="6706" y="2644"/>
                    <a:pt x="6730" y="2628"/>
                  </a:cubicBezTo>
                  <a:cubicBezTo>
                    <a:pt x="6732" y="2628"/>
                    <a:pt x="6735" y="2627"/>
                    <a:pt x="6738" y="2627"/>
                  </a:cubicBezTo>
                  <a:cubicBezTo>
                    <a:pt x="6747" y="2627"/>
                    <a:pt x="6763" y="2632"/>
                    <a:pt x="6787" y="2668"/>
                  </a:cubicBezTo>
                  <a:cubicBezTo>
                    <a:pt x="6802" y="2699"/>
                    <a:pt x="6808" y="2711"/>
                    <a:pt x="6816" y="2711"/>
                  </a:cubicBezTo>
                  <a:cubicBezTo>
                    <a:pt x="6821" y="2711"/>
                    <a:pt x="6827" y="2707"/>
                    <a:pt x="6836" y="2701"/>
                  </a:cubicBezTo>
                  <a:cubicBezTo>
                    <a:pt x="6868" y="2685"/>
                    <a:pt x="6811" y="2522"/>
                    <a:pt x="6763" y="2417"/>
                  </a:cubicBezTo>
                  <a:cubicBezTo>
                    <a:pt x="6730" y="2367"/>
                    <a:pt x="6713" y="2343"/>
                    <a:pt x="6715" y="2343"/>
                  </a:cubicBezTo>
                  <a:lnTo>
                    <a:pt x="6715" y="2343"/>
                  </a:lnTo>
                  <a:cubicBezTo>
                    <a:pt x="6717" y="2343"/>
                    <a:pt x="6735" y="2365"/>
                    <a:pt x="6771" y="2409"/>
                  </a:cubicBezTo>
                  <a:cubicBezTo>
                    <a:pt x="6791" y="2439"/>
                    <a:pt x="6802" y="2448"/>
                    <a:pt x="6809" y="2448"/>
                  </a:cubicBezTo>
                  <a:cubicBezTo>
                    <a:pt x="6813" y="2448"/>
                    <a:pt x="6816" y="2444"/>
                    <a:pt x="6819" y="2441"/>
                  </a:cubicBezTo>
                  <a:cubicBezTo>
                    <a:pt x="6811" y="2428"/>
                    <a:pt x="6810" y="2423"/>
                    <a:pt x="6812" y="2423"/>
                  </a:cubicBezTo>
                  <a:lnTo>
                    <a:pt x="6812" y="2423"/>
                  </a:lnTo>
                  <a:cubicBezTo>
                    <a:pt x="6816" y="2423"/>
                    <a:pt x="6830" y="2441"/>
                    <a:pt x="6819" y="2441"/>
                  </a:cubicBezTo>
                  <a:cubicBezTo>
                    <a:pt x="6852" y="2490"/>
                    <a:pt x="6844" y="2498"/>
                    <a:pt x="6828" y="2506"/>
                  </a:cubicBezTo>
                  <a:lnTo>
                    <a:pt x="6860" y="2555"/>
                  </a:lnTo>
                  <a:cubicBezTo>
                    <a:pt x="6893" y="2596"/>
                    <a:pt x="6913" y="2616"/>
                    <a:pt x="6920" y="2616"/>
                  </a:cubicBezTo>
                  <a:cubicBezTo>
                    <a:pt x="6928" y="2616"/>
                    <a:pt x="6919" y="2588"/>
                    <a:pt x="6892" y="2531"/>
                  </a:cubicBezTo>
                  <a:cubicBezTo>
                    <a:pt x="6884" y="2505"/>
                    <a:pt x="6880" y="2493"/>
                    <a:pt x="6884" y="2493"/>
                  </a:cubicBezTo>
                  <a:lnTo>
                    <a:pt x="6884" y="2493"/>
                  </a:lnTo>
                  <a:cubicBezTo>
                    <a:pt x="6887" y="2493"/>
                    <a:pt x="6897" y="2503"/>
                    <a:pt x="6917" y="2522"/>
                  </a:cubicBezTo>
                  <a:cubicBezTo>
                    <a:pt x="6944" y="2550"/>
                    <a:pt x="6971" y="2577"/>
                    <a:pt x="6976" y="2577"/>
                  </a:cubicBezTo>
                  <a:cubicBezTo>
                    <a:pt x="6979" y="2577"/>
                    <a:pt x="6976" y="2571"/>
                    <a:pt x="6965" y="2555"/>
                  </a:cubicBezTo>
                  <a:cubicBezTo>
                    <a:pt x="6965" y="2555"/>
                    <a:pt x="6967" y="2554"/>
                    <a:pt x="6971" y="2554"/>
                  </a:cubicBezTo>
                  <a:cubicBezTo>
                    <a:pt x="6981" y="2554"/>
                    <a:pt x="7001" y="2558"/>
                    <a:pt x="7030" y="2587"/>
                  </a:cubicBezTo>
                  <a:cubicBezTo>
                    <a:pt x="7055" y="2571"/>
                    <a:pt x="7063" y="2563"/>
                    <a:pt x="7030" y="2514"/>
                  </a:cubicBezTo>
                  <a:cubicBezTo>
                    <a:pt x="7006" y="2466"/>
                    <a:pt x="7014" y="2466"/>
                    <a:pt x="7022" y="2458"/>
                  </a:cubicBezTo>
                  <a:cubicBezTo>
                    <a:pt x="7038" y="2450"/>
                    <a:pt x="7046" y="2441"/>
                    <a:pt x="7014" y="2393"/>
                  </a:cubicBezTo>
                  <a:cubicBezTo>
                    <a:pt x="6990" y="2344"/>
                    <a:pt x="6965" y="2295"/>
                    <a:pt x="6990" y="2279"/>
                  </a:cubicBezTo>
                  <a:cubicBezTo>
                    <a:pt x="6986" y="2254"/>
                    <a:pt x="6984" y="2240"/>
                    <a:pt x="6989" y="2240"/>
                  </a:cubicBezTo>
                  <a:lnTo>
                    <a:pt x="6989" y="2240"/>
                  </a:lnTo>
                  <a:cubicBezTo>
                    <a:pt x="6996" y="2240"/>
                    <a:pt x="7014" y="2262"/>
                    <a:pt x="7055" y="2312"/>
                  </a:cubicBezTo>
                  <a:cubicBezTo>
                    <a:pt x="7070" y="2342"/>
                    <a:pt x="7082" y="2350"/>
                    <a:pt x="7091" y="2350"/>
                  </a:cubicBezTo>
                  <a:cubicBezTo>
                    <a:pt x="7096" y="2350"/>
                    <a:pt x="7100" y="2347"/>
                    <a:pt x="7103" y="2344"/>
                  </a:cubicBezTo>
                  <a:cubicBezTo>
                    <a:pt x="7103" y="2344"/>
                    <a:pt x="7104" y="2343"/>
                    <a:pt x="7106" y="2343"/>
                  </a:cubicBezTo>
                  <a:cubicBezTo>
                    <a:pt x="7111" y="2343"/>
                    <a:pt x="7125" y="2348"/>
                    <a:pt x="7160" y="2377"/>
                  </a:cubicBezTo>
                  <a:cubicBezTo>
                    <a:pt x="7172" y="2388"/>
                    <a:pt x="7177" y="2393"/>
                    <a:pt x="7179" y="2393"/>
                  </a:cubicBezTo>
                  <a:cubicBezTo>
                    <a:pt x="7182" y="2393"/>
                    <a:pt x="7159" y="2363"/>
                    <a:pt x="7136" y="2328"/>
                  </a:cubicBezTo>
                  <a:lnTo>
                    <a:pt x="7079" y="2231"/>
                  </a:lnTo>
                  <a:cubicBezTo>
                    <a:pt x="7079" y="2230"/>
                    <a:pt x="7080" y="2230"/>
                    <a:pt x="7080" y="2230"/>
                  </a:cubicBezTo>
                  <a:cubicBezTo>
                    <a:pt x="7093" y="2230"/>
                    <a:pt x="7161" y="2314"/>
                    <a:pt x="7192" y="2360"/>
                  </a:cubicBezTo>
                  <a:cubicBezTo>
                    <a:pt x="7224" y="2404"/>
                    <a:pt x="7240" y="2426"/>
                    <a:pt x="7242" y="2426"/>
                  </a:cubicBezTo>
                  <a:cubicBezTo>
                    <a:pt x="7244" y="2426"/>
                    <a:pt x="7229" y="2402"/>
                    <a:pt x="7200" y="2352"/>
                  </a:cubicBezTo>
                  <a:cubicBezTo>
                    <a:pt x="7175" y="2315"/>
                    <a:pt x="7160" y="2277"/>
                    <a:pt x="7177" y="2277"/>
                  </a:cubicBezTo>
                  <a:cubicBezTo>
                    <a:pt x="7182" y="2277"/>
                    <a:pt x="7190" y="2280"/>
                    <a:pt x="7200" y="2287"/>
                  </a:cubicBezTo>
                  <a:cubicBezTo>
                    <a:pt x="7211" y="2280"/>
                    <a:pt x="7222" y="2275"/>
                    <a:pt x="7232" y="2275"/>
                  </a:cubicBezTo>
                  <a:cubicBezTo>
                    <a:pt x="7246" y="2275"/>
                    <a:pt x="7260" y="2284"/>
                    <a:pt x="7273" y="2312"/>
                  </a:cubicBezTo>
                  <a:cubicBezTo>
                    <a:pt x="7284" y="2322"/>
                    <a:pt x="7291" y="2326"/>
                    <a:pt x="7295" y="2326"/>
                  </a:cubicBezTo>
                  <a:cubicBezTo>
                    <a:pt x="7307" y="2326"/>
                    <a:pt x="7298" y="2295"/>
                    <a:pt x="7298" y="2295"/>
                  </a:cubicBezTo>
                  <a:cubicBezTo>
                    <a:pt x="7288" y="2261"/>
                    <a:pt x="7287" y="2244"/>
                    <a:pt x="7303" y="2244"/>
                  </a:cubicBezTo>
                  <a:cubicBezTo>
                    <a:pt x="7313" y="2244"/>
                    <a:pt x="7330" y="2251"/>
                    <a:pt x="7355" y="2263"/>
                  </a:cubicBezTo>
                  <a:cubicBezTo>
                    <a:pt x="7406" y="2292"/>
                    <a:pt x="7434" y="2308"/>
                    <a:pt x="7444" y="2308"/>
                  </a:cubicBezTo>
                  <a:cubicBezTo>
                    <a:pt x="7457" y="2308"/>
                    <a:pt x="7443" y="2284"/>
                    <a:pt x="7411" y="2231"/>
                  </a:cubicBezTo>
                  <a:cubicBezTo>
                    <a:pt x="7392" y="2202"/>
                    <a:pt x="7373" y="2173"/>
                    <a:pt x="7376" y="2173"/>
                  </a:cubicBezTo>
                  <a:lnTo>
                    <a:pt x="7376" y="2173"/>
                  </a:lnTo>
                  <a:cubicBezTo>
                    <a:pt x="7378" y="2173"/>
                    <a:pt x="7390" y="2186"/>
                    <a:pt x="7419" y="2222"/>
                  </a:cubicBezTo>
                  <a:cubicBezTo>
                    <a:pt x="7430" y="2233"/>
                    <a:pt x="7436" y="2237"/>
                    <a:pt x="7440" y="2237"/>
                  </a:cubicBezTo>
                  <a:cubicBezTo>
                    <a:pt x="7452" y="2237"/>
                    <a:pt x="7440" y="2198"/>
                    <a:pt x="7428" y="2150"/>
                  </a:cubicBezTo>
                  <a:cubicBezTo>
                    <a:pt x="7403" y="2085"/>
                    <a:pt x="7363" y="2012"/>
                    <a:pt x="7322" y="1955"/>
                  </a:cubicBezTo>
                  <a:cubicBezTo>
                    <a:pt x="7281" y="1893"/>
                    <a:pt x="7266" y="1871"/>
                    <a:pt x="7275" y="1871"/>
                  </a:cubicBezTo>
                  <a:cubicBezTo>
                    <a:pt x="7280" y="1871"/>
                    <a:pt x="7293" y="1878"/>
                    <a:pt x="7314" y="1890"/>
                  </a:cubicBezTo>
                  <a:cubicBezTo>
                    <a:pt x="7315" y="1889"/>
                    <a:pt x="7316" y="1889"/>
                    <a:pt x="7317" y="1889"/>
                  </a:cubicBezTo>
                  <a:cubicBezTo>
                    <a:pt x="7329" y="1889"/>
                    <a:pt x="7365" y="1927"/>
                    <a:pt x="7395" y="1971"/>
                  </a:cubicBezTo>
                  <a:cubicBezTo>
                    <a:pt x="7428" y="2020"/>
                    <a:pt x="7411" y="2028"/>
                    <a:pt x="7411" y="2028"/>
                  </a:cubicBezTo>
                  <a:lnTo>
                    <a:pt x="7403" y="2036"/>
                  </a:lnTo>
                  <a:cubicBezTo>
                    <a:pt x="7431" y="2078"/>
                    <a:pt x="7453" y="2120"/>
                    <a:pt x="7474" y="2120"/>
                  </a:cubicBezTo>
                  <a:cubicBezTo>
                    <a:pt x="7478" y="2120"/>
                    <a:pt x="7481" y="2119"/>
                    <a:pt x="7484" y="2117"/>
                  </a:cubicBezTo>
                  <a:cubicBezTo>
                    <a:pt x="7502" y="2135"/>
                    <a:pt x="7515" y="2143"/>
                    <a:pt x="7521" y="2143"/>
                  </a:cubicBezTo>
                  <a:cubicBezTo>
                    <a:pt x="7530" y="2143"/>
                    <a:pt x="7527" y="2128"/>
                    <a:pt x="7509" y="2101"/>
                  </a:cubicBezTo>
                  <a:lnTo>
                    <a:pt x="7509" y="2101"/>
                  </a:lnTo>
                  <a:cubicBezTo>
                    <a:pt x="7529" y="2125"/>
                    <a:pt x="7545" y="2133"/>
                    <a:pt x="7558" y="2133"/>
                  </a:cubicBezTo>
                  <a:cubicBezTo>
                    <a:pt x="7571" y="2133"/>
                    <a:pt x="7582" y="2125"/>
                    <a:pt x="7590" y="2117"/>
                  </a:cubicBezTo>
                  <a:cubicBezTo>
                    <a:pt x="7603" y="2107"/>
                    <a:pt x="7618" y="2102"/>
                    <a:pt x="7633" y="2102"/>
                  </a:cubicBezTo>
                  <a:cubicBezTo>
                    <a:pt x="7653" y="2102"/>
                    <a:pt x="7673" y="2111"/>
                    <a:pt x="7687" y="2125"/>
                  </a:cubicBezTo>
                  <a:cubicBezTo>
                    <a:pt x="7711" y="2117"/>
                    <a:pt x="7719" y="2109"/>
                    <a:pt x="7687" y="2060"/>
                  </a:cubicBezTo>
                  <a:cubicBezTo>
                    <a:pt x="7652" y="2001"/>
                    <a:pt x="7642" y="1978"/>
                    <a:pt x="7646" y="1978"/>
                  </a:cubicBezTo>
                  <a:lnTo>
                    <a:pt x="7646" y="1978"/>
                  </a:lnTo>
                  <a:cubicBezTo>
                    <a:pt x="7649" y="1978"/>
                    <a:pt x="7658" y="1988"/>
                    <a:pt x="7671" y="2004"/>
                  </a:cubicBezTo>
                  <a:cubicBezTo>
                    <a:pt x="7700" y="2042"/>
                    <a:pt x="7743" y="2059"/>
                    <a:pt x="7783" y="2059"/>
                  </a:cubicBezTo>
                  <a:cubicBezTo>
                    <a:pt x="7844" y="2059"/>
                    <a:pt x="7895" y="2019"/>
                    <a:pt x="7865" y="1955"/>
                  </a:cubicBezTo>
                  <a:lnTo>
                    <a:pt x="7890" y="1947"/>
                  </a:lnTo>
                  <a:cubicBezTo>
                    <a:pt x="7902" y="1955"/>
                    <a:pt x="7915" y="1958"/>
                    <a:pt x="7928" y="1958"/>
                  </a:cubicBezTo>
                  <a:cubicBezTo>
                    <a:pt x="7966" y="1958"/>
                    <a:pt x="7999" y="1927"/>
                    <a:pt x="7987" y="1890"/>
                  </a:cubicBezTo>
                  <a:lnTo>
                    <a:pt x="8019" y="1866"/>
                  </a:lnTo>
                  <a:cubicBezTo>
                    <a:pt x="8040" y="1883"/>
                    <a:pt x="8054" y="1891"/>
                    <a:pt x="8063" y="1891"/>
                  </a:cubicBezTo>
                  <a:cubicBezTo>
                    <a:pt x="8075" y="1891"/>
                    <a:pt x="8074" y="1875"/>
                    <a:pt x="8060" y="1841"/>
                  </a:cubicBezTo>
                  <a:cubicBezTo>
                    <a:pt x="8048" y="1801"/>
                    <a:pt x="8029" y="1765"/>
                    <a:pt x="8030" y="1765"/>
                  </a:cubicBezTo>
                  <a:lnTo>
                    <a:pt x="8030" y="1765"/>
                  </a:lnTo>
                  <a:cubicBezTo>
                    <a:pt x="8030" y="1765"/>
                    <a:pt x="8034" y="1771"/>
                    <a:pt x="8044" y="1785"/>
                  </a:cubicBezTo>
                  <a:cubicBezTo>
                    <a:pt x="8060" y="1809"/>
                    <a:pt x="8072" y="1819"/>
                    <a:pt x="8086" y="1819"/>
                  </a:cubicBezTo>
                  <a:cubicBezTo>
                    <a:pt x="8100" y="1819"/>
                    <a:pt x="8117" y="1809"/>
                    <a:pt x="8141" y="1793"/>
                  </a:cubicBezTo>
                  <a:cubicBezTo>
                    <a:pt x="8182" y="1768"/>
                    <a:pt x="8182" y="1768"/>
                    <a:pt x="8141" y="1728"/>
                  </a:cubicBezTo>
                  <a:cubicBezTo>
                    <a:pt x="8144" y="1701"/>
                    <a:pt x="8150" y="1691"/>
                    <a:pt x="8159" y="1691"/>
                  </a:cubicBezTo>
                  <a:cubicBezTo>
                    <a:pt x="8173" y="1691"/>
                    <a:pt x="8193" y="1721"/>
                    <a:pt x="8214" y="1752"/>
                  </a:cubicBezTo>
                  <a:cubicBezTo>
                    <a:pt x="8235" y="1794"/>
                    <a:pt x="8251" y="1816"/>
                    <a:pt x="8257" y="1816"/>
                  </a:cubicBezTo>
                  <a:cubicBezTo>
                    <a:pt x="8264" y="1816"/>
                    <a:pt x="8252" y="1776"/>
                    <a:pt x="8206" y="1687"/>
                  </a:cubicBezTo>
                  <a:cubicBezTo>
                    <a:pt x="8175" y="1625"/>
                    <a:pt x="8170" y="1596"/>
                    <a:pt x="8179" y="1596"/>
                  </a:cubicBezTo>
                  <a:cubicBezTo>
                    <a:pt x="8185" y="1596"/>
                    <a:pt x="8194" y="1605"/>
                    <a:pt x="8206" y="1623"/>
                  </a:cubicBezTo>
                  <a:cubicBezTo>
                    <a:pt x="8238" y="1671"/>
                    <a:pt x="8230" y="1679"/>
                    <a:pt x="8214" y="1687"/>
                  </a:cubicBezTo>
                  <a:lnTo>
                    <a:pt x="8279" y="1777"/>
                  </a:lnTo>
                  <a:cubicBezTo>
                    <a:pt x="8287" y="1777"/>
                    <a:pt x="8287" y="1777"/>
                    <a:pt x="8271" y="1720"/>
                  </a:cubicBezTo>
                  <a:cubicBezTo>
                    <a:pt x="8271" y="1720"/>
                    <a:pt x="8279" y="1712"/>
                    <a:pt x="8263" y="1655"/>
                  </a:cubicBezTo>
                  <a:cubicBezTo>
                    <a:pt x="8238" y="1606"/>
                    <a:pt x="8206" y="1558"/>
                    <a:pt x="8165" y="1517"/>
                  </a:cubicBezTo>
                  <a:cubicBezTo>
                    <a:pt x="8125" y="1477"/>
                    <a:pt x="8141" y="1468"/>
                    <a:pt x="8149" y="1460"/>
                  </a:cubicBezTo>
                  <a:lnTo>
                    <a:pt x="8149" y="1460"/>
                  </a:lnTo>
                  <a:cubicBezTo>
                    <a:pt x="8198" y="1493"/>
                    <a:pt x="8230" y="1541"/>
                    <a:pt x="8255" y="1598"/>
                  </a:cubicBezTo>
                  <a:cubicBezTo>
                    <a:pt x="8238" y="1606"/>
                    <a:pt x="8271" y="1655"/>
                    <a:pt x="8303" y="1704"/>
                  </a:cubicBezTo>
                  <a:cubicBezTo>
                    <a:pt x="8308" y="1709"/>
                    <a:pt x="8311" y="1712"/>
                    <a:pt x="8314" y="1712"/>
                  </a:cubicBezTo>
                  <a:cubicBezTo>
                    <a:pt x="8333" y="1712"/>
                    <a:pt x="8321" y="1608"/>
                    <a:pt x="8279" y="1517"/>
                  </a:cubicBezTo>
                  <a:lnTo>
                    <a:pt x="8279" y="1517"/>
                  </a:lnTo>
                  <a:lnTo>
                    <a:pt x="8303" y="1566"/>
                  </a:lnTo>
                  <a:cubicBezTo>
                    <a:pt x="8321" y="1592"/>
                    <a:pt x="8336" y="1599"/>
                    <a:pt x="8348" y="1599"/>
                  </a:cubicBezTo>
                  <a:cubicBezTo>
                    <a:pt x="8359" y="1599"/>
                    <a:pt x="8369" y="1594"/>
                    <a:pt x="8376" y="1590"/>
                  </a:cubicBezTo>
                  <a:cubicBezTo>
                    <a:pt x="8400" y="1574"/>
                    <a:pt x="8417" y="1566"/>
                    <a:pt x="8384" y="1517"/>
                  </a:cubicBezTo>
                  <a:cubicBezTo>
                    <a:pt x="8352" y="1468"/>
                    <a:pt x="8319" y="1428"/>
                    <a:pt x="8336" y="1420"/>
                  </a:cubicBezTo>
                  <a:lnTo>
                    <a:pt x="8336" y="1420"/>
                  </a:lnTo>
                  <a:cubicBezTo>
                    <a:pt x="8334" y="1420"/>
                    <a:pt x="8333" y="1421"/>
                    <a:pt x="8332" y="1421"/>
                  </a:cubicBezTo>
                  <a:cubicBezTo>
                    <a:pt x="8315" y="1421"/>
                    <a:pt x="8285" y="1376"/>
                    <a:pt x="8263" y="1331"/>
                  </a:cubicBezTo>
                  <a:lnTo>
                    <a:pt x="8263" y="1331"/>
                  </a:lnTo>
                  <a:cubicBezTo>
                    <a:pt x="8295" y="1355"/>
                    <a:pt x="8327" y="1379"/>
                    <a:pt x="8352" y="1404"/>
                  </a:cubicBezTo>
                  <a:cubicBezTo>
                    <a:pt x="8414" y="1466"/>
                    <a:pt x="8462" y="1504"/>
                    <a:pt x="8499" y="1504"/>
                  </a:cubicBezTo>
                  <a:cubicBezTo>
                    <a:pt x="8510" y="1504"/>
                    <a:pt x="8521" y="1500"/>
                    <a:pt x="8530" y="1493"/>
                  </a:cubicBezTo>
                  <a:cubicBezTo>
                    <a:pt x="8543" y="1483"/>
                    <a:pt x="8557" y="1479"/>
                    <a:pt x="8571" y="1479"/>
                  </a:cubicBezTo>
                  <a:cubicBezTo>
                    <a:pt x="8592" y="1479"/>
                    <a:pt x="8613" y="1489"/>
                    <a:pt x="8627" y="1509"/>
                  </a:cubicBezTo>
                  <a:cubicBezTo>
                    <a:pt x="8652" y="1493"/>
                    <a:pt x="8660" y="1485"/>
                    <a:pt x="8627" y="1436"/>
                  </a:cubicBezTo>
                  <a:lnTo>
                    <a:pt x="8652" y="1428"/>
                  </a:lnTo>
                  <a:cubicBezTo>
                    <a:pt x="8668" y="1444"/>
                    <a:pt x="8681" y="1451"/>
                    <a:pt x="8689" y="1451"/>
                  </a:cubicBezTo>
                  <a:cubicBezTo>
                    <a:pt x="8703" y="1451"/>
                    <a:pt x="8704" y="1433"/>
                    <a:pt x="8684" y="1404"/>
                  </a:cubicBezTo>
                  <a:cubicBezTo>
                    <a:pt x="8678" y="1385"/>
                    <a:pt x="8680" y="1379"/>
                    <a:pt x="8686" y="1379"/>
                  </a:cubicBezTo>
                  <a:cubicBezTo>
                    <a:pt x="8693" y="1379"/>
                    <a:pt x="8707" y="1389"/>
                    <a:pt x="8713" y="1389"/>
                  </a:cubicBezTo>
                  <a:cubicBezTo>
                    <a:pt x="8715" y="1389"/>
                    <a:pt x="8716" y="1388"/>
                    <a:pt x="8717" y="1387"/>
                  </a:cubicBezTo>
                  <a:cubicBezTo>
                    <a:pt x="8752" y="1423"/>
                    <a:pt x="8772" y="1443"/>
                    <a:pt x="8775" y="1443"/>
                  </a:cubicBezTo>
                  <a:cubicBezTo>
                    <a:pt x="8779" y="1443"/>
                    <a:pt x="8755" y="1409"/>
                    <a:pt x="8700" y="1331"/>
                  </a:cubicBezTo>
                  <a:cubicBezTo>
                    <a:pt x="8671" y="1287"/>
                    <a:pt x="8629" y="1256"/>
                    <a:pt x="8609" y="1256"/>
                  </a:cubicBezTo>
                  <a:cubicBezTo>
                    <a:pt x="8607" y="1256"/>
                    <a:pt x="8605" y="1257"/>
                    <a:pt x="8603" y="1258"/>
                  </a:cubicBezTo>
                  <a:lnTo>
                    <a:pt x="8571" y="1274"/>
                  </a:lnTo>
                  <a:lnTo>
                    <a:pt x="8571" y="1209"/>
                  </a:lnTo>
                  <a:cubicBezTo>
                    <a:pt x="8587" y="1201"/>
                    <a:pt x="8579" y="1144"/>
                    <a:pt x="8546" y="1096"/>
                  </a:cubicBezTo>
                  <a:cubicBezTo>
                    <a:pt x="8546" y="1096"/>
                    <a:pt x="8514" y="1047"/>
                    <a:pt x="8530" y="1039"/>
                  </a:cubicBezTo>
                  <a:lnTo>
                    <a:pt x="8530" y="1039"/>
                  </a:lnTo>
                  <a:lnTo>
                    <a:pt x="8587" y="1136"/>
                  </a:lnTo>
                  <a:cubicBezTo>
                    <a:pt x="8611" y="1185"/>
                    <a:pt x="8636" y="1233"/>
                    <a:pt x="8668" y="1282"/>
                  </a:cubicBezTo>
                  <a:cubicBezTo>
                    <a:pt x="8710" y="1333"/>
                    <a:pt x="8749" y="1366"/>
                    <a:pt x="8763" y="1366"/>
                  </a:cubicBezTo>
                  <a:cubicBezTo>
                    <a:pt x="8773" y="1366"/>
                    <a:pt x="8769" y="1348"/>
                    <a:pt x="8741" y="1306"/>
                  </a:cubicBezTo>
                  <a:cubicBezTo>
                    <a:pt x="8743" y="1304"/>
                    <a:pt x="8745" y="1302"/>
                    <a:pt x="8748" y="1302"/>
                  </a:cubicBezTo>
                  <a:cubicBezTo>
                    <a:pt x="8754" y="1302"/>
                    <a:pt x="8764" y="1311"/>
                    <a:pt x="8798" y="1339"/>
                  </a:cubicBezTo>
                  <a:cubicBezTo>
                    <a:pt x="8807" y="1358"/>
                    <a:pt x="8815" y="1368"/>
                    <a:pt x="8819" y="1368"/>
                  </a:cubicBezTo>
                  <a:cubicBezTo>
                    <a:pt x="8824" y="1368"/>
                    <a:pt x="8816" y="1342"/>
                    <a:pt x="8782" y="1282"/>
                  </a:cubicBezTo>
                  <a:cubicBezTo>
                    <a:pt x="8755" y="1225"/>
                    <a:pt x="8748" y="1196"/>
                    <a:pt x="8758" y="1196"/>
                  </a:cubicBezTo>
                  <a:cubicBezTo>
                    <a:pt x="8767" y="1196"/>
                    <a:pt x="8789" y="1217"/>
                    <a:pt x="8822" y="1258"/>
                  </a:cubicBezTo>
                  <a:cubicBezTo>
                    <a:pt x="8860" y="1300"/>
                    <a:pt x="8889" y="1315"/>
                    <a:pt x="8906" y="1315"/>
                  </a:cubicBezTo>
                  <a:cubicBezTo>
                    <a:pt x="8925" y="1315"/>
                    <a:pt x="8928" y="1295"/>
                    <a:pt x="8911" y="1274"/>
                  </a:cubicBezTo>
                  <a:cubicBezTo>
                    <a:pt x="8872" y="1206"/>
                    <a:pt x="8875" y="1174"/>
                    <a:pt x="8895" y="1174"/>
                  </a:cubicBezTo>
                  <a:cubicBezTo>
                    <a:pt x="8903" y="1174"/>
                    <a:pt x="8915" y="1180"/>
                    <a:pt x="8927" y="1193"/>
                  </a:cubicBezTo>
                  <a:cubicBezTo>
                    <a:pt x="8945" y="1214"/>
                    <a:pt x="8957" y="1225"/>
                    <a:pt x="8963" y="1225"/>
                  </a:cubicBezTo>
                  <a:cubicBezTo>
                    <a:pt x="8970" y="1225"/>
                    <a:pt x="8969" y="1208"/>
                    <a:pt x="8960" y="1177"/>
                  </a:cubicBezTo>
                  <a:lnTo>
                    <a:pt x="8960" y="1177"/>
                  </a:lnTo>
                  <a:cubicBezTo>
                    <a:pt x="8981" y="1208"/>
                    <a:pt x="9006" y="1237"/>
                    <a:pt x="9013" y="1237"/>
                  </a:cubicBezTo>
                  <a:cubicBezTo>
                    <a:pt x="9018" y="1237"/>
                    <a:pt x="9017" y="1229"/>
                    <a:pt x="9009" y="1209"/>
                  </a:cubicBezTo>
                  <a:cubicBezTo>
                    <a:pt x="9009" y="1209"/>
                    <a:pt x="9025" y="1209"/>
                    <a:pt x="8984" y="1160"/>
                  </a:cubicBezTo>
                  <a:lnTo>
                    <a:pt x="8944" y="1055"/>
                  </a:lnTo>
                  <a:cubicBezTo>
                    <a:pt x="8943" y="1056"/>
                    <a:pt x="8942" y="1056"/>
                    <a:pt x="8941" y="1056"/>
                  </a:cubicBezTo>
                  <a:cubicBezTo>
                    <a:pt x="8931" y="1056"/>
                    <a:pt x="8901" y="1011"/>
                    <a:pt x="8871" y="966"/>
                  </a:cubicBezTo>
                  <a:cubicBezTo>
                    <a:pt x="8861" y="951"/>
                    <a:pt x="8861" y="943"/>
                    <a:pt x="8869" y="943"/>
                  </a:cubicBezTo>
                  <a:cubicBezTo>
                    <a:pt x="8888" y="943"/>
                    <a:pt x="8947" y="982"/>
                    <a:pt x="9025" y="1071"/>
                  </a:cubicBezTo>
                  <a:lnTo>
                    <a:pt x="9114" y="1152"/>
                  </a:lnTo>
                  <a:lnTo>
                    <a:pt x="9114" y="1152"/>
                  </a:lnTo>
                  <a:lnTo>
                    <a:pt x="9049" y="1055"/>
                  </a:lnTo>
                  <a:cubicBezTo>
                    <a:pt x="9051" y="1055"/>
                    <a:pt x="9054" y="1054"/>
                    <a:pt x="9057" y="1054"/>
                  </a:cubicBezTo>
                  <a:cubicBezTo>
                    <a:pt x="9066" y="1054"/>
                    <a:pt x="9082" y="1059"/>
                    <a:pt x="9106" y="1096"/>
                  </a:cubicBezTo>
                  <a:cubicBezTo>
                    <a:pt x="9123" y="1130"/>
                    <a:pt x="9128" y="1140"/>
                    <a:pt x="9135" y="1140"/>
                  </a:cubicBezTo>
                  <a:cubicBezTo>
                    <a:pt x="9138" y="1140"/>
                    <a:pt x="9142" y="1138"/>
                    <a:pt x="9146" y="1136"/>
                  </a:cubicBezTo>
                  <a:cubicBezTo>
                    <a:pt x="9146" y="1136"/>
                    <a:pt x="9154" y="1128"/>
                    <a:pt x="9122" y="1079"/>
                  </a:cubicBezTo>
                  <a:cubicBezTo>
                    <a:pt x="9088" y="1020"/>
                    <a:pt x="9074" y="997"/>
                    <a:pt x="9078" y="997"/>
                  </a:cubicBezTo>
                  <a:lnTo>
                    <a:pt x="9078" y="997"/>
                  </a:lnTo>
                  <a:cubicBezTo>
                    <a:pt x="9080" y="997"/>
                    <a:pt x="9090" y="1007"/>
                    <a:pt x="9106" y="1023"/>
                  </a:cubicBezTo>
                  <a:cubicBezTo>
                    <a:pt x="9141" y="1065"/>
                    <a:pt x="9161" y="1088"/>
                    <a:pt x="9167" y="1088"/>
                  </a:cubicBezTo>
                  <a:cubicBezTo>
                    <a:pt x="9174" y="1088"/>
                    <a:pt x="9164" y="1061"/>
                    <a:pt x="9138" y="1006"/>
                  </a:cubicBezTo>
                  <a:cubicBezTo>
                    <a:pt x="9105" y="957"/>
                    <a:pt x="9089" y="932"/>
                    <a:pt x="9091" y="932"/>
                  </a:cubicBezTo>
                  <a:lnTo>
                    <a:pt x="9091" y="932"/>
                  </a:lnTo>
                  <a:cubicBezTo>
                    <a:pt x="9092" y="932"/>
                    <a:pt x="9111" y="955"/>
                    <a:pt x="9146" y="998"/>
                  </a:cubicBezTo>
                  <a:cubicBezTo>
                    <a:pt x="9176" y="1043"/>
                    <a:pt x="9212" y="1080"/>
                    <a:pt x="9225" y="1080"/>
                  </a:cubicBezTo>
                  <a:cubicBezTo>
                    <a:pt x="9226" y="1080"/>
                    <a:pt x="9227" y="1080"/>
                    <a:pt x="9227" y="1079"/>
                  </a:cubicBezTo>
                  <a:lnTo>
                    <a:pt x="9203" y="1031"/>
                  </a:lnTo>
                  <a:cubicBezTo>
                    <a:pt x="9162" y="975"/>
                    <a:pt x="9150" y="951"/>
                    <a:pt x="9159" y="951"/>
                  </a:cubicBezTo>
                  <a:cubicBezTo>
                    <a:pt x="9165" y="951"/>
                    <a:pt x="9177" y="959"/>
                    <a:pt x="9195" y="974"/>
                  </a:cubicBezTo>
                  <a:cubicBezTo>
                    <a:pt x="9206" y="995"/>
                    <a:pt x="9215" y="1006"/>
                    <a:pt x="9221" y="1006"/>
                  </a:cubicBezTo>
                  <a:cubicBezTo>
                    <a:pt x="9229" y="1006"/>
                    <a:pt x="9232" y="989"/>
                    <a:pt x="9227" y="958"/>
                  </a:cubicBezTo>
                  <a:cubicBezTo>
                    <a:pt x="9234" y="951"/>
                    <a:pt x="9242" y="945"/>
                    <a:pt x="9249" y="945"/>
                  </a:cubicBezTo>
                  <a:cubicBezTo>
                    <a:pt x="9259" y="945"/>
                    <a:pt x="9270" y="954"/>
                    <a:pt x="9284" y="982"/>
                  </a:cubicBezTo>
                  <a:cubicBezTo>
                    <a:pt x="9316" y="1030"/>
                    <a:pt x="9332" y="1054"/>
                    <a:pt x="9335" y="1054"/>
                  </a:cubicBezTo>
                  <a:cubicBezTo>
                    <a:pt x="9337" y="1054"/>
                    <a:pt x="9325" y="1028"/>
                    <a:pt x="9300" y="974"/>
                  </a:cubicBezTo>
                  <a:cubicBezTo>
                    <a:pt x="9287" y="947"/>
                    <a:pt x="9281" y="935"/>
                    <a:pt x="9288" y="935"/>
                  </a:cubicBezTo>
                  <a:cubicBezTo>
                    <a:pt x="9293" y="935"/>
                    <a:pt x="9307" y="943"/>
                    <a:pt x="9333" y="958"/>
                  </a:cubicBezTo>
                  <a:cubicBezTo>
                    <a:pt x="9351" y="976"/>
                    <a:pt x="9361" y="986"/>
                    <a:pt x="9365" y="986"/>
                  </a:cubicBezTo>
                  <a:cubicBezTo>
                    <a:pt x="9368" y="986"/>
                    <a:pt x="9362" y="972"/>
                    <a:pt x="9349" y="941"/>
                  </a:cubicBezTo>
                  <a:cubicBezTo>
                    <a:pt x="9292" y="844"/>
                    <a:pt x="9260" y="804"/>
                    <a:pt x="9252" y="804"/>
                  </a:cubicBezTo>
                  <a:cubicBezTo>
                    <a:pt x="9247" y="806"/>
                    <a:pt x="9244" y="808"/>
                    <a:pt x="9242" y="808"/>
                  </a:cubicBezTo>
                  <a:cubicBezTo>
                    <a:pt x="9237" y="808"/>
                    <a:pt x="9234" y="798"/>
                    <a:pt x="9211" y="763"/>
                  </a:cubicBezTo>
                  <a:lnTo>
                    <a:pt x="9227" y="755"/>
                  </a:lnTo>
                  <a:cubicBezTo>
                    <a:pt x="9244" y="747"/>
                    <a:pt x="9252" y="739"/>
                    <a:pt x="9244" y="682"/>
                  </a:cubicBezTo>
                  <a:cubicBezTo>
                    <a:pt x="9237" y="632"/>
                    <a:pt x="9198" y="563"/>
                    <a:pt x="9183" y="563"/>
                  </a:cubicBezTo>
                  <a:cubicBezTo>
                    <a:pt x="9179" y="563"/>
                    <a:pt x="9177" y="570"/>
                    <a:pt x="9179" y="585"/>
                  </a:cubicBezTo>
                  <a:lnTo>
                    <a:pt x="9138" y="544"/>
                  </a:lnTo>
                  <a:cubicBezTo>
                    <a:pt x="9095" y="473"/>
                    <a:pt x="9067" y="439"/>
                    <a:pt x="9061" y="439"/>
                  </a:cubicBezTo>
                  <a:lnTo>
                    <a:pt x="9061" y="439"/>
                  </a:lnTo>
                  <a:cubicBezTo>
                    <a:pt x="9054" y="439"/>
                    <a:pt x="9072" y="477"/>
                    <a:pt x="9122" y="552"/>
                  </a:cubicBezTo>
                  <a:cubicBezTo>
                    <a:pt x="9172" y="634"/>
                    <a:pt x="9194" y="670"/>
                    <a:pt x="9191" y="670"/>
                  </a:cubicBezTo>
                  <a:cubicBezTo>
                    <a:pt x="9188" y="670"/>
                    <a:pt x="9170" y="648"/>
                    <a:pt x="9138" y="609"/>
                  </a:cubicBezTo>
                  <a:cubicBezTo>
                    <a:pt x="9091" y="539"/>
                    <a:pt x="9074" y="523"/>
                    <a:pt x="9065" y="523"/>
                  </a:cubicBezTo>
                  <a:cubicBezTo>
                    <a:pt x="9062" y="523"/>
                    <a:pt x="9059" y="526"/>
                    <a:pt x="9057" y="528"/>
                  </a:cubicBezTo>
                  <a:cubicBezTo>
                    <a:pt x="9041" y="528"/>
                    <a:pt x="9041" y="528"/>
                    <a:pt x="9017" y="487"/>
                  </a:cubicBezTo>
                  <a:cubicBezTo>
                    <a:pt x="8984" y="439"/>
                    <a:pt x="8944" y="398"/>
                    <a:pt x="8927" y="398"/>
                  </a:cubicBezTo>
                  <a:lnTo>
                    <a:pt x="8927" y="398"/>
                  </a:lnTo>
                  <a:cubicBezTo>
                    <a:pt x="8919" y="406"/>
                    <a:pt x="8919" y="406"/>
                    <a:pt x="8952" y="455"/>
                  </a:cubicBezTo>
                  <a:cubicBezTo>
                    <a:pt x="8971" y="474"/>
                    <a:pt x="8976" y="488"/>
                    <a:pt x="8968" y="488"/>
                  </a:cubicBezTo>
                  <a:cubicBezTo>
                    <a:pt x="8959" y="488"/>
                    <a:pt x="8934" y="470"/>
                    <a:pt x="8895" y="423"/>
                  </a:cubicBezTo>
                  <a:cubicBezTo>
                    <a:pt x="8879" y="406"/>
                    <a:pt x="8869" y="397"/>
                    <a:pt x="8867" y="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2"/>
            <p:cNvSpPr/>
            <p:nvPr/>
          </p:nvSpPr>
          <p:spPr>
            <a:xfrm>
              <a:off x="7384721" y="2990370"/>
              <a:ext cx="159654" cy="108338"/>
            </a:xfrm>
            <a:custGeom>
              <a:avLst/>
              <a:gdLst/>
              <a:ahLst/>
              <a:cxnLst/>
              <a:rect l="l" t="t" r="r" b="b"/>
              <a:pathLst>
                <a:path w="9262" h="6285" extrusionOk="0">
                  <a:moveTo>
                    <a:pt x="8529" y="0"/>
                  </a:moveTo>
                  <a:lnTo>
                    <a:pt x="8521" y="8"/>
                  </a:lnTo>
                  <a:cubicBezTo>
                    <a:pt x="8505" y="16"/>
                    <a:pt x="8538" y="65"/>
                    <a:pt x="8562" y="114"/>
                  </a:cubicBezTo>
                  <a:lnTo>
                    <a:pt x="8578" y="106"/>
                  </a:lnTo>
                  <a:cubicBezTo>
                    <a:pt x="8562" y="73"/>
                    <a:pt x="8546" y="41"/>
                    <a:pt x="8529" y="0"/>
                  </a:cubicBezTo>
                  <a:close/>
                  <a:moveTo>
                    <a:pt x="8935" y="754"/>
                  </a:moveTo>
                  <a:lnTo>
                    <a:pt x="8967" y="795"/>
                  </a:lnTo>
                  <a:cubicBezTo>
                    <a:pt x="9000" y="843"/>
                    <a:pt x="8992" y="852"/>
                    <a:pt x="8975" y="860"/>
                  </a:cubicBezTo>
                  <a:cubicBezTo>
                    <a:pt x="8974" y="861"/>
                    <a:pt x="8972" y="862"/>
                    <a:pt x="8971" y="862"/>
                  </a:cubicBezTo>
                  <a:cubicBezTo>
                    <a:pt x="8966" y="862"/>
                    <a:pt x="8960" y="849"/>
                    <a:pt x="8935" y="811"/>
                  </a:cubicBezTo>
                  <a:cubicBezTo>
                    <a:pt x="8935" y="811"/>
                    <a:pt x="8919" y="762"/>
                    <a:pt x="8935" y="754"/>
                  </a:cubicBezTo>
                  <a:close/>
                  <a:moveTo>
                    <a:pt x="8732" y="730"/>
                  </a:moveTo>
                  <a:cubicBezTo>
                    <a:pt x="8748" y="730"/>
                    <a:pt x="8781" y="770"/>
                    <a:pt x="8813" y="819"/>
                  </a:cubicBezTo>
                  <a:cubicBezTo>
                    <a:pt x="8878" y="908"/>
                    <a:pt x="8878" y="908"/>
                    <a:pt x="8862" y="925"/>
                  </a:cubicBezTo>
                  <a:cubicBezTo>
                    <a:pt x="8857" y="927"/>
                    <a:pt x="8853" y="929"/>
                    <a:pt x="8849" y="929"/>
                  </a:cubicBezTo>
                  <a:cubicBezTo>
                    <a:pt x="8839" y="929"/>
                    <a:pt x="8828" y="919"/>
                    <a:pt x="8805" y="884"/>
                  </a:cubicBezTo>
                  <a:lnTo>
                    <a:pt x="8821" y="884"/>
                  </a:lnTo>
                  <a:cubicBezTo>
                    <a:pt x="8828" y="897"/>
                    <a:pt x="8831" y="903"/>
                    <a:pt x="8832" y="903"/>
                  </a:cubicBezTo>
                  <a:cubicBezTo>
                    <a:pt x="8835" y="903"/>
                    <a:pt x="8818" y="863"/>
                    <a:pt x="8789" y="827"/>
                  </a:cubicBezTo>
                  <a:lnTo>
                    <a:pt x="8732" y="730"/>
                  </a:lnTo>
                  <a:close/>
                  <a:moveTo>
                    <a:pt x="7989" y="951"/>
                  </a:moveTo>
                  <a:cubicBezTo>
                    <a:pt x="7982" y="951"/>
                    <a:pt x="7976" y="954"/>
                    <a:pt x="7970" y="957"/>
                  </a:cubicBezTo>
                  <a:cubicBezTo>
                    <a:pt x="7954" y="965"/>
                    <a:pt x="7970" y="1022"/>
                    <a:pt x="7970" y="1022"/>
                  </a:cubicBezTo>
                  <a:cubicBezTo>
                    <a:pt x="7990" y="1052"/>
                    <a:pt x="8001" y="1060"/>
                    <a:pt x="8010" y="1060"/>
                  </a:cubicBezTo>
                  <a:cubicBezTo>
                    <a:pt x="8016" y="1060"/>
                    <a:pt x="8021" y="1057"/>
                    <a:pt x="8027" y="1054"/>
                  </a:cubicBezTo>
                  <a:cubicBezTo>
                    <a:pt x="8038" y="1064"/>
                    <a:pt x="8046" y="1068"/>
                    <a:pt x="8051" y="1068"/>
                  </a:cubicBezTo>
                  <a:cubicBezTo>
                    <a:pt x="8067" y="1068"/>
                    <a:pt x="8051" y="1026"/>
                    <a:pt x="8027" y="989"/>
                  </a:cubicBezTo>
                  <a:cubicBezTo>
                    <a:pt x="8012" y="959"/>
                    <a:pt x="8000" y="951"/>
                    <a:pt x="7989" y="951"/>
                  </a:cubicBezTo>
                  <a:close/>
                  <a:moveTo>
                    <a:pt x="8124" y="1006"/>
                  </a:moveTo>
                  <a:cubicBezTo>
                    <a:pt x="8148" y="1054"/>
                    <a:pt x="8156" y="1111"/>
                    <a:pt x="8148" y="1119"/>
                  </a:cubicBezTo>
                  <a:cubicBezTo>
                    <a:pt x="8147" y="1120"/>
                    <a:pt x="8146" y="1120"/>
                    <a:pt x="8145" y="1120"/>
                  </a:cubicBezTo>
                  <a:cubicBezTo>
                    <a:pt x="8129" y="1120"/>
                    <a:pt x="8107" y="1074"/>
                    <a:pt x="8100" y="1014"/>
                  </a:cubicBezTo>
                  <a:lnTo>
                    <a:pt x="8124" y="1006"/>
                  </a:lnTo>
                  <a:close/>
                  <a:moveTo>
                    <a:pt x="5950" y="993"/>
                  </a:moveTo>
                  <a:lnTo>
                    <a:pt x="5950" y="993"/>
                  </a:lnTo>
                  <a:cubicBezTo>
                    <a:pt x="5944" y="993"/>
                    <a:pt x="5951" y="1019"/>
                    <a:pt x="5975" y="1079"/>
                  </a:cubicBezTo>
                  <a:cubicBezTo>
                    <a:pt x="6008" y="1127"/>
                    <a:pt x="6008" y="1127"/>
                    <a:pt x="6016" y="1127"/>
                  </a:cubicBezTo>
                  <a:cubicBezTo>
                    <a:pt x="6008" y="1087"/>
                    <a:pt x="5992" y="1054"/>
                    <a:pt x="5975" y="1022"/>
                  </a:cubicBezTo>
                  <a:cubicBezTo>
                    <a:pt x="5963" y="1003"/>
                    <a:pt x="5954" y="993"/>
                    <a:pt x="5950" y="993"/>
                  </a:cubicBezTo>
                  <a:close/>
                  <a:moveTo>
                    <a:pt x="8943" y="1135"/>
                  </a:moveTo>
                  <a:lnTo>
                    <a:pt x="8935" y="1143"/>
                  </a:lnTo>
                  <a:cubicBezTo>
                    <a:pt x="8952" y="1178"/>
                    <a:pt x="8957" y="1188"/>
                    <a:pt x="8964" y="1188"/>
                  </a:cubicBezTo>
                  <a:cubicBezTo>
                    <a:pt x="8967" y="1188"/>
                    <a:pt x="8971" y="1186"/>
                    <a:pt x="8975" y="1184"/>
                  </a:cubicBezTo>
                  <a:lnTo>
                    <a:pt x="8983" y="1176"/>
                  </a:lnTo>
                  <a:lnTo>
                    <a:pt x="8943" y="1135"/>
                  </a:lnTo>
                  <a:close/>
                  <a:moveTo>
                    <a:pt x="7589" y="1362"/>
                  </a:moveTo>
                  <a:cubicBezTo>
                    <a:pt x="7589" y="1362"/>
                    <a:pt x="7605" y="1419"/>
                    <a:pt x="7629" y="1468"/>
                  </a:cubicBezTo>
                  <a:cubicBezTo>
                    <a:pt x="7666" y="1559"/>
                    <a:pt x="7682" y="1599"/>
                    <a:pt x="7677" y="1599"/>
                  </a:cubicBezTo>
                  <a:cubicBezTo>
                    <a:pt x="7674" y="1599"/>
                    <a:pt x="7658" y="1575"/>
                    <a:pt x="7629" y="1533"/>
                  </a:cubicBezTo>
                  <a:cubicBezTo>
                    <a:pt x="7597" y="1484"/>
                    <a:pt x="7581" y="1427"/>
                    <a:pt x="7565" y="1370"/>
                  </a:cubicBezTo>
                  <a:lnTo>
                    <a:pt x="7589" y="1362"/>
                  </a:lnTo>
                  <a:close/>
                  <a:moveTo>
                    <a:pt x="7727" y="1549"/>
                  </a:moveTo>
                  <a:lnTo>
                    <a:pt x="7767" y="1589"/>
                  </a:lnTo>
                  <a:cubicBezTo>
                    <a:pt x="7792" y="1638"/>
                    <a:pt x="7783" y="1646"/>
                    <a:pt x="7775" y="1646"/>
                  </a:cubicBezTo>
                  <a:lnTo>
                    <a:pt x="7743" y="1597"/>
                  </a:lnTo>
                  <a:lnTo>
                    <a:pt x="7727" y="1549"/>
                  </a:lnTo>
                  <a:close/>
                  <a:moveTo>
                    <a:pt x="6984" y="1602"/>
                  </a:moveTo>
                  <a:lnTo>
                    <a:pt x="6984" y="1602"/>
                  </a:lnTo>
                  <a:cubicBezTo>
                    <a:pt x="6986" y="1602"/>
                    <a:pt x="6990" y="1607"/>
                    <a:pt x="6997" y="1622"/>
                  </a:cubicBezTo>
                  <a:cubicBezTo>
                    <a:pt x="6998" y="1621"/>
                    <a:pt x="6999" y="1621"/>
                    <a:pt x="7000" y="1621"/>
                  </a:cubicBezTo>
                  <a:cubicBezTo>
                    <a:pt x="7014" y="1621"/>
                    <a:pt x="7020" y="1679"/>
                    <a:pt x="7005" y="1679"/>
                  </a:cubicBezTo>
                  <a:lnTo>
                    <a:pt x="6981" y="1630"/>
                  </a:lnTo>
                  <a:cubicBezTo>
                    <a:pt x="6986" y="1630"/>
                    <a:pt x="6980" y="1602"/>
                    <a:pt x="6984" y="1602"/>
                  </a:cubicBezTo>
                  <a:close/>
                  <a:moveTo>
                    <a:pt x="7273" y="1597"/>
                  </a:moveTo>
                  <a:cubicBezTo>
                    <a:pt x="7289" y="1630"/>
                    <a:pt x="7305" y="1670"/>
                    <a:pt x="7321" y="1703"/>
                  </a:cubicBezTo>
                  <a:lnTo>
                    <a:pt x="7305" y="1711"/>
                  </a:lnTo>
                  <a:cubicBezTo>
                    <a:pt x="7281" y="1662"/>
                    <a:pt x="7248" y="1614"/>
                    <a:pt x="7265" y="1606"/>
                  </a:cubicBezTo>
                  <a:lnTo>
                    <a:pt x="7273" y="1597"/>
                  </a:lnTo>
                  <a:close/>
                  <a:moveTo>
                    <a:pt x="7446" y="1702"/>
                  </a:moveTo>
                  <a:cubicBezTo>
                    <a:pt x="7461" y="1702"/>
                    <a:pt x="7478" y="1758"/>
                    <a:pt x="7524" y="1849"/>
                  </a:cubicBezTo>
                  <a:cubicBezTo>
                    <a:pt x="7528" y="1877"/>
                    <a:pt x="7530" y="1893"/>
                    <a:pt x="7527" y="1893"/>
                  </a:cubicBezTo>
                  <a:cubicBezTo>
                    <a:pt x="7523" y="1893"/>
                    <a:pt x="7511" y="1867"/>
                    <a:pt x="7483" y="1808"/>
                  </a:cubicBezTo>
                  <a:lnTo>
                    <a:pt x="7443" y="1703"/>
                  </a:lnTo>
                  <a:cubicBezTo>
                    <a:pt x="7444" y="1702"/>
                    <a:pt x="7445" y="1702"/>
                    <a:pt x="7446" y="1702"/>
                  </a:cubicBezTo>
                  <a:close/>
                  <a:moveTo>
                    <a:pt x="6665" y="1930"/>
                  </a:moveTo>
                  <a:lnTo>
                    <a:pt x="6665" y="1930"/>
                  </a:lnTo>
                  <a:cubicBezTo>
                    <a:pt x="6681" y="1930"/>
                    <a:pt x="6721" y="1970"/>
                    <a:pt x="6721" y="1970"/>
                  </a:cubicBezTo>
                  <a:cubicBezTo>
                    <a:pt x="6746" y="2019"/>
                    <a:pt x="6738" y="2027"/>
                    <a:pt x="6738" y="2027"/>
                  </a:cubicBezTo>
                  <a:cubicBezTo>
                    <a:pt x="6736" y="2027"/>
                    <a:pt x="6733" y="2028"/>
                    <a:pt x="6730" y="2028"/>
                  </a:cubicBezTo>
                  <a:cubicBezTo>
                    <a:pt x="6721" y="2028"/>
                    <a:pt x="6707" y="2023"/>
                    <a:pt x="6689" y="1987"/>
                  </a:cubicBezTo>
                  <a:cubicBezTo>
                    <a:pt x="6689" y="1987"/>
                    <a:pt x="6656" y="1938"/>
                    <a:pt x="6665" y="1930"/>
                  </a:cubicBezTo>
                  <a:close/>
                  <a:moveTo>
                    <a:pt x="7054" y="1914"/>
                  </a:moveTo>
                  <a:cubicBezTo>
                    <a:pt x="7086" y="1962"/>
                    <a:pt x="7119" y="2011"/>
                    <a:pt x="7102" y="2019"/>
                  </a:cubicBezTo>
                  <a:cubicBezTo>
                    <a:pt x="7109" y="2033"/>
                    <a:pt x="7111" y="2039"/>
                    <a:pt x="7109" y="2039"/>
                  </a:cubicBezTo>
                  <a:cubicBezTo>
                    <a:pt x="7103" y="2039"/>
                    <a:pt x="7072" y="1997"/>
                    <a:pt x="7038" y="1922"/>
                  </a:cubicBezTo>
                  <a:lnTo>
                    <a:pt x="7054" y="1914"/>
                  </a:lnTo>
                  <a:close/>
                  <a:moveTo>
                    <a:pt x="6981" y="2019"/>
                  </a:moveTo>
                  <a:lnTo>
                    <a:pt x="7021" y="2068"/>
                  </a:lnTo>
                  <a:lnTo>
                    <a:pt x="7005" y="2068"/>
                  </a:lnTo>
                  <a:cubicBezTo>
                    <a:pt x="7003" y="2070"/>
                    <a:pt x="7001" y="2072"/>
                    <a:pt x="6999" y="2072"/>
                  </a:cubicBezTo>
                  <a:cubicBezTo>
                    <a:pt x="6994" y="2072"/>
                    <a:pt x="6988" y="2062"/>
                    <a:pt x="6965" y="2027"/>
                  </a:cubicBezTo>
                  <a:lnTo>
                    <a:pt x="6981" y="2019"/>
                  </a:lnTo>
                  <a:close/>
                  <a:moveTo>
                    <a:pt x="6484" y="2068"/>
                  </a:moveTo>
                  <a:lnTo>
                    <a:pt x="6484" y="2068"/>
                  </a:lnTo>
                  <a:cubicBezTo>
                    <a:pt x="6489" y="2068"/>
                    <a:pt x="6509" y="2084"/>
                    <a:pt x="6519" y="2084"/>
                  </a:cubicBezTo>
                  <a:lnTo>
                    <a:pt x="6511" y="2084"/>
                  </a:lnTo>
                  <a:cubicBezTo>
                    <a:pt x="6551" y="2124"/>
                    <a:pt x="6551" y="2124"/>
                    <a:pt x="6535" y="2133"/>
                  </a:cubicBezTo>
                  <a:cubicBezTo>
                    <a:pt x="6534" y="2133"/>
                    <a:pt x="6532" y="2133"/>
                    <a:pt x="6531" y="2133"/>
                  </a:cubicBezTo>
                  <a:cubicBezTo>
                    <a:pt x="6515" y="2133"/>
                    <a:pt x="6494" y="2092"/>
                    <a:pt x="6494" y="2092"/>
                  </a:cubicBezTo>
                  <a:cubicBezTo>
                    <a:pt x="6482" y="2074"/>
                    <a:pt x="6480" y="2068"/>
                    <a:pt x="6484" y="2068"/>
                  </a:cubicBezTo>
                  <a:close/>
                  <a:moveTo>
                    <a:pt x="6186" y="2133"/>
                  </a:moveTo>
                  <a:cubicBezTo>
                    <a:pt x="6198" y="2150"/>
                    <a:pt x="6200" y="2156"/>
                    <a:pt x="6199" y="2156"/>
                  </a:cubicBezTo>
                  <a:cubicBezTo>
                    <a:pt x="6196" y="2156"/>
                    <a:pt x="6181" y="2138"/>
                    <a:pt x="6186" y="2133"/>
                  </a:cubicBezTo>
                  <a:close/>
                  <a:moveTo>
                    <a:pt x="7354" y="2076"/>
                  </a:moveTo>
                  <a:lnTo>
                    <a:pt x="7411" y="2173"/>
                  </a:lnTo>
                  <a:lnTo>
                    <a:pt x="7386" y="2124"/>
                  </a:lnTo>
                  <a:cubicBezTo>
                    <a:pt x="7374" y="2107"/>
                    <a:pt x="7362" y="2089"/>
                    <a:pt x="7354" y="2076"/>
                  </a:cubicBezTo>
                  <a:close/>
                  <a:moveTo>
                    <a:pt x="6916" y="2181"/>
                  </a:moveTo>
                  <a:cubicBezTo>
                    <a:pt x="6908" y="2189"/>
                    <a:pt x="6932" y="2238"/>
                    <a:pt x="6932" y="2238"/>
                  </a:cubicBezTo>
                  <a:cubicBezTo>
                    <a:pt x="6932" y="2238"/>
                    <a:pt x="6960" y="2279"/>
                    <a:pt x="6970" y="2279"/>
                  </a:cubicBezTo>
                  <a:cubicBezTo>
                    <a:pt x="6971" y="2279"/>
                    <a:pt x="6972" y="2279"/>
                    <a:pt x="6973" y="2279"/>
                  </a:cubicBezTo>
                  <a:lnTo>
                    <a:pt x="6989" y="2279"/>
                  </a:lnTo>
                  <a:cubicBezTo>
                    <a:pt x="6965" y="2246"/>
                    <a:pt x="6940" y="2214"/>
                    <a:pt x="6916" y="2181"/>
                  </a:cubicBezTo>
                  <a:close/>
                  <a:moveTo>
                    <a:pt x="6219" y="2311"/>
                  </a:moveTo>
                  <a:cubicBezTo>
                    <a:pt x="6230" y="2329"/>
                    <a:pt x="6233" y="2334"/>
                    <a:pt x="6231" y="2334"/>
                  </a:cubicBezTo>
                  <a:cubicBezTo>
                    <a:pt x="6228" y="2334"/>
                    <a:pt x="6214" y="2316"/>
                    <a:pt x="6219" y="2311"/>
                  </a:cubicBezTo>
                  <a:close/>
                  <a:moveTo>
                    <a:pt x="6348" y="2238"/>
                  </a:moveTo>
                  <a:lnTo>
                    <a:pt x="6348" y="2238"/>
                  </a:lnTo>
                  <a:cubicBezTo>
                    <a:pt x="6373" y="2262"/>
                    <a:pt x="6397" y="2295"/>
                    <a:pt x="6421" y="2327"/>
                  </a:cubicBezTo>
                  <a:cubicBezTo>
                    <a:pt x="6432" y="2349"/>
                    <a:pt x="6437" y="2363"/>
                    <a:pt x="6431" y="2363"/>
                  </a:cubicBezTo>
                  <a:cubicBezTo>
                    <a:pt x="6425" y="2363"/>
                    <a:pt x="6404" y="2343"/>
                    <a:pt x="6365" y="2295"/>
                  </a:cubicBezTo>
                  <a:cubicBezTo>
                    <a:pt x="6340" y="2246"/>
                    <a:pt x="6340" y="2246"/>
                    <a:pt x="6348" y="2238"/>
                  </a:cubicBezTo>
                  <a:close/>
                  <a:moveTo>
                    <a:pt x="6275" y="2279"/>
                  </a:moveTo>
                  <a:lnTo>
                    <a:pt x="6316" y="2319"/>
                  </a:lnTo>
                  <a:lnTo>
                    <a:pt x="6332" y="2376"/>
                  </a:lnTo>
                  <a:lnTo>
                    <a:pt x="6324" y="2384"/>
                  </a:lnTo>
                  <a:cubicBezTo>
                    <a:pt x="6292" y="2335"/>
                    <a:pt x="6259" y="2287"/>
                    <a:pt x="6275" y="2279"/>
                  </a:cubicBezTo>
                  <a:close/>
                  <a:moveTo>
                    <a:pt x="5513" y="2570"/>
                  </a:moveTo>
                  <a:lnTo>
                    <a:pt x="5554" y="2611"/>
                  </a:lnTo>
                  <a:lnTo>
                    <a:pt x="5570" y="2668"/>
                  </a:lnTo>
                  <a:lnTo>
                    <a:pt x="5562" y="2668"/>
                  </a:lnTo>
                  <a:cubicBezTo>
                    <a:pt x="5530" y="2619"/>
                    <a:pt x="5505" y="2570"/>
                    <a:pt x="5513" y="2570"/>
                  </a:cubicBezTo>
                  <a:close/>
                  <a:moveTo>
                    <a:pt x="6965" y="2676"/>
                  </a:moveTo>
                  <a:lnTo>
                    <a:pt x="6948" y="2684"/>
                  </a:lnTo>
                  <a:cubicBezTo>
                    <a:pt x="6973" y="2733"/>
                    <a:pt x="6973" y="2733"/>
                    <a:pt x="6981" y="2733"/>
                  </a:cubicBezTo>
                  <a:cubicBezTo>
                    <a:pt x="7005" y="2716"/>
                    <a:pt x="7005" y="2716"/>
                    <a:pt x="6965" y="2676"/>
                  </a:cubicBezTo>
                  <a:close/>
                  <a:moveTo>
                    <a:pt x="5256" y="2708"/>
                  </a:moveTo>
                  <a:cubicBezTo>
                    <a:pt x="5273" y="2708"/>
                    <a:pt x="5312" y="2807"/>
                    <a:pt x="5343" y="2854"/>
                  </a:cubicBezTo>
                  <a:cubicBezTo>
                    <a:pt x="5341" y="2857"/>
                    <a:pt x="5339" y="2858"/>
                    <a:pt x="5337" y="2858"/>
                  </a:cubicBezTo>
                  <a:cubicBezTo>
                    <a:pt x="5332" y="2858"/>
                    <a:pt x="5326" y="2848"/>
                    <a:pt x="5303" y="2814"/>
                  </a:cubicBezTo>
                  <a:cubicBezTo>
                    <a:pt x="5286" y="2781"/>
                    <a:pt x="5270" y="2741"/>
                    <a:pt x="5254" y="2708"/>
                  </a:cubicBezTo>
                  <a:cubicBezTo>
                    <a:pt x="5254" y="2708"/>
                    <a:pt x="5255" y="2708"/>
                    <a:pt x="5256" y="2708"/>
                  </a:cubicBezTo>
                  <a:close/>
                  <a:moveTo>
                    <a:pt x="4986" y="2984"/>
                  </a:moveTo>
                  <a:lnTo>
                    <a:pt x="5027" y="3024"/>
                  </a:lnTo>
                  <a:lnTo>
                    <a:pt x="5051" y="3081"/>
                  </a:lnTo>
                  <a:lnTo>
                    <a:pt x="5035" y="3089"/>
                  </a:lnTo>
                  <a:cubicBezTo>
                    <a:pt x="5011" y="3041"/>
                    <a:pt x="4978" y="2992"/>
                    <a:pt x="4986" y="2984"/>
                  </a:cubicBezTo>
                  <a:close/>
                  <a:moveTo>
                    <a:pt x="5311" y="3195"/>
                  </a:moveTo>
                  <a:cubicBezTo>
                    <a:pt x="5335" y="3227"/>
                    <a:pt x="5351" y="3260"/>
                    <a:pt x="5359" y="3300"/>
                  </a:cubicBezTo>
                  <a:lnTo>
                    <a:pt x="5351" y="3300"/>
                  </a:lnTo>
                  <a:cubicBezTo>
                    <a:pt x="5319" y="3251"/>
                    <a:pt x="5294" y="3203"/>
                    <a:pt x="5303" y="3203"/>
                  </a:cubicBezTo>
                  <a:lnTo>
                    <a:pt x="5311" y="3195"/>
                  </a:lnTo>
                  <a:close/>
                  <a:moveTo>
                    <a:pt x="4248" y="3389"/>
                  </a:moveTo>
                  <a:cubicBezTo>
                    <a:pt x="4289" y="3438"/>
                    <a:pt x="4305" y="3495"/>
                    <a:pt x="4289" y="3495"/>
                  </a:cubicBezTo>
                  <a:cubicBezTo>
                    <a:pt x="4283" y="3501"/>
                    <a:pt x="4279" y="3504"/>
                    <a:pt x="4275" y="3504"/>
                  </a:cubicBezTo>
                  <a:cubicBezTo>
                    <a:pt x="4268" y="3504"/>
                    <a:pt x="4261" y="3493"/>
                    <a:pt x="4240" y="3462"/>
                  </a:cubicBezTo>
                  <a:cubicBezTo>
                    <a:pt x="4216" y="3414"/>
                    <a:pt x="4232" y="3397"/>
                    <a:pt x="4248" y="3389"/>
                  </a:cubicBezTo>
                  <a:close/>
                  <a:moveTo>
                    <a:pt x="3835" y="3681"/>
                  </a:moveTo>
                  <a:cubicBezTo>
                    <a:pt x="3851" y="3722"/>
                    <a:pt x="3867" y="3754"/>
                    <a:pt x="3876" y="3787"/>
                  </a:cubicBezTo>
                  <a:lnTo>
                    <a:pt x="3867" y="3795"/>
                  </a:lnTo>
                  <a:cubicBezTo>
                    <a:pt x="3835" y="3746"/>
                    <a:pt x="3811" y="3697"/>
                    <a:pt x="3819" y="3689"/>
                  </a:cubicBezTo>
                  <a:lnTo>
                    <a:pt x="3835" y="3681"/>
                  </a:lnTo>
                  <a:close/>
                  <a:moveTo>
                    <a:pt x="2545" y="4155"/>
                  </a:moveTo>
                  <a:cubicBezTo>
                    <a:pt x="2545" y="4155"/>
                    <a:pt x="2546" y="4158"/>
                    <a:pt x="2550" y="4162"/>
                  </a:cubicBezTo>
                  <a:lnTo>
                    <a:pt x="2550" y="4162"/>
                  </a:lnTo>
                  <a:cubicBezTo>
                    <a:pt x="2547" y="4157"/>
                    <a:pt x="2545" y="4155"/>
                    <a:pt x="2545" y="4155"/>
                  </a:cubicBezTo>
                  <a:close/>
                  <a:moveTo>
                    <a:pt x="2550" y="4162"/>
                  </a:moveTo>
                  <a:cubicBezTo>
                    <a:pt x="2557" y="4172"/>
                    <a:pt x="2572" y="4194"/>
                    <a:pt x="2595" y="4232"/>
                  </a:cubicBezTo>
                  <a:cubicBezTo>
                    <a:pt x="2596" y="4234"/>
                    <a:pt x="2597" y="4235"/>
                    <a:pt x="2598" y="4236"/>
                  </a:cubicBezTo>
                  <a:lnTo>
                    <a:pt x="2598" y="4236"/>
                  </a:lnTo>
                  <a:cubicBezTo>
                    <a:pt x="2592" y="4222"/>
                    <a:pt x="2583" y="4205"/>
                    <a:pt x="2570" y="4184"/>
                  </a:cubicBezTo>
                  <a:cubicBezTo>
                    <a:pt x="2561" y="4174"/>
                    <a:pt x="2554" y="4167"/>
                    <a:pt x="2550" y="4162"/>
                  </a:cubicBezTo>
                  <a:close/>
                  <a:moveTo>
                    <a:pt x="2546" y="4395"/>
                  </a:moveTo>
                  <a:cubicBezTo>
                    <a:pt x="2541" y="4400"/>
                    <a:pt x="2549" y="4422"/>
                    <a:pt x="2551" y="4422"/>
                  </a:cubicBezTo>
                  <a:cubicBezTo>
                    <a:pt x="2552" y="4422"/>
                    <a:pt x="2552" y="4415"/>
                    <a:pt x="2546" y="4395"/>
                  </a:cubicBezTo>
                  <a:close/>
                  <a:moveTo>
                    <a:pt x="2740" y="4350"/>
                  </a:moveTo>
                  <a:cubicBezTo>
                    <a:pt x="2750" y="4350"/>
                    <a:pt x="2753" y="4362"/>
                    <a:pt x="2765" y="4403"/>
                  </a:cubicBezTo>
                  <a:cubicBezTo>
                    <a:pt x="2778" y="4429"/>
                    <a:pt x="2779" y="4444"/>
                    <a:pt x="2774" y="4444"/>
                  </a:cubicBezTo>
                  <a:cubicBezTo>
                    <a:pt x="2769" y="4444"/>
                    <a:pt x="2760" y="4433"/>
                    <a:pt x="2749" y="4411"/>
                  </a:cubicBezTo>
                  <a:cubicBezTo>
                    <a:pt x="2716" y="4362"/>
                    <a:pt x="2716" y="4362"/>
                    <a:pt x="2724" y="4354"/>
                  </a:cubicBezTo>
                  <a:cubicBezTo>
                    <a:pt x="2731" y="4352"/>
                    <a:pt x="2736" y="4350"/>
                    <a:pt x="2740" y="4350"/>
                  </a:cubicBezTo>
                  <a:close/>
                  <a:moveTo>
                    <a:pt x="2651" y="4395"/>
                  </a:moveTo>
                  <a:lnTo>
                    <a:pt x="2692" y="4443"/>
                  </a:lnTo>
                  <a:lnTo>
                    <a:pt x="2684" y="4443"/>
                  </a:lnTo>
                  <a:cubicBezTo>
                    <a:pt x="2679" y="4446"/>
                    <a:pt x="2676" y="4447"/>
                    <a:pt x="2673" y="4447"/>
                  </a:cubicBezTo>
                  <a:cubicBezTo>
                    <a:pt x="2665" y="4447"/>
                    <a:pt x="2660" y="4437"/>
                    <a:pt x="2643" y="4403"/>
                  </a:cubicBezTo>
                  <a:lnTo>
                    <a:pt x="2651" y="4395"/>
                  </a:lnTo>
                  <a:close/>
                  <a:moveTo>
                    <a:pt x="2546" y="4459"/>
                  </a:moveTo>
                  <a:lnTo>
                    <a:pt x="2586" y="4500"/>
                  </a:lnTo>
                  <a:lnTo>
                    <a:pt x="2570" y="4508"/>
                  </a:lnTo>
                  <a:cubicBezTo>
                    <a:pt x="2562" y="4508"/>
                    <a:pt x="2562" y="4508"/>
                    <a:pt x="2530" y="4459"/>
                  </a:cubicBezTo>
                  <a:close/>
                  <a:moveTo>
                    <a:pt x="3089" y="4484"/>
                  </a:moveTo>
                  <a:lnTo>
                    <a:pt x="3130" y="4524"/>
                  </a:lnTo>
                  <a:cubicBezTo>
                    <a:pt x="3154" y="4573"/>
                    <a:pt x="3146" y="4581"/>
                    <a:pt x="3146" y="4581"/>
                  </a:cubicBezTo>
                  <a:cubicBezTo>
                    <a:pt x="3144" y="4583"/>
                    <a:pt x="3142" y="4585"/>
                    <a:pt x="3140" y="4585"/>
                  </a:cubicBezTo>
                  <a:cubicBezTo>
                    <a:pt x="3135" y="4585"/>
                    <a:pt x="3129" y="4574"/>
                    <a:pt x="3105" y="4532"/>
                  </a:cubicBezTo>
                  <a:cubicBezTo>
                    <a:pt x="3105" y="4532"/>
                    <a:pt x="3081" y="4484"/>
                    <a:pt x="3089" y="4484"/>
                  </a:cubicBezTo>
                  <a:close/>
                  <a:moveTo>
                    <a:pt x="2465" y="4565"/>
                  </a:moveTo>
                  <a:cubicBezTo>
                    <a:pt x="2489" y="4597"/>
                    <a:pt x="2513" y="4622"/>
                    <a:pt x="2538" y="4654"/>
                  </a:cubicBezTo>
                  <a:lnTo>
                    <a:pt x="2522" y="4662"/>
                  </a:lnTo>
                  <a:cubicBezTo>
                    <a:pt x="2521" y="4663"/>
                    <a:pt x="2520" y="4663"/>
                    <a:pt x="2519" y="4663"/>
                  </a:cubicBezTo>
                  <a:cubicBezTo>
                    <a:pt x="2509" y="4663"/>
                    <a:pt x="2481" y="4622"/>
                    <a:pt x="2481" y="4622"/>
                  </a:cubicBezTo>
                  <a:cubicBezTo>
                    <a:pt x="2481" y="4622"/>
                    <a:pt x="2457" y="4573"/>
                    <a:pt x="2465" y="4565"/>
                  </a:cubicBezTo>
                  <a:close/>
                  <a:moveTo>
                    <a:pt x="2984" y="4605"/>
                  </a:moveTo>
                  <a:lnTo>
                    <a:pt x="3024" y="4646"/>
                  </a:lnTo>
                  <a:lnTo>
                    <a:pt x="3049" y="4703"/>
                  </a:lnTo>
                  <a:lnTo>
                    <a:pt x="3032" y="4703"/>
                  </a:lnTo>
                  <a:cubicBezTo>
                    <a:pt x="3008" y="4654"/>
                    <a:pt x="2976" y="4605"/>
                    <a:pt x="2984" y="4605"/>
                  </a:cubicBezTo>
                  <a:close/>
                  <a:moveTo>
                    <a:pt x="2030" y="4778"/>
                  </a:moveTo>
                  <a:cubicBezTo>
                    <a:pt x="2031" y="4778"/>
                    <a:pt x="2035" y="4784"/>
                    <a:pt x="2043" y="4800"/>
                  </a:cubicBezTo>
                  <a:lnTo>
                    <a:pt x="2076" y="4849"/>
                  </a:lnTo>
                  <a:cubicBezTo>
                    <a:pt x="2087" y="4884"/>
                    <a:pt x="2099" y="4924"/>
                    <a:pt x="2095" y="4924"/>
                  </a:cubicBezTo>
                  <a:cubicBezTo>
                    <a:pt x="2094" y="4924"/>
                    <a:pt x="2090" y="4919"/>
                    <a:pt x="2084" y="4905"/>
                  </a:cubicBezTo>
                  <a:cubicBezTo>
                    <a:pt x="2059" y="4873"/>
                    <a:pt x="2043" y="4841"/>
                    <a:pt x="2035" y="4800"/>
                  </a:cubicBezTo>
                  <a:cubicBezTo>
                    <a:pt x="2035" y="4800"/>
                    <a:pt x="2028" y="4778"/>
                    <a:pt x="2030" y="4778"/>
                  </a:cubicBezTo>
                  <a:close/>
                  <a:moveTo>
                    <a:pt x="1768" y="5141"/>
                  </a:moveTo>
                  <a:lnTo>
                    <a:pt x="1768" y="5141"/>
                  </a:lnTo>
                  <a:cubicBezTo>
                    <a:pt x="1776" y="5141"/>
                    <a:pt x="1832" y="5238"/>
                    <a:pt x="1840" y="5295"/>
                  </a:cubicBezTo>
                  <a:cubicBezTo>
                    <a:pt x="1838" y="5297"/>
                    <a:pt x="1836" y="5299"/>
                    <a:pt x="1834" y="5299"/>
                  </a:cubicBezTo>
                  <a:cubicBezTo>
                    <a:pt x="1830" y="5299"/>
                    <a:pt x="1823" y="5289"/>
                    <a:pt x="1800" y="5254"/>
                  </a:cubicBezTo>
                  <a:cubicBezTo>
                    <a:pt x="1768" y="5205"/>
                    <a:pt x="1751" y="5149"/>
                    <a:pt x="1768" y="5141"/>
                  </a:cubicBezTo>
                  <a:close/>
                  <a:moveTo>
                    <a:pt x="265" y="6001"/>
                  </a:moveTo>
                  <a:cubicBezTo>
                    <a:pt x="266" y="6001"/>
                    <a:pt x="280" y="6025"/>
                    <a:pt x="308" y="6073"/>
                  </a:cubicBezTo>
                  <a:cubicBezTo>
                    <a:pt x="341" y="6122"/>
                    <a:pt x="373" y="6170"/>
                    <a:pt x="357" y="6178"/>
                  </a:cubicBezTo>
                  <a:cubicBezTo>
                    <a:pt x="369" y="6210"/>
                    <a:pt x="372" y="6224"/>
                    <a:pt x="370" y="6224"/>
                  </a:cubicBezTo>
                  <a:cubicBezTo>
                    <a:pt x="364" y="6224"/>
                    <a:pt x="328" y="6154"/>
                    <a:pt x="300" y="6081"/>
                  </a:cubicBezTo>
                  <a:cubicBezTo>
                    <a:pt x="275" y="6027"/>
                    <a:pt x="263" y="6001"/>
                    <a:pt x="265" y="6001"/>
                  </a:cubicBezTo>
                  <a:close/>
                  <a:moveTo>
                    <a:pt x="8785" y="404"/>
                  </a:moveTo>
                  <a:cubicBezTo>
                    <a:pt x="8781" y="404"/>
                    <a:pt x="8795" y="428"/>
                    <a:pt x="8829" y="487"/>
                  </a:cubicBezTo>
                  <a:cubicBezTo>
                    <a:pt x="8860" y="539"/>
                    <a:pt x="8867" y="565"/>
                    <a:pt x="8857" y="565"/>
                  </a:cubicBezTo>
                  <a:cubicBezTo>
                    <a:pt x="8849" y="565"/>
                    <a:pt x="8827" y="545"/>
                    <a:pt x="8797" y="503"/>
                  </a:cubicBezTo>
                  <a:lnTo>
                    <a:pt x="8773" y="519"/>
                  </a:lnTo>
                  <a:cubicBezTo>
                    <a:pt x="8765" y="519"/>
                    <a:pt x="8797" y="568"/>
                    <a:pt x="8821" y="616"/>
                  </a:cubicBezTo>
                  <a:cubicBezTo>
                    <a:pt x="8856" y="676"/>
                    <a:pt x="8869" y="699"/>
                    <a:pt x="8866" y="699"/>
                  </a:cubicBezTo>
                  <a:cubicBezTo>
                    <a:pt x="8863" y="699"/>
                    <a:pt x="8853" y="689"/>
                    <a:pt x="8837" y="673"/>
                  </a:cubicBezTo>
                  <a:cubicBezTo>
                    <a:pt x="8813" y="649"/>
                    <a:pt x="8789" y="616"/>
                    <a:pt x="8773" y="584"/>
                  </a:cubicBezTo>
                  <a:cubicBezTo>
                    <a:pt x="8748" y="548"/>
                    <a:pt x="8738" y="543"/>
                    <a:pt x="8730" y="543"/>
                  </a:cubicBezTo>
                  <a:cubicBezTo>
                    <a:pt x="8728" y="543"/>
                    <a:pt x="8726" y="543"/>
                    <a:pt x="8724" y="543"/>
                  </a:cubicBezTo>
                  <a:cubicBezTo>
                    <a:pt x="8708" y="552"/>
                    <a:pt x="8692" y="568"/>
                    <a:pt x="8716" y="616"/>
                  </a:cubicBezTo>
                  <a:lnTo>
                    <a:pt x="8692" y="568"/>
                  </a:lnTo>
                  <a:cubicBezTo>
                    <a:pt x="8681" y="568"/>
                    <a:pt x="8666" y="546"/>
                    <a:pt x="8665" y="546"/>
                  </a:cubicBezTo>
                  <a:lnTo>
                    <a:pt x="8665" y="546"/>
                  </a:lnTo>
                  <a:cubicBezTo>
                    <a:pt x="8665" y="546"/>
                    <a:pt x="8667" y="552"/>
                    <a:pt x="8675" y="568"/>
                  </a:cubicBezTo>
                  <a:cubicBezTo>
                    <a:pt x="8675" y="568"/>
                    <a:pt x="8675" y="568"/>
                    <a:pt x="8673" y="568"/>
                  </a:cubicBezTo>
                  <a:cubicBezTo>
                    <a:pt x="8667" y="568"/>
                    <a:pt x="8653" y="564"/>
                    <a:pt x="8619" y="535"/>
                  </a:cubicBezTo>
                  <a:cubicBezTo>
                    <a:pt x="8613" y="531"/>
                    <a:pt x="8608" y="530"/>
                    <a:pt x="8604" y="530"/>
                  </a:cubicBezTo>
                  <a:cubicBezTo>
                    <a:pt x="8577" y="530"/>
                    <a:pt x="8605" y="625"/>
                    <a:pt x="8682" y="696"/>
                  </a:cubicBezTo>
                  <a:lnTo>
                    <a:pt x="8682" y="696"/>
                  </a:lnTo>
                  <a:cubicBezTo>
                    <a:pt x="8678" y="698"/>
                    <a:pt x="8674" y="701"/>
                    <a:pt x="8667" y="706"/>
                  </a:cubicBezTo>
                  <a:cubicBezTo>
                    <a:pt x="8659" y="706"/>
                    <a:pt x="8692" y="754"/>
                    <a:pt x="8692" y="754"/>
                  </a:cubicBezTo>
                  <a:cubicBezTo>
                    <a:pt x="8716" y="803"/>
                    <a:pt x="8708" y="811"/>
                    <a:pt x="8700" y="819"/>
                  </a:cubicBezTo>
                  <a:lnTo>
                    <a:pt x="8635" y="722"/>
                  </a:lnTo>
                  <a:cubicBezTo>
                    <a:pt x="8594" y="636"/>
                    <a:pt x="8561" y="587"/>
                    <a:pt x="8552" y="587"/>
                  </a:cubicBezTo>
                  <a:lnTo>
                    <a:pt x="8552" y="587"/>
                  </a:lnTo>
                  <a:cubicBezTo>
                    <a:pt x="8547" y="587"/>
                    <a:pt x="8552" y="609"/>
                    <a:pt x="8573" y="654"/>
                  </a:cubicBezTo>
                  <a:lnTo>
                    <a:pt x="8573" y="654"/>
                  </a:lnTo>
                  <a:cubicBezTo>
                    <a:pt x="8569" y="647"/>
                    <a:pt x="8565" y="640"/>
                    <a:pt x="8562" y="633"/>
                  </a:cubicBezTo>
                  <a:cubicBezTo>
                    <a:pt x="8547" y="611"/>
                    <a:pt x="8538" y="601"/>
                    <a:pt x="8532" y="601"/>
                  </a:cubicBezTo>
                  <a:cubicBezTo>
                    <a:pt x="8525" y="601"/>
                    <a:pt x="8525" y="617"/>
                    <a:pt x="8529" y="649"/>
                  </a:cubicBezTo>
                  <a:cubicBezTo>
                    <a:pt x="8513" y="657"/>
                    <a:pt x="8562" y="762"/>
                    <a:pt x="8594" y="811"/>
                  </a:cubicBezTo>
                  <a:cubicBezTo>
                    <a:pt x="8619" y="860"/>
                    <a:pt x="8610" y="868"/>
                    <a:pt x="8610" y="868"/>
                  </a:cubicBezTo>
                  <a:cubicBezTo>
                    <a:pt x="8602" y="868"/>
                    <a:pt x="8602" y="868"/>
                    <a:pt x="8570" y="819"/>
                  </a:cubicBezTo>
                  <a:cubicBezTo>
                    <a:pt x="8544" y="775"/>
                    <a:pt x="8525" y="755"/>
                    <a:pt x="8517" y="755"/>
                  </a:cubicBezTo>
                  <a:cubicBezTo>
                    <a:pt x="8506" y="755"/>
                    <a:pt x="8511" y="785"/>
                    <a:pt x="8538" y="843"/>
                  </a:cubicBezTo>
                  <a:lnTo>
                    <a:pt x="8505" y="795"/>
                  </a:lnTo>
                  <a:cubicBezTo>
                    <a:pt x="8490" y="765"/>
                    <a:pt x="8469" y="735"/>
                    <a:pt x="8450" y="735"/>
                  </a:cubicBezTo>
                  <a:cubicBezTo>
                    <a:pt x="8437" y="735"/>
                    <a:pt x="8425" y="747"/>
                    <a:pt x="8416" y="779"/>
                  </a:cubicBezTo>
                  <a:cubicBezTo>
                    <a:pt x="8395" y="791"/>
                    <a:pt x="8375" y="802"/>
                    <a:pt x="8357" y="802"/>
                  </a:cubicBezTo>
                  <a:cubicBezTo>
                    <a:pt x="8341" y="802"/>
                    <a:pt x="8326" y="793"/>
                    <a:pt x="8310" y="770"/>
                  </a:cubicBezTo>
                  <a:cubicBezTo>
                    <a:pt x="8305" y="763"/>
                    <a:pt x="8302" y="759"/>
                    <a:pt x="8299" y="759"/>
                  </a:cubicBezTo>
                  <a:lnTo>
                    <a:pt x="8299" y="759"/>
                  </a:lnTo>
                  <a:cubicBezTo>
                    <a:pt x="8284" y="759"/>
                    <a:pt x="8301" y="861"/>
                    <a:pt x="8335" y="957"/>
                  </a:cubicBezTo>
                  <a:cubicBezTo>
                    <a:pt x="8314" y="926"/>
                    <a:pt x="8303" y="915"/>
                    <a:pt x="8292" y="915"/>
                  </a:cubicBezTo>
                  <a:cubicBezTo>
                    <a:pt x="8286" y="915"/>
                    <a:pt x="8279" y="919"/>
                    <a:pt x="8270" y="925"/>
                  </a:cubicBezTo>
                  <a:cubicBezTo>
                    <a:pt x="8258" y="930"/>
                    <a:pt x="8251" y="934"/>
                    <a:pt x="8245" y="934"/>
                  </a:cubicBezTo>
                  <a:cubicBezTo>
                    <a:pt x="8234" y="934"/>
                    <a:pt x="8229" y="923"/>
                    <a:pt x="8213" y="892"/>
                  </a:cubicBezTo>
                  <a:cubicBezTo>
                    <a:pt x="8189" y="840"/>
                    <a:pt x="8177" y="814"/>
                    <a:pt x="8175" y="814"/>
                  </a:cubicBezTo>
                  <a:lnTo>
                    <a:pt x="8175" y="814"/>
                  </a:lnTo>
                  <a:cubicBezTo>
                    <a:pt x="8172" y="814"/>
                    <a:pt x="8180" y="842"/>
                    <a:pt x="8197" y="900"/>
                  </a:cubicBezTo>
                  <a:cubicBezTo>
                    <a:pt x="8218" y="943"/>
                    <a:pt x="8219" y="962"/>
                    <a:pt x="8208" y="962"/>
                  </a:cubicBezTo>
                  <a:cubicBezTo>
                    <a:pt x="8194" y="962"/>
                    <a:pt x="8160" y="930"/>
                    <a:pt x="8124" y="876"/>
                  </a:cubicBezTo>
                  <a:cubicBezTo>
                    <a:pt x="8109" y="845"/>
                    <a:pt x="8100" y="834"/>
                    <a:pt x="8089" y="834"/>
                  </a:cubicBezTo>
                  <a:cubicBezTo>
                    <a:pt x="8083" y="834"/>
                    <a:pt x="8076" y="837"/>
                    <a:pt x="8067" y="843"/>
                  </a:cubicBezTo>
                  <a:cubicBezTo>
                    <a:pt x="8083" y="900"/>
                    <a:pt x="8059" y="908"/>
                    <a:pt x="8043" y="916"/>
                  </a:cubicBezTo>
                  <a:cubicBezTo>
                    <a:pt x="8010" y="941"/>
                    <a:pt x="8010" y="941"/>
                    <a:pt x="8067" y="1038"/>
                  </a:cubicBezTo>
                  <a:cubicBezTo>
                    <a:pt x="8124" y="1135"/>
                    <a:pt x="8116" y="1135"/>
                    <a:pt x="8092" y="1152"/>
                  </a:cubicBezTo>
                  <a:cubicBezTo>
                    <a:pt x="8089" y="1154"/>
                    <a:pt x="8086" y="1156"/>
                    <a:pt x="8082" y="1156"/>
                  </a:cubicBezTo>
                  <a:cubicBezTo>
                    <a:pt x="8073" y="1156"/>
                    <a:pt x="8060" y="1146"/>
                    <a:pt x="8043" y="1111"/>
                  </a:cubicBezTo>
                  <a:cubicBezTo>
                    <a:pt x="8043" y="1111"/>
                    <a:pt x="8009" y="1077"/>
                    <a:pt x="7997" y="1077"/>
                  </a:cubicBezTo>
                  <a:cubicBezTo>
                    <a:pt x="7996" y="1077"/>
                    <a:pt x="7995" y="1078"/>
                    <a:pt x="7994" y="1079"/>
                  </a:cubicBezTo>
                  <a:cubicBezTo>
                    <a:pt x="7990" y="1081"/>
                    <a:pt x="7986" y="1083"/>
                    <a:pt x="7981" y="1083"/>
                  </a:cubicBezTo>
                  <a:cubicBezTo>
                    <a:pt x="7971" y="1083"/>
                    <a:pt x="7961" y="1073"/>
                    <a:pt x="7938" y="1038"/>
                  </a:cubicBezTo>
                  <a:cubicBezTo>
                    <a:pt x="7938" y="1038"/>
                    <a:pt x="7904" y="1005"/>
                    <a:pt x="7886" y="1005"/>
                  </a:cubicBezTo>
                  <a:cubicBezTo>
                    <a:pt x="7884" y="1005"/>
                    <a:pt x="7882" y="1005"/>
                    <a:pt x="7881" y="1006"/>
                  </a:cubicBezTo>
                  <a:cubicBezTo>
                    <a:pt x="7870" y="1013"/>
                    <a:pt x="7860" y="1018"/>
                    <a:pt x="7849" y="1018"/>
                  </a:cubicBezTo>
                  <a:cubicBezTo>
                    <a:pt x="7835" y="1018"/>
                    <a:pt x="7822" y="1009"/>
                    <a:pt x="7808" y="981"/>
                  </a:cubicBezTo>
                  <a:lnTo>
                    <a:pt x="7808" y="981"/>
                  </a:lnTo>
                  <a:cubicBezTo>
                    <a:pt x="7800" y="989"/>
                    <a:pt x="7800" y="989"/>
                    <a:pt x="7824" y="1038"/>
                  </a:cubicBezTo>
                  <a:cubicBezTo>
                    <a:pt x="7851" y="1079"/>
                    <a:pt x="7867" y="1125"/>
                    <a:pt x="7829" y="1125"/>
                  </a:cubicBezTo>
                  <a:cubicBezTo>
                    <a:pt x="7821" y="1125"/>
                    <a:pt x="7812" y="1123"/>
                    <a:pt x="7800" y="1119"/>
                  </a:cubicBezTo>
                  <a:cubicBezTo>
                    <a:pt x="7775" y="1127"/>
                    <a:pt x="7743" y="1143"/>
                    <a:pt x="7775" y="1192"/>
                  </a:cubicBezTo>
                  <a:cubicBezTo>
                    <a:pt x="7773" y="1194"/>
                    <a:pt x="7771" y="1196"/>
                    <a:pt x="7769" y="1196"/>
                  </a:cubicBezTo>
                  <a:cubicBezTo>
                    <a:pt x="7765" y="1196"/>
                    <a:pt x="7758" y="1186"/>
                    <a:pt x="7735" y="1152"/>
                  </a:cubicBezTo>
                  <a:cubicBezTo>
                    <a:pt x="7709" y="1108"/>
                    <a:pt x="7690" y="1087"/>
                    <a:pt x="7681" y="1087"/>
                  </a:cubicBezTo>
                  <a:cubicBezTo>
                    <a:pt x="7669" y="1087"/>
                    <a:pt x="7672" y="1118"/>
                    <a:pt x="7694" y="1176"/>
                  </a:cubicBezTo>
                  <a:cubicBezTo>
                    <a:pt x="7708" y="1203"/>
                    <a:pt x="7711" y="1218"/>
                    <a:pt x="7704" y="1218"/>
                  </a:cubicBezTo>
                  <a:cubicBezTo>
                    <a:pt x="7699" y="1218"/>
                    <a:pt x="7687" y="1210"/>
                    <a:pt x="7670" y="1192"/>
                  </a:cubicBezTo>
                  <a:lnTo>
                    <a:pt x="7670" y="1192"/>
                  </a:lnTo>
                  <a:cubicBezTo>
                    <a:pt x="7670" y="1192"/>
                    <a:pt x="7662" y="1192"/>
                    <a:pt x="7678" y="1249"/>
                  </a:cubicBezTo>
                  <a:cubicBezTo>
                    <a:pt x="7687" y="1280"/>
                    <a:pt x="7691" y="1294"/>
                    <a:pt x="7685" y="1294"/>
                  </a:cubicBezTo>
                  <a:cubicBezTo>
                    <a:pt x="7680" y="1294"/>
                    <a:pt x="7668" y="1284"/>
                    <a:pt x="7646" y="1265"/>
                  </a:cubicBezTo>
                  <a:cubicBezTo>
                    <a:pt x="7625" y="1235"/>
                    <a:pt x="7615" y="1226"/>
                    <a:pt x="7608" y="1226"/>
                  </a:cubicBezTo>
                  <a:cubicBezTo>
                    <a:pt x="7603" y="1226"/>
                    <a:pt x="7600" y="1230"/>
                    <a:pt x="7597" y="1233"/>
                  </a:cubicBezTo>
                  <a:cubicBezTo>
                    <a:pt x="7603" y="1277"/>
                    <a:pt x="7530" y="1326"/>
                    <a:pt x="7479" y="1326"/>
                  </a:cubicBezTo>
                  <a:cubicBezTo>
                    <a:pt x="7464" y="1326"/>
                    <a:pt x="7452" y="1323"/>
                    <a:pt x="7443" y="1314"/>
                  </a:cubicBezTo>
                  <a:lnTo>
                    <a:pt x="7443" y="1314"/>
                  </a:lnTo>
                  <a:cubicBezTo>
                    <a:pt x="7459" y="1370"/>
                    <a:pt x="7459" y="1370"/>
                    <a:pt x="7451" y="1370"/>
                  </a:cubicBezTo>
                  <a:cubicBezTo>
                    <a:pt x="7428" y="1339"/>
                    <a:pt x="7416" y="1326"/>
                    <a:pt x="7411" y="1326"/>
                  </a:cubicBezTo>
                  <a:lnTo>
                    <a:pt x="7411" y="1326"/>
                  </a:lnTo>
                  <a:cubicBezTo>
                    <a:pt x="7402" y="1326"/>
                    <a:pt x="7422" y="1372"/>
                    <a:pt x="7459" y="1435"/>
                  </a:cubicBezTo>
                  <a:lnTo>
                    <a:pt x="7467" y="1427"/>
                  </a:lnTo>
                  <a:lnTo>
                    <a:pt x="7483" y="1419"/>
                  </a:lnTo>
                  <a:cubicBezTo>
                    <a:pt x="7512" y="1468"/>
                    <a:pt x="7518" y="1498"/>
                    <a:pt x="7506" y="1498"/>
                  </a:cubicBezTo>
                  <a:cubicBezTo>
                    <a:pt x="7494" y="1498"/>
                    <a:pt x="7463" y="1468"/>
                    <a:pt x="7419" y="1395"/>
                  </a:cubicBezTo>
                  <a:cubicBezTo>
                    <a:pt x="7387" y="1347"/>
                    <a:pt x="7371" y="1323"/>
                    <a:pt x="7367" y="1323"/>
                  </a:cubicBezTo>
                  <a:lnTo>
                    <a:pt x="7367" y="1323"/>
                  </a:lnTo>
                  <a:cubicBezTo>
                    <a:pt x="7363" y="1323"/>
                    <a:pt x="7374" y="1349"/>
                    <a:pt x="7394" y="1403"/>
                  </a:cubicBezTo>
                  <a:cubicBezTo>
                    <a:pt x="7420" y="1459"/>
                    <a:pt x="7430" y="1487"/>
                    <a:pt x="7423" y="1487"/>
                  </a:cubicBezTo>
                  <a:cubicBezTo>
                    <a:pt x="7416" y="1487"/>
                    <a:pt x="7396" y="1465"/>
                    <a:pt x="7362" y="1419"/>
                  </a:cubicBezTo>
                  <a:cubicBezTo>
                    <a:pt x="7334" y="1371"/>
                    <a:pt x="7320" y="1347"/>
                    <a:pt x="7318" y="1347"/>
                  </a:cubicBezTo>
                  <a:lnTo>
                    <a:pt x="7318" y="1347"/>
                  </a:lnTo>
                  <a:cubicBezTo>
                    <a:pt x="7317" y="1347"/>
                    <a:pt x="7329" y="1373"/>
                    <a:pt x="7354" y="1427"/>
                  </a:cubicBezTo>
                  <a:cubicBezTo>
                    <a:pt x="7411" y="1551"/>
                    <a:pt x="7432" y="1625"/>
                    <a:pt x="7416" y="1625"/>
                  </a:cubicBezTo>
                  <a:cubicBezTo>
                    <a:pt x="7405" y="1625"/>
                    <a:pt x="7376" y="1588"/>
                    <a:pt x="7329" y="1508"/>
                  </a:cubicBezTo>
                  <a:cubicBezTo>
                    <a:pt x="7277" y="1418"/>
                    <a:pt x="7238" y="1370"/>
                    <a:pt x="7226" y="1370"/>
                  </a:cubicBezTo>
                  <a:cubicBezTo>
                    <a:pt x="7225" y="1370"/>
                    <a:pt x="7225" y="1370"/>
                    <a:pt x="7224" y="1370"/>
                  </a:cubicBezTo>
                  <a:cubicBezTo>
                    <a:pt x="7208" y="1379"/>
                    <a:pt x="7240" y="1427"/>
                    <a:pt x="7265" y="1476"/>
                  </a:cubicBezTo>
                  <a:cubicBezTo>
                    <a:pt x="7303" y="1522"/>
                    <a:pt x="7319" y="1547"/>
                    <a:pt x="7314" y="1547"/>
                  </a:cubicBezTo>
                  <a:cubicBezTo>
                    <a:pt x="7309" y="1547"/>
                    <a:pt x="7287" y="1527"/>
                    <a:pt x="7248" y="1484"/>
                  </a:cubicBezTo>
                  <a:cubicBezTo>
                    <a:pt x="7190" y="1421"/>
                    <a:pt x="7154" y="1393"/>
                    <a:pt x="7136" y="1393"/>
                  </a:cubicBezTo>
                  <a:cubicBezTo>
                    <a:pt x="7116" y="1393"/>
                    <a:pt x="7118" y="1425"/>
                    <a:pt x="7135" y="1484"/>
                  </a:cubicBezTo>
                  <a:cubicBezTo>
                    <a:pt x="7139" y="1550"/>
                    <a:pt x="7132" y="1585"/>
                    <a:pt x="7120" y="1585"/>
                  </a:cubicBezTo>
                  <a:cubicBezTo>
                    <a:pt x="7110" y="1585"/>
                    <a:pt x="7097" y="1560"/>
                    <a:pt x="7086" y="1508"/>
                  </a:cubicBezTo>
                  <a:cubicBezTo>
                    <a:pt x="7068" y="1447"/>
                    <a:pt x="7060" y="1422"/>
                    <a:pt x="7058" y="1422"/>
                  </a:cubicBezTo>
                  <a:lnTo>
                    <a:pt x="7058" y="1422"/>
                  </a:lnTo>
                  <a:cubicBezTo>
                    <a:pt x="7056" y="1422"/>
                    <a:pt x="7058" y="1436"/>
                    <a:pt x="7062" y="1460"/>
                  </a:cubicBezTo>
                  <a:lnTo>
                    <a:pt x="7005" y="1492"/>
                  </a:lnTo>
                  <a:cubicBezTo>
                    <a:pt x="6997" y="1492"/>
                    <a:pt x="7013" y="1549"/>
                    <a:pt x="7038" y="1597"/>
                  </a:cubicBezTo>
                  <a:cubicBezTo>
                    <a:pt x="7001" y="1547"/>
                    <a:pt x="6969" y="1512"/>
                    <a:pt x="6955" y="1512"/>
                  </a:cubicBezTo>
                  <a:cubicBezTo>
                    <a:pt x="6944" y="1512"/>
                    <a:pt x="6942" y="1532"/>
                    <a:pt x="6956" y="1581"/>
                  </a:cubicBezTo>
                  <a:lnTo>
                    <a:pt x="6940" y="1589"/>
                  </a:lnTo>
                  <a:cubicBezTo>
                    <a:pt x="6924" y="1597"/>
                    <a:pt x="6924" y="1597"/>
                    <a:pt x="6948" y="1654"/>
                  </a:cubicBezTo>
                  <a:cubicBezTo>
                    <a:pt x="6954" y="1673"/>
                    <a:pt x="6953" y="1680"/>
                    <a:pt x="6948" y="1680"/>
                  </a:cubicBezTo>
                  <a:cubicBezTo>
                    <a:pt x="6938" y="1680"/>
                    <a:pt x="6911" y="1649"/>
                    <a:pt x="6884" y="1622"/>
                  </a:cubicBezTo>
                  <a:cubicBezTo>
                    <a:pt x="6855" y="1593"/>
                    <a:pt x="6827" y="1561"/>
                    <a:pt x="6823" y="1561"/>
                  </a:cubicBezTo>
                  <a:lnTo>
                    <a:pt x="6823" y="1561"/>
                  </a:lnTo>
                  <a:cubicBezTo>
                    <a:pt x="6822" y="1561"/>
                    <a:pt x="6825" y="1567"/>
                    <a:pt x="6835" y="1581"/>
                  </a:cubicBezTo>
                  <a:cubicBezTo>
                    <a:pt x="6859" y="1638"/>
                    <a:pt x="6875" y="1695"/>
                    <a:pt x="6884" y="1751"/>
                  </a:cubicBezTo>
                  <a:cubicBezTo>
                    <a:pt x="6891" y="1767"/>
                    <a:pt x="6892" y="1773"/>
                    <a:pt x="6890" y="1773"/>
                  </a:cubicBezTo>
                  <a:cubicBezTo>
                    <a:pt x="6885" y="1773"/>
                    <a:pt x="6862" y="1742"/>
                    <a:pt x="6851" y="1703"/>
                  </a:cubicBezTo>
                  <a:cubicBezTo>
                    <a:pt x="6827" y="1670"/>
                    <a:pt x="6802" y="1638"/>
                    <a:pt x="6770" y="1622"/>
                  </a:cubicBezTo>
                  <a:cubicBezTo>
                    <a:pt x="6754" y="1630"/>
                    <a:pt x="6738" y="1638"/>
                    <a:pt x="6762" y="1687"/>
                  </a:cubicBezTo>
                  <a:cubicBezTo>
                    <a:pt x="6784" y="1720"/>
                    <a:pt x="6761" y="1746"/>
                    <a:pt x="6731" y="1746"/>
                  </a:cubicBezTo>
                  <a:cubicBezTo>
                    <a:pt x="6717" y="1746"/>
                    <a:pt x="6702" y="1740"/>
                    <a:pt x="6689" y="1727"/>
                  </a:cubicBezTo>
                  <a:lnTo>
                    <a:pt x="6665" y="1743"/>
                  </a:lnTo>
                  <a:cubicBezTo>
                    <a:pt x="6656" y="1743"/>
                    <a:pt x="6673" y="1800"/>
                    <a:pt x="6665" y="1808"/>
                  </a:cubicBezTo>
                  <a:cubicBezTo>
                    <a:pt x="6665" y="1808"/>
                    <a:pt x="6656" y="1816"/>
                    <a:pt x="6673" y="1865"/>
                  </a:cubicBezTo>
                  <a:cubicBezTo>
                    <a:pt x="6667" y="1868"/>
                    <a:pt x="6662" y="1871"/>
                    <a:pt x="6656" y="1871"/>
                  </a:cubicBezTo>
                  <a:cubicBezTo>
                    <a:pt x="6648" y="1871"/>
                    <a:pt x="6639" y="1863"/>
                    <a:pt x="6624" y="1833"/>
                  </a:cubicBezTo>
                  <a:lnTo>
                    <a:pt x="6624" y="1833"/>
                  </a:lnTo>
                  <a:cubicBezTo>
                    <a:pt x="6645" y="1882"/>
                    <a:pt x="6655" y="1907"/>
                    <a:pt x="6651" y="1907"/>
                  </a:cubicBezTo>
                  <a:cubicBezTo>
                    <a:pt x="6648" y="1907"/>
                    <a:pt x="6631" y="1884"/>
                    <a:pt x="6600" y="1841"/>
                  </a:cubicBezTo>
                  <a:cubicBezTo>
                    <a:pt x="6572" y="1793"/>
                    <a:pt x="6558" y="1769"/>
                    <a:pt x="6556" y="1769"/>
                  </a:cubicBezTo>
                  <a:lnTo>
                    <a:pt x="6556" y="1769"/>
                  </a:lnTo>
                  <a:cubicBezTo>
                    <a:pt x="6555" y="1769"/>
                    <a:pt x="6567" y="1795"/>
                    <a:pt x="6592" y="1849"/>
                  </a:cubicBezTo>
                  <a:cubicBezTo>
                    <a:pt x="6600" y="1878"/>
                    <a:pt x="6604" y="1892"/>
                    <a:pt x="6600" y="1892"/>
                  </a:cubicBezTo>
                  <a:cubicBezTo>
                    <a:pt x="6597" y="1892"/>
                    <a:pt x="6587" y="1880"/>
                    <a:pt x="6567" y="1857"/>
                  </a:cubicBezTo>
                  <a:cubicBezTo>
                    <a:pt x="6552" y="1835"/>
                    <a:pt x="6543" y="1824"/>
                    <a:pt x="6540" y="1824"/>
                  </a:cubicBezTo>
                  <a:lnTo>
                    <a:pt x="6540" y="1824"/>
                  </a:lnTo>
                  <a:cubicBezTo>
                    <a:pt x="6536" y="1824"/>
                    <a:pt x="6542" y="1839"/>
                    <a:pt x="6559" y="1865"/>
                  </a:cubicBezTo>
                  <a:cubicBezTo>
                    <a:pt x="6586" y="1934"/>
                    <a:pt x="6595" y="1986"/>
                    <a:pt x="6582" y="1986"/>
                  </a:cubicBezTo>
                  <a:cubicBezTo>
                    <a:pt x="6575" y="1986"/>
                    <a:pt x="6563" y="1971"/>
                    <a:pt x="6543" y="1938"/>
                  </a:cubicBezTo>
                  <a:lnTo>
                    <a:pt x="6543" y="1938"/>
                  </a:lnTo>
                  <a:cubicBezTo>
                    <a:pt x="6543" y="1938"/>
                    <a:pt x="6527" y="1946"/>
                    <a:pt x="6551" y="2003"/>
                  </a:cubicBezTo>
                  <a:cubicBezTo>
                    <a:pt x="6575" y="2051"/>
                    <a:pt x="6588" y="2076"/>
                    <a:pt x="6586" y="2076"/>
                  </a:cubicBezTo>
                  <a:cubicBezTo>
                    <a:pt x="6584" y="2076"/>
                    <a:pt x="6567" y="2051"/>
                    <a:pt x="6535" y="2003"/>
                  </a:cubicBezTo>
                  <a:cubicBezTo>
                    <a:pt x="6505" y="1961"/>
                    <a:pt x="6487" y="1941"/>
                    <a:pt x="6480" y="1941"/>
                  </a:cubicBezTo>
                  <a:lnTo>
                    <a:pt x="6480" y="1941"/>
                  </a:lnTo>
                  <a:cubicBezTo>
                    <a:pt x="6473" y="1941"/>
                    <a:pt x="6481" y="1967"/>
                    <a:pt x="6502" y="2019"/>
                  </a:cubicBezTo>
                  <a:cubicBezTo>
                    <a:pt x="6502" y="2019"/>
                    <a:pt x="6516" y="2050"/>
                    <a:pt x="6506" y="2050"/>
                  </a:cubicBezTo>
                  <a:cubicBezTo>
                    <a:pt x="6503" y="2050"/>
                    <a:pt x="6497" y="2046"/>
                    <a:pt x="6486" y="2035"/>
                  </a:cubicBezTo>
                  <a:cubicBezTo>
                    <a:pt x="6462" y="2018"/>
                    <a:pt x="6431" y="2006"/>
                    <a:pt x="6409" y="2006"/>
                  </a:cubicBezTo>
                  <a:cubicBezTo>
                    <a:pt x="6381" y="2006"/>
                    <a:pt x="6369" y="2025"/>
                    <a:pt x="6405" y="2076"/>
                  </a:cubicBezTo>
                  <a:lnTo>
                    <a:pt x="6389" y="2092"/>
                  </a:lnTo>
                  <a:cubicBezTo>
                    <a:pt x="6368" y="2075"/>
                    <a:pt x="6353" y="2066"/>
                    <a:pt x="6344" y="2066"/>
                  </a:cubicBezTo>
                  <a:cubicBezTo>
                    <a:pt x="6332" y="2066"/>
                    <a:pt x="6331" y="2081"/>
                    <a:pt x="6340" y="2108"/>
                  </a:cubicBezTo>
                  <a:lnTo>
                    <a:pt x="6365" y="2165"/>
                  </a:lnTo>
                  <a:cubicBezTo>
                    <a:pt x="6335" y="2121"/>
                    <a:pt x="6299" y="2083"/>
                    <a:pt x="6286" y="2083"/>
                  </a:cubicBezTo>
                  <a:cubicBezTo>
                    <a:pt x="6285" y="2083"/>
                    <a:pt x="6284" y="2083"/>
                    <a:pt x="6284" y="2084"/>
                  </a:cubicBezTo>
                  <a:cubicBezTo>
                    <a:pt x="6275" y="2084"/>
                    <a:pt x="6275" y="2084"/>
                    <a:pt x="6300" y="2133"/>
                  </a:cubicBezTo>
                  <a:cubicBezTo>
                    <a:pt x="6340" y="2181"/>
                    <a:pt x="6332" y="2181"/>
                    <a:pt x="6316" y="2189"/>
                  </a:cubicBezTo>
                  <a:cubicBezTo>
                    <a:pt x="6315" y="2190"/>
                    <a:pt x="6314" y="2190"/>
                    <a:pt x="6313" y="2190"/>
                  </a:cubicBezTo>
                  <a:cubicBezTo>
                    <a:pt x="6301" y="2190"/>
                    <a:pt x="6265" y="2153"/>
                    <a:pt x="6243" y="2108"/>
                  </a:cubicBezTo>
                  <a:lnTo>
                    <a:pt x="6227" y="2108"/>
                  </a:lnTo>
                  <a:cubicBezTo>
                    <a:pt x="6262" y="2168"/>
                    <a:pt x="6272" y="2194"/>
                    <a:pt x="6267" y="2194"/>
                  </a:cubicBezTo>
                  <a:cubicBezTo>
                    <a:pt x="6264" y="2194"/>
                    <a:pt x="6256" y="2184"/>
                    <a:pt x="6243" y="2165"/>
                  </a:cubicBezTo>
                  <a:cubicBezTo>
                    <a:pt x="6221" y="2137"/>
                    <a:pt x="6206" y="2128"/>
                    <a:pt x="6196" y="2128"/>
                  </a:cubicBezTo>
                  <a:cubicBezTo>
                    <a:pt x="6192" y="2128"/>
                    <a:pt x="6189" y="2130"/>
                    <a:pt x="6186" y="2133"/>
                  </a:cubicBezTo>
                  <a:lnTo>
                    <a:pt x="6154" y="2084"/>
                  </a:lnTo>
                  <a:cubicBezTo>
                    <a:pt x="6143" y="2073"/>
                    <a:pt x="6138" y="2069"/>
                    <a:pt x="6136" y="2069"/>
                  </a:cubicBezTo>
                  <a:lnTo>
                    <a:pt x="6136" y="2069"/>
                  </a:lnTo>
                  <a:cubicBezTo>
                    <a:pt x="6130" y="2069"/>
                    <a:pt x="6154" y="2105"/>
                    <a:pt x="6178" y="2141"/>
                  </a:cubicBezTo>
                  <a:lnTo>
                    <a:pt x="6154" y="2149"/>
                  </a:lnTo>
                  <a:cubicBezTo>
                    <a:pt x="6146" y="2157"/>
                    <a:pt x="6129" y="2165"/>
                    <a:pt x="6170" y="2206"/>
                  </a:cubicBezTo>
                  <a:cubicBezTo>
                    <a:pt x="6202" y="2254"/>
                    <a:pt x="6227" y="2303"/>
                    <a:pt x="6219" y="2311"/>
                  </a:cubicBezTo>
                  <a:cubicBezTo>
                    <a:pt x="6189" y="2266"/>
                    <a:pt x="6166" y="2221"/>
                    <a:pt x="6156" y="2221"/>
                  </a:cubicBezTo>
                  <a:cubicBezTo>
                    <a:pt x="6155" y="2221"/>
                    <a:pt x="6154" y="2221"/>
                    <a:pt x="6154" y="2222"/>
                  </a:cubicBezTo>
                  <a:cubicBezTo>
                    <a:pt x="6138" y="2222"/>
                    <a:pt x="6113" y="2173"/>
                    <a:pt x="6113" y="2173"/>
                  </a:cubicBezTo>
                  <a:cubicBezTo>
                    <a:pt x="6096" y="2138"/>
                    <a:pt x="6082" y="2125"/>
                    <a:pt x="6073" y="2125"/>
                  </a:cubicBezTo>
                  <a:cubicBezTo>
                    <a:pt x="6057" y="2125"/>
                    <a:pt x="6054" y="2166"/>
                    <a:pt x="6065" y="2197"/>
                  </a:cubicBezTo>
                  <a:cubicBezTo>
                    <a:pt x="6086" y="2257"/>
                    <a:pt x="6092" y="2288"/>
                    <a:pt x="6084" y="2288"/>
                  </a:cubicBezTo>
                  <a:cubicBezTo>
                    <a:pt x="6077" y="2288"/>
                    <a:pt x="6059" y="2263"/>
                    <a:pt x="6032" y="2214"/>
                  </a:cubicBezTo>
                  <a:cubicBezTo>
                    <a:pt x="6018" y="2189"/>
                    <a:pt x="6009" y="2178"/>
                    <a:pt x="6007" y="2178"/>
                  </a:cubicBezTo>
                  <a:lnTo>
                    <a:pt x="6007" y="2178"/>
                  </a:lnTo>
                  <a:cubicBezTo>
                    <a:pt x="5998" y="2178"/>
                    <a:pt x="6035" y="2270"/>
                    <a:pt x="6089" y="2384"/>
                  </a:cubicBezTo>
                  <a:lnTo>
                    <a:pt x="6162" y="2530"/>
                  </a:lnTo>
                  <a:lnTo>
                    <a:pt x="6081" y="2384"/>
                  </a:lnTo>
                  <a:cubicBezTo>
                    <a:pt x="6008" y="2279"/>
                    <a:pt x="5976" y="2233"/>
                    <a:pt x="5966" y="2233"/>
                  </a:cubicBezTo>
                  <a:lnTo>
                    <a:pt x="5966" y="2233"/>
                  </a:lnTo>
                  <a:cubicBezTo>
                    <a:pt x="5959" y="2233"/>
                    <a:pt x="5965" y="2261"/>
                    <a:pt x="5975" y="2311"/>
                  </a:cubicBezTo>
                  <a:cubicBezTo>
                    <a:pt x="5980" y="2346"/>
                    <a:pt x="5982" y="2362"/>
                    <a:pt x="5979" y="2362"/>
                  </a:cubicBezTo>
                  <a:cubicBezTo>
                    <a:pt x="5977" y="2362"/>
                    <a:pt x="5971" y="2350"/>
                    <a:pt x="5959" y="2327"/>
                  </a:cubicBezTo>
                  <a:cubicBezTo>
                    <a:pt x="5940" y="2299"/>
                    <a:pt x="5930" y="2287"/>
                    <a:pt x="5917" y="2287"/>
                  </a:cubicBezTo>
                  <a:cubicBezTo>
                    <a:pt x="5909" y="2287"/>
                    <a:pt x="5900" y="2293"/>
                    <a:pt x="5886" y="2303"/>
                  </a:cubicBezTo>
                  <a:cubicBezTo>
                    <a:pt x="5854" y="2319"/>
                    <a:pt x="5838" y="2327"/>
                    <a:pt x="5870" y="2376"/>
                  </a:cubicBezTo>
                  <a:lnTo>
                    <a:pt x="5846" y="2384"/>
                  </a:lnTo>
                  <a:cubicBezTo>
                    <a:pt x="5823" y="2353"/>
                    <a:pt x="5809" y="2339"/>
                    <a:pt x="5804" y="2339"/>
                  </a:cubicBezTo>
                  <a:cubicBezTo>
                    <a:pt x="5793" y="2339"/>
                    <a:pt x="5812" y="2385"/>
                    <a:pt x="5854" y="2449"/>
                  </a:cubicBezTo>
                  <a:lnTo>
                    <a:pt x="5830" y="2457"/>
                  </a:lnTo>
                  <a:lnTo>
                    <a:pt x="5805" y="2408"/>
                  </a:lnTo>
                  <a:cubicBezTo>
                    <a:pt x="5790" y="2386"/>
                    <a:pt x="5779" y="2376"/>
                    <a:pt x="5762" y="2376"/>
                  </a:cubicBezTo>
                  <a:cubicBezTo>
                    <a:pt x="5743" y="2376"/>
                    <a:pt x="5716" y="2390"/>
                    <a:pt x="5667" y="2416"/>
                  </a:cubicBezTo>
                  <a:cubicBezTo>
                    <a:pt x="5570" y="2473"/>
                    <a:pt x="5562" y="2481"/>
                    <a:pt x="5619" y="2578"/>
                  </a:cubicBezTo>
                  <a:cubicBezTo>
                    <a:pt x="5644" y="2629"/>
                    <a:pt x="5652" y="2656"/>
                    <a:pt x="5645" y="2656"/>
                  </a:cubicBezTo>
                  <a:cubicBezTo>
                    <a:pt x="5639" y="2656"/>
                    <a:pt x="5622" y="2633"/>
                    <a:pt x="5594" y="2587"/>
                  </a:cubicBezTo>
                  <a:cubicBezTo>
                    <a:pt x="5578" y="2553"/>
                    <a:pt x="5554" y="2524"/>
                    <a:pt x="5548" y="2524"/>
                  </a:cubicBezTo>
                  <a:cubicBezTo>
                    <a:pt x="5545" y="2524"/>
                    <a:pt x="5546" y="2531"/>
                    <a:pt x="5554" y="2546"/>
                  </a:cubicBezTo>
                  <a:cubicBezTo>
                    <a:pt x="5554" y="2546"/>
                    <a:pt x="5553" y="2547"/>
                    <a:pt x="5550" y="2547"/>
                  </a:cubicBezTo>
                  <a:cubicBezTo>
                    <a:pt x="5543" y="2547"/>
                    <a:pt x="5526" y="2543"/>
                    <a:pt x="5497" y="2514"/>
                  </a:cubicBezTo>
                  <a:cubicBezTo>
                    <a:pt x="5465" y="2484"/>
                    <a:pt x="5446" y="2473"/>
                    <a:pt x="5437" y="2473"/>
                  </a:cubicBezTo>
                  <a:cubicBezTo>
                    <a:pt x="5421" y="2473"/>
                    <a:pt x="5433" y="2507"/>
                    <a:pt x="5448" y="2538"/>
                  </a:cubicBezTo>
                  <a:cubicBezTo>
                    <a:pt x="5481" y="2577"/>
                    <a:pt x="5491" y="2591"/>
                    <a:pt x="5488" y="2591"/>
                  </a:cubicBezTo>
                  <a:cubicBezTo>
                    <a:pt x="5486" y="2591"/>
                    <a:pt x="5463" y="2569"/>
                    <a:pt x="5440" y="2546"/>
                  </a:cubicBezTo>
                  <a:cubicBezTo>
                    <a:pt x="5413" y="2513"/>
                    <a:pt x="5385" y="2484"/>
                    <a:pt x="5381" y="2484"/>
                  </a:cubicBezTo>
                  <a:lnTo>
                    <a:pt x="5381" y="2484"/>
                  </a:lnTo>
                  <a:cubicBezTo>
                    <a:pt x="5378" y="2484"/>
                    <a:pt x="5381" y="2490"/>
                    <a:pt x="5392" y="2506"/>
                  </a:cubicBezTo>
                  <a:cubicBezTo>
                    <a:pt x="5402" y="2543"/>
                    <a:pt x="5392" y="2591"/>
                    <a:pt x="5367" y="2591"/>
                  </a:cubicBezTo>
                  <a:cubicBezTo>
                    <a:pt x="5354" y="2591"/>
                    <a:pt x="5338" y="2579"/>
                    <a:pt x="5319" y="2546"/>
                  </a:cubicBezTo>
                  <a:lnTo>
                    <a:pt x="5294" y="2562"/>
                  </a:lnTo>
                  <a:cubicBezTo>
                    <a:pt x="5319" y="2611"/>
                    <a:pt x="5303" y="2619"/>
                    <a:pt x="5278" y="2635"/>
                  </a:cubicBezTo>
                  <a:cubicBezTo>
                    <a:pt x="5269" y="2638"/>
                    <a:pt x="5262" y="2641"/>
                    <a:pt x="5256" y="2641"/>
                  </a:cubicBezTo>
                  <a:cubicBezTo>
                    <a:pt x="5245" y="2641"/>
                    <a:pt x="5237" y="2633"/>
                    <a:pt x="5221" y="2603"/>
                  </a:cubicBezTo>
                  <a:cubicBezTo>
                    <a:pt x="5210" y="2576"/>
                    <a:pt x="5202" y="2564"/>
                    <a:pt x="5198" y="2564"/>
                  </a:cubicBezTo>
                  <a:cubicBezTo>
                    <a:pt x="5193" y="2564"/>
                    <a:pt x="5193" y="2581"/>
                    <a:pt x="5197" y="2611"/>
                  </a:cubicBezTo>
                  <a:cubicBezTo>
                    <a:pt x="5189" y="2619"/>
                    <a:pt x="5230" y="2724"/>
                    <a:pt x="5221" y="2724"/>
                  </a:cubicBezTo>
                  <a:cubicBezTo>
                    <a:pt x="5254" y="2773"/>
                    <a:pt x="5270" y="2830"/>
                    <a:pt x="5262" y="2838"/>
                  </a:cubicBezTo>
                  <a:lnTo>
                    <a:pt x="5230" y="2789"/>
                  </a:lnTo>
                  <a:lnTo>
                    <a:pt x="5173" y="2692"/>
                  </a:lnTo>
                  <a:lnTo>
                    <a:pt x="5173" y="2692"/>
                  </a:lnTo>
                  <a:cubicBezTo>
                    <a:pt x="5165" y="2700"/>
                    <a:pt x="5148" y="2700"/>
                    <a:pt x="5181" y="2749"/>
                  </a:cubicBezTo>
                  <a:cubicBezTo>
                    <a:pt x="5157" y="2725"/>
                    <a:pt x="5144" y="2718"/>
                    <a:pt x="5133" y="2718"/>
                  </a:cubicBezTo>
                  <a:cubicBezTo>
                    <a:pt x="5125" y="2718"/>
                    <a:pt x="5118" y="2721"/>
                    <a:pt x="5108" y="2724"/>
                  </a:cubicBezTo>
                  <a:cubicBezTo>
                    <a:pt x="5084" y="2741"/>
                    <a:pt x="5067" y="2749"/>
                    <a:pt x="5084" y="2806"/>
                  </a:cubicBezTo>
                  <a:cubicBezTo>
                    <a:pt x="5055" y="2770"/>
                    <a:pt x="5027" y="2754"/>
                    <a:pt x="5007" y="2754"/>
                  </a:cubicBezTo>
                  <a:cubicBezTo>
                    <a:pt x="4977" y="2754"/>
                    <a:pt x="4965" y="2791"/>
                    <a:pt x="4994" y="2854"/>
                  </a:cubicBezTo>
                  <a:cubicBezTo>
                    <a:pt x="5012" y="2880"/>
                    <a:pt x="5015" y="2895"/>
                    <a:pt x="5008" y="2895"/>
                  </a:cubicBezTo>
                  <a:cubicBezTo>
                    <a:pt x="5002" y="2895"/>
                    <a:pt x="4989" y="2885"/>
                    <a:pt x="4970" y="2862"/>
                  </a:cubicBezTo>
                  <a:cubicBezTo>
                    <a:pt x="4955" y="2844"/>
                    <a:pt x="4947" y="2834"/>
                    <a:pt x="4944" y="2834"/>
                  </a:cubicBezTo>
                  <a:lnTo>
                    <a:pt x="4944" y="2834"/>
                  </a:lnTo>
                  <a:cubicBezTo>
                    <a:pt x="4941" y="2834"/>
                    <a:pt x="4945" y="2848"/>
                    <a:pt x="4954" y="2878"/>
                  </a:cubicBezTo>
                  <a:cubicBezTo>
                    <a:pt x="4959" y="2897"/>
                    <a:pt x="4958" y="2904"/>
                    <a:pt x="4954" y="2904"/>
                  </a:cubicBezTo>
                  <a:cubicBezTo>
                    <a:pt x="4944" y="2904"/>
                    <a:pt x="4916" y="2873"/>
                    <a:pt x="4889" y="2846"/>
                  </a:cubicBezTo>
                  <a:cubicBezTo>
                    <a:pt x="4853" y="2796"/>
                    <a:pt x="4832" y="2774"/>
                    <a:pt x="4825" y="2774"/>
                  </a:cubicBezTo>
                  <a:cubicBezTo>
                    <a:pt x="4819" y="2774"/>
                    <a:pt x="4821" y="2788"/>
                    <a:pt x="4832" y="2814"/>
                  </a:cubicBezTo>
                  <a:cubicBezTo>
                    <a:pt x="4840" y="2878"/>
                    <a:pt x="4816" y="2887"/>
                    <a:pt x="4808" y="2895"/>
                  </a:cubicBezTo>
                  <a:cubicBezTo>
                    <a:pt x="4816" y="2951"/>
                    <a:pt x="4800" y="2960"/>
                    <a:pt x="4840" y="3000"/>
                  </a:cubicBezTo>
                  <a:cubicBezTo>
                    <a:pt x="4857" y="3033"/>
                    <a:pt x="4873" y="3073"/>
                    <a:pt x="4889" y="3105"/>
                  </a:cubicBezTo>
                  <a:cubicBezTo>
                    <a:pt x="4892" y="3131"/>
                    <a:pt x="4889" y="3139"/>
                    <a:pt x="4885" y="3139"/>
                  </a:cubicBezTo>
                  <a:cubicBezTo>
                    <a:pt x="4879" y="3139"/>
                    <a:pt x="4871" y="3119"/>
                    <a:pt x="4881" y="3114"/>
                  </a:cubicBezTo>
                  <a:cubicBezTo>
                    <a:pt x="4873" y="3049"/>
                    <a:pt x="4857" y="3057"/>
                    <a:pt x="4816" y="3016"/>
                  </a:cubicBezTo>
                  <a:cubicBezTo>
                    <a:pt x="4799" y="2990"/>
                    <a:pt x="4784" y="2983"/>
                    <a:pt x="4772" y="2983"/>
                  </a:cubicBezTo>
                  <a:cubicBezTo>
                    <a:pt x="4762" y="2983"/>
                    <a:pt x="4755" y="2988"/>
                    <a:pt x="4751" y="2992"/>
                  </a:cubicBezTo>
                  <a:lnTo>
                    <a:pt x="4703" y="3016"/>
                  </a:lnTo>
                  <a:cubicBezTo>
                    <a:pt x="4677" y="3002"/>
                    <a:pt x="4660" y="2994"/>
                    <a:pt x="4651" y="2994"/>
                  </a:cubicBezTo>
                  <a:cubicBezTo>
                    <a:pt x="4641" y="2994"/>
                    <a:pt x="4644" y="3006"/>
                    <a:pt x="4662" y="3033"/>
                  </a:cubicBezTo>
                  <a:cubicBezTo>
                    <a:pt x="4696" y="3095"/>
                    <a:pt x="4709" y="3121"/>
                    <a:pt x="4708" y="3121"/>
                  </a:cubicBezTo>
                  <a:cubicBezTo>
                    <a:pt x="4707" y="3121"/>
                    <a:pt x="4699" y="3109"/>
                    <a:pt x="4686" y="3089"/>
                  </a:cubicBezTo>
                  <a:cubicBezTo>
                    <a:pt x="4664" y="3056"/>
                    <a:pt x="4635" y="3041"/>
                    <a:pt x="4608" y="3041"/>
                  </a:cubicBezTo>
                  <a:cubicBezTo>
                    <a:pt x="4558" y="3041"/>
                    <a:pt x="4517" y="3093"/>
                    <a:pt x="4548" y="3162"/>
                  </a:cubicBezTo>
                  <a:lnTo>
                    <a:pt x="4524" y="3114"/>
                  </a:lnTo>
                  <a:cubicBezTo>
                    <a:pt x="4504" y="3083"/>
                    <a:pt x="4493" y="3075"/>
                    <a:pt x="4482" y="3075"/>
                  </a:cubicBezTo>
                  <a:cubicBezTo>
                    <a:pt x="4475" y="3075"/>
                    <a:pt x="4468" y="3078"/>
                    <a:pt x="4459" y="3081"/>
                  </a:cubicBezTo>
                  <a:cubicBezTo>
                    <a:pt x="4451" y="3089"/>
                    <a:pt x="4435" y="3162"/>
                    <a:pt x="4403" y="3178"/>
                  </a:cubicBezTo>
                  <a:cubicBezTo>
                    <a:pt x="4362" y="3203"/>
                    <a:pt x="4330" y="3219"/>
                    <a:pt x="4354" y="3268"/>
                  </a:cubicBezTo>
                  <a:cubicBezTo>
                    <a:pt x="4352" y="3270"/>
                    <a:pt x="4350" y="3272"/>
                    <a:pt x="4348" y="3272"/>
                  </a:cubicBezTo>
                  <a:cubicBezTo>
                    <a:pt x="4343" y="3272"/>
                    <a:pt x="4336" y="3262"/>
                    <a:pt x="4313" y="3227"/>
                  </a:cubicBezTo>
                  <a:cubicBezTo>
                    <a:pt x="4303" y="3190"/>
                    <a:pt x="4296" y="3181"/>
                    <a:pt x="4288" y="3181"/>
                  </a:cubicBezTo>
                  <a:cubicBezTo>
                    <a:pt x="4283" y="3181"/>
                    <a:pt x="4279" y="3184"/>
                    <a:pt x="4273" y="3187"/>
                  </a:cubicBezTo>
                  <a:cubicBezTo>
                    <a:pt x="4265" y="3187"/>
                    <a:pt x="4297" y="3235"/>
                    <a:pt x="4321" y="3284"/>
                  </a:cubicBezTo>
                  <a:cubicBezTo>
                    <a:pt x="4341" y="3313"/>
                    <a:pt x="4346" y="3328"/>
                    <a:pt x="4334" y="3328"/>
                  </a:cubicBezTo>
                  <a:cubicBezTo>
                    <a:pt x="4327" y="3328"/>
                    <a:pt x="4312" y="3321"/>
                    <a:pt x="4289" y="3308"/>
                  </a:cubicBezTo>
                  <a:cubicBezTo>
                    <a:pt x="4272" y="3294"/>
                    <a:pt x="4257" y="3288"/>
                    <a:pt x="4244" y="3288"/>
                  </a:cubicBezTo>
                  <a:cubicBezTo>
                    <a:pt x="4218" y="3288"/>
                    <a:pt x="4203" y="3311"/>
                    <a:pt x="4208" y="3349"/>
                  </a:cubicBezTo>
                  <a:cubicBezTo>
                    <a:pt x="4202" y="3352"/>
                    <a:pt x="4197" y="3355"/>
                    <a:pt x="4191" y="3355"/>
                  </a:cubicBezTo>
                  <a:cubicBezTo>
                    <a:pt x="4182" y="3355"/>
                    <a:pt x="4171" y="3347"/>
                    <a:pt x="4151" y="3316"/>
                  </a:cubicBezTo>
                  <a:cubicBezTo>
                    <a:pt x="4130" y="3295"/>
                    <a:pt x="4107" y="3275"/>
                    <a:pt x="4096" y="3275"/>
                  </a:cubicBezTo>
                  <a:cubicBezTo>
                    <a:pt x="4084" y="3275"/>
                    <a:pt x="4083" y="3293"/>
                    <a:pt x="4103" y="3349"/>
                  </a:cubicBezTo>
                  <a:cubicBezTo>
                    <a:pt x="4086" y="3349"/>
                    <a:pt x="4086" y="3349"/>
                    <a:pt x="4062" y="3300"/>
                  </a:cubicBezTo>
                  <a:cubicBezTo>
                    <a:pt x="4040" y="3278"/>
                    <a:pt x="4020" y="3253"/>
                    <a:pt x="4015" y="3253"/>
                  </a:cubicBezTo>
                  <a:lnTo>
                    <a:pt x="4015" y="3253"/>
                  </a:lnTo>
                  <a:cubicBezTo>
                    <a:pt x="4010" y="3253"/>
                    <a:pt x="4016" y="3269"/>
                    <a:pt x="4038" y="3316"/>
                  </a:cubicBezTo>
                  <a:cubicBezTo>
                    <a:pt x="4043" y="3354"/>
                    <a:pt x="4031" y="3373"/>
                    <a:pt x="4008" y="3373"/>
                  </a:cubicBezTo>
                  <a:cubicBezTo>
                    <a:pt x="3996" y="3373"/>
                    <a:pt x="3981" y="3368"/>
                    <a:pt x="3965" y="3357"/>
                  </a:cubicBezTo>
                  <a:lnTo>
                    <a:pt x="3965" y="3357"/>
                  </a:lnTo>
                  <a:cubicBezTo>
                    <a:pt x="3957" y="3365"/>
                    <a:pt x="3940" y="3365"/>
                    <a:pt x="3973" y="3414"/>
                  </a:cubicBezTo>
                  <a:lnTo>
                    <a:pt x="3997" y="3462"/>
                  </a:lnTo>
                  <a:cubicBezTo>
                    <a:pt x="3966" y="3420"/>
                    <a:pt x="3950" y="3397"/>
                    <a:pt x="3947" y="3397"/>
                  </a:cubicBezTo>
                  <a:lnTo>
                    <a:pt x="3947" y="3397"/>
                  </a:lnTo>
                  <a:cubicBezTo>
                    <a:pt x="3943" y="3397"/>
                    <a:pt x="3956" y="3424"/>
                    <a:pt x="3981" y="3478"/>
                  </a:cubicBezTo>
                  <a:cubicBezTo>
                    <a:pt x="3994" y="3505"/>
                    <a:pt x="3998" y="3519"/>
                    <a:pt x="3993" y="3519"/>
                  </a:cubicBezTo>
                  <a:cubicBezTo>
                    <a:pt x="3989" y="3519"/>
                    <a:pt x="3980" y="3509"/>
                    <a:pt x="3965" y="3487"/>
                  </a:cubicBezTo>
                  <a:cubicBezTo>
                    <a:pt x="3934" y="3450"/>
                    <a:pt x="3922" y="3446"/>
                    <a:pt x="3918" y="3446"/>
                  </a:cubicBezTo>
                  <a:cubicBezTo>
                    <a:pt x="3917" y="3446"/>
                    <a:pt x="3916" y="3446"/>
                    <a:pt x="3916" y="3446"/>
                  </a:cubicBezTo>
                  <a:cubicBezTo>
                    <a:pt x="3908" y="3454"/>
                    <a:pt x="3884" y="3527"/>
                    <a:pt x="3827" y="3560"/>
                  </a:cubicBezTo>
                  <a:cubicBezTo>
                    <a:pt x="3738" y="3608"/>
                    <a:pt x="3705" y="3624"/>
                    <a:pt x="3738" y="3673"/>
                  </a:cubicBezTo>
                  <a:cubicBezTo>
                    <a:pt x="3746" y="3704"/>
                    <a:pt x="3751" y="3718"/>
                    <a:pt x="3746" y="3718"/>
                  </a:cubicBezTo>
                  <a:cubicBezTo>
                    <a:pt x="3742" y="3718"/>
                    <a:pt x="3732" y="3708"/>
                    <a:pt x="3713" y="3689"/>
                  </a:cubicBezTo>
                  <a:cubicBezTo>
                    <a:pt x="3688" y="3659"/>
                    <a:pt x="3675" y="3651"/>
                    <a:pt x="3668" y="3651"/>
                  </a:cubicBezTo>
                  <a:cubicBezTo>
                    <a:pt x="3663" y="3651"/>
                    <a:pt x="3660" y="3654"/>
                    <a:pt x="3657" y="3657"/>
                  </a:cubicBezTo>
                  <a:cubicBezTo>
                    <a:pt x="3653" y="3657"/>
                    <a:pt x="3649" y="3657"/>
                    <a:pt x="3645" y="3657"/>
                  </a:cubicBezTo>
                  <a:cubicBezTo>
                    <a:pt x="3635" y="3657"/>
                    <a:pt x="3624" y="3653"/>
                    <a:pt x="3600" y="3616"/>
                  </a:cubicBezTo>
                  <a:lnTo>
                    <a:pt x="3600" y="3616"/>
                  </a:lnTo>
                  <a:cubicBezTo>
                    <a:pt x="3624" y="3673"/>
                    <a:pt x="3624" y="3673"/>
                    <a:pt x="3608" y="3681"/>
                  </a:cubicBezTo>
                  <a:cubicBezTo>
                    <a:pt x="3596" y="3658"/>
                    <a:pt x="3586" y="3646"/>
                    <a:pt x="3582" y="3646"/>
                  </a:cubicBezTo>
                  <a:cubicBezTo>
                    <a:pt x="3577" y="3646"/>
                    <a:pt x="3579" y="3660"/>
                    <a:pt x="3592" y="3689"/>
                  </a:cubicBezTo>
                  <a:cubicBezTo>
                    <a:pt x="3617" y="3743"/>
                    <a:pt x="3629" y="3769"/>
                    <a:pt x="3626" y="3769"/>
                  </a:cubicBezTo>
                  <a:cubicBezTo>
                    <a:pt x="3624" y="3769"/>
                    <a:pt x="3607" y="3745"/>
                    <a:pt x="3576" y="3697"/>
                  </a:cubicBezTo>
                  <a:cubicBezTo>
                    <a:pt x="3559" y="3664"/>
                    <a:pt x="3523" y="3638"/>
                    <a:pt x="3515" y="3638"/>
                  </a:cubicBezTo>
                  <a:cubicBezTo>
                    <a:pt x="3512" y="3638"/>
                    <a:pt x="3514" y="3644"/>
                    <a:pt x="3527" y="3657"/>
                  </a:cubicBezTo>
                  <a:cubicBezTo>
                    <a:pt x="3559" y="3705"/>
                    <a:pt x="3535" y="3722"/>
                    <a:pt x="3551" y="3778"/>
                  </a:cubicBezTo>
                  <a:cubicBezTo>
                    <a:pt x="3549" y="3778"/>
                    <a:pt x="3547" y="3779"/>
                    <a:pt x="3545" y="3779"/>
                  </a:cubicBezTo>
                  <a:cubicBezTo>
                    <a:pt x="3538" y="3779"/>
                    <a:pt x="3527" y="3774"/>
                    <a:pt x="3503" y="3738"/>
                  </a:cubicBezTo>
                  <a:cubicBezTo>
                    <a:pt x="3494" y="3730"/>
                    <a:pt x="3487" y="3726"/>
                    <a:pt x="3480" y="3726"/>
                  </a:cubicBezTo>
                  <a:cubicBezTo>
                    <a:pt x="3454" y="3726"/>
                    <a:pt x="3441" y="3782"/>
                    <a:pt x="3454" y="3827"/>
                  </a:cubicBezTo>
                  <a:cubicBezTo>
                    <a:pt x="3471" y="3853"/>
                    <a:pt x="3477" y="3868"/>
                    <a:pt x="3474" y="3868"/>
                  </a:cubicBezTo>
                  <a:cubicBezTo>
                    <a:pt x="3470" y="3868"/>
                    <a:pt x="3461" y="3857"/>
                    <a:pt x="3446" y="3835"/>
                  </a:cubicBezTo>
                  <a:cubicBezTo>
                    <a:pt x="3422" y="3799"/>
                    <a:pt x="3411" y="3794"/>
                    <a:pt x="3404" y="3794"/>
                  </a:cubicBezTo>
                  <a:cubicBezTo>
                    <a:pt x="3401" y="3794"/>
                    <a:pt x="3399" y="3795"/>
                    <a:pt x="3397" y="3795"/>
                  </a:cubicBezTo>
                  <a:cubicBezTo>
                    <a:pt x="3402" y="3813"/>
                    <a:pt x="3403" y="3820"/>
                    <a:pt x="3400" y="3820"/>
                  </a:cubicBezTo>
                  <a:cubicBezTo>
                    <a:pt x="3393" y="3820"/>
                    <a:pt x="3373" y="3787"/>
                    <a:pt x="3357" y="3754"/>
                  </a:cubicBezTo>
                  <a:cubicBezTo>
                    <a:pt x="3346" y="3717"/>
                    <a:pt x="3336" y="3708"/>
                    <a:pt x="3325" y="3708"/>
                  </a:cubicBezTo>
                  <a:cubicBezTo>
                    <a:pt x="3319" y="3708"/>
                    <a:pt x="3314" y="3711"/>
                    <a:pt x="3308" y="3714"/>
                  </a:cubicBezTo>
                  <a:cubicBezTo>
                    <a:pt x="3324" y="3770"/>
                    <a:pt x="3276" y="3795"/>
                    <a:pt x="3243" y="3811"/>
                  </a:cubicBezTo>
                  <a:cubicBezTo>
                    <a:pt x="3194" y="3843"/>
                    <a:pt x="3211" y="3900"/>
                    <a:pt x="3251" y="4005"/>
                  </a:cubicBezTo>
                  <a:lnTo>
                    <a:pt x="3292" y="4111"/>
                  </a:lnTo>
                  <a:lnTo>
                    <a:pt x="3235" y="4014"/>
                  </a:lnTo>
                  <a:cubicBezTo>
                    <a:pt x="3211" y="3965"/>
                    <a:pt x="3138" y="3876"/>
                    <a:pt x="3138" y="3876"/>
                  </a:cubicBezTo>
                  <a:lnTo>
                    <a:pt x="3138" y="3876"/>
                  </a:lnTo>
                  <a:cubicBezTo>
                    <a:pt x="3130" y="3876"/>
                    <a:pt x="3154" y="3924"/>
                    <a:pt x="3186" y="3973"/>
                  </a:cubicBezTo>
                  <a:cubicBezTo>
                    <a:pt x="3206" y="4002"/>
                    <a:pt x="3208" y="4017"/>
                    <a:pt x="3196" y="4017"/>
                  </a:cubicBezTo>
                  <a:cubicBezTo>
                    <a:pt x="3188" y="4017"/>
                    <a:pt x="3173" y="4010"/>
                    <a:pt x="3154" y="3997"/>
                  </a:cubicBezTo>
                  <a:cubicBezTo>
                    <a:pt x="3133" y="3980"/>
                    <a:pt x="3118" y="3971"/>
                    <a:pt x="3110" y="3971"/>
                  </a:cubicBezTo>
                  <a:cubicBezTo>
                    <a:pt x="3099" y="3971"/>
                    <a:pt x="3100" y="3986"/>
                    <a:pt x="3113" y="4014"/>
                  </a:cubicBezTo>
                  <a:cubicBezTo>
                    <a:pt x="3107" y="4017"/>
                    <a:pt x="3102" y="4020"/>
                    <a:pt x="3095" y="4020"/>
                  </a:cubicBezTo>
                  <a:cubicBezTo>
                    <a:pt x="3085" y="4020"/>
                    <a:pt x="3073" y="4013"/>
                    <a:pt x="3049" y="3989"/>
                  </a:cubicBezTo>
                  <a:cubicBezTo>
                    <a:pt x="3040" y="3989"/>
                    <a:pt x="3040" y="3989"/>
                    <a:pt x="3065" y="4038"/>
                  </a:cubicBezTo>
                  <a:cubicBezTo>
                    <a:pt x="3083" y="4066"/>
                    <a:pt x="3089" y="4080"/>
                    <a:pt x="3082" y="4080"/>
                  </a:cubicBezTo>
                  <a:cubicBezTo>
                    <a:pt x="3078" y="4080"/>
                    <a:pt x="3066" y="4072"/>
                    <a:pt x="3049" y="4054"/>
                  </a:cubicBezTo>
                  <a:cubicBezTo>
                    <a:pt x="3011" y="4008"/>
                    <a:pt x="2984" y="3990"/>
                    <a:pt x="2971" y="3990"/>
                  </a:cubicBezTo>
                  <a:cubicBezTo>
                    <a:pt x="2959" y="3990"/>
                    <a:pt x="2960" y="4006"/>
                    <a:pt x="2976" y="4030"/>
                  </a:cubicBezTo>
                  <a:cubicBezTo>
                    <a:pt x="3000" y="4078"/>
                    <a:pt x="2992" y="4087"/>
                    <a:pt x="2984" y="4087"/>
                  </a:cubicBezTo>
                  <a:cubicBezTo>
                    <a:pt x="2967" y="4095"/>
                    <a:pt x="2959" y="4103"/>
                    <a:pt x="2976" y="4151"/>
                  </a:cubicBezTo>
                  <a:lnTo>
                    <a:pt x="2959" y="4168"/>
                  </a:lnTo>
                  <a:cubicBezTo>
                    <a:pt x="2958" y="4168"/>
                    <a:pt x="2957" y="4168"/>
                    <a:pt x="2956" y="4168"/>
                  </a:cubicBezTo>
                  <a:cubicBezTo>
                    <a:pt x="2941" y="4168"/>
                    <a:pt x="2927" y="4118"/>
                    <a:pt x="2935" y="4111"/>
                  </a:cubicBezTo>
                  <a:lnTo>
                    <a:pt x="2894" y="4070"/>
                  </a:lnTo>
                  <a:cubicBezTo>
                    <a:pt x="2878" y="4078"/>
                    <a:pt x="2862" y="4087"/>
                    <a:pt x="2886" y="4143"/>
                  </a:cubicBezTo>
                  <a:cubicBezTo>
                    <a:pt x="2911" y="4197"/>
                    <a:pt x="2923" y="4223"/>
                    <a:pt x="2921" y="4223"/>
                  </a:cubicBezTo>
                  <a:cubicBezTo>
                    <a:pt x="2918" y="4223"/>
                    <a:pt x="2902" y="4199"/>
                    <a:pt x="2870" y="4151"/>
                  </a:cubicBezTo>
                  <a:cubicBezTo>
                    <a:pt x="2854" y="4118"/>
                    <a:pt x="2830" y="4085"/>
                    <a:pt x="2821" y="4085"/>
                  </a:cubicBezTo>
                  <a:cubicBezTo>
                    <a:pt x="2817" y="4085"/>
                    <a:pt x="2816" y="4093"/>
                    <a:pt x="2822" y="4111"/>
                  </a:cubicBezTo>
                  <a:cubicBezTo>
                    <a:pt x="2844" y="4158"/>
                    <a:pt x="2847" y="4176"/>
                    <a:pt x="2842" y="4176"/>
                  </a:cubicBezTo>
                  <a:cubicBezTo>
                    <a:pt x="2835" y="4176"/>
                    <a:pt x="2815" y="4150"/>
                    <a:pt x="2797" y="4119"/>
                  </a:cubicBezTo>
                  <a:cubicBezTo>
                    <a:pt x="2778" y="4073"/>
                    <a:pt x="2768" y="4049"/>
                    <a:pt x="2763" y="4049"/>
                  </a:cubicBezTo>
                  <a:lnTo>
                    <a:pt x="2763" y="4049"/>
                  </a:lnTo>
                  <a:cubicBezTo>
                    <a:pt x="2758" y="4049"/>
                    <a:pt x="2760" y="4079"/>
                    <a:pt x="2765" y="4143"/>
                  </a:cubicBezTo>
                  <a:cubicBezTo>
                    <a:pt x="2749" y="4151"/>
                    <a:pt x="2732" y="4224"/>
                    <a:pt x="2700" y="4241"/>
                  </a:cubicBezTo>
                  <a:cubicBezTo>
                    <a:pt x="2679" y="4253"/>
                    <a:pt x="2662" y="4264"/>
                    <a:pt x="2645" y="4264"/>
                  </a:cubicBezTo>
                  <a:cubicBezTo>
                    <a:pt x="2630" y="4264"/>
                    <a:pt x="2615" y="4256"/>
                    <a:pt x="2598" y="4236"/>
                  </a:cubicBezTo>
                  <a:lnTo>
                    <a:pt x="2598" y="4236"/>
                  </a:lnTo>
                  <a:cubicBezTo>
                    <a:pt x="2619" y="4285"/>
                    <a:pt x="2604" y="4293"/>
                    <a:pt x="2578" y="4305"/>
                  </a:cubicBezTo>
                  <a:cubicBezTo>
                    <a:pt x="2569" y="4301"/>
                    <a:pt x="2561" y="4300"/>
                    <a:pt x="2555" y="4300"/>
                  </a:cubicBezTo>
                  <a:cubicBezTo>
                    <a:pt x="2524" y="4300"/>
                    <a:pt x="2532" y="4347"/>
                    <a:pt x="2546" y="4395"/>
                  </a:cubicBezTo>
                  <a:lnTo>
                    <a:pt x="2570" y="4378"/>
                  </a:lnTo>
                  <a:cubicBezTo>
                    <a:pt x="2608" y="4443"/>
                    <a:pt x="2613" y="4468"/>
                    <a:pt x="2598" y="4468"/>
                  </a:cubicBezTo>
                  <a:cubicBezTo>
                    <a:pt x="2591" y="4468"/>
                    <a:pt x="2578" y="4462"/>
                    <a:pt x="2562" y="4451"/>
                  </a:cubicBezTo>
                  <a:cubicBezTo>
                    <a:pt x="2554" y="4451"/>
                    <a:pt x="2522" y="4403"/>
                    <a:pt x="2497" y="4354"/>
                  </a:cubicBezTo>
                  <a:cubicBezTo>
                    <a:pt x="2468" y="4310"/>
                    <a:pt x="2431" y="4272"/>
                    <a:pt x="2419" y="4272"/>
                  </a:cubicBezTo>
                  <a:cubicBezTo>
                    <a:pt x="2418" y="4272"/>
                    <a:pt x="2417" y="4272"/>
                    <a:pt x="2416" y="4273"/>
                  </a:cubicBezTo>
                  <a:cubicBezTo>
                    <a:pt x="2408" y="4273"/>
                    <a:pt x="2392" y="4281"/>
                    <a:pt x="2432" y="4322"/>
                  </a:cubicBezTo>
                  <a:cubicBezTo>
                    <a:pt x="2465" y="4370"/>
                    <a:pt x="2465" y="4370"/>
                    <a:pt x="2449" y="4378"/>
                  </a:cubicBezTo>
                  <a:cubicBezTo>
                    <a:pt x="2440" y="4387"/>
                    <a:pt x="2432" y="4395"/>
                    <a:pt x="2449" y="4443"/>
                  </a:cubicBezTo>
                  <a:cubicBezTo>
                    <a:pt x="2481" y="4492"/>
                    <a:pt x="2465" y="4500"/>
                    <a:pt x="2457" y="4508"/>
                  </a:cubicBezTo>
                  <a:cubicBezTo>
                    <a:pt x="2428" y="4479"/>
                    <a:pt x="2407" y="4475"/>
                    <a:pt x="2398" y="4475"/>
                  </a:cubicBezTo>
                  <a:cubicBezTo>
                    <a:pt x="2396" y="4475"/>
                    <a:pt x="2395" y="4475"/>
                    <a:pt x="2394" y="4475"/>
                  </a:cubicBezTo>
                  <a:lnTo>
                    <a:pt x="2394" y="4475"/>
                  </a:lnTo>
                  <a:cubicBezTo>
                    <a:pt x="2386" y="4462"/>
                    <a:pt x="2376" y="4445"/>
                    <a:pt x="2367" y="4427"/>
                  </a:cubicBezTo>
                  <a:cubicBezTo>
                    <a:pt x="2343" y="4395"/>
                    <a:pt x="2319" y="4362"/>
                    <a:pt x="2295" y="4338"/>
                  </a:cubicBezTo>
                  <a:lnTo>
                    <a:pt x="2295" y="4338"/>
                  </a:lnTo>
                  <a:cubicBezTo>
                    <a:pt x="2286" y="4346"/>
                    <a:pt x="2319" y="4395"/>
                    <a:pt x="2319" y="4395"/>
                  </a:cubicBezTo>
                  <a:cubicBezTo>
                    <a:pt x="2343" y="4443"/>
                    <a:pt x="2084" y="4581"/>
                    <a:pt x="2051" y="4597"/>
                  </a:cubicBezTo>
                  <a:cubicBezTo>
                    <a:pt x="2033" y="4585"/>
                    <a:pt x="2018" y="4580"/>
                    <a:pt x="2007" y="4580"/>
                  </a:cubicBezTo>
                  <a:cubicBezTo>
                    <a:pt x="1989" y="4580"/>
                    <a:pt x="1985" y="4596"/>
                    <a:pt x="2011" y="4622"/>
                  </a:cubicBezTo>
                  <a:cubicBezTo>
                    <a:pt x="2035" y="4670"/>
                    <a:pt x="1986" y="4703"/>
                    <a:pt x="1922" y="4735"/>
                  </a:cubicBezTo>
                  <a:cubicBezTo>
                    <a:pt x="1849" y="4776"/>
                    <a:pt x="1792" y="4808"/>
                    <a:pt x="1816" y="4857"/>
                  </a:cubicBezTo>
                  <a:lnTo>
                    <a:pt x="1784" y="4873"/>
                  </a:lnTo>
                  <a:cubicBezTo>
                    <a:pt x="1768" y="4889"/>
                    <a:pt x="1776" y="4946"/>
                    <a:pt x="1759" y="4954"/>
                  </a:cubicBezTo>
                  <a:cubicBezTo>
                    <a:pt x="1772" y="4984"/>
                    <a:pt x="1774" y="4998"/>
                    <a:pt x="1770" y="4998"/>
                  </a:cubicBezTo>
                  <a:cubicBezTo>
                    <a:pt x="1767" y="4998"/>
                    <a:pt x="1759" y="4986"/>
                    <a:pt x="1751" y="4962"/>
                  </a:cubicBezTo>
                  <a:cubicBezTo>
                    <a:pt x="1719" y="4914"/>
                    <a:pt x="1695" y="4865"/>
                    <a:pt x="1686" y="4865"/>
                  </a:cubicBezTo>
                  <a:lnTo>
                    <a:pt x="1686" y="4865"/>
                  </a:lnTo>
                  <a:cubicBezTo>
                    <a:pt x="1662" y="4881"/>
                    <a:pt x="1686" y="4930"/>
                    <a:pt x="1719" y="4978"/>
                  </a:cubicBezTo>
                  <a:cubicBezTo>
                    <a:pt x="1751" y="5027"/>
                    <a:pt x="1735" y="5035"/>
                    <a:pt x="1735" y="5035"/>
                  </a:cubicBezTo>
                  <a:cubicBezTo>
                    <a:pt x="1727" y="5035"/>
                    <a:pt x="1727" y="5035"/>
                    <a:pt x="1695" y="4986"/>
                  </a:cubicBezTo>
                  <a:lnTo>
                    <a:pt x="1638" y="4889"/>
                  </a:lnTo>
                  <a:lnTo>
                    <a:pt x="1630" y="4897"/>
                  </a:lnTo>
                  <a:cubicBezTo>
                    <a:pt x="1654" y="4946"/>
                    <a:pt x="1646" y="4954"/>
                    <a:pt x="1646" y="4954"/>
                  </a:cubicBezTo>
                  <a:cubicBezTo>
                    <a:pt x="1644" y="4956"/>
                    <a:pt x="1643" y="4957"/>
                    <a:pt x="1641" y="4957"/>
                  </a:cubicBezTo>
                  <a:cubicBezTo>
                    <a:pt x="1635" y="4957"/>
                    <a:pt x="1625" y="4940"/>
                    <a:pt x="1581" y="4865"/>
                  </a:cubicBezTo>
                  <a:cubicBezTo>
                    <a:pt x="1553" y="4817"/>
                    <a:pt x="1535" y="4793"/>
                    <a:pt x="1530" y="4793"/>
                  </a:cubicBezTo>
                  <a:cubicBezTo>
                    <a:pt x="1524" y="4793"/>
                    <a:pt x="1532" y="4819"/>
                    <a:pt x="1557" y="4873"/>
                  </a:cubicBezTo>
                  <a:lnTo>
                    <a:pt x="1565" y="4938"/>
                  </a:lnTo>
                  <a:cubicBezTo>
                    <a:pt x="1544" y="4911"/>
                    <a:pt x="1533" y="4900"/>
                    <a:pt x="1527" y="4900"/>
                  </a:cubicBezTo>
                  <a:cubicBezTo>
                    <a:pt x="1513" y="4900"/>
                    <a:pt x="1537" y="4970"/>
                    <a:pt x="1549" y="5011"/>
                  </a:cubicBezTo>
                  <a:cubicBezTo>
                    <a:pt x="1518" y="4965"/>
                    <a:pt x="1498" y="4943"/>
                    <a:pt x="1491" y="4943"/>
                  </a:cubicBezTo>
                  <a:cubicBezTo>
                    <a:pt x="1483" y="4943"/>
                    <a:pt x="1490" y="4971"/>
                    <a:pt x="1516" y="5027"/>
                  </a:cubicBezTo>
                  <a:cubicBezTo>
                    <a:pt x="1533" y="5052"/>
                    <a:pt x="1537" y="5065"/>
                    <a:pt x="1532" y="5065"/>
                  </a:cubicBezTo>
                  <a:cubicBezTo>
                    <a:pt x="1527" y="5065"/>
                    <a:pt x="1515" y="5054"/>
                    <a:pt x="1500" y="5035"/>
                  </a:cubicBezTo>
                  <a:cubicBezTo>
                    <a:pt x="1476" y="5011"/>
                    <a:pt x="1461" y="5004"/>
                    <a:pt x="1449" y="5004"/>
                  </a:cubicBezTo>
                  <a:cubicBezTo>
                    <a:pt x="1440" y="5004"/>
                    <a:pt x="1434" y="5007"/>
                    <a:pt x="1427" y="5011"/>
                  </a:cubicBezTo>
                  <a:cubicBezTo>
                    <a:pt x="1443" y="5068"/>
                    <a:pt x="1370" y="5108"/>
                    <a:pt x="1281" y="5157"/>
                  </a:cubicBezTo>
                  <a:cubicBezTo>
                    <a:pt x="1184" y="5205"/>
                    <a:pt x="1119" y="5246"/>
                    <a:pt x="1143" y="5295"/>
                  </a:cubicBezTo>
                  <a:cubicBezTo>
                    <a:pt x="1141" y="5297"/>
                    <a:pt x="1139" y="5299"/>
                    <a:pt x="1137" y="5299"/>
                  </a:cubicBezTo>
                  <a:cubicBezTo>
                    <a:pt x="1132" y="5299"/>
                    <a:pt x="1123" y="5289"/>
                    <a:pt x="1095" y="5254"/>
                  </a:cubicBezTo>
                  <a:cubicBezTo>
                    <a:pt x="1085" y="5236"/>
                    <a:pt x="1077" y="5225"/>
                    <a:pt x="1074" y="5225"/>
                  </a:cubicBezTo>
                  <a:cubicBezTo>
                    <a:pt x="1067" y="5225"/>
                    <a:pt x="1072" y="5253"/>
                    <a:pt x="1103" y="5319"/>
                  </a:cubicBezTo>
                  <a:cubicBezTo>
                    <a:pt x="1112" y="5347"/>
                    <a:pt x="1127" y="5379"/>
                    <a:pt x="1127" y="5379"/>
                  </a:cubicBezTo>
                  <a:cubicBezTo>
                    <a:pt x="1126" y="5379"/>
                    <a:pt x="1118" y="5363"/>
                    <a:pt x="1095" y="5319"/>
                  </a:cubicBezTo>
                  <a:cubicBezTo>
                    <a:pt x="1079" y="5296"/>
                    <a:pt x="1068" y="5287"/>
                    <a:pt x="1054" y="5287"/>
                  </a:cubicBezTo>
                  <a:cubicBezTo>
                    <a:pt x="1040" y="5287"/>
                    <a:pt x="1023" y="5298"/>
                    <a:pt x="997" y="5311"/>
                  </a:cubicBezTo>
                  <a:cubicBezTo>
                    <a:pt x="965" y="5327"/>
                    <a:pt x="924" y="5351"/>
                    <a:pt x="957" y="5400"/>
                  </a:cubicBezTo>
                  <a:cubicBezTo>
                    <a:pt x="957" y="5429"/>
                    <a:pt x="957" y="5444"/>
                    <a:pt x="954" y="5444"/>
                  </a:cubicBezTo>
                  <a:cubicBezTo>
                    <a:pt x="952" y="5444"/>
                    <a:pt x="948" y="5431"/>
                    <a:pt x="941" y="5408"/>
                  </a:cubicBezTo>
                  <a:cubicBezTo>
                    <a:pt x="915" y="5352"/>
                    <a:pt x="880" y="5322"/>
                    <a:pt x="857" y="5322"/>
                  </a:cubicBezTo>
                  <a:cubicBezTo>
                    <a:pt x="836" y="5322"/>
                    <a:pt x="824" y="5346"/>
                    <a:pt x="835" y="5400"/>
                  </a:cubicBezTo>
                  <a:cubicBezTo>
                    <a:pt x="833" y="5402"/>
                    <a:pt x="830" y="5404"/>
                    <a:pt x="827" y="5404"/>
                  </a:cubicBezTo>
                  <a:cubicBezTo>
                    <a:pt x="820" y="5404"/>
                    <a:pt x="810" y="5394"/>
                    <a:pt x="786" y="5359"/>
                  </a:cubicBezTo>
                  <a:cubicBezTo>
                    <a:pt x="778" y="5368"/>
                    <a:pt x="762" y="5376"/>
                    <a:pt x="762" y="5441"/>
                  </a:cubicBezTo>
                  <a:lnTo>
                    <a:pt x="689" y="5481"/>
                  </a:lnTo>
                  <a:cubicBezTo>
                    <a:pt x="665" y="5489"/>
                    <a:pt x="673" y="5554"/>
                    <a:pt x="673" y="5554"/>
                  </a:cubicBezTo>
                  <a:cubicBezTo>
                    <a:pt x="670" y="5557"/>
                    <a:pt x="666" y="5559"/>
                    <a:pt x="663" y="5560"/>
                  </a:cubicBezTo>
                  <a:lnTo>
                    <a:pt x="663" y="5560"/>
                  </a:lnTo>
                  <a:cubicBezTo>
                    <a:pt x="651" y="5542"/>
                    <a:pt x="635" y="5535"/>
                    <a:pt x="616" y="5535"/>
                  </a:cubicBezTo>
                  <a:cubicBezTo>
                    <a:pt x="585" y="5535"/>
                    <a:pt x="547" y="5554"/>
                    <a:pt x="503" y="5578"/>
                  </a:cubicBezTo>
                  <a:cubicBezTo>
                    <a:pt x="453" y="5612"/>
                    <a:pt x="407" y="5637"/>
                    <a:pt x="370" y="5637"/>
                  </a:cubicBezTo>
                  <a:cubicBezTo>
                    <a:pt x="352" y="5637"/>
                    <a:pt x="337" y="5632"/>
                    <a:pt x="324" y="5619"/>
                  </a:cubicBezTo>
                  <a:lnTo>
                    <a:pt x="324" y="5619"/>
                  </a:lnTo>
                  <a:cubicBezTo>
                    <a:pt x="324" y="5619"/>
                    <a:pt x="316" y="5619"/>
                    <a:pt x="332" y="5676"/>
                  </a:cubicBezTo>
                  <a:cubicBezTo>
                    <a:pt x="363" y="5741"/>
                    <a:pt x="368" y="5769"/>
                    <a:pt x="358" y="5769"/>
                  </a:cubicBezTo>
                  <a:cubicBezTo>
                    <a:pt x="351" y="5769"/>
                    <a:pt x="340" y="5759"/>
                    <a:pt x="324" y="5741"/>
                  </a:cubicBezTo>
                  <a:cubicBezTo>
                    <a:pt x="297" y="5703"/>
                    <a:pt x="274" y="5686"/>
                    <a:pt x="260" y="5686"/>
                  </a:cubicBezTo>
                  <a:cubicBezTo>
                    <a:pt x="241" y="5686"/>
                    <a:pt x="236" y="5716"/>
                    <a:pt x="256" y="5771"/>
                  </a:cubicBezTo>
                  <a:lnTo>
                    <a:pt x="256" y="5771"/>
                  </a:lnTo>
                  <a:cubicBezTo>
                    <a:pt x="249" y="5759"/>
                    <a:pt x="242" y="5746"/>
                    <a:pt x="235" y="5732"/>
                  </a:cubicBezTo>
                  <a:cubicBezTo>
                    <a:pt x="211" y="5700"/>
                    <a:pt x="195" y="5686"/>
                    <a:pt x="186" y="5686"/>
                  </a:cubicBezTo>
                  <a:cubicBezTo>
                    <a:pt x="168" y="5686"/>
                    <a:pt x="178" y="5741"/>
                    <a:pt x="211" y="5805"/>
                  </a:cubicBezTo>
                  <a:cubicBezTo>
                    <a:pt x="185" y="5779"/>
                    <a:pt x="158" y="5753"/>
                    <a:pt x="148" y="5753"/>
                  </a:cubicBezTo>
                  <a:cubicBezTo>
                    <a:pt x="142" y="5753"/>
                    <a:pt x="140" y="5761"/>
                    <a:pt x="146" y="5781"/>
                  </a:cubicBezTo>
                  <a:cubicBezTo>
                    <a:pt x="138" y="5781"/>
                    <a:pt x="138" y="5781"/>
                    <a:pt x="81" y="5684"/>
                  </a:cubicBezTo>
                  <a:cubicBezTo>
                    <a:pt x="51" y="5639"/>
                    <a:pt x="28" y="5594"/>
                    <a:pt x="12" y="5594"/>
                  </a:cubicBezTo>
                  <a:cubicBezTo>
                    <a:pt x="11" y="5594"/>
                    <a:pt x="9" y="5594"/>
                    <a:pt x="8" y="5595"/>
                  </a:cubicBezTo>
                  <a:cubicBezTo>
                    <a:pt x="0" y="5603"/>
                    <a:pt x="24" y="5651"/>
                    <a:pt x="57" y="5700"/>
                  </a:cubicBezTo>
                  <a:lnTo>
                    <a:pt x="32" y="5708"/>
                  </a:lnTo>
                  <a:cubicBezTo>
                    <a:pt x="32" y="5708"/>
                    <a:pt x="24" y="5716"/>
                    <a:pt x="57" y="5765"/>
                  </a:cubicBezTo>
                  <a:cubicBezTo>
                    <a:pt x="81" y="5813"/>
                    <a:pt x="73" y="5822"/>
                    <a:pt x="65" y="5830"/>
                  </a:cubicBezTo>
                  <a:cubicBezTo>
                    <a:pt x="55" y="5813"/>
                    <a:pt x="50" y="5806"/>
                    <a:pt x="48" y="5806"/>
                  </a:cubicBezTo>
                  <a:lnTo>
                    <a:pt x="48" y="5806"/>
                  </a:lnTo>
                  <a:cubicBezTo>
                    <a:pt x="44" y="5806"/>
                    <a:pt x="61" y="5844"/>
                    <a:pt x="89" y="5878"/>
                  </a:cubicBezTo>
                  <a:cubicBezTo>
                    <a:pt x="122" y="5927"/>
                    <a:pt x="146" y="5976"/>
                    <a:pt x="138" y="5976"/>
                  </a:cubicBezTo>
                  <a:lnTo>
                    <a:pt x="195" y="6073"/>
                  </a:lnTo>
                  <a:cubicBezTo>
                    <a:pt x="227" y="6146"/>
                    <a:pt x="276" y="6211"/>
                    <a:pt x="332" y="6259"/>
                  </a:cubicBezTo>
                  <a:cubicBezTo>
                    <a:pt x="368" y="6271"/>
                    <a:pt x="399" y="6285"/>
                    <a:pt x="416" y="6285"/>
                  </a:cubicBezTo>
                  <a:cubicBezTo>
                    <a:pt x="434" y="6285"/>
                    <a:pt x="435" y="6269"/>
                    <a:pt x="405" y="6219"/>
                  </a:cubicBezTo>
                  <a:cubicBezTo>
                    <a:pt x="405" y="6219"/>
                    <a:pt x="389" y="6162"/>
                    <a:pt x="397" y="6154"/>
                  </a:cubicBezTo>
                  <a:cubicBezTo>
                    <a:pt x="414" y="6154"/>
                    <a:pt x="454" y="6195"/>
                    <a:pt x="454" y="6195"/>
                  </a:cubicBezTo>
                  <a:cubicBezTo>
                    <a:pt x="464" y="6214"/>
                    <a:pt x="478" y="6222"/>
                    <a:pt x="494" y="6222"/>
                  </a:cubicBezTo>
                  <a:cubicBezTo>
                    <a:pt x="518" y="6222"/>
                    <a:pt x="547" y="6206"/>
                    <a:pt x="576" y="6186"/>
                  </a:cubicBezTo>
                  <a:cubicBezTo>
                    <a:pt x="613" y="6168"/>
                    <a:pt x="640" y="6154"/>
                    <a:pt x="664" y="6154"/>
                  </a:cubicBezTo>
                  <a:cubicBezTo>
                    <a:pt x="681" y="6154"/>
                    <a:pt x="696" y="6161"/>
                    <a:pt x="714" y="6178"/>
                  </a:cubicBezTo>
                  <a:cubicBezTo>
                    <a:pt x="754" y="6219"/>
                    <a:pt x="762" y="6219"/>
                    <a:pt x="762" y="6219"/>
                  </a:cubicBezTo>
                  <a:cubicBezTo>
                    <a:pt x="738" y="6170"/>
                    <a:pt x="803" y="6130"/>
                    <a:pt x="876" y="6089"/>
                  </a:cubicBezTo>
                  <a:cubicBezTo>
                    <a:pt x="949" y="6049"/>
                    <a:pt x="1030" y="6008"/>
                    <a:pt x="997" y="5959"/>
                  </a:cubicBezTo>
                  <a:lnTo>
                    <a:pt x="1022" y="5943"/>
                  </a:lnTo>
                  <a:cubicBezTo>
                    <a:pt x="1037" y="5973"/>
                    <a:pt x="1052" y="5982"/>
                    <a:pt x="1067" y="5982"/>
                  </a:cubicBezTo>
                  <a:cubicBezTo>
                    <a:pt x="1076" y="5982"/>
                    <a:pt x="1085" y="5979"/>
                    <a:pt x="1095" y="5976"/>
                  </a:cubicBezTo>
                  <a:cubicBezTo>
                    <a:pt x="1086" y="5911"/>
                    <a:pt x="1103" y="5903"/>
                    <a:pt x="1103" y="5903"/>
                  </a:cubicBezTo>
                  <a:cubicBezTo>
                    <a:pt x="1121" y="5930"/>
                    <a:pt x="1132" y="5940"/>
                    <a:pt x="1142" y="5940"/>
                  </a:cubicBezTo>
                  <a:cubicBezTo>
                    <a:pt x="1149" y="5940"/>
                    <a:pt x="1157" y="5934"/>
                    <a:pt x="1168" y="5927"/>
                  </a:cubicBezTo>
                  <a:cubicBezTo>
                    <a:pt x="1192" y="5919"/>
                    <a:pt x="1200" y="5911"/>
                    <a:pt x="1168" y="5862"/>
                  </a:cubicBezTo>
                  <a:cubicBezTo>
                    <a:pt x="1199" y="5846"/>
                    <a:pt x="1234" y="5837"/>
                    <a:pt x="1268" y="5837"/>
                  </a:cubicBezTo>
                  <a:cubicBezTo>
                    <a:pt x="1286" y="5837"/>
                    <a:pt x="1304" y="5840"/>
                    <a:pt x="1322" y="5846"/>
                  </a:cubicBezTo>
                  <a:cubicBezTo>
                    <a:pt x="1330" y="5856"/>
                    <a:pt x="1335" y="5861"/>
                    <a:pt x="1338" y="5861"/>
                  </a:cubicBezTo>
                  <a:cubicBezTo>
                    <a:pt x="1346" y="5861"/>
                    <a:pt x="1334" y="5823"/>
                    <a:pt x="1322" y="5781"/>
                  </a:cubicBezTo>
                  <a:cubicBezTo>
                    <a:pt x="1289" y="5732"/>
                    <a:pt x="1273" y="5676"/>
                    <a:pt x="1289" y="5668"/>
                  </a:cubicBezTo>
                  <a:lnTo>
                    <a:pt x="1289" y="5668"/>
                  </a:lnTo>
                  <a:lnTo>
                    <a:pt x="1346" y="5765"/>
                  </a:lnTo>
                  <a:cubicBezTo>
                    <a:pt x="1358" y="5806"/>
                    <a:pt x="1361" y="5817"/>
                    <a:pt x="1371" y="5817"/>
                  </a:cubicBezTo>
                  <a:cubicBezTo>
                    <a:pt x="1375" y="5817"/>
                    <a:pt x="1380" y="5816"/>
                    <a:pt x="1386" y="5813"/>
                  </a:cubicBezTo>
                  <a:lnTo>
                    <a:pt x="1403" y="5797"/>
                  </a:lnTo>
                  <a:cubicBezTo>
                    <a:pt x="1378" y="5749"/>
                    <a:pt x="1427" y="5724"/>
                    <a:pt x="1508" y="5684"/>
                  </a:cubicBezTo>
                  <a:cubicBezTo>
                    <a:pt x="1605" y="5627"/>
                    <a:pt x="1638" y="5611"/>
                    <a:pt x="1605" y="5562"/>
                  </a:cubicBezTo>
                  <a:cubicBezTo>
                    <a:pt x="1586" y="5533"/>
                    <a:pt x="1584" y="5518"/>
                    <a:pt x="1598" y="5518"/>
                  </a:cubicBezTo>
                  <a:cubicBezTo>
                    <a:pt x="1607" y="5518"/>
                    <a:pt x="1623" y="5525"/>
                    <a:pt x="1646" y="5538"/>
                  </a:cubicBezTo>
                  <a:cubicBezTo>
                    <a:pt x="1738" y="5601"/>
                    <a:pt x="1775" y="5626"/>
                    <a:pt x="1786" y="5626"/>
                  </a:cubicBezTo>
                  <a:cubicBezTo>
                    <a:pt x="1794" y="5626"/>
                    <a:pt x="1790" y="5614"/>
                    <a:pt x="1784" y="5595"/>
                  </a:cubicBezTo>
                  <a:cubicBezTo>
                    <a:pt x="1768" y="5595"/>
                    <a:pt x="1743" y="5546"/>
                    <a:pt x="1711" y="5497"/>
                  </a:cubicBezTo>
                  <a:cubicBezTo>
                    <a:pt x="1682" y="5448"/>
                    <a:pt x="1672" y="5423"/>
                    <a:pt x="1678" y="5423"/>
                  </a:cubicBezTo>
                  <a:cubicBezTo>
                    <a:pt x="1683" y="5423"/>
                    <a:pt x="1703" y="5446"/>
                    <a:pt x="1735" y="5489"/>
                  </a:cubicBezTo>
                  <a:cubicBezTo>
                    <a:pt x="1749" y="5512"/>
                    <a:pt x="1767" y="5522"/>
                    <a:pt x="1786" y="5522"/>
                  </a:cubicBezTo>
                  <a:cubicBezTo>
                    <a:pt x="1843" y="5522"/>
                    <a:pt x="1908" y="5437"/>
                    <a:pt x="1888" y="5361"/>
                  </a:cubicBezTo>
                  <a:lnTo>
                    <a:pt x="1888" y="5361"/>
                  </a:lnTo>
                  <a:cubicBezTo>
                    <a:pt x="1893" y="5370"/>
                    <a:pt x="1899" y="5380"/>
                    <a:pt x="1905" y="5392"/>
                  </a:cubicBezTo>
                  <a:cubicBezTo>
                    <a:pt x="1924" y="5420"/>
                    <a:pt x="1935" y="5432"/>
                    <a:pt x="1950" y="5432"/>
                  </a:cubicBezTo>
                  <a:cubicBezTo>
                    <a:pt x="1961" y="5432"/>
                    <a:pt x="1974" y="5426"/>
                    <a:pt x="1995" y="5416"/>
                  </a:cubicBezTo>
                  <a:lnTo>
                    <a:pt x="2027" y="5392"/>
                  </a:lnTo>
                  <a:cubicBezTo>
                    <a:pt x="1993" y="5340"/>
                    <a:pt x="2004" y="5321"/>
                    <a:pt x="2025" y="5321"/>
                  </a:cubicBezTo>
                  <a:cubicBezTo>
                    <a:pt x="2045" y="5321"/>
                    <a:pt x="2072" y="5336"/>
                    <a:pt x="2084" y="5359"/>
                  </a:cubicBezTo>
                  <a:cubicBezTo>
                    <a:pt x="2112" y="5387"/>
                    <a:pt x="2120" y="5396"/>
                    <a:pt x="2131" y="5396"/>
                  </a:cubicBezTo>
                  <a:cubicBezTo>
                    <a:pt x="2136" y="5396"/>
                    <a:pt x="2141" y="5394"/>
                    <a:pt x="2149" y="5392"/>
                  </a:cubicBezTo>
                  <a:cubicBezTo>
                    <a:pt x="2135" y="5329"/>
                    <a:pt x="2154" y="5306"/>
                    <a:pt x="2179" y="5306"/>
                  </a:cubicBezTo>
                  <a:cubicBezTo>
                    <a:pt x="2199" y="5306"/>
                    <a:pt x="2223" y="5321"/>
                    <a:pt x="2238" y="5343"/>
                  </a:cubicBezTo>
                  <a:lnTo>
                    <a:pt x="2254" y="5335"/>
                  </a:lnTo>
                  <a:cubicBezTo>
                    <a:pt x="2238" y="5278"/>
                    <a:pt x="2262" y="5262"/>
                    <a:pt x="2270" y="5262"/>
                  </a:cubicBezTo>
                  <a:cubicBezTo>
                    <a:pt x="2303" y="5238"/>
                    <a:pt x="2311" y="5238"/>
                    <a:pt x="2278" y="5189"/>
                  </a:cubicBezTo>
                  <a:cubicBezTo>
                    <a:pt x="2246" y="5141"/>
                    <a:pt x="2213" y="5092"/>
                    <a:pt x="2230" y="5092"/>
                  </a:cubicBezTo>
                  <a:lnTo>
                    <a:pt x="2254" y="5141"/>
                  </a:lnTo>
                  <a:cubicBezTo>
                    <a:pt x="2269" y="5164"/>
                    <a:pt x="2285" y="5172"/>
                    <a:pt x="2301" y="5172"/>
                  </a:cubicBezTo>
                  <a:cubicBezTo>
                    <a:pt x="2319" y="5172"/>
                    <a:pt x="2338" y="5161"/>
                    <a:pt x="2359" y="5149"/>
                  </a:cubicBezTo>
                  <a:cubicBezTo>
                    <a:pt x="2391" y="5131"/>
                    <a:pt x="2412" y="5118"/>
                    <a:pt x="2430" y="5118"/>
                  </a:cubicBezTo>
                  <a:cubicBezTo>
                    <a:pt x="2445" y="5118"/>
                    <a:pt x="2458" y="5127"/>
                    <a:pt x="2473" y="5149"/>
                  </a:cubicBezTo>
                  <a:lnTo>
                    <a:pt x="2457" y="5092"/>
                  </a:lnTo>
                  <a:cubicBezTo>
                    <a:pt x="2448" y="5062"/>
                    <a:pt x="2446" y="5048"/>
                    <a:pt x="2451" y="5048"/>
                  </a:cubicBezTo>
                  <a:cubicBezTo>
                    <a:pt x="2455" y="5048"/>
                    <a:pt x="2465" y="5060"/>
                    <a:pt x="2481" y="5084"/>
                  </a:cubicBezTo>
                  <a:cubicBezTo>
                    <a:pt x="2495" y="5097"/>
                    <a:pt x="2508" y="5104"/>
                    <a:pt x="2520" y="5104"/>
                  </a:cubicBezTo>
                  <a:cubicBezTo>
                    <a:pt x="2543" y="5104"/>
                    <a:pt x="2559" y="5078"/>
                    <a:pt x="2554" y="5035"/>
                  </a:cubicBezTo>
                  <a:lnTo>
                    <a:pt x="2578" y="5027"/>
                  </a:lnTo>
                  <a:cubicBezTo>
                    <a:pt x="2607" y="5066"/>
                    <a:pt x="2629" y="5085"/>
                    <a:pt x="2641" y="5085"/>
                  </a:cubicBezTo>
                  <a:cubicBezTo>
                    <a:pt x="2656" y="5085"/>
                    <a:pt x="2654" y="5054"/>
                    <a:pt x="2627" y="4995"/>
                  </a:cubicBezTo>
                  <a:lnTo>
                    <a:pt x="2627" y="4995"/>
                  </a:lnTo>
                  <a:cubicBezTo>
                    <a:pt x="2650" y="5029"/>
                    <a:pt x="2661" y="5039"/>
                    <a:pt x="2671" y="5039"/>
                  </a:cubicBezTo>
                  <a:cubicBezTo>
                    <a:pt x="2675" y="5039"/>
                    <a:pt x="2679" y="5037"/>
                    <a:pt x="2684" y="5035"/>
                  </a:cubicBezTo>
                  <a:cubicBezTo>
                    <a:pt x="2679" y="4994"/>
                    <a:pt x="2693" y="4969"/>
                    <a:pt x="2713" y="4969"/>
                  </a:cubicBezTo>
                  <a:cubicBezTo>
                    <a:pt x="2724" y="4969"/>
                    <a:pt x="2737" y="4977"/>
                    <a:pt x="2749" y="4995"/>
                  </a:cubicBezTo>
                  <a:lnTo>
                    <a:pt x="2757" y="4995"/>
                  </a:lnTo>
                  <a:cubicBezTo>
                    <a:pt x="2740" y="4938"/>
                    <a:pt x="2749" y="4930"/>
                    <a:pt x="2757" y="4930"/>
                  </a:cubicBezTo>
                  <a:cubicBezTo>
                    <a:pt x="2773" y="4922"/>
                    <a:pt x="2781" y="4914"/>
                    <a:pt x="2765" y="4857"/>
                  </a:cubicBezTo>
                  <a:cubicBezTo>
                    <a:pt x="2749" y="4808"/>
                    <a:pt x="2757" y="4800"/>
                    <a:pt x="2757" y="4800"/>
                  </a:cubicBezTo>
                  <a:cubicBezTo>
                    <a:pt x="2757" y="4799"/>
                    <a:pt x="2758" y="4799"/>
                    <a:pt x="2758" y="4799"/>
                  </a:cubicBezTo>
                  <a:cubicBezTo>
                    <a:pt x="2768" y="4799"/>
                    <a:pt x="2790" y="4852"/>
                    <a:pt x="2805" y="4905"/>
                  </a:cubicBezTo>
                  <a:cubicBezTo>
                    <a:pt x="2808" y="4926"/>
                    <a:pt x="2815" y="4937"/>
                    <a:pt x="2820" y="4937"/>
                  </a:cubicBezTo>
                  <a:cubicBezTo>
                    <a:pt x="2830" y="4937"/>
                    <a:pt x="2837" y="4904"/>
                    <a:pt x="2822" y="4832"/>
                  </a:cubicBezTo>
                  <a:cubicBezTo>
                    <a:pt x="2805" y="4771"/>
                    <a:pt x="2797" y="4740"/>
                    <a:pt x="2798" y="4740"/>
                  </a:cubicBezTo>
                  <a:lnTo>
                    <a:pt x="2798" y="4740"/>
                  </a:lnTo>
                  <a:cubicBezTo>
                    <a:pt x="2800" y="4740"/>
                    <a:pt x="2810" y="4769"/>
                    <a:pt x="2830" y="4824"/>
                  </a:cubicBezTo>
                  <a:cubicBezTo>
                    <a:pt x="2841" y="4863"/>
                    <a:pt x="2852" y="4898"/>
                    <a:pt x="2855" y="4898"/>
                  </a:cubicBezTo>
                  <a:cubicBezTo>
                    <a:pt x="2857" y="4898"/>
                    <a:pt x="2857" y="4891"/>
                    <a:pt x="2854" y="4873"/>
                  </a:cubicBezTo>
                  <a:cubicBezTo>
                    <a:pt x="2854" y="4873"/>
                    <a:pt x="2878" y="4857"/>
                    <a:pt x="2854" y="4808"/>
                  </a:cubicBezTo>
                  <a:lnTo>
                    <a:pt x="2886" y="4792"/>
                  </a:lnTo>
                  <a:cubicBezTo>
                    <a:pt x="2915" y="4816"/>
                    <a:pt x="2930" y="4823"/>
                    <a:pt x="2939" y="4823"/>
                  </a:cubicBezTo>
                  <a:cubicBezTo>
                    <a:pt x="2945" y="4823"/>
                    <a:pt x="2948" y="4820"/>
                    <a:pt x="2951" y="4816"/>
                  </a:cubicBezTo>
                  <a:cubicBezTo>
                    <a:pt x="2943" y="4791"/>
                    <a:pt x="2939" y="4779"/>
                    <a:pt x="2943" y="4779"/>
                  </a:cubicBezTo>
                  <a:cubicBezTo>
                    <a:pt x="2946" y="4779"/>
                    <a:pt x="2956" y="4789"/>
                    <a:pt x="2976" y="4808"/>
                  </a:cubicBezTo>
                  <a:cubicBezTo>
                    <a:pt x="2988" y="4827"/>
                    <a:pt x="2997" y="4837"/>
                    <a:pt x="3000" y="4837"/>
                  </a:cubicBezTo>
                  <a:cubicBezTo>
                    <a:pt x="3005" y="4837"/>
                    <a:pt x="2994" y="4811"/>
                    <a:pt x="2959" y="4751"/>
                  </a:cubicBezTo>
                  <a:cubicBezTo>
                    <a:pt x="2951" y="4721"/>
                    <a:pt x="2949" y="4707"/>
                    <a:pt x="2956" y="4707"/>
                  </a:cubicBezTo>
                  <a:cubicBezTo>
                    <a:pt x="2961" y="4707"/>
                    <a:pt x="2973" y="4717"/>
                    <a:pt x="2992" y="4735"/>
                  </a:cubicBezTo>
                  <a:cubicBezTo>
                    <a:pt x="3023" y="4789"/>
                    <a:pt x="3040" y="4811"/>
                    <a:pt x="3044" y="4811"/>
                  </a:cubicBezTo>
                  <a:cubicBezTo>
                    <a:pt x="3048" y="4811"/>
                    <a:pt x="3043" y="4797"/>
                    <a:pt x="3032" y="4776"/>
                  </a:cubicBezTo>
                  <a:cubicBezTo>
                    <a:pt x="3008" y="4719"/>
                    <a:pt x="3024" y="4719"/>
                    <a:pt x="3024" y="4719"/>
                  </a:cubicBezTo>
                  <a:lnTo>
                    <a:pt x="3024" y="4719"/>
                  </a:lnTo>
                  <a:cubicBezTo>
                    <a:pt x="3031" y="4732"/>
                    <a:pt x="3043" y="4738"/>
                    <a:pt x="3058" y="4738"/>
                  </a:cubicBezTo>
                  <a:cubicBezTo>
                    <a:pt x="3101" y="4738"/>
                    <a:pt x="3172" y="4698"/>
                    <a:pt x="3243" y="4662"/>
                  </a:cubicBezTo>
                  <a:cubicBezTo>
                    <a:pt x="3259" y="4654"/>
                    <a:pt x="3235" y="4597"/>
                    <a:pt x="3211" y="4549"/>
                  </a:cubicBezTo>
                  <a:cubicBezTo>
                    <a:pt x="3186" y="4507"/>
                    <a:pt x="3177" y="4492"/>
                    <a:pt x="3177" y="4492"/>
                  </a:cubicBezTo>
                  <a:lnTo>
                    <a:pt x="3177" y="4492"/>
                  </a:lnTo>
                  <a:cubicBezTo>
                    <a:pt x="3178" y="4492"/>
                    <a:pt x="3196" y="4518"/>
                    <a:pt x="3219" y="4541"/>
                  </a:cubicBezTo>
                  <a:cubicBezTo>
                    <a:pt x="3265" y="4610"/>
                    <a:pt x="3295" y="4643"/>
                    <a:pt x="3303" y="4643"/>
                  </a:cubicBezTo>
                  <a:cubicBezTo>
                    <a:pt x="3312" y="4643"/>
                    <a:pt x="3294" y="4604"/>
                    <a:pt x="3243" y="4532"/>
                  </a:cubicBezTo>
                  <a:cubicBezTo>
                    <a:pt x="3206" y="4487"/>
                    <a:pt x="3188" y="4465"/>
                    <a:pt x="3190" y="4465"/>
                  </a:cubicBezTo>
                  <a:lnTo>
                    <a:pt x="3190" y="4465"/>
                  </a:lnTo>
                  <a:cubicBezTo>
                    <a:pt x="3191" y="4465"/>
                    <a:pt x="3212" y="4485"/>
                    <a:pt x="3251" y="4524"/>
                  </a:cubicBezTo>
                  <a:cubicBezTo>
                    <a:pt x="3271" y="4544"/>
                    <a:pt x="3281" y="4554"/>
                    <a:pt x="3284" y="4554"/>
                  </a:cubicBezTo>
                  <a:cubicBezTo>
                    <a:pt x="3288" y="4554"/>
                    <a:pt x="3284" y="4542"/>
                    <a:pt x="3276" y="4516"/>
                  </a:cubicBezTo>
                  <a:cubicBezTo>
                    <a:pt x="3258" y="4490"/>
                    <a:pt x="3255" y="4475"/>
                    <a:pt x="3259" y="4475"/>
                  </a:cubicBezTo>
                  <a:cubicBezTo>
                    <a:pt x="3263" y="4475"/>
                    <a:pt x="3273" y="4486"/>
                    <a:pt x="3284" y="4508"/>
                  </a:cubicBezTo>
                  <a:cubicBezTo>
                    <a:pt x="3312" y="4537"/>
                    <a:pt x="3341" y="4569"/>
                    <a:pt x="3344" y="4569"/>
                  </a:cubicBezTo>
                  <a:cubicBezTo>
                    <a:pt x="3345" y="4569"/>
                    <a:pt x="3342" y="4563"/>
                    <a:pt x="3332" y="4549"/>
                  </a:cubicBezTo>
                  <a:cubicBezTo>
                    <a:pt x="3332" y="4549"/>
                    <a:pt x="3334" y="4548"/>
                    <a:pt x="3336" y="4548"/>
                  </a:cubicBezTo>
                  <a:cubicBezTo>
                    <a:pt x="3344" y="4548"/>
                    <a:pt x="3360" y="4552"/>
                    <a:pt x="3389" y="4581"/>
                  </a:cubicBezTo>
                  <a:cubicBezTo>
                    <a:pt x="3400" y="4592"/>
                    <a:pt x="3406" y="4596"/>
                    <a:pt x="3409" y="4596"/>
                  </a:cubicBezTo>
                  <a:cubicBezTo>
                    <a:pt x="3418" y="4596"/>
                    <a:pt x="3401" y="4558"/>
                    <a:pt x="3389" y="4516"/>
                  </a:cubicBezTo>
                  <a:cubicBezTo>
                    <a:pt x="3376" y="4456"/>
                    <a:pt x="3372" y="4426"/>
                    <a:pt x="3379" y="4426"/>
                  </a:cubicBezTo>
                  <a:cubicBezTo>
                    <a:pt x="3385" y="4426"/>
                    <a:pt x="3399" y="4450"/>
                    <a:pt x="3422" y="4500"/>
                  </a:cubicBezTo>
                  <a:cubicBezTo>
                    <a:pt x="3438" y="4532"/>
                    <a:pt x="3451" y="4546"/>
                    <a:pt x="3460" y="4546"/>
                  </a:cubicBezTo>
                  <a:cubicBezTo>
                    <a:pt x="3478" y="4546"/>
                    <a:pt x="3478" y="4490"/>
                    <a:pt x="3446" y="4419"/>
                  </a:cubicBezTo>
                  <a:cubicBezTo>
                    <a:pt x="3417" y="4356"/>
                    <a:pt x="3405" y="4331"/>
                    <a:pt x="3407" y="4331"/>
                  </a:cubicBezTo>
                  <a:lnTo>
                    <a:pt x="3407" y="4331"/>
                  </a:lnTo>
                  <a:cubicBezTo>
                    <a:pt x="3409" y="4331"/>
                    <a:pt x="3416" y="4343"/>
                    <a:pt x="3430" y="4362"/>
                  </a:cubicBezTo>
                  <a:cubicBezTo>
                    <a:pt x="3454" y="4411"/>
                    <a:pt x="3470" y="4411"/>
                    <a:pt x="3470" y="4411"/>
                  </a:cubicBezTo>
                  <a:cubicBezTo>
                    <a:pt x="3473" y="4408"/>
                    <a:pt x="3476" y="4405"/>
                    <a:pt x="3481" y="4405"/>
                  </a:cubicBezTo>
                  <a:cubicBezTo>
                    <a:pt x="3488" y="4405"/>
                    <a:pt x="3499" y="4413"/>
                    <a:pt x="3519" y="4443"/>
                  </a:cubicBezTo>
                  <a:cubicBezTo>
                    <a:pt x="3519" y="4443"/>
                    <a:pt x="3527" y="4435"/>
                    <a:pt x="3519" y="4378"/>
                  </a:cubicBezTo>
                  <a:cubicBezTo>
                    <a:pt x="3504" y="4328"/>
                    <a:pt x="3509" y="4306"/>
                    <a:pt x="3525" y="4306"/>
                  </a:cubicBezTo>
                  <a:cubicBezTo>
                    <a:pt x="3544" y="4306"/>
                    <a:pt x="3580" y="4340"/>
                    <a:pt x="3616" y="4395"/>
                  </a:cubicBezTo>
                  <a:lnTo>
                    <a:pt x="3608" y="4330"/>
                  </a:lnTo>
                  <a:cubicBezTo>
                    <a:pt x="3578" y="4264"/>
                    <a:pt x="3560" y="4220"/>
                    <a:pt x="3565" y="4220"/>
                  </a:cubicBezTo>
                  <a:lnTo>
                    <a:pt x="3565" y="4220"/>
                  </a:lnTo>
                  <a:cubicBezTo>
                    <a:pt x="3567" y="4220"/>
                    <a:pt x="3578" y="4236"/>
                    <a:pt x="3600" y="4273"/>
                  </a:cubicBezTo>
                  <a:cubicBezTo>
                    <a:pt x="3623" y="4307"/>
                    <a:pt x="3642" y="4342"/>
                    <a:pt x="3642" y="4342"/>
                  </a:cubicBezTo>
                  <a:cubicBezTo>
                    <a:pt x="3642" y="4342"/>
                    <a:pt x="3639" y="4336"/>
                    <a:pt x="3632" y="4322"/>
                  </a:cubicBezTo>
                  <a:cubicBezTo>
                    <a:pt x="3610" y="4274"/>
                    <a:pt x="3613" y="4253"/>
                    <a:pt x="3628" y="4253"/>
                  </a:cubicBezTo>
                  <a:cubicBezTo>
                    <a:pt x="3646" y="4253"/>
                    <a:pt x="3682" y="4284"/>
                    <a:pt x="3713" y="4338"/>
                  </a:cubicBezTo>
                  <a:cubicBezTo>
                    <a:pt x="3736" y="4372"/>
                    <a:pt x="3743" y="4382"/>
                    <a:pt x="3748" y="4382"/>
                  </a:cubicBezTo>
                  <a:cubicBezTo>
                    <a:pt x="3750" y="4382"/>
                    <a:pt x="3752" y="4381"/>
                    <a:pt x="3754" y="4378"/>
                  </a:cubicBezTo>
                  <a:lnTo>
                    <a:pt x="3721" y="4330"/>
                  </a:lnTo>
                  <a:cubicBezTo>
                    <a:pt x="3697" y="4281"/>
                    <a:pt x="3665" y="4232"/>
                    <a:pt x="3681" y="4224"/>
                  </a:cubicBezTo>
                  <a:cubicBezTo>
                    <a:pt x="3683" y="4224"/>
                    <a:pt x="3685" y="4224"/>
                    <a:pt x="3687" y="4224"/>
                  </a:cubicBezTo>
                  <a:cubicBezTo>
                    <a:pt x="3695" y="4224"/>
                    <a:pt x="3705" y="4228"/>
                    <a:pt x="3730" y="4265"/>
                  </a:cubicBezTo>
                  <a:cubicBezTo>
                    <a:pt x="3758" y="4293"/>
                    <a:pt x="3787" y="4326"/>
                    <a:pt x="3790" y="4326"/>
                  </a:cubicBezTo>
                  <a:cubicBezTo>
                    <a:pt x="3791" y="4326"/>
                    <a:pt x="3788" y="4320"/>
                    <a:pt x="3778" y="4305"/>
                  </a:cubicBezTo>
                  <a:cubicBezTo>
                    <a:pt x="3778" y="4305"/>
                    <a:pt x="3779" y="4305"/>
                    <a:pt x="3781" y="4305"/>
                  </a:cubicBezTo>
                  <a:cubicBezTo>
                    <a:pt x="3786" y="4305"/>
                    <a:pt x="3798" y="4309"/>
                    <a:pt x="3827" y="4338"/>
                  </a:cubicBezTo>
                  <a:lnTo>
                    <a:pt x="3876" y="4314"/>
                  </a:lnTo>
                  <a:cubicBezTo>
                    <a:pt x="3862" y="4282"/>
                    <a:pt x="3864" y="4265"/>
                    <a:pt x="3873" y="4265"/>
                  </a:cubicBezTo>
                  <a:cubicBezTo>
                    <a:pt x="3881" y="4265"/>
                    <a:pt x="3894" y="4276"/>
                    <a:pt x="3908" y="4297"/>
                  </a:cubicBezTo>
                  <a:cubicBezTo>
                    <a:pt x="3908" y="4297"/>
                    <a:pt x="3924" y="4289"/>
                    <a:pt x="3908" y="4232"/>
                  </a:cubicBezTo>
                  <a:cubicBezTo>
                    <a:pt x="3917" y="4227"/>
                    <a:pt x="3924" y="4223"/>
                    <a:pt x="3930" y="4223"/>
                  </a:cubicBezTo>
                  <a:cubicBezTo>
                    <a:pt x="3941" y="4223"/>
                    <a:pt x="3952" y="4234"/>
                    <a:pt x="3973" y="4265"/>
                  </a:cubicBezTo>
                  <a:cubicBezTo>
                    <a:pt x="3985" y="4288"/>
                    <a:pt x="3991" y="4300"/>
                    <a:pt x="3992" y="4300"/>
                  </a:cubicBezTo>
                  <a:cubicBezTo>
                    <a:pt x="3993" y="4300"/>
                    <a:pt x="3989" y="4286"/>
                    <a:pt x="3981" y="4257"/>
                  </a:cubicBezTo>
                  <a:cubicBezTo>
                    <a:pt x="3949" y="4208"/>
                    <a:pt x="3965" y="4200"/>
                    <a:pt x="3973" y="4192"/>
                  </a:cubicBezTo>
                  <a:lnTo>
                    <a:pt x="3997" y="4184"/>
                  </a:lnTo>
                  <a:cubicBezTo>
                    <a:pt x="3965" y="4135"/>
                    <a:pt x="3965" y="4135"/>
                    <a:pt x="3973" y="4127"/>
                  </a:cubicBezTo>
                  <a:cubicBezTo>
                    <a:pt x="3975" y="4126"/>
                    <a:pt x="3977" y="4126"/>
                    <a:pt x="3980" y="4126"/>
                  </a:cubicBezTo>
                  <a:cubicBezTo>
                    <a:pt x="4001" y="4126"/>
                    <a:pt x="4048" y="4151"/>
                    <a:pt x="4062" y="4151"/>
                  </a:cubicBezTo>
                  <a:cubicBezTo>
                    <a:pt x="4094" y="4127"/>
                    <a:pt x="4094" y="4127"/>
                    <a:pt x="4054" y="4087"/>
                  </a:cubicBezTo>
                  <a:cubicBezTo>
                    <a:pt x="4053" y="4087"/>
                    <a:pt x="4051" y="4087"/>
                    <a:pt x="4050" y="4087"/>
                  </a:cubicBezTo>
                  <a:cubicBezTo>
                    <a:pt x="4039" y="4087"/>
                    <a:pt x="4027" y="4067"/>
                    <a:pt x="4038" y="4067"/>
                  </a:cubicBezTo>
                  <a:cubicBezTo>
                    <a:pt x="4042" y="4067"/>
                    <a:pt x="4050" y="4070"/>
                    <a:pt x="4062" y="4078"/>
                  </a:cubicBezTo>
                  <a:cubicBezTo>
                    <a:pt x="4068" y="4078"/>
                    <a:pt x="4106" y="4092"/>
                    <a:pt x="4138" y="4092"/>
                  </a:cubicBezTo>
                  <a:cubicBezTo>
                    <a:pt x="4149" y="4092"/>
                    <a:pt x="4159" y="4091"/>
                    <a:pt x="4167" y="4087"/>
                  </a:cubicBezTo>
                  <a:cubicBezTo>
                    <a:pt x="4208" y="4062"/>
                    <a:pt x="4208" y="4062"/>
                    <a:pt x="4184" y="4014"/>
                  </a:cubicBezTo>
                  <a:cubicBezTo>
                    <a:pt x="4145" y="3967"/>
                    <a:pt x="4132" y="3942"/>
                    <a:pt x="4137" y="3942"/>
                  </a:cubicBezTo>
                  <a:lnTo>
                    <a:pt x="4137" y="3942"/>
                  </a:lnTo>
                  <a:cubicBezTo>
                    <a:pt x="4141" y="3942"/>
                    <a:pt x="4161" y="3963"/>
                    <a:pt x="4192" y="4005"/>
                  </a:cubicBezTo>
                  <a:cubicBezTo>
                    <a:pt x="4236" y="4054"/>
                    <a:pt x="4258" y="4074"/>
                    <a:pt x="4266" y="4074"/>
                  </a:cubicBezTo>
                  <a:cubicBezTo>
                    <a:pt x="4272" y="4074"/>
                    <a:pt x="4268" y="4060"/>
                    <a:pt x="4257" y="4038"/>
                  </a:cubicBezTo>
                  <a:cubicBezTo>
                    <a:pt x="4232" y="3989"/>
                    <a:pt x="4232" y="3989"/>
                    <a:pt x="4248" y="3981"/>
                  </a:cubicBezTo>
                  <a:lnTo>
                    <a:pt x="4248" y="3981"/>
                  </a:lnTo>
                  <a:cubicBezTo>
                    <a:pt x="4259" y="4003"/>
                    <a:pt x="4268" y="4013"/>
                    <a:pt x="4275" y="4013"/>
                  </a:cubicBezTo>
                  <a:cubicBezTo>
                    <a:pt x="4282" y="4013"/>
                    <a:pt x="4285" y="3997"/>
                    <a:pt x="4281" y="3965"/>
                  </a:cubicBezTo>
                  <a:cubicBezTo>
                    <a:pt x="4283" y="3963"/>
                    <a:pt x="4285" y="3961"/>
                    <a:pt x="4287" y="3961"/>
                  </a:cubicBezTo>
                  <a:cubicBezTo>
                    <a:pt x="4292" y="3961"/>
                    <a:pt x="4298" y="3971"/>
                    <a:pt x="4321" y="4005"/>
                  </a:cubicBezTo>
                  <a:lnTo>
                    <a:pt x="4338" y="3989"/>
                  </a:lnTo>
                  <a:cubicBezTo>
                    <a:pt x="4320" y="3930"/>
                    <a:pt x="4339" y="3909"/>
                    <a:pt x="4367" y="3909"/>
                  </a:cubicBezTo>
                  <a:cubicBezTo>
                    <a:pt x="4390" y="3909"/>
                    <a:pt x="4417" y="3923"/>
                    <a:pt x="4435" y="3941"/>
                  </a:cubicBezTo>
                  <a:cubicBezTo>
                    <a:pt x="4435" y="3941"/>
                    <a:pt x="4451" y="3932"/>
                    <a:pt x="4427" y="3876"/>
                  </a:cubicBezTo>
                  <a:cubicBezTo>
                    <a:pt x="4406" y="3825"/>
                    <a:pt x="4398" y="3799"/>
                    <a:pt x="4403" y="3799"/>
                  </a:cubicBezTo>
                  <a:lnTo>
                    <a:pt x="4403" y="3799"/>
                  </a:lnTo>
                  <a:cubicBezTo>
                    <a:pt x="4408" y="3799"/>
                    <a:pt x="4424" y="3821"/>
                    <a:pt x="4451" y="3868"/>
                  </a:cubicBezTo>
                  <a:cubicBezTo>
                    <a:pt x="4479" y="3915"/>
                    <a:pt x="4493" y="3940"/>
                    <a:pt x="4495" y="3940"/>
                  </a:cubicBezTo>
                  <a:cubicBezTo>
                    <a:pt x="4496" y="3940"/>
                    <a:pt x="4484" y="3913"/>
                    <a:pt x="4459" y="3860"/>
                  </a:cubicBezTo>
                  <a:cubicBezTo>
                    <a:pt x="4451" y="3831"/>
                    <a:pt x="4461" y="3811"/>
                    <a:pt x="4480" y="3811"/>
                  </a:cubicBezTo>
                  <a:cubicBezTo>
                    <a:pt x="4498" y="3811"/>
                    <a:pt x="4524" y="3831"/>
                    <a:pt x="4548" y="3884"/>
                  </a:cubicBezTo>
                  <a:lnTo>
                    <a:pt x="4605" y="3981"/>
                  </a:lnTo>
                  <a:cubicBezTo>
                    <a:pt x="4581" y="3924"/>
                    <a:pt x="4597" y="3916"/>
                    <a:pt x="4597" y="3916"/>
                  </a:cubicBezTo>
                  <a:cubicBezTo>
                    <a:pt x="4565" y="3868"/>
                    <a:pt x="4581" y="3860"/>
                    <a:pt x="4613" y="3843"/>
                  </a:cubicBezTo>
                  <a:cubicBezTo>
                    <a:pt x="4630" y="3835"/>
                    <a:pt x="4646" y="3762"/>
                    <a:pt x="4670" y="3746"/>
                  </a:cubicBezTo>
                  <a:cubicBezTo>
                    <a:pt x="4680" y="3736"/>
                    <a:pt x="4692" y="3732"/>
                    <a:pt x="4704" y="3732"/>
                  </a:cubicBezTo>
                  <a:cubicBezTo>
                    <a:pt x="4724" y="3732"/>
                    <a:pt x="4745" y="3743"/>
                    <a:pt x="4759" y="3762"/>
                  </a:cubicBezTo>
                  <a:cubicBezTo>
                    <a:pt x="4775" y="3754"/>
                    <a:pt x="4784" y="3746"/>
                    <a:pt x="4775" y="3689"/>
                  </a:cubicBezTo>
                  <a:cubicBezTo>
                    <a:pt x="4766" y="3658"/>
                    <a:pt x="4767" y="3641"/>
                    <a:pt x="4776" y="3641"/>
                  </a:cubicBezTo>
                  <a:cubicBezTo>
                    <a:pt x="4782" y="3641"/>
                    <a:pt x="4794" y="3652"/>
                    <a:pt x="4808" y="3673"/>
                  </a:cubicBezTo>
                  <a:lnTo>
                    <a:pt x="4816" y="3665"/>
                  </a:lnTo>
                  <a:cubicBezTo>
                    <a:pt x="4808" y="3608"/>
                    <a:pt x="4824" y="3600"/>
                    <a:pt x="4824" y="3600"/>
                  </a:cubicBezTo>
                  <a:cubicBezTo>
                    <a:pt x="4840" y="3632"/>
                    <a:pt x="4863" y="3660"/>
                    <a:pt x="4872" y="3660"/>
                  </a:cubicBezTo>
                  <a:cubicBezTo>
                    <a:pt x="4877" y="3660"/>
                    <a:pt x="4878" y="3652"/>
                    <a:pt x="4873" y="3632"/>
                  </a:cubicBezTo>
                  <a:cubicBezTo>
                    <a:pt x="4840" y="3584"/>
                    <a:pt x="4857" y="3584"/>
                    <a:pt x="4873" y="3568"/>
                  </a:cubicBezTo>
                  <a:cubicBezTo>
                    <a:pt x="4878" y="3571"/>
                    <a:pt x="4886" y="3573"/>
                    <a:pt x="4896" y="3573"/>
                  </a:cubicBezTo>
                  <a:cubicBezTo>
                    <a:pt x="4991" y="3573"/>
                    <a:pt x="5276" y="3409"/>
                    <a:pt x="5254" y="3365"/>
                  </a:cubicBezTo>
                  <a:lnTo>
                    <a:pt x="5286" y="3341"/>
                  </a:lnTo>
                  <a:lnTo>
                    <a:pt x="5319" y="3324"/>
                  </a:lnTo>
                  <a:cubicBezTo>
                    <a:pt x="5338" y="3358"/>
                    <a:pt x="5354" y="3371"/>
                    <a:pt x="5367" y="3371"/>
                  </a:cubicBezTo>
                  <a:cubicBezTo>
                    <a:pt x="5390" y="3371"/>
                    <a:pt x="5403" y="3324"/>
                    <a:pt x="5408" y="3276"/>
                  </a:cubicBezTo>
                  <a:cubicBezTo>
                    <a:pt x="5384" y="3227"/>
                    <a:pt x="5400" y="3219"/>
                    <a:pt x="5408" y="3211"/>
                  </a:cubicBezTo>
                  <a:cubicBezTo>
                    <a:pt x="5436" y="3260"/>
                    <a:pt x="5459" y="3280"/>
                    <a:pt x="5473" y="3280"/>
                  </a:cubicBezTo>
                  <a:cubicBezTo>
                    <a:pt x="5487" y="3280"/>
                    <a:pt x="5493" y="3260"/>
                    <a:pt x="5489" y="3227"/>
                  </a:cubicBezTo>
                  <a:cubicBezTo>
                    <a:pt x="5464" y="3176"/>
                    <a:pt x="5456" y="3150"/>
                    <a:pt x="5462" y="3150"/>
                  </a:cubicBezTo>
                  <a:cubicBezTo>
                    <a:pt x="5468" y="3150"/>
                    <a:pt x="5486" y="3172"/>
                    <a:pt x="5513" y="3219"/>
                  </a:cubicBezTo>
                  <a:cubicBezTo>
                    <a:pt x="5537" y="3260"/>
                    <a:pt x="5555" y="3282"/>
                    <a:pt x="5563" y="3282"/>
                  </a:cubicBezTo>
                  <a:cubicBezTo>
                    <a:pt x="5575" y="3282"/>
                    <a:pt x="5567" y="3240"/>
                    <a:pt x="5530" y="3146"/>
                  </a:cubicBezTo>
                  <a:cubicBezTo>
                    <a:pt x="5517" y="3117"/>
                    <a:pt x="5511" y="3102"/>
                    <a:pt x="5514" y="3102"/>
                  </a:cubicBezTo>
                  <a:lnTo>
                    <a:pt x="5514" y="3102"/>
                  </a:lnTo>
                  <a:cubicBezTo>
                    <a:pt x="5516" y="3102"/>
                    <a:pt x="5526" y="3115"/>
                    <a:pt x="5546" y="3138"/>
                  </a:cubicBezTo>
                  <a:cubicBezTo>
                    <a:pt x="5586" y="3187"/>
                    <a:pt x="5606" y="3206"/>
                    <a:pt x="5612" y="3206"/>
                  </a:cubicBezTo>
                  <a:cubicBezTo>
                    <a:pt x="5618" y="3206"/>
                    <a:pt x="5614" y="3192"/>
                    <a:pt x="5602" y="3170"/>
                  </a:cubicBezTo>
                  <a:cubicBezTo>
                    <a:pt x="5577" y="3115"/>
                    <a:pt x="5567" y="3089"/>
                    <a:pt x="5574" y="3089"/>
                  </a:cubicBezTo>
                  <a:cubicBezTo>
                    <a:pt x="5580" y="3089"/>
                    <a:pt x="5600" y="3111"/>
                    <a:pt x="5635" y="3154"/>
                  </a:cubicBezTo>
                  <a:cubicBezTo>
                    <a:pt x="5670" y="3197"/>
                    <a:pt x="5688" y="3219"/>
                    <a:pt x="5693" y="3219"/>
                  </a:cubicBezTo>
                  <a:cubicBezTo>
                    <a:pt x="5699" y="3219"/>
                    <a:pt x="5688" y="3193"/>
                    <a:pt x="5667" y="3138"/>
                  </a:cubicBezTo>
                  <a:cubicBezTo>
                    <a:pt x="5639" y="3077"/>
                    <a:pt x="5641" y="3043"/>
                    <a:pt x="5662" y="3043"/>
                  </a:cubicBezTo>
                  <a:cubicBezTo>
                    <a:pt x="5677" y="3043"/>
                    <a:pt x="5702" y="3060"/>
                    <a:pt x="5732" y="3097"/>
                  </a:cubicBezTo>
                  <a:cubicBezTo>
                    <a:pt x="5737" y="3097"/>
                    <a:pt x="5755" y="3113"/>
                    <a:pt x="5760" y="3113"/>
                  </a:cubicBezTo>
                  <a:cubicBezTo>
                    <a:pt x="5762" y="3113"/>
                    <a:pt x="5761" y="3108"/>
                    <a:pt x="5748" y="3089"/>
                  </a:cubicBezTo>
                  <a:lnTo>
                    <a:pt x="5748" y="3089"/>
                  </a:lnTo>
                  <a:lnTo>
                    <a:pt x="5789" y="3130"/>
                  </a:lnTo>
                  <a:lnTo>
                    <a:pt x="5813" y="3122"/>
                  </a:lnTo>
                  <a:lnTo>
                    <a:pt x="5781" y="3073"/>
                  </a:lnTo>
                  <a:cubicBezTo>
                    <a:pt x="5846" y="3073"/>
                    <a:pt x="5902" y="3057"/>
                    <a:pt x="5959" y="3041"/>
                  </a:cubicBezTo>
                  <a:cubicBezTo>
                    <a:pt x="6081" y="2968"/>
                    <a:pt x="6105" y="2960"/>
                    <a:pt x="6065" y="2919"/>
                  </a:cubicBezTo>
                  <a:cubicBezTo>
                    <a:pt x="6026" y="2867"/>
                    <a:pt x="6015" y="2841"/>
                    <a:pt x="6022" y="2841"/>
                  </a:cubicBezTo>
                  <a:cubicBezTo>
                    <a:pt x="6029" y="2841"/>
                    <a:pt x="6051" y="2861"/>
                    <a:pt x="6081" y="2903"/>
                  </a:cubicBezTo>
                  <a:cubicBezTo>
                    <a:pt x="6095" y="2903"/>
                    <a:pt x="6135" y="2928"/>
                    <a:pt x="6161" y="2928"/>
                  </a:cubicBezTo>
                  <a:cubicBezTo>
                    <a:pt x="6164" y="2928"/>
                    <a:pt x="6167" y="2928"/>
                    <a:pt x="6170" y="2927"/>
                  </a:cubicBezTo>
                  <a:cubicBezTo>
                    <a:pt x="6177" y="2920"/>
                    <a:pt x="6186" y="2915"/>
                    <a:pt x="6196" y="2915"/>
                  </a:cubicBezTo>
                  <a:cubicBezTo>
                    <a:pt x="6209" y="2915"/>
                    <a:pt x="6225" y="2924"/>
                    <a:pt x="6243" y="2951"/>
                  </a:cubicBezTo>
                  <a:lnTo>
                    <a:pt x="6251" y="2943"/>
                  </a:lnTo>
                  <a:cubicBezTo>
                    <a:pt x="6220" y="2862"/>
                    <a:pt x="6252" y="2819"/>
                    <a:pt x="6298" y="2819"/>
                  </a:cubicBezTo>
                  <a:cubicBezTo>
                    <a:pt x="6311" y="2819"/>
                    <a:pt x="6326" y="2823"/>
                    <a:pt x="6340" y="2830"/>
                  </a:cubicBezTo>
                  <a:cubicBezTo>
                    <a:pt x="6365" y="2814"/>
                    <a:pt x="6373" y="2814"/>
                    <a:pt x="6365" y="2749"/>
                  </a:cubicBezTo>
                  <a:cubicBezTo>
                    <a:pt x="6360" y="2718"/>
                    <a:pt x="6358" y="2704"/>
                    <a:pt x="6364" y="2704"/>
                  </a:cubicBezTo>
                  <a:cubicBezTo>
                    <a:pt x="6368" y="2704"/>
                    <a:pt x="6378" y="2714"/>
                    <a:pt x="6397" y="2733"/>
                  </a:cubicBezTo>
                  <a:cubicBezTo>
                    <a:pt x="6412" y="2755"/>
                    <a:pt x="6440" y="2771"/>
                    <a:pt x="6460" y="2771"/>
                  </a:cubicBezTo>
                  <a:cubicBezTo>
                    <a:pt x="6481" y="2771"/>
                    <a:pt x="6492" y="2751"/>
                    <a:pt x="6462" y="2700"/>
                  </a:cubicBezTo>
                  <a:lnTo>
                    <a:pt x="6462" y="2700"/>
                  </a:lnTo>
                  <a:lnTo>
                    <a:pt x="6502" y="2741"/>
                  </a:lnTo>
                  <a:cubicBezTo>
                    <a:pt x="6513" y="2751"/>
                    <a:pt x="6520" y="2756"/>
                    <a:pt x="6523" y="2756"/>
                  </a:cubicBezTo>
                  <a:cubicBezTo>
                    <a:pt x="6534" y="2756"/>
                    <a:pt x="6518" y="2718"/>
                    <a:pt x="6494" y="2676"/>
                  </a:cubicBezTo>
                  <a:cubicBezTo>
                    <a:pt x="6468" y="2631"/>
                    <a:pt x="6456" y="2607"/>
                    <a:pt x="6459" y="2607"/>
                  </a:cubicBezTo>
                  <a:lnTo>
                    <a:pt x="6459" y="2607"/>
                  </a:lnTo>
                  <a:cubicBezTo>
                    <a:pt x="6464" y="2607"/>
                    <a:pt x="6490" y="2641"/>
                    <a:pt x="6543" y="2716"/>
                  </a:cubicBezTo>
                  <a:cubicBezTo>
                    <a:pt x="6575" y="2771"/>
                    <a:pt x="6594" y="2792"/>
                    <a:pt x="6599" y="2792"/>
                  </a:cubicBezTo>
                  <a:cubicBezTo>
                    <a:pt x="6603" y="2792"/>
                    <a:pt x="6598" y="2778"/>
                    <a:pt x="6584" y="2757"/>
                  </a:cubicBezTo>
                  <a:cubicBezTo>
                    <a:pt x="6571" y="2720"/>
                    <a:pt x="6559" y="2678"/>
                    <a:pt x="6572" y="2678"/>
                  </a:cubicBezTo>
                  <a:cubicBezTo>
                    <a:pt x="6575" y="2678"/>
                    <a:pt x="6582" y="2682"/>
                    <a:pt x="6592" y="2692"/>
                  </a:cubicBezTo>
                  <a:cubicBezTo>
                    <a:pt x="6600" y="2684"/>
                    <a:pt x="6608" y="2684"/>
                    <a:pt x="6551" y="2587"/>
                  </a:cubicBezTo>
                  <a:cubicBezTo>
                    <a:pt x="6527" y="2538"/>
                    <a:pt x="6535" y="2530"/>
                    <a:pt x="6543" y="2522"/>
                  </a:cubicBezTo>
                  <a:lnTo>
                    <a:pt x="6543" y="2522"/>
                  </a:lnTo>
                  <a:cubicBezTo>
                    <a:pt x="6567" y="2554"/>
                    <a:pt x="6584" y="2587"/>
                    <a:pt x="6592" y="2627"/>
                  </a:cubicBezTo>
                  <a:lnTo>
                    <a:pt x="6616" y="2611"/>
                  </a:lnTo>
                  <a:cubicBezTo>
                    <a:pt x="6624" y="2611"/>
                    <a:pt x="6673" y="2643"/>
                    <a:pt x="6705" y="2692"/>
                  </a:cubicBezTo>
                  <a:cubicBezTo>
                    <a:pt x="6721" y="2711"/>
                    <a:pt x="6732" y="2722"/>
                    <a:pt x="6736" y="2722"/>
                  </a:cubicBezTo>
                  <a:cubicBezTo>
                    <a:pt x="6741" y="2722"/>
                    <a:pt x="6728" y="2697"/>
                    <a:pt x="6689" y="2643"/>
                  </a:cubicBezTo>
                  <a:cubicBezTo>
                    <a:pt x="6624" y="2538"/>
                    <a:pt x="6624" y="2538"/>
                    <a:pt x="6648" y="2530"/>
                  </a:cubicBezTo>
                  <a:cubicBezTo>
                    <a:pt x="6651" y="2527"/>
                    <a:pt x="6654" y="2526"/>
                    <a:pt x="6657" y="2526"/>
                  </a:cubicBezTo>
                  <a:cubicBezTo>
                    <a:pt x="6667" y="2526"/>
                    <a:pt x="6680" y="2536"/>
                    <a:pt x="6697" y="2570"/>
                  </a:cubicBezTo>
                  <a:cubicBezTo>
                    <a:pt x="6718" y="2601"/>
                    <a:pt x="6725" y="2613"/>
                    <a:pt x="6734" y="2613"/>
                  </a:cubicBezTo>
                  <a:cubicBezTo>
                    <a:pt x="6739" y="2613"/>
                    <a:pt x="6745" y="2609"/>
                    <a:pt x="6754" y="2603"/>
                  </a:cubicBezTo>
                  <a:cubicBezTo>
                    <a:pt x="6786" y="2587"/>
                    <a:pt x="6729" y="2424"/>
                    <a:pt x="6681" y="2319"/>
                  </a:cubicBezTo>
                  <a:cubicBezTo>
                    <a:pt x="6652" y="2269"/>
                    <a:pt x="6638" y="2245"/>
                    <a:pt x="6639" y="2245"/>
                  </a:cubicBezTo>
                  <a:lnTo>
                    <a:pt x="6639" y="2245"/>
                  </a:lnTo>
                  <a:cubicBezTo>
                    <a:pt x="6641" y="2245"/>
                    <a:pt x="6657" y="2267"/>
                    <a:pt x="6689" y="2311"/>
                  </a:cubicBezTo>
                  <a:cubicBezTo>
                    <a:pt x="6713" y="2347"/>
                    <a:pt x="6724" y="2352"/>
                    <a:pt x="6735" y="2352"/>
                  </a:cubicBezTo>
                  <a:cubicBezTo>
                    <a:pt x="6738" y="2352"/>
                    <a:pt x="6742" y="2351"/>
                    <a:pt x="6746" y="2351"/>
                  </a:cubicBezTo>
                  <a:cubicBezTo>
                    <a:pt x="6734" y="2334"/>
                    <a:pt x="6732" y="2328"/>
                    <a:pt x="6733" y="2328"/>
                  </a:cubicBezTo>
                  <a:lnTo>
                    <a:pt x="6733" y="2328"/>
                  </a:lnTo>
                  <a:cubicBezTo>
                    <a:pt x="6736" y="2328"/>
                    <a:pt x="6751" y="2346"/>
                    <a:pt x="6746" y="2351"/>
                  </a:cubicBezTo>
                  <a:cubicBezTo>
                    <a:pt x="6770" y="2400"/>
                    <a:pt x="6762" y="2400"/>
                    <a:pt x="6754" y="2408"/>
                  </a:cubicBezTo>
                  <a:lnTo>
                    <a:pt x="6778" y="2457"/>
                  </a:lnTo>
                  <a:cubicBezTo>
                    <a:pt x="6812" y="2503"/>
                    <a:pt x="6832" y="2525"/>
                    <a:pt x="6839" y="2525"/>
                  </a:cubicBezTo>
                  <a:cubicBezTo>
                    <a:pt x="6846" y="2525"/>
                    <a:pt x="6836" y="2497"/>
                    <a:pt x="6811" y="2441"/>
                  </a:cubicBezTo>
                  <a:cubicBezTo>
                    <a:pt x="6802" y="2411"/>
                    <a:pt x="6798" y="2397"/>
                    <a:pt x="6802" y="2397"/>
                  </a:cubicBezTo>
                  <a:lnTo>
                    <a:pt x="6802" y="2397"/>
                  </a:lnTo>
                  <a:cubicBezTo>
                    <a:pt x="6805" y="2397"/>
                    <a:pt x="6815" y="2409"/>
                    <a:pt x="6835" y="2433"/>
                  </a:cubicBezTo>
                  <a:cubicBezTo>
                    <a:pt x="6862" y="2460"/>
                    <a:pt x="6890" y="2487"/>
                    <a:pt x="6895" y="2487"/>
                  </a:cubicBezTo>
                  <a:cubicBezTo>
                    <a:pt x="6897" y="2487"/>
                    <a:pt x="6894" y="2481"/>
                    <a:pt x="6884" y="2465"/>
                  </a:cubicBezTo>
                  <a:cubicBezTo>
                    <a:pt x="6884" y="2465"/>
                    <a:pt x="6886" y="2464"/>
                    <a:pt x="6889" y="2464"/>
                  </a:cubicBezTo>
                  <a:cubicBezTo>
                    <a:pt x="6899" y="2464"/>
                    <a:pt x="6919" y="2468"/>
                    <a:pt x="6948" y="2497"/>
                  </a:cubicBezTo>
                  <a:cubicBezTo>
                    <a:pt x="6965" y="2489"/>
                    <a:pt x="6981" y="2481"/>
                    <a:pt x="6948" y="2433"/>
                  </a:cubicBezTo>
                  <a:cubicBezTo>
                    <a:pt x="6916" y="2384"/>
                    <a:pt x="6932" y="2376"/>
                    <a:pt x="6940" y="2368"/>
                  </a:cubicBezTo>
                  <a:cubicBezTo>
                    <a:pt x="6948" y="2368"/>
                    <a:pt x="6965" y="2360"/>
                    <a:pt x="6932" y="2311"/>
                  </a:cubicBezTo>
                  <a:cubicBezTo>
                    <a:pt x="6908" y="2262"/>
                    <a:pt x="6884" y="2206"/>
                    <a:pt x="6908" y="2197"/>
                  </a:cubicBezTo>
                  <a:cubicBezTo>
                    <a:pt x="6904" y="2168"/>
                    <a:pt x="6902" y="2151"/>
                    <a:pt x="6908" y="2151"/>
                  </a:cubicBezTo>
                  <a:cubicBezTo>
                    <a:pt x="6915" y="2151"/>
                    <a:pt x="6933" y="2174"/>
                    <a:pt x="6973" y="2222"/>
                  </a:cubicBezTo>
                  <a:cubicBezTo>
                    <a:pt x="6990" y="2256"/>
                    <a:pt x="6999" y="2266"/>
                    <a:pt x="7009" y="2266"/>
                  </a:cubicBezTo>
                  <a:cubicBezTo>
                    <a:pt x="7013" y="2266"/>
                    <a:pt x="7017" y="2265"/>
                    <a:pt x="7021" y="2262"/>
                  </a:cubicBezTo>
                  <a:cubicBezTo>
                    <a:pt x="7021" y="2262"/>
                    <a:pt x="7022" y="2262"/>
                    <a:pt x="7024" y="2262"/>
                  </a:cubicBezTo>
                  <a:cubicBezTo>
                    <a:pt x="7029" y="2262"/>
                    <a:pt x="7041" y="2266"/>
                    <a:pt x="7070" y="2295"/>
                  </a:cubicBezTo>
                  <a:cubicBezTo>
                    <a:pt x="7082" y="2309"/>
                    <a:pt x="7087" y="2315"/>
                    <a:pt x="7089" y="2315"/>
                  </a:cubicBezTo>
                  <a:cubicBezTo>
                    <a:pt x="7092" y="2315"/>
                    <a:pt x="7071" y="2280"/>
                    <a:pt x="7054" y="2246"/>
                  </a:cubicBezTo>
                  <a:lnTo>
                    <a:pt x="6997" y="2149"/>
                  </a:lnTo>
                  <a:cubicBezTo>
                    <a:pt x="6997" y="2148"/>
                    <a:pt x="6998" y="2148"/>
                    <a:pt x="6998" y="2148"/>
                  </a:cubicBezTo>
                  <a:cubicBezTo>
                    <a:pt x="7011" y="2148"/>
                    <a:pt x="7071" y="2232"/>
                    <a:pt x="7102" y="2279"/>
                  </a:cubicBezTo>
                  <a:cubicBezTo>
                    <a:pt x="7139" y="2327"/>
                    <a:pt x="7157" y="2351"/>
                    <a:pt x="7158" y="2351"/>
                  </a:cubicBezTo>
                  <a:cubicBezTo>
                    <a:pt x="7159" y="2351"/>
                    <a:pt x="7143" y="2327"/>
                    <a:pt x="7111" y="2279"/>
                  </a:cubicBezTo>
                  <a:cubicBezTo>
                    <a:pt x="7091" y="2240"/>
                    <a:pt x="7077" y="2196"/>
                    <a:pt x="7096" y="2196"/>
                  </a:cubicBezTo>
                  <a:cubicBezTo>
                    <a:pt x="7101" y="2196"/>
                    <a:pt x="7109" y="2199"/>
                    <a:pt x="7119" y="2206"/>
                  </a:cubicBezTo>
                  <a:cubicBezTo>
                    <a:pt x="7126" y="2202"/>
                    <a:pt x="7135" y="2196"/>
                    <a:pt x="7146" y="2196"/>
                  </a:cubicBezTo>
                  <a:cubicBezTo>
                    <a:pt x="7159" y="2196"/>
                    <a:pt x="7174" y="2204"/>
                    <a:pt x="7192" y="2230"/>
                  </a:cubicBezTo>
                  <a:cubicBezTo>
                    <a:pt x="7204" y="2244"/>
                    <a:pt x="7210" y="2250"/>
                    <a:pt x="7213" y="2250"/>
                  </a:cubicBezTo>
                  <a:cubicBezTo>
                    <a:pt x="7220" y="2250"/>
                    <a:pt x="7208" y="2222"/>
                    <a:pt x="7208" y="2222"/>
                  </a:cubicBezTo>
                  <a:cubicBezTo>
                    <a:pt x="7198" y="2187"/>
                    <a:pt x="7197" y="2170"/>
                    <a:pt x="7213" y="2170"/>
                  </a:cubicBezTo>
                  <a:cubicBezTo>
                    <a:pt x="7223" y="2170"/>
                    <a:pt x="7240" y="2177"/>
                    <a:pt x="7265" y="2189"/>
                  </a:cubicBezTo>
                  <a:cubicBezTo>
                    <a:pt x="7317" y="2223"/>
                    <a:pt x="7345" y="2241"/>
                    <a:pt x="7355" y="2241"/>
                  </a:cubicBezTo>
                  <a:cubicBezTo>
                    <a:pt x="7366" y="2241"/>
                    <a:pt x="7352" y="2217"/>
                    <a:pt x="7321" y="2165"/>
                  </a:cubicBezTo>
                  <a:cubicBezTo>
                    <a:pt x="7302" y="2136"/>
                    <a:pt x="7286" y="2107"/>
                    <a:pt x="7289" y="2107"/>
                  </a:cubicBezTo>
                  <a:lnTo>
                    <a:pt x="7289" y="2107"/>
                  </a:lnTo>
                  <a:cubicBezTo>
                    <a:pt x="7291" y="2107"/>
                    <a:pt x="7303" y="2121"/>
                    <a:pt x="7329" y="2157"/>
                  </a:cubicBezTo>
                  <a:cubicBezTo>
                    <a:pt x="7339" y="2166"/>
                    <a:pt x="7345" y="2171"/>
                    <a:pt x="7350" y="2171"/>
                  </a:cubicBezTo>
                  <a:cubicBezTo>
                    <a:pt x="7363" y="2171"/>
                    <a:pt x="7352" y="2127"/>
                    <a:pt x="7346" y="2084"/>
                  </a:cubicBezTo>
                  <a:cubicBezTo>
                    <a:pt x="7313" y="2011"/>
                    <a:pt x="7281" y="1946"/>
                    <a:pt x="7240" y="1881"/>
                  </a:cubicBezTo>
                  <a:cubicBezTo>
                    <a:pt x="7206" y="1822"/>
                    <a:pt x="7192" y="1799"/>
                    <a:pt x="7198" y="1799"/>
                  </a:cubicBezTo>
                  <a:lnTo>
                    <a:pt x="7198" y="1799"/>
                  </a:lnTo>
                  <a:cubicBezTo>
                    <a:pt x="7201" y="1799"/>
                    <a:pt x="7213" y="1809"/>
                    <a:pt x="7232" y="1824"/>
                  </a:cubicBezTo>
                  <a:cubicBezTo>
                    <a:pt x="7233" y="1824"/>
                    <a:pt x="7234" y="1823"/>
                    <a:pt x="7235" y="1823"/>
                  </a:cubicBezTo>
                  <a:cubicBezTo>
                    <a:pt x="7247" y="1823"/>
                    <a:pt x="7284" y="1861"/>
                    <a:pt x="7313" y="1906"/>
                  </a:cubicBezTo>
                  <a:cubicBezTo>
                    <a:pt x="7338" y="1954"/>
                    <a:pt x="7329" y="1962"/>
                    <a:pt x="7329" y="1962"/>
                  </a:cubicBezTo>
                  <a:lnTo>
                    <a:pt x="7321" y="1970"/>
                  </a:lnTo>
                  <a:cubicBezTo>
                    <a:pt x="7342" y="2013"/>
                    <a:pt x="7370" y="2055"/>
                    <a:pt x="7387" y="2055"/>
                  </a:cubicBezTo>
                  <a:cubicBezTo>
                    <a:pt x="7390" y="2055"/>
                    <a:pt x="7392" y="2054"/>
                    <a:pt x="7394" y="2051"/>
                  </a:cubicBezTo>
                  <a:cubicBezTo>
                    <a:pt x="7413" y="2074"/>
                    <a:pt x="7426" y="2084"/>
                    <a:pt x="7432" y="2084"/>
                  </a:cubicBezTo>
                  <a:cubicBezTo>
                    <a:pt x="7439" y="2084"/>
                    <a:pt x="7436" y="2070"/>
                    <a:pt x="7419" y="2043"/>
                  </a:cubicBezTo>
                  <a:lnTo>
                    <a:pt x="7419" y="2043"/>
                  </a:lnTo>
                  <a:cubicBezTo>
                    <a:pt x="7440" y="2065"/>
                    <a:pt x="7457" y="2073"/>
                    <a:pt x="7471" y="2073"/>
                  </a:cubicBezTo>
                  <a:cubicBezTo>
                    <a:pt x="7483" y="2073"/>
                    <a:pt x="7492" y="2067"/>
                    <a:pt x="7500" y="2060"/>
                  </a:cubicBezTo>
                  <a:cubicBezTo>
                    <a:pt x="7512" y="2050"/>
                    <a:pt x="7527" y="2045"/>
                    <a:pt x="7540" y="2045"/>
                  </a:cubicBezTo>
                  <a:cubicBezTo>
                    <a:pt x="7562" y="2045"/>
                    <a:pt x="7582" y="2056"/>
                    <a:pt x="7597" y="2076"/>
                  </a:cubicBezTo>
                  <a:cubicBezTo>
                    <a:pt x="7621" y="2060"/>
                    <a:pt x="7629" y="2060"/>
                    <a:pt x="7597" y="2011"/>
                  </a:cubicBezTo>
                  <a:cubicBezTo>
                    <a:pt x="7562" y="1951"/>
                    <a:pt x="7552" y="1925"/>
                    <a:pt x="7556" y="1925"/>
                  </a:cubicBezTo>
                  <a:lnTo>
                    <a:pt x="7556" y="1925"/>
                  </a:lnTo>
                  <a:cubicBezTo>
                    <a:pt x="7559" y="1925"/>
                    <a:pt x="7568" y="1935"/>
                    <a:pt x="7581" y="1954"/>
                  </a:cubicBezTo>
                  <a:cubicBezTo>
                    <a:pt x="7611" y="1991"/>
                    <a:pt x="7657" y="2009"/>
                    <a:pt x="7698" y="2009"/>
                  </a:cubicBezTo>
                  <a:cubicBezTo>
                    <a:pt x="7754" y="2009"/>
                    <a:pt x="7799" y="1975"/>
                    <a:pt x="7775" y="1914"/>
                  </a:cubicBezTo>
                  <a:lnTo>
                    <a:pt x="7792" y="1897"/>
                  </a:lnTo>
                  <a:cubicBezTo>
                    <a:pt x="7807" y="1910"/>
                    <a:pt x="7823" y="1916"/>
                    <a:pt x="7839" y="1916"/>
                  </a:cubicBezTo>
                  <a:cubicBezTo>
                    <a:pt x="7873" y="1916"/>
                    <a:pt x="7900" y="1888"/>
                    <a:pt x="7889" y="1849"/>
                  </a:cubicBezTo>
                  <a:lnTo>
                    <a:pt x="7921" y="1833"/>
                  </a:lnTo>
                  <a:cubicBezTo>
                    <a:pt x="7942" y="1847"/>
                    <a:pt x="7957" y="1854"/>
                    <a:pt x="7966" y="1854"/>
                  </a:cubicBezTo>
                  <a:cubicBezTo>
                    <a:pt x="7978" y="1854"/>
                    <a:pt x="7979" y="1841"/>
                    <a:pt x="7970" y="1808"/>
                  </a:cubicBezTo>
                  <a:cubicBezTo>
                    <a:pt x="7953" y="1768"/>
                    <a:pt x="7935" y="1732"/>
                    <a:pt x="7936" y="1732"/>
                  </a:cubicBezTo>
                  <a:lnTo>
                    <a:pt x="7936" y="1732"/>
                  </a:lnTo>
                  <a:cubicBezTo>
                    <a:pt x="7936" y="1732"/>
                    <a:pt x="7939" y="1737"/>
                    <a:pt x="7946" y="1751"/>
                  </a:cubicBezTo>
                  <a:cubicBezTo>
                    <a:pt x="7963" y="1777"/>
                    <a:pt x="7978" y="1787"/>
                    <a:pt x="7994" y="1787"/>
                  </a:cubicBezTo>
                  <a:cubicBezTo>
                    <a:pt x="8008" y="1787"/>
                    <a:pt x="8024" y="1779"/>
                    <a:pt x="8043" y="1768"/>
                  </a:cubicBezTo>
                  <a:cubicBezTo>
                    <a:pt x="8083" y="1743"/>
                    <a:pt x="8083" y="1743"/>
                    <a:pt x="8043" y="1695"/>
                  </a:cubicBezTo>
                  <a:cubicBezTo>
                    <a:pt x="8049" y="1670"/>
                    <a:pt x="8056" y="1660"/>
                    <a:pt x="8064" y="1660"/>
                  </a:cubicBezTo>
                  <a:cubicBezTo>
                    <a:pt x="8081" y="1660"/>
                    <a:pt x="8100" y="1695"/>
                    <a:pt x="8116" y="1727"/>
                  </a:cubicBezTo>
                  <a:cubicBezTo>
                    <a:pt x="8137" y="1769"/>
                    <a:pt x="8153" y="1791"/>
                    <a:pt x="8159" y="1791"/>
                  </a:cubicBezTo>
                  <a:cubicBezTo>
                    <a:pt x="8166" y="1791"/>
                    <a:pt x="8154" y="1751"/>
                    <a:pt x="8108" y="1662"/>
                  </a:cubicBezTo>
                  <a:cubicBezTo>
                    <a:pt x="8078" y="1597"/>
                    <a:pt x="8076" y="1569"/>
                    <a:pt x="8086" y="1569"/>
                  </a:cubicBezTo>
                  <a:cubicBezTo>
                    <a:pt x="8093" y="1569"/>
                    <a:pt x="8104" y="1579"/>
                    <a:pt x="8116" y="1597"/>
                  </a:cubicBezTo>
                  <a:cubicBezTo>
                    <a:pt x="8140" y="1646"/>
                    <a:pt x="8132" y="1654"/>
                    <a:pt x="8124" y="1654"/>
                  </a:cubicBezTo>
                  <a:lnTo>
                    <a:pt x="8181" y="1751"/>
                  </a:lnTo>
                  <a:cubicBezTo>
                    <a:pt x="8189" y="1751"/>
                    <a:pt x="8189" y="1751"/>
                    <a:pt x="8173" y="1695"/>
                  </a:cubicBezTo>
                  <a:cubicBezTo>
                    <a:pt x="8173" y="1695"/>
                    <a:pt x="8181" y="1687"/>
                    <a:pt x="8165" y="1630"/>
                  </a:cubicBezTo>
                  <a:cubicBezTo>
                    <a:pt x="8148" y="1581"/>
                    <a:pt x="8116" y="1524"/>
                    <a:pt x="8075" y="1484"/>
                  </a:cubicBezTo>
                  <a:cubicBezTo>
                    <a:pt x="8035" y="1443"/>
                    <a:pt x="8051" y="1435"/>
                    <a:pt x="8059" y="1435"/>
                  </a:cubicBezTo>
                  <a:lnTo>
                    <a:pt x="8059" y="1435"/>
                  </a:lnTo>
                  <a:cubicBezTo>
                    <a:pt x="8108" y="1468"/>
                    <a:pt x="8140" y="1516"/>
                    <a:pt x="8156" y="1573"/>
                  </a:cubicBezTo>
                  <a:cubicBezTo>
                    <a:pt x="8148" y="1581"/>
                    <a:pt x="8173" y="1630"/>
                    <a:pt x="8205" y="1679"/>
                  </a:cubicBezTo>
                  <a:cubicBezTo>
                    <a:pt x="8209" y="1686"/>
                    <a:pt x="8212" y="1689"/>
                    <a:pt x="8214" y="1689"/>
                  </a:cubicBezTo>
                  <a:cubicBezTo>
                    <a:pt x="8228" y="1689"/>
                    <a:pt x="8222" y="1582"/>
                    <a:pt x="8181" y="1492"/>
                  </a:cubicBezTo>
                  <a:lnTo>
                    <a:pt x="8181" y="1492"/>
                  </a:lnTo>
                  <a:lnTo>
                    <a:pt x="8213" y="1541"/>
                  </a:lnTo>
                  <a:cubicBezTo>
                    <a:pt x="8227" y="1568"/>
                    <a:pt x="8241" y="1578"/>
                    <a:pt x="8254" y="1578"/>
                  </a:cubicBezTo>
                  <a:cubicBezTo>
                    <a:pt x="8265" y="1578"/>
                    <a:pt x="8276" y="1572"/>
                    <a:pt x="8286" y="1565"/>
                  </a:cubicBezTo>
                  <a:cubicBezTo>
                    <a:pt x="8302" y="1557"/>
                    <a:pt x="8319" y="1549"/>
                    <a:pt x="8286" y="1500"/>
                  </a:cubicBezTo>
                  <a:cubicBezTo>
                    <a:pt x="8254" y="1452"/>
                    <a:pt x="8229" y="1403"/>
                    <a:pt x="8238" y="1395"/>
                  </a:cubicBezTo>
                  <a:lnTo>
                    <a:pt x="8238" y="1395"/>
                  </a:lnTo>
                  <a:cubicBezTo>
                    <a:pt x="8237" y="1395"/>
                    <a:pt x="8236" y="1396"/>
                    <a:pt x="8235" y="1396"/>
                  </a:cubicBezTo>
                  <a:cubicBezTo>
                    <a:pt x="8225" y="1396"/>
                    <a:pt x="8195" y="1351"/>
                    <a:pt x="8173" y="1306"/>
                  </a:cubicBezTo>
                  <a:lnTo>
                    <a:pt x="8173" y="1306"/>
                  </a:lnTo>
                  <a:cubicBezTo>
                    <a:pt x="8205" y="1330"/>
                    <a:pt x="8229" y="1354"/>
                    <a:pt x="8262" y="1387"/>
                  </a:cubicBezTo>
                  <a:cubicBezTo>
                    <a:pt x="8327" y="1452"/>
                    <a:pt x="8371" y="1491"/>
                    <a:pt x="8407" y="1491"/>
                  </a:cubicBezTo>
                  <a:cubicBezTo>
                    <a:pt x="8416" y="1491"/>
                    <a:pt x="8424" y="1489"/>
                    <a:pt x="8432" y="1484"/>
                  </a:cubicBezTo>
                  <a:cubicBezTo>
                    <a:pt x="8445" y="1474"/>
                    <a:pt x="8459" y="1470"/>
                    <a:pt x="8473" y="1470"/>
                  </a:cubicBezTo>
                  <a:cubicBezTo>
                    <a:pt x="8494" y="1470"/>
                    <a:pt x="8515" y="1481"/>
                    <a:pt x="8529" y="1500"/>
                  </a:cubicBezTo>
                  <a:cubicBezTo>
                    <a:pt x="8546" y="1484"/>
                    <a:pt x="8562" y="1484"/>
                    <a:pt x="8529" y="1435"/>
                  </a:cubicBezTo>
                  <a:lnTo>
                    <a:pt x="8554" y="1419"/>
                  </a:lnTo>
                  <a:cubicBezTo>
                    <a:pt x="8571" y="1437"/>
                    <a:pt x="8584" y="1445"/>
                    <a:pt x="8591" y="1445"/>
                  </a:cubicBezTo>
                  <a:cubicBezTo>
                    <a:pt x="8601" y="1445"/>
                    <a:pt x="8600" y="1430"/>
                    <a:pt x="8586" y="1403"/>
                  </a:cubicBezTo>
                  <a:cubicBezTo>
                    <a:pt x="8579" y="1379"/>
                    <a:pt x="8581" y="1373"/>
                    <a:pt x="8586" y="1373"/>
                  </a:cubicBezTo>
                  <a:cubicBezTo>
                    <a:pt x="8594" y="1373"/>
                    <a:pt x="8609" y="1387"/>
                    <a:pt x="8619" y="1387"/>
                  </a:cubicBezTo>
                  <a:cubicBezTo>
                    <a:pt x="8654" y="1422"/>
                    <a:pt x="8674" y="1442"/>
                    <a:pt x="8677" y="1442"/>
                  </a:cubicBezTo>
                  <a:cubicBezTo>
                    <a:pt x="8681" y="1442"/>
                    <a:pt x="8657" y="1408"/>
                    <a:pt x="8602" y="1330"/>
                  </a:cubicBezTo>
                  <a:cubicBezTo>
                    <a:pt x="8573" y="1285"/>
                    <a:pt x="8530" y="1248"/>
                    <a:pt x="8510" y="1248"/>
                  </a:cubicBezTo>
                  <a:cubicBezTo>
                    <a:pt x="8508" y="1248"/>
                    <a:pt x="8506" y="1248"/>
                    <a:pt x="8505" y="1249"/>
                  </a:cubicBezTo>
                  <a:lnTo>
                    <a:pt x="8473" y="1265"/>
                  </a:lnTo>
                  <a:lnTo>
                    <a:pt x="8481" y="1200"/>
                  </a:lnTo>
                  <a:cubicBezTo>
                    <a:pt x="8489" y="1192"/>
                    <a:pt x="8481" y="1135"/>
                    <a:pt x="8456" y="1087"/>
                  </a:cubicBezTo>
                  <a:cubicBezTo>
                    <a:pt x="8456" y="1087"/>
                    <a:pt x="8424" y="1038"/>
                    <a:pt x="8432" y="1030"/>
                  </a:cubicBezTo>
                  <a:lnTo>
                    <a:pt x="8432" y="1030"/>
                  </a:lnTo>
                  <a:lnTo>
                    <a:pt x="8497" y="1127"/>
                  </a:lnTo>
                  <a:cubicBezTo>
                    <a:pt x="8513" y="1184"/>
                    <a:pt x="8538" y="1233"/>
                    <a:pt x="8570" y="1281"/>
                  </a:cubicBezTo>
                  <a:cubicBezTo>
                    <a:pt x="8607" y="1332"/>
                    <a:pt x="8644" y="1365"/>
                    <a:pt x="8659" y="1365"/>
                  </a:cubicBezTo>
                  <a:cubicBezTo>
                    <a:pt x="8669" y="1365"/>
                    <a:pt x="8667" y="1347"/>
                    <a:pt x="8643" y="1306"/>
                  </a:cubicBezTo>
                  <a:cubicBezTo>
                    <a:pt x="8645" y="1303"/>
                    <a:pt x="8647" y="1302"/>
                    <a:pt x="8649" y="1302"/>
                  </a:cubicBezTo>
                  <a:cubicBezTo>
                    <a:pt x="8654" y="1302"/>
                    <a:pt x="8663" y="1312"/>
                    <a:pt x="8692" y="1346"/>
                  </a:cubicBezTo>
                  <a:cubicBezTo>
                    <a:pt x="8704" y="1364"/>
                    <a:pt x="8713" y="1375"/>
                    <a:pt x="8716" y="1375"/>
                  </a:cubicBezTo>
                  <a:cubicBezTo>
                    <a:pt x="8722" y="1375"/>
                    <a:pt x="8714" y="1347"/>
                    <a:pt x="8683" y="1281"/>
                  </a:cubicBezTo>
                  <a:cubicBezTo>
                    <a:pt x="8658" y="1226"/>
                    <a:pt x="8650" y="1200"/>
                    <a:pt x="8658" y="1200"/>
                  </a:cubicBezTo>
                  <a:lnTo>
                    <a:pt x="8658" y="1200"/>
                  </a:lnTo>
                  <a:cubicBezTo>
                    <a:pt x="8665" y="1200"/>
                    <a:pt x="8685" y="1222"/>
                    <a:pt x="8716" y="1265"/>
                  </a:cubicBezTo>
                  <a:cubicBezTo>
                    <a:pt x="8754" y="1303"/>
                    <a:pt x="8783" y="1318"/>
                    <a:pt x="8801" y="1318"/>
                  </a:cubicBezTo>
                  <a:cubicBezTo>
                    <a:pt x="8821" y="1318"/>
                    <a:pt x="8826" y="1299"/>
                    <a:pt x="8813" y="1273"/>
                  </a:cubicBezTo>
                  <a:cubicBezTo>
                    <a:pt x="8777" y="1211"/>
                    <a:pt x="8777" y="1182"/>
                    <a:pt x="8793" y="1182"/>
                  </a:cubicBezTo>
                  <a:cubicBezTo>
                    <a:pt x="8801" y="1182"/>
                    <a:pt x="8815" y="1191"/>
                    <a:pt x="8829" y="1208"/>
                  </a:cubicBezTo>
                  <a:cubicBezTo>
                    <a:pt x="8843" y="1225"/>
                    <a:pt x="8854" y="1234"/>
                    <a:pt x="8860" y="1234"/>
                  </a:cubicBezTo>
                  <a:cubicBezTo>
                    <a:pt x="8870" y="1234"/>
                    <a:pt x="8871" y="1217"/>
                    <a:pt x="8862" y="1184"/>
                  </a:cubicBezTo>
                  <a:lnTo>
                    <a:pt x="8862" y="1184"/>
                  </a:lnTo>
                  <a:cubicBezTo>
                    <a:pt x="8878" y="1217"/>
                    <a:pt x="8902" y="1250"/>
                    <a:pt x="8911" y="1250"/>
                  </a:cubicBezTo>
                  <a:cubicBezTo>
                    <a:pt x="8915" y="1250"/>
                    <a:pt x="8916" y="1243"/>
                    <a:pt x="8910" y="1224"/>
                  </a:cubicBezTo>
                  <a:cubicBezTo>
                    <a:pt x="8910" y="1224"/>
                    <a:pt x="8919" y="1216"/>
                    <a:pt x="8878" y="1176"/>
                  </a:cubicBezTo>
                  <a:cubicBezTo>
                    <a:pt x="8878" y="1176"/>
                    <a:pt x="8862" y="1119"/>
                    <a:pt x="8846" y="1062"/>
                  </a:cubicBezTo>
                  <a:cubicBezTo>
                    <a:pt x="8844" y="1063"/>
                    <a:pt x="8843" y="1063"/>
                    <a:pt x="8842" y="1063"/>
                  </a:cubicBezTo>
                  <a:cubicBezTo>
                    <a:pt x="8826" y="1063"/>
                    <a:pt x="8803" y="1018"/>
                    <a:pt x="8773" y="973"/>
                  </a:cubicBezTo>
                  <a:cubicBezTo>
                    <a:pt x="8765" y="958"/>
                    <a:pt x="8767" y="950"/>
                    <a:pt x="8776" y="950"/>
                  </a:cubicBezTo>
                  <a:cubicBezTo>
                    <a:pt x="8796" y="950"/>
                    <a:pt x="8854" y="991"/>
                    <a:pt x="8927" y="1087"/>
                  </a:cubicBezTo>
                  <a:lnTo>
                    <a:pt x="9008" y="1168"/>
                  </a:lnTo>
                  <a:lnTo>
                    <a:pt x="9008" y="1168"/>
                  </a:lnTo>
                  <a:lnTo>
                    <a:pt x="8951" y="1070"/>
                  </a:lnTo>
                  <a:cubicBezTo>
                    <a:pt x="8953" y="1070"/>
                    <a:pt x="8955" y="1070"/>
                    <a:pt x="8957" y="1070"/>
                  </a:cubicBezTo>
                  <a:cubicBezTo>
                    <a:pt x="8965" y="1070"/>
                    <a:pt x="8975" y="1075"/>
                    <a:pt x="9000" y="1111"/>
                  </a:cubicBezTo>
                  <a:cubicBezTo>
                    <a:pt x="9017" y="1146"/>
                    <a:pt x="9022" y="1156"/>
                    <a:pt x="9029" y="1156"/>
                  </a:cubicBezTo>
                  <a:cubicBezTo>
                    <a:pt x="9032" y="1156"/>
                    <a:pt x="9035" y="1154"/>
                    <a:pt x="9040" y="1152"/>
                  </a:cubicBezTo>
                  <a:cubicBezTo>
                    <a:pt x="9040" y="1152"/>
                    <a:pt x="9048" y="1143"/>
                    <a:pt x="9024" y="1095"/>
                  </a:cubicBezTo>
                  <a:cubicBezTo>
                    <a:pt x="8986" y="1038"/>
                    <a:pt x="8970" y="1014"/>
                    <a:pt x="8972" y="1014"/>
                  </a:cubicBezTo>
                  <a:lnTo>
                    <a:pt x="8972" y="1014"/>
                  </a:lnTo>
                  <a:cubicBezTo>
                    <a:pt x="8973" y="1014"/>
                    <a:pt x="8983" y="1026"/>
                    <a:pt x="9000" y="1046"/>
                  </a:cubicBezTo>
                  <a:cubicBezTo>
                    <a:pt x="9033" y="1087"/>
                    <a:pt x="9053" y="1107"/>
                    <a:pt x="9060" y="1107"/>
                  </a:cubicBezTo>
                  <a:cubicBezTo>
                    <a:pt x="9068" y="1107"/>
                    <a:pt x="9058" y="1079"/>
                    <a:pt x="9032" y="1022"/>
                  </a:cubicBezTo>
                  <a:cubicBezTo>
                    <a:pt x="9004" y="973"/>
                    <a:pt x="8990" y="949"/>
                    <a:pt x="8992" y="949"/>
                  </a:cubicBezTo>
                  <a:lnTo>
                    <a:pt x="8992" y="949"/>
                  </a:lnTo>
                  <a:cubicBezTo>
                    <a:pt x="8994" y="949"/>
                    <a:pt x="9012" y="973"/>
                    <a:pt x="9048" y="1022"/>
                  </a:cubicBezTo>
                  <a:cubicBezTo>
                    <a:pt x="9071" y="1066"/>
                    <a:pt x="9106" y="1104"/>
                    <a:pt x="9118" y="1104"/>
                  </a:cubicBezTo>
                  <a:cubicBezTo>
                    <a:pt x="9120" y="1104"/>
                    <a:pt x="9121" y="1104"/>
                    <a:pt x="9121" y="1103"/>
                  </a:cubicBezTo>
                  <a:lnTo>
                    <a:pt x="9097" y="1054"/>
                  </a:lnTo>
                  <a:cubicBezTo>
                    <a:pt x="9062" y="994"/>
                    <a:pt x="9052" y="968"/>
                    <a:pt x="9058" y="968"/>
                  </a:cubicBezTo>
                  <a:lnTo>
                    <a:pt x="9058" y="968"/>
                  </a:lnTo>
                  <a:cubicBezTo>
                    <a:pt x="9062" y="968"/>
                    <a:pt x="9073" y="979"/>
                    <a:pt x="9089" y="997"/>
                  </a:cubicBezTo>
                  <a:cubicBezTo>
                    <a:pt x="9103" y="1019"/>
                    <a:pt x="9113" y="1029"/>
                    <a:pt x="9118" y="1029"/>
                  </a:cubicBezTo>
                  <a:cubicBezTo>
                    <a:pt x="9125" y="1029"/>
                    <a:pt x="9126" y="1013"/>
                    <a:pt x="9121" y="981"/>
                  </a:cubicBezTo>
                  <a:cubicBezTo>
                    <a:pt x="9132" y="974"/>
                    <a:pt x="9139" y="969"/>
                    <a:pt x="9147" y="969"/>
                  </a:cubicBezTo>
                  <a:cubicBezTo>
                    <a:pt x="9157" y="969"/>
                    <a:pt x="9168" y="978"/>
                    <a:pt x="9186" y="1006"/>
                  </a:cubicBezTo>
                  <a:cubicBezTo>
                    <a:pt x="9214" y="1054"/>
                    <a:pt x="9229" y="1079"/>
                    <a:pt x="9230" y="1079"/>
                  </a:cubicBezTo>
                  <a:cubicBezTo>
                    <a:pt x="9231" y="1079"/>
                    <a:pt x="9219" y="1054"/>
                    <a:pt x="9194" y="1006"/>
                  </a:cubicBezTo>
                  <a:cubicBezTo>
                    <a:pt x="9185" y="973"/>
                    <a:pt x="9181" y="959"/>
                    <a:pt x="9188" y="959"/>
                  </a:cubicBezTo>
                  <a:cubicBezTo>
                    <a:pt x="9194" y="959"/>
                    <a:pt x="9206" y="967"/>
                    <a:pt x="9227" y="981"/>
                  </a:cubicBezTo>
                  <a:cubicBezTo>
                    <a:pt x="9246" y="1005"/>
                    <a:pt x="9256" y="1017"/>
                    <a:pt x="9259" y="1017"/>
                  </a:cubicBezTo>
                  <a:cubicBezTo>
                    <a:pt x="9262" y="1017"/>
                    <a:pt x="9256" y="1003"/>
                    <a:pt x="9243" y="973"/>
                  </a:cubicBezTo>
                  <a:cubicBezTo>
                    <a:pt x="9190" y="883"/>
                    <a:pt x="9165" y="834"/>
                    <a:pt x="9149" y="834"/>
                  </a:cubicBezTo>
                  <a:cubicBezTo>
                    <a:pt x="9148" y="834"/>
                    <a:pt x="9147" y="835"/>
                    <a:pt x="9146" y="835"/>
                  </a:cubicBezTo>
                  <a:cubicBezTo>
                    <a:pt x="9137" y="835"/>
                    <a:pt x="9137" y="835"/>
                    <a:pt x="9113" y="787"/>
                  </a:cubicBezTo>
                  <a:lnTo>
                    <a:pt x="9129" y="779"/>
                  </a:lnTo>
                  <a:cubicBezTo>
                    <a:pt x="9146" y="770"/>
                    <a:pt x="9154" y="762"/>
                    <a:pt x="9146" y="706"/>
                  </a:cubicBezTo>
                  <a:cubicBezTo>
                    <a:pt x="9139" y="656"/>
                    <a:pt x="9104" y="587"/>
                    <a:pt x="9092" y="587"/>
                  </a:cubicBezTo>
                  <a:cubicBezTo>
                    <a:pt x="9089" y="587"/>
                    <a:pt x="9087" y="593"/>
                    <a:pt x="9089" y="608"/>
                  </a:cubicBezTo>
                  <a:lnTo>
                    <a:pt x="9048" y="560"/>
                  </a:lnTo>
                  <a:cubicBezTo>
                    <a:pt x="9006" y="491"/>
                    <a:pt x="8979" y="458"/>
                    <a:pt x="8970" y="458"/>
                  </a:cubicBezTo>
                  <a:lnTo>
                    <a:pt x="8970" y="458"/>
                  </a:lnTo>
                  <a:cubicBezTo>
                    <a:pt x="8961" y="458"/>
                    <a:pt x="8977" y="499"/>
                    <a:pt x="9024" y="576"/>
                  </a:cubicBezTo>
                  <a:cubicBezTo>
                    <a:pt x="9073" y="656"/>
                    <a:pt x="9095" y="692"/>
                    <a:pt x="9093" y="692"/>
                  </a:cubicBezTo>
                  <a:cubicBezTo>
                    <a:pt x="9091" y="692"/>
                    <a:pt x="9073" y="668"/>
                    <a:pt x="9040" y="625"/>
                  </a:cubicBezTo>
                  <a:cubicBezTo>
                    <a:pt x="8999" y="554"/>
                    <a:pt x="8984" y="539"/>
                    <a:pt x="8972" y="539"/>
                  </a:cubicBezTo>
                  <a:cubicBezTo>
                    <a:pt x="8967" y="539"/>
                    <a:pt x="8964" y="541"/>
                    <a:pt x="8959" y="543"/>
                  </a:cubicBezTo>
                  <a:cubicBezTo>
                    <a:pt x="8957" y="546"/>
                    <a:pt x="8955" y="547"/>
                    <a:pt x="8953" y="547"/>
                  </a:cubicBezTo>
                  <a:cubicBezTo>
                    <a:pt x="8949" y="547"/>
                    <a:pt x="8944" y="537"/>
                    <a:pt x="8927" y="503"/>
                  </a:cubicBezTo>
                  <a:cubicBezTo>
                    <a:pt x="8897" y="458"/>
                    <a:pt x="8860" y="413"/>
                    <a:pt x="8848" y="413"/>
                  </a:cubicBezTo>
                  <a:cubicBezTo>
                    <a:pt x="8847" y="413"/>
                    <a:pt x="8846" y="413"/>
                    <a:pt x="8846" y="414"/>
                  </a:cubicBezTo>
                  <a:cubicBezTo>
                    <a:pt x="8829" y="422"/>
                    <a:pt x="8829" y="422"/>
                    <a:pt x="8862" y="470"/>
                  </a:cubicBezTo>
                  <a:cubicBezTo>
                    <a:pt x="8879" y="488"/>
                    <a:pt x="8885" y="500"/>
                    <a:pt x="8880" y="500"/>
                  </a:cubicBezTo>
                  <a:cubicBezTo>
                    <a:pt x="8873" y="500"/>
                    <a:pt x="8850" y="480"/>
                    <a:pt x="8813" y="430"/>
                  </a:cubicBezTo>
                  <a:cubicBezTo>
                    <a:pt x="8797" y="414"/>
                    <a:pt x="8788" y="404"/>
                    <a:pt x="8785" y="4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2"/>
            <p:cNvSpPr/>
            <p:nvPr/>
          </p:nvSpPr>
          <p:spPr>
            <a:xfrm>
              <a:off x="7142517" y="2839008"/>
              <a:ext cx="249892" cy="257735"/>
            </a:xfrm>
            <a:custGeom>
              <a:avLst/>
              <a:gdLst/>
              <a:ahLst/>
              <a:cxnLst/>
              <a:rect l="l" t="t" r="r" b="b"/>
              <a:pathLst>
                <a:path w="14497" h="14952" extrusionOk="0">
                  <a:moveTo>
                    <a:pt x="0" y="1"/>
                  </a:moveTo>
                  <a:lnTo>
                    <a:pt x="0" y="14951"/>
                  </a:lnTo>
                  <a:lnTo>
                    <a:pt x="14497" y="14951"/>
                  </a:lnTo>
                  <a:lnTo>
                    <a:pt x="14497" y="1"/>
                  </a:ln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2"/>
            <p:cNvSpPr/>
            <p:nvPr/>
          </p:nvSpPr>
          <p:spPr>
            <a:xfrm>
              <a:off x="5913207" y="3296612"/>
              <a:ext cx="413838" cy="392188"/>
            </a:xfrm>
            <a:custGeom>
              <a:avLst/>
              <a:gdLst/>
              <a:ahLst/>
              <a:cxnLst/>
              <a:rect l="l" t="t" r="r" b="b"/>
              <a:pathLst>
                <a:path w="24008" h="22752" extrusionOk="0">
                  <a:moveTo>
                    <a:pt x="23389" y="239"/>
                  </a:moveTo>
                  <a:cubicBezTo>
                    <a:pt x="23412" y="239"/>
                    <a:pt x="23457" y="286"/>
                    <a:pt x="23489" y="363"/>
                  </a:cubicBezTo>
                  <a:cubicBezTo>
                    <a:pt x="23537" y="416"/>
                    <a:pt x="23557" y="438"/>
                    <a:pt x="23544" y="438"/>
                  </a:cubicBezTo>
                  <a:cubicBezTo>
                    <a:pt x="23535" y="438"/>
                    <a:pt x="23512" y="428"/>
                    <a:pt x="23472" y="412"/>
                  </a:cubicBezTo>
                  <a:cubicBezTo>
                    <a:pt x="23424" y="396"/>
                    <a:pt x="23375" y="379"/>
                    <a:pt x="23391" y="331"/>
                  </a:cubicBezTo>
                  <a:cubicBezTo>
                    <a:pt x="23366" y="267"/>
                    <a:pt x="23371" y="239"/>
                    <a:pt x="23389" y="239"/>
                  </a:cubicBezTo>
                  <a:close/>
                  <a:moveTo>
                    <a:pt x="20772" y="7352"/>
                  </a:moveTo>
                  <a:cubicBezTo>
                    <a:pt x="20781" y="7352"/>
                    <a:pt x="20793" y="7358"/>
                    <a:pt x="20813" y="7368"/>
                  </a:cubicBezTo>
                  <a:cubicBezTo>
                    <a:pt x="20862" y="7393"/>
                    <a:pt x="20886" y="7449"/>
                    <a:pt x="20870" y="7506"/>
                  </a:cubicBezTo>
                  <a:cubicBezTo>
                    <a:pt x="20865" y="7520"/>
                    <a:pt x="20854" y="7526"/>
                    <a:pt x="20841" y="7526"/>
                  </a:cubicBezTo>
                  <a:cubicBezTo>
                    <a:pt x="20805" y="7526"/>
                    <a:pt x="20752" y="7482"/>
                    <a:pt x="20740" y="7401"/>
                  </a:cubicBezTo>
                  <a:lnTo>
                    <a:pt x="20740" y="7393"/>
                  </a:lnTo>
                  <a:cubicBezTo>
                    <a:pt x="20754" y="7364"/>
                    <a:pt x="20760" y="7352"/>
                    <a:pt x="20772" y="7352"/>
                  </a:cubicBezTo>
                  <a:close/>
                  <a:moveTo>
                    <a:pt x="20287" y="9131"/>
                  </a:moveTo>
                  <a:cubicBezTo>
                    <a:pt x="20291" y="9131"/>
                    <a:pt x="20296" y="9132"/>
                    <a:pt x="20302" y="9136"/>
                  </a:cubicBezTo>
                  <a:cubicBezTo>
                    <a:pt x="20343" y="9152"/>
                    <a:pt x="20367" y="9184"/>
                    <a:pt x="20383" y="9225"/>
                  </a:cubicBezTo>
                  <a:cubicBezTo>
                    <a:pt x="20383" y="9225"/>
                    <a:pt x="20409" y="9276"/>
                    <a:pt x="20380" y="9276"/>
                  </a:cubicBezTo>
                  <a:cubicBezTo>
                    <a:pt x="20377" y="9276"/>
                    <a:pt x="20372" y="9275"/>
                    <a:pt x="20367" y="9273"/>
                  </a:cubicBezTo>
                  <a:lnTo>
                    <a:pt x="20318" y="9257"/>
                  </a:lnTo>
                  <a:cubicBezTo>
                    <a:pt x="20290" y="9194"/>
                    <a:pt x="20262" y="9131"/>
                    <a:pt x="20287" y="9131"/>
                  </a:cubicBezTo>
                  <a:close/>
                  <a:moveTo>
                    <a:pt x="19561" y="11162"/>
                  </a:moveTo>
                  <a:cubicBezTo>
                    <a:pt x="19594" y="11162"/>
                    <a:pt x="19629" y="11194"/>
                    <a:pt x="19613" y="11236"/>
                  </a:cubicBezTo>
                  <a:cubicBezTo>
                    <a:pt x="19589" y="11247"/>
                    <a:pt x="19557" y="11255"/>
                    <a:pt x="19525" y="11255"/>
                  </a:cubicBezTo>
                  <a:cubicBezTo>
                    <a:pt x="19514" y="11255"/>
                    <a:pt x="19502" y="11254"/>
                    <a:pt x="19491" y="11252"/>
                  </a:cubicBezTo>
                  <a:lnTo>
                    <a:pt x="19516" y="11195"/>
                  </a:lnTo>
                  <a:cubicBezTo>
                    <a:pt x="19524" y="11172"/>
                    <a:pt x="19542" y="11162"/>
                    <a:pt x="19561" y="11162"/>
                  </a:cubicBezTo>
                  <a:close/>
                  <a:moveTo>
                    <a:pt x="19454" y="11696"/>
                  </a:moveTo>
                  <a:cubicBezTo>
                    <a:pt x="19462" y="11696"/>
                    <a:pt x="19474" y="11700"/>
                    <a:pt x="19491" y="11706"/>
                  </a:cubicBezTo>
                  <a:lnTo>
                    <a:pt x="19467" y="11763"/>
                  </a:lnTo>
                  <a:lnTo>
                    <a:pt x="19402" y="11787"/>
                  </a:lnTo>
                  <a:lnTo>
                    <a:pt x="19418" y="11738"/>
                  </a:lnTo>
                  <a:cubicBezTo>
                    <a:pt x="19434" y="11707"/>
                    <a:pt x="19440" y="11696"/>
                    <a:pt x="19454" y="11696"/>
                  </a:cubicBezTo>
                  <a:close/>
                  <a:moveTo>
                    <a:pt x="19460" y="11884"/>
                  </a:moveTo>
                  <a:cubicBezTo>
                    <a:pt x="19455" y="11884"/>
                    <a:pt x="19452" y="11899"/>
                    <a:pt x="19467" y="11933"/>
                  </a:cubicBezTo>
                  <a:cubicBezTo>
                    <a:pt x="19476" y="11903"/>
                    <a:pt x="19466" y="11884"/>
                    <a:pt x="19460" y="11884"/>
                  </a:cubicBezTo>
                  <a:close/>
                  <a:moveTo>
                    <a:pt x="19260" y="12199"/>
                  </a:moveTo>
                  <a:cubicBezTo>
                    <a:pt x="19268" y="12199"/>
                    <a:pt x="19279" y="12203"/>
                    <a:pt x="19297" y="12208"/>
                  </a:cubicBezTo>
                  <a:lnTo>
                    <a:pt x="19281" y="12265"/>
                  </a:lnTo>
                  <a:lnTo>
                    <a:pt x="19208" y="12298"/>
                  </a:lnTo>
                  <a:lnTo>
                    <a:pt x="19208" y="12298"/>
                  </a:lnTo>
                  <a:lnTo>
                    <a:pt x="19232" y="12241"/>
                  </a:lnTo>
                  <a:cubicBezTo>
                    <a:pt x="19242" y="12210"/>
                    <a:pt x="19246" y="12199"/>
                    <a:pt x="19260" y="12199"/>
                  </a:cubicBezTo>
                  <a:close/>
                  <a:moveTo>
                    <a:pt x="19381" y="12472"/>
                  </a:moveTo>
                  <a:cubicBezTo>
                    <a:pt x="19391" y="12479"/>
                    <a:pt x="19403" y="12486"/>
                    <a:pt x="19418" y="12492"/>
                  </a:cubicBezTo>
                  <a:cubicBezTo>
                    <a:pt x="19426" y="12489"/>
                    <a:pt x="19432" y="12487"/>
                    <a:pt x="19437" y="12485"/>
                  </a:cubicBezTo>
                  <a:lnTo>
                    <a:pt x="19437" y="12485"/>
                  </a:lnTo>
                  <a:cubicBezTo>
                    <a:pt x="19439" y="12485"/>
                    <a:pt x="19440" y="12485"/>
                    <a:pt x="19442" y="12485"/>
                  </a:cubicBezTo>
                  <a:cubicBezTo>
                    <a:pt x="19459" y="12485"/>
                    <a:pt x="19465" y="12480"/>
                    <a:pt x="19458" y="12480"/>
                  </a:cubicBezTo>
                  <a:cubicBezTo>
                    <a:pt x="19454" y="12480"/>
                    <a:pt x="19447" y="12482"/>
                    <a:pt x="19437" y="12485"/>
                  </a:cubicBezTo>
                  <a:lnTo>
                    <a:pt x="19437" y="12485"/>
                  </a:lnTo>
                  <a:cubicBezTo>
                    <a:pt x="19424" y="12484"/>
                    <a:pt x="19405" y="12481"/>
                    <a:pt x="19381" y="12472"/>
                  </a:cubicBezTo>
                  <a:close/>
                  <a:moveTo>
                    <a:pt x="19088" y="12543"/>
                  </a:moveTo>
                  <a:cubicBezTo>
                    <a:pt x="19094" y="12543"/>
                    <a:pt x="19102" y="12545"/>
                    <a:pt x="19110" y="12549"/>
                  </a:cubicBezTo>
                  <a:cubicBezTo>
                    <a:pt x="19159" y="12565"/>
                    <a:pt x="19159" y="12565"/>
                    <a:pt x="19143" y="12614"/>
                  </a:cubicBezTo>
                  <a:cubicBezTo>
                    <a:pt x="19121" y="12671"/>
                    <a:pt x="19111" y="12698"/>
                    <a:pt x="19101" y="12698"/>
                  </a:cubicBezTo>
                  <a:cubicBezTo>
                    <a:pt x="19093" y="12698"/>
                    <a:pt x="19085" y="12679"/>
                    <a:pt x="19070" y="12646"/>
                  </a:cubicBezTo>
                  <a:cubicBezTo>
                    <a:pt x="19050" y="12586"/>
                    <a:pt x="19057" y="12543"/>
                    <a:pt x="19088" y="12543"/>
                  </a:cubicBezTo>
                  <a:close/>
                  <a:moveTo>
                    <a:pt x="5960" y="12614"/>
                  </a:moveTo>
                  <a:cubicBezTo>
                    <a:pt x="6008" y="12654"/>
                    <a:pt x="6016" y="12663"/>
                    <a:pt x="6024" y="12727"/>
                  </a:cubicBezTo>
                  <a:lnTo>
                    <a:pt x="5976" y="12695"/>
                  </a:lnTo>
                  <a:lnTo>
                    <a:pt x="5968" y="12703"/>
                  </a:lnTo>
                  <a:lnTo>
                    <a:pt x="5911" y="12695"/>
                  </a:lnTo>
                  <a:lnTo>
                    <a:pt x="5951" y="12622"/>
                  </a:lnTo>
                  <a:lnTo>
                    <a:pt x="5960" y="12614"/>
                  </a:lnTo>
                  <a:close/>
                  <a:moveTo>
                    <a:pt x="18616" y="12817"/>
                  </a:moveTo>
                  <a:cubicBezTo>
                    <a:pt x="18664" y="12833"/>
                    <a:pt x="18713" y="12857"/>
                    <a:pt x="18689" y="12906"/>
                  </a:cubicBezTo>
                  <a:lnTo>
                    <a:pt x="18624" y="12938"/>
                  </a:lnTo>
                  <a:lnTo>
                    <a:pt x="18591" y="12865"/>
                  </a:lnTo>
                  <a:lnTo>
                    <a:pt x="18616" y="12817"/>
                  </a:lnTo>
                  <a:close/>
                  <a:moveTo>
                    <a:pt x="6608" y="12898"/>
                  </a:moveTo>
                  <a:cubicBezTo>
                    <a:pt x="6608" y="12954"/>
                    <a:pt x="6624" y="13011"/>
                    <a:pt x="6657" y="13060"/>
                  </a:cubicBezTo>
                  <a:cubicBezTo>
                    <a:pt x="6676" y="13074"/>
                    <a:pt x="6691" y="13080"/>
                    <a:pt x="6703" y="13080"/>
                  </a:cubicBezTo>
                  <a:cubicBezTo>
                    <a:pt x="6730" y="13080"/>
                    <a:pt x="6738" y="13052"/>
                    <a:pt x="6738" y="13052"/>
                  </a:cubicBezTo>
                  <a:cubicBezTo>
                    <a:pt x="6738" y="13052"/>
                    <a:pt x="6746" y="13003"/>
                    <a:pt x="6681" y="12946"/>
                  </a:cubicBezTo>
                  <a:lnTo>
                    <a:pt x="6608" y="12898"/>
                  </a:lnTo>
                  <a:close/>
                  <a:moveTo>
                    <a:pt x="5635" y="13138"/>
                  </a:moveTo>
                  <a:cubicBezTo>
                    <a:pt x="5656" y="13138"/>
                    <a:pt x="5679" y="13178"/>
                    <a:pt x="5692" y="13271"/>
                  </a:cubicBezTo>
                  <a:lnTo>
                    <a:pt x="5611" y="13400"/>
                  </a:lnTo>
                  <a:cubicBezTo>
                    <a:pt x="5587" y="13344"/>
                    <a:pt x="5554" y="13295"/>
                    <a:pt x="5595" y="13230"/>
                  </a:cubicBezTo>
                  <a:cubicBezTo>
                    <a:pt x="5599" y="13172"/>
                    <a:pt x="5616" y="13138"/>
                    <a:pt x="5635" y="13138"/>
                  </a:cubicBezTo>
                  <a:close/>
                  <a:moveTo>
                    <a:pt x="7830" y="13345"/>
                  </a:moveTo>
                  <a:cubicBezTo>
                    <a:pt x="7820" y="13345"/>
                    <a:pt x="7824" y="13363"/>
                    <a:pt x="7832" y="13400"/>
                  </a:cubicBezTo>
                  <a:lnTo>
                    <a:pt x="7914" y="13465"/>
                  </a:lnTo>
                  <a:cubicBezTo>
                    <a:pt x="7946" y="13425"/>
                    <a:pt x="7946" y="13425"/>
                    <a:pt x="7905" y="13392"/>
                  </a:cubicBezTo>
                  <a:cubicBezTo>
                    <a:pt x="7862" y="13361"/>
                    <a:pt x="7840" y="13345"/>
                    <a:pt x="7830" y="13345"/>
                  </a:cubicBezTo>
                  <a:close/>
                  <a:moveTo>
                    <a:pt x="18441" y="13447"/>
                  </a:moveTo>
                  <a:cubicBezTo>
                    <a:pt x="18449" y="13447"/>
                    <a:pt x="18460" y="13451"/>
                    <a:pt x="18478" y="13457"/>
                  </a:cubicBezTo>
                  <a:cubicBezTo>
                    <a:pt x="18510" y="13465"/>
                    <a:pt x="18519" y="13498"/>
                    <a:pt x="18510" y="13530"/>
                  </a:cubicBezTo>
                  <a:lnTo>
                    <a:pt x="18437" y="13562"/>
                  </a:lnTo>
                  <a:cubicBezTo>
                    <a:pt x="18413" y="13546"/>
                    <a:pt x="18397" y="13514"/>
                    <a:pt x="18413" y="13490"/>
                  </a:cubicBezTo>
                  <a:cubicBezTo>
                    <a:pt x="18423" y="13459"/>
                    <a:pt x="18427" y="13447"/>
                    <a:pt x="18441" y="13447"/>
                  </a:cubicBezTo>
                  <a:close/>
                  <a:moveTo>
                    <a:pt x="6901" y="13522"/>
                  </a:moveTo>
                  <a:cubicBezTo>
                    <a:pt x="6922" y="13522"/>
                    <a:pt x="6941" y="13538"/>
                    <a:pt x="6941" y="13538"/>
                  </a:cubicBezTo>
                  <a:cubicBezTo>
                    <a:pt x="6997" y="13579"/>
                    <a:pt x="7054" y="13619"/>
                    <a:pt x="7022" y="13660"/>
                  </a:cubicBezTo>
                  <a:cubicBezTo>
                    <a:pt x="7012" y="13674"/>
                    <a:pt x="6995" y="13683"/>
                    <a:pt x="6977" y="13683"/>
                  </a:cubicBezTo>
                  <a:cubicBezTo>
                    <a:pt x="6964" y="13683"/>
                    <a:pt x="6951" y="13678"/>
                    <a:pt x="6941" y="13668"/>
                  </a:cubicBezTo>
                  <a:cubicBezTo>
                    <a:pt x="6908" y="13635"/>
                    <a:pt x="6884" y="13595"/>
                    <a:pt x="6868" y="13546"/>
                  </a:cubicBezTo>
                  <a:cubicBezTo>
                    <a:pt x="6877" y="13528"/>
                    <a:pt x="6889" y="13522"/>
                    <a:pt x="6901" y="13522"/>
                  </a:cubicBezTo>
                  <a:close/>
                  <a:moveTo>
                    <a:pt x="4825" y="14000"/>
                  </a:moveTo>
                  <a:lnTo>
                    <a:pt x="4914" y="14057"/>
                  </a:lnTo>
                  <a:lnTo>
                    <a:pt x="4865" y="14025"/>
                  </a:lnTo>
                  <a:lnTo>
                    <a:pt x="4825" y="14000"/>
                  </a:lnTo>
                  <a:close/>
                  <a:moveTo>
                    <a:pt x="5554" y="13911"/>
                  </a:moveTo>
                  <a:lnTo>
                    <a:pt x="5595" y="13944"/>
                  </a:lnTo>
                  <a:cubicBezTo>
                    <a:pt x="5567" y="13993"/>
                    <a:pt x="5575" y="14054"/>
                    <a:pt x="5552" y="14054"/>
                  </a:cubicBezTo>
                  <a:cubicBezTo>
                    <a:pt x="5548" y="14054"/>
                    <a:pt x="5543" y="14052"/>
                    <a:pt x="5538" y="14049"/>
                  </a:cubicBezTo>
                  <a:cubicBezTo>
                    <a:pt x="5533" y="14056"/>
                    <a:pt x="5529" y="14060"/>
                    <a:pt x="5526" y="14060"/>
                  </a:cubicBezTo>
                  <a:cubicBezTo>
                    <a:pt x="5511" y="14060"/>
                    <a:pt x="5527" y="13959"/>
                    <a:pt x="5554" y="13911"/>
                  </a:cubicBezTo>
                  <a:close/>
                  <a:moveTo>
                    <a:pt x="7724" y="14123"/>
                  </a:moveTo>
                  <a:cubicBezTo>
                    <a:pt x="7734" y="14123"/>
                    <a:pt x="7757" y="14139"/>
                    <a:pt x="7800" y="14171"/>
                  </a:cubicBezTo>
                  <a:cubicBezTo>
                    <a:pt x="7824" y="14187"/>
                    <a:pt x="7824" y="14219"/>
                    <a:pt x="7808" y="14244"/>
                  </a:cubicBezTo>
                  <a:cubicBezTo>
                    <a:pt x="7801" y="14252"/>
                    <a:pt x="7796" y="14255"/>
                    <a:pt x="7791" y="14255"/>
                  </a:cubicBezTo>
                  <a:cubicBezTo>
                    <a:pt x="7771" y="14255"/>
                    <a:pt x="7759" y="14204"/>
                    <a:pt x="7727" y="14179"/>
                  </a:cubicBezTo>
                  <a:lnTo>
                    <a:pt x="7719" y="14179"/>
                  </a:lnTo>
                  <a:cubicBezTo>
                    <a:pt x="7715" y="14141"/>
                    <a:pt x="7713" y="14123"/>
                    <a:pt x="7724" y="14123"/>
                  </a:cubicBezTo>
                  <a:close/>
                  <a:moveTo>
                    <a:pt x="8581" y="14575"/>
                  </a:moveTo>
                  <a:cubicBezTo>
                    <a:pt x="8604" y="14575"/>
                    <a:pt x="8623" y="14615"/>
                    <a:pt x="8611" y="14698"/>
                  </a:cubicBezTo>
                  <a:cubicBezTo>
                    <a:pt x="8593" y="14724"/>
                    <a:pt x="8585" y="14736"/>
                    <a:pt x="8575" y="14736"/>
                  </a:cubicBezTo>
                  <a:cubicBezTo>
                    <a:pt x="8566" y="14736"/>
                    <a:pt x="8556" y="14728"/>
                    <a:pt x="8538" y="14714"/>
                  </a:cubicBezTo>
                  <a:cubicBezTo>
                    <a:pt x="8530" y="14673"/>
                    <a:pt x="8538" y="14633"/>
                    <a:pt x="8554" y="14592"/>
                  </a:cubicBezTo>
                  <a:cubicBezTo>
                    <a:pt x="8563" y="14581"/>
                    <a:pt x="8572" y="14575"/>
                    <a:pt x="8581" y="14575"/>
                  </a:cubicBezTo>
                  <a:close/>
                  <a:moveTo>
                    <a:pt x="4849" y="14771"/>
                  </a:moveTo>
                  <a:cubicBezTo>
                    <a:pt x="4897" y="14803"/>
                    <a:pt x="4946" y="14827"/>
                    <a:pt x="4914" y="14876"/>
                  </a:cubicBezTo>
                  <a:lnTo>
                    <a:pt x="4889" y="14916"/>
                  </a:lnTo>
                  <a:cubicBezTo>
                    <a:pt x="4857" y="14892"/>
                    <a:pt x="4833" y="14860"/>
                    <a:pt x="4825" y="14819"/>
                  </a:cubicBezTo>
                  <a:lnTo>
                    <a:pt x="4849" y="14771"/>
                  </a:lnTo>
                  <a:close/>
                  <a:moveTo>
                    <a:pt x="6908" y="14827"/>
                  </a:moveTo>
                  <a:cubicBezTo>
                    <a:pt x="6868" y="14835"/>
                    <a:pt x="6827" y="14852"/>
                    <a:pt x="6803" y="14884"/>
                  </a:cubicBezTo>
                  <a:cubicBezTo>
                    <a:pt x="6783" y="14909"/>
                    <a:pt x="6790" y="14931"/>
                    <a:pt x="6826" y="14931"/>
                  </a:cubicBezTo>
                  <a:cubicBezTo>
                    <a:pt x="6848" y="14931"/>
                    <a:pt x="6881" y="14922"/>
                    <a:pt x="6924" y="14900"/>
                  </a:cubicBezTo>
                  <a:cubicBezTo>
                    <a:pt x="6949" y="14860"/>
                    <a:pt x="6949" y="14860"/>
                    <a:pt x="6908" y="14827"/>
                  </a:cubicBezTo>
                  <a:close/>
                  <a:moveTo>
                    <a:pt x="8903" y="14852"/>
                  </a:moveTo>
                  <a:lnTo>
                    <a:pt x="8943" y="14884"/>
                  </a:lnTo>
                  <a:cubicBezTo>
                    <a:pt x="8919" y="14914"/>
                    <a:pt x="8895" y="14944"/>
                    <a:pt x="8867" y="14944"/>
                  </a:cubicBezTo>
                  <a:cubicBezTo>
                    <a:pt x="8858" y="14944"/>
                    <a:pt x="8848" y="14941"/>
                    <a:pt x="8838" y="14933"/>
                  </a:cubicBezTo>
                  <a:lnTo>
                    <a:pt x="8830" y="14860"/>
                  </a:lnTo>
                  <a:lnTo>
                    <a:pt x="8903" y="14852"/>
                  </a:lnTo>
                  <a:close/>
                  <a:moveTo>
                    <a:pt x="4441" y="14985"/>
                  </a:moveTo>
                  <a:cubicBezTo>
                    <a:pt x="4451" y="14985"/>
                    <a:pt x="4465" y="15012"/>
                    <a:pt x="4492" y="15062"/>
                  </a:cubicBezTo>
                  <a:lnTo>
                    <a:pt x="4533" y="15208"/>
                  </a:lnTo>
                  <a:cubicBezTo>
                    <a:pt x="4526" y="15218"/>
                    <a:pt x="4520" y="15223"/>
                    <a:pt x="4514" y="15223"/>
                  </a:cubicBezTo>
                  <a:cubicBezTo>
                    <a:pt x="4491" y="15223"/>
                    <a:pt x="4471" y="15156"/>
                    <a:pt x="4419" y="15079"/>
                  </a:cubicBezTo>
                  <a:cubicBezTo>
                    <a:pt x="4428" y="15016"/>
                    <a:pt x="4432" y="14985"/>
                    <a:pt x="4441" y="14985"/>
                  </a:cubicBezTo>
                  <a:close/>
                  <a:moveTo>
                    <a:pt x="3746" y="16311"/>
                  </a:moveTo>
                  <a:lnTo>
                    <a:pt x="3787" y="16335"/>
                  </a:lnTo>
                  <a:lnTo>
                    <a:pt x="3811" y="16408"/>
                  </a:lnTo>
                  <a:lnTo>
                    <a:pt x="3738" y="16425"/>
                  </a:lnTo>
                  <a:cubicBezTo>
                    <a:pt x="3689" y="16400"/>
                    <a:pt x="3714" y="16352"/>
                    <a:pt x="3746" y="16311"/>
                  </a:cubicBezTo>
                  <a:close/>
                  <a:moveTo>
                    <a:pt x="3959" y="16123"/>
                  </a:moveTo>
                  <a:cubicBezTo>
                    <a:pt x="3969" y="16123"/>
                    <a:pt x="3990" y="16136"/>
                    <a:pt x="4022" y="16157"/>
                  </a:cubicBezTo>
                  <a:cubicBezTo>
                    <a:pt x="4062" y="16189"/>
                    <a:pt x="4111" y="16214"/>
                    <a:pt x="4103" y="16335"/>
                  </a:cubicBezTo>
                  <a:lnTo>
                    <a:pt x="4046" y="16425"/>
                  </a:lnTo>
                  <a:cubicBezTo>
                    <a:pt x="4046" y="16425"/>
                    <a:pt x="4030" y="16352"/>
                    <a:pt x="4006" y="16279"/>
                  </a:cubicBezTo>
                  <a:cubicBezTo>
                    <a:pt x="3959" y="16165"/>
                    <a:pt x="3942" y="16123"/>
                    <a:pt x="3959" y="16123"/>
                  </a:cubicBezTo>
                  <a:close/>
                  <a:moveTo>
                    <a:pt x="11659" y="17016"/>
                  </a:moveTo>
                  <a:lnTo>
                    <a:pt x="11700" y="17049"/>
                  </a:lnTo>
                  <a:cubicBezTo>
                    <a:pt x="11675" y="17080"/>
                    <a:pt x="11650" y="17116"/>
                    <a:pt x="11621" y="17116"/>
                  </a:cubicBezTo>
                  <a:cubicBezTo>
                    <a:pt x="11613" y="17116"/>
                    <a:pt x="11604" y="17113"/>
                    <a:pt x="11594" y="17106"/>
                  </a:cubicBezTo>
                  <a:lnTo>
                    <a:pt x="11586" y="17033"/>
                  </a:lnTo>
                  <a:lnTo>
                    <a:pt x="11659" y="17016"/>
                  </a:lnTo>
                  <a:close/>
                  <a:moveTo>
                    <a:pt x="12730" y="17746"/>
                  </a:moveTo>
                  <a:cubicBezTo>
                    <a:pt x="12770" y="17778"/>
                    <a:pt x="12770" y="17778"/>
                    <a:pt x="12746" y="17819"/>
                  </a:cubicBezTo>
                  <a:cubicBezTo>
                    <a:pt x="12713" y="17851"/>
                    <a:pt x="12673" y="17868"/>
                    <a:pt x="12632" y="17876"/>
                  </a:cubicBezTo>
                  <a:cubicBezTo>
                    <a:pt x="12592" y="17843"/>
                    <a:pt x="12697" y="17787"/>
                    <a:pt x="12730" y="17746"/>
                  </a:cubicBezTo>
                  <a:close/>
                  <a:moveTo>
                    <a:pt x="17108" y="17787"/>
                  </a:moveTo>
                  <a:cubicBezTo>
                    <a:pt x="17156" y="17803"/>
                    <a:pt x="17205" y="17819"/>
                    <a:pt x="17189" y="17868"/>
                  </a:cubicBezTo>
                  <a:lnTo>
                    <a:pt x="17165" y="17924"/>
                  </a:lnTo>
                  <a:cubicBezTo>
                    <a:pt x="17132" y="17900"/>
                    <a:pt x="17108" y="17868"/>
                    <a:pt x="17092" y="17835"/>
                  </a:cubicBezTo>
                  <a:lnTo>
                    <a:pt x="17108" y="17787"/>
                  </a:lnTo>
                  <a:close/>
                  <a:moveTo>
                    <a:pt x="13686" y="17989"/>
                  </a:moveTo>
                  <a:lnTo>
                    <a:pt x="13735" y="18022"/>
                  </a:lnTo>
                  <a:cubicBezTo>
                    <a:pt x="13710" y="18053"/>
                    <a:pt x="13685" y="18089"/>
                    <a:pt x="13656" y="18089"/>
                  </a:cubicBezTo>
                  <a:cubicBezTo>
                    <a:pt x="13648" y="18089"/>
                    <a:pt x="13639" y="18086"/>
                    <a:pt x="13630" y="18078"/>
                  </a:cubicBezTo>
                  <a:lnTo>
                    <a:pt x="13581" y="18046"/>
                  </a:lnTo>
                  <a:cubicBezTo>
                    <a:pt x="13613" y="18014"/>
                    <a:pt x="13646" y="17997"/>
                    <a:pt x="13686" y="17989"/>
                  </a:cubicBezTo>
                  <a:close/>
                  <a:moveTo>
                    <a:pt x="2971" y="18368"/>
                  </a:moveTo>
                  <a:cubicBezTo>
                    <a:pt x="2940" y="18368"/>
                    <a:pt x="2920" y="18406"/>
                    <a:pt x="2895" y="18443"/>
                  </a:cubicBezTo>
                  <a:cubicBezTo>
                    <a:pt x="2798" y="18508"/>
                    <a:pt x="2814" y="18581"/>
                    <a:pt x="2854" y="18605"/>
                  </a:cubicBezTo>
                  <a:cubicBezTo>
                    <a:pt x="2864" y="18610"/>
                    <a:pt x="2872" y="18612"/>
                    <a:pt x="2880" y="18612"/>
                  </a:cubicBezTo>
                  <a:cubicBezTo>
                    <a:pt x="2913" y="18612"/>
                    <a:pt x="2938" y="18571"/>
                    <a:pt x="2984" y="18492"/>
                  </a:cubicBezTo>
                  <a:cubicBezTo>
                    <a:pt x="3000" y="18460"/>
                    <a:pt x="3008" y="18411"/>
                    <a:pt x="3000" y="18378"/>
                  </a:cubicBezTo>
                  <a:cubicBezTo>
                    <a:pt x="2989" y="18371"/>
                    <a:pt x="2980" y="18368"/>
                    <a:pt x="2971" y="18368"/>
                  </a:cubicBezTo>
                  <a:close/>
                  <a:moveTo>
                    <a:pt x="14067" y="18662"/>
                  </a:moveTo>
                  <a:lnTo>
                    <a:pt x="14108" y="18695"/>
                  </a:lnTo>
                  <a:cubicBezTo>
                    <a:pt x="14083" y="18726"/>
                    <a:pt x="14058" y="18762"/>
                    <a:pt x="14029" y="18762"/>
                  </a:cubicBezTo>
                  <a:cubicBezTo>
                    <a:pt x="14021" y="18762"/>
                    <a:pt x="14012" y="18759"/>
                    <a:pt x="14002" y="18751"/>
                  </a:cubicBezTo>
                  <a:lnTo>
                    <a:pt x="13986" y="18670"/>
                  </a:lnTo>
                  <a:lnTo>
                    <a:pt x="14067" y="18662"/>
                  </a:lnTo>
                  <a:close/>
                  <a:moveTo>
                    <a:pt x="2665" y="18640"/>
                  </a:moveTo>
                  <a:cubicBezTo>
                    <a:pt x="2688" y="18640"/>
                    <a:pt x="2706" y="18680"/>
                    <a:pt x="2700" y="18760"/>
                  </a:cubicBezTo>
                  <a:lnTo>
                    <a:pt x="2644" y="18857"/>
                  </a:lnTo>
                  <a:cubicBezTo>
                    <a:pt x="2603" y="18833"/>
                    <a:pt x="2611" y="18711"/>
                    <a:pt x="2635" y="18662"/>
                  </a:cubicBezTo>
                  <a:cubicBezTo>
                    <a:pt x="2645" y="18648"/>
                    <a:pt x="2656" y="18640"/>
                    <a:pt x="2665" y="18640"/>
                  </a:cubicBezTo>
                  <a:close/>
                  <a:moveTo>
                    <a:pt x="16432" y="19721"/>
                  </a:moveTo>
                  <a:cubicBezTo>
                    <a:pt x="16440" y="19721"/>
                    <a:pt x="16450" y="19731"/>
                    <a:pt x="16467" y="19749"/>
                  </a:cubicBezTo>
                  <a:cubicBezTo>
                    <a:pt x="16508" y="19789"/>
                    <a:pt x="16475" y="19870"/>
                    <a:pt x="16459" y="19911"/>
                  </a:cubicBezTo>
                  <a:cubicBezTo>
                    <a:pt x="16410" y="19903"/>
                    <a:pt x="16386" y="19814"/>
                    <a:pt x="16402" y="19781"/>
                  </a:cubicBezTo>
                  <a:cubicBezTo>
                    <a:pt x="16416" y="19739"/>
                    <a:pt x="16422" y="19721"/>
                    <a:pt x="16432" y="19721"/>
                  </a:cubicBezTo>
                  <a:close/>
                  <a:moveTo>
                    <a:pt x="785" y="20949"/>
                  </a:moveTo>
                  <a:cubicBezTo>
                    <a:pt x="773" y="20949"/>
                    <a:pt x="765" y="20961"/>
                    <a:pt x="746" y="20989"/>
                  </a:cubicBezTo>
                  <a:lnTo>
                    <a:pt x="722" y="21030"/>
                  </a:lnTo>
                  <a:lnTo>
                    <a:pt x="795" y="21013"/>
                  </a:lnTo>
                  <a:lnTo>
                    <a:pt x="819" y="20965"/>
                  </a:lnTo>
                  <a:cubicBezTo>
                    <a:pt x="802" y="20955"/>
                    <a:pt x="793" y="20949"/>
                    <a:pt x="785" y="20949"/>
                  </a:cubicBezTo>
                  <a:close/>
                  <a:moveTo>
                    <a:pt x="963" y="21189"/>
                  </a:moveTo>
                  <a:cubicBezTo>
                    <a:pt x="972" y="21189"/>
                    <a:pt x="980" y="21193"/>
                    <a:pt x="990" y="21200"/>
                  </a:cubicBezTo>
                  <a:lnTo>
                    <a:pt x="965" y="21240"/>
                  </a:lnTo>
                  <a:cubicBezTo>
                    <a:pt x="958" y="21237"/>
                    <a:pt x="953" y="21235"/>
                    <a:pt x="949" y="21235"/>
                  </a:cubicBezTo>
                  <a:cubicBezTo>
                    <a:pt x="927" y="21235"/>
                    <a:pt x="946" y="21275"/>
                    <a:pt x="993" y="21275"/>
                  </a:cubicBezTo>
                  <a:cubicBezTo>
                    <a:pt x="1000" y="21275"/>
                    <a:pt x="1006" y="21275"/>
                    <a:pt x="1014" y="21273"/>
                  </a:cubicBezTo>
                  <a:lnTo>
                    <a:pt x="1103" y="21322"/>
                  </a:lnTo>
                  <a:cubicBezTo>
                    <a:pt x="1081" y="21355"/>
                    <a:pt x="1043" y="21373"/>
                    <a:pt x="1006" y="21373"/>
                  </a:cubicBezTo>
                  <a:cubicBezTo>
                    <a:pt x="989" y="21373"/>
                    <a:pt x="972" y="21370"/>
                    <a:pt x="957" y="21362"/>
                  </a:cubicBezTo>
                  <a:cubicBezTo>
                    <a:pt x="835" y="21354"/>
                    <a:pt x="835" y="21354"/>
                    <a:pt x="892" y="21265"/>
                  </a:cubicBezTo>
                  <a:cubicBezTo>
                    <a:pt x="911" y="21227"/>
                    <a:pt x="935" y="21189"/>
                    <a:pt x="963" y="21189"/>
                  </a:cubicBezTo>
                  <a:close/>
                  <a:moveTo>
                    <a:pt x="621" y="21735"/>
                  </a:moveTo>
                  <a:cubicBezTo>
                    <a:pt x="629" y="21735"/>
                    <a:pt x="639" y="21741"/>
                    <a:pt x="657" y="21751"/>
                  </a:cubicBezTo>
                  <a:cubicBezTo>
                    <a:pt x="673" y="21792"/>
                    <a:pt x="665" y="21832"/>
                    <a:pt x="649" y="21873"/>
                  </a:cubicBezTo>
                  <a:lnTo>
                    <a:pt x="576" y="21889"/>
                  </a:lnTo>
                  <a:cubicBezTo>
                    <a:pt x="527" y="21865"/>
                    <a:pt x="560" y="21816"/>
                    <a:pt x="584" y="21768"/>
                  </a:cubicBezTo>
                  <a:cubicBezTo>
                    <a:pt x="602" y="21745"/>
                    <a:pt x="610" y="21735"/>
                    <a:pt x="621" y="21735"/>
                  </a:cubicBezTo>
                  <a:close/>
                  <a:moveTo>
                    <a:pt x="1208" y="22270"/>
                  </a:moveTo>
                  <a:lnTo>
                    <a:pt x="1184" y="22319"/>
                  </a:lnTo>
                  <a:cubicBezTo>
                    <a:pt x="1192" y="22359"/>
                    <a:pt x="1217" y="22392"/>
                    <a:pt x="1249" y="22416"/>
                  </a:cubicBezTo>
                  <a:lnTo>
                    <a:pt x="1273" y="22376"/>
                  </a:lnTo>
                  <a:cubicBezTo>
                    <a:pt x="1306" y="22327"/>
                    <a:pt x="1257" y="22303"/>
                    <a:pt x="1208" y="22270"/>
                  </a:cubicBezTo>
                  <a:close/>
                  <a:moveTo>
                    <a:pt x="23554" y="0"/>
                  </a:moveTo>
                  <a:cubicBezTo>
                    <a:pt x="23519" y="0"/>
                    <a:pt x="23485" y="14"/>
                    <a:pt x="23440" y="55"/>
                  </a:cubicBezTo>
                  <a:cubicBezTo>
                    <a:pt x="23318" y="241"/>
                    <a:pt x="23205" y="371"/>
                    <a:pt x="23302" y="412"/>
                  </a:cubicBezTo>
                  <a:cubicBezTo>
                    <a:pt x="23351" y="485"/>
                    <a:pt x="23318" y="582"/>
                    <a:pt x="23229" y="614"/>
                  </a:cubicBezTo>
                  <a:cubicBezTo>
                    <a:pt x="23226" y="613"/>
                    <a:pt x="23224" y="612"/>
                    <a:pt x="23221" y="612"/>
                  </a:cubicBezTo>
                  <a:cubicBezTo>
                    <a:pt x="23172" y="612"/>
                    <a:pt x="23094" y="807"/>
                    <a:pt x="23002" y="1044"/>
                  </a:cubicBezTo>
                  <a:cubicBezTo>
                    <a:pt x="22889" y="1344"/>
                    <a:pt x="22832" y="1498"/>
                    <a:pt x="22767" y="1531"/>
                  </a:cubicBezTo>
                  <a:cubicBezTo>
                    <a:pt x="22726" y="1547"/>
                    <a:pt x="22694" y="1571"/>
                    <a:pt x="22678" y="1612"/>
                  </a:cubicBezTo>
                  <a:cubicBezTo>
                    <a:pt x="22726" y="1628"/>
                    <a:pt x="22613" y="1936"/>
                    <a:pt x="22475" y="2285"/>
                  </a:cubicBezTo>
                  <a:cubicBezTo>
                    <a:pt x="22337" y="2641"/>
                    <a:pt x="22208" y="2990"/>
                    <a:pt x="22256" y="3006"/>
                  </a:cubicBezTo>
                  <a:lnTo>
                    <a:pt x="22216" y="3112"/>
                  </a:lnTo>
                  <a:cubicBezTo>
                    <a:pt x="22212" y="3110"/>
                    <a:pt x="22208" y="3110"/>
                    <a:pt x="22205" y="3110"/>
                  </a:cubicBezTo>
                  <a:cubicBezTo>
                    <a:pt x="22161" y="3110"/>
                    <a:pt x="22123" y="3200"/>
                    <a:pt x="22086" y="3290"/>
                  </a:cubicBezTo>
                  <a:cubicBezTo>
                    <a:pt x="22094" y="3371"/>
                    <a:pt x="22086" y="3444"/>
                    <a:pt x="22062" y="3517"/>
                  </a:cubicBezTo>
                  <a:cubicBezTo>
                    <a:pt x="22053" y="3513"/>
                    <a:pt x="22046" y="3511"/>
                    <a:pt x="22039" y="3511"/>
                  </a:cubicBezTo>
                  <a:cubicBezTo>
                    <a:pt x="22004" y="3511"/>
                    <a:pt x="21983" y="3559"/>
                    <a:pt x="21956" y="3647"/>
                  </a:cubicBezTo>
                  <a:cubicBezTo>
                    <a:pt x="21916" y="3744"/>
                    <a:pt x="21899" y="3793"/>
                    <a:pt x="21948" y="3817"/>
                  </a:cubicBezTo>
                  <a:cubicBezTo>
                    <a:pt x="21875" y="4003"/>
                    <a:pt x="21794" y="4182"/>
                    <a:pt x="21681" y="4352"/>
                  </a:cubicBezTo>
                  <a:cubicBezTo>
                    <a:pt x="21616" y="4385"/>
                    <a:pt x="21648" y="4449"/>
                    <a:pt x="21672" y="4522"/>
                  </a:cubicBezTo>
                  <a:cubicBezTo>
                    <a:pt x="21729" y="4547"/>
                    <a:pt x="21754" y="4603"/>
                    <a:pt x="21737" y="4660"/>
                  </a:cubicBezTo>
                  <a:lnTo>
                    <a:pt x="21640" y="4620"/>
                  </a:lnTo>
                  <a:cubicBezTo>
                    <a:pt x="21625" y="4591"/>
                    <a:pt x="21617" y="4574"/>
                    <a:pt x="21609" y="4574"/>
                  </a:cubicBezTo>
                  <a:cubicBezTo>
                    <a:pt x="21599" y="4574"/>
                    <a:pt x="21589" y="4599"/>
                    <a:pt x="21567" y="4652"/>
                  </a:cubicBezTo>
                  <a:cubicBezTo>
                    <a:pt x="21551" y="4701"/>
                    <a:pt x="21526" y="4749"/>
                    <a:pt x="21526" y="4749"/>
                  </a:cubicBezTo>
                  <a:cubicBezTo>
                    <a:pt x="21583" y="4774"/>
                    <a:pt x="21486" y="5025"/>
                    <a:pt x="21348" y="5374"/>
                  </a:cubicBezTo>
                  <a:cubicBezTo>
                    <a:pt x="21178" y="5828"/>
                    <a:pt x="21121" y="5982"/>
                    <a:pt x="21170" y="5998"/>
                  </a:cubicBezTo>
                  <a:cubicBezTo>
                    <a:pt x="21218" y="6022"/>
                    <a:pt x="21194" y="6071"/>
                    <a:pt x="21089" y="6201"/>
                  </a:cubicBezTo>
                  <a:cubicBezTo>
                    <a:pt x="20829" y="6444"/>
                    <a:pt x="20829" y="6444"/>
                    <a:pt x="20854" y="6517"/>
                  </a:cubicBezTo>
                  <a:cubicBezTo>
                    <a:pt x="20866" y="6493"/>
                    <a:pt x="20884" y="6484"/>
                    <a:pt x="20905" y="6484"/>
                  </a:cubicBezTo>
                  <a:cubicBezTo>
                    <a:pt x="20927" y="6484"/>
                    <a:pt x="20951" y="6493"/>
                    <a:pt x="20975" y="6501"/>
                  </a:cubicBezTo>
                  <a:cubicBezTo>
                    <a:pt x="21072" y="6541"/>
                    <a:pt x="21056" y="6590"/>
                    <a:pt x="20935" y="6606"/>
                  </a:cubicBezTo>
                  <a:cubicBezTo>
                    <a:pt x="20932" y="6605"/>
                    <a:pt x="20930" y="6605"/>
                    <a:pt x="20927" y="6605"/>
                  </a:cubicBezTo>
                  <a:cubicBezTo>
                    <a:pt x="20825" y="6605"/>
                    <a:pt x="20596" y="7338"/>
                    <a:pt x="20675" y="7425"/>
                  </a:cubicBezTo>
                  <a:lnTo>
                    <a:pt x="20627" y="7409"/>
                  </a:lnTo>
                  <a:cubicBezTo>
                    <a:pt x="20621" y="7407"/>
                    <a:pt x="20616" y="7406"/>
                    <a:pt x="20611" y="7406"/>
                  </a:cubicBezTo>
                  <a:cubicBezTo>
                    <a:pt x="20572" y="7406"/>
                    <a:pt x="20545" y="7465"/>
                    <a:pt x="20481" y="7644"/>
                  </a:cubicBezTo>
                  <a:lnTo>
                    <a:pt x="20424" y="7790"/>
                  </a:lnTo>
                  <a:cubicBezTo>
                    <a:pt x="20518" y="7829"/>
                    <a:pt x="20368" y="8099"/>
                    <a:pt x="20315" y="8099"/>
                  </a:cubicBezTo>
                  <a:cubicBezTo>
                    <a:pt x="20313" y="8099"/>
                    <a:pt x="20312" y="8098"/>
                    <a:pt x="20310" y="8098"/>
                  </a:cubicBezTo>
                  <a:cubicBezTo>
                    <a:pt x="20237" y="8130"/>
                    <a:pt x="20237" y="8130"/>
                    <a:pt x="20197" y="8228"/>
                  </a:cubicBezTo>
                  <a:cubicBezTo>
                    <a:pt x="20236" y="8408"/>
                    <a:pt x="20101" y="8634"/>
                    <a:pt x="20048" y="8634"/>
                  </a:cubicBezTo>
                  <a:cubicBezTo>
                    <a:pt x="20046" y="8634"/>
                    <a:pt x="20044" y="8634"/>
                    <a:pt x="20043" y="8633"/>
                  </a:cubicBezTo>
                  <a:lnTo>
                    <a:pt x="20010" y="8730"/>
                  </a:lnTo>
                  <a:cubicBezTo>
                    <a:pt x="20027" y="8803"/>
                    <a:pt x="20010" y="8884"/>
                    <a:pt x="19978" y="8949"/>
                  </a:cubicBezTo>
                  <a:cubicBezTo>
                    <a:pt x="19932" y="9073"/>
                    <a:pt x="19913" y="9129"/>
                    <a:pt x="19941" y="9129"/>
                  </a:cubicBezTo>
                  <a:cubicBezTo>
                    <a:pt x="19948" y="9129"/>
                    <a:pt x="19957" y="9126"/>
                    <a:pt x="19970" y="9119"/>
                  </a:cubicBezTo>
                  <a:cubicBezTo>
                    <a:pt x="20018" y="9144"/>
                    <a:pt x="20067" y="9160"/>
                    <a:pt x="20051" y="9209"/>
                  </a:cubicBezTo>
                  <a:lnTo>
                    <a:pt x="20002" y="9192"/>
                  </a:lnTo>
                  <a:cubicBezTo>
                    <a:pt x="19999" y="9191"/>
                    <a:pt x="19995" y="9190"/>
                    <a:pt x="19992" y="9190"/>
                  </a:cubicBezTo>
                  <a:cubicBezTo>
                    <a:pt x="19946" y="9190"/>
                    <a:pt x="19891" y="9336"/>
                    <a:pt x="19816" y="9525"/>
                  </a:cubicBezTo>
                  <a:cubicBezTo>
                    <a:pt x="19718" y="9776"/>
                    <a:pt x="19678" y="9873"/>
                    <a:pt x="19613" y="9906"/>
                  </a:cubicBezTo>
                  <a:lnTo>
                    <a:pt x="19645" y="9979"/>
                  </a:lnTo>
                  <a:cubicBezTo>
                    <a:pt x="19666" y="10033"/>
                    <a:pt x="19658" y="10082"/>
                    <a:pt x="19626" y="10082"/>
                  </a:cubicBezTo>
                  <a:cubicBezTo>
                    <a:pt x="19620" y="10082"/>
                    <a:pt x="19613" y="10080"/>
                    <a:pt x="19605" y="10076"/>
                  </a:cubicBezTo>
                  <a:cubicBezTo>
                    <a:pt x="19532" y="10109"/>
                    <a:pt x="19459" y="10311"/>
                    <a:pt x="19467" y="10433"/>
                  </a:cubicBezTo>
                  <a:cubicBezTo>
                    <a:pt x="19451" y="10482"/>
                    <a:pt x="19435" y="10530"/>
                    <a:pt x="19435" y="10530"/>
                  </a:cubicBezTo>
                  <a:cubicBezTo>
                    <a:pt x="19313" y="10546"/>
                    <a:pt x="19256" y="10692"/>
                    <a:pt x="19337" y="10782"/>
                  </a:cubicBezTo>
                  <a:cubicBezTo>
                    <a:pt x="19331" y="10779"/>
                    <a:pt x="19325" y="10778"/>
                    <a:pt x="19319" y="10778"/>
                  </a:cubicBezTo>
                  <a:cubicBezTo>
                    <a:pt x="19282" y="10778"/>
                    <a:pt x="19262" y="10820"/>
                    <a:pt x="19248" y="10863"/>
                  </a:cubicBezTo>
                  <a:cubicBezTo>
                    <a:pt x="19256" y="10980"/>
                    <a:pt x="19189" y="11172"/>
                    <a:pt x="19140" y="11172"/>
                  </a:cubicBezTo>
                  <a:cubicBezTo>
                    <a:pt x="19138" y="11172"/>
                    <a:pt x="19137" y="11171"/>
                    <a:pt x="19135" y="11171"/>
                  </a:cubicBezTo>
                  <a:lnTo>
                    <a:pt x="19110" y="11219"/>
                  </a:lnTo>
                  <a:cubicBezTo>
                    <a:pt x="19135" y="11276"/>
                    <a:pt x="19135" y="11333"/>
                    <a:pt x="19102" y="11390"/>
                  </a:cubicBezTo>
                  <a:cubicBezTo>
                    <a:pt x="19078" y="11438"/>
                    <a:pt x="19070" y="11503"/>
                    <a:pt x="19094" y="11560"/>
                  </a:cubicBezTo>
                  <a:cubicBezTo>
                    <a:pt x="19110" y="11592"/>
                    <a:pt x="19118" y="11641"/>
                    <a:pt x="19102" y="11673"/>
                  </a:cubicBezTo>
                  <a:cubicBezTo>
                    <a:pt x="19098" y="11688"/>
                    <a:pt x="19093" y="11694"/>
                    <a:pt x="19087" y="11694"/>
                  </a:cubicBezTo>
                  <a:cubicBezTo>
                    <a:pt x="19070" y="11694"/>
                    <a:pt x="19047" y="11641"/>
                    <a:pt x="19029" y="11592"/>
                  </a:cubicBezTo>
                  <a:cubicBezTo>
                    <a:pt x="19025" y="11561"/>
                    <a:pt x="19018" y="11548"/>
                    <a:pt x="19011" y="11548"/>
                  </a:cubicBezTo>
                  <a:cubicBezTo>
                    <a:pt x="18991" y="11548"/>
                    <a:pt x="18967" y="11666"/>
                    <a:pt x="18997" y="11811"/>
                  </a:cubicBezTo>
                  <a:cubicBezTo>
                    <a:pt x="19019" y="11911"/>
                    <a:pt x="19029" y="11958"/>
                    <a:pt x="19025" y="11958"/>
                  </a:cubicBezTo>
                  <a:cubicBezTo>
                    <a:pt x="19021" y="11958"/>
                    <a:pt x="19007" y="11924"/>
                    <a:pt x="18981" y="11860"/>
                  </a:cubicBezTo>
                  <a:cubicBezTo>
                    <a:pt x="18961" y="11816"/>
                    <a:pt x="18942" y="11776"/>
                    <a:pt x="18933" y="11776"/>
                  </a:cubicBezTo>
                  <a:cubicBezTo>
                    <a:pt x="18927" y="11776"/>
                    <a:pt x="18925" y="11794"/>
                    <a:pt x="18932" y="11844"/>
                  </a:cubicBezTo>
                  <a:cubicBezTo>
                    <a:pt x="18932" y="11844"/>
                    <a:pt x="18891" y="11941"/>
                    <a:pt x="18940" y="11957"/>
                  </a:cubicBezTo>
                  <a:lnTo>
                    <a:pt x="18883" y="12111"/>
                  </a:lnTo>
                  <a:cubicBezTo>
                    <a:pt x="18827" y="12160"/>
                    <a:pt x="18778" y="12225"/>
                    <a:pt x="18754" y="12298"/>
                  </a:cubicBezTo>
                  <a:cubicBezTo>
                    <a:pt x="18786" y="12363"/>
                    <a:pt x="18786" y="12363"/>
                    <a:pt x="18721" y="12395"/>
                  </a:cubicBezTo>
                  <a:cubicBezTo>
                    <a:pt x="18714" y="12393"/>
                    <a:pt x="18707" y="12392"/>
                    <a:pt x="18701" y="12392"/>
                  </a:cubicBezTo>
                  <a:cubicBezTo>
                    <a:pt x="18662" y="12392"/>
                    <a:pt x="18661" y="12433"/>
                    <a:pt x="18746" y="12468"/>
                  </a:cubicBezTo>
                  <a:cubicBezTo>
                    <a:pt x="18786" y="12525"/>
                    <a:pt x="18754" y="12598"/>
                    <a:pt x="18689" y="12614"/>
                  </a:cubicBezTo>
                  <a:cubicBezTo>
                    <a:pt x="18665" y="12606"/>
                    <a:pt x="18647" y="12603"/>
                    <a:pt x="18632" y="12603"/>
                  </a:cubicBezTo>
                  <a:cubicBezTo>
                    <a:pt x="18587" y="12603"/>
                    <a:pt x="18587" y="12634"/>
                    <a:pt x="18624" y="12646"/>
                  </a:cubicBezTo>
                  <a:cubicBezTo>
                    <a:pt x="18640" y="12687"/>
                    <a:pt x="18640" y="12727"/>
                    <a:pt x="18632" y="12768"/>
                  </a:cubicBezTo>
                  <a:cubicBezTo>
                    <a:pt x="18631" y="12767"/>
                    <a:pt x="18629" y="12767"/>
                    <a:pt x="18628" y="12767"/>
                  </a:cubicBezTo>
                  <a:cubicBezTo>
                    <a:pt x="18575" y="12767"/>
                    <a:pt x="18409" y="13209"/>
                    <a:pt x="18235" y="13652"/>
                  </a:cubicBezTo>
                  <a:cubicBezTo>
                    <a:pt x="18219" y="13708"/>
                    <a:pt x="18243" y="13765"/>
                    <a:pt x="18300" y="13789"/>
                  </a:cubicBezTo>
                  <a:cubicBezTo>
                    <a:pt x="18397" y="13830"/>
                    <a:pt x="18348" y="13814"/>
                    <a:pt x="18275" y="13846"/>
                  </a:cubicBezTo>
                  <a:cubicBezTo>
                    <a:pt x="18269" y="13846"/>
                    <a:pt x="18263" y="13846"/>
                    <a:pt x="18256" y="13846"/>
                  </a:cubicBezTo>
                  <a:cubicBezTo>
                    <a:pt x="18110" y="13846"/>
                    <a:pt x="18079" y="13936"/>
                    <a:pt x="18243" y="13944"/>
                  </a:cubicBezTo>
                  <a:cubicBezTo>
                    <a:pt x="18274" y="13941"/>
                    <a:pt x="18297" y="13940"/>
                    <a:pt x="18310" y="13940"/>
                  </a:cubicBezTo>
                  <a:cubicBezTo>
                    <a:pt x="18346" y="13940"/>
                    <a:pt x="18319" y="13951"/>
                    <a:pt x="18219" y="13992"/>
                  </a:cubicBezTo>
                  <a:cubicBezTo>
                    <a:pt x="18154" y="14025"/>
                    <a:pt x="18154" y="14025"/>
                    <a:pt x="18178" y="14098"/>
                  </a:cubicBezTo>
                  <a:cubicBezTo>
                    <a:pt x="18220" y="14112"/>
                    <a:pt x="18214" y="14150"/>
                    <a:pt x="18180" y="14150"/>
                  </a:cubicBezTo>
                  <a:cubicBezTo>
                    <a:pt x="18175" y="14150"/>
                    <a:pt x="18169" y="14149"/>
                    <a:pt x="18162" y="14146"/>
                  </a:cubicBezTo>
                  <a:cubicBezTo>
                    <a:pt x="18097" y="14179"/>
                    <a:pt x="18024" y="14211"/>
                    <a:pt x="18073" y="14227"/>
                  </a:cubicBezTo>
                  <a:cubicBezTo>
                    <a:pt x="18056" y="14268"/>
                    <a:pt x="18024" y="14292"/>
                    <a:pt x="17983" y="14308"/>
                  </a:cubicBezTo>
                  <a:cubicBezTo>
                    <a:pt x="17919" y="14341"/>
                    <a:pt x="17951" y="14414"/>
                    <a:pt x="17975" y="14479"/>
                  </a:cubicBezTo>
                  <a:cubicBezTo>
                    <a:pt x="18003" y="14607"/>
                    <a:pt x="18004" y="14674"/>
                    <a:pt x="17976" y="14674"/>
                  </a:cubicBezTo>
                  <a:cubicBezTo>
                    <a:pt x="17963" y="14674"/>
                    <a:pt x="17944" y="14660"/>
                    <a:pt x="17919" y="14633"/>
                  </a:cubicBezTo>
                  <a:cubicBezTo>
                    <a:pt x="17907" y="14620"/>
                    <a:pt x="17897" y="14615"/>
                    <a:pt x="17887" y="14615"/>
                  </a:cubicBezTo>
                  <a:cubicBezTo>
                    <a:pt x="17828" y="14615"/>
                    <a:pt x="17807" y="14824"/>
                    <a:pt x="17870" y="14900"/>
                  </a:cubicBezTo>
                  <a:cubicBezTo>
                    <a:pt x="17927" y="14963"/>
                    <a:pt x="17944" y="14981"/>
                    <a:pt x="17932" y="14981"/>
                  </a:cubicBezTo>
                  <a:cubicBezTo>
                    <a:pt x="17927" y="14981"/>
                    <a:pt x="17917" y="14978"/>
                    <a:pt x="17902" y="14973"/>
                  </a:cubicBezTo>
                  <a:cubicBezTo>
                    <a:pt x="17896" y="14969"/>
                    <a:pt x="17889" y="14967"/>
                    <a:pt x="17882" y="14967"/>
                  </a:cubicBezTo>
                  <a:cubicBezTo>
                    <a:pt x="17862" y="14967"/>
                    <a:pt x="17843" y="14982"/>
                    <a:pt x="17837" y="15006"/>
                  </a:cubicBezTo>
                  <a:cubicBezTo>
                    <a:pt x="17816" y="15048"/>
                    <a:pt x="17801" y="15090"/>
                    <a:pt x="17766" y="15090"/>
                  </a:cubicBezTo>
                  <a:cubicBezTo>
                    <a:pt x="17761" y="15090"/>
                    <a:pt x="17755" y="15089"/>
                    <a:pt x="17748" y="15087"/>
                  </a:cubicBezTo>
                  <a:cubicBezTo>
                    <a:pt x="17732" y="15135"/>
                    <a:pt x="17732" y="15200"/>
                    <a:pt x="17740" y="15257"/>
                  </a:cubicBezTo>
                  <a:cubicBezTo>
                    <a:pt x="17789" y="15379"/>
                    <a:pt x="17708" y="15525"/>
                    <a:pt x="17570" y="15541"/>
                  </a:cubicBezTo>
                  <a:lnTo>
                    <a:pt x="17586" y="15654"/>
                  </a:lnTo>
                  <a:cubicBezTo>
                    <a:pt x="17651" y="15726"/>
                    <a:pt x="17680" y="15787"/>
                    <a:pt x="17638" y="15787"/>
                  </a:cubicBezTo>
                  <a:cubicBezTo>
                    <a:pt x="17628" y="15787"/>
                    <a:pt x="17613" y="15784"/>
                    <a:pt x="17594" y="15776"/>
                  </a:cubicBezTo>
                  <a:lnTo>
                    <a:pt x="17546" y="15760"/>
                  </a:lnTo>
                  <a:lnTo>
                    <a:pt x="17546" y="15760"/>
                  </a:lnTo>
                  <a:cubicBezTo>
                    <a:pt x="17620" y="15842"/>
                    <a:pt x="17517" y="15999"/>
                    <a:pt x="17424" y="15999"/>
                  </a:cubicBezTo>
                  <a:cubicBezTo>
                    <a:pt x="17416" y="15999"/>
                    <a:pt x="17408" y="15997"/>
                    <a:pt x="17400" y="15995"/>
                  </a:cubicBezTo>
                  <a:cubicBezTo>
                    <a:pt x="17379" y="15985"/>
                    <a:pt x="17368" y="15979"/>
                    <a:pt x="17360" y="15979"/>
                  </a:cubicBezTo>
                  <a:cubicBezTo>
                    <a:pt x="17348" y="15979"/>
                    <a:pt x="17344" y="15991"/>
                    <a:pt x="17335" y="16019"/>
                  </a:cubicBezTo>
                  <a:lnTo>
                    <a:pt x="17383" y="16043"/>
                  </a:lnTo>
                  <a:cubicBezTo>
                    <a:pt x="17432" y="16060"/>
                    <a:pt x="17481" y="16076"/>
                    <a:pt x="17456" y="16133"/>
                  </a:cubicBezTo>
                  <a:cubicBezTo>
                    <a:pt x="17442" y="16175"/>
                    <a:pt x="17428" y="16217"/>
                    <a:pt x="17393" y="16217"/>
                  </a:cubicBezTo>
                  <a:cubicBezTo>
                    <a:pt x="17388" y="16217"/>
                    <a:pt x="17382" y="16216"/>
                    <a:pt x="17375" y="16214"/>
                  </a:cubicBezTo>
                  <a:cubicBezTo>
                    <a:pt x="17302" y="16246"/>
                    <a:pt x="17237" y="16270"/>
                    <a:pt x="17286" y="16295"/>
                  </a:cubicBezTo>
                  <a:cubicBezTo>
                    <a:pt x="17262" y="16327"/>
                    <a:pt x="17237" y="16360"/>
                    <a:pt x="17197" y="16376"/>
                  </a:cubicBezTo>
                  <a:lnTo>
                    <a:pt x="17116" y="16579"/>
                  </a:lnTo>
                  <a:cubicBezTo>
                    <a:pt x="17145" y="16637"/>
                    <a:pt x="17115" y="16728"/>
                    <a:pt x="17073" y="16728"/>
                  </a:cubicBezTo>
                  <a:cubicBezTo>
                    <a:pt x="17069" y="16728"/>
                    <a:pt x="17064" y="16727"/>
                    <a:pt x="17059" y="16724"/>
                  </a:cubicBezTo>
                  <a:cubicBezTo>
                    <a:pt x="17043" y="16781"/>
                    <a:pt x="17035" y="16838"/>
                    <a:pt x="17051" y="16895"/>
                  </a:cubicBezTo>
                  <a:cubicBezTo>
                    <a:pt x="17016" y="16987"/>
                    <a:pt x="16999" y="17036"/>
                    <a:pt x="16963" y="17036"/>
                  </a:cubicBezTo>
                  <a:cubicBezTo>
                    <a:pt x="16957" y="17036"/>
                    <a:pt x="16952" y="17035"/>
                    <a:pt x="16946" y="17033"/>
                  </a:cubicBezTo>
                  <a:cubicBezTo>
                    <a:pt x="16928" y="17024"/>
                    <a:pt x="16917" y="17018"/>
                    <a:pt x="16911" y="17018"/>
                  </a:cubicBezTo>
                  <a:cubicBezTo>
                    <a:pt x="16901" y="17018"/>
                    <a:pt x="16909" y="17035"/>
                    <a:pt x="16929" y="17081"/>
                  </a:cubicBezTo>
                  <a:cubicBezTo>
                    <a:pt x="16978" y="17097"/>
                    <a:pt x="16954" y="17146"/>
                    <a:pt x="16938" y="17203"/>
                  </a:cubicBezTo>
                  <a:lnTo>
                    <a:pt x="16897" y="17300"/>
                  </a:lnTo>
                  <a:cubicBezTo>
                    <a:pt x="16946" y="17316"/>
                    <a:pt x="16946" y="17316"/>
                    <a:pt x="16929" y="17373"/>
                  </a:cubicBezTo>
                  <a:cubicBezTo>
                    <a:pt x="16913" y="17422"/>
                    <a:pt x="16800" y="17551"/>
                    <a:pt x="16783" y="17600"/>
                  </a:cubicBezTo>
                  <a:cubicBezTo>
                    <a:pt x="16745" y="17706"/>
                    <a:pt x="16732" y="17739"/>
                    <a:pt x="16749" y="17739"/>
                  </a:cubicBezTo>
                  <a:cubicBezTo>
                    <a:pt x="16757" y="17739"/>
                    <a:pt x="16771" y="17732"/>
                    <a:pt x="16792" y="17722"/>
                  </a:cubicBezTo>
                  <a:cubicBezTo>
                    <a:pt x="16801" y="17704"/>
                    <a:pt x="16813" y="17694"/>
                    <a:pt x="16821" y="17694"/>
                  </a:cubicBezTo>
                  <a:cubicBezTo>
                    <a:pt x="16833" y="17694"/>
                    <a:pt x="16831" y="17720"/>
                    <a:pt x="16775" y="17770"/>
                  </a:cubicBezTo>
                  <a:cubicBezTo>
                    <a:pt x="16702" y="17884"/>
                    <a:pt x="16646" y="17989"/>
                    <a:pt x="16589" y="18103"/>
                  </a:cubicBezTo>
                  <a:cubicBezTo>
                    <a:pt x="16516" y="18306"/>
                    <a:pt x="16516" y="18306"/>
                    <a:pt x="16565" y="18330"/>
                  </a:cubicBezTo>
                  <a:cubicBezTo>
                    <a:pt x="16580" y="18328"/>
                    <a:pt x="16594" y="18327"/>
                    <a:pt x="16605" y="18327"/>
                  </a:cubicBezTo>
                  <a:cubicBezTo>
                    <a:pt x="16671" y="18327"/>
                    <a:pt x="16645" y="18365"/>
                    <a:pt x="16540" y="18378"/>
                  </a:cubicBezTo>
                  <a:cubicBezTo>
                    <a:pt x="16402" y="18443"/>
                    <a:pt x="16386" y="18492"/>
                    <a:pt x="16435" y="18508"/>
                  </a:cubicBezTo>
                  <a:cubicBezTo>
                    <a:pt x="16467" y="18581"/>
                    <a:pt x="16467" y="18581"/>
                    <a:pt x="16443" y="18630"/>
                  </a:cubicBezTo>
                  <a:cubicBezTo>
                    <a:pt x="16437" y="18628"/>
                    <a:pt x="16431" y="18627"/>
                    <a:pt x="16426" y="18627"/>
                  </a:cubicBezTo>
                  <a:cubicBezTo>
                    <a:pt x="16391" y="18627"/>
                    <a:pt x="16379" y="18677"/>
                    <a:pt x="16386" y="18784"/>
                  </a:cubicBezTo>
                  <a:cubicBezTo>
                    <a:pt x="16377" y="18812"/>
                    <a:pt x="16373" y="18824"/>
                    <a:pt x="16361" y="18824"/>
                  </a:cubicBezTo>
                  <a:cubicBezTo>
                    <a:pt x="16353" y="18824"/>
                    <a:pt x="16341" y="18818"/>
                    <a:pt x="16321" y="18808"/>
                  </a:cubicBezTo>
                  <a:lnTo>
                    <a:pt x="16281" y="18914"/>
                  </a:lnTo>
                  <a:cubicBezTo>
                    <a:pt x="16305" y="19003"/>
                    <a:pt x="16289" y="19100"/>
                    <a:pt x="16240" y="19181"/>
                  </a:cubicBezTo>
                  <a:cubicBezTo>
                    <a:pt x="16224" y="19222"/>
                    <a:pt x="16200" y="19262"/>
                    <a:pt x="16175" y="19303"/>
                  </a:cubicBezTo>
                  <a:cubicBezTo>
                    <a:pt x="16164" y="19308"/>
                    <a:pt x="16152" y="19314"/>
                    <a:pt x="16141" y="19314"/>
                  </a:cubicBezTo>
                  <a:cubicBezTo>
                    <a:pt x="16136" y="19314"/>
                    <a:pt x="16131" y="19313"/>
                    <a:pt x="16127" y="19311"/>
                  </a:cubicBezTo>
                  <a:lnTo>
                    <a:pt x="16127" y="19311"/>
                  </a:lnTo>
                  <a:cubicBezTo>
                    <a:pt x="16127" y="19311"/>
                    <a:pt x="16127" y="19327"/>
                    <a:pt x="16159" y="19368"/>
                  </a:cubicBezTo>
                  <a:cubicBezTo>
                    <a:pt x="16213" y="19412"/>
                    <a:pt x="16232" y="19441"/>
                    <a:pt x="16218" y="19441"/>
                  </a:cubicBezTo>
                  <a:cubicBezTo>
                    <a:pt x="16209" y="19441"/>
                    <a:pt x="16186" y="19429"/>
                    <a:pt x="16151" y="19400"/>
                  </a:cubicBezTo>
                  <a:cubicBezTo>
                    <a:pt x="16108" y="19368"/>
                    <a:pt x="16085" y="19350"/>
                    <a:pt x="16083" y="19350"/>
                  </a:cubicBezTo>
                  <a:lnTo>
                    <a:pt x="16083" y="19350"/>
                  </a:lnTo>
                  <a:cubicBezTo>
                    <a:pt x="16081" y="19350"/>
                    <a:pt x="16101" y="19370"/>
                    <a:pt x="16143" y="19416"/>
                  </a:cubicBezTo>
                  <a:cubicBezTo>
                    <a:pt x="16169" y="19448"/>
                    <a:pt x="16161" y="19499"/>
                    <a:pt x="16135" y="19499"/>
                  </a:cubicBezTo>
                  <a:cubicBezTo>
                    <a:pt x="16121" y="19499"/>
                    <a:pt x="16101" y="19484"/>
                    <a:pt x="16078" y="19441"/>
                  </a:cubicBezTo>
                  <a:lnTo>
                    <a:pt x="15997" y="19343"/>
                  </a:lnTo>
                  <a:lnTo>
                    <a:pt x="15997" y="19343"/>
                  </a:lnTo>
                  <a:cubicBezTo>
                    <a:pt x="16038" y="19400"/>
                    <a:pt x="16029" y="19408"/>
                    <a:pt x="16029" y="19408"/>
                  </a:cubicBezTo>
                  <a:cubicBezTo>
                    <a:pt x="16062" y="19465"/>
                    <a:pt x="16062" y="19481"/>
                    <a:pt x="16046" y="19522"/>
                  </a:cubicBezTo>
                  <a:cubicBezTo>
                    <a:pt x="16038" y="19562"/>
                    <a:pt x="16038" y="19611"/>
                    <a:pt x="16038" y="19651"/>
                  </a:cubicBezTo>
                  <a:cubicBezTo>
                    <a:pt x="16029" y="19651"/>
                    <a:pt x="16013" y="19651"/>
                    <a:pt x="16005" y="19643"/>
                  </a:cubicBezTo>
                  <a:cubicBezTo>
                    <a:pt x="15965" y="19619"/>
                    <a:pt x="15932" y="19570"/>
                    <a:pt x="15924" y="19514"/>
                  </a:cubicBezTo>
                  <a:cubicBezTo>
                    <a:pt x="15918" y="19510"/>
                    <a:pt x="15913" y="19507"/>
                    <a:pt x="15908" y="19507"/>
                  </a:cubicBezTo>
                  <a:cubicBezTo>
                    <a:pt x="15899" y="19507"/>
                    <a:pt x="15891" y="19516"/>
                    <a:pt x="15875" y="19546"/>
                  </a:cubicBezTo>
                  <a:cubicBezTo>
                    <a:pt x="15866" y="19564"/>
                    <a:pt x="15856" y="19572"/>
                    <a:pt x="15848" y="19572"/>
                  </a:cubicBezTo>
                  <a:cubicBezTo>
                    <a:pt x="15834" y="19572"/>
                    <a:pt x="15825" y="19549"/>
                    <a:pt x="15835" y="19514"/>
                  </a:cubicBezTo>
                  <a:lnTo>
                    <a:pt x="15819" y="19505"/>
                  </a:lnTo>
                  <a:cubicBezTo>
                    <a:pt x="15798" y="19522"/>
                    <a:pt x="15784" y="19526"/>
                    <a:pt x="15775" y="19526"/>
                  </a:cubicBezTo>
                  <a:cubicBezTo>
                    <a:pt x="15766" y="19526"/>
                    <a:pt x="15762" y="19522"/>
                    <a:pt x="15762" y="19522"/>
                  </a:cubicBezTo>
                  <a:cubicBezTo>
                    <a:pt x="15774" y="19485"/>
                    <a:pt x="15787" y="19443"/>
                    <a:pt x="15774" y="19443"/>
                  </a:cubicBezTo>
                  <a:cubicBezTo>
                    <a:pt x="15770" y="19443"/>
                    <a:pt x="15763" y="19447"/>
                    <a:pt x="15754" y="19457"/>
                  </a:cubicBezTo>
                  <a:cubicBezTo>
                    <a:pt x="15738" y="19473"/>
                    <a:pt x="15729" y="19481"/>
                    <a:pt x="15721" y="19481"/>
                  </a:cubicBezTo>
                  <a:cubicBezTo>
                    <a:pt x="15713" y="19481"/>
                    <a:pt x="15705" y="19481"/>
                    <a:pt x="15697" y="19473"/>
                  </a:cubicBezTo>
                  <a:lnTo>
                    <a:pt x="15640" y="19432"/>
                  </a:lnTo>
                  <a:cubicBezTo>
                    <a:pt x="15585" y="19329"/>
                    <a:pt x="14210" y="18312"/>
                    <a:pt x="14127" y="18312"/>
                  </a:cubicBezTo>
                  <a:cubicBezTo>
                    <a:pt x="14126" y="18312"/>
                    <a:pt x="14125" y="18313"/>
                    <a:pt x="14124" y="18314"/>
                  </a:cubicBezTo>
                  <a:lnTo>
                    <a:pt x="13994" y="18216"/>
                  </a:lnTo>
                  <a:lnTo>
                    <a:pt x="13865" y="18119"/>
                  </a:lnTo>
                  <a:cubicBezTo>
                    <a:pt x="13930" y="18038"/>
                    <a:pt x="13678" y="17916"/>
                    <a:pt x="13516" y="17868"/>
                  </a:cubicBezTo>
                  <a:cubicBezTo>
                    <a:pt x="13509" y="17869"/>
                    <a:pt x="13501" y="17869"/>
                    <a:pt x="13494" y="17869"/>
                  </a:cubicBezTo>
                  <a:cubicBezTo>
                    <a:pt x="13443" y="17869"/>
                    <a:pt x="13389" y="17846"/>
                    <a:pt x="13354" y="17811"/>
                  </a:cubicBezTo>
                  <a:cubicBezTo>
                    <a:pt x="13419" y="17730"/>
                    <a:pt x="13289" y="17633"/>
                    <a:pt x="13167" y="17608"/>
                  </a:cubicBezTo>
                  <a:cubicBezTo>
                    <a:pt x="13132" y="17627"/>
                    <a:pt x="13103" y="17636"/>
                    <a:pt x="13084" y="17636"/>
                  </a:cubicBezTo>
                  <a:cubicBezTo>
                    <a:pt x="13047" y="17636"/>
                    <a:pt x="13043" y="17602"/>
                    <a:pt x="13086" y="17543"/>
                  </a:cubicBezTo>
                  <a:cubicBezTo>
                    <a:pt x="13127" y="17485"/>
                    <a:pt x="13097" y="17436"/>
                    <a:pt x="13009" y="17436"/>
                  </a:cubicBezTo>
                  <a:cubicBezTo>
                    <a:pt x="12973" y="17436"/>
                    <a:pt x="12929" y="17444"/>
                    <a:pt x="12876" y="17462"/>
                  </a:cubicBezTo>
                  <a:cubicBezTo>
                    <a:pt x="12857" y="17464"/>
                    <a:pt x="12844" y="17466"/>
                    <a:pt x="12833" y="17466"/>
                  </a:cubicBezTo>
                  <a:cubicBezTo>
                    <a:pt x="12802" y="17466"/>
                    <a:pt x="12801" y="17452"/>
                    <a:pt x="12794" y="17397"/>
                  </a:cubicBezTo>
                  <a:cubicBezTo>
                    <a:pt x="12806" y="17312"/>
                    <a:pt x="12789" y="17270"/>
                    <a:pt x="12767" y="17270"/>
                  </a:cubicBezTo>
                  <a:cubicBezTo>
                    <a:pt x="12758" y="17270"/>
                    <a:pt x="12747" y="17278"/>
                    <a:pt x="12738" y="17292"/>
                  </a:cubicBezTo>
                  <a:cubicBezTo>
                    <a:pt x="12706" y="17307"/>
                    <a:pt x="12680" y="17314"/>
                    <a:pt x="12659" y="17314"/>
                  </a:cubicBezTo>
                  <a:cubicBezTo>
                    <a:pt x="12610" y="17314"/>
                    <a:pt x="12591" y="17274"/>
                    <a:pt x="12608" y="17195"/>
                  </a:cubicBezTo>
                  <a:cubicBezTo>
                    <a:pt x="12593" y="17099"/>
                    <a:pt x="12587" y="17063"/>
                    <a:pt x="12560" y="17063"/>
                  </a:cubicBezTo>
                  <a:cubicBezTo>
                    <a:pt x="12543" y="17063"/>
                    <a:pt x="12518" y="17076"/>
                    <a:pt x="12478" y="17097"/>
                  </a:cubicBezTo>
                  <a:cubicBezTo>
                    <a:pt x="12460" y="17102"/>
                    <a:pt x="12442" y="17104"/>
                    <a:pt x="12424" y="17104"/>
                  </a:cubicBezTo>
                  <a:cubicBezTo>
                    <a:pt x="12315" y="17104"/>
                    <a:pt x="12219" y="17022"/>
                    <a:pt x="12219" y="16903"/>
                  </a:cubicBezTo>
                  <a:cubicBezTo>
                    <a:pt x="12180" y="16877"/>
                    <a:pt x="12167" y="16826"/>
                    <a:pt x="12147" y="16826"/>
                  </a:cubicBezTo>
                  <a:cubicBezTo>
                    <a:pt x="12142" y="16826"/>
                    <a:pt x="12136" y="16830"/>
                    <a:pt x="12130" y="16838"/>
                  </a:cubicBezTo>
                  <a:lnTo>
                    <a:pt x="12113" y="16765"/>
                  </a:lnTo>
                  <a:lnTo>
                    <a:pt x="12032" y="16700"/>
                  </a:lnTo>
                  <a:lnTo>
                    <a:pt x="12000" y="16741"/>
                  </a:lnTo>
                  <a:cubicBezTo>
                    <a:pt x="11951" y="16716"/>
                    <a:pt x="11724" y="16481"/>
                    <a:pt x="11424" y="16254"/>
                  </a:cubicBezTo>
                  <a:cubicBezTo>
                    <a:pt x="11062" y="15984"/>
                    <a:pt x="10923" y="15886"/>
                    <a:pt x="10884" y="15886"/>
                  </a:cubicBezTo>
                  <a:cubicBezTo>
                    <a:pt x="10871" y="15886"/>
                    <a:pt x="10869" y="15896"/>
                    <a:pt x="10873" y="15914"/>
                  </a:cubicBezTo>
                  <a:cubicBezTo>
                    <a:pt x="10864" y="15955"/>
                    <a:pt x="10847" y="15973"/>
                    <a:pt x="10831" y="15973"/>
                  </a:cubicBezTo>
                  <a:cubicBezTo>
                    <a:pt x="10802" y="15973"/>
                    <a:pt x="10773" y="15921"/>
                    <a:pt x="10784" y="15849"/>
                  </a:cubicBezTo>
                  <a:cubicBezTo>
                    <a:pt x="10743" y="15816"/>
                    <a:pt x="10686" y="15711"/>
                    <a:pt x="10597" y="15646"/>
                  </a:cubicBezTo>
                  <a:cubicBezTo>
                    <a:pt x="10508" y="15581"/>
                    <a:pt x="10427" y="15516"/>
                    <a:pt x="10459" y="15476"/>
                  </a:cubicBezTo>
                  <a:lnTo>
                    <a:pt x="10411" y="15443"/>
                  </a:lnTo>
                  <a:cubicBezTo>
                    <a:pt x="10405" y="15444"/>
                    <a:pt x="10399" y="15444"/>
                    <a:pt x="10392" y="15444"/>
                  </a:cubicBezTo>
                  <a:cubicBezTo>
                    <a:pt x="10244" y="15444"/>
                    <a:pt x="10001" y="15268"/>
                    <a:pt x="9908" y="15135"/>
                  </a:cubicBezTo>
                  <a:cubicBezTo>
                    <a:pt x="9835" y="15071"/>
                    <a:pt x="9746" y="15030"/>
                    <a:pt x="9657" y="15014"/>
                  </a:cubicBezTo>
                  <a:cubicBezTo>
                    <a:pt x="9535" y="14989"/>
                    <a:pt x="9535" y="14989"/>
                    <a:pt x="9527" y="14916"/>
                  </a:cubicBezTo>
                  <a:cubicBezTo>
                    <a:pt x="9554" y="14882"/>
                    <a:pt x="9397" y="14710"/>
                    <a:pt x="9309" y="14710"/>
                  </a:cubicBezTo>
                  <a:cubicBezTo>
                    <a:pt x="9292" y="14710"/>
                    <a:pt x="9278" y="14716"/>
                    <a:pt x="9268" y="14730"/>
                  </a:cubicBezTo>
                  <a:lnTo>
                    <a:pt x="9251" y="14649"/>
                  </a:lnTo>
                  <a:cubicBezTo>
                    <a:pt x="9247" y="14611"/>
                    <a:pt x="9226" y="14595"/>
                    <a:pt x="9201" y="14595"/>
                  </a:cubicBezTo>
                  <a:cubicBezTo>
                    <a:pt x="9179" y="14595"/>
                    <a:pt x="9154" y="14609"/>
                    <a:pt x="9138" y="14633"/>
                  </a:cubicBezTo>
                  <a:cubicBezTo>
                    <a:pt x="9115" y="14661"/>
                    <a:pt x="9095" y="14676"/>
                    <a:pt x="9081" y="14676"/>
                  </a:cubicBezTo>
                  <a:cubicBezTo>
                    <a:pt x="9055" y="14676"/>
                    <a:pt x="9050" y="14627"/>
                    <a:pt x="9081" y="14527"/>
                  </a:cubicBezTo>
                  <a:cubicBezTo>
                    <a:pt x="9127" y="14464"/>
                    <a:pt x="9116" y="14429"/>
                    <a:pt x="9094" y="14429"/>
                  </a:cubicBezTo>
                  <a:cubicBezTo>
                    <a:pt x="9085" y="14429"/>
                    <a:pt x="9074" y="14435"/>
                    <a:pt x="9065" y="14446"/>
                  </a:cubicBezTo>
                  <a:cubicBezTo>
                    <a:pt x="9038" y="14452"/>
                    <a:pt x="9010" y="14457"/>
                    <a:pt x="8987" y="14457"/>
                  </a:cubicBezTo>
                  <a:cubicBezTo>
                    <a:pt x="8946" y="14457"/>
                    <a:pt x="8916" y="14443"/>
                    <a:pt x="8911" y="14398"/>
                  </a:cubicBezTo>
                  <a:cubicBezTo>
                    <a:pt x="8885" y="14380"/>
                    <a:pt x="8861" y="14363"/>
                    <a:pt x="8835" y="14363"/>
                  </a:cubicBezTo>
                  <a:cubicBezTo>
                    <a:pt x="8812" y="14363"/>
                    <a:pt x="8787" y="14376"/>
                    <a:pt x="8757" y="14414"/>
                  </a:cubicBezTo>
                  <a:cubicBezTo>
                    <a:pt x="8745" y="14432"/>
                    <a:pt x="8732" y="14439"/>
                    <a:pt x="8718" y="14439"/>
                  </a:cubicBezTo>
                  <a:cubicBezTo>
                    <a:pt x="8693" y="14439"/>
                    <a:pt x="8666" y="14418"/>
                    <a:pt x="8635" y="14398"/>
                  </a:cubicBezTo>
                  <a:cubicBezTo>
                    <a:pt x="8668" y="14349"/>
                    <a:pt x="8668" y="14349"/>
                    <a:pt x="8749" y="14341"/>
                  </a:cubicBezTo>
                  <a:lnTo>
                    <a:pt x="8659" y="14276"/>
                  </a:lnTo>
                  <a:cubicBezTo>
                    <a:pt x="8619" y="14244"/>
                    <a:pt x="8562" y="14138"/>
                    <a:pt x="8595" y="14098"/>
                  </a:cubicBezTo>
                  <a:cubicBezTo>
                    <a:pt x="8586" y="14059"/>
                    <a:pt x="8570" y="14031"/>
                    <a:pt x="8554" y="14031"/>
                  </a:cubicBezTo>
                  <a:cubicBezTo>
                    <a:pt x="8540" y="14031"/>
                    <a:pt x="8525" y="14053"/>
                    <a:pt x="8514" y="14106"/>
                  </a:cubicBezTo>
                  <a:cubicBezTo>
                    <a:pt x="8483" y="14154"/>
                    <a:pt x="8469" y="14176"/>
                    <a:pt x="8448" y="14176"/>
                  </a:cubicBezTo>
                  <a:cubicBezTo>
                    <a:pt x="8431" y="14176"/>
                    <a:pt x="8409" y="14160"/>
                    <a:pt x="8368" y="14130"/>
                  </a:cubicBezTo>
                  <a:cubicBezTo>
                    <a:pt x="8327" y="14098"/>
                    <a:pt x="8278" y="14065"/>
                    <a:pt x="8311" y="14025"/>
                  </a:cubicBezTo>
                  <a:cubicBezTo>
                    <a:pt x="8343" y="13976"/>
                    <a:pt x="8343" y="13976"/>
                    <a:pt x="8254" y="13911"/>
                  </a:cubicBezTo>
                  <a:cubicBezTo>
                    <a:pt x="8195" y="13870"/>
                    <a:pt x="8117" y="13855"/>
                    <a:pt x="8039" y="13855"/>
                  </a:cubicBezTo>
                  <a:cubicBezTo>
                    <a:pt x="7946" y="13855"/>
                    <a:pt x="7854" y="13877"/>
                    <a:pt x="7792" y="13903"/>
                  </a:cubicBezTo>
                  <a:cubicBezTo>
                    <a:pt x="7766" y="13944"/>
                    <a:pt x="7752" y="13966"/>
                    <a:pt x="7746" y="13966"/>
                  </a:cubicBezTo>
                  <a:cubicBezTo>
                    <a:pt x="7739" y="13966"/>
                    <a:pt x="7743" y="13936"/>
                    <a:pt x="7751" y="13871"/>
                  </a:cubicBezTo>
                  <a:cubicBezTo>
                    <a:pt x="7784" y="13830"/>
                    <a:pt x="7743" y="13798"/>
                    <a:pt x="7695" y="13765"/>
                  </a:cubicBezTo>
                  <a:cubicBezTo>
                    <a:pt x="7687" y="13774"/>
                    <a:pt x="7681" y="13778"/>
                    <a:pt x="7676" y="13778"/>
                  </a:cubicBezTo>
                  <a:cubicBezTo>
                    <a:pt x="7665" y="13778"/>
                    <a:pt x="7663" y="13757"/>
                    <a:pt x="7676" y="13757"/>
                  </a:cubicBezTo>
                  <a:cubicBezTo>
                    <a:pt x="7681" y="13757"/>
                    <a:pt x="7687" y="13759"/>
                    <a:pt x="7695" y="13765"/>
                  </a:cubicBezTo>
                  <a:cubicBezTo>
                    <a:pt x="7705" y="13752"/>
                    <a:pt x="7717" y="13746"/>
                    <a:pt x="7730" y="13746"/>
                  </a:cubicBezTo>
                  <a:cubicBezTo>
                    <a:pt x="7755" y="13746"/>
                    <a:pt x="7784" y="13768"/>
                    <a:pt x="7816" y="13789"/>
                  </a:cubicBezTo>
                  <a:lnTo>
                    <a:pt x="7849" y="13741"/>
                  </a:lnTo>
                  <a:cubicBezTo>
                    <a:pt x="7860" y="13661"/>
                    <a:pt x="7844" y="13622"/>
                    <a:pt x="7797" y="13622"/>
                  </a:cubicBezTo>
                  <a:cubicBezTo>
                    <a:pt x="7776" y="13622"/>
                    <a:pt x="7751" y="13629"/>
                    <a:pt x="7719" y="13644"/>
                  </a:cubicBezTo>
                  <a:cubicBezTo>
                    <a:pt x="7693" y="13649"/>
                    <a:pt x="7675" y="13652"/>
                    <a:pt x="7663" y="13652"/>
                  </a:cubicBezTo>
                  <a:cubicBezTo>
                    <a:pt x="7637" y="13652"/>
                    <a:pt x="7635" y="13636"/>
                    <a:pt x="7630" y="13587"/>
                  </a:cubicBezTo>
                  <a:cubicBezTo>
                    <a:pt x="7617" y="13522"/>
                    <a:pt x="7609" y="13462"/>
                    <a:pt x="7590" y="13462"/>
                  </a:cubicBezTo>
                  <a:cubicBezTo>
                    <a:pt x="7585" y="13462"/>
                    <a:pt x="7579" y="13465"/>
                    <a:pt x="7573" y="13473"/>
                  </a:cubicBezTo>
                  <a:cubicBezTo>
                    <a:pt x="7524" y="13441"/>
                    <a:pt x="7492" y="13392"/>
                    <a:pt x="7476" y="13335"/>
                  </a:cubicBezTo>
                  <a:cubicBezTo>
                    <a:pt x="7418" y="13295"/>
                    <a:pt x="7376" y="13262"/>
                    <a:pt x="7342" y="13262"/>
                  </a:cubicBezTo>
                  <a:cubicBezTo>
                    <a:pt x="7329" y="13262"/>
                    <a:pt x="7317" y="13267"/>
                    <a:pt x="7305" y="13279"/>
                  </a:cubicBezTo>
                  <a:cubicBezTo>
                    <a:pt x="7298" y="13288"/>
                    <a:pt x="7288" y="13293"/>
                    <a:pt x="7276" y="13293"/>
                  </a:cubicBezTo>
                  <a:cubicBezTo>
                    <a:pt x="7238" y="13293"/>
                    <a:pt x="7183" y="13251"/>
                    <a:pt x="7127" y="13214"/>
                  </a:cubicBezTo>
                  <a:cubicBezTo>
                    <a:pt x="7075" y="13173"/>
                    <a:pt x="7023" y="13137"/>
                    <a:pt x="6989" y="13137"/>
                  </a:cubicBezTo>
                  <a:cubicBezTo>
                    <a:pt x="6975" y="13137"/>
                    <a:pt x="6964" y="13143"/>
                    <a:pt x="6957" y="13157"/>
                  </a:cubicBezTo>
                  <a:cubicBezTo>
                    <a:pt x="6950" y="13178"/>
                    <a:pt x="6930" y="13190"/>
                    <a:pt x="6899" y="13190"/>
                  </a:cubicBezTo>
                  <a:cubicBezTo>
                    <a:pt x="6858" y="13190"/>
                    <a:pt x="6796" y="13168"/>
                    <a:pt x="6722" y="13117"/>
                  </a:cubicBezTo>
                  <a:cubicBezTo>
                    <a:pt x="6576" y="13076"/>
                    <a:pt x="6584" y="13076"/>
                    <a:pt x="6535" y="12906"/>
                  </a:cubicBezTo>
                  <a:cubicBezTo>
                    <a:pt x="6535" y="12849"/>
                    <a:pt x="6470" y="12792"/>
                    <a:pt x="6397" y="12744"/>
                  </a:cubicBezTo>
                  <a:cubicBezTo>
                    <a:pt x="6341" y="12695"/>
                    <a:pt x="6292" y="12638"/>
                    <a:pt x="6251" y="12573"/>
                  </a:cubicBezTo>
                  <a:cubicBezTo>
                    <a:pt x="6222" y="12524"/>
                    <a:pt x="6204" y="12505"/>
                    <a:pt x="6194" y="12505"/>
                  </a:cubicBezTo>
                  <a:cubicBezTo>
                    <a:pt x="6180" y="12505"/>
                    <a:pt x="6182" y="12546"/>
                    <a:pt x="6187" y="12590"/>
                  </a:cubicBezTo>
                  <a:lnTo>
                    <a:pt x="6195" y="12727"/>
                  </a:lnTo>
                  <a:cubicBezTo>
                    <a:pt x="6122" y="12638"/>
                    <a:pt x="6065" y="12525"/>
                    <a:pt x="6033" y="12411"/>
                  </a:cubicBezTo>
                  <a:cubicBezTo>
                    <a:pt x="5980" y="12302"/>
                    <a:pt x="5956" y="12251"/>
                    <a:pt x="5949" y="12251"/>
                  </a:cubicBezTo>
                  <a:cubicBezTo>
                    <a:pt x="5942" y="12251"/>
                    <a:pt x="5948" y="12287"/>
                    <a:pt x="5960" y="12354"/>
                  </a:cubicBezTo>
                  <a:cubicBezTo>
                    <a:pt x="5967" y="12390"/>
                    <a:pt x="5955" y="12413"/>
                    <a:pt x="5931" y="12413"/>
                  </a:cubicBezTo>
                  <a:cubicBezTo>
                    <a:pt x="5927" y="12413"/>
                    <a:pt x="5923" y="12412"/>
                    <a:pt x="5919" y="12411"/>
                  </a:cubicBezTo>
                  <a:cubicBezTo>
                    <a:pt x="5903" y="12468"/>
                    <a:pt x="5862" y="12508"/>
                    <a:pt x="5814" y="12549"/>
                  </a:cubicBezTo>
                  <a:cubicBezTo>
                    <a:pt x="5738" y="12673"/>
                    <a:pt x="5668" y="12797"/>
                    <a:pt x="5629" y="12797"/>
                  </a:cubicBezTo>
                  <a:cubicBezTo>
                    <a:pt x="5622" y="12797"/>
                    <a:pt x="5616" y="12793"/>
                    <a:pt x="5611" y="12784"/>
                  </a:cubicBezTo>
                  <a:cubicBezTo>
                    <a:pt x="5538" y="12800"/>
                    <a:pt x="5522" y="12938"/>
                    <a:pt x="5522" y="12938"/>
                  </a:cubicBezTo>
                  <a:cubicBezTo>
                    <a:pt x="5506" y="13076"/>
                    <a:pt x="5465" y="13141"/>
                    <a:pt x="5287" y="13327"/>
                  </a:cubicBezTo>
                  <a:cubicBezTo>
                    <a:pt x="4979" y="13635"/>
                    <a:pt x="4970" y="13660"/>
                    <a:pt x="5060" y="13717"/>
                  </a:cubicBezTo>
                  <a:cubicBezTo>
                    <a:pt x="5100" y="13749"/>
                    <a:pt x="5149" y="13773"/>
                    <a:pt x="5011" y="13789"/>
                  </a:cubicBezTo>
                  <a:cubicBezTo>
                    <a:pt x="4930" y="13822"/>
                    <a:pt x="4954" y="13887"/>
                    <a:pt x="4946" y="14008"/>
                  </a:cubicBezTo>
                  <a:cubicBezTo>
                    <a:pt x="4962" y="14081"/>
                    <a:pt x="5052" y="14138"/>
                    <a:pt x="5100" y="14162"/>
                  </a:cubicBezTo>
                  <a:cubicBezTo>
                    <a:pt x="5189" y="14219"/>
                    <a:pt x="5189" y="14219"/>
                    <a:pt x="5084" y="14284"/>
                  </a:cubicBezTo>
                  <a:cubicBezTo>
                    <a:pt x="5062" y="14318"/>
                    <a:pt x="5028" y="14336"/>
                    <a:pt x="4990" y="14336"/>
                  </a:cubicBezTo>
                  <a:cubicBezTo>
                    <a:pt x="4973" y="14336"/>
                    <a:pt x="4956" y="14332"/>
                    <a:pt x="4938" y="14325"/>
                  </a:cubicBezTo>
                  <a:cubicBezTo>
                    <a:pt x="4914" y="14308"/>
                    <a:pt x="4906" y="14276"/>
                    <a:pt x="4922" y="14252"/>
                  </a:cubicBezTo>
                  <a:lnTo>
                    <a:pt x="4954" y="14203"/>
                  </a:lnTo>
                  <a:cubicBezTo>
                    <a:pt x="4931" y="14191"/>
                    <a:pt x="4907" y="14178"/>
                    <a:pt x="4883" y="14178"/>
                  </a:cubicBezTo>
                  <a:cubicBezTo>
                    <a:pt x="4857" y="14178"/>
                    <a:pt x="4830" y="14193"/>
                    <a:pt x="4800" y="14244"/>
                  </a:cubicBezTo>
                  <a:cubicBezTo>
                    <a:pt x="4727" y="14260"/>
                    <a:pt x="4703" y="14308"/>
                    <a:pt x="4752" y="14333"/>
                  </a:cubicBezTo>
                  <a:cubicBezTo>
                    <a:pt x="4679" y="14349"/>
                    <a:pt x="4622" y="14446"/>
                    <a:pt x="4565" y="14535"/>
                  </a:cubicBezTo>
                  <a:cubicBezTo>
                    <a:pt x="4508" y="14633"/>
                    <a:pt x="4427" y="14771"/>
                    <a:pt x="4354" y="14787"/>
                  </a:cubicBezTo>
                  <a:cubicBezTo>
                    <a:pt x="4297" y="14876"/>
                    <a:pt x="4273" y="14925"/>
                    <a:pt x="4314" y="14957"/>
                  </a:cubicBezTo>
                  <a:cubicBezTo>
                    <a:pt x="4387" y="14997"/>
                    <a:pt x="4384" y="15036"/>
                    <a:pt x="4354" y="15036"/>
                  </a:cubicBezTo>
                  <a:cubicBezTo>
                    <a:pt x="4347" y="15036"/>
                    <a:pt x="4339" y="15034"/>
                    <a:pt x="4330" y="15030"/>
                  </a:cubicBezTo>
                  <a:cubicBezTo>
                    <a:pt x="4329" y="15030"/>
                    <a:pt x="4328" y="15030"/>
                    <a:pt x="4327" y="15030"/>
                  </a:cubicBezTo>
                  <a:cubicBezTo>
                    <a:pt x="4211" y="15030"/>
                    <a:pt x="3811" y="15590"/>
                    <a:pt x="3868" y="15695"/>
                  </a:cubicBezTo>
                  <a:lnTo>
                    <a:pt x="3811" y="15784"/>
                  </a:lnTo>
                  <a:cubicBezTo>
                    <a:pt x="3714" y="15849"/>
                    <a:pt x="3543" y="16125"/>
                    <a:pt x="3568" y="16197"/>
                  </a:cubicBezTo>
                  <a:lnTo>
                    <a:pt x="3479" y="16343"/>
                  </a:lnTo>
                  <a:cubicBezTo>
                    <a:pt x="3381" y="16408"/>
                    <a:pt x="3349" y="16449"/>
                    <a:pt x="3373" y="16522"/>
                  </a:cubicBezTo>
                  <a:cubicBezTo>
                    <a:pt x="3385" y="16576"/>
                    <a:pt x="3410" y="16607"/>
                    <a:pt x="3407" y="16607"/>
                  </a:cubicBezTo>
                  <a:cubicBezTo>
                    <a:pt x="3405" y="16607"/>
                    <a:pt x="3400" y="16603"/>
                    <a:pt x="3389" y="16595"/>
                  </a:cubicBezTo>
                  <a:cubicBezTo>
                    <a:pt x="3384" y="16592"/>
                    <a:pt x="3379" y="16591"/>
                    <a:pt x="3373" y="16591"/>
                  </a:cubicBezTo>
                  <a:cubicBezTo>
                    <a:pt x="3328" y="16591"/>
                    <a:pt x="3273" y="16680"/>
                    <a:pt x="3179" y="16846"/>
                  </a:cubicBezTo>
                  <a:cubicBezTo>
                    <a:pt x="3091" y="16990"/>
                    <a:pt x="3071" y="17023"/>
                    <a:pt x="3100" y="17023"/>
                  </a:cubicBezTo>
                  <a:cubicBezTo>
                    <a:pt x="3109" y="17023"/>
                    <a:pt x="3121" y="17020"/>
                    <a:pt x="3138" y="17016"/>
                  </a:cubicBezTo>
                  <a:lnTo>
                    <a:pt x="3138" y="17016"/>
                  </a:lnTo>
                  <a:cubicBezTo>
                    <a:pt x="3096" y="17154"/>
                    <a:pt x="3060" y="17188"/>
                    <a:pt x="3029" y="17188"/>
                  </a:cubicBezTo>
                  <a:cubicBezTo>
                    <a:pt x="3013" y="17188"/>
                    <a:pt x="2998" y="17179"/>
                    <a:pt x="2984" y="17170"/>
                  </a:cubicBezTo>
                  <a:cubicBezTo>
                    <a:pt x="2965" y="17142"/>
                    <a:pt x="2946" y="17129"/>
                    <a:pt x="2933" y="17129"/>
                  </a:cubicBezTo>
                  <a:cubicBezTo>
                    <a:pt x="2900" y="17129"/>
                    <a:pt x="2894" y="17201"/>
                    <a:pt x="2968" y="17292"/>
                  </a:cubicBezTo>
                  <a:cubicBezTo>
                    <a:pt x="3024" y="17376"/>
                    <a:pt x="2989" y="17461"/>
                    <a:pt x="2952" y="17461"/>
                  </a:cubicBezTo>
                  <a:cubicBezTo>
                    <a:pt x="2947" y="17461"/>
                    <a:pt x="2941" y="17459"/>
                    <a:pt x="2935" y="17454"/>
                  </a:cubicBezTo>
                  <a:cubicBezTo>
                    <a:pt x="2887" y="17430"/>
                    <a:pt x="2919" y="17381"/>
                    <a:pt x="2944" y="17341"/>
                  </a:cubicBezTo>
                  <a:lnTo>
                    <a:pt x="2854" y="17284"/>
                  </a:lnTo>
                  <a:cubicBezTo>
                    <a:pt x="2822" y="17333"/>
                    <a:pt x="2822" y="17333"/>
                    <a:pt x="2846" y="17406"/>
                  </a:cubicBezTo>
                  <a:cubicBezTo>
                    <a:pt x="2822" y="17438"/>
                    <a:pt x="2822" y="17479"/>
                    <a:pt x="2830" y="17519"/>
                  </a:cubicBezTo>
                  <a:cubicBezTo>
                    <a:pt x="2836" y="17575"/>
                    <a:pt x="2880" y="17611"/>
                    <a:pt x="2926" y="17611"/>
                  </a:cubicBezTo>
                  <a:cubicBezTo>
                    <a:pt x="2940" y="17611"/>
                    <a:pt x="2954" y="17608"/>
                    <a:pt x="2968" y="17600"/>
                  </a:cubicBezTo>
                  <a:cubicBezTo>
                    <a:pt x="2978" y="17598"/>
                    <a:pt x="2986" y="17597"/>
                    <a:pt x="2992" y="17597"/>
                  </a:cubicBezTo>
                  <a:cubicBezTo>
                    <a:pt x="3034" y="17597"/>
                    <a:pt x="3012" y="17639"/>
                    <a:pt x="2984" y="17681"/>
                  </a:cubicBezTo>
                  <a:cubicBezTo>
                    <a:pt x="2948" y="17705"/>
                    <a:pt x="2918" y="17716"/>
                    <a:pt x="2894" y="17716"/>
                  </a:cubicBezTo>
                  <a:cubicBezTo>
                    <a:pt x="2855" y="17716"/>
                    <a:pt x="2832" y="17686"/>
                    <a:pt x="2822" y="17641"/>
                  </a:cubicBezTo>
                  <a:cubicBezTo>
                    <a:pt x="2846" y="17592"/>
                    <a:pt x="2806" y="17568"/>
                    <a:pt x="2757" y="17543"/>
                  </a:cubicBezTo>
                  <a:cubicBezTo>
                    <a:pt x="2755" y="17542"/>
                    <a:pt x="2753" y="17541"/>
                    <a:pt x="2751" y="17541"/>
                  </a:cubicBezTo>
                  <a:cubicBezTo>
                    <a:pt x="2712" y="17541"/>
                    <a:pt x="2671" y="17808"/>
                    <a:pt x="2733" y="17900"/>
                  </a:cubicBezTo>
                  <a:lnTo>
                    <a:pt x="2684" y="17876"/>
                  </a:lnTo>
                  <a:cubicBezTo>
                    <a:pt x="2678" y="17871"/>
                    <a:pt x="2671" y="17869"/>
                    <a:pt x="2664" y="17869"/>
                  </a:cubicBezTo>
                  <a:cubicBezTo>
                    <a:pt x="2620" y="17869"/>
                    <a:pt x="2572" y="17953"/>
                    <a:pt x="2530" y="18030"/>
                  </a:cubicBezTo>
                  <a:cubicBezTo>
                    <a:pt x="2473" y="18127"/>
                    <a:pt x="2441" y="18168"/>
                    <a:pt x="2489" y="18200"/>
                  </a:cubicBezTo>
                  <a:cubicBezTo>
                    <a:pt x="2538" y="18224"/>
                    <a:pt x="2579" y="18249"/>
                    <a:pt x="2554" y="18297"/>
                  </a:cubicBezTo>
                  <a:cubicBezTo>
                    <a:pt x="2564" y="18279"/>
                    <a:pt x="2576" y="18272"/>
                    <a:pt x="2591" y="18272"/>
                  </a:cubicBezTo>
                  <a:cubicBezTo>
                    <a:pt x="2614" y="18272"/>
                    <a:pt x="2643" y="18290"/>
                    <a:pt x="2668" y="18306"/>
                  </a:cubicBezTo>
                  <a:cubicBezTo>
                    <a:pt x="2619" y="18338"/>
                    <a:pt x="2554" y="18370"/>
                    <a:pt x="2498" y="18387"/>
                  </a:cubicBezTo>
                  <a:cubicBezTo>
                    <a:pt x="2344" y="18427"/>
                    <a:pt x="2206" y="18533"/>
                    <a:pt x="2141" y="18678"/>
                  </a:cubicBezTo>
                  <a:cubicBezTo>
                    <a:pt x="2084" y="18768"/>
                    <a:pt x="2003" y="18905"/>
                    <a:pt x="1930" y="18930"/>
                  </a:cubicBezTo>
                  <a:cubicBezTo>
                    <a:pt x="1873" y="19019"/>
                    <a:pt x="1841" y="19068"/>
                    <a:pt x="1889" y="19092"/>
                  </a:cubicBezTo>
                  <a:lnTo>
                    <a:pt x="1833" y="19189"/>
                  </a:lnTo>
                  <a:cubicBezTo>
                    <a:pt x="1760" y="19205"/>
                    <a:pt x="1703" y="19295"/>
                    <a:pt x="1752" y="19327"/>
                  </a:cubicBezTo>
                  <a:cubicBezTo>
                    <a:pt x="1768" y="19400"/>
                    <a:pt x="1695" y="19416"/>
                    <a:pt x="1662" y="19465"/>
                  </a:cubicBezTo>
                  <a:cubicBezTo>
                    <a:pt x="1517" y="19505"/>
                    <a:pt x="1517" y="19505"/>
                    <a:pt x="1687" y="19538"/>
                  </a:cubicBezTo>
                  <a:cubicBezTo>
                    <a:pt x="1693" y="19542"/>
                    <a:pt x="1701" y="19543"/>
                    <a:pt x="1709" y="19543"/>
                  </a:cubicBezTo>
                  <a:cubicBezTo>
                    <a:pt x="1757" y="19543"/>
                    <a:pt x="1836" y="19491"/>
                    <a:pt x="1857" y="19457"/>
                  </a:cubicBezTo>
                  <a:lnTo>
                    <a:pt x="1938" y="19311"/>
                  </a:lnTo>
                  <a:lnTo>
                    <a:pt x="1938" y="19311"/>
                  </a:lnTo>
                  <a:lnTo>
                    <a:pt x="1906" y="19481"/>
                  </a:lnTo>
                  <a:cubicBezTo>
                    <a:pt x="1873" y="19530"/>
                    <a:pt x="1865" y="19643"/>
                    <a:pt x="1914" y="19676"/>
                  </a:cubicBezTo>
                  <a:cubicBezTo>
                    <a:pt x="1938" y="19692"/>
                    <a:pt x="1946" y="19724"/>
                    <a:pt x="1930" y="19749"/>
                  </a:cubicBezTo>
                  <a:lnTo>
                    <a:pt x="1841" y="19692"/>
                  </a:lnTo>
                  <a:cubicBezTo>
                    <a:pt x="1825" y="19635"/>
                    <a:pt x="1784" y="19587"/>
                    <a:pt x="1727" y="19562"/>
                  </a:cubicBezTo>
                  <a:cubicBezTo>
                    <a:pt x="1723" y="19562"/>
                    <a:pt x="1720" y="19562"/>
                    <a:pt x="1716" y="19562"/>
                  </a:cubicBezTo>
                  <a:cubicBezTo>
                    <a:pt x="1605" y="19562"/>
                    <a:pt x="1487" y="19670"/>
                    <a:pt x="1573" y="19724"/>
                  </a:cubicBezTo>
                  <a:cubicBezTo>
                    <a:pt x="1549" y="19765"/>
                    <a:pt x="1549" y="19765"/>
                    <a:pt x="1476" y="19789"/>
                  </a:cubicBezTo>
                  <a:cubicBezTo>
                    <a:pt x="1466" y="19783"/>
                    <a:pt x="1457" y="19779"/>
                    <a:pt x="1449" y="19779"/>
                  </a:cubicBezTo>
                  <a:cubicBezTo>
                    <a:pt x="1418" y="19779"/>
                    <a:pt x="1408" y="19827"/>
                    <a:pt x="1460" y="19911"/>
                  </a:cubicBezTo>
                  <a:cubicBezTo>
                    <a:pt x="1520" y="20001"/>
                    <a:pt x="1503" y="20050"/>
                    <a:pt x="1403" y="20050"/>
                  </a:cubicBezTo>
                  <a:cubicBezTo>
                    <a:pt x="1396" y="20050"/>
                    <a:pt x="1387" y="20049"/>
                    <a:pt x="1379" y="20049"/>
                  </a:cubicBezTo>
                  <a:cubicBezTo>
                    <a:pt x="1233" y="20081"/>
                    <a:pt x="1119" y="20268"/>
                    <a:pt x="1168" y="20292"/>
                  </a:cubicBezTo>
                  <a:cubicBezTo>
                    <a:pt x="1257" y="20349"/>
                    <a:pt x="1176" y="20486"/>
                    <a:pt x="1103" y="20511"/>
                  </a:cubicBezTo>
                  <a:cubicBezTo>
                    <a:pt x="1038" y="20519"/>
                    <a:pt x="990" y="20584"/>
                    <a:pt x="1014" y="20649"/>
                  </a:cubicBezTo>
                  <a:cubicBezTo>
                    <a:pt x="1002" y="20639"/>
                    <a:pt x="987" y="20635"/>
                    <a:pt x="973" y="20635"/>
                  </a:cubicBezTo>
                  <a:cubicBezTo>
                    <a:pt x="938" y="20635"/>
                    <a:pt x="905" y="20662"/>
                    <a:pt x="917" y="20713"/>
                  </a:cubicBezTo>
                  <a:cubicBezTo>
                    <a:pt x="917" y="20713"/>
                    <a:pt x="900" y="20742"/>
                    <a:pt x="936" y="20742"/>
                  </a:cubicBezTo>
                  <a:cubicBezTo>
                    <a:pt x="944" y="20742"/>
                    <a:pt x="953" y="20741"/>
                    <a:pt x="965" y="20738"/>
                  </a:cubicBezTo>
                  <a:cubicBezTo>
                    <a:pt x="965" y="20738"/>
                    <a:pt x="981" y="20811"/>
                    <a:pt x="998" y="20884"/>
                  </a:cubicBezTo>
                  <a:cubicBezTo>
                    <a:pt x="1007" y="20868"/>
                    <a:pt x="1020" y="20862"/>
                    <a:pt x="1035" y="20862"/>
                  </a:cubicBezTo>
                  <a:cubicBezTo>
                    <a:pt x="1060" y="20862"/>
                    <a:pt x="1089" y="20877"/>
                    <a:pt x="1119" y="20892"/>
                  </a:cubicBezTo>
                  <a:cubicBezTo>
                    <a:pt x="1160" y="20924"/>
                    <a:pt x="1006" y="21078"/>
                    <a:pt x="811" y="21086"/>
                  </a:cubicBezTo>
                  <a:lnTo>
                    <a:pt x="665" y="21127"/>
                  </a:lnTo>
                  <a:lnTo>
                    <a:pt x="754" y="21184"/>
                  </a:lnTo>
                  <a:cubicBezTo>
                    <a:pt x="735" y="21222"/>
                    <a:pt x="711" y="21256"/>
                    <a:pt x="681" y="21256"/>
                  </a:cubicBezTo>
                  <a:cubicBezTo>
                    <a:pt x="673" y="21256"/>
                    <a:pt x="665" y="21254"/>
                    <a:pt x="657" y="21249"/>
                  </a:cubicBezTo>
                  <a:cubicBezTo>
                    <a:pt x="635" y="21234"/>
                    <a:pt x="623" y="21226"/>
                    <a:pt x="614" y="21226"/>
                  </a:cubicBezTo>
                  <a:cubicBezTo>
                    <a:pt x="604" y="21226"/>
                    <a:pt x="598" y="21238"/>
                    <a:pt x="584" y="21265"/>
                  </a:cubicBezTo>
                  <a:cubicBezTo>
                    <a:pt x="568" y="21289"/>
                    <a:pt x="576" y="21322"/>
                    <a:pt x="600" y="21338"/>
                  </a:cubicBezTo>
                  <a:cubicBezTo>
                    <a:pt x="690" y="21395"/>
                    <a:pt x="690" y="21395"/>
                    <a:pt x="617" y="21411"/>
                  </a:cubicBezTo>
                  <a:cubicBezTo>
                    <a:pt x="608" y="21410"/>
                    <a:pt x="601" y="21410"/>
                    <a:pt x="593" y="21410"/>
                  </a:cubicBezTo>
                  <a:cubicBezTo>
                    <a:pt x="499" y="21410"/>
                    <a:pt x="475" y="21458"/>
                    <a:pt x="535" y="21549"/>
                  </a:cubicBezTo>
                  <a:cubicBezTo>
                    <a:pt x="600" y="21590"/>
                    <a:pt x="618" y="21601"/>
                    <a:pt x="576" y="21601"/>
                  </a:cubicBezTo>
                  <a:cubicBezTo>
                    <a:pt x="561" y="21601"/>
                    <a:pt x="536" y="21599"/>
                    <a:pt x="503" y="21597"/>
                  </a:cubicBezTo>
                  <a:cubicBezTo>
                    <a:pt x="488" y="21590"/>
                    <a:pt x="471" y="21586"/>
                    <a:pt x="455" y="21586"/>
                  </a:cubicBezTo>
                  <a:cubicBezTo>
                    <a:pt x="417" y="21586"/>
                    <a:pt x="380" y="21604"/>
                    <a:pt x="357" y="21638"/>
                  </a:cubicBezTo>
                  <a:lnTo>
                    <a:pt x="406" y="21662"/>
                  </a:lnTo>
                  <a:cubicBezTo>
                    <a:pt x="495" y="21719"/>
                    <a:pt x="471" y="21768"/>
                    <a:pt x="398" y="21784"/>
                  </a:cubicBezTo>
                  <a:cubicBezTo>
                    <a:pt x="389" y="21779"/>
                    <a:pt x="381" y="21777"/>
                    <a:pt x="373" y="21777"/>
                  </a:cubicBezTo>
                  <a:cubicBezTo>
                    <a:pt x="340" y="21777"/>
                    <a:pt x="322" y="21822"/>
                    <a:pt x="308" y="21922"/>
                  </a:cubicBezTo>
                  <a:cubicBezTo>
                    <a:pt x="268" y="21995"/>
                    <a:pt x="239" y="22041"/>
                    <a:pt x="207" y="22041"/>
                  </a:cubicBezTo>
                  <a:cubicBezTo>
                    <a:pt x="201" y="22041"/>
                    <a:pt x="194" y="22039"/>
                    <a:pt x="187" y="22035"/>
                  </a:cubicBezTo>
                  <a:cubicBezTo>
                    <a:pt x="145" y="22010"/>
                    <a:pt x="121" y="21997"/>
                    <a:pt x="113" y="21997"/>
                  </a:cubicBezTo>
                  <a:cubicBezTo>
                    <a:pt x="102" y="21997"/>
                    <a:pt x="118" y="22020"/>
                    <a:pt x="154" y="22076"/>
                  </a:cubicBezTo>
                  <a:cubicBezTo>
                    <a:pt x="171" y="22157"/>
                    <a:pt x="171" y="22157"/>
                    <a:pt x="73" y="22222"/>
                  </a:cubicBezTo>
                  <a:cubicBezTo>
                    <a:pt x="0" y="22238"/>
                    <a:pt x="0" y="22238"/>
                    <a:pt x="17" y="22311"/>
                  </a:cubicBezTo>
                  <a:cubicBezTo>
                    <a:pt x="73" y="22346"/>
                    <a:pt x="113" y="22369"/>
                    <a:pt x="141" y="22369"/>
                  </a:cubicBezTo>
                  <a:cubicBezTo>
                    <a:pt x="157" y="22369"/>
                    <a:pt x="170" y="22361"/>
                    <a:pt x="179" y="22343"/>
                  </a:cubicBezTo>
                  <a:cubicBezTo>
                    <a:pt x="197" y="22320"/>
                    <a:pt x="205" y="22310"/>
                    <a:pt x="216" y="22310"/>
                  </a:cubicBezTo>
                  <a:cubicBezTo>
                    <a:pt x="224" y="22310"/>
                    <a:pt x="234" y="22316"/>
                    <a:pt x="252" y="22327"/>
                  </a:cubicBezTo>
                  <a:lnTo>
                    <a:pt x="195" y="22416"/>
                  </a:lnTo>
                  <a:cubicBezTo>
                    <a:pt x="154" y="22481"/>
                    <a:pt x="138" y="22554"/>
                    <a:pt x="130" y="22635"/>
                  </a:cubicBezTo>
                  <a:cubicBezTo>
                    <a:pt x="125" y="22704"/>
                    <a:pt x="156" y="22752"/>
                    <a:pt x="183" y="22752"/>
                  </a:cubicBezTo>
                  <a:cubicBezTo>
                    <a:pt x="200" y="22752"/>
                    <a:pt x="216" y="22732"/>
                    <a:pt x="219" y="22684"/>
                  </a:cubicBezTo>
                  <a:lnTo>
                    <a:pt x="292" y="22667"/>
                  </a:lnTo>
                  <a:cubicBezTo>
                    <a:pt x="329" y="22689"/>
                    <a:pt x="360" y="22698"/>
                    <a:pt x="383" y="22698"/>
                  </a:cubicBezTo>
                  <a:cubicBezTo>
                    <a:pt x="447" y="22698"/>
                    <a:pt x="450" y="22630"/>
                    <a:pt x="349" y="22570"/>
                  </a:cubicBezTo>
                  <a:cubicBezTo>
                    <a:pt x="250" y="22509"/>
                    <a:pt x="227" y="22494"/>
                    <a:pt x="271" y="22494"/>
                  </a:cubicBezTo>
                  <a:cubicBezTo>
                    <a:pt x="285" y="22494"/>
                    <a:pt x="306" y="22495"/>
                    <a:pt x="333" y="22497"/>
                  </a:cubicBezTo>
                  <a:cubicBezTo>
                    <a:pt x="362" y="22516"/>
                    <a:pt x="385" y="22523"/>
                    <a:pt x="404" y="22523"/>
                  </a:cubicBezTo>
                  <a:cubicBezTo>
                    <a:pt x="442" y="22523"/>
                    <a:pt x="462" y="22492"/>
                    <a:pt x="479" y="22465"/>
                  </a:cubicBezTo>
                  <a:cubicBezTo>
                    <a:pt x="498" y="22436"/>
                    <a:pt x="506" y="22424"/>
                    <a:pt x="517" y="22424"/>
                  </a:cubicBezTo>
                  <a:cubicBezTo>
                    <a:pt x="525" y="22424"/>
                    <a:pt x="535" y="22430"/>
                    <a:pt x="552" y="22440"/>
                  </a:cubicBezTo>
                  <a:cubicBezTo>
                    <a:pt x="570" y="22448"/>
                    <a:pt x="588" y="22452"/>
                    <a:pt x="605" y="22452"/>
                  </a:cubicBezTo>
                  <a:cubicBezTo>
                    <a:pt x="642" y="22452"/>
                    <a:pt x="676" y="22436"/>
                    <a:pt x="698" y="22408"/>
                  </a:cubicBezTo>
                  <a:cubicBezTo>
                    <a:pt x="730" y="22359"/>
                    <a:pt x="730" y="22359"/>
                    <a:pt x="681" y="22327"/>
                  </a:cubicBezTo>
                  <a:cubicBezTo>
                    <a:pt x="673" y="22330"/>
                    <a:pt x="667" y="22331"/>
                    <a:pt x="662" y="22331"/>
                  </a:cubicBezTo>
                  <a:cubicBezTo>
                    <a:pt x="624" y="22331"/>
                    <a:pt x="674" y="22262"/>
                    <a:pt x="772" y="22262"/>
                  </a:cubicBezTo>
                  <a:cubicBezTo>
                    <a:pt x="777" y="22262"/>
                    <a:pt x="782" y="22262"/>
                    <a:pt x="787" y="22262"/>
                  </a:cubicBezTo>
                  <a:cubicBezTo>
                    <a:pt x="860" y="22246"/>
                    <a:pt x="860" y="22246"/>
                    <a:pt x="763" y="22189"/>
                  </a:cubicBezTo>
                  <a:cubicBezTo>
                    <a:pt x="677" y="22142"/>
                    <a:pt x="726" y="22051"/>
                    <a:pt x="838" y="22051"/>
                  </a:cubicBezTo>
                  <a:cubicBezTo>
                    <a:pt x="842" y="22051"/>
                    <a:pt x="847" y="22051"/>
                    <a:pt x="852" y="22051"/>
                  </a:cubicBezTo>
                  <a:lnTo>
                    <a:pt x="908" y="21962"/>
                  </a:lnTo>
                  <a:cubicBezTo>
                    <a:pt x="933" y="21913"/>
                    <a:pt x="884" y="21889"/>
                    <a:pt x="844" y="21857"/>
                  </a:cubicBezTo>
                  <a:cubicBezTo>
                    <a:pt x="754" y="21808"/>
                    <a:pt x="754" y="21808"/>
                    <a:pt x="827" y="21784"/>
                  </a:cubicBezTo>
                  <a:cubicBezTo>
                    <a:pt x="841" y="21780"/>
                    <a:pt x="857" y="21778"/>
                    <a:pt x="874" y="21778"/>
                  </a:cubicBezTo>
                  <a:cubicBezTo>
                    <a:pt x="897" y="21778"/>
                    <a:pt x="922" y="21782"/>
                    <a:pt x="941" y="21792"/>
                  </a:cubicBezTo>
                  <a:cubicBezTo>
                    <a:pt x="952" y="21799"/>
                    <a:pt x="962" y="21802"/>
                    <a:pt x="970" y="21802"/>
                  </a:cubicBezTo>
                  <a:cubicBezTo>
                    <a:pt x="1001" y="21802"/>
                    <a:pt x="1021" y="21765"/>
                    <a:pt x="1046" y="21727"/>
                  </a:cubicBezTo>
                  <a:cubicBezTo>
                    <a:pt x="1071" y="21686"/>
                    <a:pt x="1127" y="21589"/>
                    <a:pt x="1079" y="21565"/>
                  </a:cubicBezTo>
                  <a:lnTo>
                    <a:pt x="1079" y="21565"/>
                  </a:lnTo>
                  <a:lnTo>
                    <a:pt x="1127" y="21589"/>
                  </a:lnTo>
                  <a:cubicBezTo>
                    <a:pt x="1152" y="21549"/>
                    <a:pt x="1200" y="21573"/>
                    <a:pt x="1152" y="21549"/>
                  </a:cubicBezTo>
                  <a:cubicBezTo>
                    <a:pt x="1192" y="21500"/>
                    <a:pt x="1233" y="21459"/>
                    <a:pt x="1281" y="21435"/>
                  </a:cubicBezTo>
                  <a:cubicBezTo>
                    <a:pt x="1369" y="21381"/>
                    <a:pt x="1378" y="21237"/>
                    <a:pt x="1276" y="21237"/>
                  </a:cubicBezTo>
                  <a:cubicBezTo>
                    <a:pt x="1255" y="21237"/>
                    <a:pt x="1230" y="21243"/>
                    <a:pt x="1200" y="21257"/>
                  </a:cubicBezTo>
                  <a:lnTo>
                    <a:pt x="1233" y="21216"/>
                  </a:lnTo>
                  <a:cubicBezTo>
                    <a:pt x="1249" y="21184"/>
                    <a:pt x="1241" y="21151"/>
                    <a:pt x="1217" y="21143"/>
                  </a:cubicBezTo>
                  <a:cubicBezTo>
                    <a:pt x="1168" y="21111"/>
                    <a:pt x="1192" y="21062"/>
                    <a:pt x="1225" y="21022"/>
                  </a:cubicBezTo>
                  <a:lnTo>
                    <a:pt x="1314" y="21070"/>
                  </a:lnTo>
                  <a:cubicBezTo>
                    <a:pt x="1354" y="21120"/>
                    <a:pt x="1394" y="21141"/>
                    <a:pt x="1423" y="21141"/>
                  </a:cubicBezTo>
                  <a:cubicBezTo>
                    <a:pt x="1469" y="21141"/>
                    <a:pt x="1484" y="21086"/>
                    <a:pt x="1419" y="21005"/>
                  </a:cubicBezTo>
                  <a:lnTo>
                    <a:pt x="1419" y="21005"/>
                  </a:lnTo>
                  <a:lnTo>
                    <a:pt x="1460" y="21038"/>
                  </a:lnTo>
                  <a:cubicBezTo>
                    <a:pt x="1468" y="21042"/>
                    <a:pt x="1475" y="21044"/>
                    <a:pt x="1482" y="21044"/>
                  </a:cubicBezTo>
                  <a:cubicBezTo>
                    <a:pt x="1516" y="21044"/>
                    <a:pt x="1534" y="20994"/>
                    <a:pt x="1541" y="20900"/>
                  </a:cubicBezTo>
                  <a:cubicBezTo>
                    <a:pt x="1573" y="20851"/>
                    <a:pt x="1508" y="20754"/>
                    <a:pt x="1460" y="20722"/>
                  </a:cubicBezTo>
                  <a:cubicBezTo>
                    <a:pt x="1435" y="20705"/>
                    <a:pt x="1427" y="20673"/>
                    <a:pt x="1444" y="20649"/>
                  </a:cubicBezTo>
                  <a:cubicBezTo>
                    <a:pt x="1461" y="20622"/>
                    <a:pt x="1469" y="20610"/>
                    <a:pt x="1480" y="20610"/>
                  </a:cubicBezTo>
                  <a:cubicBezTo>
                    <a:pt x="1488" y="20610"/>
                    <a:pt x="1498" y="20618"/>
                    <a:pt x="1517" y="20632"/>
                  </a:cubicBezTo>
                  <a:cubicBezTo>
                    <a:pt x="1537" y="20644"/>
                    <a:pt x="1554" y="20649"/>
                    <a:pt x="1570" y="20649"/>
                  </a:cubicBezTo>
                  <a:cubicBezTo>
                    <a:pt x="1629" y="20649"/>
                    <a:pt x="1651" y="20572"/>
                    <a:pt x="1606" y="20495"/>
                  </a:cubicBezTo>
                  <a:lnTo>
                    <a:pt x="1606" y="20495"/>
                  </a:lnTo>
                  <a:lnTo>
                    <a:pt x="1646" y="20519"/>
                  </a:lnTo>
                  <a:cubicBezTo>
                    <a:pt x="1656" y="20524"/>
                    <a:pt x="1667" y="20527"/>
                    <a:pt x="1678" y="20527"/>
                  </a:cubicBezTo>
                  <a:cubicBezTo>
                    <a:pt x="1725" y="20527"/>
                    <a:pt x="1786" y="20475"/>
                    <a:pt x="1857" y="20268"/>
                  </a:cubicBezTo>
                  <a:cubicBezTo>
                    <a:pt x="1959" y="20100"/>
                    <a:pt x="2035" y="19971"/>
                    <a:pt x="2085" y="19971"/>
                  </a:cubicBezTo>
                  <a:cubicBezTo>
                    <a:pt x="2090" y="19971"/>
                    <a:pt x="2095" y="19972"/>
                    <a:pt x="2100" y="19976"/>
                  </a:cubicBezTo>
                  <a:cubicBezTo>
                    <a:pt x="2102" y="19977"/>
                    <a:pt x="2104" y="19977"/>
                    <a:pt x="2106" y="19977"/>
                  </a:cubicBezTo>
                  <a:cubicBezTo>
                    <a:pt x="2143" y="19977"/>
                    <a:pt x="2164" y="19757"/>
                    <a:pt x="2133" y="19611"/>
                  </a:cubicBezTo>
                  <a:lnTo>
                    <a:pt x="2133" y="19611"/>
                  </a:lnTo>
                  <a:cubicBezTo>
                    <a:pt x="2141" y="19618"/>
                    <a:pt x="2149" y="19621"/>
                    <a:pt x="2158" y="19621"/>
                  </a:cubicBezTo>
                  <a:cubicBezTo>
                    <a:pt x="2188" y="19621"/>
                    <a:pt x="2218" y="19576"/>
                    <a:pt x="2262" y="19505"/>
                  </a:cubicBezTo>
                  <a:cubicBezTo>
                    <a:pt x="2320" y="19408"/>
                    <a:pt x="2336" y="19380"/>
                    <a:pt x="2356" y="19380"/>
                  </a:cubicBezTo>
                  <a:cubicBezTo>
                    <a:pt x="2364" y="19380"/>
                    <a:pt x="2372" y="19385"/>
                    <a:pt x="2384" y="19392"/>
                  </a:cubicBezTo>
                  <a:cubicBezTo>
                    <a:pt x="2413" y="19436"/>
                    <a:pt x="2429" y="19460"/>
                    <a:pt x="2435" y="19460"/>
                  </a:cubicBezTo>
                  <a:cubicBezTo>
                    <a:pt x="2442" y="19460"/>
                    <a:pt x="2434" y="19424"/>
                    <a:pt x="2416" y="19343"/>
                  </a:cubicBezTo>
                  <a:cubicBezTo>
                    <a:pt x="2370" y="19264"/>
                    <a:pt x="2437" y="19174"/>
                    <a:pt x="2516" y="19174"/>
                  </a:cubicBezTo>
                  <a:cubicBezTo>
                    <a:pt x="2534" y="19174"/>
                    <a:pt x="2552" y="19179"/>
                    <a:pt x="2571" y="19189"/>
                  </a:cubicBezTo>
                  <a:cubicBezTo>
                    <a:pt x="2579" y="19193"/>
                    <a:pt x="2587" y="19195"/>
                    <a:pt x="2594" y="19195"/>
                  </a:cubicBezTo>
                  <a:cubicBezTo>
                    <a:pt x="2629" y="19195"/>
                    <a:pt x="2653" y="19149"/>
                    <a:pt x="2700" y="19076"/>
                  </a:cubicBezTo>
                  <a:cubicBezTo>
                    <a:pt x="2684" y="19003"/>
                    <a:pt x="2741" y="18914"/>
                    <a:pt x="2798" y="18816"/>
                  </a:cubicBezTo>
                  <a:cubicBezTo>
                    <a:pt x="2879" y="18678"/>
                    <a:pt x="2879" y="18678"/>
                    <a:pt x="2789" y="18622"/>
                  </a:cubicBezTo>
                  <a:cubicBezTo>
                    <a:pt x="2692" y="18573"/>
                    <a:pt x="2725" y="18524"/>
                    <a:pt x="2781" y="18427"/>
                  </a:cubicBezTo>
                  <a:cubicBezTo>
                    <a:pt x="2801" y="18394"/>
                    <a:pt x="2826" y="18356"/>
                    <a:pt x="2857" y="18356"/>
                  </a:cubicBezTo>
                  <a:cubicBezTo>
                    <a:pt x="2864" y="18356"/>
                    <a:pt x="2871" y="18358"/>
                    <a:pt x="2879" y="18362"/>
                  </a:cubicBezTo>
                  <a:cubicBezTo>
                    <a:pt x="2919" y="18354"/>
                    <a:pt x="2952" y="18330"/>
                    <a:pt x="2984" y="18297"/>
                  </a:cubicBezTo>
                  <a:cubicBezTo>
                    <a:pt x="3004" y="18264"/>
                    <a:pt x="3029" y="18226"/>
                    <a:pt x="3060" y="18226"/>
                  </a:cubicBezTo>
                  <a:cubicBezTo>
                    <a:pt x="3067" y="18226"/>
                    <a:pt x="3074" y="18228"/>
                    <a:pt x="3081" y="18233"/>
                  </a:cubicBezTo>
                  <a:cubicBezTo>
                    <a:pt x="3138" y="18216"/>
                    <a:pt x="3187" y="18176"/>
                    <a:pt x="3211" y="18127"/>
                  </a:cubicBezTo>
                  <a:cubicBezTo>
                    <a:pt x="3261" y="18041"/>
                    <a:pt x="3312" y="17961"/>
                    <a:pt x="3351" y="17961"/>
                  </a:cubicBezTo>
                  <a:cubicBezTo>
                    <a:pt x="3356" y="17961"/>
                    <a:pt x="3361" y="17962"/>
                    <a:pt x="3365" y="17965"/>
                  </a:cubicBezTo>
                  <a:cubicBezTo>
                    <a:pt x="3398" y="17916"/>
                    <a:pt x="3398" y="17916"/>
                    <a:pt x="3349" y="17892"/>
                  </a:cubicBezTo>
                  <a:cubicBezTo>
                    <a:pt x="3308" y="17868"/>
                    <a:pt x="3284" y="17795"/>
                    <a:pt x="3446" y="17633"/>
                  </a:cubicBezTo>
                  <a:cubicBezTo>
                    <a:pt x="3503" y="17543"/>
                    <a:pt x="3584" y="17406"/>
                    <a:pt x="3535" y="17373"/>
                  </a:cubicBezTo>
                  <a:cubicBezTo>
                    <a:pt x="3554" y="17350"/>
                    <a:pt x="3562" y="17340"/>
                    <a:pt x="3572" y="17340"/>
                  </a:cubicBezTo>
                  <a:cubicBezTo>
                    <a:pt x="3581" y="17340"/>
                    <a:pt x="3591" y="17346"/>
                    <a:pt x="3608" y="17357"/>
                  </a:cubicBezTo>
                  <a:cubicBezTo>
                    <a:pt x="3626" y="17368"/>
                    <a:pt x="3642" y="17373"/>
                    <a:pt x="3657" y="17373"/>
                  </a:cubicBezTo>
                  <a:cubicBezTo>
                    <a:pt x="3716" y="17373"/>
                    <a:pt x="3748" y="17288"/>
                    <a:pt x="3722" y="17170"/>
                  </a:cubicBezTo>
                  <a:cubicBezTo>
                    <a:pt x="3673" y="17146"/>
                    <a:pt x="3706" y="17097"/>
                    <a:pt x="3779" y="17081"/>
                  </a:cubicBezTo>
                  <a:cubicBezTo>
                    <a:pt x="3795" y="17041"/>
                    <a:pt x="3795" y="17000"/>
                    <a:pt x="3787" y="16960"/>
                  </a:cubicBezTo>
                  <a:cubicBezTo>
                    <a:pt x="3770" y="16887"/>
                    <a:pt x="3770" y="16887"/>
                    <a:pt x="3868" y="16822"/>
                  </a:cubicBezTo>
                  <a:cubicBezTo>
                    <a:pt x="3878" y="16827"/>
                    <a:pt x="3887" y="16829"/>
                    <a:pt x="3895" y="16829"/>
                  </a:cubicBezTo>
                  <a:cubicBezTo>
                    <a:pt x="3927" y="16829"/>
                    <a:pt x="3947" y="16796"/>
                    <a:pt x="3973" y="16757"/>
                  </a:cubicBezTo>
                  <a:cubicBezTo>
                    <a:pt x="3981" y="16635"/>
                    <a:pt x="4289" y="16125"/>
                    <a:pt x="4362" y="16108"/>
                  </a:cubicBezTo>
                  <a:cubicBezTo>
                    <a:pt x="4346" y="16035"/>
                    <a:pt x="4346" y="16035"/>
                    <a:pt x="4370" y="15987"/>
                  </a:cubicBezTo>
                  <a:cubicBezTo>
                    <a:pt x="4377" y="15987"/>
                    <a:pt x="4383" y="15987"/>
                    <a:pt x="4388" y="15987"/>
                  </a:cubicBezTo>
                  <a:cubicBezTo>
                    <a:pt x="4490" y="15987"/>
                    <a:pt x="4471" y="15919"/>
                    <a:pt x="4379" y="15873"/>
                  </a:cubicBezTo>
                  <a:lnTo>
                    <a:pt x="4354" y="15914"/>
                  </a:lnTo>
                  <a:lnTo>
                    <a:pt x="4322" y="15962"/>
                  </a:lnTo>
                  <a:cubicBezTo>
                    <a:pt x="4252" y="15918"/>
                    <a:pt x="4291" y="15824"/>
                    <a:pt x="4374" y="15824"/>
                  </a:cubicBezTo>
                  <a:cubicBezTo>
                    <a:pt x="4397" y="15824"/>
                    <a:pt x="4423" y="15831"/>
                    <a:pt x="4452" y="15849"/>
                  </a:cubicBezTo>
                  <a:cubicBezTo>
                    <a:pt x="4479" y="15851"/>
                    <a:pt x="4500" y="15852"/>
                    <a:pt x="4516" y="15852"/>
                  </a:cubicBezTo>
                  <a:cubicBezTo>
                    <a:pt x="4570" y="15852"/>
                    <a:pt x="4559" y="15835"/>
                    <a:pt x="4508" y="15760"/>
                  </a:cubicBezTo>
                  <a:cubicBezTo>
                    <a:pt x="4449" y="15663"/>
                    <a:pt x="4471" y="15621"/>
                    <a:pt x="4563" y="15621"/>
                  </a:cubicBezTo>
                  <a:cubicBezTo>
                    <a:pt x="4571" y="15621"/>
                    <a:pt x="4580" y="15621"/>
                    <a:pt x="4589" y="15622"/>
                  </a:cubicBezTo>
                  <a:cubicBezTo>
                    <a:pt x="4630" y="15642"/>
                    <a:pt x="4653" y="15654"/>
                    <a:pt x="4663" y="15654"/>
                  </a:cubicBezTo>
                  <a:cubicBezTo>
                    <a:pt x="4676" y="15654"/>
                    <a:pt x="4660" y="15630"/>
                    <a:pt x="4622" y="15573"/>
                  </a:cubicBezTo>
                  <a:cubicBezTo>
                    <a:pt x="4520" y="15414"/>
                    <a:pt x="4523" y="15281"/>
                    <a:pt x="4615" y="15281"/>
                  </a:cubicBezTo>
                  <a:cubicBezTo>
                    <a:pt x="4640" y="15281"/>
                    <a:pt x="4672" y="15291"/>
                    <a:pt x="4711" y="15314"/>
                  </a:cubicBezTo>
                  <a:cubicBezTo>
                    <a:pt x="4754" y="15339"/>
                    <a:pt x="4793" y="15350"/>
                    <a:pt x="4824" y="15350"/>
                  </a:cubicBezTo>
                  <a:cubicBezTo>
                    <a:pt x="4863" y="15350"/>
                    <a:pt x="4892" y="15333"/>
                    <a:pt x="4906" y="15306"/>
                  </a:cubicBezTo>
                  <a:cubicBezTo>
                    <a:pt x="4930" y="15257"/>
                    <a:pt x="4889" y="15233"/>
                    <a:pt x="4841" y="15200"/>
                  </a:cubicBezTo>
                  <a:cubicBezTo>
                    <a:pt x="4727" y="15192"/>
                    <a:pt x="4752" y="15152"/>
                    <a:pt x="4897" y="15111"/>
                  </a:cubicBezTo>
                  <a:cubicBezTo>
                    <a:pt x="5116" y="15054"/>
                    <a:pt x="5173" y="14965"/>
                    <a:pt x="5165" y="14771"/>
                  </a:cubicBezTo>
                  <a:cubicBezTo>
                    <a:pt x="5181" y="14608"/>
                    <a:pt x="5223" y="14492"/>
                    <a:pt x="5251" y="14492"/>
                  </a:cubicBezTo>
                  <a:cubicBezTo>
                    <a:pt x="5265" y="14492"/>
                    <a:pt x="5276" y="14520"/>
                    <a:pt x="5279" y="14584"/>
                  </a:cubicBezTo>
                  <a:cubicBezTo>
                    <a:pt x="5295" y="14660"/>
                    <a:pt x="5304" y="14697"/>
                    <a:pt x="5309" y="14697"/>
                  </a:cubicBezTo>
                  <a:cubicBezTo>
                    <a:pt x="5313" y="14697"/>
                    <a:pt x="5315" y="14666"/>
                    <a:pt x="5319" y="14608"/>
                  </a:cubicBezTo>
                  <a:lnTo>
                    <a:pt x="5465" y="14381"/>
                  </a:lnTo>
                  <a:cubicBezTo>
                    <a:pt x="5489" y="14333"/>
                    <a:pt x="5473" y="14268"/>
                    <a:pt x="5424" y="14235"/>
                  </a:cubicBezTo>
                  <a:cubicBezTo>
                    <a:pt x="5546" y="14235"/>
                    <a:pt x="5643" y="14179"/>
                    <a:pt x="5611" y="14025"/>
                  </a:cubicBezTo>
                  <a:lnTo>
                    <a:pt x="5668" y="13935"/>
                  </a:lnTo>
                  <a:cubicBezTo>
                    <a:pt x="5692" y="13887"/>
                    <a:pt x="5692" y="13887"/>
                    <a:pt x="5684" y="13798"/>
                  </a:cubicBezTo>
                  <a:cubicBezTo>
                    <a:pt x="5684" y="13708"/>
                    <a:pt x="5749" y="13700"/>
                    <a:pt x="5806" y="13700"/>
                  </a:cubicBezTo>
                  <a:cubicBezTo>
                    <a:pt x="5830" y="13704"/>
                    <a:pt x="5855" y="13709"/>
                    <a:pt x="5873" y="13709"/>
                  </a:cubicBezTo>
                  <a:cubicBezTo>
                    <a:pt x="5896" y="13709"/>
                    <a:pt x="5909" y="13700"/>
                    <a:pt x="5895" y="13668"/>
                  </a:cubicBezTo>
                  <a:cubicBezTo>
                    <a:pt x="5862" y="13611"/>
                    <a:pt x="5887" y="13457"/>
                    <a:pt x="5895" y="13344"/>
                  </a:cubicBezTo>
                  <a:cubicBezTo>
                    <a:pt x="5899" y="13290"/>
                    <a:pt x="5913" y="13263"/>
                    <a:pt x="5927" y="13263"/>
                  </a:cubicBezTo>
                  <a:cubicBezTo>
                    <a:pt x="5942" y="13263"/>
                    <a:pt x="5956" y="13296"/>
                    <a:pt x="5951" y="13360"/>
                  </a:cubicBezTo>
                  <a:cubicBezTo>
                    <a:pt x="5968" y="13403"/>
                    <a:pt x="5973" y="13417"/>
                    <a:pt x="5997" y="13417"/>
                  </a:cubicBezTo>
                  <a:cubicBezTo>
                    <a:pt x="6008" y="13417"/>
                    <a:pt x="6024" y="13414"/>
                    <a:pt x="6049" y="13408"/>
                  </a:cubicBezTo>
                  <a:cubicBezTo>
                    <a:pt x="6073" y="13368"/>
                    <a:pt x="6089" y="13335"/>
                    <a:pt x="6106" y="13295"/>
                  </a:cubicBezTo>
                  <a:cubicBezTo>
                    <a:pt x="6122" y="13295"/>
                    <a:pt x="6130" y="13287"/>
                    <a:pt x="6122" y="13254"/>
                  </a:cubicBezTo>
                  <a:cubicBezTo>
                    <a:pt x="6119" y="13244"/>
                    <a:pt x="6123" y="13239"/>
                    <a:pt x="6132" y="13239"/>
                  </a:cubicBezTo>
                  <a:cubicBezTo>
                    <a:pt x="6182" y="13239"/>
                    <a:pt x="6395" y="13405"/>
                    <a:pt x="6430" y="13481"/>
                  </a:cubicBezTo>
                  <a:lnTo>
                    <a:pt x="6519" y="13546"/>
                  </a:lnTo>
                  <a:cubicBezTo>
                    <a:pt x="6560" y="13579"/>
                    <a:pt x="6616" y="13554"/>
                    <a:pt x="6665" y="13587"/>
                  </a:cubicBezTo>
                  <a:cubicBezTo>
                    <a:pt x="6686" y="13603"/>
                    <a:pt x="6710" y="13611"/>
                    <a:pt x="6736" y="13611"/>
                  </a:cubicBezTo>
                  <a:cubicBezTo>
                    <a:pt x="6750" y="13611"/>
                    <a:pt x="6764" y="13609"/>
                    <a:pt x="6778" y="13603"/>
                  </a:cubicBezTo>
                  <a:cubicBezTo>
                    <a:pt x="6827" y="13644"/>
                    <a:pt x="6876" y="13676"/>
                    <a:pt x="6843" y="13725"/>
                  </a:cubicBezTo>
                  <a:cubicBezTo>
                    <a:pt x="6883" y="13702"/>
                    <a:pt x="6908" y="13688"/>
                    <a:pt x="6923" y="13688"/>
                  </a:cubicBezTo>
                  <a:cubicBezTo>
                    <a:pt x="6945" y="13688"/>
                    <a:pt x="6945" y="13717"/>
                    <a:pt x="6941" y="13789"/>
                  </a:cubicBezTo>
                  <a:cubicBezTo>
                    <a:pt x="6905" y="13839"/>
                    <a:pt x="6889" y="13861"/>
                    <a:pt x="6900" y="13861"/>
                  </a:cubicBezTo>
                  <a:cubicBezTo>
                    <a:pt x="6908" y="13861"/>
                    <a:pt x="6934" y="13847"/>
                    <a:pt x="6981" y="13822"/>
                  </a:cubicBezTo>
                  <a:cubicBezTo>
                    <a:pt x="6999" y="13820"/>
                    <a:pt x="7013" y="13818"/>
                    <a:pt x="7024" y="13818"/>
                  </a:cubicBezTo>
                  <a:cubicBezTo>
                    <a:pt x="7055" y="13818"/>
                    <a:pt x="7058" y="13832"/>
                    <a:pt x="7070" y="13887"/>
                  </a:cubicBezTo>
                  <a:cubicBezTo>
                    <a:pt x="7048" y="13914"/>
                    <a:pt x="7060" y="13938"/>
                    <a:pt x="7080" y="13938"/>
                  </a:cubicBezTo>
                  <a:cubicBezTo>
                    <a:pt x="7089" y="13938"/>
                    <a:pt x="7100" y="13932"/>
                    <a:pt x="7111" y="13919"/>
                  </a:cubicBezTo>
                  <a:cubicBezTo>
                    <a:pt x="7140" y="13906"/>
                    <a:pt x="7172" y="13900"/>
                    <a:pt x="7204" y="13900"/>
                  </a:cubicBezTo>
                  <a:cubicBezTo>
                    <a:pt x="7288" y="13900"/>
                    <a:pt x="7361" y="13943"/>
                    <a:pt x="7314" y="14008"/>
                  </a:cubicBezTo>
                  <a:cubicBezTo>
                    <a:pt x="7343" y="14020"/>
                    <a:pt x="7373" y="14028"/>
                    <a:pt x="7403" y="14028"/>
                  </a:cubicBezTo>
                  <a:cubicBezTo>
                    <a:pt x="7413" y="14028"/>
                    <a:pt x="7424" y="14027"/>
                    <a:pt x="7435" y="14025"/>
                  </a:cubicBezTo>
                  <a:cubicBezTo>
                    <a:pt x="7481" y="14003"/>
                    <a:pt x="7507" y="13991"/>
                    <a:pt x="7516" y="13991"/>
                  </a:cubicBezTo>
                  <a:cubicBezTo>
                    <a:pt x="7528" y="13991"/>
                    <a:pt x="7512" y="14011"/>
                    <a:pt x="7476" y="14057"/>
                  </a:cubicBezTo>
                  <a:cubicBezTo>
                    <a:pt x="7465" y="14140"/>
                    <a:pt x="7480" y="14181"/>
                    <a:pt x="7524" y="14181"/>
                  </a:cubicBezTo>
                  <a:cubicBezTo>
                    <a:pt x="7545" y="14181"/>
                    <a:pt x="7572" y="14172"/>
                    <a:pt x="7605" y="14154"/>
                  </a:cubicBezTo>
                  <a:cubicBezTo>
                    <a:pt x="7611" y="14154"/>
                    <a:pt x="7615" y="14153"/>
                    <a:pt x="7620" y="14153"/>
                  </a:cubicBezTo>
                  <a:cubicBezTo>
                    <a:pt x="7661" y="14153"/>
                    <a:pt x="7687" y="14183"/>
                    <a:pt x="7695" y="14219"/>
                  </a:cubicBezTo>
                  <a:cubicBezTo>
                    <a:pt x="7741" y="14305"/>
                    <a:pt x="7900" y="14476"/>
                    <a:pt x="7970" y="14476"/>
                  </a:cubicBezTo>
                  <a:cubicBezTo>
                    <a:pt x="7987" y="14476"/>
                    <a:pt x="7998" y="14467"/>
                    <a:pt x="8003" y="14446"/>
                  </a:cubicBezTo>
                  <a:lnTo>
                    <a:pt x="8084" y="14511"/>
                  </a:lnTo>
                  <a:cubicBezTo>
                    <a:pt x="8131" y="14600"/>
                    <a:pt x="8168" y="14637"/>
                    <a:pt x="8226" y="14637"/>
                  </a:cubicBezTo>
                  <a:cubicBezTo>
                    <a:pt x="8237" y="14637"/>
                    <a:pt x="8249" y="14635"/>
                    <a:pt x="8262" y="14633"/>
                  </a:cubicBezTo>
                  <a:lnTo>
                    <a:pt x="8335" y="14625"/>
                  </a:lnTo>
                  <a:lnTo>
                    <a:pt x="8335" y="14625"/>
                  </a:lnTo>
                  <a:cubicBezTo>
                    <a:pt x="8303" y="14673"/>
                    <a:pt x="8311" y="14738"/>
                    <a:pt x="8359" y="14779"/>
                  </a:cubicBezTo>
                  <a:cubicBezTo>
                    <a:pt x="8377" y="14789"/>
                    <a:pt x="8387" y="14795"/>
                    <a:pt x="8395" y="14795"/>
                  </a:cubicBezTo>
                  <a:cubicBezTo>
                    <a:pt x="8406" y="14795"/>
                    <a:pt x="8414" y="14785"/>
                    <a:pt x="8432" y="14762"/>
                  </a:cubicBezTo>
                  <a:cubicBezTo>
                    <a:pt x="8429" y="14730"/>
                    <a:pt x="8435" y="14718"/>
                    <a:pt x="8446" y="14718"/>
                  </a:cubicBezTo>
                  <a:cubicBezTo>
                    <a:pt x="8460" y="14718"/>
                    <a:pt x="8483" y="14736"/>
                    <a:pt x="8505" y="14754"/>
                  </a:cubicBezTo>
                  <a:cubicBezTo>
                    <a:pt x="8554" y="14795"/>
                    <a:pt x="8562" y="14852"/>
                    <a:pt x="8530" y="14900"/>
                  </a:cubicBezTo>
                  <a:lnTo>
                    <a:pt x="8578" y="14933"/>
                  </a:lnTo>
                  <a:cubicBezTo>
                    <a:pt x="8604" y="14896"/>
                    <a:pt x="8628" y="14883"/>
                    <a:pt x="8644" y="14883"/>
                  </a:cubicBezTo>
                  <a:cubicBezTo>
                    <a:pt x="8663" y="14883"/>
                    <a:pt x="8669" y="14902"/>
                    <a:pt x="8651" y="14925"/>
                  </a:cubicBezTo>
                  <a:cubicBezTo>
                    <a:pt x="8659" y="14981"/>
                    <a:pt x="8700" y="15038"/>
                    <a:pt x="8749" y="15062"/>
                  </a:cubicBezTo>
                  <a:cubicBezTo>
                    <a:pt x="8756" y="15053"/>
                    <a:pt x="8762" y="15050"/>
                    <a:pt x="8767" y="15050"/>
                  </a:cubicBezTo>
                  <a:cubicBezTo>
                    <a:pt x="8778" y="15050"/>
                    <a:pt x="8780" y="15071"/>
                    <a:pt x="8767" y="15071"/>
                  </a:cubicBezTo>
                  <a:cubicBezTo>
                    <a:pt x="8762" y="15071"/>
                    <a:pt x="8756" y="15069"/>
                    <a:pt x="8749" y="15062"/>
                  </a:cubicBezTo>
                  <a:lnTo>
                    <a:pt x="8716" y="15103"/>
                  </a:lnTo>
                  <a:cubicBezTo>
                    <a:pt x="8723" y="15135"/>
                    <a:pt x="8732" y="15147"/>
                    <a:pt x="8742" y="15147"/>
                  </a:cubicBezTo>
                  <a:cubicBezTo>
                    <a:pt x="8757" y="15147"/>
                    <a:pt x="8775" y="15119"/>
                    <a:pt x="8789" y="15095"/>
                  </a:cubicBezTo>
                  <a:lnTo>
                    <a:pt x="8878" y="15160"/>
                  </a:lnTo>
                  <a:cubicBezTo>
                    <a:pt x="8901" y="15178"/>
                    <a:pt x="8926" y="15196"/>
                    <a:pt x="8941" y="15196"/>
                  </a:cubicBezTo>
                  <a:cubicBezTo>
                    <a:pt x="8953" y="15196"/>
                    <a:pt x="8959" y="15184"/>
                    <a:pt x="8951" y="15152"/>
                  </a:cubicBezTo>
                  <a:cubicBezTo>
                    <a:pt x="8976" y="15120"/>
                    <a:pt x="9001" y="15084"/>
                    <a:pt x="9030" y="15084"/>
                  </a:cubicBezTo>
                  <a:cubicBezTo>
                    <a:pt x="9039" y="15084"/>
                    <a:pt x="9047" y="15087"/>
                    <a:pt x="9057" y="15095"/>
                  </a:cubicBezTo>
                  <a:cubicBezTo>
                    <a:pt x="9064" y="15086"/>
                    <a:pt x="9071" y="15082"/>
                    <a:pt x="9076" y="15082"/>
                  </a:cubicBezTo>
                  <a:cubicBezTo>
                    <a:pt x="9089" y="15082"/>
                    <a:pt x="9093" y="15103"/>
                    <a:pt x="9078" y="15103"/>
                  </a:cubicBezTo>
                  <a:cubicBezTo>
                    <a:pt x="9073" y="15103"/>
                    <a:pt x="9066" y="15101"/>
                    <a:pt x="9057" y="15095"/>
                  </a:cubicBezTo>
                  <a:cubicBezTo>
                    <a:pt x="9032" y="15143"/>
                    <a:pt x="9000" y="15184"/>
                    <a:pt x="9041" y="15216"/>
                  </a:cubicBezTo>
                  <a:cubicBezTo>
                    <a:pt x="9065" y="15233"/>
                    <a:pt x="9073" y="15265"/>
                    <a:pt x="9049" y="15289"/>
                  </a:cubicBezTo>
                  <a:cubicBezTo>
                    <a:pt x="8948" y="15344"/>
                    <a:pt x="9135" y="15420"/>
                    <a:pt x="9216" y="15420"/>
                  </a:cubicBezTo>
                  <a:cubicBezTo>
                    <a:pt x="9220" y="15420"/>
                    <a:pt x="9224" y="15420"/>
                    <a:pt x="9227" y="15419"/>
                  </a:cubicBezTo>
                  <a:cubicBezTo>
                    <a:pt x="9258" y="15414"/>
                    <a:pt x="9285" y="15411"/>
                    <a:pt x="9307" y="15411"/>
                  </a:cubicBezTo>
                  <a:cubicBezTo>
                    <a:pt x="9389" y="15411"/>
                    <a:pt x="9408" y="15446"/>
                    <a:pt x="9357" y="15516"/>
                  </a:cubicBezTo>
                  <a:cubicBezTo>
                    <a:pt x="9329" y="15551"/>
                    <a:pt x="9342" y="15568"/>
                    <a:pt x="9376" y="15568"/>
                  </a:cubicBezTo>
                  <a:cubicBezTo>
                    <a:pt x="9422" y="15568"/>
                    <a:pt x="9506" y="15539"/>
                    <a:pt x="9584" y="15484"/>
                  </a:cubicBezTo>
                  <a:lnTo>
                    <a:pt x="9722" y="15387"/>
                  </a:lnTo>
                  <a:lnTo>
                    <a:pt x="9722" y="15387"/>
                  </a:lnTo>
                  <a:lnTo>
                    <a:pt x="9624" y="15516"/>
                  </a:lnTo>
                  <a:cubicBezTo>
                    <a:pt x="9543" y="15719"/>
                    <a:pt x="9543" y="15719"/>
                    <a:pt x="9738" y="15727"/>
                  </a:cubicBezTo>
                  <a:cubicBezTo>
                    <a:pt x="9851" y="15752"/>
                    <a:pt x="9851" y="15752"/>
                    <a:pt x="9819" y="15792"/>
                  </a:cubicBezTo>
                  <a:cubicBezTo>
                    <a:pt x="9786" y="15833"/>
                    <a:pt x="9835" y="15865"/>
                    <a:pt x="9965" y="15962"/>
                  </a:cubicBezTo>
                  <a:cubicBezTo>
                    <a:pt x="10054" y="16030"/>
                    <a:pt x="10101" y="16066"/>
                    <a:pt x="10133" y="16066"/>
                  </a:cubicBezTo>
                  <a:cubicBezTo>
                    <a:pt x="10147" y="16066"/>
                    <a:pt x="10157" y="16059"/>
                    <a:pt x="10168" y="16043"/>
                  </a:cubicBezTo>
                  <a:lnTo>
                    <a:pt x="10257" y="16108"/>
                  </a:lnTo>
                  <a:cubicBezTo>
                    <a:pt x="10243" y="16174"/>
                    <a:pt x="10273" y="16209"/>
                    <a:pt x="10306" y="16209"/>
                  </a:cubicBezTo>
                  <a:cubicBezTo>
                    <a:pt x="10333" y="16209"/>
                    <a:pt x="10363" y="16185"/>
                    <a:pt x="10370" y="16133"/>
                  </a:cubicBezTo>
                  <a:lnTo>
                    <a:pt x="10459" y="16197"/>
                  </a:lnTo>
                  <a:lnTo>
                    <a:pt x="10427" y="16238"/>
                  </a:lnTo>
                  <a:cubicBezTo>
                    <a:pt x="10395" y="16279"/>
                    <a:pt x="10484" y="16343"/>
                    <a:pt x="10832" y="16603"/>
                  </a:cubicBezTo>
                  <a:cubicBezTo>
                    <a:pt x="11104" y="16801"/>
                    <a:pt x="11206" y="16877"/>
                    <a:pt x="11265" y="16877"/>
                  </a:cubicBezTo>
                  <a:cubicBezTo>
                    <a:pt x="11290" y="16877"/>
                    <a:pt x="11307" y="16862"/>
                    <a:pt x="11327" y="16838"/>
                  </a:cubicBezTo>
                  <a:cubicBezTo>
                    <a:pt x="11363" y="16819"/>
                    <a:pt x="11392" y="16810"/>
                    <a:pt x="11412" y="16810"/>
                  </a:cubicBezTo>
                  <a:cubicBezTo>
                    <a:pt x="11452" y="16810"/>
                    <a:pt x="11459" y="16844"/>
                    <a:pt x="11416" y="16903"/>
                  </a:cubicBezTo>
                  <a:cubicBezTo>
                    <a:pt x="11390" y="16935"/>
                    <a:pt x="11390" y="16988"/>
                    <a:pt x="11407" y="16988"/>
                  </a:cubicBezTo>
                  <a:cubicBezTo>
                    <a:pt x="11412" y="16988"/>
                    <a:pt x="11418" y="16984"/>
                    <a:pt x="11424" y="16976"/>
                  </a:cubicBezTo>
                  <a:cubicBezTo>
                    <a:pt x="11473" y="17008"/>
                    <a:pt x="11505" y="17057"/>
                    <a:pt x="11522" y="17114"/>
                  </a:cubicBezTo>
                  <a:cubicBezTo>
                    <a:pt x="11569" y="17231"/>
                    <a:pt x="11617" y="17267"/>
                    <a:pt x="11654" y="17267"/>
                  </a:cubicBezTo>
                  <a:cubicBezTo>
                    <a:pt x="11673" y="17267"/>
                    <a:pt x="11689" y="17257"/>
                    <a:pt x="11700" y="17243"/>
                  </a:cubicBezTo>
                  <a:cubicBezTo>
                    <a:pt x="11706" y="17198"/>
                    <a:pt x="11712" y="17181"/>
                    <a:pt x="11718" y="17181"/>
                  </a:cubicBezTo>
                  <a:cubicBezTo>
                    <a:pt x="11727" y="17181"/>
                    <a:pt x="11735" y="17230"/>
                    <a:pt x="11740" y="17276"/>
                  </a:cubicBezTo>
                  <a:cubicBezTo>
                    <a:pt x="11753" y="17334"/>
                    <a:pt x="11761" y="17393"/>
                    <a:pt x="11781" y="17393"/>
                  </a:cubicBezTo>
                  <a:cubicBezTo>
                    <a:pt x="11785" y="17393"/>
                    <a:pt x="11791" y="17389"/>
                    <a:pt x="11797" y="17381"/>
                  </a:cubicBezTo>
                  <a:cubicBezTo>
                    <a:pt x="11799" y="17381"/>
                    <a:pt x="11801" y="17381"/>
                    <a:pt x="11804" y="17381"/>
                  </a:cubicBezTo>
                  <a:cubicBezTo>
                    <a:pt x="11886" y="17381"/>
                    <a:pt x="12160" y="17521"/>
                    <a:pt x="12097" y="17608"/>
                  </a:cubicBezTo>
                  <a:lnTo>
                    <a:pt x="12186" y="17673"/>
                  </a:lnTo>
                  <a:cubicBezTo>
                    <a:pt x="12194" y="17661"/>
                    <a:pt x="12206" y="17656"/>
                    <a:pt x="12219" y="17656"/>
                  </a:cubicBezTo>
                  <a:cubicBezTo>
                    <a:pt x="12262" y="17656"/>
                    <a:pt x="12328" y="17705"/>
                    <a:pt x="12389" y="17754"/>
                  </a:cubicBezTo>
                  <a:cubicBezTo>
                    <a:pt x="12478" y="17819"/>
                    <a:pt x="12519" y="17851"/>
                    <a:pt x="12494" y="17892"/>
                  </a:cubicBezTo>
                  <a:cubicBezTo>
                    <a:pt x="12413" y="17900"/>
                    <a:pt x="12462" y="17941"/>
                    <a:pt x="12576" y="17957"/>
                  </a:cubicBezTo>
                  <a:cubicBezTo>
                    <a:pt x="12589" y="17966"/>
                    <a:pt x="12607" y="17969"/>
                    <a:pt x="12626" y="17969"/>
                  </a:cubicBezTo>
                  <a:cubicBezTo>
                    <a:pt x="12658" y="17969"/>
                    <a:pt x="12694" y="17961"/>
                    <a:pt x="12724" y="17961"/>
                  </a:cubicBezTo>
                  <a:cubicBezTo>
                    <a:pt x="12743" y="17961"/>
                    <a:pt x="12759" y="17964"/>
                    <a:pt x="12770" y="17973"/>
                  </a:cubicBezTo>
                  <a:cubicBezTo>
                    <a:pt x="12794" y="17944"/>
                    <a:pt x="12828" y="17929"/>
                    <a:pt x="12861" y="17929"/>
                  </a:cubicBezTo>
                  <a:cubicBezTo>
                    <a:pt x="12883" y="17929"/>
                    <a:pt x="12905" y="17936"/>
                    <a:pt x="12924" y="17949"/>
                  </a:cubicBezTo>
                  <a:lnTo>
                    <a:pt x="12892" y="17989"/>
                  </a:lnTo>
                  <a:lnTo>
                    <a:pt x="12827" y="18078"/>
                  </a:lnTo>
                  <a:cubicBezTo>
                    <a:pt x="12853" y="18099"/>
                    <a:pt x="12881" y="18120"/>
                    <a:pt x="12905" y="18120"/>
                  </a:cubicBezTo>
                  <a:cubicBezTo>
                    <a:pt x="12919" y="18120"/>
                    <a:pt x="12931" y="18113"/>
                    <a:pt x="12940" y="18095"/>
                  </a:cubicBezTo>
                  <a:cubicBezTo>
                    <a:pt x="12957" y="18176"/>
                    <a:pt x="12997" y="18200"/>
                    <a:pt x="13086" y="18265"/>
                  </a:cubicBezTo>
                  <a:cubicBezTo>
                    <a:pt x="13170" y="18326"/>
                    <a:pt x="13247" y="18387"/>
                    <a:pt x="13324" y="18387"/>
                  </a:cubicBezTo>
                  <a:cubicBezTo>
                    <a:pt x="13328" y="18387"/>
                    <a:pt x="13333" y="18387"/>
                    <a:pt x="13338" y="18387"/>
                  </a:cubicBezTo>
                  <a:lnTo>
                    <a:pt x="13338" y="18387"/>
                  </a:lnTo>
                  <a:cubicBezTo>
                    <a:pt x="13316" y="18486"/>
                    <a:pt x="13513" y="18648"/>
                    <a:pt x="13633" y="18648"/>
                  </a:cubicBezTo>
                  <a:cubicBezTo>
                    <a:pt x="13650" y="18648"/>
                    <a:pt x="13665" y="18645"/>
                    <a:pt x="13678" y="18638"/>
                  </a:cubicBezTo>
                  <a:cubicBezTo>
                    <a:pt x="13688" y="18626"/>
                    <a:pt x="13699" y="18620"/>
                    <a:pt x="13710" y="18620"/>
                  </a:cubicBezTo>
                  <a:cubicBezTo>
                    <a:pt x="13736" y="18620"/>
                    <a:pt x="13762" y="18652"/>
                    <a:pt x="13767" y="18703"/>
                  </a:cubicBezTo>
                  <a:cubicBezTo>
                    <a:pt x="13779" y="18759"/>
                    <a:pt x="13782" y="18776"/>
                    <a:pt x="13807" y="18776"/>
                  </a:cubicBezTo>
                  <a:cubicBezTo>
                    <a:pt x="13818" y="18776"/>
                    <a:pt x="13834" y="18773"/>
                    <a:pt x="13857" y="18768"/>
                  </a:cubicBezTo>
                  <a:cubicBezTo>
                    <a:pt x="13860" y="18767"/>
                    <a:pt x="13864" y="18767"/>
                    <a:pt x="13867" y="18767"/>
                  </a:cubicBezTo>
                  <a:cubicBezTo>
                    <a:pt x="13930" y="18767"/>
                    <a:pt x="13938" y="18836"/>
                    <a:pt x="13954" y="18905"/>
                  </a:cubicBezTo>
                  <a:cubicBezTo>
                    <a:pt x="13940" y="19008"/>
                    <a:pt x="13967" y="19047"/>
                    <a:pt x="14019" y="19047"/>
                  </a:cubicBezTo>
                  <a:cubicBezTo>
                    <a:pt x="14029" y="19047"/>
                    <a:pt x="14040" y="19046"/>
                    <a:pt x="14051" y="19043"/>
                  </a:cubicBezTo>
                  <a:cubicBezTo>
                    <a:pt x="14140" y="19068"/>
                    <a:pt x="14230" y="19108"/>
                    <a:pt x="14302" y="19165"/>
                  </a:cubicBezTo>
                  <a:cubicBezTo>
                    <a:pt x="14361" y="19178"/>
                    <a:pt x="14403" y="19192"/>
                    <a:pt x="14427" y="19192"/>
                  </a:cubicBezTo>
                  <a:cubicBezTo>
                    <a:pt x="14449" y="19192"/>
                    <a:pt x="14456" y="19180"/>
                    <a:pt x="14448" y="19141"/>
                  </a:cubicBezTo>
                  <a:cubicBezTo>
                    <a:pt x="14481" y="19116"/>
                    <a:pt x="14513" y="19092"/>
                    <a:pt x="14554" y="19092"/>
                  </a:cubicBezTo>
                  <a:cubicBezTo>
                    <a:pt x="14646" y="19104"/>
                    <a:pt x="14650" y="19135"/>
                    <a:pt x="14628" y="19135"/>
                  </a:cubicBezTo>
                  <a:cubicBezTo>
                    <a:pt x="14621" y="19135"/>
                    <a:pt x="14612" y="19132"/>
                    <a:pt x="14602" y="19124"/>
                  </a:cubicBezTo>
                  <a:cubicBezTo>
                    <a:pt x="14576" y="19119"/>
                    <a:pt x="14557" y="19116"/>
                    <a:pt x="14544" y="19116"/>
                  </a:cubicBezTo>
                  <a:cubicBezTo>
                    <a:pt x="14498" y="19116"/>
                    <a:pt x="14525" y="19149"/>
                    <a:pt x="14538" y="19205"/>
                  </a:cubicBezTo>
                  <a:cubicBezTo>
                    <a:pt x="14546" y="19287"/>
                    <a:pt x="14635" y="19343"/>
                    <a:pt x="14675" y="19376"/>
                  </a:cubicBezTo>
                  <a:lnTo>
                    <a:pt x="14854" y="19505"/>
                  </a:lnTo>
                  <a:cubicBezTo>
                    <a:pt x="14926" y="19607"/>
                    <a:pt x="14966" y="19651"/>
                    <a:pt x="14996" y="19651"/>
                  </a:cubicBezTo>
                  <a:cubicBezTo>
                    <a:pt x="15006" y="19651"/>
                    <a:pt x="15016" y="19646"/>
                    <a:pt x="15024" y="19635"/>
                  </a:cubicBezTo>
                  <a:lnTo>
                    <a:pt x="15057" y="19595"/>
                  </a:lnTo>
                  <a:lnTo>
                    <a:pt x="15057" y="19595"/>
                  </a:lnTo>
                  <a:cubicBezTo>
                    <a:pt x="15035" y="19697"/>
                    <a:pt x="15434" y="20004"/>
                    <a:pt x="15561" y="20004"/>
                  </a:cubicBezTo>
                  <a:cubicBezTo>
                    <a:pt x="15575" y="20004"/>
                    <a:pt x="15585" y="20000"/>
                    <a:pt x="15592" y="19992"/>
                  </a:cubicBezTo>
                  <a:lnTo>
                    <a:pt x="15592" y="19992"/>
                  </a:lnTo>
                  <a:lnTo>
                    <a:pt x="15575" y="20041"/>
                  </a:lnTo>
                  <a:cubicBezTo>
                    <a:pt x="15551" y="20089"/>
                    <a:pt x="15600" y="20122"/>
                    <a:pt x="15681" y="20186"/>
                  </a:cubicBezTo>
                  <a:cubicBezTo>
                    <a:pt x="15794" y="20243"/>
                    <a:pt x="15908" y="20300"/>
                    <a:pt x="16013" y="20365"/>
                  </a:cubicBezTo>
                  <a:cubicBezTo>
                    <a:pt x="16132" y="20454"/>
                    <a:pt x="16229" y="20526"/>
                    <a:pt x="16263" y="20526"/>
                  </a:cubicBezTo>
                  <a:cubicBezTo>
                    <a:pt x="16275" y="20526"/>
                    <a:pt x="16279" y="20516"/>
                    <a:pt x="16273" y="20495"/>
                  </a:cubicBezTo>
                  <a:lnTo>
                    <a:pt x="16273" y="20495"/>
                  </a:lnTo>
                  <a:lnTo>
                    <a:pt x="16297" y="20511"/>
                  </a:lnTo>
                  <a:cubicBezTo>
                    <a:pt x="16299" y="20504"/>
                    <a:pt x="16301" y="20500"/>
                    <a:pt x="16303" y="20500"/>
                  </a:cubicBezTo>
                  <a:cubicBezTo>
                    <a:pt x="16307" y="20500"/>
                    <a:pt x="16312" y="20522"/>
                    <a:pt x="16329" y="20568"/>
                  </a:cubicBezTo>
                  <a:cubicBezTo>
                    <a:pt x="16333" y="20630"/>
                    <a:pt x="16339" y="20651"/>
                    <a:pt x="16346" y="20651"/>
                  </a:cubicBezTo>
                  <a:cubicBezTo>
                    <a:pt x="16353" y="20651"/>
                    <a:pt x="16361" y="20625"/>
                    <a:pt x="16370" y="20600"/>
                  </a:cubicBezTo>
                  <a:cubicBezTo>
                    <a:pt x="16378" y="20527"/>
                    <a:pt x="16370" y="20462"/>
                    <a:pt x="16338" y="20397"/>
                  </a:cubicBezTo>
                  <a:cubicBezTo>
                    <a:pt x="16305" y="20316"/>
                    <a:pt x="16321" y="20284"/>
                    <a:pt x="16386" y="20268"/>
                  </a:cubicBezTo>
                  <a:cubicBezTo>
                    <a:pt x="16451" y="20251"/>
                    <a:pt x="16524" y="20049"/>
                    <a:pt x="16524" y="19919"/>
                  </a:cubicBezTo>
                  <a:cubicBezTo>
                    <a:pt x="16536" y="19884"/>
                    <a:pt x="16547" y="19854"/>
                    <a:pt x="16567" y="19854"/>
                  </a:cubicBezTo>
                  <a:cubicBezTo>
                    <a:pt x="16576" y="19854"/>
                    <a:pt x="16585" y="19859"/>
                    <a:pt x="16597" y="19870"/>
                  </a:cubicBezTo>
                  <a:cubicBezTo>
                    <a:pt x="16654" y="19870"/>
                    <a:pt x="16743" y="19781"/>
                    <a:pt x="16686" y="19635"/>
                  </a:cubicBezTo>
                  <a:cubicBezTo>
                    <a:pt x="16696" y="19607"/>
                    <a:pt x="16700" y="19595"/>
                    <a:pt x="16711" y="19595"/>
                  </a:cubicBezTo>
                  <a:cubicBezTo>
                    <a:pt x="16719" y="19595"/>
                    <a:pt x="16731" y="19601"/>
                    <a:pt x="16751" y="19611"/>
                  </a:cubicBezTo>
                  <a:cubicBezTo>
                    <a:pt x="16816" y="19587"/>
                    <a:pt x="16873" y="19595"/>
                    <a:pt x="16792" y="19514"/>
                  </a:cubicBezTo>
                  <a:cubicBezTo>
                    <a:pt x="16783" y="19376"/>
                    <a:pt x="16832" y="19254"/>
                    <a:pt x="16921" y="19157"/>
                  </a:cubicBezTo>
                  <a:cubicBezTo>
                    <a:pt x="16946" y="19108"/>
                    <a:pt x="16962" y="19060"/>
                    <a:pt x="16913" y="19035"/>
                  </a:cubicBezTo>
                  <a:lnTo>
                    <a:pt x="16865" y="19019"/>
                  </a:lnTo>
                  <a:cubicBezTo>
                    <a:pt x="16986" y="19003"/>
                    <a:pt x="16986" y="19003"/>
                    <a:pt x="16905" y="18922"/>
                  </a:cubicBezTo>
                  <a:cubicBezTo>
                    <a:pt x="16863" y="18901"/>
                    <a:pt x="16869" y="18862"/>
                    <a:pt x="16903" y="18862"/>
                  </a:cubicBezTo>
                  <a:cubicBezTo>
                    <a:pt x="16908" y="18862"/>
                    <a:pt x="16915" y="18863"/>
                    <a:pt x="16921" y="18865"/>
                  </a:cubicBezTo>
                  <a:cubicBezTo>
                    <a:pt x="16962" y="18849"/>
                    <a:pt x="16994" y="18824"/>
                    <a:pt x="17010" y="18784"/>
                  </a:cubicBezTo>
                  <a:cubicBezTo>
                    <a:pt x="17051" y="18589"/>
                    <a:pt x="17108" y="18403"/>
                    <a:pt x="17173" y="18216"/>
                  </a:cubicBezTo>
                  <a:cubicBezTo>
                    <a:pt x="17327" y="17811"/>
                    <a:pt x="17383" y="17657"/>
                    <a:pt x="17335" y="17641"/>
                  </a:cubicBezTo>
                  <a:cubicBezTo>
                    <a:pt x="17302" y="17568"/>
                    <a:pt x="17302" y="17568"/>
                    <a:pt x="17375" y="17535"/>
                  </a:cubicBezTo>
                  <a:cubicBezTo>
                    <a:pt x="17424" y="17511"/>
                    <a:pt x="17465" y="17462"/>
                    <a:pt x="17481" y="17406"/>
                  </a:cubicBezTo>
                  <a:cubicBezTo>
                    <a:pt x="17495" y="17363"/>
                    <a:pt x="17515" y="17321"/>
                    <a:pt x="17552" y="17321"/>
                  </a:cubicBezTo>
                  <a:cubicBezTo>
                    <a:pt x="17557" y="17321"/>
                    <a:pt x="17563" y="17322"/>
                    <a:pt x="17570" y="17324"/>
                  </a:cubicBezTo>
                  <a:cubicBezTo>
                    <a:pt x="17537" y="17260"/>
                    <a:pt x="17537" y="17260"/>
                    <a:pt x="17562" y="17203"/>
                  </a:cubicBezTo>
                  <a:lnTo>
                    <a:pt x="17562" y="17203"/>
                  </a:lnTo>
                  <a:cubicBezTo>
                    <a:pt x="17570" y="17207"/>
                    <a:pt x="17578" y="17209"/>
                    <a:pt x="17585" y="17209"/>
                  </a:cubicBezTo>
                  <a:cubicBezTo>
                    <a:pt x="17615" y="17209"/>
                    <a:pt x="17621" y="17166"/>
                    <a:pt x="17594" y="17106"/>
                  </a:cubicBezTo>
                  <a:cubicBezTo>
                    <a:pt x="17551" y="17052"/>
                    <a:pt x="17533" y="17031"/>
                    <a:pt x="17547" y="17031"/>
                  </a:cubicBezTo>
                  <a:cubicBezTo>
                    <a:pt x="17556" y="17031"/>
                    <a:pt x="17579" y="17041"/>
                    <a:pt x="17619" y="17057"/>
                  </a:cubicBezTo>
                  <a:cubicBezTo>
                    <a:pt x="17621" y="17058"/>
                    <a:pt x="17625" y="17058"/>
                    <a:pt x="17628" y="17058"/>
                  </a:cubicBezTo>
                  <a:cubicBezTo>
                    <a:pt x="17673" y="17058"/>
                    <a:pt x="17748" y="16971"/>
                    <a:pt x="17723" y="16971"/>
                  </a:cubicBezTo>
                  <a:cubicBezTo>
                    <a:pt x="17720" y="16971"/>
                    <a:pt x="17715" y="16972"/>
                    <a:pt x="17708" y="16976"/>
                  </a:cubicBezTo>
                  <a:cubicBezTo>
                    <a:pt x="17659" y="16952"/>
                    <a:pt x="17692" y="16854"/>
                    <a:pt x="17667" y="16781"/>
                  </a:cubicBezTo>
                  <a:cubicBezTo>
                    <a:pt x="17681" y="16739"/>
                    <a:pt x="17695" y="16697"/>
                    <a:pt x="17730" y="16697"/>
                  </a:cubicBezTo>
                  <a:cubicBezTo>
                    <a:pt x="17736" y="16697"/>
                    <a:pt x="17742" y="16698"/>
                    <a:pt x="17748" y="16700"/>
                  </a:cubicBezTo>
                  <a:cubicBezTo>
                    <a:pt x="17821" y="16668"/>
                    <a:pt x="17870" y="16400"/>
                    <a:pt x="17837" y="16327"/>
                  </a:cubicBezTo>
                  <a:cubicBezTo>
                    <a:pt x="17796" y="16313"/>
                    <a:pt x="17802" y="16275"/>
                    <a:pt x="17835" y="16275"/>
                  </a:cubicBezTo>
                  <a:cubicBezTo>
                    <a:pt x="17841" y="16275"/>
                    <a:pt x="17847" y="16276"/>
                    <a:pt x="17854" y="16279"/>
                  </a:cubicBezTo>
                  <a:cubicBezTo>
                    <a:pt x="17860" y="16281"/>
                    <a:pt x="17866" y="16282"/>
                    <a:pt x="17872" y="16282"/>
                  </a:cubicBezTo>
                  <a:cubicBezTo>
                    <a:pt x="17909" y="16282"/>
                    <a:pt x="17929" y="16240"/>
                    <a:pt x="17943" y="16197"/>
                  </a:cubicBezTo>
                  <a:cubicBezTo>
                    <a:pt x="17925" y="16162"/>
                    <a:pt x="17934" y="16151"/>
                    <a:pt x="17954" y="16151"/>
                  </a:cubicBezTo>
                  <a:cubicBezTo>
                    <a:pt x="17971" y="16151"/>
                    <a:pt x="17994" y="16158"/>
                    <a:pt x="18016" y="16165"/>
                  </a:cubicBezTo>
                  <a:cubicBezTo>
                    <a:pt x="18024" y="16189"/>
                    <a:pt x="18032" y="16200"/>
                    <a:pt x="18040" y="16200"/>
                  </a:cubicBezTo>
                  <a:cubicBezTo>
                    <a:pt x="18058" y="16200"/>
                    <a:pt x="18078" y="16155"/>
                    <a:pt x="18105" y="16084"/>
                  </a:cubicBezTo>
                  <a:cubicBezTo>
                    <a:pt x="18073" y="16019"/>
                    <a:pt x="18146" y="15816"/>
                    <a:pt x="18202" y="15662"/>
                  </a:cubicBezTo>
                  <a:cubicBezTo>
                    <a:pt x="18300" y="15411"/>
                    <a:pt x="18275" y="15338"/>
                    <a:pt x="18210" y="15200"/>
                  </a:cubicBezTo>
                  <a:lnTo>
                    <a:pt x="18129" y="15119"/>
                  </a:lnTo>
                  <a:lnTo>
                    <a:pt x="18235" y="15152"/>
                  </a:lnTo>
                  <a:cubicBezTo>
                    <a:pt x="18263" y="15161"/>
                    <a:pt x="18295" y="15165"/>
                    <a:pt x="18327" y="15165"/>
                  </a:cubicBezTo>
                  <a:cubicBezTo>
                    <a:pt x="18350" y="15165"/>
                    <a:pt x="18373" y="15163"/>
                    <a:pt x="18397" y="15160"/>
                  </a:cubicBezTo>
                  <a:cubicBezTo>
                    <a:pt x="18421" y="15111"/>
                    <a:pt x="18364" y="15087"/>
                    <a:pt x="18316" y="15071"/>
                  </a:cubicBezTo>
                  <a:cubicBezTo>
                    <a:pt x="18267" y="15054"/>
                    <a:pt x="18291" y="15006"/>
                    <a:pt x="18381" y="14916"/>
                  </a:cubicBezTo>
                  <a:cubicBezTo>
                    <a:pt x="18462" y="14835"/>
                    <a:pt x="18486" y="14787"/>
                    <a:pt x="18454" y="14722"/>
                  </a:cubicBezTo>
                  <a:cubicBezTo>
                    <a:pt x="18470" y="14665"/>
                    <a:pt x="18510" y="14616"/>
                    <a:pt x="18559" y="14584"/>
                  </a:cubicBezTo>
                  <a:cubicBezTo>
                    <a:pt x="18583" y="14535"/>
                    <a:pt x="18583" y="14535"/>
                    <a:pt x="18535" y="14519"/>
                  </a:cubicBezTo>
                  <a:cubicBezTo>
                    <a:pt x="18478" y="14503"/>
                    <a:pt x="18502" y="14446"/>
                    <a:pt x="18567" y="14414"/>
                  </a:cubicBezTo>
                  <a:cubicBezTo>
                    <a:pt x="18689" y="14406"/>
                    <a:pt x="18746" y="14252"/>
                    <a:pt x="18697" y="14235"/>
                  </a:cubicBezTo>
                  <a:cubicBezTo>
                    <a:pt x="18648" y="14219"/>
                    <a:pt x="18664" y="14162"/>
                    <a:pt x="18689" y="14114"/>
                  </a:cubicBezTo>
                  <a:cubicBezTo>
                    <a:pt x="18713" y="14065"/>
                    <a:pt x="18713" y="14000"/>
                    <a:pt x="18697" y="13944"/>
                  </a:cubicBezTo>
                  <a:lnTo>
                    <a:pt x="18729" y="13846"/>
                  </a:lnTo>
                  <a:cubicBezTo>
                    <a:pt x="18735" y="13834"/>
                    <a:pt x="18741" y="13829"/>
                    <a:pt x="18747" y="13829"/>
                  </a:cubicBezTo>
                  <a:cubicBezTo>
                    <a:pt x="18763" y="13829"/>
                    <a:pt x="18774" y="13875"/>
                    <a:pt x="18762" y="13911"/>
                  </a:cubicBezTo>
                  <a:lnTo>
                    <a:pt x="18835" y="13879"/>
                  </a:lnTo>
                  <a:cubicBezTo>
                    <a:pt x="18867" y="13781"/>
                    <a:pt x="18891" y="13733"/>
                    <a:pt x="18859" y="13660"/>
                  </a:cubicBezTo>
                  <a:cubicBezTo>
                    <a:pt x="18811" y="13607"/>
                    <a:pt x="18791" y="13585"/>
                    <a:pt x="18804" y="13585"/>
                  </a:cubicBezTo>
                  <a:cubicBezTo>
                    <a:pt x="18813" y="13585"/>
                    <a:pt x="18836" y="13595"/>
                    <a:pt x="18875" y="13611"/>
                  </a:cubicBezTo>
                  <a:cubicBezTo>
                    <a:pt x="18884" y="13614"/>
                    <a:pt x="18893" y="13615"/>
                    <a:pt x="18902" y="13615"/>
                  </a:cubicBezTo>
                  <a:cubicBezTo>
                    <a:pt x="18946" y="13615"/>
                    <a:pt x="18991" y="13584"/>
                    <a:pt x="18964" y="13530"/>
                  </a:cubicBezTo>
                  <a:cubicBezTo>
                    <a:pt x="18897" y="13456"/>
                    <a:pt x="18937" y="13421"/>
                    <a:pt x="18980" y="13421"/>
                  </a:cubicBezTo>
                  <a:cubicBezTo>
                    <a:pt x="18988" y="13421"/>
                    <a:pt x="18997" y="13422"/>
                    <a:pt x="19005" y="13425"/>
                  </a:cubicBezTo>
                  <a:cubicBezTo>
                    <a:pt x="19036" y="13459"/>
                    <a:pt x="19055" y="13480"/>
                    <a:pt x="19065" y="13480"/>
                  </a:cubicBezTo>
                  <a:cubicBezTo>
                    <a:pt x="19083" y="13480"/>
                    <a:pt x="19077" y="13424"/>
                    <a:pt x="19062" y="13279"/>
                  </a:cubicBezTo>
                  <a:cubicBezTo>
                    <a:pt x="19102" y="13173"/>
                    <a:pt x="19127" y="12954"/>
                    <a:pt x="19183" y="12808"/>
                  </a:cubicBezTo>
                  <a:cubicBezTo>
                    <a:pt x="19264" y="12606"/>
                    <a:pt x="19305" y="12500"/>
                    <a:pt x="19370" y="12468"/>
                  </a:cubicBezTo>
                  <a:cubicBezTo>
                    <a:pt x="19374" y="12470"/>
                    <a:pt x="19377" y="12471"/>
                    <a:pt x="19381" y="12472"/>
                  </a:cubicBezTo>
                  <a:lnTo>
                    <a:pt x="19381" y="12472"/>
                  </a:lnTo>
                  <a:cubicBezTo>
                    <a:pt x="19327" y="12434"/>
                    <a:pt x="19348" y="12379"/>
                    <a:pt x="19402" y="12249"/>
                  </a:cubicBezTo>
                  <a:cubicBezTo>
                    <a:pt x="19483" y="12168"/>
                    <a:pt x="19508" y="12038"/>
                    <a:pt x="19467" y="11933"/>
                  </a:cubicBezTo>
                  <a:lnTo>
                    <a:pt x="19467" y="11933"/>
                  </a:lnTo>
                  <a:cubicBezTo>
                    <a:pt x="19443" y="11981"/>
                    <a:pt x="19427" y="12030"/>
                    <a:pt x="19427" y="12030"/>
                  </a:cubicBezTo>
                  <a:cubicBezTo>
                    <a:pt x="19329" y="11990"/>
                    <a:pt x="19346" y="11941"/>
                    <a:pt x="19435" y="11860"/>
                  </a:cubicBezTo>
                  <a:cubicBezTo>
                    <a:pt x="19442" y="11837"/>
                    <a:pt x="19457" y="11828"/>
                    <a:pt x="19477" y="11828"/>
                  </a:cubicBezTo>
                  <a:cubicBezTo>
                    <a:pt x="19499" y="11828"/>
                    <a:pt x="19526" y="11839"/>
                    <a:pt x="19556" y="11852"/>
                  </a:cubicBezTo>
                  <a:cubicBezTo>
                    <a:pt x="19565" y="11855"/>
                    <a:pt x="19574" y="11856"/>
                    <a:pt x="19583" y="11856"/>
                  </a:cubicBezTo>
                  <a:cubicBezTo>
                    <a:pt x="19627" y="11856"/>
                    <a:pt x="19674" y="11827"/>
                    <a:pt x="19694" y="11787"/>
                  </a:cubicBezTo>
                  <a:cubicBezTo>
                    <a:pt x="19707" y="11748"/>
                    <a:pt x="19720" y="11704"/>
                    <a:pt x="19692" y="11704"/>
                  </a:cubicBezTo>
                  <a:cubicBezTo>
                    <a:pt x="19685" y="11704"/>
                    <a:pt x="19675" y="11707"/>
                    <a:pt x="19662" y="11714"/>
                  </a:cubicBezTo>
                  <a:cubicBezTo>
                    <a:pt x="19613" y="11698"/>
                    <a:pt x="19613" y="11698"/>
                    <a:pt x="19629" y="11649"/>
                  </a:cubicBezTo>
                  <a:cubicBezTo>
                    <a:pt x="19654" y="11592"/>
                    <a:pt x="19662" y="11536"/>
                    <a:pt x="19637" y="11479"/>
                  </a:cubicBezTo>
                  <a:cubicBezTo>
                    <a:pt x="19589" y="11454"/>
                    <a:pt x="19605" y="11406"/>
                    <a:pt x="19629" y="11357"/>
                  </a:cubicBezTo>
                  <a:cubicBezTo>
                    <a:pt x="19678" y="11325"/>
                    <a:pt x="19710" y="11276"/>
                    <a:pt x="19735" y="11227"/>
                  </a:cubicBezTo>
                  <a:lnTo>
                    <a:pt x="19783" y="11244"/>
                  </a:lnTo>
                  <a:cubicBezTo>
                    <a:pt x="19800" y="11247"/>
                    <a:pt x="19817" y="11249"/>
                    <a:pt x="19834" y="11249"/>
                  </a:cubicBezTo>
                  <a:cubicBezTo>
                    <a:pt x="19857" y="11249"/>
                    <a:pt x="19881" y="11245"/>
                    <a:pt x="19905" y="11236"/>
                  </a:cubicBezTo>
                  <a:cubicBezTo>
                    <a:pt x="19913" y="11203"/>
                    <a:pt x="19897" y="11171"/>
                    <a:pt x="19873" y="11163"/>
                  </a:cubicBezTo>
                  <a:cubicBezTo>
                    <a:pt x="19824" y="11146"/>
                    <a:pt x="20286" y="9938"/>
                    <a:pt x="20343" y="9784"/>
                  </a:cubicBezTo>
                  <a:cubicBezTo>
                    <a:pt x="20424" y="9711"/>
                    <a:pt x="20478" y="9577"/>
                    <a:pt x="20433" y="9577"/>
                  </a:cubicBezTo>
                  <a:cubicBezTo>
                    <a:pt x="20428" y="9577"/>
                    <a:pt x="20423" y="9579"/>
                    <a:pt x="20416" y="9582"/>
                  </a:cubicBezTo>
                  <a:cubicBezTo>
                    <a:pt x="20367" y="9565"/>
                    <a:pt x="20464" y="9314"/>
                    <a:pt x="20578" y="9014"/>
                  </a:cubicBezTo>
                  <a:cubicBezTo>
                    <a:pt x="20716" y="8657"/>
                    <a:pt x="20813" y="8406"/>
                    <a:pt x="20764" y="8390"/>
                  </a:cubicBezTo>
                  <a:lnTo>
                    <a:pt x="20821" y="8236"/>
                  </a:lnTo>
                  <a:cubicBezTo>
                    <a:pt x="20845" y="8147"/>
                    <a:pt x="20862" y="8057"/>
                    <a:pt x="20870" y="7968"/>
                  </a:cubicBezTo>
                  <a:cubicBezTo>
                    <a:pt x="20848" y="7919"/>
                    <a:pt x="20852" y="7881"/>
                    <a:pt x="20864" y="7881"/>
                  </a:cubicBezTo>
                  <a:cubicBezTo>
                    <a:pt x="20870" y="7881"/>
                    <a:pt x="20878" y="7890"/>
                    <a:pt x="20886" y="7911"/>
                  </a:cubicBezTo>
                  <a:cubicBezTo>
                    <a:pt x="20912" y="7924"/>
                    <a:pt x="20937" y="7935"/>
                    <a:pt x="20959" y="7935"/>
                  </a:cubicBezTo>
                  <a:cubicBezTo>
                    <a:pt x="20979" y="7935"/>
                    <a:pt x="20996" y="7926"/>
                    <a:pt x="21008" y="7903"/>
                  </a:cubicBezTo>
                  <a:cubicBezTo>
                    <a:pt x="21048" y="7798"/>
                    <a:pt x="20999" y="7782"/>
                    <a:pt x="20943" y="7765"/>
                  </a:cubicBezTo>
                  <a:cubicBezTo>
                    <a:pt x="20918" y="7749"/>
                    <a:pt x="20902" y="7725"/>
                    <a:pt x="20918" y="7692"/>
                  </a:cubicBezTo>
                  <a:cubicBezTo>
                    <a:pt x="20929" y="7662"/>
                    <a:pt x="20932" y="7650"/>
                    <a:pt x="20946" y="7650"/>
                  </a:cubicBezTo>
                  <a:cubicBezTo>
                    <a:pt x="20954" y="7650"/>
                    <a:pt x="20965" y="7654"/>
                    <a:pt x="20983" y="7660"/>
                  </a:cubicBezTo>
                  <a:lnTo>
                    <a:pt x="21081" y="7701"/>
                  </a:lnTo>
                  <a:lnTo>
                    <a:pt x="21105" y="7652"/>
                  </a:lnTo>
                  <a:cubicBezTo>
                    <a:pt x="21072" y="7636"/>
                    <a:pt x="21056" y="7611"/>
                    <a:pt x="21072" y="7579"/>
                  </a:cubicBezTo>
                  <a:cubicBezTo>
                    <a:pt x="21081" y="7554"/>
                    <a:pt x="21085" y="7541"/>
                    <a:pt x="21101" y="7541"/>
                  </a:cubicBezTo>
                  <a:cubicBezTo>
                    <a:pt x="21115" y="7541"/>
                    <a:pt x="21140" y="7552"/>
                    <a:pt x="21186" y="7571"/>
                  </a:cubicBezTo>
                  <a:cubicBezTo>
                    <a:pt x="21208" y="7578"/>
                    <a:pt x="21227" y="7581"/>
                    <a:pt x="21241" y="7581"/>
                  </a:cubicBezTo>
                  <a:cubicBezTo>
                    <a:pt x="21294" y="7581"/>
                    <a:pt x="21290" y="7536"/>
                    <a:pt x="21227" y="7465"/>
                  </a:cubicBezTo>
                  <a:lnTo>
                    <a:pt x="21218" y="7352"/>
                  </a:lnTo>
                  <a:cubicBezTo>
                    <a:pt x="21332" y="7336"/>
                    <a:pt x="21275" y="7198"/>
                    <a:pt x="21243" y="7125"/>
                  </a:cubicBezTo>
                  <a:cubicBezTo>
                    <a:pt x="21364" y="7117"/>
                    <a:pt x="21381" y="7068"/>
                    <a:pt x="21299" y="6979"/>
                  </a:cubicBezTo>
                  <a:cubicBezTo>
                    <a:pt x="21251" y="6955"/>
                    <a:pt x="21275" y="6906"/>
                    <a:pt x="21340" y="6874"/>
                  </a:cubicBezTo>
                  <a:cubicBezTo>
                    <a:pt x="21413" y="6841"/>
                    <a:pt x="21429" y="6793"/>
                    <a:pt x="21470" y="6695"/>
                  </a:cubicBezTo>
                  <a:cubicBezTo>
                    <a:pt x="21437" y="6622"/>
                    <a:pt x="21575" y="6274"/>
                    <a:pt x="21729" y="5868"/>
                  </a:cubicBezTo>
                  <a:cubicBezTo>
                    <a:pt x="21899" y="5414"/>
                    <a:pt x="22013" y="5114"/>
                    <a:pt x="21964" y="5098"/>
                  </a:cubicBezTo>
                  <a:cubicBezTo>
                    <a:pt x="21989" y="5041"/>
                    <a:pt x="21989" y="5041"/>
                    <a:pt x="22054" y="5009"/>
                  </a:cubicBezTo>
                  <a:cubicBezTo>
                    <a:pt x="22062" y="5013"/>
                    <a:pt x="22070" y="5015"/>
                    <a:pt x="22076" y="5015"/>
                  </a:cubicBezTo>
                  <a:cubicBezTo>
                    <a:pt x="22107" y="5015"/>
                    <a:pt x="22112" y="4969"/>
                    <a:pt x="22045" y="4895"/>
                  </a:cubicBezTo>
                  <a:cubicBezTo>
                    <a:pt x="22023" y="4846"/>
                    <a:pt x="21994" y="4823"/>
                    <a:pt x="22007" y="4823"/>
                  </a:cubicBezTo>
                  <a:cubicBezTo>
                    <a:pt x="22014" y="4823"/>
                    <a:pt x="22030" y="4828"/>
                    <a:pt x="22062" y="4839"/>
                  </a:cubicBezTo>
                  <a:cubicBezTo>
                    <a:pt x="22066" y="4841"/>
                    <a:pt x="22071" y="4842"/>
                    <a:pt x="22075" y="4842"/>
                  </a:cubicBezTo>
                  <a:cubicBezTo>
                    <a:pt x="22118" y="4842"/>
                    <a:pt x="22159" y="4739"/>
                    <a:pt x="22232" y="4563"/>
                  </a:cubicBezTo>
                  <a:cubicBezTo>
                    <a:pt x="22289" y="4409"/>
                    <a:pt x="22362" y="4206"/>
                    <a:pt x="22313" y="4190"/>
                  </a:cubicBezTo>
                  <a:cubicBezTo>
                    <a:pt x="22308" y="4120"/>
                    <a:pt x="22306" y="4090"/>
                    <a:pt x="22310" y="4090"/>
                  </a:cubicBezTo>
                  <a:cubicBezTo>
                    <a:pt x="22313" y="4090"/>
                    <a:pt x="22319" y="4106"/>
                    <a:pt x="22329" y="4133"/>
                  </a:cubicBezTo>
                  <a:cubicBezTo>
                    <a:pt x="22342" y="4147"/>
                    <a:pt x="22356" y="4153"/>
                    <a:pt x="22370" y="4153"/>
                  </a:cubicBezTo>
                  <a:cubicBezTo>
                    <a:pt x="22451" y="4153"/>
                    <a:pt x="22550" y="3965"/>
                    <a:pt x="22516" y="3801"/>
                  </a:cubicBezTo>
                  <a:cubicBezTo>
                    <a:pt x="22537" y="3759"/>
                    <a:pt x="22552" y="3717"/>
                    <a:pt x="22587" y="3717"/>
                  </a:cubicBezTo>
                  <a:cubicBezTo>
                    <a:pt x="22592" y="3717"/>
                    <a:pt x="22598" y="3718"/>
                    <a:pt x="22605" y="3720"/>
                  </a:cubicBezTo>
                  <a:cubicBezTo>
                    <a:pt x="22637" y="3639"/>
                    <a:pt x="22653" y="3541"/>
                    <a:pt x="22653" y="3452"/>
                  </a:cubicBezTo>
                  <a:cubicBezTo>
                    <a:pt x="22670" y="3404"/>
                    <a:pt x="22751" y="3201"/>
                    <a:pt x="22783" y="3095"/>
                  </a:cubicBezTo>
                  <a:cubicBezTo>
                    <a:pt x="22808" y="3031"/>
                    <a:pt x="22824" y="2949"/>
                    <a:pt x="22816" y="2877"/>
                  </a:cubicBezTo>
                  <a:lnTo>
                    <a:pt x="22832" y="2828"/>
                  </a:lnTo>
                  <a:cubicBezTo>
                    <a:pt x="22833" y="2828"/>
                    <a:pt x="22835" y="2829"/>
                    <a:pt x="22836" y="2829"/>
                  </a:cubicBezTo>
                  <a:cubicBezTo>
                    <a:pt x="22886" y="2829"/>
                    <a:pt x="22982" y="2582"/>
                    <a:pt x="23116" y="2244"/>
                  </a:cubicBezTo>
                  <a:cubicBezTo>
                    <a:pt x="23253" y="1887"/>
                    <a:pt x="23367" y="1587"/>
                    <a:pt x="23432" y="1555"/>
                  </a:cubicBezTo>
                  <a:cubicBezTo>
                    <a:pt x="23448" y="1514"/>
                    <a:pt x="23440" y="1474"/>
                    <a:pt x="23424" y="1433"/>
                  </a:cubicBezTo>
                  <a:cubicBezTo>
                    <a:pt x="23343" y="1344"/>
                    <a:pt x="23359" y="1295"/>
                    <a:pt x="23432" y="1263"/>
                  </a:cubicBezTo>
                  <a:cubicBezTo>
                    <a:pt x="23562" y="1231"/>
                    <a:pt x="23618" y="1077"/>
                    <a:pt x="23545" y="963"/>
                  </a:cubicBezTo>
                  <a:lnTo>
                    <a:pt x="23545" y="963"/>
                  </a:lnTo>
                  <a:lnTo>
                    <a:pt x="23594" y="979"/>
                  </a:lnTo>
                  <a:cubicBezTo>
                    <a:pt x="23716" y="971"/>
                    <a:pt x="23724" y="801"/>
                    <a:pt x="23643" y="712"/>
                  </a:cubicBezTo>
                  <a:cubicBezTo>
                    <a:pt x="23716" y="679"/>
                    <a:pt x="23780" y="647"/>
                    <a:pt x="23748" y="582"/>
                  </a:cubicBezTo>
                  <a:cubicBezTo>
                    <a:pt x="23761" y="555"/>
                    <a:pt x="23767" y="543"/>
                    <a:pt x="23786" y="543"/>
                  </a:cubicBezTo>
                  <a:cubicBezTo>
                    <a:pt x="23802" y="543"/>
                    <a:pt x="23826" y="551"/>
                    <a:pt x="23870" y="566"/>
                  </a:cubicBezTo>
                  <a:cubicBezTo>
                    <a:pt x="23895" y="579"/>
                    <a:pt x="23921" y="589"/>
                    <a:pt x="23943" y="589"/>
                  </a:cubicBezTo>
                  <a:cubicBezTo>
                    <a:pt x="23963" y="589"/>
                    <a:pt x="23980" y="581"/>
                    <a:pt x="23991" y="558"/>
                  </a:cubicBezTo>
                  <a:cubicBezTo>
                    <a:pt x="24007" y="509"/>
                    <a:pt x="23959" y="485"/>
                    <a:pt x="23910" y="469"/>
                  </a:cubicBezTo>
                  <a:cubicBezTo>
                    <a:pt x="23910" y="469"/>
                    <a:pt x="23926" y="420"/>
                    <a:pt x="23943" y="363"/>
                  </a:cubicBezTo>
                  <a:cubicBezTo>
                    <a:pt x="23959" y="339"/>
                    <a:pt x="23943" y="306"/>
                    <a:pt x="23918" y="298"/>
                  </a:cubicBezTo>
                  <a:cubicBezTo>
                    <a:pt x="23870" y="282"/>
                    <a:pt x="23886" y="225"/>
                    <a:pt x="23902" y="177"/>
                  </a:cubicBezTo>
                  <a:lnTo>
                    <a:pt x="23902" y="177"/>
                  </a:lnTo>
                  <a:cubicBezTo>
                    <a:pt x="23908" y="178"/>
                    <a:pt x="23912" y="179"/>
                    <a:pt x="23916" y="179"/>
                  </a:cubicBezTo>
                  <a:cubicBezTo>
                    <a:pt x="23938" y="179"/>
                    <a:pt x="23927" y="151"/>
                    <a:pt x="23892" y="151"/>
                  </a:cubicBezTo>
                  <a:cubicBezTo>
                    <a:pt x="23881" y="151"/>
                    <a:pt x="23868" y="154"/>
                    <a:pt x="23853" y="160"/>
                  </a:cubicBezTo>
                  <a:cubicBezTo>
                    <a:pt x="23805" y="136"/>
                    <a:pt x="23756" y="120"/>
                    <a:pt x="23772" y="71"/>
                  </a:cubicBezTo>
                  <a:lnTo>
                    <a:pt x="23675" y="31"/>
                  </a:lnTo>
                  <a:cubicBezTo>
                    <a:pt x="23626" y="14"/>
                    <a:pt x="23590" y="0"/>
                    <a:pt x="235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2"/>
            <p:cNvSpPr/>
            <p:nvPr/>
          </p:nvSpPr>
          <p:spPr>
            <a:xfrm>
              <a:off x="6282728" y="3269049"/>
              <a:ext cx="89601" cy="89601"/>
            </a:xfrm>
            <a:custGeom>
              <a:avLst/>
              <a:gdLst/>
              <a:ahLst/>
              <a:cxnLst/>
              <a:rect l="l" t="t" r="r" b="b"/>
              <a:pathLst>
                <a:path w="5198" h="5198" extrusionOk="0">
                  <a:moveTo>
                    <a:pt x="3560" y="0"/>
                  </a:moveTo>
                  <a:lnTo>
                    <a:pt x="0" y="1638"/>
                  </a:lnTo>
                  <a:lnTo>
                    <a:pt x="1638" y="5197"/>
                  </a:lnTo>
                  <a:lnTo>
                    <a:pt x="5197" y="3559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2"/>
            <p:cNvSpPr/>
            <p:nvPr/>
          </p:nvSpPr>
          <p:spPr>
            <a:xfrm>
              <a:off x="6151206" y="3608645"/>
              <a:ext cx="89601" cy="89463"/>
            </a:xfrm>
            <a:custGeom>
              <a:avLst/>
              <a:gdLst/>
              <a:ahLst/>
              <a:cxnLst/>
              <a:rect l="l" t="t" r="r" b="b"/>
              <a:pathLst>
                <a:path w="5198" h="5190" extrusionOk="0">
                  <a:moveTo>
                    <a:pt x="3568" y="1"/>
                  </a:moveTo>
                  <a:lnTo>
                    <a:pt x="1" y="1630"/>
                  </a:lnTo>
                  <a:lnTo>
                    <a:pt x="1639" y="5190"/>
                  </a:lnTo>
                  <a:lnTo>
                    <a:pt x="5198" y="3560"/>
                  </a:lnTo>
                  <a:lnTo>
                    <a:pt x="3568" y="1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2"/>
            <p:cNvSpPr/>
            <p:nvPr/>
          </p:nvSpPr>
          <p:spPr>
            <a:xfrm>
              <a:off x="5972884" y="3483845"/>
              <a:ext cx="89601" cy="89601"/>
            </a:xfrm>
            <a:custGeom>
              <a:avLst/>
              <a:gdLst/>
              <a:ahLst/>
              <a:cxnLst/>
              <a:rect l="l" t="t" r="r" b="b"/>
              <a:pathLst>
                <a:path w="5198" h="5198" extrusionOk="0">
                  <a:moveTo>
                    <a:pt x="3560" y="1"/>
                  </a:moveTo>
                  <a:lnTo>
                    <a:pt x="0" y="1638"/>
                  </a:lnTo>
                  <a:lnTo>
                    <a:pt x="1638" y="5198"/>
                  </a:lnTo>
                  <a:lnTo>
                    <a:pt x="5197" y="3568"/>
                  </a:lnTo>
                  <a:lnTo>
                    <a:pt x="3560" y="1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2"/>
            <p:cNvSpPr/>
            <p:nvPr/>
          </p:nvSpPr>
          <p:spPr>
            <a:xfrm>
              <a:off x="5860788" y="3638983"/>
              <a:ext cx="89618" cy="89601"/>
            </a:xfrm>
            <a:custGeom>
              <a:avLst/>
              <a:gdLst/>
              <a:ahLst/>
              <a:cxnLst/>
              <a:rect l="l" t="t" r="r" b="b"/>
              <a:pathLst>
                <a:path w="5199" h="5198" extrusionOk="0">
                  <a:moveTo>
                    <a:pt x="3560" y="0"/>
                  </a:moveTo>
                  <a:lnTo>
                    <a:pt x="1" y="1638"/>
                  </a:lnTo>
                  <a:lnTo>
                    <a:pt x="1631" y="5197"/>
                  </a:lnTo>
                  <a:lnTo>
                    <a:pt x="5198" y="3568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2"/>
            <p:cNvSpPr/>
            <p:nvPr/>
          </p:nvSpPr>
          <p:spPr>
            <a:xfrm>
              <a:off x="5981692" y="3915317"/>
              <a:ext cx="1453207" cy="415906"/>
            </a:xfrm>
            <a:custGeom>
              <a:avLst/>
              <a:gdLst/>
              <a:ahLst/>
              <a:cxnLst/>
              <a:rect l="l" t="t" r="r" b="b"/>
              <a:pathLst>
                <a:path w="84305" h="24128" extrusionOk="0">
                  <a:moveTo>
                    <a:pt x="49303" y="987"/>
                  </a:moveTo>
                  <a:lnTo>
                    <a:pt x="49449" y="1028"/>
                  </a:lnTo>
                  <a:cubicBezTo>
                    <a:pt x="49429" y="1095"/>
                    <a:pt x="49404" y="1168"/>
                    <a:pt x="49317" y="1168"/>
                  </a:cubicBezTo>
                  <a:cubicBezTo>
                    <a:pt x="49299" y="1168"/>
                    <a:pt x="49279" y="1165"/>
                    <a:pt x="49255" y="1158"/>
                  </a:cubicBezTo>
                  <a:lnTo>
                    <a:pt x="49109" y="1125"/>
                  </a:lnTo>
                  <a:cubicBezTo>
                    <a:pt x="49133" y="1036"/>
                    <a:pt x="49303" y="987"/>
                    <a:pt x="49303" y="987"/>
                  </a:cubicBezTo>
                  <a:close/>
                  <a:moveTo>
                    <a:pt x="43629" y="1718"/>
                  </a:moveTo>
                  <a:cubicBezTo>
                    <a:pt x="43657" y="1718"/>
                    <a:pt x="43667" y="1738"/>
                    <a:pt x="43685" y="1774"/>
                  </a:cubicBezTo>
                  <a:cubicBezTo>
                    <a:pt x="43725" y="1855"/>
                    <a:pt x="43466" y="1985"/>
                    <a:pt x="43336" y="2049"/>
                  </a:cubicBezTo>
                  <a:cubicBezTo>
                    <a:pt x="43166" y="2033"/>
                    <a:pt x="43255" y="1887"/>
                    <a:pt x="43385" y="1822"/>
                  </a:cubicBezTo>
                  <a:cubicBezTo>
                    <a:pt x="43530" y="1750"/>
                    <a:pt x="43594" y="1718"/>
                    <a:pt x="43629" y="1718"/>
                  </a:cubicBezTo>
                  <a:close/>
                  <a:moveTo>
                    <a:pt x="83237" y="8226"/>
                  </a:moveTo>
                  <a:cubicBezTo>
                    <a:pt x="83267" y="8226"/>
                    <a:pt x="83303" y="8236"/>
                    <a:pt x="83348" y="8260"/>
                  </a:cubicBezTo>
                  <a:cubicBezTo>
                    <a:pt x="83699" y="8304"/>
                    <a:pt x="83641" y="8427"/>
                    <a:pt x="83353" y="8427"/>
                  </a:cubicBezTo>
                  <a:cubicBezTo>
                    <a:pt x="83322" y="8427"/>
                    <a:pt x="83287" y="8425"/>
                    <a:pt x="83251" y="8422"/>
                  </a:cubicBezTo>
                  <a:cubicBezTo>
                    <a:pt x="83149" y="8453"/>
                    <a:pt x="83091" y="8472"/>
                    <a:pt x="83065" y="8472"/>
                  </a:cubicBezTo>
                  <a:cubicBezTo>
                    <a:pt x="83029" y="8472"/>
                    <a:pt x="83053" y="8435"/>
                    <a:pt x="83105" y="8341"/>
                  </a:cubicBezTo>
                  <a:cubicBezTo>
                    <a:pt x="83133" y="8284"/>
                    <a:pt x="83166" y="8226"/>
                    <a:pt x="83237" y="8226"/>
                  </a:cubicBezTo>
                  <a:close/>
                  <a:moveTo>
                    <a:pt x="36866" y="9144"/>
                  </a:moveTo>
                  <a:cubicBezTo>
                    <a:pt x="36947" y="9184"/>
                    <a:pt x="37028" y="9225"/>
                    <a:pt x="36963" y="9354"/>
                  </a:cubicBezTo>
                  <a:lnTo>
                    <a:pt x="36818" y="9436"/>
                  </a:lnTo>
                  <a:lnTo>
                    <a:pt x="36801" y="9273"/>
                  </a:lnTo>
                  <a:lnTo>
                    <a:pt x="36866" y="9144"/>
                  </a:lnTo>
                  <a:close/>
                  <a:moveTo>
                    <a:pt x="56895" y="10039"/>
                  </a:moveTo>
                  <a:cubicBezTo>
                    <a:pt x="56965" y="10039"/>
                    <a:pt x="56998" y="10149"/>
                    <a:pt x="56998" y="10149"/>
                  </a:cubicBezTo>
                  <a:cubicBezTo>
                    <a:pt x="57046" y="10279"/>
                    <a:pt x="57046" y="10279"/>
                    <a:pt x="56957" y="10303"/>
                  </a:cubicBezTo>
                  <a:cubicBezTo>
                    <a:pt x="56957" y="10303"/>
                    <a:pt x="56948" y="10307"/>
                    <a:pt x="56934" y="10307"/>
                  </a:cubicBezTo>
                  <a:cubicBezTo>
                    <a:pt x="56907" y="10307"/>
                    <a:pt x="56860" y="10292"/>
                    <a:pt x="56828" y="10206"/>
                  </a:cubicBezTo>
                  <a:lnTo>
                    <a:pt x="56868" y="10044"/>
                  </a:lnTo>
                  <a:cubicBezTo>
                    <a:pt x="56877" y="10040"/>
                    <a:pt x="56886" y="10039"/>
                    <a:pt x="56895" y="10039"/>
                  </a:cubicBezTo>
                  <a:close/>
                  <a:moveTo>
                    <a:pt x="9182" y="10179"/>
                  </a:moveTo>
                  <a:cubicBezTo>
                    <a:pt x="9128" y="10179"/>
                    <a:pt x="9057" y="10194"/>
                    <a:pt x="8984" y="10206"/>
                  </a:cubicBezTo>
                  <a:cubicBezTo>
                    <a:pt x="8953" y="10202"/>
                    <a:pt x="8924" y="10201"/>
                    <a:pt x="8897" y="10201"/>
                  </a:cubicBezTo>
                  <a:cubicBezTo>
                    <a:pt x="8662" y="10201"/>
                    <a:pt x="8573" y="10319"/>
                    <a:pt x="8594" y="10392"/>
                  </a:cubicBezTo>
                  <a:cubicBezTo>
                    <a:pt x="8604" y="10433"/>
                    <a:pt x="8633" y="10448"/>
                    <a:pt x="8682" y="10448"/>
                  </a:cubicBezTo>
                  <a:cubicBezTo>
                    <a:pt x="8751" y="10448"/>
                    <a:pt x="8863" y="10417"/>
                    <a:pt x="9024" y="10384"/>
                  </a:cubicBezTo>
                  <a:cubicBezTo>
                    <a:pt x="9121" y="10360"/>
                    <a:pt x="9211" y="10311"/>
                    <a:pt x="9284" y="10238"/>
                  </a:cubicBezTo>
                  <a:cubicBezTo>
                    <a:pt x="9275" y="10194"/>
                    <a:pt x="9237" y="10179"/>
                    <a:pt x="9182" y="10179"/>
                  </a:cubicBezTo>
                  <a:close/>
                  <a:moveTo>
                    <a:pt x="8163" y="10241"/>
                  </a:moveTo>
                  <a:cubicBezTo>
                    <a:pt x="8238" y="10241"/>
                    <a:pt x="8218" y="10327"/>
                    <a:pt x="8019" y="10473"/>
                  </a:cubicBezTo>
                  <a:lnTo>
                    <a:pt x="7751" y="10571"/>
                  </a:lnTo>
                  <a:cubicBezTo>
                    <a:pt x="7719" y="10490"/>
                    <a:pt x="7962" y="10303"/>
                    <a:pt x="8100" y="10254"/>
                  </a:cubicBezTo>
                  <a:cubicBezTo>
                    <a:pt x="8125" y="10246"/>
                    <a:pt x="8146" y="10241"/>
                    <a:pt x="8163" y="10241"/>
                  </a:cubicBezTo>
                  <a:close/>
                  <a:moveTo>
                    <a:pt x="35577" y="10563"/>
                  </a:moveTo>
                  <a:cubicBezTo>
                    <a:pt x="35658" y="10603"/>
                    <a:pt x="35739" y="10644"/>
                    <a:pt x="35682" y="10773"/>
                  </a:cubicBezTo>
                  <a:lnTo>
                    <a:pt x="35626" y="10903"/>
                  </a:lnTo>
                  <a:cubicBezTo>
                    <a:pt x="35545" y="10863"/>
                    <a:pt x="35520" y="10692"/>
                    <a:pt x="35520" y="10692"/>
                  </a:cubicBezTo>
                  <a:lnTo>
                    <a:pt x="35577" y="10563"/>
                  </a:lnTo>
                  <a:close/>
                  <a:moveTo>
                    <a:pt x="14731" y="11248"/>
                  </a:moveTo>
                  <a:cubicBezTo>
                    <a:pt x="14797" y="11248"/>
                    <a:pt x="14886" y="11331"/>
                    <a:pt x="14975" y="11414"/>
                  </a:cubicBezTo>
                  <a:lnTo>
                    <a:pt x="14910" y="11471"/>
                  </a:lnTo>
                  <a:lnTo>
                    <a:pt x="14732" y="11438"/>
                  </a:lnTo>
                  <a:lnTo>
                    <a:pt x="14683" y="11268"/>
                  </a:lnTo>
                  <a:cubicBezTo>
                    <a:pt x="14697" y="11254"/>
                    <a:pt x="14713" y="11248"/>
                    <a:pt x="14731" y="11248"/>
                  </a:cubicBezTo>
                  <a:close/>
                  <a:moveTo>
                    <a:pt x="57500" y="11592"/>
                  </a:moveTo>
                  <a:lnTo>
                    <a:pt x="57630" y="11689"/>
                  </a:lnTo>
                  <a:lnTo>
                    <a:pt x="57679" y="11819"/>
                  </a:lnTo>
                  <a:cubicBezTo>
                    <a:pt x="57644" y="11830"/>
                    <a:pt x="57608" y="11842"/>
                    <a:pt x="57574" y="11842"/>
                  </a:cubicBezTo>
                  <a:cubicBezTo>
                    <a:pt x="57529" y="11842"/>
                    <a:pt x="57488" y="11820"/>
                    <a:pt x="57460" y="11746"/>
                  </a:cubicBezTo>
                  <a:lnTo>
                    <a:pt x="57500" y="11592"/>
                  </a:lnTo>
                  <a:close/>
                  <a:moveTo>
                    <a:pt x="14700" y="11892"/>
                  </a:moveTo>
                  <a:cubicBezTo>
                    <a:pt x="14700" y="11892"/>
                    <a:pt x="14862" y="11933"/>
                    <a:pt x="15024" y="11989"/>
                  </a:cubicBezTo>
                  <a:cubicBezTo>
                    <a:pt x="15421" y="12030"/>
                    <a:pt x="15429" y="12030"/>
                    <a:pt x="15283" y="12152"/>
                  </a:cubicBezTo>
                  <a:cubicBezTo>
                    <a:pt x="15250" y="12181"/>
                    <a:pt x="15214" y="12211"/>
                    <a:pt x="15151" y="12211"/>
                  </a:cubicBezTo>
                  <a:cubicBezTo>
                    <a:pt x="15093" y="12211"/>
                    <a:pt x="15011" y="12185"/>
                    <a:pt x="14886" y="12111"/>
                  </a:cubicBezTo>
                  <a:cubicBezTo>
                    <a:pt x="14797" y="11998"/>
                    <a:pt x="14700" y="11892"/>
                    <a:pt x="14700" y="11892"/>
                  </a:cubicBezTo>
                  <a:close/>
                  <a:moveTo>
                    <a:pt x="57275" y="12748"/>
                  </a:moveTo>
                  <a:cubicBezTo>
                    <a:pt x="57290" y="12748"/>
                    <a:pt x="57321" y="12771"/>
                    <a:pt x="57371" y="12808"/>
                  </a:cubicBezTo>
                  <a:cubicBezTo>
                    <a:pt x="57509" y="12906"/>
                    <a:pt x="57557" y="13027"/>
                    <a:pt x="57476" y="13060"/>
                  </a:cubicBezTo>
                  <a:cubicBezTo>
                    <a:pt x="57444" y="13074"/>
                    <a:pt x="57424" y="13084"/>
                    <a:pt x="57408" y="13084"/>
                  </a:cubicBezTo>
                  <a:cubicBezTo>
                    <a:pt x="57381" y="13084"/>
                    <a:pt x="57369" y="13054"/>
                    <a:pt x="57338" y="12971"/>
                  </a:cubicBezTo>
                  <a:cubicBezTo>
                    <a:pt x="57273" y="12810"/>
                    <a:pt x="57251" y="12748"/>
                    <a:pt x="57275" y="12748"/>
                  </a:cubicBezTo>
                  <a:close/>
                  <a:moveTo>
                    <a:pt x="35173" y="13019"/>
                  </a:moveTo>
                  <a:cubicBezTo>
                    <a:pt x="35188" y="13019"/>
                    <a:pt x="35207" y="13029"/>
                    <a:pt x="35237" y="13043"/>
                  </a:cubicBezTo>
                  <a:cubicBezTo>
                    <a:pt x="35318" y="13076"/>
                    <a:pt x="35342" y="13246"/>
                    <a:pt x="35342" y="13246"/>
                  </a:cubicBezTo>
                  <a:cubicBezTo>
                    <a:pt x="35329" y="13274"/>
                    <a:pt x="35314" y="13285"/>
                    <a:pt x="35297" y="13285"/>
                  </a:cubicBezTo>
                  <a:cubicBezTo>
                    <a:pt x="35239" y="13285"/>
                    <a:pt x="35161" y="13156"/>
                    <a:pt x="35099" y="13125"/>
                  </a:cubicBezTo>
                  <a:cubicBezTo>
                    <a:pt x="35135" y="13047"/>
                    <a:pt x="35148" y="13019"/>
                    <a:pt x="35173" y="13019"/>
                  </a:cubicBezTo>
                  <a:close/>
                  <a:moveTo>
                    <a:pt x="57264" y="13602"/>
                  </a:moveTo>
                  <a:cubicBezTo>
                    <a:pt x="57247" y="13605"/>
                    <a:pt x="57228" y="13611"/>
                    <a:pt x="57209" y="13619"/>
                  </a:cubicBezTo>
                  <a:cubicBezTo>
                    <a:pt x="57207" y="13630"/>
                    <a:pt x="57205" y="13639"/>
                    <a:pt x="57203" y="13647"/>
                  </a:cubicBezTo>
                  <a:lnTo>
                    <a:pt x="57203" y="13647"/>
                  </a:lnTo>
                  <a:cubicBezTo>
                    <a:pt x="57216" y="13633"/>
                    <a:pt x="57236" y="13617"/>
                    <a:pt x="57264" y="13602"/>
                  </a:cubicBezTo>
                  <a:close/>
                  <a:moveTo>
                    <a:pt x="57203" y="13647"/>
                  </a:moveTo>
                  <a:cubicBezTo>
                    <a:pt x="57179" y="13675"/>
                    <a:pt x="57177" y="13697"/>
                    <a:pt x="57182" y="13697"/>
                  </a:cubicBezTo>
                  <a:cubicBezTo>
                    <a:pt x="57186" y="13697"/>
                    <a:pt x="57195" y="13684"/>
                    <a:pt x="57203" y="13647"/>
                  </a:cubicBezTo>
                  <a:close/>
                  <a:moveTo>
                    <a:pt x="57736" y="13700"/>
                  </a:moveTo>
                  <a:lnTo>
                    <a:pt x="57792" y="13822"/>
                  </a:lnTo>
                  <a:cubicBezTo>
                    <a:pt x="57849" y="13943"/>
                    <a:pt x="57849" y="13943"/>
                    <a:pt x="57768" y="13984"/>
                  </a:cubicBezTo>
                  <a:lnTo>
                    <a:pt x="57711" y="13862"/>
                  </a:lnTo>
                  <a:lnTo>
                    <a:pt x="57736" y="13700"/>
                  </a:lnTo>
                  <a:close/>
                  <a:moveTo>
                    <a:pt x="16993" y="14439"/>
                  </a:moveTo>
                  <a:cubicBezTo>
                    <a:pt x="17041" y="14439"/>
                    <a:pt x="17151" y="14478"/>
                    <a:pt x="17294" y="14503"/>
                  </a:cubicBezTo>
                  <a:cubicBezTo>
                    <a:pt x="17446" y="14649"/>
                    <a:pt x="17493" y="14694"/>
                    <a:pt x="17430" y="14694"/>
                  </a:cubicBezTo>
                  <a:cubicBezTo>
                    <a:pt x="17403" y="14694"/>
                    <a:pt x="17355" y="14685"/>
                    <a:pt x="17286" y="14673"/>
                  </a:cubicBezTo>
                  <a:lnTo>
                    <a:pt x="16986" y="14503"/>
                  </a:lnTo>
                  <a:cubicBezTo>
                    <a:pt x="16957" y="14455"/>
                    <a:pt x="16962" y="14439"/>
                    <a:pt x="16993" y="14439"/>
                  </a:cubicBezTo>
                  <a:close/>
                  <a:moveTo>
                    <a:pt x="58044" y="14770"/>
                  </a:moveTo>
                  <a:cubicBezTo>
                    <a:pt x="58073" y="14825"/>
                    <a:pt x="58106" y="14847"/>
                    <a:pt x="58119" y="14847"/>
                  </a:cubicBezTo>
                  <a:cubicBezTo>
                    <a:pt x="58135" y="14847"/>
                    <a:pt x="58124" y="14815"/>
                    <a:pt x="58044" y="14770"/>
                  </a:cubicBezTo>
                  <a:close/>
                  <a:moveTo>
                    <a:pt x="58336" y="14924"/>
                  </a:moveTo>
                  <a:lnTo>
                    <a:pt x="58400" y="15046"/>
                  </a:lnTo>
                  <a:cubicBezTo>
                    <a:pt x="58465" y="15168"/>
                    <a:pt x="58465" y="15168"/>
                    <a:pt x="58384" y="15208"/>
                  </a:cubicBezTo>
                  <a:lnTo>
                    <a:pt x="58319" y="15087"/>
                  </a:lnTo>
                  <a:lnTo>
                    <a:pt x="58336" y="14924"/>
                  </a:lnTo>
                  <a:close/>
                  <a:moveTo>
                    <a:pt x="1778" y="15006"/>
                  </a:moveTo>
                  <a:cubicBezTo>
                    <a:pt x="1750" y="15006"/>
                    <a:pt x="1733" y="15036"/>
                    <a:pt x="1687" y="15119"/>
                  </a:cubicBezTo>
                  <a:lnTo>
                    <a:pt x="1614" y="15249"/>
                  </a:lnTo>
                  <a:lnTo>
                    <a:pt x="1614" y="15249"/>
                  </a:lnTo>
                  <a:lnTo>
                    <a:pt x="1760" y="15160"/>
                  </a:lnTo>
                  <a:lnTo>
                    <a:pt x="1841" y="15030"/>
                  </a:lnTo>
                  <a:cubicBezTo>
                    <a:pt x="1812" y="15015"/>
                    <a:pt x="1793" y="15006"/>
                    <a:pt x="1778" y="15006"/>
                  </a:cubicBezTo>
                  <a:close/>
                  <a:moveTo>
                    <a:pt x="17341" y="15618"/>
                  </a:moveTo>
                  <a:cubicBezTo>
                    <a:pt x="17420" y="15618"/>
                    <a:pt x="17513" y="15670"/>
                    <a:pt x="17513" y="15670"/>
                  </a:cubicBezTo>
                  <a:lnTo>
                    <a:pt x="17578" y="15800"/>
                  </a:lnTo>
                  <a:cubicBezTo>
                    <a:pt x="17537" y="15820"/>
                    <a:pt x="17497" y="15841"/>
                    <a:pt x="17458" y="15841"/>
                  </a:cubicBezTo>
                  <a:cubicBezTo>
                    <a:pt x="17420" y="15841"/>
                    <a:pt x="17383" y="15820"/>
                    <a:pt x="17351" y="15760"/>
                  </a:cubicBezTo>
                  <a:lnTo>
                    <a:pt x="17286" y="15630"/>
                  </a:lnTo>
                  <a:cubicBezTo>
                    <a:pt x="17302" y="15622"/>
                    <a:pt x="17321" y="15618"/>
                    <a:pt x="17341" y="15618"/>
                  </a:cubicBezTo>
                  <a:close/>
                  <a:moveTo>
                    <a:pt x="2052" y="15506"/>
                  </a:moveTo>
                  <a:cubicBezTo>
                    <a:pt x="2062" y="15506"/>
                    <a:pt x="2073" y="15509"/>
                    <a:pt x="2084" y="15516"/>
                  </a:cubicBezTo>
                  <a:lnTo>
                    <a:pt x="2019" y="15638"/>
                  </a:lnTo>
                  <a:cubicBezTo>
                    <a:pt x="2010" y="15634"/>
                    <a:pt x="2002" y="15632"/>
                    <a:pt x="1996" y="15632"/>
                  </a:cubicBezTo>
                  <a:cubicBezTo>
                    <a:pt x="1953" y="15632"/>
                    <a:pt x="1957" y="15709"/>
                    <a:pt x="2021" y="15709"/>
                  </a:cubicBezTo>
                  <a:cubicBezTo>
                    <a:pt x="2040" y="15709"/>
                    <a:pt x="2063" y="15703"/>
                    <a:pt x="2092" y="15687"/>
                  </a:cubicBezTo>
                  <a:lnTo>
                    <a:pt x="2254" y="15776"/>
                  </a:lnTo>
                  <a:cubicBezTo>
                    <a:pt x="2201" y="15876"/>
                    <a:pt x="2087" y="15948"/>
                    <a:pt x="2008" y="15948"/>
                  </a:cubicBezTo>
                  <a:cubicBezTo>
                    <a:pt x="1991" y="15948"/>
                    <a:pt x="1975" y="15945"/>
                    <a:pt x="1962" y="15938"/>
                  </a:cubicBezTo>
                  <a:cubicBezTo>
                    <a:pt x="1897" y="15950"/>
                    <a:pt x="1850" y="15958"/>
                    <a:pt x="1819" y="15958"/>
                  </a:cubicBezTo>
                  <a:cubicBezTo>
                    <a:pt x="1743" y="15958"/>
                    <a:pt x="1767" y="15906"/>
                    <a:pt x="1865" y="15727"/>
                  </a:cubicBezTo>
                  <a:cubicBezTo>
                    <a:pt x="1927" y="15617"/>
                    <a:pt x="1989" y="15506"/>
                    <a:pt x="2052" y="15506"/>
                  </a:cubicBezTo>
                  <a:close/>
                  <a:moveTo>
                    <a:pt x="59187" y="15970"/>
                  </a:moveTo>
                  <a:lnTo>
                    <a:pt x="59260" y="16084"/>
                  </a:lnTo>
                  <a:cubicBezTo>
                    <a:pt x="59341" y="16189"/>
                    <a:pt x="59268" y="16238"/>
                    <a:pt x="59268" y="16238"/>
                  </a:cubicBezTo>
                  <a:cubicBezTo>
                    <a:pt x="59268" y="16238"/>
                    <a:pt x="59248" y="16253"/>
                    <a:pt x="59218" y="16253"/>
                  </a:cubicBezTo>
                  <a:cubicBezTo>
                    <a:pt x="59190" y="16253"/>
                    <a:pt x="59153" y="16240"/>
                    <a:pt x="59114" y="16189"/>
                  </a:cubicBezTo>
                  <a:cubicBezTo>
                    <a:pt x="59114" y="16189"/>
                    <a:pt x="59106" y="16027"/>
                    <a:pt x="59187" y="15970"/>
                  </a:cubicBezTo>
                  <a:close/>
                  <a:moveTo>
                    <a:pt x="33728" y="16011"/>
                  </a:moveTo>
                  <a:cubicBezTo>
                    <a:pt x="33810" y="16060"/>
                    <a:pt x="33883" y="16100"/>
                    <a:pt x="33818" y="16222"/>
                  </a:cubicBezTo>
                  <a:lnTo>
                    <a:pt x="33664" y="16295"/>
                  </a:lnTo>
                  <a:lnTo>
                    <a:pt x="33656" y="16133"/>
                  </a:lnTo>
                  <a:lnTo>
                    <a:pt x="33728" y="16011"/>
                  </a:lnTo>
                  <a:close/>
                  <a:moveTo>
                    <a:pt x="1243" y="17025"/>
                  </a:moveTo>
                  <a:cubicBezTo>
                    <a:pt x="1258" y="17025"/>
                    <a:pt x="1276" y="17034"/>
                    <a:pt x="1306" y="17049"/>
                  </a:cubicBezTo>
                  <a:cubicBezTo>
                    <a:pt x="1314" y="17146"/>
                    <a:pt x="1297" y="17251"/>
                    <a:pt x="1265" y="17341"/>
                  </a:cubicBezTo>
                  <a:lnTo>
                    <a:pt x="1119" y="17438"/>
                  </a:lnTo>
                  <a:cubicBezTo>
                    <a:pt x="1038" y="17397"/>
                    <a:pt x="1095" y="17268"/>
                    <a:pt x="1160" y="17138"/>
                  </a:cubicBezTo>
                  <a:cubicBezTo>
                    <a:pt x="1201" y="17055"/>
                    <a:pt x="1216" y="17025"/>
                    <a:pt x="1243" y="17025"/>
                  </a:cubicBezTo>
                  <a:close/>
                  <a:moveTo>
                    <a:pt x="2278" y="17973"/>
                  </a:moveTo>
                  <a:lnTo>
                    <a:pt x="2222" y="18095"/>
                  </a:lnTo>
                  <a:cubicBezTo>
                    <a:pt x="2222" y="18095"/>
                    <a:pt x="2246" y="18257"/>
                    <a:pt x="2327" y="18297"/>
                  </a:cubicBezTo>
                  <a:lnTo>
                    <a:pt x="2384" y="18176"/>
                  </a:lnTo>
                  <a:cubicBezTo>
                    <a:pt x="2441" y="18046"/>
                    <a:pt x="2360" y="18014"/>
                    <a:pt x="2278" y="17973"/>
                  </a:cubicBezTo>
                  <a:close/>
                  <a:moveTo>
                    <a:pt x="18431" y="18145"/>
                  </a:moveTo>
                  <a:cubicBezTo>
                    <a:pt x="18462" y="18145"/>
                    <a:pt x="18606" y="18284"/>
                    <a:pt x="18656" y="18378"/>
                  </a:cubicBezTo>
                  <a:lnTo>
                    <a:pt x="18575" y="18427"/>
                  </a:lnTo>
                  <a:cubicBezTo>
                    <a:pt x="18510" y="18305"/>
                    <a:pt x="18356" y="18232"/>
                    <a:pt x="18437" y="18184"/>
                  </a:cubicBezTo>
                  <a:cubicBezTo>
                    <a:pt x="18423" y="18157"/>
                    <a:pt x="18422" y="18145"/>
                    <a:pt x="18431" y="18145"/>
                  </a:cubicBezTo>
                  <a:close/>
                  <a:moveTo>
                    <a:pt x="67373" y="18202"/>
                  </a:moveTo>
                  <a:cubicBezTo>
                    <a:pt x="67395" y="18202"/>
                    <a:pt x="67407" y="18222"/>
                    <a:pt x="67432" y="18265"/>
                  </a:cubicBezTo>
                  <a:cubicBezTo>
                    <a:pt x="67473" y="18338"/>
                    <a:pt x="67408" y="18484"/>
                    <a:pt x="67295" y="18549"/>
                  </a:cubicBezTo>
                  <a:cubicBezTo>
                    <a:pt x="67279" y="18559"/>
                    <a:pt x="67263" y="18563"/>
                    <a:pt x="67249" y="18563"/>
                  </a:cubicBezTo>
                  <a:cubicBezTo>
                    <a:pt x="67170" y="18563"/>
                    <a:pt x="67134" y="18420"/>
                    <a:pt x="67278" y="18249"/>
                  </a:cubicBezTo>
                  <a:cubicBezTo>
                    <a:pt x="67328" y="18218"/>
                    <a:pt x="67354" y="18202"/>
                    <a:pt x="67373" y="18202"/>
                  </a:cubicBezTo>
                  <a:close/>
                  <a:moveTo>
                    <a:pt x="19532" y="18831"/>
                  </a:moveTo>
                  <a:cubicBezTo>
                    <a:pt x="19565" y="18831"/>
                    <a:pt x="19598" y="18848"/>
                    <a:pt x="19629" y="18897"/>
                  </a:cubicBezTo>
                  <a:cubicBezTo>
                    <a:pt x="19771" y="18961"/>
                    <a:pt x="19775" y="19116"/>
                    <a:pt x="19564" y="19116"/>
                  </a:cubicBezTo>
                  <a:cubicBezTo>
                    <a:pt x="19559" y="19116"/>
                    <a:pt x="19554" y="19116"/>
                    <a:pt x="19548" y="19116"/>
                  </a:cubicBezTo>
                  <a:lnTo>
                    <a:pt x="19402" y="18889"/>
                  </a:lnTo>
                  <a:cubicBezTo>
                    <a:pt x="19444" y="18861"/>
                    <a:pt x="19488" y="18831"/>
                    <a:pt x="19532" y="18831"/>
                  </a:cubicBezTo>
                  <a:close/>
                  <a:moveTo>
                    <a:pt x="63398" y="19158"/>
                  </a:moveTo>
                  <a:cubicBezTo>
                    <a:pt x="63429" y="19158"/>
                    <a:pt x="63445" y="19171"/>
                    <a:pt x="63435" y="19205"/>
                  </a:cubicBezTo>
                  <a:cubicBezTo>
                    <a:pt x="63435" y="19205"/>
                    <a:pt x="63411" y="19295"/>
                    <a:pt x="63265" y="19343"/>
                  </a:cubicBezTo>
                  <a:cubicBezTo>
                    <a:pt x="63265" y="19343"/>
                    <a:pt x="63223" y="19356"/>
                    <a:pt x="63186" y="19356"/>
                  </a:cubicBezTo>
                  <a:cubicBezTo>
                    <a:pt x="63153" y="19356"/>
                    <a:pt x="63124" y="19345"/>
                    <a:pt x="63135" y="19303"/>
                  </a:cubicBezTo>
                  <a:lnTo>
                    <a:pt x="63168" y="19222"/>
                  </a:lnTo>
                  <a:cubicBezTo>
                    <a:pt x="63258" y="19192"/>
                    <a:pt x="63348" y="19158"/>
                    <a:pt x="63398" y="19158"/>
                  </a:cubicBezTo>
                  <a:close/>
                  <a:moveTo>
                    <a:pt x="20245" y="19749"/>
                  </a:moveTo>
                  <a:lnTo>
                    <a:pt x="20334" y="19846"/>
                  </a:lnTo>
                  <a:cubicBezTo>
                    <a:pt x="20424" y="19943"/>
                    <a:pt x="20424" y="19943"/>
                    <a:pt x="20351" y="20000"/>
                  </a:cubicBezTo>
                  <a:lnTo>
                    <a:pt x="20261" y="19903"/>
                  </a:lnTo>
                  <a:lnTo>
                    <a:pt x="20245" y="19749"/>
                  </a:lnTo>
                  <a:close/>
                  <a:moveTo>
                    <a:pt x="21413" y="20535"/>
                  </a:moveTo>
                  <a:cubicBezTo>
                    <a:pt x="21348" y="20608"/>
                    <a:pt x="21388" y="20762"/>
                    <a:pt x="21388" y="20762"/>
                  </a:cubicBezTo>
                  <a:cubicBezTo>
                    <a:pt x="21420" y="20791"/>
                    <a:pt x="21448" y="20800"/>
                    <a:pt x="21471" y="20800"/>
                  </a:cubicBezTo>
                  <a:cubicBezTo>
                    <a:pt x="21511" y="20800"/>
                    <a:pt x="21534" y="20770"/>
                    <a:pt x="21534" y="20770"/>
                  </a:cubicBezTo>
                  <a:cubicBezTo>
                    <a:pt x="21534" y="20770"/>
                    <a:pt x="21591" y="20697"/>
                    <a:pt x="21502" y="20616"/>
                  </a:cubicBezTo>
                  <a:lnTo>
                    <a:pt x="21413" y="20535"/>
                  </a:lnTo>
                  <a:close/>
                  <a:moveTo>
                    <a:pt x="23385" y="20938"/>
                  </a:moveTo>
                  <a:cubicBezTo>
                    <a:pt x="23355" y="20938"/>
                    <a:pt x="23373" y="20967"/>
                    <a:pt x="23415" y="21038"/>
                  </a:cubicBezTo>
                  <a:lnTo>
                    <a:pt x="23610" y="21103"/>
                  </a:lnTo>
                  <a:cubicBezTo>
                    <a:pt x="23634" y="21013"/>
                    <a:pt x="23634" y="21013"/>
                    <a:pt x="23537" y="20981"/>
                  </a:cubicBezTo>
                  <a:cubicBezTo>
                    <a:pt x="23455" y="20954"/>
                    <a:pt x="23407" y="20938"/>
                    <a:pt x="23385" y="20938"/>
                  </a:cubicBezTo>
                  <a:close/>
                  <a:moveTo>
                    <a:pt x="26705" y="21091"/>
                  </a:moveTo>
                  <a:cubicBezTo>
                    <a:pt x="26705" y="21095"/>
                    <a:pt x="26706" y="21099"/>
                    <a:pt x="26707" y="21103"/>
                  </a:cubicBezTo>
                  <a:cubicBezTo>
                    <a:pt x="26635" y="21214"/>
                    <a:pt x="26557" y="21305"/>
                    <a:pt x="26457" y="21305"/>
                  </a:cubicBezTo>
                  <a:cubicBezTo>
                    <a:pt x="26452" y="21305"/>
                    <a:pt x="26447" y="21305"/>
                    <a:pt x="26443" y="21304"/>
                  </a:cubicBezTo>
                  <a:lnTo>
                    <a:pt x="26443" y="21304"/>
                  </a:lnTo>
                  <a:cubicBezTo>
                    <a:pt x="26539" y="21244"/>
                    <a:pt x="26627" y="21172"/>
                    <a:pt x="26705" y="21091"/>
                  </a:cubicBezTo>
                  <a:close/>
                  <a:moveTo>
                    <a:pt x="25823" y="21508"/>
                  </a:moveTo>
                  <a:lnTo>
                    <a:pt x="25823" y="21508"/>
                  </a:lnTo>
                  <a:cubicBezTo>
                    <a:pt x="25809" y="21510"/>
                    <a:pt x="25794" y="21511"/>
                    <a:pt x="25777" y="21511"/>
                  </a:cubicBezTo>
                  <a:cubicBezTo>
                    <a:pt x="25774" y="21511"/>
                    <a:pt x="25770" y="21511"/>
                    <a:pt x="25766" y="21511"/>
                  </a:cubicBezTo>
                  <a:lnTo>
                    <a:pt x="25766" y="21511"/>
                  </a:lnTo>
                  <a:cubicBezTo>
                    <a:pt x="25785" y="21510"/>
                    <a:pt x="25804" y="21509"/>
                    <a:pt x="25823" y="21508"/>
                  </a:cubicBezTo>
                  <a:close/>
                  <a:moveTo>
                    <a:pt x="26190" y="21427"/>
                  </a:moveTo>
                  <a:lnTo>
                    <a:pt x="26190" y="21427"/>
                  </a:lnTo>
                  <a:cubicBezTo>
                    <a:pt x="26186" y="21453"/>
                    <a:pt x="26187" y="21485"/>
                    <a:pt x="26196" y="21524"/>
                  </a:cubicBezTo>
                  <a:cubicBezTo>
                    <a:pt x="26213" y="21613"/>
                    <a:pt x="26091" y="21654"/>
                    <a:pt x="25969" y="21670"/>
                  </a:cubicBezTo>
                  <a:cubicBezTo>
                    <a:pt x="25953" y="21573"/>
                    <a:pt x="25953" y="21581"/>
                    <a:pt x="26059" y="21467"/>
                  </a:cubicBezTo>
                  <a:cubicBezTo>
                    <a:pt x="26104" y="21456"/>
                    <a:pt x="26148" y="21442"/>
                    <a:pt x="26190" y="21427"/>
                  </a:cubicBezTo>
                  <a:close/>
                  <a:moveTo>
                    <a:pt x="21701" y="21459"/>
                  </a:moveTo>
                  <a:cubicBezTo>
                    <a:pt x="21747" y="21459"/>
                    <a:pt x="21794" y="21492"/>
                    <a:pt x="21794" y="21492"/>
                  </a:cubicBezTo>
                  <a:cubicBezTo>
                    <a:pt x="21907" y="21565"/>
                    <a:pt x="22013" y="21630"/>
                    <a:pt x="21972" y="21711"/>
                  </a:cubicBezTo>
                  <a:cubicBezTo>
                    <a:pt x="21972" y="21711"/>
                    <a:pt x="21949" y="21749"/>
                    <a:pt x="21897" y="21749"/>
                  </a:cubicBezTo>
                  <a:cubicBezTo>
                    <a:pt x="21874" y="21749"/>
                    <a:pt x="21845" y="21741"/>
                    <a:pt x="21810" y="21719"/>
                  </a:cubicBezTo>
                  <a:cubicBezTo>
                    <a:pt x="21737" y="21662"/>
                    <a:pt x="21680" y="21581"/>
                    <a:pt x="21640" y="21492"/>
                  </a:cubicBezTo>
                  <a:cubicBezTo>
                    <a:pt x="21656" y="21467"/>
                    <a:pt x="21679" y="21459"/>
                    <a:pt x="21701" y="21459"/>
                  </a:cubicBezTo>
                  <a:close/>
                  <a:moveTo>
                    <a:pt x="27291" y="21670"/>
                  </a:moveTo>
                  <a:lnTo>
                    <a:pt x="27291" y="21670"/>
                  </a:lnTo>
                  <a:cubicBezTo>
                    <a:pt x="27323" y="21759"/>
                    <a:pt x="27356" y="21840"/>
                    <a:pt x="27226" y="21889"/>
                  </a:cubicBezTo>
                  <a:lnTo>
                    <a:pt x="27072" y="21848"/>
                  </a:lnTo>
                  <a:lnTo>
                    <a:pt x="27169" y="21711"/>
                  </a:lnTo>
                  <a:lnTo>
                    <a:pt x="27291" y="21670"/>
                  </a:lnTo>
                  <a:close/>
                  <a:moveTo>
                    <a:pt x="26234" y="21926"/>
                  </a:moveTo>
                  <a:cubicBezTo>
                    <a:pt x="26284" y="21926"/>
                    <a:pt x="26356" y="21955"/>
                    <a:pt x="26440" y="22027"/>
                  </a:cubicBezTo>
                  <a:cubicBezTo>
                    <a:pt x="26464" y="22116"/>
                    <a:pt x="26464" y="22116"/>
                    <a:pt x="26334" y="22148"/>
                  </a:cubicBezTo>
                  <a:cubicBezTo>
                    <a:pt x="26334" y="22148"/>
                    <a:pt x="26180" y="22092"/>
                    <a:pt x="26164" y="22003"/>
                  </a:cubicBezTo>
                  <a:cubicBezTo>
                    <a:pt x="26156" y="21957"/>
                    <a:pt x="26183" y="21926"/>
                    <a:pt x="26234" y="21926"/>
                  </a:cubicBezTo>
                  <a:close/>
                  <a:moveTo>
                    <a:pt x="23915" y="22271"/>
                  </a:moveTo>
                  <a:cubicBezTo>
                    <a:pt x="23944" y="22271"/>
                    <a:pt x="24004" y="22281"/>
                    <a:pt x="24105" y="22294"/>
                  </a:cubicBezTo>
                  <a:cubicBezTo>
                    <a:pt x="24234" y="22303"/>
                    <a:pt x="24226" y="22392"/>
                    <a:pt x="24226" y="22392"/>
                  </a:cubicBezTo>
                  <a:cubicBezTo>
                    <a:pt x="24224" y="22420"/>
                    <a:pt x="24209" y="22430"/>
                    <a:pt x="24187" y="22430"/>
                  </a:cubicBezTo>
                  <a:cubicBezTo>
                    <a:pt x="24139" y="22430"/>
                    <a:pt x="24055" y="22384"/>
                    <a:pt x="23967" y="22367"/>
                  </a:cubicBezTo>
                  <a:cubicBezTo>
                    <a:pt x="23899" y="22294"/>
                    <a:pt x="23871" y="22271"/>
                    <a:pt x="23915" y="22271"/>
                  </a:cubicBezTo>
                  <a:close/>
                  <a:moveTo>
                    <a:pt x="46971" y="1"/>
                  </a:moveTo>
                  <a:cubicBezTo>
                    <a:pt x="46907" y="1"/>
                    <a:pt x="46876" y="28"/>
                    <a:pt x="46879" y="71"/>
                  </a:cubicBezTo>
                  <a:cubicBezTo>
                    <a:pt x="46790" y="144"/>
                    <a:pt x="46677" y="193"/>
                    <a:pt x="46555" y="193"/>
                  </a:cubicBezTo>
                  <a:cubicBezTo>
                    <a:pt x="46555" y="154"/>
                    <a:pt x="46523" y="134"/>
                    <a:pt x="46461" y="134"/>
                  </a:cubicBezTo>
                  <a:cubicBezTo>
                    <a:pt x="46381" y="134"/>
                    <a:pt x="46251" y="168"/>
                    <a:pt x="46077" y="241"/>
                  </a:cubicBezTo>
                  <a:cubicBezTo>
                    <a:pt x="46019" y="254"/>
                    <a:pt x="45983" y="261"/>
                    <a:pt x="45959" y="261"/>
                  </a:cubicBezTo>
                  <a:cubicBezTo>
                    <a:pt x="45920" y="261"/>
                    <a:pt x="45916" y="240"/>
                    <a:pt x="45906" y="185"/>
                  </a:cubicBezTo>
                  <a:lnTo>
                    <a:pt x="45582" y="249"/>
                  </a:lnTo>
                  <a:cubicBezTo>
                    <a:pt x="45493" y="314"/>
                    <a:pt x="45387" y="371"/>
                    <a:pt x="45274" y="404"/>
                  </a:cubicBezTo>
                  <a:cubicBezTo>
                    <a:pt x="45136" y="460"/>
                    <a:pt x="44998" y="509"/>
                    <a:pt x="44852" y="541"/>
                  </a:cubicBezTo>
                  <a:cubicBezTo>
                    <a:pt x="44642" y="598"/>
                    <a:pt x="44423" y="639"/>
                    <a:pt x="44204" y="655"/>
                  </a:cubicBezTo>
                  <a:cubicBezTo>
                    <a:pt x="44098" y="704"/>
                    <a:pt x="44009" y="768"/>
                    <a:pt x="43944" y="858"/>
                  </a:cubicBezTo>
                  <a:cubicBezTo>
                    <a:pt x="43900" y="997"/>
                    <a:pt x="43827" y="1072"/>
                    <a:pt x="43761" y="1072"/>
                  </a:cubicBezTo>
                  <a:cubicBezTo>
                    <a:pt x="43720" y="1072"/>
                    <a:pt x="43681" y="1042"/>
                    <a:pt x="43652" y="979"/>
                  </a:cubicBezTo>
                  <a:cubicBezTo>
                    <a:pt x="43619" y="901"/>
                    <a:pt x="43601" y="859"/>
                    <a:pt x="43585" y="859"/>
                  </a:cubicBezTo>
                  <a:cubicBezTo>
                    <a:pt x="43566" y="859"/>
                    <a:pt x="43550" y="917"/>
                    <a:pt x="43515" y="1044"/>
                  </a:cubicBezTo>
                  <a:cubicBezTo>
                    <a:pt x="43434" y="1162"/>
                    <a:pt x="43012" y="1391"/>
                    <a:pt x="42844" y="1391"/>
                  </a:cubicBezTo>
                  <a:cubicBezTo>
                    <a:pt x="42793" y="1391"/>
                    <a:pt x="42765" y="1370"/>
                    <a:pt x="42777" y="1320"/>
                  </a:cubicBezTo>
                  <a:lnTo>
                    <a:pt x="42688" y="1158"/>
                  </a:lnTo>
                  <a:cubicBezTo>
                    <a:pt x="42631" y="1255"/>
                    <a:pt x="42558" y="1336"/>
                    <a:pt x="42461" y="1401"/>
                  </a:cubicBezTo>
                  <a:cubicBezTo>
                    <a:pt x="42509" y="1474"/>
                    <a:pt x="42371" y="1555"/>
                    <a:pt x="41982" y="1798"/>
                  </a:cubicBezTo>
                  <a:cubicBezTo>
                    <a:pt x="41723" y="1976"/>
                    <a:pt x="41269" y="2398"/>
                    <a:pt x="41042" y="2601"/>
                  </a:cubicBezTo>
                  <a:cubicBezTo>
                    <a:pt x="40798" y="2787"/>
                    <a:pt x="40458" y="3087"/>
                    <a:pt x="40288" y="3128"/>
                  </a:cubicBezTo>
                  <a:cubicBezTo>
                    <a:pt x="40134" y="3257"/>
                    <a:pt x="40004" y="3420"/>
                    <a:pt x="39907" y="3606"/>
                  </a:cubicBezTo>
                  <a:cubicBezTo>
                    <a:pt x="39871" y="3762"/>
                    <a:pt x="39706" y="3942"/>
                    <a:pt x="39621" y="3942"/>
                  </a:cubicBezTo>
                  <a:cubicBezTo>
                    <a:pt x="39609" y="3942"/>
                    <a:pt x="39599" y="3939"/>
                    <a:pt x="39590" y="3930"/>
                  </a:cubicBezTo>
                  <a:lnTo>
                    <a:pt x="39485" y="4044"/>
                  </a:lnTo>
                  <a:cubicBezTo>
                    <a:pt x="39420" y="4182"/>
                    <a:pt x="39339" y="4311"/>
                    <a:pt x="39250" y="4441"/>
                  </a:cubicBezTo>
                  <a:cubicBezTo>
                    <a:pt x="39232" y="4424"/>
                    <a:pt x="39207" y="4415"/>
                    <a:pt x="39179" y="4415"/>
                  </a:cubicBezTo>
                  <a:cubicBezTo>
                    <a:pt x="39103" y="4415"/>
                    <a:pt x="39006" y="4479"/>
                    <a:pt x="38982" y="4603"/>
                  </a:cubicBezTo>
                  <a:cubicBezTo>
                    <a:pt x="39055" y="4668"/>
                    <a:pt x="38950" y="4774"/>
                    <a:pt x="38763" y="5017"/>
                  </a:cubicBezTo>
                  <a:cubicBezTo>
                    <a:pt x="38544" y="5236"/>
                    <a:pt x="38334" y="5479"/>
                    <a:pt x="38155" y="5747"/>
                  </a:cubicBezTo>
                  <a:cubicBezTo>
                    <a:pt x="37807" y="6225"/>
                    <a:pt x="37490" y="6719"/>
                    <a:pt x="37199" y="7230"/>
                  </a:cubicBezTo>
                  <a:cubicBezTo>
                    <a:pt x="36882" y="7773"/>
                    <a:pt x="36607" y="8309"/>
                    <a:pt x="36412" y="8722"/>
                  </a:cubicBezTo>
                  <a:cubicBezTo>
                    <a:pt x="36218" y="9127"/>
                    <a:pt x="36104" y="9395"/>
                    <a:pt x="36128" y="9411"/>
                  </a:cubicBezTo>
                  <a:lnTo>
                    <a:pt x="35942" y="9792"/>
                  </a:lnTo>
                  <a:lnTo>
                    <a:pt x="35755" y="10181"/>
                  </a:lnTo>
                  <a:cubicBezTo>
                    <a:pt x="35746" y="10177"/>
                    <a:pt x="35737" y="10175"/>
                    <a:pt x="35728" y="10175"/>
                  </a:cubicBezTo>
                  <a:cubicBezTo>
                    <a:pt x="35569" y="10175"/>
                    <a:pt x="35369" y="10805"/>
                    <a:pt x="35285" y="11203"/>
                  </a:cubicBezTo>
                  <a:cubicBezTo>
                    <a:pt x="35293" y="11357"/>
                    <a:pt x="35261" y="11503"/>
                    <a:pt x="35188" y="11625"/>
                  </a:cubicBezTo>
                  <a:cubicBezTo>
                    <a:pt x="35174" y="11618"/>
                    <a:pt x="35160" y="11616"/>
                    <a:pt x="35146" y="11616"/>
                  </a:cubicBezTo>
                  <a:cubicBezTo>
                    <a:pt x="34997" y="11616"/>
                    <a:pt x="34845" y="11957"/>
                    <a:pt x="34815" y="12225"/>
                  </a:cubicBezTo>
                  <a:cubicBezTo>
                    <a:pt x="34899" y="12386"/>
                    <a:pt x="34880" y="12500"/>
                    <a:pt x="34788" y="12500"/>
                  </a:cubicBezTo>
                  <a:cubicBezTo>
                    <a:pt x="34764" y="12500"/>
                    <a:pt x="34735" y="12493"/>
                    <a:pt x="34701" y="12476"/>
                  </a:cubicBezTo>
                  <a:cubicBezTo>
                    <a:pt x="34680" y="12466"/>
                    <a:pt x="34660" y="12461"/>
                    <a:pt x="34641" y="12461"/>
                  </a:cubicBezTo>
                  <a:cubicBezTo>
                    <a:pt x="34507" y="12461"/>
                    <a:pt x="34434" y="12700"/>
                    <a:pt x="34547" y="13019"/>
                  </a:cubicBezTo>
                  <a:cubicBezTo>
                    <a:pt x="34572" y="13181"/>
                    <a:pt x="34572" y="13181"/>
                    <a:pt x="34426" y="13271"/>
                  </a:cubicBezTo>
                  <a:cubicBezTo>
                    <a:pt x="34207" y="13311"/>
                    <a:pt x="34142" y="13441"/>
                    <a:pt x="34231" y="13481"/>
                  </a:cubicBezTo>
                  <a:cubicBezTo>
                    <a:pt x="34328" y="13684"/>
                    <a:pt x="34272" y="13806"/>
                    <a:pt x="34045" y="13846"/>
                  </a:cubicBezTo>
                  <a:cubicBezTo>
                    <a:pt x="33761" y="14008"/>
                    <a:pt x="33761" y="14008"/>
                    <a:pt x="33866" y="14211"/>
                  </a:cubicBezTo>
                  <a:cubicBezTo>
                    <a:pt x="33964" y="14422"/>
                    <a:pt x="33712" y="14908"/>
                    <a:pt x="33493" y="14941"/>
                  </a:cubicBezTo>
                  <a:cubicBezTo>
                    <a:pt x="33428" y="15054"/>
                    <a:pt x="33283" y="15127"/>
                    <a:pt x="33364" y="15176"/>
                  </a:cubicBezTo>
                  <a:lnTo>
                    <a:pt x="33218" y="15249"/>
                  </a:lnTo>
                  <a:lnTo>
                    <a:pt x="33088" y="15484"/>
                  </a:lnTo>
                  <a:lnTo>
                    <a:pt x="33169" y="15524"/>
                  </a:lnTo>
                  <a:cubicBezTo>
                    <a:pt x="33096" y="15646"/>
                    <a:pt x="32626" y="16303"/>
                    <a:pt x="32107" y="17049"/>
                  </a:cubicBezTo>
                  <a:cubicBezTo>
                    <a:pt x="31322" y="18150"/>
                    <a:pt x="31092" y="18315"/>
                    <a:pt x="31203" y="18315"/>
                  </a:cubicBezTo>
                  <a:cubicBezTo>
                    <a:pt x="31209" y="18315"/>
                    <a:pt x="31215" y="18314"/>
                    <a:pt x="31223" y="18314"/>
                  </a:cubicBezTo>
                  <a:lnTo>
                    <a:pt x="31223" y="18314"/>
                  </a:lnTo>
                  <a:cubicBezTo>
                    <a:pt x="31433" y="18336"/>
                    <a:pt x="31297" y="18504"/>
                    <a:pt x="31102" y="18504"/>
                  </a:cubicBezTo>
                  <a:cubicBezTo>
                    <a:pt x="31086" y="18504"/>
                    <a:pt x="31070" y="18502"/>
                    <a:pt x="31053" y="18500"/>
                  </a:cubicBezTo>
                  <a:cubicBezTo>
                    <a:pt x="30972" y="18597"/>
                    <a:pt x="30721" y="18703"/>
                    <a:pt x="30542" y="18881"/>
                  </a:cubicBezTo>
                  <a:cubicBezTo>
                    <a:pt x="30395" y="19035"/>
                    <a:pt x="30231" y="19167"/>
                    <a:pt x="30146" y="19167"/>
                  </a:cubicBezTo>
                  <a:cubicBezTo>
                    <a:pt x="30128" y="19167"/>
                    <a:pt x="30114" y="19161"/>
                    <a:pt x="30104" y="19149"/>
                  </a:cubicBezTo>
                  <a:lnTo>
                    <a:pt x="30007" y="19230"/>
                  </a:lnTo>
                  <a:cubicBezTo>
                    <a:pt x="29942" y="19538"/>
                    <a:pt x="29326" y="20016"/>
                    <a:pt x="28953" y="20130"/>
                  </a:cubicBezTo>
                  <a:cubicBezTo>
                    <a:pt x="28775" y="20235"/>
                    <a:pt x="28604" y="20373"/>
                    <a:pt x="28467" y="20535"/>
                  </a:cubicBezTo>
                  <a:cubicBezTo>
                    <a:pt x="28328" y="20686"/>
                    <a:pt x="28297" y="20720"/>
                    <a:pt x="28218" y="20720"/>
                  </a:cubicBezTo>
                  <a:cubicBezTo>
                    <a:pt x="28195" y="20720"/>
                    <a:pt x="28169" y="20717"/>
                    <a:pt x="28134" y="20713"/>
                  </a:cubicBezTo>
                  <a:cubicBezTo>
                    <a:pt x="28129" y="20705"/>
                    <a:pt x="28112" y="20701"/>
                    <a:pt x="28087" y="20701"/>
                  </a:cubicBezTo>
                  <a:cubicBezTo>
                    <a:pt x="27923" y="20701"/>
                    <a:pt x="27397" y="20875"/>
                    <a:pt x="27453" y="21030"/>
                  </a:cubicBezTo>
                  <a:lnTo>
                    <a:pt x="27307" y="20989"/>
                  </a:lnTo>
                  <a:cubicBezTo>
                    <a:pt x="27288" y="20980"/>
                    <a:pt x="27269" y="20976"/>
                    <a:pt x="27250" y="20976"/>
                  </a:cubicBezTo>
                  <a:cubicBezTo>
                    <a:pt x="27163" y="20976"/>
                    <a:pt x="27086" y="21060"/>
                    <a:pt x="27113" y="21159"/>
                  </a:cubicBezTo>
                  <a:cubicBezTo>
                    <a:pt x="27142" y="21248"/>
                    <a:pt x="27123" y="21301"/>
                    <a:pt x="27070" y="21301"/>
                  </a:cubicBezTo>
                  <a:cubicBezTo>
                    <a:pt x="27021" y="21301"/>
                    <a:pt x="26942" y="21256"/>
                    <a:pt x="26845" y="21151"/>
                  </a:cubicBezTo>
                  <a:cubicBezTo>
                    <a:pt x="26820" y="21075"/>
                    <a:pt x="26785" y="21041"/>
                    <a:pt x="26756" y="21034"/>
                  </a:cubicBezTo>
                  <a:lnTo>
                    <a:pt x="26756" y="21034"/>
                  </a:lnTo>
                  <a:cubicBezTo>
                    <a:pt x="27021" y="20724"/>
                    <a:pt x="27143" y="20299"/>
                    <a:pt x="27056" y="19870"/>
                  </a:cubicBezTo>
                  <a:cubicBezTo>
                    <a:pt x="26918" y="19232"/>
                    <a:pt x="26359" y="18789"/>
                    <a:pt x="25727" y="18789"/>
                  </a:cubicBezTo>
                  <a:cubicBezTo>
                    <a:pt x="25652" y="18789"/>
                    <a:pt x="25576" y="18795"/>
                    <a:pt x="25499" y="18808"/>
                  </a:cubicBezTo>
                  <a:cubicBezTo>
                    <a:pt x="24786" y="18922"/>
                    <a:pt x="24283" y="19586"/>
                    <a:pt x="24372" y="20308"/>
                  </a:cubicBezTo>
                  <a:cubicBezTo>
                    <a:pt x="24434" y="20857"/>
                    <a:pt x="24819" y="21293"/>
                    <a:pt x="25321" y="21449"/>
                  </a:cubicBezTo>
                  <a:lnTo>
                    <a:pt x="25321" y="21449"/>
                  </a:lnTo>
                  <a:cubicBezTo>
                    <a:pt x="25328" y="21460"/>
                    <a:pt x="25336" y="21471"/>
                    <a:pt x="25345" y="21484"/>
                  </a:cubicBezTo>
                  <a:cubicBezTo>
                    <a:pt x="25361" y="21670"/>
                    <a:pt x="25361" y="21662"/>
                    <a:pt x="25118" y="21678"/>
                  </a:cubicBezTo>
                  <a:cubicBezTo>
                    <a:pt x="25101" y="21678"/>
                    <a:pt x="25083" y="21678"/>
                    <a:pt x="25066" y="21678"/>
                  </a:cubicBezTo>
                  <a:cubicBezTo>
                    <a:pt x="24970" y="21678"/>
                    <a:pt x="24883" y="21673"/>
                    <a:pt x="24883" y="21597"/>
                  </a:cubicBezTo>
                  <a:cubicBezTo>
                    <a:pt x="24883" y="21500"/>
                    <a:pt x="24883" y="21516"/>
                    <a:pt x="24656" y="21508"/>
                  </a:cubicBezTo>
                  <a:cubicBezTo>
                    <a:pt x="24643" y="21507"/>
                    <a:pt x="24630" y="21507"/>
                    <a:pt x="24617" y="21507"/>
                  </a:cubicBezTo>
                  <a:cubicBezTo>
                    <a:pt x="24453" y="21507"/>
                    <a:pt x="24296" y="21555"/>
                    <a:pt x="24153" y="21638"/>
                  </a:cubicBezTo>
                  <a:cubicBezTo>
                    <a:pt x="24015" y="21694"/>
                    <a:pt x="23894" y="21776"/>
                    <a:pt x="23788" y="21873"/>
                  </a:cubicBezTo>
                  <a:cubicBezTo>
                    <a:pt x="23773" y="21959"/>
                    <a:pt x="23765" y="22004"/>
                    <a:pt x="23750" y="22004"/>
                  </a:cubicBezTo>
                  <a:cubicBezTo>
                    <a:pt x="23735" y="22004"/>
                    <a:pt x="23713" y="21953"/>
                    <a:pt x="23667" y="21848"/>
                  </a:cubicBezTo>
                  <a:cubicBezTo>
                    <a:pt x="23683" y="21759"/>
                    <a:pt x="23569" y="21735"/>
                    <a:pt x="23448" y="21719"/>
                  </a:cubicBezTo>
                  <a:cubicBezTo>
                    <a:pt x="23444" y="21743"/>
                    <a:pt x="23433" y="21751"/>
                    <a:pt x="23423" y="21751"/>
                  </a:cubicBezTo>
                  <a:cubicBezTo>
                    <a:pt x="23400" y="21751"/>
                    <a:pt x="23376" y="21711"/>
                    <a:pt x="23411" y="21711"/>
                  </a:cubicBezTo>
                  <a:cubicBezTo>
                    <a:pt x="23420" y="21711"/>
                    <a:pt x="23432" y="21713"/>
                    <a:pt x="23448" y="21719"/>
                  </a:cubicBezTo>
                  <a:cubicBezTo>
                    <a:pt x="23462" y="21667"/>
                    <a:pt x="23506" y="21651"/>
                    <a:pt x="23563" y="21651"/>
                  </a:cubicBezTo>
                  <a:cubicBezTo>
                    <a:pt x="23606" y="21651"/>
                    <a:pt x="23656" y="21660"/>
                    <a:pt x="23707" y="21670"/>
                  </a:cubicBezTo>
                  <a:lnTo>
                    <a:pt x="23724" y="21581"/>
                  </a:lnTo>
                  <a:cubicBezTo>
                    <a:pt x="23683" y="21467"/>
                    <a:pt x="23632" y="21415"/>
                    <a:pt x="23568" y="21415"/>
                  </a:cubicBezTo>
                  <a:cubicBezTo>
                    <a:pt x="23517" y="21415"/>
                    <a:pt x="23459" y="21447"/>
                    <a:pt x="23391" y="21508"/>
                  </a:cubicBezTo>
                  <a:cubicBezTo>
                    <a:pt x="23338" y="21527"/>
                    <a:pt x="23305" y="21538"/>
                    <a:pt x="23280" y="21538"/>
                  </a:cubicBezTo>
                  <a:cubicBezTo>
                    <a:pt x="23241" y="21538"/>
                    <a:pt x="23222" y="21509"/>
                    <a:pt x="23172" y="21435"/>
                  </a:cubicBezTo>
                  <a:cubicBezTo>
                    <a:pt x="23111" y="21343"/>
                    <a:pt x="23054" y="21250"/>
                    <a:pt x="23016" y="21250"/>
                  </a:cubicBezTo>
                  <a:cubicBezTo>
                    <a:pt x="23004" y="21250"/>
                    <a:pt x="22993" y="21259"/>
                    <a:pt x="22986" y="21281"/>
                  </a:cubicBezTo>
                  <a:cubicBezTo>
                    <a:pt x="22872" y="21240"/>
                    <a:pt x="22775" y="21159"/>
                    <a:pt x="22718" y="21062"/>
                  </a:cubicBezTo>
                  <a:cubicBezTo>
                    <a:pt x="22587" y="20999"/>
                    <a:pt x="22499" y="20956"/>
                    <a:pt x="22441" y="20956"/>
                  </a:cubicBezTo>
                  <a:cubicBezTo>
                    <a:pt x="22410" y="20956"/>
                    <a:pt x="22387" y="20969"/>
                    <a:pt x="22370" y="20997"/>
                  </a:cubicBezTo>
                  <a:cubicBezTo>
                    <a:pt x="22353" y="21024"/>
                    <a:pt x="22333" y="21035"/>
                    <a:pt x="22309" y="21035"/>
                  </a:cubicBezTo>
                  <a:cubicBezTo>
                    <a:pt x="22261" y="21035"/>
                    <a:pt x="22199" y="20992"/>
                    <a:pt x="22134" y="20949"/>
                  </a:cubicBezTo>
                  <a:cubicBezTo>
                    <a:pt x="22068" y="20904"/>
                    <a:pt x="22001" y="20860"/>
                    <a:pt x="21947" y="20860"/>
                  </a:cubicBezTo>
                  <a:cubicBezTo>
                    <a:pt x="21923" y="20860"/>
                    <a:pt x="21901" y="20869"/>
                    <a:pt x="21883" y="20892"/>
                  </a:cubicBezTo>
                  <a:cubicBezTo>
                    <a:pt x="21861" y="20928"/>
                    <a:pt x="21817" y="20950"/>
                    <a:pt x="21757" y="20950"/>
                  </a:cubicBezTo>
                  <a:cubicBezTo>
                    <a:pt x="21685" y="20950"/>
                    <a:pt x="21589" y="20919"/>
                    <a:pt x="21478" y="20843"/>
                  </a:cubicBezTo>
                  <a:cubicBezTo>
                    <a:pt x="21234" y="20746"/>
                    <a:pt x="21234" y="20746"/>
                    <a:pt x="21259" y="20527"/>
                  </a:cubicBezTo>
                  <a:cubicBezTo>
                    <a:pt x="21316" y="20454"/>
                    <a:pt x="21226" y="20381"/>
                    <a:pt x="21137" y="20300"/>
                  </a:cubicBezTo>
                  <a:cubicBezTo>
                    <a:pt x="21121" y="20284"/>
                    <a:pt x="21105" y="20259"/>
                    <a:pt x="21088" y="20243"/>
                  </a:cubicBezTo>
                  <a:cubicBezTo>
                    <a:pt x="21048" y="20194"/>
                    <a:pt x="21032" y="20130"/>
                    <a:pt x="21024" y="20073"/>
                  </a:cubicBezTo>
                  <a:cubicBezTo>
                    <a:pt x="21016" y="19997"/>
                    <a:pt x="20998" y="19971"/>
                    <a:pt x="20974" y="19971"/>
                  </a:cubicBezTo>
                  <a:cubicBezTo>
                    <a:pt x="20947" y="19971"/>
                    <a:pt x="20912" y="20006"/>
                    <a:pt x="20878" y="20040"/>
                  </a:cubicBezTo>
                  <a:lnTo>
                    <a:pt x="20740" y="20162"/>
                  </a:lnTo>
                  <a:cubicBezTo>
                    <a:pt x="20659" y="20073"/>
                    <a:pt x="20707" y="19854"/>
                    <a:pt x="20780" y="19797"/>
                  </a:cubicBezTo>
                  <a:cubicBezTo>
                    <a:pt x="20808" y="19676"/>
                    <a:pt x="20823" y="19624"/>
                    <a:pt x="20802" y="19624"/>
                  </a:cubicBezTo>
                  <a:cubicBezTo>
                    <a:pt x="20787" y="19624"/>
                    <a:pt x="20753" y="19652"/>
                    <a:pt x="20691" y="19700"/>
                  </a:cubicBezTo>
                  <a:cubicBezTo>
                    <a:pt x="20672" y="19716"/>
                    <a:pt x="20645" y="19727"/>
                    <a:pt x="20614" y="19727"/>
                  </a:cubicBezTo>
                  <a:cubicBezTo>
                    <a:pt x="20539" y="19727"/>
                    <a:pt x="20441" y="19665"/>
                    <a:pt x="20383" y="19481"/>
                  </a:cubicBezTo>
                  <a:cubicBezTo>
                    <a:pt x="20229" y="19270"/>
                    <a:pt x="20075" y="19068"/>
                    <a:pt x="20148" y="19011"/>
                  </a:cubicBezTo>
                  <a:cubicBezTo>
                    <a:pt x="20148" y="18922"/>
                    <a:pt x="20083" y="18841"/>
                    <a:pt x="20002" y="18808"/>
                  </a:cubicBezTo>
                  <a:cubicBezTo>
                    <a:pt x="19856" y="18751"/>
                    <a:pt x="19783" y="18638"/>
                    <a:pt x="19645" y="18257"/>
                  </a:cubicBezTo>
                  <a:cubicBezTo>
                    <a:pt x="19508" y="17779"/>
                    <a:pt x="19476" y="17649"/>
                    <a:pt x="19408" y="17649"/>
                  </a:cubicBezTo>
                  <a:cubicBezTo>
                    <a:pt x="19383" y="17649"/>
                    <a:pt x="19354" y="17666"/>
                    <a:pt x="19313" y="17689"/>
                  </a:cubicBezTo>
                  <a:cubicBezTo>
                    <a:pt x="19279" y="17710"/>
                    <a:pt x="19245" y="17729"/>
                    <a:pt x="19223" y="17729"/>
                  </a:cubicBezTo>
                  <a:cubicBezTo>
                    <a:pt x="19194" y="17729"/>
                    <a:pt x="19188" y="17693"/>
                    <a:pt x="19240" y="17576"/>
                  </a:cubicBezTo>
                  <a:cubicBezTo>
                    <a:pt x="19256" y="17414"/>
                    <a:pt x="19110" y="17349"/>
                    <a:pt x="18899" y="17146"/>
                  </a:cubicBezTo>
                  <a:cubicBezTo>
                    <a:pt x="18857" y="17122"/>
                    <a:pt x="18812" y="17113"/>
                    <a:pt x="18769" y="17113"/>
                  </a:cubicBezTo>
                  <a:cubicBezTo>
                    <a:pt x="18665" y="17113"/>
                    <a:pt x="18567" y="17166"/>
                    <a:pt x="18510" y="17195"/>
                  </a:cubicBezTo>
                  <a:cubicBezTo>
                    <a:pt x="18455" y="17226"/>
                    <a:pt x="18420" y="17247"/>
                    <a:pt x="18395" y="17247"/>
                  </a:cubicBezTo>
                  <a:cubicBezTo>
                    <a:pt x="18349" y="17247"/>
                    <a:pt x="18336" y="17180"/>
                    <a:pt x="18299" y="16992"/>
                  </a:cubicBezTo>
                  <a:cubicBezTo>
                    <a:pt x="18235" y="16870"/>
                    <a:pt x="18251" y="16708"/>
                    <a:pt x="18332" y="16668"/>
                  </a:cubicBezTo>
                  <a:cubicBezTo>
                    <a:pt x="18343" y="16662"/>
                    <a:pt x="18355" y="16659"/>
                    <a:pt x="18365" y="16659"/>
                  </a:cubicBezTo>
                  <a:cubicBezTo>
                    <a:pt x="18430" y="16659"/>
                    <a:pt x="18478" y="16749"/>
                    <a:pt x="18478" y="16749"/>
                  </a:cubicBezTo>
                  <a:lnTo>
                    <a:pt x="18543" y="16870"/>
                  </a:lnTo>
                  <a:cubicBezTo>
                    <a:pt x="18624" y="16822"/>
                    <a:pt x="18705" y="16781"/>
                    <a:pt x="18575" y="16538"/>
                  </a:cubicBezTo>
                  <a:cubicBezTo>
                    <a:pt x="18589" y="16403"/>
                    <a:pt x="18541" y="16287"/>
                    <a:pt x="18475" y="16287"/>
                  </a:cubicBezTo>
                  <a:cubicBezTo>
                    <a:pt x="18465" y="16287"/>
                    <a:pt x="18456" y="16290"/>
                    <a:pt x="18445" y="16295"/>
                  </a:cubicBezTo>
                  <a:cubicBezTo>
                    <a:pt x="18462" y="16133"/>
                    <a:pt x="18332" y="15881"/>
                    <a:pt x="18210" y="15630"/>
                  </a:cubicBezTo>
                  <a:cubicBezTo>
                    <a:pt x="18081" y="15387"/>
                    <a:pt x="17878" y="15006"/>
                    <a:pt x="17886" y="14835"/>
                  </a:cubicBezTo>
                  <a:cubicBezTo>
                    <a:pt x="17772" y="14614"/>
                    <a:pt x="17702" y="14487"/>
                    <a:pt x="17631" y="14487"/>
                  </a:cubicBezTo>
                  <a:cubicBezTo>
                    <a:pt x="17622" y="14487"/>
                    <a:pt x="17612" y="14490"/>
                    <a:pt x="17602" y="14495"/>
                  </a:cubicBezTo>
                  <a:cubicBezTo>
                    <a:pt x="17562" y="14517"/>
                    <a:pt x="17528" y="14525"/>
                    <a:pt x="17501" y="14525"/>
                  </a:cubicBezTo>
                  <a:cubicBezTo>
                    <a:pt x="17417" y="14525"/>
                    <a:pt x="17395" y="14444"/>
                    <a:pt x="17456" y="14414"/>
                  </a:cubicBezTo>
                  <a:cubicBezTo>
                    <a:pt x="17489" y="14308"/>
                    <a:pt x="17326" y="13830"/>
                    <a:pt x="17051" y="13368"/>
                  </a:cubicBezTo>
                  <a:cubicBezTo>
                    <a:pt x="16808" y="12914"/>
                    <a:pt x="16467" y="12484"/>
                    <a:pt x="16345" y="12476"/>
                  </a:cubicBezTo>
                  <a:lnTo>
                    <a:pt x="16167" y="12225"/>
                  </a:lnTo>
                  <a:cubicBezTo>
                    <a:pt x="16127" y="12071"/>
                    <a:pt x="15924" y="11819"/>
                    <a:pt x="15729" y="11592"/>
                  </a:cubicBezTo>
                  <a:cubicBezTo>
                    <a:pt x="15543" y="11365"/>
                    <a:pt x="15332" y="11171"/>
                    <a:pt x="15235" y="11154"/>
                  </a:cubicBezTo>
                  <a:lnTo>
                    <a:pt x="14870" y="10822"/>
                  </a:lnTo>
                  <a:cubicBezTo>
                    <a:pt x="14700" y="10530"/>
                    <a:pt x="14554" y="10433"/>
                    <a:pt x="14359" y="10408"/>
                  </a:cubicBezTo>
                  <a:cubicBezTo>
                    <a:pt x="14339" y="10407"/>
                    <a:pt x="14321" y="10406"/>
                    <a:pt x="14304" y="10406"/>
                  </a:cubicBezTo>
                  <a:cubicBezTo>
                    <a:pt x="14217" y="10406"/>
                    <a:pt x="14168" y="10425"/>
                    <a:pt x="14155" y="10425"/>
                  </a:cubicBezTo>
                  <a:cubicBezTo>
                    <a:pt x="14147" y="10425"/>
                    <a:pt x="14153" y="10418"/>
                    <a:pt x="14173" y="10392"/>
                  </a:cubicBezTo>
                  <a:cubicBezTo>
                    <a:pt x="14197" y="10352"/>
                    <a:pt x="14140" y="10287"/>
                    <a:pt x="14010" y="10190"/>
                  </a:cubicBezTo>
                  <a:cubicBezTo>
                    <a:pt x="13946" y="10133"/>
                    <a:pt x="13864" y="10076"/>
                    <a:pt x="13759" y="10003"/>
                  </a:cubicBezTo>
                  <a:cubicBezTo>
                    <a:pt x="13654" y="9938"/>
                    <a:pt x="13516" y="9881"/>
                    <a:pt x="13370" y="9800"/>
                  </a:cubicBezTo>
                  <a:cubicBezTo>
                    <a:pt x="13023" y="9634"/>
                    <a:pt x="12874" y="9565"/>
                    <a:pt x="12831" y="9565"/>
                  </a:cubicBezTo>
                  <a:cubicBezTo>
                    <a:pt x="12799" y="9565"/>
                    <a:pt x="12826" y="9604"/>
                    <a:pt x="12875" y="9671"/>
                  </a:cubicBezTo>
                  <a:cubicBezTo>
                    <a:pt x="12227" y="9500"/>
                    <a:pt x="12243" y="9452"/>
                    <a:pt x="12275" y="9346"/>
                  </a:cubicBezTo>
                  <a:cubicBezTo>
                    <a:pt x="12402" y="9280"/>
                    <a:pt x="12341" y="9212"/>
                    <a:pt x="12221" y="9212"/>
                  </a:cubicBezTo>
                  <a:cubicBezTo>
                    <a:pt x="12134" y="9212"/>
                    <a:pt x="12017" y="9248"/>
                    <a:pt x="11919" y="9346"/>
                  </a:cubicBezTo>
                  <a:cubicBezTo>
                    <a:pt x="11834" y="9407"/>
                    <a:pt x="11730" y="9430"/>
                    <a:pt x="11638" y="9430"/>
                  </a:cubicBezTo>
                  <a:cubicBezTo>
                    <a:pt x="11510" y="9430"/>
                    <a:pt x="11406" y="9386"/>
                    <a:pt x="11416" y="9338"/>
                  </a:cubicBezTo>
                  <a:cubicBezTo>
                    <a:pt x="11424" y="9291"/>
                    <a:pt x="11466" y="9274"/>
                    <a:pt x="11526" y="9274"/>
                  </a:cubicBezTo>
                  <a:cubicBezTo>
                    <a:pt x="11590" y="9274"/>
                    <a:pt x="11673" y="9293"/>
                    <a:pt x="11756" y="9314"/>
                  </a:cubicBezTo>
                  <a:lnTo>
                    <a:pt x="11797" y="9136"/>
                  </a:lnTo>
                  <a:cubicBezTo>
                    <a:pt x="11750" y="9119"/>
                    <a:pt x="11700" y="9110"/>
                    <a:pt x="11650" y="9110"/>
                  </a:cubicBezTo>
                  <a:cubicBezTo>
                    <a:pt x="11580" y="9110"/>
                    <a:pt x="11510" y="9127"/>
                    <a:pt x="11448" y="9160"/>
                  </a:cubicBezTo>
                  <a:cubicBezTo>
                    <a:pt x="11417" y="9156"/>
                    <a:pt x="11386" y="9154"/>
                    <a:pt x="11356" y="9154"/>
                  </a:cubicBezTo>
                  <a:cubicBezTo>
                    <a:pt x="11268" y="9154"/>
                    <a:pt x="11184" y="9170"/>
                    <a:pt x="11100" y="9200"/>
                  </a:cubicBezTo>
                  <a:cubicBezTo>
                    <a:pt x="10921" y="9273"/>
                    <a:pt x="10921" y="9363"/>
                    <a:pt x="11067" y="9476"/>
                  </a:cubicBezTo>
                  <a:cubicBezTo>
                    <a:pt x="11155" y="9540"/>
                    <a:pt x="11131" y="9559"/>
                    <a:pt x="11065" y="9559"/>
                  </a:cubicBezTo>
                  <a:cubicBezTo>
                    <a:pt x="11021" y="9559"/>
                    <a:pt x="10958" y="9551"/>
                    <a:pt x="10897" y="9541"/>
                  </a:cubicBezTo>
                  <a:cubicBezTo>
                    <a:pt x="10589" y="9436"/>
                    <a:pt x="10589" y="9346"/>
                    <a:pt x="10759" y="9265"/>
                  </a:cubicBezTo>
                  <a:cubicBezTo>
                    <a:pt x="10921" y="9265"/>
                    <a:pt x="10929" y="9184"/>
                    <a:pt x="10946" y="9095"/>
                  </a:cubicBezTo>
                  <a:cubicBezTo>
                    <a:pt x="10946" y="9072"/>
                    <a:pt x="10904" y="9061"/>
                    <a:pt x="10836" y="9061"/>
                  </a:cubicBezTo>
                  <a:cubicBezTo>
                    <a:pt x="10604" y="9061"/>
                    <a:pt x="10073" y="9188"/>
                    <a:pt x="9952" y="9349"/>
                  </a:cubicBezTo>
                  <a:lnTo>
                    <a:pt x="9952" y="9349"/>
                  </a:lnTo>
                  <a:cubicBezTo>
                    <a:pt x="9951" y="9327"/>
                    <a:pt x="9950" y="9300"/>
                    <a:pt x="9948" y="9265"/>
                  </a:cubicBezTo>
                  <a:cubicBezTo>
                    <a:pt x="9944" y="9214"/>
                    <a:pt x="9852" y="9194"/>
                    <a:pt x="9717" y="9194"/>
                  </a:cubicBezTo>
                  <a:cubicBezTo>
                    <a:pt x="9598" y="9194"/>
                    <a:pt x="9445" y="9210"/>
                    <a:pt x="9292" y="9233"/>
                  </a:cubicBezTo>
                  <a:cubicBezTo>
                    <a:pt x="8967" y="9273"/>
                    <a:pt x="8813" y="9322"/>
                    <a:pt x="8830" y="9403"/>
                  </a:cubicBezTo>
                  <a:cubicBezTo>
                    <a:pt x="8846" y="9492"/>
                    <a:pt x="8862" y="9581"/>
                    <a:pt x="8708" y="9614"/>
                  </a:cubicBezTo>
                  <a:cubicBezTo>
                    <a:pt x="8730" y="9609"/>
                    <a:pt x="8749" y="9607"/>
                    <a:pt x="8766" y="9607"/>
                  </a:cubicBezTo>
                  <a:cubicBezTo>
                    <a:pt x="8867" y="9607"/>
                    <a:pt x="8882" y="9685"/>
                    <a:pt x="8903" y="9768"/>
                  </a:cubicBezTo>
                  <a:cubicBezTo>
                    <a:pt x="8903" y="9768"/>
                    <a:pt x="8578" y="9736"/>
                    <a:pt x="8408" y="9695"/>
                  </a:cubicBezTo>
                  <a:cubicBezTo>
                    <a:pt x="8277" y="9658"/>
                    <a:pt x="8146" y="9635"/>
                    <a:pt x="8000" y="9635"/>
                  </a:cubicBezTo>
                  <a:cubicBezTo>
                    <a:pt x="7765" y="9635"/>
                    <a:pt x="7495" y="9694"/>
                    <a:pt x="7135" y="9849"/>
                  </a:cubicBezTo>
                  <a:cubicBezTo>
                    <a:pt x="6840" y="9961"/>
                    <a:pt x="6436" y="10182"/>
                    <a:pt x="6245" y="10182"/>
                  </a:cubicBezTo>
                  <a:cubicBezTo>
                    <a:pt x="6242" y="10182"/>
                    <a:pt x="6238" y="10182"/>
                    <a:pt x="6235" y="10181"/>
                  </a:cubicBezTo>
                  <a:cubicBezTo>
                    <a:pt x="5959" y="10344"/>
                    <a:pt x="5830" y="10425"/>
                    <a:pt x="5870" y="10498"/>
                  </a:cubicBezTo>
                  <a:cubicBezTo>
                    <a:pt x="5781" y="10554"/>
                    <a:pt x="5692" y="10611"/>
                    <a:pt x="5611" y="10676"/>
                  </a:cubicBezTo>
                  <a:cubicBezTo>
                    <a:pt x="5424" y="10684"/>
                    <a:pt x="5165" y="10863"/>
                    <a:pt x="5222" y="10944"/>
                  </a:cubicBezTo>
                  <a:cubicBezTo>
                    <a:pt x="5149" y="11106"/>
                    <a:pt x="4970" y="11130"/>
                    <a:pt x="4849" y="11227"/>
                  </a:cubicBezTo>
                  <a:cubicBezTo>
                    <a:pt x="4492" y="11284"/>
                    <a:pt x="4492" y="11292"/>
                    <a:pt x="4784" y="11398"/>
                  </a:cubicBezTo>
                  <a:cubicBezTo>
                    <a:pt x="4795" y="11410"/>
                    <a:pt x="4815" y="11416"/>
                    <a:pt x="4841" y="11416"/>
                  </a:cubicBezTo>
                  <a:cubicBezTo>
                    <a:pt x="4949" y="11416"/>
                    <a:pt x="5158" y="11323"/>
                    <a:pt x="5262" y="11252"/>
                  </a:cubicBezTo>
                  <a:cubicBezTo>
                    <a:pt x="5384" y="11162"/>
                    <a:pt x="5505" y="11065"/>
                    <a:pt x="5635" y="10984"/>
                  </a:cubicBezTo>
                  <a:lnTo>
                    <a:pt x="5635" y="10984"/>
                  </a:lnTo>
                  <a:cubicBezTo>
                    <a:pt x="5522" y="11090"/>
                    <a:pt x="5416" y="11211"/>
                    <a:pt x="5311" y="11325"/>
                  </a:cubicBezTo>
                  <a:cubicBezTo>
                    <a:pt x="5189" y="11414"/>
                    <a:pt x="5011" y="11673"/>
                    <a:pt x="5068" y="11746"/>
                  </a:cubicBezTo>
                  <a:cubicBezTo>
                    <a:pt x="5068" y="11746"/>
                    <a:pt x="5132" y="11819"/>
                    <a:pt x="5019" y="11917"/>
                  </a:cubicBezTo>
                  <a:lnTo>
                    <a:pt x="4897" y="11779"/>
                  </a:lnTo>
                  <a:cubicBezTo>
                    <a:pt x="4946" y="11673"/>
                    <a:pt x="4922" y="11552"/>
                    <a:pt x="4841" y="11471"/>
                  </a:cubicBezTo>
                  <a:cubicBezTo>
                    <a:pt x="4820" y="11466"/>
                    <a:pt x="4799" y="11464"/>
                    <a:pt x="4776" y="11464"/>
                  </a:cubicBezTo>
                  <a:cubicBezTo>
                    <a:pt x="4537" y="11464"/>
                    <a:pt x="4195" y="11685"/>
                    <a:pt x="4314" y="11811"/>
                  </a:cubicBezTo>
                  <a:cubicBezTo>
                    <a:pt x="4241" y="11900"/>
                    <a:pt x="4143" y="11949"/>
                    <a:pt x="4030" y="11965"/>
                  </a:cubicBezTo>
                  <a:cubicBezTo>
                    <a:pt x="4017" y="11950"/>
                    <a:pt x="4002" y="11943"/>
                    <a:pt x="3986" y="11943"/>
                  </a:cubicBezTo>
                  <a:cubicBezTo>
                    <a:pt x="3925" y="11943"/>
                    <a:pt x="3856" y="12055"/>
                    <a:pt x="3876" y="12249"/>
                  </a:cubicBezTo>
                  <a:cubicBezTo>
                    <a:pt x="3908" y="12484"/>
                    <a:pt x="3803" y="12589"/>
                    <a:pt x="3568" y="12589"/>
                  </a:cubicBezTo>
                  <a:cubicBezTo>
                    <a:pt x="3227" y="12687"/>
                    <a:pt x="2846" y="13181"/>
                    <a:pt x="2919" y="13238"/>
                  </a:cubicBezTo>
                  <a:cubicBezTo>
                    <a:pt x="3057" y="13343"/>
                    <a:pt x="2797" y="13708"/>
                    <a:pt x="2635" y="13773"/>
                  </a:cubicBezTo>
                  <a:cubicBezTo>
                    <a:pt x="2481" y="13838"/>
                    <a:pt x="2384" y="13984"/>
                    <a:pt x="2384" y="14146"/>
                  </a:cubicBezTo>
                  <a:cubicBezTo>
                    <a:pt x="2369" y="14136"/>
                    <a:pt x="2351" y="14131"/>
                    <a:pt x="2331" y="14131"/>
                  </a:cubicBezTo>
                  <a:cubicBezTo>
                    <a:pt x="2252" y="14131"/>
                    <a:pt x="2149" y="14207"/>
                    <a:pt x="2149" y="14349"/>
                  </a:cubicBezTo>
                  <a:cubicBezTo>
                    <a:pt x="2149" y="14349"/>
                    <a:pt x="2102" y="14424"/>
                    <a:pt x="2147" y="14424"/>
                  </a:cubicBezTo>
                  <a:cubicBezTo>
                    <a:pt x="2162" y="14424"/>
                    <a:pt x="2185" y="14417"/>
                    <a:pt x="2222" y="14397"/>
                  </a:cubicBezTo>
                  <a:lnTo>
                    <a:pt x="2222" y="14746"/>
                  </a:lnTo>
                  <a:cubicBezTo>
                    <a:pt x="2256" y="14689"/>
                    <a:pt x="2291" y="14670"/>
                    <a:pt x="2327" y="14670"/>
                  </a:cubicBezTo>
                  <a:cubicBezTo>
                    <a:pt x="2368" y="14670"/>
                    <a:pt x="2410" y="14696"/>
                    <a:pt x="2449" y="14722"/>
                  </a:cubicBezTo>
                  <a:cubicBezTo>
                    <a:pt x="2522" y="14770"/>
                    <a:pt x="2149" y="15216"/>
                    <a:pt x="1768" y="15338"/>
                  </a:cubicBezTo>
                  <a:lnTo>
                    <a:pt x="1468" y="15508"/>
                  </a:lnTo>
                  <a:lnTo>
                    <a:pt x="1630" y="15597"/>
                  </a:lnTo>
                  <a:cubicBezTo>
                    <a:pt x="1566" y="15704"/>
                    <a:pt x="1509" y="15816"/>
                    <a:pt x="1441" y="15816"/>
                  </a:cubicBezTo>
                  <a:cubicBezTo>
                    <a:pt x="1431" y="15816"/>
                    <a:pt x="1421" y="15813"/>
                    <a:pt x="1411" y="15808"/>
                  </a:cubicBezTo>
                  <a:cubicBezTo>
                    <a:pt x="1382" y="15794"/>
                    <a:pt x="1363" y="15784"/>
                    <a:pt x="1348" y="15784"/>
                  </a:cubicBezTo>
                  <a:cubicBezTo>
                    <a:pt x="1322" y="15784"/>
                    <a:pt x="1307" y="15814"/>
                    <a:pt x="1265" y="15897"/>
                  </a:cubicBezTo>
                  <a:cubicBezTo>
                    <a:pt x="1265" y="15897"/>
                    <a:pt x="1192" y="16027"/>
                    <a:pt x="1273" y="16068"/>
                  </a:cubicBezTo>
                  <a:cubicBezTo>
                    <a:pt x="1435" y="16149"/>
                    <a:pt x="1435" y="16149"/>
                    <a:pt x="1289" y="16238"/>
                  </a:cubicBezTo>
                  <a:cubicBezTo>
                    <a:pt x="1062" y="16287"/>
                    <a:pt x="997" y="16416"/>
                    <a:pt x="1095" y="16627"/>
                  </a:cubicBezTo>
                  <a:cubicBezTo>
                    <a:pt x="1265" y="16708"/>
                    <a:pt x="1257" y="16708"/>
                    <a:pt x="1038" y="16757"/>
                  </a:cubicBezTo>
                  <a:cubicBezTo>
                    <a:pt x="1027" y="16752"/>
                    <a:pt x="1014" y="16750"/>
                    <a:pt x="1001" y="16750"/>
                  </a:cubicBezTo>
                  <a:cubicBezTo>
                    <a:pt x="918" y="16750"/>
                    <a:pt x="802" y="16832"/>
                    <a:pt x="746" y="16943"/>
                  </a:cubicBezTo>
                  <a:lnTo>
                    <a:pt x="835" y="16984"/>
                  </a:lnTo>
                  <a:cubicBezTo>
                    <a:pt x="997" y="17065"/>
                    <a:pt x="933" y="17195"/>
                    <a:pt x="795" y="17284"/>
                  </a:cubicBezTo>
                  <a:cubicBezTo>
                    <a:pt x="785" y="17279"/>
                    <a:pt x="776" y="17277"/>
                    <a:pt x="767" y="17277"/>
                  </a:cubicBezTo>
                  <a:cubicBezTo>
                    <a:pt x="699" y="17277"/>
                    <a:pt x="645" y="17409"/>
                    <a:pt x="616" y="17673"/>
                  </a:cubicBezTo>
                  <a:cubicBezTo>
                    <a:pt x="517" y="17908"/>
                    <a:pt x="461" y="18037"/>
                    <a:pt x="388" y="18037"/>
                  </a:cubicBezTo>
                  <a:cubicBezTo>
                    <a:pt x="378" y="18037"/>
                    <a:pt x="368" y="18035"/>
                    <a:pt x="357" y="18030"/>
                  </a:cubicBezTo>
                  <a:cubicBezTo>
                    <a:pt x="296" y="18002"/>
                    <a:pt x="258" y="17985"/>
                    <a:pt x="240" y="17985"/>
                  </a:cubicBezTo>
                  <a:cubicBezTo>
                    <a:pt x="210" y="17985"/>
                    <a:pt x="234" y="18033"/>
                    <a:pt x="300" y="18159"/>
                  </a:cubicBezTo>
                  <a:cubicBezTo>
                    <a:pt x="333" y="18330"/>
                    <a:pt x="333" y="18330"/>
                    <a:pt x="138" y="18557"/>
                  </a:cubicBezTo>
                  <a:cubicBezTo>
                    <a:pt x="0" y="18646"/>
                    <a:pt x="0" y="18646"/>
                    <a:pt x="25" y="18816"/>
                  </a:cubicBezTo>
                  <a:cubicBezTo>
                    <a:pt x="111" y="18853"/>
                    <a:pt x="175" y="18880"/>
                    <a:pt x="224" y="18880"/>
                  </a:cubicBezTo>
                  <a:cubicBezTo>
                    <a:pt x="271" y="18880"/>
                    <a:pt x="305" y="18855"/>
                    <a:pt x="333" y="18792"/>
                  </a:cubicBezTo>
                  <a:cubicBezTo>
                    <a:pt x="369" y="18709"/>
                    <a:pt x="382" y="18679"/>
                    <a:pt x="408" y="18679"/>
                  </a:cubicBezTo>
                  <a:cubicBezTo>
                    <a:pt x="423" y="18679"/>
                    <a:pt x="441" y="18688"/>
                    <a:pt x="470" y="18703"/>
                  </a:cubicBezTo>
                  <a:lnTo>
                    <a:pt x="357" y="18962"/>
                  </a:lnTo>
                  <a:cubicBezTo>
                    <a:pt x="284" y="19132"/>
                    <a:pt x="235" y="19319"/>
                    <a:pt x="227" y="19513"/>
                  </a:cubicBezTo>
                  <a:cubicBezTo>
                    <a:pt x="214" y="19677"/>
                    <a:pt x="261" y="19772"/>
                    <a:pt x="309" y="19772"/>
                  </a:cubicBezTo>
                  <a:cubicBezTo>
                    <a:pt x="346" y="19772"/>
                    <a:pt x="382" y="19714"/>
                    <a:pt x="389" y="19586"/>
                  </a:cubicBezTo>
                  <a:lnTo>
                    <a:pt x="527" y="19489"/>
                  </a:lnTo>
                  <a:cubicBezTo>
                    <a:pt x="568" y="19506"/>
                    <a:pt x="606" y="19514"/>
                    <a:pt x="638" y="19514"/>
                  </a:cubicBezTo>
                  <a:cubicBezTo>
                    <a:pt x="806" y="19514"/>
                    <a:pt x="851" y="19318"/>
                    <a:pt x="641" y="19230"/>
                  </a:cubicBezTo>
                  <a:cubicBezTo>
                    <a:pt x="389" y="19124"/>
                    <a:pt x="389" y="19124"/>
                    <a:pt x="608" y="19068"/>
                  </a:cubicBezTo>
                  <a:lnTo>
                    <a:pt x="608" y="19068"/>
                  </a:lnTo>
                  <a:cubicBezTo>
                    <a:pt x="642" y="19082"/>
                    <a:pt x="672" y="19089"/>
                    <a:pt x="698" y="19089"/>
                  </a:cubicBezTo>
                  <a:cubicBezTo>
                    <a:pt x="801" y="19089"/>
                    <a:pt x="845" y="18985"/>
                    <a:pt x="884" y="18881"/>
                  </a:cubicBezTo>
                  <a:cubicBezTo>
                    <a:pt x="922" y="18795"/>
                    <a:pt x="934" y="18766"/>
                    <a:pt x="963" y="18766"/>
                  </a:cubicBezTo>
                  <a:cubicBezTo>
                    <a:pt x="977" y="18766"/>
                    <a:pt x="995" y="18773"/>
                    <a:pt x="1022" y="18784"/>
                  </a:cubicBezTo>
                  <a:cubicBezTo>
                    <a:pt x="1036" y="18790"/>
                    <a:pt x="1051" y="18793"/>
                    <a:pt x="1067" y="18793"/>
                  </a:cubicBezTo>
                  <a:cubicBezTo>
                    <a:pt x="1152" y="18793"/>
                    <a:pt x="1258" y="18707"/>
                    <a:pt x="1306" y="18597"/>
                  </a:cubicBezTo>
                  <a:cubicBezTo>
                    <a:pt x="1354" y="18468"/>
                    <a:pt x="1354" y="18468"/>
                    <a:pt x="1273" y="18435"/>
                  </a:cubicBezTo>
                  <a:cubicBezTo>
                    <a:pt x="1253" y="18448"/>
                    <a:pt x="1238" y="18454"/>
                    <a:pt x="1229" y="18454"/>
                  </a:cubicBezTo>
                  <a:cubicBezTo>
                    <a:pt x="1170" y="18454"/>
                    <a:pt x="1280" y="18258"/>
                    <a:pt x="1468" y="18216"/>
                  </a:cubicBezTo>
                  <a:cubicBezTo>
                    <a:pt x="1606" y="18127"/>
                    <a:pt x="1606" y="18127"/>
                    <a:pt x="1443" y="18046"/>
                  </a:cubicBezTo>
                  <a:cubicBezTo>
                    <a:pt x="1281" y="17973"/>
                    <a:pt x="1395" y="17714"/>
                    <a:pt x="1614" y="17665"/>
                  </a:cubicBezTo>
                  <a:cubicBezTo>
                    <a:pt x="1614" y="17665"/>
                    <a:pt x="1678" y="17535"/>
                    <a:pt x="1735" y="17414"/>
                  </a:cubicBezTo>
                  <a:cubicBezTo>
                    <a:pt x="1792" y="17284"/>
                    <a:pt x="1711" y="17243"/>
                    <a:pt x="1630" y="17203"/>
                  </a:cubicBezTo>
                  <a:cubicBezTo>
                    <a:pt x="1468" y="17130"/>
                    <a:pt x="1468" y="17130"/>
                    <a:pt x="1606" y="17041"/>
                  </a:cubicBezTo>
                  <a:cubicBezTo>
                    <a:pt x="1682" y="16994"/>
                    <a:pt x="1741" y="16983"/>
                    <a:pt x="1779" y="16983"/>
                  </a:cubicBezTo>
                  <a:cubicBezTo>
                    <a:pt x="1814" y="16983"/>
                    <a:pt x="1833" y="16992"/>
                    <a:pt x="1833" y="16992"/>
                  </a:cubicBezTo>
                  <a:cubicBezTo>
                    <a:pt x="1843" y="16997"/>
                    <a:pt x="1853" y="17000"/>
                    <a:pt x="1863" y="17000"/>
                  </a:cubicBezTo>
                  <a:cubicBezTo>
                    <a:pt x="1930" y="17000"/>
                    <a:pt x="1986" y="16887"/>
                    <a:pt x="2035" y="16781"/>
                  </a:cubicBezTo>
                  <a:cubicBezTo>
                    <a:pt x="2100" y="16651"/>
                    <a:pt x="2230" y="16400"/>
                    <a:pt x="2149" y="16360"/>
                  </a:cubicBezTo>
                  <a:lnTo>
                    <a:pt x="2149" y="16360"/>
                  </a:lnTo>
                  <a:cubicBezTo>
                    <a:pt x="2170" y="16370"/>
                    <a:pt x="2200" y="16385"/>
                    <a:pt x="2230" y="16400"/>
                  </a:cubicBezTo>
                  <a:cubicBezTo>
                    <a:pt x="2295" y="16278"/>
                    <a:pt x="2376" y="16319"/>
                    <a:pt x="2295" y="16278"/>
                  </a:cubicBezTo>
                  <a:cubicBezTo>
                    <a:pt x="2368" y="16157"/>
                    <a:pt x="2465" y="16043"/>
                    <a:pt x="2570" y="15954"/>
                  </a:cubicBezTo>
                  <a:cubicBezTo>
                    <a:pt x="2734" y="15796"/>
                    <a:pt x="2810" y="15487"/>
                    <a:pt x="2660" y="15487"/>
                  </a:cubicBezTo>
                  <a:cubicBezTo>
                    <a:pt x="2617" y="15487"/>
                    <a:pt x="2556" y="15512"/>
                    <a:pt x="2473" y="15573"/>
                  </a:cubicBezTo>
                  <a:cubicBezTo>
                    <a:pt x="2491" y="15542"/>
                    <a:pt x="2516" y="15502"/>
                    <a:pt x="2546" y="15451"/>
                  </a:cubicBezTo>
                  <a:cubicBezTo>
                    <a:pt x="2611" y="15322"/>
                    <a:pt x="2538" y="15281"/>
                    <a:pt x="2538" y="15281"/>
                  </a:cubicBezTo>
                  <a:cubicBezTo>
                    <a:pt x="2457" y="15233"/>
                    <a:pt x="2530" y="15111"/>
                    <a:pt x="2603" y="14989"/>
                  </a:cubicBezTo>
                  <a:lnTo>
                    <a:pt x="2757" y="15079"/>
                  </a:lnTo>
                  <a:cubicBezTo>
                    <a:pt x="2812" y="15170"/>
                    <a:pt x="2875" y="15209"/>
                    <a:pt x="2926" y="15209"/>
                  </a:cubicBezTo>
                  <a:cubicBezTo>
                    <a:pt x="3025" y="15209"/>
                    <a:pt x="3085" y="15068"/>
                    <a:pt x="2984" y="14892"/>
                  </a:cubicBezTo>
                  <a:lnTo>
                    <a:pt x="2984" y="14892"/>
                  </a:lnTo>
                  <a:lnTo>
                    <a:pt x="3065" y="14941"/>
                  </a:lnTo>
                  <a:cubicBezTo>
                    <a:pt x="3075" y="14948"/>
                    <a:pt x="3086" y="14951"/>
                    <a:pt x="3096" y="14951"/>
                  </a:cubicBezTo>
                  <a:cubicBezTo>
                    <a:pt x="3159" y="14951"/>
                    <a:pt x="3222" y="14827"/>
                    <a:pt x="3292" y="14584"/>
                  </a:cubicBezTo>
                  <a:cubicBezTo>
                    <a:pt x="3349" y="14454"/>
                    <a:pt x="3324" y="14300"/>
                    <a:pt x="3227" y="14195"/>
                  </a:cubicBezTo>
                  <a:cubicBezTo>
                    <a:pt x="3154" y="14146"/>
                    <a:pt x="3235" y="14025"/>
                    <a:pt x="3235" y="14025"/>
                  </a:cubicBezTo>
                  <a:cubicBezTo>
                    <a:pt x="3287" y="13958"/>
                    <a:pt x="3309" y="13930"/>
                    <a:pt x="3333" y="13930"/>
                  </a:cubicBezTo>
                  <a:cubicBezTo>
                    <a:pt x="3349" y="13930"/>
                    <a:pt x="3367" y="13944"/>
                    <a:pt x="3397" y="13968"/>
                  </a:cubicBezTo>
                  <a:cubicBezTo>
                    <a:pt x="3423" y="13986"/>
                    <a:pt x="3449" y="13994"/>
                    <a:pt x="3474" y="13994"/>
                  </a:cubicBezTo>
                  <a:cubicBezTo>
                    <a:pt x="3593" y="13994"/>
                    <a:pt x="3697" y="13807"/>
                    <a:pt x="3657" y="13619"/>
                  </a:cubicBezTo>
                  <a:lnTo>
                    <a:pt x="3657" y="13619"/>
                  </a:lnTo>
                  <a:lnTo>
                    <a:pt x="3722" y="13676"/>
                  </a:lnTo>
                  <a:cubicBezTo>
                    <a:pt x="3737" y="13686"/>
                    <a:pt x="3754" y="13693"/>
                    <a:pt x="3774" y="13693"/>
                  </a:cubicBezTo>
                  <a:cubicBezTo>
                    <a:pt x="3863" y="13693"/>
                    <a:pt x="4014" y="13566"/>
                    <a:pt x="4338" y="13084"/>
                  </a:cubicBezTo>
                  <a:cubicBezTo>
                    <a:pt x="4682" y="12703"/>
                    <a:pt x="4981" y="12434"/>
                    <a:pt x="5076" y="12434"/>
                  </a:cubicBezTo>
                  <a:cubicBezTo>
                    <a:pt x="5087" y="12434"/>
                    <a:pt x="5095" y="12437"/>
                    <a:pt x="5100" y="12444"/>
                  </a:cubicBezTo>
                  <a:cubicBezTo>
                    <a:pt x="5103" y="12447"/>
                    <a:pt x="5108" y="12449"/>
                    <a:pt x="5113" y="12449"/>
                  </a:cubicBezTo>
                  <a:cubicBezTo>
                    <a:pt x="5191" y="12449"/>
                    <a:pt x="5457" y="11987"/>
                    <a:pt x="5586" y="11689"/>
                  </a:cubicBezTo>
                  <a:cubicBezTo>
                    <a:pt x="5600" y="11709"/>
                    <a:pt x="5617" y="11719"/>
                    <a:pt x="5639" y="11719"/>
                  </a:cubicBezTo>
                  <a:cubicBezTo>
                    <a:pt x="5703" y="11719"/>
                    <a:pt x="5807" y="11633"/>
                    <a:pt x="5984" y="11511"/>
                  </a:cubicBezTo>
                  <a:cubicBezTo>
                    <a:pt x="6208" y="11363"/>
                    <a:pt x="6292" y="11308"/>
                    <a:pt x="6335" y="11308"/>
                  </a:cubicBezTo>
                  <a:cubicBezTo>
                    <a:pt x="6360" y="11308"/>
                    <a:pt x="6371" y="11327"/>
                    <a:pt x="6389" y="11357"/>
                  </a:cubicBezTo>
                  <a:cubicBezTo>
                    <a:pt x="6382" y="11463"/>
                    <a:pt x="6376" y="11519"/>
                    <a:pt x="6386" y="11519"/>
                  </a:cubicBezTo>
                  <a:cubicBezTo>
                    <a:pt x="6399" y="11519"/>
                    <a:pt x="6433" y="11445"/>
                    <a:pt x="6511" y="11284"/>
                  </a:cubicBezTo>
                  <a:cubicBezTo>
                    <a:pt x="6533" y="11123"/>
                    <a:pt x="6737" y="11012"/>
                    <a:pt x="6892" y="11012"/>
                  </a:cubicBezTo>
                  <a:cubicBezTo>
                    <a:pt x="6964" y="11012"/>
                    <a:pt x="7026" y="11036"/>
                    <a:pt x="7054" y="11090"/>
                  </a:cubicBezTo>
                  <a:cubicBezTo>
                    <a:pt x="7067" y="11117"/>
                    <a:pt x="7087" y="11129"/>
                    <a:pt x="7117" y="11129"/>
                  </a:cubicBezTo>
                  <a:cubicBezTo>
                    <a:pt x="7183" y="11129"/>
                    <a:pt x="7294" y="11070"/>
                    <a:pt x="7467" y="10992"/>
                  </a:cubicBezTo>
                  <a:cubicBezTo>
                    <a:pt x="7557" y="10854"/>
                    <a:pt x="7816" y="10733"/>
                    <a:pt x="8084" y="10652"/>
                  </a:cubicBezTo>
                  <a:cubicBezTo>
                    <a:pt x="8473" y="10506"/>
                    <a:pt x="8481" y="10530"/>
                    <a:pt x="8432" y="10344"/>
                  </a:cubicBezTo>
                  <a:cubicBezTo>
                    <a:pt x="8384" y="10173"/>
                    <a:pt x="8521" y="10125"/>
                    <a:pt x="8805" y="10060"/>
                  </a:cubicBezTo>
                  <a:cubicBezTo>
                    <a:pt x="8876" y="10044"/>
                    <a:pt x="8946" y="10030"/>
                    <a:pt x="9002" y="10030"/>
                  </a:cubicBezTo>
                  <a:cubicBezTo>
                    <a:pt x="9062" y="10030"/>
                    <a:pt x="9105" y="10046"/>
                    <a:pt x="9113" y="10092"/>
                  </a:cubicBezTo>
                  <a:cubicBezTo>
                    <a:pt x="9194" y="10119"/>
                    <a:pt x="9275" y="10135"/>
                    <a:pt x="9360" y="10135"/>
                  </a:cubicBezTo>
                  <a:cubicBezTo>
                    <a:pt x="9377" y="10135"/>
                    <a:pt x="9395" y="10134"/>
                    <a:pt x="9413" y="10133"/>
                  </a:cubicBezTo>
                  <a:cubicBezTo>
                    <a:pt x="9467" y="10126"/>
                    <a:pt x="9523" y="10120"/>
                    <a:pt x="9570" y="10120"/>
                  </a:cubicBezTo>
                  <a:cubicBezTo>
                    <a:pt x="9644" y="10120"/>
                    <a:pt x="9700" y="10135"/>
                    <a:pt x="9705" y="10190"/>
                  </a:cubicBezTo>
                  <a:cubicBezTo>
                    <a:pt x="9821" y="10237"/>
                    <a:pt x="9943" y="10256"/>
                    <a:pt x="10066" y="10256"/>
                  </a:cubicBezTo>
                  <a:cubicBezTo>
                    <a:pt x="10089" y="10256"/>
                    <a:pt x="10112" y="10256"/>
                    <a:pt x="10135" y="10254"/>
                  </a:cubicBezTo>
                  <a:cubicBezTo>
                    <a:pt x="10181" y="10252"/>
                    <a:pt x="10227" y="10250"/>
                    <a:pt x="10272" y="10250"/>
                  </a:cubicBezTo>
                  <a:cubicBezTo>
                    <a:pt x="10497" y="10250"/>
                    <a:pt x="10693" y="10284"/>
                    <a:pt x="10686" y="10352"/>
                  </a:cubicBezTo>
                  <a:cubicBezTo>
                    <a:pt x="10718" y="10354"/>
                    <a:pt x="10743" y="10355"/>
                    <a:pt x="10762" y="10355"/>
                  </a:cubicBezTo>
                  <a:cubicBezTo>
                    <a:pt x="10824" y="10355"/>
                    <a:pt x="10826" y="10339"/>
                    <a:pt x="10832" y="10271"/>
                  </a:cubicBezTo>
                  <a:cubicBezTo>
                    <a:pt x="10832" y="10224"/>
                    <a:pt x="10885" y="10170"/>
                    <a:pt x="11033" y="10170"/>
                  </a:cubicBezTo>
                  <a:cubicBezTo>
                    <a:pt x="11143" y="10170"/>
                    <a:pt x="11305" y="10200"/>
                    <a:pt x="11538" y="10287"/>
                  </a:cubicBezTo>
                  <a:cubicBezTo>
                    <a:pt x="11757" y="10325"/>
                    <a:pt x="12045" y="10421"/>
                    <a:pt x="12179" y="10421"/>
                  </a:cubicBezTo>
                  <a:cubicBezTo>
                    <a:pt x="12218" y="10421"/>
                    <a:pt x="12244" y="10412"/>
                    <a:pt x="12251" y="10392"/>
                  </a:cubicBezTo>
                  <a:cubicBezTo>
                    <a:pt x="12389" y="10441"/>
                    <a:pt x="12389" y="10441"/>
                    <a:pt x="12356" y="10530"/>
                  </a:cubicBezTo>
                  <a:cubicBezTo>
                    <a:pt x="12300" y="10677"/>
                    <a:pt x="12468" y="10782"/>
                    <a:pt x="12733" y="10782"/>
                  </a:cubicBezTo>
                  <a:cubicBezTo>
                    <a:pt x="12776" y="10782"/>
                    <a:pt x="12820" y="10779"/>
                    <a:pt x="12867" y="10773"/>
                  </a:cubicBezTo>
                  <a:cubicBezTo>
                    <a:pt x="12879" y="10749"/>
                    <a:pt x="12900" y="10738"/>
                    <a:pt x="12924" y="10738"/>
                  </a:cubicBezTo>
                  <a:cubicBezTo>
                    <a:pt x="12981" y="10738"/>
                    <a:pt x="13062" y="10799"/>
                    <a:pt x="13119" y="10895"/>
                  </a:cubicBezTo>
                  <a:cubicBezTo>
                    <a:pt x="13208" y="10935"/>
                    <a:pt x="13305" y="10960"/>
                    <a:pt x="13410" y="10968"/>
                  </a:cubicBezTo>
                  <a:cubicBezTo>
                    <a:pt x="13573" y="10976"/>
                    <a:pt x="13581" y="10976"/>
                    <a:pt x="13759" y="11211"/>
                  </a:cubicBezTo>
                  <a:cubicBezTo>
                    <a:pt x="13710" y="11284"/>
                    <a:pt x="13824" y="11365"/>
                    <a:pt x="13937" y="11446"/>
                  </a:cubicBezTo>
                  <a:cubicBezTo>
                    <a:pt x="14237" y="11633"/>
                    <a:pt x="14505" y="11860"/>
                    <a:pt x="14748" y="12119"/>
                  </a:cubicBezTo>
                  <a:cubicBezTo>
                    <a:pt x="15040" y="12452"/>
                    <a:pt x="15300" y="12784"/>
                    <a:pt x="15300" y="12881"/>
                  </a:cubicBezTo>
                  <a:cubicBezTo>
                    <a:pt x="15454" y="12938"/>
                    <a:pt x="15454" y="12938"/>
                    <a:pt x="15535" y="13052"/>
                  </a:cubicBezTo>
                  <a:cubicBezTo>
                    <a:pt x="15490" y="13202"/>
                    <a:pt x="15549" y="13279"/>
                    <a:pt x="15639" y="13279"/>
                  </a:cubicBezTo>
                  <a:cubicBezTo>
                    <a:pt x="15681" y="13279"/>
                    <a:pt x="15729" y="13263"/>
                    <a:pt x="15778" y="13230"/>
                  </a:cubicBezTo>
                  <a:lnTo>
                    <a:pt x="15689" y="13116"/>
                  </a:lnTo>
                  <a:lnTo>
                    <a:pt x="15608" y="13003"/>
                  </a:lnTo>
                  <a:cubicBezTo>
                    <a:pt x="15626" y="12989"/>
                    <a:pt x="15647" y="12983"/>
                    <a:pt x="15668" y="12983"/>
                  </a:cubicBezTo>
                  <a:cubicBezTo>
                    <a:pt x="15812" y="12983"/>
                    <a:pt x="15984" y="13266"/>
                    <a:pt x="15786" y="13400"/>
                  </a:cubicBezTo>
                  <a:cubicBezTo>
                    <a:pt x="15713" y="13611"/>
                    <a:pt x="15705" y="13619"/>
                    <a:pt x="15932" y="13635"/>
                  </a:cubicBezTo>
                  <a:cubicBezTo>
                    <a:pt x="16167" y="13660"/>
                    <a:pt x="16240" y="13781"/>
                    <a:pt x="16159" y="14000"/>
                  </a:cubicBezTo>
                  <a:cubicBezTo>
                    <a:pt x="16005" y="14089"/>
                    <a:pt x="16005" y="14089"/>
                    <a:pt x="16232" y="14114"/>
                  </a:cubicBezTo>
                  <a:cubicBezTo>
                    <a:pt x="16702" y="14170"/>
                    <a:pt x="16978" y="14511"/>
                    <a:pt x="16662" y="14681"/>
                  </a:cubicBezTo>
                  <a:cubicBezTo>
                    <a:pt x="16524" y="14754"/>
                    <a:pt x="16483" y="14924"/>
                    <a:pt x="16564" y="15062"/>
                  </a:cubicBezTo>
                  <a:cubicBezTo>
                    <a:pt x="16595" y="15120"/>
                    <a:pt x="16630" y="15139"/>
                    <a:pt x="16666" y="15139"/>
                  </a:cubicBezTo>
                  <a:cubicBezTo>
                    <a:pt x="16706" y="15139"/>
                    <a:pt x="16749" y="15116"/>
                    <a:pt x="16791" y="15095"/>
                  </a:cubicBezTo>
                  <a:cubicBezTo>
                    <a:pt x="16821" y="15025"/>
                    <a:pt x="16849" y="14992"/>
                    <a:pt x="16872" y="14992"/>
                  </a:cubicBezTo>
                  <a:cubicBezTo>
                    <a:pt x="16917" y="14992"/>
                    <a:pt x="16943" y="15124"/>
                    <a:pt x="16921" y="15346"/>
                  </a:cubicBezTo>
                  <a:cubicBezTo>
                    <a:pt x="16881" y="15841"/>
                    <a:pt x="17010" y="16084"/>
                    <a:pt x="17367" y="16376"/>
                  </a:cubicBezTo>
                  <a:cubicBezTo>
                    <a:pt x="17679" y="16693"/>
                    <a:pt x="17870" y="16979"/>
                    <a:pt x="17790" y="16979"/>
                  </a:cubicBezTo>
                  <a:cubicBezTo>
                    <a:pt x="17764" y="16979"/>
                    <a:pt x="17708" y="16948"/>
                    <a:pt x="17618" y="16878"/>
                  </a:cubicBezTo>
                  <a:cubicBezTo>
                    <a:pt x="17484" y="16798"/>
                    <a:pt x="17413" y="16755"/>
                    <a:pt x="17398" y="16755"/>
                  </a:cubicBezTo>
                  <a:cubicBezTo>
                    <a:pt x="17380" y="16755"/>
                    <a:pt x="17431" y="16808"/>
                    <a:pt x="17537" y="16919"/>
                  </a:cubicBezTo>
                  <a:cubicBezTo>
                    <a:pt x="17675" y="17162"/>
                    <a:pt x="17805" y="17414"/>
                    <a:pt x="17870" y="17535"/>
                  </a:cubicBezTo>
                  <a:cubicBezTo>
                    <a:pt x="17922" y="17639"/>
                    <a:pt x="18025" y="17712"/>
                    <a:pt x="18106" y="17712"/>
                  </a:cubicBezTo>
                  <a:cubicBezTo>
                    <a:pt x="18127" y="17712"/>
                    <a:pt x="18145" y="17707"/>
                    <a:pt x="18162" y="17697"/>
                  </a:cubicBezTo>
                  <a:lnTo>
                    <a:pt x="18162" y="17697"/>
                  </a:lnTo>
                  <a:cubicBezTo>
                    <a:pt x="18072" y="17908"/>
                    <a:pt x="18129" y="18200"/>
                    <a:pt x="18429" y="18354"/>
                  </a:cubicBezTo>
                  <a:lnTo>
                    <a:pt x="18567" y="18597"/>
                  </a:lnTo>
                  <a:cubicBezTo>
                    <a:pt x="18640" y="18711"/>
                    <a:pt x="18640" y="18711"/>
                    <a:pt x="18794" y="18784"/>
                  </a:cubicBezTo>
                  <a:cubicBezTo>
                    <a:pt x="18948" y="18857"/>
                    <a:pt x="18948" y="19019"/>
                    <a:pt x="18948" y="19181"/>
                  </a:cubicBezTo>
                  <a:cubicBezTo>
                    <a:pt x="18941" y="19331"/>
                    <a:pt x="18946" y="19481"/>
                    <a:pt x="18998" y="19481"/>
                  </a:cubicBezTo>
                  <a:cubicBezTo>
                    <a:pt x="19005" y="19481"/>
                    <a:pt x="19012" y="19479"/>
                    <a:pt x="19021" y="19473"/>
                  </a:cubicBezTo>
                  <a:cubicBezTo>
                    <a:pt x="19030" y="19467"/>
                    <a:pt x="19041" y="19464"/>
                    <a:pt x="19055" y="19464"/>
                  </a:cubicBezTo>
                  <a:cubicBezTo>
                    <a:pt x="19152" y="19464"/>
                    <a:pt x="19356" y="19601"/>
                    <a:pt x="19491" y="19651"/>
                  </a:cubicBezTo>
                  <a:cubicBezTo>
                    <a:pt x="19623" y="19700"/>
                    <a:pt x="19648" y="19825"/>
                    <a:pt x="19556" y="19825"/>
                  </a:cubicBezTo>
                  <a:cubicBezTo>
                    <a:pt x="19541" y="19825"/>
                    <a:pt x="19522" y="19822"/>
                    <a:pt x="19499" y="19813"/>
                  </a:cubicBezTo>
                  <a:lnTo>
                    <a:pt x="19499" y="19813"/>
                  </a:lnTo>
                  <a:cubicBezTo>
                    <a:pt x="19426" y="19870"/>
                    <a:pt x="19426" y="19870"/>
                    <a:pt x="19524" y="20154"/>
                  </a:cubicBezTo>
                  <a:cubicBezTo>
                    <a:pt x="19595" y="20254"/>
                    <a:pt x="19755" y="20423"/>
                    <a:pt x="19836" y="20423"/>
                  </a:cubicBezTo>
                  <a:cubicBezTo>
                    <a:pt x="19847" y="20423"/>
                    <a:pt x="19857" y="20420"/>
                    <a:pt x="19864" y="20413"/>
                  </a:cubicBezTo>
                  <a:cubicBezTo>
                    <a:pt x="19867" y="20411"/>
                    <a:pt x="19871" y="20410"/>
                    <a:pt x="19876" y="20410"/>
                  </a:cubicBezTo>
                  <a:cubicBezTo>
                    <a:pt x="19984" y="20410"/>
                    <a:pt x="20491" y="20987"/>
                    <a:pt x="20553" y="21119"/>
                  </a:cubicBezTo>
                  <a:lnTo>
                    <a:pt x="20764" y="21297"/>
                  </a:lnTo>
                  <a:cubicBezTo>
                    <a:pt x="20870" y="21386"/>
                    <a:pt x="21024" y="21427"/>
                    <a:pt x="21145" y="21492"/>
                  </a:cubicBezTo>
                  <a:cubicBezTo>
                    <a:pt x="21226" y="21548"/>
                    <a:pt x="21324" y="21573"/>
                    <a:pt x="21429" y="21573"/>
                  </a:cubicBezTo>
                  <a:cubicBezTo>
                    <a:pt x="21543" y="21646"/>
                    <a:pt x="21656" y="21719"/>
                    <a:pt x="21607" y="21800"/>
                  </a:cubicBezTo>
                  <a:cubicBezTo>
                    <a:pt x="21685" y="21770"/>
                    <a:pt x="21733" y="21751"/>
                    <a:pt x="21764" y="21751"/>
                  </a:cubicBezTo>
                  <a:cubicBezTo>
                    <a:pt x="21817" y="21751"/>
                    <a:pt x="21819" y="21806"/>
                    <a:pt x="21834" y="21954"/>
                  </a:cubicBezTo>
                  <a:cubicBezTo>
                    <a:pt x="21785" y="22040"/>
                    <a:pt x="21763" y="22078"/>
                    <a:pt x="21791" y="22078"/>
                  </a:cubicBezTo>
                  <a:cubicBezTo>
                    <a:pt x="21813" y="22078"/>
                    <a:pt x="21867" y="22054"/>
                    <a:pt x="21964" y="22011"/>
                  </a:cubicBezTo>
                  <a:cubicBezTo>
                    <a:pt x="22012" y="22003"/>
                    <a:pt x="22046" y="21998"/>
                    <a:pt x="22072" y="21998"/>
                  </a:cubicBezTo>
                  <a:cubicBezTo>
                    <a:pt x="22133" y="21998"/>
                    <a:pt x="22150" y="22027"/>
                    <a:pt x="22207" y="22124"/>
                  </a:cubicBezTo>
                  <a:cubicBezTo>
                    <a:pt x="22186" y="22183"/>
                    <a:pt x="22232" y="22228"/>
                    <a:pt x="22277" y="22228"/>
                  </a:cubicBezTo>
                  <a:cubicBezTo>
                    <a:pt x="22300" y="22228"/>
                    <a:pt x="22323" y="22216"/>
                    <a:pt x="22337" y="22189"/>
                  </a:cubicBezTo>
                  <a:cubicBezTo>
                    <a:pt x="22410" y="22156"/>
                    <a:pt x="22512" y="22138"/>
                    <a:pt x="22608" y="22138"/>
                  </a:cubicBezTo>
                  <a:cubicBezTo>
                    <a:pt x="22770" y="22138"/>
                    <a:pt x="22916" y="22188"/>
                    <a:pt x="22880" y="22294"/>
                  </a:cubicBezTo>
                  <a:cubicBezTo>
                    <a:pt x="22929" y="22307"/>
                    <a:pt x="22978" y="22313"/>
                    <a:pt x="23025" y="22313"/>
                  </a:cubicBezTo>
                  <a:cubicBezTo>
                    <a:pt x="23073" y="22313"/>
                    <a:pt x="23119" y="22307"/>
                    <a:pt x="23164" y="22294"/>
                  </a:cubicBezTo>
                  <a:cubicBezTo>
                    <a:pt x="23248" y="22230"/>
                    <a:pt x="23290" y="22196"/>
                    <a:pt x="23308" y="22196"/>
                  </a:cubicBezTo>
                  <a:cubicBezTo>
                    <a:pt x="23328" y="22196"/>
                    <a:pt x="23315" y="22240"/>
                    <a:pt x="23294" y="22335"/>
                  </a:cubicBezTo>
                  <a:cubicBezTo>
                    <a:pt x="23340" y="22450"/>
                    <a:pt x="23407" y="22508"/>
                    <a:pt x="23487" y="22508"/>
                  </a:cubicBezTo>
                  <a:cubicBezTo>
                    <a:pt x="23549" y="22508"/>
                    <a:pt x="23618" y="22474"/>
                    <a:pt x="23691" y="22408"/>
                  </a:cubicBezTo>
                  <a:cubicBezTo>
                    <a:pt x="23721" y="22397"/>
                    <a:pt x="23752" y="22392"/>
                    <a:pt x="23784" y="22392"/>
                  </a:cubicBezTo>
                  <a:cubicBezTo>
                    <a:pt x="23846" y="22392"/>
                    <a:pt x="23907" y="22413"/>
                    <a:pt x="23951" y="22457"/>
                  </a:cubicBezTo>
                  <a:cubicBezTo>
                    <a:pt x="24105" y="22536"/>
                    <a:pt x="24481" y="22613"/>
                    <a:pt x="24713" y="22613"/>
                  </a:cubicBezTo>
                  <a:cubicBezTo>
                    <a:pt x="24858" y="22613"/>
                    <a:pt x="24947" y="22583"/>
                    <a:pt x="24891" y="22505"/>
                  </a:cubicBezTo>
                  <a:lnTo>
                    <a:pt x="25167" y="22497"/>
                  </a:lnTo>
                  <a:cubicBezTo>
                    <a:pt x="25280" y="22530"/>
                    <a:pt x="25369" y="22547"/>
                    <a:pt x="25444" y="22547"/>
                  </a:cubicBezTo>
                  <a:cubicBezTo>
                    <a:pt x="25553" y="22547"/>
                    <a:pt x="25630" y="22512"/>
                    <a:pt x="25702" y="22440"/>
                  </a:cubicBezTo>
                  <a:lnTo>
                    <a:pt x="25823" y="22335"/>
                  </a:lnTo>
                  <a:cubicBezTo>
                    <a:pt x="25838" y="22415"/>
                    <a:pt x="25957" y="22475"/>
                    <a:pt x="26080" y="22475"/>
                  </a:cubicBezTo>
                  <a:cubicBezTo>
                    <a:pt x="26095" y="22475"/>
                    <a:pt x="26109" y="22474"/>
                    <a:pt x="26123" y="22473"/>
                  </a:cubicBezTo>
                  <a:cubicBezTo>
                    <a:pt x="26261" y="22448"/>
                    <a:pt x="26253" y="22448"/>
                    <a:pt x="26237" y="22359"/>
                  </a:cubicBezTo>
                  <a:cubicBezTo>
                    <a:pt x="26091" y="22294"/>
                    <a:pt x="26221" y="22270"/>
                    <a:pt x="26350" y="22238"/>
                  </a:cubicBezTo>
                  <a:cubicBezTo>
                    <a:pt x="26378" y="22231"/>
                    <a:pt x="26406" y="22228"/>
                    <a:pt x="26434" y="22228"/>
                  </a:cubicBezTo>
                  <a:cubicBezTo>
                    <a:pt x="26539" y="22228"/>
                    <a:pt x="26639" y="22273"/>
                    <a:pt x="26659" y="22343"/>
                  </a:cubicBezTo>
                  <a:lnTo>
                    <a:pt x="26788" y="22311"/>
                  </a:lnTo>
                  <a:cubicBezTo>
                    <a:pt x="26757" y="22195"/>
                    <a:pt x="26800" y="22141"/>
                    <a:pt x="26843" y="22141"/>
                  </a:cubicBezTo>
                  <a:cubicBezTo>
                    <a:pt x="26867" y="22141"/>
                    <a:pt x="26890" y="22157"/>
                    <a:pt x="26902" y="22189"/>
                  </a:cubicBezTo>
                  <a:cubicBezTo>
                    <a:pt x="26949" y="22200"/>
                    <a:pt x="26997" y="22206"/>
                    <a:pt x="27046" y="22206"/>
                  </a:cubicBezTo>
                  <a:cubicBezTo>
                    <a:pt x="27138" y="22206"/>
                    <a:pt x="27230" y="22186"/>
                    <a:pt x="27315" y="22148"/>
                  </a:cubicBezTo>
                  <a:cubicBezTo>
                    <a:pt x="27301" y="22110"/>
                    <a:pt x="27323" y="22096"/>
                    <a:pt x="27343" y="22096"/>
                  </a:cubicBezTo>
                  <a:cubicBezTo>
                    <a:pt x="27368" y="22096"/>
                    <a:pt x="27389" y="22121"/>
                    <a:pt x="27315" y="22148"/>
                  </a:cubicBezTo>
                  <a:lnTo>
                    <a:pt x="27348" y="22230"/>
                  </a:lnTo>
                  <a:cubicBezTo>
                    <a:pt x="27377" y="22237"/>
                    <a:pt x="27400" y="22240"/>
                    <a:pt x="27418" y="22240"/>
                  </a:cubicBezTo>
                  <a:cubicBezTo>
                    <a:pt x="27498" y="22240"/>
                    <a:pt x="27471" y="22173"/>
                    <a:pt x="27445" y="22100"/>
                  </a:cubicBezTo>
                  <a:lnTo>
                    <a:pt x="27704" y="22011"/>
                  </a:lnTo>
                  <a:cubicBezTo>
                    <a:pt x="27834" y="21954"/>
                    <a:pt x="27956" y="21897"/>
                    <a:pt x="27802" y="21865"/>
                  </a:cubicBezTo>
                  <a:cubicBezTo>
                    <a:pt x="27761" y="21784"/>
                    <a:pt x="27729" y="21703"/>
                    <a:pt x="27850" y="21646"/>
                  </a:cubicBezTo>
                  <a:cubicBezTo>
                    <a:pt x="27836" y="21609"/>
                    <a:pt x="27860" y="21594"/>
                    <a:pt x="27879" y="21594"/>
                  </a:cubicBezTo>
                  <a:cubicBezTo>
                    <a:pt x="27901" y="21594"/>
                    <a:pt x="27916" y="21615"/>
                    <a:pt x="27850" y="21646"/>
                  </a:cubicBezTo>
                  <a:cubicBezTo>
                    <a:pt x="27882" y="21709"/>
                    <a:pt x="27909" y="21777"/>
                    <a:pt x="27980" y="21777"/>
                  </a:cubicBezTo>
                  <a:cubicBezTo>
                    <a:pt x="28001" y="21777"/>
                    <a:pt x="28025" y="21772"/>
                    <a:pt x="28053" y="21759"/>
                  </a:cubicBezTo>
                  <a:cubicBezTo>
                    <a:pt x="28085" y="21745"/>
                    <a:pt x="28111" y="21739"/>
                    <a:pt x="28132" y="21739"/>
                  </a:cubicBezTo>
                  <a:cubicBezTo>
                    <a:pt x="28193" y="21739"/>
                    <a:pt x="28215" y="21784"/>
                    <a:pt x="28215" y="21784"/>
                  </a:cubicBezTo>
                  <a:cubicBezTo>
                    <a:pt x="28201" y="21840"/>
                    <a:pt x="28220" y="21863"/>
                    <a:pt x="28258" y="21863"/>
                  </a:cubicBezTo>
                  <a:cubicBezTo>
                    <a:pt x="28372" y="21863"/>
                    <a:pt x="28655" y="21656"/>
                    <a:pt x="28710" y="21540"/>
                  </a:cubicBezTo>
                  <a:cubicBezTo>
                    <a:pt x="28810" y="21351"/>
                    <a:pt x="28893" y="21257"/>
                    <a:pt x="28966" y="21257"/>
                  </a:cubicBezTo>
                  <a:cubicBezTo>
                    <a:pt x="29005" y="21257"/>
                    <a:pt x="29041" y="21284"/>
                    <a:pt x="29075" y="21338"/>
                  </a:cubicBezTo>
                  <a:cubicBezTo>
                    <a:pt x="29092" y="21371"/>
                    <a:pt x="29111" y="21386"/>
                    <a:pt x="29131" y="21386"/>
                  </a:cubicBezTo>
                  <a:cubicBezTo>
                    <a:pt x="29214" y="21386"/>
                    <a:pt x="29305" y="21133"/>
                    <a:pt x="29285" y="20892"/>
                  </a:cubicBezTo>
                  <a:lnTo>
                    <a:pt x="29253" y="20584"/>
                  </a:lnTo>
                  <a:lnTo>
                    <a:pt x="29399" y="20819"/>
                  </a:lnTo>
                  <a:cubicBezTo>
                    <a:pt x="29532" y="20920"/>
                    <a:pt x="29611" y="20979"/>
                    <a:pt x="29677" y="20979"/>
                  </a:cubicBezTo>
                  <a:cubicBezTo>
                    <a:pt x="29760" y="20979"/>
                    <a:pt x="29824" y="20886"/>
                    <a:pt x="29950" y="20665"/>
                  </a:cubicBezTo>
                  <a:cubicBezTo>
                    <a:pt x="30060" y="20514"/>
                    <a:pt x="30099" y="20460"/>
                    <a:pt x="30126" y="20460"/>
                  </a:cubicBezTo>
                  <a:cubicBezTo>
                    <a:pt x="30141" y="20460"/>
                    <a:pt x="30152" y="20476"/>
                    <a:pt x="30169" y="20503"/>
                  </a:cubicBezTo>
                  <a:cubicBezTo>
                    <a:pt x="30181" y="20518"/>
                    <a:pt x="30196" y="20526"/>
                    <a:pt x="30218" y="20526"/>
                  </a:cubicBezTo>
                  <a:cubicBezTo>
                    <a:pt x="30289" y="20526"/>
                    <a:pt x="30422" y="20440"/>
                    <a:pt x="30664" y="20235"/>
                  </a:cubicBezTo>
                  <a:cubicBezTo>
                    <a:pt x="30980" y="19959"/>
                    <a:pt x="31085" y="19870"/>
                    <a:pt x="31029" y="19805"/>
                  </a:cubicBezTo>
                  <a:lnTo>
                    <a:pt x="31223" y="19619"/>
                  </a:lnTo>
                  <a:cubicBezTo>
                    <a:pt x="31236" y="19621"/>
                    <a:pt x="31249" y="19622"/>
                    <a:pt x="31262" y="19622"/>
                  </a:cubicBezTo>
                  <a:cubicBezTo>
                    <a:pt x="31465" y="19622"/>
                    <a:pt x="31575" y="19390"/>
                    <a:pt x="31361" y="19359"/>
                  </a:cubicBezTo>
                  <a:lnTo>
                    <a:pt x="31556" y="19165"/>
                  </a:lnTo>
                  <a:lnTo>
                    <a:pt x="31620" y="19230"/>
                  </a:lnTo>
                  <a:cubicBezTo>
                    <a:pt x="31628" y="19237"/>
                    <a:pt x="31637" y="19241"/>
                    <a:pt x="31649" y="19241"/>
                  </a:cubicBezTo>
                  <a:cubicBezTo>
                    <a:pt x="31687" y="19241"/>
                    <a:pt x="31751" y="19196"/>
                    <a:pt x="31864" y="19084"/>
                  </a:cubicBezTo>
                  <a:cubicBezTo>
                    <a:pt x="32123" y="18824"/>
                    <a:pt x="32366" y="18541"/>
                    <a:pt x="32585" y="18241"/>
                  </a:cubicBezTo>
                  <a:cubicBezTo>
                    <a:pt x="33331" y="17235"/>
                    <a:pt x="33380" y="17097"/>
                    <a:pt x="33234" y="17000"/>
                  </a:cubicBezTo>
                  <a:cubicBezTo>
                    <a:pt x="33172" y="16839"/>
                    <a:pt x="33200" y="16734"/>
                    <a:pt x="33286" y="16734"/>
                  </a:cubicBezTo>
                  <a:cubicBezTo>
                    <a:pt x="33312" y="16734"/>
                    <a:pt x="33344" y="16744"/>
                    <a:pt x="33380" y="16765"/>
                  </a:cubicBezTo>
                  <a:cubicBezTo>
                    <a:pt x="33400" y="16777"/>
                    <a:pt x="33424" y="16782"/>
                    <a:pt x="33448" y="16782"/>
                  </a:cubicBezTo>
                  <a:cubicBezTo>
                    <a:pt x="33520" y="16782"/>
                    <a:pt x="33589" y="16737"/>
                    <a:pt x="33534" y="16700"/>
                  </a:cubicBezTo>
                  <a:cubicBezTo>
                    <a:pt x="33607" y="16578"/>
                    <a:pt x="33704" y="16465"/>
                    <a:pt x="33826" y="16384"/>
                  </a:cubicBezTo>
                  <a:cubicBezTo>
                    <a:pt x="34199" y="16124"/>
                    <a:pt x="34183" y="15946"/>
                    <a:pt x="34101" y="15906"/>
                  </a:cubicBezTo>
                  <a:lnTo>
                    <a:pt x="34101" y="15906"/>
                  </a:lnTo>
                  <a:cubicBezTo>
                    <a:pt x="34066" y="15911"/>
                    <a:pt x="34040" y="15913"/>
                    <a:pt x="34021" y="15913"/>
                  </a:cubicBezTo>
                  <a:cubicBezTo>
                    <a:pt x="33920" y="15913"/>
                    <a:pt x="34043" y="15845"/>
                    <a:pt x="34166" y="15784"/>
                  </a:cubicBezTo>
                  <a:cubicBezTo>
                    <a:pt x="34312" y="15703"/>
                    <a:pt x="34466" y="15622"/>
                    <a:pt x="34385" y="15581"/>
                  </a:cubicBezTo>
                  <a:cubicBezTo>
                    <a:pt x="34378" y="15428"/>
                    <a:pt x="34646" y="14707"/>
                    <a:pt x="34812" y="14707"/>
                  </a:cubicBezTo>
                  <a:cubicBezTo>
                    <a:pt x="34822" y="14707"/>
                    <a:pt x="34831" y="14709"/>
                    <a:pt x="34839" y="14714"/>
                  </a:cubicBezTo>
                  <a:cubicBezTo>
                    <a:pt x="34839" y="14714"/>
                    <a:pt x="34896" y="14584"/>
                    <a:pt x="34961" y="14462"/>
                  </a:cubicBezTo>
                  <a:cubicBezTo>
                    <a:pt x="34880" y="14422"/>
                    <a:pt x="35001" y="14170"/>
                    <a:pt x="35123" y="13919"/>
                  </a:cubicBezTo>
                  <a:cubicBezTo>
                    <a:pt x="35229" y="13692"/>
                    <a:pt x="35292" y="13571"/>
                    <a:pt x="35361" y="13571"/>
                  </a:cubicBezTo>
                  <a:cubicBezTo>
                    <a:pt x="35370" y="13571"/>
                    <a:pt x="35380" y="13573"/>
                    <a:pt x="35391" y="13579"/>
                  </a:cubicBezTo>
                  <a:cubicBezTo>
                    <a:pt x="35396" y="13628"/>
                    <a:pt x="35405" y="13651"/>
                    <a:pt x="35417" y="13651"/>
                  </a:cubicBezTo>
                  <a:cubicBezTo>
                    <a:pt x="35444" y="13651"/>
                    <a:pt x="35484" y="13530"/>
                    <a:pt x="35512" y="13327"/>
                  </a:cubicBezTo>
                  <a:cubicBezTo>
                    <a:pt x="35569" y="13198"/>
                    <a:pt x="35464" y="12995"/>
                    <a:pt x="35520" y="12865"/>
                  </a:cubicBezTo>
                  <a:cubicBezTo>
                    <a:pt x="35439" y="12825"/>
                    <a:pt x="35415" y="12662"/>
                    <a:pt x="35472" y="12533"/>
                  </a:cubicBezTo>
                  <a:lnTo>
                    <a:pt x="35472" y="12533"/>
                  </a:lnTo>
                  <a:lnTo>
                    <a:pt x="35553" y="12573"/>
                  </a:lnTo>
                  <a:lnTo>
                    <a:pt x="35723" y="12646"/>
                  </a:lnTo>
                  <a:cubicBezTo>
                    <a:pt x="35780" y="12525"/>
                    <a:pt x="35837" y="12395"/>
                    <a:pt x="35755" y="12354"/>
                  </a:cubicBezTo>
                  <a:cubicBezTo>
                    <a:pt x="35893" y="12265"/>
                    <a:pt x="35958" y="12144"/>
                    <a:pt x="36072" y="11884"/>
                  </a:cubicBezTo>
                  <a:cubicBezTo>
                    <a:pt x="36185" y="11633"/>
                    <a:pt x="36307" y="11373"/>
                    <a:pt x="36282" y="11211"/>
                  </a:cubicBezTo>
                  <a:cubicBezTo>
                    <a:pt x="36501" y="11162"/>
                    <a:pt x="36858" y="10400"/>
                    <a:pt x="36761" y="10190"/>
                  </a:cubicBezTo>
                  <a:cubicBezTo>
                    <a:pt x="36680" y="10149"/>
                    <a:pt x="36736" y="10027"/>
                    <a:pt x="36882" y="9938"/>
                  </a:cubicBezTo>
                  <a:cubicBezTo>
                    <a:pt x="37020" y="9849"/>
                    <a:pt x="37020" y="9849"/>
                    <a:pt x="37004" y="9687"/>
                  </a:cubicBezTo>
                  <a:cubicBezTo>
                    <a:pt x="36980" y="9517"/>
                    <a:pt x="37126" y="9436"/>
                    <a:pt x="37272" y="9346"/>
                  </a:cubicBezTo>
                  <a:cubicBezTo>
                    <a:pt x="37499" y="9306"/>
                    <a:pt x="37563" y="9184"/>
                    <a:pt x="37539" y="9014"/>
                  </a:cubicBezTo>
                  <a:cubicBezTo>
                    <a:pt x="37588" y="8779"/>
                    <a:pt x="37677" y="8560"/>
                    <a:pt x="37790" y="8349"/>
                  </a:cubicBezTo>
                  <a:cubicBezTo>
                    <a:pt x="37830" y="8115"/>
                    <a:pt x="37890" y="7995"/>
                    <a:pt x="37832" y="7995"/>
                  </a:cubicBezTo>
                  <a:cubicBezTo>
                    <a:pt x="37818" y="7995"/>
                    <a:pt x="37796" y="8002"/>
                    <a:pt x="37766" y="8017"/>
                  </a:cubicBezTo>
                  <a:cubicBezTo>
                    <a:pt x="37685" y="7976"/>
                    <a:pt x="37677" y="7806"/>
                    <a:pt x="37677" y="7806"/>
                  </a:cubicBezTo>
                  <a:cubicBezTo>
                    <a:pt x="37713" y="7646"/>
                    <a:pt x="37753" y="7585"/>
                    <a:pt x="37770" y="7585"/>
                  </a:cubicBezTo>
                  <a:cubicBezTo>
                    <a:pt x="37784" y="7585"/>
                    <a:pt x="37783" y="7626"/>
                    <a:pt x="37750" y="7684"/>
                  </a:cubicBezTo>
                  <a:cubicBezTo>
                    <a:pt x="37719" y="7822"/>
                    <a:pt x="37719" y="7866"/>
                    <a:pt x="37744" y="7866"/>
                  </a:cubicBezTo>
                  <a:cubicBezTo>
                    <a:pt x="37772" y="7866"/>
                    <a:pt x="37831" y="7812"/>
                    <a:pt x="37912" y="7773"/>
                  </a:cubicBezTo>
                  <a:cubicBezTo>
                    <a:pt x="38058" y="7692"/>
                    <a:pt x="38196" y="7449"/>
                    <a:pt x="38269" y="7328"/>
                  </a:cubicBezTo>
                  <a:lnTo>
                    <a:pt x="38569" y="6849"/>
                  </a:lnTo>
                  <a:cubicBezTo>
                    <a:pt x="38877" y="6549"/>
                    <a:pt x="38958" y="6436"/>
                    <a:pt x="38885" y="6379"/>
                  </a:cubicBezTo>
                  <a:cubicBezTo>
                    <a:pt x="38856" y="6359"/>
                    <a:pt x="38832" y="6343"/>
                    <a:pt x="38813" y="6330"/>
                  </a:cubicBezTo>
                  <a:lnTo>
                    <a:pt x="38813" y="6330"/>
                  </a:lnTo>
                  <a:cubicBezTo>
                    <a:pt x="39011" y="6284"/>
                    <a:pt x="39980" y="5097"/>
                    <a:pt x="39955" y="4879"/>
                  </a:cubicBezTo>
                  <a:cubicBezTo>
                    <a:pt x="39936" y="4860"/>
                    <a:pt x="39928" y="4852"/>
                    <a:pt x="39928" y="4852"/>
                  </a:cubicBezTo>
                  <a:lnTo>
                    <a:pt x="39928" y="4852"/>
                  </a:lnTo>
                  <a:cubicBezTo>
                    <a:pt x="39929" y="4852"/>
                    <a:pt x="39974" y="4896"/>
                    <a:pt x="40020" y="4936"/>
                  </a:cubicBezTo>
                  <a:cubicBezTo>
                    <a:pt x="40033" y="4948"/>
                    <a:pt x="40046" y="4954"/>
                    <a:pt x="40061" y="4954"/>
                  </a:cubicBezTo>
                  <a:cubicBezTo>
                    <a:pt x="40123" y="4954"/>
                    <a:pt x="40213" y="4850"/>
                    <a:pt x="40377" y="4693"/>
                  </a:cubicBezTo>
                  <a:cubicBezTo>
                    <a:pt x="40474" y="4587"/>
                    <a:pt x="40798" y="4117"/>
                    <a:pt x="41123" y="3841"/>
                  </a:cubicBezTo>
                  <a:cubicBezTo>
                    <a:pt x="41544" y="3460"/>
                    <a:pt x="41885" y="3217"/>
                    <a:pt x="41828" y="3136"/>
                  </a:cubicBezTo>
                  <a:cubicBezTo>
                    <a:pt x="41888" y="3089"/>
                    <a:pt x="41916" y="3067"/>
                    <a:pt x="41938" y="3067"/>
                  </a:cubicBezTo>
                  <a:cubicBezTo>
                    <a:pt x="41957" y="3067"/>
                    <a:pt x="41971" y="3085"/>
                    <a:pt x="41998" y="3120"/>
                  </a:cubicBezTo>
                  <a:cubicBezTo>
                    <a:pt x="41972" y="3183"/>
                    <a:pt x="41975" y="3207"/>
                    <a:pt x="41997" y="3207"/>
                  </a:cubicBezTo>
                  <a:cubicBezTo>
                    <a:pt x="42029" y="3207"/>
                    <a:pt x="42097" y="3159"/>
                    <a:pt x="42169" y="3112"/>
                  </a:cubicBezTo>
                  <a:cubicBezTo>
                    <a:pt x="42282" y="3039"/>
                    <a:pt x="42225" y="2957"/>
                    <a:pt x="42177" y="2885"/>
                  </a:cubicBezTo>
                  <a:cubicBezTo>
                    <a:pt x="42120" y="2812"/>
                    <a:pt x="42242" y="2730"/>
                    <a:pt x="42525" y="2641"/>
                  </a:cubicBezTo>
                  <a:cubicBezTo>
                    <a:pt x="42817" y="2568"/>
                    <a:pt x="43288" y="2260"/>
                    <a:pt x="43506" y="2066"/>
                  </a:cubicBezTo>
                  <a:cubicBezTo>
                    <a:pt x="43593" y="2022"/>
                    <a:pt x="43679" y="1979"/>
                    <a:pt x="43739" y="1979"/>
                  </a:cubicBezTo>
                  <a:cubicBezTo>
                    <a:pt x="43770" y="1979"/>
                    <a:pt x="43793" y="1990"/>
                    <a:pt x="43806" y="2017"/>
                  </a:cubicBezTo>
                  <a:cubicBezTo>
                    <a:pt x="43830" y="2019"/>
                    <a:pt x="43854" y="2020"/>
                    <a:pt x="43878" y="2020"/>
                  </a:cubicBezTo>
                  <a:cubicBezTo>
                    <a:pt x="44103" y="2020"/>
                    <a:pt x="44316" y="1917"/>
                    <a:pt x="44455" y="1733"/>
                  </a:cubicBezTo>
                  <a:cubicBezTo>
                    <a:pt x="44513" y="1708"/>
                    <a:pt x="44545" y="1694"/>
                    <a:pt x="44565" y="1694"/>
                  </a:cubicBezTo>
                  <a:cubicBezTo>
                    <a:pt x="44591" y="1694"/>
                    <a:pt x="44599" y="1716"/>
                    <a:pt x="44617" y="1766"/>
                  </a:cubicBezTo>
                  <a:cubicBezTo>
                    <a:pt x="44694" y="1781"/>
                    <a:pt x="44740" y="1807"/>
                    <a:pt x="44775" y="1807"/>
                  </a:cubicBezTo>
                  <a:cubicBezTo>
                    <a:pt x="44813" y="1807"/>
                    <a:pt x="44838" y="1775"/>
                    <a:pt x="44877" y="1660"/>
                  </a:cubicBezTo>
                  <a:cubicBezTo>
                    <a:pt x="45088" y="1520"/>
                    <a:pt x="45420" y="1391"/>
                    <a:pt x="45700" y="1391"/>
                  </a:cubicBezTo>
                  <a:cubicBezTo>
                    <a:pt x="45744" y="1391"/>
                    <a:pt x="45785" y="1394"/>
                    <a:pt x="45825" y="1401"/>
                  </a:cubicBezTo>
                  <a:cubicBezTo>
                    <a:pt x="45963" y="1376"/>
                    <a:pt x="46101" y="1352"/>
                    <a:pt x="46085" y="1263"/>
                  </a:cubicBezTo>
                  <a:cubicBezTo>
                    <a:pt x="46079" y="1230"/>
                    <a:pt x="46074" y="1199"/>
                    <a:pt x="46070" y="1175"/>
                  </a:cubicBezTo>
                  <a:lnTo>
                    <a:pt x="46070" y="1175"/>
                  </a:lnTo>
                  <a:cubicBezTo>
                    <a:pt x="46146" y="1244"/>
                    <a:pt x="46186" y="1278"/>
                    <a:pt x="46219" y="1278"/>
                  </a:cubicBezTo>
                  <a:cubicBezTo>
                    <a:pt x="46258" y="1278"/>
                    <a:pt x="46286" y="1227"/>
                    <a:pt x="46352" y="1125"/>
                  </a:cubicBezTo>
                  <a:cubicBezTo>
                    <a:pt x="46344" y="1073"/>
                    <a:pt x="46381" y="1047"/>
                    <a:pt x="46420" y="1047"/>
                  </a:cubicBezTo>
                  <a:cubicBezTo>
                    <a:pt x="46455" y="1047"/>
                    <a:pt x="46491" y="1067"/>
                    <a:pt x="46498" y="1109"/>
                  </a:cubicBezTo>
                  <a:cubicBezTo>
                    <a:pt x="46587" y="1158"/>
                    <a:pt x="46685" y="1174"/>
                    <a:pt x="46790" y="1174"/>
                  </a:cubicBezTo>
                  <a:cubicBezTo>
                    <a:pt x="46977" y="1133"/>
                    <a:pt x="47163" y="1117"/>
                    <a:pt x="47358" y="1109"/>
                  </a:cubicBezTo>
                  <a:lnTo>
                    <a:pt x="47828" y="1085"/>
                  </a:lnTo>
                  <a:cubicBezTo>
                    <a:pt x="47998" y="1101"/>
                    <a:pt x="48185" y="1117"/>
                    <a:pt x="48355" y="1141"/>
                  </a:cubicBezTo>
                  <a:cubicBezTo>
                    <a:pt x="49304" y="1318"/>
                    <a:pt x="49726" y="1505"/>
                    <a:pt x="49862" y="1505"/>
                  </a:cubicBezTo>
                  <a:cubicBezTo>
                    <a:pt x="49889" y="1505"/>
                    <a:pt x="49905" y="1498"/>
                    <a:pt x="49912" y="1482"/>
                  </a:cubicBezTo>
                  <a:cubicBezTo>
                    <a:pt x="49961" y="1475"/>
                    <a:pt x="49997" y="1470"/>
                    <a:pt x="50025" y="1470"/>
                  </a:cubicBezTo>
                  <a:cubicBezTo>
                    <a:pt x="50093" y="1470"/>
                    <a:pt x="50116" y="1500"/>
                    <a:pt x="50179" y="1603"/>
                  </a:cubicBezTo>
                  <a:cubicBezTo>
                    <a:pt x="50268" y="1725"/>
                    <a:pt x="50390" y="1822"/>
                    <a:pt x="50528" y="1879"/>
                  </a:cubicBezTo>
                  <a:cubicBezTo>
                    <a:pt x="50649" y="1952"/>
                    <a:pt x="50771" y="2025"/>
                    <a:pt x="50722" y="2098"/>
                  </a:cubicBezTo>
                  <a:cubicBezTo>
                    <a:pt x="50746" y="2093"/>
                    <a:pt x="50769" y="2090"/>
                    <a:pt x="50792" y="2090"/>
                  </a:cubicBezTo>
                  <a:cubicBezTo>
                    <a:pt x="50873" y="2090"/>
                    <a:pt x="50951" y="2122"/>
                    <a:pt x="51014" y="2179"/>
                  </a:cubicBezTo>
                  <a:cubicBezTo>
                    <a:pt x="50966" y="2252"/>
                    <a:pt x="51079" y="2333"/>
                    <a:pt x="51249" y="2333"/>
                  </a:cubicBezTo>
                  <a:cubicBezTo>
                    <a:pt x="51337" y="2311"/>
                    <a:pt x="51390" y="2298"/>
                    <a:pt x="51417" y="2298"/>
                  </a:cubicBezTo>
                  <a:cubicBezTo>
                    <a:pt x="51461" y="2298"/>
                    <a:pt x="51436" y="2332"/>
                    <a:pt x="51371" y="2422"/>
                  </a:cubicBezTo>
                  <a:cubicBezTo>
                    <a:pt x="51325" y="2481"/>
                    <a:pt x="51496" y="2710"/>
                    <a:pt x="51534" y="2710"/>
                  </a:cubicBezTo>
                  <a:cubicBezTo>
                    <a:pt x="51543" y="2710"/>
                    <a:pt x="51544" y="2697"/>
                    <a:pt x="51533" y="2666"/>
                  </a:cubicBezTo>
                  <a:cubicBezTo>
                    <a:pt x="51544" y="2653"/>
                    <a:pt x="51559" y="2648"/>
                    <a:pt x="51578" y="2648"/>
                  </a:cubicBezTo>
                  <a:cubicBezTo>
                    <a:pt x="51670" y="2648"/>
                    <a:pt x="51844" y="2776"/>
                    <a:pt x="51979" y="2803"/>
                  </a:cubicBezTo>
                  <a:cubicBezTo>
                    <a:pt x="52093" y="2901"/>
                    <a:pt x="52198" y="2998"/>
                    <a:pt x="52133" y="3063"/>
                  </a:cubicBezTo>
                  <a:cubicBezTo>
                    <a:pt x="52149" y="3144"/>
                    <a:pt x="52303" y="3298"/>
                    <a:pt x="52474" y="3428"/>
                  </a:cubicBezTo>
                  <a:cubicBezTo>
                    <a:pt x="52595" y="3549"/>
                    <a:pt x="52733" y="3647"/>
                    <a:pt x="52887" y="3728"/>
                  </a:cubicBezTo>
                  <a:cubicBezTo>
                    <a:pt x="52903" y="3714"/>
                    <a:pt x="52919" y="3708"/>
                    <a:pt x="52934" y="3708"/>
                  </a:cubicBezTo>
                  <a:cubicBezTo>
                    <a:pt x="52991" y="3708"/>
                    <a:pt x="53036" y="3788"/>
                    <a:pt x="52984" y="3833"/>
                  </a:cubicBezTo>
                  <a:cubicBezTo>
                    <a:pt x="52911" y="3890"/>
                    <a:pt x="53001" y="4003"/>
                    <a:pt x="53090" y="4117"/>
                  </a:cubicBezTo>
                  <a:cubicBezTo>
                    <a:pt x="53252" y="4166"/>
                    <a:pt x="53179" y="4222"/>
                    <a:pt x="53106" y="4279"/>
                  </a:cubicBezTo>
                  <a:cubicBezTo>
                    <a:pt x="53080" y="4269"/>
                    <a:pt x="53060" y="4265"/>
                    <a:pt x="53047" y="4265"/>
                  </a:cubicBezTo>
                  <a:cubicBezTo>
                    <a:pt x="52985" y="4265"/>
                    <a:pt x="53069" y="4375"/>
                    <a:pt x="53203" y="4563"/>
                  </a:cubicBezTo>
                  <a:cubicBezTo>
                    <a:pt x="53357" y="4620"/>
                    <a:pt x="53690" y="5074"/>
                    <a:pt x="53901" y="5438"/>
                  </a:cubicBezTo>
                  <a:cubicBezTo>
                    <a:pt x="54265" y="6047"/>
                    <a:pt x="54395" y="6128"/>
                    <a:pt x="54695" y="6298"/>
                  </a:cubicBezTo>
                  <a:lnTo>
                    <a:pt x="54922" y="6347"/>
                  </a:lnTo>
                  <a:lnTo>
                    <a:pt x="54760" y="6428"/>
                  </a:lnTo>
                  <a:cubicBezTo>
                    <a:pt x="54679" y="6468"/>
                    <a:pt x="54574" y="6671"/>
                    <a:pt x="54574" y="6671"/>
                  </a:cubicBezTo>
                  <a:cubicBezTo>
                    <a:pt x="54607" y="6737"/>
                    <a:pt x="54644" y="6759"/>
                    <a:pt x="54684" y="6759"/>
                  </a:cubicBezTo>
                  <a:cubicBezTo>
                    <a:pt x="54721" y="6759"/>
                    <a:pt x="54761" y="6739"/>
                    <a:pt x="54801" y="6719"/>
                  </a:cubicBezTo>
                  <a:cubicBezTo>
                    <a:pt x="54809" y="6716"/>
                    <a:pt x="54817" y="6714"/>
                    <a:pt x="54825" y="6714"/>
                  </a:cubicBezTo>
                  <a:cubicBezTo>
                    <a:pt x="54895" y="6714"/>
                    <a:pt x="54950" y="6840"/>
                    <a:pt x="54979" y="7109"/>
                  </a:cubicBezTo>
                  <a:cubicBezTo>
                    <a:pt x="55011" y="7409"/>
                    <a:pt x="55068" y="7530"/>
                    <a:pt x="55206" y="7628"/>
                  </a:cubicBezTo>
                  <a:cubicBezTo>
                    <a:pt x="55271" y="7757"/>
                    <a:pt x="55303" y="7911"/>
                    <a:pt x="55279" y="8057"/>
                  </a:cubicBezTo>
                  <a:cubicBezTo>
                    <a:pt x="55311" y="8144"/>
                    <a:pt x="55322" y="8173"/>
                    <a:pt x="55352" y="8173"/>
                  </a:cubicBezTo>
                  <a:cubicBezTo>
                    <a:pt x="55367" y="8173"/>
                    <a:pt x="55387" y="8165"/>
                    <a:pt x="55417" y="8155"/>
                  </a:cubicBezTo>
                  <a:cubicBezTo>
                    <a:pt x="55425" y="8151"/>
                    <a:pt x="55433" y="8150"/>
                    <a:pt x="55441" y="8150"/>
                  </a:cubicBezTo>
                  <a:cubicBezTo>
                    <a:pt x="55509" y="8150"/>
                    <a:pt x="55550" y="8269"/>
                    <a:pt x="55514" y="8414"/>
                  </a:cubicBezTo>
                  <a:cubicBezTo>
                    <a:pt x="55405" y="8609"/>
                    <a:pt x="55535" y="8975"/>
                    <a:pt x="55618" y="8975"/>
                  </a:cubicBezTo>
                  <a:cubicBezTo>
                    <a:pt x="55621" y="8975"/>
                    <a:pt x="55624" y="8975"/>
                    <a:pt x="55628" y="8973"/>
                  </a:cubicBezTo>
                  <a:cubicBezTo>
                    <a:pt x="55635" y="8971"/>
                    <a:pt x="55642" y="8970"/>
                    <a:pt x="55649" y="8970"/>
                  </a:cubicBezTo>
                  <a:cubicBezTo>
                    <a:pt x="55725" y="8970"/>
                    <a:pt x="55769" y="9089"/>
                    <a:pt x="55806" y="9209"/>
                  </a:cubicBezTo>
                  <a:cubicBezTo>
                    <a:pt x="55846" y="9354"/>
                    <a:pt x="55928" y="9484"/>
                    <a:pt x="56033" y="9581"/>
                  </a:cubicBezTo>
                  <a:lnTo>
                    <a:pt x="56130" y="9841"/>
                  </a:lnTo>
                  <a:cubicBezTo>
                    <a:pt x="56144" y="9887"/>
                    <a:pt x="56138" y="9906"/>
                    <a:pt x="56123" y="9906"/>
                  </a:cubicBezTo>
                  <a:cubicBezTo>
                    <a:pt x="56093" y="9906"/>
                    <a:pt x="56025" y="9830"/>
                    <a:pt x="55992" y="9744"/>
                  </a:cubicBezTo>
                  <a:lnTo>
                    <a:pt x="55960" y="9906"/>
                  </a:lnTo>
                  <a:cubicBezTo>
                    <a:pt x="56049" y="10165"/>
                    <a:pt x="56090" y="10303"/>
                    <a:pt x="56228" y="10408"/>
                  </a:cubicBezTo>
                  <a:cubicBezTo>
                    <a:pt x="56446" y="10481"/>
                    <a:pt x="56446" y="10481"/>
                    <a:pt x="56268" y="10538"/>
                  </a:cubicBezTo>
                  <a:cubicBezTo>
                    <a:pt x="56187" y="10563"/>
                    <a:pt x="56146" y="10725"/>
                    <a:pt x="56276" y="10830"/>
                  </a:cubicBezTo>
                  <a:cubicBezTo>
                    <a:pt x="56495" y="10903"/>
                    <a:pt x="56455" y="11065"/>
                    <a:pt x="56365" y="11098"/>
                  </a:cubicBezTo>
                  <a:cubicBezTo>
                    <a:pt x="56303" y="11077"/>
                    <a:pt x="56259" y="11062"/>
                    <a:pt x="56235" y="11062"/>
                  </a:cubicBezTo>
                  <a:cubicBezTo>
                    <a:pt x="56175" y="11062"/>
                    <a:pt x="56247" y="11158"/>
                    <a:pt x="56503" y="11495"/>
                  </a:cubicBezTo>
                  <a:cubicBezTo>
                    <a:pt x="56592" y="11754"/>
                    <a:pt x="56868" y="12257"/>
                    <a:pt x="57022" y="12646"/>
                  </a:cubicBezTo>
                  <a:cubicBezTo>
                    <a:pt x="57217" y="13165"/>
                    <a:pt x="57322" y="13416"/>
                    <a:pt x="57298" y="13587"/>
                  </a:cubicBezTo>
                  <a:cubicBezTo>
                    <a:pt x="57285" y="13591"/>
                    <a:pt x="57274" y="13597"/>
                    <a:pt x="57264" y="13602"/>
                  </a:cubicBezTo>
                  <a:lnTo>
                    <a:pt x="57264" y="13602"/>
                  </a:lnTo>
                  <a:cubicBezTo>
                    <a:pt x="57272" y="13600"/>
                    <a:pt x="57281" y="13600"/>
                    <a:pt x="57289" y="13600"/>
                  </a:cubicBezTo>
                  <a:cubicBezTo>
                    <a:pt x="57402" y="13600"/>
                    <a:pt x="57466" y="13743"/>
                    <a:pt x="57606" y="14057"/>
                  </a:cubicBezTo>
                  <a:cubicBezTo>
                    <a:pt x="57687" y="14479"/>
                    <a:pt x="57906" y="14681"/>
                    <a:pt x="58044" y="14770"/>
                  </a:cubicBezTo>
                  <a:lnTo>
                    <a:pt x="57922" y="14519"/>
                  </a:lnTo>
                  <a:cubicBezTo>
                    <a:pt x="57955" y="14503"/>
                    <a:pt x="57984" y="14495"/>
                    <a:pt x="58009" y="14495"/>
                  </a:cubicBezTo>
                  <a:cubicBezTo>
                    <a:pt x="58107" y="14495"/>
                    <a:pt x="58151" y="14619"/>
                    <a:pt x="58190" y="14852"/>
                  </a:cubicBezTo>
                  <a:cubicBezTo>
                    <a:pt x="58254" y="14965"/>
                    <a:pt x="58173" y="15014"/>
                    <a:pt x="58092" y="15054"/>
                  </a:cubicBezTo>
                  <a:cubicBezTo>
                    <a:pt x="58011" y="15095"/>
                    <a:pt x="57995" y="15257"/>
                    <a:pt x="58068" y="15387"/>
                  </a:cubicBezTo>
                  <a:cubicBezTo>
                    <a:pt x="58110" y="15465"/>
                    <a:pt x="58155" y="15540"/>
                    <a:pt x="58184" y="15540"/>
                  </a:cubicBezTo>
                  <a:cubicBezTo>
                    <a:pt x="58200" y="15540"/>
                    <a:pt x="58211" y="15517"/>
                    <a:pt x="58214" y="15460"/>
                  </a:cubicBezTo>
                  <a:cubicBezTo>
                    <a:pt x="58244" y="15444"/>
                    <a:pt x="58263" y="15435"/>
                    <a:pt x="58279" y="15435"/>
                  </a:cubicBezTo>
                  <a:cubicBezTo>
                    <a:pt x="58305" y="15435"/>
                    <a:pt x="58322" y="15462"/>
                    <a:pt x="58368" y="15533"/>
                  </a:cubicBezTo>
                  <a:cubicBezTo>
                    <a:pt x="58425" y="15670"/>
                    <a:pt x="58530" y="15776"/>
                    <a:pt x="58660" y="15841"/>
                  </a:cubicBezTo>
                  <a:cubicBezTo>
                    <a:pt x="58672" y="15833"/>
                    <a:pt x="58684" y="15829"/>
                    <a:pt x="58696" y="15829"/>
                  </a:cubicBezTo>
                  <a:cubicBezTo>
                    <a:pt x="58759" y="15829"/>
                    <a:pt x="58826" y="15924"/>
                    <a:pt x="58887" y="16019"/>
                  </a:cubicBezTo>
                  <a:cubicBezTo>
                    <a:pt x="58879" y="16181"/>
                    <a:pt x="59049" y="16400"/>
                    <a:pt x="59049" y="16400"/>
                  </a:cubicBezTo>
                  <a:cubicBezTo>
                    <a:pt x="59070" y="16386"/>
                    <a:pt x="59079" y="16380"/>
                    <a:pt x="59079" y="16380"/>
                  </a:cubicBezTo>
                  <a:lnTo>
                    <a:pt x="59079" y="16380"/>
                  </a:lnTo>
                  <a:cubicBezTo>
                    <a:pt x="59080" y="16380"/>
                    <a:pt x="59028" y="16416"/>
                    <a:pt x="58976" y="16457"/>
                  </a:cubicBezTo>
                  <a:cubicBezTo>
                    <a:pt x="58903" y="16505"/>
                    <a:pt x="58911" y="16676"/>
                    <a:pt x="58911" y="16676"/>
                  </a:cubicBezTo>
                  <a:cubicBezTo>
                    <a:pt x="58952" y="16733"/>
                    <a:pt x="58990" y="16747"/>
                    <a:pt x="59019" y="16747"/>
                  </a:cubicBezTo>
                  <a:cubicBezTo>
                    <a:pt x="59047" y="16747"/>
                    <a:pt x="59065" y="16733"/>
                    <a:pt x="59065" y="16733"/>
                  </a:cubicBezTo>
                  <a:cubicBezTo>
                    <a:pt x="59066" y="16732"/>
                    <a:pt x="59067" y="16731"/>
                    <a:pt x="59069" y="16731"/>
                  </a:cubicBezTo>
                  <a:cubicBezTo>
                    <a:pt x="59130" y="16731"/>
                    <a:pt x="59632" y="17378"/>
                    <a:pt x="60281" y="17941"/>
                  </a:cubicBezTo>
                  <a:cubicBezTo>
                    <a:pt x="60784" y="18386"/>
                    <a:pt x="61335" y="18776"/>
                    <a:pt x="61919" y="19092"/>
                  </a:cubicBezTo>
                  <a:cubicBezTo>
                    <a:pt x="62025" y="19197"/>
                    <a:pt x="62146" y="19286"/>
                    <a:pt x="62276" y="19351"/>
                  </a:cubicBezTo>
                  <a:cubicBezTo>
                    <a:pt x="62330" y="19371"/>
                    <a:pt x="62376" y="19383"/>
                    <a:pt x="62402" y="19383"/>
                  </a:cubicBezTo>
                  <a:cubicBezTo>
                    <a:pt x="62431" y="19383"/>
                    <a:pt x="62439" y="19369"/>
                    <a:pt x="62414" y="19335"/>
                  </a:cubicBezTo>
                  <a:cubicBezTo>
                    <a:pt x="62419" y="19322"/>
                    <a:pt x="62435" y="19316"/>
                    <a:pt x="62460" y="19316"/>
                  </a:cubicBezTo>
                  <a:cubicBezTo>
                    <a:pt x="62622" y="19316"/>
                    <a:pt x="63177" y="19561"/>
                    <a:pt x="63873" y="19659"/>
                  </a:cubicBezTo>
                  <a:cubicBezTo>
                    <a:pt x="64148" y="19700"/>
                    <a:pt x="64401" y="19716"/>
                    <a:pt x="64620" y="19716"/>
                  </a:cubicBezTo>
                  <a:cubicBezTo>
                    <a:pt x="65143" y="19716"/>
                    <a:pt x="65474" y="19625"/>
                    <a:pt x="65462" y="19562"/>
                  </a:cubicBezTo>
                  <a:lnTo>
                    <a:pt x="65560" y="19546"/>
                  </a:lnTo>
                  <a:cubicBezTo>
                    <a:pt x="65657" y="19538"/>
                    <a:pt x="65754" y="19513"/>
                    <a:pt x="65851" y="19489"/>
                  </a:cubicBezTo>
                  <a:cubicBezTo>
                    <a:pt x="66119" y="19440"/>
                    <a:pt x="66338" y="19262"/>
                    <a:pt x="66460" y="19222"/>
                  </a:cubicBezTo>
                  <a:cubicBezTo>
                    <a:pt x="66517" y="19144"/>
                    <a:pt x="66584" y="19093"/>
                    <a:pt x="66609" y="19093"/>
                  </a:cubicBezTo>
                  <a:cubicBezTo>
                    <a:pt x="66627" y="19093"/>
                    <a:pt x="66625" y="19117"/>
                    <a:pt x="66589" y="19173"/>
                  </a:cubicBezTo>
                  <a:cubicBezTo>
                    <a:pt x="66615" y="19244"/>
                    <a:pt x="66636" y="19309"/>
                    <a:pt x="66708" y="19309"/>
                  </a:cubicBezTo>
                  <a:cubicBezTo>
                    <a:pt x="66726" y="19309"/>
                    <a:pt x="66749" y="19305"/>
                    <a:pt x="66776" y="19295"/>
                  </a:cubicBezTo>
                  <a:cubicBezTo>
                    <a:pt x="67027" y="19189"/>
                    <a:pt x="66987" y="19108"/>
                    <a:pt x="66954" y="19027"/>
                  </a:cubicBezTo>
                  <a:cubicBezTo>
                    <a:pt x="66914" y="18946"/>
                    <a:pt x="67035" y="18881"/>
                    <a:pt x="67035" y="18881"/>
                  </a:cubicBezTo>
                  <a:cubicBezTo>
                    <a:pt x="67087" y="18855"/>
                    <a:pt x="67115" y="18841"/>
                    <a:pt x="67134" y="18841"/>
                  </a:cubicBezTo>
                  <a:cubicBezTo>
                    <a:pt x="67157" y="18841"/>
                    <a:pt x="67167" y="18861"/>
                    <a:pt x="67189" y="18905"/>
                  </a:cubicBezTo>
                  <a:cubicBezTo>
                    <a:pt x="67230" y="18995"/>
                    <a:pt x="67270" y="19076"/>
                    <a:pt x="67270" y="19076"/>
                  </a:cubicBezTo>
                  <a:lnTo>
                    <a:pt x="67392" y="19011"/>
                  </a:lnTo>
                  <a:cubicBezTo>
                    <a:pt x="67351" y="18938"/>
                    <a:pt x="67473" y="18865"/>
                    <a:pt x="67473" y="18865"/>
                  </a:cubicBezTo>
                  <a:cubicBezTo>
                    <a:pt x="67517" y="18840"/>
                    <a:pt x="67544" y="18824"/>
                    <a:pt x="67566" y="18824"/>
                  </a:cubicBezTo>
                  <a:cubicBezTo>
                    <a:pt x="67600" y="18824"/>
                    <a:pt x="67621" y="18863"/>
                    <a:pt x="67676" y="18962"/>
                  </a:cubicBezTo>
                  <a:cubicBezTo>
                    <a:pt x="67709" y="19019"/>
                    <a:pt x="67746" y="19046"/>
                    <a:pt x="67782" y="19046"/>
                  </a:cubicBezTo>
                  <a:cubicBezTo>
                    <a:pt x="67843" y="19046"/>
                    <a:pt x="67898" y="18967"/>
                    <a:pt x="67919" y="18824"/>
                  </a:cubicBezTo>
                  <a:lnTo>
                    <a:pt x="68097" y="18597"/>
                  </a:lnTo>
                  <a:cubicBezTo>
                    <a:pt x="68122" y="18606"/>
                    <a:pt x="68145" y="18610"/>
                    <a:pt x="68166" y="18610"/>
                  </a:cubicBezTo>
                  <a:cubicBezTo>
                    <a:pt x="68342" y="18610"/>
                    <a:pt x="68444" y="18345"/>
                    <a:pt x="68495" y="18208"/>
                  </a:cubicBezTo>
                  <a:cubicBezTo>
                    <a:pt x="68544" y="18225"/>
                    <a:pt x="68589" y="18233"/>
                    <a:pt x="68627" y="18233"/>
                  </a:cubicBezTo>
                  <a:cubicBezTo>
                    <a:pt x="68759" y="18233"/>
                    <a:pt x="68825" y="18138"/>
                    <a:pt x="68819" y="17957"/>
                  </a:cubicBezTo>
                  <a:cubicBezTo>
                    <a:pt x="68762" y="17892"/>
                    <a:pt x="68868" y="17811"/>
                    <a:pt x="69030" y="17787"/>
                  </a:cubicBezTo>
                  <a:cubicBezTo>
                    <a:pt x="69192" y="17762"/>
                    <a:pt x="69297" y="17681"/>
                    <a:pt x="69500" y="17495"/>
                  </a:cubicBezTo>
                  <a:cubicBezTo>
                    <a:pt x="69540" y="17332"/>
                    <a:pt x="70238" y="16676"/>
                    <a:pt x="70927" y="15808"/>
                  </a:cubicBezTo>
                  <a:cubicBezTo>
                    <a:pt x="71705" y="14827"/>
                    <a:pt x="72184" y="14138"/>
                    <a:pt x="72111" y="14089"/>
                  </a:cubicBezTo>
                  <a:cubicBezTo>
                    <a:pt x="72192" y="13976"/>
                    <a:pt x="72192" y="13976"/>
                    <a:pt x="72354" y="13911"/>
                  </a:cubicBezTo>
                  <a:cubicBezTo>
                    <a:pt x="72366" y="13921"/>
                    <a:pt x="72379" y="13926"/>
                    <a:pt x="72392" y="13926"/>
                  </a:cubicBezTo>
                  <a:cubicBezTo>
                    <a:pt x="72450" y="13926"/>
                    <a:pt x="72497" y="13817"/>
                    <a:pt x="72443" y="13635"/>
                  </a:cubicBezTo>
                  <a:cubicBezTo>
                    <a:pt x="72448" y="13525"/>
                    <a:pt x="72420" y="13463"/>
                    <a:pt x="72438" y="13463"/>
                  </a:cubicBezTo>
                  <a:cubicBezTo>
                    <a:pt x="72448" y="13463"/>
                    <a:pt x="72472" y="13482"/>
                    <a:pt x="72524" y="13522"/>
                  </a:cubicBezTo>
                  <a:cubicBezTo>
                    <a:pt x="72531" y="13526"/>
                    <a:pt x="72538" y="13528"/>
                    <a:pt x="72546" y="13528"/>
                  </a:cubicBezTo>
                  <a:cubicBezTo>
                    <a:pt x="72629" y="13528"/>
                    <a:pt x="72797" y="13304"/>
                    <a:pt x="73100" y="12898"/>
                  </a:cubicBezTo>
                  <a:cubicBezTo>
                    <a:pt x="73359" y="12557"/>
                    <a:pt x="73708" y="12111"/>
                    <a:pt x="73643" y="12054"/>
                  </a:cubicBezTo>
                  <a:cubicBezTo>
                    <a:pt x="73702" y="11900"/>
                    <a:pt x="73728" y="11832"/>
                    <a:pt x="73737" y="11832"/>
                  </a:cubicBezTo>
                  <a:cubicBezTo>
                    <a:pt x="73743" y="11832"/>
                    <a:pt x="73739" y="11874"/>
                    <a:pt x="73732" y="11949"/>
                  </a:cubicBezTo>
                  <a:cubicBezTo>
                    <a:pt x="73741" y="11987"/>
                    <a:pt x="73763" y="12004"/>
                    <a:pt x="73795" y="12004"/>
                  </a:cubicBezTo>
                  <a:cubicBezTo>
                    <a:pt x="73947" y="12004"/>
                    <a:pt x="74318" y="11614"/>
                    <a:pt x="74446" y="11252"/>
                  </a:cubicBezTo>
                  <a:cubicBezTo>
                    <a:pt x="74522" y="11169"/>
                    <a:pt x="74599" y="11086"/>
                    <a:pt x="74660" y="11086"/>
                  </a:cubicBezTo>
                  <a:cubicBezTo>
                    <a:pt x="74676" y="11086"/>
                    <a:pt x="74691" y="11092"/>
                    <a:pt x="74705" y="11106"/>
                  </a:cubicBezTo>
                  <a:cubicBezTo>
                    <a:pt x="74875" y="10927"/>
                    <a:pt x="75021" y="10741"/>
                    <a:pt x="75143" y="10538"/>
                  </a:cubicBezTo>
                  <a:cubicBezTo>
                    <a:pt x="75248" y="10433"/>
                    <a:pt x="75670" y="10052"/>
                    <a:pt x="75905" y="9873"/>
                  </a:cubicBezTo>
                  <a:cubicBezTo>
                    <a:pt x="76010" y="9792"/>
                    <a:pt x="76100" y="9703"/>
                    <a:pt x="76189" y="9598"/>
                  </a:cubicBezTo>
                  <a:cubicBezTo>
                    <a:pt x="76270" y="9517"/>
                    <a:pt x="76310" y="9460"/>
                    <a:pt x="76310" y="9460"/>
                  </a:cubicBezTo>
                  <a:cubicBezTo>
                    <a:pt x="76355" y="9430"/>
                    <a:pt x="76399" y="9401"/>
                    <a:pt x="76432" y="9379"/>
                  </a:cubicBezTo>
                  <a:lnTo>
                    <a:pt x="76432" y="9379"/>
                  </a:lnTo>
                  <a:cubicBezTo>
                    <a:pt x="76436" y="9384"/>
                    <a:pt x="76444" y="9387"/>
                    <a:pt x="76455" y="9387"/>
                  </a:cubicBezTo>
                  <a:cubicBezTo>
                    <a:pt x="76582" y="9387"/>
                    <a:pt x="77154" y="9002"/>
                    <a:pt x="78029" y="8665"/>
                  </a:cubicBezTo>
                  <a:cubicBezTo>
                    <a:pt x="78748" y="8403"/>
                    <a:pt x="79426" y="8302"/>
                    <a:pt x="79777" y="8302"/>
                  </a:cubicBezTo>
                  <a:cubicBezTo>
                    <a:pt x="79893" y="8302"/>
                    <a:pt x="79973" y="8313"/>
                    <a:pt x="80008" y="8333"/>
                  </a:cubicBezTo>
                  <a:cubicBezTo>
                    <a:pt x="80113" y="8317"/>
                    <a:pt x="80210" y="8284"/>
                    <a:pt x="80299" y="8227"/>
                  </a:cubicBezTo>
                  <a:cubicBezTo>
                    <a:pt x="80379" y="8124"/>
                    <a:pt x="80467" y="8078"/>
                    <a:pt x="80554" y="8078"/>
                  </a:cubicBezTo>
                  <a:cubicBezTo>
                    <a:pt x="80617" y="8078"/>
                    <a:pt x="80679" y="8102"/>
                    <a:pt x="80737" y="8146"/>
                  </a:cubicBezTo>
                  <a:cubicBezTo>
                    <a:pt x="80810" y="8244"/>
                    <a:pt x="80981" y="8292"/>
                    <a:pt x="81159" y="8317"/>
                  </a:cubicBezTo>
                  <a:cubicBezTo>
                    <a:pt x="81217" y="8327"/>
                    <a:pt x="81276" y="8333"/>
                    <a:pt x="81332" y="8333"/>
                  </a:cubicBezTo>
                  <a:cubicBezTo>
                    <a:pt x="81447" y="8333"/>
                    <a:pt x="81553" y="8310"/>
                    <a:pt x="81619" y="8262"/>
                  </a:cubicBezTo>
                  <a:lnTo>
                    <a:pt x="81619" y="8262"/>
                  </a:lnTo>
                  <a:cubicBezTo>
                    <a:pt x="81613" y="8285"/>
                    <a:pt x="81605" y="8317"/>
                    <a:pt x="81597" y="8349"/>
                  </a:cubicBezTo>
                  <a:cubicBezTo>
                    <a:pt x="81662" y="8480"/>
                    <a:pt x="81850" y="8536"/>
                    <a:pt x="82034" y="8536"/>
                  </a:cubicBezTo>
                  <a:cubicBezTo>
                    <a:pt x="82145" y="8536"/>
                    <a:pt x="82255" y="8516"/>
                    <a:pt x="82335" y="8479"/>
                  </a:cubicBezTo>
                  <a:cubicBezTo>
                    <a:pt x="82437" y="8613"/>
                    <a:pt x="82532" y="8747"/>
                    <a:pt x="82693" y="8747"/>
                  </a:cubicBezTo>
                  <a:cubicBezTo>
                    <a:pt x="82698" y="8747"/>
                    <a:pt x="82703" y="8747"/>
                    <a:pt x="82707" y="8746"/>
                  </a:cubicBezTo>
                  <a:cubicBezTo>
                    <a:pt x="82837" y="8811"/>
                    <a:pt x="82837" y="8811"/>
                    <a:pt x="82748" y="8973"/>
                  </a:cubicBezTo>
                  <a:cubicBezTo>
                    <a:pt x="82699" y="9054"/>
                    <a:pt x="82659" y="9136"/>
                    <a:pt x="82772" y="9192"/>
                  </a:cubicBezTo>
                  <a:cubicBezTo>
                    <a:pt x="82806" y="9214"/>
                    <a:pt x="82833" y="9223"/>
                    <a:pt x="82857" y="9223"/>
                  </a:cubicBezTo>
                  <a:cubicBezTo>
                    <a:pt x="82914" y="9223"/>
                    <a:pt x="82949" y="9171"/>
                    <a:pt x="82983" y="9119"/>
                  </a:cubicBezTo>
                  <a:cubicBezTo>
                    <a:pt x="82983" y="9119"/>
                    <a:pt x="83105" y="9200"/>
                    <a:pt x="83218" y="9282"/>
                  </a:cubicBezTo>
                  <a:cubicBezTo>
                    <a:pt x="83218" y="9282"/>
                    <a:pt x="83276" y="9323"/>
                    <a:pt x="83330" y="9323"/>
                  </a:cubicBezTo>
                  <a:cubicBezTo>
                    <a:pt x="83351" y="9323"/>
                    <a:pt x="83372" y="9316"/>
                    <a:pt x="83389" y="9298"/>
                  </a:cubicBezTo>
                  <a:cubicBezTo>
                    <a:pt x="83402" y="9280"/>
                    <a:pt x="83419" y="9272"/>
                    <a:pt x="83438" y="9272"/>
                  </a:cubicBezTo>
                  <a:cubicBezTo>
                    <a:pt x="83497" y="9272"/>
                    <a:pt x="83578" y="9346"/>
                    <a:pt x="83664" y="9419"/>
                  </a:cubicBezTo>
                  <a:cubicBezTo>
                    <a:pt x="83633" y="9450"/>
                    <a:pt x="83657" y="9475"/>
                    <a:pt x="83686" y="9475"/>
                  </a:cubicBezTo>
                  <a:cubicBezTo>
                    <a:pt x="83717" y="9475"/>
                    <a:pt x="83755" y="9444"/>
                    <a:pt x="83729" y="9354"/>
                  </a:cubicBezTo>
                  <a:cubicBezTo>
                    <a:pt x="83769" y="9314"/>
                    <a:pt x="83806" y="9274"/>
                    <a:pt x="83857" y="9274"/>
                  </a:cubicBezTo>
                  <a:cubicBezTo>
                    <a:pt x="83889" y="9274"/>
                    <a:pt x="83926" y="9290"/>
                    <a:pt x="83972" y="9330"/>
                  </a:cubicBezTo>
                  <a:lnTo>
                    <a:pt x="84102" y="9209"/>
                  </a:lnTo>
                  <a:cubicBezTo>
                    <a:pt x="84232" y="9079"/>
                    <a:pt x="84305" y="9022"/>
                    <a:pt x="84102" y="8714"/>
                  </a:cubicBezTo>
                  <a:cubicBezTo>
                    <a:pt x="83907" y="8487"/>
                    <a:pt x="83689" y="8276"/>
                    <a:pt x="83445" y="8098"/>
                  </a:cubicBezTo>
                  <a:cubicBezTo>
                    <a:pt x="83323" y="8023"/>
                    <a:pt x="83225" y="7980"/>
                    <a:pt x="83158" y="7980"/>
                  </a:cubicBezTo>
                  <a:cubicBezTo>
                    <a:pt x="83123" y="7980"/>
                    <a:pt x="83097" y="7992"/>
                    <a:pt x="83080" y="8017"/>
                  </a:cubicBezTo>
                  <a:cubicBezTo>
                    <a:pt x="83048" y="8017"/>
                    <a:pt x="83007" y="8017"/>
                    <a:pt x="82967" y="8009"/>
                  </a:cubicBezTo>
                  <a:cubicBezTo>
                    <a:pt x="82886" y="8000"/>
                    <a:pt x="82805" y="7976"/>
                    <a:pt x="82732" y="7952"/>
                  </a:cubicBezTo>
                  <a:cubicBezTo>
                    <a:pt x="82618" y="7903"/>
                    <a:pt x="82521" y="7830"/>
                    <a:pt x="82440" y="7741"/>
                  </a:cubicBezTo>
                  <a:cubicBezTo>
                    <a:pt x="82480" y="7652"/>
                    <a:pt x="81808" y="7409"/>
                    <a:pt x="80956" y="7344"/>
                  </a:cubicBezTo>
                  <a:cubicBezTo>
                    <a:pt x="80792" y="7326"/>
                    <a:pt x="80628" y="7316"/>
                    <a:pt x="80460" y="7316"/>
                  </a:cubicBezTo>
                  <a:cubicBezTo>
                    <a:pt x="80404" y="7316"/>
                    <a:pt x="80348" y="7317"/>
                    <a:pt x="80291" y="7319"/>
                  </a:cubicBezTo>
                  <a:cubicBezTo>
                    <a:pt x="80105" y="7319"/>
                    <a:pt x="79943" y="7328"/>
                    <a:pt x="79805" y="7336"/>
                  </a:cubicBezTo>
                  <a:cubicBezTo>
                    <a:pt x="79745" y="7341"/>
                    <a:pt x="79683" y="7344"/>
                    <a:pt x="79622" y="7344"/>
                  </a:cubicBezTo>
                  <a:cubicBezTo>
                    <a:pt x="79509" y="7344"/>
                    <a:pt x="79396" y="7335"/>
                    <a:pt x="79286" y="7319"/>
                  </a:cubicBezTo>
                  <a:cubicBezTo>
                    <a:pt x="79208" y="7292"/>
                    <a:pt x="79131" y="7279"/>
                    <a:pt x="79051" y="7279"/>
                  </a:cubicBezTo>
                  <a:cubicBezTo>
                    <a:pt x="79014" y="7279"/>
                    <a:pt x="78976" y="7282"/>
                    <a:pt x="78937" y="7287"/>
                  </a:cubicBezTo>
                  <a:cubicBezTo>
                    <a:pt x="78962" y="7376"/>
                    <a:pt x="77973" y="7538"/>
                    <a:pt x="76943" y="8049"/>
                  </a:cubicBezTo>
                  <a:cubicBezTo>
                    <a:pt x="76465" y="8276"/>
                    <a:pt x="76010" y="8552"/>
                    <a:pt x="75589" y="8868"/>
                  </a:cubicBezTo>
                  <a:cubicBezTo>
                    <a:pt x="75265" y="9127"/>
                    <a:pt x="75070" y="9322"/>
                    <a:pt x="75102" y="9354"/>
                  </a:cubicBezTo>
                  <a:lnTo>
                    <a:pt x="74867" y="9557"/>
                  </a:lnTo>
                  <a:cubicBezTo>
                    <a:pt x="74859" y="9547"/>
                    <a:pt x="74847" y="9543"/>
                    <a:pt x="74833" y="9543"/>
                  </a:cubicBezTo>
                  <a:cubicBezTo>
                    <a:pt x="74741" y="9543"/>
                    <a:pt x="74545" y="9731"/>
                    <a:pt x="74348" y="9914"/>
                  </a:cubicBezTo>
                  <a:cubicBezTo>
                    <a:pt x="74251" y="10092"/>
                    <a:pt x="74129" y="10263"/>
                    <a:pt x="73984" y="10408"/>
                  </a:cubicBezTo>
                  <a:cubicBezTo>
                    <a:pt x="73972" y="10398"/>
                    <a:pt x="73959" y="10393"/>
                    <a:pt x="73944" y="10393"/>
                  </a:cubicBezTo>
                  <a:cubicBezTo>
                    <a:pt x="73878" y="10393"/>
                    <a:pt x="73777" y="10498"/>
                    <a:pt x="73611" y="10684"/>
                  </a:cubicBezTo>
                  <a:cubicBezTo>
                    <a:pt x="73416" y="10911"/>
                    <a:pt x="73319" y="11025"/>
                    <a:pt x="73384" y="11081"/>
                  </a:cubicBezTo>
                  <a:cubicBezTo>
                    <a:pt x="73278" y="11195"/>
                    <a:pt x="72638" y="11998"/>
                    <a:pt x="72305" y="12289"/>
                  </a:cubicBezTo>
                  <a:cubicBezTo>
                    <a:pt x="72151" y="12346"/>
                    <a:pt x="72135" y="12516"/>
                    <a:pt x="72119" y="12687"/>
                  </a:cubicBezTo>
                  <a:cubicBezTo>
                    <a:pt x="72192" y="12744"/>
                    <a:pt x="72184" y="12914"/>
                    <a:pt x="72103" y="13027"/>
                  </a:cubicBezTo>
                  <a:lnTo>
                    <a:pt x="71957" y="12914"/>
                  </a:lnTo>
                  <a:cubicBezTo>
                    <a:pt x="71960" y="12839"/>
                    <a:pt x="71962" y="12799"/>
                    <a:pt x="71947" y="12799"/>
                  </a:cubicBezTo>
                  <a:cubicBezTo>
                    <a:pt x="71929" y="12799"/>
                    <a:pt x="71887" y="12856"/>
                    <a:pt x="71794" y="12979"/>
                  </a:cubicBezTo>
                  <a:lnTo>
                    <a:pt x="71632" y="13206"/>
                  </a:lnTo>
                  <a:cubicBezTo>
                    <a:pt x="71705" y="13254"/>
                    <a:pt x="71292" y="13838"/>
                    <a:pt x="70716" y="14600"/>
                  </a:cubicBezTo>
                  <a:cubicBezTo>
                    <a:pt x="69978" y="15573"/>
                    <a:pt x="69719" y="15824"/>
                    <a:pt x="69784" y="15897"/>
                  </a:cubicBezTo>
                  <a:cubicBezTo>
                    <a:pt x="69857" y="15954"/>
                    <a:pt x="69767" y="16051"/>
                    <a:pt x="69435" y="16278"/>
                  </a:cubicBezTo>
                  <a:cubicBezTo>
                    <a:pt x="68697" y="16643"/>
                    <a:pt x="68697" y="16611"/>
                    <a:pt x="68665" y="16773"/>
                  </a:cubicBezTo>
                  <a:cubicBezTo>
                    <a:pt x="68697" y="16746"/>
                    <a:pt x="68725" y="16735"/>
                    <a:pt x="68750" y="16735"/>
                  </a:cubicBezTo>
                  <a:cubicBezTo>
                    <a:pt x="68801" y="16735"/>
                    <a:pt x="68841" y="16778"/>
                    <a:pt x="68884" y="16822"/>
                  </a:cubicBezTo>
                  <a:cubicBezTo>
                    <a:pt x="68981" y="16925"/>
                    <a:pt x="68938" y="17008"/>
                    <a:pt x="68809" y="17008"/>
                  </a:cubicBezTo>
                  <a:cubicBezTo>
                    <a:pt x="68777" y="17008"/>
                    <a:pt x="68739" y="17003"/>
                    <a:pt x="68697" y="16992"/>
                  </a:cubicBezTo>
                  <a:cubicBezTo>
                    <a:pt x="68691" y="16986"/>
                    <a:pt x="68683" y="16983"/>
                    <a:pt x="68672" y="16983"/>
                  </a:cubicBezTo>
                  <a:cubicBezTo>
                    <a:pt x="68564" y="16983"/>
                    <a:pt x="68233" y="17254"/>
                    <a:pt x="67895" y="17519"/>
                  </a:cubicBezTo>
                  <a:cubicBezTo>
                    <a:pt x="67536" y="17822"/>
                    <a:pt x="67153" y="18109"/>
                    <a:pt x="67125" y="18219"/>
                  </a:cubicBezTo>
                  <a:lnTo>
                    <a:pt x="67125" y="18219"/>
                  </a:lnTo>
                  <a:cubicBezTo>
                    <a:pt x="67115" y="18199"/>
                    <a:pt x="67101" y="18174"/>
                    <a:pt x="67084" y="18143"/>
                  </a:cubicBezTo>
                  <a:cubicBezTo>
                    <a:pt x="67073" y="18124"/>
                    <a:pt x="67057" y="18114"/>
                    <a:pt x="67032" y="18114"/>
                  </a:cubicBezTo>
                  <a:cubicBezTo>
                    <a:pt x="66964" y="18114"/>
                    <a:pt x="66824" y="18185"/>
                    <a:pt x="66516" y="18322"/>
                  </a:cubicBezTo>
                  <a:cubicBezTo>
                    <a:pt x="66297" y="18411"/>
                    <a:pt x="66192" y="18451"/>
                    <a:pt x="66192" y="18451"/>
                  </a:cubicBezTo>
                  <a:cubicBezTo>
                    <a:pt x="66224" y="18532"/>
                    <a:pt x="66062" y="18605"/>
                    <a:pt x="65900" y="18654"/>
                  </a:cubicBezTo>
                  <a:cubicBezTo>
                    <a:pt x="65836" y="18663"/>
                    <a:pt x="65771" y="18668"/>
                    <a:pt x="65715" y="18668"/>
                  </a:cubicBezTo>
                  <a:cubicBezTo>
                    <a:pt x="65620" y="18668"/>
                    <a:pt x="65548" y="18655"/>
                    <a:pt x="65543" y="18630"/>
                  </a:cubicBezTo>
                  <a:cubicBezTo>
                    <a:pt x="65467" y="18589"/>
                    <a:pt x="65439" y="18571"/>
                    <a:pt x="65374" y="18571"/>
                  </a:cubicBezTo>
                  <a:cubicBezTo>
                    <a:pt x="65335" y="18571"/>
                    <a:pt x="65284" y="18577"/>
                    <a:pt x="65203" y="18589"/>
                  </a:cubicBezTo>
                  <a:cubicBezTo>
                    <a:pt x="65073" y="18678"/>
                    <a:pt x="64913" y="18733"/>
                    <a:pt x="64750" y="18733"/>
                  </a:cubicBezTo>
                  <a:cubicBezTo>
                    <a:pt x="64720" y="18733"/>
                    <a:pt x="64690" y="18731"/>
                    <a:pt x="64660" y="18727"/>
                  </a:cubicBezTo>
                  <a:cubicBezTo>
                    <a:pt x="64481" y="18711"/>
                    <a:pt x="64352" y="18662"/>
                    <a:pt x="64352" y="18622"/>
                  </a:cubicBezTo>
                  <a:cubicBezTo>
                    <a:pt x="64352" y="18622"/>
                    <a:pt x="64246" y="18605"/>
                    <a:pt x="64141" y="18597"/>
                  </a:cubicBezTo>
                  <a:cubicBezTo>
                    <a:pt x="64091" y="18632"/>
                    <a:pt x="64022" y="18645"/>
                    <a:pt x="63951" y="18645"/>
                  </a:cubicBezTo>
                  <a:cubicBezTo>
                    <a:pt x="63859" y="18645"/>
                    <a:pt x="63763" y="18624"/>
                    <a:pt x="63703" y="18605"/>
                  </a:cubicBezTo>
                  <a:cubicBezTo>
                    <a:pt x="63522" y="18569"/>
                    <a:pt x="63409" y="18535"/>
                    <a:pt x="63358" y="18535"/>
                  </a:cubicBezTo>
                  <a:cubicBezTo>
                    <a:pt x="63319" y="18535"/>
                    <a:pt x="63319" y="18556"/>
                    <a:pt x="63354" y="18613"/>
                  </a:cubicBezTo>
                  <a:cubicBezTo>
                    <a:pt x="63333" y="18683"/>
                    <a:pt x="63307" y="18758"/>
                    <a:pt x="63228" y="18758"/>
                  </a:cubicBezTo>
                  <a:cubicBezTo>
                    <a:pt x="63215" y="18758"/>
                    <a:pt x="63200" y="18756"/>
                    <a:pt x="63184" y="18751"/>
                  </a:cubicBezTo>
                  <a:lnTo>
                    <a:pt x="63216" y="18662"/>
                  </a:lnTo>
                  <a:cubicBezTo>
                    <a:pt x="63241" y="18573"/>
                    <a:pt x="62916" y="18484"/>
                    <a:pt x="62503" y="18265"/>
                  </a:cubicBezTo>
                  <a:cubicBezTo>
                    <a:pt x="61976" y="17997"/>
                    <a:pt x="61789" y="17843"/>
                    <a:pt x="61741" y="17705"/>
                  </a:cubicBezTo>
                  <a:lnTo>
                    <a:pt x="61587" y="17705"/>
                  </a:lnTo>
                  <a:cubicBezTo>
                    <a:pt x="61441" y="17705"/>
                    <a:pt x="61344" y="17632"/>
                    <a:pt x="61400" y="17559"/>
                  </a:cubicBezTo>
                  <a:cubicBezTo>
                    <a:pt x="61360" y="17414"/>
                    <a:pt x="60995" y="17105"/>
                    <a:pt x="60760" y="16992"/>
                  </a:cubicBezTo>
                  <a:lnTo>
                    <a:pt x="60581" y="16822"/>
                  </a:lnTo>
                  <a:cubicBezTo>
                    <a:pt x="60620" y="16612"/>
                    <a:pt x="60406" y="16358"/>
                    <a:pt x="60196" y="16358"/>
                  </a:cubicBezTo>
                  <a:cubicBezTo>
                    <a:pt x="60187" y="16358"/>
                    <a:pt x="60177" y="16359"/>
                    <a:pt x="60168" y="16360"/>
                  </a:cubicBezTo>
                  <a:cubicBezTo>
                    <a:pt x="60233" y="16303"/>
                    <a:pt x="60160" y="16205"/>
                    <a:pt x="60079" y="16108"/>
                  </a:cubicBezTo>
                  <a:cubicBezTo>
                    <a:pt x="59852" y="15970"/>
                    <a:pt x="59560" y="15565"/>
                    <a:pt x="59641" y="15508"/>
                  </a:cubicBezTo>
                  <a:lnTo>
                    <a:pt x="59568" y="15403"/>
                  </a:lnTo>
                  <a:cubicBezTo>
                    <a:pt x="59446" y="15354"/>
                    <a:pt x="59349" y="15257"/>
                    <a:pt x="59292" y="15135"/>
                  </a:cubicBezTo>
                  <a:cubicBezTo>
                    <a:pt x="59236" y="15014"/>
                    <a:pt x="59138" y="14916"/>
                    <a:pt x="59017" y="14860"/>
                  </a:cubicBezTo>
                  <a:cubicBezTo>
                    <a:pt x="58936" y="14819"/>
                    <a:pt x="58863" y="14754"/>
                    <a:pt x="58814" y="14673"/>
                  </a:cubicBezTo>
                  <a:cubicBezTo>
                    <a:pt x="58792" y="14630"/>
                    <a:pt x="58799" y="14614"/>
                    <a:pt x="58823" y="14614"/>
                  </a:cubicBezTo>
                  <a:cubicBezTo>
                    <a:pt x="58863" y="14614"/>
                    <a:pt x="58950" y="14657"/>
                    <a:pt x="59041" y="14697"/>
                  </a:cubicBezTo>
                  <a:cubicBezTo>
                    <a:pt x="59082" y="14735"/>
                    <a:pt x="59107" y="14752"/>
                    <a:pt x="59118" y="14752"/>
                  </a:cubicBezTo>
                  <a:cubicBezTo>
                    <a:pt x="59162" y="14752"/>
                    <a:pt x="58988" y="14497"/>
                    <a:pt x="58717" y="14284"/>
                  </a:cubicBezTo>
                  <a:cubicBezTo>
                    <a:pt x="58522" y="14126"/>
                    <a:pt x="58438" y="14059"/>
                    <a:pt x="58456" y="14059"/>
                  </a:cubicBezTo>
                  <a:cubicBezTo>
                    <a:pt x="58469" y="14059"/>
                    <a:pt x="58538" y="14096"/>
                    <a:pt x="58660" y="14162"/>
                  </a:cubicBezTo>
                  <a:cubicBezTo>
                    <a:pt x="58733" y="14205"/>
                    <a:pt x="58806" y="14246"/>
                    <a:pt x="58829" y="14246"/>
                  </a:cubicBezTo>
                  <a:cubicBezTo>
                    <a:pt x="58851" y="14246"/>
                    <a:pt x="58833" y="14214"/>
                    <a:pt x="58741" y="14122"/>
                  </a:cubicBezTo>
                  <a:cubicBezTo>
                    <a:pt x="58741" y="14122"/>
                    <a:pt x="58642" y="13924"/>
                    <a:pt x="58563" y="13924"/>
                  </a:cubicBezTo>
                  <a:cubicBezTo>
                    <a:pt x="58557" y="13924"/>
                    <a:pt x="58552" y="13925"/>
                    <a:pt x="58546" y="13927"/>
                  </a:cubicBezTo>
                  <a:lnTo>
                    <a:pt x="58376" y="13570"/>
                  </a:lnTo>
                  <a:cubicBezTo>
                    <a:pt x="58368" y="13384"/>
                    <a:pt x="58327" y="13206"/>
                    <a:pt x="58254" y="13043"/>
                  </a:cubicBezTo>
                  <a:cubicBezTo>
                    <a:pt x="58117" y="12954"/>
                    <a:pt x="58117" y="12954"/>
                    <a:pt x="58149" y="12800"/>
                  </a:cubicBezTo>
                  <a:cubicBezTo>
                    <a:pt x="58220" y="12768"/>
                    <a:pt x="58204" y="12684"/>
                    <a:pt x="58108" y="12684"/>
                  </a:cubicBezTo>
                  <a:cubicBezTo>
                    <a:pt x="58084" y="12684"/>
                    <a:pt x="58054" y="12690"/>
                    <a:pt x="58019" y="12703"/>
                  </a:cubicBezTo>
                  <a:cubicBezTo>
                    <a:pt x="57890" y="12630"/>
                    <a:pt x="57825" y="12468"/>
                    <a:pt x="57873" y="12330"/>
                  </a:cubicBezTo>
                  <a:cubicBezTo>
                    <a:pt x="58025" y="12272"/>
                    <a:pt x="58003" y="12163"/>
                    <a:pt x="57933" y="12163"/>
                  </a:cubicBezTo>
                  <a:cubicBezTo>
                    <a:pt x="57925" y="12163"/>
                    <a:pt x="57915" y="12164"/>
                    <a:pt x="57906" y="12168"/>
                  </a:cubicBezTo>
                  <a:cubicBezTo>
                    <a:pt x="57825" y="12111"/>
                    <a:pt x="57768" y="12038"/>
                    <a:pt x="57727" y="11949"/>
                  </a:cubicBezTo>
                  <a:cubicBezTo>
                    <a:pt x="57809" y="11917"/>
                    <a:pt x="57403" y="10765"/>
                    <a:pt x="56990" y="9557"/>
                  </a:cubicBezTo>
                  <a:cubicBezTo>
                    <a:pt x="56947" y="9436"/>
                    <a:pt x="56842" y="9340"/>
                    <a:pt x="56757" y="9340"/>
                  </a:cubicBezTo>
                  <a:cubicBezTo>
                    <a:pt x="56745" y="9340"/>
                    <a:pt x="56733" y="9342"/>
                    <a:pt x="56722" y="9346"/>
                  </a:cubicBezTo>
                  <a:cubicBezTo>
                    <a:pt x="56671" y="9363"/>
                    <a:pt x="56644" y="9372"/>
                    <a:pt x="56631" y="9372"/>
                  </a:cubicBezTo>
                  <a:cubicBezTo>
                    <a:pt x="56601" y="9372"/>
                    <a:pt x="56653" y="9322"/>
                    <a:pt x="56682" y="9209"/>
                  </a:cubicBezTo>
                  <a:cubicBezTo>
                    <a:pt x="56831" y="9048"/>
                    <a:pt x="56822" y="8856"/>
                    <a:pt x="56723" y="8856"/>
                  </a:cubicBezTo>
                  <a:cubicBezTo>
                    <a:pt x="56687" y="8856"/>
                    <a:pt x="56640" y="8881"/>
                    <a:pt x="56584" y="8941"/>
                  </a:cubicBezTo>
                  <a:cubicBezTo>
                    <a:pt x="56528" y="9026"/>
                    <a:pt x="56496" y="9074"/>
                    <a:pt x="56485" y="9074"/>
                  </a:cubicBezTo>
                  <a:cubicBezTo>
                    <a:pt x="56470" y="9074"/>
                    <a:pt x="56490" y="8994"/>
                    <a:pt x="56536" y="8811"/>
                  </a:cubicBezTo>
                  <a:cubicBezTo>
                    <a:pt x="56568" y="8641"/>
                    <a:pt x="56568" y="8641"/>
                    <a:pt x="56438" y="8536"/>
                  </a:cubicBezTo>
                  <a:cubicBezTo>
                    <a:pt x="56429" y="8539"/>
                    <a:pt x="56419" y="8541"/>
                    <a:pt x="56411" y="8541"/>
                  </a:cubicBezTo>
                  <a:cubicBezTo>
                    <a:pt x="56340" y="8541"/>
                    <a:pt x="56310" y="8435"/>
                    <a:pt x="56390" y="8406"/>
                  </a:cubicBezTo>
                  <a:cubicBezTo>
                    <a:pt x="56420" y="8247"/>
                    <a:pt x="56450" y="8095"/>
                    <a:pt x="56388" y="8095"/>
                  </a:cubicBezTo>
                  <a:cubicBezTo>
                    <a:pt x="56384" y="8095"/>
                    <a:pt x="56379" y="8096"/>
                    <a:pt x="56373" y="8098"/>
                  </a:cubicBezTo>
                  <a:cubicBezTo>
                    <a:pt x="56341" y="8000"/>
                    <a:pt x="56333" y="7903"/>
                    <a:pt x="56349" y="7798"/>
                  </a:cubicBezTo>
                  <a:cubicBezTo>
                    <a:pt x="56382" y="7628"/>
                    <a:pt x="56244" y="7522"/>
                    <a:pt x="56106" y="7425"/>
                  </a:cubicBezTo>
                  <a:cubicBezTo>
                    <a:pt x="55829" y="7141"/>
                    <a:pt x="55732" y="7003"/>
                    <a:pt x="55844" y="7003"/>
                  </a:cubicBezTo>
                  <a:cubicBezTo>
                    <a:pt x="55866" y="7003"/>
                    <a:pt x="55897" y="7009"/>
                    <a:pt x="55936" y="7019"/>
                  </a:cubicBezTo>
                  <a:cubicBezTo>
                    <a:pt x="55946" y="7022"/>
                    <a:pt x="55956" y="7024"/>
                    <a:pt x="55964" y="7024"/>
                  </a:cubicBezTo>
                  <a:cubicBezTo>
                    <a:pt x="56126" y="7024"/>
                    <a:pt x="55762" y="6425"/>
                    <a:pt x="55538" y="6379"/>
                  </a:cubicBezTo>
                  <a:cubicBezTo>
                    <a:pt x="55311" y="6322"/>
                    <a:pt x="55311" y="6322"/>
                    <a:pt x="55392" y="6282"/>
                  </a:cubicBezTo>
                  <a:cubicBezTo>
                    <a:pt x="55474" y="6241"/>
                    <a:pt x="55409" y="6111"/>
                    <a:pt x="55409" y="6111"/>
                  </a:cubicBezTo>
                  <a:cubicBezTo>
                    <a:pt x="55344" y="5974"/>
                    <a:pt x="55279" y="5844"/>
                    <a:pt x="55360" y="5803"/>
                  </a:cubicBezTo>
                  <a:cubicBezTo>
                    <a:pt x="55279" y="5665"/>
                    <a:pt x="55182" y="5552"/>
                    <a:pt x="55060" y="5447"/>
                  </a:cubicBezTo>
                  <a:cubicBezTo>
                    <a:pt x="54760" y="5276"/>
                    <a:pt x="54606" y="4847"/>
                    <a:pt x="54679" y="4620"/>
                  </a:cubicBezTo>
                  <a:lnTo>
                    <a:pt x="54436" y="4417"/>
                  </a:lnTo>
                  <a:cubicBezTo>
                    <a:pt x="54201" y="4393"/>
                    <a:pt x="54038" y="4320"/>
                    <a:pt x="54192" y="4214"/>
                  </a:cubicBezTo>
                  <a:cubicBezTo>
                    <a:pt x="54219" y="4196"/>
                    <a:pt x="54246" y="4179"/>
                    <a:pt x="54265" y="4166"/>
                  </a:cubicBezTo>
                  <a:cubicBezTo>
                    <a:pt x="54030" y="4149"/>
                    <a:pt x="53747" y="3606"/>
                    <a:pt x="53876" y="3501"/>
                  </a:cubicBezTo>
                  <a:cubicBezTo>
                    <a:pt x="53949" y="3444"/>
                    <a:pt x="53949" y="3444"/>
                    <a:pt x="53852" y="3322"/>
                  </a:cubicBezTo>
                  <a:lnTo>
                    <a:pt x="53779" y="3379"/>
                  </a:lnTo>
                  <a:cubicBezTo>
                    <a:pt x="53742" y="3411"/>
                    <a:pt x="53703" y="3443"/>
                    <a:pt x="53659" y="3443"/>
                  </a:cubicBezTo>
                  <a:cubicBezTo>
                    <a:pt x="53624" y="3443"/>
                    <a:pt x="53586" y="3424"/>
                    <a:pt x="53544" y="3371"/>
                  </a:cubicBezTo>
                  <a:cubicBezTo>
                    <a:pt x="53447" y="3257"/>
                    <a:pt x="53341" y="3144"/>
                    <a:pt x="53414" y="3079"/>
                  </a:cubicBezTo>
                  <a:cubicBezTo>
                    <a:pt x="53379" y="2931"/>
                    <a:pt x="53344" y="2776"/>
                    <a:pt x="53292" y="2776"/>
                  </a:cubicBezTo>
                  <a:cubicBezTo>
                    <a:pt x="53285" y="2776"/>
                    <a:pt x="53277" y="2780"/>
                    <a:pt x="53268" y="2787"/>
                  </a:cubicBezTo>
                  <a:cubicBezTo>
                    <a:pt x="53195" y="2706"/>
                    <a:pt x="53147" y="2609"/>
                    <a:pt x="53114" y="2503"/>
                  </a:cubicBezTo>
                  <a:cubicBezTo>
                    <a:pt x="53001" y="2390"/>
                    <a:pt x="52895" y="2268"/>
                    <a:pt x="52652" y="2066"/>
                  </a:cubicBezTo>
                  <a:cubicBezTo>
                    <a:pt x="52474" y="2017"/>
                    <a:pt x="52230" y="1814"/>
                    <a:pt x="52279" y="1749"/>
                  </a:cubicBezTo>
                  <a:cubicBezTo>
                    <a:pt x="52279" y="1749"/>
                    <a:pt x="52028" y="1547"/>
                    <a:pt x="51841" y="1531"/>
                  </a:cubicBezTo>
                  <a:cubicBezTo>
                    <a:pt x="51574" y="1344"/>
                    <a:pt x="51436" y="1255"/>
                    <a:pt x="51484" y="1182"/>
                  </a:cubicBezTo>
                  <a:cubicBezTo>
                    <a:pt x="51533" y="1109"/>
                    <a:pt x="51533" y="1101"/>
                    <a:pt x="51347" y="1093"/>
                  </a:cubicBezTo>
                  <a:cubicBezTo>
                    <a:pt x="51332" y="1116"/>
                    <a:pt x="51310" y="1126"/>
                    <a:pt x="51282" y="1126"/>
                  </a:cubicBezTo>
                  <a:cubicBezTo>
                    <a:pt x="51213" y="1126"/>
                    <a:pt x="51112" y="1069"/>
                    <a:pt x="51014" y="1012"/>
                  </a:cubicBezTo>
                  <a:cubicBezTo>
                    <a:pt x="50868" y="922"/>
                    <a:pt x="50722" y="858"/>
                    <a:pt x="50722" y="858"/>
                  </a:cubicBezTo>
                  <a:cubicBezTo>
                    <a:pt x="50702" y="899"/>
                    <a:pt x="50691" y="919"/>
                    <a:pt x="50667" y="919"/>
                  </a:cubicBezTo>
                  <a:cubicBezTo>
                    <a:pt x="50643" y="919"/>
                    <a:pt x="50607" y="901"/>
                    <a:pt x="50536" y="866"/>
                  </a:cubicBezTo>
                  <a:cubicBezTo>
                    <a:pt x="50301" y="720"/>
                    <a:pt x="50058" y="590"/>
                    <a:pt x="49806" y="468"/>
                  </a:cubicBezTo>
                  <a:cubicBezTo>
                    <a:pt x="49575" y="397"/>
                    <a:pt x="49457" y="364"/>
                    <a:pt x="49413" y="364"/>
                  </a:cubicBezTo>
                  <a:cubicBezTo>
                    <a:pt x="49367" y="364"/>
                    <a:pt x="49400" y="399"/>
                    <a:pt x="49466" y="460"/>
                  </a:cubicBezTo>
                  <a:cubicBezTo>
                    <a:pt x="49554" y="487"/>
                    <a:pt x="49584" y="523"/>
                    <a:pt x="49548" y="523"/>
                  </a:cubicBezTo>
                  <a:cubicBezTo>
                    <a:pt x="49518" y="523"/>
                    <a:pt x="49441" y="497"/>
                    <a:pt x="49312" y="420"/>
                  </a:cubicBezTo>
                  <a:cubicBezTo>
                    <a:pt x="49231" y="404"/>
                    <a:pt x="49076" y="339"/>
                    <a:pt x="48882" y="266"/>
                  </a:cubicBezTo>
                  <a:cubicBezTo>
                    <a:pt x="48655" y="193"/>
                    <a:pt x="48428" y="144"/>
                    <a:pt x="48193" y="112"/>
                  </a:cubicBezTo>
                  <a:cubicBezTo>
                    <a:pt x="48056" y="88"/>
                    <a:pt x="47915" y="73"/>
                    <a:pt x="47773" y="73"/>
                  </a:cubicBezTo>
                  <a:cubicBezTo>
                    <a:pt x="47721" y="73"/>
                    <a:pt x="47669" y="75"/>
                    <a:pt x="47617" y="79"/>
                  </a:cubicBezTo>
                  <a:cubicBezTo>
                    <a:pt x="47536" y="87"/>
                    <a:pt x="47536" y="112"/>
                    <a:pt x="47536" y="152"/>
                  </a:cubicBezTo>
                  <a:cubicBezTo>
                    <a:pt x="47609" y="245"/>
                    <a:pt x="47607" y="292"/>
                    <a:pt x="47566" y="292"/>
                  </a:cubicBezTo>
                  <a:cubicBezTo>
                    <a:pt x="47526" y="292"/>
                    <a:pt x="47447" y="245"/>
                    <a:pt x="47366" y="152"/>
                  </a:cubicBezTo>
                  <a:cubicBezTo>
                    <a:pt x="47185" y="44"/>
                    <a:pt x="47052" y="1"/>
                    <a:pt x="46971" y="1"/>
                  </a:cubicBezTo>
                  <a:close/>
                  <a:moveTo>
                    <a:pt x="22880" y="23916"/>
                  </a:moveTo>
                  <a:cubicBezTo>
                    <a:pt x="22880" y="23916"/>
                    <a:pt x="22686" y="23948"/>
                    <a:pt x="22661" y="24038"/>
                  </a:cubicBezTo>
                  <a:cubicBezTo>
                    <a:pt x="22647" y="24084"/>
                    <a:pt x="22697" y="24128"/>
                    <a:pt x="22784" y="24128"/>
                  </a:cubicBezTo>
                  <a:cubicBezTo>
                    <a:pt x="22848" y="24128"/>
                    <a:pt x="22933" y="24103"/>
                    <a:pt x="23026" y="24038"/>
                  </a:cubicBezTo>
                  <a:cubicBezTo>
                    <a:pt x="23042" y="23948"/>
                    <a:pt x="23042" y="23956"/>
                    <a:pt x="22880" y="23916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2"/>
            <p:cNvSpPr/>
            <p:nvPr/>
          </p:nvSpPr>
          <p:spPr>
            <a:xfrm>
              <a:off x="8428279" y="3118135"/>
              <a:ext cx="715718" cy="254081"/>
            </a:xfrm>
            <a:custGeom>
              <a:avLst/>
              <a:gdLst/>
              <a:ahLst/>
              <a:cxnLst/>
              <a:rect l="l" t="t" r="r" b="b"/>
              <a:pathLst>
                <a:path w="41521" h="14740" extrusionOk="0">
                  <a:moveTo>
                    <a:pt x="41171" y="1229"/>
                  </a:moveTo>
                  <a:cubicBezTo>
                    <a:pt x="41234" y="1229"/>
                    <a:pt x="41152" y="1344"/>
                    <a:pt x="41002" y="1426"/>
                  </a:cubicBezTo>
                  <a:cubicBezTo>
                    <a:pt x="40936" y="1492"/>
                    <a:pt x="40901" y="1526"/>
                    <a:pt x="40891" y="1526"/>
                  </a:cubicBezTo>
                  <a:cubicBezTo>
                    <a:pt x="40881" y="1526"/>
                    <a:pt x="40899" y="1486"/>
                    <a:pt x="40937" y="1401"/>
                  </a:cubicBezTo>
                  <a:cubicBezTo>
                    <a:pt x="40965" y="1332"/>
                    <a:pt x="40998" y="1257"/>
                    <a:pt x="41048" y="1257"/>
                  </a:cubicBezTo>
                  <a:cubicBezTo>
                    <a:pt x="41056" y="1257"/>
                    <a:pt x="41065" y="1259"/>
                    <a:pt x="41075" y="1263"/>
                  </a:cubicBezTo>
                  <a:cubicBezTo>
                    <a:pt x="41121" y="1239"/>
                    <a:pt x="41152" y="1229"/>
                    <a:pt x="41171" y="1229"/>
                  </a:cubicBezTo>
                  <a:close/>
                  <a:moveTo>
                    <a:pt x="31745" y="1284"/>
                  </a:moveTo>
                  <a:cubicBezTo>
                    <a:pt x="31763" y="1284"/>
                    <a:pt x="31771" y="1305"/>
                    <a:pt x="31791" y="1361"/>
                  </a:cubicBezTo>
                  <a:cubicBezTo>
                    <a:pt x="31832" y="1434"/>
                    <a:pt x="31807" y="1531"/>
                    <a:pt x="31734" y="1580"/>
                  </a:cubicBezTo>
                  <a:cubicBezTo>
                    <a:pt x="31731" y="1581"/>
                    <a:pt x="31727" y="1582"/>
                    <a:pt x="31723" y="1582"/>
                  </a:cubicBezTo>
                  <a:cubicBezTo>
                    <a:pt x="31669" y="1582"/>
                    <a:pt x="31611" y="1433"/>
                    <a:pt x="31694" y="1304"/>
                  </a:cubicBezTo>
                  <a:cubicBezTo>
                    <a:pt x="31718" y="1292"/>
                    <a:pt x="31734" y="1284"/>
                    <a:pt x="31745" y="1284"/>
                  </a:cubicBezTo>
                  <a:close/>
                  <a:moveTo>
                    <a:pt x="29858" y="2622"/>
                  </a:moveTo>
                  <a:cubicBezTo>
                    <a:pt x="29865" y="2622"/>
                    <a:pt x="29874" y="2631"/>
                    <a:pt x="29886" y="2650"/>
                  </a:cubicBezTo>
                  <a:cubicBezTo>
                    <a:pt x="29918" y="2707"/>
                    <a:pt x="29935" y="2772"/>
                    <a:pt x="29926" y="2836"/>
                  </a:cubicBezTo>
                  <a:cubicBezTo>
                    <a:pt x="29926" y="2836"/>
                    <a:pt x="29926" y="2901"/>
                    <a:pt x="29905" y="2901"/>
                  </a:cubicBezTo>
                  <a:cubicBezTo>
                    <a:pt x="29899" y="2901"/>
                    <a:pt x="29890" y="2895"/>
                    <a:pt x="29878" y="2877"/>
                  </a:cubicBezTo>
                  <a:lnTo>
                    <a:pt x="29821" y="2796"/>
                  </a:lnTo>
                  <a:cubicBezTo>
                    <a:pt x="29827" y="2709"/>
                    <a:pt x="29833" y="2622"/>
                    <a:pt x="29858" y="2622"/>
                  </a:cubicBezTo>
                  <a:close/>
                  <a:moveTo>
                    <a:pt x="7812" y="2971"/>
                  </a:moveTo>
                  <a:cubicBezTo>
                    <a:pt x="7827" y="2971"/>
                    <a:pt x="7842" y="2972"/>
                    <a:pt x="7857" y="2974"/>
                  </a:cubicBezTo>
                  <a:lnTo>
                    <a:pt x="7857" y="3063"/>
                  </a:lnTo>
                  <a:lnTo>
                    <a:pt x="7784" y="3153"/>
                  </a:lnTo>
                  <a:lnTo>
                    <a:pt x="7719" y="3055"/>
                  </a:lnTo>
                  <a:cubicBezTo>
                    <a:pt x="7719" y="2987"/>
                    <a:pt x="7762" y="2971"/>
                    <a:pt x="7812" y="2971"/>
                  </a:cubicBezTo>
                  <a:close/>
                  <a:moveTo>
                    <a:pt x="9788" y="3132"/>
                  </a:moveTo>
                  <a:cubicBezTo>
                    <a:pt x="9821" y="3132"/>
                    <a:pt x="9795" y="3167"/>
                    <a:pt x="9722" y="3266"/>
                  </a:cubicBezTo>
                  <a:lnTo>
                    <a:pt x="9544" y="3412"/>
                  </a:lnTo>
                  <a:cubicBezTo>
                    <a:pt x="9471" y="3396"/>
                    <a:pt x="9560" y="3323"/>
                    <a:pt x="9673" y="3161"/>
                  </a:cubicBezTo>
                  <a:cubicBezTo>
                    <a:pt x="9732" y="3143"/>
                    <a:pt x="9769" y="3132"/>
                    <a:pt x="9788" y="3132"/>
                  </a:cubicBezTo>
                  <a:close/>
                  <a:moveTo>
                    <a:pt x="8185" y="3138"/>
                  </a:moveTo>
                  <a:cubicBezTo>
                    <a:pt x="8199" y="3138"/>
                    <a:pt x="8197" y="3184"/>
                    <a:pt x="8190" y="3266"/>
                  </a:cubicBezTo>
                  <a:cubicBezTo>
                    <a:pt x="8190" y="3372"/>
                    <a:pt x="8133" y="3477"/>
                    <a:pt x="8035" y="3526"/>
                  </a:cubicBezTo>
                  <a:lnTo>
                    <a:pt x="7906" y="3517"/>
                  </a:lnTo>
                  <a:lnTo>
                    <a:pt x="8044" y="3347"/>
                  </a:lnTo>
                  <a:cubicBezTo>
                    <a:pt x="8127" y="3202"/>
                    <a:pt x="8168" y="3138"/>
                    <a:pt x="8185" y="3138"/>
                  </a:cubicBezTo>
                  <a:close/>
                  <a:moveTo>
                    <a:pt x="11173" y="3420"/>
                  </a:moveTo>
                  <a:cubicBezTo>
                    <a:pt x="11150" y="3467"/>
                    <a:pt x="11133" y="3501"/>
                    <a:pt x="11133" y="3501"/>
                  </a:cubicBezTo>
                  <a:cubicBezTo>
                    <a:pt x="11123" y="3525"/>
                    <a:pt x="11119" y="3535"/>
                    <a:pt x="11119" y="3535"/>
                  </a:cubicBezTo>
                  <a:cubicBezTo>
                    <a:pt x="11120" y="3535"/>
                    <a:pt x="11144" y="3478"/>
                    <a:pt x="11173" y="3420"/>
                  </a:cubicBezTo>
                  <a:close/>
                  <a:moveTo>
                    <a:pt x="10095" y="3671"/>
                  </a:moveTo>
                  <a:lnTo>
                    <a:pt x="10160" y="3696"/>
                  </a:lnTo>
                  <a:cubicBezTo>
                    <a:pt x="10138" y="3768"/>
                    <a:pt x="10110" y="3846"/>
                    <a:pt x="10059" y="3846"/>
                  </a:cubicBezTo>
                  <a:cubicBezTo>
                    <a:pt x="10052" y="3846"/>
                    <a:pt x="10046" y="3845"/>
                    <a:pt x="10038" y="3842"/>
                  </a:cubicBezTo>
                  <a:lnTo>
                    <a:pt x="9981" y="3826"/>
                  </a:lnTo>
                  <a:cubicBezTo>
                    <a:pt x="10006" y="3761"/>
                    <a:pt x="10046" y="3712"/>
                    <a:pt x="10095" y="3671"/>
                  </a:cubicBezTo>
                  <a:close/>
                  <a:moveTo>
                    <a:pt x="4747" y="3943"/>
                  </a:moveTo>
                  <a:cubicBezTo>
                    <a:pt x="4790" y="3943"/>
                    <a:pt x="4806" y="4020"/>
                    <a:pt x="4728" y="4142"/>
                  </a:cubicBezTo>
                  <a:cubicBezTo>
                    <a:pt x="4671" y="4158"/>
                    <a:pt x="4606" y="4182"/>
                    <a:pt x="4606" y="4182"/>
                  </a:cubicBezTo>
                  <a:cubicBezTo>
                    <a:pt x="4590" y="4085"/>
                    <a:pt x="4638" y="3988"/>
                    <a:pt x="4728" y="3947"/>
                  </a:cubicBezTo>
                  <a:cubicBezTo>
                    <a:pt x="4734" y="3944"/>
                    <a:pt x="4741" y="3943"/>
                    <a:pt x="4747" y="3943"/>
                  </a:cubicBezTo>
                  <a:close/>
                  <a:moveTo>
                    <a:pt x="5232" y="3966"/>
                  </a:moveTo>
                  <a:cubicBezTo>
                    <a:pt x="5209" y="3966"/>
                    <a:pt x="5184" y="3973"/>
                    <a:pt x="5157" y="3980"/>
                  </a:cubicBezTo>
                  <a:cubicBezTo>
                    <a:pt x="5134" y="3973"/>
                    <a:pt x="5113" y="3971"/>
                    <a:pt x="5095" y="3971"/>
                  </a:cubicBezTo>
                  <a:cubicBezTo>
                    <a:pt x="4995" y="3971"/>
                    <a:pt x="4976" y="4058"/>
                    <a:pt x="5003" y="4134"/>
                  </a:cubicBezTo>
                  <a:cubicBezTo>
                    <a:pt x="5019" y="4177"/>
                    <a:pt x="5040" y="4191"/>
                    <a:pt x="5072" y="4191"/>
                  </a:cubicBezTo>
                  <a:cubicBezTo>
                    <a:pt x="5106" y="4191"/>
                    <a:pt x="5151" y="4175"/>
                    <a:pt x="5214" y="4158"/>
                  </a:cubicBezTo>
                  <a:cubicBezTo>
                    <a:pt x="5271" y="4134"/>
                    <a:pt x="5311" y="4028"/>
                    <a:pt x="5311" y="4028"/>
                  </a:cubicBezTo>
                  <a:cubicBezTo>
                    <a:pt x="5292" y="3980"/>
                    <a:pt x="5264" y="3966"/>
                    <a:pt x="5232" y="3966"/>
                  </a:cubicBezTo>
                  <a:close/>
                  <a:moveTo>
                    <a:pt x="11973" y="4231"/>
                  </a:moveTo>
                  <a:cubicBezTo>
                    <a:pt x="12042" y="4231"/>
                    <a:pt x="12036" y="4335"/>
                    <a:pt x="11903" y="4434"/>
                  </a:cubicBezTo>
                  <a:lnTo>
                    <a:pt x="11781" y="4361"/>
                  </a:lnTo>
                  <a:cubicBezTo>
                    <a:pt x="11822" y="4299"/>
                    <a:pt x="11863" y="4232"/>
                    <a:pt x="11909" y="4232"/>
                  </a:cubicBezTo>
                  <a:cubicBezTo>
                    <a:pt x="11918" y="4232"/>
                    <a:pt x="11926" y="4234"/>
                    <a:pt x="11935" y="4239"/>
                  </a:cubicBezTo>
                  <a:cubicBezTo>
                    <a:pt x="11950" y="4234"/>
                    <a:pt x="11962" y="4231"/>
                    <a:pt x="11973" y="4231"/>
                  </a:cubicBezTo>
                  <a:close/>
                  <a:moveTo>
                    <a:pt x="27810" y="4378"/>
                  </a:moveTo>
                  <a:cubicBezTo>
                    <a:pt x="27848" y="4378"/>
                    <a:pt x="27883" y="4409"/>
                    <a:pt x="27883" y="4409"/>
                  </a:cubicBezTo>
                  <a:cubicBezTo>
                    <a:pt x="27883" y="4409"/>
                    <a:pt x="27948" y="4474"/>
                    <a:pt x="27900" y="4523"/>
                  </a:cubicBezTo>
                  <a:cubicBezTo>
                    <a:pt x="27835" y="4515"/>
                    <a:pt x="27778" y="4482"/>
                    <a:pt x="27721" y="4442"/>
                  </a:cubicBezTo>
                  <a:lnTo>
                    <a:pt x="27770" y="4393"/>
                  </a:lnTo>
                  <a:cubicBezTo>
                    <a:pt x="27783" y="4382"/>
                    <a:pt x="27797" y="4378"/>
                    <a:pt x="27810" y="4378"/>
                  </a:cubicBezTo>
                  <a:close/>
                  <a:moveTo>
                    <a:pt x="11169" y="4465"/>
                  </a:moveTo>
                  <a:cubicBezTo>
                    <a:pt x="11204" y="4465"/>
                    <a:pt x="11241" y="4470"/>
                    <a:pt x="11262" y="4482"/>
                  </a:cubicBezTo>
                  <a:lnTo>
                    <a:pt x="11214" y="4563"/>
                  </a:lnTo>
                  <a:cubicBezTo>
                    <a:pt x="11157" y="4531"/>
                    <a:pt x="11060" y="4580"/>
                    <a:pt x="11108" y="4498"/>
                  </a:cubicBezTo>
                  <a:lnTo>
                    <a:pt x="11100" y="4498"/>
                  </a:lnTo>
                  <a:cubicBezTo>
                    <a:pt x="11065" y="4478"/>
                    <a:pt x="11114" y="4465"/>
                    <a:pt x="11169" y="4465"/>
                  </a:cubicBezTo>
                  <a:close/>
                  <a:moveTo>
                    <a:pt x="12397" y="4547"/>
                  </a:moveTo>
                  <a:lnTo>
                    <a:pt x="12454" y="4588"/>
                  </a:lnTo>
                  <a:cubicBezTo>
                    <a:pt x="12511" y="4628"/>
                    <a:pt x="12511" y="4628"/>
                    <a:pt x="12462" y="4701"/>
                  </a:cubicBezTo>
                  <a:lnTo>
                    <a:pt x="12406" y="4661"/>
                  </a:lnTo>
                  <a:lnTo>
                    <a:pt x="12397" y="4547"/>
                  </a:lnTo>
                  <a:close/>
                  <a:moveTo>
                    <a:pt x="13176" y="4807"/>
                  </a:moveTo>
                  <a:cubicBezTo>
                    <a:pt x="13143" y="4863"/>
                    <a:pt x="13119" y="4928"/>
                    <a:pt x="13119" y="4993"/>
                  </a:cubicBezTo>
                  <a:cubicBezTo>
                    <a:pt x="13131" y="5003"/>
                    <a:pt x="13143" y="5006"/>
                    <a:pt x="13154" y="5006"/>
                  </a:cubicBezTo>
                  <a:cubicBezTo>
                    <a:pt x="13192" y="5006"/>
                    <a:pt x="13224" y="4969"/>
                    <a:pt x="13224" y="4969"/>
                  </a:cubicBezTo>
                  <a:cubicBezTo>
                    <a:pt x="13224" y="4969"/>
                    <a:pt x="13289" y="4904"/>
                    <a:pt x="13233" y="4855"/>
                  </a:cubicBezTo>
                  <a:lnTo>
                    <a:pt x="13176" y="4807"/>
                  </a:lnTo>
                  <a:close/>
                  <a:moveTo>
                    <a:pt x="27512" y="4982"/>
                  </a:moveTo>
                  <a:cubicBezTo>
                    <a:pt x="27525" y="4982"/>
                    <a:pt x="27542" y="4996"/>
                    <a:pt x="27575" y="5025"/>
                  </a:cubicBezTo>
                  <a:lnTo>
                    <a:pt x="27535" y="5074"/>
                  </a:lnTo>
                  <a:lnTo>
                    <a:pt x="27429" y="5074"/>
                  </a:lnTo>
                  <a:lnTo>
                    <a:pt x="27470" y="5017"/>
                  </a:lnTo>
                  <a:cubicBezTo>
                    <a:pt x="27489" y="4994"/>
                    <a:pt x="27499" y="4982"/>
                    <a:pt x="27512" y="4982"/>
                  </a:cubicBezTo>
                  <a:close/>
                  <a:moveTo>
                    <a:pt x="27484" y="5225"/>
                  </a:moveTo>
                  <a:cubicBezTo>
                    <a:pt x="27477" y="5225"/>
                    <a:pt x="27473" y="5241"/>
                    <a:pt x="27486" y="5285"/>
                  </a:cubicBezTo>
                  <a:cubicBezTo>
                    <a:pt x="27510" y="5257"/>
                    <a:pt x="27495" y="5225"/>
                    <a:pt x="27484" y="5225"/>
                  </a:cubicBezTo>
                  <a:close/>
                  <a:moveTo>
                    <a:pt x="14539" y="5267"/>
                  </a:moveTo>
                  <a:cubicBezTo>
                    <a:pt x="14524" y="5267"/>
                    <a:pt x="14518" y="5297"/>
                    <a:pt x="14505" y="5358"/>
                  </a:cubicBezTo>
                  <a:cubicBezTo>
                    <a:pt x="14554" y="5415"/>
                    <a:pt x="14603" y="5480"/>
                    <a:pt x="14603" y="5480"/>
                  </a:cubicBezTo>
                  <a:cubicBezTo>
                    <a:pt x="14676" y="5423"/>
                    <a:pt x="14676" y="5423"/>
                    <a:pt x="14627" y="5358"/>
                  </a:cubicBezTo>
                  <a:cubicBezTo>
                    <a:pt x="14578" y="5297"/>
                    <a:pt x="14554" y="5267"/>
                    <a:pt x="14539" y="5267"/>
                  </a:cubicBezTo>
                  <a:close/>
                  <a:moveTo>
                    <a:pt x="1233" y="5428"/>
                  </a:moveTo>
                  <a:cubicBezTo>
                    <a:pt x="1220" y="5428"/>
                    <a:pt x="1208" y="5440"/>
                    <a:pt x="1184" y="5463"/>
                  </a:cubicBezTo>
                  <a:lnTo>
                    <a:pt x="1136" y="5520"/>
                  </a:lnTo>
                  <a:lnTo>
                    <a:pt x="1249" y="5528"/>
                  </a:lnTo>
                  <a:lnTo>
                    <a:pt x="1298" y="5471"/>
                  </a:lnTo>
                  <a:cubicBezTo>
                    <a:pt x="1264" y="5442"/>
                    <a:pt x="1248" y="5428"/>
                    <a:pt x="1233" y="5428"/>
                  </a:cubicBezTo>
                  <a:close/>
                  <a:moveTo>
                    <a:pt x="27095" y="5497"/>
                  </a:moveTo>
                  <a:cubicBezTo>
                    <a:pt x="27110" y="5497"/>
                    <a:pt x="27128" y="5511"/>
                    <a:pt x="27162" y="5536"/>
                  </a:cubicBezTo>
                  <a:cubicBezTo>
                    <a:pt x="27162" y="5536"/>
                    <a:pt x="27162" y="5536"/>
                    <a:pt x="27129" y="5593"/>
                  </a:cubicBezTo>
                  <a:lnTo>
                    <a:pt x="27016" y="5593"/>
                  </a:lnTo>
                  <a:lnTo>
                    <a:pt x="27056" y="5536"/>
                  </a:lnTo>
                  <a:cubicBezTo>
                    <a:pt x="27072" y="5509"/>
                    <a:pt x="27082" y="5497"/>
                    <a:pt x="27095" y="5497"/>
                  </a:cubicBezTo>
                  <a:close/>
                  <a:moveTo>
                    <a:pt x="13130" y="5527"/>
                  </a:moveTo>
                  <a:cubicBezTo>
                    <a:pt x="13158" y="5527"/>
                    <a:pt x="13176" y="5544"/>
                    <a:pt x="13176" y="5544"/>
                  </a:cubicBezTo>
                  <a:cubicBezTo>
                    <a:pt x="13224" y="5585"/>
                    <a:pt x="13273" y="5634"/>
                    <a:pt x="13208" y="5698"/>
                  </a:cubicBezTo>
                  <a:cubicBezTo>
                    <a:pt x="13208" y="5698"/>
                    <a:pt x="13174" y="5733"/>
                    <a:pt x="13137" y="5733"/>
                  </a:cubicBezTo>
                  <a:cubicBezTo>
                    <a:pt x="13122" y="5733"/>
                    <a:pt x="13108" y="5728"/>
                    <a:pt x="13095" y="5715"/>
                  </a:cubicBezTo>
                  <a:cubicBezTo>
                    <a:pt x="13046" y="5674"/>
                    <a:pt x="13062" y="5561"/>
                    <a:pt x="13062" y="5561"/>
                  </a:cubicBezTo>
                  <a:cubicBezTo>
                    <a:pt x="13088" y="5535"/>
                    <a:pt x="13112" y="5527"/>
                    <a:pt x="13130" y="5527"/>
                  </a:cubicBezTo>
                  <a:close/>
                  <a:moveTo>
                    <a:pt x="27263" y="5923"/>
                  </a:moveTo>
                  <a:cubicBezTo>
                    <a:pt x="27277" y="5936"/>
                    <a:pt x="27295" y="5951"/>
                    <a:pt x="27316" y="5966"/>
                  </a:cubicBezTo>
                  <a:cubicBezTo>
                    <a:pt x="27324" y="5965"/>
                    <a:pt x="27331" y="5965"/>
                    <a:pt x="27338" y="5965"/>
                  </a:cubicBezTo>
                  <a:cubicBezTo>
                    <a:pt x="27340" y="5965"/>
                    <a:pt x="27343" y="5965"/>
                    <a:pt x="27345" y="5965"/>
                  </a:cubicBezTo>
                  <a:lnTo>
                    <a:pt x="27345" y="5965"/>
                  </a:lnTo>
                  <a:cubicBezTo>
                    <a:pt x="27325" y="5958"/>
                    <a:pt x="27298" y="5945"/>
                    <a:pt x="27263" y="5923"/>
                  </a:cubicBezTo>
                  <a:close/>
                  <a:moveTo>
                    <a:pt x="27345" y="5965"/>
                  </a:moveTo>
                  <a:cubicBezTo>
                    <a:pt x="27362" y="5972"/>
                    <a:pt x="27374" y="5974"/>
                    <a:pt x="27380" y="5974"/>
                  </a:cubicBezTo>
                  <a:cubicBezTo>
                    <a:pt x="27390" y="5974"/>
                    <a:pt x="27379" y="5966"/>
                    <a:pt x="27345" y="5965"/>
                  </a:cubicBezTo>
                  <a:close/>
                  <a:moveTo>
                    <a:pt x="26787" y="5851"/>
                  </a:moveTo>
                  <a:cubicBezTo>
                    <a:pt x="26800" y="5851"/>
                    <a:pt x="26817" y="5857"/>
                    <a:pt x="26837" y="5869"/>
                  </a:cubicBezTo>
                  <a:cubicBezTo>
                    <a:pt x="26910" y="5925"/>
                    <a:pt x="26910" y="5917"/>
                    <a:pt x="26878" y="5974"/>
                  </a:cubicBezTo>
                  <a:cubicBezTo>
                    <a:pt x="26841" y="6032"/>
                    <a:pt x="26823" y="6060"/>
                    <a:pt x="26808" y="6060"/>
                  </a:cubicBezTo>
                  <a:cubicBezTo>
                    <a:pt x="26794" y="6060"/>
                    <a:pt x="26784" y="6034"/>
                    <a:pt x="26764" y="5982"/>
                  </a:cubicBezTo>
                  <a:cubicBezTo>
                    <a:pt x="26734" y="5903"/>
                    <a:pt x="26745" y="5851"/>
                    <a:pt x="26787" y="5851"/>
                  </a:cubicBezTo>
                  <a:close/>
                  <a:moveTo>
                    <a:pt x="1475" y="5859"/>
                  </a:moveTo>
                  <a:cubicBezTo>
                    <a:pt x="1493" y="5859"/>
                    <a:pt x="1512" y="5867"/>
                    <a:pt x="1533" y="5885"/>
                  </a:cubicBezTo>
                  <a:lnTo>
                    <a:pt x="1484" y="5934"/>
                  </a:lnTo>
                  <a:cubicBezTo>
                    <a:pt x="1471" y="5922"/>
                    <a:pt x="1461" y="5917"/>
                    <a:pt x="1455" y="5917"/>
                  </a:cubicBezTo>
                  <a:cubicBezTo>
                    <a:pt x="1431" y="5917"/>
                    <a:pt x="1459" y="5986"/>
                    <a:pt x="1549" y="5998"/>
                  </a:cubicBezTo>
                  <a:lnTo>
                    <a:pt x="1687" y="6120"/>
                  </a:lnTo>
                  <a:cubicBezTo>
                    <a:pt x="1656" y="6141"/>
                    <a:pt x="1622" y="6151"/>
                    <a:pt x="1588" y="6151"/>
                  </a:cubicBezTo>
                  <a:cubicBezTo>
                    <a:pt x="1544" y="6151"/>
                    <a:pt x="1501" y="6133"/>
                    <a:pt x="1468" y="6096"/>
                  </a:cubicBezTo>
                  <a:cubicBezTo>
                    <a:pt x="1282" y="6031"/>
                    <a:pt x="1282" y="6031"/>
                    <a:pt x="1371" y="5925"/>
                  </a:cubicBezTo>
                  <a:cubicBezTo>
                    <a:pt x="1404" y="5892"/>
                    <a:pt x="1437" y="5859"/>
                    <a:pt x="1475" y="5859"/>
                  </a:cubicBezTo>
                  <a:close/>
                  <a:moveTo>
                    <a:pt x="25994" y="5998"/>
                  </a:moveTo>
                  <a:cubicBezTo>
                    <a:pt x="26075" y="6047"/>
                    <a:pt x="26156" y="6088"/>
                    <a:pt x="26116" y="6144"/>
                  </a:cubicBezTo>
                  <a:lnTo>
                    <a:pt x="26002" y="6161"/>
                  </a:lnTo>
                  <a:lnTo>
                    <a:pt x="25954" y="6055"/>
                  </a:lnTo>
                  <a:lnTo>
                    <a:pt x="25994" y="5998"/>
                  </a:lnTo>
                  <a:close/>
                  <a:moveTo>
                    <a:pt x="13947" y="6414"/>
                  </a:moveTo>
                  <a:cubicBezTo>
                    <a:pt x="13962" y="6414"/>
                    <a:pt x="13983" y="6440"/>
                    <a:pt x="14019" y="6493"/>
                  </a:cubicBezTo>
                  <a:cubicBezTo>
                    <a:pt x="14060" y="6550"/>
                    <a:pt x="13987" y="6606"/>
                    <a:pt x="13987" y="6606"/>
                  </a:cubicBezTo>
                  <a:cubicBezTo>
                    <a:pt x="13974" y="6615"/>
                    <a:pt x="13964" y="6619"/>
                    <a:pt x="13957" y="6619"/>
                  </a:cubicBezTo>
                  <a:cubicBezTo>
                    <a:pt x="13923" y="6619"/>
                    <a:pt x="13939" y="6540"/>
                    <a:pt x="13906" y="6493"/>
                  </a:cubicBezTo>
                  <a:cubicBezTo>
                    <a:pt x="13922" y="6440"/>
                    <a:pt x="13932" y="6414"/>
                    <a:pt x="13947" y="6414"/>
                  </a:cubicBezTo>
                  <a:close/>
                  <a:moveTo>
                    <a:pt x="937" y="6475"/>
                  </a:moveTo>
                  <a:cubicBezTo>
                    <a:pt x="951" y="6475"/>
                    <a:pt x="970" y="6489"/>
                    <a:pt x="1006" y="6517"/>
                  </a:cubicBezTo>
                  <a:cubicBezTo>
                    <a:pt x="1006" y="6517"/>
                    <a:pt x="1038" y="6623"/>
                    <a:pt x="998" y="6679"/>
                  </a:cubicBezTo>
                  <a:lnTo>
                    <a:pt x="884" y="6679"/>
                  </a:lnTo>
                  <a:cubicBezTo>
                    <a:pt x="811" y="6623"/>
                    <a:pt x="852" y="6566"/>
                    <a:pt x="893" y="6517"/>
                  </a:cubicBezTo>
                  <a:cubicBezTo>
                    <a:pt x="913" y="6489"/>
                    <a:pt x="923" y="6475"/>
                    <a:pt x="937" y="6475"/>
                  </a:cubicBezTo>
                  <a:close/>
                  <a:moveTo>
                    <a:pt x="25688" y="6781"/>
                  </a:moveTo>
                  <a:cubicBezTo>
                    <a:pt x="25702" y="6781"/>
                    <a:pt x="25722" y="6791"/>
                    <a:pt x="25759" y="6809"/>
                  </a:cubicBezTo>
                  <a:cubicBezTo>
                    <a:pt x="25759" y="6809"/>
                    <a:pt x="25840" y="6850"/>
                    <a:pt x="25808" y="6906"/>
                  </a:cubicBezTo>
                  <a:lnTo>
                    <a:pt x="25694" y="6931"/>
                  </a:lnTo>
                  <a:cubicBezTo>
                    <a:pt x="25613" y="6890"/>
                    <a:pt x="25646" y="6825"/>
                    <a:pt x="25646" y="6825"/>
                  </a:cubicBezTo>
                  <a:cubicBezTo>
                    <a:pt x="25663" y="6795"/>
                    <a:pt x="25671" y="6781"/>
                    <a:pt x="25688" y="6781"/>
                  </a:cubicBezTo>
                  <a:close/>
                  <a:moveTo>
                    <a:pt x="14802" y="7288"/>
                  </a:moveTo>
                  <a:cubicBezTo>
                    <a:pt x="14845" y="7288"/>
                    <a:pt x="14843" y="7352"/>
                    <a:pt x="14749" y="7466"/>
                  </a:cubicBezTo>
                  <a:cubicBezTo>
                    <a:pt x="14712" y="7484"/>
                    <a:pt x="14691" y="7495"/>
                    <a:pt x="14677" y="7495"/>
                  </a:cubicBezTo>
                  <a:cubicBezTo>
                    <a:pt x="14661" y="7495"/>
                    <a:pt x="14653" y="7480"/>
                    <a:pt x="14635" y="7450"/>
                  </a:cubicBezTo>
                  <a:cubicBezTo>
                    <a:pt x="14660" y="7393"/>
                    <a:pt x="14708" y="7336"/>
                    <a:pt x="14757" y="7304"/>
                  </a:cubicBezTo>
                  <a:cubicBezTo>
                    <a:pt x="14775" y="7293"/>
                    <a:pt x="14790" y="7288"/>
                    <a:pt x="14802" y="7288"/>
                  </a:cubicBezTo>
                  <a:close/>
                  <a:moveTo>
                    <a:pt x="12381" y="7352"/>
                  </a:moveTo>
                  <a:cubicBezTo>
                    <a:pt x="12316" y="7369"/>
                    <a:pt x="12260" y="7393"/>
                    <a:pt x="12211" y="7433"/>
                  </a:cubicBezTo>
                  <a:cubicBezTo>
                    <a:pt x="12168" y="7467"/>
                    <a:pt x="12161" y="7495"/>
                    <a:pt x="12200" y="7495"/>
                  </a:cubicBezTo>
                  <a:cubicBezTo>
                    <a:pt x="12226" y="7495"/>
                    <a:pt x="12272" y="7482"/>
                    <a:pt x="12341" y="7450"/>
                  </a:cubicBezTo>
                  <a:cubicBezTo>
                    <a:pt x="12414" y="7393"/>
                    <a:pt x="12414" y="7393"/>
                    <a:pt x="12381" y="7352"/>
                  </a:cubicBezTo>
                  <a:close/>
                  <a:moveTo>
                    <a:pt x="1922" y="7417"/>
                  </a:moveTo>
                  <a:lnTo>
                    <a:pt x="1890" y="7466"/>
                  </a:lnTo>
                  <a:cubicBezTo>
                    <a:pt x="1914" y="7523"/>
                    <a:pt x="1955" y="7571"/>
                    <a:pt x="2003" y="7612"/>
                  </a:cubicBezTo>
                  <a:cubicBezTo>
                    <a:pt x="2011" y="7596"/>
                    <a:pt x="2028" y="7579"/>
                    <a:pt x="2036" y="7571"/>
                  </a:cubicBezTo>
                  <a:cubicBezTo>
                    <a:pt x="2068" y="7523"/>
                    <a:pt x="1995" y="7474"/>
                    <a:pt x="1922" y="7417"/>
                  </a:cubicBezTo>
                  <a:close/>
                  <a:moveTo>
                    <a:pt x="14903" y="7758"/>
                  </a:moveTo>
                  <a:lnTo>
                    <a:pt x="15008" y="7774"/>
                  </a:lnTo>
                  <a:lnTo>
                    <a:pt x="15041" y="7839"/>
                  </a:lnTo>
                  <a:cubicBezTo>
                    <a:pt x="14990" y="7864"/>
                    <a:pt x="14940" y="7889"/>
                    <a:pt x="14901" y="7889"/>
                  </a:cubicBezTo>
                  <a:cubicBezTo>
                    <a:pt x="14878" y="7889"/>
                    <a:pt x="14858" y="7880"/>
                    <a:pt x="14846" y="7855"/>
                  </a:cubicBezTo>
                  <a:lnTo>
                    <a:pt x="14903" y="7758"/>
                  </a:lnTo>
                  <a:close/>
                  <a:moveTo>
                    <a:pt x="16386" y="11617"/>
                  </a:moveTo>
                  <a:lnTo>
                    <a:pt x="16492" y="11633"/>
                  </a:lnTo>
                  <a:lnTo>
                    <a:pt x="16524" y="11682"/>
                  </a:lnTo>
                  <a:cubicBezTo>
                    <a:pt x="16471" y="11714"/>
                    <a:pt x="16418" y="11742"/>
                    <a:pt x="16379" y="11742"/>
                  </a:cubicBezTo>
                  <a:cubicBezTo>
                    <a:pt x="16358" y="11742"/>
                    <a:pt x="16341" y="11734"/>
                    <a:pt x="16330" y="11714"/>
                  </a:cubicBezTo>
                  <a:lnTo>
                    <a:pt x="16386" y="11617"/>
                  </a:lnTo>
                  <a:close/>
                  <a:moveTo>
                    <a:pt x="23935" y="11779"/>
                  </a:moveTo>
                  <a:cubicBezTo>
                    <a:pt x="24008" y="11828"/>
                    <a:pt x="24089" y="11877"/>
                    <a:pt x="24056" y="11925"/>
                  </a:cubicBezTo>
                  <a:lnTo>
                    <a:pt x="24024" y="11982"/>
                  </a:lnTo>
                  <a:cubicBezTo>
                    <a:pt x="23967" y="11941"/>
                    <a:pt x="23927" y="11893"/>
                    <a:pt x="23902" y="11828"/>
                  </a:cubicBezTo>
                  <a:lnTo>
                    <a:pt x="23935" y="11779"/>
                  </a:lnTo>
                  <a:close/>
                  <a:moveTo>
                    <a:pt x="17351" y="12793"/>
                  </a:moveTo>
                  <a:lnTo>
                    <a:pt x="17351" y="12793"/>
                  </a:lnTo>
                  <a:cubicBezTo>
                    <a:pt x="17384" y="12841"/>
                    <a:pt x="17384" y="12841"/>
                    <a:pt x="17319" y="12898"/>
                  </a:cubicBezTo>
                  <a:cubicBezTo>
                    <a:pt x="17262" y="12931"/>
                    <a:pt x="17205" y="12955"/>
                    <a:pt x="17141" y="12963"/>
                  </a:cubicBezTo>
                  <a:cubicBezTo>
                    <a:pt x="17100" y="12914"/>
                    <a:pt x="17278" y="12849"/>
                    <a:pt x="17351" y="12793"/>
                  </a:cubicBezTo>
                  <a:close/>
                  <a:moveTo>
                    <a:pt x="18446" y="13036"/>
                  </a:moveTo>
                  <a:lnTo>
                    <a:pt x="18486" y="13068"/>
                  </a:lnTo>
                  <a:cubicBezTo>
                    <a:pt x="18440" y="13128"/>
                    <a:pt x="18394" y="13182"/>
                    <a:pt x="18356" y="13182"/>
                  </a:cubicBezTo>
                  <a:cubicBezTo>
                    <a:pt x="18348" y="13182"/>
                    <a:pt x="18340" y="13180"/>
                    <a:pt x="18332" y="13174"/>
                  </a:cubicBezTo>
                  <a:lnTo>
                    <a:pt x="18292" y="13133"/>
                  </a:lnTo>
                  <a:cubicBezTo>
                    <a:pt x="18332" y="13093"/>
                    <a:pt x="18389" y="13052"/>
                    <a:pt x="18446" y="13036"/>
                  </a:cubicBezTo>
                  <a:close/>
                  <a:moveTo>
                    <a:pt x="22404" y="13572"/>
                  </a:moveTo>
                  <a:cubicBezTo>
                    <a:pt x="22424" y="13572"/>
                    <a:pt x="22438" y="13590"/>
                    <a:pt x="22467" y="13628"/>
                  </a:cubicBezTo>
                  <a:cubicBezTo>
                    <a:pt x="22516" y="13701"/>
                    <a:pt x="22419" y="13766"/>
                    <a:pt x="22370" y="13806"/>
                  </a:cubicBezTo>
                  <a:cubicBezTo>
                    <a:pt x="22289" y="13782"/>
                    <a:pt x="22257" y="13685"/>
                    <a:pt x="22313" y="13620"/>
                  </a:cubicBezTo>
                  <a:cubicBezTo>
                    <a:pt x="22360" y="13588"/>
                    <a:pt x="22385" y="13572"/>
                    <a:pt x="22404" y="13572"/>
                  </a:cubicBezTo>
                  <a:close/>
                  <a:moveTo>
                    <a:pt x="18681" y="13879"/>
                  </a:moveTo>
                  <a:lnTo>
                    <a:pt x="18730" y="13903"/>
                  </a:lnTo>
                  <a:cubicBezTo>
                    <a:pt x="18689" y="13972"/>
                    <a:pt x="18653" y="14040"/>
                    <a:pt x="18614" y="14040"/>
                  </a:cubicBezTo>
                  <a:cubicBezTo>
                    <a:pt x="18607" y="14040"/>
                    <a:pt x="18599" y="14038"/>
                    <a:pt x="18592" y="14033"/>
                  </a:cubicBezTo>
                  <a:lnTo>
                    <a:pt x="18584" y="13928"/>
                  </a:lnTo>
                  <a:lnTo>
                    <a:pt x="18681" y="13879"/>
                  </a:lnTo>
                  <a:close/>
                  <a:moveTo>
                    <a:pt x="35525" y="1"/>
                  </a:moveTo>
                  <a:cubicBezTo>
                    <a:pt x="35471" y="1"/>
                    <a:pt x="35425" y="71"/>
                    <a:pt x="35383" y="137"/>
                  </a:cubicBezTo>
                  <a:cubicBezTo>
                    <a:pt x="35391" y="234"/>
                    <a:pt x="35326" y="323"/>
                    <a:pt x="35261" y="331"/>
                  </a:cubicBezTo>
                  <a:lnTo>
                    <a:pt x="35237" y="153"/>
                  </a:lnTo>
                  <a:cubicBezTo>
                    <a:pt x="35287" y="77"/>
                    <a:pt x="35299" y="60"/>
                    <a:pt x="35237" y="60"/>
                  </a:cubicBezTo>
                  <a:cubicBezTo>
                    <a:pt x="35219" y="60"/>
                    <a:pt x="35195" y="62"/>
                    <a:pt x="35164" y="64"/>
                  </a:cubicBezTo>
                  <a:lnTo>
                    <a:pt x="35018" y="72"/>
                  </a:lnTo>
                  <a:cubicBezTo>
                    <a:pt x="35034" y="161"/>
                    <a:pt x="34686" y="218"/>
                    <a:pt x="34199" y="291"/>
                  </a:cubicBezTo>
                  <a:cubicBezTo>
                    <a:pt x="33583" y="396"/>
                    <a:pt x="33388" y="485"/>
                    <a:pt x="33405" y="558"/>
                  </a:cubicBezTo>
                  <a:cubicBezTo>
                    <a:pt x="33421" y="617"/>
                    <a:pt x="33398" y="644"/>
                    <a:pt x="33316" y="644"/>
                  </a:cubicBezTo>
                  <a:cubicBezTo>
                    <a:pt x="33273" y="644"/>
                    <a:pt x="33214" y="637"/>
                    <a:pt x="33137" y="623"/>
                  </a:cubicBezTo>
                  <a:cubicBezTo>
                    <a:pt x="32887" y="538"/>
                    <a:pt x="32765" y="502"/>
                    <a:pt x="32702" y="502"/>
                  </a:cubicBezTo>
                  <a:cubicBezTo>
                    <a:pt x="32644" y="502"/>
                    <a:pt x="32634" y="532"/>
                    <a:pt x="32618" y="582"/>
                  </a:cubicBezTo>
                  <a:cubicBezTo>
                    <a:pt x="32624" y="581"/>
                    <a:pt x="32629" y="580"/>
                    <a:pt x="32634" y="580"/>
                  </a:cubicBezTo>
                  <a:cubicBezTo>
                    <a:pt x="32687" y="580"/>
                    <a:pt x="32710" y="655"/>
                    <a:pt x="32740" y="736"/>
                  </a:cubicBezTo>
                  <a:cubicBezTo>
                    <a:pt x="32767" y="831"/>
                    <a:pt x="32759" y="881"/>
                    <a:pt x="32725" y="881"/>
                  </a:cubicBezTo>
                  <a:cubicBezTo>
                    <a:pt x="32699" y="881"/>
                    <a:pt x="32656" y="850"/>
                    <a:pt x="32602" y="785"/>
                  </a:cubicBezTo>
                  <a:cubicBezTo>
                    <a:pt x="32594" y="755"/>
                    <a:pt x="32560" y="742"/>
                    <a:pt x="32508" y="742"/>
                  </a:cubicBezTo>
                  <a:cubicBezTo>
                    <a:pt x="32253" y="742"/>
                    <a:pt x="31576" y="1065"/>
                    <a:pt x="31597" y="1247"/>
                  </a:cubicBezTo>
                  <a:lnTo>
                    <a:pt x="31564" y="1158"/>
                  </a:lnTo>
                  <a:cubicBezTo>
                    <a:pt x="31549" y="1127"/>
                    <a:pt x="31530" y="1113"/>
                    <a:pt x="31499" y="1113"/>
                  </a:cubicBezTo>
                  <a:cubicBezTo>
                    <a:pt x="31448" y="1113"/>
                    <a:pt x="31364" y="1152"/>
                    <a:pt x="31207" y="1223"/>
                  </a:cubicBezTo>
                  <a:lnTo>
                    <a:pt x="31013" y="1304"/>
                  </a:lnTo>
                  <a:cubicBezTo>
                    <a:pt x="31074" y="1427"/>
                    <a:pt x="30846" y="1508"/>
                    <a:pt x="30715" y="1508"/>
                  </a:cubicBezTo>
                  <a:cubicBezTo>
                    <a:pt x="30673" y="1508"/>
                    <a:pt x="30642" y="1500"/>
                    <a:pt x="30632" y="1482"/>
                  </a:cubicBezTo>
                  <a:cubicBezTo>
                    <a:pt x="30584" y="1461"/>
                    <a:pt x="30558" y="1449"/>
                    <a:pt x="30533" y="1449"/>
                  </a:cubicBezTo>
                  <a:cubicBezTo>
                    <a:pt x="30502" y="1449"/>
                    <a:pt x="30472" y="1467"/>
                    <a:pt x="30405" y="1507"/>
                  </a:cubicBezTo>
                  <a:cubicBezTo>
                    <a:pt x="30329" y="1708"/>
                    <a:pt x="30102" y="1807"/>
                    <a:pt x="29982" y="1807"/>
                  </a:cubicBezTo>
                  <a:cubicBezTo>
                    <a:pt x="29947" y="1807"/>
                    <a:pt x="29921" y="1799"/>
                    <a:pt x="29910" y="1782"/>
                  </a:cubicBezTo>
                  <a:lnTo>
                    <a:pt x="29789" y="1847"/>
                  </a:lnTo>
                  <a:cubicBezTo>
                    <a:pt x="29772" y="1961"/>
                    <a:pt x="29651" y="2034"/>
                    <a:pt x="29594" y="2074"/>
                  </a:cubicBezTo>
                  <a:cubicBezTo>
                    <a:pt x="29424" y="2196"/>
                    <a:pt x="29359" y="2236"/>
                    <a:pt x="29472" y="2269"/>
                  </a:cubicBezTo>
                  <a:cubicBezTo>
                    <a:pt x="29521" y="2350"/>
                    <a:pt x="29570" y="2423"/>
                    <a:pt x="29513" y="2463"/>
                  </a:cubicBezTo>
                  <a:lnTo>
                    <a:pt x="29464" y="2382"/>
                  </a:lnTo>
                  <a:cubicBezTo>
                    <a:pt x="29454" y="2367"/>
                    <a:pt x="29439" y="2361"/>
                    <a:pt x="29419" y="2361"/>
                  </a:cubicBezTo>
                  <a:cubicBezTo>
                    <a:pt x="29340" y="2361"/>
                    <a:pt x="29191" y="2463"/>
                    <a:pt x="29010" y="2585"/>
                  </a:cubicBezTo>
                  <a:cubicBezTo>
                    <a:pt x="28752" y="2757"/>
                    <a:pt x="28646" y="2866"/>
                    <a:pt x="28546" y="2866"/>
                  </a:cubicBezTo>
                  <a:cubicBezTo>
                    <a:pt x="28533" y="2866"/>
                    <a:pt x="28521" y="2864"/>
                    <a:pt x="28508" y="2861"/>
                  </a:cubicBezTo>
                  <a:lnTo>
                    <a:pt x="28508" y="2974"/>
                  </a:lnTo>
                  <a:cubicBezTo>
                    <a:pt x="28513" y="3051"/>
                    <a:pt x="28489" y="3098"/>
                    <a:pt x="28455" y="3098"/>
                  </a:cubicBezTo>
                  <a:cubicBezTo>
                    <a:pt x="28439" y="3098"/>
                    <a:pt x="28421" y="3087"/>
                    <a:pt x="28402" y="3063"/>
                  </a:cubicBezTo>
                  <a:cubicBezTo>
                    <a:pt x="28395" y="3062"/>
                    <a:pt x="28388" y="3061"/>
                    <a:pt x="28380" y="3061"/>
                  </a:cubicBezTo>
                  <a:cubicBezTo>
                    <a:pt x="28262" y="3061"/>
                    <a:pt x="28067" y="3228"/>
                    <a:pt x="28021" y="3380"/>
                  </a:cubicBezTo>
                  <a:cubicBezTo>
                    <a:pt x="27989" y="3404"/>
                    <a:pt x="27948" y="3436"/>
                    <a:pt x="27916" y="3477"/>
                  </a:cubicBezTo>
                  <a:cubicBezTo>
                    <a:pt x="27885" y="3458"/>
                    <a:pt x="27853" y="3450"/>
                    <a:pt x="27823" y="3450"/>
                  </a:cubicBezTo>
                  <a:cubicBezTo>
                    <a:pt x="27695" y="3450"/>
                    <a:pt x="27594" y="3597"/>
                    <a:pt x="27672" y="3728"/>
                  </a:cubicBezTo>
                  <a:cubicBezTo>
                    <a:pt x="27650" y="3706"/>
                    <a:pt x="27630" y="3697"/>
                    <a:pt x="27610" y="3697"/>
                  </a:cubicBezTo>
                  <a:cubicBezTo>
                    <a:pt x="27573" y="3697"/>
                    <a:pt x="27539" y="3729"/>
                    <a:pt x="27502" y="3761"/>
                  </a:cubicBezTo>
                  <a:cubicBezTo>
                    <a:pt x="27474" y="3904"/>
                    <a:pt x="27319" y="4079"/>
                    <a:pt x="27232" y="4079"/>
                  </a:cubicBezTo>
                  <a:cubicBezTo>
                    <a:pt x="27221" y="4079"/>
                    <a:pt x="27211" y="4075"/>
                    <a:pt x="27202" y="4069"/>
                  </a:cubicBezTo>
                  <a:lnTo>
                    <a:pt x="27154" y="4117"/>
                  </a:lnTo>
                  <a:cubicBezTo>
                    <a:pt x="27170" y="4198"/>
                    <a:pt x="27145" y="4280"/>
                    <a:pt x="27081" y="4336"/>
                  </a:cubicBezTo>
                  <a:cubicBezTo>
                    <a:pt x="27024" y="4393"/>
                    <a:pt x="27000" y="4482"/>
                    <a:pt x="27016" y="4563"/>
                  </a:cubicBezTo>
                  <a:cubicBezTo>
                    <a:pt x="27040" y="4620"/>
                    <a:pt x="27032" y="4677"/>
                    <a:pt x="27000" y="4725"/>
                  </a:cubicBezTo>
                  <a:cubicBezTo>
                    <a:pt x="26992" y="4736"/>
                    <a:pt x="26985" y="4741"/>
                    <a:pt x="26978" y="4741"/>
                  </a:cubicBezTo>
                  <a:cubicBezTo>
                    <a:pt x="26947" y="4741"/>
                    <a:pt x="26922" y="4648"/>
                    <a:pt x="26902" y="4555"/>
                  </a:cubicBezTo>
                  <a:cubicBezTo>
                    <a:pt x="26909" y="4511"/>
                    <a:pt x="26903" y="4491"/>
                    <a:pt x="26892" y="4491"/>
                  </a:cubicBezTo>
                  <a:cubicBezTo>
                    <a:pt x="26862" y="4491"/>
                    <a:pt x="26791" y="4633"/>
                    <a:pt x="26797" y="4839"/>
                  </a:cubicBezTo>
                  <a:cubicBezTo>
                    <a:pt x="26805" y="4979"/>
                    <a:pt x="26809" y="5046"/>
                    <a:pt x="26803" y="5046"/>
                  </a:cubicBezTo>
                  <a:cubicBezTo>
                    <a:pt x="26797" y="5046"/>
                    <a:pt x="26783" y="4992"/>
                    <a:pt x="26756" y="4888"/>
                  </a:cubicBezTo>
                  <a:cubicBezTo>
                    <a:pt x="26736" y="4821"/>
                    <a:pt x="26719" y="4752"/>
                    <a:pt x="26705" y="4752"/>
                  </a:cubicBezTo>
                  <a:cubicBezTo>
                    <a:pt x="26696" y="4752"/>
                    <a:pt x="26689" y="4776"/>
                    <a:pt x="26683" y="4839"/>
                  </a:cubicBezTo>
                  <a:cubicBezTo>
                    <a:pt x="26683" y="4839"/>
                    <a:pt x="26594" y="4944"/>
                    <a:pt x="26667" y="5001"/>
                  </a:cubicBezTo>
                  <a:cubicBezTo>
                    <a:pt x="26618" y="5058"/>
                    <a:pt x="26578" y="5107"/>
                    <a:pt x="26537" y="5163"/>
                  </a:cubicBezTo>
                  <a:cubicBezTo>
                    <a:pt x="26440" y="5196"/>
                    <a:pt x="26359" y="5269"/>
                    <a:pt x="26302" y="5350"/>
                  </a:cubicBezTo>
                  <a:cubicBezTo>
                    <a:pt x="26343" y="5463"/>
                    <a:pt x="26343" y="5463"/>
                    <a:pt x="26229" y="5471"/>
                  </a:cubicBezTo>
                  <a:cubicBezTo>
                    <a:pt x="26209" y="5459"/>
                    <a:pt x="26192" y="5454"/>
                    <a:pt x="26179" y="5454"/>
                  </a:cubicBezTo>
                  <a:cubicBezTo>
                    <a:pt x="26140" y="5454"/>
                    <a:pt x="26146" y="5506"/>
                    <a:pt x="26262" y="5585"/>
                  </a:cubicBezTo>
                  <a:cubicBezTo>
                    <a:pt x="26302" y="5690"/>
                    <a:pt x="26262" y="5747"/>
                    <a:pt x="26148" y="5763"/>
                  </a:cubicBezTo>
                  <a:cubicBezTo>
                    <a:pt x="26087" y="5724"/>
                    <a:pt x="26043" y="5710"/>
                    <a:pt x="26018" y="5710"/>
                  </a:cubicBezTo>
                  <a:cubicBezTo>
                    <a:pt x="25981" y="5710"/>
                    <a:pt x="25986" y="5742"/>
                    <a:pt x="26035" y="5771"/>
                  </a:cubicBezTo>
                  <a:cubicBezTo>
                    <a:pt x="26059" y="5828"/>
                    <a:pt x="26059" y="5885"/>
                    <a:pt x="26035" y="5942"/>
                  </a:cubicBezTo>
                  <a:cubicBezTo>
                    <a:pt x="26030" y="5939"/>
                    <a:pt x="26026" y="5938"/>
                    <a:pt x="26020" y="5938"/>
                  </a:cubicBezTo>
                  <a:cubicBezTo>
                    <a:pt x="25915" y="5938"/>
                    <a:pt x="25609" y="6463"/>
                    <a:pt x="25362" y="6996"/>
                  </a:cubicBezTo>
                  <a:cubicBezTo>
                    <a:pt x="25329" y="7052"/>
                    <a:pt x="25386" y="7158"/>
                    <a:pt x="25467" y="7190"/>
                  </a:cubicBezTo>
                  <a:cubicBezTo>
                    <a:pt x="25629" y="7271"/>
                    <a:pt x="25548" y="7231"/>
                    <a:pt x="25443" y="7255"/>
                  </a:cubicBezTo>
                  <a:cubicBezTo>
                    <a:pt x="25393" y="7245"/>
                    <a:pt x="25350" y="7240"/>
                    <a:pt x="25315" y="7240"/>
                  </a:cubicBezTo>
                  <a:cubicBezTo>
                    <a:pt x="25158" y="7240"/>
                    <a:pt x="25160" y="7330"/>
                    <a:pt x="25386" y="7377"/>
                  </a:cubicBezTo>
                  <a:cubicBezTo>
                    <a:pt x="25581" y="7393"/>
                    <a:pt x="25581" y="7393"/>
                    <a:pt x="25354" y="7433"/>
                  </a:cubicBezTo>
                  <a:cubicBezTo>
                    <a:pt x="25248" y="7458"/>
                    <a:pt x="25248" y="7458"/>
                    <a:pt x="25297" y="7555"/>
                  </a:cubicBezTo>
                  <a:cubicBezTo>
                    <a:pt x="25368" y="7587"/>
                    <a:pt x="25362" y="7630"/>
                    <a:pt x="25316" y="7630"/>
                  </a:cubicBezTo>
                  <a:cubicBezTo>
                    <a:pt x="25304" y="7630"/>
                    <a:pt x="25289" y="7627"/>
                    <a:pt x="25273" y="7620"/>
                  </a:cubicBezTo>
                  <a:cubicBezTo>
                    <a:pt x="25167" y="7644"/>
                    <a:pt x="25054" y="7669"/>
                    <a:pt x="25135" y="7701"/>
                  </a:cubicBezTo>
                  <a:cubicBezTo>
                    <a:pt x="25110" y="7750"/>
                    <a:pt x="25054" y="7782"/>
                    <a:pt x="24997" y="7790"/>
                  </a:cubicBezTo>
                  <a:cubicBezTo>
                    <a:pt x="24892" y="7815"/>
                    <a:pt x="24948" y="7912"/>
                    <a:pt x="25005" y="8001"/>
                  </a:cubicBezTo>
                  <a:cubicBezTo>
                    <a:pt x="25070" y="8168"/>
                    <a:pt x="25077" y="8253"/>
                    <a:pt x="25034" y="8253"/>
                  </a:cubicBezTo>
                  <a:cubicBezTo>
                    <a:pt x="25013" y="8253"/>
                    <a:pt x="24978" y="8231"/>
                    <a:pt x="24932" y="8187"/>
                  </a:cubicBezTo>
                  <a:cubicBezTo>
                    <a:pt x="24909" y="8167"/>
                    <a:pt x="24888" y="8158"/>
                    <a:pt x="24871" y="8158"/>
                  </a:cubicBezTo>
                  <a:cubicBezTo>
                    <a:pt x="24778" y="8158"/>
                    <a:pt x="24769" y="8409"/>
                    <a:pt x="24892" y="8512"/>
                  </a:cubicBezTo>
                  <a:cubicBezTo>
                    <a:pt x="24983" y="8598"/>
                    <a:pt x="25018" y="8627"/>
                    <a:pt x="25004" y="8627"/>
                  </a:cubicBezTo>
                  <a:cubicBezTo>
                    <a:pt x="24997" y="8627"/>
                    <a:pt x="24978" y="8620"/>
                    <a:pt x="24948" y="8609"/>
                  </a:cubicBezTo>
                  <a:cubicBezTo>
                    <a:pt x="24930" y="8602"/>
                    <a:pt x="24915" y="8599"/>
                    <a:pt x="24902" y="8599"/>
                  </a:cubicBezTo>
                  <a:cubicBezTo>
                    <a:pt x="24858" y="8599"/>
                    <a:pt x="24843" y="8633"/>
                    <a:pt x="24843" y="8633"/>
                  </a:cubicBezTo>
                  <a:cubicBezTo>
                    <a:pt x="24824" y="8678"/>
                    <a:pt x="24805" y="8727"/>
                    <a:pt x="24755" y="8727"/>
                  </a:cubicBezTo>
                  <a:cubicBezTo>
                    <a:pt x="24741" y="8727"/>
                    <a:pt x="24724" y="8723"/>
                    <a:pt x="24705" y="8714"/>
                  </a:cubicBezTo>
                  <a:lnTo>
                    <a:pt x="24705" y="8714"/>
                  </a:lnTo>
                  <a:cubicBezTo>
                    <a:pt x="24689" y="8787"/>
                    <a:pt x="24697" y="8860"/>
                    <a:pt x="24721" y="8925"/>
                  </a:cubicBezTo>
                  <a:cubicBezTo>
                    <a:pt x="24839" y="9107"/>
                    <a:pt x="24690" y="9242"/>
                    <a:pt x="24510" y="9242"/>
                  </a:cubicBezTo>
                  <a:cubicBezTo>
                    <a:pt x="24505" y="9242"/>
                    <a:pt x="24499" y="9242"/>
                    <a:pt x="24494" y="9242"/>
                  </a:cubicBezTo>
                  <a:lnTo>
                    <a:pt x="24494" y="9242"/>
                  </a:lnTo>
                  <a:lnTo>
                    <a:pt x="24527" y="9387"/>
                  </a:lnTo>
                  <a:cubicBezTo>
                    <a:pt x="24636" y="9485"/>
                    <a:pt x="24696" y="9560"/>
                    <a:pt x="24646" y="9560"/>
                  </a:cubicBezTo>
                  <a:cubicBezTo>
                    <a:pt x="24630" y="9560"/>
                    <a:pt x="24601" y="9551"/>
                    <a:pt x="24559" y="9533"/>
                  </a:cubicBezTo>
                  <a:lnTo>
                    <a:pt x="24478" y="9501"/>
                  </a:lnTo>
                  <a:lnTo>
                    <a:pt x="24478" y="9501"/>
                  </a:lnTo>
                  <a:cubicBezTo>
                    <a:pt x="24601" y="9611"/>
                    <a:pt x="24487" y="9761"/>
                    <a:pt x="24351" y="9761"/>
                  </a:cubicBezTo>
                  <a:cubicBezTo>
                    <a:pt x="24326" y="9761"/>
                    <a:pt x="24301" y="9756"/>
                    <a:pt x="24275" y="9744"/>
                  </a:cubicBezTo>
                  <a:cubicBezTo>
                    <a:pt x="24237" y="9730"/>
                    <a:pt x="24215" y="9722"/>
                    <a:pt x="24201" y="9722"/>
                  </a:cubicBezTo>
                  <a:cubicBezTo>
                    <a:pt x="24182" y="9722"/>
                    <a:pt x="24176" y="9736"/>
                    <a:pt x="24162" y="9769"/>
                  </a:cubicBezTo>
                  <a:lnTo>
                    <a:pt x="24251" y="9801"/>
                  </a:lnTo>
                  <a:cubicBezTo>
                    <a:pt x="24332" y="9841"/>
                    <a:pt x="24413" y="9874"/>
                    <a:pt x="24389" y="9931"/>
                  </a:cubicBezTo>
                  <a:cubicBezTo>
                    <a:pt x="24370" y="9974"/>
                    <a:pt x="24352" y="10017"/>
                    <a:pt x="24308" y="10017"/>
                  </a:cubicBezTo>
                  <a:cubicBezTo>
                    <a:pt x="24294" y="10017"/>
                    <a:pt x="24278" y="10013"/>
                    <a:pt x="24259" y="10004"/>
                  </a:cubicBezTo>
                  <a:cubicBezTo>
                    <a:pt x="24146" y="10020"/>
                    <a:pt x="24040" y="10036"/>
                    <a:pt x="24121" y="10077"/>
                  </a:cubicBezTo>
                  <a:cubicBezTo>
                    <a:pt x="24121" y="10077"/>
                    <a:pt x="24097" y="10133"/>
                    <a:pt x="23992" y="10150"/>
                  </a:cubicBezTo>
                  <a:lnTo>
                    <a:pt x="23886" y="10360"/>
                  </a:lnTo>
                  <a:cubicBezTo>
                    <a:pt x="23941" y="10436"/>
                    <a:pt x="23909" y="10523"/>
                    <a:pt x="23848" y="10523"/>
                  </a:cubicBezTo>
                  <a:cubicBezTo>
                    <a:pt x="23837" y="10523"/>
                    <a:pt x="23825" y="10521"/>
                    <a:pt x="23813" y="10514"/>
                  </a:cubicBezTo>
                  <a:cubicBezTo>
                    <a:pt x="23781" y="10579"/>
                    <a:pt x="23781" y="10652"/>
                    <a:pt x="23813" y="10709"/>
                  </a:cubicBezTo>
                  <a:cubicBezTo>
                    <a:pt x="23776" y="10789"/>
                    <a:pt x="23748" y="10837"/>
                    <a:pt x="23701" y="10837"/>
                  </a:cubicBezTo>
                  <a:cubicBezTo>
                    <a:pt x="23687" y="10837"/>
                    <a:pt x="23670" y="10832"/>
                    <a:pt x="23651" y="10823"/>
                  </a:cubicBezTo>
                  <a:cubicBezTo>
                    <a:pt x="23618" y="10806"/>
                    <a:pt x="23599" y="10796"/>
                    <a:pt x="23591" y="10796"/>
                  </a:cubicBezTo>
                  <a:cubicBezTo>
                    <a:pt x="23579" y="10796"/>
                    <a:pt x="23593" y="10818"/>
                    <a:pt x="23627" y="10871"/>
                  </a:cubicBezTo>
                  <a:cubicBezTo>
                    <a:pt x="23708" y="10912"/>
                    <a:pt x="23675" y="10960"/>
                    <a:pt x="23651" y="11017"/>
                  </a:cubicBezTo>
                  <a:lnTo>
                    <a:pt x="23594" y="11114"/>
                  </a:lnTo>
                  <a:cubicBezTo>
                    <a:pt x="23675" y="11155"/>
                    <a:pt x="23675" y="11155"/>
                    <a:pt x="23643" y="11204"/>
                  </a:cubicBezTo>
                  <a:cubicBezTo>
                    <a:pt x="23619" y="11252"/>
                    <a:pt x="23456" y="11358"/>
                    <a:pt x="23424" y="11398"/>
                  </a:cubicBezTo>
                  <a:cubicBezTo>
                    <a:pt x="23335" y="11536"/>
                    <a:pt x="23335" y="11536"/>
                    <a:pt x="23440" y="11536"/>
                  </a:cubicBezTo>
                  <a:cubicBezTo>
                    <a:pt x="23449" y="11525"/>
                    <a:pt x="23460" y="11521"/>
                    <a:pt x="23470" y="11521"/>
                  </a:cubicBezTo>
                  <a:cubicBezTo>
                    <a:pt x="23497" y="11521"/>
                    <a:pt x="23511" y="11555"/>
                    <a:pt x="23416" y="11585"/>
                  </a:cubicBezTo>
                  <a:cubicBezTo>
                    <a:pt x="23383" y="11633"/>
                    <a:pt x="23213" y="11706"/>
                    <a:pt x="23124" y="11836"/>
                  </a:cubicBezTo>
                  <a:cubicBezTo>
                    <a:pt x="22994" y="12006"/>
                    <a:pt x="22986" y="12006"/>
                    <a:pt x="23059" y="12063"/>
                  </a:cubicBezTo>
                  <a:cubicBezTo>
                    <a:pt x="23174" y="12105"/>
                    <a:pt x="23202" y="12140"/>
                    <a:pt x="23159" y="12140"/>
                  </a:cubicBezTo>
                  <a:cubicBezTo>
                    <a:pt x="23135" y="12140"/>
                    <a:pt x="23090" y="12129"/>
                    <a:pt x="23027" y="12104"/>
                  </a:cubicBezTo>
                  <a:cubicBezTo>
                    <a:pt x="22972" y="12095"/>
                    <a:pt x="22930" y="12091"/>
                    <a:pt x="22898" y="12091"/>
                  </a:cubicBezTo>
                  <a:cubicBezTo>
                    <a:pt x="22810" y="12091"/>
                    <a:pt x="22803" y="12121"/>
                    <a:pt x="22856" y="12168"/>
                  </a:cubicBezTo>
                  <a:cubicBezTo>
                    <a:pt x="22889" y="12266"/>
                    <a:pt x="22889" y="12266"/>
                    <a:pt x="22848" y="12306"/>
                  </a:cubicBezTo>
                  <a:cubicBezTo>
                    <a:pt x="22828" y="12286"/>
                    <a:pt x="22811" y="12276"/>
                    <a:pt x="22797" y="12276"/>
                  </a:cubicBezTo>
                  <a:cubicBezTo>
                    <a:pt x="22766" y="12276"/>
                    <a:pt x="22749" y="12325"/>
                    <a:pt x="22743" y="12420"/>
                  </a:cubicBezTo>
                  <a:cubicBezTo>
                    <a:pt x="22725" y="12438"/>
                    <a:pt x="22715" y="12448"/>
                    <a:pt x="22704" y="12448"/>
                  </a:cubicBezTo>
                  <a:cubicBezTo>
                    <a:pt x="22690" y="12448"/>
                    <a:pt x="22674" y="12432"/>
                    <a:pt x="22638" y="12395"/>
                  </a:cubicBezTo>
                  <a:lnTo>
                    <a:pt x="22565" y="12468"/>
                  </a:lnTo>
                  <a:cubicBezTo>
                    <a:pt x="22615" y="12655"/>
                    <a:pt x="22378" y="12791"/>
                    <a:pt x="22262" y="12791"/>
                  </a:cubicBezTo>
                  <a:cubicBezTo>
                    <a:pt x="22247" y="12791"/>
                    <a:pt x="22234" y="12789"/>
                    <a:pt x="22224" y="12785"/>
                  </a:cubicBezTo>
                  <a:cubicBezTo>
                    <a:pt x="22224" y="12785"/>
                    <a:pt x="22184" y="12817"/>
                    <a:pt x="22200" y="12914"/>
                  </a:cubicBezTo>
                  <a:cubicBezTo>
                    <a:pt x="22242" y="13017"/>
                    <a:pt x="22243" y="13071"/>
                    <a:pt x="22217" y="13071"/>
                  </a:cubicBezTo>
                  <a:cubicBezTo>
                    <a:pt x="22198" y="13071"/>
                    <a:pt x="22164" y="13041"/>
                    <a:pt x="22119" y="12979"/>
                  </a:cubicBezTo>
                  <a:cubicBezTo>
                    <a:pt x="22065" y="12910"/>
                    <a:pt x="22036" y="12873"/>
                    <a:pt x="22029" y="12873"/>
                  </a:cubicBezTo>
                  <a:lnTo>
                    <a:pt x="22029" y="12873"/>
                  </a:lnTo>
                  <a:cubicBezTo>
                    <a:pt x="22022" y="12873"/>
                    <a:pt x="22040" y="12918"/>
                    <a:pt x="22078" y="13012"/>
                  </a:cubicBezTo>
                  <a:cubicBezTo>
                    <a:pt x="22083" y="13081"/>
                    <a:pt x="21993" y="13168"/>
                    <a:pt x="21915" y="13168"/>
                  </a:cubicBezTo>
                  <a:cubicBezTo>
                    <a:pt x="21875" y="13168"/>
                    <a:pt x="21838" y="13145"/>
                    <a:pt x="21819" y="13085"/>
                  </a:cubicBezTo>
                  <a:lnTo>
                    <a:pt x="21713" y="12931"/>
                  </a:lnTo>
                  <a:lnTo>
                    <a:pt x="21713" y="12931"/>
                  </a:lnTo>
                  <a:cubicBezTo>
                    <a:pt x="21730" y="13036"/>
                    <a:pt x="21681" y="13060"/>
                    <a:pt x="21681" y="13060"/>
                  </a:cubicBezTo>
                  <a:cubicBezTo>
                    <a:pt x="21738" y="13133"/>
                    <a:pt x="21689" y="13158"/>
                    <a:pt x="21567" y="13231"/>
                  </a:cubicBezTo>
                  <a:cubicBezTo>
                    <a:pt x="21486" y="13271"/>
                    <a:pt x="21357" y="13449"/>
                    <a:pt x="21267" y="13474"/>
                  </a:cubicBezTo>
                  <a:cubicBezTo>
                    <a:pt x="21212" y="13499"/>
                    <a:pt x="21140" y="13528"/>
                    <a:pt x="21076" y="13528"/>
                  </a:cubicBezTo>
                  <a:cubicBezTo>
                    <a:pt x="21038" y="13528"/>
                    <a:pt x="21003" y="13517"/>
                    <a:pt x="20975" y="13490"/>
                  </a:cubicBezTo>
                  <a:cubicBezTo>
                    <a:pt x="20935" y="13498"/>
                    <a:pt x="20894" y="13514"/>
                    <a:pt x="20830" y="13628"/>
                  </a:cubicBezTo>
                  <a:cubicBezTo>
                    <a:pt x="20816" y="13678"/>
                    <a:pt x="20781" y="13708"/>
                    <a:pt x="20751" y="13708"/>
                  </a:cubicBezTo>
                  <a:cubicBezTo>
                    <a:pt x="20728" y="13708"/>
                    <a:pt x="20707" y="13691"/>
                    <a:pt x="20700" y="13652"/>
                  </a:cubicBezTo>
                  <a:lnTo>
                    <a:pt x="20651" y="13660"/>
                  </a:lnTo>
                  <a:cubicBezTo>
                    <a:pt x="20586" y="13766"/>
                    <a:pt x="20538" y="13766"/>
                    <a:pt x="20538" y="13766"/>
                  </a:cubicBezTo>
                  <a:cubicBezTo>
                    <a:pt x="20526" y="13704"/>
                    <a:pt x="20500" y="13642"/>
                    <a:pt x="20474" y="13642"/>
                  </a:cubicBezTo>
                  <a:cubicBezTo>
                    <a:pt x="20462" y="13642"/>
                    <a:pt x="20450" y="13655"/>
                    <a:pt x="20440" y="13685"/>
                  </a:cubicBezTo>
                  <a:cubicBezTo>
                    <a:pt x="20447" y="13761"/>
                    <a:pt x="20413" y="13784"/>
                    <a:pt x="20352" y="13784"/>
                  </a:cubicBezTo>
                  <a:cubicBezTo>
                    <a:pt x="20342" y="13784"/>
                    <a:pt x="20331" y="13783"/>
                    <a:pt x="20319" y="13782"/>
                  </a:cubicBezTo>
                  <a:cubicBezTo>
                    <a:pt x="20270" y="13741"/>
                    <a:pt x="19897" y="13725"/>
                    <a:pt x="19549" y="13603"/>
                  </a:cubicBezTo>
                  <a:cubicBezTo>
                    <a:pt x="19230" y="13515"/>
                    <a:pt x="18918" y="13331"/>
                    <a:pt x="18848" y="13331"/>
                  </a:cubicBezTo>
                  <a:cubicBezTo>
                    <a:pt x="18842" y="13331"/>
                    <a:pt x="18837" y="13332"/>
                    <a:pt x="18835" y="13336"/>
                  </a:cubicBezTo>
                  <a:lnTo>
                    <a:pt x="18722" y="13255"/>
                  </a:lnTo>
                  <a:cubicBezTo>
                    <a:pt x="18681" y="13222"/>
                    <a:pt x="18640" y="13198"/>
                    <a:pt x="18600" y="13166"/>
                  </a:cubicBezTo>
                  <a:cubicBezTo>
                    <a:pt x="18713" y="13020"/>
                    <a:pt x="18470" y="12939"/>
                    <a:pt x="18300" y="12898"/>
                  </a:cubicBezTo>
                  <a:cubicBezTo>
                    <a:pt x="18280" y="12905"/>
                    <a:pt x="18260" y="12909"/>
                    <a:pt x="18240" y="12909"/>
                  </a:cubicBezTo>
                  <a:cubicBezTo>
                    <a:pt x="18194" y="12909"/>
                    <a:pt x="18150" y="12889"/>
                    <a:pt x="18122" y="12849"/>
                  </a:cubicBezTo>
                  <a:cubicBezTo>
                    <a:pt x="18251" y="12728"/>
                    <a:pt x="18146" y="12614"/>
                    <a:pt x="18016" y="12598"/>
                  </a:cubicBezTo>
                  <a:cubicBezTo>
                    <a:pt x="17956" y="12627"/>
                    <a:pt x="17912" y="12640"/>
                    <a:pt x="17886" y="12640"/>
                  </a:cubicBezTo>
                  <a:cubicBezTo>
                    <a:pt x="17840" y="12640"/>
                    <a:pt x="17854" y="12596"/>
                    <a:pt x="17943" y="12517"/>
                  </a:cubicBezTo>
                  <a:cubicBezTo>
                    <a:pt x="18039" y="12433"/>
                    <a:pt x="18041" y="12372"/>
                    <a:pt x="17939" y="12372"/>
                  </a:cubicBezTo>
                  <a:cubicBezTo>
                    <a:pt x="17894" y="12372"/>
                    <a:pt x="17828" y="12384"/>
                    <a:pt x="17740" y="12412"/>
                  </a:cubicBezTo>
                  <a:cubicBezTo>
                    <a:pt x="17714" y="12416"/>
                    <a:pt x="17694" y="12418"/>
                    <a:pt x="17680" y="12418"/>
                  </a:cubicBezTo>
                  <a:cubicBezTo>
                    <a:pt x="17638" y="12418"/>
                    <a:pt x="17645" y="12395"/>
                    <a:pt x="17676" y="12322"/>
                  </a:cubicBezTo>
                  <a:cubicBezTo>
                    <a:pt x="17759" y="12209"/>
                    <a:pt x="17764" y="12157"/>
                    <a:pt x="17731" y="12157"/>
                  </a:cubicBezTo>
                  <a:cubicBezTo>
                    <a:pt x="17719" y="12157"/>
                    <a:pt x="17703" y="12164"/>
                    <a:pt x="17684" y="12176"/>
                  </a:cubicBezTo>
                  <a:cubicBezTo>
                    <a:pt x="17629" y="12196"/>
                    <a:pt x="17588" y="12206"/>
                    <a:pt x="17560" y="12206"/>
                  </a:cubicBezTo>
                  <a:cubicBezTo>
                    <a:pt x="17496" y="12206"/>
                    <a:pt x="17502" y="12154"/>
                    <a:pt x="17586" y="12047"/>
                  </a:cubicBezTo>
                  <a:cubicBezTo>
                    <a:pt x="17644" y="11921"/>
                    <a:pt x="17665" y="11880"/>
                    <a:pt x="17623" y="11880"/>
                  </a:cubicBezTo>
                  <a:cubicBezTo>
                    <a:pt x="17601" y="11880"/>
                    <a:pt x="17560" y="11892"/>
                    <a:pt x="17497" y="11909"/>
                  </a:cubicBezTo>
                  <a:cubicBezTo>
                    <a:pt x="17474" y="11919"/>
                    <a:pt x="17452" y="11923"/>
                    <a:pt x="17431" y="11923"/>
                  </a:cubicBezTo>
                  <a:cubicBezTo>
                    <a:pt x="17293" y="11923"/>
                    <a:pt x="17199" y="11739"/>
                    <a:pt x="17319" y="11633"/>
                  </a:cubicBezTo>
                  <a:cubicBezTo>
                    <a:pt x="17299" y="11594"/>
                    <a:pt x="17327" y="11523"/>
                    <a:pt x="17300" y="11523"/>
                  </a:cubicBezTo>
                  <a:cubicBezTo>
                    <a:pt x="17294" y="11523"/>
                    <a:pt x="17284" y="11527"/>
                    <a:pt x="17270" y="11536"/>
                  </a:cubicBezTo>
                  <a:lnTo>
                    <a:pt x="17319" y="11439"/>
                  </a:lnTo>
                  <a:lnTo>
                    <a:pt x="17270" y="11350"/>
                  </a:lnTo>
                  <a:lnTo>
                    <a:pt x="17189" y="11390"/>
                  </a:lnTo>
                  <a:cubicBezTo>
                    <a:pt x="17108" y="11131"/>
                    <a:pt x="17019" y="10879"/>
                    <a:pt x="16922" y="10628"/>
                  </a:cubicBezTo>
                  <a:cubicBezTo>
                    <a:pt x="16705" y="10141"/>
                    <a:pt x="16637" y="9969"/>
                    <a:pt x="16584" y="9969"/>
                  </a:cubicBezTo>
                  <a:cubicBezTo>
                    <a:pt x="16572" y="9969"/>
                    <a:pt x="16561" y="9979"/>
                    <a:pt x="16549" y="9996"/>
                  </a:cubicBezTo>
                  <a:cubicBezTo>
                    <a:pt x="16503" y="10036"/>
                    <a:pt x="16468" y="10053"/>
                    <a:pt x="16445" y="10053"/>
                  </a:cubicBezTo>
                  <a:cubicBezTo>
                    <a:pt x="16396" y="10053"/>
                    <a:pt x="16408" y="9971"/>
                    <a:pt x="16508" y="9882"/>
                  </a:cubicBezTo>
                  <a:cubicBezTo>
                    <a:pt x="16484" y="9825"/>
                    <a:pt x="16516" y="9679"/>
                    <a:pt x="16476" y="9558"/>
                  </a:cubicBezTo>
                  <a:cubicBezTo>
                    <a:pt x="16427" y="9444"/>
                    <a:pt x="16378" y="9323"/>
                    <a:pt x="16459" y="9290"/>
                  </a:cubicBezTo>
                  <a:lnTo>
                    <a:pt x="16435" y="9233"/>
                  </a:lnTo>
                  <a:cubicBezTo>
                    <a:pt x="16224" y="9185"/>
                    <a:pt x="16078" y="8828"/>
                    <a:pt x="16087" y="8609"/>
                  </a:cubicBezTo>
                  <a:cubicBezTo>
                    <a:pt x="16054" y="8487"/>
                    <a:pt x="15973" y="8398"/>
                    <a:pt x="15868" y="8333"/>
                  </a:cubicBezTo>
                  <a:cubicBezTo>
                    <a:pt x="15738" y="8252"/>
                    <a:pt x="15730" y="8252"/>
                    <a:pt x="15787" y="8147"/>
                  </a:cubicBezTo>
                  <a:cubicBezTo>
                    <a:pt x="15868" y="8117"/>
                    <a:pt x="15801" y="7772"/>
                    <a:pt x="15660" y="7772"/>
                  </a:cubicBezTo>
                  <a:cubicBezTo>
                    <a:pt x="15646" y="7772"/>
                    <a:pt x="15631" y="7775"/>
                    <a:pt x="15616" y="7782"/>
                  </a:cubicBezTo>
                  <a:lnTo>
                    <a:pt x="15673" y="7677"/>
                  </a:lnTo>
                  <a:cubicBezTo>
                    <a:pt x="15707" y="7609"/>
                    <a:pt x="15663" y="7577"/>
                    <a:pt x="15605" y="7577"/>
                  </a:cubicBezTo>
                  <a:cubicBezTo>
                    <a:pt x="15580" y="7577"/>
                    <a:pt x="15552" y="7583"/>
                    <a:pt x="15527" y="7596"/>
                  </a:cubicBezTo>
                  <a:cubicBezTo>
                    <a:pt x="15481" y="7619"/>
                    <a:pt x="15445" y="7630"/>
                    <a:pt x="15423" y="7630"/>
                  </a:cubicBezTo>
                  <a:cubicBezTo>
                    <a:pt x="15367" y="7630"/>
                    <a:pt x="15395" y="7559"/>
                    <a:pt x="15551" y="7425"/>
                  </a:cubicBezTo>
                  <a:cubicBezTo>
                    <a:pt x="15679" y="7361"/>
                    <a:pt x="15686" y="7308"/>
                    <a:pt x="15644" y="7308"/>
                  </a:cubicBezTo>
                  <a:cubicBezTo>
                    <a:pt x="15632" y="7308"/>
                    <a:pt x="15617" y="7311"/>
                    <a:pt x="15600" y="7320"/>
                  </a:cubicBezTo>
                  <a:cubicBezTo>
                    <a:pt x="15487" y="7304"/>
                    <a:pt x="15373" y="7279"/>
                    <a:pt x="15414" y="7174"/>
                  </a:cubicBezTo>
                  <a:cubicBezTo>
                    <a:pt x="15393" y="7137"/>
                    <a:pt x="15372" y="7098"/>
                    <a:pt x="15316" y="7098"/>
                  </a:cubicBezTo>
                  <a:cubicBezTo>
                    <a:pt x="15286" y="7098"/>
                    <a:pt x="15244" y="7110"/>
                    <a:pt x="15187" y="7142"/>
                  </a:cubicBezTo>
                  <a:cubicBezTo>
                    <a:pt x="15170" y="7151"/>
                    <a:pt x="15154" y="7155"/>
                    <a:pt x="15140" y="7155"/>
                  </a:cubicBezTo>
                  <a:cubicBezTo>
                    <a:pt x="15095" y="7155"/>
                    <a:pt x="15065" y="7110"/>
                    <a:pt x="15041" y="7061"/>
                  </a:cubicBezTo>
                  <a:cubicBezTo>
                    <a:pt x="15090" y="7036"/>
                    <a:pt x="15110" y="7026"/>
                    <a:pt x="15143" y="7026"/>
                  </a:cubicBezTo>
                  <a:cubicBezTo>
                    <a:pt x="15164" y="7026"/>
                    <a:pt x="15191" y="7030"/>
                    <a:pt x="15235" y="7036"/>
                  </a:cubicBezTo>
                  <a:cubicBezTo>
                    <a:pt x="15244" y="7051"/>
                    <a:pt x="15248" y="7058"/>
                    <a:pt x="15248" y="7058"/>
                  </a:cubicBezTo>
                  <a:cubicBezTo>
                    <a:pt x="15248" y="7058"/>
                    <a:pt x="15216" y="7002"/>
                    <a:pt x="15162" y="6906"/>
                  </a:cubicBezTo>
                  <a:cubicBezTo>
                    <a:pt x="15130" y="6850"/>
                    <a:pt x="15130" y="6679"/>
                    <a:pt x="15211" y="6631"/>
                  </a:cubicBezTo>
                  <a:cubicBezTo>
                    <a:pt x="15229" y="6566"/>
                    <a:pt x="15224" y="6517"/>
                    <a:pt x="15195" y="6517"/>
                  </a:cubicBezTo>
                  <a:cubicBezTo>
                    <a:pt x="15173" y="6517"/>
                    <a:pt x="15138" y="6545"/>
                    <a:pt x="15089" y="6615"/>
                  </a:cubicBezTo>
                  <a:cubicBezTo>
                    <a:pt x="15017" y="6661"/>
                    <a:pt x="14978" y="6685"/>
                    <a:pt x="14950" y="6685"/>
                  </a:cubicBezTo>
                  <a:cubicBezTo>
                    <a:pt x="14919" y="6685"/>
                    <a:pt x="14901" y="6654"/>
                    <a:pt x="14862" y="6590"/>
                  </a:cubicBezTo>
                  <a:cubicBezTo>
                    <a:pt x="14822" y="6534"/>
                    <a:pt x="14781" y="6469"/>
                    <a:pt x="14854" y="6420"/>
                  </a:cubicBezTo>
                  <a:cubicBezTo>
                    <a:pt x="14935" y="6371"/>
                    <a:pt x="14935" y="6371"/>
                    <a:pt x="14846" y="6250"/>
                  </a:cubicBezTo>
                  <a:cubicBezTo>
                    <a:pt x="14760" y="6126"/>
                    <a:pt x="14578" y="6077"/>
                    <a:pt x="14411" y="6077"/>
                  </a:cubicBezTo>
                  <a:cubicBezTo>
                    <a:pt x="14325" y="6077"/>
                    <a:pt x="14244" y="6090"/>
                    <a:pt x="14181" y="6112"/>
                  </a:cubicBezTo>
                  <a:cubicBezTo>
                    <a:pt x="14116" y="6163"/>
                    <a:pt x="14079" y="6191"/>
                    <a:pt x="14068" y="6191"/>
                  </a:cubicBezTo>
                  <a:cubicBezTo>
                    <a:pt x="14055" y="6191"/>
                    <a:pt x="14079" y="6149"/>
                    <a:pt x="14133" y="6055"/>
                  </a:cubicBezTo>
                  <a:cubicBezTo>
                    <a:pt x="14206" y="5998"/>
                    <a:pt x="14165" y="5942"/>
                    <a:pt x="14116" y="5893"/>
                  </a:cubicBezTo>
                  <a:cubicBezTo>
                    <a:pt x="14101" y="5905"/>
                    <a:pt x="14090" y="5909"/>
                    <a:pt x="14082" y="5909"/>
                  </a:cubicBezTo>
                  <a:cubicBezTo>
                    <a:pt x="14062" y="5909"/>
                    <a:pt x="14069" y="5877"/>
                    <a:pt x="14089" y="5877"/>
                  </a:cubicBezTo>
                  <a:cubicBezTo>
                    <a:pt x="14097" y="5877"/>
                    <a:pt x="14106" y="5881"/>
                    <a:pt x="14116" y="5893"/>
                  </a:cubicBezTo>
                  <a:cubicBezTo>
                    <a:pt x="14139" y="5872"/>
                    <a:pt x="14159" y="5864"/>
                    <a:pt x="14177" y="5864"/>
                  </a:cubicBezTo>
                  <a:cubicBezTo>
                    <a:pt x="14216" y="5864"/>
                    <a:pt x="14245" y="5903"/>
                    <a:pt x="14278" y="5942"/>
                  </a:cubicBezTo>
                  <a:lnTo>
                    <a:pt x="14351" y="5885"/>
                  </a:lnTo>
                  <a:cubicBezTo>
                    <a:pt x="14418" y="5757"/>
                    <a:pt x="14408" y="5693"/>
                    <a:pt x="14323" y="5693"/>
                  </a:cubicBezTo>
                  <a:cubicBezTo>
                    <a:pt x="14295" y="5693"/>
                    <a:pt x="14258" y="5700"/>
                    <a:pt x="14214" y="5715"/>
                  </a:cubicBezTo>
                  <a:cubicBezTo>
                    <a:pt x="14189" y="5716"/>
                    <a:pt x="14169" y="5718"/>
                    <a:pt x="14153" y="5718"/>
                  </a:cubicBezTo>
                  <a:cubicBezTo>
                    <a:pt x="14093" y="5718"/>
                    <a:pt x="14097" y="5698"/>
                    <a:pt x="14116" y="5601"/>
                  </a:cubicBezTo>
                  <a:cubicBezTo>
                    <a:pt x="14129" y="5511"/>
                    <a:pt x="14142" y="5420"/>
                    <a:pt x="14114" y="5420"/>
                  </a:cubicBezTo>
                  <a:cubicBezTo>
                    <a:pt x="14107" y="5420"/>
                    <a:pt x="14097" y="5426"/>
                    <a:pt x="14084" y="5439"/>
                  </a:cubicBezTo>
                  <a:cubicBezTo>
                    <a:pt x="14027" y="5374"/>
                    <a:pt x="13995" y="5293"/>
                    <a:pt x="14003" y="5212"/>
                  </a:cubicBezTo>
                  <a:cubicBezTo>
                    <a:pt x="13928" y="5137"/>
                    <a:pt x="13882" y="5087"/>
                    <a:pt x="13838" y="5087"/>
                  </a:cubicBezTo>
                  <a:cubicBezTo>
                    <a:pt x="13820" y="5087"/>
                    <a:pt x="13803" y="5096"/>
                    <a:pt x="13784" y="5115"/>
                  </a:cubicBezTo>
                  <a:cubicBezTo>
                    <a:pt x="13761" y="5137"/>
                    <a:pt x="13740" y="5146"/>
                    <a:pt x="13720" y="5146"/>
                  </a:cubicBezTo>
                  <a:cubicBezTo>
                    <a:pt x="13681" y="5146"/>
                    <a:pt x="13645" y="5114"/>
                    <a:pt x="13614" y="5082"/>
                  </a:cubicBezTo>
                  <a:cubicBezTo>
                    <a:pt x="13576" y="5050"/>
                    <a:pt x="13543" y="5019"/>
                    <a:pt x="13506" y="5019"/>
                  </a:cubicBezTo>
                  <a:cubicBezTo>
                    <a:pt x="13486" y="5019"/>
                    <a:pt x="13466" y="5027"/>
                    <a:pt x="13443" y="5050"/>
                  </a:cubicBezTo>
                  <a:cubicBezTo>
                    <a:pt x="13409" y="5088"/>
                    <a:pt x="13361" y="5107"/>
                    <a:pt x="13313" y="5107"/>
                  </a:cubicBezTo>
                  <a:cubicBezTo>
                    <a:pt x="13260" y="5107"/>
                    <a:pt x="13206" y="5084"/>
                    <a:pt x="13168" y="5042"/>
                  </a:cubicBezTo>
                  <a:cubicBezTo>
                    <a:pt x="13006" y="5017"/>
                    <a:pt x="13006" y="5017"/>
                    <a:pt x="13062" y="4831"/>
                  </a:cubicBezTo>
                  <a:cubicBezTo>
                    <a:pt x="13127" y="4766"/>
                    <a:pt x="13070" y="4717"/>
                    <a:pt x="13014" y="4677"/>
                  </a:cubicBezTo>
                  <a:cubicBezTo>
                    <a:pt x="12973" y="4628"/>
                    <a:pt x="12949" y="4571"/>
                    <a:pt x="12957" y="4515"/>
                  </a:cubicBezTo>
                  <a:cubicBezTo>
                    <a:pt x="12957" y="4468"/>
                    <a:pt x="12948" y="4450"/>
                    <a:pt x="12935" y="4450"/>
                  </a:cubicBezTo>
                  <a:cubicBezTo>
                    <a:pt x="12913" y="4450"/>
                    <a:pt x="12878" y="4494"/>
                    <a:pt x="12843" y="4539"/>
                  </a:cubicBezTo>
                  <a:lnTo>
                    <a:pt x="12738" y="4685"/>
                  </a:lnTo>
                  <a:cubicBezTo>
                    <a:pt x="12681" y="4636"/>
                    <a:pt x="12730" y="4458"/>
                    <a:pt x="12787" y="4377"/>
                  </a:cubicBezTo>
                  <a:cubicBezTo>
                    <a:pt x="12812" y="4278"/>
                    <a:pt x="12825" y="4231"/>
                    <a:pt x="12815" y="4231"/>
                  </a:cubicBezTo>
                  <a:cubicBezTo>
                    <a:pt x="12806" y="4231"/>
                    <a:pt x="12779" y="4268"/>
                    <a:pt x="12730" y="4336"/>
                  </a:cubicBezTo>
                  <a:cubicBezTo>
                    <a:pt x="12703" y="4371"/>
                    <a:pt x="12662" y="4397"/>
                    <a:pt x="12620" y="4397"/>
                  </a:cubicBezTo>
                  <a:cubicBezTo>
                    <a:pt x="12575" y="4397"/>
                    <a:pt x="12528" y="4367"/>
                    <a:pt x="12495" y="4288"/>
                  </a:cubicBezTo>
                  <a:cubicBezTo>
                    <a:pt x="12381" y="4198"/>
                    <a:pt x="12260" y="4126"/>
                    <a:pt x="12308" y="4053"/>
                  </a:cubicBezTo>
                  <a:cubicBezTo>
                    <a:pt x="12308" y="4001"/>
                    <a:pt x="12267" y="3964"/>
                    <a:pt x="12221" y="3964"/>
                  </a:cubicBezTo>
                  <a:cubicBezTo>
                    <a:pt x="12210" y="3964"/>
                    <a:pt x="12198" y="3967"/>
                    <a:pt x="12187" y="3971"/>
                  </a:cubicBezTo>
                  <a:cubicBezTo>
                    <a:pt x="12163" y="3981"/>
                    <a:pt x="12141" y="3986"/>
                    <a:pt x="12120" y="3986"/>
                  </a:cubicBezTo>
                  <a:cubicBezTo>
                    <a:pt x="12051" y="3986"/>
                    <a:pt x="11991" y="3929"/>
                    <a:pt x="11879" y="3785"/>
                  </a:cubicBezTo>
                  <a:cubicBezTo>
                    <a:pt x="11745" y="3589"/>
                    <a:pt x="11687" y="3509"/>
                    <a:pt x="11646" y="3509"/>
                  </a:cubicBezTo>
                  <a:cubicBezTo>
                    <a:pt x="11617" y="3509"/>
                    <a:pt x="11596" y="3548"/>
                    <a:pt x="11562" y="3615"/>
                  </a:cubicBezTo>
                  <a:cubicBezTo>
                    <a:pt x="11540" y="3659"/>
                    <a:pt x="11518" y="3703"/>
                    <a:pt x="11505" y="3703"/>
                  </a:cubicBezTo>
                  <a:cubicBezTo>
                    <a:pt x="11495" y="3703"/>
                    <a:pt x="11490" y="3671"/>
                    <a:pt x="11498" y="3582"/>
                  </a:cubicBezTo>
                  <a:cubicBezTo>
                    <a:pt x="11490" y="3523"/>
                    <a:pt x="11459" y="3506"/>
                    <a:pt x="11410" y="3506"/>
                  </a:cubicBezTo>
                  <a:cubicBezTo>
                    <a:pt x="11358" y="3506"/>
                    <a:pt x="11285" y="3525"/>
                    <a:pt x="11198" y="3534"/>
                  </a:cubicBezTo>
                  <a:cubicBezTo>
                    <a:pt x="11100" y="3590"/>
                    <a:pt x="11019" y="3753"/>
                    <a:pt x="10987" y="3834"/>
                  </a:cubicBezTo>
                  <a:cubicBezTo>
                    <a:pt x="10945" y="3922"/>
                    <a:pt x="10924" y="3965"/>
                    <a:pt x="10903" y="3965"/>
                  </a:cubicBezTo>
                  <a:cubicBezTo>
                    <a:pt x="10884" y="3965"/>
                    <a:pt x="10864" y="3928"/>
                    <a:pt x="10825" y="3858"/>
                  </a:cubicBezTo>
                  <a:cubicBezTo>
                    <a:pt x="10752" y="3809"/>
                    <a:pt x="10735" y="3712"/>
                    <a:pt x="10768" y="3639"/>
                  </a:cubicBezTo>
                  <a:cubicBezTo>
                    <a:pt x="10791" y="3587"/>
                    <a:pt x="10820" y="3577"/>
                    <a:pt x="10840" y="3577"/>
                  </a:cubicBezTo>
                  <a:cubicBezTo>
                    <a:pt x="10855" y="3577"/>
                    <a:pt x="10865" y="3582"/>
                    <a:pt x="10865" y="3582"/>
                  </a:cubicBezTo>
                  <a:lnTo>
                    <a:pt x="10930" y="3615"/>
                  </a:lnTo>
                  <a:cubicBezTo>
                    <a:pt x="10971" y="3526"/>
                    <a:pt x="11003" y="3444"/>
                    <a:pt x="10873" y="3388"/>
                  </a:cubicBezTo>
                  <a:cubicBezTo>
                    <a:pt x="10854" y="3319"/>
                    <a:pt x="10822" y="3283"/>
                    <a:pt x="10793" y="3283"/>
                  </a:cubicBezTo>
                  <a:cubicBezTo>
                    <a:pt x="10774" y="3283"/>
                    <a:pt x="10756" y="3299"/>
                    <a:pt x="10743" y="3331"/>
                  </a:cubicBezTo>
                  <a:cubicBezTo>
                    <a:pt x="10711" y="3226"/>
                    <a:pt x="10573" y="3169"/>
                    <a:pt x="10435" y="3120"/>
                  </a:cubicBezTo>
                  <a:cubicBezTo>
                    <a:pt x="10306" y="3072"/>
                    <a:pt x="10095" y="3007"/>
                    <a:pt x="10054" y="2893"/>
                  </a:cubicBezTo>
                  <a:cubicBezTo>
                    <a:pt x="9981" y="2873"/>
                    <a:pt x="9929" y="2857"/>
                    <a:pt x="9891" y="2857"/>
                  </a:cubicBezTo>
                  <a:cubicBezTo>
                    <a:pt x="9854" y="2857"/>
                    <a:pt x="9831" y="2873"/>
                    <a:pt x="9819" y="2917"/>
                  </a:cubicBezTo>
                  <a:cubicBezTo>
                    <a:pt x="9792" y="3016"/>
                    <a:pt x="9758" y="3055"/>
                    <a:pt x="9737" y="3055"/>
                  </a:cubicBezTo>
                  <a:cubicBezTo>
                    <a:pt x="9720" y="3055"/>
                    <a:pt x="9711" y="3030"/>
                    <a:pt x="9722" y="2990"/>
                  </a:cubicBezTo>
                  <a:cubicBezTo>
                    <a:pt x="9714" y="2893"/>
                    <a:pt x="9479" y="2763"/>
                    <a:pt x="9235" y="2690"/>
                  </a:cubicBezTo>
                  <a:cubicBezTo>
                    <a:pt x="9097" y="2650"/>
                    <a:pt x="8957" y="2625"/>
                    <a:pt x="8850" y="2625"/>
                  </a:cubicBezTo>
                  <a:cubicBezTo>
                    <a:pt x="8763" y="2625"/>
                    <a:pt x="8698" y="2642"/>
                    <a:pt x="8676" y="2682"/>
                  </a:cubicBezTo>
                  <a:lnTo>
                    <a:pt x="8530" y="2666"/>
                  </a:lnTo>
                  <a:cubicBezTo>
                    <a:pt x="8451" y="2597"/>
                    <a:pt x="8256" y="2558"/>
                    <a:pt x="8096" y="2558"/>
                  </a:cubicBezTo>
                  <a:cubicBezTo>
                    <a:pt x="7993" y="2558"/>
                    <a:pt x="7905" y="2574"/>
                    <a:pt x="7873" y="2609"/>
                  </a:cubicBezTo>
                  <a:lnTo>
                    <a:pt x="7654" y="2601"/>
                  </a:lnTo>
                  <a:cubicBezTo>
                    <a:pt x="7583" y="2554"/>
                    <a:pt x="7529" y="2531"/>
                    <a:pt x="7484" y="2531"/>
                  </a:cubicBezTo>
                  <a:cubicBezTo>
                    <a:pt x="7437" y="2531"/>
                    <a:pt x="7400" y="2556"/>
                    <a:pt x="7363" y="2601"/>
                  </a:cubicBezTo>
                  <a:cubicBezTo>
                    <a:pt x="7311" y="2670"/>
                    <a:pt x="7300" y="2735"/>
                    <a:pt x="7295" y="2735"/>
                  </a:cubicBezTo>
                  <a:cubicBezTo>
                    <a:pt x="7293" y="2735"/>
                    <a:pt x="7292" y="2724"/>
                    <a:pt x="7290" y="2699"/>
                  </a:cubicBezTo>
                  <a:cubicBezTo>
                    <a:pt x="7290" y="2637"/>
                    <a:pt x="7220" y="2610"/>
                    <a:pt x="7078" y="2610"/>
                  </a:cubicBezTo>
                  <a:cubicBezTo>
                    <a:pt x="7015" y="2610"/>
                    <a:pt x="6936" y="2616"/>
                    <a:pt x="6844" y="2626"/>
                  </a:cubicBezTo>
                  <a:cubicBezTo>
                    <a:pt x="6552" y="2658"/>
                    <a:pt x="6552" y="2658"/>
                    <a:pt x="6641" y="2739"/>
                  </a:cubicBezTo>
                  <a:cubicBezTo>
                    <a:pt x="6539" y="2780"/>
                    <a:pt x="6472" y="2797"/>
                    <a:pt x="6428" y="2797"/>
                  </a:cubicBezTo>
                  <a:cubicBezTo>
                    <a:pt x="6350" y="2797"/>
                    <a:pt x="6343" y="2745"/>
                    <a:pt x="6333" y="2682"/>
                  </a:cubicBezTo>
                  <a:cubicBezTo>
                    <a:pt x="6354" y="2602"/>
                    <a:pt x="6339" y="2559"/>
                    <a:pt x="6312" y="2559"/>
                  </a:cubicBezTo>
                  <a:cubicBezTo>
                    <a:pt x="6277" y="2559"/>
                    <a:pt x="6222" y="2634"/>
                    <a:pt x="6203" y="2796"/>
                  </a:cubicBezTo>
                  <a:cubicBezTo>
                    <a:pt x="6177" y="2920"/>
                    <a:pt x="6111" y="2975"/>
                    <a:pt x="6063" y="2975"/>
                  </a:cubicBezTo>
                  <a:cubicBezTo>
                    <a:pt x="6036" y="2975"/>
                    <a:pt x="6014" y="2958"/>
                    <a:pt x="6009" y="2926"/>
                  </a:cubicBezTo>
                  <a:cubicBezTo>
                    <a:pt x="5992" y="2836"/>
                    <a:pt x="6065" y="2820"/>
                    <a:pt x="6130" y="2812"/>
                  </a:cubicBezTo>
                  <a:lnTo>
                    <a:pt x="6106" y="2626"/>
                  </a:lnTo>
                  <a:cubicBezTo>
                    <a:pt x="6033" y="2642"/>
                    <a:pt x="6025" y="2642"/>
                    <a:pt x="5976" y="2739"/>
                  </a:cubicBezTo>
                  <a:cubicBezTo>
                    <a:pt x="5976" y="2739"/>
                    <a:pt x="5895" y="2755"/>
                    <a:pt x="5846" y="2861"/>
                  </a:cubicBezTo>
                  <a:cubicBezTo>
                    <a:pt x="5790" y="2950"/>
                    <a:pt x="5814" y="3063"/>
                    <a:pt x="5903" y="3128"/>
                  </a:cubicBezTo>
                  <a:cubicBezTo>
                    <a:pt x="5992" y="3201"/>
                    <a:pt x="5919" y="3217"/>
                    <a:pt x="5854" y="3234"/>
                  </a:cubicBezTo>
                  <a:cubicBezTo>
                    <a:pt x="5700" y="3177"/>
                    <a:pt x="5676" y="3088"/>
                    <a:pt x="5725" y="2982"/>
                  </a:cubicBezTo>
                  <a:cubicBezTo>
                    <a:pt x="5798" y="2966"/>
                    <a:pt x="5773" y="2877"/>
                    <a:pt x="5757" y="2788"/>
                  </a:cubicBezTo>
                  <a:cubicBezTo>
                    <a:pt x="5755" y="2775"/>
                    <a:pt x="5747" y="2770"/>
                    <a:pt x="5734" y="2770"/>
                  </a:cubicBezTo>
                  <a:cubicBezTo>
                    <a:pt x="5657" y="2770"/>
                    <a:pt x="5414" y="2985"/>
                    <a:pt x="5400" y="3153"/>
                  </a:cubicBezTo>
                  <a:lnTo>
                    <a:pt x="5376" y="3063"/>
                  </a:lnTo>
                  <a:cubicBezTo>
                    <a:pt x="5365" y="3024"/>
                    <a:pt x="5333" y="3010"/>
                    <a:pt x="5287" y="3010"/>
                  </a:cubicBezTo>
                  <a:cubicBezTo>
                    <a:pt x="5230" y="3010"/>
                    <a:pt x="5153" y="3033"/>
                    <a:pt x="5076" y="3055"/>
                  </a:cubicBezTo>
                  <a:cubicBezTo>
                    <a:pt x="4938" y="3104"/>
                    <a:pt x="4865" y="3120"/>
                    <a:pt x="4898" y="3209"/>
                  </a:cubicBezTo>
                  <a:cubicBezTo>
                    <a:pt x="4922" y="3290"/>
                    <a:pt x="4955" y="3380"/>
                    <a:pt x="4890" y="3404"/>
                  </a:cubicBezTo>
                  <a:cubicBezTo>
                    <a:pt x="4897" y="3401"/>
                    <a:pt x="4904" y="3400"/>
                    <a:pt x="4910" y="3400"/>
                  </a:cubicBezTo>
                  <a:cubicBezTo>
                    <a:pt x="4960" y="3400"/>
                    <a:pt x="4983" y="3478"/>
                    <a:pt x="5011" y="3550"/>
                  </a:cubicBezTo>
                  <a:cubicBezTo>
                    <a:pt x="4922" y="3526"/>
                    <a:pt x="4833" y="3493"/>
                    <a:pt x="4752" y="3453"/>
                  </a:cubicBezTo>
                  <a:cubicBezTo>
                    <a:pt x="4651" y="3374"/>
                    <a:pt x="4526" y="3335"/>
                    <a:pt x="4402" y="3335"/>
                  </a:cubicBezTo>
                  <a:cubicBezTo>
                    <a:pt x="4307" y="3335"/>
                    <a:pt x="4212" y="3358"/>
                    <a:pt x="4128" y="3404"/>
                  </a:cubicBezTo>
                  <a:cubicBezTo>
                    <a:pt x="4015" y="3457"/>
                    <a:pt x="3866" y="3520"/>
                    <a:pt x="3757" y="3520"/>
                  </a:cubicBezTo>
                  <a:cubicBezTo>
                    <a:pt x="3732" y="3520"/>
                    <a:pt x="3709" y="3517"/>
                    <a:pt x="3690" y="3509"/>
                  </a:cubicBezTo>
                  <a:cubicBezTo>
                    <a:pt x="3560" y="3574"/>
                    <a:pt x="3495" y="3607"/>
                    <a:pt x="3536" y="3688"/>
                  </a:cubicBezTo>
                  <a:lnTo>
                    <a:pt x="3414" y="3753"/>
                  </a:lnTo>
                  <a:cubicBezTo>
                    <a:pt x="3390" y="3744"/>
                    <a:pt x="3365" y="3740"/>
                    <a:pt x="3342" y="3740"/>
                  </a:cubicBezTo>
                  <a:cubicBezTo>
                    <a:pt x="3254" y="3740"/>
                    <a:pt x="3181" y="3794"/>
                    <a:pt x="3219" y="3858"/>
                  </a:cubicBezTo>
                  <a:cubicBezTo>
                    <a:pt x="3203" y="3980"/>
                    <a:pt x="3098" y="3931"/>
                    <a:pt x="3033" y="3971"/>
                  </a:cubicBezTo>
                  <a:cubicBezTo>
                    <a:pt x="2947" y="3940"/>
                    <a:pt x="2895" y="3920"/>
                    <a:pt x="2876" y="3920"/>
                  </a:cubicBezTo>
                  <a:cubicBezTo>
                    <a:pt x="2847" y="3920"/>
                    <a:pt x="2897" y="3967"/>
                    <a:pt x="3025" y="4085"/>
                  </a:cubicBezTo>
                  <a:cubicBezTo>
                    <a:pt x="3055" y="4135"/>
                    <a:pt x="3130" y="4154"/>
                    <a:pt x="3197" y="4154"/>
                  </a:cubicBezTo>
                  <a:cubicBezTo>
                    <a:pt x="3240" y="4154"/>
                    <a:pt x="3279" y="4146"/>
                    <a:pt x="3301" y="4134"/>
                  </a:cubicBezTo>
                  <a:cubicBezTo>
                    <a:pt x="3357" y="4093"/>
                    <a:pt x="3422" y="4061"/>
                    <a:pt x="3479" y="4028"/>
                  </a:cubicBezTo>
                  <a:lnTo>
                    <a:pt x="3479" y="4028"/>
                  </a:lnTo>
                  <a:cubicBezTo>
                    <a:pt x="3430" y="4085"/>
                    <a:pt x="3390" y="4150"/>
                    <a:pt x="3349" y="4207"/>
                  </a:cubicBezTo>
                  <a:cubicBezTo>
                    <a:pt x="3284" y="4247"/>
                    <a:pt x="3219" y="4393"/>
                    <a:pt x="3268" y="4474"/>
                  </a:cubicBezTo>
                  <a:cubicBezTo>
                    <a:pt x="3268" y="4474"/>
                    <a:pt x="3317" y="4547"/>
                    <a:pt x="3252" y="4588"/>
                  </a:cubicBezTo>
                  <a:lnTo>
                    <a:pt x="3155" y="4434"/>
                  </a:lnTo>
                  <a:cubicBezTo>
                    <a:pt x="3163" y="4336"/>
                    <a:pt x="3130" y="4239"/>
                    <a:pt x="3074" y="4166"/>
                  </a:cubicBezTo>
                  <a:cubicBezTo>
                    <a:pt x="3012" y="4118"/>
                    <a:pt x="2936" y="4095"/>
                    <a:pt x="2874" y="4095"/>
                  </a:cubicBezTo>
                  <a:cubicBezTo>
                    <a:pt x="2781" y="4095"/>
                    <a:pt x="2718" y="4146"/>
                    <a:pt x="2782" y="4239"/>
                  </a:cubicBezTo>
                  <a:cubicBezTo>
                    <a:pt x="2752" y="4260"/>
                    <a:pt x="2738" y="4271"/>
                    <a:pt x="2714" y="4271"/>
                  </a:cubicBezTo>
                  <a:cubicBezTo>
                    <a:pt x="2693" y="4271"/>
                    <a:pt x="2665" y="4262"/>
                    <a:pt x="2611" y="4247"/>
                  </a:cubicBezTo>
                  <a:cubicBezTo>
                    <a:pt x="2596" y="4225"/>
                    <a:pt x="2580" y="4213"/>
                    <a:pt x="2566" y="4213"/>
                  </a:cubicBezTo>
                  <a:cubicBezTo>
                    <a:pt x="2534" y="4213"/>
                    <a:pt x="2513" y="4272"/>
                    <a:pt x="2547" y="4401"/>
                  </a:cubicBezTo>
                  <a:cubicBezTo>
                    <a:pt x="2578" y="4520"/>
                    <a:pt x="2566" y="4580"/>
                    <a:pt x="2511" y="4580"/>
                  </a:cubicBezTo>
                  <a:cubicBezTo>
                    <a:pt x="2480" y="4580"/>
                    <a:pt x="2435" y="4561"/>
                    <a:pt x="2376" y="4523"/>
                  </a:cubicBezTo>
                  <a:cubicBezTo>
                    <a:pt x="2347" y="4515"/>
                    <a:pt x="2318" y="4512"/>
                    <a:pt x="2289" y="4512"/>
                  </a:cubicBezTo>
                  <a:cubicBezTo>
                    <a:pt x="2095" y="4512"/>
                    <a:pt x="1930" y="4662"/>
                    <a:pt x="1979" y="4725"/>
                  </a:cubicBezTo>
                  <a:cubicBezTo>
                    <a:pt x="2086" y="4855"/>
                    <a:pt x="1948" y="4978"/>
                    <a:pt x="1837" y="4978"/>
                  </a:cubicBezTo>
                  <a:cubicBezTo>
                    <a:pt x="1830" y="4978"/>
                    <a:pt x="1823" y="4978"/>
                    <a:pt x="1817" y="4977"/>
                  </a:cubicBezTo>
                  <a:cubicBezTo>
                    <a:pt x="1803" y="4975"/>
                    <a:pt x="1789" y="4974"/>
                    <a:pt x="1777" y="4974"/>
                  </a:cubicBezTo>
                  <a:cubicBezTo>
                    <a:pt x="1690" y="4974"/>
                    <a:pt x="1649" y="5023"/>
                    <a:pt x="1663" y="5123"/>
                  </a:cubicBezTo>
                  <a:cubicBezTo>
                    <a:pt x="1632" y="5092"/>
                    <a:pt x="1590" y="5072"/>
                    <a:pt x="1555" y="5072"/>
                  </a:cubicBezTo>
                  <a:cubicBezTo>
                    <a:pt x="1517" y="5072"/>
                    <a:pt x="1488" y="5096"/>
                    <a:pt x="1493" y="5155"/>
                  </a:cubicBezTo>
                  <a:cubicBezTo>
                    <a:pt x="1493" y="5155"/>
                    <a:pt x="1436" y="5204"/>
                    <a:pt x="1549" y="5220"/>
                  </a:cubicBezTo>
                  <a:cubicBezTo>
                    <a:pt x="1549" y="5220"/>
                    <a:pt x="1565" y="5334"/>
                    <a:pt x="1582" y="5447"/>
                  </a:cubicBezTo>
                  <a:cubicBezTo>
                    <a:pt x="1594" y="5435"/>
                    <a:pt x="1606" y="5430"/>
                    <a:pt x="1620" y="5430"/>
                  </a:cubicBezTo>
                  <a:cubicBezTo>
                    <a:pt x="1662" y="5430"/>
                    <a:pt x="1711" y="5479"/>
                    <a:pt x="1760" y="5528"/>
                  </a:cubicBezTo>
                  <a:cubicBezTo>
                    <a:pt x="1804" y="5578"/>
                    <a:pt x="1663" y="5668"/>
                    <a:pt x="1458" y="5668"/>
                  </a:cubicBezTo>
                  <a:cubicBezTo>
                    <a:pt x="1398" y="5668"/>
                    <a:pt x="1333" y="5660"/>
                    <a:pt x="1266" y="5642"/>
                  </a:cubicBezTo>
                  <a:cubicBezTo>
                    <a:pt x="1193" y="5634"/>
                    <a:pt x="1111" y="5625"/>
                    <a:pt x="1038" y="5625"/>
                  </a:cubicBezTo>
                  <a:lnTo>
                    <a:pt x="1168" y="5747"/>
                  </a:lnTo>
                  <a:cubicBezTo>
                    <a:pt x="1140" y="5781"/>
                    <a:pt x="1107" y="5819"/>
                    <a:pt x="1065" y="5819"/>
                  </a:cubicBezTo>
                  <a:cubicBezTo>
                    <a:pt x="1047" y="5819"/>
                    <a:pt x="1028" y="5813"/>
                    <a:pt x="1006" y="5796"/>
                  </a:cubicBezTo>
                  <a:cubicBezTo>
                    <a:pt x="973" y="5762"/>
                    <a:pt x="956" y="5746"/>
                    <a:pt x="942" y="5746"/>
                  </a:cubicBezTo>
                  <a:cubicBezTo>
                    <a:pt x="928" y="5746"/>
                    <a:pt x="916" y="5760"/>
                    <a:pt x="893" y="5788"/>
                  </a:cubicBezTo>
                  <a:cubicBezTo>
                    <a:pt x="860" y="5828"/>
                    <a:pt x="876" y="5877"/>
                    <a:pt x="917" y="5901"/>
                  </a:cubicBezTo>
                  <a:cubicBezTo>
                    <a:pt x="1026" y="5998"/>
                    <a:pt x="1049" y="6018"/>
                    <a:pt x="997" y="6018"/>
                  </a:cubicBezTo>
                  <a:cubicBezTo>
                    <a:pt x="983" y="6018"/>
                    <a:pt x="964" y="6016"/>
                    <a:pt x="941" y="6015"/>
                  </a:cubicBezTo>
                  <a:cubicBezTo>
                    <a:pt x="895" y="6000"/>
                    <a:pt x="856" y="5993"/>
                    <a:pt x="826" y="5993"/>
                  </a:cubicBezTo>
                  <a:cubicBezTo>
                    <a:pt x="736" y="5993"/>
                    <a:pt x="724" y="6057"/>
                    <a:pt x="803" y="6185"/>
                  </a:cubicBezTo>
                  <a:cubicBezTo>
                    <a:pt x="890" y="6248"/>
                    <a:pt x="925" y="6273"/>
                    <a:pt x="900" y="6273"/>
                  </a:cubicBezTo>
                  <a:cubicBezTo>
                    <a:pt x="883" y="6273"/>
                    <a:pt x="838" y="6261"/>
                    <a:pt x="763" y="6242"/>
                  </a:cubicBezTo>
                  <a:cubicBezTo>
                    <a:pt x="726" y="6213"/>
                    <a:pt x="684" y="6199"/>
                    <a:pt x="642" y="6199"/>
                  </a:cubicBezTo>
                  <a:cubicBezTo>
                    <a:pt x="601" y="6199"/>
                    <a:pt x="560" y="6213"/>
                    <a:pt x="528" y="6242"/>
                  </a:cubicBezTo>
                  <a:lnTo>
                    <a:pt x="601" y="6298"/>
                  </a:lnTo>
                  <a:cubicBezTo>
                    <a:pt x="747" y="6404"/>
                    <a:pt x="706" y="6461"/>
                    <a:pt x="584" y="6469"/>
                  </a:cubicBezTo>
                  <a:cubicBezTo>
                    <a:pt x="568" y="6455"/>
                    <a:pt x="553" y="6448"/>
                    <a:pt x="538" y="6448"/>
                  </a:cubicBezTo>
                  <a:cubicBezTo>
                    <a:pt x="495" y="6448"/>
                    <a:pt x="463" y="6513"/>
                    <a:pt x="463" y="6647"/>
                  </a:cubicBezTo>
                  <a:cubicBezTo>
                    <a:pt x="407" y="6735"/>
                    <a:pt x="370" y="6793"/>
                    <a:pt x="319" y="6793"/>
                  </a:cubicBezTo>
                  <a:cubicBezTo>
                    <a:pt x="303" y="6793"/>
                    <a:pt x="287" y="6788"/>
                    <a:pt x="268" y="6777"/>
                  </a:cubicBezTo>
                  <a:cubicBezTo>
                    <a:pt x="200" y="6734"/>
                    <a:pt x="162" y="6710"/>
                    <a:pt x="151" y="6710"/>
                  </a:cubicBezTo>
                  <a:cubicBezTo>
                    <a:pt x="136" y="6710"/>
                    <a:pt x="164" y="6748"/>
                    <a:pt x="228" y="6834"/>
                  </a:cubicBezTo>
                  <a:cubicBezTo>
                    <a:pt x="268" y="6947"/>
                    <a:pt x="268" y="6939"/>
                    <a:pt x="114" y="7020"/>
                  </a:cubicBezTo>
                  <a:cubicBezTo>
                    <a:pt x="1" y="7036"/>
                    <a:pt x="1" y="7036"/>
                    <a:pt x="41" y="7150"/>
                  </a:cubicBezTo>
                  <a:cubicBezTo>
                    <a:pt x="152" y="7211"/>
                    <a:pt x="225" y="7249"/>
                    <a:pt x="270" y="7249"/>
                  </a:cubicBezTo>
                  <a:cubicBezTo>
                    <a:pt x="291" y="7249"/>
                    <a:pt x="307" y="7241"/>
                    <a:pt x="317" y="7223"/>
                  </a:cubicBezTo>
                  <a:cubicBezTo>
                    <a:pt x="334" y="7188"/>
                    <a:pt x="342" y="7172"/>
                    <a:pt x="359" y="7172"/>
                  </a:cubicBezTo>
                  <a:cubicBezTo>
                    <a:pt x="373" y="7172"/>
                    <a:pt x="393" y="7184"/>
                    <a:pt x="430" y="7206"/>
                  </a:cubicBezTo>
                  <a:lnTo>
                    <a:pt x="357" y="7328"/>
                  </a:lnTo>
                  <a:cubicBezTo>
                    <a:pt x="309" y="7409"/>
                    <a:pt x="293" y="7515"/>
                    <a:pt x="309" y="7612"/>
                  </a:cubicBezTo>
                  <a:cubicBezTo>
                    <a:pt x="314" y="7712"/>
                    <a:pt x="381" y="7781"/>
                    <a:pt x="427" y="7781"/>
                  </a:cubicBezTo>
                  <a:cubicBezTo>
                    <a:pt x="456" y="7781"/>
                    <a:pt x="477" y="7755"/>
                    <a:pt x="471" y="7693"/>
                  </a:cubicBezTo>
                  <a:lnTo>
                    <a:pt x="463" y="7693"/>
                  </a:lnTo>
                  <a:lnTo>
                    <a:pt x="576" y="7677"/>
                  </a:lnTo>
                  <a:cubicBezTo>
                    <a:pt x="652" y="7717"/>
                    <a:pt x="711" y="7734"/>
                    <a:pt x="748" y="7734"/>
                  </a:cubicBezTo>
                  <a:cubicBezTo>
                    <a:pt x="830" y="7734"/>
                    <a:pt x="809" y="7652"/>
                    <a:pt x="641" y="7563"/>
                  </a:cubicBezTo>
                  <a:cubicBezTo>
                    <a:pt x="483" y="7470"/>
                    <a:pt x="431" y="7440"/>
                    <a:pt x="474" y="7440"/>
                  </a:cubicBezTo>
                  <a:cubicBezTo>
                    <a:pt x="494" y="7440"/>
                    <a:pt x="537" y="7447"/>
                    <a:pt x="601" y="7458"/>
                  </a:cubicBezTo>
                  <a:cubicBezTo>
                    <a:pt x="659" y="7491"/>
                    <a:pt x="699" y="7504"/>
                    <a:pt x="729" y="7504"/>
                  </a:cubicBezTo>
                  <a:cubicBezTo>
                    <a:pt x="779" y="7504"/>
                    <a:pt x="799" y="7469"/>
                    <a:pt x="820" y="7433"/>
                  </a:cubicBezTo>
                  <a:cubicBezTo>
                    <a:pt x="836" y="7404"/>
                    <a:pt x="845" y="7390"/>
                    <a:pt x="860" y="7390"/>
                  </a:cubicBezTo>
                  <a:cubicBezTo>
                    <a:pt x="874" y="7390"/>
                    <a:pt x="894" y="7402"/>
                    <a:pt x="933" y="7425"/>
                  </a:cubicBezTo>
                  <a:cubicBezTo>
                    <a:pt x="967" y="7448"/>
                    <a:pt x="1009" y="7458"/>
                    <a:pt x="1047" y="7458"/>
                  </a:cubicBezTo>
                  <a:cubicBezTo>
                    <a:pt x="1093" y="7458"/>
                    <a:pt x="1134" y="7444"/>
                    <a:pt x="1152" y="7417"/>
                  </a:cubicBezTo>
                  <a:cubicBezTo>
                    <a:pt x="1193" y="7361"/>
                    <a:pt x="1193" y="7361"/>
                    <a:pt x="1111" y="7312"/>
                  </a:cubicBezTo>
                  <a:cubicBezTo>
                    <a:pt x="1108" y="7312"/>
                    <a:pt x="1104" y="7312"/>
                    <a:pt x="1100" y="7312"/>
                  </a:cubicBezTo>
                  <a:cubicBezTo>
                    <a:pt x="1021" y="7312"/>
                    <a:pt x="1056" y="7243"/>
                    <a:pt x="1169" y="7243"/>
                  </a:cubicBezTo>
                  <a:cubicBezTo>
                    <a:pt x="1195" y="7243"/>
                    <a:pt x="1224" y="7246"/>
                    <a:pt x="1257" y="7255"/>
                  </a:cubicBezTo>
                  <a:cubicBezTo>
                    <a:pt x="1371" y="7255"/>
                    <a:pt x="1371" y="7255"/>
                    <a:pt x="1217" y="7150"/>
                  </a:cubicBezTo>
                  <a:cubicBezTo>
                    <a:pt x="1091" y="7070"/>
                    <a:pt x="1117" y="6980"/>
                    <a:pt x="1235" y="6980"/>
                  </a:cubicBezTo>
                  <a:cubicBezTo>
                    <a:pt x="1262" y="6980"/>
                    <a:pt x="1294" y="6985"/>
                    <a:pt x="1330" y="6996"/>
                  </a:cubicBezTo>
                  <a:lnTo>
                    <a:pt x="1403" y="6890"/>
                  </a:lnTo>
                  <a:cubicBezTo>
                    <a:pt x="1444" y="6842"/>
                    <a:pt x="1371" y="6785"/>
                    <a:pt x="1298" y="6736"/>
                  </a:cubicBezTo>
                  <a:cubicBezTo>
                    <a:pt x="1152" y="6623"/>
                    <a:pt x="1152" y="6623"/>
                    <a:pt x="1266" y="6623"/>
                  </a:cubicBezTo>
                  <a:cubicBezTo>
                    <a:pt x="1330" y="6623"/>
                    <a:pt x="1395" y="6647"/>
                    <a:pt x="1444" y="6688"/>
                  </a:cubicBezTo>
                  <a:cubicBezTo>
                    <a:pt x="1466" y="6704"/>
                    <a:pt x="1484" y="6711"/>
                    <a:pt x="1501" y="6711"/>
                  </a:cubicBezTo>
                  <a:cubicBezTo>
                    <a:pt x="1541" y="6711"/>
                    <a:pt x="1569" y="6673"/>
                    <a:pt x="1598" y="6639"/>
                  </a:cubicBezTo>
                  <a:cubicBezTo>
                    <a:pt x="1638" y="6590"/>
                    <a:pt x="1720" y="6493"/>
                    <a:pt x="1655" y="6436"/>
                  </a:cubicBezTo>
                  <a:lnTo>
                    <a:pt x="1655" y="6436"/>
                  </a:lnTo>
                  <a:lnTo>
                    <a:pt x="1720" y="6493"/>
                  </a:lnTo>
                  <a:cubicBezTo>
                    <a:pt x="1736" y="6477"/>
                    <a:pt x="1754" y="6473"/>
                    <a:pt x="1768" y="6473"/>
                  </a:cubicBezTo>
                  <a:cubicBezTo>
                    <a:pt x="1780" y="6473"/>
                    <a:pt x="1789" y="6475"/>
                    <a:pt x="1793" y="6475"/>
                  </a:cubicBezTo>
                  <a:cubicBezTo>
                    <a:pt x="1799" y="6475"/>
                    <a:pt x="1794" y="6470"/>
                    <a:pt x="1768" y="6444"/>
                  </a:cubicBezTo>
                  <a:cubicBezTo>
                    <a:pt x="1817" y="6404"/>
                    <a:pt x="1890" y="6371"/>
                    <a:pt x="1955" y="6363"/>
                  </a:cubicBezTo>
                  <a:cubicBezTo>
                    <a:pt x="2104" y="6340"/>
                    <a:pt x="2116" y="6087"/>
                    <a:pt x="1872" y="6087"/>
                  </a:cubicBezTo>
                  <a:cubicBezTo>
                    <a:pt x="1865" y="6087"/>
                    <a:pt x="1857" y="6087"/>
                    <a:pt x="1849" y="6088"/>
                  </a:cubicBezTo>
                  <a:cubicBezTo>
                    <a:pt x="1829" y="6108"/>
                    <a:pt x="1817" y="6120"/>
                    <a:pt x="1817" y="6120"/>
                  </a:cubicBezTo>
                  <a:cubicBezTo>
                    <a:pt x="1816" y="6120"/>
                    <a:pt x="1838" y="6096"/>
                    <a:pt x="1890" y="6039"/>
                  </a:cubicBezTo>
                  <a:cubicBezTo>
                    <a:pt x="1938" y="5998"/>
                    <a:pt x="1874" y="5934"/>
                    <a:pt x="1874" y="5934"/>
                  </a:cubicBezTo>
                  <a:cubicBezTo>
                    <a:pt x="1809" y="5869"/>
                    <a:pt x="1849" y="5820"/>
                    <a:pt x="1898" y="5771"/>
                  </a:cubicBezTo>
                  <a:lnTo>
                    <a:pt x="2028" y="5901"/>
                  </a:lnTo>
                  <a:cubicBezTo>
                    <a:pt x="2097" y="6013"/>
                    <a:pt x="2168" y="6066"/>
                    <a:pt x="2208" y="6066"/>
                  </a:cubicBezTo>
                  <a:cubicBezTo>
                    <a:pt x="2252" y="6066"/>
                    <a:pt x="2258" y="6000"/>
                    <a:pt x="2182" y="5877"/>
                  </a:cubicBezTo>
                  <a:lnTo>
                    <a:pt x="2182" y="5877"/>
                  </a:lnTo>
                  <a:cubicBezTo>
                    <a:pt x="2199" y="5894"/>
                    <a:pt x="2223" y="5918"/>
                    <a:pt x="2247" y="5942"/>
                  </a:cubicBezTo>
                  <a:cubicBezTo>
                    <a:pt x="2266" y="5961"/>
                    <a:pt x="2284" y="5971"/>
                    <a:pt x="2299" y="5971"/>
                  </a:cubicBezTo>
                  <a:cubicBezTo>
                    <a:pt x="2335" y="5971"/>
                    <a:pt x="2362" y="5919"/>
                    <a:pt x="2384" y="5812"/>
                  </a:cubicBezTo>
                  <a:cubicBezTo>
                    <a:pt x="2433" y="5771"/>
                    <a:pt x="2360" y="5593"/>
                    <a:pt x="2303" y="5520"/>
                  </a:cubicBezTo>
                  <a:cubicBezTo>
                    <a:pt x="2238" y="5455"/>
                    <a:pt x="2287" y="5407"/>
                    <a:pt x="2287" y="5407"/>
                  </a:cubicBezTo>
                  <a:cubicBezTo>
                    <a:pt x="2308" y="5389"/>
                    <a:pt x="2320" y="5379"/>
                    <a:pt x="2332" y="5379"/>
                  </a:cubicBezTo>
                  <a:cubicBezTo>
                    <a:pt x="2348" y="5379"/>
                    <a:pt x="2363" y="5397"/>
                    <a:pt x="2401" y="5439"/>
                  </a:cubicBezTo>
                  <a:cubicBezTo>
                    <a:pt x="2440" y="5484"/>
                    <a:pt x="2478" y="5505"/>
                    <a:pt x="2509" y="5505"/>
                  </a:cubicBezTo>
                  <a:cubicBezTo>
                    <a:pt x="2567" y="5505"/>
                    <a:pt x="2597" y="5431"/>
                    <a:pt x="2555" y="5309"/>
                  </a:cubicBezTo>
                  <a:lnTo>
                    <a:pt x="2555" y="5309"/>
                  </a:lnTo>
                  <a:lnTo>
                    <a:pt x="2611" y="5382"/>
                  </a:lnTo>
                  <a:cubicBezTo>
                    <a:pt x="2633" y="5410"/>
                    <a:pt x="2662" y="5431"/>
                    <a:pt x="2700" y="5431"/>
                  </a:cubicBezTo>
                  <a:cubicBezTo>
                    <a:pt x="2762" y="5431"/>
                    <a:pt x="2848" y="5377"/>
                    <a:pt x="2968" y="5212"/>
                  </a:cubicBezTo>
                  <a:cubicBezTo>
                    <a:pt x="3132" y="5099"/>
                    <a:pt x="3266" y="5010"/>
                    <a:pt x="3341" y="5010"/>
                  </a:cubicBezTo>
                  <a:cubicBezTo>
                    <a:pt x="3362" y="5010"/>
                    <a:pt x="3379" y="5017"/>
                    <a:pt x="3390" y="5034"/>
                  </a:cubicBezTo>
                  <a:cubicBezTo>
                    <a:pt x="3395" y="5042"/>
                    <a:pt x="3401" y="5045"/>
                    <a:pt x="3408" y="5045"/>
                  </a:cubicBezTo>
                  <a:cubicBezTo>
                    <a:pt x="3462" y="5045"/>
                    <a:pt x="3555" y="4799"/>
                    <a:pt x="3576" y="4604"/>
                  </a:cubicBezTo>
                  <a:cubicBezTo>
                    <a:pt x="3596" y="4633"/>
                    <a:pt x="3615" y="4646"/>
                    <a:pt x="3640" y="4646"/>
                  </a:cubicBezTo>
                  <a:cubicBezTo>
                    <a:pt x="3676" y="4646"/>
                    <a:pt x="3722" y="4618"/>
                    <a:pt x="3795" y="4580"/>
                  </a:cubicBezTo>
                  <a:cubicBezTo>
                    <a:pt x="3882" y="4534"/>
                    <a:pt x="3925" y="4512"/>
                    <a:pt x="3951" y="4512"/>
                  </a:cubicBezTo>
                  <a:cubicBezTo>
                    <a:pt x="3976" y="4512"/>
                    <a:pt x="3986" y="4532"/>
                    <a:pt x="4006" y="4571"/>
                  </a:cubicBezTo>
                  <a:cubicBezTo>
                    <a:pt x="4021" y="4661"/>
                    <a:pt x="4030" y="4707"/>
                    <a:pt x="4036" y="4707"/>
                  </a:cubicBezTo>
                  <a:cubicBezTo>
                    <a:pt x="4044" y="4707"/>
                    <a:pt x="4050" y="4653"/>
                    <a:pt x="4063" y="4539"/>
                  </a:cubicBezTo>
                  <a:cubicBezTo>
                    <a:pt x="4050" y="4437"/>
                    <a:pt x="4104" y="4389"/>
                    <a:pt x="4168" y="4389"/>
                  </a:cubicBezTo>
                  <a:cubicBezTo>
                    <a:pt x="4227" y="4389"/>
                    <a:pt x="4295" y="4429"/>
                    <a:pt x="4330" y="4507"/>
                  </a:cubicBezTo>
                  <a:cubicBezTo>
                    <a:pt x="4349" y="4545"/>
                    <a:pt x="4372" y="4559"/>
                    <a:pt x="4402" y="4559"/>
                  </a:cubicBezTo>
                  <a:cubicBezTo>
                    <a:pt x="4437" y="4559"/>
                    <a:pt x="4481" y="4541"/>
                    <a:pt x="4541" y="4515"/>
                  </a:cubicBezTo>
                  <a:cubicBezTo>
                    <a:pt x="4565" y="4409"/>
                    <a:pt x="4679" y="4344"/>
                    <a:pt x="4800" y="4304"/>
                  </a:cubicBezTo>
                  <a:cubicBezTo>
                    <a:pt x="4979" y="4239"/>
                    <a:pt x="4979" y="4239"/>
                    <a:pt x="4914" y="4069"/>
                  </a:cubicBezTo>
                  <a:cubicBezTo>
                    <a:pt x="4849" y="3899"/>
                    <a:pt x="4914" y="3874"/>
                    <a:pt x="5036" y="3834"/>
                  </a:cubicBezTo>
                  <a:cubicBezTo>
                    <a:pt x="5064" y="3823"/>
                    <a:pt x="5093" y="3814"/>
                    <a:pt x="5118" y="3814"/>
                  </a:cubicBezTo>
                  <a:cubicBezTo>
                    <a:pt x="5150" y="3814"/>
                    <a:pt x="5176" y="3829"/>
                    <a:pt x="5190" y="3874"/>
                  </a:cubicBezTo>
                  <a:cubicBezTo>
                    <a:pt x="5190" y="3874"/>
                    <a:pt x="5255" y="3928"/>
                    <a:pt x="5315" y="3928"/>
                  </a:cubicBezTo>
                  <a:cubicBezTo>
                    <a:pt x="5325" y="3928"/>
                    <a:pt x="5334" y="3926"/>
                    <a:pt x="5344" y="3923"/>
                  </a:cubicBezTo>
                  <a:cubicBezTo>
                    <a:pt x="5366" y="3916"/>
                    <a:pt x="5389" y="3910"/>
                    <a:pt x="5411" y="3910"/>
                  </a:cubicBezTo>
                  <a:cubicBezTo>
                    <a:pt x="5445" y="3910"/>
                    <a:pt x="5475" y="3925"/>
                    <a:pt x="5490" y="3980"/>
                  </a:cubicBezTo>
                  <a:cubicBezTo>
                    <a:pt x="5534" y="4007"/>
                    <a:pt x="5582" y="4020"/>
                    <a:pt x="5631" y="4020"/>
                  </a:cubicBezTo>
                  <a:cubicBezTo>
                    <a:pt x="5654" y="4020"/>
                    <a:pt x="5677" y="4017"/>
                    <a:pt x="5700" y="4012"/>
                  </a:cubicBezTo>
                  <a:cubicBezTo>
                    <a:pt x="5759" y="3996"/>
                    <a:pt x="5818" y="3983"/>
                    <a:pt x="5866" y="3983"/>
                  </a:cubicBezTo>
                  <a:cubicBezTo>
                    <a:pt x="5917" y="3983"/>
                    <a:pt x="5955" y="3998"/>
                    <a:pt x="5968" y="4044"/>
                  </a:cubicBezTo>
                  <a:cubicBezTo>
                    <a:pt x="6025" y="4028"/>
                    <a:pt x="6025" y="4028"/>
                    <a:pt x="6009" y="3939"/>
                  </a:cubicBezTo>
                  <a:cubicBezTo>
                    <a:pt x="5988" y="3871"/>
                    <a:pt x="6019" y="3781"/>
                    <a:pt x="6184" y="3781"/>
                  </a:cubicBezTo>
                  <a:cubicBezTo>
                    <a:pt x="6217" y="3781"/>
                    <a:pt x="6256" y="3785"/>
                    <a:pt x="6300" y="3793"/>
                  </a:cubicBezTo>
                  <a:cubicBezTo>
                    <a:pt x="6430" y="3769"/>
                    <a:pt x="6617" y="3744"/>
                    <a:pt x="6609" y="3655"/>
                  </a:cubicBezTo>
                  <a:cubicBezTo>
                    <a:pt x="6624" y="3653"/>
                    <a:pt x="6635" y="3652"/>
                    <a:pt x="6644" y="3652"/>
                  </a:cubicBezTo>
                  <a:cubicBezTo>
                    <a:pt x="6674" y="3652"/>
                    <a:pt x="6675" y="3668"/>
                    <a:pt x="6681" y="3736"/>
                  </a:cubicBezTo>
                  <a:cubicBezTo>
                    <a:pt x="6693" y="3822"/>
                    <a:pt x="6727" y="3864"/>
                    <a:pt x="6772" y="3864"/>
                  </a:cubicBezTo>
                  <a:cubicBezTo>
                    <a:pt x="6820" y="3864"/>
                    <a:pt x="6882" y="3814"/>
                    <a:pt x="6941" y="3712"/>
                  </a:cubicBezTo>
                  <a:cubicBezTo>
                    <a:pt x="6937" y="3665"/>
                    <a:pt x="6952" y="3641"/>
                    <a:pt x="6978" y="3641"/>
                  </a:cubicBezTo>
                  <a:cubicBezTo>
                    <a:pt x="7001" y="3641"/>
                    <a:pt x="7032" y="3661"/>
                    <a:pt x="7063" y="3704"/>
                  </a:cubicBezTo>
                  <a:cubicBezTo>
                    <a:pt x="7119" y="3688"/>
                    <a:pt x="7160" y="3655"/>
                    <a:pt x="7184" y="3607"/>
                  </a:cubicBezTo>
                  <a:cubicBezTo>
                    <a:pt x="7217" y="3562"/>
                    <a:pt x="7233" y="3540"/>
                    <a:pt x="7257" y="3540"/>
                  </a:cubicBezTo>
                  <a:cubicBezTo>
                    <a:pt x="7281" y="3540"/>
                    <a:pt x="7314" y="3562"/>
                    <a:pt x="7379" y="3607"/>
                  </a:cubicBezTo>
                  <a:cubicBezTo>
                    <a:pt x="7385" y="3675"/>
                    <a:pt x="7425" y="3691"/>
                    <a:pt x="7469" y="3691"/>
                  </a:cubicBezTo>
                  <a:cubicBezTo>
                    <a:pt x="7482" y="3691"/>
                    <a:pt x="7495" y="3690"/>
                    <a:pt x="7508" y="3688"/>
                  </a:cubicBezTo>
                  <a:cubicBezTo>
                    <a:pt x="7557" y="3651"/>
                    <a:pt x="7689" y="3635"/>
                    <a:pt x="7837" y="3635"/>
                  </a:cubicBezTo>
                  <a:cubicBezTo>
                    <a:pt x="8081" y="3635"/>
                    <a:pt x="8370" y="3679"/>
                    <a:pt x="8400" y="3744"/>
                  </a:cubicBezTo>
                  <a:cubicBezTo>
                    <a:pt x="8462" y="3683"/>
                    <a:pt x="8477" y="3668"/>
                    <a:pt x="8509" y="3668"/>
                  </a:cubicBezTo>
                  <a:cubicBezTo>
                    <a:pt x="8519" y="3668"/>
                    <a:pt x="8531" y="3670"/>
                    <a:pt x="8546" y="3671"/>
                  </a:cubicBezTo>
                  <a:cubicBezTo>
                    <a:pt x="8559" y="3747"/>
                    <a:pt x="8581" y="3780"/>
                    <a:pt x="8603" y="3780"/>
                  </a:cubicBezTo>
                  <a:cubicBezTo>
                    <a:pt x="8635" y="3780"/>
                    <a:pt x="8670" y="3709"/>
                    <a:pt x="8684" y="3599"/>
                  </a:cubicBezTo>
                  <a:lnTo>
                    <a:pt x="8619" y="3590"/>
                  </a:lnTo>
                  <a:lnTo>
                    <a:pt x="8554" y="3582"/>
                  </a:lnTo>
                  <a:cubicBezTo>
                    <a:pt x="8564" y="3506"/>
                    <a:pt x="8604" y="3467"/>
                    <a:pt x="8645" y="3467"/>
                  </a:cubicBezTo>
                  <a:cubicBezTo>
                    <a:pt x="8703" y="3467"/>
                    <a:pt x="8761" y="3546"/>
                    <a:pt x="8733" y="3704"/>
                  </a:cubicBezTo>
                  <a:cubicBezTo>
                    <a:pt x="8749" y="3803"/>
                    <a:pt x="8757" y="3850"/>
                    <a:pt x="8774" y="3850"/>
                  </a:cubicBezTo>
                  <a:cubicBezTo>
                    <a:pt x="8791" y="3850"/>
                    <a:pt x="8815" y="3807"/>
                    <a:pt x="8862" y="3728"/>
                  </a:cubicBezTo>
                  <a:cubicBezTo>
                    <a:pt x="8908" y="3649"/>
                    <a:pt x="8946" y="3610"/>
                    <a:pt x="8977" y="3610"/>
                  </a:cubicBezTo>
                  <a:cubicBezTo>
                    <a:pt x="9011" y="3610"/>
                    <a:pt x="9036" y="3661"/>
                    <a:pt x="9049" y="3761"/>
                  </a:cubicBezTo>
                  <a:cubicBezTo>
                    <a:pt x="9032" y="3852"/>
                    <a:pt x="9024" y="3897"/>
                    <a:pt x="9033" y="3897"/>
                  </a:cubicBezTo>
                  <a:cubicBezTo>
                    <a:pt x="9042" y="3897"/>
                    <a:pt x="9066" y="3856"/>
                    <a:pt x="9114" y="3777"/>
                  </a:cubicBezTo>
                  <a:cubicBezTo>
                    <a:pt x="9219" y="3608"/>
                    <a:pt x="9332" y="3516"/>
                    <a:pt x="9401" y="3516"/>
                  </a:cubicBezTo>
                  <a:cubicBezTo>
                    <a:pt x="9465" y="3516"/>
                    <a:pt x="9493" y="3594"/>
                    <a:pt x="9446" y="3761"/>
                  </a:cubicBezTo>
                  <a:cubicBezTo>
                    <a:pt x="9406" y="3939"/>
                    <a:pt x="9446" y="4044"/>
                    <a:pt x="9503" y="4061"/>
                  </a:cubicBezTo>
                  <a:cubicBezTo>
                    <a:pt x="9508" y="4062"/>
                    <a:pt x="9513" y="4063"/>
                    <a:pt x="9518" y="4063"/>
                  </a:cubicBezTo>
                  <a:cubicBezTo>
                    <a:pt x="9572" y="4063"/>
                    <a:pt x="9594" y="3981"/>
                    <a:pt x="9617" y="3899"/>
                  </a:cubicBezTo>
                  <a:cubicBezTo>
                    <a:pt x="9609" y="3809"/>
                    <a:pt x="9619" y="3766"/>
                    <a:pt x="9639" y="3766"/>
                  </a:cubicBezTo>
                  <a:cubicBezTo>
                    <a:pt x="9662" y="3766"/>
                    <a:pt x="9699" y="3825"/>
                    <a:pt x="9738" y="3939"/>
                  </a:cubicBezTo>
                  <a:cubicBezTo>
                    <a:pt x="9809" y="4158"/>
                    <a:pt x="9881" y="4241"/>
                    <a:pt x="9995" y="4241"/>
                  </a:cubicBezTo>
                  <a:cubicBezTo>
                    <a:pt x="10049" y="4241"/>
                    <a:pt x="10114" y="4222"/>
                    <a:pt x="10192" y="4190"/>
                  </a:cubicBezTo>
                  <a:cubicBezTo>
                    <a:pt x="10277" y="4170"/>
                    <a:pt x="10353" y="4161"/>
                    <a:pt x="10413" y="4161"/>
                  </a:cubicBezTo>
                  <a:cubicBezTo>
                    <a:pt x="10563" y="4161"/>
                    <a:pt x="10607" y="4218"/>
                    <a:pt x="10427" y="4288"/>
                  </a:cubicBezTo>
                  <a:cubicBezTo>
                    <a:pt x="10309" y="4365"/>
                    <a:pt x="10266" y="4393"/>
                    <a:pt x="10289" y="4393"/>
                  </a:cubicBezTo>
                  <a:cubicBezTo>
                    <a:pt x="10303" y="4393"/>
                    <a:pt x="10338" y="4384"/>
                    <a:pt x="10395" y="4369"/>
                  </a:cubicBezTo>
                  <a:cubicBezTo>
                    <a:pt x="10516" y="4409"/>
                    <a:pt x="10622" y="4474"/>
                    <a:pt x="10679" y="4498"/>
                  </a:cubicBezTo>
                  <a:cubicBezTo>
                    <a:pt x="10688" y="4502"/>
                    <a:pt x="10698" y="4504"/>
                    <a:pt x="10708" y="4504"/>
                  </a:cubicBezTo>
                  <a:cubicBezTo>
                    <a:pt x="10765" y="4504"/>
                    <a:pt x="10839" y="4453"/>
                    <a:pt x="10873" y="4385"/>
                  </a:cubicBezTo>
                  <a:lnTo>
                    <a:pt x="10873" y="4385"/>
                  </a:lnTo>
                  <a:cubicBezTo>
                    <a:pt x="10861" y="4529"/>
                    <a:pt x="10897" y="4644"/>
                    <a:pt x="11003" y="4644"/>
                  </a:cubicBezTo>
                  <a:cubicBezTo>
                    <a:pt x="11035" y="4644"/>
                    <a:pt x="11072" y="4634"/>
                    <a:pt x="11116" y="4612"/>
                  </a:cubicBezTo>
                  <a:lnTo>
                    <a:pt x="11230" y="4669"/>
                  </a:lnTo>
                  <a:cubicBezTo>
                    <a:pt x="11255" y="4683"/>
                    <a:pt x="11270" y="4691"/>
                    <a:pt x="11286" y="4691"/>
                  </a:cubicBezTo>
                  <a:cubicBezTo>
                    <a:pt x="11306" y="4691"/>
                    <a:pt x="11330" y="4679"/>
                    <a:pt x="11384" y="4653"/>
                  </a:cubicBezTo>
                  <a:cubicBezTo>
                    <a:pt x="11401" y="4645"/>
                    <a:pt x="11416" y="4641"/>
                    <a:pt x="11428" y="4641"/>
                  </a:cubicBezTo>
                  <a:cubicBezTo>
                    <a:pt x="11492" y="4641"/>
                    <a:pt x="11499" y="4736"/>
                    <a:pt x="11506" y="4831"/>
                  </a:cubicBezTo>
                  <a:cubicBezTo>
                    <a:pt x="11512" y="4918"/>
                    <a:pt x="11513" y="5001"/>
                    <a:pt x="11536" y="5001"/>
                  </a:cubicBezTo>
                  <a:cubicBezTo>
                    <a:pt x="11543" y="5001"/>
                    <a:pt x="11551" y="4994"/>
                    <a:pt x="11562" y="4977"/>
                  </a:cubicBezTo>
                  <a:cubicBezTo>
                    <a:pt x="11611" y="4896"/>
                    <a:pt x="11765" y="4888"/>
                    <a:pt x="11870" y="4847"/>
                  </a:cubicBezTo>
                  <a:cubicBezTo>
                    <a:pt x="11886" y="4841"/>
                    <a:pt x="11899" y="4839"/>
                    <a:pt x="11910" y="4839"/>
                  </a:cubicBezTo>
                  <a:cubicBezTo>
                    <a:pt x="11974" y="4839"/>
                    <a:pt x="11962" y="4926"/>
                    <a:pt x="11879" y="4961"/>
                  </a:cubicBezTo>
                  <a:cubicBezTo>
                    <a:pt x="11830" y="5034"/>
                    <a:pt x="11830" y="5034"/>
                    <a:pt x="11879" y="5180"/>
                  </a:cubicBezTo>
                  <a:cubicBezTo>
                    <a:pt x="11912" y="5208"/>
                    <a:pt x="11973" y="5251"/>
                    <a:pt x="12023" y="5251"/>
                  </a:cubicBezTo>
                  <a:cubicBezTo>
                    <a:pt x="12046" y="5251"/>
                    <a:pt x="12066" y="5243"/>
                    <a:pt x="12081" y="5220"/>
                  </a:cubicBezTo>
                  <a:cubicBezTo>
                    <a:pt x="12089" y="5209"/>
                    <a:pt x="12102" y="5203"/>
                    <a:pt x="12119" y="5203"/>
                  </a:cubicBezTo>
                  <a:cubicBezTo>
                    <a:pt x="12219" y="5203"/>
                    <a:pt x="12445" y="5391"/>
                    <a:pt x="12438" y="5496"/>
                  </a:cubicBezTo>
                  <a:lnTo>
                    <a:pt x="12535" y="5569"/>
                  </a:lnTo>
                  <a:cubicBezTo>
                    <a:pt x="12584" y="5609"/>
                    <a:pt x="12689" y="5585"/>
                    <a:pt x="12738" y="5634"/>
                  </a:cubicBezTo>
                  <a:cubicBezTo>
                    <a:pt x="12764" y="5649"/>
                    <a:pt x="12797" y="5658"/>
                    <a:pt x="12832" y="5658"/>
                  </a:cubicBezTo>
                  <a:cubicBezTo>
                    <a:pt x="12852" y="5658"/>
                    <a:pt x="12872" y="5656"/>
                    <a:pt x="12892" y="5650"/>
                  </a:cubicBezTo>
                  <a:cubicBezTo>
                    <a:pt x="12941" y="5690"/>
                    <a:pt x="12989" y="5739"/>
                    <a:pt x="12924" y="5804"/>
                  </a:cubicBezTo>
                  <a:cubicBezTo>
                    <a:pt x="12995" y="5767"/>
                    <a:pt x="13036" y="5745"/>
                    <a:pt x="13055" y="5745"/>
                  </a:cubicBezTo>
                  <a:cubicBezTo>
                    <a:pt x="13081" y="5745"/>
                    <a:pt x="13061" y="5789"/>
                    <a:pt x="13014" y="5893"/>
                  </a:cubicBezTo>
                  <a:cubicBezTo>
                    <a:pt x="12946" y="5965"/>
                    <a:pt x="12916" y="5997"/>
                    <a:pt x="12932" y="5997"/>
                  </a:cubicBezTo>
                  <a:cubicBezTo>
                    <a:pt x="12945" y="5997"/>
                    <a:pt x="12987" y="5977"/>
                    <a:pt x="13062" y="5942"/>
                  </a:cubicBezTo>
                  <a:cubicBezTo>
                    <a:pt x="13096" y="5934"/>
                    <a:pt x="13118" y="5929"/>
                    <a:pt x="13134" y="5929"/>
                  </a:cubicBezTo>
                  <a:cubicBezTo>
                    <a:pt x="13166" y="5929"/>
                    <a:pt x="13163" y="5953"/>
                    <a:pt x="13151" y="6031"/>
                  </a:cubicBezTo>
                  <a:cubicBezTo>
                    <a:pt x="13108" y="6074"/>
                    <a:pt x="13112" y="6110"/>
                    <a:pt x="13138" y="6110"/>
                  </a:cubicBezTo>
                  <a:cubicBezTo>
                    <a:pt x="13151" y="6110"/>
                    <a:pt x="13170" y="6101"/>
                    <a:pt x="13192" y="6079"/>
                  </a:cubicBezTo>
                  <a:cubicBezTo>
                    <a:pt x="13240" y="6058"/>
                    <a:pt x="13290" y="6048"/>
                    <a:pt x="13334" y="6048"/>
                  </a:cubicBezTo>
                  <a:cubicBezTo>
                    <a:pt x="13455" y="6048"/>
                    <a:pt x="13536" y="6118"/>
                    <a:pt x="13435" y="6201"/>
                  </a:cubicBezTo>
                  <a:cubicBezTo>
                    <a:pt x="13465" y="6231"/>
                    <a:pt x="13504" y="6248"/>
                    <a:pt x="13546" y="6248"/>
                  </a:cubicBezTo>
                  <a:cubicBezTo>
                    <a:pt x="13560" y="6248"/>
                    <a:pt x="13575" y="6246"/>
                    <a:pt x="13589" y="6242"/>
                  </a:cubicBezTo>
                  <a:cubicBezTo>
                    <a:pt x="13665" y="6214"/>
                    <a:pt x="13708" y="6198"/>
                    <a:pt x="13723" y="6198"/>
                  </a:cubicBezTo>
                  <a:cubicBezTo>
                    <a:pt x="13743" y="6198"/>
                    <a:pt x="13710" y="6228"/>
                    <a:pt x="13630" y="6298"/>
                  </a:cubicBezTo>
                  <a:cubicBezTo>
                    <a:pt x="13560" y="6414"/>
                    <a:pt x="13561" y="6472"/>
                    <a:pt x="13632" y="6472"/>
                  </a:cubicBezTo>
                  <a:cubicBezTo>
                    <a:pt x="13661" y="6472"/>
                    <a:pt x="13701" y="6463"/>
                    <a:pt x="13751" y="6444"/>
                  </a:cubicBezTo>
                  <a:cubicBezTo>
                    <a:pt x="13751" y="6444"/>
                    <a:pt x="13865" y="6444"/>
                    <a:pt x="13833" y="6550"/>
                  </a:cubicBezTo>
                  <a:cubicBezTo>
                    <a:pt x="13839" y="6685"/>
                    <a:pt x="13941" y="6960"/>
                    <a:pt x="14041" y="6960"/>
                  </a:cubicBezTo>
                  <a:cubicBezTo>
                    <a:pt x="14061" y="6960"/>
                    <a:pt x="14081" y="6949"/>
                    <a:pt x="14100" y="6923"/>
                  </a:cubicBezTo>
                  <a:cubicBezTo>
                    <a:pt x="14133" y="6955"/>
                    <a:pt x="14157" y="6996"/>
                    <a:pt x="14173" y="7036"/>
                  </a:cubicBezTo>
                  <a:cubicBezTo>
                    <a:pt x="14165" y="7190"/>
                    <a:pt x="14206" y="7247"/>
                    <a:pt x="14311" y="7255"/>
                  </a:cubicBezTo>
                  <a:lnTo>
                    <a:pt x="14424" y="7263"/>
                  </a:lnTo>
                  <a:cubicBezTo>
                    <a:pt x="14343" y="7312"/>
                    <a:pt x="14303" y="7417"/>
                    <a:pt x="14335" y="7474"/>
                  </a:cubicBezTo>
                  <a:cubicBezTo>
                    <a:pt x="14352" y="7499"/>
                    <a:pt x="14360" y="7512"/>
                    <a:pt x="14375" y="7512"/>
                  </a:cubicBezTo>
                  <a:cubicBezTo>
                    <a:pt x="14388" y="7512"/>
                    <a:pt x="14406" y="7501"/>
                    <a:pt x="14441" y="7482"/>
                  </a:cubicBezTo>
                  <a:cubicBezTo>
                    <a:pt x="14460" y="7439"/>
                    <a:pt x="14478" y="7423"/>
                    <a:pt x="14493" y="7423"/>
                  </a:cubicBezTo>
                  <a:cubicBezTo>
                    <a:pt x="14516" y="7423"/>
                    <a:pt x="14535" y="7457"/>
                    <a:pt x="14554" y="7490"/>
                  </a:cubicBezTo>
                  <a:cubicBezTo>
                    <a:pt x="14587" y="7555"/>
                    <a:pt x="14538" y="7652"/>
                    <a:pt x="14457" y="7693"/>
                  </a:cubicBezTo>
                  <a:lnTo>
                    <a:pt x="14489" y="7750"/>
                  </a:lnTo>
                  <a:cubicBezTo>
                    <a:pt x="14549" y="7720"/>
                    <a:pt x="14592" y="7708"/>
                    <a:pt x="14617" y="7708"/>
                  </a:cubicBezTo>
                  <a:cubicBezTo>
                    <a:pt x="14660" y="7708"/>
                    <a:pt x="14654" y="7740"/>
                    <a:pt x="14603" y="7766"/>
                  </a:cubicBezTo>
                  <a:cubicBezTo>
                    <a:pt x="14562" y="7831"/>
                    <a:pt x="14562" y="7920"/>
                    <a:pt x="14603" y="7985"/>
                  </a:cubicBezTo>
                  <a:cubicBezTo>
                    <a:pt x="14618" y="7977"/>
                    <a:pt x="14628" y="7975"/>
                    <a:pt x="14635" y="7975"/>
                  </a:cubicBezTo>
                  <a:cubicBezTo>
                    <a:pt x="14657" y="7975"/>
                    <a:pt x="14645" y="8003"/>
                    <a:pt x="14627" y="8003"/>
                  </a:cubicBezTo>
                  <a:cubicBezTo>
                    <a:pt x="14619" y="8003"/>
                    <a:pt x="14610" y="7998"/>
                    <a:pt x="14603" y="7985"/>
                  </a:cubicBezTo>
                  <a:lnTo>
                    <a:pt x="14522" y="8025"/>
                  </a:lnTo>
                  <a:cubicBezTo>
                    <a:pt x="14499" y="8070"/>
                    <a:pt x="14504" y="8086"/>
                    <a:pt x="14524" y="8086"/>
                  </a:cubicBezTo>
                  <a:cubicBezTo>
                    <a:pt x="14547" y="8086"/>
                    <a:pt x="14591" y="8064"/>
                    <a:pt x="14635" y="8042"/>
                  </a:cubicBezTo>
                  <a:cubicBezTo>
                    <a:pt x="14635" y="8042"/>
                    <a:pt x="14660" y="8098"/>
                    <a:pt x="14692" y="8155"/>
                  </a:cubicBezTo>
                  <a:cubicBezTo>
                    <a:pt x="14707" y="8190"/>
                    <a:pt x="14724" y="8224"/>
                    <a:pt x="14747" y="8224"/>
                  </a:cubicBezTo>
                  <a:cubicBezTo>
                    <a:pt x="14762" y="8224"/>
                    <a:pt x="14778" y="8210"/>
                    <a:pt x="14797" y="8171"/>
                  </a:cubicBezTo>
                  <a:cubicBezTo>
                    <a:pt x="14848" y="8146"/>
                    <a:pt x="14901" y="8121"/>
                    <a:pt x="14940" y="8121"/>
                  </a:cubicBezTo>
                  <a:cubicBezTo>
                    <a:pt x="14964" y="8121"/>
                    <a:pt x="14983" y="8130"/>
                    <a:pt x="14992" y="8155"/>
                  </a:cubicBezTo>
                  <a:cubicBezTo>
                    <a:pt x="15007" y="8148"/>
                    <a:pt x="15017" y="8145"/>
                    <a:pt x="15024" y="8145"/>
                  </a:cubicBezTo>
                  <a:cubicBezTo>
                    <a:pt x="15045" y="8145"/>
                    <a:pt x="15030" y="8173"/>
                    <a:pt x="15013" y="8173"/>
                  </a:cubicBezTo>
                  <a:cubicBezTo>
                    <a:pt x="15005" y="8173"/>
                    <a:pt x="14998" y="8169"/>
                    <a:pt x="14992" y="8155"/>
                  </a:cubicBezTo>
                  <a:cubicBezTo>
                    <a:pt x="14911" y="8187"/>
                    <a:pt x="14830" y="8228"/>
                    <a:pt x="14854" y="8293"/>
                  </a:cubicBezTo>
                  <a:cubicBezTo>
                    <a:pt x="14887" y="8350"/>
                    <a:pt x="14797" y="8382"/>
                    <a:pt x="14797" y="8382"/>
                  </a:cubicBezTo>
                  <a:cubicBezTo>
                    <a:pt x="14611" y="8406"/>
                    <a:pt x="14797" y="8601"/>
                    <a:pt x="14903" y="8617"/>
                  </a:cubicBezTo>
                  <a:cubicBezTo>
                    <a:pt x="15122" y="8658"/>
                    <a:pt x="15146" y="8723"/>
                    <a:pt x="14984" y="8796"/>
                  </a:cubicBezTo>
                  <a:cubicBezTo>
                    <a:pt x="14865" y="8847"/>
                    <a:pt x="14936" y="8882"/>
                    <a:pt x="15083" y="8882"/>
                  </a:cubicBezTo>
                  <a:cubicBezTo>
                    <a:pt x="15147" y="8882"/>
                    <a:pt x="15225" y="8875"/>
                    <a:pt x="15308" y="8860"/>
                  </a:cubicBezTo>
                  <a:lnTo>
                    <a:pt x="15584" y="8820"/>
                  </a:lnTo>
                  <a:lnTo>
                    <a:pt x="15332" y="8925"/>
                  </a:lnTo>
                  <a:cubicBezTo>
                    <a:pt x="15024" y="9128"/>
                    <a:pt x="15024" y="9120"/>
                    <a:pt x="15260" y="9233"/>
                  </a:cubicBezTo>
                  <a:cubicBezTo>
                    <a:pt x="15397" y="9314"/>
                    <a:pt x="15397" y="9314"/>
                    <a:pt x="15308" y="9347"/>
                  </a:cubicBezTo>
                  <a:cubicBezTo>
                    <a:pt x="15227" y="9379"/>
                    <a:pt x="15251" y="9444"/>
                    <a:pt x="15324" y="9614"/>
                  </a:cubicBezTo>
                  <a:cubicBezTo>
                    <a:pt x="15377" y="9759"/>
                    <a:pt x="15403" y="9829"/>
                    <a:pt x="15458" y="9829"/>
                  </a:cubicBezTo>
                  <a:cubicBezTo>
                    <a:pt x="15471" y="9829"/>
                    <a:pt x="15486" y="9825"/>
                    <a:pt x="15503" y="9817"/>
                  </a:cubicBezTo>
                  <a:cubicBezTo>
                    <a:pt x="15503" y="9817"/>
                    <a:pt x="15527" y="9882"/>
                    <a:pt x="15543" y="9939"/>
                  </a:cubicBezTo>
                  <a:cubicBezTo>
                    <a:pt x="15455" y="10022"/>
                    <a:pt x="15477" y="10086"/>
                    <a:pt x="15543" y="10086"/>
                  </a:cubicBezTo>
                  <a:cubicBezTo>
                    <a:pt x="15579" y="10086"/>
                    <a:pt x="15629" y="10066"/>
                    <a:pt x="15681" y="10020"/>
                  </a:cubicBezTo>
                  <a:lnTo>
                    <a:pt x="15730" y="10133"/>
                  </a:lnTo>
                  <a:lnTo>
                    <a:pt x="15641" y="10174"/>
                  </a:lnTo>
                  <a:cubicBezTo>
                    <a:pt x="15559" y="10206"/>
                    <a:pt x="15600" y="10328"/>
                    <a:pt x="15803" y="10790"/>
                  </a:cubicBezTo>
                  <a:cubicBezTo>
                    <a:pt x="15977" y="11189"/>
                    <a:pt x="16037" y="11315"/>
                    <a:pt x="16129" y="11315"/>
                  </a:cubicBezTo>
                  <a:cubicBezTo>
                    <a:pt x="16156" y="11315"/>
                    <a:pt x="16187" y="11303"/>
                    <a:pt x="16224" y="11285"/>
                  </a:cubicBezTo>
                  <a:cubicBezTo>
                    <a:pt x="16254" y="11281"/>
                    <a:pt x="16279" y="11279"/>
                    <a:pt x="16301" y="11279"/>
                  </a:cubicBezTo>
                  <a:cubicBezTo>
                    <a:pt x="16414" y="11279"/>
                    <a:pt x="16409" y="11330"/>
                    <a:pt x="16273" y="11398"/>
                  </a:cubicBezTo>
                  <a:cubicBezTo>
                    <a:pt x="16205" y="11432"/>
                    <a:pt x="16160" y="11505"/>
                    <a:pt x="16194" y="11505"/>
                  </a:cubicBezTo>
                  <a:cubicBezTo>
                    <a:pt x="16201" y="11505"/>
                    <a:pt x="16211" y="11502"/>
                    <a:pt x="16224" y="11495"/>
                  </a:cubicBezTo>
                  <a:cubicBezTo>
                    <a:pt x="16249" y="11560"/>
                    <a:pt x="16257" y="11633"/>
                    <a:pt x="16224" y="11706"/>
                  </a:cubicBezTo>
                  <a:cubicBezTo>
                    <a:pt x="16171" y="11888"/>
                    <a:pt x="16216" y="11947"/>
                    <a:pt x="16273" y="11947"/>
                  </a:cubicBezTo>
                  <a:cubicBezTo>
                    <a:pt x="16295" y="11947"/>
                    <a:pt x="16318" y="11939"/>
                    <a:pt x="16338" y="11925"/>
                  </a:cubicBezTo>
                  <a:cubicBezTo>
                    <a:pt x="16385" y="11872"/>
                    <a:pt x="16409" y="11851"/>
                    <a:pt x="16417" y="11851"/>
                  </a:cubicBezTo>
                  <a:cubicBezTo>
                    <a:pt x="16432" y="11851"/>
                    <a:pt x="16401" y="11915"/>
                    <a:pt x="16370" y="11982"/>
                  </a:cubicBezTo>
                  <a:cubicBezTo>
                    <a:pt x="16329" y="12064"/>
                    <a:pt x="16294" y="12145"/>
                    <a:pt x="16327" y="12145"/>
                  </a:cubicBezTo>
                  <a:cubicBezTo>
                    <a:pt x="16334" y="12145"/>
                    <a:pt x="16342" y="12142"/>
                    <a:pt x="16354" y="12136"/>
                  </a:cubicBezTo>
                  <a:cubicBezTo>
                    <a:pt x="16468" y="12144"/>
                    <a:pt x="16735" y="12412"/>
                    <a:pt x="16589" y="12509"/>
                  </a:cubicBezTo>
                  <a:lnTo>
                    <a:pt x="16662" y="12614"/>
                  </a:lnTo>
                  <a:cubicBezTo>
                    <a:pt x="16675" y="12606"/>
                    <a:pt x="16687" y="12602"/>
                    <a:pt x="16700" y="12602"/>
                  </a:cubicBezTo>
                  <a:cubicBezTo>
                    <a:pt x="16758" y="12602"/>
                    <a:pt x="16814" y="12688"/>
                    <a:pt x="16881" y="12768"/>
                  </a:cubicBezTo>
                  <a:cubicBezTo>
                    <a:pt x="16954" y="12874"/>
                    <a:pt x="16986" y="12922"/>
                    <a:pt x="16913" y="12979"/>
                  </a:cubicBezTo>
                  <a:cubicBezTo>
                    <a:pt x="16808" y="12979"/>
                    <a:pt x="16841" y="13036"/>
                    <a:pt x="16995" y="13076"/>
                  </a:cubicBezTo>
                  <a:cubicBezTo>
                    <a:pt x="17007" y="13092"/>
                    <a:pt x="17033" y="13096"/>
                    <a:pt x="17064" y="13096"/>
                  </a:cubicBezTo>
                  <a:cubicBezTo>
                    <a:pt x="17102" y="13096"/>
                    <a:pt x="17147" y="13090"/>
                    <a:pt x="17184" y="13090"/>
                  </a:cubicBezTo>
                  <a:cubicBezTo>
                    <a:pt x="17215" y="13090"/>
                    <a:pt x="17241" y="13094"/>
                    <a:pt x="17254" y="13109"/>
                  </a:cubicBezTo>
                  <a:cubicBezTo>
                    <a:pt x="17294" y="13074"/>
                    <a:pt x="17354" y="13054"/>
                    <a:pt x="17402" y="13054"/>
                  </a:cubicBezTo>
                  <a:cubicBezTo>
                    <a:pt x="17432" y="13054"/>
                    <a:pt x="17458" y="13061"/>
                    <a:pt x="17473" y="13076"/>
                  </a:cubicBezTo>
                  <a:lnTo>
                    <a:pt x="17400" y="13141"/>
                  </a:lnTo>
                  <a:lnTo>
                    <a:pt x="17270" y="13263"/>
                  </a:lnTo>
                  <a:cubicBezTo>
                    <a:pt x="17297" y="13295"/>
                    <a:pt x="17323" y="13323"/>
                    <a:pt x="17356" y="13323"/>
                  </a:cubicBezTo>
                  <a:cubicBezTo>
                    <a:pt x="17374" y="13323"/>
                    <a:pt x="17394" y="13315"/>
                    <a:pt x="17416" y="13295"/>
                  </a:cubicBezTo>
                  <a:lnTo>
                    <a:pt x="17416" y="13295"/>
                  </a:lnTo>
                  <a:cubicBezTo>
                    <a:pt x="17392" y="13401"/>
                    <a:pt x="17432" y="13449"/>
                    <a:pt x="17522" y="13539"/>
                  </a:cubicBezTo>
                  <a:cubicBezTo>
                    <a:pt x="17600" y="13617"/>
                    <a:pt x="17684" y="13689"/>
                    <a:pt x="17775" y="13689"/>
                  </a:cubicBezTo>
                  <a:cubicBezTo>
                    <a:pt x="17788" y="13689"/>
                    <a:pt x="17801" y="13688"/>
                    <a:pt x="17813" y="13685"/>
                  </a:cubicBezTo>
                  <a:lnTo>
                    <a:pt x="17813" y="13685"/>
                  </a:lnTo>
                  <a:cubicBezTo>
                    <a:pt x="17747" y="13831"/>
                    <a:pt x="17938" y="14022"/>
                    <a:pt x="18098" y="14022"/>
                  </a:cubicBezTo>
                  <a:cubicBezTo>
                    <a:pt x="18133" y="14022"/>
                    <a:pt x="18166" y="14013"/>
                    <a:pt x="18195" y="13993"/>
                  </a:cubicBezTo>
                  <a:cubicBezTo>
                    <a:pt x="18212" y="13966"/>
                    <a:pt x="18230" y="13953"/>
                    <a:pt x="18246" y="13953"/>
                  </a:cubicBezTo>
                  <a:cubicBezTo>
                    <a:pt x="18272" y="13953"/>
                    <a:pt x="18292" y="13991"/>
                    <a:pt x="18292" y="14057"/>
                  </a:cubicBezTo>
                  <a:cubicBezTo>
                    <a:pt x="18292" y="14129"/>
                    <a:pt x="18292" y="14155"/>
                    <a:pt x="18316" y="14155"/>
                  </a:cubicBezTo>
                  <a:cubicBezTo>
                    <a:pt x="18330" y="14155"/>
                    <a:pt x="18353" y="14146"/>
                    <a:pt x="18389" y="14130"/>
                  </a:cubicBezTo>
                  <a:cubicBezTo>
                    <a:pt x="18406" y="14122"/>
                    <a:pt x="18421" y="14119"/>
                    <a:pt x="18433" y="14119"/>
                  </a:cubicBezTo>
                  <a:cubicBezTo>
                    <a:pt x="18495" y="14119"/>
                    <a:pt x="18496" y="14213"/>
                    <a:pt x="18503" y="14301"/>
                  </a:cubicBezTo>
                  <a:cubicBezTo>
                    <a:pt x="18479" y="14440"/>
                    <a:pt x="18502" y="14496"/>
                    <a:pt x="18555" y="14496"/>
                  </a:cubicBezTo>
                  <a:cubicBezTo>
                    <a:pt x="18576" y="14496"/>
                    <a:pt x="18602" y="14487"/>
                    <a:pt x="18632" y="14471"/>
                  </a:cubicBezTo>
                  <a:cubicBezTo>
                    <a:pt x="18649" y="14470"/>
                    <a:pt x="18667" y="14469"/>
                    <a:pt x="18684" y="14469"/>
                  </a:cubicBezTo>
                  <a:cubicBezTo>
                    <a:pt x="18774" y="14469"/>
                    <a:pt x="18868" y="14487"/>
                    <a:pt x="18957" y="14528"/>
                  </a:cubicBezTo>
                  <a:cubicBezTo>
                    <a:pt x="19103" y="14487"/>
                    <a:pt x="19159" y="14503"/>
                    <a:pt x="19135" y="14398"/>
                  </a:cubicBezTo>
                  <a:cubicBezTo>
                    <a:pt x="19159" y="14341"/>
                    <a:pt x="19200" y="14293"/>
                    <a:pt x="19249" y="14252"/>
                  </a:cubicBezTo>
                  <a:cubicBezTo>
                    <a:pt x="19281" y="14238"/>
                    <a:pt x="19303" y="14233"/>
                    <a:pt x="19318" y="14233"/>
                  </a:cubicBezTo>
                  <a:cubicBezTo>
                    <a:pt x="19359" y="14233"/>
                    <a:pt x="19345" y="14270"/>
                    <a:pt x="19311" y="14270"/>
                  </a:cubicBezTo>
                  <a:cubicBezTo>
                    <a:pt x="19307" y="14270"/>
                    <a:pt x="19302" y="14270"/>
                    <a:pt x="19297" y="14268"/>
                  </a:cubicBezTo>
                  <a:cubicBezTo>
                    <a:pt x="19167" y="14317"/>
                    <a:pt x="19216" y="14333"/>
                    <a:pt x="19240" y="14439"/>
                  </a:cubicBezTo>
                  <a:cubicBezTo>
                    <a:pt x="19273" y="14544"/>
                    <a:pt x="19386" y="14576"/>
                    <a:pt x="19451" y="14593"/>
                  </a:cubicBezTo>
                  <a:cubicBezTo>
                    <a:pt x="19508" y="14609"/>
                    <a:pt x="19630" y="14633"/>
                    <a:pt x="19686" y="14641"/>
                  </a:cubicBezTo>
                  <a:cubicBezTo>
                    <a:pt x="19772" y="14710"/>
                    <a:pt x="19833" y="14740"/>
                    <a:pt x="19872" y="14740"/>
                  </a:cubicBezTo>
                  <a:cubicBezTo>
                    <a:pt x="19907" y="14740"/>
                    <a:pt x="19926" y="14716"/>
                    <a:pt x="19930" y="14674"/>
                  </a:cubicBezTo>
                  <a:cubicBezTo>
                    <a:pt x="19933" y="14636"/>
                    <a:pt x="19936" y="14607"/>
                    <a:pt x="19938" y="14584"/>
                  </a:cubicBezTo>
                  <a:lnTo>
                    <a:pt x="19938" y="14584"/>
                  </a:lnTo>
                  <a:cubicBezTo>
                    <a:pt x="19953" y="14689"/>
                    <a:pt x="20121" y="14738"/>
                    <a:pt x="20296" y="14738"/>
                  </a:cubicBezTo>
                  <a:cubicBezTo>
                    <a:pt x="20488" y="14738"/>
                    <a:pt x="20687" y="14679"/>
                    <a:pt x="20700" y="14568"/>
                  </a:cubicBezTo>
                  <a:lnTo>
                    <a:pt x="20716" y="14657"/>
                  </a:lnTo>
                  <a:cubicBezTo>
                    <a:pt x="20727" y="14716"/>
                    <a:pt x="20755" y="14736"/>
                    <a:pt x="20807" y="14736"/>
                  </a:cubicBezTo>
                  <a:cubicBezTo>
                    <a:pt x="20835" y="14736"/>
                    <a:pt x="20869" y="14731"/>
                    <a:pt x="20911" y="14722"/>
                  </a:cubicBezTo>
                  <a:cubicBezTo>
                    <a:pt x="20975" y="14706"/>
                    <a:pt x="21203" y="14568"/>
                    <a:pt x="21373" y="14503"/>
                  </a:cubicBezTo>
                  <a:cubicBezTo>
                    <a:pt x="21600" y="14430"/>
                    <a:pt x="21770" y="14349"/>
                    <a:pt x="21738" y="14268"/>
                  </a:cubicBezTo>
                  <a:cubicBezTo>
                    <a:pt x="21755" y="14260"/>
                    <a:pt x="21766" y="14254"/>
                    <a:pt x="21775" y="14254"/>
                  </a:cubicBezTo>
                  <a:cubicBezTo>
                    <a:pt x="21791" y="14254"/>
                    <a:pt x="21801" y="14273"/>
                    <a:pt x="21827" y="14325"/>
                  </a:cubicBezTo>
                  <a:cubicBezTo>
                    <a:pt x="21818" y="14383"/>
                    <a:pt x="21831" y="14401"/>
                    <a:pt x="21854" y="14401"/>
                  </a:cubicBezTo>
                  <a:cubicBezTo>
                    <a:pt x="21873" y="14401"/>
                    <a:pt x="21898" y="14388"/>
                    <a:pt x="21924" y="14374"/>
                  </a:cubicBezTo>
                  <a:cubicBezTo>
                    <a:pt x="21981" y="14349"/>
                    <a:pt x="21940" y="14268"/>
                    <a:pt x="21900" y="14187"/>
                  </a:cubicBezTo>
                  <a:cubicBezTo>
                    <a:pt x="21869" y="14126"/>
                    <a:pt x="21889" y="14097"/>
                    <a:pt x="21967" y="14097"/>
                  </a:cubicBezTo>
                  <a:cubicBezTo>
                    <a:pt x="21993" y="14097"/>
                    <a:pt x="22024" y="14100"/>
                    <a:pt x="22062" y="14106"/>
                  </a:cubicBezTo>
                  <a:cubicBezTo>
                    <a:pt x="22240" y="14106"/>
                    <a:pt x="22402" y="14009"/>
                    <a:pt x="22475" y="13847"/>
                  </a:cubicBezTo>
                  <a:cubicBezTo>
                    <a:pt x="22503" y="13824"/>
                    <a:pt x="22531" y="13803"/>
                    <a:pt x="22560" y="13803"/>
                  </a:cubicBezTo>
                  <a:cubicBezTo>
                    <a:pt x="22582" y="13803"/>
                    <a:pt x="22605" y="13815"/>
                    <a:pt x="22629" y="13847"/>
                  </a:cubicBezTo>
                  <a:cubicBezTo>
                    <a:pt x="22659" y="13858"/>
                    <a:pt x="22693" y="13866"/>
                    <a:pt x="22726" y="13866"/>
                  </a:cubicBezTo>
                  <a:cubicBezTo>
                    <a:pt x="22808" y="13866"/>
                    <a:pt x="22884" y="13817"/>
                    <a:pt x="22873" y="13660"/>
                  </a:cubicBezTo>
                  <a:cubicBezTo>
                    <a:pt x="22893" y="13643"/>
                    <a:pt x="22905" y="13633"/>
                    <a:pt x="22917" y="13633"/>
                  </a:cubicBezTo>
                  <a:cubicBezTo>
                    <a:pt x="22932" y="13633"/>
                    <a:pt x="22946" y="13651"/>
                    <a:pt x="22978" y="13693"/>
                  </a:cubicBezTo>
                  <a:cubicBezTo>
                    <a:pt x="23034" y="13705"/>
                    <a:pt x="23076" y="13728"/>
                    <a:pt x="23095" y="13728"/>
                  </a:cubicBezTo>
                  <a:cubicBezTo>
                    <a:pt x="23116" y="13728"/>
                    <a:pt x="23113" y="13703"/>
                    <a:pt x="23075" y="13612"/>
                  </a:cubicBezTo>
                  <a:cubicBezTo>
                    <a:pt x="23116" y="13449"/>
                    <a:pt x="23246" y="13336"/>
                    <a:pt x="23400" y="13303"/>
                  </a:cubicBezTo>
                  <a:cubicBezTo>
                    <a:pt x="23448" y="13263"/>
                    <a:pt x="23489" y="13214"/>
                    <a:pt x="23424" y="13149"/>
                  </a:cubicBezTo>
                  <a:lnTo>
                    <a:pt x="23359" y="13093"/>
                  </a:lnTo>
                  <a:lnTo>
                    <a:pt x="23359" y="13093"/>
                  </a:lnTo>
                  <a:cubicBezTo>
                    <a:pt x="23432" y="13126"/>
                    <a:pt x="23475" y="13145"/>
                    <a:pt x="23495" y="13145"/>
                  </a:cubicBezTo>
                  <a:cubicBezTo>
                    <a:pt x="23523" y="13145"/>
                    <a:pt x="23501" y="13104"/>
                    <a:pt x="23448" y="13003"/>
                  </a:cubicBezTo>
                  <a:cubicBezTo>
                    <a:pt x="23405" y="12960"/>
                    <a:pt x="23409" y="12928"/>
                    <a:pt x="23435" y="12928"/>
                  </a:cubicBezTo>
                  <a:cubicBezTo>
                    <a:pt x="23448" y="12928"/>
                    <a:pt x="23467" y="12936"/>
                    <a:pt x="23489" y="12955"/>
                  </a:cubicBezTo>
                  <a:cubicBezTo>
                    <a:pt x="23502" y="12959"/>
                    <a:pt x="23516" y="12961"/>
                    <a:pt x="23529" y="12961"/>
                  </a:cubicBezTo>
                  <a:cubicBezTo>
                    <a:pt x="23567" y="12961"/>
                    <a:pt x="23607" y="12946"/>
                    <a:pt x="23643" y="12922"/>
                  </a:cubicBezTo>
                  <a:cubicBezTo>
                    <a:pt x="23683" y="12882"/>
                    <a:pt x="23821" y="12582"/>
                    <a:pt x="24000" y="12339"/>
                  </a:cubicBezTo>
                  <a:cubicBezTo>
                    <a:pt x="24283" y="11933"/>
                    <a:pt x="24373" y="11763"/>
                    <a:pt x="24292" y="11722"/>
                  </a:cubicBezTo>
                  <a:cubicBezTo>
                    <a:pt x="24251" y="11617"/>
                    <a:pt x="24251" y="11625"/>
                    <a:pt x="24356" y="11617"/>
                  </a:cubicBezTo>
                  <a:cubicBezTo>
                    <a:pt x="24437" y="11617"/>
                    <a:pt x="24502" y="11568"/>
                    <a:pt x="24527" y="11495"/>
                  </a:cubicBezTo>
                  <a:cubicBezTo>
                    <a:pt x="24551" y="11453"/>
                    <a:pt x="24575" y="11416"/>
                    <a:pt x="24619" y="11416"/>
                  </a:cubicBezTo>
                  <a:cubicBezTo>
                    <a:pt x="24634" y="11416"/>
                    <a:pt x="24652" y="11420"/>
                    <a:pt x="24673" y="11431"/>
                  </a:cubicBezTo>
                  <a:cubicBezTo>
                    <a:pt x="24624" y="11333"/>
                    <a:pt x="24616" y="11333"/>
                    <a:pt x="24648" y="11277"/>
                  </a:cubicBezTo>
                  <a:lnTo>
                    <a:pt x="24648" y="11277"/>
                  </a:lnTo>
                  <a:cubicBezTo>
                    <a:pt x="24666" y="11286"/>
                    <a:pt x="24682" y="11290"/>
                    <a:pt x="24695" y="11290"/>
                  </a:cubicBezTo>
                  <a:cubicBezTo>
                    <a:pt x="24739" y="11290"/>
                    <a:pt x="24749" y="11239"/>
                    <a:pt x="24705" y="11163"/>
                  </a:cubicBezTo>
                  <a:cubicBezTo>
                    <a:pt x="24632" y="11085"/>
                    <a:pt x="24600" y="11051"/>
                    <a:pt x="24615" y="11051"/>
                  </a:cubicBezTo>
                  <a:cubicBezTo>
                    <a:pt x="24627" y="11051"/>
                    <a:pt x="24667" y="11071"/>
                    <a:pt x="24737" y="11106"/>
                  </a:cubicBezTo>
                  <a:cubicBezTo>
                    <a:pt x="24750" y="11114"/>
                    <a:pt x="24766" y="11117"/>
                    <a:pt x="24782" y="11117"/>
                  </a:cubicBezTo>
                  <a:cubicBezTo>
                    <a:pt x="24860" y="11117"/>
                    <a:pt x="24956" y="11040"/>
                    <a:pt x="24893" y="11040"/>
                  </a:cubicBezTo>
                  <a:cubicBezTo>
                    <a:pt x="24888" y="11040"/>
                    <a:pt x="24882" y="11040"/>
                    <a:pt x="24875" y="11041"/>
                  </a:cubicBezTo>
                  <a:cubicBezTo>
                    <a:pt x="24794" y="11001"/>
                    <a:pt x="24851" y="10887"/>
                    <a:pt x="24794" y="10790"/>
                  </a:cubicBezTo>
                  <a:cubicBezTo>
                    <a:pt x="24813" y="10747"/>
                    <a:pt x="24836" y="10703"/>
                    <a:pt x="24882" y="10703"/>
                  </a:cubicBezTo>
                  <a:cubicBezTo>
                    <a:pt x="24896" y="10703"/>
                    <a:pt x="24913" y="10708"/>
                    <a:pt x="24932" y="10717"/>
                  </a:cubicBezTo>
                  <a:cubicBezTo>
                    <a:pt x="25046" y="10701"/>
                    <a:pt x="25086" y="10368"/>
                    <a:pt x="25029" y="10279"/>
                  </a:cubicBezTo>
                  <a:cubicBezTo>
                    <a:pt x="24968" y="10249"/>
                    <a:pt x="24967" y="10209"/>
                    <a:pt x="25009" y="10209"/>
                  </a:cubicBezTo>
                  <a:cubicBezTo>
                    <a:pt x="25022" y="10209"/>
                    <a:pt x="25040" y="10213"/>
                    <a:pt x="25062" y="10223"/>
                  </a:cubicBezTo>
                  <a:cubicBezTo>
                    <a:pt x="25078" y="10229"/>
                    <a:pt x="25092" y="10232"/>
                    <a:pt x="25104" y="10232"/>
                  </a:cubicBezTo>
                  <a:cubicBezTo>
                    <a:pt x="25153" y="10232"/>
                    <a:pt x="25172" y="10187"/>
                    <a:pt x="25192" y="10141"/>
                  </a:cubicBezTo>
                  <a:cubicBezTo>
                    <a:pt x="25164" y="10098"/>
                    <a:pt x="25169" y="10084"/>
                    <a:pt x="25190" y="10084"/>
                  </a:cubicBezTo>
                  <a:cubicBezTo>
                    <a:pt x="25213" y="10084"/>
                    <a:pt x="25255" y="10100"/>
                    <a:pt x="25297" y="10117"/>
                  </a:cubicBezTo>
                  <a:cubicBezTo>
                    <a:pt x="25320" y="10152"/>
                    <a:pt x="25338" y="10167"/>
                    <a:pt x="25354" y="10167"/>
                  </a:cubicBezTo>
                  <a:cubicBezTo>
                    <a:pt x="25382" y="10167"/>
                    <a:pt x="25403" y="10117"/>
                    <a:pt x="25435" y="10044"/>
                  </a:cubicBezTo>
                  <a:cubicBezTo>
                    <a:pt x="25378" y="9947"/>
                    <a:pt x="25475" y="9712"/>
                    <a:pt x="25548" y="9541"/>
                  </a:cubicBezTo>
                  <a:cubicBezTo>
                    <a:pt x="25670" y="9250"/>
                    <a:pt x="25613" y="9152"/>
                    <a:pt x="25492" y="8966"/>
                  </a:cubicBezTo>
                  <a:lnTo>
                    <a:pt x="25346" y="8836"/>
                  </a:lnTo>
                  <a:lnTo>
                    <a:pt x="25516" y="8909"/>
                  </a:lnTo>
                  <a:cubicBezTo>
                    <a:pt x="25605" y="8933"/>
                    <a:pt x="25702" y="8950"/>
                    <a:pt x="25791" y="8950"/>
                  </a:cubicBezTo>
                  <a:cubicBezTo>
                    <a:pt x="25816" y="8893"/>
                    <a:pt x="25735" y="8860"/>
                    <a:pt x="25646" y="8828"/>
                  </a:cubicBezTo>
                  <a:cubicBezTo>
                    <a:pt x="25564" y="8787"/>
                    <a:pt x="25589" y="8731"/>
                    <a:pt x="25719" y="8650"/>
                  </a:cubicBezTo>
                  <a:cubicBezTo>
                    <a:pt x="25856" y="8569"/>
                    <a:pt x="25881" y="8512"/>
                    <a:pt x="25824" y="8415"/>
                  </a:cubicBezTo>
                  <a:cubicBezTo>
                    <a:pt x="25840" y="8342"/>
                    <a:pt x="25905" y="8285"/>
                    <a:pt x="25978" y="8277"/>
                  </a:cubicBezTo>
                  <a:cubicBezTo>
                    <a:pt x="26002" y="8212"/>
                    <a:pt x="26002" y="8220"/>
                    <a:pt x="25921" y="8179"/>
                  </a:cubicBezTo>
                  <a:cubicBezTo>
                    <a:pt x="25840" y="8147"/>
                    <a:pt x="25864" y="8082"/>
                    <a:pt x="25970" y="8066"/>
                  </a:cubicBezTo>
                  <a:cubicBezTo>
                    <a:pt x="25974" y="8066"/>
                    <a:pt x="25979" y="8066"/>
                    <a:pt x="25983" y="8066"/>
                  </a:cubicBezTo>
                  <a:cubicBezTo>
                    <a:pt x="26168" y="8066"/>
                    <a:pt x="26243" y="7903"/>
                    <a:pt x="26156" y="7863"/>
                  </a:cubicBezTo>
                  <a:cubicBezTo>
                    <a:pt x="26075" y="7831"/>
                    <a:pt x="26100" y="7774"/>
                    <a:pt x="26132" y="7709"/>
                  </a:cubicBezTo>
                  <a:cubicBezTo>
                    <a:pt x="26173" y="7644"/>
                    <a:pt x="26173" y="7563"/>
                    <a:pt x="26124" y="7498"/>
                  </a:cubicBezTo>
                  <a:cubicBezTo>
                    <a:pt x="26156" y="7442"/>
                    <a:pt x="26181" y="7385"/>
                    <a:pt x="26181" y="7385"/>
                  </a:cubicBezTo>
                  <a:cubicBezTo>
                    <a:pt x="26188" y="7373"/>
                    <a:pt x="26196" y="7368"/>
                    <a:pt x="26204" y="7368"/>
                  </a:cubicBezTo>
                  <a:cubicBezTo>
                    <a:pt x="26233" y="7368"/>
                    <a:pt x="26263" y="7437"/>
                    <a:pt x="26237" y="7482"/>
                  </a:cubicBezTo>
                  <a:lnTo>
                    <a:pt x="26351" y="7458"/>
                  </a:lnTo>
                  <a:cubicBezTo>
                    <a:pt x="26408" y="7344"/>
                    <a:pt x="26432" y="7288"/>
                    <a:pt x="26375" y="7190"/>
                  </a:cubicBezTo>
                  <a:cubicBezTo>
                    <a:pt x="26302" y="7112"/>
                    <a:pt x="26270" y="7078"/>
                    <a:pt x="26286" y="7078"/>
                  </a:cubicBezTo>
                  <a:cubicBezTo>
                    <a:pt x="26297" y="7078"/>
                    <a:pt x="26337" y="7098"/>
                    <a:pt x="26408" y="7133"/>
                  </a:cubicBezTo>
                  <a:cubicBezTo>
                    <a:pt x="26435" y="7147"/>
                    <a:pt x="26465" y="7154"/>
                    <a:pt x="26492" y="7154"/>
                  </a:cubicBezTo>
                  <a:cubicBezTo>
                    <a:pt x="26546" y="7154"/>
                    <a:pt x="26583" y="7125"/>
                    <a:pt x="26546" y="7061"/>
                  </a:cubicBezTo>
                  <a:cubicBezTo>
                    <a:pt x="26455" y="6965"/>
                    <a:pt x="26483" y="6928"/>
                    <a:pt x="26535" y="6928"/>
                  </a:cubicBezTo>
                  <a:cubicBezTo>
                    <a:pt x="26558" y="6928"/>
                    <a:pt x="26586" y="6935"/>
                    <a:pt x="26610" y="6947"/>
                  </a:cubicBezTo>
                  <a:cubicBezTo>
                    <a:pt x="26662" y="7002"/>
                    <a:pt x="26692" y="7035"/>
                    <a:pt x="26707" y="7035"/>
                  </a:cubicBezTo>
                  <a:cubicBezTo>
                    <a:pt x="26730" y="7035"/>
                    <a:pt x="26719" y="6961"/>
                    <a:pt x="26700" y="6777"/>
                  </a:cubicBezTo>
                  <a:cubicBezTo>
                    <a:pt x="26756" y="6663"/>
                    <a:pt x="26813" y="6404"/>
                    <a:pt x="26918" y="6242"/>
                  </a:cubicBezTo>
                  <a:cubicBezTo>
                    <a:pt x="27064" y="6023"/>
                    <a:pt x="27137" y="5917"/>
                    <a:pt x="27243" y="5909"/>
                  </a:cubicBezTo>
                  <a:cubicBezTo>
                    <a:pt x="27250" y="5914"/>
                    <a:pt x="27257" y="5919"/>
                    <a:pt x="27263" y="5923"/>
                  </a:cubicBezTo>
                  <a:lnTo>
                    <a:pt x="27263" y="5923"/>
                  </a:lnTo>
                  <a:cubicBezTo>
                    <a:pt x="27181" y="5842"/>
                    <a:pt x="27219" y="5780"/>
                    <a:pt x="27316" y="5642"/>
                  </a:cubicBezTo>
                  <a:cubicBezTo>
                    <a:pt x="27454" y="5593"/>
                    <a:pt x="27535" y="5431"/>
                    <a:pt x="27486" y="5285"/>
                  </a:cubicBezTo>
                  <a:lnTo>
                    <a:pt x="27486" y="5285"/>
                  </a:lnTo>
                  <a:lnTo>
                    <a:pt x="27405" y="5390"/>
                  </a:lnTo>
                  <a:cubicBezTo>
                    <a:pt x="27259" y="5277"/>
                    <a:pt x="27300" y="5228"/>
                    <a:pt x="27454" y="5180"/>
                  </a:cubicBezTo>
                  <a:cubicBezTo>
                    <a:pt x="27464" y="5167"/>
                    <a:pt x="27477" y="5161"/>
                    <a:pt x="27492" y="5161"/>
                  </a:cubicBezTo>
                  <a:cubicBezTo>
                    <a:pt x="27533" y="5161"/>
                    <a:pt x="27587" y="5203"/>
                    <a:pt x="27640" y="5244"/>
                  </a:cubicBezTo>
                  <a:cubicBezTo>
                    <a:pt x="27676" y="5276"/>
                    <a:pt x="27727" y="5293"/>
                    <a:pt x="27773" y="5293"/>
                  </a:cubicBezTo>
                  <a:cubicBezTo>
                    <a:pt x="27809" y="5293"/>
                    <a:pt x="27841" y="5282"/>
                    <a:pt x="27859" y="5261"/>
                  </a:cubicBezTo>
                  <a:cubicBezTo>
                    <a:pt x="27900" y="5212"/>
                    <a:pt x="27940" y="5163"/>
                    <a:pt x="27827" y="5155"/>
                  </a:cubicBezTo>
                  <a:cubicBezTo>
                    <a:pt x="27762" y="5090"/>
                    <a:pt x="27762" y="5090"/>
                    <a:pt x="27802" y="5042"/>
                  </a:cubicBezTo>
                  <a:cubicBezTo>
                    <a:pt x="27859" y="4993"/>
                    <a:pt x="27875" y="4904"/>
                    <a:pt x="27859" y="4831"/>
                  </a:cubicBezTo>
                  <a:cubicBezTo>
                    <a:pt x="27786" y="4774"/>
                    <a:pt x="27827" y="4725"/>
                    <a:pt x="27875" y="4677"/>
                  </a:cubicBezTo>
                  <a:cubicBezTo>
                    <a:pt x="27884" y="4678"/>
                    <a:pt x="27892" y="4678"/>
                    <a:pt x="27900" y="4678"/>
                  </a:cubicBezTo>
                  <a:cubicBezTo>
                    <a:pt x="27971" y="4678"/>
                    <a:pt x="28035" y="4648"/>
                    <a:pt x="28086" y="4604"/>
                  </a:cubicBezTo>
                  <a:lnTo>
                    <a:pt x="28151" y="4661"/>
                  </a:lnTo>
                  <a:cubicBezTo>
                    <a:pt x="28199" y="4701"/>
                    <a:pt x="28264" y="4734"/>
                    <a:pt x="28329" y="4742"/>
                  </a:cubicBezTo>
                  <a:cubicBezTo>
                    <a:pt x="28370" y="4701"/>
                    <a:pt x="28305" y="4636"/>
                    <a:pt x="28305" y="4636"/>
                  </a:cubicBezTo>
                  <a:cubicBezTo>
                    <a:pt x="28281" y="4612"/>
                    <a:pt x="28516" y="4304"/>
                    <a:pt x="28824" y="4028"/>
                  </a:cubicBezTo>
                  <a:cubicBezTo>
                    <a:pt x="29132" y="3761"/>
                    <a:pt x="29464" y="3477"/>
                    <a:pt x="29545" y="3428"/>
                  </a:cubicBezTo>
                  <a:cubicBezTo>
                    <a:pt x="29708" y="3428"/>
                    <a:pt x="29862" y="3323"/>
                    <a:pt x="29756" y="3282"/>
                  </a:cubicBezTo>
                  <a:cubicBezTo>
                    <a:pt x="29708" y="3209"/>
                    <a:pt x="29975" y="3023"/>
                    <a:pt x="30299" y="2812"/>
                  </a:cubicBezTo>
                  <a:cubicBezTo>
                    <a:pt x="30697" y="2593"/>
                    <a:pt x="30980" y="2439"/>
                    <a:pt x="30932" y="2358"/>
                  </a:cubicBezTo>
                  <a:lnTo>
                    <a:pt x="31110" y="2261"/>
                  </a:lnTo>
                  <a:cubicBezTo>
                    <a:pt x="31224" y="2204"/>
                    <a:pt x="31305" y="2074"/>
                    <a:pt x="31362" y="2042"/>
                  </a:cubicBezTo>
                  <a:cubicBezTo>
                    <a:pt x="31375" y="1983"/>
                    <a:pt x="31399" y="1950"/>
                    <a:pt x="31414" y="1950"/>
                  </a:cubicBezTo>
                  <a:cubicBezTo>
                    <a:pt x="31426" y="1950"/>
                    <a:pt x="31434" y="1971"/>
                    <a:pt x="31426" y="2018"/>
                  </a:cubicBezTo>
                  <a:cubicBezTo>
                    <a:pt x="31455" y="2089"/>
                    <a:pt x="31490" y="2160"/>
                    <a:pt x="31536" y="2160"/>
                  </a:cubicBezTo>
                  <a:cubicBezTo>
                    <a:pt x="31542" y="2160"/>
                    <a:pt x="31549" y="2158"/>
                    <a:pt x="31556" y="2155"/>
                  </a:cubicBezTo>
                  <a:cubicBezTo>
                    <a:pt x="31678" y="2107"/>
                    <a:pt x="31637" y="2026"/>
                    <a:pt x="31605" y="1936"/>
                  </a:cubicBezTo>
                  <a:cubicBezTo>
                    <a:pt x="31564" y="1855"/>
                    <a:pt x="31629" y="1831"/>
                    <a:pt x="31629" y="1831"/>
                  </a:cubicBezTo>
                  <a:cubicBezTo>
                    <a:pt x="31650" y="1819"/>
                    <a:pt x="31664" y="1811"/>
                    <a:pt x="31674" y="1811"/>
                  </a:cubicBezTo>
                  <a:cubicBezTo>
                    <a:pt x="31692" y="1811"/>
                    <a:pt x="31701" y="1832"/>
                    <a:pt x="31726" y="1888"/>
                  </a:cubicBezTo>
                  <a:lnTo>
                    <a:pt x="31799" y="2050"/>
                  </a:lnTo>
                  <a:lnTo>
                    <a:pt x="31856" y="2026"/>
                  </a:lnTo>
                  <a:cubicBezTo>
                    <a:pt x="31816" y="1945"/>
                    <a:pt x="31880" y="1920"/>
                    <a:pt x="31880" y="1920"/>
                  </a:cubicBezTo>
                  <a:cubicBezTo>
                    <a:pt x="31898" y="1910"/>
                    <a:pt x="31910" y="1904"/>
                    <a:pt x="31920" y="1904"/>
                  </a:cubicBezTo>
                  <a:cubicBezTo>
                    <a:pt x="31944" y="1904"/>
                    <a:pt x="31959" y="1940"/>
                    <a:pt x="32010" y="2058"/>
                  </a:cubicBezTo>
                  <a:cubicBezTo>
                    <a:pt x="32039" y="2135"/>
                    <a:pt x="32067" y="2172"/>
                    <a:pt x="32088" y="2172"/>
                  </a:cubicBezTo>
                  <a:cubicBezTo>
                    <a:pt x="32113" y="2172"/>
                    <a:pt x="32128" y="2116"/>
                    <a:pt x="32124" y="2009"/>
                  </a:cubicBezTo>
                  <a:lnTo>
                    <a:pt x="32213" y="1880"/>
                  </a:lnTo>
                  <a:cubicBezTo>
                    <a:pt x="32244" y="1915"/>
                    <a:pt x="32271" y="1930"/>
                    <a:pt x="32294" y="1930"/>
                  </a:cubicBezTo>
                  <a:cubicBezTo>
                    <a:pt x="32365" y="1930"/>
                    <a:pt x="32399" y="1789"/>
                    <a:pt x="32424" y="1709"/>
                  </a:cubicBezTo>
                  <a:cubicBezTo>
                    <a:pt x="32477" y="1774"/>
                    <a:pt x="32520" y="1807"/>
                    <a:pt x="32551" y="1807"/>
                  </a:cubicBezTo>
                  <a:cubicBezTo>
                    <a:pt x="32590" y="1807"/>
                    <a:pt x="32610" y="1753"/>
                    <a:pt x="32610" y="1645"/>
                  </a:cubicBezTo>
                  <a:cubicBezTo>
                    <a:pt x="32591" y="1592"/>
                    <a:pt x="32606" y="1565"/>
                    <a:pt x="32640" y="1565"/>
                  </a:cubicBezTo>
                  <a:cubicBezTo>
                    <a:pt x="32663" y="1565"/>
                    <a:pt x="32695" y="1578"/>
                    <a:pt x="32732" y="1604"/>
                  </a:cubicBezTo>
                  <a:cubicBezTo>
                    <a:pt x="32771" y="1633"/>
                    <a:pt x="32806" y="1644"/>
                    <a:pt x="32843" y="1644"/>
                  </a:cubicBezTo>
                  <a:cubicBezTo>
                    <a:pt x="32890" y="1644"/>
                    <a:pt x="32940" y="1627"/>
                    <a:pt x="33007" y="1604"/>
                  </a:cubicBezTo>
                  <a:cubicBezTo>
                    <a:pt x="33032" y="1482"/>
                    <a:pt x="33486" y="1385"/>
                    <a:pt x="33988" y="1263"/>
                  </a:cubicBezTo>
                  <a:cubicBezTo>
                    <a:pt x="34556" y="1150"/>
                    <a:pt x="34945" y="1101"/>
                    <a:pt x="34929" y="1012"/>
                  </a:cubicBezTo>
                  <a:cubicBezTo>
                    <a:pt x="34949" y="1007"/>
                    <a:pt x="34963" y="1004"/>
                    <a:pt x="34975" y="1004"/>
                  </a:cubicBezTo>
                  <a:cubicBezTo>
                    <a:pt x="35002" y="1004"/>
                    <a:pt x="35019" y="1021"/>
                    <a:pt x="35075" y="1077"/>
                  </a:cubicBezTo>
                  <a:cubicBezTo>
                    <a:pt x="35078" y="1112"/>
                    <a:pt x="35090" y="1132"/>
                    <a:pt x="35106" y="1132"/>
                  </a:cubicBezTo>
                  <a:cubicBezTo>
                    <a:pt x="35130" y="1132"/>
                    <a:pt x="35164" y="1085"/>
                    <a:pt x="35188" y="972"/>
                  </a:cubicBezTo>
                  <a:cubicBezTo>
                    <a:pt x="35221" y="920"/>
                    <a:pt x="35232" y="865"/>
                    <a:pt x="35239" y="865"/>
                  </a:cubicBezTo>
                  <a:cubicBezTo>
                    <a:pt x="35244" y="865"/>
                    <a:pt x="35246" y="894"/>
                    <a:pt x="35253" y="972"/>
                  </a:cubicBezTo>
                  <a:cubicBezTo>
                    <a:pt x="35264" y="1030"/>
                    <a:pt x="35323" y="1047"/>
                    <a:pt x="35436" y="1047"/>
                  </a:cubicBezTo>
                  <a:cubicBezTo>
                    <a:pt x="35495" y="1047"/>
                    <a:pt x="35569" y="1042"/>
                    <a:pt x="35659" y="1036"/>
                  </a:cubicBezTo>
                  <a:cubicBezTo>
                    <a:pt x="35853" y="1020"/>
                    <a:pt x="36105" y="1004"/>
                    <a:pt x="36105" y="915"/>
                  </a:cubicBezTo>
                  <a:cubicBezTo>
                    <a:pt x="36169" y="862"/>
                    <a:pt x="36202" y="838"/>
                    <a:pt x="36210" y="838"/>
                  </a:cubicBezTo>
                  <a:cubicBezTo>
                    <a:pt x="36218" y="838"/>
                    <a:pt x="36202" y="862"/>
                    <a:pt x="36169" y="907"/>
                  </a:cubicBezTo>
                  <a:cubicBezTo>
                    <a:pt x="36133" y="1020"/>
                    <a:pt x="36248" y="1101"/>
                    <a:pt x="36386" y="1101"/>
                  </a:cubicBezTo>
                  <a:cubicBezTo>
                    <a:pt x="36465" y="1101"/>
                    <a:pt x="36553" y="1074"/>
                    <a:pt x="36623" y="1012"/>
                  </a:cubicBezTo>
                  <a:cubicBezTo>
                    <a:pt x="36688" y="1012"/>
                    <a:pt x="36753" y="1012"/>
                    <a:pt x="36753" y="1101"/>
                  </a:cubicBezTo>
                  <a:cubicBezTo>
                    <a:pt x="36867" y="1101"/>
                    <a:pt x="36980" y="1077"/>
                    <a:pt x="37078" y="1020"/>
                  </a:cubicBezTo>
                  <a:cubicBezTo>
                    <a:pt x="37232" y="1028"/>
                    <a:pt x="37386" y="1036"/>
                    <a:pt x="37532" y="1061"/>
                  </a:cubicBezTo>
                  <a:cubicBezTo>
                    <a:pt x="37629" y="1061"/>
                    <a:pt x="37718" y="1045"/>
                    <a:pt x="37799" y="1004"/>
                  </a:cubicBezTo>
                  <a:lnTo>
                    <a:pt x="37864" y="1012"/>
                  </a:lnTo>
                  <a:cubicBezTo>
                    <a:pt x="37856" y="1101"/>
                    <a:pt x="38180" y="1118"/>
                    <a:pt x="38618" y="1223"/>
                  </a:cubicBezTo>
                  <a:cubicBezTo>
                    <a:pt x="38845" y="1272"/>
                    <a:pt x="39048" y="1320"/>
                    <a:pt x="39202" y="1369"/>
                  </a:cubicBezTo>
                  <a:cubicBezTo>
                    <a:pt x="39356" y="1418"/>
                    <a:pt x="39461" y="1482"/>
                    <a:pt x="39477" y="1531"/>
                  </a:cubicBezTo>
                  <a:cubicBezTo>
                    <a:pt x="39487" y="1532"/>
                    <a:pt x="39496" y="1533"/>
                    <a:pt x="39505" y="1533"/>
                  </a:cubicBezTo>
                  <a:cubicBezTo>
                    <a:pt x="39550" y="1533"/>
                    <a:pt x="39590" y="1516"/>
                    <a:pt x="39623" y="1482"/>
                  </a:cubicBezTo>
                  <a:cubicBezTo>
                    <a:pt x="39681" y="1408"/>
                    <a:pt x="39726" y="1376"/>
                    <a:pt x="39762" y="1376"/>
                  </a:cubicBezTo>
                  <a:cubicBezTo>
                    <a:pt x="39796" y="1376"/>
                    <a:pt x="39822" y="1406"/>
                    <a:pt x="39842" y="1458"/>
                  </a:cubicBezTo>
                  <a:cubicBezTo>
                    <a:pt x="39842" y="1582"/>
                    <a:pt x="39945" y="1660"/>
                    <a:pt x="40051" y="1660"/>
                  </a:cubicBezTo>
                  <a:cubicBezTo>
                    <a:pt x="40109" y="1660"/>
                    <a:pt x="40169" y="1636"/>
                    <a:pt x="40213" y="1583"/>
                  </a:cubicBezTo>
                  <a:lnTo>
                    <a:pt x="40213" y="1583"/>
                  </a:lnTo>
                  <a:cubicBezTo>
                    <a:pt x="40205" y="1605"/>
                    <a:pt x="40194" y="1637"/>
                    <a:pt x="40183" y="1669"/>
                  </a:cubicBezTo>
                  <a:cubicBezTo>
                    <a:pt x="40183" y="1768"/>
                    <a:pt x="40238" y="1814"/>
                    <a:pt x="40310" y="1814"/>
                  </a:cubicBezTo>
                  <a:cubicBezTo>
                    <a:pt x="40373" y="1814"/>
                    <a:pt x="40450" y="1778"/>
                    <a:pt x="40515" y="1709"/>
                  </a:cubicBezTo>
                  <a:cubicBezTo>
                    <a:pt x="40535" y="1801"/>
                    <a:pt x="40554" y="1887"/>
                    <a:pt x="40608" y="1887"/>
                  </a:cubicBezTo>
                  <a:cubicBezTo>
                    <a:pt x="40621" y="1887"/>
                    <a:pt x="40636" y="1883"/>
                    <a:pt x="40653" y="1872"/>
                  </a:cubicBezTo>
                  <a:lnTo>
                    <a:pt x="40653" y="1872"/>
                  </a:lnTo>
                  <a:cubicBezTo>
                    <a:pt x="40718" y="1904"/>
                    <a:pt x="40718" y="1904"/>
                    <a:pt x="40637" y="2066"/>
                  </a:cubicBezTo>
                  <a:cubicBezTo>
                    <a:pt x="40604" y="2147"/>
                    <a:pt x="40564" y="2236"/>
                    <a:pt x="40621" y="2261"/>
                  </a:cubicBezTo>
                  <a:cubicBezTo>
                    <a:pt x="40628" y="2264"/>
                    <a:pt x="40634" y="2265"/>
                    <a:pt x="40641" y="2265"/>
                  </a:cubicBezTo>
                  <a:cubicBezTo>
                    <a:pt x="40687" y="2265"/>
                    <a:pt x="40723" y="2193"/>
                    <a:pt x="40758" y="2115"/>
                  </a:cubicBezTo>
                  <a:lnTo>
                    <a:pt x="40872" y="2172"/>
                  </a:lnTo>
                  <a:cubicBezTo>
                    <a:pt x="40872" y="2172"/>
                    <a:pt x="40880" y="2175"/>
                    <a:pt x="40892" y="2175"/>
                  </a:cubicBezTo>
                  <a:cubicBezTo>
                    <a:pt x="40912" y="2175"/>
                    <a:pt x="40944" y="2165"/>
                    <a:pt x="40969" y="2115"/>
                  </a:cubicBezTo>
                  <a:cubicBezTo>
                    <a:pt x="40990" y="2073"/>
                    <a:pt x="41016" y="2059"/>
                    <a:pt x="41044" y="2059"/>
                  </a:cubicBezTo>
                  <a:cubicBezTo>
                    <a:pt x="41071" y="2059"/>
                    <a:pt x="41100" y="2071"/>
                    <a:pt x="41131" y="2082"/>
                  </a:cubicBezTo>
                  <a:cubicBezTo>
                    <a:pt x="41118" y="2110"/>
                    <a:pt x="41120" y="2123"/>
                    <a:pt x="41128" y="2123"/>
                  </a:cubicBezTo>
                  <a:cubicBezTo>
                    <a:pt x="41144" y="2123"/>
                    <a:pt x="41183" y="2076"/>
                    <a:pt x="41172" y="2001"/>
                  </a:cubicBezTo>
                  <a:cubicBezTo>
                    <a:pt x="41206" y="1933"/>
                    <a:pt x="41240" y="1864"/>
                    <a:pt x="41284" y="1864"/>
                  </a:cubicBezTo>
                  <a:cubicBezTo>
                    <a:pt x="41293" y="1864"/>
                    <a:pt x="41301" y="1867"/>
                    <a:pt x="41310" y="1872"/>
                  </a:cubicBezTo>
                  <a:lnTo>
                    <a:pt x="41391" y="1709"/>
                  </a:lnTo>
                  <a:cubicBezTo>
                    <a:pt x="41472" y="1547"/>
                    <a:pt x="41521" y="1466"/>
                    <a:pt x="41431" y="1328"/>
                  </a:cubicBezTo>
                  <a:cubicBezTo>
                    <a:pt x="41275" y="1184"/>
                    <a:pt x="41148" y="1056"/>
                    <a:pt x="41064" y="1056"/>
                  </a:cubicBezTo>
                  <a:cubicBezTo>
                    <a:pt x="41031" y="1056"/>
                    <a:pt x="41004" y="1077"/>
                    <a:pt x="40985" y="1126"/>
                  </a:cubicBezTo>
                  <a:cubicBezTo>
                    <a:pt x="40985" y="1126"/>
                    <a:pt x="40922" y="1160"/>
                    <a:pt x="40863" y="1160"/>
                  </a:cubicBezTo>
                  <a:cubicBezTo>
                    <a:pt x="40846" y="1160"/>
                    <a:pt x="40830" y="1157"/>
                    <a:pt x="40815" y="1150"/>
                  </a:cubicBezTo>
                  <a:cubicBezTo>
                    <a:pt x="40758" y="1126"/>
                    <a:pt x="40726" y="1012"/>
                    <a:pt x="40726" y="1012"/>
                  </a:cubicBezTo>
                  <a:cubicBezTo>
                    <a:pt x="40758" y="923"/>
                    <a:pt x="40499" y="809"/>
                    <a:pt x="40158" y="704"/>
                  </a:cubicBezTo>
                  <a:cubicBezTo>
                    <a:pt x="39761" y="574"/>
                    <a:pt x="39558" y="509"/>
                    <a:pt x="39510" y="396"/>
                  </a:cubicBezTo>
                  <a:cubicBezTo>
                    <a:pt x="39494" y="339"/>
                    <a:pt x="39453" y="299"/>
                    <a:pt x="39396" y="282"/>
                  </a:cubicBezTo>
                  <a:cubicBezTo>
                    <a:pt x="39390" y="304"/>
                    <a:pt x="39354" y="314"/>
                    <a:pt x="39297" y="314"/>
                  </a:cubicBezTo>
                  <a:cubicBezTo>
                    <a:pt x="39142" y="314"/>
                    <a:pt x="38826" y="246"/>
                    <a:pt x="38472" y="169"/>
                  </a:cubicBezTo>
                  <a:cubicBezTo>
                    <a:pt x="38170" y="124"/>
                    <a:pt x="37867" y="92"/>
                    <a:pt x="37676" y="92"/>
                  </a:cubicBezTo>
                  <a:cubicBezTo>
                    <a:pt x="37555" y="92"/>
                    <a:pt x="37478" y="105"/>
                    <a:pt x="37475" y="137"/>
                  </a:cubicBezTo>
                  <a:lnTo>
                    <a:pt x="37337" y="120"/>
                  </a:lnTo>
                  <a:cubicBezTo>
                    <a:pt x="37345" y="31"/>
                    <a:pt x="37207" y="23"/>
                    <a:pt x="37061" y="15"/>
                  </a:cubicBezTo>
                  <a:cubicBezTo>
                    <a:pt x="36980" y="72"/>
                    <a:pt x="36883" y="96"/>
                    <a:pt x="36778" y="104"/>
                  </a:cubicBezTo>
                  <a:cubicBezTo>
                    <a:pt x="36778" y="15"/>
                    <a:pt x="36713" y="7"/>
                    <a:pt x="36567" y="7"/>
                  </a:cubicBezTo>
                  <a:cubicBezTo>
                    <a:pt x="36547" y="7"/>
                    <a:pt x="36529" y="7"/>
                    <a:pt x="36512" y="7"/>
                  </a:cubicBezTo>
                  <a:cubicBezTo>
                    <a:pt x="36410" y="7"/>
                    <a:pt x="36356" y="13"/>
                    <a:pt x="36356" y="96"/>
                  </a:cubicBezTo>
                  <a:cubicBezTo>
                    <a:pt x="36291" y="80"/>
                    <a:pt x="35805" y="112"/>
                    <a:pt x="35586" y="31"/>
                  </a:cubicBezTo>
                  <a:cubicBezTo>
                    <a:pt x="35564" y="10"/>
                    <a:pt x="35544" y="1"/>
                    <a:pt x="35525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2"/>
            <p:cNvSpPr/>
            <p:nvPr/>
          </p:nvSpPr>
          <p:spPr>
            <a:xfrm>
              <a:off x="8047589" y="1151732"/>
              <a:ext cx="806405" cy="692224"/>
            </a:xfrm>
            <a:custGeom>
              <a:avLst/>
              <a:gdLst/>
              <a:ahLst/>
              <a:cxnLst/>
              <a:rect l="l" t="t" r="r" b="b"/>
              <a:pathLst>
                <a:path w="46782" h="40158" extrusionOk="0">
                  <a:moveTo>
                    <a:pt x="0" y="0"/>
                  </a:moveTo>
                  <a:lnTo>
                    <a:pt x="0" y="40158"/>
                  </a:lnTo>
                  <a:lnTo>
                    <a:pt x="46782" y="4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2"/>
            <p:cNvSpPr/>
            <p:nvPr/>
          </p:nvSpPr>
          <p:spPr>
            <a:xfrm>
              <a:off x="8145377" y="1800052"/>
              <a:ext cx="42128" cy="45300"/>
            </a:xfrm>
            <a:custGeom>
              <a:avLst/>
              <a:gdLst/>
              <a:ahLst/>
              <a:cxnLst/>
              <a:rect l="l" t="t" r="r" b="b"/>
              <a:pathLst>
                <a:path w="2444" h="2628" extrusionOk="0">
                  <a:moveTo>
                    <a:pt x="710" y="19"/>
                  </a:moveTo>
                  <a:cubicBezTo>
                    <a:pt x="740" y="19"/>
                    <a:pt x="801" y="21"/>
                    <a:pt x="862" y="25"/>
                  </a:cubicBezTo>
                  <a:cubicBezTo>
                    <a:pt x="848" y="28"/>
                    <a:pt x="835" y="29"/>
                    <a:pt x="821" y="29"/>
                  </a:cubicBezTo>
                  <a:cubicBezTo>
                    <a:pt x="794" y="29"/>
                    <a:pt x="767" y="25"/>
                    <a:pt x="740" y="25"/>
                  </a:cubicBezTo>
                  <a:cubicBezTo>
                    <a:pt x="680" y="21"/>
                    <a:pt x="680" y="19"/>
                    <a:pt x="710" y="19"/>
                  </a:cubicBezTo>
                  <a:close/>
                  <a:moveTo>
                    <a:pt x="1393" y="19"/>
                  </a:moveTo>
                  <a:cubicBezTo>
                    <a:pt x="1373" y="19"/>
                    <a:pt x="1353" y="21"/>
                    <a:pt x="1332" y="25"/>
                  </a:cubicBezTo>
                  <a:cubicBezTo>
                    <a:pt x="1346" y="28"/>
                    <a:pt x="1359" y="29"/>
                    <a:pt x="1373" y="29"/>
                  </a:cubicBezTo>
                  <a:cubicBezTo>
                    <a:pt x="1400" y="29"/>
                    <a:pt x="1427" y="25"/>
                    <a:pt x="1454" y="25"/>
                  </a:cubicBezTo>
                  <a:cubicBezTo>
                    <a:pt x="1434" y="21"/>
                    <a:pt x="1413" y="19"/>
                    <a:pt x="1393" y="19"/>
                  </a:cubicBezTo>
                  <a:close/>
                  <a:moveTo>
                    <a:pt x="797" y="455"/>
                  </a:moveTo>
                  <a:cubicBezTo>
                    <a:pt x="838" y="455"/>
                    <a:pt x="878" y="455"/>
                    <a:pt x="919" y="463"/>
                  </a:cubicBezTo>
                  <a:cubicBezTo>
                    <a:pt x="854" y="463"/>
                    <a:pt x="797" y="463"/>
                    <a:pt x="740" y="455"/>
                  </a:cubicBezTo>
                  <a:close/>
                  <a:moveTo>
                    <a:pt x="1081" y="560"/>
                  </a:moveTo>
                  <a:cubicBezTo>
                    <a:pt x="1081" y="560"/>
                    <a:pt x="1138" y="568"/>
                    <a:pt x="1081" y="568"/>
                  </a:cubicBezTo>
                  <a:lnTo>
                    <a:pt x="1016" y="568"/>
                  </a:lnTo>
                  <a:cubicBezTo>
                    <a:pt x="959" y="560"/>
                    <a:pt x="903" y="560"/>
                    <a:pt x="959" y="560"/>
                  </a:cubicBezTo>
                  <a:close/>
                  <a:moveTo>
                    <a:pt x="1000" y="682"/>
                  </a:moveTo>
                  <a:cubicBezTo>
                    <a:pt x="1024" y="682"/>
                    <a:pt x="1040" y="682"/>
                    <a:pt x="1065" y="690"/>
                  </a:cubicBezTo>
                  <a:lnTo>
                    <a:pt x="943" y="690"/>
                  </a:lnTo>
                  <a:cubicBezTo>
                    <a:pt x="959" y="682"/>
                    <a:pt x="984" y="682"/>
                    <a:pt x="1000" y="682"/>
                  </a:cubicBezTo>
                  <a:close/>
                  <a:moveTo>
                    <a:pt x="1113" y="714"/>
                  </a:moveTo>
                  <a:lnTo>
                    <a:pt x="1057" y="722"/>
                  </a:lnTo>
                  <a:lnTo>
                    <a:pt x="1057" y="714"/>
                  </a:lnTo>
                  <a:close/>
                  <a:moveTo>
                    <a:pt x="1149" y="724"/>
                  </a:moveTo>
                  <a:cubicBezTo>
                    <a:pt x="1142" y="724"/>
                    <a:pt x="1142" y="726"/>
                    <a:pt x="1170" y="730"/>
                  </a:cubicBezTo>
                  <a:cubicBezTo>
                    <a:pt x="1170" y="726"/>
                    <a:pt x="1156" y="724"/>
                    <a:pt x="1149" y="724"/>
                  </a:cubicBezTo>
                  <a:close/>
                  <a:moveTo>
                    <a:pt x="1113" y="747"/>
                  </a:moveTo>
                  <a:lnTo>
                    <a:pt x="1057" y="755"/>
                  </a:lnTo>
                  <a:lnTo>
                    <a:pt x="1057" y="747"/>
                  </a:lnTo>
                  <a:close/>
                  <a:moveTo>
                    <a:pt x="1048" y="763"/>
                  </a:moveTo>
                  <a:cubicBezTo>
                    <a:pt x="1081" y="767"/>
                    <a:pt x="1097" y="767"/>
                    <a:pt x="1105" y="767"/>
                  </a:cubicBezTo>
                  <a:cubicBezTo>
                    <a:pt x="1113" y="767"/>
                    <a:pt x="1113" y="767"/>
                    <a:pt x="1113" y="771"/>
                  </a:cubicBezTo>
                  <a:cubicBezTo>
                    <a:pt x="1109" y="775"/>
                    <a:pt x="1107" y="777"/>
                    <a:pt x="1099" y="777"/>
                  </a:cubicBezTo>
                  <a:cubicBezTo>
                    <a:pt x="1091" y="777"/>
                    <a:pt x="1077" y="775"/>
                    <a:pt x="1048" y="771"/>
                  </a:cubicBezTo>
                  <a:cubicBezTo>
                    <a:pt x="992" y="771"/>
                    <a:pt x="992" y="763"/>
                    <a:pt x="1048" y="763"/>
                  </a:cubicBezTo>
                  <a:close/>
                  <a:moveTo>
                    <a:pt x="688" y="789"/>
                  </a:moveTo>
                  <a:cubicBezTo>
                    <a:pt x="708" y="789"/>
                    <a:pt x="728" y="791"/>
                    <a:pt x="748" y="795"/>
                  </a:cubicBezTo>
                  <a:lnTo>
                    <a:pt x="627" y="795"/>
                  </a:lnTo>
                  <a:cubicBezTo>
                    <a:pt x="647" y="791"/>
                    <a:pt x="667" y="789"/>
                    <a:pt x="688" y="789"/>
                  </a:cubicBezTo>
                  <a:close/>
                  <a:moveTo>
                    <a:pt x="805" y="828"/>
                  </a:moveTo>
                  <a:lnTo>
                    <a:pt x="740" y="836"/>
                  </a:lnTo>
                  <a:cubicBezTo>
                    <a:pt x="684" y="836"/>
                    <a:pt x="684" y="828"/>
                    <a:pt x="684" y="828"/>
                  </a:cubicBezTo>
                  <a:close/>
                  <a:moveTo>
                    <a:pt x="1008" y="1087"/>
                  </a:moveTo>
                  <a:cubicBezTo>
                    <a:pt x="1040" y="1087"/>
                    <a:pt x="1081" y="1087"/>
                    <a:pt x="1121" y="1095"/>
                  </a:cubicBezTo>
                  <a:lnTo>
                    <a:pt x="1008" y="1095"/>
                  </a:lnTo>
                  <a:lnTo>
                    <a:pt x="1008" y="1087"/>
                  </a:lnTo>
                  <a:close/>
                  <a:moveTo>
                    <a:pt x="1105" y="1209"/>
                  </a:moveTo>
                  <a:cubicBezTo>
                    <a:pt x="1170" y="1209"/>
                    <a:pt x="1162" y="1217"/>
                    <a:pt x="1162" y="1225"/>
                  </a:cubicBezTo>
                  <a:cubicBezTo>
                    <a:pt x="1121" y="1225"/>
                    <a:pt x="1081" y="1225"/>
                    <a:pt x="1048" y="1217"/>
                  </a:cubicBezTo>
                  <a:cubicBezTo>
                    <a:pt x="1048" y="1209"/>
                    <a:pt x="1048" y="1209"/>
                    <a:pt x="1105" y="1209"/>
                  </a:cubicBezTo>
                  <a:close/>
                  <a:moveTo>
                    <a:pt x="651" y="1468"/>
                  </a:moveTo>
                  <a:lnTo>
                    <a:pt x="651" y="1476"/>
                  </a:lnTo>
                  <a:lnTo>
                    <a:pt x="765" y="1476"/>
                  </a:lnTo>
                  <a:cubicBezTo>
                    <a:pt x="732" y="1468"/>
                    <a:pt x="692" y="1468"/>
                    <a:pt x="651" y="1468"/>
                  </a:cubicBezTo>
                  <a:close/>
                  <a:moveTo>
                    <a:pt x="1057" y="1525"/>
                  </a:moveTo>
                  <a:cubicBezTo>
                    <a:pt x="1068" y="1525"/>
                    <a:pt x="1081" y="1525"/>
                    <a:pt x="1095" y="1526"/>
                  </a:cubicBezTo>
                  <a:lnTo>
                    <a:pt x="1095" y="1526"/>
                  </a:lnTo>
                  <a:cubicBezTo>
                    <a:pt x="1095" y="1525"/>
                    <a:pt x="1095" y="1525"/>
                    <a:pt x="1095" y="1525"/>
                  </a:cubicBezTo>
                  <a:close/>
                  <a:moveTo>
                    <a:pt x="919" y="1"/>
                  </a:moveTo>
                  <a:cubicBezTo>
                    <a:pt x="838" y="1"/>
                    <a:pt x="757" y="1"/>
                    <a:pt x="676" y="9"/>
                  </a:cubicBezTo>
                  <a:cubicBezTo>
                    <a:pt x="611" y="25"/>
                    <a:pt x="554" y="33"/>
                    <a:pt x="676" y="33"/>
                  </a:cubicBezTo>
                  <a:lnTo>
                    <a:pt x="732" y="33"/>
                  </a:lnTo>
                  <a:cubicBezTo>
                    <a:pt x="708" y="41"/>
                    <a:pt x="692" y="41"/>
                    <a:pt x="667" y="41"/>
                  </a:cubicBezTo>
                  <a:cubicBezTo>
                    <a:pt x="611" y="41"/>
                    <a:pt x="611" y="57"/>
                    <a:pt x="603" y="74"/>
                  </a:cubicBezTo>
                  <a:cubicBezTo>
                    <a:pt x="603" y="90"/>
                    <a:pt x="603" y="98"/>
                    <a:pt x="546" y="98"/>
                  </a:cubicBezTo>
                  <a:cubicBezTo>
                    <a:pt x="481" y="106"/>
                    <a:pt x="481" y="106"/>
                    <a:pt x="481" y="106"/>
                  </a:cubicBezTo>
                  <a:cubicBezTo>
                    <a:pt x="538" y="106"/>
                    <a:pt x="538" y="122"/>
                    <a:pt x="538" y="147"/>
                  </a:cubicBezTo>
                  <a:cubicBezTo>
                    <a:pt x="530" y="171"/>
                    <a:pt x="530" y="187"/>
                    <a:pt x="586" y="187"/>
                  </a:cubicBezTo>
                  <a:lnTo>
                    <a:pt x="586" y="195"/>
                  </a:lnTo>
                  <a:cubicBezTo>
                    <a:pt x="530" y="195"/>
                    <a:pt x="530" y="203"/>
                    <a:pt x="530" y="212"/>
                  </a:cubicBezTo>
                  <a:cubicBezTo>
                    <a:pt x="586" y="220"/>
                    <a:pt x="586" y="220"/>
                    <a:pt x="586" y="220"/>
                  </a:cubicBezTo>
                  <a:cubicBezTo>
                    <a:pt x="521" y="220"/>
                    <a:pt x="521" y="228"/>
                    <a:pt x="521" y="228"/>
                  </a:cubicBezTo>
                  <a:cubicBezTo>
                    <a:pt x="521" y="236"/>
                    <a:pt x="521" y="244"/>
                    <a:pt x="578" y="244"/>
                  </a:cubicBezTo>
                  <a:cubicBezTo>
                    <a:pt x="578" y="244"/>
                    <a:pt x="578" y="268"/>
                    <a:pt x="521" y="276"/>
                  </a:cubicBezTo>
                  <a:cubicBezTo>
                    <a:pt x="457" y="276"/>
                    <a:pt x="513" y="285"/>
                    <a:pt x="578" y="285"/>
                  </a:cubicBezTo>
                  <a:cubicBezTo>
                    <a:pt x="619" y="285"/>
                    <a:pt x="659" y="285"/>
                    <a:pt x="692" y="293"/>
                  </a:cubicBezTo>
                  <a:lnTo>
                    <a:pt x="578" y="293"/>
                  </a:lnTo>
                  <a:cubicBezTo>
                    <a:pt x="546" y="289"/>
                    <a:pt x="530" y="287"/>
                    <a:pt x="521" y="287"/>
                  </a:cubicBezTo>
                  <a:cubicBezTo>
                    <a:pt x="513" y="287"/>
                    <a:pt x="513" y="289"/>
                    <a:pt x="513" y="293"/>
                  </a:cubicBezTo>
                  <a:lnTo>
                    <a:pt x="513" y="301"/>
                  </a:lnTo>
                  <a:cubicBezTo>
                    <a:pt x="570" y="301"/>
                    <a:pt x="570" y="317"/>
                    <a:pt x="570" y="333"/>
                  </a:cubicBezTo>
                  <a:cubicBezTo>
                    <a:pt x="562" y="366"/>
                    <a:pt x="562" y="374"/>
                    <a:pt x="627" y="374"/>
                  </a:cubicBezTo>
                  <a:cubicBezTo>
                    <a:pt x="684" y="374"/>
                    <a:pt x="684" y="374"/>
                    <a:pt x="619" y="390"/>
                  </a:cubicBezTo>
                  <a:cubicBezTo>
                    <a:pt x="440" y="406"/>
                    <a:pt x="440" y="406"/>
                    <a:pt x="497" y="406"/>
                  </a:cubicBezTo>
                  <a:lnTo>
                    <a:pt x="619" y="406"/>
                  </a:lnTo>
                  <a:cubicBezTo>
                    <a:pt x="740" y="406"/>
                    <a:pt x="740" y="406"/>
                    <a:pt x="619" y="414"/>
                  </a:cubicBezTo>
                  <a:cubicBezTo>
                    <a:pt x="497" y="414"/>
                    <a:pt x="554" y="455"/>
                    <a:pt x="667" y="463"/>
                  </a:cubicBezTo>
                  <a:lnTo>
                    <a:pt x="611" y="463"/>
                  </a:lnTo>
                  <a:cubicBezTo>
                    <a:pt x="554" y="463"/>
                    <a:pt x="546" y="463"/>
                    <a:pt x="546" y="479"/>
                  </a:cubicBezTo>
                  <a:lnTo>
                    <a:pt x="546" y="487"/>
                  </a:lnTo>
                  <a:cubicBezTo>
                    <a:pt x="667" y="487"/>
                    <a:pt x="603" y="503"/>
                    <a:pt x="546" y="503"/>
                  </a:cubicBezTo>
                  <a:cubicBezTo>
                    <a:pt x="481" y="503"/>
                    <a:pt x="481" y="503"/>
                    <a:pt x="481" y="512"/>
                  </a:cubicBezTo>
                  <a:cubicBezTo>
                    <a:pt x="603" y="520"/>
                    <a:pt x="538" y="536"/>
                    <a:pt x="481" y="536"/>
                  </a:cubicBezTo>
                  <a:lnTo>
                    <a:pt x="481" y="544"/>
                  </a:lnTo>
                  <a:cubicBezTo>
                    <a:pt x="538" y="544"/>
                    <a:pt x="538" y="552"/>
                    <a:pt x="538" y="552"/>
                  </a:cubicBezTo>
                  <a:cubicBezTo>
                    <a:pt x="538" y="568"/>
                    <a:pt x="538" y="568"/>
                    <a:pt x="594" y="568"/>
                  </a:cubicBezTo>
                  <a:cubicBezTo>
                    <a:pt x="608" y="566"/>
                    <a:pt x="621" y="565"/>
                    <a:pt x="635" y="565"/>
                  </a:cubicBezTo>
                  <a:cubicBezTo>
                    <a:pt x="662" y="565"/>
                    <a:pt x="689" y="568"/>
                    <a:pt x="716" y="568"/>
                  </a:cubicBezTo>
                  <a:lnTo>
                    <a:pt x="651" y="568"/>
                  </a:lnTo>
                  <a:cubicBezTo>
                    <a:pt x="594" y="568"/>
                    <a:pt x="594" y="576"/>
                    <a:pt x="594" y="593"/>
                  </a:cubicBezTo>
                  <a:cubicBezTo>
                    <a:pt x="586" y="609"/>
                    <a:pt x="586" y="609"/>
                    <a:pt x="530" y="617"/>
                  </a:cubicBezTo>
                  <a:lnTo>
                    <a:pt x="586" y="617"/>
                  </a:lnTo>
                  <a:cubicBezTo>
                    <a:pt x="651" y="625"/>
                    <a:pt x="643" y="625"/>
                    <a:pt x="586" y="625"/>
                  </a:cubicBezTo>
                  <a:cubicBezTo>
                    <a:pt x="530" y="625"/>
                    <a:pt x="521" y="641"/>
                    <a:pt x="586" y="649"/>
                  </a:cubicBezTo>
                  <a:cubicBezTo>
                    <a:pt x="465" y="657"/>
                    <a:pt x="465" y="666"/>
                    <a:pt x="578" y="666"/>
                  </a:cubicBezTo>
                  <a:cubicBezTo>
                    <a:pt x="521" y="666"/>
                    <a:pt x="521" y="674"/>
                    <a:pt x="521" y="674"/>
                  </a:cubicBezTo>
                  <a:cubicBezTo>
                    <a:pt x="578" y="682"/>
                    <a:pt x="578" y="690"/>
                    <a:pt x="513" y="690"/>
                  </a:cubicBezTo>
                  <a:lnTo>
                    <a:pt x="513" y="698"/>
                  </a:lnTo>
                  <a:cubicBezTo>
                    <a:pt x="578" y="698"/>
                    <a:pt x="578" y="698"/>
                    <a:pt x="578" y="706"/>
                  </a:cubicBezTo>
                  <a:cubicBezTo>
                    <a:pt x="578" y="706"/>
                    <a:pt x="578" y="714"/>
                    <a:pt x="635" y="714"/>
                  </a:cubicBezTo>
                  <a:cubicBezTo>
                    <a:pt x="692" y="714"/>
                    <a:pt x="692" y="722"/>
                    <a:pt x="692" y="722"/>
                  </a:cubicBezTo>
                  <a:cubicBezTo>
                    <a:pt x="651" y="722"/>
                    <a:pt x="611" y="722"/>
                    <a:pt x="570" y="714"/>
                  </a:cubicBezTo>
                  <a:cubicBezTo>
                    <a:pt x="513" y="714"/>
                    <a:pt x="513" y="722"/>
                    <a:pt x="635" y="730"/>
                  </a:cubicBezTo>
                  <a:cubicBezTo>
                    <a:pt x="592" y="730"/>
                    <a:pt x="552" y="727"/>
                    <a:pt x="547" y="727"/>
                  </a:cubicBezTo>
                  <a:lnTo>
                    <a:pt x="547" y="727"/>
                  </a:lnTo>
                  <a:cubicBezTo>
                    <a:pt x="545" y="727"/>
                    <a:pt x="551" y="728"/>
                    <a:pt x="570" y="730"/>
                  </a:cubicBezTo>
                  <a:cubicBezTo>
                    <a:pt x="570" y="730"/>
                    <a:pt x="570" y="739"/>
                    <a:pt x="627" y="739"/>
                  </a:cubicBezTo>
                  <a:cubicBezTo>
                    <a:pt x="627" y="739"/>
                    <a:pt x="627" y="747"/>
                    <a:pt x="627" y="747"/>
                  </a:cubicBezTo>
                  <a:cubicBezTo>
                    <a:pt x="570" y="755"/>
                    <a:pt x="570" y="755"/>
                    <a:pt x="570" y="763"/>
                  </a:cubicBezTo>
                  <a:cubicBezTo>
                    <a:pt x="505" y="763"/>
                    <a:pt x="505" y="771"/>
                    <a:pt x="627" y="771"/>
                  </a:cubicBezTo>
                  <a:cubicBezTo>
                    <a:pt x="684" y="771"/>
                    <a:pt x="684" y="779"/>
                    <a:pt x="627" y="779"/>
                  </a:cubicBezTo>
                  <a:lnTo>
                    <a:pt x="562" y="779"/>
                  </a:lnTo>
                  <a:cubicBezTo>
                    <a:pt x="627" y="787"/>
                    <a:pt x="627" y="787"/>
                    <a:pt x="627" y="787"/>
                  </a:cubicBezTo>
                  <a:cubicBezTo>
                    <a:pt x="562" y="787"/>
                    <a:pt x="562" y="820"/>
                    <a:pt x="554" y="844"/>
                  </a:cubicBezTo>
                  <a:cubicBezTo>
                    <a:pt x="594" y="852"/>
                    <a:pt x="635" y="852"/>
                    <a:pt x="676" y="852"/>
                  </a:cubicBezTo>
                  <a:cubicBezTo>
                    <a:pt x="497" y="852"/>
                    <a:pt x="497" y="860"/>
                    <a:pt x="676" y="860"/>
                  </a:cubicBezTo>
                  <a:cubicBezTo>
                    <a:pt x="611" y="868"/>
                    <a:pt x="611" y="868"/>
                    <a:pt x="676" y="868"/>
                  </a:cubicBezTo>
                  <a:cubicBezTo>
                    <a:pt x="611" y="876"/>
                    <a:pt x="554" y="876"/>
                    <a:pt x="611" y="876"/>
                  </a:cubicBezTo>
                  <a:cubicBezTo>
                    <a:pt x="611" y="876"/>
                    <a:pt x="611" y="884"/>
                    <a:pt x="554" y="884"/>
                  </a:cubicBezTo>
                  <a:cubicBezTo>
                    <a:pt x="489" y="884"/>
                    <a:pt x="554" y="893"/>
                    <a:pt x="611" y="893"/>
                  </a:cubicBezTo>
                  <a:cubicBezTo>
                    <a:pt x="691" y="898"/>
                    <a:pt x="714" y="904"/>
                    <a:pt x="681" y="904"/>
                  </a:cubicBezTo>
                  <a:cubicBezTo>
                    <a:pt x="667" y="904"/>
                    <a:pt x="644" y="903"/>
                    <a:pt x="611" y="901"/>
                  </a:cubicBezTo>
                  <a:cubicBezTo>
                    <a:pt x="489" y="901"/>
                    <a:pt x="546" y="917"/>
                    <a:pt x="667" y="917"/>
                  </a:cubicBezTo>
                  <a:cubicBezTo>
                    <a:pt x="781" y="925"/>
                    <a:pt x="781" y="925"/>
                    <a:pt x="724" y="925"/>
                  </a:cubicBezTo>
                  <a:cubicBezTo>
                    <a:pt x="705" y="922"/>
                    <a:pt x="693" y="921"/>
                    <a:pt x="684" y="921"/>
                  </a:cubicBezTo>
                  <a:cubicBezTo>
                    <a:pt x="667" y="921"/>
                    <a:pt x="667" y="925"/>
                    <a:pt x="667" y="925"/>
                  </a:cubicBezTo>
                  <a:cubicBezTo>
                    <a:pt x="667" y="925"/>
                    <a:pt x="659" y="933"/>
                    <a:pt x="603" y="933"/>
                  </a:cubicBezTo>
                  <a:cubicBezTo>
                    <a:pt x="603" y="933"/>
                    <a:pt x="603" y="933"/>
                    <a:pt x="659" y="941"/>
                  </a:cubicBezTo>
                  <a:cubicBezTo>
                    <a:pt x="781" y="949"/>
                    <a:pt x="716" y="957"/>
                    <a:pt x="603" y="957"/>
                  </a:cubicBezTo>
                  <a:lnTo>
                    <a:pt x="659" y="966"/>
                  </a:lnTo>
                  <a:cubicBezTo>
                    <a:pt x="781" y="966"/>
                    <a:pt x="838" y="974"/>
                    <a:pt x="716" y="974"/>
                  </a:cubicBezTo>
                  <a:lnTo>
                    <a:pt x="659" y="974"/>
                  </a:lnTo>
                  <a:cubicBezTo>
                    <a:pt x="773" y="974"/>
                    <a:pt x="716" y="990"/>
                    <a:pt x="594" y="990"/>
                  </a:cubicBezTo>
                  <a:lnTo>
                    <a:pt x="716" y="990"/>
                  </a:lnTo>
                  <a:cubicBezTo>
                    <a:pt x="716" y="998"/>
                    <a:pt x="716" y="998"/>
                    <a:pt x="651" y="998"/>
                  </a:cubicBezTo>
                  <a:cubicBezTo>
                    <a:pt x="594" y="998"/>
                    <a:pt x="530" y="1006"/>
                    <a:pt x="594" y="1006"/>
                  </a:cubicBezTo>
                  <a:cubicBezTo>
                    <a:pt x="594" y="1006"/>
                    <a:pt x="594" y="1006"/>
                    <a:pt x="530" y="1014"/>
                  </a:cubicBezTo>
                  <a:cubicBezTo>
                    <a:pt x="530" y="1014"/>
                    <a:pt x="530" y="1014"/>
                    <a:pt x="530" y="1022"/>
                  </a:cubicBezTo>
                  <a:cubicBezTo>
                    <a:pt x="586" y="1022"/>
                    <a:pt x="586" y="1030"/>
                    <a:pt x="530" y="1030"/>
                  </a:cubicBezTo>
                  <a:cubicBezTo>
                    <a:pt x="530" y="1030"/>
                    <a:pt x="530" y="1039"/>
                    <a:pt x="586" y="1039"/>
                  </a:cubicBezTo>
                  <a:cubicBezTo>
                    <a:pt x="586" y="1047"/>
                    <a:pt x="586" y="1055"/>
                    <a:pt x="530" y="1055"/>
                  </a:cubicBezTo>
                  <a:cubicBezTo>
                    <a:pt x="586" y="1055"/>
                    <a:pt x="586" y="1055"/>
                    <a:pt x="586" y="1063"/>
                  </a:cubicBezTo>
                  <a:cubicBezTo>
                    <a:pt x="643" y="1063"/>
                    <a:pt x="643" y="1063"/>
                    <a:pt x="643" y="1071"/>
                  </a:cubicBezTo>
                  <a:cubicBezTo>
                    <a:pt x="643" y="1071"/>
                    <a:pt x="578" y="1079"/>
                    <a:pt x="578" y="1087"/>
                  </a:cubicBezTo>
                  <a:cubicBezTo>
                    <a:pt x="578" y="1091"/>
                    <a:pt x="578" y="1093"/>
                    <a:pt x="586" y="1093"/>
                  </a:cubicBezTo>
                  <a:cubicBezTo>
                    <a:pt x="594" y="1093"/>
                    <a:pt x="611" y="1091"/>
                    <a:pt x="643" y="1087"/>
                  </a:cubicBezTo>
                  <a:cubicBezTo>
                    <a:pt x="643" y="1087"/>
                    <a:pt x="700" y="1087"/>
                    <a:pt x="643" y="1095"/>
                  </a:cubicBezTo>
                  <a:cubicBezTo>
                    <a:pt x="643" y="1095"/>
                    <a:pt x="578" y="1103"/>
                    <a:pt x="578" y="1120"/>
                  </a:cubicBezTo>
                  <a:cubicBezTo>
                    <a:pt x="578" y="1128"/>
                    <a:pt x="578" y="1128"/>
                    <a:pt x="635" y="1128"/>
                  </a:cubicBezTo>
                  <a:cubicBezTo>
                    <a:pt x="513" y="1136"/>
                    <a:pt x="513" y="1144"/>
                    <a:pt x="570" y="1144"/>
                  </a:cubicBezTo>
                  <a:lnTo>
                    <a:pt x="635" y="1144"/>
                  </a:lnTo>
                  <a:cubicBezTo>
                    <a:pt x="570" y="1144"/>
                    <a:pt x="570" y="1152"/>
                    <a:pt x="635" y="1160"/>
                  </a:cubicBezTo>
                  <a:lnTo>
                    <a:pt x="570" y="1160"/>
                  </a:lnTo>
                  <a:lnTo>
                    <a:pt x="570" y="1168"/>
                  </a:lnTo>
                  <a:cubicBezTo>
                    <a:pt x="692" y="1168"/>
                    <a:pt x="627" y="1193"/>
                    <a:pt x="570" y="1193"/>
                  </a:cubicBezTo>
                  <a:cubicBezTo>
                    <a:pt x="570" y="1193"/>
                    <a:pt x="562" y="1193"/>
                    <a:pt x="627" y="1201"/>
                  </a:cubicBezTo>
                  <a:cubicBezTo>
                    <a:pt x="740" y="1201"/>
                    <a:pt x="740" y="1209"/>
                    <a:pt x="627" y="1209"/>
                  </a:cubicBezTo>
                  <a:cubicBezTo>
                    <a:pt x="684" y="1209"/>
                    <a:pt x="684" y="1225"/>
                    <a:pt x="562" y="1225"/>
                  </a:cubicBezTo>
                  <a:lnTo>
                    <a:pt x="449" y="1225"/>
                  </a:lnTo>
                  <a:cubicBezTo>
                    <a:pt x="505" y="1225"/>
                    <a:pt x="505" y="1233"/>
                    <a:pt x="505" y="1233"/>
                  </a:cubicBezTo>
                  <a:cubicBezTo>
                    <a:pt x="562" y="1233"/>
                    <a:pt x="562" y="1233"/>
                    <a:pt x="562" y="1241"/>
                  </a:cubicBezTo>
                  <a:cubicBezTo>
                    <a:pt x="562" y="1247"/>
                    <a:pt x="590" y="1253"/>
                    <a:pt x="607" y="1258"/>
                  </a:cubicBezTo>
                  <a:lnTo>
                    <a:pt x="607" y="1258"/>
                  </a:lnTo>
                  <a:cubicBezTo>
                    <a:pt x="622" y="1257"/>
                    <a:pt x="637" y="1257"/>
                    <a:pt x="652" y="1257"/>
                  </a:cubicBezTo>
                  <a:cubicBezTo>
                    <a:pt x="662" y="1257"/>
                    <a:pt x="673" y="1257"/>
                    <a:pt x="684" y="1257"/>
                  </a:cubicBezTo>
                  <a:cubicBezTo>
                    <a:pt x="841" y="1266"/>
                    <a:pt x="958" y="1333"/>
                    <a:pt x="1035" y="1428"/>
                  </a:cubicBezTo>
                  <a:lnTo>
                    <a:pt x="1035" y="1428"/>
                  </a:lnTo>
                  <a:cubicBezTo>
                    <a:pt x="1028" y="1428"/>
                    <a:pt x="1022" y="1428"/>
                    <a:pt x="1016" y="1428"/>
                  </a:cubicBezTo>
                  <a:lnTo>
                    <a:pt x="1016" y="1436"/>
                  </a:lnTo>
                  <a:lnTo>
                    <a:pt x="1041" y="1436"/>
                  </a:lnTo>
                  <a:cubicBezTo>
                    <a:pt x="1039" y="1433"/>
                    <a:pt x="1037" y="1430"/>
                    <a:pt x="1035" y="1428"/>
                  </a:cubicBezTo>
                  <a:lnTo>
                    <a:pt x="1035" y="1428"/>
                  </a:lnTo>
                  <a:cubicBezTo>
                    <a:pt x="1069" y="1428"/>
                    <a:pt x="1102" y="1429"/>
                    <a:pt x="1130" y="1436"/>
                  </a:cubicBezTo>
                  <a:lnTo>
                    <a:pt x="1041" y="1436"/>
                  </a:lnTo>
                  <a:cubicBezTo>
                    <a:pt x="1062" y="1464"/>
                    <a:pt x="1080" y="1493"/>
                    <a:pt x="1095" y="1525"/>
                  </a:cubicBezTo>
                  <a:lnTo>
                    <a:pt x="1243" y="1525"/>
                  </a:lnTo>
                  <a:cubicBezTo>
                    <a:pt x="1243" y="1528"/>
                    <a:pt x="1230" y="1529"/>
                    <a:pt x="1209" y="1529"/>
                  </a:cubicBezTo>
                  <a:cubicBezTo>
                    <a:pt x="1179" y="1529"/>
                    <a:pt x="1134" y="1527"/>
                    <a:pt x="1095" y="1526"/>
                  </a:cubicBezTo>
                  <a:lnTo>
                    <a:pt x="1095" y="1526"/>
                  </a:lnTo>
                  <a:cubicBezTo>
                    <a:pt x="1106" y="1549"/>
                    <a:pt x="1115" y="1573"/>
                    <a:pt x="1122" y="1598"/>
                  </a:cubicBezTo>
                  <a:lnTo>
                    <a:pt x="1122" y="1598"/>
                  </a:lnTo>
                  <a:cubicBezTo>
                    <a:pt x="1119" y="1598"/>
                    <a:pt x="1116" y="1598"/>
                    <a:pt x="1113" y="1598"/>
                  </a:cubicBezTo>
                  <a:lnTo>
                    <a:pt x="1113" y="1606"/>
                  </a:lnTo>
                  <a:lnTo>
                    <a:pt x="1124" y="1606"/>
                  </a:lnTo>
                  <a:cubicBezTo>
                    <a:pt x="1124" y="1603"/>
                    <a:pt x="1123" y="1601"/>
                    <a:pt x="1122" y="1598"/>
                  </a:cubicBezTo>
                  <a:lnTo>
                    <a:pt x="1122" y="1598"/>
                  </a:lnTo>
                  <a:cubicBezTo>
                    <a:pt x="1159" y="1598"/>
                    <a:pt x="1189" y="1599"/>
                    <a:pt x="1227" y="1606"/>
                  </a:cubicBezTo>
                  <a:lnTo>
                    <a:pt x="1124" y="1606"/>
                  </a:lnTo>
                  <a:cubicBezTo>
                    <a:pt x="1125" y="1609"/>
                    <a:pt x="1126" y="1612"/>
                    <a:pt x="1126" y="1614"/>
                  </a:cubicBezTo>
                  <a:lnTo>
                    <a:pt x="1126" y="1614"/>
                  </a:lnTo>
                  <a:cubicBezTo>
                    <a:pt x="1137" y="1614"/>
                    <a:pt x="1149" y="1614"/>
                    <a:pt x="1162" y="1614"/>
                  </a:cubicBezTo>
                  <a:lnTo>
                    <a:pt x="1227" y="1614"/>
                  </a:lnTo>
                  <a:cubicBezTo>
                    <a:pt x="1227" y="1614"/>
                    <a:pt x="1227" y="1606"/>
                    <a:pt x="1284" y="1606"/>
                  </a:cubicBezTo>
                  <a:cubicBezTo>
                    <a:pt x="1405" y="1598"/>
                    <a:pt x="1348" y="1590"/>
                    <a:pt x="1292" y="1590"/>
                  </a:cubicBezTo>
                  <a:cubicBezTo>
                    <a:pt x="1251" y="1593"/>
                    <a:pt x="1230" y="1593"/>
                    <a:pt x="1223" y="1593"/>
                  </a:cubicBezTo>
                  <a:cubicBezTo>
                    <a:pt x="1209" y="1593"/>
                    <a:pt x="1248" y="1590"/>
                    <a:pt x="1292" y="1590"/>
                  </a:cubicBezTo>
                  <a:cubicBezTo>
                    <a:pt x="1348" y="1590"/>
                    <a:pt x="1405" y="1582"/>
                    <a:pt x="1348" y="1582"/>
                  </a:cubicBezTo>
                  <a:cubicBezTo>
                    <a:pt x="1292" y="1582"/>
                    <a:pt x="1235" y="1566"/>
                    <a:pt x="1348" y="1566"/>
                  </a:cubicBezTo>
                  <a:lnTo>
                    <a:pt x="1357" y="1557"/>
                  </a:lnTo>
                  <a:cubicBezTo>
                    <a:pt x="1292" y="1557"/>
                    <a:pt x="1292" y="1549"/>
                    <a:pt x="1292" y="1541"/>
                  </a:cubicBezTo>
                  <a:cubicBezTo>
                    <a:pt x="1300" y="1541"/>
                    <a:pt x="1300" y="1533"/>
                    <a:pt x="1357" y="1533"/>
                  </a:cubicBezTo>
                  <a:cubicBezTo>
                    <a:pt x="1373" y="1535"/>
                    <a:pt x="1385" y="1536"/>
                    <a:pt x="1392" y="1536"/>
                  </a:cubicBezTo>
                  <a:cubicBezTo>
                    <a:pt x="1408" y="1536"/>
                    <a:pt x="1397" y="1531"/>
                    <a:pt x="1357" y="1525"/>
                  </a:cubicBezTo>
                  <a:cubicBezTo>
                    <a:pt x="1357" y="1525"/>
                    <a:pt x="1235" y="1525"/>
                    <a:pt x="1235" y="1517"/>
                  </a:cubicBezTo>
                  <a:cubicBezTo>
                    <a:pt x="1203" y="1517"/>
                    <a:pt x="1162" y="1517"/>
                    <a:pt x="1121" y="1509"/>
                  </a:cubicBezTo>
                  <a:lnTo>
                    <a:pt x="1243" y="1509"/>
                  </a:lnTo>
                  <a:cubicBezTo>
                    <a:pt x="1300" y="1501"/>
                    <a:pt x="1300" y="1501"/>
                    <a:pt x="1300" y="1493"/>
                  </a:cubicBezTo>
                  <a:cubicBezTo>
                    <a:pt x="1300" y="1484"/>
                    <a:pt x="1300" y="1484"/>
                    <a:pt x="1243" y="1476"/>
                  </a:cubicBezTo>
                  <a:cubicBezTo>
                    <a:pt x="1365" y="1476"/>
                    <a:pt x="1365" y="1460"/>
                    <a:pt x="1251" y="1452"/>
                  </a:cubicBezTo>
                  <a:cubicBezTo>
                    <a:pt x="1186" y="1452"/>
                    <a:pt x="1186" y="1452"/>
                    <a:pt x="1251" y="1444"/>
                  </a:cubicBezTo>
                  <a:cubicBezTo>
                    <a:pt x="1186" y="1436"/>
                    <a:pt x="1251" y="1436"/>
                    <a:pt x="1308" y="1436"/>
                  </a:cubicBezTo>
                  <a:cubicBezTo>
                    <a:pt x="1430" y="1428"/>
                    <a:pt x="1430" y="1428"/>
                    <a:pt x="1373" y="1420"/>
                  </a:cubicBezTo>
                  <a:cubicBezTo>
                    <a:pt x="1316" y="1420"/>
                    <a:pt x="1316" y="1411"/>
                    <a:pt x="1316" y="1411"/>
                  </a:cubicBezTo>
                  <a:cubicBezTo>
                    <a:pt x="1287" y="1406"/>
                    <a:pt x="1259" y="1400"/>
                    <a:pt x="1230" y="1400"/>
                  </a:cubicBezTo>
                  <a:cubicBezTo>
                    <a:pt x="1218" y="1400"/>
                    <a:pt x="1206" y="1401"/>
                    <a:pt x="1194" y="1403"/>
                  </a:cubicBezTo>
                  <a:cubicBezTo>
                    <a:pt x="1176" y="1403"/>
                    <a:pt x="1156" y="1402"/>
                    <a:pt x="1138" y="1401"/>
                  </a:cubicBezTo>
                  <a:lnTo>
                    <a:pt x="1138" y="1401"/>
                  </a:lnTo>
                  <a:cubicBezTo>
                    <a:pt x="1157" y="1401"/>
                    <a:pt x="1176" y="1399"/>
                    <a:pt x="1194" y="1395"/>
                  </a:cubicBezTo>
                  <a:cubicBezTo>
                    <a:pt x="1259" y="1395"/>
                    <a:pt x="1259" y="1387"/>
                    <a:pt x="1259" y="1379"/>
                  </a:cubicBezTo>
                  <a:cubicBezTo>
                    <a:pt x="1259" y="1379"/>
                    <a:pt x="1259" y="1371"/>
                    <a:pt x="1259" y="1371"/>
                  </a:cubicBezTo>
                  <a:cubicBezTo>
                    <a:pt x="1316" y="1363"/>
                    <a:pt x="1324" y="1355"/>
                    <a:pt x="1259" y="1355"/>
                  </a:cubicBezTo>
                  <a:lnTo>
                    <a:pt x="1203" y="1355"/>
                  </a:lnTo>
                  <a:cubicBezTo>
                    <a:pt x="1324" y="1355"/>
                    <a:pt x="1324" y="1322"/>
                    <a:pt x="1211" y="1314"/>
                  </a:cubicBezTo>
                  <a:lnTo>
                    <a:pt x="1267" y="1314"/>
                  </a:lnTo>
                  <a:cubicBezTo>
                    <a:pt x="1324" y="1314"/>
                    <a:pt x="1324" y="1314"/>
                    <a:pt x="1324" y="1306"/>
                  </a:cubicBezTo>
                  <a:cubicBezTo>
                    <a:pt x="1324" y="1306"/>
                    <a:pt x="1267" y="1290"/>
                    <a:pt x="1267" y="1282"/>
                  </a:cubicBezTo>
                  <a:cubicBezTo>
                    <a:pt x="1275" y="1274"/>
                    <a:pt x="1275" y="1266"/>
                    <a:pt x="1211" y="1266"/>
                  </a:cubicBezTo>
                  <a:cubicBezTo>
                    <a:pt x="1211" y="1257"/>
                    <a:pt x="1211" y="1257"/>
                    <a:pt x="1275" y="1257"/>
                  </a:cubicBezTo>
                  <a:cubicBezTo>
                    <a:pt x="1294" y="1260"/>
                    <a:pt x="1307" y="1261"/>
                    <a:pt x="1315" y="1261"/>
                  </a:cubicBezTo>
                  <a:cubicBezTo>
                    <a:pt x="1332" y="1261"/>
                    <a:pt x="1332" y="1257"/>
                    <a:pt x="1332" y="1257"/>
                  </a:cubicBezTo>
                  <a:cubicBezTo>
                    <a:pt x="1292" y="1249"/>
                    <a:pt x="1259" y="1249"/>
                    <a:pt x="1219" y="1249"/>
                  </a:cubicBezTo>
                  <a:cubicBezTo>
                    <a:pt x="1154" y="1249"/>
                    <a:pt x="1154" y="1249"/>
                    <a:pt x="1219" y="1241"/>
                  </a:cubicBezTo>
                  <a:cubicBezTo>
                    <a:pt x="1275" y="1233"/>
                    <a:pt x="1284" y="1225"/>
                    <a:pt x="1219" y="1217"/>
                  </a:cubicBezTo>
                  <a:cubicBezTo>
                    <a:pt x="1219" y="1217"/>
                    <a:pt x="1219" y="1209"/>
                    <a:pt x="1284" y="1209"/>
                  </a:cubicBezTo>
                  <a:cubicBezTo>
                    <a:pt x="1340" y="1209"/>
                    <a:pt x="1405" y="1201"/>
                    <a:pt x="1284" y="1201"/>
                  </a:cubicBezTo>
                  <a:cubicBezTo>
                    <a:pt x="1284" y="1193"/>
                    <a:pt x="1284" y="1193"/>
                    <a:pt x="1340" y="1193"/>
                  </a:cubicBezTo>
                  <a:cubicBezTo>
                    <a:pt x="1405" y="1193"/>
                    <a:pt x="1462" y="1193"/>
                    <a:pt x="1348" y="1184"/>
                  </a:cubicBezTo>
                  <a:cubicBezTo>
                    <a:pt x="1284" y="1184"/>
                    <a:pt x="1284" y="1168"/>
                    <a:pt x="1348" y="1168"/>
                  </a:cubicBezTo>
                  <a:cubicBezTo>
                    <a:pt x="1348" y="1160"/>
                    <a:pt x="1348" y="1160"/>
                    <a:pt x="1292" y="1160"/>
                  </a:cubicBezTo>
                  <a:lnTo>
                    <a:pt x="1227" y="1160"/>
                  </a:lnTo>
                  <a:cubicBezTo>
                    <a:pt x="1348" y="1160"/>
                    <a:pt x="1348" y="1160"/>
                    <a:pt x="1227" y="1152"/>
                  </a:cubicBezTo>
                  <a:cubicBezTo>
                    <a:pt x="1292" y="1144"/>
                    <a:pt x="1292" y="1144"/>
                    <a:pt x="1292" y="1144"/>
                  </a:cubicBezTo>
                  <a:cubicBezTo>
                    <a:pt x="1292" y="1144"/>
                    <a:pt x="1235" y="1128"/>
                    <a:pt x="1235" y="1111"/>
                  </a:cubicBezTo>
                  <a:cubicBezTo>
                    <a:pt x="1243" y="1087"/>
                    <a:pt x="1243" y="1079"/>
                    <a:pt x="1178" y="1079"/>
                  </a:cubicBezTo>
                  <a:cubicBezTo>
                    <a:pt x="1121" y="1071"/>
                    <a:pt x="1121" y="1071"/>
                    <a:pt x="1178" y="1071"/>
                  </a:cubicBezTo>
                  <a:cubicBezTo>
                    <a:pt x="1243" y="1071"/>
                    <a:pt x="1243" y="1063"/>
                    <a:pt x="1243" y="1063"/>
                  </a:cubicBezTo>
                  <a:cubicBezTo>
                    <a:pt x="1243" y="1055"/>
                    <a:pt x="1243" y="1055"/>
                    <a:pt x="1300" y="1055"/>
                  </a:cubicBezTo>
                  <a:cubicBezTo>
                    <a:pt x="1243" y="1055"/>
                    <a:pt x="1243" y="1055"/>
                    <a:pt x="1243" y="1047"/>
                  </a:cubicBezTo>
                  <a:cubicBezTo>
                    <a:pt x="1308" y="1047"/>
                    <a:pt x="1308" y="1047"/>
                    <a:pt x="1243" y="1039"/>
                  </a:cubicBezTo>
                  <a:cubicBezTo>
                    <a:pt x="1308" y="1039"/>
                    <a:pt x="1365" y="1030"/>
                    <a:pt x="1308" y="1030"/>
                  </a:cubicBezTo>
                  <a:cubicBezTo>
                    <a:pt x="1243" y="1030"/>
                    <a:pt x="1251" y="1030"/>
                    <a:pt x="1186" y="1022"/>
                  </a:cubicBezTo>
                  <a:cubicBezTo>
                    <a:pt x="1186" y="1022"/>
                    <a:pt x="1186" y="1014"/>
                    <a:pt x="1251" y="1014"/>
                  </a:cubicBezTo>
                  <a:cubicBezTo>
                    <a:pt x="1308" y="1014"/>
                    <a:pt x="1251" y="998"/>
                    <a:pt x="1194" y="998"/>
                  </a:cubicBezTo>
                  <a:cubicBezTo>
                    <a:pt x="1130" y="998"/>
                    <a:pt x="1130" y="990"/>
                    <a:pt x="1194" y="990"/>
                  </a:cubicBezTo>
                  <a:lnTo>
                    <a:pt x="1251" y="990"/>
                  </a:lnTo>
                  <a:cubicBezTo>
                    <a:pt x="1194" y="982"/>
                    <a:pt x="1251" y="982"/>
                    <a:pt x="1316" y="982"/>
                  </a:cubicBezTo>
                  <a:cubicBezTo>
                    <a:pt x="1333" y="984"/>
                    <a:pt x="1344" y="985"/>
                    <a:pt x="1353" y="985"/>
                  </a:cubicBezTo>
                  <a:cubicBezTo>
                    <a:pt x="1373" y="985"/>
                    <a:pt x="1373" y="979"/>
                    <a:pt x="1373" y="974"/>
                  </a:cubicBezTo>
                  <a:cubicBezTo>
                    <a:pt x="1316" y="974"/>
                    <a:pt x="1316" y="966"/>
                    <a:pt x="1316" y="949"/>
                  </a:cubicBezTo>
                  <a:cubicBezTo>
                    <a:pt x="1324" y="933"/>
                    <a:pt x="1259" y="933"/>
                    <a:pt x="1146" y="925"/>
                  </a:cubicBezTo>
                  <a:lnTo>
                    <a:pt x="1324" y="925"/>
                  </a:lnTo>
                  <a:cubicBezTo>
                    <a:pt x="1284" y="917"/>
                    <a:pt x="1243" y="917"/>
                    <a:pt x="1203" y="917"/>
                  </a:cubicBezTo>
                  <a:cubicBezTo>
                    <a:pt x="1146" y="917"/>
                    <a:pt x="1146" y="917"/>
                    <a:pt x="1203" y="909"/>
                  </a:cubicBezTo>
                  <a:cubicBezTo>
                    <a:pt x="1267" y="901"/>
                    <a:pt x="1267" y="901"/>
                    <a:pt x="1211" y="901"/>
                  </a:cubicBezTo>
                  <a:cubicBezTo>
                    <a:pt x="1211" y="893"/>
                    <a:pt x="1211" y="893"/>
                    <a:pt x="1267" y="884"/>
                  </a:cubicBezTo>
                  <a:lnTo>
                    <a:pt x="1211" y="884"/>
                  </a:lnTo>
                  <a:cubicBezTo>
                    <a:pt x="1146" y="884"/>
                    <a:pt x="1146" y="884"/>
                    <a:pt x="1211" y="876"/>
                  </a:cubicBezTo>
                  <a:cubicBezTo>
                    <a:pt x="1332" y="876"/>
                    <a:pt x="1332" y="868"/>
                    <a:pt x="1267" y="868"/>
                  </a:cubicBezTo>
                  <a:cubicBezTo>
                    <a:pt x="1211" y="868"/>
                    <a:pt x="1211" y="860"/>
                    <a:pt x="1211" y="860"/>
                  </a:cubicBezTo>
                  <a:cubicBezTo>
                    <a:pt x="1211" y="860"/>
                    <a:pt x="1211" y="852"/>
                    <a:pt x="1154" y="852"/>
                  </a:cubicBezTo>
                  <a:lnTo>
                    <a:pt x="1154" y="844"/>
                  </a:lnTo>
                  <a:lnTo>
                    <a:pt x="1275" y="844"/>
                  </a:lnTo>
                  <a:cubicBezTo>
                    <a:pt x="1275" y="836"/>
                    <a:pt x="1275" y="836"/>
                    <a:pt x="1219" y="836"/>
                  </a:cubicBezTo>
                  <a:cubicBezTo>
                    <a:pt x="1097" y="828"/>
                    <a:pt x="1097" y="828"/>
                    <a:pt x="1219" y="828"/>
                  </a:cubicBezTo>
                  <a:cubicBezTo>
                    <a:pt x="1275" y="828"/>
                    <a:pt x="1340" y="828"/>
                    <a:pt x="1275" y="820"/>
                  </a:cubicBezTo>
                  <a:cubicBezTo>
                    <a:pt x="1397" y="820"/>
                    <a:pt x="1397" y="820"/>
                    <a:pt x="1275" y="803"/>
                  </a:cubicBezTo>
                  <a:cubicBezTo>
                    <a:pt x="1284" y="803"/>
                    <a:pt x="1219" y="787"/>
                    <a:pt x="1227" y="779"/>
                  </a:cubicBezTo>
                  <a:cubicBezTo>
                    <a:pt x="1227" y="763"/>
                    <a:pt x="1227" y="763"/>
                    <a:pt x="1284" y="755"/>
                  </a:cubicBezTo>
                  <a:lnTo>
                    <a:pt x="1348" y="755"/>
                  </a:lnTo>
                  <a:cubicBezTo>
                    <a:pt x="1227" y="755"/>
                    <a:pt x="1227" y="755"/>
                    <a:pt x="1227" y="747"/>
                  </a:cubicBezTo>
                  <a:cubicBezTo>
                    <a:pt x="1292" y="739"/>
                    <a:pt x="1227" y="730"/>
                    <a:pt x="1170" y="730"/>
                  </a:cubicBezTo>
                  <a:cubicBezTo>
                    <a:pt x="1048" y="730"/>
                    <a:pt x="1048" y="730"/>
                    <a:pt x="1113" y="722"/>
                  </a:cubicBezTo>
                  <a:lnTo>
                    <a:pt x="1235" y="722"/>
                  </a:lnTo>
                  <a:cubicBezTo>
                    <a:pt x="1275" y="722"/>
                    <a:pt x="1316" y="722"/>
                    <a:pt x="1357" y="714"/>
                  </a:cubicBezTo>
                  <a:cubicBezTo>
                    <a:pt x="1357" y="714"/>
                    <a:pt x="1357" y="711"/>
                    <a:pt x="1337" y="711"/>
                  </a:cubicBezTo>
                  <a:cubicBezTo>
                    <a:pt x="1328" y="711"/>
                    <a:pt x="1313" y="712"/>
                    <a:pt x="1292" y="714"/>
                  </a:cubicBezTo>
                  <a:cubicBezTo>
                    <a:pt x="1235" y="714"/>
                    <a:pt x="1235" y="714"/>
                    <a:pt x="1235" y="706"/>
                  </a:cubicBezTo>
                  <a:cubicBezTo>
                    <a:pt x="1235" y="706"/>
                    <a:pt x="1235" y="698"/>
                    <a:pt x="1178" y="698"/>
                  </a:cubicBezTo>
                  <a:cubicBezTo>
                    <a:pt x="1113" y="698"/>
                    <a:pt x="1113" y="698"/>
                    <a:pt x="1113" y="690"/>
                  </a:cubicBezTo>
                  <a:cubicBezTo>
                    <a:pt x="1178" y="690"/>
                    <a:pt x="1178" y="682"/>
                    <a:pt x="1178" y="682"/>
                  </a:cubicBezTo>
                  <a:lnTo>
                    <a:pt x="1357" y="682"/>
                  </a:lnTo>
                  <a:cubicBezTo>
                    <a:pt x="1340" y="674"/>
                    <a:pt x="1316" y="674"/>
                    <a:pt x="1300" y="674"/>
                  </a:cubicBezTo>
                  <a:cubicBezTo>
                    <a:pt x="1235" y="674"/>
                    <a:pt x="1251" y="601"/>
                    <a:pt x="1251" y="593"/>
                  </a:cubicBezTo>
                  <a:cubicBezTo>
                    <a:pt x="1291" y="587"/>
                    <a:pt x="1307" y="581"/>
                    <a:pt x="1290" y="581"/>
                  </a:cubicBezTo>
                  <a:cubicBezTo>
                    <a:pt x="1283" y="581"/>
                    <a:pt x="1270" y="582"/>
                    <a:pt x="1251" y="584"/>
                  </a:cubicBezTo>
                  <a:cubicBezTo>
                    <a:pt x="1194" y="584"/>
                    <a:pt x="1194" y="568"/>
                    <a:pt x="1194" y="544"/>
                  </a:cubicBezTo>
                  <a:cubicBezTo>
                    <a:pt x="1203" y="528"/>
                    <a:pt x="1203" y="512"/>
                    <a:pt x="1146" y="512"/>
                  </a:cubicBezTo>
                  <a:lnTo>
                    <a:pt x="1146" y="503"/>
                  </a:lnTo>
                  <a:cubicBezTo>
                    <a:pt x="1146" y="495"/>
                    <a:pt x="1089" y="487"/>
                    <a:pt x="1089" y="487"/>
                  </a:cubicBezTo>
                  <a:cubicBezTo>
                    <a:pt x="1024" y="479"/>
                    <a:pt x="1024" y="479"/>
                    <a:pt x="1089" y="479"/>
                  </a:cubicBezTo>
                  <a:cubicBezTo>
                    <a:pt x="1103" y="482"/>
                    <a:pt x="1116" y="483"/>
                    <a:pt x="1129" y="483"/>
                  </a:cubicBezTo>
                  <a:cubicBezTo>
                    <a:pt x="1156" y="483"/>
                    <a:pt x="1181" y="479"/>
                    <a:pt x="1203" y="479"/>
                  </a:cubicBezTo>
                  <a:cubicBezTo>
                    <a:pt x="1170" y="471"/>
                    <a:pt x="1130" y="471"/>
                    <a:pt x="1089" y="471"/>
                  </a:cubicBezTo>
                  <a:lnTo>
                    <a:pt x="1032" y="471"/>
                  </a:lnTo>
                  <a:cubicBezTo>
                    <a:pt x="1032" y="463"/>
                    <a:pt x="1032" y="463"/>
                    <a:pt x="1089" y="463"/>
                  </a:cubicBezTo>
                  <a:lnTo>
                    <a:pt x="1146" y="463"/>
                  </a:lnTo>
                  <a:cubicBezTo>
                    <a:pt x="1154" y="455"/>
                    <a:pt x="1154" y="455"/>
                    <a:pt x="1267" y="455"/>
                  </a:cubicBezTo>
                  <a:lnTo>
                    <a:pt x="1211" y="447"/>
                  </a:lnTo>
                  <a:cubicBezTo>
                    <a:pt x="1332" y="439"/>
                    <a:pt x="1211" y="439"/>
                    <a:pt x="1154" y="430"/>
                  </a:cubicBezTo>
                  <a:cubicBezTo>
                    <a:pt x="1275" y="430"/>
                    <a:pt x="1275" y="430"/>
                    <a:pt x="1154" y="422"/>
                  </a:cubicBezTo>
                  <a:cubicBezTo>
                    <a:pt x="1097" y="422"/>
                    <a:pt x="1097" y="422"/>
                    <a:pt x="1154" y="414"/>
                  </a:cubicBezTo>
                  <a:cubicBezTo>
                    <a:pt x="1219" y="414"/>
                    <a:pt x="1219" y="414"/>
                    <a:pt x="1219" y="406"/>
                  </a:cubicBezTo>
                  <a:cubicBezTo>
                    <a:pt x="1154" y="398"/>
                    <a:pt x="1162" y="382"/>
                    <a:pt x="1162" y="357"/>
                  </a:cubicBezTo>
                  <a:cubicBezTo>
                    <a:pt x="1170" y="325"/>
                    <a:pt x="1170" y="309"/>
                    <a:pt x="1113" y="309"/>
                  </a:cubicBezTo>
                  <a:cubicBezTo>
                    <a:pt x="1113" y="309"/>
                    <a:pt x="1113" y="309"/>
                    <a:pt x="1170" y="301"/>
                  </a:cubicBezTo>
                  <a:cubicBezTo>
                    <a:pt x="1235" y="301"/>
                    <a:pt x="1235" y="301"/>
                    <a:pt x="1113" y="293"/>
                  </a:cubicBezTo>
                  <a:cubicBezTo>
                    <a:pt x="1170" y="293"/>
                    <a:pt x="1178" y="285"/>
                    <a:pt x="1178" y="276"/>
                  </a:cubicBezTo>
                  <a:cubicBezTo>
                    <a:pt x="1178" y="268"/>
                    <a:pt x="1178" y="252"/>
                    <a:pt x="1121" y="252"/>
                  </a:cubicBezTo>
                  <a:cubicBezTo>
                    <a:pt x="1235" y="252"/>
                    <a:pt x="1300" y="236"/>
                    <a:pt x="1186" y="228"/>
                  </a:cubicBezTo>
                  <a:cubicBezTo>
                    <a:pt x="1186" y="228"/>
                    <a:pt x="1186" y="220"/>
                    <a:pt x="1243" y="220"/>
                  </a:cubicBezTo>
                  <a:cubicBezTo>
                    <a:pt x="1243" y="220"/>
                    <a:pt x="1243" y="220"/>
                    <a:pt x="1186" y="203"/>
                  </a:cubicBezTo>
                  <a:cubicBezTo>
                    <a:pt x="1186" y="203"/>
                    <a:pt x="1186" y="195"/>
                    <a:pt x="1186" y="187"/>
                  </a:cubicBezTo>
                  <a:cubicBezTo>
                    <a:pt x="1186" y="179"/>
                    <a:pt x="1130" y="171"/>
                    <a:pt x="1130" y="171"/>
                  </a:cubicBezTo>
                  <a:cubicBezTo>
                    <a:pt x="1194" y="171"/>
                    <a:pt x="1194" y="155"/>
                    <a:pt x="1194" y="130"/>
                  </a:cubicBezTo>
                  <a:cubicBezTo>
                    <a:pt x="1203" y="114"/>
                    <a:pt x="1203" y="90"/>
                    <a:pt x="1259" y="90"/>
                  </a:cubicBezTo>
                  <a:cubicBezTo>
                    <a:pt x="1259" y="90"/>
                    <a:pt x="1259" y="90"/>
                    <a:pt x="1203" y="82"/>
                  </a:cubicBezTo>
                  <a:cubicBezTo>
                    <a:pt x="1081" y="82"/>
                    <a:pt x="1081" y="74"/>
                    <a:pt x="1146" y="74"/>
                  </a:cubicBezTo>
                  <a:cubicBezTo>
                    <a:pt x="1267" y="74"/>
                    <a:pt x="1267" y="57"/>
                    <a:pt x="1146" y="57"/>
                  </a:cubicBezTo>
                  <a:lnTo>
                    <a:pt x="1211" y="57"/>
                  </a:lnTo>
                  <a:cubicBezTo>
                    <a:pt x="1324" y="49"/>
                    <a:pt x="1267" y="41"/>
                    <a:pt x="1146" y="41"/>
                  </a:cubicBezTo>
                  <a:cubicBezTo>
                    <a:pt x="1211" y="33"/>
                    <a:pt x="1267" y="33"/>
                    <a:pt x="1211" y="33"/>
                  </a:cubicBezTo>
                  <a:cubicBezTo>
                    <a:pt x="1211" y="25"/>
                    <a:pt x="1211" y="25"/>
                    <a:pt x="1332" y="25"/>
                  </a:cubicBezTo>
                  <a:lnTo>
                    <a:pt x="1332" y="17"/>
                  </a:lnTo>
                  <a:cubicBezTo>
                    <a:pt x="1332" y="17"/>
                    <a:pt x="1332" y="9"/>
                    <a:pt x="1275" y="9"/>
                  </a:cubicBezTo>
                  <a:lnTo>
                    <a:pt x="1211" y="9"/>
                  </a:lnTo>
                  <a:cubicBezTo>
                    <a:pt x="1254" y="9"/>
                    <a:pt x="1239" y="5"/>
                    <a:pt x="1208" y="5"/>
                  </a:cubicBezTo>
                  <a:cubicBezTo>
                    <a:pt x="1193" y="5"/>
                    <a:pt x="1173" y="6"/>
                    <a:pt x="1154" y="9"/>
                  </a:cubicBezTo>
                  <a:cubicBezTo>
                    <a:pt x="1113" y="9"/>
                    <a:pt x="1073" y="9"/>
                    <a:pt x="1032" y="1"/>
                  </a:cubicBezTo>
                  <a:close/>
                  <a:moveTo>
                    <a:pt x="1126" y="1614"/>
                  </a:moveTo>
                  <a:cubicBezTo>
                    <a:pt x="1060" y="1616"/>
                    <a:pt x="1060" y="1621"/>
                    <a:pt x="1128" y="1622"/>
                  </a:cubicBezTo>
                  <a:lnTo>
                    <a:pt x="1128" y="1622"/>
                  </a:lnTo>
                  <a:cubicBezTo>
                    <a:pt x="1128" y="1619"/>
                    <a:pt x="1127" y="1617"/>
                    <a:pt x="1126" y="1614"/>
                  </a:cubicBezTo>
                  <a:close/>
                  <a:moveTo>
                    <a:pt x="700" y="1675"/>
                  </a:moveTo>
                  <a:cubicBezTo>
                    <a:pt x="686" y="1675"/>
                    <a:pt x="659" y="1676"/>
                    <a:pt x="619" y="1679"/>
                  </a:cubicBezTo>
                  <a:cubicBezTo>
                    <a:pt x="700" y="1679"/>
                    <a:pt x="727" y="1675"/>
                    <a:pt x="700" y="1675"/>
                  </a:cubicBezTo>
                  <a:close/>
                  <a:moveTo>
                    <a:pt x="1128" y="1622"/>
                  </a:moveTo>
                  <a:cubicBezTo>
                    <a:pt x="1138" y="1662"/>
                    <a:pt x="1143" y="1703"/>
                    <a:pt x="1143" y="1744"/>
                  </a:cubicBezTo>
                  <a:lnTo>
                    <a:pt x="1143" y="1744"/>
                  </a:lnTo>
                  <a:cubicBezTo>
                    <a:pt x="1323" y="1744"/>
                    <a:pt x="1315" y="1743"/>
                    <a:pt x="1211" y="1736"/>
                  </a:cubicBezTo>
                  <a:cubicBezTo>
                    <a:pt x="1146" y="1728"/>
                    <a:pt x="1146" y="1728"/>
                    <a:pt x="1211" y="1728"/>
                  </a:cubicBezTo>
                  <a:cubicBezTo>
                    <a:pt x="1267" y="1728"/>
                    <a:pt x="1267" y="1728"/>
                    <a:pt x="1267" y="1720"/>
                  </a:cubicBezTo>
                  <a:cubicBezTo>
                    <a:pt x="1275" y="1711"/>
                    <a:pt x="1275" y="1703"/>
                    <a:pt x="1211" y="1703"/>
                  </a:cubicBezTo>
                  <a:lnTo>
                    <a:pt x="1211" y="1695"/>
                  </a:lnTo>
                  <a:cubicBezTo>
                    <a:pt x="1292" y="1695"/>
                    <a:pt x="1294" y="1692"/>
                    <a:pt x="1250" y="1692"/>
                  </a:cubicBezTo>
                  <a:cubicBezTo>
                    <a:pt x="1228" y="1692"/>
                    <a:pt x="1194" y="1693"/>
                    <a:pt x="1154" y="1695"/>
                  </a:cubicBezTo>
                  <a:lnTo>
                    <a:pt x="1154" y="1687"/>
                  </a:lnTo>
                  <a:lnTo>
                    <a:pt x="1219" y="1687"/>
                  </a:lnTo>
                  <a:cubicBezTo>
                    <a:pt x="1275" y="1687"/>
                    <a:pt x="1275" y="1679"/>
                    <a:pt x="1275" y="1655"/>
                  </a:cubicBezTo>
                  <a:cubicBezTo>
                    <a:pt x="1284" y="1630"/>
                    <a:pt x="1284" y="1622"/>
                    <a:pt x="1162" y="1622"/>
                  </a:cubicBezTo>
                  <a:cubicBezTo>
                    <a:pt x="1149" y="1622"/>
                    <a:pt x="1138" y="1622"/>
                    <a:pt x="1128" y="1622"/>
                  </a:cubicBezTo>
                  <a:close/>
                  <a:moveTo>
                    <a:pt x="1143" y="1744"/>
                  </a:moveTo>
                  <a:lnTo>
                    <a:pt x="1143" y="1744"/>
                  </a:lnTo>
                  <a:cubicBezTo>
                    <a:pt x="1126" y="1744"/>
                    <a:pt x="1109" y="1744"/>
                    <a:pt x="1089" y="1744"/>
                  </a:cubicBezTo>
                  <a:lnTo>
                    <a:pt x="911" y="1744"/>
                  </a:lnTo>
                  <a:lnTo>
                    <a:pt x="1089" y="1752"/>
                  </a:lnTo>
                  <a:cubicBezTo>
                    <a:pt x="1108" y="1752"/>
                    <a:pt x="1126" y="1752"/>
                    <a:pt x="1143" y="1752"/>
                  </a:cubicBezTo>
                  <a:lnTo>
                    <a:pt x="1143" y="1752"/>
                  </a:lnTo>
                  <a:cubicBezTo>
                    <a:pt x="1143" y="1749"/>
                    <a:pt x="1143" y="1747"/>
                    <a:pt x="1143" y="1744"/>
                  </a:cubicBezTo>
                  <a:close/>
                  <a:moveTo>
                    <a:pt x="1143" y="1752"/>
                  </a:moveTo>
                  <a:lnTo>
                    <a:pt x="1143" y="1752"/>
                  </a:lnTo>
                  <a:cubicBezTo>
                    <a:pt x="1143" y="1765"/>
                    <a:pt x="1142" y="1778"/>
                    <a:pt x="1141" y="1791"/>
                  </a:cubicBezTo>
                  <a:lnTo>
                    <a:pt x="1141" y="1791"/>
                  </a:lnTo>
                  <a:cubicBezTo>
                    <a:pt x="1121" y="1790"/>
                    <a:pt x="1102" y="1789"/>
                    <a:pt x="1082" y="1785"/>
                  </a:cubicBezTo>
                  <a:lnTo>
                    <a:pt x="1082" y="1785"/>
                  </a:lnTo>
                  <a:cubicBezTo>
                    <a:pt x="1102" y="1789"/>
                    <a:pt x="1121" y="1790"/>
                    <a:pt x="1141" y="1791"/>
                  </a:cubicBezTo>
                  <a:lnTo>
                    <a:pt x="1141" y="1791"/>
                  </a:lnTo>
                  <a:cubicBezTo>
                    <a:pt x="1141" y="1791"/>
                    <a:pt x="1141" y="1791"/>
                    <a:pt x="1141" y="1791"/>
                  </a:cubicBezTo>
                  <a:lnTo>
                    <a:pt x="1141" y="1791"/>
                  </a:lnTo>
                  <a:cubicBezTo>
                    <a:pt x="1141" y="1791"/>
                    <a:pt x="1141" y="1791"/>
                    <a:pt x="1142" y="1791"/>
                  </a:cubicBezTo>
                  <a:cubicBezTo>
                    <a:pt x="1162" y="1791"/>
                    <a:pt x="1182" y="1788"/>
                    <a:pt x="1203" y="1784"/>
                  </a:cubicBezTo>
                  <a:lnTo>
                    <a:pt x="1259" y="1784"/>
                  </a:lnTo>
                  <a:cubicBezTo>
                    <a:pt x="1381" y="1784"/>
                    <a:pt x="1324" y="1776"/>
                    <a:pt x="1259" y="1768"/>
                  </a:cubicBezTo>
                  <a:cubicBezTo>
                    <a:pt x="1146" y="1760"/>
                    <a:pt x="1146" y="1760"/>
                    <a:pt x="1267" y="1760"/>
                  </a:cubicBezTo>
                  <a:cubicBezTo>
                    <a:pt x="1369" y="1760"/>
                    <a:pt x="1289" y="1754"/>
                    <a:pt x="1143" y="1752"/>
                  </a:cubicBezTo>
                  <a:close/>
                  <a:moveTo>
                    <a:pt x="959" y="1801"/>
                  </a:moveTo>
                  <a:lnTo>
                    <a:pt x="1024" y="1809"/>
                  </a:lnTo>
                  <a:lnTo>
                    <a:pt x="1081" y="1801"/>
                  </a:lnTo>
                  <a:close/>
                  <a:moveTo>
                    <a:pt x="1159" y="1813"/>
                  </a:moveTo>
                  <a:cubicBezTo>
                    <a:pt x="1162" y="1813"/>
                    <a:pt x="1171" y="1814"/>
                    <a:pt x="1184" y="1815"/>
                  </a:cubicBezTo>
                  <a:lnTo>
                    <a:pt x="1184" y="1815"/>
                  </a:lnTo>
                  <a:cubicBezTo>
                    <a:pt x="1162" y="1814"/>
                    <a:pt x="1154" y="1813"/>
                    <a:pt x="1159" y="1813"/>
                  </a:cubicBezTo>
                  <a:close/>
                  <a:moveTo>
                    <a:pt x="1242" y="1789"/>
                  </a:moveTo>
                  <a:cubicBezTo>
                    <a:pt x="1234" y="1789"/>
                    <a:pt x="1221" y="1790"/>
                    <a:pt x="1203" y="1793"/>
                  </a:cubicBezTo>
                  <a:cubicBezTo>
                    <a:pt x="1182" y="1793"/>
                    <a:pt x="1161" y="1793"/>
                    <a:pt x="1141" y="1791"/>
                  </a:cubicBezTo>
                  <a:lnTo>
                    <a:pt x="1141" y="1791"/>
                  </a:lnTo>
                  <a:cubicBezTo>
                    <a:pt x="1139" y="1808"/>
                    <a:pt x="1137" y="1825"/>
                    <a:pt x="1134" y="1841"/>
                  </a:cubicBezTo>
                  <a:lnTo>
                    <a:pt x="1134" y="1841"/>
                  </a:lnTo>
                  <a:cubicBezTo>
                    <a:pt x="1173" y="1841"/>
                    <a:pt x="1212" y="1833"/>
                    <a:pt x="1251" y="1833"/>
                  </a:cubicBezTo>
                  <a:cubicBezTo>
                    <a:pt x="1251" y="1825"/>
                    <a:pt x="1251" y="1825"/>
                    <a:pt x="1194" y="1825"/>
                  </a:cubicBezTo>
                  <a:cubicBezTo>
                    <a:pt x="1176" y="1828"/>
                    <a:pt x="1163" y="1829"/>
                    <a:pt x="1154" y="1829"/>
                  </a:cubicBezTo>
                  <a:cubicBezTo>
                    <a:pt x="1138" y="1829"/>
                    <a:pt x="1138" y="1825"/>
                    <a:pt x="1138" y="1825"/>
                  </a:cubicBezTo>
                  <a:cubicBezTo>
                    <a:pt x="1178" y="1817"/>
                    <a:pt x="1219" y="1817"/>
                    <a:pt x="1259" y="1817"/>
                  </a:cubicBezTo>
                  <a:cubicBezTo>
                    <a:pt x="1235" y="1817"/>
                    <a:pt x="1216" y="1817"/>
                    <a:pt x="1201" y="1816"/>
                  </a:cubicBezTo>
                  <a:lnTo>
                    <a:pt x="1201" y="1816"/>
                  </a:lnTo>
                  <a:cubicBezTo>
                    <a:pt x="1259" y="1809"/>
                    <a:pt x="1259" y="1808"/>
                    <a:pt x="1259" y="1801"/>
                  </a:cubicBezTo>
                  <a:lnTo>
                    <a:pt x="1259" y="1793"/>
                  </a:lnTo>
                  <a:cubicBezTo>
                    <a:pt x="1259" y="1793"/>
                    <a:pt x="1259" y="1789"/>
                    <a:pt x="1242" y="1789"/>
                  </a:cubicBezTo>
                  <a:close/>
                  <a:moveTo>
                    <a:pt x="1134" y="1841"/>
                  </a:moveTo>
                  <a:lnTo>
                    <a:pt x="1134" y="1841"/>
                  </a:lnTo>
                  <a:cubicBezTo>
                    <a:pt x="1133" y="1841"/>
                    <a:pt x="1131" y="1841"/>
                    <a:pt x="1130" y="1841"/>
                  </a:cubicBezTo>
                  <a:lnTo>
                    <a:pt x="1134" y="1841"/>
                  </a:lnTo>
                  <a:cubicBezTo>
                    <a:pt x="1134" y="1841"/>
                    <a:pt x="1134" y="1841"/>
                    <a:pt x="1134" y="1841"/>
                  </a:cubicBezTo>
                  <a:close/>
                  <a:moveTo>
                    <a:pt x="1073" y="1874"/>
                  </a:moveTo>
                  <a:cubicBezTo>
                    <a:pt x="1073" y="1882"/>
                    <a:pt x="1073" y="1882"/>
                    <a:pt x="1125" y="1882"/>
                  </a:cubicBezTo>
                  <a:lnTo>
                    <a:pt x="1125" y="1882"/>
                  </a:lnTo>
                  <a:cubicBezTo>
                    <a:pt x="1126" y="1879"/>
                    <a:pt x="1127" y="1876"/>
                    <a:pt x="1127" y="1874"/>
                  </a:cubicBezTo>
                  <a:close/>
                  <a:moveTo>
                    <a:pt x="2321" y="1890"/>
                  </a:moveTo>
                  <a:cubicBezTo>
                    <a:pt x="2265" y="1890"/>
                    <a:pt x="2265" y="1890"/>
                    <a:pt x="2265" y="1898"/>
                  </a:cubicBezTo>
                  <a:lnTo>
                    <a:pt x="2386" y="1898"/>
                  </a:lnTo>
                  <a:cubicBezTo>
                    <a:pt x="2443" y="1898"/>
                    <a:pt x="2443" y="1898"/>
                    <a:pt x="2321" y="1890"/>
                  </a:cubicBezTo>
                  <a:close/>
                  <a:moveTo>
                    <a:pt x="351" y="1898"/>
                  </a:moveTo>
                  <a:cubicBezTo>
                    <a:pt x="319" y="1902"/>
                    <a:pt x="303" y="1904"/>
                    <a:pt x="294" y="1904"/>
                  </a:cubicBezTo>
                  <a:cubicBezTo>
                    <a:pt x="286" y="1904"/>
                    <a:pt x="286" y="1902"/>
                    <a:pt x="286" y="1898"/>
                  </a:cubicBezTo>
                  <a:close/>
                  <a:moveTo>
                    <a:pt x="1110" y="1930"/>
                  </a:moveTo>
                  <a:cubicBezTo>
                    <a:pt x="1065" y="1930"/>
                    <a:pt x="1065" y="1931"/>
                    <a:pt x="1065" y="1938"/>
                  </a:cubicBezTo>
                  <a:lnTo>
                    <a:pt x="1107" y="1938"/>
                  </a:lnTo>
                  <a:cubicBezTo>
                    <a:pt x="1108" y="1936"/>
                    <a:pt x="1109" y="1933"/>
                    <a:pt x="1110" y="1930"/>
                  </a:cubicBezTo>
                  <a:close/>
                  <a:moveTo>
                    <a:pt x="738" y="1951"/>
                  </a:moveTo>
                  <a:cubicBezTo>
                    <a:pt x="745" y="1951"/>
                    <a:pt x="751" y="1952"/>
                    <a:pt x="757" y="1955"/>
                  </a:cubicBezTo>
                  <a:lnTo>
                    <a:pt x="700" y="1955"/>
                  </a:lnTo>
                  <a:cubicBezTo>
                    <a:pt x="711" y="1955"/>
                    <a:pt x="725" y="1951"/>
                    <a:pt x="738" y="1951"/>
                  </a:cubicBezTo>
                  <a:close/>
                  <a:moveTo>
                    <a:pt x="878" y="1987"/>
                  </a:moveTo>
                  <a:lnTo>
                    <a:pt x="878" y="1995"/>
                  </a:lnTo>
                  <a:lnTo>
                    <a:pt x="935" y="1987"/>
                  </a:lnTo>
                  <a:close/>
                  <a:moveTo>
                    <a:pt x="992" y="2011"/>
                  </a:moveTo>
                  <a:cubicBezTo>
                    <a:pt x="870" y="2011"/>
                    <a:pt x="813" y="2011"/>
                    <a:pt x="870" y="2020"/>
                  </a:cubicBezTo>
                  <a:lnTo>
                    <a:pt x="992" y="2020"/>
                  </a:lnTo>
                  <a:lnTo>
                    <a:pt x="992" y="2011"/>
                  </a:lnTo>
                  <a:close/>
                  <a:moveTo>
                    <a:pt x="1284" y="2036"/>
                  </a:moveTo>
                  <a:cubicBezTo>
                    <a:pt x="1284" y="2044"/>
                    <a:pt x="1348" y="2044"/>
                    <a:pt x="1284" y="2044"/>
                  </a:cubicBezTo>
                  <a:cubicBezTo>
                    <a:pt x="1267" y="2044"/>
                    <a:pt x="1243" y="2044"/>
                    <a:pt x="1227" y="2036"/>
                  </a:cubicBezTo>
                  <a:close/>
                  <a:moveTo>
                    <a:pt x="1154" y="2101"/>
                  </a:moveTo>
                  <a:lnTo>
                    <a:pt x="1154" y="2109"/>
                  </a:lnTo>
                  <a:cubicBezTo>
                    <a:pt x="1097" y="2109"/>
                    <a:pt x="1040" y="2101"/>
                    <a:pt x="1040" y="2101"/>
                  </a:cubicBezTo>
                  <a:close/>
                  <a:moveTo>
                    <a:pt x="797" y="2125"/>
                  </a:moveTo>
                  <a:cubicBezTo>
                    <a:pt x="881" y="2131"/>
                    <a:pt x="938" y="2132"/>
                    <a:pt x="962" y="2133"/>
                  </a:cubicBezTo>
                  <a:lnTo>
                    <a:pt x="962" y="2133"/>
                  </a:lnTo>
                  <a:cubicBezTo>
                    <a:pt x="962" y="2133"/>
                    <a:pt x="963" y="2132"/>
                    <a:pt x="963" y="2132"/>
                  </a:cubicBezTo>
                  <a:lnTo>
                    <a:pt x="963" y="2132"/>
                  </a:lnTo>
                  <a:lnTo>
                    <a:pt x="854" y="2125"/>
                  </a:lnTo>
                  <a:close/>
                  <a:moveTo>
                    <a:pt x="1211" y="2166"/>
                  </a:moveTo>
                  <a:lnTo>
                    <a:pt x="1211" y="2174"/>
                  </a:lnTo>
                  <a:lnTo>
                    <a:pt x="1203" y="2174"/>
                  </a:lnTo>
                  <a:cubicBezTo>
                    <a:pt x="1103" y="2174"/>
                    <a:pt x="1091" y="2167"/>
                    <a:pt x="1211" y="2166"/>
                  </a:cubicBezTo>
                  <a:close/>
                  <a:moveTo>
                    <a:pt x="1024" y="2190"/>
                  </a:moveTo>
                  <a:cubicBezTo>
                    <a:pt x="1081" y="2190"/>
                    <a:pt x="1146" y="2198"/>
                    <a:pt x="1203" y="2198"/>
                  </a:cubicBezTo>
                  <a:lnTo>
                    <a:pt x="1203" y="2206"/>
                  </a:lnTo>
                  <a:lnTo>
                    <a:pt x="1081" y="2198"/>
                  </a:lnTo>
                  <a:cubicBezTo>
                    <a:pt x="903" y="2190"/>
                    <a:pt x="903" y="2190"/>
                    <a:pt x="1024" y="2190"/>
                  </a:cubicBezTo>
                  <a:close/>
                  <a:moveTo>
                    <a:pt x="903" y="2206"/>
                  </a:moveTo>
                  <a:lnTo>
                    <a:pt x="959" y="2214"/>
                  </a:lnTo>
                  <a:lnTo>
                    <a:pt x="903" y="2214"/>
                  </a:lnTo>
                  <a:cubicBezTo>
                    <a:pt x="846" y="2214"/>
                    <a:pt x="846" y="2214"/>
                    <a:pt x="846" y="2206"/>
                  </a:cubicBezTo>
                  <a:close/>
                  <a:moveTo>
                    <a:pt x="607" y="1258"/>
                  </a:moveTo>
                  <a:cubicBezTo>
                    <a:pt x="68" y="1302"/>
                    <a:pt x="0" y="2114"/>
                    <a:pt x="554" y="2223"/>
                  </a:cubicBezTo>
                  <a:lnTo>
                    <a:pt x="554" y="2223"/>
                  </a:lnTo>
                  <a:cubicBezTo>
                    <a:pt x="551" y="2221"/>
                    <a:pt x="567" y="2219"/>
                    <a:pt x="603" y="2214"/>
                  </a:cubicBezTo>
                  <a:lnTo>
                    <a:pt x="603" y="2206"/>
                  </a:lnTo>
                  <a:cubicBezTo>
                    <a:pt x="546" y="2206"/>
                    <a:pt x="546" y="2190"/>
                    <a:pt x="611" y="2182"/>
                  </a:cubicBezTo>
                  <a:lnTo>
                    <a:pt x="611" y="2174"/>
                  </a:lnTo>
                  <a:cubicBezTo>
                    <a:pt x="489" y="2174"/>
                    <a:pt x="554" y="2133"/>
                    <a:pt x="676" y="2125"/>
                  </a:cubicBezTo>
                  <a:lnTo>
                    <a:pt x="619" y="2125"/>
                  </a:lnTo>
                  <a:cubicBezTo>
                    <a:pt x="554" y="2125"/>
                    <a:pt x="554" y="2125"/>
                    <a:pt x="554" y="2117"/>
                  </a:cubicBezTo>
                  <a:cubicBezTo>
                    <a:pt x="619" y="2109"/>
                    <a:pt x="619" y="2101"/>
                    <a:pt x="619" y="2093"/>
                  </a:cubicBezTo>
                  <a:cubicBezTo>
                    <a:pt x="619" y="2093"/>
                    <a:pt x="619" y="2084"/>
                    <a:pt x="684" y="2084"/>
                  </a:cubicBezTo>
                  <a:cubicBezTo>
                    <a:pt x="619" y="2084"/>
                    <a:pt x="619" y="2076"/>
                    <a:pt x="684" y="2076"/>
                  </a:cubicBezTo>
                  <a:cubicBezTo>
                    <a:pt x="724" y="2068"/>
                    <a:pt x="765" y="2068"/>
                    <a:pt x="805" y="2068"/>
                  </a:cubicBezTo>
                  <a:cubicBezTo>
                    <a:pt x="805" y="2068"/>
                    <a:pt x="805" y="2076"/>
                    <a:pt x="862" y="2076"/>
                  </a:cubicBezTo>
                  <a:cubicBezTo>
                    <a:pt x="903" y="2076"/>
                    <a:pt x="943" y="2076"/>
                    <a:pt x="984" y="2068"/>
                  </a:cubicBezTo>
                  <a:cubicBezTo>
                    <a:pt x="1040" y="2060"/>
                    <a:pt x="1040" y="2060"/>
                    <a:pt x="927" y="2060"/>
                  </a:cubicBezTo>
                  <a:lnTo>
                    <a:pt x="684" y="2060"/>
                  </a:lnTo>
                  <a:cubicBezTo>
                    <a:pt x="627" y="2052"/>
                    <a:pt x="570" y="2052"/>
                    <a:pt x="627" y="2044"/>
                  </a:cubicBezTo>
                  <a:cubicBezTo>
                    <a:pt x="505" y="2044"/>
                    <a:pt x="505" y="2044"/>
                    <a:pt x="627" y="2028"/>
                  </a:cubicBezTo>
                  <a:cubicBezTo>
                    <a:pt x="692" y="2020"/>
                    <a:pt x="692" y="2020"/>
                    <a:pt x="635" y="2011"/>
                  </a:cubicBezTo>
                  <a:cubicBezTo>
                    <a:pt x="635" y="2011"/>
                    <a:pt x="570" y="2011"/>
                    <a:pt x="635" y="2003"/>
                  </a:cubicBezTo>
                  <a:cubicBezTo>
                    <a:pt x="692" y="2003"/>
                    <a:pt x="692" y="2003"/>
                    <a:pt x="692" y="1995"/>
                  </a:cubicBezTo>
                  <a:cubicBezTo>
                    <a:pt x="757" y="1987"/>
                    <a:pt x="700" y="1987"/>
                    <a:pt x="635" y="1987"/>
                  </a:cubicBezTo>
                  <a:cubicBezTo>
                    <a:pt x="513" y="1987"/>
                    <a:pt x="513" y="1987"/>
                    <a:pt x="635" y="1979"/>
                  </a:cubicBezTo>
                  <a:lnTo>
                    <a:pt x="700" y="1979"/>
                  </a:lnTo>
                  <a:cubicBezTo>
                    <a:pt x="635" y="1979"/>
                    <a:pt x="578" y="1979"/>
                    <a:pt x="635" y="1971"/>
                  </a:cubicBezTo>
                  <a:cubicBezTo>
                    <a:pt x="700" y="1971"/>
                    <a:pt x="700" y="1963"/>
                    <a:pt x="700" y="1963"/>
                  </a:cubicBezTo>
                  <a:lnTo>
                    <a:pt x="757" y="1963"/>
                  </a:lnTo>
                  <a:cubicBezTo>
                    <a:pt x="878" y="1955"/>
                    <a:pt x="878" y="1955"/>
                    <a:pt x="821" y="1955"/>
                  </a:cubicBezTo>
                  <a:lnTo>
                    <a:pt x="757" y="1955"/>
                  </a:lnTo>
                  <a:cubicBezTo>
                    <a:pt x="765" y="1952"/>
                    <a:pt x="772" y="1951"/>
                    <a:pt x="779" y="1951"/>
                  </a:cubicBezTo>
                  <a:cubicBezTo>
                    <a:pt x="793" y="1951"/>
                    <a:pt x="805" y="1955"/>
                    <a:pt x="821" y="1955"/>
                  </a:cubicBezTo>
                  <a:cubicBezTo>
                    <a:pt x="781" y="1938"/>
                    <a:pt x="740" y="1938"/>
                    <a:pt x="700" y="1938"/>
                  </a:cubicBezTo>
                  <a:lnTo>
                    <a:pt x="643" y="1938"/>
                  </a:lnTo>
                  <a:cubicBezTo>
                    <a:pt x="643" y="1930"/>
                    <a:pt x="643" y="1930"/>
                    <a:pt x="586" y="1930"/>
                  </a:cubicBezTo>
                  <a:cubicBezTo>
                    <a:pt x="521" y="1930"/>
                    <a:pt x="521" y="1922"/>
                    <a:pt x="530" y="1922"/>
                  </a:cubicBezTo>
                  <a:cubicBezTo>
                    <a:pt x="586" y="1914"/>
                    <a:pt x="586" y="1914"/>
                    <a:pt x="586" y="1914"/>
                  </a:cubicBezTo>
                  <a:cubicBezTo>
                    <a:pt x="530" y="1914"/>
                    <a:pt x="586" y="1906"/>
                    <a:pt x="651" y="1906"/>
                  </a:cubicBezTo>
                  <a:cubicBezTo>
                    <a:pt x="708" y="1898"/>
                    <a:pt x="708" y="1898"/>
                    <a:pt x="651" y="1898"/>
                  </a:cubicBezTo>
                  <a:cubicBezTo>
                    <a:pt x="530" y="1898"/>
                    <a:pt x="530" y="1890"/>
                    <a:pt x="651" y="1890"/>
                  </a:cubicBezTo>
                  <a:lnTo>
                    <a:pt x="708" y="1890"/>
                  </a:lnTo>
                  <a:cubicBezTo>
                    <a:pt x="708" y="1890"/>
                    <a:pt x="708" y="1898"/>
                    <a:pt x="765" y="1898"/>
                  </a:cubicBezTo>
                  <a:cubicBezTo>
                    <a:pt x="765" y="1890"/>
                    <a:pt x="773" y="1890"/>
                    <a:pt x="830" y="1890"/>
                  </a:cubicBezTo>
                  <a:cubicBezTo>
                    <a:pt x="732" y="1890"/>
                    <a:pt x="627" y="1882"/>
                    <a:pt x="530" y="1866"/>
                  </a:cubicBezTo>
                  <a:cubicBezTo>
                    <a:pt x="538" y="1857"/>
                    <a:pt x="538" y="1857"/>
                    <a:pt x="594" y="1857"/>
                  </a:cubicBezTo>
                  <a:cubicBezTo>
                    <a:pt x="651" y="1857"/>
                    <a:pt x="651" y="1857"/>
                    <a:pt x="651" y="1849"/>
                  </a:cubicBezTo>
                  <a:lnTo>
                    <a:pt x="538" y="1849"/>
                  </a:lnTo>
                  <a:cubicBezTo>
                    <a:pt x="416" y="1849"/>
                    <a:pt x="416" y="1849"/>
                    <a:pt x="473" y="1841"/>
                  </a:cubicBezTo>
                  <a:cubicBezTo>
                    <a:pt x="513" y="1841"/>
                    <a:pt x="554" y="1841"/>
                    <a:pt x="594" y="1833"/>
                  </a:cubicBezTo>
                  <a:cubicBezTo>
                    <a:pt x="594" y="1825"/>
                    <a:pt x="594" y="1825"/>
                    <a:pt x="594" y="1825"/>
                  </a:cubicBezTo>
                  <a:cubicBezTo>
                    <a:pt x="659" y="1833"/>
                    <a:pt x="659" y="1833"/>
                    <a:pt x="716" y="1833"/>
                  </a:cubicBezTo>
                  <a:cubicBezTo>
                    <a:pt x="716" y="1825"/>
                    <a:pt x="716" y="1825"/>
                    <a:pt x="659" y="1825"/>
                  </a:cubicBezTo>
                  <a:cubicBezTo>
                    <a:pt x="538" y="1825"/>
                    <a:pt x="538" y="1825"/>
                    <a:pt x="538" y="1817"/>
                  </a:cubicBezTo>
                  <a:cubicBezTo>
                    <a:pt x="603" y="1817"/>
                    <a:pt x="538" y="1809"/>
                    <a:pt x="481" y="1809"/>
                  </a:cubicBezTo>
                  <a:lnTo>
                    <a:pt x="538" y="1809"/>
                  </a:lnTo>
                  <a:cubicBezTo>
                    <a:pt x="724" y="1801"/>
                    <a:pt x="724" y="1801"/>
                    <a:pt x="603" y="1801"/>
                  </a:cubicBezTo>
                  <a:cubicBezTo>
                    <a:pt x="546" y="1801"/>
                    <a:pt x="481" y="1793"/>
                    <a:pt x="546" y="1793"/>
                  </a:cubicBezTo>
                  <a:lnTo>
                    <a:pt x="603" y="1793"/>
                  </a:lnTo>
                  <a:cubicBezTo>
                    <a:pt x="481" y="1793"/>
                    <a:pt x="546" y="1768"/>
                    <a:pt x="603" y="1768"/>
                  </a:cubicBezTo>
                  <a:cubicBezTo>
                    <a:pt x="667" y="1768"/>
                    <a:pt x="667" y="1768"/>
                    <a:pt x="611" y="1760"/>
                  </a:cubicBezTo>
                  <a:cubicBezTo>
                    <a:pt x="546" y="1760"/>
                    <a:pt x="546" y="1752"/>
                    <a:pt x="554" y="1744"/>
                  </a:cubicBezTo>
                  <a:cubicBezTo>
                    <a:pt x="611" y="1736"/>
                    <a:pt x="611" y="1720"/>
                    <a:pt x="497" y="1711"/>
                  </a:cubicBezTo>
                  <a:cubicBezTo>
                    <a:pt x="554" y="1711"/>
                    <a:pt x="554" y="1703"/>
                    <a:pt x="554" y="1695"/>
                  </a:cubicBezTo>
                  <a:cubicBezTo>
                    <a:pt x="562" y="1687"/>
                    <a:pt x="619" y="1687"/>
                    <a:pt x="619" y="1679"/>
                  </a:cubicBezTo>
                  <a:cubicBezTo>
                    <a:pt x="562" y="1679"/>
                    <a:pt x="562" y="1671"/>
                    <a:pt x="562" y="1638"/>
                  </a:cubicBezTo>
                  <a:cubicBezTo>
                    <a:pt x="570" y="1614"/>
                    <a:pt x="635" y="1598"/>
                    <a:pt x="635" y="1598"/>
                  </a:cubicBezTo>
                  <a:lnTo>
                    <a:pt x="570" y="1598"/>
                  </a:lnTo>
                  <a:lnTo>
                    <a:pt x="570" y="1590"/>
                  </a:lnTo>
                  <a:lnTo>
                    <a:pt x="635" y="1590"/>
                  </a:lnTo>
                  <a:cubicBezTo>
                    <a:pt x="570" y="1590"/>
                    <a:pt x="635" y="1582"/>
                    <a:pt x="635" y="1582"/>
                  </a:cubicBezTo>
                  <a:cubicBezTo>
                    <a:pt x="757" y="1574"/>
                    <a:pt x="757" y="1566"/>
                    <a:pt x="635" y="1557"/>
                  </a:cubicBezTo>
                  <a:cubicBezTo>
                    <a:pt x="521" y="1557"/>
                    <a:pt x="521" y="1557"/>
                    <a:pt x="635" y="1549"/>
                  </a:cubicBezTo>
                  <a:cubicBezTo>
                    <a:pt x="757" y="1549"/>
                    <a:pt x="757" y="1549"/>
                    <a:pt x="643" y="1541"/>
                  </a:cubicBezTo>
                  <a:cubicBezTo>
                    <a:pt x="578" y="1541"/>
                    <a:pt x="578" y="1541"/>
                    <a:pt x="700" y="1533"/>
                  </a:cubicBezTo>
                  <a:cubicBezTo>
                    <a:pt x="521" y="1525"/>
                    <a:pt x="521" y="1517"/>
                    <a:pt x="643" y="1517"/>
                  </a:cubicBezTo>
                  <a:cubicBezTo>
                    <a:pt x="765" y="1517"/>
                    <a:pt x="765" y="1517"/>
                    <a:pt x="643" y="1509"/>
                  </a:cubicBezTo>
                  <a:cubicBezTo>
                    <a:pt x="586" y="1509"/>
                    <a:pt x="586" y="1493"/>
                    <a:pt x="708" y="1493"/>
                  </a:cubicBezTo>
                  <a:cubicBezTo>
                    <a:pt x="708" y="1493"/>
                    <a:pt x="708" y="1493"/>
                    <a:pt x="651" y="1484"/>
                  </a:cubicBezTo>
                  <a:cubicBezTo>
                    <a:pt x="586" y="1476"/>
                    <a:pt x="530" y="1460"/>
                    <a:pt x="651" y="1460"/>
                  </a:cubicBezTo>
                  <a:cubicBezTo>
                    <a:pt x="651" y="1460"/>
                    <a:pt x="651" y="1460"/>
                    <a:pt x="651" y="1452"/>
                  </a:cubicBezTo>
                  <a:lnTo>
                    <a:pt x="651" y="1444"/>
                  </a:lnTo>
                  <a:cubicBezTo>
                    <a:pt x="594" y="1444"/>
                    <a:pt x="611" y="1339"/>
                    <a:pt x="667" y="1339"/>
                  </a:cubicBezTo>
                  <a:cubicBezTo>
                    <a:pt x="667" y="1330"/>
                    <a:pt x="667" y="1322"/>
                    <a:pt x="611" y="1322"/>
                  </a:cubicBezTo>
                  <a:lnTo>
                    <a:pt x="676" y="1322"/>
                  </a:lnTo>
                  <a:cubicBezTo>
                    <a:pt x="676" y="1322"/>
                    <a:pt x="676" y="1314"/>
                    <a:pt x="611" y="1314"/>
                  </a:cubicBezTo>
                  <a:lnTo>
                    <a:pt x="611" y="1306"/>
                  </a:lnTo>
                  <a:cubicBezTo>
                    <a:pt x="676" y="1306"/>
                    <a:pt x="676" y="1298"/>
                    <a:pt x="619" y="1298"/>
                  </a:cubicBezTo>
                  <a:cubicBezTo>
                    <a:pt x="554" y="1290"/>
                    <a:pt x="554" y="1290"/>
                    <a:pt x="554" y="1290"/>
                  </a:cubicBezTo>
                  <a:cubicBezTo>
                    <a:pt x="619" y="1282"/>
                    <a:pt x="619" y="1274"/>
                    <a:pt x="619" y="1266"/>
                  </a:cubicBezTo>
                  <a:cubicBezTo>
                    <a:pt x="619" y="1263"/>
                    <a:pt x="614" y="1261"/>
                    <a:pt x="607" y="1258"/>
                  </a:cubicBezTo>
                  <a:close/>
                  <a:moveTo>
                    <a:pt x="554" y="2223"/>
                  </a:moveTo>
                  <a:cubicBezTo>
                    <a:pt x="557" y="2224"/>
                    <a:pt x="569" y="2226"/>
                    <a:pt x="590" y="2229"/>
                  </a:cubicBezTo>
                  <a:lnTo>
                    <a:pt x="590" y="2229"/>
                  </a:lnTo>
                  <a:cubicBezTo>
                    <a:pt x="578" y="2227"/>
                    <a:pt x="566" y="2225"/>
                    <a:pt x="554" y="2223"/>
                  </a:cubicBezTo>
                  <a:close/>
                  <a:moveTo>
                    <a:pt x="590" y="2229"/>
                  </a:moveTo>
                  <a:lnTo>
                    <a:pt x="590" y="2229"/>
                  </a:lnTo>
                  <a:cubicBezTo>
                    <a:pt x="594" y="2229"/>
                    <a:pt x="598" y="2230"/>
                    <a:pt x="603" y="2230"/>
                  </a:cubicBezTo>
                  <a:cubicBezTo>
                    <a:pt x="598" y="2230"/>
                    <a:pt x="594" y="2229"/>
                    <a:pt x="590" y="2229"/>
                  </a:cubicBezTo>
                  <a:close/>
                  <a:moveTo>
                    <a:pt x="1300" y="2328"/>
                  </a:moveTo>
                  <a:cubicBezTo>
                    <a:pt x="1243" y="2328"/>
                    <a:pt x="1243" y="2336"/>
                    <a:pt x="1243" y="2336"/>
                  </a:cubicBezTo>
                  <a:cubicBezTo>
                    <a:pt x="1178" y="2344"/>
                    <a:pt x="1243" y="2344"/>
                    <a:pt x="1300" y="2344"/>
                  </a:cubicBezTo>
                  <a:cubicBezTo>
                    <a:pt x="1357" y="2344"/>
                    <a:pt x="1365" y="2344"/>
                    <a:pt x="1365" y="2336"/>
                  </a:cubicBezTo>
                  <a:cubicBezTo>
                    <a:pt x="1340" y="2336"/>
                    <a:pt x="1324" y="2336"/>
                    <a:pt x="1300" y="2328"/>
                  </a:cubicBezTo>
                  <a:close/>
                  <a:moveTo>
                    <a:pt x="1182" y="2354"/>
                  </a:moveTo>
                  <a:cubicBezTo>
                    <a:pt x="1203" y="2354"/>
                    <a:pt x="1223" y="2356"/>
                    <a:pt x="1243" y="2360"/>
                  </a:cubicBezTo>
                  <a:lnTo>
                    <a:pt x="1235" y="2368"/>
                  </a:lnTo>
                  <a:cubicBezTo>
                    <a:pt x="1203" y="2368"/>
                    <a:pt x="1162" y="2368"/>
                    <a:pt x="1121" y="2360"/>
                  </a:cubicBezTo>
                  <a:cubicBezTo>
                    <a:pt x="1142" y="2356"/>
                    <a:pt x="1162" y="2354"/>
                    <a:pt x="1182" y="2354"/>
                  </a:cubicBezTo>
                  <a:close/>
                  <a:moveTo>
                    <a:pt x="676" y="2522"/>
                  </a:moveTo>
                  <a:cubicBezTo>
                    <a:pt x="619" y="2522"/>
                    <a:pt x="619" y="2522"/>
                    <a:pt x="619" y="2530"/>
                  </a:cubicBezTo>
                  <a:lnTo>
                    <a:pt x="676" y="2530"/>
                  </a:lnTo>
                  <a:lnTo>
                    <a:pt x="676" y="2522"/>
                  </a:lnTo>
                  <a:close/>
                  <a:moveTo>
                    <a:pt x="1154" y="2530"/>
                  </a:moveTo>
                  <a:cubicBezTo>
                    <a:pt x="1113" y="2538"/>
                    <a:pt x="1073" y="2538"/>
                    <a:pt x="1032" y="2538"/>
                  </a:cubicBezTo>
                  <a:cubicBezTo>
                    <a:pt x="971" y="2543"/>
                    <a:pt x="941" y="2545"/>
                    <a:pt x="927" y="2545"/>
                  </a:cubicBezTo>
                  <a:cubicBezTo>
                    <a:pt x="913" y="2545"/>
                    <a:pt x="915" y="2543"/>
                    <a:pt x="919" y="2538"/>
                  </a:cubicBezTo>
                  <a:cubicBezTo>
                    <a:pt x="919" y="2530"/>
                    <a:pt x="919" y="2530"/>
                    <a:pt x="976" y="2530"/>
                  </a:cubicBezTo>
                  <a:cubicBezTo>
                    <a:pt x="938" y="2530"/>
                    <a:pt x="950" y="2534"/>
                    <a:pt x="980" y="2534"/>
                  </a:cubicBezTo>
                  <a:cubicBezTo>
                    <a:pt x="994" y="2534"/>
                    <a:pt x="1013" y="2533"/>
                    <a:pt x="1032" y="2530"/>
                  </a:cubicBezTo>
                  <a:close/>
                  <a:moveTo>
                    <a:pt x="1032" y="2571"/>
                  </a:moveTo>
                  <a:lnTo>
                    <a:pt x="967" y="2579"/>
                  </a:lnTo>
                  <a:cubicBezTo>
                    <a:pt x="911" y="2579"/>
                    <a:pt x="911" y="2571"/>
                    <a:pt x="911" y="2571"/>
                  </a:cubicBezTo>
                  <a:close/>
                  <a:moveTo>
                    <a:pt x="1843" y="2575"/>
                  </a:moveTo>
                  <a:cubicBezTo>
                    <a:pt x="1830" y="2575"/>
                    <a:pt x="1816" y="2576"/>
                    <a:pt x="1803" y="2579"/>
                  </a:cubicBezTo>
                  <a:lnTo>
                    <a:pt x="1924" y="2579"/>
                  </a:lnTo>
                  <a:cubicBezTo>
                    <a:pt x="1897" y="2579"/>
                    <a:pt x="1870" y="2575"/>
                    <a:pt x="1843" y="2575"/>
                  </a:cubicBezTo>
                  <a:close/>
                  <a:moveTo>
                    <a:pt x="1134" y="1841"/>
                  </a:moveTo>
                  <a:cubicBezTo>
                    <a:pt x="1132" y="1852"/>
                    <a:pt x="1130" y="1863"/>
                    <a:pt x="1127" y="1874"/>
                  </a:cubicBezTo>
                  <a:lnTo>
                    <a:pt x="1130" y="1874"/>
                  </a:lnTo>
                  <a:cubicBezTo>
                    <a:pt x="1186" y="1874"/>
                    <a:pt x="1130" y="1874"/>
                    <a:pt x="1130" y="1882"/>
                  </a:cubicBezTo>
                  <a:cubicBezTo>
                    <a:pt x="1128" y="1882"/>
                    <a:pt x="1127" y="1882"/>
                    <a:pt x="1125" y="1882"/>
                  </a:cubicBezTo>
                  <a:lnTo>
                    <a:pt x="1125" y="1882"/>
                  </a:lnTo>
                  <a:cubicBezTo>
                    <a:pt x="1121" y="1898"/>
                    <a:pt x="1116" y="1914"/>
                    <a:pt x="1110" y="1930"/>
                  </a:cubicBezTo>
                  <a:lnTo>
                    <a:pt x="1110" y="1930"/>
                  </a:lnTo>
                  <a:cubicBezTo>
                    <a:pt x="1113" y="1930"/>
                    <a:pt x="1117" y="1930"/>
                    <a:pt x="1121" y="1930"/>
                  </a:cubicBezTo>
                  <a:lnTo>
                    <a:pt x="1178" y="1930"/>
                  </a:lnTo>
                  <a:cubicBezTo>
                    <a:pt x="1162" y="1938"/>
                    <a:pt x="1138" y="1938"/>
                    <a:pt x="1121" y="1938"/>
                  </a:cubicBezTo>
                  <a:lnTo>
                    <a:pt x="1107" y="1938"/>
                  </a:lnTo>
                  <a:cubicBezTo>
                    <a:pt x="1077" y="2013"/>
                    <a:pt x="1029" y="2081"/>
                    <a:pt x="963" y="2132"/>
                  </a:cubicBezTo>
                  <a:lnTo>
                    <a:pt x="963" y="2132"/>
                  </a:lnTo>
                  <a:lnTo>
                    <a:pt x="976" y="2133"/>
                  </a:lnTo>
                  <a:cubicBezTo>
                    <a:pt x="976" y="2133"/>
                    <a:pt x="971" y="2133"/>
                    <a:pt x="962" y="2133"/>
                  </a:cubicBezTo>
                  <a:lnTo>
                    <a:pt x="962" y="2133"/>
                  </a:lnTo>
                  <a:cubicBezTo>
                    <a:pt x="886" y="2192"/>
                    <a:pt x="785" y="2229"/>
                    <a:pt x="659" y="2230"/>
                  </a:cubicBezTo>
                  <a:cubicBezTo>
                    <a:pt x="603" y="2230"/>
                    <a:pt x="603" y="2238"/>
                    <a:pt x="594" y="2255"/>
                  </a:cubicBezTo>
                  <a:cubicBezTo>
                    <a:pt x="594" y="2263"/>
                    <a:pt x="594" y="2263"/>
                    <a:pt x="659" y="2263"/>
                  </a:cubicBezTo>
                  <a:cubicBezTo>
                    <a:pt x="716" y="2271"/>
                    <a:pt x="651" y="2271"/>
                    <a:pt x="594" y="2271"/>
                  </a:cubicBezTo>
                  <a:cubicBezTo>
                    <a:pt x="473" y="2271"/>
                    <a:pt x="473" y="2279"/>
                    <a:pt x="651" y="2279"/>
                  </a:cubicBezTo>
                  <a:cubicBezTo>
                    <a:pt x="773" y="2279"/>
                    <a:pt x="773" y="2287"/>
                    <a:pt x="708" y="2287"/>
                  </a:cubicBezTo>
                  <a:cubicBezTo>
                    <a:pt x="651" y="2287"/>
                    <a:pt x="651" y="2287"/>
                    <a:pt x="651" y="2279"/>
                  </a:cubicBezTo>
                  <a:lnTo>
                    <a:pt x="530" y="2279"/>
                  </a:lnTo>
                  <a:cubicBezTo>
                    <a:pt x="530" y="2287"/>
                    <a:pt x="530" y="2287"/>
                    <a:pt x="594" y="2287"/>
                  </a:cubicBezTo>
                  <a:cubicBezTo>
                    <a:pt x="594" y="2287"/>
                    <a:pt x="594" y="2287"/>
                    <a:pt x="651" y="2295"/>
                  </a:cubicBezTo>
                  <a:lnTo>
                    <a:pt x="830" y="2295"/>
                  </a:lnTo>
                  <a:cubicBezTo>
                    <a:pt x="851" y="2293"/>
                    <a:pt x="865" y="2292"/>
                    <a:pt x="873" y="2292"/>
                  </a:cubicBezTo>
                  <a:cubicBezTo>
                    <a:pt x="890" y="2292"/>
                    <a:pt x="886" y="2295"/>
                    <a:pt x="886" y="2295"/>
                  </a:cubicBezTo>
                  <a:cubicBezTo>
                    <a:pt x="830" y="2303"/>
                    <a:pt x="773" y="2303"/>
                    <a:pt x="708" y="2303"/>
                  </a:cubicBezTo>
                  <a:cubicBezTo>
                    <a:pt x="667" y="2295"/>
                    <a:pt x="627" y="2295"/>
                    <a:pt x="594" y="2295"/>
                  </a:cubicBezTo>
                  <a:cubicBezTo>
                    <a:pt x="530" y="2295"/>
                    <a:pt x="651" y="2311"/>
                    <a:pt x="765" y="2320"/>
                  </a:cubicBezTo>
                  <a:lnTo>
                    <a:pt x="708" y="2320"/>
                  </a:lnTo>
                  <a:cubicBezTo>
                    <a:pt x="651" y="2320"/>
                    <a:pt x="643" y="2320"/>
                    <a:pt x="643" y="2328"/>
                  </a:cubicBezTo>
                  <a:cubicBezTo>
                    <a:pt x="643" y="2336"/>
                    <a:pt x="643" y="2336"/>
                    <a:pt x="708" y="2336"/>
                  </a:cubicBezTo>
                  <a:cubicBezTo>
                    <a:pt x="740" y="2336"/>
                    <a:pt x="781" y="2336"/>
                    <a:pt x="821" y="2344"/>
                  </a:cubicBezTo>
                  <a:cubicBezTo>
                    <a:pt x="862" y="2336"/>
                    <a:pt x="903" y="2336"/>
                    <a:pt x="943" y="2336"/>
                  </a:cubicBezTo>
                  <a:cubicBezTo>
                    <a:pt x="943" y="2336"/>
                    <a:pt x="886" y="2344"/>
                    <a:pt x="821" y="2344"/>
                  </a:cubicBezTo>
                  <a:cubicBezTo>
                    <a:pt x="700" y="2352"/>
                    <a:pt x="643" y="2360"/>
                    <a:pt x="643" y="2368"/>
                  </a:cubicBezTo>
                  <a:cubicBezTo>
                    <a:pt x="635" y="2376"/>
                    <a:pt x="635" y="2384"/>
                    <a:pt x="578" y="2393"/>
                  </a:cubicBezTo>
                  <a:cubicBezTo>
                    <a:pt x="578" y="2393"/>
                    <a:pt x="578" y="2401"/>
                    <a:pt x="635" y="2401"/>
                  </a:cubicBezTo>
                  <a:lnTo>
                    <a:pt x="635" y="2409"/>
                  </a:lnTo>
                  <a:cubicBezTo>
                    <a:pt x="578" y="2409"/>
                    <a:pt x="578" y="2417"/>
                    <a:pt x="635" y="2417"/>
                  </a:cubicBezTo>
                  <a:cubicBezTo>
                    <a:pt x="692" y="2417"/>
                    <a:pt x="635" y="2425"/>
                    <a:pt x="635" y="2425"/>
                  </a:cubicBezTo>
                  <a:cubicBezTo>
                    <a:pt x="574" y="2429"/>
                    <a:pt x="544" y="2431"/>
                    <a:pt x="551" y="2431"/>
                  </a:cubicBezTo>
                  <a:cubicBezTo>
                    <a:pt x="558" y="2431"/>
                    <a:pt x="603" y="2429"/>
                    <a:pt x="692" y="2425"/>
                  </a:cubicBezTo>
                  <a:cubicBezTo>
                    <a:pt x="732" y="2425"/>
                    <a:pt x="773" y="2425"/>
                    <a:pt x="813" y="2417"/>
                  </a:cubicBezTo>
                  <a:lnTo>
                    <a:pt x="813" y="2409"/>
                  </a:lnTo>
                  <a:lnTo>
                    <a:pt x="870" y="2417"/>
                  </a:lnTo>
                  <a:cubicBezTo>
                    <a:pt x="911" y="2425"/>
                    <a:pt x="951" y="2425"/>
                    <a:pt x="992" y="2425"/>
                  </a:cubicBezTo>
                  <a:cubicBezTo>
                    <a:pt x="1008" y="2425"/>
                    <a:pt x="1032" y="2425"/>
                    <a:pt x="1048" y="2433"/>
                  </a:cubicBezTo>
                  <a:lnTo>
                    <a:pt x="927" y="2433"/>
                  </a:lnTo>
                  <a:cubicBezTo>
                    <a:pt x="870" y="2425"/>
                    <a:pt x="813" y="2425"/>
                    <a:pt x="748" y="2425"/>
                  </a:cubicBezTo>
                  <a:cubicBezTo>
                    <a:pt x="635" y="2433"/>
                    <a:pt x="570" y="2441"/>
                    <a:pt x="692" y="2441"/>
                  </a:cubicBezTo>
                  <a:cubicBezTo>
                    <a:pt x="692" y="2441"/>
                    <a:pt x="692" y="2441"/>
                    <a:pt x="627" y="2449"/>
                  </a:cubicBezTo>
                  <a:lnTo>
                    <a:pt x="692" y="2449"/>
                  </a:lnTo>
                  <a:cubicBezTo>
                    <a:pt x="805" y="2457"/>
                    <a:pt x="805" y="2457"/>
                    <a:pt x="684" y="2457"/>
                  </a:cubicBezTo>
                  <a:cubicBezTo>
                    <a:pt x="570" y="2465"/>
                    <a:pt x="562" y="2482"/>
                    <a:pt x="627" y="2482"/>
                  </a:cubicBezTo>
                  <a:cubicBezTo>
                    <a:pt x="740" y="2482"/>
                    <a:pt x="740" y="2490"/>
                    <a:pt x="684" y="2490"/>
                  </a:cubicBezTo>
                  <a:cubicBezTo>
                    <a:pt x="619" y="2498"/>
                    <a:pt x="619" y="2498"/>
                    <a:pt x="684" y="2498"/>
                  </a:cubicBezTo>
                  <a:cubicBezTo>
                    <a:pt x="619" y="2498"/>
                    <a:pt x="562" y="2506"/>
                    <a:pt x="619" y="2506"/>
                  </a:cubicBezTo>
                  <a:cubicBezTo>
                    <a:pt x="619" y="2506"/>
                    <a:pt x="619" y="2510"/>
                    <a:pt x="638" y="2510"/>
                  </a:cubicBezTo>
                  <a:cubicBezTo>
                    <a:pt x="648" y="2510"/>
                    <a:pt x="662" y="2509"/>
                    <a:pt x="684" y="2506"/>
                  </a:cubicBezTo>
                  <a:lnTo>
                    <a:pt x="797" y="2514"/>
                  </a:lnTo>
                  <a:cubicBezTo>
                    <a:pt x="824" y="2514"/>
                    <a:pt x="851" y="2511"/>
                    <a:pt x="878" y="2511"/>
                  </a:cubicBezTo>
                  <a:cubicBezTo>
                    <a:pt x="892" y="2511"/>
                    <a:pt x="905" y="2511"/>
                    <a:pt x="919" y="2514"/>
                  </a:cubicBezTo>
                  <a:cubicBezTo>
                    <a:pt x="976" y="2514"/>
                    <a:pt x="919" y="2522"/>
                    <a:pt x="732" y="2530"/>
                  </a:cubicBezTo>
                  <a:lnTo>
                    <a:pt x="619" y="2538"/>
                  </a:lnTo>
                  <a:lnTo>
                    <a:pt x="676" y="2538"/>
                  </a:lnTo>
                  <a:cubicBezTo>
                    <a:pt x="611" y="2538"/>
                    <a:pt x="619" y="2538"/>
                    <a:pt x="611" y="2547"/>
                  </a:cubicBezTo>
                  <a:lnTo>
                    <a:pt x="676" y="2547"/>
                  </a:lnTo>
                  <a:cubicBezTo>
                    <a:pt x="797" y="2547"/>
                    <a:pt x="797" y="2547"/>
                    <a:pt x="732" y="2555"/>
                  </a:cubicBezTo>
                  <a:cubicBezTo>
                    <a:pt x="611" y="2555"/>
                    <a:pt x="611" y="2555"/>
                    <a:pt x="732" y="2563"/>
                  </a:cubicBezTo>
                  <a:cubicBezTo>
                    <a:pt x="692" y="2563"/>
                    <a:pt x="651" y="2563"/>
                    <a:pt x="611" y="2571"/>
                  </a:cubicBezTo>
                  <a:lnTo>
                    <a:pt x="667" y="2571"/>
                  </a:lnTo>
                  <a:cubicBezTo>
                    <a:pt x="789" y="2571"/>
                    <a:pt x="789" y="2571"/>
                    <a:pt x="732" y="2579"/>
                  </a:cubicBezTo>
                  <a:cubicBezTo>
                    <a:pt x="667" y="2579"/>
                    <a:pt x="667" y="2579"/>
                    <a:pt x="732" y="2587"/>
                  </a:cubicBezTo>
                  <a:cubicBezTo>
                    <a:pt x="724" y="2587"/>
                    <a:pt x="724" y="2595"/>
                    <a:pt x="667" y="2595"/>
                  </a:cubicBezTo>
                  <a:cubicBezTo>
                    <a:pt x="724" y="2603"/>
                    <a:pt x="724" y="2603"/>
                    <a:pt x="667" y="2603"/>
                  </a:cubicBezTo>
                  <a:cubicBezTo>
                    <a:pt x="603" y="2611"/>
                    <a:pt x="603" y="2611"/>
                    <a:pt x="667" y="2611"/>
                  </a:cubicBezTo>
                  <a:lnTo>
                    <a:pt x="846" y="2611"/>
                  </a:lnTo>
                  <a:cubicBezTo>
                    <a:pt x="846" y="2603"/>
                    <a:pt x="846" y="2603"/>
                    <a:pt x="903" y="2603"/>
                  </a:cubicBezTo>
                  <a:lnTo>
                    <a:pt x="903" y="2611"/>
                  </a:lnTo>
                  <a:cubicBezTo>
                    <a:pt x="903" y="2620"/>
                    <a:pt x="903" y="2620"/>
                    <a:pt x="959" y="2628"/>
                  </a:cubicBezTo>
                  <a:lnTo>
                    <a:pt x="1081" y="2628"/>
                  </a:lnTo>
                  <a:lnTo>
                    <a:pt x="1146" y="2620"/>
                  </a:lnTo>
                  <a:cubicBezTo>
                    <a:pt x="967" y="2620"/>
                    <a:pt x="967" y="2620"/>
                    <a:pt x="1081" y="2611"/>
                  </a:cubicBezTo>
                  <a:lnTo>
                    <a:pt x="1203" y="2611"/>
                  </a:lnTo>
                  <a:cubicBezTo>
                    <a:pt x="1203" y="2603"/>
                    <a:pt x="1203" y="2603"/>
                    <a:pt x="1267" y="2603"/>
                  </a:cubicBezTo>
                  <a:cubicBezTo>
                    <a:pt x="1308" y="2603"/>
                    <a:pt x="1348" y="2603"/>
                    <a:pt x="1389" y="2595"/>
                  </a:cubicBezTo>
                  <a:lnTo>
                    <a:pt x="1324" y="2595"/>
                  </a:lnTo>
                  <a:cubicBezTo>
                    <a:pt x="1267" y="2595"/>
                    <a:pt x="1267" y="2595"/>
                    <a:pt x="1389" y="2587"/>
                  </a:cubicBezTo>
                  <a:lnTo>
                    <a:pt x="1324" y="2587"/>
                  </a:lnTo>
                  <a:cubicBezTo>
                    <a:pt x="1211" y="2587"/>
                    <a:pt x="1211" y="2579"/>
                    <a:pt x="1332" y="2579"/>
                  </a:cubicBezTo>
                  <a:lnTo>
                    <a:pt x="1332" y="2571"/>
                  </a:lnTo>
                  <a:cubicBezTo>
                    <a:pt x="1305" y="2571"/>
                    <a:pt x="1278" y="2567"/>
                    <a:pt x="1251" y="2567"/>
                  </a:cubicBezTo>
                  <a:cubicBezTo>
                    <a:pt x="1238" y="2567"/>
                    <a:pt x="1224" y="2568"/>
                    <a:pt x="1211" y="2571"/>
                  </a:cubicBezTo>
                  <a:cubicBezTo>
                    <a:pt x="1089" y="2571"/>
                    <a:pt x="1089" y="2571"/>
                    <a:pt x="1154" y="2563"/>
                  </a:cubicBezTo>
                  <a:lnTo>
                    <a:pt x="1267" y="2563"/>
                  </a:lnTo>
                  <a:cubicBezTo>
                    <a:pt x="1332" y="2563"/>
                    <a:pt x="1332" y="2555"/>
                    <a:pt x="1332" y="2555"/>
                  </a:cubicBezTo>
                  <a:cubicBezTo>
                    <a:pt x="1332" y="2555"/>
                    <a:pt x="1332" y="2547"/>
                    <a:pt x="1275" y="2547"/>
                  </a:cubicBezTo>
                  <a:lnTo>
                    <a:pt x="1332" y="2547"/>
                  </a:lnTo>
                  <a:cubicBezTo>
                    <a:pt x="1332" y="2547"/>
                    <a:pt x="1332" y="2538"/>
                    <a:pt x="1397" y="2530"/>
                  </a:cubicBezTo>
                  <a:cubicBezTo>
                    <a:pt x="1435" y="2530"/>
                    <a:pt x="1397" y="2523"/>
                    <a:pt x="1332" y="2523"/>
                  </a:cubicBezTo>
                  <a:cubicBezTo>
                    <a:pt x="1299" y="2523"/>
                    <a:pt x="1259" y="2525"/>
                    <a:pt x="1219" y="2530"/>
                  </a:cubicBezTo>
                  <a:cubicBezTo>
                    <a:pt x="1219" y="2530"/>
                    <a:pt x="1219" y="2530"/>
                    <a:pt x="1219" y="2522"/>
                  </a:cubicBezTo>
                  <a:lnTo>
                    <a:pt x="1154" y="2522"/>
                  </a:lnTo>
                  <a:cubicBezTo>
                    <a:pt x="1097" y="2522"/>
                    <a:pt x="1097" y="2514"/>
                    <a:pt x="1097" y="2514"/>
                  </a:cubicBezTo>
                  <a:lnTo>
                    <a:pt x="1219" y="2514"/>
                  </a:lnTo>
                  <a:cubicBezTo>
                    <a:pt x="1397" y="2514"/>
                    <a:pt x="1454" y="2514"/>
                    <a:pt x="1275" y="2506"/>
                  </a:cubicBezTo>
                  <a:lnTo>
                    <a:pt x="1340" y="2506"/>
                  </a:lnTo>
                  <a:cubicBezTo>
                    <a:pt x="1397" y="2506"/>
                    <a:pt x="1397" y="2506"/>
                    <a:pt x="1340" y="2498"/>
                  </a:cubicBezTo>
                  <a:cubicBezTo>
                    <a:pt x="1340" y="2498"/>
                    <a:pt x="1219" y="2490"/>
                    <a:pt x="1162" y="2490"/>
                  </a:cubicBezTo>
                  <a:cubicBezTo>
                    <a:pt x="1284" y="2490"/>
                    <a:pt x="1284" y="2482"/>
                    <a:pt x="1162" y="2482"/>
                  </a:cubicBezTo>
                  <a:lnTo>
                    <a:pt x="1227" y="2482"/>
                  </a:lnTo>
                  <a:cubicBezTo>
                    <a:pt x="1284" y="2482"/>
                    <a:pt x="1340" y="2474"/>
                    <a:pt x="1284" y="2457"/>
                  </a:cubicBezTo>
                  <a:cubicBezTo>
                    <a:pt x="1284" y="2449"/>
                    <a:pt x="1292" y="2441"/>
                    <a:pt x="1348" y="2441"/>
                  </a:cubicBezTo>
                  <a:cubicBezTo>
                    <a:pt x="1405" y="2441"/>
                    <a:pt x="1292" y="2425"/>
                    <a:pt x="1170" y="2417"/>
                  </a:cubicBezTo>
                  <a:cubicBezTo>
                    <a:pt x="1235" y="2417"/>
                    <a:pt x="1235" y="2417"/>
                    <a:pt x="1235" y="2409"/>
                  </a:cubicBezTo>
                  <a:cubicBezTo>
                    <a:pt x="1235" y="2401"/>
                    <a:pt x="1235" y="2401"/>
                    <a:pt x="1292" y="2401"/>
                  </a:cubicBezTo>
                  <a:cubicBezTo>
                    <a:pt x="1178" y="2393"/>
                    <a:pt x="1235" y="2384"/>
                    <a:pt x="1357" y="2384"/>
                  </a:cubicBezTo>
                  <a:cubicBezTo>
                    <a:pt x="1413" y="2384"/>
                    <a:pt x="1413" y="2384"/>
                    <a:pt x="1413" y="2376"/>
                  </a:cubicBezTo>
                  <a:cubicBezTo>
                    <a:pt x="1357" y="2376"/>
                    <a:pt x="1357" y="2368"/>
                    <a:pt x="1357" y="2360"/>
                  </a:cubicBezTo>
                  <a:cubicBezTo>
                    <a:pt x="1357" y="2352"/>
                    <a:pt x="1357" y="2352"/>
                    <a:pt x="1243" y="2352"/>
                  </a:cubicBezTo>
                  <a:cubicBezTo>
                    <a:pt x="1121" y="2352"/>
                    <a:pt x="1121" y="2344"/>
                    <a:pt x="1121" y="2344"/>
                  </a:cubicBezTo>
                  <a:cubicBezTo>
                    <a:pt x="1121" y="2336"/>
                    <a:pt x="1121" y="2336"/>
                    <a:pt x="1186" y="2336"/>
                  </a:cubicBezTo>
                  <a:cubicBezTo>
                    <a:pt x="1203" y="2336"/>
                    <a:pt x="1227" y="2336"/>
                    <a:pt x="1243" y="2328"/>
                  </a:cubicBezTo>
                  <a:cubicBezTo>
                    <a:pt x="1243" y="2328"/>
                    <a:pt x="1243" y="2320"/>
                    <a:pt x="1308" y="2320"/>
                  </a:cubicBezTo>
                  <a:cubicBezTo>
                    <a:pt x="1308" y="2320"/>
                    <a:pt x="1365" y="2320"/>
                    <a:pt x="1365" y="2311"/>
                  </a:cubicBezTo>
                  <a:cubicBezTo>
                    <a:pt x="1365" y="2311"/>
                    <a:pt x="1365" y="2303"/>
                    <a:pt x="1430" y="2303"/>
                  </a:cubicBezTo>
                  <a:cubicBezTo>
                    <a:pt x="1430" y="2295"/>
                    <a:pt x="1430" y="2295"/>
                    <a:pt x="1365" y="2295"/>
                  </a:cubicBezTo>
                  <a:cubicBezTo>
                    <a:pt x="1308" y="2295"/>
                    <a:pt x="1251" y="2295"/>
                    <a:pt x="1308" y="2279"/>
                  </a:cubicBezTo>
                  <a:cubicBezTo>
                    <a:pt x="1308" y="2279"/>
                    <a:pt x="1308" y="2271"/>
                    <a:pt x="1251" y="2271"/>
                  </a:cubicBezTo>
                  <a:cubicBezTo>
                    <a:pt x="1251" y="2263"/>
                    <a:pt x="1251" y="2263"/>
                    <a:pt x="1316" y="2263"/>
                  </a:cubicBezTo>
                  <a:cubicBezTo>
                    <a:pt x="1430" y="2263"/>
                    <a:pt x="1430" y="2255"/>
                    <a:pt x="1316" y="2255"/>
                  </a:cubicBezTo>
                  <a:cubicBezTo>
                    <a:pt x="1251" y="2255"/>
                    <a:pt x="1259" y="2247"/>
                    <a:pt x="1316" y="2247"/>
                  </a:cubicBezTo>
                  <a:cubicBezTo>
                    <a:pt x="1316" y="2247"/>
                    <a:pt x="1316" y="2247"/>
                    <a:pt x="1259" y="2238"/>
                  </a:cubicBezTo>
                  <a:cubicBezTo>
                    <a:pt x="1194" y="2238"/>
                    <a:pt x="1194" y="2238"/>
                    <a:pt x="1259" y="2230"/>
                  </a:cubicBezTo>
                  <a:cubicBezTo>
                    <a:pt x="1316" y="2230"/>
                    <a:pt x="1316" y="2230"/>
                    <a:pt x="1316" y="2222"/>
                  </a:cubicBezTo>
                  <a:cubicBezTo>
                    <a:pt x="1259" y="2214"/>
                    <a:pt x="1267" y="2182"/>
                    <a:pt x="1324" y="2182"/>
                  </a:cubicBezTo>
                  <a:cubicBezTo>
                    <a:pt x="1267" y="2182"/>
                    <a:pt x="1267" y="2182"/>
                    <a:pt x="1267" y="2174"/>
                  </a:cubicBezTo>
                  <a:cubicBezTo>
                    <a:pt x="1381" y="2174"/>
                    <a:pt x="1332" y="2167"/>
                    <a:pt x="1233" y="2166"/>
                  </a:cubicBezTo>
                  <a:lnTo>
                    <a:pt x="1233" y="2166"/>
                  </a:lnTo>
                  <a:cubicBezTo>
                    <a:pt x="1244" y="2166"/>
                    <a:pt x="1255" y="2165"/>
                    <a:pt x="1267" y="2165"/>
                  </a:cubicBezTo>
                  <a:cubicBezTo>
                    <a:pt x="1389" y="2165"/>
                    <a:pt x="1389" y="2165"/>
                    <a:pt x="1267" y="2157"/>
                  </a:cubicBezTo>
                  <a:cubicBezTo>
                    <a:pt x="1146" y="2157"/>
                    <a:pt x="1146" y="2149"/>
                    <a:pt x="1267" y="2149"/>
                  </a:cubicBezTo>
                  <a:cubicBezTo>
                    <a:pt x="1032" y="2141"/>
                    <a:pt x="976" y="2133"/>
                    <a:pt x="1211" y="2133"/>
                  </a:cubicBezTo>
                  <a:cubicBezTo>
                    <a:pt x="1275" y="2133"/>
                    <a:pt x="1332" y="2133"/>
                    <a:pt x="1389" y="2125"/>
                  </a:cubicBezTo>
                  <a:cubicBezTo>
                    <a:pt x="1367" y="2125"/>
                    <a:pt x="1342" y="2121"/>
                    <a:pt x="1316" y="2121"/>
                  </a:cubicBezTo>
                  <a:cubicBezTo>
                    <a:pt x="1303" y="2121"/>
                    <a:pt x="1289" y="2122"/>
                    <a:pt x="1275" y="2125"/>
                  </a:cubicBezTo>
                  <a:cubicBezTo>
                    <a:pt x="1154" y="2125"/>
                    <a:pt x="1154" y="2125"/>
                    <a:pt x="1275" y="2117"/>
                  </a:cubicBezTo>
                  <a:cubicBezTo>
                    <a:pt x="1454" y="2109"/>
                    <a:pt x="1454" y="2101"/>
                    <a:pt x="1340" y="2093"/>
                  </a:cubicBezTo>
                  <a:cubicBezTo>
                    <a:pt x="1251" y="2081"/>
                    <a:pt x="1227" y="2073"/>
                    <a:pt x="1269" y="2073"/>
                  </a:cubicBezTo>
                  <a:cubicBezTo>
                    <a:pt x="1284" y="2073"/>
                    <a:pt x="1308" y="2074"/>
                    <a:pt x="1340" y="2076"/>
                  </a:cubicBezTo>
                  <a:cubicBezTo>
                    <a:pt x="1401" y="2080"/>
                    <a:pt x="1432" y="2082"/>
                    <a:pt x="1439" y="2082"/>
                  </a:cubicBezTo>
                  <a:cubicBezTo>
                    <a:pt x="1446" y="2082"/>
                    <a:pt x="1430" y="2080"/>
                    <a:pt x="1397" y="2076"/>
                  </a:cubicBezTo>
                  <a:cubicBezTo>
                    <a:pt x="1397" y="2076"/>
                    <a:pt x="1397" y="2068"/>
                    <a:pt x="1405" y="2060"/>
                  </a:cubicBezTo>
                  <a:cubicBezTo>
                    <a:pt x="1382" y="2060"/>
                    <a:pt x="1360" y="2058"/>
                    <a:pt x="1337" y="2057"/>
                  </a:cubicBezTo>
                  <a:lnTo>
                    <a:pt x="1337" y="2057"/>
                  </a:lnTo>
                  <a:cubicBezTo>
                    <a:pt x="1419" y="2052"/>
                    <a:pt x="1444" y="2051"/>
                    <a:pt x="1348" y="2044"/>
                  </a:cubicBezTo>
                  <a:lnTo>
                    <a:pt x="1348" y="2036"/>
                  </a:lnTo>
                  <a:cubicBezTo>
                    <a:pt x="1348" y="2036"/>
                    <a:pt x="1348" y="2036"/>
                    <a:pt x="1284" y="2028"/>
                  </a:cubicBezTo>
                  <a:cubicBezTo>
                    <a:pt x="1227" y="2028"/>
                    <a:pt x="1284" y="2020"/>
                    <a:pt x="1348" y="2020"/>
                  </a:cubicBezTo>
                  <a:cubicBezTo>
                    <a:pt x="1405" y="2020"/>
                    <a:pt x="1470" y="2011"/>
                    <a:pt x="1405" y="2011"/>
                  </a:cubicBezTo>
                  <a:cubicBezTo>
                    <a:pt x="1348" y="2011"/>
                    <a:pt x="1292" y="2011"/>
                    <a:pt x="1227" y="2003"/>
                  </a:cubicBezTo>
                  <a:cubicBezTo>
                    <a:pt x="1189" y="2003"/>
                    <a:pt x="1205" y="2000"/>
                    <a:pt x="1237" y="2000"/>
                  </a:cubicBezTo>
                  <a:cubicBezTo>
                    <a:pt x="1253" y="2000"/>
                    <a:pt x="1273" y="2001"/>
                    <a:pt x="1292" y="2003"/>
                  </a:cubicBezTo>
                  <a:cubicBezTo>
                    <a:pt x="1332" y="2003"/>
                    <a:pt x="1373" y="2003"/>
                    <a:pt x="1413" y="1995"/>
                  </a:cubicBezTo>
                  <a:cubicBezTo>
                    <a:pt x="1413" y="1995"/>
                    <a:pt x="1413" y="1987"/>
                    <a:pt x="1348" y="1987"/>
                  </a:cubicBezTo>
                  <a:cubicBezTo>
                    <a:pt x="1292" y="1987"/>
                    <a:pt x="1292" y="1971"/>
                    <a:pt x="1357" y="1963"/>
                  </a:cubicBezTo>
                  <a:lnTo>
                    <a:pt x="1357" y="1955"/>
                  </a:lnTo>
                  <a:cubicBezTo>
                    <a:pt x="1357" y="1955"/>
                    <a:pt x="1300" y="1955"/>
                    <a:pt x="1300" y="1947"/>
                  </a:cubicBezTo>
                  <a:lnTo>
                    <a:pt x="1243" y="1947"/>
                  </a:lnTo>
                  <a:cubicBezTo>
                    <a:pt x="1243" y="1938"/>
                    <a:pt x="1243" y="1938"/>
                    <a:pt x="1300" y="1938"/>
                  </a:cubicBezTo>
                  <a:cubicBezTo>
                    <a:pt x="1178" y="1930"/>
                    <a:pt x="1178" y="1930"/>
                    <a:pt x="1300" y="1930"/>
                  </a:cubicBezTo>
                  <a:cubicBezTo>
                    <a:pt x="1243" y="1922"/>
                    <a:pt x="1243" y="1922"/>
                    <a:pt x="1300" y="1922"/>
                  </a:cubicBezTo>
                  <a:cubicBezTo>
                    <a:pt x="1365" y="1922"/>
                    <a:pt x="1365" y="1914"/>
                    <a:pt x="1300" y="1914"/>
                  </a:cubicBezTo>
                  <a:cubicBezTo>
                    <a:pt x="1186" y="1914"/>
                    <a:pt x="1121" y="1906"/>
                    <a:pt x="1243" y="1906"/>
                  </a:cubicBezTo>
                  <a:cubicBezTo>
                    <a:pt x="1243" y="1906"/>
                    <a:pt x="1243" y="1906"/>
                    <a:pt x="1186" y="1898"/>
                  </a:cubicBezTo>
                  <a:cubicBezTo>
                    <a:pt x="1308" y="1890"/>
                    <a:pt x="1308" y="1890"/>
                    <a:pt x="1186" y="1890"/>
                  </a:cubicBezTo>
                  <a:cubicBezTo>
                    <a:pt x="1186" y="1890"/>
                    <a:pt x="1130" y="1882"/>
                    <a:pt x="1186" y="1882"/>
                  </a:cubicBezTo>
                  <a:cubicBezTo>
                    <a:pt x="1251" y="1874"/>
                    <a:pt x="1308" y="1857"/>
                    <a:pt x="1186" y="1857"/>
                  </a:cubicBezTo>
                  <a:lnTo>
                    <a:pt x="1194" y="1849"/>
                  </a:lnTo>
                  <a:cubicBezTo>
                    <a:pt x="1251" y="1849"/>
                    <a:pt x="1251" y="1841"/>
                    <a:pt x="1194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2"/>
            <p:cNvSpPr/>
            <p:nvPr/>
          </p:nvSpPr>
          <p:spPr>
            <a:xfrm>
              <a:off x="8081030" y="1800052"/>
              <a:ext cx="42318" cy="45300"/>
            </a:xfrm>
            <a:custGeom>
              <a:avLst/>
              <a:gdLst/>
              <a:ahLst/>
              <a:cxnLst/>
              <a:rect l="l" t="t" r="r" b="b"/>
              <a:pathLst>
                <a:path w="2455" h="2628" extrusionOk="0">
                  <a:moveTo>
                    <a:pt x="721" y="19"/>
                  </a:moveTo>
                  <a:cubicBezTo>
                    <a:pt x="750" y="19"/>
                    <a:pt x="809" y="21"/>
                    <a:pt x="865" y="25"/>
                  </a:cubicBezTo>
                  <a:cubicBezTo>
                    <a:pt x="855" y="28"/>
                    <a:pt x="843" y="29"/>
                    <a:pt x="831" y="29"/>
                  </a:cubicBezTo>
                  <a:cubicBezTo>
                    <a:pt x="806" y="29"/>
                    <a:pt x="779" y="25"/>
                    <a:pt x="752" y="25"/>
                  </a:cubicBezTo>
                  <a:cubicBezTo>
                    <a:pt x="691" y="21"/>
                    <a:pt x="691" y="19"/>
                    <a:pt x="721" y="19"/>
                  </a:cubicBezTo>
                  <a:close/>
                  <a:moveTo>
                    <a:pt x="1401" y="19"/>
                  </a:moveTo>
                  <a:cubicBezTo>
                    <a:pt x="1382" y="19"/>
                    <a:pt x="1364" y="21"/>
                    <a:pt x="1344" y="25"/>
                  </a:cubicBezTo>
                  <a:cubicBezTo>
                    <a:pt x="1355" y="28"/>
                    <a:pt x="1366" y="29"/>
                    <a:pt x="1379" y="29"/>
                  </a:cubicBezTo>
                  <a:cubicBezTo>
                    <a:pt x="1403" y="29"/>
                    <a:pt x="1430" y="25"/>
                    <a:pt x="1457" y="25"/>
                  </a:cubicBezTo>
                  <a:cubicBezTo>
                    <a:pt x="1437" y="21"/>
                    <a:pt x="1419" y="19"/>
                    <a:pt x="1401" y="19"/>
                  </a:cubicBezTo>
                  <a:close/>
                  <a:moveTo>
                    <a:pt x="809" y="455"/>
                  </a:moveTo>
                  <a:cubicBezTo>
                    <a:pt x="849" y="455"/>
                    <a:pt x="890" y="455"/>
                    <a:pt x="930" y="463"/>
                  </a:cubicBezTo>
                  <a:cubicBezTo>
                    <a:pt x="865" y="463"/>
                    <a:pt x="809" y="463"/>
                    <a:pt x="744" y="455"/>
                  </a:cubicBezTo>
                  <a:close/>
                  <a:moveTo>
                    <a:pt x="1092" y="560"/>
                  </a:moveTo>
                  <a:cubicBezTo>
                    <a:pt x="1092" y="560"/>
                    <a:pt x="1149" y="568"/>
                    <a:pt x="1092" y="568"/>
                  </a:cubicBezTo>
                  <a:lnTo>
                    <a:pt x="1028" y="568"/>
                  </a:lnTo>
                  <a:cubicBezTo>
                    <a:pt x="971" y="560"/>
                    <a:pt x="914" y="560"/>
                    <a:pt x="971" y="560"/>
                  </a:cubicBezTo>
                  <a:close/>
                  <a:moveTo>
                    <a:pt x="1015" y="684"/>
                  </a:moveTo>
                  <a:cubicBezTo>
                    <a:pt x="1036" y="684"/>
                    <a:pt x="1056" y="686"/>
                    <a:pt x="1076" y="690"/>
                  </a:cubicBezTo>
                  <a:lnTo>
                    <a:pt x="955" y="690"/>
                  </a:lnTo>
                  <a:cubicBezTo>
                    <a:pt x="975" y="686"/>
                    <a:pt x="995" y="684"/>
                    <a:pt x="1015" y="684"/>
                  </a:cubicBezTo>
                  <a:close/>
                  <a:moveTo>
                    <a:pt x="1125" y="714"/>
                  </a:moveTo>
                  <a:lnTo>
                    <a:pt x="1068" y="722"/>
                  </a:lnTo>
                  <a:lnTo>
                    <a:pt x="1068" y="714"/>
                  </a:lnTo>
                  <a:close/>
                  <a:moveTo>
                    <a:pt x="1160" y="724"/>
                  </a:moveTo>
                  <a:cubicBezTo>
                    <a:pt x="1153" y="724"/>
                    <a:pt x="1153" y="726"/>
                    <a:pt x="1182" y="730"/>
                  </a:cubicBezTo>
                  <a:cubicBezTo>
                    <a:pt x="1182" y="726"/>
                    <a:pt x="1167" y="724"/>
                    <a:pt x="1160" y="724"/>
                  </a:cubicBezTo>
                  <a:close/>
                  <a:moveTo>
                    <a:pt x="1125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60" y="763"/>
                  </a:moveTo>
                  <a:cubicBezTo>
                    <a:pt x="1092" y="767"/>
                    <a:pt x="1109" y="767"/>
                    <a:pt x="1117" y="767"/>
                  </a:cubicBezTo>
                  <a:cubicBezTo>
                    <a:pt x="1125" y="767"/>
                    <a:pt x="1125" y="767"/>
                    <a:pt x="1125" y="771"/>
                  </a:cubicBezTo>
                  <a:cubicBezTo>
                    <a:pt x="1121" y="775"/>
                    <a:pt x="1119" y="777"/>
                    <a:pt x="1111" y="777"/>
                  </a:cubicBezTo>
                  <a:cubicBezTo>
                    <a:pt x="1103" y="777"/>
                    <a:pt x="1088" y="775"/>
                    <a:pt x="1060" y="771"/>
                  </a:cubicBezTo>
                  <a:cubicBezTo>
                    <a:pt x="1003" y="771"/>
                    <a:pt x="1003" y="763"/>
                    <a:pt x="1060" y="763"/>
                  </a:cubicBezTo>
                  <a:close/>
                  <a:moveTo>
                    <a:pt x="699" y="789"/>
                  </a:moveTo>
                  <a:cubicBezTo>
                    <a:pt x="719" y="789"/>
                    <a:pt x="740" y="791"/>
                    <a:pt x="760" y="795"/>
                  </a:cubicBezTo>
                  <a:lnTo>
                    <a:pt x="638" y="795"/>
                  </a:lnTo>
                  <a:cubicBezTo>
                    <a:pt x="659" y="791"/>
                    <a:pt x="679" y="789"/>
                    <a:pt x="699" y="789"/>
                  </a:cubicBezTo>
                  <a:close/>
                  <a:moveTo>
                    <a:pt x="817" y="828"/>
                  </a:moveTo>
                  <a:lnTo>
                    <a:pt x="752" y="836"/>
                  </a:lnTo>
                  <a:cubicBezTo>
                    <a:pt x="695" y="836"/>
                    <a:pt x="695" y="828"/>
                    <a:pt x="695" y="828"/>
                  </a:cubicBezTo>
                  <a:close/>
                  <a:moveTo>
                    <a:pt x="1011" y="1087"/>
                  </a:moveTo>
                  <a:cubicBezTo>
                    <a:pt x="1052" y="1087"/>
                    <a:pt x="1092" y="1087"/>
                    <a:pt x="1133" y="1095"/>
                  </a:cubicBezTo>
                  <a:lnTo>
                    <a:pt x="1011" y="1095"/>
                  </a:lnTo>
                  <a:lnTo>
                    <a:pt x="1011" y="1087"/>
                  </a:lnTo>
                  <a:close/>
                  <a:moveTo>
                    <a:pt x="1117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2" y="1225"/>
                    <a:pt x="1052" y="1217"/>
                  </a:cubicBezTo>
                  <a:lnTo>
                    <a:pt x="1060" y="1217"/>
                  </a:lnTo>
                  <a:cubicBezTo>
                    <a:pt x="1060" y="1209"/>
                    <a:pt x="1060" y="1209"/>
                    <a:pt x="1117" y="1209"/>
                  </a:cubicBezTo>
                  <a:close/>
                  <a:moveTo>
                    <a:pt x="663" y="1468"/>
                  </a:moveTo>
                  <a:lnTo>
                    <a:pt x="663" y="1476"/>
                  </a:lnTo>
                  <a:lnTo>
                    <a:pt x="776" y="1476"/>
                  </a:lnTo>
                  <a:cubicBezTo>
                    <a:pt x="744" y="1468"/>
                    <a:pt x="703" y="1468"/>
                    <a:pt x="663" y="1468"/>
                  </a:cubicBezTo>
                  <a:close/>
                  <a:moveTo>
                    <a:pt x="1068" y="1525"/>
                  </a:moveTo>
                  <a:cubicBezTo>
                    <a:pt x="1077" y="1525"/>
                    <a:pt x="1088" y="1525"/>
                    <a:pt x="1098" y="1525"/>
                  </a:cubicBezTo>
                  <a:lnTo>
                    <a:pt x="1098" y="1525"/>
                  </a:lnTo>
                  <a:cubicBezTo>
                    <a:pt x="1098" y="1525"/>
                    <a:pt x="1098" y="1525"/>
                    <a:pt x="1098" y="1525"/>
                  </a:cubicBezTo>
                  <a:close/>
                  <a:moveTo>
                    <a:pt x="922" y="1"/>
                  </a:moveTo>
                  <a:cubicBezTo>
                    <a:pt x="841" y="1"/>
                    <a:pt x="768" y="1"/>
                    <a:pt x="687" y="9"/>
                  </a:cubicBezTo>
                  <a:cubicBezTo>
                    <a:pt x="622" y="25"/>
                    <a:pt x="565" y="33"/>
                    <a:pt x="679" y="33"/>
                  </a:cubicBezTo>
                  <a:lnTo>
                    <a:pt x="744" y="33"/>
                  </a:lnTo>
                  <a:cubicBezTo>
                    <a:pt x="719" y="41"/>
                    <a:pt x="703" y="41"/>
                    <a:pt x="679" y="41"/>
                  </a:cubicBezTo>
                  <a:cubicBezTo>
                    <a:pt x="622" y="41"/>
                    <a:pt x="622" y="57"/>
                    <a:pt x="614" y="74"/>
                  </a:cubicBezTo>
                  <a:cubicBezTo>
                    <a:pt x="614" y="90"/>
                    <a:pt x="614" y="98"/>
                    <a:pt x="549" y="98"/>
                  </a:cubicBezTo>
                  <a:cubicBezTo>
                    <a:pt x="492" y="106"/>
                    <a:pt x="492" y="106"/>
                    <a:pt x="492" y="106"/>
                  </a:cubicBezTo>
                  <a:cubicBezTo>
                    <a:pt x="549" y="106"/>
                    <a:pt x="549" y="122"/>
                    <a:pt x="541" y="147"/>
                  </a:cubicBezTo>
                  <a:cubicBezTo>
                    <a:pt x="541" y="171"/>
                    <a:pt x="541" y="187"/>
                    <a:pt x="598" y="187"/>
                  </a:cubicBezTo>
                  <a:lnTo>
                    <a:pt x="598" y="195"/>
                  </a:lnTo>
                  <a:cubicBezTo>
                    <a:pt x="541" y="195"/>
                    <a:pt x="533" y="203"/>
                    <a:pt x="533" y="212"/>
                  </a:cubicBezTo>
                  <a:cubicBezTo>
                    <a:pt x="598" y="220"/>
                    <a:pt x="598" y="220"/>
                    <a:pt x="598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33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8" y="276"/>
                    <a:pt x="525" y="285"/>
                    <a:pt x="582" y="285"/>
                  </a:cubicBezTo>
                  <a:cubicBezTo>
                    <a:pt x="622" y="285"/>
                    <a:pt x="663" y="285"/>
                    <a:pt x="703" y="293"/>
                  </a:cubicBezTo>
                  <a:lnTo>
                    <a:pt x="582" y="293"/>
                  </a:lnTo>
                  <a:cubicBezTo>
                    <a:pt x="553" y="289"/>
                    <a:pt x="539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0" y="374"/>
                  </a:cubicBezTo>
                  <a:cubicBezTo>
                    <a:pt x="695" y="374"/>
                    <a:pt x="687" y="374"/>
                    <a:pt x="630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30" y="406"/>
                  </a:lnTo>
                  <a:cubicBezTo>
                    <a:pt x="744" y="406"/>
                    <a:pt x="744" y="406"/>
                    <a:pt x="622" y="414"/>
                  </a:cubicBezTo>
                  <a:cubicBezTo>
                    <a:pt x="509" y="414"/>
                    <a:pt x="557" y="455"/>
                    <a:pt x="679" y="463"/>
                  </a:cubicBezTo>
                  <a:lnTo>
                    <a:pt x="622" y="463"/>
                  </a:lnTo>
                  <a:cubicBezTo>
                    <a:pt x="557" y="463"/>
                    <a:pt x="557" y="463"/>
                    <a:pt x="557" y="479"/>
                  </a:cubicBezTo>
                  <a:lnTo>
                    <a:pt x="557" y="487"/>
                  </a:lnTo>
                  <a:cubicBezTo>
                    <a:pt x="679" y="487"/>
                    <a:pt x="614" y="503"/>
                    <a:pt x="549" y="503"/>
                  </a:cubicBezTo>
                  <a:cubicBezTo>
                    <a:pt x="492" y="503"/>
                    <a:pt x="492" y="503"/>
                    <a:pt x="492" y="512"/>
                  </a:cubicBezTo>
                  <a:cubicBezTo>
                    <a:pt x="614" y="520"/>
                    <a:pt x="549" y="536"/>
                    <a:pt x="492" y="536"/>
                  </a:cubicBezTo>
                  <a:lnTo>
                    <a:pt x="484" y="544"/>
                  </a:lnTo>
                  <a:cubicBezTo>
                    <a:pt x="549" y="544"/>
                    <a:pt x="549" y="552"/>
                    <a:pt x="549" y="552"/>
                  </a:cubicBezTo>
                  <a:cubicBezTo>
                    <a:pt x="541" y="568"/>
                    <a:pt x="541" y="568"/>
                    <a:pt x="606" y="568"/>
                  </a:cubicBezTo>
                  <a:cubicBezTo>
                    <a:pt x="619" y="566"/>
                    <a:pt x="633" y="565"/>
                    <a:pt x="646" y="565"/>
                  </a:cubicBezTo>
                  <a:cubicBezTo>
                    <a:pt x="673" y="565"/>
                    <a:pt x="698" y="568"/>
                    <a:pt x="719" y="568"/>
                  </a:cubicBezTo>
                  <a:lnTo>
                    <a:pt x="663" y="568"/>
                  </a:lnTo>
                  <a:cubicBezTo>
                    <a:pt x="606" y="568"/>
                    <a:pt x="606" y="576"/>
                    <a:pt x="598" y="593"/>
                  </a:cubicBezTo>
                  <a:cubicBezTo>
                    <a:pt x="598" y="609"/>
                    <a:pt x="598" y="609"/>
                    <a:pt x="541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8" y="657"/>
                    <a:pt x="468" y="666"/>
                    <a:pt x="590" y="666"/>
                  </a:cubicBezTo>
                  <a:cubicBezTo>
                    <a:pt x="533" y="666"/>
                    <a:pt x="533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47" y="714"/>
                  </a:cubicBezTo>
                  <a:cubicBezTo>
                    <a:pt x="703" y="714"/>
                    <a:pt x="703" y="722"/>
                    <a:pt x="703" y="722"/>
                  </a:cubicBezTo>
                  <a:cubicBezTo>
                    <a:pt x="663" y="722"/>
                    <a:pt x="622" y="722"/>
                    <a:pt x="582" y="714"/>
                  </a:cubicBezTo>
                  <a:cubicBezTo>
                    <a:pt x="525" y="714"/>
                    <a:pt x="525" y="722"/>
                    <a:pt x="638" y="730"/>
                  </a:cubicBezTo>
                  <a:cubicBezTo>
                    <a:pt x="601" y="730"/>
                    <a:pt x="563" y="727"/>
                    <a:pt x="559" y="727"/>
                  </a:cubicBezTo>
                  <a:lnTo>
                    <a:pt x="559" y="727"/>
                  </a:lnTo>
                  <a:cubicBezTo>
                    <a:pt x="556" y="727"/>
                    <a:pt x="563" y="728"/>
                    <a:pt x="582" y="730"/>
                  </a:cubicBezTo>
                  <a:cubicBezTo>
                    <a:pt x="582" y="730"/>
                    <a:pt x="582" y="739"/>
                    <a:pt x="638" y="739"/>
                  </a:cubicBezTo>
                  <a:lnTo>
                    <a:pt x="638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8" y="771"/>
                  </a:cubicBezTo>
                  <a:cubicBezTo>
                    <a:pt x="695" y="771"/>
                    <a:pt x="695" y="779"/>
                    <a:pt x="630" y="779"/>
                  </a:cubicBezTo>
                  <a:lnTo>
                    <a:pt x="574" y="779"/>
                  </a:lnTo>
                  <a:cubicBezTo>
                    <a:pt x="630" y="787"/>
                    <a:pt x="630" y="787"/>
                    <a:pt x="630" y="787"/>
                  </a:cubicBezTo>
                  <a:cubicBezTo>
                    <a:pt x="574" y="787"/>
                    <a:pt x="565" y="820"/>
                    <a:pt x="565" y="844"/>
                  </a:cubicBezTo>
                  <a:cubicBezTo>
                    <a:pt x="606" y="852"/>
                    <a:pt x="647" y="852"/>
                    <a:pt x="679" y="852"/>
                  </a:cubicBezTo>
                  <a:cubicBezTo>
                    <a:pt x="501" y="852"/>
                    <a:pt x="501" y="860"/>
                    <a:pt x="679" y="860"/>
                  </a:cubicBezTo>
                  <a:cubicBezTo>
                    <a:pt x="622" y="868"/>
                    <a:pt x="622" y="868"/>
                    <a:pt x="679" y="868"/>
                  </a:cubicBezTo>
                  <a:cubicBezTo>
                    <a:pt x="622" y="876"/>
                    <a:pt x="557" y="876"/>
                    <a:pt x="622" y="876"/>
                  </a:cubicBezTo>
                  <a:cubicBezTo>
                    <a:pt x="622" y="876"/>
                    <a:pt x="622" y="884"/>
                    <a:pt x="557" y="884"/>
                  </a:cubicBezTo>
                  <a:cubicBezTo>
                    <a:pt x="501" y="884"/>
                    <a:pt x="557" y="893"/>
                    <a:pt x="614" y="893"/>
                  </a:cubicBezTo>
                  <a:cubicBezTo>
                    <a:pt x="700" y="898"/>
                    <a:pt x="725" y="904"/>
                    <a:pt x="690" y="904"/>
                  </a:cubicBezTo>
                  <a:cubicBezTo>
                    <a:pt x="675" y="904"/>
                    <a:pt x="650" y="903"/>
                    <a:pt x="614" y="901"/>
                  </a:cubicBezTo>
                  <a:cubicBezTo>
                    <a:pt x="501" y="901"/>
                    <a:pt x="557" y="917"/>
                    <a:pt x="671" y="917"/>
                  </a:cubicBezTo>
                  <a:cubicBezTo>
                    <a:pt x="792" y="925"/>
                    <a:pt x="792" y="925"/>
                    <a:pt x="736" y="925"/>
                  </a:cubicBezTo>
                  <a:cubicBezTo>
                    <a:pt x="714" y="922"/>
                    <a:pt x="700" y="921"/>
                    <a:pt x="690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4" y="933"/>
                  </a:cubicBezTo>
                  <a:cubicBezTo>
                    <a:pt x="614" y="933"/>
                    <a:pt x="614" y="933"/>
                    <a:pt x="671" y="941"/>
                  </a:cubicBezTo>
                  <a:cubicBezTo>
                    <a:pt x="792" y="949"/>
                    <a:pt x="728" y="957"/>
                    <a:pt x="606" y="957"/>
                  </a:cubicBezTo>
                  <a:lnTo>
                    <a:pt x="663" y="966"/>
                  </a:lnTo>
                  <a:cubicBezTo>
                    <a:pt x="784" y="966"/>
                    <a:pt x="841" y="974"/>
                    <a:pt x="728" y="974"/>
                  </a:cubicBezTo>
                  <a:lnTo>
                    <a:pt x="663" y="974"/>
                  </a:lnTo>
                  <a:cubicBezTo>
                    <a:pt x="784" y="974"/>
                    <a:pt x="719" y="990"/>
                    <a:pt x="606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63" y="998"/>
                  </a:cubicBezTo>
                  <a:cubicBezTo>
                    <a:pt x="598" y="998"/>
                    <a:pt x="541" y="1006"/>
                    <a:pt x="598" y="1006"/>
                  </a:cubicBezTo>
                  <a:cubicBezTo>
                    <a:pt x="598" y="1006"/>
                    <a:pt x="598" y="1006"/>
                    <a:pt x="541" y="1014"/>
                  </a:cubicBezTo>
                  <a:cubicBezTo>
                    <a:pt x="541" y="1014"/>
                    <a:pt x="541" y="1014"/>
                    <a:pt x="541" y="1022"/>
                  </a:cubicBezTo>
                  <a:cubicBezTo>
                    <a:pt x="598" y="1022"/>
                    <a:pt x="598" y="1030"/>
                    <a:pt x="533" y="1030"/>
                  </a:cubicBezTo>
                  <a:cubicBezTo>
                    <a:pt x="533" y="1030"/>
                    <a:pt x="533" y="1039"/>
                    <a:pt x="598" y="1039"/>
                  </a:cubicBezTo>
                  <a:cubicBezTo>
                    <a:pt x="598" y="1047"/>
                    <a:pt x="590" y="1055"/>
                    <a:pt x="533" y="1055"/>
                  </a:cubicBezTo>
                  <a:cubicBezTo>
                    <a:pt x="598" y="1055"/>
                    <a:pt x="590" y="1055"/>
                    <a:pt x="590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8" y="1091"/>
                    <a:pt x="647" y="1087"/>
                  </a:cubicBezTo>
                  <a:cubicBezTo>
                    <a:pt x="647" y="1087"/>
                    <a:pt x="711" y="1087"/>
                    <a:pt x="647" y="1095"/>
                  </a:cubicBezTo>
                  <a:cubicBezTo>
                    <a:pt x="647" y="1095"/>
                    <a:pt x="590" y="1103"/>
                    <a:pt x="582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8" y="1144"/>
                  </a:lnTo>
                  <a:cubicBezTo>
                    <a:pt x="582" y="1144"/>
                    <a:pt x="582" y="1152"/>
                    <a:pt x="638" y="1160"/>
                  </a:cubicBezTo>
                  <a:lnTo>
                    <a:pt x="582" y="1160"/>
                  </a:lnTo>
                  <a:lnTo>
                    <a:pt x="582" y="1168"/>
                  </a:lnTo>
                  <a:cubicBezTo>
                    <a:pt x="695" y="1168"/>
                    <a:pt x="638" y="1193"/>
                    <a:pt x="574" y="1193"/>
                  </a:cubicBezTo>
                  <a:cubicBezTo>
                    <a:pt x="574" y="1193"/>
                    <a:pt x="574" y="1193"/>
                    <a:pt x="630" y="1201"/>
                  </a:cubicBezTo>
                  <a:cubicBezTo>
                    <a:pt x="752" y="1201"/>
                    <a:pt x="752" y="1209"/>
                    <a:pt x="630" y="1209"/>
                  </a:cubicBezTo>
                  <a:cubicBezTo>
                    <a:pt x="695" y="1209"/>
                    <a:pt x="687" y="1225"/>
                    <a:pt x="574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74" y="1233"/>
                    <a:pt x="574" y="1233"/>
                    <a:pt x="565" y="1241"/>
                  </a:cubicBezTo>
                  <a:cubicBezTo>
                    <a:pt x="565" y="1247"/>
                    <a:pt x="594" y="1253"/>
                    <a:pt x="610" y="1258"/>
                  </a:cubicBezTo>
                  <a:lnTo>
                    <a:pt x="610" y="1258"/>
                  </a:lnTo>
                  <a:cubicBezTo>
                    <a:pt x="625" y="1257"/>
                    <a:pt x="640" y="1257"/>
                    <a:pt x="656" y="1257"/>
                  </a:cubicBezTo>
                  <a:cubicBezTo>
                    <a:pt x="666" y="1257"/>
                    <a:pt x="676" y="1257"/>
                    <a:pt x="687" y="1257"/>
                  </a:cubicBezTo>
                  <a:cubicBezTo>
                    <a:pt x="844" y="1266"/>
                    <a:pt x="961" y="1333"/>
                    <a:pt x="1038" y="1428"/>
                  </a:cubicBezTo>
                  <a:lnTo>
                    <a:pt x="1038" y="1428"/>
                  </a:lnTo>
                  <a:cubicBezTo>
                    <a:pt x="1035" y="1428"/>
                    <a:pt x="1031" y="1428"/>
                    <a:pt x="1028" y="1428"/>
                  </a:cubicBezTo>
                  <a:lnTo>
                    <a:pt x="1028" y="1436"/>
                  </a:lnTo>
                  <a:lnTo>
                    <a:pt x="1044" y="1436"/>
                  </a:lnTo>
                  <a:cubicBezTo>
                    <a:pt x="1042" y="1433"/>
                    <a:pt x="1040" y="1430"/>
                    <a:pt x="1038" y="1428"/>
                  </a:cubicBezTo>
                  <a:lnTo>
                    <a:pt x="1038" y="1428"/>
                  </a:lnTo>
                  <a:cubicBezTo>
                    <a:pt x="1074" y="1428"/>
                    <a:pt x="1104" y="1428"/>
                    <a:pt x="1141" y="1436"/>
                  </a:cubicBezTo>
                  <a:lnTo>
                    <a:pt x="1044" y="1436"/>
                  </a:lnTo>
                  <a:cubicBezTo>
                    <a:pt x="1066" y="1464"/>
                    <a:pt x="1084" y="1493"/>
                    <a:pt x="1098" y="1525"/>
                  </a:cubicBezTo>
                  <a:lnTo>
                    <a:pt x="1255" y="1525"/>
                  </a:lnTo>
                  <a:cubicBezTo>
                    <a:pt x="1255" y="1528"/>
                    <a:pt x="1241" y="1529"/>
                    <a:pt x="1221" y="1529"/>
                  </a:cubicBezTo>
                  <a:cubicBezTo>
                    <a:pt x="1188" y="1529"/>
                    <a:pt x="1139" y="1526"/>
                    <a:pt x="1098" y="1525"/>
                  </a:cubicBezTo>
                  <a:lnTo>
                    <a:pt x="1098" y="1525"/>
                  </a:lnTo>
                  <a:cubicBezTo>
                    <a:pt x="1109" y="1549"/>
                    <a:pt x="1118" y="1573"/>
                    <a:pt x="1125" y="1598"/>
                  </a:cubicBezTo>
                  <a:lnTo>
                    <a:pt x="1125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6" y="1601"/>
                    <a:pt x="1125" y="1598"/>
                  </a:cubicBezTo>
                  <a:lnTo>
                    <a:pt x="1125" y="1598"/>
                  </a:lnTo>
                  <a:cubicBezTo>
                    <a:pt x="1163" y="1598"/>
                    <a:pt x="1201" y="1599"/>
                    <a:pt x="1238" y="1606"/>
                  </a:cubicBezTo>
                  <a:lnTo>
                    <a:pt x="1128" y="1606"/>
                  </a:lnTo>
                  <a:cubicBezTo>
                    <a:pt x="1128" y="1609"/>
                    <a:pt x="1129" y="1612"/>
                    <a:pt x="1130" y="1615"/>
                  </a:cubicBezTo>
                  <a:lnTo>
                    <a:pt x="1130" y="1615"/>
                  </a:lnTo>
                  <a:cubicBezTo>
                    <a:pt x="1142" y="1614"/>
                    <a:pt x="1157" y="1614"/>
                    <a:pt x="1174" y="1614"/>
                  </a:cubicBezTo>
                  <a:lnTo>
                    <a:pt x="1238" y="1614"/>
                  </a:lnTo>
                  <a:cubicBezTo>
                    <a:pt x="1238" y="1614"/>
                    <a:pt x="1238" y="1606"/>
                    <a:pt x="1295" y="1606"/>
                  </a:cubicBezTo>
                  <a:cubicBezTo>
                    <a:pt x="1417" y="1598"/>
                    <a:pt x="1360" y="1590"/>
                    <a:pt x="1295" y="1590"/>
                  </a:cubicBezTo>
                  <a:cubicBezTo>
                    <a:pt x="1257" y="1593"/>
                    <a:pt x="1238" y="1593"/>
                    <a:pt x="1232" y="1593"/>
                  </a:cubicBezTo>
                  <a:cubicBezTo>
                    <a:pt x="1219" y="1593"/>
                    <a:pt x="1257" y="1590"/>
                    <a:pt x="1295" y="1590"/>
                  </a:cubicBezTo>
                  <a:cubicBezTo>
                    <a:pt x="1360" y="1590"/>
                    <a:pt x="1417" y="1582"/>
                    <a:pt x="1360" y="1582"/>
                  </a:cubicBezTo>
                  <a:cubicBezTo>
                    <a:pt x="1303" y="1582"/>
                    <a:pt x="1246" y="1566"/>
                    <a:pt x="1360" y="1566"/>
                  </a:cubicBezTo>
                  <a:lnTo>
                    <a:pt x="1360" y="1557"/>
                  </a:lnTo>
                  <a:cubicBezTo>
                    <a:pt x="1303" y="1557"/>
                    <a:pt x="1303" y="1549"/>
                    <a:pt x="1303" y="1541"/>
                  </a:cubicBezTo>
                  <a:cubicBezTo>
                    <a:pt x="1303" y="1541"/>
                    <a:pt x="1303" y="1533"/>
                    <a:pt x="1368" y="1533"/>
                  </a:cubicBezTo>
                  <a:cubicBezTo>
                    <a:pt x="1385" y="1535"/>
                    <a:pt x="1396" y="1536"/>
                    <a:pt x="1403" y="1536"/>
                  </a:cubicBezTo>
                  <a:cubicBezTo>
                    <a:pt x="1420" y="1536"/>
                    <a:pt x="1408" y="1531"/>
                    <a:pt x="1368" y="1525"/>
                  </a:cubicBezTo>
                  <a:cubicBezTo>
                    <a:pt x="1368" y="1525"/>
                    <a:pt x="1246" y="1525"/>
                    <a:pt x="1246" y="1517"/>
                  </a:cubicBezTo>
                  <a:cubicBezTo>
                    <a:pt x="1206" y="1517"/>
                    <a:pt x="1165" y="1517"/>
                    <a:pt x="1133" y="1509"/>
                  </a:cubicBezTo>
                  <a:lnTo>
                    <a:pt x="1246" y="1509"/>
                  </a:lnTo>
                  <a:cubicBezTo>
                    <a:pt x="1311" y="1501"/>
                    <a:pt x="1311" y="1501"/>
                    <a:pt x="1311" y="1493"/>
                  </a:cubicBezTo>
                  <a:cubicBezTo>
                    <a:pt x="1311" y="1484"/>
                    <a:pt x="1311" y="1484"/>
                    <a:pt x="1255" y="1476"/>
                  </a:cubicBezTo>
                  <a:cubicBezTo>
                    <a:pt x="1376" y="1476"/>
                    <a:pt x="1376" y="1460"/>
                    <a:pt x="1255" y="1452"/>
                  </a:cubicBezTo>
                  <a:cubicBezTo>
                    <a:pt x="1198" y="1452"/>
                    <a:pt x="1198" y="1452"/>
                    <a:pt x="1263" y="1444"/>
                  </a:cubicBezTo>
                  <a:cubicBezTo>
                    <a:pt x="1198" y="1436"/>
                    <a:pt x="1263" y="1436"/>
                    <a:pt x="1319" y="1436"/>
                  </a:cubicBezTo>
                  <a:cubicBezTo>
                    <a:pt x="1441" y="1428"/>
                    <a:pt x="1441" y="1428"/>
                    <a:pt x="1384" y="1420"/>
                  </a:cubicBezTo>
                  <a:cubicBezTo>
                    <a:pt x="1319" y="1420"/>
                    <a:pt x="1319" y="1411"/>
                    <a:pt x="1328" y="1411"/>
                  </a:cubicBezTo>
                  <a:cubicBezTo>
                    <a:pt x="1299" y="1406"/>
                    <a:pt x="1270" y="1400"/>
                    <a:pt x="1242" y="1400"/>
                  </a:cubicBezTo>
                  <a:cubicBezTo>
                    <a:pt x="1230" y="1400"/>
                    <a:pt x="1218" y="1401"/>
                    <a:pt x="1206" y="1403"/>
                  </a:cubicBezTo>
                  <a:cubicBezTo>
                    <a:pt x="1187" y="1403"/>
                    <a:pt x="1168" y="1402"/>
                    <a:pt x="1150" y="1401"/>
                  </a:cubicBezTo>
                  <a:lnTo>
                    <a:pt x="1150" y="1401"/>
                  </a:lnTo>
                  <a:cubicBezTo>
                    <a:pt x="1169" y="1401"/>
                    <a:pt x="1187" y="1399"/>
                    <a:pt x="1206" y="1395"/>
                  </a:cubicBezTo>
                  <a:cubicBezTo>
                    <a:pt x="1263" y="1395"/>
                    <a:pt x="1263" y="1387"/>
                    <a:pt x="1271" y="1379"/>
                  </a:cubicBezTo>
                  <a:cubicBezTo>
                    <a:pt x="1271" y="1379"/>
                    <a:pt x="1271" y="1371"/>
                    <a:pt x="1271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14" y="1355"/>
                  </a:lnTo>
                  <a:cubicBezTo>
                    <a:pt x="1328" y="1355"/>
                    <a:pt x="1336" y="1322"/>
                    <a:pt x="1214" y="1314"/>
                  </a:cubicBezTo>
                  <a:lnTo>
                    <a:pt x="1279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87" y="1266"/>
                    <a:pt x="1222" y="1266"/>
                  </a:cubicBezTo>
                  <a:cubicBezTo>
                    <a:pt x="1222" y="1257"/>
                    <a:pt x="1222" y="1257"/>
                    <a:pt x="1287" y="1257"/>
                  </a:cubicBezTo>
                  <a:cubicBezTo>
                    <a:pt x="1306" y="1260"/>
                    <a:pt x="1319" y="1261"/>
                    <a:pt x="1327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3" y="1249"/>
                    <a:pt x="1263" y="1249"/>
                    <a:pt x="1222" y="1249"/>
                  </a:cubicBezTo>
                  <a:cubicBezTo>
                    <a:pt x="1165" y="1249"/>
                    <a:pt x="1165" y="1249"/>
                    <a:pt x="1230" y="1241"/>
                  </a:cubicBezTo>
                  <a:cubicBezTo>
                    <a:pt x="1287" y="1233"/>
                    <a:pt x="1287" y="1225"/>
                    <a:pt x="1230" y="1217"/>
                  </a:cubicBezTo>
                  <a:cubicBezTo>
                    <a:pt x="1230" y="1217"/>
                    <a:pt x="1230" y="1209"/>
                    <a:pt x="1295" y="1209"/>
                  </a:cubicBezTo>
                  <a:cubicBezTo>
                    <a:pt x="1352" y="1209"/>
                    <a:pt x="1409" y="1201"/>
                    <a:pt x="1295" y="1201"/>
                  </a:cubicBezTo>
                  <a:cubicBezTo>
                    <a:pt x="1295" y="1193"/>
                    <a:pt x="1295" y="1193"/>
                    <a:pt x="1352" y="1193"/>
                  </a:cubicBezTo>
                  <a:cubicBezTo>
                    <a:pt x="1417" y="1193"/>
                    <a:pt x="1474" y="1193"/>
                    <a:pt x="1352" y="1184"/>
                  </a:cubicBezTo>
                  <a:cubicBezTo>
                    <a:pt x="1295" y="1184"/>
                    <a:pt x="1295" y="1168"/>
                    <a:pt x="1360" y="1168"/>
                  </a:cubicBezTo>
                  <a:cubicBezTo>
                    <a:pt x="1360" y="1160"/>
                    <a:pt x="1360" y="1160"/>
                    <a:pt x="1295" y="1160"/>
                  </a:cubicBezTo>
                  <a:lnTo>
                    <a:pt x="1238" y="1160"/>
                  </a:lnTo>
                  <a:cubicBezTo>
                    <a:pt x="1360" y="1160"/>
                    <a:pt x="1360" y="1160"/>
                    <a:pt x="1238" y="1152"/>
                  </a:cubicBezTo>
                  <a:cubicBezTo>
                    <a:pt x="1303" y="1144"/>
                    <a:pt x="1303" y="1144"/>
                    <a:pt x="1303" y="1144"/>
                  </a:cubicBezTo>
                  <a:cubicBezTo>
                    <a:pt x="1303" y="1144"/>
                    <a:pt x="1246" y="1128"/>
                    <a:pt x="1246" y="1111"/>
                  </a:cubicBezTo>
                  <a:cubicBezTo>
                    <a:pt x="1246" y="1087"/>
                    <a:pt x="1255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1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1" y="1047"/>
                    <a:pt x="1311" y="1047"/>
                    <a:pt x="1255" y="1039"/>
                  </a:cubicBezTo>
                  <a:cubicBezTo>
                    <a:pt x="1319" y="1039"/>
                    <a:pt x="1376" y="1030"/>
                    <a:pt x="1319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63" y="1014"/>
                  </a:cubicBezTo>
                  <a:cubicBezTo>
                    <a:pt x="1319" y="1014"/>
                    <a:pt x="1263" y="998"/>
                    <a:pt x="1206" y="998"/>
                  </a:cubicBezTo>
                  <a:cubicBezTo>
                    <a:pt x="1141" y="998"/>
                    <a:pt x="1141" y="990"/>
                    <a:pt x="1206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19" y="982"/>
                  </a:cubicBezTo>
                  <a:cubicBezTo>
                    <a:pt x="1338" y="984"/>
                    <a:pt x="1352" y="985"/>
                    <a:pt x="1361" y="985"/>
                  </a:cubicBezTo>
                  <a:cubicBezTo>
                    <a:pt x="1384" y="985"/>
                    <a:pt x="1384" y="979"/>
                    <a:pt x="1384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49" y="925"/>
                  </a:cubicBezTo>
                  <a:lnTo>
                    <a:pt x="1336" y="925"/>
                  </a:lnTo>
                  <a:cubicBezTo>
                    <a:pt x="1295" y="917"/>
                    <a:pt x="1255" y="917"/>
                    <a:pt x="1214" y="917"/>
                  </a:cubicBezTo>
                  <a:cubicBezTo>
                    <a:pt x="1157" y="917"/>
                    <a:pt x="1157" y="917"/>
                    <a:pt x="1214" y="909"/>
                  </a:cubicBezTo>
                  <a:cubicBezTo>
                    <a:pt x="1279" y="901"/>
                    <a:pt x="1279" y="901"/>
                    <a:pt x="1214" y="901"/>
                  </a:cubicBezTo>
                  <a:cubicBezTo>
                    <a:pt x="1214" y="893"/>
                    <a:pt x="1214" y="893"/>
                    <a:pt x="1279" y="884"/>
                  </a:cubicBezTo>
                  <a:lnTo>
                    <a:pt x="1214" y="884"/>
                  </a:lnTo>
                  <a:cubicBezTo>
                    <a:pt x="1157" y="884"/>
                    <a:pt x="1157" y="884"/>
                    <a:pt x="1222" y="876"/>
                  </a:cubicBezTo>
                  <a:cubicBezTo>
                    <a:pt x="1336" y="876"/>
                    <a:pt x="1344" y="868"/>
                    <a:pt x="1279" y="868"/>
                  </a:cubicBezTo>
                  <a:cubicBezTo>
                    <a:pt x="1222" y="868"/>
                    <a:pt x="1222" y="860"/>
                    <a:pt x="1222" y="860"/>
                  </a:cubicBezTo>
                  <a:cubicBezTo>
                    <a:pt x="1222" y="860"/>
                    <a:pt x="1222" y="852"/>
                    <a:pt x="1165" y="852"/>
                  </a:cubicBezTo>
                  <a:lnTo>
                    <a:pt x="1165" y="844"/>
                  </a:lnTo>
                  <a:lnTo>
                    <a:pt x="1287" y="844"/>
                  </a:lnTo>
                  <a:cubicBezTo>
                    <a:pt x="1287" y="836"/>
                    <a:pt x="1287" y="836"/>
                    <a:pt x="1222" y="836"/>
                  </a:cubicBezTo>
                  <a:cubicBezTo>
                    <a:pt x="1109" y="828"/>
                    <a:pt x="1109" y="828"/>
                    <a:pt x="1222" y="828"/>
                  </a:cubicBezTo>
                  <a:cubicBezTo>
                    <a:pt x="1287" y="828"/>
                    <a:pt x="1344" y="828"/>
                    <a:pt x="1287" y="820"/>
                  </a:cubicBezTo>
                  <a:cubicBezTo>
                    <a:pt x="1409" y="820"/>
                    <a:pt x="1409" y="820"/>
                    <a:pt x="1287" y="803"/>
                  </a:cubicBezTo>
                  <a:cubicBezTo>
                    <a:pt x="1287" y="803"/>
                    <a:pt x="1230" y="787"/>
                    <a:pt x="1230" y="779"/>
                  </a:cubicBezTo>
                  <a:cubicBezTo>
                    <a:pt x="1230" y="763"/>
                    <a:pt x="1238" y="763"/>
                    <a:pt x="1295" y="755"/>
                  </a:cubicBezTo>
                  <a:lnTo>
                    <a:pt x="1352" y="755"/>
                  </a:lnTo>
                  <a:cubicBezTo>
                    <a:pt x="1238" y="755"/>
                    <a:pt x="1238" y="755"/>
                    <a:pt x="1238" y="747"/>
                  </a:cubicBezTo>
                  <a:cubicBezTo>
                    <a:pt x="1295" y="739"/>
                    <a:pt x="1238" y="730"/>
                    <a:pt x="1182" y="730"/>
                  </a:cubicBezTo>
                  <a:cubicBezTo>
                    <a:pt x="1060" y="730"/>
                    <a:pt x="1060" y="730"/>
                    <a:pt x="1125" y="722"/>
                  </a:cubicBezTo>
                  <a:lnTo>
                    <a:pt x="1238" y="722"/>
                  </a:lnTo>
                  <a:cubicBezTo>
                    <a:pt x="1279" y="722"/>
                    <a:pt x="1319" y="722"/>
                    <a:pt x="1360" y="714"/>
                  </a:cubicBezTo>
                  <a:cubicBezTo>
                    <a:pt x="1360" y="714"/>
                    <a:pt x="1360" y="711"/>
                    <a:pt x="1343" y="711"/>
                  </a:cubicBezTo>
                  <a:cubicBezTo>
                    <a:pt x="1335" y="711"/>
                    <a:pt x="1322" y="712"/>
                    <a:pt x="1303" y="714"/>
                  </a:cubicBezTo>
                  <a:cubicBezTo>
                    <a:pt x="1238" y="714"/>
                    <a:pt x="1238" y="714"/>
                    <a:pt x="1246" y="706"/>
                  </a:cubicBezTo>
                  <a:cubicBezTo>
                    <a:pt x="1246" y="706"/>
                    <a:pt x="1246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90" y="682"/>
                    <a:pt x="1190" y="682"/>
                  </a:cubicBezTo>
                  <a:lnTo>
                    <a:pt x="1368" y="682"/>
                  </a:lnTo>
                  <a:cubicBezTo>
                    <a:pt x="1344" y="674"/>
                    <a:pt x="1328" y="674"/>
                    <a:pt x="1303" y="674"/>
                  </a:cubicBezTo>
                  <a:cubicBezTo>
                    <a:pt x="1246" y="674"/>
                    <a:pt x="1255" y="601"/>
                    <a:pt x="1263" y="593"/>
                  </a:cubicBezTo>
                  <a:cubicBezTo>
                    <a:pt x="1303" y="587"/>
                    <a:pt x="1315" y="581"/>
                    <a:pt x="1298" y="581"/>
                  </a:cubicBezTo>
                  <a:cubicBezTo>
                    <a:pt x="1291" y="581"/>
                    <a:pt x="1279" y="582"/>
                    <a:pt x="1263" y="584"/>
                  </a:cubicBezTo>
                  <a:cubicBezTo>
                    <a:pt x="1198" y="584"/>
                    <a:pt x="1206" y="568"/>
                    <a:pt x="1206" y="544"/>
                  </a:cubicBezTo>
                  <a:cubicBezTo>
                    <a:pt x="1206" y="528"/>
                    <a:pt x="1214" y="512"/>
                    <a:pt x="1149" y="512"/>
                  </a:cubicBezTo>
                  <a:cubicBezTo>
                    <a:pt x="1149" y="512"/>
                    <a:pt x="1149" y="503"/>
                    <a:pt x="1149" y="503"/>
                  </a:cubicBezTo>
                  <a:cubicBezTo>
                    <a:pt x="1157" y="495"/>
                    <a:pt x="1092" y="487"/>
                    <a:pt x="1092" y="487"/>
                  </a:cubicBezTo>
                  <a:cubicBezTo>
                    <a:pt x="1036" y="479"/>
                    <a:pt x="1036" y="479"/>
                    <a:pt x="1092" y="479"/>
                  </a:cubicBezTo>
                  <a:cubicBezTo>
                    <a:pt x="1106" y="482"/>
                    <a:pt x="1119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4" y="471"/>
                    <a:pt x="1133" y="471"/>
                    <a:pt x="1101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101" y="463"/>
                  </a:cubicBezTo>
                  <a:lnTo>
                    <a:pt x="1157" y="463"/>
                  </a:lnTo>
                  <a:cubicBezTo>
                    <a:pt x="1157" y="455"/>
                    <a:pt x="1157" y="455"/>
                    <a:pt x="1279" y="455"/>
                  </a:cubicBezTo>
                  <a:lnTo>
                    <a:pt x="1222" y="447"/>
                  </a:lnTo>
                  <a:cubicBezTo>
                    <a:pt x="1344" y="439"/>
                    <a:pt x="1222" y="439"/>
                    <a:pt x="1165" y="430"/>
                  </a:cubicBezTo>
                  <a:cubicBezTo>
                    <a:pt x="1287" y="430"/>
                    <a:pt x="1287" y="430"/>
                    <a:pt x="1165" y="422"/>
                  </a:cubicBezTo>
                  <a:cubicBezTo>
                    <a:pt x="1101" y="422"/>
                    <a:pt x="1109" y="422"/>
                    <a:pt x="1165" y="414"/>
                  </a:cubicBezTo>
                  <a:cubicBezTo>
                    <a:pt x="1222" y="414"/>
                    <a:pt x="1222" y="414"/>
                    <a:pt x="1230" y="406"/>
                  </a:cubicBezTo>
                  <a:cubicBezTo>
                    <a:pt x="1165" y="398"/>
                    <a:pt x="1174" y="382"/>
                    <a:pt x="1174" y="357"/>
                  </a:cubicBezTo>
                  <a:cubicBezTo>
                    <a:pt x="1182" y="325"/>
                    <a:pt x="1182" y="309"/>
                    <a:pt x="1125" y="309"/>
                  </a:cubicBezTo>
                  <a:cubicBezTo>
                    <a:pt x="1125" y="309"/>
                    <a:pt x="1125" y="309"/>
                    <a:pt x="1182" y="301"/>
                  </a:cubicBezTo>
                  <a:cubicBezTo>
                    <a:pt x="1238" y="301"/>
                    <a:pt x="1238" y="301"/>
                    <a:pt x="1125" y="293"/>
                  </a:cubicBezTo>
                  <a:cubicBezTo>
                    <a:pt x="1182" y="293"/>
                    <a:pt x="1182" y="285"/>
                    <a:pt x="1190" y="276"/>
                  </a:cubicBezTo>
                  <a:cubicBezTo>
                    <a:pt x="1190" y="268"/>
                    <a:pt x="1190" y="252"/>
                    <a:pt x="1133" y="252"/>
                  </a:cubicBezTo>
                  <a:cubicBezTo>
                    <a:pt x="1246" y="252"/>
                    <a:pt x="1311" y="236"/>
                    <a:pt x="1190" y="228"/>
                  </a:cubicBezTo>
                  <a:cubicBezTo>
                    <a:pt x="1190" y="228"/>
                    <a:pt x="1190" y="220"/>
                    <a:pt x="1255" y="220"/>
                  </a:cubicBezTo>
                  <a:cubicBezTo>
                    <a:pt x="1255" y="220"/>
                    <a:pt x="1255" y="220"/>
                    <a:pt x="1198" y="203"/>
                  </a:cubicBezTo>
                  <a:lnTo>
                    <a:pt x="1198" y="187"/>
                  </a:lnTo>
                  <a:cubicBezTo>
                    <a:pt x="1198" y="179"/>
                    <a:pt x="1141" y="171"/>
                    <a:pt x="1141" y="171"/>
                  </a:cubicBezTo>
                  <a:cubicBezTo>
                    <a:pt x="1198" y="171"/>
                    <a:pt x="1206" y="155"/>
                    <a:pt x="1206" y="130"/>
                  </a:cubicBezTo>
                  <a:cubicBezTo>
                    <a:pt x="1206" y="114"/>
                    <a:pt x="1214" y="90"/>
                    <a:pt x="1271" y="90"/>
                  </a:cubicBezTo>
                  <a:cubicBezTo>
                    <a:pt x="1271" y="90"/>
                    <a:pt x="1271" y="90"/>
                    <a:pt x="1214" y="82"/>
                  </a:cubicBezTo>
                  <a:cubicBezTo>
                    <a:pt x="1092" y="82"/>
                    <a:pt x="1092" y="74"/>
                    <a:pt x="1157" y="74"/>
                  </a:cubicBezTo>
                  <a:cubicBezTo>
                    <a:pt x="1271" y="74"/>
                    <a:pt x="1279" y="57"/>
                    <a:pt x="1157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7" y="41"/>
                  </a:cubicBezTo>
                  <a:cubicBezTo>
                    <a:pt x="1222" y="33"/>
                    <a:pt x="1279" y="33"/>
                    <a:pt x="1222" y="33"/>
                  </a:cubicBezTo>
                  <a:cubicBezTo>
                    <a:pt x="1222" y="25"/>
                    <a:pt x="1222" y="25"/>
                    <a:pt x="1344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2" y="9"/>
                  </a:lnTo>
                  <a:cubicBezTo>
                    <a:pt x="1265" y="9"/>
                    <a:pt x="1251" y="5"/>
                    <a:pt x="1220" y="5"/>
                  </a:cubicBezTo>
                  <a:cubicBezTo>
                    <a:pt x="1204" y="5"/>
                    <a:pt x="1184" y="6"/>
                    <a:pt x="1165" y="9"/>
                  </a:cubicBezTo>
                  <a:cubicBezTo>
                    <a:pt x="1125" y="9"/>
                    <a:pt x="1084" y="9"/>
                    <a:pt x="1044" y="1"/>
                  </a:cubicBezTo>
                  <a:close/>
                  <a:moveTo>
                    <a:pt x="1130" y="1615"/>
                  </a:moveTo>
                  <a:lnTo>
                    <a:pt x="1130" y="1615"/>
                  </a:lnTo>
                  <a:cubicBezTo>
                    <a:pt x="1066" y="1616"/>
                    <a:pt x="1066" y="1621"/>
                    <a:pt x="1132" y="1622"/>
                  </a:cubicBezTo>
                  <a:lnTo>
                    <a:pt x="1132" y="1622"/>
                  </a:lnTo>
                  <a:cubicBezTo>
                    <a:pt x="1131" y="1619"/>
                    <a:pt x="1131" y="1617"/>
                    <a:pt x="1130" y="1615"/>
                  </a:cubicBezTo>
                  <a:close/>
                  <a:moveTo>
                    <a:pt x="703" y="1675"/>
                  </a:moveTo>
                  <a:cubicBezTo>
                    <a:pt x="690" y="1675"/>
                    <a:pt x="663" y="1676"/>
                    <a:pt x="622" y="1679"/>
                  </a:cubicBezTo>
                  <a:cubicBezTo>
                    <a:pt x="703" y="1679"/>
                    <a:pt x="730" y="1675"/>
                    <a:pt x="703" y="1675"/>
                  </a:cubicBezTo>
                  <a:close/>
                  <a:moveTo>
                    <a:pt x="1132" y="1622"/>
                  </a:moveTo>
                  <a:lnTo>
                    <a:pt x="1132" y="1622"/>
                  </a:lnTo>
                  <a:cubicBezTo>
                    <a:pt x="1141" y="1662"/>
                    <a:pt x="1146" y="1703"/>
                    <a:pt x="1146" y="1744"/>
                  </a:cubicBezTo>
                  <a:lnTo>
                    <a:pt x="1146" y="1744"/>
                  </a:lnTo>
                  <a:cubicBezTo>
                    <a:pt x="1335" y="1744"/>
                    <a:pt x="1328" y="1743"/>
                    <a:pt x="1222" y="1736"/>
                  </a:cubicBezTo>
                  <a:cubicBezTo>
                    <a:pt x="1157" y="1728"/>
                    <a:pt x="1157" y="1728"/>
                    <a:pt x="1222" y="1728"/>
                  </a:cubicBezTo>
                  <a:cubicBezTo>
                    <a:pt x="1279" y="1728"/>
                    <a:pt x="1279" y="1728"/>
                    <a:pt x="1279" y="1720"/>
                  </a:cubicBezTo>
                  <a:cubicBezTo>
                    <a:pt x="1279" y="1711"/>
                    <a:pt x="1279" y="1703"/>
                    <a:pt x="1222" y="1703"/>
                  </a:cubicBezTo>
                  <a:lnTo>
                    <a:pt x="1222" y="1695"/>
                  </a:lnTo>
                  <a:cubicBezTo>
                    <a:pt x="1303" y="1695"/>
                    <a:pt x="1305" y="1692"/>
                    <a:pt x="1261" y="1692"/>
                  </a:cubicBezTo>
                  <a:cubicBezTo>
                    <a:pt x="1239" y="1692"/>
                    <a:pt x="1206" y="1693"/>
                    <a:pt x="1165" y="1695"/>
                  </a:cubicBezTo>
                  <a:lnTo>
                    <a:pt x="1165" y="1687"/>
                  </a:lnTo>
                  <a:lnTo>
                    <a:pt x="1222" y="1687"/>
                  </a:lnTo>
                  <a:cubicBezTo>
                    <a:pt x="1287" y="1687"/>
                    <a:pt x="1287" y="1679"/>
                    <a:pt x="1287" y="1655"/>
                  </a:cubicBezTo>
                  <a:cubicBezTo>
                    <a:pt x="1295" y="1630"/>
                    <a:pt x="1295" y="1622"/>
                    <a:pt x="1174" y="1622"/>
                  </a:cubicBezTo>
                  <a:cubicBezTo>
                    <a:pt x="1157" y="1622"/>
                    <a:pt x="1144" y="1622"/>
                    <a:pt x="1132" y="1622"/>
                  </a:cubicBezTo>
                  <a:close/>
                  <a:moveTo>
                    <a:pt x="1146" y="1744"/>
                  </a:moveTo>
                  <a:cubicBezTo>
                    <a:pt x="1132" y="1744"/>
                    <a:pt x="1117" y="1744"/>
                    <a:pt x="1101" y="1744"/>
                  </a:cubicBezTo>
                  <a:lnTo>
                    <a:pt x="914" y="1744"/>
                  </a:lnTo>
                  <a:lnTo>
                    <a:pt x="1092" y="1752"/>
                  </a:lnTo>
                  <a:cubicBezTo>
                    <a:pt x="1111" y="1752"/>
                    <a:pt x="1129" y="1752"/>
                    <a:pt x="1146" y="1752"/>
                  </a:cubicBezTo>
                  <a:lnTo>
                    <a:pt x="1146" y="1752"/>
                  </a:lnTo>
                  <a:cubicBezTo>
                    <a:pt x="1146" y="1749"/>
                    <a:pt x="1146" y="1747"/>
                    <a:pt x="1146" y="1744"/>
                  </a:cubicBezTo>
                  <a:close/>
                  <a:moveTo>
                    <a:pt x="1146" y="1752"/>
                  </a:moveTo>
                  <a:cubicBezTo>
                    <a:pt x="1146" y="1765"/>
                    <a:pt x="1145" y="1778"/>
                    <a:pt x="1144" y="1790"/>
                  </a:cubicBezTo>
                  <a:lnTo>
                    <a:pt x="1144" y="1790"/>
                  </a:lnTo>
                  <a:cubicBezTo>
                    <a:pt x="1147" y="1790"/>
                    <a:pt x="1150" y="1791"/>
                    <a:pt x="1153" y="1791"/>
                  </a:cubicBezTo>
                  <a:cubicBezTo>
                    <a:pt x="1174" y="1791"/>
                    <a:pt x="1194" y="1788"/>
                    <a:pt x="1214" y="1784"/>
                  </a:cubicBezTo>
                  <a:lnTo>
                    <a:pt x="1271" y="1784"/>
                  </a:lnTo>
                  <a:cubicBezTo>
                    <a:pt x="1392" y="1784"/>
                    <a:pt x="1336" y="1776"/>
                    <a:pt x="1271" y="1768"/>
                  </a:cubicBezTo>
                  <a:cubicBezTo>
                    <a:pt x="1157" y="1760"/>
                    <a:pt x="1157" y="1760"/>
                    <a:pt x="1271" y="1760"/>
                  </a:cubicBezTo>
                  <a:cubicBezTo>
                    <a:pt x="1380" y="1760"/>
                    <a:pt x="1299" y="1754"/>
                    <a:pt x="1146" y="1752"/>
                  </a:cubicBezTo>
                  <a:close/>
                  <a:moveTo>
                    <a:pt x="1093" y="1785"/>
                  </a:moveTo>
                  <a:cubicBezTo>
                    <a:pt x="1110" y="1788"/>
                    <a:pt x="1127" y="1790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4" y="1791"/>
                    <a:pt x="1144" y="1790"/>
                  </a:cubicBezTo>
                  <a:lnTo>
                    <a:pt x="1144" y="1790"/>
                  </a:lnTo>
                  <a:cubicBezTo>
                    <a:pt x="1127" y="1790"/>
                    <a:pt x="1110" y="1788"/>
                    <a:pt x="1093" y="1785"/>
                  </a:cubicBezTo>
                  <a:close/>
                  <a:moveTo>
                    <a:pt x="971" y="1801"/>
                  </a:moveTo>
                  <a:lnTo>
                    <a:pt x="1028" y="1809"/>
                  </a:lnTo>
                  <a:lnTo>
                    <a:pt x="1092" y="1801"/>
                  </a:lnTo>
                  <a:close/>
                  <a:moveTo>
                    <a:pt x="1170" y="1813"/>
                  </a:moveTo>
                  <a:cubicBezTo>
                    <a:pt x="1174" y="1813"/>
                    <a:pt x="1183" y="1814"/>
                    <a:pt x="1197" y="1816"/>
                  </a:cubicBezTo>
                  <a:lnTo>
                    <a:pt x="1197" y="1816"/>
                  </a:lnTo>
                  <a:cubicBezTo>
                    <a:pt x="1173" y="1815"/>
                    <a:pt x="1165" y="1813"/>
                    <a:pt x="1170" y="1813"/>
                  </a:cubicBezTo>
                  <a:close/>
                  <a:moveTo>
                    <a:pt x="1084" y="1874"/>
                  </a:moveTo>
                  <a:cubicBezTo>
                    <a:pt x="1077" y="1881"/>
                    <a:pt x="1076" y="1882"/>
                    <a:pt x="1129" y="1882"/>
                  </a:cubicBezTo>
                  <a:lnTo>
                    <a:pt x="1129" y="1882"/>
                  </a:lnTo>
                  <a:cubicBezTo>
                    <a:pt x="1129" y="1879"/>
                    <a:pt x="1130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76" y="1890"/>
                    <a:pt x="2276" y="1890"/>
                    <a:pt x="2276" y="1898"/>
                  </a:cubicBezTo>
                  <a:lnTo>
                    <a:pt x="2390" y="1898"/>
                  </a:lnTo>
                  <a:cubicBezTo>
                    <a:pt x="2455" y="1898"/>
                    <a:pt x="2455" y="1898"/>
                    <a:pt x="2333" y="1890"/>
                  </a:cubicBezTo>
                  <a:close/>
                  <a:moveTo>
                    <a:pt x="363" y="1898"/>
                  </a:moveTo>
                  <a:cubicBezTo>
                    <a:pt x="330" y="1902"/>
                    <a:pt x="314" y="1904"/>
                    <a:pt x="306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3" y="1930"/>
                  </a:moveTo>
                  <a:cubicBezTo>
                    <a:pt x="1076" y="1931"/>
                    <a:pt x="1076" y="1931"/>
                    <a:pt x="1076" y="1938"/>
                  </a:cubicBezTo>
                  <a:lnTo>
                    <a:pt x="1110" y="1938"/>
                  </a:lnTo>
                  <a:cubicBezTo>
                    <a:pt x="1111" y="1936"/>
                    <a:pt x="1112" y="1933"/>
                    <a:pt x="1113" y="1930"/>
                  </a:cubicBezTo>
                  <a:close/>
                  <a:moveTo>
                    <a:pt x="750" y="1951"/>
                  </a:moveTo>
                  <a:cubicBezTo>
                    <a:pt x="756" y="1951"/>
                    <a:pt x="763" y="1952"/>
                    <a:pt x="768" y="1955"/>
                  </a:cubicBezTo>
                  <a:lnTo>
                    <a:pt x="711" y="1955"/>
                  </a:lnTo>
                  <a:cubicBezTo>
                    <a:pt x="722" y="1955"/>
                    <a:pt x="737" y="1951"/>
                    <a:pt x="750" y="1951"/>
                  </a:cubicBezTo>
                  <a:close/>
                  <a:moveTo>
                    <a:pt x="824" y="1954"/>
                  </a:moveTo>
                  <a:cubicBezTo>
                    <a:pt x="824" y="1954"/>
                    <a:pt x="825" y="1955"/>
                    <a:pt x="825" y="1955"/>
                  </a:cubicBezTo>
                  <a:lnTo>
                    <a:pt x="833" y="1955"/>
                  </a:lnTo>
                  <a:cubicBezTo>
                    <a:pt x="830" y="1955"/>
                    <a:pt x="827" y="1955"/>
                    <a:pt x="824" y="1954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47" y="1987"/>
                  </a:lnTo>
                  <a:close/>
                  <a:moveTo>
                    <a:pt x="1003" y="2011"/>
                  </a:moveTo>
                  <a:cubicBezTo>
                    <a:pt x="882" y="2011"/>
                    <a:pt x="825" y="2011"/>
                    <a:pt x="882" y="2020"/>
                  </a:cubicBezTo>
                  <a:lnTo>
                    <a:pt x="1003" y="2020"/>
                  </a:lnTo>
                  <a:lnTo>
                    <a:pt x="1003" y="2011"/>
                  </a:lnTo>
                  <a:close/>
                  <a:moveTo>
                    <a:pt x="1295" y="2036"/>
                  </a:moveTo>
                  <a:cubicBezTo>
                    <a:pt x="1295" y="2044"/>
                    <a:pt x="1352" y="2044"/>
                    <a:pt x="1295" y="2044"/>
                  </a:cubicBezTo>
                  <a:cubicBezTo>
                    <a:pt x="1279" y="2044"/>
                    <a:pt x="1255" y="2044"/>
                    <a:pt x="1238" y="2036"/>
                  </a:cubicBezTo>
                  <a:close/>
                  <a:moveTo>
                    <a:pt x="1165" y="2101"/>
                  </a:moveTo>
                  <a:lnTo>
                    <a:pt x="1165" y="2109"/>
                  </a:lnTo>
                  <a:cubicBezTo>
                    <a:pt x="1109" y="2109"/>
                    <a:pt x="1052" y="2101"/>
                    <a:pt x="1052" y="2101"/>
                  </a:cubicBezTo>
                  <a:close/>
                  <a:moveTo>
                    <a:pt x="809" y="2125"/>
                  </a:moveTo>
                  <a:cubicBezTo>
                    <a:pt x="884" y="2130"/>
                    <a:pt x="938" y="2132"/>
                    <a:pt x="966" y="2133"/>
                  </a:cubicBezTo>
                  <a:lnTo>
                    <a:pt x="966" y="2133"/>
                  </a:lnTo>
                  <a:cubicBezTo>
                    <a:pt x="966" y="2132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65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cubicBezTo>
                    <a:pt x="1117" y="2174"/>
                    <a:pt x="1103" y="2168"/>
                    <a:pt x="1214" y="2166"/>
                  </a:cubicBezTo>
                  <a:close/>
                  <a:moveTo>
                    <a:pt x="1036" y="2190"/>
                  </a:moveTo>
                  <a:cubicBezTo>
                    <a:pt x="1092" y="2190"/>
                    <a:pt x="1157" y="2198"/>
                    <a:pt x="1214" y="2198"/>
                  </a:cubicBezTo>
                  <a:lnTo>
                    <a:pt x="1214" y="2206"/>
                  </a:lnTo>
                  <a:lnTo>
                    <a:pt x="1092" y="2198"/>
                  </a:lnTo>
                  <a:cubicBezTo>
                    <a:pt x="914" y="2190"/>
                    <a:pt x="914" y="2190"/>
                    <a:pt x="1036" y="2190"/>
                  </a:cubicBezTo>
                  <a:close/>
                  <a:moveTo>
                    <a:pt x="914" y="2206"/>
                  </a:moveTo>
                  <a:lnTo>
                    <a:pt x="971" y="2214"/>
                  </a:lnTo>
                  <a:lnTo>
                    <a:pt x="914" y="2214"/>
                  </a:lnTo>
                  <a:cubicBezTo>
                    <a:pt x="849" y="2214"/>
                    <a:pt x="857" y="2214"/>
                    <a:pt x="857" y="2206"/>
                  </a:cubicBezTo>
                  <a:close/>
                  <a:moveTo>
                    <a:pt x="610" y="1258"/>
                  </a:moveTo>
                  <a:cubicBezTo>
                    <a:pt x="56" y="1303"/>
                    <a:pt x="0" y="2160"/>
                    <a:pt x="606" y="2230"/>
                  </a:cubicBezTo>
                  <a:cubicBezTo>
                    <a:pt x="549" y="2222"/>
                    <a:pt x="549" y="2222"/>
                    <a:pt x="606" y="2214"/>
                  </a:cubicBezTo>
                  <a:lnTo>
                    <a:pt x="606" y="2206"/>
                  </a:lnTo>
                  <a:cubicBezTo>
                    <a:pt x="549" y="2206"/>
                    <a:pt x="549" y="2190"/>
                    <a:pt x="614" y="2182"/>
                  </a:cubicBezTo>
                  <a:lnTo>
                    <a:pt x="614" y="2174"/>
                  </a:lnTo>
                  <a:cubicBezTo>
                    <a:pt x="492" y="2174"/>
                    <a:pt x="557" y="2133"/>
                    <a:pt x="679" y="2125"/>
                  </a:cubicBezTo>
                  <a:lnTo>
                    <a:pt x="622" y="2125"/>
                  </a:lnTo>
                  <a:cubicBezTo>
                    <a:pt x="557" y="2125"/>
                    <a:pt x="565" y="2125"/>
                    <a:pt x="565" y="2117"/>
                  </a:cubicBezTo>
                  <a:cubicBezTo>
                    <a:pt x="622" y="2109"/>
                    <a:pt x="622" y="2101"/>
                    <a:pt x="622" y="2093"/>
                  </a:cubicBezTo>
                  <a:cubicBezTo>
                    <a:pt x="630" y="2093"/>
                    <a:pt x="630" y="2084"/>
                    <a:pt x="687" y="2084"/>
                  </a:cubicBezTo>
                  <a:cubicBezTo>
                    <a:pt x="630" y="2084"/>
                    <a:pt x="630" y="2076"/>
                    <a:pt x="687" y="2076"/>
                  </a:cubicBezTo>
                  <a:cubicBezTo>
                    <a:pt x="728" y="2068"/>
                    <a:pt x="768" y="2068"/>
                    <a:pt x="809" y="2068"/>
                  </a:cubicBezTo>
                  <a:cubicBezTo>
                    <a:pt x="809" y="2068"/>
                    <a:pt x="809" y="2076"/>
                    <a:pt x="865" y="2076"/>
                  </a:cubicBezTo>
                  <a:cubicBezTo>
                    <a:pt x="906" y="2076"/>
                    <a:pt x="947" y="2076"/>
                    <a:pt x="987" y="2068"/>
                  </a:cubicBezTo>
                  <a:cubicBezTo>
                    <a:pt x="1052" y="2060"/>
                    <a:pt x="1052" y="2060"/>
                    <a:pt x="930" y="2060"/>
                  </a:cubicBezTo>
                  <a:lnTo>
                    <a:pt x="687" y="2060"/>
                  </a:lnTo>
                  <a:cubicBezTo>
                    <a:pt x="630" y="2052"/>
                    <a:pt x="574" y="2052"/>
                    <a:pt x="630" y="2044"/>
                  </a:cubicBezTo>
                  <a:cubicBezTo>
                    <a:pt x="517" y="2044"/>
                    <a:pt x="517" y="2044"/>
                    <a:pt x="638" y="2028"/>
                  </a:cubicBezTo>
                  <a:cubicBezTo>
                    <a:pt x="695" y="2020"/>
                    <a:pt x="695" y="2020"/>
                    <a:pt x="638" y="2011"/>
                  </a:cubicBezTo>
                  <a:cubicBezTo>
                    <a:pt x="638" y="2011"/>
                    <a:pt x="582" y="2011"/>
                    <a:pt x="638" y="2003"/>
                  </a:cubicBezTo>
                  <a:cubicBezTo>
                    <a:pt x="695" y="2003"/>
                    <a:pt x="695" y="2003"/>
                    <a:pt x="703" y="1995"/>
                  </a:cubicBezTo>
                  <a:cubicBezTo>
                    <a:pt x="760" y="1987"/>
                    <a:pt x="703" y="1987"/>
                    <a:pt x="638" y="1987"/>
                  </a:cubicBezTo>
                  <a:cubicBezTo>
                    <a:pt x="525" y="1987"/>
                    <a:pt x="525" y="1987"/>
                    <a:pt x="638" y="1979"/>
                  </a:cubicBezTo>
                  <a:lnTo>
                    <a:pt x="703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3" y="1971"/>
                    <a:pt x="703" y="1963"/>
                    <a:pt x="703" y="1963"/>
                  </a:cubicBezTo>
                  <a:lnTo>
                    <a:pt x="768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8" y="1955"/>
                  </a:lnTo>
                  <a:cubicBezTo>
                    <a:pt x="776" y="1952"/>
                    <a:pt x="783" y="1951"/>
                    <a:pt x="790" y="1951"/>
                  </a:cubicBezTo>
                  <a:cubicBezTo>
                    <a:pt x="802" y="1951"/>
                    <a:pt x="812" y="1953"/>
                    <a:pt x="824" y="1954"/>
                  </a:cubicBezTo>
                  <a:lnTo>
                    <a:pt x="824" y="1954"/>
                  </a:lnTo>
                  <a:cubicBezTo>
                    <a:pt x="784" y="1938"/>
                    <a:pt x="744" y="1938"/>
                    <a:pt x="703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33" y="1930"/>
                    <a:pt x="533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5" y="1906"/>
                  </a:cubicBezTo>
                  <a:cubicBezTo>
                    <a:pt x="711" y="1898"/>
                    <a:pt x="711" y="1898"/>
                    <a:pt x="655" y="1898"/>
                  </a:cubicBezTo>
                  <a:cubicBezTo>
                    <a:pt x="533" y="1898"/>
                    <a:pt x="533" y="1890"/>
                    <a:pt x="655" y="1890"/>
                  </a:cubicBezTo>
                  <a:lnTo>
                    <a:pt x="711" y="1890"/>
                  </a:lnTo>
                  <a:cubicBezTo>
                    <a:pt x="711" y="1890"/>
                    <a:pt x="711" y="1898"/>
                    <a:pt x="776" y="1898"/>
                  </a:cubicBezTo>
                  <a:cubicBezTo>
                    <a:pt x="776" y="1890"/>
                    <a:pt x="776" y="1890"/>
                    <a:pt x="833" y="1890"/>
                  </a:cubicBezTo>
                  <a:cubicBezTo>
                    <a:pt x="736" y="1890"/>
                    <a:pt x="638" y="1882"/>
                    <a:pt x="541" y="1866"/>
                  </a:cubicBezTo>
                  <a:cubicBezTo>
                    <a:pt x="541" y="1857"/>
                    <a:pt x="541" y="1857"/>
                    <a:pt x="598" y="1857"/>
                  </a:cubicBezTo>
                  <a:cubicBezTo>
                    <a:pt x="663" y="1857"/>
                    <a:pt x="663" y="1857"/>
                    <a:pt x="663" y="1849"/>
                  </a:cubicBezTo>
                  <a:lnTo>
                    <a:pt x="541" y="1849"/>
                  </a:lnTo>
                  <a:cubicBezTo>
                    <a:pt x="420" y="1849"/>
                    <a:pt x="420" y="1849"/>
                    <a:pt x="484" y="1841"/>
                  </a:cubicBezTo>
                  <a:cubicBezTo>
                    <a:pt x="525" y="1841"/>
                    <a:pt x="565" y="1841"/>
                    <a:pt x="606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19" y="1833"/>
                  </a:cubicBezTo>
                  <a:cubicBezTo>
                    <a:pt x="719" y="1825"/>
                    <a:pt x="728" y="1825"/>
                    <a:pt x="663" y="1825"/>
                  </a:cubicBezTo>
                  <a:cubicBezTo>
                    <a:pt x="541" y="1825"/>
                    <a:pt x="541" y="1825"/>
                    <a:pt x="541" y="1817"/>
                  </a:cubicBezTo>
                  <a:cubicBezTo>
                    <a:pt x="606" y="1817"/>
                    <a:pt x="549" y="1809"/>
                    <a:pt x="484" y="1809"/>
                  </a:cubicBezTo>
                  <a:lnTo>
                    <a:pt x="549" y="1809"/>
                  </a:lnTo>
                  <a:cubicBezTo>
                    <a:pt x="728" y="1801"/>
                    <a:pt x="728" y="1801"/>
                    <a:pt x="606" y="1801"/>
                  </a:cubicBezTo>
                  <a:cubicBezTo>
                    <a:pt x="549" y="1801"/>
                    <a:pt x="484" y="1793"/>
                    <a:pt x="549" y="1793"/>
                  </a:cubicBezTo>
                  <a:lnTo>
                    <a:pt x="606" y="1793"/>
                  </a:lnTo>
                  <a:cubicBezTo>
                    <a:pt x="492" y="1793"/>
                    <a:pt x="549" y="1768"/>
                    <a:pt x="614" y="1768"/>
                  </a:cubicBezTo>
                  <a:cubicBezTo>
                    <a:pt x="671" y="1768"/>
                    <a:pt x="671" y="1768"/>
                    <a:pt x="614" y="1760"/>
                  </a:cubicBezTo>
                  <a:cubicBezTo>
                    <a:pt x="557" y="1760"/>
                    <a:pt x="557" y="1752"/>
                    <a:pt x="557" y="1744"/>
                  </a:cubicBezTo>
                  <a:cubicBezTo>
                    <a:pt x="614" y="1736"/>
                    <a:pt x="622" y="1720"/>
                    <a:pt x="501" y="1711"/>
                  </a:cubicBezTo>
                  <a:cubicBezTo>
                    <a:pt x="557" y="1711"/>
                    <a:pt x="565" y="1703"/>
                    <a:pt x="565" y="1695"/>
                  </a:cubicBezTo>
                  <a:cubicBezTo>
                    <a:pt x="565" y="1687"/>
                    <a:pt x="622" y="1687"/>
                    <a:pt x="622" y="1679"/>
                  </a:cubicBezTo>
                  <a:cubicBezTo>
                    <a:pt x="565" y="1679"/>
                    <a:pt x="565" y="1671"/>
                    <a:pt x="574" y="1638"/>
                  </a:cubicBezTo>
                  <a:cubicBezTo>
                    <a:pt x="574" y="1614"/>
                    <a:pt x="638" y="1598"/>
                    <a:pt x="638" y="1598"/>
                  </a:cubicBezTo>
                  <a:lnTo>
                    <a:pt x="574" y="1598"/>
                  </a:lnTo>
                  <a:lnTo>
                    <a:pt x="582" y="1590"/>
                  </a:lnTo>
                  <a:lnTo>
                    <a:pt x="638" y="1590"/>
                  </a:lnTo>
                  <a:cubicBezTo>
                    <a:pt x="582" y="1590"/>
                    <a:pt x="638" y="1582"/>
                    <a:pt x="638" y="1582"/>
                  </a:cubicBezTo>
                  <a:cubicBezTo>
                    <a:pt x="760" y="1574"/>
                    <a:pt x="760" y="1566"/>
                    <a:pt x="638" y="1557"/>
                  </a:cubicBezTo>
                  <a:cubicBezTo>
                    <a:pt x="525" y="1557"/>
                    <a:pt x="525" y="1557"/>
                    <a:pt x="647" y="1549"/>
                  </a:cubicBezTo>
                  <a:cubicBezTo>
                    <a:pt x="760" y="1549"/>
                    <a:pt x="760" y="1549"/>
                    <a:pt x="647" y="1541"/>
                  </a:cubicBezTo>
                  <a:cubicBezTo>
                    <a:pt x="582" y="1541"/>
                    <a:pt x="582" y="1541"/>
                    <a:pt x="703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8" y="1517"/>
                    <a:pt x="768" y="1517"/>
                    <a:pt x="647" y="1509"/>
                  </a:cubicBezTo>
                  <a:cubicBezTo>
                    <a:pt x="590" y="1509"/>
                    <a:pt x="590" y="1493"/>
                    <a:pt x="711" y="1493"/>
                  </a:cubicBezTo>
                  <a:cubicBezTo>
                    <a:pt x="711" y="1493"/>
                    <a:pt x="711" y="1493"/>
                    <a:pt x="655" y="1484"/>
                  </a:cubicBezTo>
                  <a:cubicBezTo>
                    <a:pt x="598" y="1476"/>
                    <a:pt x="533" y="1460"/>
                    <a:pt x="655" y="1460"/>
                  </a:cubicBezTo>
                  <a:lnTo>
                    <a:pt x="655" y="1452"/>
                  </a:lnTo>
                  <a:lnTo>
                    <a:pt x="663" y="1444"/>
                  </a:lnTo>
                  <a:cubicBezTo>
                    <a:pt x="598" y="1444"/>
                    <a:pt x="614" y="1339"/>
                    <a:pt x="671" y="1339"/>
                  </a:cubicBezTo>
                  <a:cubicBezTo>
                    <a:pt x="679" y="1330"/>
                    <a:pt x="679" y="1322"/>
                    <a:pt x="614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22" y="1314"/>
                  </a:cubicBezTo>
                  <a:lnTo>
                    <a:pt x="622" y="1306"/>
                  </a:lnTo>
                  <a:cubicBezTo>
                    <a:pt x="679" y="1306"/>
                    <a:pt x="679" y="1298"/>
                    <a:pt x="622" y="1298"/>
                  </a:cubicBezTo>
                  <a:cubicBezTo>
                    <a:pt x="557" y="1290"/>
                    <a:pt x="565" y="1290"/>
                    <a:pt x="565" y="1290"/>
                  </a:cubicBezTo>
                  <a:cubicBezTo>
                    <a:pt x="622" y="1282"/>
                    <a:pt x="622" y="1274"/>
                    <a:pt x="622" y="1266"/>
                  </a:cubicBezTo>
                  <a:cubicBezTo>
                    <a:pt x="622" y="1263"/>
                    <a:pt x="617" y="1261"/>
                    <a:pt x="610" y="1258"/>
                  </a:cubicBezTo>
                  <a:close/>
                  <a:moveTo>
                    <a:pt x="947" y="2336"/>
                  </a:moveTo>
                  <a:cubicBezTo>
                    <a:pt x="947" y="2336"/>
                    <a:pt x="895" y="2343"/>
                    <a:pt x="833" y="2344"/>
                  </a:cubicBezTo>
                  <a:lnTo>
                    <a:pt x="833" y="2344"/>
                  </a:lnTo>
                  <a:cubicBezTo>
                    <a:pt x="866" y="2336"/>
                    <a:pt x="906" y="2336"/>
                    <a:pt x="947" y="2336"/>
                  </a:cubicBezTo>
                  <a:close/>
                  <a:moveTo>
                    <a:pt x="1311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0" y="2344"/>
                    <a:pt x="1255" y="2344"/>
                    <a:pt x="1311" y="2344"/>
                  </a:cubicBezTo>
                  <a:cubicBezTo>
                    <a:pt x="1368" y="2344"/>
                    <a:pt x="1368" y="2344"/>
                    <a:pt x="1376" y="2336"/>
                  </a:cubicBezTo>
                  <a:cubicBezTo>
                    <a:pt x="1352" y="2336"/>
                    <a:pt x="1336" y="2336"/>
                    <a:pt x="1311" y="2328"/>
                  </a:cubicBezTo>
                  <a:close/>
                  <a:moveTo>
                    <a:pt x="1194" y="2354"/>
                  </a:moveTo>
                  <a:cubicBezTo>
                    <a:pt x="1214" y="2354"/>
                    <a:pt x="1234" y="2356"/>
                    <a:pt x="1255" y="2360"/>
                  </a:cubicBezTo>
                  <a:lnTo>
                    <a:pt x="1246" y="2368"/>
                  </a:lnTo>
                  <a:cubicBezTo>
                    <a:pt x="1214" y="2368"/>
                    <a:pt x="1174" y="2368"/>
                    <a:pt x="1133" y="2360"/>
                  </a:cubicBezTo>
                  <a:cubicBezTo>
                    <a:pt x="1153" y="2356"/>
                    <a:pt x="1174" y="2354"/>
                    <a:pt x="1194" y="2354"/>
                  </a:cubicBezTo>
                  <a:close/>
                  <a:moveTo>
                    <a:pt x="687" y="2522"/>
                  </a:moveTo>
                  <a:cubicBezTo>
                    <a:pt x="630" y="2522"/>
                    <a:pt x="630" y="2522"/>
                    <a:pt x="630" y="2530"/>
                  </a:cubicBezTo>
                  <a:lnTo>
                    <a:pt x="687" y="2530"/>
                  </a:lnTo>
                  <a:lnTo>
                    <a:pt x="687" y="2522"/>
                  </a:lnTo>
                  <a:close/>
                  <a:moveTo>
                    <a:pt x="1165" y="2530"/>
                  </a:moveTo>
                  <a:cubicBezTo>
                    <a:pt x="1125" y="2538"/>
                    <a:pt x="1084" y="2538"/>
                    <a:pt x="1044" y="2538"/>
                  </a:cubicBezTo>
                  <a:cubicBezTo>
                    <a:pt x="983" y="2543"/>
                    <a:pt x="953" y="2545"/>
                    <a:pt x="937" y="2545"/>
                  </a:cubicBezTo>
                  <a:cubicBezTo>
                    <a:pt x="922" y="2545"/>
                    <a:pt x="922" y="2543"/>
                    <a:pt x="922" y="2538"/>
                  </a:cubicBezTo>
                  <a:cubicBezTo>
                    <a:pt x="930" y="2530"/>
                    <a:pt x="930" y="2530"/>
                    <a:pt x="987" y="2530"/>
                  </a:cubicBezTo>
                  <a:cubicBezTo>
                    <a:pt x="949" y="2530"/>
                    <a:pt x="962" y="2534"/>
                    <a:pt x="991" y="2534"/>
                  </a:cubicBezTo>
                  <a:cubicBezTo>
                    <a:pt x="1006" y="2534"/>
                    <a:pt x="1025" y="2533"/>
                    <a:pt x="1044" y="2530"/>
                  </a:cubicBezTo>
                  <a:close/>
                  <a:moveTo>
                    <a:pt x="1044" y="2571"/>
                  </a:moveTo>
                  <a:lnTo>
                    <a:pt x="979" y="2579"/>
                  </a:lnTo>
                  <a:cubicBezTo>
                    <a:pt x="922" y="2579"/>
                    <a:pt x="922" y="2571"/>
                    <a:pt x="922" y="2571"/>
                  </a:cubicBezTo>
                  <a:close/>
                  <a:moveTo>
                    <a:pt x="1855" y="2575"/>
                  </a:moveTo>
                  <a:cubicBezTo>
                    <a:pt x="1841" y="2575"/>
                    <a:pt x="1828" y="2576"/>
                    <a:pt x="1814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4" y="1789"/>
                  </a:moveTo>
                  <a:cubicBezTo>
                    <a:pt x="1246" y="1789"/>
                    <a:pt x="1233" y="1790"/>
                    <a:pt x="1214" y="1793"/>
                  </a:cubicBezTo>
                  <a:cubicBezTo>
                    <a:pt x="1191" y="1793"/>
                    <a:pt x="1168" y="1793"/>
                    <a:pt x="1144" y="1791"/>
                  </a:cubicBezTo>
                  <a:lnTo>
                    <a:pt x="1144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41" y="1874"/>
                  </a:lnTo>
                  <a:cubicBezTo>
                    <a:pt x="1198" y="1874"/>
                    <a:pt x="1141" y="1874"/>
                    <a:pt x="1141" y="1882"/>
                  </a:cubicBezTo>
                  <a:cubicBezTo>
                    <a:pt x="1137" y="1882"/>
                    <a:pt x="1133" y="1882"/>
                    <a:pt x="1129" y="1882"/>
                  </a:cubicBezTo>
                  <a:lnTo>
                    <a:pt x="1129" y="1882"/>
                  </a:lnTo>
                  <a:cubicBezTo>
                    <a:pt x="1124" y="1898"/>
                    <a:pt x="1119" y="1914"/>
                    <a:pt x="1113" y="1930"/>
                  </a:cubicBezTo>
                  <a:lnTo>
                    <a:pt x="1113" y="1930"/>
                  </a:lnTo>
                  <a:cubicBezTo>
                    <a:pt x="1119" y="1930"/>
                    <a:pt x="1125" y="1930"/>
                    <a:pt x="1133" y="1930"/>
                  </a:cubicBezTo>
                  <a:lnTo>
                    <a:pt x="1190" y="1930"/>
                  </a:lnTo>
                  <a:cubicBezTo>
                    <a:pt x="1174" y="1938"/>
                    <a:pt x="1149" y="1938"/>
                    <a:pt x="1133" y="1938"/>
                  </a:cubicBezTo>
                  <a:lnTo>
                    <a:pt x="1110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87" y="2133"/>
                  </a:lnTo>
                  <a:cubicBezTo>
                    <a:pt x="987" y="2133"/>
                    <a:pt x="980" y="2133"/>
                    <a:pt x="966" y="2133"/>
                  </a:cubicBezTo>
                  <a:lnTo>
                    <a:pt x="966" y="2133"/>
                  </a:lnTo>
                  <a:cubicBezTo>
                    <a:pt x="889" y="2192"/>
                    <a:pt x="788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19" y="2271"/>
                    <a:pt x="663" y="2271"/>
                    <a:pt x="598" y="2271"/>
                  </a:cubicBezTo>
                  <a:cubicBezTo>
                    <a:pt x="484" y="2271"/>
                    <a:pt x="476" y="2279"/>
                    <a:pt x="655" y="2279"/>
                  </a:cubicBezTo>
                  <a:cubicBezTo>
                    <a:pt x="776" y="2279"/>
                    <a:pt x="776" y="2287"/>
                    <a:pt x="719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41" y="2279"/>
                  </a:lnTo>
                  <a:cubicBezTo>
                    <a:pt x="541" y="2287"/>
                    <a:pt x="541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69" y="2292"/>
                    <a:pt x="879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6" y="2303"/>
                    <a:pt x="711" y="2303"/>
                  </a:cubicBezTo>
                  <a:cubicBezTo>
                    <a:pt x="679" y="2295"/>
                    <a:pt x="638" y="2295"/>
                    <a:pt x="598" y="2295"/>
                  </a:cubicBezTo>
                  <a:cubicBezTo>
                    <a:pt x="533" y="2295"/>
                    <a:pt x="655" y="2311"/>
                    <a:pt x="776" y="2320"/>
                  </a:cubicBezTo>
                  <a:lnTo>
                    <a:pt x="711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47" y="2336"/>
                    <a:pt x="711" y="2336"/>
                  </a:cubicBezTo>
                  <a:cubicBezTo>
                    <a:pt x="752" y="2336"/>
                    <a:pt x="792" y="2336"/>
                    <a:pt x="833" y="2344"/>
                  </a:cubicBezTo>
                  <a:lnTo>
                    <a:pt x="833" y="2344"/>
                  </a:lnTo>
                  <a:cubicBezTo>
                    <a:pt x="830" y="2344"/>
                    <a:pt x="828" y="2344"/>
                    <a:pt x="825" y="2344"/>
                  </a:cubicBezTo>
                  <a:cubicBezTo>
                    <a:pt x="711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38" y="2401"/>
                  </a:cubicBezTo>
                  <a:lnTo>
                    <a:pt x="638" y="2409"/>
                  </a:lnTo>
                  <a:cubicBezTo>
                    <a:pt x="582" y="2409"/>
                    <a:pt x="582" y="2417"/>
                    <a:pt x="638" y="2417"/>
                  </a:cubicBezTo>
                  <a:cubicBezTo>
                    <a:pt x="695" y="2417"/>
                    <a:pt x="638" y="2425"/>
                    <a:pt x="638" y="2425"/>
                  </a:cubicBezTo>
                  <a:cubicBezTo>
                    <a:pt x="578" y="2429"/>
                    <a:pt x="547" y="2431"/>
                    <a:pt x="554" y="2431"/>
                  </a:cubicBezTo>
                  <a:cubicBezTo>
                    <a:pt x="561" y="2431"/>
                    <a:pt x="606" y="2429"/>
                    <a:pt x="695" y="2425"/>
                  </a:cubicBezTo>
                  <a:cubicBezTo>
                    <a:pt x="736" y="2425"/>
                    <a:pt x="776" y="2425"/>
                    <a:pt x="817" y="2417"/>
                  </a:cubicBezTo>
                  <a:lnTo>
                    <a:pt x="817" y="2409"/>
                  </a:lnTo>
                  <a:lnTo>
                    <a:pt x="882" y="2417"/>
                  </a:lnTo>
                  <a:cubicBezTo>
                    <a:pt x="914" y="2425"/>
                    <a:pt x="955" y="2425"/>
                    <a:pt x="995" y="2425"/>
                  </a:cubicBezTo>
                  <a:cubicBezTo>
                    <a:pt x="1019" y="2425"/>
                    <a:pt x="1036" y="2425"/>
                    <a:pt x="1052" y="2433"/>
                  </a:cubicBezTo>
                  <a:lnTo>
                    <a:pt x="938" y="2433"/>
                  </a:lnTo>
                  <a:cubicBezTo>
                    <a:pt x="874" y="2425"/>
                    <a:pt x="817" y="2425"/>
                    <a:pt x="760" y="2425"/>
                  </a:cubicBezTo>
                  <a:cubicBezTo>
                    <a:pt x="638" y="2433"/>
                    <a:pt x="574" y="2441"/>
                    <a:pt x="695" y="2441"/>
                  </a:cubicBezTo>
                  <a:cubicBezTo>
                    <a:pt x="695" y="2441"/>
                    <a:pt x="695" y="2441"/>
                    <a:pt x="630" y="2449"/>
                  </a:cubicBezTo>
                  <a:lnTo>
                    <a:pt x="695" y="2449"/>
                  </a:lnTo>
                  <a:cubicBezTo>
                    <a:pt x="817" y="2457"/>
                    <a:pt x="809" y="2457"/>
                    <a:pt x="695" y="2457"/>
                  </a:cubicBezTo>
                  <a:cubicBezTo>
                    <a:pt x="574" y="2465"/>
                    <a:pt x="574" y="2482"/>
                    <a:pt x="630" y="2482"/>
                  </a:cubicBezTo>
                  <a:cubicBezTo>
                    <a:pt x="752" y="2482"/>
                    <a:pt x="744" y="2490"/>
                    <a:pt x="687" y="2490"/>
                  </a:cubicBezTo>
                  <a:cubicBezTo>
                    <a:pt x="630" y="2498"/>
                    <a:pt x="630" y="2498"/>
                    <a:pt x="687" y="2498"/>
                  </a:cubicBezTo>
                  <a:cubicBezTo>
                    <a:pt x="630" y="2498"/>
                    <a:pt x="565" y="2506"/>
                    <a:pt x="622" y="2506"/>
                  </a:cubicBezTo>
                  <a:cubicBezTo>
                    <a:pt x="622" y="2506"/>
                    <a:pt x="622" y="2510"/>
                    <a:pt x="641" y="2510"/>
                  </a:cubicBezTo>
                  <a:cubicBezTo>
                    <a:pt x="651" y="2510"/>
                    <a:pt x="665" y="2509"/>
                    <a:pt x="687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5" y="2511"/>
                    <a:pt x="909" y="2511"/>
                    <a:pt x="922" y="2514"/>
                  </a:cubicBezTo>
                  <a:cubicBezTo>
                    <a:pt x="987" y="2514"/>
                    <a:pt x="922" y="2522"/>
                    <a:pt x="744" y="2530"/>
                  </a:cubicBezTo>
                  <a:lnTo>
                    <a:pt x="622" y="2538"/>
                  </a:lnTo>
                  <a:lnTo>
                    <a:pt x="679" y="2538"/>
                  </a:lnTo>
                  <a:cubicBezTo>
                    <a:pt x="622" y="2538"/>
                    <a:pt x="622" y="2538"/>
                    <a:pt x="622" y="2547"/>
                  </a:cubicBezTo>
                  <a:lnTo>
                    <a:pt x="679" y="2547"/>
                  </a:lnTo>
                  <a:cubicBezTo>
                    <a:pt x="801" y="2547"/>
                    <a:pt x="801" y="2547"/>
                    <a:pt x="736" y="2555"/>
                  </a:cubicBezTo>
                  <a:cubicBezTo>
                    <a:pt x="614" y="2555"/>
                    <a:pt x="614" y="2555"/>
                    <a:pt x="736" y="2563"/>
                  </a:cubicBezTo>
                  <a:cubicBezTo>
                    <a:pt x="695" y="2563"/>
                    <a:pt x="655" y="2563"/>
                    <a:pt x="614" y="2571"/>
                  </a:cubicBezTo>
                  <a:lnTo>
                    <a:pt x="679" y="2571"/>
                  </a:lnTo>
                  <a:cubicBezTo>
                    <a:pt x="792" y="2571"/>
                    <a:pt x="792" y="2571"/>
                    <a:pt x="736" y="2579"/>
                  </a:cubicBezTo>
                  <a:cubicBezTo>
                    <a:pt x="679" y="2579"/>
                    <a:pt x="671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4" y="2611"/>
                    <a:pt x="614" y="2611"/>
                    <a:pt x="671" y="2611"/>
                  </a:cubicBezTo>
                  <a:lnTo>
                    <a:pt x="849" y="2611"/>
                  </a:lnTo>
                  <a:cubicBezTo>
                    <a:pt x="849" y="2603"/>
                    <a:pt x="849" y="2603"/>
                    <a:pt x="914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71" y="2628"/>
                  </a:cubicBezTo>
                  <a:lnTo>
                    <a:pt x="1092" y="2628"/>
                  </a:lnTo>
                  <a:lnTo>
                    <a:pt x="1149" y="2620"/>
                  </a:lnTo>
                  <a:lnTo>
                    <a:pt x="1157" y="2620"/>
                  </a:lnTo>
                  <a:cubicBezTo>
                    <a:pt x="971" y="2620"/>
                    <a:pt x="971" y="2620"/>
                    <a:pt x="1092" y="2611"/>
                  </a:cubicBezTo>
                  <a:lnTo>
                    <a:pt x="1214" y="2611"/>
                  </a:lnTo>
                  <a:cubicBezTo>
                    <a:pt x="1214" y="2603"/>
                    <a:pt x="1214" y="2603"/>
                    <a:pt x="1279" y="2603"/>
                  </a:cubicBezTo>
                  <a:cubicBezTo>
                    <a:pt x="1319" y="2603"/>
                    <a:pt x="1352" y="2603"/>
                    <a:pt x="1392" y="2595"/>
                  </a:cubicBezTo>
                  <a:lnTo>
                    <a:pt x="1336" y="2595"/>
                  </a:lnTo>
                  <a:cubicBezTo>
                    <a:pt x="1279" y="2595"/>
                    <a:pt x="1279" y="2595"/>
                    <a:pt x="1401" y="2587"/>
                  </a:cubicBezTo>
                  <a:lnTo>
                    <a:pt x="1336" y="2587"/>
                  </a:lnTo>
                  <a:cubicBezTo>
                    <a:pt x="1214" y="2587"/>
                    <a:pt x="1222" y="2579"/>
                    <a:pt x="1336" y="2579"/>
                  </a:cubicBezTo>
                  <a:lnTo>
                    <a:pt x="1344" y="2571"/>
                  </a:lnTo>
                  <a:cubicBezTo>
                    <a:pt x="1317" y="2571"/>
                    <a:pt x="1290" y="2567"/>
                    <a:pt x="1263" y="2567"/>
                  </a:cubicBezTo>
                  <a:cubicBezTo>
                    <a:pt x="1249" y="2567"/>
                    <a:pt x="1236" y="2568"/>
                    <a:pt x="1222" y="2571"/>
                  </a:cubicBezTo>
                  <a:cubicBezTo>
                    <a:pt x="1101" y="2571"/>
                    <a:pt x="1101" y="2571"/>
                    <a:pt x="1165" y="2563"/>
                  </a:cubicBezTo>
                  <a:lnTo>
                    <a:pt x="1279" y="2563"/>
                  </a:lnTo>
                  <a:cubicBezTo>
                    <a:pt x="1344" y="2563"/>
                    <a:pt x="1344" y="2555"/>
                    <a:pt x="1344" y="2555"/>
                  </a:cubicBezTo>
                  <a:cubicBezTo>
                    <a:pt x="1344" y="2555"/>
                    <a:pt x="1344" y="2547"/>
                    <a:pt x="1287" y="2547"/>
                  </a:cubicBezTo>
                  <a:lnTo>
                    <a:pt x="1344" y="2547"/>
                  </a:lnTo>
                  <a:cubicBezTo>
                    <a:pt x="1344" y="2547"/>
                    <a:pt x="1344" y="2538"/>
                    <a:pt x="1401" y="2530"/>
                  </a:cubicBezTo>
                  <a:cubicBezTo>
                    <a:pt x="1444" y="2530"/>
                    <a:pt x="1404" y="2523"/>
                    <a:pt x="1337" y="2523"/>
                  </a:cubicBezTo>
                  <a:cubicBezTo>
                    <a:pt x="1303" y="2523"/>
                    <a:pt x="1263" y="2525"/>
                    <a:pt x="1222" y="2530"/>
                  </a:cubicBezTo>
                  <a:cubicBezTo>
                    <a:pt x="1222" y="2530"/>
                    <a:pt x="1222" y="2530"/>
                    <a:pt x="1222" y="2522"/>
                  </a:cubicBezTo>
                  <a:lnTo>
                    <a:pt x="1165" y="2522"/>
                  </a:lnTo>
                  <a:cubicBezTo>
                    <a:pt x="1109" y="2522"/>
                    <a:pt x="1109" y="2514"/>
                    <a:pt x="1109" y="2514"/>
                  </a:cubicBezTo>
                  <a:lnTo>
                    <a:pt x="1230" y="2514"/>
                  </a:lnTo>
                  <a:cubicBezTo>
                    <a:pt x="1409" y="2514"/>
                    <a:pt x="1465" y="2514"/>
                    <a:pt x="1287" y="2506"/>
                  </a:cubicBezTo>
                  <a:lnTo>
                    <a:pt x="1352" y="2506"/>
                  </a:lnTo>
                  <a:cubicBezTo>
                    <a:pt x="1409" y="2506"/>
                    <a:pt x="1409" y="2506"/>
                    <a:pt x="1352" y="2498"/>
                  </a:cubicBezTo>
                  <a:cubicBezTo>
                    <a:pt x="1352" y="2498"/>
                    <a:pt x="1230" y="2490"/>
                    <a:pt x="1174" y="2490"/>
                  </a:cubicBezTo>
                  <a:cubicBezTo>
                    <a:pt x="1295" y="2490"/>
                    <a:pt x="1295" y="2482"/>
                    <a:pt x="1174" y="2482"/>
                  </a:cubicBezTo>
                  <a:lnTo>
                    <a:pt x="1230" y="2482"/>
                  </a:lnTo>
                  <a:cubicBezTo>
                    <a:pt x="1295" y="2482"/>
                    <a:pt x="1352" y="2474"/>
                    <a:pt x="1295" y="2457"/>
                  </a:cubicBezTo>
                  <a:cubicBezTo>
                    <a:pt x="1295" y="2449"/>
                    <a:pt x="1295" y="2441"/>
                    <a:pt x="1360" y="2441"/>
                  </a:cubicBezTo>
                  <a:cubicBezTo>
                    <a:pt x="1417" y="2441"/>
                    <a:pt x="1303" y="2425"/>
                    <a:pt x="1182" y="2417"/>
                  </a:cubicBezTo>
                  <a:cubicBezTo>
                    <a:pt x="1238" y="2417"/>
                    <a:pt x="1238" y="2417"/>
                    <a:pt x="1238" y="2409"/>
                  </a:cubicBezTo>
                  <a:cubicBezTo>
                    <a:pt x="1246" y="2401"/>
                    <a:pt x="1246" y="2401"/>
                    <a:pt x="1303" y="2401"/>
                  </a:cubicBezTo>
                  <a:cubicBezTo>
                    <a:pt x="1182" y="2393"/>
                    <a:pt x="1246" y="2384"/>
                    <a:pt x="1368" y="2384"/>
                  </a:cubicBezTo>
                  <a:cubicBezTo>
                    <a:pt x="1425" y="2384"/>
                    <a:pt x="1425" y="2384"/>
                    <a:pt x="1425" y="2376"/>
                  </a:cubicBezTo>
                  <a:cubicBezTo>
                    <a:pt x="1368" y="2376"/>
                    <a:pt x="1368" y="2368"/>
                    <a:pt x="1368" y="2360"/>
                  </a:cubicBezTo>
                  <a:cubicBezTo>
                    <a:pt x="1368" y="2352"/>
                    <a:pt x="1368" y="2352"/>
                    <a:pt x="1246" y="2352"/>
                  </a:cubicBezTo>
                  <a:cubicBezTo>
                    <a:pt x="1133" y="2352"/>
                    <a:pt x="1133" y="2344"/>
                    <a:pt x="1133" y="2344"/>
                  </a:cubicBezTo>
                  <a:cubicBezTo>
                    <a:pt x="1133" y="2336"/>
                    <a:pt x="1133" y="2336"/>
                    <a:pt x="1190" y="2336"/>
                  </a:cubicBezTo>
                  <a:cubicBezTo>
                    <a:pt x="1214" y="2336"/>
                    <a:pt x="1230" y="2336"/>
                    <a:pt x="1255" y="2328"/>
                  </a:cubicBezTo>
                  <a:cubicBezTo>
                    <a:pt x="1255" y="2328"/>
                    <a:pt x="1255" y="2320"/>
                    <a:pt x="1311" y="2320"/>
                  </a:cubicBezTo>
                  <a:cubicBezTo>
                    <a:pt x="1311" y="2320"/>
                    <a:pt x="1376" y="2320"/>
                    <a:pt x="1376" y="2311"/>
                  </a:cubicBezTo>
                  <a:cubicBezTo>
                    <a:pt x="1376" y="2311"/>
                    <a:pt x="1376" y="2303"/>
                    <a:pt x="1433" y="2303"/>
                  </a:cubicBezTo>
                  <a:cubicBezTo>
                    <a:pt x="1433" y="2295"/>
                    <a:pt x="1433" y="2295"/>
                    <a:pt x="1376" y="2295"/>
                  </a:cubicBezTo>
                  <a:cubicBezTo>
                    <a:pt x="1319" y="2295"/>
                    <a:pt x="1255" y="2295"/>
                    <a:pt x="1319" y="2279"/>
                  </a:cubicBezTo>
                  <a:cubicBezTo>
                    <a:pt x="1319" y="2279"/>
                    <a:pt x="1319" y="2271"/>
                    <a:pt x="1263" y="2271"/>
                  </a:cubicBezTo>
                  <a:cubicBezTo>
                    <a:pt x="1263" y="2263"/>
                    <a:pt x="1263" y="2263"/>
                    <a:pt x="1319" y="2263"/>
                  </a:cubicBezTo>
                  <a:cubicBezTo>
                    <a:pt x="1441" y="2263"/>
                    <a:pt x="1441" y="2255"/>
                    <a:pt x="1328" y="2255"/>
                  </a:cubicBezTo>
                  <a:cubicBezTo>
                    <a:pt x="1263" y="2255"/>
                    <a:pt x="1263" y="2247"/>
                    <a:pt x="1328" y="2247"/>
                  </a:cubicBezTo>
                  <a:cubicBezTo>
                    <a:pt x="1328" y="2247"/>
                    <a:pt x="1328" y="2247"/>
                    <a:pt x="1263" y="2238"/>
                  </a:cubicBezTo>
                  <a:cubicBezTo>
                    <a:pt x="1206" y="2238"/>
                    <a:pt x="1206" y="2238"/>
                    <a:pt x="1271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1" y="2214"/>
                    <a:pt x="1271" y="2182"/>
                    <a:pt x="1336" y="2182"/>
                  </a:cubicBezTo>
                  <a:cubicBezTo>
                    <a:pt x="1279" y="2182"/>
                    <a:pt x="1279" y="2182"/>
                    <a:pt x="1279" y="2174"/>
                  </a:cubicBezTo>
                  <a:cubicBezTo>
                    <a:pt x="1384" y="2174"/>
                    <a:pt x="1343" y="2167"/>
                    <a:pt x="1241" y="2166"/>
                  </a:cubicBezTo>
                  <a:lnTo>
                    <a:pt x="1241" y="2166"/>
                  </a:lnTo>
                  <a:cubicBezTo>
                    <a:pt x="1253" y="2166"/>
                    <a:pt x="1265" y="2165"/>
                    <a:pt x="1279" y="2165"/>
                  </a:cubicBezTo>
                  <a:cubicBezTo>
                    <a:pt x="1401" y="2165"/>
                    <a:pt x="1401" y="2165"/>
                    <a:pt x="1279" y="2157"/>
                  </a:cubicBezTo>
                  <a:cubicBezTo>
                    <a:pt x="1157" y="2157"/>
                    <a:pt x="1157" y="2149"/>
                    <a:pt x="1279" y="2149"/>
                  </a:cubicBezTo>
                  <a:cubicBezTo>
                    <a:pt x="1044" y="2141"/>
                    <a:pt x="979" y="2133"/>
                    <a:pt x="1222" y="2133"/>
                  </a:cubicBezTo>
                  <a:cubicBezTo>
                    <a:pt x="1279" y="2133"/>
                    <a:pt x="1344" y="2133"/>
                    <a:pt x="1401" y="2125"/>
                  </a:cubicBezTo>
                  <a:cubicBezTo>
                    <a:pt x="1374" y="2125"/>
                    <a:pt x="1346" y="2121"/>
                    <a:pt x="1322" y="2121"/>
                  </a:cubicBezTo>
                  <a:cubicBezTo>
                    <a:pt x="1310" y="2121"/>
                    <a:pt x="1298" y="2122"/>
                    <a:pt x="1287" y="2125"/>
                  </a:cubicBezTo>
                  <a:cubicBezTo>
                    <a:pt x="1165" y="2125"/>
                    <a:pt x="1165" y="2125"/>
                    <a:pt x="1287" y="2117"/>
                  </a:cubicBezTo>
                  <a:cubicBezTo>
                    <a:pt x="1465" y="2109"/>
                    <a:pt x="1465" y="2101"/>
                    <a:pt x="1344" y="2093"/>
                  </a:cubicBezTo>
                  <a:cubicBezTo>
                    <a:pt x="1261" y="2081"/>
                    <a:pt x="1238" y="2073"/>
                    <a:pt x="1280" y="2073"/>
                  </a:cubicBezTo>
                  <a:cubicBezTo>
                    <a:pt x="1295" y="2073"/>
                    <a:pt x="1319" y="2074"/>
                    <a:pt x="1352" y="2076"/>
                  </a:cubicBezTo>
                  <a:cubicBezTo>
                    <a:pt x="1409" y="2080"/>
                    <a:pt x="1437" y="2082"/>
                    <a:pt x="1444" y="2082"/>
                  </a:cubicBezTo>
                  <a:cubicBezTo>
                    <a:pt x="1451" y="2082"/>
                    <a:pt x="1437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6" y="2058"/>
                    <a:pt x="1346" y="2057"/>
                  </a:cubicBezTo>
                  <a:lnTo>
                    <a:pt x="1346" y="2057"/>
                  </a:lnTo>
                  <a:cubicBezTo>
                    <a:pt x="1425" y="2052"/>
                    <a:pt x="1454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5" y="2028"/>
                  </a:cubicBezTo>
                  <a:cubicBezTo>
                    <a:pt x="1238" y="2028"/>
                    <a:pt x="1295" y="2020"/>
                    <a:pt x="1360" y="2020"/>
                  </a:cubicBezTo>
                  <a:cubicBezTo>
                    <a:pt x="1417" y="2020"/>
                    <a:pt x="1482" y="2011"/>
                    <a:pt x="1417" y="2011"/>
                  </a:cubicBezTo>
                  <a:cubicBezTo>
                    <a:pt x="1360" y="2011"/>
                    <a:pt x="1303" y="2011"/>
                    <a:pt x="1238" y="2003"/>
                  </a:cubicBezTo>
                  <a:cubicBezTo>
                    <a:pt x="1201" y="2003"/>
                    <a:pt x="1213" y="2000"/>
                    <a:pt x="1245" y="2000"/>
                  </a:cubicBezTo>
                  <a:cubicBezTo>
                    <a:pt x="1261" y="2000"/>
                    <a:pt x="1282" y="2001"/>
                    <a:pt x="1303" y="2003"/>
                  </a:cubicBezTo>
                  <a:cubicBezTo>
                    <a:pt x="1344" y="2003"/>
                    <a:pt x="1384" y="2003"/>
                    <a:pt x="1425" y="1995"/>
                  </a:cubicBezTo>
                  <a:cubicBezTo>
                    <a:pt x="1425" y="1995"/>
                    <a:pt x="1425" y="1987"/>
                    <a:pt x="1360" y="1987"/>
                  </a:cubicBezTo>
                  <a:cubicBezTo>
                    <a:pt x="1303" y="1987"/>
                    <a:pt x="1303" y="1971"/>
                    <a:pt x="1368" y="1963"/>
                  </a:cubicBezTo>
                  <a:lnTo>
                    <a:pt x="1368" y="1955"/>
                  </a:lnTo>
                  <a:cubicBezTo>
                    <a:pt x="1368" y="1955"/>
                    <a:pt x="1311" y="1955"/>
                    <a:pt x="1311" y="1947"/>
                  </a:cubicBezTo>
                  <a:lnTo>
                    <a:pt x="1246" y="1947"/>
                  </a:lnTo>
                  <a:cubicBezTo>
                    <a:pt x="1246" y="1938"/>
                    <a:pt x="1246" y="1938"/>
                    <a:pt x="1311" y="1938"/>
                  </a:cubicBezTo>
                  <a:cubicBezTo>
                    <a:pt x="1190" y="1930"/>
                    <a:pt x="1190" y="1930"/>
                    <a:pt x="1311" y="1930"/>
                  </a:cubicBezTo>
                  <a:cubicBezTo>
                    <a:pt x="1255" y="1922"/>
                    <a:pt x="1255" y="1922"/>
                    <a:pt x="1311" y="1922"/>
                  </a:cubicBezTo>
                  <a:cubicBezTo>
                    <a:pt x="1368" y="1922"/>
                    <a:pt x="1376" y="1914"/>
                    <a:pt x="1311" y="1914"/>
                  </a:cubicBezTo>
                  <a:cubicBezTo>
                    <a:pt x="1190" y="1914"/>
                    <a:pt x="1133" y="1906"/>
                    <a:pt x="1255" y="1906"/>
                  </a:cubicBezTo>
                  <a:cubicBezTo>
                    <a:pt x="1255" y="1906"/>
                    <a:pt x="1255" y="1906"/>
                    <a:pt x="1198" y="1898"/>
                  </a:cubicBezTo>
                  <a:cubicBezTo>
                    <a:pt x="1319" y="1890"/>
                    <a:pt x="1319" y="1890"/>
                    <a:pt x="1198" y="1890"/>
                  </a:cubicBezTo>
                  <a:cubicBezTo>
                    <a:pt x="1198" y="1890"/>
                    <a:pt x="1141" y="1882"/>
                    <a:pt x="1198" y="1882"/>
                  </a:cubicBezTo>
                  <a:cubicBezTo>
                    <a:pt x="1263" y="1874"/>
                    <a:pt x="1319" y="1857"/>
                    <a:pt x="1198" y="1857"/>
                  </a:cubicBezTo>
                  <a:lnTo>
                    <a:pt x="1198" y="1849"/>
                  </a:lnTo>
                  <a:cubicBezTo>
                    <a:pt x="1263" y="1849"/>
                    <a:pt x="1263" y="1841"/>
                    <a:pt x="1206" y="1841"/>
                  </a:cubicBezTo>
                  <a:lnTo>
                    <a:pt x="1141" y="1841"/>
                  </a:lnTo>
                  <a:cubicBezTo>
                    <a:pt x="1182" y="1841"/>
                    <a:pt x="1222" y="1833"/>
                    <a:pt x="1263" y="1833"/>
                  </a:cubicBezTo>
                  <a:cubicBezTo>
                    <a:pt x="1263" y="1825"/>
                    <a:pt x="1263" y="1825"/>
                    <a:pt x="1206" y="1825"/>
                  </a:cubicBezTo>
                  <a:cubicBezTo>
                    <a:pt x="1187" y="1828"/>
                    <a:pt x="1174" y="1829"/>
                    <a:pt x="1166" y="1829"/>
                  </a:cubicBezTo>
                  <a:cubicBezTo>
                    <a:pt x="1149" y="1829"/>
                    <a:pt x="1149" y="1825"/>
                    <a:pt x="1149" y="1825"/>
                  </a:cubicBezTo>
                  <a:cubicBezTo>
                    <a:pt x="1190" y="1817"/>
                    <a:pt x="1230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71" y="1809"/>
                    <a:pt x="1271" y="1809"/>
                    <a:pt x="1271" y="1801"/>
                  </a:cubicBezTo>
                  <a:lnTo>
                    <a:pt x="1271" y="1793"/>
                  </a:lnTo>
                  <a:cubicBezTo>
                    <a:pt x="1271" y="1793"/>
                    <a:pt x="1271" y="1789"/>
                    <a:pt x="1254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2"/>
            <p:cNvSpPr/>
            <p:nvPr/>
          </p:nvSpPr>
          <p:spPr>
            <a:xfrm>
              <a:off x="8209449" y="1800052"/>
              <a:ext cx="42197" cy="45300"/>
            </a:xfrm>
            <a:custGeom>
              <a:avLst/>
              <a:gdLst/>
              <a:ahLst/>
              <a:cxnLst/>
              <a:rect l="l" t="t" r="r" b="b"/>
              <a:pathLst>
                <a:path w="2448" h="2628" extrusionOk="0">
                  <a:moveTo>
                    <a:pt x="714" y="19"/>
                  </a:moveTo>
                  <a:cubicBezTo>
                    <a:pt x="745" y="19"/>
                    <a:pt x="806" y="21"/>
                    <a:pt x="866" y="25"/>
                  </a:cubicBezTo>
                  <a:lnTo>
                    <a:pt x="745" y="25"/>
                  </a:lnTo>
                  <a:cubicBezTo>
                    <a:pt x="684" y="21"/>
                    <a:pt x="684" y="19"/>
                    <a:pt x="714" y="19"/>
                  </a:cubicBezTo>
                  <a:close/>
                  <a:moveTo>
                    <a:pt x="802" y="455"/>
                  </a:moveTo>
                  <a:cubicBezTo>
                    <a:pt x="842" y="455"/>
                    <a:pt x="883" y="455"/>
                    <a:pt x="923" y="463"/>
                  </a:cubicBezTo>
                  <a:cubicBezTo>
                    <a:pt x="858" y="463"/>
                    <a:pt x="802" y="463"/>
                    <a:pt x="745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42" y="568"/>
                    <a:pt x="1085" y="568"/>
                  </a:cubicBezTo>
                  <a:lnTo>
                    <a:pt x="1029" y="568"/>
                  </a:lnTo>
                  <a:cubicBezTo>
                    <a:pt x="964" y="560"/>
                    <a:pt x="907" y="560"/>
                    <a:pt x="964" y="560"/>
                  </a:cubicBezTo>
                  <a:close/>
                  <a:moveTo>
                    <a:pt x="1012" y="682"/>
                  </a:moveTo>
                  <a:cubicBezTo>
                    <a:pt x="1029" y="682"/>
                    <a:pt x="1045" y="682"/>
                    <a:pt x="1069" y="690"/>
                  </a:cubicBezTo>
                  <a:lnTo>
                    <a:pt x="948" y="690"/>
                  </a:lnTo>
                  <a:cubicBezTo>
                    <a:pt x="972" y="682"/>
                    <a:pt x="988" y="682"/>
                    <a:pt x="1012" y="682"/>
                  </a:cubicBezTo>
                  <a:close/>
                  <a:moveTo>
                    <a:pt x="1126" y="714"/>
                  </a:moveTo>
                  <a:lnTo>
                    <a:pt x="1061" y="722"/>
                  </a:lnTo>
                  <a:lnTo>
                    <a:pt x="1061" y="714"/>
                  </a:lnTo>
                  <a:close/>
                  <a:moveTo>
                    <a:pt x="1118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118" y="763"/>
                    <a:pt x="1118" y="763"/>
                    <a:pt x="1118" y="771"/>
                  </a:cubicBezTo>
                  <a:cubicBezTo>
                    <a:pt x="1118" y="775"/>
                    <a:pt x="1118" y="777"/>
                    <a:pt x="1110" y="777"/>
                  </a:cubicBezTo>
                  <a:cubicBezTo>
                    <a:pt x="1102" y="777"/>
                    <a:pt x="1085" y="775"/>
                    <a:pt x="1053" y="771"/>
                  </a:cubicBezTo>
                  <a:cubicBezTo>
                    <a:pt x="996" y="771"/>
                    <a:pt x="996" y="763"/>
                    <a:pt x="1061" y="763"/>
                  </a:cubicBezTo>
                  <a:close/>
                  <a:moveTo>
                    <a:pt x="810" y="828"/>
                  </a:moveTo>
                  <a:lnTo>
                    <a:pt x="745" y="836"/>
                  </a:lnTo>
                  <a:cubicBezTo>
                    <a:pt x="688" y="836"/>
                    <a:pt x="688" y="828"/>
                    <a:pt x="688" y="82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26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0" y="1209"/>
                  </a:moveTo>
                  <a:cubicBezTo>
                    <a:pt x="1175" y="1209"/>
                    <a:pt x="1175" y="1217"/>
                    <a:pt x="1175" y="1225"/>
                  </a:cubicBezTo>
                  <a:cubicBezTo>
                    <a:pt x="1134" y="1225"/>
                    <a:pt x="1093" y="1225"/>
                    <a:pt x="1053" y="1217"/>
                  </a:cubicBezTo>
                  <a:cubicBezTo>
                    <a:pt x="1053" y="1209"/>
                    <a:pt x="1053" y="1209"/>
                    <a:pt x="1110" y="1209"/>
                  </a:cubicBezTo>
                  <a:close/>
                  <a:moveTo>
                    <a:pt x="656" y="1468"/>
                  </a:moveTo>
                  <a:lnTo>
                    <a:pt x="656" y="1476"/>
                  </a:lnTo>
                  <a:lnTo>
                    <a:pt x="777" y="1476"/>
                  </a:lnTo>
                  <a:cubicBezTo>
                    <a:pt x="737" y="1468"/>
                    <a:pt x="696" y="1468"/>
                    <a:pt x="656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9" y="1"/>
                    <a:pt x="688" y="9"/>
                  </a:cubicBezTo>
                  <a:cubicBezTo>
                    <a:pt x="623" y="17"/>
                    <a:pt x="566" y="33"/>
                    <a:pt x="680" y="33"/>
                  </a:cubicBezTo>
                  <a:lnTo>
                    <a:pt x="745" y="33"/>
                  </a:lnTo>
                  <a:cubicBezTo>
                    <a:pt x="721" y="41"/>
                    <a:pt x="704" y="41"/>
                    <a:pt x="680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4" y="106"/>
                    <a:pt x="494" y="106"/>
                    <a:pt x="494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34" y="203"/>
                    <a:pt x="534" y="212"/>
                  </a:cubicBezTo>
                  <a:cubicBezTo>
                    <a:pt x="599" y="212"/>
                    <a:pt x="591" y="220"/>
                    <a:pt x="591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36"/>
                    <a:pt x="591" y="236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76"/>
                    <a:pt x="583" y="285"/>
                  </a:cubicBezTo>
                  <a:cubicBezTo>
                    <a:pt x="623" y="285"/>
                    <a:pt x="664" y="285"/>
                    <a:pt x="704" y="293"/>
                  </a:cubicBezTo>
                  <a:lnTo>
                    <a:pt x="583" y="293"/>
                  </a:lnTo>
                  <a:cubicBezTo>
                    <a:pt x="554" y="289"/>
                    <a:pt x="540" y="287"/>
                    <a:pt x="533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3" y="301"/>
                    <a:pt x="583" y="317"/>
                    <a:pt x="575" y="333"/>
                  </a:cubicBezTo>
                  <a:cubicBezTo>
                    <a:pt x="575" y="366"/>
                    <a:pt x="575" y="374"/>
                    <a:pt x="631" y="374"/>
                  </a:cubicBezTo>
                  <a:cubicBezTo>
                    <a:pt x="696" y="374"/>
                    <a:pt x="696" y="374"/>
                    <a:pt x="631" y="382"/>
                  </a:cubicBezTo>
                  <a:cubicBezTo>
                    <a:pt x="445" y="406"/>
                    <a:pt x="445" y="406"/>
                    <a:pt x="510" y="406"/>
                  </a:cubicBezTo>
                  <a:cubicBezTo>
                    <a:pt x="537" y="406"/>
                    <a:pt x="564" y="403"/>
                    <a:pt x="591" y="403"/>
                  </a:cubicBezTo>
                  <a:cubicBezTo>
                    <a:pt x="604" y="403"/>
                    <a:pt x="618" y="403"/>
                    <a:pt x="631" y="406"/>
                  </a:cubicBezTo>
                  <a:cubicBezTo>
                    <a:pt x="510" y="406"/>
                    <a:pt x="558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1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8" y="503"/>
                  </a:cubicBezTo>
                  <a:cubicBezTo>
                    <a:pt x="494" y="503"/>
                    <a:pt x="494" y="503"/>
                    <a:pt x="494" y="512"/>
                  </a:cubicBezTo>
                  <a:cubicBezTo>
                    <a:pt x="615" y="520"/>
                    <a:pt x="550" y="536"/>
                    <a:pt x="494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42" y="568"/>
                    <a:pt x="542" y="568"/>
                    <a:pt x="607" y="568"/>
                  </a:cubicBezTo>
                  <a:cubicBezTo>
                    <a:pt x="627" y="564"/>
                    <a:pt x="648" y="562"/>
                    <a:pt x="668" y="562"/>
                  </a:cubicBezTo>
                  <a:cubicBezTo>
                    <a:pt x="688" y="562"/>
                    <a:pt x="708" y="564"/>
                    <a:pt x="729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599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6" y="617"/>
                    <a:pt x="656" y="625"/>
                    <a:pt x="599" y="625"/>
                  </a:cubicBezTo>
                  <a:cubicBezTo>
                    <a:pt x="534" y="625"/>
                    <a:pt x="534" y="641"/>
                    <a:pt x="591" y="641"/>
                  </a:cubicBezTo>
                  <a:lnTo>
                    <a:pt x="591" y="649"/>
                  </a:lnTo>
                  <a:cubicBezTo>
                    <a:pt x="469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34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83" y="698"/>
                    <a:pt x="583" y="698"/>
                    <a:pt x="583" y="706"/>
                  </a:cubicBezTo>
                  <a:cubicBezTo>
                    <a:pt x="583" y="706"/>
                    <a:pt x="583" y="706"/>
                    <a:pt x="648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3" y="714"/>
                  </a:cubicBezTo>
                  <a:cubicBezTo>
                    <a:pt x="572" y="713"/>
                    <a:pt x="563" y="712"/>
                    <a:pt x="557" y="712"/>
                  </a:cubicBezTo>
                  <a:cubicBezTo>
                    <a:pt x="530" y="712"/>
                    <a:pt x="548" y="724"/>
                    <a:pt x="639" y="730"/>
                  </a:cubicBezTo>
                  <a:cubicBezTo>
                    <a:pt x="602" y="730"/>
                    <a:pt x="564" y="727"/>
                    <a:pt x="560" y="727"/>
                  </a:cubicBezTo>
                  <a:lnTo>
                    <a:pt x="560" y="727"/>
                  </a:lnTo>
                  <a:cubicBezTo>
                    <a:pt x="557" y="727"/>
                    <a:pt x="564" y="728"/>
                    <a:pt x="583" y="730"/>
                  </a:cubicBezTo>
                  <a:cubicBezTo>
                    <a:pt x="583" y="730"/>
                    <a:pt x="583" y="739"/>
                    <a:pt x="639" y="739"/>
                  </a:cubicBezTo>
                  <a:lnTo>
                    <a:pt x="639" y="747"/>
                  </a:lnTo>
                  <a:cubicBezTo>
                    <a:pt x="575" y="755"/>
                    <a:pt x="575" y="755"/>
                    <a:pt x="575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1"/>
                    <a:pt x="631" y="779"/>
                  </a:cubicBezTo>
                  <a:lnTo>
                    <a:pt x="575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672" y="787"/>
                    <a:pt x="712" y="787"/>
                    <a:pt x="753" y="795"/>
                  </a:cubicBezTo>
                  <a:lnTo>
                    <a:pt x="631" y="795"/>
                  </a:lnTo>
                  <a:lnTo>
                    <a:pt x="631" y="787"/>
                  </a:lnTo>
                  <a:cubicBezTo>
                    <a:pt x="575" y="787"/>
                    <a:pt x="566" y="812"/>
                    <a:pt x="566" y="844"/>
                  </a:cubicBezTo>
                  <a:cubicBezTo>
                    <a:pt x="607" y="852"/>
                    <a:pt x="648" y="852"/>
                    <a:pt x="688" y="852"/>
                  </a:cubicBezTo>
                  <a:cubicBezTo>
                    <a:pt x="502" y="852"/>
                    <a:pt x="502" y="860"/>
                    <a:pt x="680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76"/>
                    <a:pt x="558" y="884"/>
                  </a:cubicBezTo>
                  <a:cubicBezTo>
                    <a:pt x="502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2" y="901"/>
                    <a:pt x="558" y="917"/>
                    <a:pt x="672" y="917"/>
                  </a:cubicBezTo>
                  <a:lnTo>
                    <a:pt x="737" y="917"/>
                  </a:lnTo>
                  <a:cubicBezTo>
                    <a:pt x="672" y="917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1"/>
                    <a:pt x="729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9" y="974"/>
                  </a:cubicBezTo>
                  <a:lnTo>
                    <a:pt x="672" y="974"/>
                  </a:lnTo>
                  <a:cubicBezTo>
                    <a:pt x="785" y="974"/>
                    <a:pt x="729" y="982"/>
                    <a:pt x="607" y="982"/>
                  </a:cubicBezTo>
                  <a:cubicBezTo>
                    <a:pt x="542" y="982"/>
                    <a:pt x="542" y="982"/>
                    <a:pt x="542" y="990"/>
                  </a:cubicBezTo>
                  <a:lnTo>
                    <a:pt x="729" y="990"/>
                  </a:lnTo>
                  <a:cubicBezTo>
                    <a:pt x="721" y="998"/>
                    <a:pt x="721" y="998"/>
                    <a:pt x="664" y="998"/>
                  </a:cubicBezTo>
                  <a:cubicBezTo>
                    <a:pt x="607" y="998"/>
                    <a:pt x="542" y="1006"/>
                    <a:pt x="607" y="1006"/>
                  </a:cubicBezTo>
                  <a:lnTo>
                    <a:pt x="542" y="1006"/>
                  </a:ln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42" y="1039"/>
                    <a:pt x="599" y="1039"/>
                  </a:cubicBezTo>
                  <a:cubicBezTo>
                    <a:pt x="599" y="1047"/>
                    <a:pt x="599" y="1047"/>
                    <a:pt x="534" y="1047"/>
                  </a:cubicBezTo>
                  <a:cubicBezTo>
                    <a:pt x="477" y="1047"/>
                    <a:pt x="477" y="1047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cubicBezTo>
                    <a:pt x="656" y="1063"/>
                    <a:pt x="656" y="1063"/>
                    <a:pt x="656" y="1071"/>
                  </a:cubicBezTo>
                  <a:cubicBezTo>
                    <a:pt x="656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8" y="1087"/>
                  </a:cubicBezTo>
                  <a:cubicBezTo>
                    <a:pt x="648" y="1087"/>
                    <a:pt x="712" y="1087"/>
                    <a:pt x="648" y="1095"/>
                  </a:cubicBezTo>
                  <a:cubicBezTo>
                    <a:pt x="648" y="1095"/>
                    <a:pt x="591" y="1103"/>
                    <a:pt x="591" y="1111"/>
                  </a:cubicBezTo>
                  <a:cubicBezTo>
                    <a:pt x="583" y="1128"/>
                    <a:pt x="583" y="1128"/>
                    <a:pt x="648" y="1128"/>
                  </a:cubicBezTo>
                  <a:cubicBezTo>
                    <a:pt x="526" y="1136"/>
                    <a:pt x="526" y="1144"/>
                    <a:pt x="583" y="1144"/>
                  </a:cubicBezTo>
                  <a:lnTo>
                    <a:pt x="648" y="1144"/>
                  </a:lnTo>
                  <a:cubicBezTo>
                    <a:pt x="583" y="1144"/>
                    <a:pt x="583" y="1152"/>
                    <a:pt x="639" y="1152"/>
                  </a:cubicBezTo>
                  <a:cubicBezTo>
                    <a:pt x="639" y="1160"/>
                    <a:pt x="639" y="1160"/>
                    <a:pt x="583" y="1160"/>
                  </a:cubicBezTo>
                  <a:lnTo>
                    <a:pt x="583" y="1168"/>
                  </a:lnTo>
                  <a:cubicBezTo>
                    <a:pt x="704" y="1168"/>
                    <a:pt x="639" y="1193"/>
                    <a:pt x="575" y="1193"/>
                  </a:cubicBezTo>
                  <a:cubicBezTo>
                    <a:pt x="575" y="1193"/>
                    <a:pt x="575" y="1193"/>
                    <a:pt x="639" y="1201"/>
                  </a:cubicBezTo>
                  <a:cubicBezTo>
                    <a:pt x="753" y="1201"/>
                    <a:pt x="753" y="1209"/>
                    <a:pt x="639" y="1209"/>
                  </a:cubicBezTo>
                  <a:cubicBezTo>
                    <a:pt x="696" y="1209"/>
                    <a:pt x="696" y="1225"/>
                    <a:pt x="575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5" y="1233"/>
                    <a:pt x="575" y="1233"/>
                    <a:pt x="575" y="1241"/>
                  </a:cubicBezTo>
                  <a:cubicBezTo>
                    <a:pt x="569" y="1247"/>
                    <a:pt x="599" y="1253"/>
                    <a:pt x="615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7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6" y="1333"/>
                    <a:pt x="1042" y="1428"/>
                  </a:cubicBezTo>
                  <a:lnTo>
                    <a:pt x="1042" y="1428"/>
                  </a:lnTo>
                  <a:cubicBezTo>
                    <a:pt x="1035" y="1428"/>
                    <a:pt x="1028" y="1428"/>
                    <a:pt x="1021" y="1428"/>
                  </a:cubicBezTo>
                  <a:lnTo>
                    <a:pt x="1021" y="1436"/>
                  </a:lnTo>
                  <a:lnTo>
                    <a:pt x="1049" y="1436"/>
                  </a:lnTo>
                  <a:cubicBezTo>
                    <a:pt x="1047" y="1433"/>
                    <a:pt x="1045" y="1430"/>
                    <a:pt x="1042" y="1428"/>
                  </a:cubicBezTo>
                  <a:lnTo>
                    <a:pt x="1042" y="1428"/>
                  </a:lnTo>
                  <a:cubicBezTo>
                    <a:pt x="1076" y="1428"/>
                    <a:pt x="1109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48" y="1525"/>
                  </a:lnTo>
                  <a:cubicBezTo>
                    <a:pt x="1248" y="1528"/>
                    <a:pt x="1234" y="1529"/>
                    <a:pt x="1214" y="1529"/>
                  </a:cubicBezTo>
                  <a:cubicBezTo>
                    <a:pt x="1184" y="1529"/>
                    <a:pt x="1140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2" y="1606"/>
                  </a:lnTo>
                  <a:cubicBezTo>
                    <a:pt x="1132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6" y="1598"/>
                    <a:pt x="1202" y="1599"/>
                    <a:pt x="1231" y="1606"/>
                  </a:cubicBezTo>
                  <a:lnTo>
                    <a:pt x="1132" y="1606"/>
                  </a:lnTo>
                  <a:cubicBezTo>
                    <a:pt x="1133" y="1609"/>
                    <a:pt x="1134" y="1612"/>
                    <a:pt x="1134" y="1615"/>
                  </a:cubicBezTo>
                  <a:lnTo>
                    <a:pt x="1134" y="1615"/>
                  </a:lnTo>
                  <a:cubicBezTo>
                    <a:pt x="1146" y="1614"/>
                    <a:pt x="1159" y="1614"/>
                    <a:pt x="1175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8" y="1598"/>
                    <a:pt x="1353" y="1590"/>
                    <a:pt x="1296" y="1590"/>
                  </a:cubicBezTo>
                  <a:cubicBezTo>
                    <a:pt x="1256" y="1593"/>
                    <a:pt x="1236" y="1593"/>
                    <a:pt x="1230" y="1593"/>
                  </a:cubicBezTo>
                  <a:cubicBezTo>
                    <a:pt x="1217" y="1593"/>
                    <a:pt x="1258" y="1590"/>
                    <a:pt x="1296" y="1590"/>
                  </a:cubicBezTo>
                  <a:cubicBezTo>
                    <a:pt x="1353" y="1590"/>
                    <a:pt x="1418" y="1582"/>
                    <a:pt x="1353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33"/>
                    <a:pt x="1304" y="1533"/>
                    <a:pt x="1361" y="1533"/>
                  </a:cubicBezTo>
                  <a:cubicBezTo>
                    <a:pt x="1426" y="1533"/>
                    <a:pt x="1426" y="1533"/>
                    <a:pt x="1361" y="1525"/>
                  </a:cubicBezTo>
                  <a:cubicBezTo>
                    <a:pt x="1361" y="1525"/>
                    <a:pt x="1248" y="1525"/>
                    <a:pt x="1248" y="1517"/>
                  </a:cubicBezTo>
                  <a:cubicBezTo>
                    <a:pt x="1207" y="1517"/>
                    <a:pt x="1166" y="1517"/>
                    <a:pt x="1126" y="1509"/>
                  </a:cubicBezTo>
                  <a:lnTo>
                    <a:pt x="1248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6" y="1476"/>
                  </a:cubicBezTo>
                  <a:cubicBezTo>
                    <a:pt x="1369" y="1476"/>
                    <a:pt x="1377" y="1460"/>
                    <a:pt x="1256" y="1452"/>
                  </a:cubicBezTo>
                  <a:cubicBezTo>
                    <a:pt x="1199" y="1452"/>
                    <a:pt x="1199" y="1452"/>
                    <a:pt x="1256" y="1444"/>
                  </a:cubicBezTo>
                  <a:cubicBezTo>
                    <a:pt x="1199" y="1436"/>
                    <a:pt x="1256" y="1436"/>
                    <a:pt x="1321" y="1428"/>
                  </a:cubicBezTo>
                  <a:cubicBezTo>
                    <a:pt x="1442" y="1428"/>
                    <a:pt x="1442" y="1428"/>
                    <a:pt x="1377" y="1420"/>
                  </a:cubicBezTo>
                  <a:cubicBezTo>
                    <a:pt x="1321" y="1420"/>
                    <a:pt x="1321" y="1411"/>
                    <a:pt x="1321" y="1403"/>
                  </a:cubicBezTo>
                  <a:cubicBezTo>
                    <a:pt x="1293" y="1403"/>
                    <a:pt x="1266" y="1400"/>
                    <a:pt x="1239" y="1400"/>
                  </a:cubicBezTo>
                  <a:cubicBezTo>
                    <a:pt x="1226" y="1400"/>
                    <a:pt x="1212" y="1401"/>
                    <a:pt x="1199" y="1403"/>
                  </a:cubicBezTo>
                  <a:cubicBezTo>
                    <a:pt x="1142" y="1403"/>
                    <a:pt x="1085" y="1395"/>
                    <a:pt x="1085" y="1395"/>
                  </a:cubicBezTo>
                  <a:lnTo>
                    <a:pt x="1207" y="1395"/>
                  </a:lnTo>
                  <a:cubicBezTo>
                    <a:pt x="1264" y="1395"/>
                    <a:pt x="1264" y="1387"/>
                    <a:pt x="1264" y="1379"/>
                  </a:cubicBezTo>
                  <a:lnTo>
                    <a:pt x="1264" y="1371"/>
                  </a:lnTo>
                  <a:cubicBezTo>
                    <a:pt x="1329" y="1363"/>
                    <a:pt x="1329" y="1355"/>
                    <a:pt x="1272" y="1355"/>
                  </a:cubicBezTo>
                  <a:lnTo>
                    <a:pt x="1207" y="1355"/>
                  </a:lnTo>
                  <a:cubicBezTo>
                    <a:pt x="1329" y="1355"/>
                    <a:pt x="1337" y="1322"/>
                    <a:pt x="1215" y="1314"/>
                  </a:cubicBezTo>
                  <a:lnTo>
                    <a:pt x="1272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0" y="1274"/>
                    <a:pt x="1280" y="1257"/>
                    <a:pt x="1223" y="1257"/>
                  </a:cubicBezTo>
                  <a:lnTo>
                    <a:pt x="1345" y="1257"/>
                  </a:lnTo>
                  <a:cubicBezTo>
                    <a:pt x="1304" y="1249"/>
                    <a:pt x="1264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3" y="1209"/>
                    <a:pt x="1410" y="1201"/>
                    <a:pt x="1288" y="1193"/>
                  </a:cubicBezTo>
                  <a:lnTo>
                    <a:pt x="1353" y="1193"/>
                  </a:lnTo>
                  <a:cubicBezTo>
                    <a:pt x="1410" y="1193"/>
                    <a:pt x="1475" y="1193"/>
                    <a:pt x="1353" y="1184"/>
                  </a:cubicBezTo>
                  <a:cubicBezTo>
                    <a:pt x="1296" y="1184"/>
                    <a:pt x="1296" y="1168"/>
                    <a:pt x="1353" y="1168"/>
                  </a:cubicBezTo>
                  <a:cubicBezTo>
                    <a:pt x="1353" y="1160"/>
                    <a:pt x="1353" y="1160"/>
                    <a:pt x="1296" y="1160"/>
                  </a:cubicBezTo>
                  <a:lnTo>
                    <a:pt x="1239" y="1160"/>
                  </a:lnTo>
                  <a:cubicBezTo>
                    <a:pt x="1361" y="1152"/>
                    <a:pt x="1361" y="1152"/>
                    <a:pt x="1239" y="1152"/>
                  </a:cubicBezTo>
                  <a:cubicBezTo>
                    <a:pt x="1296" y="1144"/>
                    <a:pt x="1296" y="1144"/>
                    <a:pt x="1296" y="1144"/>
                  </a:cubicBezTo>
                  <a:cubicBezTo>
                    <a:pt x="1296" y="1144"/>
                    <a:pt x="1239" y="1128"/>
                    <a:pt x="1248" y="1111"/>
                  </a:cubicBezTo>
                  <a:cubicBezTo>
                    <a:pt x="1248" y="1087"/>
                    <a:pt x="1248" y="1079"/>
                    <a:pt x="1191" y="1079"/>
                  </a:cubicBezTo>
                  <a:cubicBezTo>
                    <a:pt x="1126" y="1071"/>
                    <a:pt x="1126" y="1071"/>
                    <a:pt x="1191" y="1071"/>
                  </a:cubicBezTo>
                  <a:cubicBezTo>
                    <a:pt x="1248" y="1063"/>
                    <a:pt x="1248" y="1063"/>
                    <a:pt x="1248" y="1063"/>
                  </a:cubicBezTo>
                  <a:cubicBezTo>
                    <a:pt x="1248" y="1055"/>
                    <a:pt x="1256" y="1055"/>
                    <a:pt x="1312" y="1055"/>
                  </a:cubicBezTo>
                  <a:cubicBezTo>
                    <a:pt x="1256" y="1055"/>
                    <a:pt x="1256" y="1055"/>
                    <a:pt x="1256" y="1047"/>
                  </a:cubicBezTo>
                  <a:cubicBezTo>
                    <a:pt x="1312" y="1047"/>
                    <a:pt x="1312" y="1047"/>
                    <a:pt x="1256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6" y="1030"/>
                    <a:pt x="1256" y="1022"/>
                    <a:pt x="1199" y="1022"/>
                  </a:cubicBezTo>
                  <a:cubicBezTo>
                    <a:pt x="1199" y="1022"/>
                    <a:pt x="1199" y="1014"/>
                    <a:pt x="1256" y="1014"/>
                  </a:cubicBezTo>
                  <a:cubicBezTo>
                    <a:pt x="1321" y="1014"/>
                    <a:pt x="1264" y="998"/>
                    <a:pt x="1199" y="998"/>
                  </a:cubicBezTo>
                  <a:cubicBezTo>
                    <a:pt x="1142" y="998"/>
                    <a:pt x="1142" y="990"/>
                    <a:pt x="1199" y="990"/>
                  </a:cubicBezTo>
                  <a:cubicBezTo>
                    <a:pt x="1264" y="990"/>
                    <a:pt x="1264" y="990"/>
                    <a:pt x="1264" y="982"/>
                  </a:cubicBezTo>
                  <a:lnTo>
                    <a:pt x="1321" y="982"/>
                  </a:lnTo>
                  <a:cubicBezTo>
                    <a:pt x="1385" y="982"/>
                    <a:pt x="1385" y="982"/>
                    <a:pt x="1385" y="974"/>
                  </a:cubicBezTo>
                  <a:cubicBezTo>
                    <a:pt x="1321" y="974"/>
                    <a:pt x="1329" y="957"/>
                    <a:pt x="1329" y="949"/>
                  </a:cubicBezTo>
                  <a:cubicBezTo>
                    <a:pt x="1329" y="933"/>
                    <a:pt x="1272" y="933"/>
                    <a:pt x="1150" y="925"/>
                  </a:cubicBezTo>
                  <a:cubicBezTo>
                    <a:pt x="1215" y="925"/>
                    <a:pt x="1329" y="917"/>
                    <a:pt x="1329" y="917"/>
                  </a:cubicBezTo>
                  <a:lnTo>
                    <a:pt x="1215" y="917"/>
                  </a:lnTo>
                  <a:cubicBezTo>
                    <a:pt x="1150" y="917"/>
                    <a:pt x="1150" y="917"/>
                    <a:pt x="1215" y="909"/>
                  </a:cubicBezTo>
                  <a:cubicBezTo>
                    <a:pt x="1272" y="901"/>
                    <a:pt x="1272" y="901"/>
                    <a:pt x="1215" y="893"/>
                  </a:cubicBezTo>
                  <a:cubicBezTo>
                    <a:pt x="1215" y="893"/>
                    <a:pt x="1215" y="893"/>
                    <a:pt x="1280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15" y="876"/>
                  </a:cubicBezTo>
                  <a:cubicBezTo>
                    <a:pt x="1337" y="876"/>
                    <a:pt x="1337" y="868"/>
                    <a:pt x="1280" y="868"/>
                  </a:cubicBezTo>
                  <a:cubicBezTo>
                    <a:pt x="1215" y="868"/>
                    <a:pt x="1223" y="860"/>
                    <a:pt x="1223" y="860"/>
                  </a:cubicBezTo>
                  <a:cubicBezTo>
                    <a:pt x="1223" y="852"/>
                    <a:pt x="1223" y="852"/>
                    <a:pt x="1158" y="852"/>
                  </a:cubicBezTo>
                  <a:lnTo>
                    <a:pt x="1166" y="844"/>
                  </a:lnTo>
                  <a:lnTo>
                    <a:pt x="1280" y="844"/>
                  </a:lnTo>
                  <a:cubicBezTo>
                    <a:pt x="1280" y="836"/>
                    <a:pt x="1280" y="836"/>
                    <a:pt x="1223" y="828"/>
                  </a:cubicBezTo>
                  <a:cubicBezTo>
                    <a:pt x="1280" y="828"/>
                    <a:pt x="1345" y="828"/>
                    <a:pt x="1288" y="820"/>
                  </a:cubicBezTo>
                  <a:cubicBezTo>
                    <a:pt x="1402" y="820"/>
                    <a:pt x="1402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1" y="763"/>
                    <a:pt x="1296" y="755"/>
                  </a:cubicBezTo>
                  <a:lnTo>
                    <a:pt x="1353" y="755"/>
                  </a:lnTo>
                  <a:cubicBezTo>
                    <a:pt x="1231" y="755"/>
                    <a:pt x="1231" y="755"/>
                    <a:pt x="1239" y="747"/>
                  </a:cubicBezTo>
                  <a:cubicBezTo>
                    <a:pt x="1296" y="739"/>
                    <a:pt x="1239" y="730"/>
                    <a:pt x="1183" y="722"/>
                  </a:cubicBezTo>
                  <a:lnTo>
                    <a:pt x="1175" y="730"/>
                  </a:lnTo>
                  <a:cubicBezTo>
                    <a:pt x="1061" y="730"/>
                    <a:pt x="1061" y="730"/>
                    <a:pt x="1118" y="722"/>
                  </a:cubicBezTo>
                  <a:cubicBezTo>
                    <a:pt x="1145" y="722"/>
                    <a:pt x="1172" y="719"/>
                    <a:pt x="1199" y="719"/>
                  </a:cubicBezTo>
                  <a:cubicBezTo>
                    <a:pt x="1212" y="719"/>
                    <a:pt x="1226" y="720"/>
                    <a:pt x="1239" y="722"/>
                  </a:cubicBezTo>
                  <a:cubicBezTo>
                    <a:pt x="1280" y="722"/>
                    <a:pt x="1321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6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39" y="706"/>
                    <a:pt x="1239" y="698"/>
                    <a:pt x="1183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83" y="690"/>
                    <a:pt x="1183" y="682"/>
                    <a:pt x="1183" y="682"/>
                  </a:cubicBezTo>
                  <a:lnTo>
                    <a:pt x="1361" y="682"/>
                  </a:lnTo>
                  <a:cubicBezTo>
                    <a:pt x="1345" y="674"/>
                    <a:pt x="1329" y="674"/>
                    <a:pt x="1304" y="674"/>
                  </a:cubicBezTo>
                  <a:cubicBezTo>
                    <a:pt x="1248" y="674"/>
                    <a:pt x="1256" y="601"/>
                    <a:pt x="1256" y="593"/>
                  </a:cubicBezTo>
                  <a:cubicBezTo>
                    <a:pt x="1302" y="587"/>
                    <a:pt x="1315" y="581"/>
                    <a:pt x="1299" y="581"/>
                  </a:cubicBezTo>
                  <a:cubicBezTo>
                    <a:pt x="1292" y="581"/>
                    <a:pt x="1280" y="582"/>
                    <a:pt x="1264" y="584"/>
                  </a:cubicBezTo>
                  <a:cubicBezTo>
                    <a:pt x="1199" y="584"/>
                    <a:pt x="1199" y="568"/>
                    <a:pt x="1207" y="544"/>
                  </a:cubicBezTo>
                  <a:cubicBezTo>
                    <a:pt x="1207" y="528"/>
                    <a:pt x="1207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7" y="479"/>
                    <a:pt x="1037" y="479"/>
                    <a:pt x="1093" y="479"/>
                  </a:cubicBezTo>
                  <a:lnTo>
                    <a:pt x="1215" y="479"/>
                  </a:lnTo>
                  <a:cubicBezTo>
                    <a:pt x="1175" y="471"/>
                    <a:pt x="1134" y="471"/>
                    <a:pt x="1093" y="471"/>
                  </a:cubicBezTo>
                  <a:lnTo>
                    <a:pt x="1037" y="471"/>
                  </a:lnTo>
                  <a:cubicBezTo>
                    <a:pt x="1037" y="463"/>
                    <a:pt x="1037" y="463"/>
                    <a:pt x="1093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cubicBezTo>
                    <a:pt x="1402" y="455"/>
                    <a:pt x="1402" y="455"/>
                    <a:pt x="1280" y="447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0" y="430"/>
                    <a:pt x="1288" y="422"/>
                    <a:pt x="1166" y="422"/>
                  </a:cubicBezTo>
                  <a:cubicBezTo>
                    <a:pt x="1102" y="422"/>
                    <a:pt x="1110" y="422"/>
                    <a:pt x="1166" y="414"/>
                  </a:cubicBezTo>
                  <a:cubicBezTo>
                    <a:pt x="1223" y="414"/>
                    <a:pt x="1223" y="414"/>
                    <a:pt x="1231" y="406"/>
                  </a:cubicBezTo>
                  <a:cubicBezTo>
                    <a:pt x="1166" y="398"/>
                    <a:pt x="1175" y="382"/>
                    <a:pt x="1175" y="357"/>
                  </a:cubicBezTo>
                  <a:cubicBezTo>
                    <a:pt x="1183" y="325"/>
                    <a:pt x="1183" y="309"/>
                    <a:pt x="1126" y="309"/>
                  </a:cubicBezTo>
                  <a:cubicBezTo>
                    <a:pt x="1126" y="309"/>
                    <a:pt x="1126" y="309"/>
                    <a:pt x="1183" y="301"/>
                  </a:cubicBezTo>
                  <a:cubicBezTo>
                    <a:pt x="1239" y="301"/>
                    <a:pt x="1239" y="301"/>
                    <a:pt x="1126" y="293"/>
                  </a:cubicBezTo>
                  <a:cubicBezTo>
                    <a:pt x="1183" y="293"/>
                    <a:pt x="1183" y="285"/>
                    <a:pt x="1183" y="276"/>
                  </a:cubicBezTo>
                  <a:cubicBezTo>
                    <a:pt x="1191" y="268"/>
                    <a:pt x="1191" y="252"/>
                    <a:pt x="1126" y="252"/>
                  </a:cubicBezTo>
                  <a:cubicBezTo>
                    <a:pt x="1248" y="252"/>
                    <a:pt x="1312" y="236"/>
                    <a:pt x="1191" y="228"/>
                  </a:cubicBezTo>
                  <a:cubicBezTo>
                    <a:pt x="1191" y="228"/>
                    <a:pt x="1191" y="220"/>
                    <a:pt x="1256" y="220"/>
                  </a:cubicBezTo>
                  <a:cubicBezTo>
                    <a:pt x="1256" y="220"/>
                    <a:pt x="1256" y="220"/>
                    <a:pt x="1199" y="203"/>
                  </a:cubicBezTo>
                  <a:cubicBezTo>
                    <a:pt x="1199" y="203"/>
                    <a:pt x="1199" y="187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82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72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45" y="25"/>
                  </a:cubicBezTo>
                  <a:lnTo>
                    <a:pt x="1458" y="25"/>
                  </a:lnTo>
                  <a:cubicBezTo>
                    <a:pt x="1418" y="17"/>
                    <a:pt x="1385" y="17"/>
                    <a:pt x="1345" y="17"/>
                  </a:cubicBezTo>
                  <a:cubicBezTo>
                    <a:pt x="1345" y="17"/>
                    <a:pt x="1345" y="9"/>
                    <a:pt x="1280" y="9"/>
                  </a:cubicBezTo>
                  <a:lnTo>
                    <a:pt x="1223" y="9"/>
                  </a:lnTo>
                  <a:cubicBezTo>
                    <a:pt x="1266" y="9"/>
                    <a:pt x="1252" y="5"/>
                    <a:pt x="1221" y="5"/>
                  </a:cubicBezTo>
                  <a:cubicBezTo>
                    <a:pt x="1205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4" y="1615"/>
                  </a:moveTo>
                  <a:lnTo>
                    <a:pt x="1134" y="1615"/>
                  </a:lnTo>
                  <a:cubicBezTo>
                    <a:pt x="1066" y="1616"/>
                    <a:pt x="1066" y="1621"/>
                    <a:pt x="1136" y="1622"/>
                  </a:cubicBezTo>
                  <a:lnTo>
                    <a:pt x="1136" y="1622"/>
                  </a:lnTo>
                  <a:cubicBezTo>
                    <a:pt x="1136" y="1619"/>
                    <a:pt x="1135" y="1617"/>
                    <a:pt x="1134" y="1615"/>
                  </a:cubicBezTo>
                  <a:close/>
                  <a:moveTo>
                    <a:pt x="707" y="1675"/>
                  </a:moveTo>
                  <a:cubicBezTo>
                    <a:pt x="694" y="1675"/>
                    <a:pt x="669" y="1676"/>
                    <a:pt x="632" y="1679"/>
                  </a:cubicBezTo>
                  <a:lnTo>
                    <a:pt x="632" y="1679"/>
                  </a:lnTo>
                  <a:cubicBezTo>
                    <a:pt x="706" y="1679"/>
                    <a:pt x="730" y="1675"/>
                    <a:pt x="707" y="1675"/>
                  </a:cubicBezTo>
                  <a:close/>
                  <a:moveTo>
                    <a:pt x="632" y="1679"/>
                  </a:moveTo>
                  <a:lnTo>
                    <a:pt x="632" y="1679"/>
                  </a:lnTo>
                  <a:cubicBezTo>
                    <a:pt x="631" y="1679"/>
                    <a:pt x="630" y="1679"/>
                    <a:pt x="629" y="1679"/>
                  </a:cubicBezTo>
                  <a:lnTo>
                    <a:pt x="629" y="1679"/>
                  </a:lnTo>
                  <a:cubicBezTo>
                    <a:pt x="629" y="1679"/>
                    <a:pt x="630" y="1679"/>
                    <a:pt x="631" y="1679"/>
                  </a:cubicBezTo>
                  <a:cubicBezTo>
                    <a:pt x="631" y="1679"/>
                    <a:pt x="631" y="1679"/>
                    <a:pt x="632" y="1679"/>
                  </a:cubicBezTo>
                  <a:close/>
                  <a:moveTo>
                    <a:pt x="1136" y="1622"/>
                  </a:moveTo>
                  <a:lnTo>
                    <a:pt x="1136" y="1622"/>
                  </a:lnTo>
                  <a:cubicBezTo>
                    <a:pt x="1146" y="1662"/>
                    <a:pt x="1150" y="1703"/>
                    <a:pt x="1150" y="1744"/>
                  </a:cubicBezTo>
                  <a:lnTo>
                    <a:pt x="1150" y="1744"/>
                  </a:lnTo>
                  <a:cubicBezTo>
                    <a:pt x="1336" y="1744"/>
                    <a:pt x="1326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03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2" y="1692"/>
                    <a:pt x="1259" y="1692"/>
                  </a:cubicBezTo>
                  <a:cubicBezTo>
                    <a:pt x="1237" y="1692"/>
                    <a:pt x="1204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0" y="1687"/>
                    <a:pt x="1288" y="1679"/>
                    <a:pt x="1288" y="1655"/>
                  </a:cubicBezTo>
                  <a:cubicBezTo>
                    <a:pt x="1288" y="1630"/>
                    <a:pt x="1288" y="1622"/>
                    <a:pt x="1175" y="1622"/>
                  </a:cubicBezTo>
                  <a:cubicBezTo>
                    <a:pt x="1160" y="1622"/>
                    <a:pt x="1147" y="1622"/>
                    <a:pt x="1136" y="1622"/>
                  </a:cubicBezTo>
                  <a:close/>
                  <a:moveTo>
                    <a:pt x="1150" y="1744"/>
                  </a:moveTo>
                  <a:lnTo>
                    <a:pt x="1150" y="1744"/>
                  </a:lnTo>
                  <a:cubicBezTo>
                    <a:pt x="1133" y="1744"/>
                    <a:pt x="1114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2" y="1752"/>
                    <a:pt x="1150" y="1752"/>
                  </a:cubicBezTo>
                  <a:lnTo>
                    <a:pt x="1150" y="1752"/>
                  </a:lnTo>
                  <a:cubicBezTo>
                    <a:pt x="1150" y="1749"/>
                    <a:pt x="1150" y="1747"/>
                    <a:pt x="1150" y="1744"/>
                  </a:cubicBezTo>
                  <a:close/>
                  <a:moveTo>
                    <a:pt x="1150" y="1752"/>
                  </a:moveTo>
                  <a:cubicBezTo>
                    <a:pt x="1150" y="1764"/>
                    <a:pt x="1150" y="1776"/>
                    <a:pt x="1149" y="1787"/>
                  </a:cubicBezTo>
                  <a:lnTo>
                    <a:pt x="1149" y="1787"/>
                  </a:lnTo>
                  <a:cubicBezTo>
                    <a:pt x="1168" y="1786"/>
                    <a:pt x="1188" y="1784"/>
                    <a:pt x="1207" y="1784"/>
                  </a:cubicBezTo>
                  <a:lnTo>
                    <a:pt x="1272" y="1784"/>
                  </a:lnTo>
                  <a:cubicBezTo>
                    <a:pt x="1385" y="1784"/>
                    <a:pt x="1329" y="1776"/>
                    <a:pt x="1272" y="1768"/>
                  </a:cubicBezTo>
                  <a:cubicBezTo>
                    <a:pt x="1150" y="1760"/>
                    <a:pt x="1150" y="1760"/>
                    <a:pt x="1272" y="1760"/>
                  </a:cubicBezTo>
                  <a:cubicBezTo>
                    <a:pt x="1380" y="1760"/>
                    <a:pt x="1296" y="1754"/>
                    <a:pt x="1150" y="1752"/>
                  </a:cubicBezTo>
                  <a:close/>
                  <a:moveTo>
                    <a:pt x="1085" y="1784"/>
                  </a:moveTo>
                  <a:lnTo>
                    <a:pt x="1085" y="1784"/>
                  </a:lnTo>
                  <a:cubicBezTo>
                    <a:pt x="1106" y="1789"/>
                    <a:pt x="1127" y="1791"/>
                    <a:pt x="1148" y="1792"/>
                  </a:cubicBezTo>
                  <a:lnTo>
                    <a:pt x="1148" y="1792"/>
                  </a:lnTo>
                  <a:cubicBezTo>
                    <a:pt x="1148" y="1790"/>
                    <a:pt x="1148" y="1789"/>
                    <a:pt x="1149" y="1787"/>
                  </a:cubicBezTo>
                  <a:lnTo>
                    <a:pt x="1149" y="1787"/>
                  </a:lnTo>
                  <a:cubicBezTo>
                    <a:pt x="1141" y="1788"/>
                    <a:pt x="1133" y="1788"/>
                    <a:pt x="1126" y="1788"/>
                  </a:cubicBezTo>
                  <a:cubicBezTo>
                    <a:pt x="1112" y="1788"/>
                    <a:pt x="1099" y="1787"/>
                    <a:pt x="1085" y="1784"/>
                  </a:cubicBezTo>
                  <a:close/>
                  <a:moveTo>
                    <a:pt x="964" y="1801"/>
                  </a:moveTo>
                  <a:lnTo>
                    <a:pt x="1029" y="1809"/>
                  </a:lnTo>
                  <a:lnTo>
                    <a:pt x="1085" y="1801"/>
                  </a:lnTo>
                  <a:close/>
                  <a:moveTo>
                    <a:pt x="1247" y="1789"/>
                  </a:moveTo>
                  <a:cubicBezTo>
                    <a:pt x="1239" y="1789"/>
                    <a:pt x="1226" y="1790"/>
                    <a:pt x="1207" y="1793"/>
                  </a:cubicBezTo>
                  <a:cubicBezTo>
                    <a:pt x="1187" y="1793"/>
                    <a:pt x="1168" y="1793"/>
                    <a:pt x="1148" y="1792"/>
                  </a:cubicBezTo>
                  <a:lnTo>
                    <a:pt x="1148" y="1792"/>
                  </a:lnTo>
                  <a:cubicBezTo>
                    <a:pt x="1147" y="1803"/>
                    <a:pt x="1146" y="1814"/>
                    <a:pt x="1144" y="1825"/>
                  </a:cubicBezTo>
                  <a:lnTo>
                    <a:pt x="1144" y="1825"/>
                  </a:lnTo>
                  <a:cubicBezTo>
                    <a:pt x="1184" y="1817"/>
                    <a:pt x="1224" y="1817"/>
                    <a:pt x="1264" y="1817"/>
                  </a:cubicBezTo>
                  <a:cubicBezTo>
                    <a:pt x="1142" y="1817"/>
                    <a:pt x="1142" y="1809"/>
                    <a:pt x="1207" y="1809"/>
                  </a:cubicBezTo>
                  <a:cubicBezTo>
                    <a:pt x="1264" y="1809"/>
                    <a:pt x="1264" y="1809"/>
                    <a:pt x="1264" y="1801"/>
                  </a:cubicBezTo>
                  <a:lnTo>
                    <a:pt x="1264" y="1793"/>
                  </a:lnTo>
                  <a:cubicBezTo>
                    <a:pt x="1264" y="1793"/>
                    <a:pt x="1264" y="1789"/>
                    <a:pt x="1247" y="1789"/>
                  </a:cubicBezTo>
                  <a:close/>
                  <a:moveTo>
                    <a:pt x="1144" y="1825"/>
                  </a:moveTo>
                  <a:lnTo>
                    <a:pt x="1144" y="1825"/>
                  </a:lnTo>
                  <a:cubicBezTo>
                    <a:pt x="1144" y="1825"/>
                    <a:pt x="1143" y="1825"/>
                    <a:pt x="1142" y="1825"/>
                  </a:cubicBezTo>
                  <a:cubicBezTo>
                    <a:pt x="1142" y="1825"/>
                    <a:pt x="1142" y="1826"/>
                    <a:pt x="1144" y="1827"/>
                  </a:cubicBezTo>
                  <a:lnTo>
                    <a:pt x="1144" y="1827"/>
                  </a:lnTo>
                  <a:cubicBezTo>
                    <a:pt x="1144" y="1826"/>
                    <a:pt x="1144" y="1825"/>
                    <a:pt x="1144" y="1825"/>
                  </a:cubicBezTo>
                  <a:close/>
                  <a:moveTo>
                    <a:pt x="1077" y="1874"/>
                  </a:moveTo>
                  <a:cubicBezTo>
                    <a:pt x="1077" y="1882"/>
                    <a:pt x="1077" y="1882"/>
                    <a:pt x="1132" y="1882"/>
                  </a:cubicBezTo>
                  <a:lnTo>
                    <a:pt x="1132" y="1882"/>
                  </a:lnTo>
                  <a:cubicBezTo>
                    <a:pt x="1133" y="1879"/>
                    <a:pt x="1134" y="1876"/>
                    <a:pt x="1134" y="1874"/>
                  </a:cubicBezTo>
                  <a:lnTo>
                    <a:pt x="1134" y="1874"/>
                  </a:lnTo>
                  <a:cubicBezTo>
                    <a:pt x="1134" y="1874"/>
                    <a:pt x="1134" y="1874"/>
                    <a:pt x="1134" y="1874"/>
                  </a:cubicBezTo>
                  <a:close/>
                  <a:moveTo>
                    <a:pt x="2326" y="1890"/>
                  </a:moveTo>
                  <a:cubicBezTo>
                    <a:pt x="2269" y="1890"/>
                    <a:pt x="2269" y="1890"/>
                    <a:pt x="2269" y="1898"/>
                  </a:cubicBezTo>
                  <a:lnTo>
                    <a:pt x="2391" y="1898"/>
                  </a:lnTo>
                  <a:cubicBezTo>
                    <a:pt x="2447" y="1898"/>
                    <a:pt x="2447" y="1898"/>
                    <a:pt x="2326" y="1890"/>
                  </a:cubicBezTo>
                  <a:close/>
                  <a:moveTo>
                    <a:pt x="356" y="1898"/>
                  </a:moveTo>
                  <a:cubicBezTo>
                    <a:pt x="323" y="1902"/>
                    <a:pt x="307" y="1904"/>
                    <a:pt x="299" y="1904"/>
                  </a:cubicBezTo>
                  <a:cubicBezTo>
                    <a:pt x="291" y="1904"/>
                    <a:pt x="291" y="1902"/>
                    <a:pt x="291" y="1898"/>
                  </a:cubicBezTo>
                  <a:close/>
                  <a:moveTo>
                    <a:pt x="1116" y="1930"/>
                  </a:moveTo>
                  <a:cubicBezTo>
                    <a:pt x="1069" y="1930"/>
                    <a:pt x="1069" y="1931"/>
                    <a:pt x="1069" y="1938"/>
                  </a:cubicBezTo>
                  <a:lnTo>
                    <a:pt x="1113" y="1938"/>
                  </a:lnTo>
                  <a:cubicBezTo>
                    <a:pt x="1114" y="1936"/>
                    <a:pt x="1115" y="1933"/>
                    <a:pt x="1116" y="1930"/>
                  </a:cubicBezTo>
                  <a:close/>
                  <a:moveTo>
                    <a:pt x="747" y="1951"/>
                  </a:moveTo>
                  <a:cubicBezTo>
                    <a:pt x="754" y="1951"/>
                    <a:pt x="761" y="1952"/>
                    <a:pt x="769" y="1955"/>
                  </a:cubicBezTo>
                  <a:lnTo>
                    <a:pt x="704" y="1955"/>
                  </a:lnTo>
                  <a:cubicBezTo>
                    <a:pt x="721" y="1955"/>
                    <a:pt x="733" y="1951"/>
                    <a:pt x="747" y="1951"/>
                  </a:cubicBezTo>
                  <a:close/>
                  <a:moveTo>
                    <a:pt x="786" y="1951"/>
                  </a:moveTo>
                  <a:cubicBezTo>
                    <a:pt x="797" y="1951"/>
                    <a:pt x="810" y="1955"/>
                    <a:pt x="826" y="1955"/>
                  </a:cubicBezTo>
                  <a:lnTo>
                    <a:pt x="769" y="1955"/>
                  </a:lnTo>
                  <a:cubicBezTo>
                    <a:pt x="775" y="1952"/>
                    <a:pt x="780" y="1951"/>
                    <a:pt x="786" y="1951"/>
                  </a:cubicBezTo>
                  <a:close/>
                  <a:moveTo>
                    <a:pt x="883" y="1987"/>
                  </a:moveTo>
                  <a:lnTo>
                    <a:pt x="883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75" y="2011"/>
                    <a:pt x="818" y="2011"/>
                    <a:pt x="875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88" y="2044"/>
                    <a:pt x="1353" y="2044"/>
                    <a:pt x="1288" y="2044"/>
                  </a:cubicBezTo>
                  <a:cubicBezTo>
                    <a:pt x="1272" y="2044"/>
                    <a:pt x="1248" y="2044"/>
                    <a:pt x="1231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2" y="2109"/>
                    <a:pt x="1045" y="2101"/>
                    <a:pt x="1045" y="2101"/>
                  </a:cubicBezTo>
                  <a:close/>
                  <a:moveTo>
                    <a:pt x="802" y="2125"/>
                  </a:moveTo>
                  <a:cubicBezTo>
                    <a:pt x="890" y="2131"/>
                    <a:pt x="945" y="2132"/>
                    <a:pt x="967" y="2133"/>
                  </a:cubicBezTo>
                  <a:lnTo>
                    <a:pt x="967" y="2133"/>
                  </a:lnTo>
                  <a:cubicBezTo>
                    <a:pt x="968" y="2133"/>
                    <a:pt x="968" y="2132"/>
                    <a:pt x="968" y="2132"/>
                  </a:cubicBezTo>
                  <a:lnTo>
                    <a:pt x="968" y="2132"/>
                  </a:lnTo>
                  <a:lnTo>
                    <a:pt x="858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08" y="2174"/>
                    <a:pt x="1095" y="2167"/>
                    <a:pt x="1215" y="2166"/>
                  </a:cubicBezTo>
                  <a:close/>
                  <a:moveTo>
                    <a:pt x="1029" y="2190"/>
                  </a:moveTo>
                  <a:cubicBezTo>
                    <a:pt x="1093" y="2190"/>
                    <a:pt x="1150" y="2190"/>
                    <a:pt x="1207" y="2198"/>
                  </a:cubicBezTo>
                  <a:lnTo>
                    <a:pt x="1207" y="2206"/>
                  </a:lnTo>
                  <a:lnTo>
                    <a:pt x="1093" y="2198"/>
                  </a:lnTo>
                  <a:cubicBezTo>
                    <a:pt x="907" y="2190"/>
                    <a:pt x="907" y="2190"/>
                    <a:pt x="1029" y="2190"/>
                  </a:cubicBezTo>
                  <a:close/>
                  <a:moveTo>
                    <a:pt x="907" y="2206"/>
                  </a:moveTo>
                  <a:lnTo>
                    <a:pt x="972" y="2214"/>
                  </a:lnTo>
                  <a:lnTo>
                    <a:pt x="907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4" y="1258"/>
                  </a:moveTo>
                  <a:cubicBezTo>
                    <a:pt x="58" y="1300"/>
                    <a:pt x="0" y="2160"/>
                    <a:pt x="607" y="2230"/>
                  </a:cubicBezTo>
                  <a:cubicBezTo>
                    <a:pt x="550" y="2222"/>
                    <a:pt x="550" y="2222"/>
                    <a:pt x="607" y="2214"/>
                  </a:cubicBezTo>
                  <a:lnTo>
                    <a:pt x="607" y="2206"/>
                  </a:lnTo>
                  <a:cubicBezTo>
                    <a:pt x="550" y="2206"/>
                    <a:pt x="550" y="2182"/>
                    <a:pt x="615" y="2182"/>
                  </a:cubicBezTo>
                  <a:lnTo>
                    <a:pt x="615" y="2174"/>
                  </a:lnTo>
                  <a:cubicBezTo>
                    <a:pt x="494" y="2174"/>
                    <a:pt x="558" y="2133"/>
                    <a:pt x="680" y="2125"/>
                  </a:cubicBezTo>
                  <a:lnTo>
                    <a:pt x="623" y="2125"/>
                  </a:lnTo>
                  <a:cubicBezTo>
                    <a:pt x="566" y="2125"/>
                    <a:pt x="566" y="2117"/>
                    <a:pt x="566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31" y="2093"/>
                    <a:pt x="631" y="2084"/>
                    <a:pt x="688" y="2076"/>
                  </a:cubicBezTo>
                  <a:cubicBezTo>
                    <a:pt x="729" y="2068"/>
                    <a:pt x="769" y="2068"/>
                    <a:pt x="810" y="2068"/>
                  </a:cubicBezTo>
                  <a:cubicBezTo>
                    <a:pt x="810" y="2068"/>
                    <a:pt x="810" y="2076"/>
                    <a:pt x="866" y="2076"/>
                  </a:cubicBezTo>
                  <a:cubicBezTo>
                    <a:pt x="907" y="2076"/>
                    <a:pt x="948" y="2076"/>
                    <a:pt x="988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1" y="2052"/>
                    <a:pt x="575" y="2052"/>
                    <a:pt x="631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696" y="2020"/>
                    <a:pt x="696" y="2011"/>
                    <a:pt x="639" y="2011"/>
                  </a:cubicBezTo>
                  <a:cubicBezTo>
                    <a:pt x="639" y="2011"/>
                    <a:pt x="583" y="2011"/>
                    <a:pt x="639" y="2003"/>
                  </a:cubicBezTo>
                  <a:cubicBezTo>
                    <a:pt x="696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39" y="1987"/>
                  </a:cubicBezTo>
                  <a:cubicBezTo>
                    <a:pt x="526" y="1987"/>
                    <a:pt x="526" y="1987"/>
                    <a:pt x="648" y="1979"/>
                  </a:cubicBezTo>
                  <a:cubicBezTo>
                    <a:pt x="704" y="1979"/>
                    <a:pt x="826" y="1979"/>
                    <a:pt x="826" y="1971"/>
                  </a:cubicBezTo>
                  <a:lnTo>
                    <a:pt x="648" y="1971"/>
                  </a:ln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3" y="1955"/>
                    <a:pt x="883" y="1955"/>
                    <a:pt x="826" y="1947"/>
                  </a:cubicBezTo>
                  <a:cubicBezTo>
                    <a:pt x="785" y="1938"/>
                    <a:pt x="745" y="1938"/>
                    <a:pt x="712" y="1938"/>
                  </a:cubicBezTo>
                  <a:lnTo>
                    <a:pt x="648" y="1938"/>
                  </a:lnTo>
                  <a:cubicBezTo>
                    <a:pt x="648" y="1930"/>
                    <a:pt x="648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06"/>
                    <a:pt x="591" y="1906"/>
                  </a:cubicBezTo>
                  <a:lnTo>
                    <a:pt x="656" y="1906"/>
                  </a:lnTo>
                  <a:cubicBezTo>
                    <a:pt x="712" y="1898"/>
                    <a:pt x="712" y="1898"/>
                    <a:pt x="656" y="1898"/>
                  </a:cubicBezTo>
                  <a:cubicBezTo>
                    <a:pt x="534" y="1898"/>
                    <a:pt x="534" y="1890"/>
                    <a:pt x="656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956" y="1882"/>
                    <a:pt x="956" y="1882"/>
                    <a:pt x="834" y="1882"/>
                  </a:cubicBezTo>
                  <a:cubicBezTo>
                    <a:pt x="808" y="1884"/>
                    <a:pt x="782" y="1885"/>
                    <a:pt x="756" y="1885"/>
                  </a:cubicBezTo>
                  <a:cubicBezTo>
                    <a:pt x="685" y="1885"/>
                    <a:pt x="613" y="1877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cubicBezTo>
                    <a:pt x="664" y="1841"/>
                    <a:pt x="664" y="1841"/>
                    <a:pt x="542" y="1841"/>
                  </a:cubicBezTo>
                  <a:cubicBezTo>
                    <a:pt x="502" y="1844"/>
                    <a:pt x="475" y="1845"/>
                    <a:pt x="459" y="1845"/>
                  </a:cubicBezTo>
                  <a:cubicBezTo>
                    <a:pt x="428" y="1845"/>
                    <a:pt x="442" y="1841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9" y="1833"/>
                  </a:cubicBezTo>
                  <a:cubicBezTo>
                    <a:pt x="729" y="1825"/>
                    <a:pt x="729" y="1825"/>
                    <a:pt x="664" y="1825"/>
                  </a:cubicBezTo>
                  <a:cubicBezTo>
                    <a:pt x="550" y="1825"/>
                    <a:pt x="550" y="1817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9" y="1801"/>
                    <a:pt x="729" y="1801"/>
                    <a:pt x="607" y="1801"/>
                  </a:cubicBezTo>
                  <a:cubicBezTo>
                    <a:pt x="550" y="1801"/>
                    <a:pt x="494" y="1793"/>
                    <a:pt x="550" y="1793"/>
                  </a:cubicBezTo>
                  <a:lnTo>
                    <a:pt x="615" y="1793"/>
                  </a:lnTo>
                  <a:cubicBezTo>
                    <a:pt x="494" y="1793"/>
                    <a:pt x="558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52"/>
                    <a:pt x="558" y="1752"/>
                    <a:pt x="558" y="1744"/>
                  </a:cubicBezTo>
                  <a:cubicBezTo>
                    <a:pt x="623" y="1736"/>
                    <a:pt x="623" y="1720"/>
                    <a:pt x="502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625" y="1679"/>
                    <a:pt x="627" y="1679"/>
                    <a:pt x="629" y="1679"/>
                  </a:cubicBezTo>
                  <a:lnTo>
                    <a:pt x="629" y="1679"/>
                  </a:lnTo>
                  <a:cubicBezTo>
                    <a:pt x="566" y="1679"/>
                    <a:pt x="567" y="1670"/>
                    <a:pt x="575" y="1638"/>
                  </a:cubicBezTo>
                  <a:cubicBezTo>
                    <a:pt x="575" y="1614"/>
                    <a:pt x="639" y="1598"/>
                    <a:pt x="639" y="1598"/>
                  </a:cubicBezTo>
                  <a:lnTo>
                    <a:pt x="583" y="1598"/>
                  </a:lnTo>
                  <a:lnTo>
                    <a:pt x="583" y="1590"/>
                  </a:lnTo>
                  <a:lnTo>
                    <a:pt x="639" y="1582"/>
                  </a:lnTo>
                  <a:cubicBezTo>
                    <a:pt x="761" y="1574"/>
                    <a:pt x="761" y="1566"/>
                    <a:pt x="648" y="1557"/>
                  </a:cubicBezTo>
                  <a:cubicBezTo>
                    <a:pt x="526" y="1557"/>
                    <a:pt x="526" y="1557"/>
                    <a:pt x="648" y="1549"/>
                  </a:cubicBezTo>
                  <a:cubicBezTo>
                    <a:pt x="769" y="1549"/>
                    <a:pt x="769" y="1541"/>
                    <a:pt x="648" y="1541"/>
                  </a:cubicBezTo>
                  <a:cubicBezTo>
                    <a:pt x="591" y="1541"/>
                    <a:pt x="591" y="1541"/>
                    <a:pt x="704" y="1533"/>
                  </a:cubicBezTo>
                  <a:lnTo>
                    <a:pt x="712" y="1533"/>
                  </a:lnTo>
                  <a:cubicBezTo>
                    <a:pt x="534" y="1525"/>
                    <a:pt x="534" y="1517"/>
                    <a:pt x="648" y="1517"/>
                  </a:cubicBezTo>
                  <a:cubicBezTo>
                    <a:pt x="769" y="1517"/>
                    <a:pt x="769" y="1517"/>
                    <a:pt x="656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6" y="1484"/>
                  </a:cubicBezTo>
                  <a:cubicBezTo>
                    <a:pt x="599" y="1476"/>
                    <a:pt x="542" y="1460"/>
                    <a:pt x="656" y="1460"/>
                  </a:cubicBezTo>
                  <a:lnTo>
                    <a:pt x="664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06"/>
                  </a:cubicBez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82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6" y="1263"/>
                    <a:pt x="621" y="1261"/>
                    <a:pt x="615" y="1258"/>
                  </a:cubicBezTo>
                  <a:close/>
                  <a:moveTo>
                    <a:pt x="948" y="2336"/>
                  </a:moveTo>
                  <a:cubicBezTo>
                    <a:pt x="948" y="2336"/>
                    <a:pt x="896" y="2343"/>
                    <a:pt x="834" y="2344"/>
                  </a:cubicBezTo>
                  <a:lnTo>
                    <a:pt x="834" y="2344"/>
                  </a:lnTo>
                  <a:cubicBezTo>
                    <a:pt x="875" y="2336"/>
                    <a:pt x="907" y="2336"/>
                    <a:pt x="948" y="2336"/>
                  </a:cubicBezTo>
                  <a:close/>
                  <a:moveTo>
                    <a:pt x="1312" y="2328"/>
                  </a:moveTo>
                  <a:cubicBezTo>
                    <a:pt x="1248" y="2328"/>
                    <a:pt x="1248" y="2336"/>
                    <a:pt x="1248" y="2336"/>
                  </a:cubicBezTo>
                  <a:cubicBezTo>
                    <a:pt x="1191" y="2344"/>
                    <a:pt x="1248" y="2344"/>
                    <a:pt x="1304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45" y="2336"/>
                    <a:pt x="1329" y="2336"/>
                    <a:pt x="1312" y="2328"/>
                  </a:cubicBezTo>
                  <a:close/>
                  <a:moveTo>
                    <a:pt x="1187" y="2354"/>
                  </a:moveTo>
                  <a:cubicBezTo>
                    <a:pt x="1207" y="2354"/>
                    <a:pt x="1227" y="2356"/>
                    <a:pt x="1248" y="2360"/>
                  </a:cubicBezTo>
                  <a:lnTo>
                    <a:pt x="1248" y="2368"/>
                  </a:lnTo>
                  <a:cubicBezTo>
                    <a:pt x="1207" y="2368"/>
                    <a:pt x="1166" y="2368"/>
                    <a:pt x="1126" y="2360"/>
                  </a:cubicBezTo>
                  <a:cubicBezTo>
                    <a:pt x="1146" y="2356"/>
                    <a:pt x="1166" y="2354"/>
                    <a:pt x="1187" y="2354"/>
                  </a:cubicBezTo>
                  <a:close/>
                  <a:moveTo>
                    <a:pt x="680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80" y="2530"/>
                  </a:lnTo>
                  <a:lnTo>
                    <a:pt x="680" y="2522"/>
                  </a:lnTo>
                  <a:close/>
                  <a:moveTo>
                    <a:pt x="1158" y="2530"/>
                  </a:moveTo>
                  <a:cubicBezTo>
                    <a:pt x="1118" y="2538"/>
                    <a:pt x="1077" y="2538"/>
                    <a:pt x="1037" y="2538"/>
                  </a:cubicBezTo>
                  <a:lnTo>
                    <a:pt x="923" y="2538"/>
                  </a:lnTo>
                  <a:cubicBezTo>
                    <a:pt x="923" y="2530"/>
                    <a:pt x="923" y="2530"/>
                    <a:pt x="980" y="2530"/>
                  </a:cubicBezTo>
                  <a:cubicBezTo>
                    <a:pt x="942" y="2530"/>
                    <a:pt x="955" y="2534"/>
                    <a:pt x="987" y="2534"/>
                  </a:cubicBezTo>
                  <a:cubicBezTo>
                    <a:pt x="1002" y="2534"/>
                    <a:pt x="1023" y="2533"/>
                    <a:pt x="1045" y="2530"/>
                  </a:cubicBezTo>
                  <a:close/>
                  <a:moveTo>
                    <a:pt x="1037" y="2571"/>
                  </a:moveTo>
                  <a:lnTo>
                    <a:pt x="972" y="2579"/>
                  </a:lnTo>
                  <a:cubicBezTo>
                    <a:pt x="915" y="2579"/>
                    <a:pt x="915" y="2571"/>
                    <a:pt x="915" y="2571"/>
                  </a:cubicBezTo>
                  <a:close/>
                  <a:moveTo>
                    <a:pt x="1850" y="2575"/>
                  </a:moveTo>
                  <a:cubicBezTo>
                    <a:pt x="1838" y="2575"/>
                    <a:pt x="1826" y="2576"/>
                    <a:pt x="1815" y="2579"/>
                  </a:cubicBezTo>
                  <a:lnTo>
                    <a:pt x="1929" y="2579"/>
                  </a:lnTo>
                  <a:cubicBezTo>
                    <a:pt x="1902" y="2579"/>
                    <a:pt x="1875" y="2575"/>
                    <a:pt x="1850" y="2575"/>
                  </a:cubicBezTo>
                  <a:close/>
                  <a:moveTo>
                    <a:pt x="1199" y="1825"/>
                  </a:moveTo>
                  <a:cubicBezTo>
                    <a:pt x="1180" y="1828"/>
                    <a:pt x="1167" y="1829"/>
                    <a:pt x="1159" y="1829"/>
                  </a:cubicBezTo>
                  <a:cubicBezTo>
                    <a:pt x="1150" y="1829"/>
                    <a:pt x="1146" y="1828"/>
                    <a:pt x="1144" y="1827"/>
                  </a:cubicBezTo>
                  <a:lnTo>
                    <a:pt x="1144" y="1827"/>
                  </a:lnTo>
                  <a:cubicBezTo>
                    <a:pt x="1141" y="1842"/>
                    <a:pt x="1138" y="1858"/>
                    <a:pt x="1134" y="1874"/>
                  </a:cubicBezTo>
                  <a:lnTo>
                    <a:pt x="1134" y="1874"/>
                  </a:lnTo>
                  <a:cubicBezTo>
                    <a:pt x="1199" y="1874"/>
                    <a:pt x="1134" y="1874"/>
                    <a:pt x="1134" y="1882"/>
                  </a:cubicBezTo>
                  <a:cubicBezTo>
                    <a:pt x="1133" y="1882"/>
                    <a:pt x="1133" y="1882"/>
                    <a:pt x="1132" y="1882"/>
                  </a:cubicBezTo>
                  <a:lnTo>
                    <a:pt x="1132" y="1882"/>
                  </a:lnTo>
                  <a:cubicBezTo>
                    <a:pt x="1128" y="1898"/>
                    <a:pt x="1123" y="1914"/>
                    <a:pt x="1116" y="1930"/>
                  </a:cubicBezTo>
                  <a:lnTo>
                    <a:pt x="1116" y="1930"/>
                  </a:lnTo>
                  <a:cubicBezTo>
                    <a:pt x="1119" y="1930"/>
                    <a:pt x="1123" y="1930"/>
                    <a:pt x="1126" y="1930"/>
                  </a:cubicBezTo>
                  <a:lnTo>
                    <a:pt x="1191" y="1930"/>
                  </a:lnTo>
                  <a:cubicBezTo>
                    <a:pt x="1166" y="1938"/>
                    <a:pt x="1150" y="1938"/>
                    <a:pt x="1126" y="1938"/>
                  </a:cubicBezTo>
                  <a:lnTo>
                    <a:pt x="1113" y="1938"/>
                  </a:lnTo>
                  <a:cubicBezTo>
                    <a:pt x="1083" y="2013"/>
                    <a:pt x="1035" y="2081"/>
                    <a:pt x="968" y="2132"/>
                  </a:cubicBezTo>
                  <a:lnTo>
                    <a:pt x="968" y="2132"/>
                  </a:lnTo>
                  <a:lnTo>
                    <a:pt x="980" y="2133"/>
                  </a:lnTo>
                  <a:cubicBezTo>
                    <a:pt x="980" y="2133"/>
                    <a:pt x="976" y="2133"/>
                    <a:pt x="967" y="2133"/>
                  </a:cubicBezTo>
                  <a:lnTo>
                    <a:pt x="967" y="2133"/>
                  </a:lnTo>
                  <a:cubicBezTo>
                    <a:pt x="890" y="2192"/>
                    <a:pt x="789" y="2229"/>
                    <a:pt x="664" y="2230"/>
                  </a:cubicBezTo>
                  <a:cubicBezTo>
                    <a:pt x="607" y="2230"/>
                    <a:pt x="607" y="2238"/>
                    <a:pt x="607" y="2247"/>
                  </a:cubicBezTo>
                  <a:cubicBezTo>
                    <a:pt x="599" y="2263"/>
                    <a:pt x="599" y="2263"/>
                    <a:pt x="664" y="2263"/>
                  </a:cubicBezTo>
                  <a:cubicBezTo>
                    <a:pt x="721" y="2271"/>
                    <a:pt x="664" y="2271"/>
                    <a:pt x="599" y="2271"/>
                  </a:cubicBezTo>
                  <a:cubicBezTo>
                    <a:pt x="485" y="2271"/>
                    <a:pt x="477" y="2271"/>
                    <a:pt x="664" y="2279"/>
                  </a:cubicBezTo>
                  <a:cubicBezTo>
                    <a:pt x="777" y="2279"/>
                    <a:pt x="777" y="2287"/>
                    <a:pt x="721" y="2287"/>
                  </a:cubicBezTo>
                  <a:cubicBezTo>
                    <a:pt x="656" y="2287"/>
                    <a:pt x="656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56" y="2295"/>
                  </a:cubicBezTo>
                  <a:lnTo>
                    <a:pt x="834" y="2295"/>
                  </a:lnTo>
                  <a:cubicBezTo>
                    <a:pt x="856" y="2293"/>
                    <a:pt x="870" y="2292"/>
                    <a:pt x="880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34" y="2303"/>
                    <a:pt x="777" y="2303"/>
                    <a:pt x="721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34" y="2295"/>
                    <a:pt x="656" y="2311"/>
                    <a:pt x="777" y="2311"/>
                  </a:cubicBezTo>
                  <a:lnTo>
                    <a:pt x="712" y="2311"/>
                  </a:lnTo>
                  <a:cubicBezTo>
                    <a:pt x="656" y="2311"/>
                    <a:pt x="656" y="2320"/>
                    <a:pt x="656" y="2328"/>
                  </a:cubicBezTo>
                  <a:cubicBezTo>
                    <a:pt x="656" y="2336"/>
                    <a:pt x="656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lnTo>
                    <a:pt x="834" y="2344"/>
                  </a:lnTo>
                  <a:cubicBezTo>
                    <a:pt x="831" y="2344"/>
                    <a:pt x="829" y="2344"/>
                    <a:pt x="826" y="2344"/>
                  </a:cubicBezTo>
                  <a:cubicBezTo>
                    <a:pt x="712" y="2352"/>
                    <a:pt x="648" y="2360"/>
                    <a:pt x="648" y="2368"/>
                  </a:cubicBezTo>
                  <a:cubicBezTo>
                    <a:pt x="648" y="2376"/>
                    <a:pt x="648" y="2384"/>
                    <a:pt x="583" y="2393"/>
                  </a:cubicBezTo>
                  <a:cubicBezTo>
                    <a:pt x="583" y="2393"/>
                    <a:pt x="583" y="2401"/>
                    <a:pt x="639" y="2401"/>
                  </a:cubicBezTo>
                  <a:lnTo>
                    <a:pt x="639" y="2409"/>
                  </a:lnTo>
                  <a:cubicBezTo>
                    <a:pt x="583" y="2409"/>
                    <a:pt x="583" y="2417"/>
                    <a:pt x="639" y="2417"/>
                  </a:cubicBezTo>
                  <a:cubicBezTo>
                    <a:pt x="696" y="2417"/>
                    <a:pt x="639" y="2417"/>
                    <a:pt x="639" y="2425"/>
                  </a:cubicBezTo>
                  <a:cubicBezTo>
                    <a:pt x="579" y="2429"/>
                    <a:pt x="548" y="2431"/>
                    <a:pt x="555" y="2431"/>
                  </a:cubicBezTo>
                  <a:cubicBezTo>
                    <a:pt x="562" y="2431"/>
                    <a:pt x="607" y="2429"/>
                    <a:pt x="696" y="2425"/>
                  </a:cubicBezTo>
                  <a:cubicBezTo>
                    <a:pt x="737" y="2425"/>
                    <a:pt x="777" y="2425"/>
                    <a:pt x="818" y="2417"/>
                  </a:cubicBezTo>
                  <a:lnTo>
                    <a:pt x="818" y="2409"/>
                  </a:lnTo>
                  <a:lnTo>
                    <a:pt x="883" y="2417"/>
                  </a:lnTo>
                  <a:cubicBezTo>
                    <a:pt x="915" y="2425"/>
                    <a:pt x="956" y="2425"/>
                    <a:pt x="996" y="2425"/>
                  </a:cubicBezTo>
                  <a:cubicBezTo>
                    <a:pt x="1021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75" y="2425"/>
                    <a:pt x="818" y="2425"/>
                    <a:pt x="761" y="2425"/>
                  </a:cubicBezTo>
                  <a:cubicBezTo>
                    <a:pt x="639" y="2433"/>
                    <a:pt x="575" y="2441"/>
                    <a:pt x="696" y="2441"/>
                  </a:cubicBezTo>
                  <a:lnTo>
                    <a:pt x="639" y="2441"/>
                  </a:lnTo>
                  <a:cubicBezTo>
                    <a:pt x="575" y="2441"/>
                    <a:pt x="575" y="2449"/>
                    <a:pt x="696" y="2449"/>
                  </a:cubicBezTo>
                  <a:cubicBezTo>
                    <a:pt x="818" y="2457"/>
                    <a:pt x="818" y="2457"/>
                    <a:pt x="696" y="2457"/>
                  </a:cubicBezTo>
                  <a:cubicBezTo>
                    <a:pt x="575" y="2465"/>
                    <a:pt x="575" y="2482"/>
                    <a:pt x="631" y="2482"/>
                  </a:cubicBezTo>
                  <a:cubicBezTo>
                    <a:pt x="753" y="2482"/>
                    <a:pt x="753" y="2490"/>
                    <a:pt x="688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66" y="2506"/>
                    <a:pt x="623" y="2506"/>
                  </a:cubicBezTo>
                  <a:lnTo>
                    <a:pt x="688" y="2506"/>
                  </a:lnTo>
                  <a:lnTo>
                    <a:pt x="810" y="2514"/>
                  </a:lnTo>
                  <a:cubicBezTo>
                    <a:pt x="826" y="2510"/>
                    <a:pt x="844" y="2508"/>
                    <a:pt x="863" y="2508"/>
                  </a:cubicBezTo>
                  <a:cubicBezTo>
                    <a:pt x="883" y="2508"/>
                    <a:pt x="903" y="2510"/>
                    <a:pt x="923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0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737" y="2547"/>
                  </a:lnTo>
                  <a:cubicBezTo>
                    <a:pt x="623" y="2555"/>
                    <a:pt x="623" y="2555"/>
                    <a:pt x="737" y="2563"/>
                  </a:cubicBezTo>
                  <a:cubicBezTo>
                    <a:pt x="696" y="2563"/>
                    <a:pt x="656" y="2563"/>
                    <a:pt x="615" y="2571"/>
                  </a:cubicBezTo>
                  <a:lnTo>
                    <a:pt x="737" y="2571"/>
                  </a:lnTo>
                  <a:cubicBezTo>
                    <a:pt x="680" y="2571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72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07" y="2611"/>
                    <a:pt x="907" y="2620"/>
                    <a:pt x="972" y="2628"/>
                  </a:cubicBezTo>
                  <a:lnTo>
                    <a:pt x="1085" y="2628"/>
                  </a:lnTo>
                  <a:lnTo>
                    <a:pt x="1150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07" y="2611"/>
                  </a:lnTo>
                  <a:cubicBezTo>
                    <a:pt x="1207" y="2603"/>
                    <a:pt x="1207" y="2603"/>
                    <a:pt x="1272" y="2603"/>
                  </a:cubicBezTo>
                  <a:cubicBezTo>
                    <a:pt x="1312" y="2603"/>
                    <a:pt x="1353" y="2603"/>
                    <a:pt x="1393" y="2595"/>
                  </a:cubicBezTo>
                  <a:lnTo>
                    <a:pt x="1329" y="2595"/>
                  </a:lnTo>
                  <a:cubicBezTo>
                    <a:pt x="1272" y="2595"/>
                    <a:pt x="1272" y="2595"/>
                    <a:pt x="1393" y="2587"/>
                  </a:cubicBezTo>
                  <a:lnTo>
                    <a:pt x="1337" y="2587"/>
                  </a:lnTo>
                  <a:cubicBezTo>
                    <a:pt x="1215" y="2587"/>
                    <a:pt x="1215" y="2579"/>
                    <a:pt x="1337" y="2579"/>
                  </a:cubicBezTo>
                  <a:lnTo>
                    <a:pt x="1337" y="2571"/>
                  </a:lnTo>
                  <a:cubicBezTo>
                    <a:pt x="1316" y="2567"/>
                    <a:pt x="1296" y="2565"/>
                    <a:pt x="1276" y="2565"/>
                  </a:cubicBezTo>
                  <a:cubicBezTo>
                    <a:pt x="1256" y="2565"/>
                    <a:pt x="1235" y="2567"/>
                    <a:pt x="1215" y="2571"/>
                  </a:cubicBezTo>
                  <a:cubicBezTo>
                    <a:pt x="1093" y="2571"/>
                    <a:pt x="1093" y="2571"/>
                    <a:pt x="1158" y="2563"/>
                  </a:cubicBezTo>
                  <a:lnTo>
                    <a:pt x="1280" y="2563"/>
                  </a:lnTo>
                  <a:cubicBezTo>
                    <a:pt x="1337" y="2563"/>
                    <a:pt x="1337" y="2555"/>
                    <a:pt x="1337" y="2555"/>
                  </a:cubicBezTo>
                  <a:cubicBezTo>
                    <a:pt x="1337" y="2555"/>
                    <a:pt x="1337" y="2547"/>
                    <a:pt x="1280" y="2547"/>
                  </a:cubicBezTo>
                  <a:lnTo>
                    <a:pt x="1337" y="2547"/>
                  </a:lnTo>
                  <a:cubicBezTo>
                    <a:pt x="1337" y="2547"/>
                    <a:pt x="1337" y="2538"/>
                    <a:pt x="1402" y="2530"/>
                  </a:cubicBezTo>
                  <a:cubicBezTo>
                    <a:pt x="1439" y="2530"/>
                    <a:pt x="1402" y="2523"/>
                    <a:pt x="1336" y="2523"/>
                  </a:cubicBezTo>
                  <a:cubicBezTo>
                    <a:pt x="1303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02" y="2522"/>
                    <a:pt x="1102" y="2514"/>
                    <a:pt x="1102" y="2514"/>
                  </a:cubicBezTo>
                  <a:lnTo>
                    <a:pt x="1223" y="2514"/>
                  </a:lnTo>
                  <a:cubicBezTo>
                    <a:pt x="1402" y="2514"/>
                    <a:pt x="1466" y="2514"/>
                    <a:pt x="1288" y="2506"/>
                  </a:cubicBezTo>
                  <a:lnTo>
                    <a:pt x="1345" y="2506"/>
                  </a:lnTo>
                  <a:cubicBezTo>
                    <a:pt x="1402" y="2506"/>
                    <a:pt x="1402" y="2506"/>
                    <a:pt x="1345" y="2498"/>
                  </a:cubicBezTo>
                  <a:cubicBezTo>
                    <a:pt x="1345" y="2498"/>
                    <a:pt x="1223" y="2490"/>
                    <a:pt x="1166" y="2490"/>
                  </a:cubicBezTo>
                  <a:cubicBezTo>
                    <a:pt x="1288" y="2490"/>
                    <a:pt x="1288" y="2482"/>
                    <a:pt x="1166" y="2474"/>
                  </a:cubicBezTo>
                  <a:lnTo>
                    <a:pt x="1231" y="2474"/>
                  </a:lnTo>
                  <a:cubicBezTo>
                    <a:pt x="1288" y="2474"/>
                    <a:pt x="1345" y="2474"/>
                    <a:pt x="1288" y="2457"/>
                  </a:cubicBezTo>
                  <a:cubicBezTo>
                    <a:pt x="1296" y="2449"/>
                    <a:pt x="1296" y="2441"/>
                    <a:pt x="1353" y="2441"/>
                  </a:cubicBezTo>
                  <a:cubicBezTo>
                    <a:pt x="1418" y="2441"/>
                    <a:pt x="1296" y="2425"/>
                    <a:pt x="1175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296" y="2401"/>
                  </a:cubicBezTo>
                  <a:cubicBezTo>
                    <a:pt x="1183" y="2393"/>
                    <a:pt x="1239" y="2384"/>
                    <a:pt x="1361" y="2384"/>
                  </a:cubicBezTo>
                  <a:cubicBezTo>
                    <a:pt x="1418" y="2384"/>
                    <a:pt x="1418" y="2384"/>
                    <a:pt x="1426" y="2376"/>
                  </a:cubicBezTo>
                  <a:cubicBezTo>
                    <a:pt x="1361" y="2376"/>
                    <a:pt x="1361" y="2368"/>
                    <a:pt x="1361" y="2360"/>
                  </a:cubicBezTo>
                  <a:cubicBezTo>
                    <a:pt x="1369" y="2352"/>
                    <a:pt x="1369" y="2352"/>
                    <a:pt x="1248" y="2352"/>
                  </a:cubicBezTo>
                  <a:cubicBezTo>
                    <a:pt x="1126" y="2352"/>
                    <a:pt x="1126" y="2344"/>
                    <a:pt x="1126" y="2344"/>
                  </a:cubicBezTo>
                  <a:cubicBezTo>
                    <a:pt x="1126" y="2336"/>
                    <a:pt x="1126" y="2336"/>
                    <a:pt x="1191" y="2336"/>
                  </a:cubicBezTo>
                  <a:cubicBezTo>
                    <a:pt x="1207" y="2336"/>
                    <a:pt x="1231" y="2336"/>
                    <a:pt x="1248" y="2328"/>
                  </a:cubicBezTo>
                  <a:cubicBezTo>
                    <a:pt x="1248" y="2328"/>
                    <a:pt x="1248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69" y="2303"/>
                    <a:pt x="1434" y="2303"/>
                  </a:cubicBezTo>
                  <a:cubicBezTo>
                    <a:pt x="1434" y="2295"/>
                    <a:pt x="1434" y="2295"/>
                    <a:pt x="1377" y="2295"/>
                  </a:cubicBezTo>
                  <a:cubicBezTo>
                    <a:pt x="1312" y="2295"/>
                    <a:pt x="1256" y="2295"/>
                    <a:pt x="1312" y="2279"/>
                  </a:cubicBezTo>
                  <a:cubicBezTo>
                    <a:pt x="1321" y="2279"/>
                    <a:pt x="1321" y="2271"/>
                    <a:pt x="1256" y="2271"/>
                  </a:cubicBezTo>
                  <a:cubicBezTo>
                    <a:pt x="1256" y="2263"/>
                    <a:pt x="1256" y="2263"/>
                    <a:pt x="1321" y="2263"/>
                  </a:cubicBezTo>
                  <a:cubicBezTo>
                    <a:pt x="1442" y="2263"/>
                    <a:pt x="1442" y="2255"/>
                    <a:pt x="1321" y="2255"/>
                  </a:cubicBezTo>
                  <a:cubicBezTo>
                    <a:pt x="1264" y="2255"/>
                    <a:pt x="1264" y="2247"/>
                    <a:pt x="1321" y="2247"/>
                  </a:cubicBezTo>
                  <a:cubicBezTo>
                    <a:pt x="1321" y="2247"/>
                    <a:pt x="1321" y="2247"/>
                    <a:pt x="1264" y="2238"/>
                  </a:cubicBezTo>
                  <a:cubicBezTo>
                    <a:pt x="1199" y="2238"/>
                    <a:pt x="1199" y="2238"/>
                    <a:pt x="1264" y="2230"/>
                  </a:cubicBezTo>
                  <a:cubicBezTo>
                    <a:pt x="1321" y="2230"/>
                    <a:pt x="1321" y="2230"/>
                    <a:pt x="1321" y="2222"/>
                  </a:cubicBezTo>
                  <a:cubicBezTo>
                    <a:pt x="1264" y="2214"/>
                    <a:pt x="1272" y="2182"/>
                    <a:pt x="1329" y="2182"/>
                  </a:cubicBezTo>
                  <a:cubicBezTo>
                    <a:pt x="1272" y="2174"/>
                    <a:pt x="1272" y="2174"/>
                    <a:pt x="1272" y="2174"/>
                  </a:cubicBezTo>
                  <a:cubicBezTo>
                    <a:pt x="1385" y="2174"/>
                    <a:pt x="1337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60" y="2165"/>
                    <a:pt x="1272" y="2165"/>
                  </a:cubicBezTo>
                  <a:cubicBezTo>
                    <a:pt x="1393" y="2165"/>
                    <a:pt x="1393" y="2165"/>
                    <a:pt x="1272" y="2157"/>
                  </a:cubicBezTo>
                  <a:cubicBezTo>
                    <a:pt x="1158" y="2157"/>
                    <a:pt x="1158" y="2149"/>
                    <a:pt x="1272" y="2149"/>
                  </a:cubicBezTo>
                  <a:lnTo>
                    <a:pt x="1280" y="2149"/>
                  </a:lnTo>
                  <a:cubicBezTo>
                    <a:pt x="1037" y="2141"/>
                    <a:pt x="980" y="2133"/>
                    <a:pt x="1215" y="2133"/>
                  </a:cubicBezTo>
                  <a:cubicBezTo>
                    <a:pt x="1280" y="2133"/>
                    <a:pt x="1337" y="2133"/>
                    <a:pt x="1402" y="2125"/>
                  </a:cubicBezTo>
                  <a:cubicBezTo>
                    <a:pt x="1375" y="2125"/>
                    <a:pt x="1348" y="2121"/>
                    <a:pt x="1321" y="2121"/>
                  </a:cubicBezTo>
                  <a:cubicBezTo>
                    <a:pt x="1307" y="2121"/>
                    <a:pt x="1293" y="2122"/>
                    <a:pt x="1280" y="2125"/>
                  </a:cubicBezTo>
                  <a:cubicBezTo>
                    <a:pt x="1158" y="2125"/>
                    <a:pt x="1158" y="2125"/>
                    <a:pt x="1280" y="2117"/>
                  </a:cubicBezTo>
                  <a:cubicBezTo>
                    <a:pt x="1458" y="2109"/>
                    <a:pt x="1458" y="2101"/>
                    <a:pt x="1345" y="2093"/>
                  </a:cubicBezTo>
                  <a:cubicBezTo>
                    <a:pt x="1256" y="2081"/>
                    <a:pt x="1232" y="2073"/>
                    <a:pt x="1273" y="2073"/>
                  </a:cubicBezTo>
                  <a:cubicBezTo>
                    <a:pt x="1288" y="2073"/>
                    <a:pt x="1312" y="2074"/>
                    <a:pt x="1345" y="2076"/>
                  </a:cubicBezTo>
                  <a:cubicBezTo>
                    <a:pt x="1406" y="2080"/>
                    <a:pt x="1436" y="2082"/>
                    <a:pt x="1443" y="2082"/>
                  </a:cubicBezTo>
                  <a:cubicBezTo>
                    <a:pt x="1450" y="2082"/>
                    <a:pt x="1434" y="2080"/>
                    <a:pt x="1402" y="2076"/>
                  </a:cubicBezTo>
                  <a:cubicBezTo>
                    <a:pt x="1410" y="2076"/>
                    <a:pt x="1410" y="2068"/>
                    <a:pt x="1410" y="2060"/>
                  </a:cubicBezTo>
                  <a:cubicBezTo>
                    <a:pt x="1385" y="2060"/>
                    <a:pt x="1361" y="2057"/>
                    <a:pt x="1337" y="2057"/>
                  </a:cubicBezTo>
                  <a:lnTo>
                    <a:pt x="1337" y="2057"/>
                  </a:lnTo>
                  <a:cubicBezTo>
                    <a:pt x="1423" y="2050"/>
                    <a:pt x="1450" y="2044"/>
                    <a:pt x="1353" y="2044"/>
                  </a:cubicBezTo>
                  <a:lnTo>
                    <a:pt x="1353" y="2036"/>
                  </a:lnTo>
                  <a:cubicBezTo>
                    <a:pt x="1353" y="2036"/>
                    <a:pt x="1353" y="2036"/>
                    <a:pt x="1296" y="2028"/>
                  </a:cubicBezTo>
                  <a:cubicBezTo>
                    <a:pt x="1231" y="2028"/>
                    <a:pt x="1296" y="2020"/>
                    <a:pt x="1353" y="2020"/>
                  </a:cubicBezTo>
                  <a:cubicBezTo>
                    <a:pt x="1410" y="2020"/>
                    <a:pt x="1475" y="2011"/>
                    <a:pt x="1418" y="2011"/>
                  </a:cubicBezTo>
                  <a:cubicBezTo>
                    <a:pt x="1353" y="2011"/>
                    <a:pt x="1296" y="2011"/>
                    <a:pt x="1239" y="2003"/>
                  </a:cubicBezTo>
                  <a:cubicBezTo>
                    <a:pt x="1196" y="2003"/>
                    <a:pt x="1211" y="2000"/>
                    <a:pt x="1242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7" y="2003"/>
                    <a:pt x="1377" y="2003"/>
                    <a:pt x="1418" y="1995"/>
                  </a:cubicBezTo>
                  <a:cubicBezTo>
                    <a:pt x="1418" y="1995"/>
                    <a:pt x="1418" y="1987"/>
                    <a:pt x="1361" y="1987"/>
                  </a:cubicBezTo>
                  <a:cubicBezTo>
                    <a:pt x="1296" y="1987"/>
                    <a:pt x="1304" y="1971"/>
                    <a:pt x="1361" y="1963"/>
                  </a:cubicBezTo>
                  <a:lnTo>
                    <a:pt x="1361" y="1955"/>
                  </a:lnTo>
                  <a:cubicBezTo>
                    <a:pt x="1361" y="1955"/>
                    <a:pt x="1304" y="1955"/>
                    <a:pt x="1304" y="1947"/>
                  </a:cubicBezTo>
                  <a:lnTo>
                    <a:pt x="1248" y="1947"/>
                  </a:lnTo>
                  <a:cubicBezTo>
                    <a:pt x="1248" y="1938"/>
                    <a:pt x="1248" y="1938"/>
                    <a:pt x="1304" y="1938"/>
                  </a:cubicBezTo>
                  <a:cubicBezTo>
                    <a:pt x="1191" y="1930"/>
                    <a:pt x="1191" y="1930"/>
                    <a:pt x="1304" y="1930"/>
                  </a:cubicBezTo>
                  <a:cubicBezTo>
                    <a:pt x="1248" y="1922"/>
                    <a:pt x="1248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1" y="1914"/>
                    <a:pt x="1134" y="1906"/>
                    <a:pt x="1248" y="1906"/>
                  </a:cubicBezTo>
                  <a:cubicBezTo>
                    <a:pt x="1248" y="1906"/>
                    <a:pt x="1248" y="1906"/>
                    <a:pt x="1191" y="1898"/>
                  </a:cubicBezTo>
                  <a:cubicBezTo>
                    <a:pt x="1312" y="1890"/>
                    <a:pt x="1312" y="1890"/>
                    <a:pt x="1191" y="1890"/>
                  </a:cubicBezTo>
                  <a:cubicBezTo>
                    <a:pt x="1191" y="1890"/>
                    <a:pt x="1134" y="1882"/>
                    <a:pt x="1191" y="1882"/>
                  </a:cubicBezTo>
                  <a:cubicBezTo>
                    <a:pt x="1256" y="1874"/>
                    <a:pt x="1321" y="1857"/>
                    <a:pt x="1199" y="1857"/>
                  </a:cubicBezTo>
                  <a:lnTo>
                    <a:pt x="1199" y="1849"/>
                  </a:lnTo>
                  <a:cubicBezTo>
                    <a:pt x="1256" y="1849"/>
                    <a:pt x="1256" y="1841"/>
                    <a:pt x="1199" y="1841"/>
                  </a:cubicBezTo>
                  <a:lnTo>
                    <a:pt x="1142" y="1841"/>
                  </a:lnTo>
                  <a:cubicBezTo>
                    <a:pt x="1183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199" y="1825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2"/>
            <p:cNvSpPr/>
            <p:nvPr/>
          </p:nvSpPr>
          <p:spPr>
            <a:xfrm>
              <a:off x="8273607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4" y="19"/>
                  </a:moveTo>
                  <a:cubicBezTo>
                    <a:pt x="744" y="19"/>
                    <a:pt x="805" y="21"/>
                    <a:pt x="866" y="25"/>
                  </a:cubicBezTo>
                  <a:cubicBezTo>
                    <a:pt x="852" y="28"/>
                    <a:pt x="839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4" y="21"/>
                    <a:pt x="684" y="19"/>
                    <a:pt x="714" y="19"/>
                  </a:cubicBezTo>
                  <a:close/>
                  <a:moveTo>
                    <a:pt x="1397" y="19"/>
                  </a:moveTo>
                  <a:cubicBezTo>
                    <a:pt x="1377" y="19"/>
                    <a:pt x="1356" y="21"/>
                    <a:pt x="1336" y="25"/>
                  </a:cubicBezTo>
                  <a:cubicBezTo>
                    <a:pt x="1350" y="28"/>
                    <a:pt x="1363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8" y="21"/>
                    <a:pt x="1417" y="19"/>
                    <a:pt x="1397" y="19"/>
                  </a:cubicBezTo>
                  <a:close/>
                  <a:moveTo>
                    <a:pt x="801" y="455"/>
                  </a:moveTo>
                  <a:cubicBezTo>
                    <a:pt x="842" y="455"/>
                    <a:pt x="882" y="455"/>
                    <a:pt x="923" y="463"/>
                  </a:cubicBezTo>
                  <a:cubicBezTo>
                    <a:pt x="866" y="463"/>
                    <a:pt x="801" y="463"/>
                    <a:pt x="744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50" y="568"/>
                    <a:pt x="1085" y="568"/>
                  </a:cubicBezTo>
                  <a:lnTo>
                    <a:pt x="1028" y="568"/>
                  </a:lnTo>
                  <a:cubicBezTo>
                    <a:pt x="963" y="560"/>
                    <a:pt x="906" y="560"/>
                    <a:pt x="971" y="560"/>
                  </a:cubicBezTo>
                  <a:close/>
                  <a:moveTo>
                    <a:pt x="1012" y="682"/>
                  </a:moveTo>
                  <a:cubicBezTo>
                    <a:pt x="1028" y="682"/>
                    <a:pt x="1052" y="682"/>
                    <a:pt x="1069" y="690"/>
                  </a:cubicBezTo>
                  <a:lnTo>
                    <a:pt x="947" y="690"/>
                  </a:lnTo>
                  <a:cubicBezTo>
                    <a:pt x="971" y="682"/>
                    <a:pt x="988" y="682"/>
                    <a:pt x="1012" y="682"/>
                  </a:cubicBezTo>
                  <a:close/>
                  <a:moveTo>
                    <a:pt x="1125" y="714"/>
                  </a:moveTo>
                  <a:lnTo>
                    <a:pt x="1061" y="722"/>
                  </a:lnTo>
                  <a:lnTo>
                    <a:pt x="1061" y="714"/>
                  </a:lnTo>
                  <a:close/>
                  <a:moveTo>
                    <a:pt x="1158" y="724"/>
                  </a:moveTo>
                  <a:cubicBezTo>
                    <a:pt x="1150" y="724"/>
                    <a:pt x="1150" y="726"/>
                    <a:pt x="1182" y="730"/>
                  </a:cubicBezTo>
                  <a:cubicBezTo>
                    <a:pt x="1182" y="726"/>
                    <a:pt x="1166" y="724"/>
                    <a:pt x="1158" y="724"/>
                  </a:cubicBezTo>
                  <a:close/>
                  <a:moveTo>
                    <a:pt x="1117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089" y="767"/>
                    <a:pt x="1103" y="767"/>
                    <a:pt x="1110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09" y="777"/>
                  </a:cubicBezTo>
                  <a:cubicBezTo>
                    <a:pt x="1101" y="777"/>
                    <a:pt x="1085" y="775"/>
                    <a:pt x="1052" y="771"/>
                  </a:cubicBezTo>
                  <a:cubicBezTo>
                    <a:pt x="996" y="771"/>
                    <a:pt x="996" y="763"/>
                    <a:pt x="1061" y="763"/>
                  </a:cubicBezTo>
                  <a:close/>
                  <a:moveTo>
                    <a:pt x="692" y="789"/>
                  </a:moveTo>
                  <a:cubicBezTo>
                    <a:pt x="712" y="789"/>
                    <a:pt x="732" y="791"/>
                    <a:pt x="752" y="795"/>
                  </a:cubicBezTo>
                  <a:lnTo>
                    <a:pt x="631" y="795"/>
                  </a:lnTo>
                  <a:cubicBezTo>
                    <a:pt x="651" y="791"/>
                    <a:pt x="671" y="789"/>
                    <a:pt x="692" y="789"/>
                  </a:cubicBezTo>
                  <a:close/>
                  <a:moveTo>
                    <a:pt x="809" y="828"/>
                  </a:moveTo>
                  <a:lnTo>
                    <a:pt x="744" y="836"/>
                  </a:lnTo>
                  <a:cubicBezTo>
                    <a:pt x="688" y="836"/>
                    <a:pt x="688" y="828"/>
                    <a:pt x="688" y="828"/>
                  </a:cubicBezTo>
                  <a:close/>
                  <a:moveTo>
                    <a:pt x="1012" y="1087"/>
                  </a:moveTo>
                  <a:cubicBezTo>
                    <a:pt x="1052" y="1087"/>
                    <a:pt x="1093" y="1087"/>
                    <a:pt x="1133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09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3" y="1225"/>
                    <a:pt x="1052" y="1217"/>
                  </a:cubicBezTo>
                  <a:cubicBezTo>
                    <a:pt x="1052" y="1209"/>
                    <a:pt x="1052" y="1209"/>
                    <a:pt x="1109" y="1209"/>
                  </a:cubicBezTo>
                  <a:close/>
                  <a:moveTo>
                    <a:pt x="655" y="1468"/>
                  </a:moveTo>
                  <a:lnTo>
                    <a:pt x="655" y="1476"/>
                  </a:lnTo>
                  <a:lnTo>
                    <a:pt x="777" y="1476"/>
                  </a:lnTo>
                  <a:cubicBezTo>
                    <a:pt x="736" y="1468"/>
                    <a:pt x="696" y="1468"/>
                    <a:pt x="655" y="1468"/>
                  </a:cubicBezTo>
                  <a:close/>
                  <a:moveTo>
                    <a:pt x="1069" y="1525"/>
                  </a:moveTo>
                  <a:cubicBezTo>
                    <a:pt x="1077" y="1525"/>
                    <a:pt x="1088" y="1525"/>
                    <a:pt x="1099" y="1525"/>
                  </a:cubicBezTo>
                  <a:lnTo>
                    <a:pt x="1099" y="1525"/>
                  </a:lnTo>
                  <a:cubicBezTo>
                    <a:pt x="1099" y="1525"/>
                    <a:pt x="1099" y="1525"/>
                    <a:pt x="1099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1" y="1"/>
                    <a:pt x="679" y="9"/>
                  </a:cubicBezTo>
                  <a:cubicBezTo>
                    <a:pt x="623" y="25"/>
                    <a:pt x="558" y="33"/>
                    <a:pt x="679" y="33"/>
                  </a:cubicBezTo>
                  <a:lnTo>
                    <a:pt x="736" y="33"/>
                  </a:lnTo>
                  <a:cubicBezTo>
                    <a:pt x="720" y="41"/>
                    <a:pt x="696" y="41"/>
                    <a:pt x="679" y="41"/>
                  </a:cubicBezTo>
                  <a:cubicBezTo>
                    <a:pt x="615" y="41"/>
                    <a:pt x="615" y="57"/>
                    <a:pt x="615" y="74"/>
                  </a:cubicBezTo>
                  <a:cubicBezTo>
                    <a:pt x="615" y="90"/>
                    <a:pt x="606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34" y="187"/>
                    <a:pt x="598" y="187"/>
                  </a:cubicBezTo>
                  <a:lnTo>
                    <a:pt x="598" y="195"/>
                  </a:lnTo>
                  <a:cubicBezTo>
                    <a:pt x="534" y="195"/>
                    <a:pt x="534" y="203"/>
                    <a:pt x="534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9" y="276"/>
                    <a:pt x="525" y="285"/>
                    <a:pt x="582" y="285"/>
                  </a:cubicBezTo>
                  <a:cubicBezTo>
                    <a:pt x="623" y="285"/>
                    <a:pt x="663" y="285"/>
                    <a:pt x="704" y="293"/>
                  </a:cubicBezTo>
                  <a:lnTo>
                    <a:pt x="582" y="293"/>
                  </a:lnTo>
                  <a:cubicBezTo>
                    <a:pt x="554" y="289"/>
                    <a:pt x="540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88" y="374"/>
                    <a:pt x="688" y="374"/>
                    <a:pt x="631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23" y="406"/>
                  </a:lnTo>
                  <a:cubicBezTo>
                    <a:pt x="744" y="406"/>
                    <a:pt x="744" y="406"/>
                    <a:pt x="623" y="414"/>
                  </a:cubicBezTo>
                  <a:cubicBezTo>
                    <a:pt x="509" y="414"/>
                    <a:pt x="558" y="455"/>
                    <a:pt x="679" y="463"/>
                  </a:cubicBezTo>
                  <a:lnTo>
                    <a:pt x="615" y="463"/>
                  </a:lnTo>
                  <a:cubicBezTo>
                    <a:pt x="558" y="463"/>
                    <a:pt x="558" y="463"/>
                    <a:pt x="558" y="479"/>
                  </a:cubicBezTo>
                  <a:cubicBezTo>
                    <a:pt x="558" y="479"/>
                    <a:pt x="558" y="487"/>
                    <a:pt x="558" y="487"/>
                  </a:cubicBezTo>
                  <a:cubicBezTo>
                    <a:pt x="671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06" y="520"/>
                    <a:pt x="550" y="536"/>
                    <a:pt x="485" y="536"/>
                  </a:cubicBezTo>
                  <a:lnTo>
                    <a:pt x="485" y="544"/>
                  </a:lnTo>
                  <a:cubicBezTo>
                    <a:pt x="550" y="544"/>
                    <a:pt x="542" y="552"/>
                    <a:pt x="542" y="552"/>
                  </a:cubicBezTo>
                  <a:cubicBezTo>
                    <a:pt x="542" y="568"/>
                    <a:pt x="542" y="568"/>
                    <a:pt x="606" y="568"/>
                  </a:cubicBezTo>
                  <a:cubicBezTo>
                    <a:pt x="620" y="566"/>
                    <a:pt x="633" y="565"/>
                    <a:pt x="645" y="565"/>
                  </a:cubicBezTo>
                  <a:cubicBezTo>
                    <a:pt x="670" y="565"/>
                    <a:pt x="693" y="568"/>
                    <a:pt x="720" y="568"/>
                  </a:cubicBezTo>
                  <a:lnTo>
                    <a:pt x="663" y="568"/>
                  </a:lnTo>
                  <a:cubicBezTo>
                    <a:pt x="606" y="568"/>
                    <a:pt x="598" y="576"/>
                    <a:pt x="598" y="593"/>
                  </a:cubicBezTo>
                  <a:cubicBezTo>
                    <a:pt x="598" y="609"/>
                    <a:pt x="598" y="609"/>
                    <a:pt x="534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4" y="625"/>
                    <a:pt x="534" y="641"/>
                    <a:pt x="590" y="649"/>
                  </a:cubicBezTo>
                  <a:cubicBezTo>
                    <a:pt x="469" y="657"/>
                    <a:pt x="469" y="666"/>
                    <a:pt x="590" y="666"/>
                  </a:cubicBezTo>
                  <a:cubicBezTo>
                    <a:pt x="525" y="666"/>
                    <a:pt x="525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9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3" y="722"/>
                    <a:pt x="623" y="722"/>
                    <a:pt x="582" y="714"/>
                  </a:cubicBezTo>
                  <a:cubicBezTo>
                    <a:pt x="525" y="714"/>
                    <a:pt x="525" y="722"/>
                    <a:pt x="639" y="730"/>
                  </a:cubicBezTo>
                  <a:cubicBezTo>
                    <a:pt x="601" y="730"/>
                    <a:pt x="560" y="727"/>
                    <a:pt x="555" y="727"/>
                  </a:cubicBezTo>
                  <a:lnTo>
                    <a:pt x="555" y="727"/>
                  </a:lnTo>
                  <a:cubicBezTo>
                    <a:pt x="553" y="727"/>
                    <a:pt x="561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1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6" y="852"/>
                    <a:pt x="647" y="852"/>
                    <a:pt x="679" y="852"/>
                  </a:cubicBezTo>
                  <a:cubicBezTo>
                    <a:pt x="501" y="852"/>
                    <a:pt x="501" y="860"/>
                    <a:pt x="679" y="860"/>
                  </a:cubicBezTo>
                  <a:cubicBezTo>
                    <a:pt x="623" y="868"/>
                    <a:pt x="623" y="868"/>
                    <a:pt x="679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15" y="893"/>
                  </a:cubicBezTo>
                  <a:cubicBezTo>
                    <a:pt x="701" y="898"/>
                    <a:pt x="726" y="904"/>
                    <a:pt x="690" y="904"/>
                  </a:cubicBezTo>
                  <a:cubicBezTo>
                    <a:pt x="675" y="904"/>
                    <a:pt x="650" y="903"/>
                    <a:pt x="615" y="901"/>
                  </a:cubicBezTo>
                  <a:cubicBezTo>
                    <a:pt x="493" y="901"/>
                    <a:pt x="558" y="917"/>
                    <a:pt x="671" y="917"/>
                  </a:cubicBezTo>
                  <a:cubicBezTo>
                    <a:pt x="793" y="925"/>
                    <a:pt x="793" y="925"/>
                    <a:pt x="736" y="925"/>
                  </a:cubicBezTo>
                  <a:cubicBezTo>
                    <a:pt x="715" y="922"/>
                    <a:pt x="700" y="921"/>
                    <a:pt x="691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5" y="933"/>
                  </a:cubicBezTo>
                  <a:cubicBezTo>
                    <a:pt x="615" y="933"/>
                    <a:pt x="615" y="933"/>
                    <a:pt x="671" y="941"/>
                  </a:cubicBezTo>
                  <a:cubicBezTo>
                    <a:pt x="785" y="949"/>
                    <a:pt x="728" y="957"/>
                    <a:pt x="606" y="957"/>
                  </a:cubicBezTo>
                  <a:lnTo>
                    <a:pt x="663" y="966"/>
                  </a:lnTo>
                  <a:cubicBezTo>
                    <a:pt x="785" y="966"/>
                    <a:pt x="842" y="974"/>
                    <a:pt x="728" y="974"/>
                  </a:cubicBezTo>
                  <a:lnTo>
                    <a:pt x="663" y="974"/>
                  </a:lnTo>
                  <a:cubicBezTo>
                    <a:pt x="785" y="974"/>
                    <a:pt x="720" y="990"/>
                    <a:pt x="606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3" y="998"/>
                  </a:cubicBezTo>
                  <a:cubicBezTo>
                    <a:pt x="598" y="998"/>
                    <a:pt x="542" y="1006"/>
                    <a:pt x="598" y="1006"/>
                  </a:cubicBezTo>
                  <a:cubicBezTo>
                    <a:pt x="598" y="1006"/>
                    <a:pt x="598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8" y="1022"/>
                    <a:pt x="598" y="1030"/>
                    <a:pt x="534" y="1030"/>
                  </a:cubicBezTo>
                  <a:cubicBezTo>
                    <a:pt x="534" y="1030"/>
                    <a:pt x="534" y="1039"/>
                    <a:pt x="598" y="1039"/>
                  </a:cubicBezTo>
                  <a:cubicBezTo>
                    <a:pt x="590" y="1047"/>
                    <a:pt x="590" y="1055"/>
                    <a:pt x="534" y="1055"/>
                  </a:cubicBezTo>
                  <a:cubicBezTo>
                    <a:pt x="590" y="1055"/>
                    <a:pt x="590" y="1055"/>
                    <a:pt x="590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47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82" y="1103"/>
                    <a:pt x="582" y="1120"/>
                  </a:cubicBezTo>
                  <a:cubicBezTo>
                    <a:pt x="582" y="1128"/>
                    <a:pt x="582" y="1128"/>
                    <a:pt x="639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9" y="1144"/>
                  </a:lnTo>
                  <a:cubicBezTo>
                    <a:pt x="582" y="1144"/>
                    <a:pt x="582" y="1152"/>
                    <a:pt x="639" y="1160"/>
                  </a:cubicBezTo>
                  <a:lnTo>
                    <a:pt x="582" y="1160"/>
                  </a:lnTo>
                  <a:lnTo>
                    <a:pt x="574" y="1168"/>
                  </a:lnTo>
                  <a:cubicBezTo>
                    <a:pt x="696" y="1168"/>
                    <a:pt x="631" y="1193"/>
                    <a:pt x="574" y="1193"/>
                  </a:cubicBezTo>
                  <a:cubicBezTo>
                    <a:pt x="574" y="1193"/>
                    <a:pt x="574" y="1193"/>
                    <a:pt x="631" y="1201"/>
                  </a:cubicBezTo>
                  <a:cubicBezTo>
                    <a:pt x="752" y="1201"/>
                    <a:pt x="752" y="1209"/>
                    <a:pt x="631" y="1209"/>
                  </a:cubicBezTo>
                  <a:cubicBezTo>
                    <a:pt x="688" y="1209"/>
                    <a:pt x="688" y="1225"/>
                    <a:pt x="566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66" y="1233"/>
                    <a:pt x="566" y="1233"/>
                    <a:pt x="566" y="1241"/>
                  </a:cubicBezTo>
                  <a:cubicBezTo>
                    <a:pt x="566" y="1247"/>
                    <a:pt x="594" y="1253"/>
                    <a:pt x="611" y="1258"/>
                  </a:cubicBezTo>
                  <a:lnTo>
                    <a:pt x="611" y="1258"/>
                  </a:lnTo>
                  <a:cubicBezTo>
                    <a:pt x="626" y="1257"/>
                    <a:pt x="641" y="1257"/>
                    <a:pt x="656" y="1257"/>
                  </a:cubicBezTo>
                  <a:cubicBezTo>
                    <a:pt x="666" y="1257"/>
                    <a:pt x="677" y="1257"/>
                    <a:pt x="688" y="1257"/>
                  </a:cubicBezTo>
                  <a:cubicBezTo>
                    <a:pt x="845" y="1266"/>
                    <a:pt x="962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20" y="1428"/>
                  </a:cubicBezTo>
                  <a:lnTo>
                    <a:pt x="1020" y="1436"/>
                  </a:lnTo>
                  <a:lnTo>
                    <a:pt x="1045" y="1436"/>
                  </a:lnTo>
                  <a:cubicBezTo>
                    <a:pt x="1043" y="1433"/>
                    <a:pt x="1041" y="1430"/>
                    <a:pt x="1038" y="1428"/>
                  </a:cubicBezTo>
                  <a:lnTo>
                    <a:pt x="1038" y="1428"/>
                  </a:lnTo>
                  <a:cubicBezTo>
                    <a:pt x="1073" y="1428"/>
                    <a:pt x="1107" y="1429"/>
                    <a:pt x="1142" y="1436"/>
                  </a:cubicBezTo>
                  <a:lnTo>
                    <a:pt x="1045" y="1436"/>
                  </a:lnTo>
                  <a:cubicBezTo>
                    <a:pt x="1066" y="1464"/>
                    <a:pt x="1084" y="1493"/>
                    <a:pt x="1099" y="1525"/>
                  </a:cubicBezTo>
                  <a:lnTo>
                    <a:pt x="1247" y="1525"/>
                  </a:lnTo>
                  <a:cubicBezTo>
                    <a:pt x="1247" y="1528"/>
                    <a:pt x="1233" y="1529"/>
                    <a:pt x="1213" y="1529"/>
                  </a:cubicBezTo>
                  <a:cubicBezTo>
                    <a:pt x="1182" y="1529"/>
                    <a:pt x="1136" y="1526"/>
                    <a:pt x="1099" y="1525"/>
                  </a:cubicBezTo>
                  <a:lnTo>
                    <a:pt x="1099" y="1525"/>
                  </a:lnTo>
                  <a:cubicBezTo>
                    <a:pt x="1110" y="1549"/>
                    <a:pt x="1119" y="1573"/>
                    <a:pt x="1126" y="1598"/>
                  </a:cubicBezTo>
                  <a:lnTo>
                    <a:pt x="1126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7" y="1601"/>
                    <a:pt x="1126" y="1598"/>
                  </a:cubicBezTo>
                  <a:lnTo>
                    <a:pt x="1126" y="1598"/>
                  </a:lnTo>
                  <a:cubicBezTo>
                    <a:pt x="1164" y="1598"/>
                    <a:pt x="1201" y="1599"/>
                    <a:pt x="1239" y="1606"/>
                  </a:cubicBezTo>
                  <a:lnTo>
                    <a:pt x="1128" y="1606"/>
                  </a:lnTo>
                  <a:cubicBezTo>
                    <a:pt x="1129" y="1609"/>
                    <a:pt x="1130" y="1612"/>
                    <a:pt x="1130" y="1615"/>
                  </a:cubicBezTo>
                  <a:lnTo>
                    <a:pt x="1130" y="1615"/>
                  </a:lnTo>
                  <a:cubicBezTo>
                    <a:pt x="1143" y="1614"/>
                    <a:pt x="1157" y="1614"/>
                    <a:pt x="1174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7" y="1598"/>
                    <a:pt x="1352" y="1590"/>
                    <a:pt x="1296" y="1590"/>
                  </a:cubicBezTo>
                  <a:cubicBezTo>
                    <a:pt x="1255" y="1593"/>
                    <a:pt x="1234" y="1593"/>
                    <a:pt x="1227" y="1593"/>
                  </a:cubicBezTo>
                  <a:cubicBezTo>
                    <a:pt x="1213" y="1593"/>
                    <a:pt x="1252" y="1590"/>
                    <a:pt x="1296" y="1590"/>
                  </a:cubicBezTo>
                  <a:cubicBezTo>
                    <a:pt x="1352" y="1590"/>
                    <a:pt x="1417" y="1582"/>
                    <a:pt x="1352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1" y="1533"/>
                  </a:cubicBezTo>
                  <a:cubicBezTo>
                    <a:pt x="1380" y="1535"/>
                    <a:pt x="1393" y="1536"/>
                    <a:pt x="1401" y="1536"/>
                  </a:cubicBezTo>
                  <a:cubicBezTo>
                    <a:pt x="1420" y="1536"/>
                    <a:pt x="1406" y="1531"/>
                    <a:pt x="1361" y="1525"/>
                  </a:cubicBezTo>
                  <a:cubicBezTo>
                    <a:pt x="1361" y="1525"/>
                    <a:pt x="1247" y="1525"/>
                    <a:pt x="1247" y="1517"/>
                  </a:cubicBezTo>
                  <a:cubicBezTo>
                    <a:pt x="1206" y="1517"/>
                    <a:pt x="1166" y="1517"/>
                    <a:pt x="1125" y="1509"/>
                  </a:cubicBezTo>
                  <a:lnTo>
                    <a:pt x="1247" y="1509"/>
                  </a:lnTo>
                  <a:cubicBezTo>
                    <a:pt x="1304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47" y="1476"/>
                  </a:cubicBezTo>
                  <a:cubicBezTo>
                    <a:pt x="1369" y="1476"/>
                    <a:pt x="1377" y="1460"/>
                    <a:pt x="1255" y="1452"/>
                  </a:cubicBezTo>
                  <a:cubicBezTo>
                    <a:pt x="1198" y="1452"/>
                    <a:pt x="1198" y="1452"/>
                    <a:pt x="1255" y="1444"/>
                  </a:cubicBezTo>
                  <a:cubicBezTo>
                    <a:pt x="1198" y="1436"/>
                    <a:pt x="1255" y="1436"/>
                    <a:pt x="1320" y="1436"/>
                  </a:cubicBezTo>
                  <a:cubicBezTo>
                    <a:pt x="1433" y="1428"/>
                    <a:pt x="1442" y="1428"/>
                    <a:pt x="1377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1" y="1406"/>
                    <a:pt x="1263" y="1400"/>
                    <a:pt x="1234" y="1400"/>
                  </a:cubicBezTo>
                  <a:cubicBezTo>
                    <a:pt x="1222" y="1400"/>
                    <a:pt x="1210" y="1401"/>
                    <a:pt x="1198" y="1403"/>
                  </a:cubicBezTo>
                  <a:cubicBezTo>
                    <a:pt x="1180" y="1403"/>
                    <a:pt x="1161" y="1403"/>
                    <a:pt x="1145" y="1401"/>
                  </a:cubicBezTo>
                  <a:lnTo>
                    <a:pt x="1145" y="1401"/>
                  </a:lnTo>
                  <a:cubicBezTo>
                    <a:pt x="1145" y="1401"/>
                    <a:pt x="1145" y="1401"/>
                    <a:pt x="1146" y="1401"/>
                  </a:cubicBezTo>
                  <a:cubicBezTo>
                    <a:pt x="1166" y="1401"/>
                    <a:pt x="1186" y="1399"/>
                    <a:pt x="1206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06" y="1355"/>
                  </a:lnTo>
                  <a:cubicBezTo>
                    <a:pt x="1328" y="1355"/>
                    <a:pt x="1336" y="1322"/>
                    <a:pt x="1215" y="1314"/>
                  </a:cubicBezTo>
                  <a:lnTo>
                    <a:pt x="1271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79" y="1266"/>
                    <a:pt x="1223" y="1266"/>
                  </a:cubicBezTo>
                  <a:cubicBezTo>
                    <a:pt x="1223" y="1257"/>
                    <a:pt x="1223" y="1257"/>
                    <a:pt x="1279" y="1257"/>
                  </a:cubicBezTo>
                  <a:cubicBezTo>
                    <a:pt x="1301" y="1260"/>
                    <a:pt x="1315" y="1261"/>
                    <a:pt x="1325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4" y="1249"/>
                    <a:pt x="1263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2" y="1209"/>
                    <a:pt x="1409" y="1201"/>
                    <a:pt x="1288" y="1201"/>
                  </a:cubicBezTo>
                  <a:cubicBezTo>
                    <a:pt x="1296" y="1193"/>
                    <a:pt x="1296" y="1193"/>
                    <a:pt x="1352" y="1193"/>
                  </a:cubicBezTo>
                  <a:cubicBezTo>
                    <a:pt x="1409" y="1193"/>
                    <a:pt x="1474" y="1193"/>
                    <a:pt x="1352" y="1184"/>
                  </a:cubicBezTo>
                  <a:cubicBezTo>
                    <a:pt x="1296" y="1184"/>
                    <a:pt x="1296" y="1168"/>
                    <a:pt x="1352" y="1168"/>
                  </a:cubicBezTo>
                  <a:cubicBezTo>
                    <a:pt x="1352" y="1160"/>
                    <a:pt x="1361" y="1160"/>
                    <a:pt x="1296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296" y="1144"/>
                    <a:pt x="1296" y="1144"/>
                    <a:pt x="1296" y="1144"/>
                  </a:cubicBezTo>
                  <a:cubicBezTo>
                    <a:pt x="1296" y="1144"/>
                    <a:pt x="1239" y="1128"/>
                    <a:pt x="1247" y="1111"/>
                  </a:cubicBezTo>
                  <a:cubicBezTo>
                    <a:pt x="1247" y="1087"/>
                    <a:pt x="1247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47" y="1071"/>
                    <a:pt x="1247" y="1063"/>
                    <a:pt x="1247" y="1063"/>
                  </a:cubicBezTo>
                  <a:cubicBezTo>
                    <a:pt x="1247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55" y="1014"/>
                  </a:cubicBezTo>
                  <a:cubicBezTo>
                    <a:pt x="1320" y="1014"/>
                    <a:pt x="1263" y="998"/>
                    <a:pt x="1198" y="998"/>
                  </a:cubicBezTo>
                  <a:cubicBezTo>
                    <a:pt x="1142" y="998"/>
                    <a:pt x="1142" y="990"/>
                    <a:pt x="1198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20" y="982"/>
                  </a:cubicBezTo>
                  <a:cubicBezTo>
                    <a:pt x="1339" y="984"/>
                    <a:pt x="1352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0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50" y="925"/>
                  </a:cubicBezTo>
                  <a:lnTo>
                    <a:pt x="1328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0" y="917"/>
                    <a:pt x="1150" y="917"/>
                    <a:pt x="1215" y="909"/>
                  </a:cubicBezTo>
                  <a:cubicBezTo>
                    <a:pt x="1271" y="901"/>
                    <a:pt x="1271" y="901"/>
                    <a:pt x="1215" y="901"/>
                  </a:cubicBezTo>
                  <a:cubicBezTo>
                    <a:pt x="1215" y="893"/>
                    <a:pt x="1215" y="893"/>
                    <a:pt x="1279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15" y="876"/>
                  </a:cubicBezTo>
                  <a:cubicBezTo>
                    <a:pt x="1336" y="876"/>
                    <a:pt x="1336" y="868"/>
                    <a:pt x="1279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79" y="844"/>
                  </a:lnTo>
                  <a:cubicBezTo>
                    <a:pt x="1279" y="836"/>
                    <a:pt x="1288" y="836"/>
                    <a:pt x="1223" y="836"/>
                  </a:cubicBezTo>
                  <a:cubicBezTo>
                    <a:pt x="1109" y="828"/>
                    <a:pt x="1109" y="828"/>
                    <a:pt x="1223" y="828"/>
                  </a:cubicBezTo>
                  <a:cubicBezTo>
                    <a:pt x="1288" y="828"/>
                    <a:pt x="1344" y="828"/>
                    <a:pt x="1288" y="820"/>
                  </a:cubicBezTo>
                  <a:cubicBezTo>
                    <a:pt x="1409" y="820"/>
                    <a:pt x="1409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1" y="763"/>
                    <a:pt x="1296" y="755"/>
                  </a:cubicBezTo>
                  <a:lnTo>
                    <a:pt x="1352" y="755"/>
                  </a:lnTo>
                  <a:cubicBezTo>
                    <a:pt x="1231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2" y="730"/>
                  </a:cubicBezTo>
                  <a:cubicBezTo>
                    <a:pt x="1061" y="730"/>
                    <a:pt x="1061" y="730"/>
                    <a:pt x="1117" y="722"/>
                  </a:cubicBezTo>
                  <a:lnTo>
                    <a:pt x="1239" y="722"/>
                  </a:lnTo>
                  <a:cubicBezTo>
                    <a:pt x="1279" y="722"/>
                    <a:pt x="1320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5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39" y="706"/>
                    <a:pt x="1239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82" y="682"/>
                    <a:pt x="1182" y="682"/>
                  </a:cubicBezTo>
                  <a:lnTo>
                    <a:pt x="1369" y="682"/>
                  </a:lnTo>
                  <a:cubicBezTo>
                    <a:pt x="1344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55" y="593"/>
                  </a:cubicBezTo>
                  <a:cubicBezTo>
                    <a:pt x="1301" y="587"/>
                    <a:pt x="1314" y="581"/>
                    <a:pt x="1298" y="581"/>
                  </a:cubicBezTo>
                  <a:cubicBezTo>
                    <a:pt x="1292" y="581"/>
                    <a:pt x="1280" y="582"/>
                    <a:pt x="1263" y="584"/>
                  </a:cubicBezTo>
                  <a:cubicBezTo>
                    <a:pt x="1198" y="584"/>
                    <a:pt x="1198" y="568"/>
                    <a:pt x="1206" y="544"/>
                  </a:cubicBezTo>
                  <a:cubicBezTo>
                    <a:pt x="1206" y="528"/>
                    <a:pt x="1206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6" y="479"/>
                    <a:pt x="1036" y="479"/>
                    <a:pt x="1093" y="479"/>
                  </a:cubicBezTo>
                  <a:cubicBezTo>
                    <a:pt x="1106" y="482"/>
                    <a:pt x="1120" y="483"/>
                    <a:pt x="1133" y="483"/>
                  </a:cubicBezTo>
                  <a:cubicBezTo>
                    <a:pt x="1161" y="483"/>
                    <a:pt x="1188" y="479"/>
                    <a:pt x="1215" y="479"/>
                  </a:cubicBezTo>
                  <a:cubicBezTo>
                    <a:pt x="1174" y="471"/>
                    <a:pt x="1133" y="471"/>
                    <a:pt x="1093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093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79" y="455"/>
                  </a:cubicBezTo>
                  <a:lnTo>
                    <a:pt x="1223" y="447"/>
                  </a:lnTo>
                  <a:cubicBezTo>
                    <a:pt x="1336" y="439"/>
                    <a:pt x="1223" y="439"/>
                    <a:pt x="1158" y="430"/>
                  </a:cubicBezTo>
                  <a:cubicBezTo>
                    <a:pt x="1279" y="430"/>
                    <a:pt x="1279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66" y="382"/>
                    <a:pt x="1174" y="357"/>
                  </a:cubicBezTo>
                  <a:cubicBezTo>
                    <a:pt x="1174" y="325"/>
                    <a:pt x="1182" y="309"/>
                    <a:pt x="1117" y="309"/>
                  </a:cubicBezTo>
                  <a:cubicBezTo>
                    <a:pt x="1117" y="309"/>
                    <a:pt x="1117" y="309"/>
                    <a:pt x="1182" y="301"/>
                  </a:cubicBezTo>
                  <a:cubicBezTo>
                    <a:pt x="1239" y="301"/>
                    <a:pt x="1239" y="301"/>
                    <a:pt x="1117" y="293"/>
                  </a:cubicBezTo>
                  <a:cubicBezTo>
                    <a:pt x="1182" y="293"/>
                    <a:pt x="1182" y="285"/>
                    <a:pt x="1182" y="276"/>
                  </a:cubicBezTo>
                  <a:cubicBezTo>
                    <a:pt x="1182" y="268"/>
                    <a:pt x="1190" y="252"/>
                    <a:pt x="1125" y="252"/>
                  </a:cubicBezTo>
                  <a:cubicBezTo>
                    <a:pt x="1247" y="252"/>
                    <a:pt x="1312" y="236"/>
                    <a:pt x="1190" y="228"/>
                  </a:cubicBezTo>
                  <a:cubicBezTo>
                    <a:pt x="1190" y="228"/>
                    <a:pt x="1190" y="220"/>
                    <a:pt x="1247" y="220"/>
                  </a:cubicBezTo>
                  <a:cubicBezTo>
                    <a:pt x="1247" y="220"/>
                    <a:pt x="1255" y="220"/>
                    <a:pt x="1190" y="203"/>
                  </a:cubicBezTo>
                  <a:cubicBezTo>
                    <a:pt x="1190" y="203"/>
                    <a:pt x="1198" y="195"/>
                    <a:pt x="1198" y="187"/>
                  </a:cubicBezTo>
                  <a:cubicBezTo>
                    <a:pt x="1198" y="179"/>
                    <a:pt x="1142" y="171"/>
                    <a:pt x="1142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06" y="90"/>
                    <a:pt x="1271" y="90"/>
                  </a:cubicBezTo>
                  <a:cubicBezTo>
                    <a:pt x="1271" y="90"/>
                    <a:pt x="1271" y="90"/>
                    <a:pt x="1215" y="82"/>
                  </a:cubicBezTo>
                  <a:cubicBezTo>
                    <a:pt x="1093" y="82"/>
                    <a:pt x="1093" y="74"/>
                    <a:pt x="1150" y="74"/>
                  </a:cubicBezTo>
                  <a:cubicBezTo>
                    <a:pt x="1271" y="74"/>
                    <a:pt x="1271" y="57"/>
                    <a:pt x="1158" y="57"/>
                  </a:cubicBezTo>
                  <a:lnTo>
                    <a:pt x="1215" y="57"/>
                  </a:lnTo>
                  <a:cubicBezTo>
                    <a:pt x="1336" y="49"/>
                    <a:pt x="1279" y="41"/>
                    <a:pt x="1158" y="41"/>
                  </a:cubicBezTo>
                  <a:cubicBezTo>
                    <a:pt x="1215" y="33"/>
                    <a:pt x="1279" y="33"/>
                    <a:pt x="1215" y="33"/>
                  </a:cubicBezTo>
                  <a:cubicBezTo>
                    <a:pt x="1215" y="25"/>
                    <a:pt x="1215" y="25"/>
                    <a:pt x="1336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3" y="9"/>
                  </a:lnTo>
                  <a:cubicBezTo>
                    <a:pt x="1261" y="9"/>
                    <a:pt x="1248" y="5"/>
                    <a:pt x="1218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5" y="9"/>
                    <a:pt x="1085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6" y="1616"/>
                    <a:pt x="1067" y="1621"/>
                    <a:pt x="1132" y="1622"/>
                  </a:cubicBezTo>
                  <a:lnTo>
                    <a:pt x="1132" y="1622"/>
                  </a:lnTo>
                  <a:cubicBezTo>
                    <a:pt x="1132" y="1619"/>
                    <a:pt x="1131" y="1617"/>
                    <a:pt x="1130" y="1615"/>
                  </a:cubicBezTo>
                  <a:close/>
                  <a:moveTo>
                    <a:pt x="704" y="1675"/>
                  </a:moveTo>
                  <a:cubicBezTo>
                    <a:pt x="690" y="1675"/>
                    <a:pt x="663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2" y="1622"/>
                  </a:moveTo>
                  <a:lnTo>
                    <a:pt x="1132" y="1622"/>
                  </a:lnTo>
                  <a:cubicBezTo>
                    <a:pt x="1142" y="1662"/>
                    <a:pt x="1147" y="1703"/>
                    <a:pt x="1147" y="1744"/>
                  </a:cubicBezTo>
                  <a:lnTo>
                    <a:pt x="1147" y="1744"/>
                  </a:lnTo>
                  <a:cubicBezTo>
                    <a:pt x="1327" y="1744"/>
                    <a:pt x="1319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71" y="1728"/>
                    <a:pt x="1271" y="1728"/>
                    <a:pt x="1279" y="1720"/>
                  </a:cubicBezTo>
                  <a:cubicBezTo>
                    <a:pt x="1279" y="1711"/>
                    <a:pt x="1279" y="1703"/>
                    <a:pt x="1215" y="1703"/>
                  </a:cubicBezTo>
                  <a:lnTo>
                    <a:pt x="1223" y="1695"/>
                  </a:lnTo>
                  <a:cubicBezTo>
                    <a:pt x="1298" y="1695"/>
                    <a:pt x="1298" y="1692"/>
                    <a:pt x="1254" y="1692"/>
                  </a:cubicBezTo>
                  <a:cubicBezTo>
                    <a:pt x="1232" y="1692"/>
                    <a:pt x="1198" y="1693"/>
                    <a:pt x="1158" y="1695"/>
                  </a:cubicBezTo>
                  <a:lnTo>
                    <a:pt x="1158" y="1687"/>
                  </a:lnTo>
                  <a:lnTo>
                    <a:pt x="1223" y="1687"/>
                  </a:lnTo>
                  <a:cubicBezTo>
                    <a:pt x="1279" y="1687"/>
                    <a:pt x="1279" y="1679"/>
                    <a:pt x="1288" y="1655"/>
                  </a:cubicBezTo>
                  <a:cubicBezTo>
                    <a:pt x="1288" y="1630"/>
                    <a:pt x="1288" y="1622"/>
                    <a:pt x="1174" y="1622"/>
                  </a:cubicBezTo>
                  <a:cubicBezTo>
                    <a:pt x="1158" y="1622"/>
                    <a:pt x="1144" y="1622"/>
                    <a:pt x="1132" y="1622"/>
                  </a:cubicBezTo>
                  <a:close/>
                  <a:moveTo>
                    <a:pt x="1147" y="1744"/>
                  </a:moveTo>
                  <a:cubicBezTo>
                    <a:pt x="1130" y="1744"/>
                    <a:pt x="1112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2" y="1752"/>
                    <a:pt x="1130" y="1752"/>
                    <a:pt x="1147" y="1752"/>
                  </a:cubicBezTo>
                  <a:lnTo>
                    <a:pt x="1147" y="1752"/>
                  </a:lnTo>
                  <a:cubicBezTo>
                    <a:pt x="1147" y="1749"/>
                    <a:pt x="1147" y="1747"/>
                    <a:pt x="1147" y="1744"/>
                  </a:cubicBezTo>
                  <a:close/>
                  <a:moveTo>
                    <a:pt x="1147" y="1752"/>
                  </a:moveTo>
                  <a:cubicBezTo>
                    <a:pt x="1147" y="1765"/>
                    <a:pt x="1146" y="1778"/>
                    <a:pt x="1145" y="1791"/>
                  </a:cubicBezTo>
                  <a:lnTo>
                    <a:pt x="1145" y="1791"/>
                  </a:lnTo>
                  <a:cubicBezTo>
                    <a:pt x="1125" y="1790"/>
                    <a:pt x="1106" y="1789"/>
                    <a:pt x="1086" y="1785"/>
                  </a:cubicBezTo>
                  <a:lnTo>
                    <a:pt x="1086" y="1785"/>
                  </a:lnTo>
                  <a:cubicBezTo>
                    <a:pt x="1106" y="1789"/>
                    <a:pt x="1125" y="1790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6" y="1791"/>
                  </a:cubicBezTo>
                  <a:cubicBezTo>
                    <a:pt x="1166" y="1791"/>
                    <a:pt x="1186" y="1788"/>
                    <a:pt x="1206" y="1784"/>
                  </a:cubicBezTo>
                  <a:lnTo>
                    <a:pt x="1263" y="1784"/>
                  </a:lnTo>
                  <a:cubicBezTo>
                    <a:pt x="1385" y="1784"/>
                    <a:pt x="1328" y="1776"/>
                    <a:pt x="1271" y="1768"/>
                  </a:cubicBezTo>
                  <a:cubicBezTo>
                    <a:pt x="1150" y="1760"/>
                    <a:pt x="1150" y="1760"/>
                    <a:pt x="1271" y="1760"/>
                  </a:cubicBezTo>
                  <a:cubicBezTo>
                    <a:pt x="1380" y="1760"/>
                    <a:pt x="1294" y="1754"/>
                    <a:pt x="1147" y="1752"/>
                  </a:cubicBezTo>
                  <a:close/>
                  <a:moveTo>
                    <a:pt x="963" y="1801"/>
                  </a:moveTo>
                  <a:lnTo>
                    <a:pt x="1028" y="1809"/>
                  </a:lnTo>
                  <a:lnTo>
                    <a:pt x="1085" y="1801"/>
                  </a:lnTo>
                  <a:close/>
                  <a:moveTo>
                    <a:pt x="1165" y="1813"/>
                  </a:moveTo>
                  <a:cubicBezTo>
                    <a:pt x="1170" y="1813"/>
                    <a:pt x="1181" y="1814"/>
                    <a:pt x="1198" y="1816"/>
                  </a:cubicBezTo>
                  <a:lnTo>
                    <a:pt x="1198" y="1816"/>
                  </a:lnTo>
                  <a:cubicBezTo>
                    <a:pt x="1168" y="1815"/>
                    <a:pt x="1159" y="1813"/>
                    <a:pt x="1165" y="1813"/>
                  </a:cubicBezTo>
                  <a:close/>
                  <a:moveTo>
                    <a:pt x="1077" y="1874"/>
                  </a:moveTo>
                  <a:cubicBezTo>
                    <a:pt x="1077" y="1882"/>
                    <a:pt x="1077" y="1882"/>
                    <a:pt x="1129" y="1882"/>
                  </a:cubicBezTo>
                  <a:lnTo>
                    <a:pt x="1129" y="1882"/>
                  </a:lnTo>
                  <a:cubicBezTo>
                    <a:pt x="1130" y="1879"/>
                    <a:pt x="1131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69" y="1890"/>
                    <a:pt x="2269" y="1890"/>
                    <a:pt x="2269" y="1898"/>
                  </a:cubicBezTo>
                  <a:lnTo>
                    <a:pt x="2390" y="1898"/>
                  </a:lnTo>
                  <a:cubicBezTo>
                    <a:pt x="2447" y="1898"/>
                    <a:pt x="2447" y="1898"/>
                    <a:pt x="2333" y="1890"/>
                  </a:cubicBezTo>
                  <a:close/>
                  <a:moveTo>
                    <a:pt x="355" y="1898"/>
                  </a:moveTo>
                  <a:cubicBezTo>
                    <a:pt x="327" y="1902"/>
                    <a:pt x="313" y="1904"/>
                    <a:pt x="305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4" y="1930"/>
                  </a:moveTo>
                  <a:cubicBezTo>
                    <a:pt x="1069" y="1930"/>
                    <a:pt x="1069" y="1931"/>
                    <a:pt x="1069" y="1938"/>
                  </a:cubicBezTo>
                  <a:lnTo>
                    <a:pt x="1111" y="1938"/>
                  </a:lnTo>
                  <a:cubicBezTo>
                    <a:pt x="1112" y="1936"/>
                    <a:pt x="1113" y="1933"/>
                    <a:pt x="1114" y="1930"/>
                  </a:cubicBezTo>
                  <a:close/>
                  <a:moveTo>
                    <a:pt x="746" y="1951"/>
                  </a:moveTo>
                  <a:cubicBezTo>
                    <a:pt x="753" y="1951"/>
                    <a:pt x="761" y="1952"/>
                    <a:pt x="769" y="1955"/>
                  </a:cubicBezTo>
                  <a:lnTo>
                    <a:pt x="704" y="1955"/>
                  </a:lnTo>
                  <a:cubicBezTo>
                    <a:pt x="720" y="1955"/>
                    <a:pt x="733" y="1951"/>
                    <a:pt x="746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74" y="2011"/>
                    <a:pt x="817" y="2011"/>
                    <a:pt x="874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88" y="2044"/>
                    <a:pt x="1352" y="2044"/>
                    <a:pt x="1288" y="2044"/>
                  </a:cubicBezTo>
                  <a:cubicBezTo>
                    <a:pt x="1271" y="2044"/>
                    <a:pt x="1255" y="2044"/>
                    <a:pt x="1231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1" y="2109"/>
                    <a:pt x="1044" y="2101"/>
                    <a:pt x="1044" y="2101"/>
                  </a:cubicBezTo>
                  <a:close/>
                  <a:moveTo>
                    <a:pt x="801" y="2125"/>
                  </a:moveTo>
                  <a:cubicBezTo>
                    <a:pt x="889" y="2131"/>
                    <a:pt x="943" y="2132"/>
                    <a:pt x="966" y="2133"/>
                  </a:cubicBezTo>
                  <a:lnTo>
                    <a:pt x="966" y="2133"/>
                  </a:lnTo>
                  <a:cubicBezTo>
                    <a:pt x="966" y="2133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58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08" y="2174"/>
                    <a:pt x="1095" y="2167"/>
                    <a:pt x="1215" y="2166"/>
                  </a:cubicBezTo>
                  <a:close/>
                  <a:moveTo>
                    <a:pt x="1028" y="2190"/>
                  </a:moveTo>
                  <a:cubicBezTo>
                    <a:pt x="1093" y="2190"/>
                    <a:pt x="1150" y="2198"/>
                    <a:pt x="1206" y="2198"/>
                  </a:cubicBezTo>
                  <a:lnTo>
                    <a:pt x="1206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28" y="2190"/>
                  </a:cubicBezTo>
                  <a:close/>
                  <a:moveTo>
                    <a:pt x="906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1" y="1258"/>
                  </a:moveTo>
                  <a:cubicBezTo>
                    <a:pt x="57" y="1303"/>
                    <a:pt x="1" y="2160"/>
                    <a:pt x="606" y="2230"/>
                  </a:cubicBezTo>
                  <a:cubicBezTo>
                    <a:pt x="550" y="2222"/>
                    <a:pt x="550" y="2222"/>
                    <a:pt x="606" y="2214"/>
                  </a:cubicBezTo>
                  <a:lnTo>
                    <a:pt x="606" y="2206"/>
                  </a:lnTo>
                  <a:cubicBezTo>
                    <a:pt x="550" y="2206"/>
                    <a:pt x="550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58" y="2133"/>
                    <a:pt x="679" y="2125"/>
                  </a:cubicBezTo>
                  <a:lnTo>
                    <a:pt x="623" y="2125"/>
                  </a:lnTo>
                  <a:cubicBezTo>
                    <a:pt x="558" y="2125"/>
                    <a:pt x="558" y="2125"/>
                    <a:pt x="558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23" y="2093"/>
                    <a:pt x="623" y="2084"/>
                    <a:pt x="688" y="2084"/>
                  </a:cubicBezTo>
                  <a:cubicBezTo>
                    <a:pt x="623" y="2084"/>
                    <a:pt x="623" y="2076"/>
                    <a:pt x="688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6" y="2076"/>
                    <a:pt x="947" y="2076"/>
                    <a:pt x="988" y="2068"/>
                  </a:cubicBezTo>
                  <a:cubicBezTo>
                    <a:pt x="1044" y="2060"/>
                    <a:pt x="1044" y="2060"/>
                    <a:pt x="931" y="2060"/>
                  </a:cubicBezTo>
                  <a:lnTo>
                    <a:pt x="688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09" y="2044"/>
                    <a:pt x="509" y="2044"/>
                    <a:pt x="631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74" y="2011"/>
                    <a:pt x="639" y="2003"/>
                  </a:cubicBezTo>
                  <a:cubicBezTo>
                    <a:pt x="696" y="2003"/>
                    <a:pt x="696" y="2003"/>
                    <a:pt x="696" y="1995"/>
                  </a:cubicBezTo>
                  <a:cubicBezTo>
                    <a:pt x="761" y="1987"/>
                    <a:pt x="704" y="1987"/>
                    <a:pt x="639" y="1987"/>
                  </a:cubicBezTo>
                  <a:cubicBezTo>
                    <a:pt x="517" y="1987"/>
                    <a:pt x="517" y="1987"/>
                    <a:pt x="639" y="1979"/>
                  </a:cubicBezTo>
                  <a:lnTo>
                    <a:pt x="704" y="1979"/>
                  </a:lnTo>
                  <a:cubicBezTo>
                    <a:pt x="639" y="1979"/>
                    <a:pt x="582" y="1979"/>
                    <a:pt x="639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1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9" y="1955"/>
                  </a:lnTo>
                  <a:cubicBezTo>
                    <a:pt x="774" y="1952"/>
                    <a:pt x="780" y="1951"/>
                    <a:pt x="787" y="1951"/>
                  </a:cubicBezTo>
                  <a:cubicBezTo>
                    <a:pt x="800" y="1951"/>
                    <a:pt x="815" y="1955"/>
                    <a:pt x="825" y="1955"/>
                  </a:cubicBezTo>
                  <a:cubicBezTo>
                    <a:pt x="785" y="1938"/>
                    <a:pt x="744" y="1938"/>
                    <a:pt x="704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25" y="1930"/>
                    <a:pt x="525" y="1922"/>
                    <a:pt x="534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4" y="1914"/>
                    <a:pt x="590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34" y="1898"/>
                    <a:pt x="534" y="1890"/>
                    <a:pt x="655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69" y="1898"/>
                  </a:cubicBezTo>
                  <a:cubicBezTo>
                    <a:pt x="777" y="1890"/>
                    <a:pt x="777" y="1890"/>
                    <a:pt x="833" y="1890"/>
                  </a:cubicBezTo>
                  <a:cubicBezTo>
                    <a:pt x="736" y="1890"/>
                    <a:pt x="639" y="1882"/>
                    <a:pt x="534" y="1866"/>
                  </a:cubicBezTo>
                  <a:cubicBezTo>
                    <a:pt x="542" y="1857"/>
                    <a:pt x="542" y="1857"/>
                    <a:pt x="598" y="1857"/>
                  </a:cubicBezTo>
                  <a:cubicBezTo>
                    <a:pt x="655" y="1857"/>
                    <a:pt x="655" y="1857"/>
                    <a:pt x="655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77" y="1841"/>
                  </a:cubicBezTo>
                  <a:cubicBezTo>
                    <a:pt x="517" y="1841"/>
                    <a:pt x="558" y="1841"/>
                    <a:pt x="598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20" y="1833"/>
                  </a:cubicBezTo>
                  <a:cubicBezTo>
                    <a:pt x="720" y="1825"/>
                    <a:pt x="720" y="1825"/>
                    <a:pt x="663" y="1825"/>
                  </a:cubicBezTo>
                  <a:cubicBezTo>
                    <a:pt x="542" y="1825"/>
                    <a:pt x="542" y="1825"/>
                    <a:pt x="542" y="1817"/>
                  </a:cubicBezTo>
                  <a:cubicBezTo>
                    <a:pt x="606" y="1817"/>
                    <a:pt x="542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6" y="1801"/>
                  </a:cubicBezTo>
                  <a:cubicBezTo>
                    <a:pt x="550" y="1801"/>
                    <a:pt x="485" y="1793"/>
                    <a:pt x="550" y="1793"/>
                  </a:cubicBezTo>
                  <a:lnTo>
                    <a:pt x="606" y="1793"/>
                  </a:lnTo>
                  <a:cubicBezTo>
                    <a:pt x="485" y="1793"/>
                    <a:pt x="550" y="1768"/>
                    <a:pt x="615" y="1768"/>
                  </a:cubicBezTo>
                  <a:cubicBezTo>
                    <a:pt x="671" y="1768"/>
                    <a:pt x="671" y="1768"/>
                    <a:pt x="615" y="1760"/>
                  </a:cubicBezTo>
                  <a:cubicBezTo>
                    <a:pt x="550" y="1760"/>
                    <a:pt x="550" y="1752"/>
                    <a:pt x="558" y="1744"/>
                  </a:cubicBezTo>
                  <a:cubicBezTo>
                    <a:pt x="615" y="1736"/>
                    <a:pt x="615" y="1720"/>
                    <a:pt x="501" y="1711"/>
                  </a:cubicBezTo>
                  <a:cubicBezTo>
                    <a:pt x="558" y="1711"/>
                    <a:pt x="558" y="1703"/>
                    <a:pt x="558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66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74" y="1598"/>
                  </a:lnTo>
                  <a:lnTo>
                    <a:pt x="574" y="1590"/>
                  </a:lnTo>
                  <a:lnTo>
                    <a:pt x="639" y="1590"/>
                  </a:lnTo>
                  <a:cubicBezTo>
                    <a:pt x="574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39" y="1557"/>
                  </a:cubicBezTo>
                  <a:cubicBezTo>
                    <a:pt x="525" y="1557"/>
                    <a:pt x="525" y="1557"/>
                    <a:pt x="639" y="1549"/>
                  </a:cubicBezTo>
                  <a:cubicBezTo>
                    <a:pt x="761" y="1549"/>
                    <a:pt x="761" y="1549"/>
                    <a:pt x="647" y="1541"/>
                  </a:cubicBezTo>
                  <a:cubicBezTo>
                    <a:pt x="582" y="1541"/>
                    <a:pt x="582" y="1541"/>
                    <a:pt x="704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0" y="1509"/>
                    <a:pt x="590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0" y="1476"/>
                    <a:pt x="534" y="1460"/>
                    <a:pt x="655" y="1460"/>
                  </a:cubicBezTo>
                  <a:lnTo>
                    <a:pt x="655" y="1452"/>
                  </a:lnTo>
                  <a:lnTo>
                    <a:pt x="655" y="1444"/>
                  </a:lnTo>
                  <a:cubicBezTo>
                    <a:pt x="598" y="1444"/>
                    <a:pt x="615" y="1339"/>
                    <a:pt x="671" y="1339"/>
                  </a:cubicBezTo>
                  <a:cubicBezTo>
                    <a:pt x="671" y="1330"/>
                    <a:pt x="671" y="1322"/>
                    <a:pt x="615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15" y="1314"/>
                  </a:cubicBezTo>
                  <a:lnTo>
                    <a:pt x="615" y="1306"/>
                  </a:lnTo>
                  <a:cubicBezTo>
                    <a:pt x="679" y="1306"/>
                    <a:pt x="679" y="1298"/>
                    <a:pt x="623" y="1298"/>
                  </a:cubicBezTo>
                  <a:cubicBezTo>
                    <a:pt x="558" y="1290"/>
                    <a:pt x="558" y="1290"/>
                    <a:pt x="558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3" y="1263"/>
                    <a:pt x="618" y="1261"/>
                    <a:pt x="611" y="1258"/>
                  </a:cubicBezTo>
                  <a:close/>
                  <a:moveTo>
                    <a:pt x="1312" y="2328"/>
                  </a:moveTo>
                  <a:cubicBezTo>
                    <a:pt x="1247" y="2328"/>
                    <a:pt x="1247" y="2336"/>
                    <a:pt x="1247" y="2336"/>
                  </a:cubicBezTo>
                  <a:cubicBezTo>
                    <a:pt x="1190" y="2344"/>
                    <a:pt x="1247" y="2344"/>
                    <a:pt x="1304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2" y="2336"/>
                    <a:pt x="1328" y="2336"/>
                    <a:pt x="1312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6" y="2368"/>
                    <a:pt x="1166" y="2368"/>
                    <a:pt x="1125" y="2360"/>
                  </a:cubicBezTo>
                  <a:cubicBezTo>
                    <a:pt x="1146" y="2356"/>
                    <a:pt x="1166" y="2354"/>
                    <a:pt x="1186" y="2354"/>
                  </a:cubicBezTo>
                  <a:close/>
                  <a:moveTo>
                    <a:pt x="688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79" y="2530"/>
                  </a:lnTo>
                  <a:lnTo>
                    <a:pt x="688" y="2522"/>
                  </a:lnTo>
                  <a:close/>
                  <a:moveTo>
                    <a:pt x="1158" y="2530"/>
                  </a:moveTo>
                  <a:cubicBezTo>
                    <a:pt x="1117" y="2538"/>
                    <a:pt x="1077" y="2538"/>
                    <a:pt x="1036" y="2538"/>
                  </a:cubicBezTo>
                  <a:cubicBezTo>
                    <a:pt x="979" y="2543"/>
                    <a:pt x="951" y="2545"/>
                    <a:pt x="937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79" y="2530"/>
                  </a:cubicBezTo>
                  <a:cubicBezTo>
                    <a:pt x="942" y="2530"/>
                    <a:pt x="954" y="2534"/>
                    <a:pt x="986" y="2534"/>
                  </a:cubicBezTo>
                  <a:cubicBezTo>
                    <a:pt x="1002" y="2534"/>
                    <a:pt x="1023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1" y="2579"/>
                  </a:lnTo>
                  <a:cubicBezTo>
                    <a:pt x="915" y="2579"/>
                    <a:pt x="915" y="2571"/>
                    <a:pt x="915" y="2571"/>
                  </a:cubicBezTo>
                  <a:close/>
                  <a:moveTo>
                    <a:pt x="1853" y="2575"/>
                  </a:moveTo>
                  <a:cubicBezTo>
                    <a:pt x="1841" y="2575"/>
                    <a:pt x="1828" y="2576"/>
                    <a:pt x="1815" y="2579"/>
                  </a:cubicBezTo>
                  <a:lnTo>
                    <a:pt x="1928" y="2579"/>
                  </a:lnTo>
                  <a:cubicBezTo>
                    <a:pt x="1901" y="2579"/>
                    <a:pt x="1878" y="2575"/>
                    <a:pt x="1853" y="2575"/>
                  </a:cubicBezTo>
                  <a:close/>
                  <a:moveTo>
                    <a:pt x="1246" y="1789"/>
                  </a:moveTo>
                  <a:cubicBezTo>
                    <a:pt x="1238" y="1789"/>
                    <a:pt x="1225" y="1790"/>
                    <a:pt x="1206" y="1793"/>
                  </a:cubicBezTo>
                  <a:cubicBezTo>
                    <a:pt x="1186" y="1793"/>
                    <a:pt x="1165" y="1793"/>
                    <a:pt x="1145" y="1791"/>
                  </a:cubicBezTo>
                  <a:lnTo>
                    <a:pt x="1145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33" y="1874"/>
                  </a:lnTo>
                  <a:cubicBezTo>
                    <a:pt x="1198" y="1874"/>
                    <a:pt x="1133" y="1874"/>
                    <a:pt x="1133" y="1882"/>
                  </a:cubicBezTo>
                  <a:cubicBezTo>
                    <a:pt x="1132" y="1882"/>
                    <a:pt x="1131" y="1882"/>
                    <a:pt x="1129" y="1882"/>
                  </a:cubicBezTo>
                  <a:lnTo>
                    <a:pt x="1129" y="1882"/>
                  </a:lnTo>
                  <a:cubicBezTo>
                    <a:pt x="1125" y="1898"/>
                    <a:pt x="1120" y="1914"/>
                    <a:pt x="1114" y="1930"/>
                  </a:cubicBezTo>
                  <a:lnTo>
                    <a:pt x="1114" y="1930"/>
                  </a:lnTo>
                  <a:cubicBezTo>
                    <a:pt x="1117" y="1930"/>
                    <a:pt x="1121" y="1930"/>
                    <a:pt x="1125" y="1930"/>
                  </a:cubicBezTo>
                  <a:lnTo>
                    <a:pt x="1190" y="1930"/>
                  </a:lnTo>
                  <a:cubicBezTo>
                    <a:pt x="1166" y="1938"/>
                    <a:pt x="1150" y="1938"/>
                    <a:pt x="1125" y="1938"/>
                  </a:cubicBezTo>
                  <a:lnTo>
                    <a:pt x="1111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79" y="2133"/>
                  </a:lnTo>
                  <a:cubicBezTo>
                    <a:pt x="979" y="2133"/>
                    <a:pt x="975" y="2133"/>
                    <a:pt x="966" y="2133"/>
                  </a:cubicBezTo>
                  <a:lnTo>
                    <a:pt x="966" y="2133"/>
                  </a:lnTo>
                  <a:cubicBezTo>
                    <a:pt x="890" y="2192"/>
                    <a:pt x="789" y="2229"/>
                    <a:pt x="663" y="2230"/>
                  </a:cubicBezTo>
                  <a:cubicBezTo>
                    <a:pt x="606" y="2230"/>
                    <a:pt x="606" y="2238"/>
                    <a:pt x="598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20" y="2271"/>
                    <a:pt x="655" y="2271"/>
                    <a:pt x="598" y="2271"/>
                  </a:cubicBezTo>
                  <a:cubicBezTo>
                    <a:pt x="477" y="2271"/>
                    <a:pt x="477" y="2279"/>
                    <a:pt x="655" y="2279"/>
                  </a:cubicBezTo>
                  <a:cubicBezTo>
                    <a:pt x="777" y="2279"/>
                    <a:pt x="777" y="2287"/>
                    <a:pt x="712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34" y="2279"/>
                  </a:lnTo>
                  <a:cubicBezTo>
                    <a:pt x="534" y="2287"/>
                    <a:pt x="534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70" y="2292"/>
                    <a:pt x="879" y="2292"/>
                  </a:cubicBezTo>
                  <a:cubicBezTo>
                    <a:pt x="897" y="2292"/>
                    <a:pt x="896" y="2295"/>
                    <a:pt x="890" y="2295"/>
                  </a:cubicBezTo>
                  <a:cubicBezTo>
                    <a:pt x="833" y="2303"/>
                    <a:pt x="777" y="2303"/>
                    <a:pt x="712" y="2303"/>
                  </a:cubicBezTo>
                  <a:cubicBezTo>
                    <a:pt x="671" y="2295"/>
                    <a:pt x="631" y="2295"/>
                    <a:pt x="598" y="2295"/>
                  </a:cubicBezTo>
                  <a:cubicBezTo>
                    <a:pt x="534" y="2295"/>
                    <a:pt x="655" y="2311"/>
                    <a:pt x="769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47" y="2328"/>
                  </a:cubicBezTo>
                  <a:cubicBezTo>
                    <a:pt x="647" y="2336"/>
                    <a:pt x="647" y="2336"/>
                    <a:pt x="712" y="2336"/>
                  </a:cubicBezTo>
                  <a:cubicBezTo>
                    <a:pt x="752" y="2336"/>
                    <a:pt x="785" y="2336"/>
                    <a:pt x="825" y="2344"/>
                  </a:cubicBezTo>
                  <a:cubicBezTo>
                    <a:pt x="866" y="2336"/>
                    <a:pt x="906" y="2336"/>
                    <a:pt x="947" y="2336"/>
                  </a:cubicBezTo>
                  <a:cubicBezTo>
                    <a:pt x="947" y="2336"/>
                    <a:pt x="890" y="2344"/>
                    <a:pt x="825" y="2344"/>
                  </a:cubicBezTo>
                  <a:cubicBezTo>
                    <a:pt x="704" y="2352"/>
                    <a:pt x="647" y="2360"/>
                    <a:pt x="647" y="2368"/>
                  </a:cubicBezTo>
                  <a:cubicBezTo>
                    <a:pt x="647" y="2376"/>
                    <a:pt x="639" y="2384"/>
                    <a:pt x="582" y="2393"/>
                  </a:cubicBezTo>
                  <a:cubicBezTo>
                    <a:pt x="582" y="2393"/>
                    <a:pt x="582" y="2401"/>
                    <a:pt x="639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696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6" y="2429"/>
                    <a:pt x="696" y="2425"/>
                  </a:cubicBezTo>
                  <a:cubicBezTo>
                    <a:pt x="736" y="2425"/>
                    <a:pt x="777" y="2425"/>
                    <a:pt x="817" y="2417"/>
                  </a:cubicBezTo>
                  <a:lnTo>
                    <a:pt x="817" y="2409"/>
                  </a:lnTo>
                  <a:lnTo>
                    <a:pt x="874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12" y="2425"/>
                    <a:pt x="1036" y="2425"/>
                    <a:pt x="1052" y="2433"/>
                  </a:cubicBezTo>
                  <a:lnTo>
                    <a:pt x="931" y="2433"/>
                  </a:lnTo>
                  <a:cubicBezTo>
                    <a:pt x="874" y="2425"/>
                    <a:pt x="817" y="2425"/>
                    <a:pt x="752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1" y="2449"/>
                  </a:cubicBezTo>
                  <a:lnTo>
                    <a:pt x="696" y="2449"/>
                  </a:lnTo>
                  <a:cubicBezTo>
                    <a:pt x="809" y="2457"/>
                    <a:pt x="809" y="2457"/>
                    <a:pt x="688" y="2457"/>
                  </a:cubicBezTo>
                  <a:cubicBezTo>
                    <a:pt x="574" y="2465"/>
                    <a:pt x="566" y="2482"/>
                    <a:pt x="631" y="2482"/>
                  </a:cubicBezTo>
                  <a:cubicBezTo>
                    <a:pt x="744" y="2482"/>
                    <a:pt x="744" y="2490"/>
                    <a:pt x="688" y="2490"/>
                  </a:cubicBezTo>
                  <a:cubicBezTo>
                    <a:pt x="623" y="2498"/>
                    <a:pt x="623" y="2498"/>
                    <a:pt x="688" y="2498"/>
                  </a:cubicBezTo>
                  <a:cubicBezTo>
                    <a:pt x="623" y="2498"/>
                    <a:pt x="566" y="2506"/>
                    <a:pt x="623" y="2506"/>
                  </a:cubicBezTo>
                  <a:cubicBezTo>
                    <a:pt x="623" y="2506"/>
                    <a:pt x="623" y="2510"/>
                    <a:pt x="642" y="2510"/>
                  </a:cubicBezTo>
                  <a:cubicBezTo>
                    <a:pt x="652" y="2510"/>
                    <a:pt x="666" y="2509"/>
                    <a:pt x="688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6" y="2511"/>
                    <a:pt x="909" y="2511"/>
                    <a:pt x="923" y="2514"/>
                  </a:cubicBezTo>
                  <a:cubicBezTo>
                    <a:pt x="979" y="2514"/>
                    <a:pt x="923" y="2522"/>
                    <a:pt x="744" y="2530"/>
                  </a:cubicBezTo>
                  <a:lnTo>
                    <a:pt x="623" y="2538"/>
                  </a:lnTo>
                  <a:lnTo>
                    <a:pt x="679" y="2538"/>
                  </a:lnTo>
                  <a:cubicBezTo>
                    <a:pt x="623" y="2538"/>
                    <a:pt x="623" y="2538"/>
                    <a:pt x="615" y="2547"/>
                  </a:cubicBezTo>
                  <a:lnTo>
                    <a:pt x="679" y="2547"/>
                  </a:lnTo>
                  <a:cubicBezTo>
                    <a:pt x="793" y="2547"/>
                    <a:pt x="793" y="2547"/>
                    <a:pt x="736" y="2555"/>
                  </a:cubicBezTo>
                  <a:cubicBezTo>
                    <a:pt x="615" y="2555"/>
                    <a:pt x="615" y="2555"/>
                    <a:pt x="736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71" y="2571"/>
                  </a:lnTo>
                  <a:cubicBezTo>
                    <a:pt x="793" y="2571"/>
                    <a:pt x="793" y="2571"/>
                    <a:pt x="736" y="2579"/>
                  </a:cubicBezTo>
                  <a:cubicBezTo>
                    <a:pt x="671" y="2579"/>
                    <a:pt x="671" y="2579"/>
                    <a:pt x="728" y="2587"/>
                  </a:cubicBezTo>
                  <a:cubicBezTo>
                    <a:pt x="728" y="2587"/>
                    <a:pt x="728" y="2595"/>
                    <a:pt x="671" y="2595"/>
                  </a:cubicBezTo>
                  <a:cubicBezTo>
                    <a:pt x="728" y="2603"/>
                    <a:pt x="728" y="2603"/>
                    <a:pt x="671" y="2603"/>
                  </a:cubicBezTo>
                  <a:cubicBezTo>
                    <a:pt x="606" y="2611"/>
                    <a:pt x="606" y="2611"/>
                    <a:pt x="671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06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63" y="2628"/>
                  </a:cubicBezTo>
                  <a:lnTo>
                    <a:pt x="1085" y="2628"/>
                  </a:lnTo>
                  <a:lnTo>
                    <a:pt x="1150" y="2620"/>
                  </a:lnTo>
                  <a:cubicBezTo>
                    <a:pt x="971" y="2620"/>
                    <a:pt x="971" y="2620"/>
                    <a:pt x="1093" y="2611"/>
                  </a:cubicBezTo>
                  <a:lnTo>
                    <a:pt x="1206" y="2611"/>
                  </a:lnTo>
                  <a:cubicBezTo>
                    <a:pt x="1206" y="2603"/>
                    <a:pt x="1206" y="2603"/>
                    <a:pt x="1271" y="2603"/>
                  </a:cubicBezTo>
                  <a:cubicBezTo>
                    <a:pt x="1312" y="2603"/>
                    <a:pt x="1352" y="2603"/>
                    <a:pt x="1393" y="2595"/>
                  </a:cubicBezTo>
                  <a:lnTo>
                    <a:pt x="1328" y="2595"/>
                  </a:lnTo>
                  <a:cubicBezTo>
                    <a:pt x="1271" y="2595"/>
                    <a:pt x="1271" y="2595"/>
                    <a:pt x="1393" y="2587"/>
                  </a:cubicBezTo>
                  <a:lnTo>
                    <a:pt x="1336" y="2587"/>
                  </a:lnTo>
                  <a:cubicBezTo>
                    <a:pt x="1215" y="2587"/>
                    <a:pt x="1215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2" y="2567"/>
                    <a:pt x="1255" y="2567"/>
                  </a:cubicBezTo>
                  <a:cubicBezTo>
                    <a:pt x="1242" y="2567"/>
                    <a:pt x="1228" y="2568"/>
                    <a:pt x="1215" y="2571"/>
                  </a:cubicBezTo>
                  <a:cubicBezTo>
                    <a:pt x="1093" y="2571"/>
                    <a:pt x="1093" y="2571"/>
                    <a:pt x="1158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36" y="2555"/>
                    <a:pt x="1336" y="2547"/>
                    <a:pt x="1279" y="2547"/>
                  </a:cubicBezTo>
                  <a:lnTo>
                    <a:pt x="1336" y="2547"/>
                  </a:lnTo>
                  <a:cubicBezTo>
                    <a:pt x="1336" y="2547"/>
                    <a:pt x="1336" y="2538"/>
                    <a:pt x="1401" y="2530"/>
                  </a:cubicBezTo>
                  <a:cubicBezTo>
                    <a:pt x="1439" y="2530"/>
                    <a:pt x="1401" y="2523"/>
                    <a:pt x="1336" y="2523"/>
                  </a:cubicBezTo>
                  <a:cubicBezTo>
                    <a:pt x="1303" y="2523"/>
                    <a:pt x="1263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01" y="2522"/>
                    <a:pt x="1101" y="2514"/>
                    <a:pt x="1101" y="2514"/>
                  </a:cubicBezTo>
                  <a:lnTo>
                    <a:pt x="1223" y="2514"/>
                  </a:lnTo>
                  <a:cubicBezTo>
                    <a:pt x="1401" y="2514"/>
                    <a:pt x="1466" y="2514"/>
                    <a:pt x="1288" y="2506"/>
                  </a:cubicBezTo>
                  <a:lnTo>
                    <a:pt x="1344" y="2506"/>
                  </a:lnTo>
                  <a:cubicBezTo>
                    <a:pt x="1401" y="2506"/>
                    <a:pt x="1401" y="2506"/>
                    <a:pt x="1344" y="2498"/>
                  </a:cubicBezTo>
                  <a:cubicBezTo>
                    <a:pt x="1344" y="2498"/>
                    <a:pt x="1223" y="2490"/>
                    <a:pt x="1166" y="2490"/>
                  </a:cubicBezTo>
                  <a:cubicBezTo>
                    <a:pt x="1288" y="2490"/>
                    <a:pt x="1288" y="2482"/>
                    <a:pt x="1166" y="2482"/>
                  </a:cubicBezTo>
                  <a:lnTo>
                    <a:pt x="1231" y="2482"/>
                  </a:lnTo>
                  <a:cubicBezTo>
                    <a:pt x="1288" y="2482"/>
                    <a:pt x="1352" y="2474"/>
                    <a:pt x="1288" y="2457"/>
                  </a:cubicBezTo>
                  <a:cubicBezTo>
                    <a:pt x="1296" y="2449"/>
                    <a:pt x="1296" y="2441"/>
                    <a:pt x="1352" y="2441"/>
                  </a:cubicBezTo>
                  <a:cubicBezTo>
                    <a:pt x="1417" y="2441"/>
                    <a:pt x="1296" y="2425"/>
                    <a:pt x="1174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296" y="2401"/>
                  </a:cubicBezTo>
                  <a:cubicBezTo>
                    <a:pt x="1182" y="2393"/>
                    <a:pt x="1239" y="2384"/>
                    <a:pt x="1361" y="2384"/>
                  </a:cubicBezTo>
                  <a:cubicBezTo>
                    <a:pt x="1417" y="2384"/>
                    <a:pt x="1425" y="2384"/>
                    <a:pt x="1425" y="2376"/>
                  </a:cubicBezTo>
                  <a:cubicBezTo>
                    <a:pt x="1361" y="2376"/>
                    <a:pt x="1361" y="2368"/>
                    <a:pt x="1361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25" y="2336"/>
                    <a:pt x="1190" y="2336"/>
                  </a:cubicBezTo>
                  <a:cubicBezTo>
                    <a:pt x="1206" y="2336"/>
                    <a:pt x="1231" y="2336"/>
                    <a:pt x="1247" y="2328"/>
                  </a:cubicBezTo>
                  <a:cubicBezTo>
                    <a:pt x="1247" y="2328"/>
                    <a:pt x="1247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69" y="2303"/>
                    <a:pt x="1433" y="2303"/>
                  </a:cubicBezTo>
                  <a:cubicBezTo>
                    <a:pt x="1433" y="2295"/>
                    <a:pt x="1433" y="2295"/>
                    <a:pt x="1377" y="2295"/>
                  </a:cubicBezTo>
                  <a:cubicBezTo>
                    <a:pt x="1312" y="2295"/>
                    <a:pt x="1255" y="2295"/>
                    <a:pt x="1312" y="2279"/>
                  </a:cubicBezTo>
                  <a:cubicBezTo>
                    <a:pt x="1320" y="2279"/>
                    <a:pt x="1320" y="2271"/>
                    <a:pt x="1255" y="2271"/>
                  </a:cubicBezTo>
                  <a:cubicBezTo>
                    <a:pt x="1255" y="2263"/>
                    <a:pt x="1255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3" y="2255"/>
                    <a:pt x="1263" y="2247"/>
                    <a:pt x="1320" y="2247"/>
                  </a:cubicBezTo>
                  <a:cubicBezTo>
                    <a:pt x="1320" y="2247"/>
                    <a:pt x="1320" y="2247"/>
                    <a:pt x="1263" y="2238"/>
                  </a:cubicBezTo>
                  <a:cubicBezTo>
                    <a:pt x="1206" y="2238"/>
                    <a:pt x="1206" y="2238"/>
                    <a:pt x="1263" y="2230"/>
                  </a:cubicBezTo>
                  <a:cubicBezTo>
                    <a:pt x="1320" y="2230"/>
                    <a:pt x="1320" y="2230"/>
                    <a:pt x="1328" y="2222"/>
                  </a:cubicBezTo>
                  <a:cubicBezTo>
                    <a:pt x="1263" y="2214"/>
                    <a:pt x="1271" y="2182"/>
                    <a:pt x="1328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5" y="2174"/>
                    <a:pt x="1343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59" y="2165"/>
                    <a:pt x="1271" y="2165"/>
                  </a:cubicBezTo>
                  <a:cubicBezTo>
                    <a:pt x="1393" y="2165"/>
                    <a:pt x="1393" y="2165"/>
                    <a:pt x="1271" y="2157"/>
                  </a:cubicBezTo>
                  <a:cubicBezTo>
                    <a:pt x="1158" y="2157"/>
                    <a:pt x="1158" y="2149"/>
                    <a:pt x="1271" y="2149"/>
                  </a:cubicBezTo>
                  <a:cubicBezTo>
                    <a:pt x="1036" y="2141"/>
                    <a:pt x="979" y="2133"/>
                    <a:pt x="1215" y="2133"/>
                  </a:cubicBezTo>
                  <a:cubicBezTo>
                    <a:pt x="1279" y="2133"/>
                    <a:pt x="1336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6" y="2121"/>
                    <a:pt x="1293" y="2122"/>
                    <a:pt x="1279" y="2125"/>
                  </a:cubicBezTo>
                  <a:cubicBezTo>
                    <a:pt x="1158" y="2125"/>
                    <a:pt x="1158" y="2125"/>
                    <a:pt x="1279" y="2117"/>
                  </a:cubicBezTo>
                  <a:cubicBezTo>
                    <a:pt x="1458" y="2109"/>
                    <a:pt x="1458" y="2101"/>
                    <a:pt x="1344" y="2093"/>
                  </a:cubicBezTo>
                  <a:cubicBezTo>
                    <a:pt x="1255" y="2081"/>
                    <a:pt x="1231" y="2073"/>
                    <a:pt x="1273" y="2073"/>
                  </a:cubicBezTo>
                  <a:cubicBezTo>
                    <a:pt x="1288" y="2073"/>
                    <a:pt x="1312" y="2074"/>
                    <a:pt x="1344" y="2076"/>
                  </a:cubicBezTo>
                  <a:cubicBezTo>
                    <a:pt x="1405" y="2080"/>
                    <a:pt x="1435" y="2082"/>
                    <a:pt x="1443" y="2082"/>
                  </a:cubicBezTo>
                  <a:cubicBezTo>
                    <a:pt x="1450" y="2082"/>
                    <a:pt x="1433" y="2080"/>
                    <a:pt x="1401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4" y="2058"/>
                    <a:pt x="1341" y="2057"/>
                  </a:cubicBezTo>
                  <a:lnTo>
                    <a:pt x="1341" y="2057"/>
                  </a:lnTo>
                  <a:cubicBezTo>
                    <a:pt x="1423" y="2052"/>
                    <a:pt x="1448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6" y="2028"/>
                  </a:cubicBezTo>
                  <a:cubicBezTo>
                    <a:pt x="1231" y="2028"/>
                    <a:pt x="1296" y="2020"/>
                    <a:pt x="1352" y="2020"/>
                  </a:cubicBezTo>
                  <a:cubicBezTo>
                    <a:pt x="1409" y="2020"/>
                    <a:pt x="1474" y="2011"/>
                    <a:pt x="1417" y="2011"/>
                  </a:cubicBezTo>
                  <a:cubicBezTo>
                    <a:pt x="1352" y="2011"/>
                    <a:pt x="1296" y="2011"/>
                    <a:pt x="1239" y="2003"/>
                  </a:cubicBezTo>
                  <a:cubicBezTo>
                    <a:pt x="1196" y="2003"/>
                    <a:pt x="1210" y="2000"/>
                    <a:pt x="1241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6" y="2003"/>
                    <a:pt x="1377" y="2003"/>
                    <a:pt x="1417" y="1995"/>
                  </a:cubicBezTo>
                  <a:cubicBezTo>
                    <a:pt x="1417" y="1995"/>
                    <a:pt x="1417" y="1987"/>
                    <a:pt x="1361" y="1987"/>
                  </a:cubicBezTo>
                  <a:cubicBezTo>
                    <a:pt x="1296" y="1987"/>
                    <a:pt x="1304" y="1971"/>
                    <a:pt x="1361" y="1963"/>
                  </a:cubicBezTo>
                  <a:lnTo>
                    <a:pt x="1361" y="1955"/>
                  </a:lnTo>
                  <a:cubicBezTo>
                    <a:pt x="1361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04" y="1938"/>
                  </a:cubicBezTo>
                  <a:cubicBezTo>
                    <a:pt x="1190" y="1930"/>
                    <a:pt x="1190" y="1930"/>
                    <a:pt x="1304" y="1930"/>
                  </a:cubicBezTo>
                  <a:cubicBezTo>
                    <a:pt x="1247" y="1922"/>
                    <a:pt x="1247" y="1922"/>
                    <a:pt x="1304" y="1922"/>
                  </a:cubicBezTo>
                  <a:cubicBezTo>
                    <a:pt x="1369" y="1922"/>
                    <a:pt x="1369" y="1914"/>
                    <a:pt x="1304" y="1914"/>
                  </a:cubicBezTo>
                  <a:cubicBezTo>
                    <a:pt x="1190" y="1914"/>
                    <a:pt x="1133" y="1906"/>
                    <a:pt x="1247" y="1906"/>
                  </a:cubicBezTo>
                  <a:cubicBezTo>
                    <a:pt x="1247" y="1906"/>
                    <a:pt x="1247" y="1906"/>
                    <a:pt x="1190" y="1898"/>
                  </a:cubicBezTo>
                  <a:cubicBezTo>
                    <a:pt x="1312" y="1890"/>
                    <a:pt x="1312" y="1890"/>
                    <a:pt x="1190" y="1890"/>
                  </a:cubicBezTo>
                  <a:cubicBezTo>
                    <a:pt x="1190" y="1890"/>
                    <a:pt x="1133" y="1882"/>
                    <a:pt x="1190" y="1882"/>
                  </a:cubicBezTo>
                  <a:cubicBezTo>
                    <a:pt x="1255" y="1874"/>
                    <a:pt x="1320" y="1857"/>
                    <a:pt x="1198" y="1857"/>
                  </a:cubicBezTo>
                  <a:lnTo>
                    <a:pt x="1198" y="1849"/>
                  </a:lnTo>
                  <a:cubicBezTo>
                    <a:pt x="1255" y="1849"/>
                    <a:pt x="1255" y="1841"/>
                    <a:pt x="1198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3" y="1833"/>
                  </a:cubicBezTo>
                  <a:cubicBezTo>
                    <a:pt x="1263" y="1825"/>
                    <a:pt x="1263" y="1825"/>
                    <a:pt x="1198" y="1825"/>
                  </a:cubicBezTo>
                  <a:cubicBezTo>
                    <a:pt x="1179" y="1828"/>
                    <a:pt x="1167" y="1829"/>
                    <a:pt x="1158" y="1829"/>
                  </a:cubicBezTo>
                  <a:cubicBezTo>
                    <a:pt x="1142" y="1829"/>
                    <a:pt x="1142" y="1825"/>
                    <a:pt x="1142" y="1825"/>
                  </a:cubicBezTo>
                  <a:cubicBezTo>
                    <a:pt x="1182" y="1817"/>
                    <a:pt x="1223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63" y="1809"/>
                    <a:pt x="1263" y="1809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3" y="1789"/>
                    <a:pt x="124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2"/>
            <p:cNvSpPr/>
            <p:nvPr/>
          </p:nvSpPr>
          <p:spPr>
            <a:xfrm>
              <a:off x="8337920" y="1800052"/>
              <a:ext cx="42025" cy="45300"/>
            </a:xfrm>
            <a:custGeom>
              <a:avLst/>
              <a:gdLst/>
              <a:ahLst/>
              <a:cxnLst/>
              <a:rect l="l" t="t" r="r" b="b"/>
              <a:pathLst>
                <a:path w="2438" h="2628" extrusionOk="0">
                  <a:moveTo>
                    <a:pt x="707" y="19"/>
                  </a:moveTo>
                  <a:cubicBezTo>
                    <a:pt x="737" y="19"/>
                    <a:pt x="796" y="21"/>
                    <a:pt x="856" y="25"/>
                  </a:cubicBezTo>
                  <a:cubicBezTo>
                    <a:pt x="843" y="28"/>
                    <a:pt x="829" y="29"/>
                    <a:pt x="816" y="29"/>
                  </a:cubicBezTo>
                  <a:cubicBezTo>
                    <a:pt x="789" y="29"/>
                    <a:pt x="762" y="25"/>
                    <a:pt x="735" y="25"/>
                  </a:cubicBezTo>
                  <a:cubicBezTo>
                    <a:pt x="678" y="21"/>
                    <a:pt x="678" y="19"/>
                    <a:pt x="707" y="19"/>
                  </a:cubicBezTo>
                  <a:close/>
                  <a:moveTo>
                    <a:pt x="1387" y="19"/>
                  </a:moveTo>
                  <a:cubicBezTo>
                    <a:pt x="1367" y="19"/>
                    <a:pt x="1347" y="21"/>
                    <a:pt x="1327" y="25"/>
                  </a:cubicBezTo>
                  <a:cubicBezTo>
                    <a:pt x="1340" y="28"/>
                    <a:pt x="1354" y="29"/>
                    <a:pt x="1367" y="29"/>
                  </a:cubicBezTo>
                  <a:cubicBezTo>
                    <a:pt x="1394" y="29"/>
                    <a:pt x="1421" y="25"/>
                    <a:pt x="1448" y="25"/>
                  </a:cubicBezTo>
                  <a:cubicBezTo>
                    <a:pt x="1428" y="21"/>
                    <a:pt x="1408" y="19"/>
                    <a:pt x="1387" y="19"/>
                  </a:cubicBezTo>
                  <a:close/>
                  <a:moveTo>
                    <a:pt x="792" y="455"/>
                  </a:moveTo>
                  <a:cubicBezTo>
                    <a:pt x="832" y="455"/>
                    <a:pt x="873" y="455"/>
                    <a:pt x="913" y="463"/>
                  </a:cubicBezTo>
                  <a:cubicBezTo>
                    <a:pt x="856" y="463"/>
                    <a:pt x="792" y="463"/>
                    <a:pt x="735" y="455"/>
                  </a:cubicBezTo>
                  <a:close/>
                  <a:moveTo>
                    <a:pt x="1075" y="560"/>
                  </a:moveTo>
                  <a:cubicBezTo>
                    <a:pt x="1075" y="560"/>
                    <a:pt x="1140" y="568"/>
                    <a:pt x="1075" y="568"/>
                  </a:cubicBezTo>
                  <a:lnTo>
                    <a:pt x="1019" y="568"/>
                  </a:lnTo>
                  <a:cubicBezTo>
                    <a:pt x="962" y="560"/>
                    <a:pt x="897" y="560"/>
                    <a:pt x="962" y="560"/>
                  </a:cubicBezTo>
                  <a:close/>
                  <a:moveTo>
                    <a:pt x="998" y="684"/>
                  </a:moveTo>
                  <a:cubicBezTo>
                    <a:pt x="1019" y="684"/>
                    <a:pt x="1039" y="686"/>
                    <a:pt x="1059" y="690"/>
                  </a:cubicBezTo>
                  <a:lnTo>
                    <a:pt x="937" y="690"/>
                  </a:lnTo>
                  <a:cubicBezTo>
                    <a:pt x="958" y="686"/>
                    <a:pt x="978" y="684"/>
                    <a:pt x="998" y="684"/>
                  </a:cubicBezTo>
                  <a:close/>
                  <a:moveTo>
                    <a:pt x="1116" y="714"/>
                  </a:moveTo>
                  <a:lnTo>
                    <a:pt x="1059" y="722"/>
                  </a:lnTo>
                  <a:lnTo>
                    <a:pt x="1059" y="714"/>
                  </a:lnTo>
                  <a:close/>
                  <a:moveTo>
                    <a:pt x="1143" y="724"/>
                  </a:moveTo>
                  <a:cubicBezTo>
                    <a:pt x="1136" y="724"/>
                    <a:pt x="1136" y="726"/>
                    <a:pt x="1164" y="730"/>
                  </a:cubicBezTo>
                  <a:cubicBezTo>
                    <a:pt x="1164" y="726"/>
                    <a:pt x="1150" y="724"/>
                    <a:pt x="1143" y="724"/>
                  </a:cubicBezTo>
                  <a:close/>
                  <a:moveTo>
                    <a:pt x="1108" y="747"/>
                  </a:moveTo>
                  <a:lnTo>
                    <a:pt x="1051" y="755"/>
                  </a:lnTo>
                  <a:lnTo>
                    <a:pt x="1051" y="747"/>
                  </a:lnTo>
                  <a:close/>
                  <a:moveTo>
                    <a:pt x="1051" y="763"/>
                  </a:moveTo>
                  <a:cubicBezTo>
                    <a:pt x="1079" y="767"/>
                    <a:pt x="1094" y="767"/>
                    <a:pt x="1101" y="767"/>
                  </a:cubicBezTo>
                  <a:cubicBezTo>
                    <a:pt x="1108" y="767"/>
                    <a:pt x="1108" y="767"/>
                    <a:pt x="1108" y="771"/>
                  </a:cubicBezTo>
                  <a:cubicBezTo>
                    <a:pt x="1108" y="775"/>
                    <a:pt x="1108" y="777"/>
                    <a:pt x="1101" y="777"/>
                  </a:cubicBezTo>
                  <a:cubicBezTo>
                    <a:pt x="1094" y="777"/>
                    <a:pt x="1079" y="775"/>
                    <a:pt x="1051" y="771"/>
                  </a:cubicBezTo>
                  <a:cubicBezTo>
                    <a:pt x="986" y="771"/>
                    <a:pt x="986" y="763"/>
                    <a:pt x="1051" y="763"/>
                  </a:cubicBezTo>
                  <a:close/>
                  <a:moveTo>
                    <a:pt x="683" y="789"/>
                  </a:moveTo>
                  <a:cubicBezTo>
                    <a:pt x="702" y="789"/>
                    <a:pt x="723" y="791"/>
                    <a:pt x="743" y="795"/>
                  </a:cubicBezTo>
                  <a:lnTo>
                    <a:pt x="629" y="795"/>
                  </a:lnTo>
                  <a:cubicBezTo>
                    <a:pt x="646" y="791"/>
                    <a:pt x="664" y="789"/>
                    <a:pt x="683" y="789"/>
                  </a:cubicBezTo>
                  <a:close/>
                  <a:moveTo>
                    <a:pt x="800" y="828"/>
                  </a:moveTo>
                  <a:lnTo>
                    <a:pt x="743" y="836"/>
                  </a:lnTo>
                  <a:cubicBezTo>
                    <a:pt x="678" y="836"/>
                    <a:pt x="678" y="828"/>
                    <a:pt x="678" y="828"/>
                  </a:cubicBezTo>
                  <a:close/>
                  <a:moveTo>
                    <a:pt x="1002" y="1087"/>
                  </a:moveTo>
                  <a:cubicBezTo>
                    <a:pt x="1043" y="1087"/>
                    <a:pt x="1083" y="1087"/>
                    <a:pt x="1124" y="1095"/>
                  </a:cubicBezTo>
                  <a:lnTo>
                    <a:pt x="1002" y="1095"/>
                  </a:lnTo>
                  <a:lnTo>
                    <a:pt x="1002" y="1087"/>
                  </a:lnTo>
                  <a:close/>
                  <a:moveTo>
                    <a:pt x="1108" y="1209"/>
                  </a:moveTo>
                  <a:cubicBezTo>
                    <a:pt x="1164" y="1209"/>
                    <a:pt x="1164" y="1217"/>
                    <a:pt x="1164" y="1225"/>
                  </a:cubicBezTo>
                  <a:cubicBezTo>
                    <a:pt x="1124" y="1225"/>
                    <a:pt x="1083" y="1225"/>
                    <a:pt x="1043" y="1217"/>
                  </a:cubicBezTo>
                  <a:cubicBezTo>
                    <a:pt x="1043" y="1209"/>
                    <a:pt x="1043" y="1209"/>
                    <a:pt x="1108" y="1209"/>
                  </a:cubicBezTo>
                  <a:close/>
                  <a:moveTo>
                    <a:pt x="646" y="1468"/>
                  </a:moveTo>
                  <a:lnTo>
                    <a:pt x="646" y="1476"/>
                  </a:lnTo>
                  <a:lnTo>
                    <a:pt x="767" y="1476"/>
                  </a:lnTo>
                  <a:cubicBezTo>
                    <a:pt x="727" y="1468"/>
                    <a:pt x="686" y="1468"/>
                    <a:pt x="646" y="1468"/>
                  </a:cubicBezTo>
                  <a:close/>
                  <a:moveTo>
                    <a:pt x="1059" y="1525"/>
                  </a:moveTo>
                  <a:cubicBezTo>
                    <a:pt x="1069" y="1525"/>
                    <a:pt x="1082" y="1525"/>
                    <a:pt x="1095" y="1526"/>
                  </a:cubicBezTo>
                  <a:lnTo>
                    <a:pt x="1095" y="1526"/>
                  </a:lnTo>
                  <a:cubicBezTo>
                    <a:pt x="1095" y="1525"/>
                    <a:pt x="1095" y="1525"/>
                    <a:pt x="1095" y="1525"/>
                  </a:cubicBezTo>
                  <a:close/>
                  <a:moveTo>
                    <a:pt x="913" y="1"/>
                  </a:moveTo>
                  <a:cubicBezTo>
                    <a:pt x="832" y="1"/>
                    <a:pt x="751" y="1"/>
                    <a:pt x="670" y="9"/>
                  </a:cubicBezTo>
                  <a:cubicBezTo>
                    <a:pt x="605" y="25"/>
                    <a:pt x="548" y="33"/>
                    <a:pt x="670" y="33"/>
                  </a:cubicBezTo>
                  <a:lnTo>
                    <a:pt x="727" y="33"/>
                  </a:lnTo>
                  <a:cubicBezTo>
                    <a:pt x="702" y="41"/>
                    <a:pt x="686" y="41"/>
                    <a:pt x="662" y="41"/>
                  </a:cubicBezTo>
                  <a:cubicBezTo>
                    <a:pt x="605" y="41"/>
                    <a:pt x="605" y="57"/>
                    <a:pt x="605" y="74"/>
                  </a:cubicBezTo>
                  <a:cubicBezTo>
                    <a:pt x="597" y="90"/>
                    <a:pt x="597" y="98"/>
                    <a:pt x="540" y="98"/>
                  </a:cubicBezTo>
                  <a:cubicBezTo>
                    <a:pt x="475" y="106"/>
                    <a:pt x="475" y="106"/>
                    <a:pt x="475" y="106"/>
                  </a:cubicBezTo>
                  <a:cubicBezTo>
                    <a:pt x="540" y="106"/>
                    <a:pt x="532" y="122"/>
                    <a:pt x="532" y="147"/>
                  </a:cubicBezTo>
                  <a:cubicBezTo>
                    <a:pt x="524" y="171"/>
                    <a:pt x="524" y="187"/>
                    <a:pt x="581" y="187"/>
                  </a:cubicBezTo>
                  <a:lnTo>
                    <a:pt x="581" y="195"/>
                  </a:lnTo>
                  <a:cubicBezTo>
                    <a:pt x="524" y="195"/>
                    <a:pt x="524" y="203"/>
                    <a:pt x="524" y="212"/>
                  </a:cubicBezTo>
                  <a:cubicBezTo>
                    <a:pt x="581" y="220"/>
                    <a:pt x="581" y="220"/>
                    <a:pt x="581" y="220"/>
                  </a:cubicBezTo>
                  <a:cubicBezTo>
                    <a:pt x="524" y="220"/>
                    <a:pt x="516" y="228"/>
                    <a:pt x="516" y="228"/>
                  </a:cubicBezTo>
                  <a:cubicBezTo>
                    <a:pt x="516" y="236"/>
                    <a:pt x="516" y="244"/>
                    <a:pt x="581" y="244"/>
                  </a:cubicBezTo>
                  <a:cubicBezTo>
                    <a:pt x="581" y="244"/>
                    <a:pt x="573" y="268"/>
                    <a:pt x="516" y="276"/>
                  </a:cubicBezTo>
                  <a:cubicBezTo>
                    <a:pt x="451" y="276"/>
                    <a:pt x="508" y="285"/>
                    <a:pt x="573" y="285"/>
                  </a:cubicBezTo>
                  <a:cubicBezTo>
                    <a:pt x="613" y="285"/>
                    <a:pt x="654" y="285"/>
                    <a:pt x="686" y="293"/>
                  </a:cubicBezTo>
                  <a:lnTo>
                    <a:pt x="573" y="293"/>
                  </a:lnTo>
                  <a:cubicBezTo>
                    <a:pt x="540" y="289"/>
                    <a:pt x="524" y="287"/>
                    <a:pt x="516" y="287"/>
                  </a:cubicBezTo>
                  <a:cubicBezTo>
                    <a:pt x="508" y="287"/>
                    <a:pt x="508" y="289"/>
                    <a:pt x="508" y="293"/>
                  </a:cubicBezTo>
                  <a:lnTo>
                    <a:pt x="508" y="301"/>
                  </a:lnTo>
                  <a:cubicBezTo>
                    <a:pt x="573" y="301"/>
                    <a:pt x="565" y="317"/>
                    <a:pt x="565" y="333"/>
                  </a:cubicBezTo>
                  <a:cubicBezTo>
                    <a:pt x="556" y="366"/>
                    <a:pt x="556" y="374"/>
                    <a:pt x="621" y="374"/>
                  </a:cubicBezTo>
                  <a:cubicBezTo>
                    <a:pt x="678" y="374"/>
                    <a:pt x="678" y="374"/>
                    <a:pt x="613" y="390"/>
                  </a:cubicBezTo>
                  <a:cubicBezTo>
                    <a:pt x="435" y="406"/>
                    <a:pt x="435" y="406"/>
                    <a:pt x="492" y="406"/>
                  </a:cubicBezTo>
                  <a:lnTo>
                    <a:pt x="613" y="406"/>
                  </a:lnTo>
                  <a:cubicBezTo>
                    <a:pt x="735" y="406"/>
                    <a:pt x="735" y="406"/>
                    <a:pt x="613" y="414"/>
                  </a:cubicBezTo>
                  <a:cubicBezTo>
                    <a:pt x="492" y="414"/>
                    <a:pt x="548" y="455"/>
                    <a:pt x="662" y="463"/>
                  </a:cubicBezTo>
                  <a:lnTo>
                    <a:pt x="605" y="463"/>
                  </a:lnTo>
                  <a:cubicBezTo>
                    <a:pt x="548" y="463"/>
                    <a:pt x="548" y="463"/>
                    <a:pt x="540" y="479"/>
                  </a:cubicBezTo>
                  <a:lnTo>
                    <a:pt x="540" y="487"/>
                  </a:lnTo>
                  <a:cubicBezTo>
                    <a:pt x="662" y="487"/>
                    <a:pt x="597" y="503"/>
                    <a:pt x="540" y="503"/>
                  </a:cubicBezTo>
                  <a:cubicBezTo>
                    <a:pt x="475" y="503"/>
                    <a:pt x="475" y="503"/>
                    <a:pt x="475" y="512"/>
                  </a:cubicBezTo>
                  <a:cubicBezTo>
                    <a:pt x="597" y="520"/>
                    <a:pt x="532" y="536"/>
                    <a:pt x="475" y="536"/>
                  </a:cubicBezTo>
                  <a:lnTo>
                    <a:pt x="475" y="544"/>
                  </a:lnTo>
                  <a:cubicBezTo>
                    <a:pt x="532" y="544"/>
                    <a:pt x="532" y="552"/>
                    <a:pt x="532" y="552"/>
                  </a:cubicBezTo>
                  <a:cubicBezTo>
                    <a:pt x="532" y="568"/>
                    <a:pt x="532" y="568"/>
                    <a:pt x="589" y="568"/>
                  </a:cubicBezTo>
                  <a:cubicBezTo>
                    <a:pt x="602" y="566"/>
                    <a:pt x="616" y="565"/>
                    <a:pt x="629" y="565"/>
                  </a:cubicBezTo>
                  <a:cubicBezTo>
                    <a:pt x="656" y="565"/>
                    <a:pt x="683" y="568"/>
                    <a:pt x="710" y="568"/>
                  </a:cubicBezTo>
                  <a:lnTo>
                    <a:pt x="662" y="568"/>
                  </a:lnTo>
                  <a:cubicBezTo>
                    <a:pt x="597" y="568"/>
                    <a:pt x="597" y="576"/>
                    <a:pt x="597" y="593"/>
                  </a:cubicBezTo>
                  <a:cubicBezTo>
                    <a:pt x="589" y="609"/>
                    <a:pt x="589" y="609"/>
                    <a:pt x="532" y="617"/>
                  </a:cubicBezTo>
                  <a:lnTo>
                    <a:pt x="589" y="617"/>
                  </a:lnTo>
                  <a:cubicBezTo>
                    <a:pt x="654" y="625"/>
                    <a:pt x="654" y="625"/>
                    <a:pt x="589" y="625"/>
                  </a:cubicBezTo>
                  <a:cubicBezTo>
                    <a:pt x="532" y="625"/>
                    <a:pt x="524" y="641"/>
                    <a:pt x="589" y="649"/>
                  </a:cubicBezTo>
                  <a:cubicBezTo>
                    <a:pt x="467" y="657"/>
                    <a:pt x="467" y="666"/>
                    <a:pt x="581" y="666"/>
                  </a:cubicBezTo>
                  <a:cubicBezTo>
                    <a:pt x="524" y="666"/>
                    <a:pt x="524" y="674"/>
                    <a:pt x="524" y="674"/>
                  </a:cubicBezTo>
                  <a:cubicBezTo>
                    <a:pt x="581" y="682"/>
                    <a:pt x="581" y="690"/>
                    <a:pt x="524" y="690"/>
                  </a:cubicBezTo>
                  <a:lnTo>
                    <a:pt x="524" y="698"/>
                  </a:lnTo>
                  <a:cubicBezTo>
                    <a:pt x="581" y="698"/>
                    <a:pt x="581" y="698"/>
                    <a:pt x="581" y="706"/>
                  </a:cubicBezTo>
                  <a:cubicBezTo>
                    <a:pt x="581" y="706"/>
                    <a:pt x="581" y="714"/>
                    <a:pt x="637" y="714"/>
                  </a:cubicBezTo>
                  <a:cubicBezTo>
                    <a:pt x="694" y="714"/>
                    <a:pt x="694" y="722"/>
                    <a:pt x="694" y="722"/>
                  </a:cubicBezTo>
                  <a:cubicBezTo>
                    <a:pt x="654" y="722"/>
                    <a:pt x="613" y="722"/>
                    <a:pt x="581" y="714"/>
                  </a:cubicBezTo>
                  <a:cubicBezTo>
                    <a:pt x="516" y="714"/>
                    <a:pt x="516" y="722"/>
                    <a:pt x="637" y="730"/>
                  </a:cubicBezTo>
                  <a:cubicBezTo>
                    <a:pt x="594" y="730"/>
                    <a:pt x="555" y="727"/>
                    <a:pt x="550" y="727"/>
                  </a:cubicBezTo>
                  <a:lnTo>
                    <a:pt x="550" y="727"/>
                  </a:lnTo>
                  <a:cubicBezTo>
                    <a:pt x="547" y="727"/>
                    <a:pt x="554" y="728"/>
                    <a:pt x="573" y="730"/>
                  </a:cubicBezTo>
                  <a:cubicBezTo>
                    <a:pt x="573" y="730"/>
                    <a:pt x="573" y="739"/>
                    <a:pt x="637" y="739"/>
                  </a:cubicBezTo>
                  <a:lnTo>
                    <a:pt x="629" y="747"/>
                  </a:lnTo>
                  <a:cubicBezTo>
                    <a:pt x="573" y="755"/>
                    <a:pt x="573" y="755"/>
                    <a:pt x="573" y="763"/>
                  </a:cubicBezTo>
                  <a:cubicBezTo>
                    <a:pt x="508" y="763"/>
                    <a:pt x="508" y="771"/>
                    <a:pt x="629" y="771"/>
                  </a:cubicBezTo>
                  <a:cubicBezTo>
                    <a:pt x="686" y="771"/>
                    <a:pt x="686" y="779"/>
                    <a:pt x="629" y="779"/>
                  </a:cubicBezTo>
                  <a:lnTo>
                    <a:pt x="565" y="779"/>
                  </a:lnTo>
                  <a:cubicBezTo>
                    <a:pt x="629" y="787"/>
                    <a:pt x="629" y="787"/>
                    <a:pt x="629" y="787"/>
                  </a:cubicBezTo>
                  <a:cubicBezTo>
                    <a:pt x="565" y="787"/>
                    <a:pt x="565" y="820"/>
                    <a:pt x="556" y="844"/>
                  </a:cubicBezTo>
                  <a:cubicBezTo>
                    <a:pt x="597" y="852"/>
                    <a:pt x="637" y="852"/>
                    <a:pt x="678" y="852"/>
                  </a:cubicBezTo>
                  <a:cubicBezTo>
                    <a:pt x="500" y="852"/>
                    <a:pt x="500" y="860"/>
                    <a:pt x="678" y="860"/>
                  </a:cubicBezTo>
                  <a:cubicBezTo>
                    <a:pt x="613" y="868"/>
                    <a:pt x="613" y="868"/>
                    <a:pt x="678" y="868"/>
                  </a:cubicBezTo>
                  <a:cubicBezTo>
                    <a:pt x="613" y="876"/>
                    <a:pt x="556" y="876"/>
                    <a:pt x="613" y="876"/>
                  </a:cubicBezTo>
                  <a:cubicBezTo>
                    <a:pt x="613" y="876"/>
                    <a:pt x="613" y="884"/>
                    <a:pt x="556" y="884"/>
                  </a:cubicBezTo>
                  <a:cubicBezTo>
                    <a:pt x="492" y="884"/>
                    <a:pt x="556" y="893"/>
                    <a:pt x="613" y="893"/>
                  </a:cubicBezTo>
                  <a:cubicBezTo>
                    <a:pt x="699" y="898"/>
                    <a:pt x="720" y="904"/>
                    <a:pt x="685" y="904"/>
                  </a:cubicBezTo>
                  <a:cubicBezTo>
                    <a:pt x="671" y="904"/>
                    <a:pt x="646" y="903"/>
                    <a:pt x="613" y="901"/>
                  </a:cubicBezTo>
                  <a:cubicBezTo>
                    <a:pt x="492" y="901"/>
                    <a:pt x="548" y="917"/>
                    <a:pt x="670" y="917"/>
                  </a:cubicBezTo>
                  <a:cubicBezTo>
                    <a:pt x="792" y="925"/>
                    <a:pt x="792" y="925"/>
                    <a:pt x="727" y="925"/>
                  </a:cubicBezTo>
                  <a:cubicBezTo>
                    <a:pt x="708" y="922"/>
                    <a:pt x="695" y="921"/>
                    <a:pt x="687" y="921"/>
                  </a:cubicBezTo>
                  <a:cubicBezTo>
                    <a:pt x="670" y="921"/>
                    <a:pt x="670" y="925"/>
                    <a:pt x="670" y="925"/>
                  </a:cubicBezTo>
                  <a:cubicBezTo>
                    <a:pt x="670" y="925"/>
                    <a:pt x="670" y="933"/>
                    <a:pt x="605" y="933"/>
                  </a:cubicBezTo>
                  <a:cubicBezTo>
                    <a:pt x="605" y="933"/>
                    <a:pt x="605" y="933"/>
                    <a:pt x="662" y="941"/>
                  </a:cubicBezTo>
                  <a:cubicBezTo>
                    <a:pt x="783" y="949"/>
                    <a:pt x="727" y="957"/>
                    <a:pt x="605" y="957"/>
                  </a:cubicBezTo>
                  <a:lnTo>
                    <a:pt x="662" y="966"/>
                  </a:lnTo>
                  <a:cubicBezTo>
                    <a:pt x="783" y="966"/>
                    <a:pt x="840" y="974"/>
                    <a:pt x="719" y="974"/>
                  </a:cubicBezTo>
                  <a:lnTo>
                    <a:pt x="662" y="974"/>
                  </a:lnTo>
                  <a:cubicBezTo>
                    <a:pt x="783" y="974"/>
                    <a:pt x="719" y="990"/>
                    <a:pt x="597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54" y="998"/>
                  </a:cubicBezTo>
                  <a:cubicBezTo>
                    <a:pt x="597" y="998"/>
                    <a:pt x="540" y="1006"/>
                    <a:pt x="597" y="1006"/>
                  </a:cubicBezTo>
                  <a:cubicBezTo>
                    <a:pt x="597" y="1006"/>
                    <a:pt x="597" y="1006"/>
                    <a:pt x="532" y="1014"/>
                  </a:cubicBezTo>
                  <a:cubicBezTo>
                    <a:pt x="532" y="1014"/>
                    <a:pt x="532" y="1014"/>
                    <a:pt x="532" y="1022"/>
                  </a:cubicBezTo>
                  <a:cubicBezTo>
                    <a:pt x="597" y="1022"/>
                    <a:pt x="589" y="1030"/>
                    <a:pt x="532" y="1030"/>
                  </a:cubicBezTo>
                  <a:cubicBezTo>
                    <a:pt x="532" y="1030"/>
                    <a:pt x="532" y="1039"/>
                    <a:pt x="589" y="1039"/>
                  </a:cubicBezTo>
                  <a:cubicBezTo>
                    <a:pt x="589" y="1047"/>
                    <a:pt x="589" y="1055"/>
                    <a:pt x="532" y="1055"/>
                  </a:cubicBezTo>
                  <a:cubicBezTo>
                    <a:pt x="589" y="1055"/>
                    <a:pt x="589" y="1055"/>
                    <a:pt x="589" y="1063"/>
                  </a:cubicBezTo>
                  <a:cubicBezTo>
                    <a:pt x="646" y="1063"/>
                    <a:pt x="646" y="1063"/>
                    <a:pt x="646" y="1071"/>
                  </a:cubicBezTo>
                  <a:cubicBezTo>
                    <a:pt x="646" y="1071"/>
                    <a:pt x="589" y="1079"/>
                    <a:pt x="589" y="1087"/>
                  </a:cubicBezTo>
                  <a:cubicBezTo>
                    <a:pt x="585" y="1091"/>
                    <a:pt x="583" y="1093"/>
                    <a:pt x="590" y="1093"/>
                  </a:cubicBezTo>
                  <a:cubicBezTo>
                    <a:pt x="597" y="1093"/>
                    <a:pt x="613" y="1091"/>
                    <a:pt x="646" y="1087"/>
                  </a:cubicBezTo>
                  <a:cubicBezTo>
                    <a:pt x="646" y="1087"/>
                    <a:pt x="702" y="1087"/>
                    <a:pt x="646" y="1095"/>
                  </a:cubicBezTo>
                  <a:cubicBezTo>
                    <a:pt x="646" y="1095"/>
                    <a:pt x="581" y="1103"/>
                    <a:pt x="581" y="1120"/>
                  </a:cubicBezTo>
                  <a:cubicBezTo>
                    <a:pt x="581" y="1128"/>
                    <a:pt x="581" y="1128"/>
                    <a:pt x="637" y="1128"/>
                  </a:cubicBezTo>
                  <a:cubicBezTo>
                    <a:pt x="516" y="1136"/>
                    <a:pt x="516" y="1144"/>
                    <a:pt x="581" y="1144"/>
                  </a:cubicBezTo>
                  <a:lnTo>
                    <a:pt x="637" y="1144"/>
                  </a:lnTo>
                  <a:cubicBezTo>
                    <a:pt x="581" y="1144"/>
                    <a:pt x="581" y="1152"/>
                    <a:pt x="637" y="1160"/>
                  </a:cubicBezTo>
                  <a:lnTo>
                    <a:pt x="573" y="1160"/>
                  </a:lnTo>
                  <a:lnTo>
                    <a:pt x="573" y="1168"/>
                  </a:lnTo>
                  <a:cubicBezTo>
                    <a:pt x="694" y="1168"/>
                    <a:pt x="629" y="1193"/>
                    <a:pt x="573" y="1193"/>
                  </a:cubicBezTo>
                  <a:cubicBezTo>
                    <a:pt x="573" y="1193"/>
                    <a:pt x="573" y="1193"/>
                    <a:pt x="629" y="1201"/>
                  </a:cubicBezTo>
                  <a:cubicBezTo>
                    <a:pt x="751" y="1201"/>
                    <a:pt x="751" y="1209"/>
                    <a:pt x="629" y="1209"/>
                  </a:cubicBezTo>
                  <a:cubicBezTo>
                    <a:pt x="686" y="1209"/>
                    <a:pt x="686" y="1225"/>
                    <a:pt x="565" y="1225"/>
                  </a:cubicBezTo>
                  <a:lnTo>
                    <a:pt x="451" y="1225"/>
                  </a:lnTo>
                  <a:cubicBezTo>
                    <a:pt x="508" y="1225"/>
                    <a:pt x="508" y="1233"/>
                    <a:pt x="508" y="1233"/>
                  </a:cubicBezTo>
                  <a:cubicBezTo>
                    <a:pt x="565" y="1233"/>
                    <a:pt x="565" y="1233"/>
                    <a:pt x="565" y="1241"/>
                  </a:cubicBezTo>
                  <a:cubicBezTo>
                    <a:pt x="565" y="1247"/>
                    <a:pt x="591" y="1252"/>
                    <a:pt x="608" y="1258"/>
                  </a:cubicBezTo>
                  <a:lnTo>
                    <a:pt x="608" y="1258"/>
                  </a:lnTo>
                  <a:cubicBezTo>
                    <a:pt x="621" y="1257"/>
                    <a:pt x="634" y="1257"/>
                    <a:pt x="647" y="1257"/>
                  </a:cubicBezTo>
                  <a:cubicBezTo>
                    <a:pt x="657" y="1257"/>
                    <a:pt x="667" y="1257"/>
                    <a:pt x="678" y="1257"/>
                  </a:cubicBezTo>
                  <a:cubicBezTo>
                    <a:pt x="837" y="1266"/>
                    <a:pt x="956" y="1333"/>
                    <a:pt x="1034" y="1428"/>
                  </a:cubicBezTo>
                  <a:lnTo>
                    <a:pt x="1034" y="1428"/>
                  </a:lnTo>
                  <a:cubicBezTo>
                    <a:pt x="1026" y="1428"/>
                    <a:pt x="1018" y="1428"/>
                    <a:pt x="1010" y="1428"/>
                  </a:cubicBezTo>
                  <a:lnTo>
                    <a:pt x="1010" y="1436"/>
                  </a:lnTo>
                  <a:lnTo>
                    <a:pt x="1040" y="1436"/>
                  </a:lnTo>
                  <a:cubicBezTo>
                    <a:pt x="1038" y="1433"/>
                    <a:pt x="1036" y="1430"/>
                    <a:pt x="1034" y="1428"/>
                  </a:cubicBezTo>
                  <a:lnTo>
                    <a:pt x="1034" y="1428"/>
                  </a:lnTo>
                  <a:cubicBezTo>
                    <a:pt x="1066" y="1428"/>
                    <a:pt x="1099" y="1429"/>
                    <a:pt x="1132" y="1436"/>
                  </a:cubicBezTo>
                  <a:lnTo>
                    <a:pt x="1040" y="1436"/>
                  </a:lnTo>
                  <a:cubicBezTo>
                    <a:pt x="1062" y="1464"/>
                    <a:pt x="1080" y="1493"/>
                    <a:pt x="1095" y="1525"/>
                  </a:cubicBezTo>
                  <a:lnTo>
                    <a:pt x="1237" y="1525"/>
                  </a:lnTo>
                  <a:cubicBezTo>
                    <a:pt x="1237" y="1528"/>
                    <a:pt x="1224" y="1529"/>
                    <a:pt x="1204" y="1529"/>
                  </a:cubicBezTo>
                  <a:cubicBezTo>
                    <a:pt x="1175" y="1529"/>
                    <a:pt x="1131" y="1527"/>
                    <a:pt x="1095" y="1526"/>
                  </a:cubicBezTo>
                  <a:lnTo>
                    <a:pt x="1095" y="1526"/>
                  </a:lnTo>
                  <a:cubicBezTo>
                    <a:pt x="1106" y="1549"/>
                    <a:pt x="1115" y="1573"/>
                    <a:pt x="1123" y="1598"/>
                  </a:cubicBezTo>
                  <a:lnTo>
                    <a:pt x="1123" y="1598"/>
                  </a:lnTo>
                  <a:cubicBezTo>
                    <a:pt x="1118" y="1598"/>
                    <a:pt x="1113" y="1598"/>
                    <a:pt x="1108" y="1598"/>
                  </a:cubicBezTo>
                  <a:lnTo>
                    <a:pt x="1108" y="1606"/>
                  </a:lnTo>
                  <a:lnTo>
                    <a:pt x="1125" y="1606"/>
                  </a:lnTo>
                  <a:cubicBezTo>
                    <a:pt x="1124" y="1603"/>
                    <a:pt x="1123" y="1601"/>
                    <a:pt x="1123" y="1598"/>
                  </a:cubicBezTo>
                  <a:lnTo>
                    <a:pt x="1123" y="1598"/>
                  </a:lnTo>
                  <a:cubicBezTo>
                    <a:pt x="1158" y="1598"/>
                    <a:pt x="1194" y="1599"/>
                    <a:pt x="1229" y="1606"/>
                  </a:cubicBezTo>
                  <a:lnTo>
                    <a:pt x="1125" y="1606"/>
                  </a:lnTo>
                  <a:cubicBezTo>
                    <a:pt x="1126" y="1609"/>
                    <a:pt x="1127" y="1612"/>
                    <a:pt x="1127" y="1614"/>
                  </a:cubicBezTo>
                  <a:lnTo>
                    <a:pt x="1127" y="1614"/>
                  </a:lnTo>
                  <a:cubicBezTo>
                    <a:pt x="1138" y="1614"/>
                    <a:pt x="1150" y="1614"/>
                    <a:pt x="1164" y="1614"/>
                  </a:cubicBezTo>
                  <a:lnTo>
                    <a:pt x="1221" y="1614"/>
                  </a:lnTo>
                  <a:cubicBezTo>
                    <a:pt x="1221" y="1614"/>
                    <a:pt x="1221" y="1606"/>
                    <a:pt x="1286" y="1606"/>
                  </a:cubicBezTo>
                  <a:cubicBezTo>
                    <a:pt x="1400" y="1598"/>
                    <a:pt x="1343" y="1590"/>
                    <a:pt x="1286" y="1590"/>
                  </a:cubicBezTo>
                  <a:cubicBezTo>
                    <a:pt x="1246" y="1593"/>
                    <a:pt x="1225" y="1593"/>
                    <a:pt x="1218" y="1593"/>
                  </a:cubicBezTo>
                  <a:cubicBezTo>
                    <a:pt x="1203" y="1593"/>
                    <a:pt x="1243" y="1590"/>
                    <a:pt x="1286" y="1590"/>
                  </a:cubicBezTo>
                  <a:cubicBezTo>
                    <a:pt x="1343" y="1590"/>
                    <a:pt x="1408" y="1582"/>
                    <a:pt x="1343" y="1582"/>
                  </a:cubicBezTo>
                  <a:cubicBezTo>
                    <a:pt x="1286" y="1582"/>
                    <a:pt x="1229" y="1566"/>
                    <a:pt x="1351" y="1566"/>
                  </a:cubicBezTo>
                  <a:lnTo>
                    <a:pt x="1351" y="1557"/>
                  </a:lnTo>
                  <a:cubicBezTo>
                    <a:pt x="1286" y="1557"/>
                    <a:pt x="1286" y="1549"/>
                    <a:pt x="1294" y="1541"/>
                  </a:cubicBezTo>
                  <a:cubicBezTo>
                    <a:pt x="1294" y="1541"/>
                    <a:pt x="1294" y="1533"/>
                    <a:pt x="1351" y="1533"/>
                  </a:cubicBezTo>
                  <a:cubicBezTo>
                    <a:pt x="1368" y="1535"/>
                    <a:pt x="1379" y="1536"/>
                    <a:pt x="1386" y="1536"/>
                  </a:cubicBezTo>
                  <a:cubicBezTo>
                    <a:pt x="1403" y="1536"/>
                    <a:pt x="1391" y="1531"/>
                    <a:pt x="1351" y="1525"/>
                  </a:cubicBezTo>
                  <a:cubicBezTo>
                    <a:pt x="1351" y="1525"/>
                    <a:pt x="1237" y="1525"/>
                    <a:pt x="1237" y="1517"/>
                  </a:cubicBezTo>
                  <a:cubicBezTo>
                    <a:pt x="1197" y="1517"/>
                    <a:pt x="1156" y="1517"/>
                    <a:pt x="1116" y="1509"/>
                  </a:cubicBezTo>
                  <a:lnTo>
                    <a:pt x="1237" y="1509"/>
                  </a:lnTo>
                  <a:cubicBezTo>
                    <a:pt x="1294" y="1501"/>
                    <a:pt x="1294" y="1501"/>
                    <a:pt x="1294" y="1493"/>
                  </a:cubicBezTo>
                  <a:cubicBezTo>
                    <a:pt x="1302" y="1484"/>
                    <a:pt x="1302" y="1484"/>
                    <a:pt x="1237" y="1476"/>
                  </a:cubicBezTo>
                  <a:cubicBezTo>
                    <a:pt x="1359" y="1476"/>
                    <a:pt x="1359" y="1460"/>
                    <a:pt x="1246" y="1452"/>
                  </a:cubicBezTo>
                  <a:cubicBezTo>
                    <a:pt x="1181" y="1452"/>
                    <a:pt x="1181" y="1452"/>
                    <a:pt x="1246" y="1444"/>
                  </a:cubicBezTo>
                  <a:cubicBezTo>
                    <a:pt x="1189" y="1436"/>
                    <a:pt x="1246" y="1436"/>
                    <a:pt x="1310" y="1436"/>
                  </a:cubicBezTo>
                  <a:cubicBezTo>
                    <a:pt x="1424" y="1428"/>
                    <a:pt x="1424" y="1428"/>
                    <a:pt x="1367" y="1420"/>
                  </a:cubicBezTo>
                  <a:cubicBezTo>
                    <a:pt x="1310" y="1420"/>
                    <a:pt x="1310" y="1411"/>
                    <a:pt x="1310" y="1411"/>
                  </a:cubicBezTo>
                  <a:cubicBezTo>
                    <a:pt x="1282" y="1406"/>
                    <a:pt x="1253" y="1400"/>
                    <a:pt x="1224" y="1400"/>
                  </a:cubicBezTo>
                  <a:cubicBezTo>
                    <a:pt x="1213" y="1400"/>
                    <a:pt x="1201" y="1401"/>
                    <a:pt x="1189" y="1403"/>
                  </a:cubicBezTo>
                  <a:cubicBezTo>
                    <a:pt x="1170" y="1403"/>
                    <a:pt x="1151" y="1402"/>
                    <a:pt x="1134" y="1401"/>
                  </a:cubicBezTo>
                  <a:lnTo>
                    <a:pt x="1134" y="1401"/>
                  </a:lnTo>
                  <a:cubicBezTo>
                    <a:pt x="1152" y="1401"/>
                    <a:pt x="1170" y="1399"/>
                    <a:pt x="1189" y="1395"/>
                  </a:cubicBezTo>
                  <a:cubicBezTo>
                    <a:pt x="1254" y="1395"/>
                    <a:pt x="1254" y="1387"/>
                    <a:pt x="1254" y="1379"/>
                  </a:cubicBezTo>
                  <a:cubicBezTo>
                    <a:pt x="1254" y="1379"/>
                    <a:pt x="1254" y="1371"/>
                    <a:pt x="1254" y="1371"/>
                  </a:cubicBezTo>
                  <a:cubicBezTo>
                    <a:pt x="1319" y="1363"/>
                    <a:pt x="1319" y="1355"/>
                    <a:pt x="1254" y="1355"/>
                  </a:cubicBezTo>
                  <a:lnTo>
                    <a:pt x="1197" y="1355"/>
                  </a:lnTo>
                  <a:cubicBezTo>
                    <a:pt x="1319" y="1355"/>
                    <a:pt x="1319" y="1322"/>
                    <a:pt x="1205" y="1314"/>
                  </a:cubicBezTo>
                  <a:lnTo>
                    <a:pt x="1262" y="1314"/>
                  </a:lnTo>
                  <a:cubicBezTo>
                    <a:pt x="1319" y="1314"/>
                    <a:pt x="1327" y="1314"/>
                    <a:pt x="1327" y="1306"/>
                  </a:cubicBezTo>
                  <a:cubicBezTo>
                    <a:pt x="1327" y="1306"/>
                    <a:pt x="1262" y="1290"/>
                    <a:pt x="1270" y="1282"/>
                  </a:cubicBezTo>
                  <a:cubicBezTo>
                    <a:pt x="1270" y="1274"/>
                    <a:pt x="1270" y="1266"/>
                    <a:pt x="1213" y="1266"/>
                  </a:cubicBezTo>
                  <a:cubicBezTo>
                    <a:pt x="1213" y="1257"/>
                    <a:pt x="1213" y="1257"/>
                    <a:pt x="1270" y="1257"/>
                  </a:cubicBezTo>
                  <a:cubicBezTo>
                    <a:pt x="1289" y="1260"/>
                    <a:pt x="1301" y="1261"/>
                    <a:pt x="1310" y="1261"/>
                  </a:cubicBezTo>
                  <a:cubicBezTo>
                    <a:pt x="1328" y="1261"/>
                    <a:pt x="1329" y="1257"/>
                    <a:pt x="1335" y="1257"/>
                  </a:cubicBezTo>
                  <a:cubicBezTo>
                    <a:pt x="1294" y="1249"/>
                    <a:pt x="1254" y="1249"/>
                    <a:pt x="1213" y="1249"/>
                  </a:cubicBezTo>
                  <a:cubicBezTo>
                    <a:pt x="1148" y="1249"/>
                    <a:pt x="1148" y="1249"/>
                    <a:pt x="1213" y="1241"/>
                  </a:cubicBezTo>
                  <a:cubicBezTo>
                    <a:pt x="1270" y="1233"/>
                    <a:pt x="1278" y="1225"/>
                    <a:pt x="1213" y="1217"/>
                  </a:cubicBezTo>
                  <a:cubicBezTo>
                    <a:pt x="1213" y="1217"/>
                    <a:pt x="1221" y="1209"/>
                    <a:pt x="1278" y="1209"/>
                  </a:cubicBezTo>
                  <a:cubicBezTo>
                    <a:pt x="1335" y="1209"/>
                    <a:pt x="1400" y="1201"/>
                    <a:pt x="1278" y="1201"/>
                  </a:cubicBezTo>
                  <a:cubicBezTo>
                    <a:pt x="1278" y="1193"/>
                    <a:pt x="1278" y="1193"/>
                    <a:pt x="1343" y="1193"/>
                  </a:cubicBezTo>
                  <a:cubicBezTo>
                    <a:pt x="1400" y="1193"/>
                    <a:pt x="1456" y="1193"/>
                    <a:pt x="1343" y="1184"/>
                  </a:cubicBezTo>
                  <a:cubicBezTo>
                    <a:pt x="1278" y="1184"/>
                    <a:pt x="1286" y="1168"/>
                    <a:pt x="1343" y="1168"/>
                  </a:cubicBezTo>
                  <a:cubicBezTo>
                    <a:pt x="1343" y="1160"/>
                    <a:pt x="1343" y="1160"/>
                    <a:pt x="1286" y="1160"/>
                  </a:cubicBezTo>
                  <a:lnTo>
                    <a:pt x="1221" y="1160"/>
                  </a:lnTo>
                  <a:cubicBezTo>
                    <a:pt x="1343" y="1160"/>
                    <a:pt x="1343" y="1160"/>
                    <a:pt x="1229" y="1152"/>
                  </a:cubicBezTo>
                  <a:cubicBezTo>
                    <a:pt x="1286" y="1144"/>
                    <a:pt x="1286" y="1144"/>
                    <a:pt x="1286" y="1144"/>
                  </a:cubicBezTo>
                  <a:cubicBezTo>
                    <a:pt x="1286" y="1144"/>
                    <a:pt x="1229" y="1128"/>
                    <a:pt x="1229" y="1111"/>
                  </a:cubicBezTo>
                  <a:cubicBezTo>
                    <a:pt x="1237" y="1087"/>
                    <a:pt x="1237" y="1079"/>
                    <a:pt x="1181" y="1079"/>
                  </a:cubicBezTo>
                  <a:cubicBezTo>
                    <a:pt x="1116" y="1071"/>
                    <a:pt x="1116" y="1071"/>
                    <a:pt x="1181" y="1071"/>
                  </a:cubicBezTo>
                  <a:cubicBezTo>
                    <a:pt x="1237" y="1071"/>
                    <a:pt x="1237" y="1063"/>
                    <a:pt x="1237" y="1063"/>
                  </a:cubicBezTo>
                  <a:cubicBezTo>
                    <a:pt x="1237" y="1055"/>
                    <a:pt x="1237" y="1055"/>
                    <a:pt x="1302" y="1055"/>
                  </a:cubicBezTo>
                  <a:cubicBezTo>
                    <a:pt x="1237" y="1055"/>
                    <a:pt x="1237" y="1055"/>
                    <a:pt x="1237" y="1047"/>
                  </a:cubicBezTo>
                  <a:cubicBezTo>
                    <a:pt x="1302" y="1047"/>
                    <a:pt x="1302" y="1047"/>
                    <a:pt x="1237" y="1039"/>
                  </a:cubicBezTo>
                  <a:cubicBezTo>
                    <a:pt x="1302" y="1039"/>
                    <a:pt x="1359" y="1030"/>
                    <a:pt x="1302" y="1030"/>
                  </a:cubicBezTo>
                  <a:cubicBezTo>
                    <a:pt x="1246" y="1030"/>
                    <a:pt x="1246" y="1030"/>
                    <a:pt x="1181" y="1022"/>
                  </a:cubicBezTo>
                  <a:cubicBezTo>
                    <a:pt x="1181" y="1022"/>
                    <a:pt x="1189" y="1014"/>
                    <a:pt x="1246" y="1014"/>
                  </a:cubicBezTo>
                  <a:cubicBezTo>
                    <a:pt x="1302" y="1014"/>
                    <a:pt x="1246" y="998"/>
                    <a:pt x="1189" y="998"/>
                  </a:cubicBezTo>
                  <a:cubicBezTo>
                    <a:pt x="1132" y="998"/>
                    <a:pt x="1132" y="990"/>
                    <a:pt x="1189" y="990"/>
                  </a:cubicBezTo>
                  <a:lnTo>
                    <a:pt x="1246" y="990"/>
                  </a:lnTo>
                  <a:cubicBezTo>
                    <a:pt x="1189" y="982"/>
                    <a:pt x="1246" y="982"/>
                    <a:pt x="1310" y="982"/>
                  </a:cubicBezTo>
                  <a:cubicBezTo>
                    <a:pt x="1327" y="984"/>
                    <a:pt x="1339" y="985"/>
                    <a:pt x="1347" y="985"/>
                  </a:cubicBezTo>
                  <a:cubicBezTo>
                    <a:pt x="1367" y="985"/>
                    <a:pt x="1367" y="979"/>
                    <a:pt x="1367" y="974"/>
                  </a:cubicBezTo>
                  <a:cubicBezTo>
                    <a:pt x="1310" y="974"/>
                    <a:pt x="1310" y="966"/>
                    <a:pt x="1310" y="949"/>
                  </a:cubicBezTo>
                  <a:cubicBezTo>
                    <a:pt x="1319" y="933"/>
                    <a:pt x="1254" y="933"/>
                    <a:pt x="1140" y="925"/>
                  </a:cubicBezTo>
                  <a:lnTo>
                    <a:pt x="1319" y="925"/>
                  </a:lnTo>
                  <a:cubicBezTo>
                    <a:pt x="1278" y="917"/>
                    <a:pt x="1237" y="917"/>
                    <a:pt x="1197" y="917"/>
                  </a:cubicBezTo>
                  <a:cubicBezTo>
                    <a:pt x="1140" y="917"/>
                    <a:pt x="1140" y="917"/>
                    <a:pt x="1205" y="909"/>
                  </a:cubicBezTo>
                  <a:cubicBezTo>
                    <a:pt x="1262" y="901"/>
                    <a:pt x="1262" y="901"/>
                    <a:pt x="1205" y="901"/>
                  </a:cubicBezTo>
                  <a:cubicBezTo>
                    <a:pt x="1205" y="893"/>
                    <a:pt x="1205" y="893"/>
                    <a:pt x="1262" y="884"/>
                  </a:cubicBezTo>
                  <a:lnTo>
                    <a:pt x="1205" y="884"/>
                  </a:lnTo>
                  <a:cubicBezTo>
                    <a:pt x="1148" y="884"/>
                    <a:pt x="1148" y="884"/>
                    <a:pt x="1205" y="876"/>
                  </a:cubicBezTo>
                  <a:cubicBezTo>
                    <a:pt x="1327" y="876"/>
                    <a:pt x="1327" y="868"/>
                    <a:pt x="1270" y="868"/>
                  </a:cubicBezTo>
                  <a:cubicBezTo>
                    <a:pt x="1205" y="868"/>
                    <a:pt x="1205" y="860"/>
                    <a:pt x="1205" y="860"/>
                  </a:cubicBezTo>
                  <a:cubicBezTo>
                    <a:pt x="1205" y="860"/>
                    <a:pt x="1205" y="852"/>
                    <a:pt x="1148" y="852"/>
                  </a:cubicBezTo>
                  <a:lnTo>
                    <a:pt x="1148" y="844"/>
                  </a:lnTo>
                  <a:lnTo>
                    <a:pt x="1270" y="844"/>
                  </a:lnTo>
                  <a:cubicBezTo>
                    <a:pt x="1270" y="836"/>
                    <a:pt x="1270" y="836"/>
                    <a:pt x="1213" y="836"/>
                  </a:cubicBezTo>
                  <a:cubicBezTo>
                    <a:pt x="1092" y="828"/>
                    <a:pt x="1092" y="828"/>
                    <a:pt x="1213" y="828"/>
                  </a:cubicBezTo>
                  <a:cubicBezTo>
                    <a:pt x="1270" y="828"/>
                    <a:pt x="1335" y="828"/>
                    <a:pt x="1270" y="820"/>
                  </a:cubicBezTo>
                  <a:cubicBezTo>
                    <a:pt x="1392" y="820"/>
                    <a:pt x="1392" y="820"/>
                    <a:pt x="1278" y="803"/>
                  </a:cubicBezTo>
                  <a:cubicBezTo>
                    <a:pt x="1278" y="803"/>
                    <a:pt x="1221" y="787"/>
                    <a:pt x="1221" y="779"/>
                  </a:cubicBezTo>
                  <a:cubicBezTo>
                    <a:pt x="1221" y="763"/>
                    <a:pt x="1221" y="763"/>
                    <a:pt x="1278" y="755"/>
                  </a:cubicBezTo>
                  <a:lnTo>
                    <a:pt x="1343" y="755"/>
                  </a:lnTo>
                  <a:cubicBezTo>
                    <a:pt x="1221" y="755"/>
                    <a:pt x="1221" y="755"/>
                    <a:pt x="1221" y="747"/>
                  </a:cubicBezTo>
                  <a:cubicBezTo>
                    <a:pt x="1286" y="739"/>
                    <a:pt x="1229" y="730"/>
                    <a:pt x="1164" y="730"/>
                  </a:cubicBezTo>
                  <a:cubicBezTo>
                    <a:pt x="1043" y="730"/>
                    <a:pt x="1043" y="730"/>
                    <a:pt x="1108" y="722"/>
                  </a:cubicBezTo>
                  <a:lnTo>
                    <a:pt x="1229" y="722"/>
                  </a:lnTo>
                  <a:cubicBezTo>
                    <a:pt x="1270" y="722"/>
                    <a:pt x="1310" y="722"/>
                    <a:pt x="1351" y="714"/>
                  </a:cubicBezTo>
                  <a:cubicBezTo>
                    <a:pt x="1351" y="714"/>
                    <a:pt x="1351" y="711"/>
                    <a:pt x="1332" y="711"/>
                  </a:cubicBezTo>
                  <a:cubicBezTo>
                    <a:pt x="1322" y="711"/>
                    <a:pt x="1308" y="712"/>
                    <a:pt x="1286" y="714"/>
                  </a:cubicBezTo>
                  <a:cubicBezTo>
                    <a:pt x="1229" y="714"/>
                    <a:pt x="1229" y="714"/>
                    <a:pt x="1229" y="706"/>
                  </a:cubicBezTo>
                  <a:cubicBezTo>
                    <a:pt x="1229" y="706"/>
                    <a:pt x="1229" y="698"/>
                    <a:pt x="1173" y="698"/>
                  </a:cubicBezTo>
                  <a:cubicBezTo>
                    <a:pt x="1108" y="698"/>
                    <a:pt x="1108" y="698"/>
                    <a:pt x="1116" y="690"/>
                  </a:cubicBezTo>
                  <a:cubicBezTo>
                    <a:pt x="1173" y="690"/>
                    <a:pt x="1173" y="682"/>
                    <a:pt x="1173" y="682"/>
                  </a:cubicBezTo>
                  <a:lnTo>
                    <a:pt x="1351" y="682"/>
                  </a:lnTo>
                  <a:cubicBezTo>
                    <a:pt x="1335" y="674"/>
                    <a:pt x="1310" y="674"/>
                    <a:pt x="1294" y="674"/>
                  </a:cubicBezTo>
                  <a:cubicBezTo>
                    <a:pt x="1229" y="674"/>
                    <a:pt x="1246" y="601"/>
                    <a:pt x="1246" y="593"/>
                  </a:cubicBezTo>
                  <a:cubicBezTo>
                    <a:pt x="1286" y="587"/>
                    <a:pt x="1302" y="581"/>
                    <a:pt x="1284" y="581"/>
                  </a:cubicBezTo>
                  <a:cubicBezTo>
                    <a:pt x="1277" y="581"/>
                    <a:pt x="1265" y="582"/>
                    <a:pt x="1246" y="584"/>
                  </a:cubicBezTo>
                  <a:cubicBezTo>
                    <a:pt x="1189" y="584"/>
                    <a:pt x="1189" y="568"/>
                    <a:pt x="1189" y="544"/>
                  </a:cubicBezTo>
                  <a:cubicBezTo>
                    <a:pt x="1197" y="528"/>
                    <a:pt x="1197" y="512"/>
                    <a:pt x="1140" y="512"/>
                  </a:cubicBezTo>
                  <a:lnTo>
                    <a:pt x="1140" y="503"/>
                  </a:lnTo>
                  <a:cubicBezTo>
                    <a:pt x="1140" y="495"/>
                    <a:pt x="1083" y="487"/>
                    <a:pt x="1083" y="487"/>
                  </a:cubicBezTo>
                  <a:cubicBezTo>
                    <a:pt x="1019" y="479"/>
                    <a:pt x="1027" y="479"/>
                    <a:pt x="1083" y="479"/>
                  </a:cubicBezTo>
                  <a:cubicBezTo>
                    <a:pt x="1097" y="482"/>
                    <a:pt x="1110" y="483"/>
                    <a:pt x="1124" y="483"/>
                  </a:cubicBezTo>
                  <a:cubicBezTo>
                    <a:pt x="1151" y="483"/>
                    <a:pt x="1178" y="479"/>
                    <a:pt x="1205" y="479"/>
                  </a:cubicBezTo>
                  <a:cubicBezTo>
                    <a:pt x="1164" y="471"/>
                    <a:pt x="1124" y="471"/>
                    <a:pt x="1083" y="471"/>
                  </a:cubicBezTo>
                  <a:lnTo>
                    <a:pt x="1027" y="471"/>
                  </a:lnTo>
                  <a:cubicBezTo>
                    <a:pt x="1027" y="463"/>
                    <a:pt x="1027" y="463"/>
                    <a:pt x="1083" y="463"/>
                  </a:cubicBezTo>
                  <a:lnTo>
                    <a:pt x="1148" y="463"/>
                  </a:lnTo>
                  <a:cubicBezTo>
                    <a:pt x="1148" y="455"/>
                    <a:pt x="1148" y="455"/>
                    <a:pt x="1262" y="455"/>
                  </a:cubicBezTo>
                  <a:lnTo>
                    <a:pt x="1205" y="447"/>
                  </a:lnTo>
                  <a:cubicBezTo>
                    <a:pt x="1327" y="439"/>
                    <a:pt x="1205" y="439"/>
                    <a:pt x="1148" y="430"/>
                  </a:cubicBezTo>
                  <a:cubicBezTo>
                    <a:pt x="1270" y="430"/>
                    <a:pt x="1270" y="430"/>
                    <a:pt x="1148" y="422"/>
                  </a:cubicBezTo>
                  <a:cubicBezTo>
                    <a:pt x="1092" y="422"/>
                    <a:pt x="1092" y="422"/>
                    <a:pt x="1148" y="414"/>
                  </a:cubicBezTo>
                  <a:cubicBezTo>
                    <a:pt x="1213" y="414"/>
                    <a:pt x="1213" y="414"/>
                    <a:pt x="1213" y="406"/>
                  </a:cubicBezTo>
                  <a:cubicBezTo>
                    <a:pt x="1156" y="398"/>
                    <a:pt x="1156" y="382"/>
                    <a:pt x="1156" y="357"/>
                  </a:cubicBezTo>
                  <a:cubicBezTo>
                    <a:pt x="1164" y="325"/>
                    <a:pt x="1164" y="309"/>
                    <a:pt x="1108" y="309"/>
                  </a:cubicBezTo>
                  <a:cubicBezTo>
                    <a:pt x="1108" y="309"/>
                    <a:pt x="1108" y="309"/>
                    <a:pt x="1164" y="301"/>
                  </a:cubicBezTo>
                  <a:cubicBezTo>
                    <a:pt x="1229" y="301"/>
                    <a:pt x="1229" y="301"/>
                    <a:pt x="1108" y="293"/>
                  </a:cubicBezTo>
                  <a:cubicBezTo>
                    <a:pt x="1164" y="293"/>
                    <a:pt x="1173" y="285"/>
                    <a:pt x="1173" y="276"/>
                  </a:cubicBezTo>
                  <a:cubicBezTo>
                    <a:pt x="1173" y="268"/>
                    <a:pt x="1173" y="252"/>
                    <a:pt x="1116" y="252"/>
                  </a:cubicBezTo>
                  <a:cubicBezTo>
                    <a:pt x="1237" y="252"/>
                    <a:pt x="1294" y="236"/>
                    <a:pt x="1181" y="228"/>
                  </a:cubicBezTo>
                  <a:cubicBezTo>
                    <a:pt x="1181" y="228"/>
                    <a:pt x="1181" y="220"/>
                    <a:pt x="1237" y="220"/>
                  </a:cubicBezTo>
                  <a:cubicBezTo>
                    <a:pt x="1237" y="220"/>
                    <a:pt x="1237" y="220"/>
                    <a:pt x="1181" y="203"/>
                  </a:cubicBezTo>
                  <a:cubicBezTo>
                    <a:pt x="1181" y="203"/>
                    <a:pt x="1181" y="195"/>
                    <a:pt x="1181" y="187"/>
                  </a:cubicBezTo>
                  <a:cubicBezTo>
                    <a:pt x="1181" y="179"/>
                    <a:pt x="1124" y="171"/>
                    <a:pt x="1124" y="171"/>
                  </a:cubicBezTo>
                  <a:cubicBezTo>
                    <a:pt x="1189" y="171"/>
                    <a:pt x="1189" y="155"/>
                    <a:pt x="1189" y="130"/>
                  </a:cubicBezTo>
                  <a:cubicBezTo>
                    <a:pt x="1197" y="114"/>
                    <a:pt x="1197" y="90"/>
                    <a:pt x="1254" y="90"/>
                  </a:cubicBezTo>
                  <a:cubicBezTo>
                    <a:pt x="1254" y="90"/>
                    <a:pt x="1254" y="90"/>
                    <a:pt x="1197" y="82"/>
                  </a:cubicBezTo>
                  <a:cubicBezTo>
                    <a:pt x="1075" y="82"/>
                    <a:pt x="1083" y="74"/>
                    <a:pt x="1140" y="74"/>
                  </a:cubicBezTo>
                  <a:cubicBezTo>
                    <a:pt x="1262" y="74"/>
                    <a:pt x="1262" y="57"/>
                    <a:pt x="1140" y="57"/>
                  </a:cubicBezTo>
                  <a:lnTo>
                    <a:pt x="1205" y="57"/>
                  </a:lnTo>
                  <a:cubicBezTo>
                    <a:pt x="1319" y="49"/>
                    <a:pt x="1262" y="41"/>
                    <a:pt x="1148" y="41"/>
                  </a:cubicBezTo>
                  <a:cubicBezTo>
                    <a:pt x="1205" y="33"/>
                    <a:pt x="1262" y="33"/>
                    <a:pt x="1205" y="33"/>
                  </a:cubicBezTo>
                  <a:cubicBezTo>
                    <a:pt x="1205" y="25"/>
                    <a:pt x="1205" y="25"/>
                    <a:pt x="1327" y="25"/>
                  </a:cubicBezTo>
                  <a:lnTo>
                    <a:pt x="1327" y="17"/>
                  </a:lnTo>
                  <a:cubicBezTo>
                    <a:pt x="1327" y="17"/>
                    <a:pt x="1327" y="9"/>
                    <a:pt x="1270" y="9"/>
                  </a:cubicBezTo>
                  <a:lnTo>
                    <a:pt x="1213" y="9"/>
                  </a:lnTo>
                  <a:cubicBezTo>
                    <a:pt x="1251" y="9"/>
                    <a:pt x="1238" y="5"/>
                    <a:pt x="1207" y="5"/>
                  </a:cubicBezTo>
                  <a:cubicBezTo>
                    <a:pt x="1191" y="5"/>
                    <a:pt x="1170" y="6"/>
                    <a:pt x="1148" y="9"/>
                  </a:cubicBezTo>
                  <a:cubicBezTo>
                    <a:pt x="1108" y="9"/>
                    <a:pt x="1067" y="9"/>
                    <a:pt x="1027" y="1"/>
                  </a:cubicBezTo>
                  <a:close/>
                  <a:moveTo>
                    <a:pt x="1127" y="1614"/>
                  </a:moveTo>
                  <a:lnTo>
                    <a:pt x="1127" y="1614"/>
                  </a:lnTo>
                  <a:cubicBezTo>
                    <a:pt x="1055" y="1616"/>
                    <a:pt x="1055" y="1621"/>
                    <a:pt x="1129" y="1622"/>
                  </a:cubicBezTo>
                  <a:lnTo>
                    <a:pt x="1129" y="1622"/>
                  </a:lnTo>
                  <a:cubicBezTo>
                    <a:pt x="1129" y="1619"/>
                    <a:pt x="1128" y="1617"/>
                    <a:pt x="1127" y="1614"/>
                  </a:cubicBezTo>
                  <a:close/>
                  <a:moveTo>
                    <a:pt x="702" y="1675"/>
                  </a:moveTo>
                  <a:cubicBezTo>
                    <a:pt x="689" y="1675"/>
                    <a:pt x="662" y="1676"/>
                    <a:pt x="621" y="1679"/>
                  </a:cubicBezTo>
                  <a:cubicBezTo>
                    <a:pt x="702" y="1679"/>
                    <a:pt x="729" y="1675"/>
                    <a:pt x="702" y="1675"/>
                  </a:cubicBezTo>
                  <a:close/>
                  <a:moveTo>
                    <a:pt x="1129" y="1622"/>
                  </a:moveTo>
                  <a:cubicBezTo>
                    <a:pt x="1139" y="1662"/>
                    <a:pt x="1144" y="1703"/>
                    <a:pt x="1144" y="1744"/>
                  </a:cubicBezTo>
                  <a:lnTo>
                    <a:pt x="1144" y="1744"/>
                  </a:lnTo>
                  <a:cubicBezTo>
                    <a:pt x="1318" y="1744"/>
                    <a:pt x="1308" y="1743"/>
                    <a:pt x="1205" y="1736"/>
                  </a:cubicBezTo>
                  <a:cubicBezTo>
                    <a:pt x="1148" y="1728"/>
                    <a:pt x="1148" y="1728"/>
                    <a:pt x="1205" y="1728"/>
                  </a:cubicBezTo>
                  <a:cubicBezTo>
                    <a:pt x="1262" y="1728"/>
                    <a:pt x="1262" y="1728"/>
                    <a:pt x="1270" y="1720"/>
                  </a:cubicBezTo>
                  <a:cubicBezTo>
                    <a:pt x="1270" y="1711"/>
                    <a:pt x="1270" y="1703"/>
                    <a:pt x="1205" y="1703"/>
                  </a:cubicBezTo>
                  <a:lnTo>
                    <a:pt x="1213" y="1695"/>
                  </a:lnTo>
                  <a:cubicBezTo>
                    <a:pt x="1289" y="1695"/>
                    <a:pt x="1289" y="1692"/>
                    <a:pt x="1244" y="1692"/>
                  </a:cubicBezTo>
                  <a:cubicBezTo>
                    <a:pt x="1222" y="1692"/>
                    <a:pt x="1189" y="1693"/>
                    <a:pt x="1148" y="1695"/>
                  </a:cubicBezTo>
                  <a:lnTo>
                    <a:pt x="1148" y="1687"/>
                  </a:lnTo>
                  <a:lnTo>
                    <a:pt x="1213" y="1687"/>
                  </a:lnTo>
                  <a:cubicBezTo>
                    <a:pt x="1270" y="1687"/>
                    <a:pt x="1270" y="1679"/>
                    <a:pt x="1278" y="1655"/>
                  </a:cubicBezTo>
                  <a:cubicBezTo>
                    <a:pt x="1278" y="1630"/>
                    <a:pt x="1278" y="1622"/>
                    <a:pt x="1164" y="1622"/>
                  </a:cubicBezTo>
                  <a:cubicBezTo>
                    <a:pt x="1151" y="1622"/>
                    <a:pt x="1139" y="1622"/>
                    <a:pt x="1129" y="1622"/>
                  </a:cubicBezTo>
                  <a:close/>
                  <a:moveTo>
                    <a:pt x="1144" y="1744"/>
                  </a:moveTo>
                  <a:cubicBezTo>
                    <a:pt x="1126" y="1744"/>
                    <a:pt x="1106" y="1744"/>
                    <a:pt x="1083" y="1744"/>
                  </a:cubicBezTo>
                  <a:lnTo>
                    <a:pt x="905" y="1744"/>
                  </a:lnTo>
                  <a:lnTo>
                    <a:pt x="1083" y="1752"/>
                  </a:lnTo>
                  <a:cubicBezTo>
                    <a:pt x="1105" y="1752"/>
                    <a:pt x="1125" y="1752"/>
                    <a:pt x="1144" y="1752"/>
                  </a:cubicBezTo>
                  <a:lnTo>
                    <a:pt x="1144" y="1752"/>
                  </a:lnTo>
                  <a:cubicBezTo>
                    <a:pt x="1144" y="1750"/>
                    <a:pt x="1144" y="1747"/>
                    <a:pt x="1144" y="1744"/>
                  </a:cubicBezTo>
                  <a:close/>
                  <a:moveTo>
                    <a:pt x="1144" y="1752"/>
                  </a:moveTo>
                  <a:cubicBezTo>
                    <a:pt x="1144" y="1765"/>
                    <a:pt x="1144" y="1778"/>
                    <a:pt x="1143" y="1790"/>
                  </a:cubicBezTo>
                  <a:lnTo>
                    <a:pt x="1143" y="1790"/>
                  </a:lnTo>
                  <a:cubicBezTo>
                    <a:pt x="1161" y="1790"/>
                    <a:pt x="1179" y="1788"/>
                    <a:pt x="1197" y="1784"/>
                  </a:cubicBezTo>
                  <a:lnTo>
                    <a:pt x="1254" y="1784"/>
                  </a:lnTo>
                  <a:cubicBezTo>
                    <a:pt x="1375" y="1784"/>
                    <a:pt x="1319" y="1776"/>
                    <a:pt x="1262" y="1768"/>
                  </a:cubicBezTo>
                  <a:cubicBezTo>
                    <a:pt x="1140" y="1760"/>
                    <a:pt x="1140" y="1760"/>
                    <a:pt x="1262" y="1760"/>
                  </a:cubicBezTo>
                  <a:cubicBezTo>
                    <a:pt x="1369" y="1760"/>
                    <a:pt x="1287" y="1754"/>
                    <a:pt x="1144" y="1752"/>
                  </a:cubicBezTo>
                  <a:close/>
                  <a:moveTo>
                    <a:pt x="1076" y="1785"/>
                  </a:moveTo>
                  <a:cubicBezTo>
                    <a:pt x="1098" y="1789"/>
                    <a:pt x="1120" y="1791"/>
                    <a:pt x="1142" y="1792"/>
                  </a:cubicBezTo>
                  <a:lnTo>
                    <a:pt x="1142" y="1792"/>
                  </a:lnTo>
                  <a:cubicBezTo>
                    <a:pt x="1143" y="1791"/>
                    <a:pt x="1143" y="1791"/>
                    <a:pt x="1143" y="1790"/>
                  </a:cubicBezTo>
                  <a:lnTo>
                    <a:pt x="1143" y="1790"/>
                  </a:lnTo>
                  <a:cubicBezTo>
                    <a:pt x="1140" y="1790"/>
                    <a:pt x="1138" y="1791"/>
                    <a:pt x="1136" y="1791"/>
                  </a:cubicBezTo>
                  <a:cubicBezTo>
                    <a:pt x="1116" y="1791"/>
                    <a:pt x="1096" y="1789"/>
                    <a:pt x="1076" y="1785"/>
                  </a:cubicBezTo>
                  <a:close/>
                  <a:moveTo>
                    <a:pt x="962" y="1801"/>
                  </a:moveTo>
                  <a:lnTo>
                    <a:pt x="1019" y="1809"/>
                  </a:lnTo>
                  <a:lnTo>
                    <a:pt x="1075" y="1801"/>
                  </a:lnTo>
                  <a:close/>
                  <a:moveTo>
                    <a:pt x="1156" y="1813"/>
                  </a:moveTo>
                  <a:cubicBezTo>
                    <a:pt x="1160" y="1813"/>
                    <a:pt x="1172" y="1814"/>
                    <a:pt x="1189" y="1816"/>
                  </a:cubicBezTo>
                  <a:lnTo>
                    <a:pt x="1189" y="1816"/>
                  </a:lnTo>
                  <a:cubicBezTo>
                    <a:pt x="1158" y="1815"/>
                    <a:pt x="1149" y="1813"/>
                    <a:pt x="1156" y="1813"/>
                  </a:cubicBezTo>
                  <a:close/>
                  <a:moveTo>
                    <a:pt x="1237" y="1789"/>
                  </a:moveTo>
                  <a:cubicBezTo>
                    <a:pt x="1228" y="1789"/>
                    <a:pt x="1216" y="1790"/>
                    <a:pt x="1197" y="1793"/>
                  </a:cubicBezTo>
                  <a:cubicBezTo>
                    <a:pt x="1179" y="1793"/>
                    <a:pt x="1161" y="1793"/>
                    <a:pt x="1142" y="1792"/>
                  </a:cubicBezTo>
                  <a:lnTo>
                    <a:pt x="1142" y="1792"/>
                  </a:lnTo>
                  <a:cubicBezTo>
                    <a:pt x="1142" y="1802"/>
                    <a:pt x="1140" y="1813"/>
                    <a:pt x="1139" y="1824"/>
                  </a:cubicBezTo>
                  <a:lnTo>
                    <a:pt x="1139" y="1824"/>
                  </a:lnTo>
                  <a:cubicBezTo>
                    <a:pt x="1177" y="1817"/>
                    <a:pt x="1215" y="1817"/>
                    <a:pt x="1254" y="1817"/>
                  </a:cubicBezTo>
                  <a:cubicBezTo>
                    <a:pt x="1233" y="1817"/>
                    <a:pt x="1215" y="1817"/>
                    <a:pt x="1201" y="1816"/>
                  </a:cubicBezTo>
                  <a:lnTo>
                    <a:pt x="1201" y="1816"/>
                  </a:lnTo>
                  <a:cubicBezTo>
                    <a:pt x="1254" y="1809"/>
                    <a:pt x="1254" y="1809"/>
                    <a:pt x="1254" y="1801"/>
                  </a:cubicBezTo>
                  <a:lnTo>
                    <a:pt x="1254" y="1793"/>
                  </a:lnTo>
                  <a:cubicBezTo>
                    <a:pt x="1254" y="1793"/>
                    <a:pt x="1254" y="1789"/>
                    <a:pt x="1237" y="1789"/>
                  </a:cubicBezTo>
                  <a:close/>
                  <a:moveTo>
                    <a:pt x="605" y="1806"/>
                  </a:moveTo>
                  <a:cubicBezTo>
                    <a:pt x="601" y="1811"/>
                    <a:pt x="599" y="1818"/>
                    <a:pt x="597" y="1825"/>
                  </a:cubicBezTo>
                  <a:lnTo>
                    <a:pt x="597" y="1825"/>
                  </a:lnTo>
                  <a:cubicBezTo>
                    <a:pt x="540" y="1825"/>
                    <a:pt x="540" y="1823"/>
                    <a:pt x="540" y="1817"/>
                  </a:cubicBezTo>
                  <a:cubicBezTo>
                    <a:pt x="605" y="1817"/>
                    <a:pt x="540" y="1809"/>
                    <a:pt x="483" y="1809"/>
                  </a:cubicBezTo>
                  <a:lnTo>
                    <a:pt x="540" y="1809"/>
                  </a:lnTo>
                  <a:cubicBezTo>
                    <a:pt x="565" y="1808"/>
                    <a:pt x="586" y="1807"/>
                    <a:pt x="605" y="1806"/>
                  </a:cubicBezTo>
                  <a:close/>
                  <a:moveTo>
                    <a:pt x="1139" y="1824"/>
                  </a:moveTo>
                  <a:lnTo>
                    <a:pt x="1139" y="1824"/>
                  </a:lnTo>
                  <a:cubicBezTo>
                    <a:pt x="1137" y="1824"/>
                    <a:pt x="1134" y="1825"/>
                    <a:pt x="1132" y="1825"/>
                  </a:cubicBezTo>
                  <a:cubicBezTo>
                    <a:pt x="1132" y="1825"/>
                    <a:pt x="1132" y="1827"/>
                    <a:pt x="1138" y="1828"/>
                  </a:cubicBezTo>
                  <a:lnTo>
                    <a:pt x="1138" y="1828"/>
                  </a:lnTo>
                  <a:cubicBezTo>
                    <a:pt x="1139" y="1826"/>
                    <a:pt x="1139" y="1825"/>
                    <a:pt x="1139" y="1824"/>
                  </a:cubicBezTo>
                  <a:close/>
                  <a:moveTo>
                    <a:pt x="1189" y="1825"/>
                  </a:moveTo>
                  <a:cubicBezTo>
                    <a:pt x="1170" y="1828"/>
                    <a:pt x="1157" y="1829"/>
                    <a:pt x="1149" y="1829"/>
                  </a:cubicBezTo>
                  <a:cubicBezTo>
                    <a:pt x="1144" y="1829"/>
                    <a:pt x="1141" y="1828"/>
                    <a:pt x="1138" y="1828"/>
                  </a:cubicBezTo>
                  <a:lnTo>
                    <a:pt x="1138" y="1828"/>
                  </a:lnTo>
                  <a:cubicBezTo>
                    <a:pt x="1138" y="1832"/>
                    <a:pt x="1137" y="1837"/>
                    <a:pt x="1136" y="1841"/>
                  </a:cubicBezTo>
                  <a:lnTo>
                    <a:pt x="1136" y="1841"/>
                  </a:lnTo>
                  <a:cubicBezTo>
                    <a:pt x="1175" y="1841"/>
                    <a:pt x="1214" y="1833"/>
                    <a:pt x="1254" y="1833"/>
                  </a:cubicBezTo>
                  <a:cubicBezTo>
                    <a:pt x="1254" y="1825"/>
                    <a:pt x="1254" y="1825"/>
                    <a:pt x="1189" y="1825"/>
                  </a:cubicBezTo>
                  <a:close/>
                  <a:moveTo>
                    <a:pt x="1136" y="1841"/>
                  </a:moveTo>
                  <a:cubicBezTo>
                    <a:pt x="1135" y="1841"/>
                    <a:pt x="1133" y="1841"/>
                    <a:pt x="1132" y="1841"/>
                  </a:cubicBezTo>
                  <a:lnTo>
                    <a:pt x="1136" y="1841"/>
                  </a:lnTo>
                  <a:cubicBezTo>
                    <a:pt x="1136" y="1841"/>
                    <a:pt x="1136" y="1841"/>
                    <a:pt x="1136" y="1841"/>
                  </a:cubicBezTo>
                  <a:close/>
                  <a:moveTo>
                    <a:pt x="597" y="1833"/>
                  </a:moveTo>
                  <a:lnTo>
                    <a:pt x="597" y="1833"/>
                  </a:lnTo>
                  <a:cubicBezTo>
                    <a:pt x="596" y="1839"/>
                    <a:pt x="596" y="1844"/>
                    <a:pt x="597" y="1849"/>
                  </a:cubicBezTo>
                  <a:lnTo>
                    <a:pt x="540" y="1849"/>
                  </a:lnTo>
                  <a:cubicBezTo>
                    <a:pt x="419" y="1849"/>
                    <a:pt x="419" y="1849"/>
                    <a:pt x="475" y="1841"/>
                  </a:cubicBezTo>
                  <a:cubicBezTo>
                    <a:pt x="516" y="1841"/>
                    <a:pt x="556" y="1841"/>
                    <a:pt x="597" y="1833"/>
                  </a:cubicBezTo>
                  <a:close/>
                  <a:moveTo>
                    <a:pt x="599" y="1857"/>
                  </a:moveTo>
                  <a:cubicBezTo>
                    <a:pt x="601" y="1865"/>
                    <a:pt x="605" y="1871"/>
                    <a:pt x="610" y="1877"/>
                  </a:cubicBezTo>
                  <a:lnTo>
                    <a:pt x="610" y="1877"/>
                  </a:lnTo>
                  <a:cubicBezTo>
                    <a:pt x="584" y="1873"/>
                    <a:pt x="558" y="1870"/>
                    <a:pt x="532" y="1866"/>
                  </a:cubicBezTo>
                  <a:cubicBezTo>
                    <a:pt x="532" y="1857"/>
                    <a:pt x="532" y="1857"/>
                    <a:pt x="597" y="1857"/>
                  </a:cubicBezTo>
                  <a:cubicBezTo>
                    <a:pt x="598" y="1857"/>
                    <a:pt x="598" y="1857"/>
                    <a:pt x="599" y="1857"/>
                  </a:cubicBezTo>
                  <a:close/>
                  <a:moveTo>
                    <a:pt x="1067" y="1874"/>
                  </a:moveTo>
                  <a:cubicBezTo>
                    <a:pt x="1067" y="1882"/>
                    <a:pt x="1067" y="1882"/>
                    <a:pt x="1124" y="1882"/>
                  </a:cubicBezTo>
                  <a:cubicBezTo>
                    <a:pt x="1124" y="1880"/>
                    <a:pt x="1126" y="1879"/>
                    <a:pt x="1128" y="1878"/>
                  </a:cubicBezTo>
                  <a:lnTo>
                    <a:pt x="1128" y="1878"/>
                  </a:lnTo>
                  <a:cubicBezTo>
                    <a:pt x="1129" y="1877"/>
                    <a:pt x="1129" y="1875"/>
                    <a:pt x="1129" y="1874"/>
                  </a:cubicBezTo>
                  <a:close/>
                  <a:moveTo>
                    <a:pt x="2324" y="1890"/>
                  </a:moveTo>
                  <a:cubicBezTo>
                    <a:pt x="2259" y="1890"/>
                    <a:pt x="2259" y="1890"/>
                    <a:pt x="2259" y="1898"/>
                  </a:cubicBezTo>
                  <a:lnTo>
                    <a:pt x="2381" y="1898"/>
                  </a:lnTo>
                  <a:cubicBezTo>
                    <a:pt x="2437" y="1898"/>
                    <a:pt x="2437" y="1898"/>
                    <a:pt x="2324" y="1890"/>
                  </a:cubicBezTo>
                  <a:close/>
                  <a:moveTo>
                    <a:pt x="346" y="1898"/>
                  </a:moveTo>
                  <a:cubicBezTo>
                    <a:pt x="317" y="1902"/>
                    <a:pt x="303" y="1904"/>
                    <a:pt x="296" y="1904"/>
                  </a:cubicBezTo>
                  <a:cubicBezTo>
                    <a:pt x="289" y="1904"/>
                    <a:pt x="289" y="1902"/>
                    <a:pt x="289" y="1898"/>
                  </a:cubicBezTo>
                  <a:close/>
                  <a:moveTo>
                    <a:pt x="1112" y="1930"/>
                  </a:moveTo>
                  <a:cubicBezTo>
                    <a:pt x="1059" y="1930"/>
                    <a:pt x="1059" y="1931"/>
                    <a:pt x="1059" y="1938"/>
                  </a:cubicBezTo>
                  <a:lnTo>
                    <a:pt x="1109" y="1938"/>
                  </a:lnTo>
                  <a:cubicBezTo>
                    <a:pt x="1110" y="1936"/>
                    <a:pt x="1111" y="1933"/>
                    <a:pt x="1112" y="1930"/>
                  </a:cubicBezTo>
                  <a:close/>
                  <a:moveTo>
                    <a:pt x="737" y="1951"/>
                  </a:moveTo>
                  <a:cubicBezTo>
                    <a:pt x="744" y="1951"/>
                    <a:pt x="751" y="1952"/>
                    <a:pt x="759" y="1955"/>
                  </a:cubicBezTo>
                  <a:lnTo>
                    <a:pt x="694" y="1955"/>
                  </a:lnTo>
                  <a:cubicBezTo>
                    <a:pt x="710" y="1955"/>
                    <a:pt x="723" y="1951"/>
                    <a:pt x="737" y="1951"/>
                  </a:cubicBezTo>
                  <a:close/>
                  <a:moveTo>
                    <a:pt x="777" y="1951"/>
                  </a:moveTo>
                  <a:cubicBezTo>
                    <a:pt x="791" y="1951"/>
                    <a:pt x="805" y="1955"/>
                    <a:pt x="816" y="1955"/>
                  </a:cubicBezTo>
                  <a:lnTo>
                    <a:pt x="759" y="1955"/>
                  </a:lnTo>
                  <a:cubicBezTo>
                    <a:pt x="765" y="1952"/>
                    <a:pt x="771" y="1951"/>
                    <a:pt x="777" y="1951"/>
                  </a:cubicBezTo>
                  <a:close/>
                  <a:moveTo>
                    <a:pt x="873" y="1987"/>
                  </a:moveTo>
                  <a:lnTo>
                    <a:pt x="873" y="1995"/>
                  </a:lnTo>
                  <a:lnTo>
                    <a:pt x="929" y="1987"/>
                  </a:lnTo>
                  <a:close/>
                  <a:moveTo>
                    <a:pt x="986" y="2011"/>
                  </a:moveTo>
                  <a:cubicBezTo>
                    <a:pt x="873" y="2011"/>
                    <a:pt x="808" y="2011"/>
                    <a:pt x="873" y="2020"/>
                  </a:cubicBezTo>
                  <a:lnTo>
                    <a:pt x="986" y="2020"/>
                  </a:lnTo>
                  <a:lnTo>
                    <a:pt x="986" y="2011"/>
                  </a:lnTo>
                  <a:close/>
                  <a:moveTo>
                    <a:pt x="1286" y="2036"/>
                  </a:moveTo>
                  <a:cubicBezTo>
                    <a:pt x="1286" y="2044"/>
                    <a:pt x="1343" y="2044"/>
                    <a:pt x="1286" y="2044"/>
                  </a:cubicBezTo>
                  <a:cubicBezTo>
                    <a:pt x="1262" y="2044"/>
                    <a:pt x="1246" y="2044"/>
                    <a:pt x="1221" y="2036"/>
                  </a:cubicBezTo>
                  <a:close/>
                  <a:moveTo>
                    <a:pt x="1156" y="2101"/>
                  </a:moveTo>
                  <a:lnTo>
                    <a:pt x="1156" y="2109"/>
                  </a:lnTo>
                  <a:cubicBezTo>
                    <a:pt x="1092" y="2109"/>
                    <a:pt x="1035" y="2101"/>
                    <a:pt x="1035" y="2101"/>
                  </a:cubicBezTo>
                  <a:close/>
                  <a:moveTo>
                    <a:pt x="792" y="2125"/>
                  </a:moveTo>
                  <a:cubicBezTo>
                    <a:pt x="891" y="2132"/>
                    <a:pt x="948" y="2133"/>
                    <a:pt x="964" y="2133"/>
                  </a:cubicBezTo>
                  <a:lnTo>
                    <a:pt x="964" y="2133"/>
                  </a:lnTo>
                  <a:cubicBezTo>
                    <a:pt x="965" y="2133"/>
                    <a:pt x="965" y="2133"/>
                    <a:pt x="965" y="2133"/>
                  </a:cubicBezTo>
                  <a:lnTo>
                    <a:pt x="965" y="2133"/>
                  </a:lnTo>
                  <a:lnTo>
                    <a:pt x="856" y="2125"/>
                  </a:lnTo>
                  <a:close/>
                  <a:moveTo>
                    <a:pt x="1205" y="2166"/>
                  </a:moveTo>
                  <a:lnTo>
                    <a:pt x="1205" y="2174"/>
                  </a:lnTo>
                  <a:cubicBezTo>
                    <a:pt x="1098" y="2174"/>
                    <a:pt x="1085" y="2167"/>
                    <a:pt x="1205" y="2166"/>
                  </a:cubicBezTo>
                  <a:close/>
                  <a:moveTo>
                    <a:pt x="1027" y="2190"/>
                  </a:moveTo>
                  <a:cubicBezTo>
                    <a:pt x="1083" y="2190"/>
                    <a:pt x="1140" y="2198"/>
                    <a:pt x="1205" y="2198"/>
                  </a:cubicBezTo>
                  <a:lnTo>
                    <a:pt x="1197" y="2206"/>
                  </a:lnTo>
                  <a:lnTo>
                    <a:pt x="1083" y="2198"/>
                  </a:lnTo>
                  <a:cubicBezTo>
                    <a:pt x="905" y="2190"/>
                    <a:pt x="905" y="2190"/>
                    <a:pt x="1027" y="2190"/>
                  </a:cubicBezTo>
                  <a:close/>
                  <a:moveTo>
                    <a:pt x="897" y="2206"/>
                  </a:moveTo>
                  <a:lnTo>
                    <a:pt x="962" y="2214"/>
                  </a:lnTo>
                  <a:lnTo>
                    <a:pt x="897" y="2214"/>
                  </a:lnTo>
                  <a:cubicBezTo>
                    <a:pt x="840" y="2214"/>
                    <a:pt x="840" y="2214"/>
                    <a:pt x="840" y="2206"/>
                  </a:cubicBezTo>
                  <a:close/>
                  <a:moveTo>
                    <a:pt x="608" y="1258"/>
                  </a:moveTo>
                  <a:cubicBezTo>
                    <a:pt x="71" y="1296"/>
                    <a:pt x="1" y="2114"/>
                    <a:pt x="557" y="2223"/>
                  </a:cubicBezTo>
                  <a:lnTo>
                    <a:pt x="557" y="2223"/>
                  </a:lnTo>
                  <a:cubicBezTo>
                    <a:pt x="553" y="2221"/>
                    <a:pt x="569" y="2219"/>
                    <a:pt x="605" y="2214"/>
                  </a:cubicBezTo>
                  <a:lnTo>
                    <a:pt x="605" y="2206"/>
                  </a:lnTo>
                  <a:cubicBezTo>
                    <a:pt x="548" y="2206"/>
                    <a:pt x="548" y="2190"/>
                    <a:pt x="613" y="2182"/>
                  </a:cubicBezTo>
                  <a:lnTo>
                    <a:pt x="613" y="2174"/>
                  </a:lnTo>
                  <a:cubicBezTo>
                    <a:pt x="492" y="2174"/>
                    <a:pt x="556" y="2133"/>
                    <a:pt x="678" y="2125"/>
                  </a:cubicBezTo>
                  <a:lnTo>
                    <a:pt x="621" y="2125"/>
                  </a:lnTo>
                  <a:cubicBezTo>
                    <a:pt x="556" y="2125"/>
                    <a:pt x="556" y="2125"/>
                    <a:pt x="556" y="2117"/>
                  </a:cubicBezTo>
                  <a:cubicBezTo>
                    <a:pt x="621" y="2109"/>
                    <a:pt x="621" y="2101"/>
                    <a:pt x="621" y="2093"/>
                  </a:cubicBezTo>
                  <a:cubicBezTo>
                    <a:pt x="621" y="2093"/>
                    <a:pt x="621" y="2084"/>
                    <a:pt x="686" y="2084"/>
                  </a:cubicBezTo>
                  <a:cubicBezTo>
                    <a:pt x="621" y="2084"/>
                    <a:pt x="621" y="2076"/>
                    <a:pt x="686" y="2076"/>
                  </a:cubicBezTo>
                  <a:cubicBezTo>
                    <a:pt x="727" y="2068"/>
                    <a:pt x="767" y="2068"/>
                    <a:pt x="808" y="2068"/>
                  </a:cubicBezTo>
                  <a:cubicBezTo>
                    <a:pt x="808" y="2068"/>
                    <a:pt x="808" y="2076"/>
                    <a:pt x="865" y="2076"/>
                  </a:cubicBezTo>
                  <a:cubicBezTo>
                    <a:pt x="905" y="2076"/>
                    <a:pt x="946" y="2076"/>
                    <a:pt x="986" y="2068"/>
                  </a:cubicBezTo>
                  <a:cubicBezTo>
                    <a:pt x="1043" y="2060"/>
                    <a:pt x="1043" y="2060"/>
                    <a:pt x="929" y="2060"/>
                  </a:cubicBezTo>
                  <a:lnTo>
                    <a:pt x="686" y="2060"/>
                  </a:lnTo>
                  <a:cubicBezTo>
                    <a:pt x="629" y="2052"/>
                    <a:pt x="573" y="2052"/>
                    <a:pt x="629" y="2044"/>
                  </a:cubicBezTo>
                  <a:cubicBezTo>
                    <a:pt x="508" y="2044"/>
                    <a:pt x="508" y="2044"/>
                    <a:pt x="629" y="2028"/>
                  </a:cubicBezTo>
                  <a:cubicBezTo>
                    <a:pt x="694" y="2020"/>
                    <a:pt x="694" y="2020"/>
                    <a:pt x="637" y="2011"/>
                  </a:cubicBezTo>
                  <a:cubicBezTo>
                    <a:pt x="637" y="2011"/>
                    <a:pt x="573" y="2011"/>
                    <a:pt x="637" y="2003"/>
                  </a:cubicBezTo>
                  <a:cubicBezTo>
                    <a:pt x="694" y="2003"/>
                    <a:pt x="694" y="2003"/>
                    <a:pt x="694" y="1995"/>
                  </a:cubicBezTo>
                  <a:cubicBezTo>
                    <a:pt x="759" y="1987"/>
                    <a:pt x="694" y="1987"/>
                    <a:pt x="637" y="1987"/>
                  </a:cubicBezTo>
                  <a:cubicBezTo>
                    <a:pt x="516" y="1987"/>
                    <a:pt x="516" y="1987"/>
                    <a:pt x="637" y="1979"/>
                  </a:cubicBezTo>
                  <a:lnTo>
                    <a:pt x="702" y="1979"/>
                  </a:lnTo>
                  <a:cubicBezTo>
                    <a:pt x="637" y="1979"/>
                    <a:pt x="581" y="1979"/>
                    <a:pt x="637" y="1971"/>
                  </a:cubicBezTo>
                  <a:cubicBezTo>
                    <a:pt x="702" y="1971"/>
                    <a:pt x="702" y="1963"/>
                    <a:pt x="702" y="1963"/>
                  </a:cubicBezTo>
                  <a:lnTo>
                    <a:pt x="759" y="1963"/>
                  </a:lnTo>
                  <a:cubicBezTo>
                    <a:pt x="881" y="1955"/>
                    <a:pt x="881" y="1955"/>
                    <a:pt x="824" y="1955"/>
                  </a:cubicBezTo>
                  <a:cubicBezTo>
                    <a:pt x="783" y="1938"/>
                    <a:pt x="743" y="1938"/>
                    <a:pt x="702" y="1938"/>
                  </a:cubicBezTo>
                  <a:lnTo>
                    <a:pt x="646" y="1938"/>
                  </a:lnTo>
                  <a:cubicBezTo>
                    <a:pt x="646" y="1930"/>
                    <a:pt x="646" y="1930"/>
                    <a:pt x="589" y="1930"/>
                  </a:cubicBezTo>
                  <a:cubicBezTo>
                    <a:pt x="524" y="1930"/>
                    <a:pt x="524" y="1922"/>
                    <a:pt x="524" y="1922"/>
                  </a:cubicBezTo>
                  <a:cubicBezTo>
                    <a:pt x="589" y="1914"/>
                    <a:pt x="589" y="1914"/>
                    <a:pt x="589" y="1914"/>
                  </a:cubicBezTo>
                  <a:cubicBezTo>
                    <a:pt x="532" y="1914"/>
                    <a:pt x="589" y="1906"/>
                    <a:pt x="646" y="1906"/>
                  </a:cubicBezTo>
                  <a:cubicBezTo>
                    <a:pt x="710" y="1898"/>
                    <a:pt x="710" y="1898"/>
                    <a:pt x="654" y="1898"/>
                  </a:cubicBezTo>
                  <a:cubicBezTo>
                    <a:pt x="541" y="1898"/>
                    <a:pt x="533" y="1891"/>
                    <a:pt x="628" y="1890"/>
                  </a:cubicBezTo>
                  <a:lnTo>
                    <a:pt x="628" y="1890"/>
                  </a:lnTo>
                  <a:cubicBezTo>
                    <a:pt x="637" y="1894"/>
                    <a:pt x="647" y="1897"/>
                    <a:pt x="657" y="1897"/>
                  </a:cubicBezTo>
                  <a:cubicBezTo>
                    <a:pt x="667" y="1897"/>
                    <a:pt x="676" y="1894"/>
                    <a:pt x="685" y="1890"/>
                  </a:cubicBezTo>
                  <a:lnTo>
                    <a:pt x="710" y="1890"/>
                  </a:lnTo>
                  <a:cubicBezTo>
                    <a:pt x="710" y="1890"/>
                    <a:pt x="710" y="1898"/>
                    <a:pt x="767" y="1898"/>
                  </a:cubicBezTo>
                  <a:cubicBezTo>
                    <a:pt x="767" y="1890"/>
                    <a:pt x="767" y="1890"/>
                    <a:pt x="832" y="1890"/>
                  </a:cubicBezTo>
                  <a:cubicBezTo>
                    <a:pt x="787" y="1890"/>
                    <a:pt x="740" y="1888"/>
                    <a:pt x="693" y="1885"/>
                  </a:cubicBezTo>
                  <a:lnTo>
                    <a:pt x="693" y="1885"/>
                  </a:lnTo>
                  <a:cubicBezTo>
                    <a:pt x="702" y="1877"/>
                    <a:pt x="709" y="1865"/>
                    <a:pt x="710" y="1849"/>
                  </a:cubicBezTo>
                  <a:cubicBezTo>
                    <a:pt x="712" y="1844"/>
                    <a:pt x="712" y="1838"/>
                    <a:pt x="712" y="1833"/>
                  </a:cubicBezTo>
                  <a:lnTo>
                    <a:pt x="712" y="1833"/>
                  </a:lnTo>
                  <a:cubicBezTo>
                    <a:pt x="714" y="1833"/>
                    <a:pt x="716" y="1833"/>
                    <a:pt x="719" y="1833"/>
                  </a:cubicBezTo>
                  <a:cubicBezTo>
                    <a:pt x="719" y="1829"/>
                    <a:pt x="719" y="1827"/>
                    <a:pt x="711" y="1826"/>
                  </a:cubicBezTo>
                  <a:lnTo>
                    <a:pt x="711" y="1826"/>
                  </a:lnTo>
                  <a:cubicBezTo>
                    <a:pt x="706" y="1798"/>
                    <a:pt x="679" y="1781"/>
                    <a:pt x="652" y="1781"/>
                  </a:cubicBezTo>
                  <a:cubicBezTo>
                    <a:pt x="635" y="1781"/>
                    <a:pt x="619" y="1787"/>
                    <a:pt x="608" y="1801"/>
                  </a:cubicBezTo>
                  <a:lnTo>
                    <a:pt x="608" y="1801"/>
                  </a:lnTo>
                  <a:cubicBezTo>
                    <a:pt x="607" y="1801"/>
                    <a:pt x="606" y="1801"/>
                    <a:pt x="605" y="1801"/>
                  </a:cubicBezTo>
                  <a:cubicBezTo>
                    <a:pt x="548" y="1801"/>
                    <a:pt x="483" y="1793"/>
                    <a:pt x="548" y="1793"/>
                  </a:cubicBezTo>
                  <a:lnTo>
                    <a:pt x="605" y="1793"/>
                  </a:lnTo>
                  <a:cubicBezTo>
                    <a:pt x="483" y="1793"/>
                    <a:pt x="548" y="1768"/>
                    <a:pt x="605" y="1768"/>
                  </a:cubicBezTo>
                  <a:cubicBezTo>
                    <a:pt x="670" y="1768"/>
                    <a:pt x="670" y="1768"/>
                    <a:pt x="613" y="1760"/>
                  </a:cubicBezTo>
                  <a:cubicBezTo>
                    <a:pt x="548" y="1760"/>
                    <a:pt x="548" y="1752"/>
                    <a:pt x="548" y="1744"/>
                  </a:cubicBezTo>
                  <a:cubicBezTo>
                    <a:pt x="613" y="1736"/>
                    <a:pt x="613" y="1720"/>
                    <a:pt x="500" y="1711"/>
                  </a:cubicBezTo>
                  <a:cubicBezTo>
                    <a:pt x="556" y="1711"/>
                    <a:pt x="556" y="1703"/>
                    <a:pt x="556" y="1695"/>
                  </a:cubicBezTo>
                  <a:cubicBezTo>
                    <a:pt x="556" y="1687"/>
                    <a:pt x="621" y="1687"/>
                    <a:pt x="621" y="1679"/>
                  </a:cubicBezTo>
                  <a:cubicBezTo>
                    <a:pt x="565" y="1679"/>
                    <a:pt x="565" y="1671"/>
                    <a:pt x="565" y="1638"/>
                  </a:cubicBezTo>
                  <a:cubicBezTo>
                    <a:pt x="573" y="1614"/>
                    <a:pt x="629" y="1598"/>
                    <a:pt x="629" y="1598"/>
                  </a:cubicBezTo>
                  <a:lnTo>
                    <a:pt x="573" y="1598"/>
                  </a:lnTo>
                  <a:lnTo>
                    <a:pt x="573" y="1590"/>
                  </a:lnTo>
                  <a:lnTo>
                    <a:pt x="637" y="1590"/>
                  </a:lnTo>
                  <a:cubicBezTo>
                    <a:pt x="573" y="1590"/>
                    <a:pt x="637" y="1582"/>
                    <a:pt x="637" y="1582"/>
                  </a:cubicBezTo>
                  <a:cubicBezTo>
                    <a:pt x="759" y="1574"/>
                    <a:pt x="759" y="1566"/>
                    <a:pt x="637" y="1557"/>
                  </a:cubicBezTo>
                  <a:cubicBezTo>
                    <a:pt x="516" y="1557"/>
                    <a:pt x="516" y="1557"/>
                    <a:pt x="637" y="1549"/>
                  </a:cubicBezTo>
                  <a:cubicBezTo>
                    <a:pt x="759" y="1549"/>
                    <a:pt x="759" y="1549"/>
                    <a:pt x="637" y="1541"/>
                  </a:cubicBezTo>
                  <a:cubicBezTo>
                    <a:pt x="581" y="1541"/>
                    <a:pt x="581" y="1541"/>
                    <a:pt x="702" y="1533"/>
                  </a:cubicBezTo>
                  <a:cubicBezTo>
                    <a:pt x="524" y="1525"/>
                    <a:pt x="524" y="1517"/>
                    <a:pt x="646" y="1517"/>
                  </a:cubicBezTo>
                  <a:cubicBezTo>
                    <a:pt x="767" y="1517"/>
                    <a:pt x="767" y="1517"/>
                    <a:pt x="646" y="1509"/>
                  </a:cubicBezTo>
                  <a:cubicBezTo>
                    <a:pt x="589" y="1509"/>
                    <a:pt x="589" y="1493"/>
                    <a:pt x="710" y="1493"/>
                  </a:cubicBezTo>
                  <a:cubicBezTo>
                    <a:pt x="710" y="1493"/>
                    <a:pt x="710" y="1493"/>
                    <a:pt x="646" y="1484"/>
                  </a:cubicBezTo>
                  <a:cubicBezTo>
                    <a:pt x="589" y="1476"/>
                    <a:pt x="532" y="1460"/>
                    <a:pt x="654" y="1460"/>
                  </a:cubicBezTo>
                  <a:lnTo>
                    <a:pt x="654" y="1452"/>
                  </a:lnTo>
                  <a:lnTo>
                    <a:pt x="654" y="1444"/>
                  </a:lnTo>
                  <a:cubicBezTo>
                    <a:pt x="597" y="1444"/>
                    <a:pt x="613" y="1339"/>
                    <a:pt x="670" y="1339"/>
                  </a:cubicBezTo>
                  <a:cubicBezTo>
                    <a:pt x="670" y="1330"/>
                    <a:pt x="670" y="1322"/>
                    <a:pt x="613" y="1322"/>
                  </a:cubicBezTo>
                  <a:lnTo>
                    <a:pt x="670" y="1322"/>
                  </a:lnTo>
                  <a:cubicBezTo>
                    <a:pt x="670" y="1322"/>
                    <a:pt x="670" y="1314"/>
                    <a:pt x="613" y="1314"/>
                  </a:cubicBezTo>
                  <a:lnTo>
                    <a:pt x="613" y="1306"/>
                  </a:lnTo>
                  <a:cubicBezTo>
                    <a:pt x="678" y="1306"/>
                    <a:pt x="678" y="1298"/>
                    <a:pt x="613" y="1298"/>
                  </a:cubicBezTo>
                  <a:cubicBezTo>
                    <a:pt x="556" y="1290"/>
                    <a:pt x="556" y="1290"/>
                    <a:pt x="556" y="1290"/>
                  </a:cubicBezTo>
                  <a:cubicBezTo>
                    <a:pt x="621" y="1282"/>
                    <a:pt x="621" y="1274"/>
                    <a:pt x="621" y="1266"/>
                  </a:cubicBezTo>
                  <a:cubicBezTo>
                    <a:pt x="621" y="1263"/>
                    <a:pt x="616" y="1260"/>
                    <a:pt x="608" y="1258"/>
                  </a:cubicBezTo>
                  <a:close/>
                  <a:moveTo>
                    <a:pt x="557" y="2223"/>
                  </a:moveTo>
                  <a:cubicBezTo>
                    <a:pt x="560" y="2224"/>
                    <a:pt x="571" y="2226"/>
                    <a:pt x="592" y="2229"/>
                  </a:cubicBezTo>
                  <a:lnTo>
                    <a:pt x="592" y="2229"/>
                  </a:lnTo>
                  <a:cubicBezTo>
                    <a:pt x="580" y="2227"/>
                    <a:pt x="569" y="2225"/>
                    <a:pt x="557" y="2223"/>
                  </a:cubicBezTo>
                  <a:close/>
                  <a:moveTo>
                    <a:pt x="592" y="2229"/>
                  </a:moveTo>
                  <a:cubicBezTo>
                    <a:pt x="597" y="2229"/>
                    <a:pt x="601" y="2230"/>
                    <a:pt x="605" y="2230"/>
                  </a:cubicBezTo>
                  <a:cubicBezTo>
                    <a:pt x="601" y="2230"/>
                    <a:pt x="596" y="2229"/>
                    <a:pt x="592" y="2229"/>
                  </a:cubicBezTo>
                  <a:close/>
                  <a:moveTo>
                    <a:pt x="1302" y="2328"/>
                  </a:moveTo>
                  <a:cubicBezTo>
                    <a:pt x="1237" y="2328"/>
                    <a:pt x="1237" y="2336"/>
                    <a:pt x="1237" y="2336"/>
                  </a:cubicBezTo>
                  <a:cubicBezTo>
                    <a:pt x="1181" y="2344"/>
                    <a:pt x="1237" y="2344"/>
                    <a:pt x="1302" y="2344"/>
                  </a:cubicBezTo>
                  <a:cubicBezTo>
                    <a:pt x="1359" y="2344"/>
                    <a:pt x="1359" y="2344"/>
                    <a:pt x="1359" y="2336"/>
                  </a:cubicBezTo>
                  <a:cubicBezTo>
                    <a:pt x="1343" y="2336"/>
                    <a:pt x="1319" y="2336"/>
                    <a:pt x="1302" y="2328"/>
                  </a:cubicBezTo>
                  <a:close/>
                  <a:moveTo>
                    <a:pt x="1177" y="2354"/>
                  </a:moveTo>
                  <a:cubicBezTo>
                    <a:pt x="1197" y="2354"/>
                    <a:pt x="1217" y="2356"/>
                    <a:pt x="1237" y="2360"/>
                  </a:cubicBezTo>
                  <a:lnTo>
                    <a:pt x="1237" y="2368"/>
                  </a:lnTo>
                  <a:cubicBezTo>
                    <a:pt x="1197" y="2368"/>
                    <a:pt x="1156" y="2368"/>
                    <a:pt x="1116" y="2360"/>
                  </a:cubicBezTo>
                  <a:cubicBezTo>
                    <a:pt x="1136" y="2356"/>
                    <a:pt x="1156" y="2354"/>
                    <a:pt x="1177" y="2354"/>
                  </a:cubicBezTo>
                  <a:close/>
                  <a:moveTo>
                    <a:pt x="678" y="2522"/>
                  </a:moveTo>
                  <a:cubicBezTo>
                    <a:pt x="613" y="2522"/>
                    <a:pt x="613" y="2522"/>
                    <a:pt x="613" y="2530"/>
                  </a:cubicBezTo>
                  <a:lnTo>
                    <a:pt x="678" y="2530"/>
                  </a:lnTo>
                  <a:lnTo>
                    <a:pt x="678" y="2522"/>
                  </a:lnTo>
                  <a:close/>
                  <a:moveTo>
                    <a:pt x="1156" y="2530"/>
                  </a:moveTo>
                  <a:cubicBezTo>
                    <a:pt x="1116" y="2538"/>
                    <a:pt x="1075" y="2538"/>
                    <a:pt x="1035" y="2538"/>
                  </a:cubicBezTo>
                  <a:cubicBezTo>
                    <a:pt x="974" y="2543"/>
                    <a:pt x="944" y="2545"/>
                    <a:pt x="928" y="2545"/>
                  </a:cubicBezTo>
                  <a:cubicBezTo>
                    <a:pt x="913" y="2545"/>
                    <a:pt x="913" y="2543"/>
                    <a:pt x="913" y="2538"/>
                  </a:cubicBezTo>
                  <a:cubicBezTo>
                    <a:pt x="913" y="2531"/>
                    <a:pt x="913" y="2530"/>
                    <a:pt x="969" y="2530"/>
                  </a:cubicBezTo>
                  <a:lnTo>
                    <a:pt x="969" y="2530"/>
                  </a:lnTo>
                  <a:cubicBezTo>
                    <a:pt x="932" y="2530"/>
                    <a:pt x="945" y="2534"/>
                    <a:pt x="977" y="2534"/>
                  </a:cubicBezTo>
                  <a:cubicBezTo>
                    <a:pt x="992" y="2534"/>
                    <a:pt x="1013" y="2533"/>
                    <a:pt x="1035" y="2530"/>
                  </a:cubicBezTo>
                  <a:close/>
                  <a:moveTo>
                    <a:pt x="1027" y="2571"/>
                  </a:moveTo>
                  <a:lnTo>
                    <a:pt x="970" y="2579"/>
                  </a:lnTo>
                  <a:cubicBezTo>
                    <a:pt x="905" y="2579"/>
                    <a:pt x="905" y="2571"/>
                    <a:pt x="905" y="2571"/>
                  </a:cubicBezTo>
                  <a:close/>
                  <a:moveTo>
                    <a:pt x="1846" y="2575"/>
                  </a:moveTo>
                  <a:cubicBezTo>
                    <a:pt x="1832" y="2575"/>
                    <a:pt x="1819" y="2576"/>
                    <a:pt x="1805" y="2579"/>
                  </a:cubicBezTo>
                  <a:lnTo>
                    <a:pt x="1927" y="2579"/>
                  </a:lnTo>
                  <a:cubicBezTo>
                    <a:pt x="1900" y="2579"/>
                    <a:pt x="1873" y="2575"/>
                    <a:pt x="1846" y="2575"/>
                  </a:cubicBezTo>
                  <a:close/>
                  <a:moveTo>
                    <a:pt x="1136" y="1841"/>
                  </a:moveTo>
                  <a:lnTo>
                    <a:pt x="1136" y="1841"/>
                  </a:lnTo>
                  <a:cubicBezTo>
                    <a:pt x="1134" y="1852"/>
                    <a:pt x="1132" y="1863"/>
                    <a:pt x="1129" y="1874"/>
                  </a:cubicBezTo>
                  <a:lnTo>
                    <a:pt x="1132" y="1874"/>
                  </a:lnTo>
                  <a:cubicBezTo>
                    <a:pt x="1180" y="1874"/>
                    <a:pt x="1142" y="1874"/>
                    <a:pt x="1128" y="1878"/>
                  </a:cubicBezTo>
                  <a:lnTo>
                    <a:pt x="1128" y="1878"/>
                  </a:lnTo>
                  <a:cubicBezTo>
                    <a:pt x="1124" y="1896"/>
                    <a:pt x="1118" y="1913"/>
                    <a:pt x="1112" y="1930"/>
                  </a:cubicBezTo>
                  <a:lnTo>
                    <a:pt x="1112" y="1930"/>
                  </a:lnTo>
                  <a:cubicBezTo>
                    <a:pt x="1116" y="1930"/>
                    <a:pt x="1120" y="1930"/>
                    <a:pt x="1124" y="1930"/>
                  </a:cubicBezTo>
                  <a:lnTo>
                    <a:pt x="1181" y="1930"/>
                  </a:lnTo>
                  <a:cubicBezTo>
                    <a:pt x="1156" y="1938"/>
                    <a:pt x="1140" y="1938"/>
                    <a:pt x="1116" y="1938"/>
                  </a:cubicBezTo>
                  <a:lnTo>
                    <a:pt x="1109" y="1938"/>
                  </a:lnTo>
                  <a:cubicBezTo>
                    <a:pt x="1079" y="2014"/>
                    <a:pt x="1031" y="2081"/>
                    <a:pt x="965" y="2133"/>
                  </a:cubicBezTo>
                  <a:lnTo>
                    <a:pt x="965" y="2133"/>
                  </a:lnTo>
                  <a:lnTo>
                    <a:pt x="970" y="2133"/>
                  </a:lnTo>
                  <a:cubicBezTo>
                    <a:pt x="970" y="2133"/>
                    <a:pt x="968" y="2133"/>
                    <a:pt x="964" y="2133"/>
                  </a:cubicBezTo>
                  <a:lnTo>
                    <a:pt x="964" y="2133"/>
                  </a:lnTo>
                  <a:cubicBezTo>
                    <a:pt x="888" y="2192"/>
                    <a:pt x="787" y="2229"/>
                    <a:pt x="662" y="2230"/>
                  </a:cubicBezTo>
                  <a:cubicBezTo>
                    <a:pt x="605" y="2230"/>
                    <a:pt x="605" y="2238"/>
                    <a:pt x="597" y="2255"/>
                  </a:cubicBezTo>
                  <a:cubicBezTo>
                    <a:pt x="597" y="2263"/>
                    <a:pt x="597" y="2263"/>
                    <a:pt x="662" y="2263"/>
                  </a:cubicBezTo>
                  <a:cubicBezTo>
                    <a:pt x="719" y="2271"/>
                    <a:pt x="654" y="2271"/>
                    <a:pt x="597" y="2271"/>
                  </a:cubicBezTo>
                  <a:cubicBezTo>
                    <a:pt x="475" y="2271"/>
                    <a:pt x="475" y="2279"/>
                    <a:pt x="654" y="2279"/>
                  </a:cubicBezTo>
                  <a:cubicBezTo>
                    <a:pt x="775" y="2279"/>
                    <a:pt x="775" y="2287"/>
                    <a:pt x="710" y="2287"/>
                  </a:cubicBezTo>
                  <a:cubicBezTo>
                    <a:pt x="654" y="2287"/>
                    <a:pt x="654" y="2287"/>
                    <a:pt x="654" y="2279"/>
                  </a:cubicBezTo>
                  <a:lnTo>
                    <a:pt x="532" y="2279"/>
                  </a:lnTo>
                  <a:cubicBezTo>
                    <a:pt x="532" y="2287"/>
                    <a:pt x="532" y="2287"/>
                    <a:pt x="597" y="2287"/>
                  </a:cubicBezTo>
                  <a:cubicBezTo>
                    <a:pt x="597" y="2287"/>
                    <a:pt x="597" y="2287"/>
                    <a:pt x="654" y="2295"/>
                  </a:cubicBezTo>
                  <a:lnTo>
                    <a:pt x="832" y="2295"/>
                  </a:lnTo>
                  <a:cubicBezTo>
                    <a:pt x="854" y="2293"/>
                    <a:pt x="867" y="2292"/>
                    <a:pt x="876" y="2292"/>
                  </a:cubicBezTo>
                  <a:cubicBezTo>
                    <a:pt x="892" y="2292"/>
                    <a:pt x="889" y="2295"/>
                    <a:pt x="889" y="2295"/>
                  </a:cubicBezTo>
                  <a:cubicBezTo>
                    <a:pt x="832" y="2303"/>
                    <a:pt x="775" y="2303"/>
                    <a:pt x="710" y="2303"/>
                  </a:cubicBezTo>
                  <a:cubicBezTo>
                    <a:pt x="670" y="2295"/>
                    <a:pt x="629" y="2295"/>
                    <a:pt x="589" y="2295"/>
                  </a:cubicBezTo>
                  <a:cubicBezTo>
                    <a:pt x="532" y="2295"/>
                    <a:pt x="654" y="2311"/>
                    <a:pt x="767" y="2320"/>
                  </a:cubicBezTo>
                  <a:lnTo>
                    <a:pt x="710" y="2320"/>
                  </a:lnTo>
                  <a:cubicBezTo>
                    <a:pt x="654" y="2320"/>
                    <a:pt x="646" y="2320"/>
                    <a:pt x="646" y="2328"/>
                  </a:cubicBezTo>
                  <a:cubicBezTo>
                    <a:pt x="646" y="2336"/>
                    <a:pt x="646" y="2336"/>
                    <a:pt x="710" y="2336"/>
                  </a:cubicBezTo>
                  <a:cubicBezTo>
                    <a:pt x="743" y="2336"/>
                    <a:pt x="783" y="2336"/>
                    <a:pt x="824" y="2344"/>
                  </a:cubicBezTo>
                  <a:cubicBezTo>
                    <a:pt x="865" y="2336"/>
                    <a:pt x="905" y="2336"/>
                    <a:pt x="946" y="2336"/>
                  </a:cubicBezTo>
                  <a:cubicBezTo>
                    <a:pt x="946" y="2336"/>
                    <a:pt x="889" y="2344"/>
                    <a:pt x="824" y="2344"/>
                  </a:cubicBezTo>
                  <a:cubicBezTo>
                    <a:pt x="702" y="2352"/>
                    <a:pt x="646" y="2360"/>
                    <a:pt x="646" y="2368"/>
                  </a:cubicBezTo>
                  <a:cubicBezTo>
                    <a:pt x="637" y="2376"/>
                    <a:pt x="637" y="2384"/>
                    <a:pt x="581" y="2393"/>
                  </a:cubicBezTo>
                  <a:cubicBezTo>
                    <a:pt x="581" y="2393"/>
                    <a:pt x="581" y="2401"/>
                    <a:pt x="637" y="2401"/>
                  </a:cubicBezTo>
                  <a:lnTo>
                    <a:pt x="637" y="2409"/>
                  </a:lnTo>
                  <a:cubicBezTo>
                    <a:pt x="573" y="2409"/>
                    <a:pt x="573" y="2417"/>
                    <a:pt x="637" y="2417"/>
                  </a:cubicBezTo>
                  <a:cubicBezTo>
                    <a:pt x="694" y="2417"/>
                    <a:pt x="637" y="2425"/>
                    <a:pt x="637" y="2425"/>
                  </a:cubicBezTo>
                  <a:cubicBezTo>
                    <a:pt x="577" y="2429"/>
                    <a:pt x="546" y="2431"/>
                    <a:pt x="553" y="2431"/>
                  </a:cubicBezTo>
                  <a:cubicBezTo>
                    <a:pt x="560" y="2431"/>
                    <a:pt x="605" y="2429"/>
                    <a:pt x="694" y="2425"/>
                  </a:cubicBezTo>
                  <a:cubicBezTo>
                    <a:pt x="735" y="2425"/>
                    <a:pt x="775" y="2425"/>
                    <a:pt x="816" y="2417"/>
                  </a:cubicBezTo>
                  <a:lnTo>
                    <a:pt x="816" y="2409"/>
                  </a:lnTo>
                  <a:lnTo>
                    <a:pt x="873" y="2417"/>
                  </a:lnTo>
                  <a:cubicBezTo>
                    <a:pt x="913" y="2425"/>
                    <a:pt x="954" y="2425"/>
                    <a:pt x="994" y="2425"/>
                  </a:cubicBezTo>
                  <a:cubicBezTo>
                    <a:pt x="1010" y="2425"/>
                    <a:pt x="1035" y="2425"/>
                    <a:pt x="1051" y="2433"/>
                  </a:cubicBezTo>
                  <a:lnTo>
                    <a:pt x="929" y="2433"/>
                  </a:lnTo>
                  <a:cubicBezTo>
                    <a:pt x="873" y="2425"/>
                    <a:pt x="816" y="2425"/>
                    <a:pt x="751" y="2425"/>
                  </a:cubicBezTo>
                  <a:cubicBezTo>
                    <a:pt x="629" y="2433"/>
                    <a:pt x="573" y="2441"/>
                    <a:pt x="694" y="2441"/>
                  </a:cubicBezTo>
                  <a:cubicBezTo>
                    <a:pt x="694" y="2441"/>
                    <a:pt x="694" y="2441"/>
                    <a:pt x="629" y="2449"/>
                  </a:cubicBezTo>
                  <a:lnTo>
                    <a:pt x="686" y="2449"/>
                  </a:lnTo>
                  <a:cubicBezTo>
                    <a:pt x="808" y="2457"/>
                    <a:pt x="808" y="2457"/>
                    <a:pt x="686" y="2457"/>
                  </a:cubicBezTo>
                  <a:cubicBezTo>
                    <a:pt x="565" y="2465"/>
                    <a:pt x="565" y="2482"/>
                    <a:pt x="629" y="2482"/>
                  </a:cubicBezTo>
                  <a:cubicBezTo>
                    <a:pt x="743" y="2482"/>
                    <a:pt x="743" y="2490"/>
                    <a:pt x="686" y="2490"/>
                  </a:cubicBezTo>
                  <a:cubicBezTo>
                    <a:pt x="621" y="2498"/>
                    <a:pt x="621" y="2498"/>
                    <a:pt x="686" y="2498"/>
                  </a:cubicBezTo>
                  <a:cubicBezTo>
                    <a:pt x="621" y="2498"/>
                    <a:pt x="565" y="2506"/>
                    <a:pt x="621" y="2506"/>
                  </a:cubicBezTo>
                  <a:cubicBezTo>
                    <a:pt x="621" y="2506"/>
                    <a:pt x="621" y="2510"/>
                    <a:pt x="638" y="2510"/>
                  </a:cubicBezTo>
                  <a:cubicBezTo>
                    <a:pt x="646" y="2510"/>
                    <a:pt x="659" y="2509"/>
                    <a:pt x="678" y="2506"/>
                  </a:cubicBezTo>
                  <a:lnTo>
                    <a:pt x="800" y="2514"/>
                  </a:lnTo>
                  <a:cubicBezTo>
                    <a:pt x="827" y="2514"/>
                    <a:pt x="854" y="2511"/>
                    <a:pt x="881" y="2511"/>
                  </a:cubicBezTo>
                  <a:cubicBezTo>
                    <a:pt x="894" y="2511"/>
                    <a:pt x="908" y="2511"/>
                    <a:pt x="921" y="2514"/>
                  </a:cubicBezTo>
                  <a:cubicBezTo>
                    <a:pt x="978" y="2514"/>
                    <a:pt x="921" y="2522"/>
                    <a:pt x="735" y="2530"/>
                  </a:cubicBezTo>
                  <a:lnTo>
                    <a:pt x="621" y="2538"/>
                  </a:lnTo>
                  <a:lnTo>
                    <a:pt x="678" y="2538"/>
                  </a:lnTo>
                  <a:cubicBezTo>
                    <a:pt x="613" y="2538"/>
                    <a:pt x="613" y="2538"/>
                    <a:pt x="613" y="2547"/>
                  </a:cubicBezTo>
                  <a:lnTo>
                    <a:pt x="678" y="2547"/>
                  </a:lnTo>
                  <a:cubicBezTo>
                    <a:pt x="792" y="2547"/>
                    <a:pt x="792" y="2547"/>
                    <a:pt x="735" y="2555"/>
                  </a:cubicBezTo>
                  <a:cubicBezTo>
                    <a:pt x="613" y="2555"/>
                    <a:pt x="613" y="2555"/>
                    <a:pt x="735" y="2563"/>
                  </a:cubicBezTo>
                  <a:cubicBezTo>
                    <a:pt x="694" y="2563"/>
                    <a:pt x="654" y="2563"/>
                    <a:pt x="613" y="2571"/>
                  </a:cubicBezTo>
                  <a:lnTo>
                    <a:pt x="670" y="2571"/>
                  </a:lnTo>
                  <a:cubicBezTo>
                    <a:pt x="792" y="2571"/>
                    <a:pt x="792" y="2571"/>
                    <a:pt x="735" y="2579"/>
                  </a:cubicBezTo>
                  <a:cubicBezTo>
                    <a:pt x="670" y="2579"/>
                    <a:pt x="670" y="2579"/>
                    <a:pt x="727" y="2587"/>
                  </a:cubicBezTo>
                  <a:cubicBezTo>
                    <a:pt x="727" y="2587"/>
                    <a:pt x="727" y="2595"/>
                    <a:pt x="670" y="2595"/>
                  </a:cubicBezTo>
                  <a:cubicBezTo>
                    <a:pt x="727" y="2603"/>
                    <a:pt x="727" y="2603"/>
                    <a:pt x="670" y="2603"/>
                  </a:cubicBezTo>
                  <a:cubicBezTo>
                    <a:pt x="605" y="2611"/>
                    <a:pt x="605" y="2611"/>
                    <a:pt x="670" y="2611"/>
                  </a:cubicBezTo>
                  <a:lnTo>
                    <a:pt x="848" y="2611"/>
                  </a:lnTo>
                  <a:cubicBezTo>
                    <a:pt x="848" y="2603"/>
                    <a:pt x="848" y="2603"/>
                    <a:pt x="905" y="2603"/>
                  </a:cubicBezTo>
                  <a:lnTo>
                    <a:pt x="905" y="2611"/>
                  </a:lnTo>
                  <a:cubicBezTo>
                    <a:pt x="905" y="2620"/>
                    <a:pt x="905" y="2620"/>
                    <a:pt x="962" y="2628"/>
                  </a:cubicBezTo>
                  <a:lnTo>
                    <a:pt x="1083" y="2628"/>
                  </a:lnTo>
                  <a:lnTo>
                    <a:pt x="1140" y="2620"/>
                  </a:lnTo>
                  <a:cubicBezTo>
                    <a:pt x="962" y="2620"/>
                    <a:pt x="962" y="2620"/>
                    <a:pt x="1083" y="2611"/>
                  </a:cubicBezTo>
                  <a:lnTo>
                    <a:pt x="1205" y="2611"/>
                  </a:lnTo>
                  <a:cubicBezTo>
                    <a:pt x="1205" y="2603"/>
                    <a:pt x="1205" y="2603"/>
                    <a:pt x="1262" y="2603"/>
                  </a:cubicBezTo>
                  <a:cubicBezTo>
                    <a:pt x="1302" y="2603"/>
                    <a:pt x="1343" y="2603"/>
                    <a:pt x="1383" y="2595"/>
                  </a:cubicBezTo>
                  <a:lnTo>
                    <a:pt x="1327" y="2595"/>
                  </a:lnTo>
                  <a:cubicBezTo>
                    <a:pt x="1262" y="2595"/>
                    <a:pt x="1262" y="2595"/>
                    <a:pt x="1383" y="2587"/>
                  </a:cubicBezTo>
                  <a:lnTo>
                    <a:pt x="1327" y="2587"/>
                  </a:lnTo>
                  <a:cubicBezTo>
                    <a:pt x="1205" y="2587"/>
                    <a:pt x="1205" y="2579"/>
                    <a:pt x="1327" y="2579"/>
                  </a:cubicBezTo>
                  <a:lnTo>
                    <a:pt x="1327" y="2571"/>
                  </a:lnTo>
                  <a:cubicBezTo>
                    <a:pt x="1300" y="2571"/>
                    <a:pt x="1273" y="2567"/>
                    <a:pt x="1246" y="2567"/>
                  </a:cubicBezTo>
                  <a:cubicBezTo>
                    <a:pt x="1232" y="2567"/>
                    <a:pt x="1219" y="2568"/>
                    <a:pt x="1205" y="2571"/>
                  </a:cubicBezTo>
                  <a:cubicBezTo>
                    <a:pt x="1092" y="2571"/>
                    <a:pt x="1092" y="2571"/>
                    <a:pt x="1148" y="2563"/>
                  </a:cubicBezTo>
                  <a:lnTo>
                    <a:pt x="1270" y="2563"/>
                  </a:lnTo>
                  <a:cubicBezTo>
                    <a:pt x="1327" y="2563"/>
                    <a:pt x="1327" y="2555"/>
                    <a:pt x="1327" y="2555"/>
                  </a:cubicBezTo>
                  <a:cubicBezTo>
                    <a:pt x="1327" y="2555"/>
                    <a:pt x="1335" y="2547"/>
                    <a:pt x="1270" y="2547"/>
                  </a:cubicBezTo>
                  <a:lnTo>
                    <a:pt x="1335" y="2547"/>
                  </a:lnTo>
                  <a:cubicBezTo>
                    <a:pt x="1335" y="2547"/>
                    <a:pt x="1335" y="2538"/>
                    <a:pt x="1392" y="2530"/>
                  </a:cubicBezTo>
                  <a:cubicBezTo>
                    <a:pt x="1435" y="2530"/>
                    <a:pt x="1395" y="2523"/>
                    <a:pt x="1328" y="2523"/>
                  </a:cubicBezTo>
                  <a:cubicBezTo>
                    <a:pt x="1294" y="2523"/>
                    <a:pt x="1254" y="2525"/>
                    <a:pt x="1213" y="2530"/>
                  </a:cubicBezTo>
                  <a:lnTo>
                    <a:pt x="1213" y="2522"/>
                  </a:lnTo>
                  <a:lnTo>
                    <a:pt x="1156" y="2522"/>
                  </a:lnTo>
                  <a:cubicBezTo>
                    <a:pt x="1092" y="2522"/>
                    <a:pt x="1092" y="2514"/>
                    <a:pt x="1092" y="2514"/>
                  </a:cubicBezTo>
                  <a:lnTo>
                    <a:pt x="1213" y="2514"/>
                  </a:lnTo>
                  <a:cubicBezTo>
                    <a:pt x="1392" y="2514"/>
                    <a:pt x="1456" y="2514"/>
                    <a:pt x="1278" y="2506"/>
                  </a:cubicBezTo>
                  <a:lnTo>
                    <a:pt x="1335" y="2506"/>
                  </a:lnTo>
                  <a:cubicBezTo>
                    <a:pt x="1392" y="2506"/>
                    <a:pt x="1400" y="2506"/>
                    <a:pt x="1335" y="2498"/>
                  </a:cubicBezTo>
                  <a:cubicBezTo>
                    <a:pt x="1335" y="2498"/>
                    <a:pt x="1221" y="2490"/>
                    <a:pt x="1156" y="2490"/>
                  </a:cubicBezTo>
                  <a:cubicBezTo>
                    <a:pt x="1278" y="2490"/>
                    <a:pt x="1278" y="2482"/>
                    <a:pt x="1156" y="2482"/>
                  </a:cubicBezTo>
                  <a:lnTo>
                    <a:pt x="1221" y="2482"/>
                  </a:lnTo>
                  <a:cubicBezTo>
                    <a:pt x="1278" y="2482"/>
                    <a:pt x="1343" y="2474"/>
                    <a:pt x="1286" y="2457"/>
                  </a:cubicBezTo>
                  <a:cubicBezTo>
                    <a:pt x="1286" y="2449"/>
                    <a:pt x="1286" y="2441"/>
                    <a:pt x="1343" y="2441"/>
                  </a:cubicBezTo>
                  <a:cubicBezTo>
                    <a:pt x="1408" y="2441"/>
                    <a:pt x="1286" y="2425"/>
                    <a:pt x="1173" y="2417"/>
                  </a:cubicBezTo>
                  <a:cubicBezTo>
                    <a:pt x="1229" y="2417"/>
                    <a:pt x="1229" y="2417"/>
                    <a:pt x="1229" y="2409"/>
                  </a:cubicBezTo>
                  <a:cubicBezTo>
                    <a:pt x="1229" y="2401"/>
                    <a:pt x="1229" y="2401"/>
                    <a:pt x="1294" y="2401"/>
                  </a:cubicBezTo>
                  <a:cubicBezTo>
                    <a:pt x="1173" y="2393"/>
                    <a:pt x="1229" y="2384"/>
                    <a:pt x="1351" y="2384"/>
                  </a:cubicBezTo>
                  <a:cubicBezTo>
                    <a:pt x="1416" y="2384"/>
                    <a:pt x="1416" y="2384"/>
                    <a:pt x="1416" y="2376"/>
                  </a:cubicBezTo>
                  <a:cubicBezTo>
                    <a:pt x="1351" y="2376"/>
                    <a:pt x="1351" y="2368"/>
                    <a:pt x="1359" y="2360"/>
                  </a:cubicBezTo>
                  <a:cubicBezTo>
                    <a:pt x="1359" y="2352"/>
                    <a:pt x="1359" y="2352"/>
                    <a:pt x="1237" y="2352"/>
                  </a:cubicBezTo>
                  <a:cubicBezTo>
                    <a:pt x="1116" y="2352"/>
                    <a:pt x="1116" y="2344"/>
                    <a:pt x="1116" y="2344"/>
                  </a:cubicBezTo>
                  <a:cubicBezTo>
                    <a:pt x="1116" y="2336"/>
                    <a:pt x="1116" y="2336"/>
                    <a:pt x="1181" y="2336"/>
                  </a:cubicBezTo>
                  <a:cubicBezTo>
                    <a:pt x="1197" y="2336"/>
                    <a:pt x="1221" y="2336"/>
                    <a:pt x="1237" y="2328"/>
                  </a:cubicBezTo>
                  <a:cubicBezTo>
                    <a:pt x="1237" y="2328"/>
                    <a:pt x="1237" y="2320"/>
                    <a:pt x="1302" y="2320"/>
                  </a:cubicBezTo>
                  <a:cubicBezTo>
                    <a:pt x="1302" y="2320"/>
                    <a:pt x="1359" y="2320"/>
                    <a:pt x="1359" y="2311"/>
                  </a:cubicBezTo>
                  <a:cubicBezTo>
                    <a:pt x="1359" y="2311"/>
                    <a:pt x="1367" y="2303"/>
                    <a:pt x="1424" y="2303"/>
                  </a:cubicBezTo>
                  <a:cubicBezTo>
                    <a:pt x="1424" y="2295"/>
                    <a:pt x="1424" y="2295"/>
                    <a:pt x="1367" y="2295"/>
                  </a:cubicBezTo>
                  <a:cubicBezTo>
                    <a:pt x="1302" y="2295"/>
                    <a:pt x="1246" y="2295"/>
                    <a:pt x="1310" y="2279"/>
                  </a:cubicBezTo>
                  <a:cubicBezTo>
                    <a:pt x="1310" y="2279"/>
                    <a:pt x="1310" y="2271"/>
                    <a:pt x="1246" y="2271"/>
                  </a:cubicBezTo>
                  <a:cubicBezTo>
                    <a:pt x="1246" y="2263"/>
                    <a:pt x="1246" y="2263"/>
                    <a:pt x="1310" y="2263"/>
                  </a:cubicBezTo>
                  <a:cubicBezTo>
                    <a:pt x="1432" y="2263"/>
                    <a:pt x="1432" y="2255"/>
                    <a:pt x="1310" y="2255"/>
                  </a:cubicBezTo>
                  <a:cubicBezTo>
                    <a:pt x="1254" y="2255"/>
                    <a:pt x="1254" y="2247"/>
                    <a:pt x="1310" y="2247"/>
                  </a:cubicBezTo>
                  <a:cubicBezTo>
                    <a:pt x="1310" y="2247"/>
                    <a:pt x="1310" y="2247"/>
                    <a:pt x="1254" y="2238"/>
                  </a:cubicBezTo>
                  <a:cubicBezTo>
                    <a:pt x="1197" y="2238"/>
                    <a:pt x="1197" y="2238"/>
                    <a:pt x="1254" y="2230"/>
                  </a:cubicBezTo>
                  <a:cubicBezTo>
                    <a:pt x="1310" y="2230"/>
                    <a:pt x="1319" y="2230"/>
                    <a:pt x="1319" y="2222"/>
                  </a:cubicBezTo>
                  <a:cubicBezTo>
                    <a:pt x="1254" y="2214"/>
                    <a:pt x="1262" y="2182"/>
                    <a:pt x="1319" y="2182"/>
                  </a:cubicBezTo>
                  <a:cubicBezTo>
                    <a:pt x="1262" y="2182"/>
                    <a:pt x="1262" y="2182"/>
                    <a:pt x="1262" y="2174"/>
                  </a:cubicBezTo>
                  <a:cubicBezTo>
                    <a:pt x="1375" y="2174"/>
                    <a:pt x="1333" y="2167"/>
                    <a:pt x="1228" y="2166"/>
                  </a:cubicBezTo>
                  <a:lnTo>
                    <a:pt x="1228" y="2166"/>
                  </a:lnTo>
                  <a:cubicBezTo>
                    <a:pt x="1239" y="2166"/>
                    <a:pt x="1250" y="2165"/>
                    <a:pt x="1262" y="2165"/>
                  </a:cubicBezTo>
                  <a:cubicBezTo>
                    <a:pt x="1383" y="2165"/>
                    <a:pt x="1383" y="2165"/>
                    <a:pt x="1262" y="2157"/>
                  </a:cubicBezTo>
                  <a:cubicBezTo>
                    <a:pt x="1148" y="2157"/>
                    <a:pt x="1148" y="2149"/>
                    <a:pt x="1270" y="2149"/>
                  </a:cubicBezTo>
                  <a:cubicBezTo>
                    <a:pt x="1027" y="2141"/>
                    <a:pt x="970" y="2133"/>
                    <a:pt x="1205" y="2133"/>
                  </a:cubicBezTo>
                  <a:cubicBezTo>
                    <a:pt x="1270" y="2133"/>
                    <a:pt x="1327" y="2133"/>
                    <a:pt x="1392" y="2125"/>
                  </a:cubicBezTo>
                  <a:cubicBezTo>
                    <a:pt x="1364" y="2125"/>
                    <a:pt x="1337" y="2121"/>
                    <a:pt x="1310" y="2121"/>
                  </a:cubicBezTo>
                  <a:cubicBezTo>
                    <a:pt x="1297" y="2121"/>
                    <a:pt x="1283" y="2122"/>
                    <a:pt x="1270" y="2125"/>
                  </a:cubicBezTo>
                  <a:cubicBezTo>
                    <a:pt x="1148" y="2125"/>
                    <a:pt x="1148" y="2125"/>
                    <a:pt x="1270" y="2117"/>
                  </a:cubicBezTo>
                  <a:cubicBezTo>
                    <a:pt x="1448" y="2109"/>
                    <a:pt x="1456" y="2101"/>
                    <a:pt x="1335" y="2093"/>
                  </a:cubicBezTo>
                  <a:cubicBezTo>
                    <a:pt x="1246" y="2081"/>
                    <a:pt x="1226" y="2073"/>
                    <a:pt x="1267" y="2073"/>
                  </a:cubicBezTo>
                  <a:cubicBezTo>
                    <a:pt x="1281" y="2073"/>
                    <a:pt x="1304" y="2074"/>
                    <a:pt x="1335" y="2076"/>
                  </a:cubicBezTo>
                  <a:cubicBezTo>
                    <a:pt x="1396" y="2080"/>
                    <a:pt x="1426" y="2082"/>
                    <a:pt x="1434" y="2082"/>
                  </a:cubicBezTo>
                  <a:cubicBezTo>
                    <a:pt x="1442" y="2082"/>
                    <a:pt x="1428" y="2080"/>
                    <a:pt x="1400" y="2076"/>
                  </a:cubicBezTo>
                  <a:cubicBezTo>
                    <a:pt x="1400" y="2076"/>
                    <a:pt x="1400" y="2068"/>
                    <a:pt x="1400" y="2060"/>
                  </a:cubicBezTo>
                  <a:cubicBezTo>
                    <a:pt x="1377" y="2060"/>
                    <a:pt x="1354" y="2058"/>
                    <a:pt x="1331" y="2057"/>
                  </a:cubicBezTo>
                  <a:lnTo>
                    <a:pt x="1331" y="2057"/>
                  </a:lnTo>
                  <a:cubicBezTo>
                    <a:pt x="1413" y="2052"/>
                    <a:pt x="1438" y="2051"/>
                    <a:pt x="1343" y="2044"/>
                  </a:cubicBezTo>
                  <a:lnTo>
                    <a:pt x="1343" y="2036"/>
                  </a:lnTo>
                  <a:cubicBezTo>
                    <a:pt x="1343" y="2036"/>
                    <a:pt x="1343" y="2036"/>
                    <a:pt x="1286" y="2028"/>
                  </a:cubicBezTo>
                  <a:cubicBezTo>
                    <a:pt x="1221" y="2028"/>
                    <a:pt x="1286" y="2020"/>
                    <a:pt x="1343" y="2020"/>
                  </a:cubicBezTo>
                  <a:cubicBezTo>
                    <a:pt x="1408" y="2020"/>
                    <a:pt x="1464" y="2011"/>
                    <a:pt x="1408" y="2011"/>
                  </a:cubicBezTo>
                  <a:cubicBezTo>
                    <a:pt x="1343" y="2011"/>
                    <a:pt x="1286" y="2011"/>
                    <a:pt x="1229" y="2003"/>
                  </a:cubicBezTo>
                  <a:cubicBezTo>
                    <a:pt x="1186" y="2003"/>
                    <a:pt x="1201" y="2000"/>
                    <a:pt x="1232" y="2000"/>
                  </a:cubicBezTo>
                  <a:cubicBezTo>
                    <a:pt x="1247" y="2000"/>
                    <a:pt x="1267" y="2001"/>
                    <a:pt x="1286" y="2003"/>
                  </a:cubicBezTo>
                  <a:cubicBezTo>
                    <a:pt x="1327" y="2003"/>
                    <a:pt x="1367" y="2003"/>
                    <a:pt x="1408" y="1995"/>
                  </a:cubicBezTo>
                  <a:cubicBezTo>
                    <a:pt x="1408" y="1995"/>
                    <a:pt x="1408" y="1987"/>
                    <a:pt x="1351" y="1987"/>
                  </a:cubicBezTo>
                  <a:cubicBezTo>
                    <a:pt x="1286" y="1987"/>
                    <a:pt x="1294" y="1971"/>
                    <a:pt x="1351" y="1963"/>
                  </a:cubicBezTo>
                  <a:lnTo>
                    <a:pt x="1351" y="1955"/>
                  </a:lnTo>
                  <a:cubicBezTo>
                    <a:pt x="1351" y="1955"/>
                    <a:pt x="1294" y="1955"/>
                    <a:pt x="1294" y="1947"/>
                  </a:cubicBezTo>
                  <a:lnTo>
                    <a:pt x="1237" y="1947"/>
                  </a:lnTo>
                  <a:cubicBezTo>
                    <a:pt x="1237" y="1938"/>
                    <a:pt x="1237" y="1938"/>
                    <a:pt x="1294" y="1938"/>
                  </a:cubicBezTo>
                  <a:cubicBezTo>
                    <a:pt x="1181" y="1930"/>
                    <a:pt x="1181" y="1930"/>
                    <a:pt x="1294" y="1930"/>
                  </a:cubicBezTo>
                  <a:cubicBezTo>
                    <a:pt x="1237" y="1922"/>
                    <a:pt x="1237" y="1922"/>
                    <a:pt x="1302" y="1922"/>
                  </a:cubicBezTo>
                  <a:cubicBezTo>
                    <a:pt x="1359" y="1922"/>
                    <a:pt x="1359" y="1914"/>
                    <a:pt x="1302" y="1914"/>
                  </a:cubicBezTo>
                  <a:cubicBezTo>
                    <a:pt x="1181" y="1914"/>
                    <a:pt x="1124" y="1906"/>
                    <a:pt x="1237" y="1906"/>
                  </a:cubicBezTo>
                  <a:cubicBezTo>
                    <a:pt x="1237" y="1906"/>
                    <a:pt x="1237" y="1906"/>
                    <a:pt x="1181" y="1898"/>
                  </a:cubicBezTo>
                  <a:cubicBezTo>
                    <a:pt x="1302" y="1890"/>
                    <a:pt x="1302" y="1890"/>
                    <a:pt x="1181" y="1890"/>
                  </a:cubicBezTo>
                  <a:cubicBezTo>
                    <a:pt x="1181" y="1890"/>
                    <a:pt x="1124" y="1882"/>
                    <a:pt x="1181" y="1882"/>
                  </a:cubicBezTo>
                  <a:cubicBezTo>
                    <a:pt x="1246" y="1874"/>
                    <a:pt x="1310" y="1857"/>
                    <a:pt x="1189" y="1857"/>
                  </a:cubicBezTo>
                  <a:lnTo>
                    <a:pt x="1189" y="1849"/>
                  </a:lnTo>
                  <a:cubicBezTo>
                    <a:pt x="1246" y="1849"/>
                    <a:pt x="1246" y="1841"/>
                    <a:pt x="1189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2"/>
            <p:cNvSpPr/>
            <p:nvPr/>
          </p:nvSpPr>
          <p:spPr>
            <a:xfrm>
              <a:off x="8401906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7" y="19"/>
                  </a:moveTo>
                  <a:cubicBezTo>
                    <a:pt x="746" y="19"/>
                    <a:pt x="805" y="21"/>
                    <a:pt x="866" y="25"/>
                  </a:cubicBezTo>
                  <a:cubicBezTo>
                    <a:pt x="852" y="28"/>
                    <a:pt x="839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7" y="21"/>
                    <a:pt x="687" y="19"/>
                    <a:pt x="717" y="19"/>
                  </a:cubicBezTo>
                  <a:close/>
                  <a:moveTo>
                    <a:pt x="1397" y="19"/>
                  </a:moveTo>
                  <a:cubicBezTo>
                    <a:pt x="1377" y="19"/>
                    <a:pt x="1356" y="21"/>
                    <a:pt x="1336" y="25"/>
                  </a:cubicBezTo>
                  <a:cubicBezTo>
                    <a:pt x="1350" y="28"/>
                    <a:pt x="1363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7" y="21"/>
                    <a:pt x="1417" y="19"/>
                    <a:pt x="1397" y="19"/>
                  </a:cubicBezTo>
                  <a:close/>
                  <a:moveTo>
                    <a:pt x="809" y="455"/>
                  </a:moveTo>
                  <a:cubicBezTo>
                    <a:pt x="842" y="455"/>
                    <a:pt x="882" y="455"/>
                    <a:pt x="923" y="463"/>
                  </a:cubicBezTo>
                  <a:cubicBezTo>
                    <a:pt x="866" y="463"/>
                    <a:pt x="801" y="463"/>
                    <a:pt x="744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50" y="568"/>
                    <a:pt x="1085" y="568"/>
                  </a:cubicBezTo>
                  <a:lnTo>
                    <a:pt x="1028" y="568"/>
                  </a:lnTo>
                  <a:cubicBezTo>
                    <a:pt x="971" y="560"/>
                    <a:pt x="906" y="560"/>
                    <a:pt x="971" y="560"/>
                  </a:cubicBezTo>
                  <a:close/>
                  <a:moveTo>
                    <a:pt x="1008" y="684"/>
                  </a:moveTo>
                  <a:cubicBezTo>
                    <a:pt x="1028" y="684"/>
                    <a:pt x="1048" y="686"/>
                    <a:pt x="1069" y="690"/>
                  </a:cubicBezTo>
                  <a:lnTo>
                    <a:pt x="947" y="690"/>
                  </a:lnTo>
                  <a:cubicBezTo>
                    <a:pt x="967" y="686"/>
                    <a:pt x="987" y="684"/>
                    <a:pt x="1008" y="684"/>
                  </a:cubicBezTo>
                  <a:close/>
                  <a:moveTo>
                    <a:pt x="1125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58" y="724"/>
                  </a:moveTo>
                  <a:cubicBezTo>
                    <a:pt x="1150" y="724"/>
                    <a:pt x="1150" y="726"/>
                    <a:pt x="1182" y="730"/>
                  </a:cubicBezTo>
                  <a:cubicBezTo>
                    <a:pt x="1182" y="726"/>
                    <a:pt x="1166" y="724"/>
                    <a:pt x="1158" y="724"/>
                  </a:cubicBezTo>
                  <a:close/>
                  <a:moveTo>
                    <a:pt x="1125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60" y="763"/>
                  </a:moveTo>
                  <a:cubicBezTo>
                    <a:pt x="1089" y="767"/>
                    <a:pt x="1103" y="767"/>
                    <a:pt x="1110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10" y="777"/>
                  </a:cubicBezTo>
                  <a:cubicBezTo>
                    <a:pt x="1103" y="777"/>
                    <a:pt x="1089" y="775"/>
                    <a:pt x="1060" y="771"/>
                  </a:cubicBezTo>
                  <a:cubicBezTo>
                    <a:pt x="996" y="771"/>
                    <a:pt x="996" y="763"/>
                    <a:pt x="1060" y="763"/>
                  </a:cubicBezTo>
                  <a:close/>
                  <a:moveTo>
                    <a:pt x="699" y="789"/>
                  </a:moveTo>
                  <a:cubicBezTo>
                    <a:pt x="718" y="789"/>
                    <a:pt x="736" y="791"/>
                    <a:pt x="752" y="795"/>
                  </a:cubicBezTo>
                  <a:lnTo>
                    <a:pt x="639" y="795"/>
                  </a:lnTo>
                  <a:cubicBezTo>
                    <a:pt x="659" y="791"/>
                    <a:pt x="679" y="789"/>
                    <a:pt x="699" y="789"/>
                  </a:cubicBezTo>
                  <a:close/>
                  <a:moveTo>
                    <a:pt x="809" y="828"/>
                  </a:moveTo>
                  <a:lnTo>
                    <a:pt x="752" y="836"/>
                  </a:lnTo>
                  <a:cubicBezTo>
                    <a:pt x="687" y="836"/>
                    <a:pt x="687" y="828"/>
                    <a:pt x="687" y="828"/>
                  </a:cubicBezTo>
                  <a:close/>
                  <a:moveTo>
                    <a:pt x="1012" y="1087"/>
                  </a:moveTo>
                  <a:cubicBezTo>
                    <a:pt x="1052" y="1087"/>
                    <a:pt x="1093" y="1087"/>
                    <a:pt x="1133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7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3" y="1225"/>
                    <a:pt x="1052" y="1217"/>
                  </a:cubicBezTo>
                  <a:cubicBezTo>
                    <a:pt x="1052" y="1209"/>
                    <a:pt x="1052" y="1209"/>
                    <a:pt x="1117" y="1209"/>
                  </a:cubicBezTo>
                  <a:close/>
                  <a:moveTo>
                    <a:pt x="655" y="1468"/>
                  </a:moveTo>
                  <a:lnTo>
                    <a:pt x="655" y="1476"/>
                  </a:lnTo>
                  <a:lnTo>
                    <a:pt x="777" y="1476"/>
                  </a:lnTo>
                  <a:cubicBezTo>
                    <a:pt x="736" y="1468"/>
                    <a:pt x="696" y="1468"/>
                    <a:pt x="655" y="1468"/>
                  </a:cubicBezTo>
                  <a:close/>
                  <a:moveTo>
                    <a:pt x="1069" y="1525"/>
                  </a:moveTo>
                  <a:cubicBezTo>
                    <a:pt x="1077" y="1525"/>
                    <a:pt x="1088" y="1525"/>
                    <a:pt x="1099" y="1525"/>
                  </a:cubicBezTo>
                  <a:lnTo>
                    <a:pt x="1099" y="1525"/>
                  </a:lnTo>
                  <a:cubicBezTo>
                    <a:pt x="1099" y="1525"/>
                    <a:pt x="1099" y="1525"/>
                    <a:pt x="1099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0" y="1"/>
                    <a:pt x="687" y="9"/>
                  </a:cubicBezTo>
                  <a:cubicBezTo>
                    <a:pt x="623" y="25"/>
                    <a:pt x="558" y="33"/>
                    <a:pt x="679" y="33"/>
                  </a:cubicBezTo>
                  <a:lnTo>
                    <a:pt x="736" y="33"/>
                  </a:lnTo>
                  <a:cubicBezTo>
                    <a:pt x="720" y="41"/>
                    <a:pt x="696" y="41"/>
                    <a:pt x="679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8" y="187"/>
                  </a:cubicBezTo>
                  <a:lnTo>
                    <a:pt x="598" y="195"/>
                  </a:lnTo>
                  <a:cubicBezTo>
                    <a:pt x="533" y="195"/>
                    <a:pt x="533" y="203"/>
                    <a:pt x="533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33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9" y="276"/>
                    <a:pt x="525" y="285"/>
                    <a:pt x="582" y="285"/>
                  </a:cubicBezTo>
                  <a:cubicBezTo>
                    <a:pt x="623" y="285"/>
                    <a:pt x="663" y="285"/>
                    <a:pt x="704" y="293"/>
                  </a:cubicBezTo>
                  <a:lnTo>
                    <a:pt x="582" y="293"/>
                  </a:lnTo>
                  <a:cubicBezTo>
                    <a:pt x="554" y="289"/>
                    <a:pt x="540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87" y="374"/>
                    <a:pt x="687" y="374"/>
                    <a:pt x="631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31" y="406"/>
                  </a:lnTo>
                  <a:cubicBezTo>
                    <a:pt x="744" y="406"/>
                    <a:pt x="744" y="406"/>
                    <a:pt x="623" y="414"/>
                  </a:cubicBezTo>
                  <a:cubicBezTo>
                    <a:pt x="509" y="414"/>
                    <a:pt x="558" y="455"/>
                    <a:pt x="679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cubicBezTo>
                    <a:pt x="558" y="479"/>
                    <a:pt x="558" y="487"/>
                    <a:pt x="558" y="487"/>
                  </a:cubicBezTo>
                  <a:cubicBezTo>
                    <a:pt x="671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06" y="520"/>
                    <a:pt x="550" y="536"/>
                    <a:pt x="485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42" y="552"/>
                  </a:cubicBezTo>
                  <a:cubicBezTo>
                    <a:pt x="542" y="568"/>
                    <a:pt x="542" y="568"/>
                    <a:pt x="606" y="568"/>
                  </a:cubicBezTo>
                  <a:cubicBezTo>
                    <a:pt x="620" y="566"/>
                    <a:pt x="633" y="565"/>
                    <a:pt x="647" y="565"/>
                  </a:cubicBezTo>
                  <a:cubicBezTo>
                    <a:pt x="673" y="565"/>
                    <a:pt x="698" y="568"/>
                    <a:pt x="720" y="568"/>
                  </a:cubicBezTo>
                  <a:lnTo>
                    <a:pt x="663" y="568"/>
                  </a:lnTo>
                  <a:cubicBezTo>
                    <a:pt x="606" y="568"/>
                    <a:pt x="606" y="576"/>
                    <a:pt x="598" y="593"/>
                  </a:cubicBezTo>
                  <a:cubicBezTo>
                    <a:pt x="598" y="609"/>
                    <a:pt x="598" y="609"/>
                    <a:pt x="533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9" y="657"/>
                    <a:pt x="469" y="666"/>
                    <a:pt x="590" y="666"/>
                  </a:cubicBezTo>
                  <a:cubicBezTo>
                    <a:pt x="533" y="666"/>
                    <a:pt x="525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9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3" y="722"/>
                    <a:pt x="623" y="722"/>
                    <a:pt x="582" y="714"/>
                  </a:cubicBezTo>
                  <a:cubicBezTo>
                    <a:pt x="525" y="714"/>
                    <a:pt x="525" y="722"/>
                    <a:pt x="639" y="730"/>
                  </a:cubicBezTo>
                  <a:cubicBezTo>
                    <a:pt x="601" y="730"/>
                    <a:pt x="563" y="727"/>
                    <a:pt x="559" y="727"/>
                  </a:cubicBezTo>
                  <a:lnTo>
                    <a:pt x="559" y="727"/>
                  </a:lnTo>
                  <a:cubicBezTo>
                    <a:pt x="557" y="727"/>
                    <a:pt x="563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9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6" y="852"/>
                    <a:pt x="647" y="852"/>
                    <a:pt x="687" y="852"/>
                  </a:cubicBezTo>
                  <a:lnTo>
                    <a:pt x="679" y="852"/>
                  </a:lnTo>
                  <a:cubicBezTo>
                    <a:pt x="501" y="852"/>
                    <a:pt x="501" y="860"/>
                    <a:pt x="679" y="860"/>
                  </a:cubicBezTo>
                  <a:cubicBezTo>
                    <a:pt x="623" y="868"/>
                    <a:pt x="623" y="868"/>
                    <a:pt x="679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15" y="893"/>
                  </a:cubicBezTo>
                  <a:cubicBezTo>
                    <a:pt x="701" y="898"/>
                    <a:pt x="726" y="904"/>
                    <a:pt x="690" y="904"/>
                  </a:cubicBezTo>
                  <a:cubicBezTo>
                    <a:pt x="675" y="904"/>
                    <a:pt x="650" y="903"/>
                    <a:pt x="615" y="901"/>
                  </a:cubicBezTo>
                  <a:cubicBezTo>
                    <a:pt x="501" y="901"/>
                    <a:pt x="558" y="917"/>
                    <a:pt x="671" y="917"/>
                  </a:cubicBezTo>
                  <a:cubicBezTo>
                    <a:pt x="793" y="925"/>
                    <a:pt x="793" y="925"/>
                    <a:pt x="736" y="925"/>
                  </a:cubicBezTo>
                  <a:cubicBezTo>
                    <a:pt x="715" y="922"/>
                    <a:pt x="700" y="921"/>
                    <a:pt x="690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5" y="933"/>
                  </a:cubicBezTo>
                  <a:cubicBezTo>
                    <a:pt x="615" y="933"/>
                    <a:pt x="615" y="933"/>
                    <a:pt x="671" y="941"/>
                  </a:cubicBezTo>
                  <a:cubicBezTo>
                    <a:pt x="793" y="949"/>
                    <a:pt x="728" y="957"/>
                    <a:pt x="606" y="957"/>
                  </a:cubicBezTo>
                  <a:lnTo>
                    <a:pt x="671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63" y="974"/>
                  </a:lnTo>
                  <a:cubicBezTo>
                    <a:pt x="785" y="974"/>
                    <a:pt x="728" y="990"/>
                    <a:pt x="606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3" y="998"/>
                  </a:cubicBezTo>
                  <a:cubicBezTo>
                    <a:pt x="598" y="998"/>
                    <a:pt x="542" y="1006"/>
                    <a:pt x="598" y="1006"/>
                  </a:cubicBezTo>
                  <a:cubicBezTo>
                    <a:pt x="598" y="1006"/>
                    <a:pt x="598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8" y="1022"/>
                    <a:pt x="598" y="1030"/>
                    <a:pt x="542" y="1030"/>
                  </a:cubicBezTo>
                  <a:cubicBezTo>
                    <a:pt x="542" y="1030"/>
                    <a:pt x="533" y="1039"/>
                    <a:pt x="598" y="1039"/>
                  </a:cubicBezTo>
                  <a:cubicBezTo>
                    <a:pt x="598" y="1047"/>
                    <a:pt x="598" y="1055"/>
                    <a:pt x="533" y="1055"/>
                  </a:cubicBezTo>
                  <a:cubicBezTo>
                    <a:pt x="598" y="1055"/>
                    <a:pt x="598" y="1055"/>
                    <a:pt x="598" y="1063"/>
                  </a:cubicBezTo>
                  <a:lnTo>
                    <a:pt x="590" y="1063"/>
                  </a:ln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0" y="1103"/>
                    <a:pt x="590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9" y="1144"/>
                  </a:lnTo>
                  <a:cubicBezTo>
                    <a:pt x="582" y="1144"/>
                    <a:pt x="582" y="1152"/>
                    <a:pt x="639" y="1160"/>
                  </a:cubicBezTo>
                  <a:lnTo>
                    <a:pt x="582" y="1160"/>
                  </a:lnTo>
                  <a:lnTo>
                    <a:pt x="582" y="1168"/>
                  </a:lnTo>
                  <a:cubicBezTo>
                    <a:pt x="696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1" y="1201"/>
                  </a:cubicBezTo>
                  <a:cubicBezTo>
                    <a:pt x="752" y="1201"/>
                    <a:pt x="752" y="1209"/>
                    <a:pt x="631" y="1209"/>
                  </a:cubicBezTo>
                  <a:cubicBezTo>
                    <a:pt x="696" y="1209"/>
                    <a:pt x="687" y="1225"/>
                    <a:pt x="574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4" y="1253"/>
                    <a:pt x="611" y="1258"/>
                  </a:cubicBezTo>
                  <a:lnTo>
                    <a:pt x="611" y="1258"/>
                  </a:lnTo>
                  <a:cubicBezTo>
                    <a:pt x="625" y="1257"/>
                    <a:pt x="641" y="1257"/>
                    <a:pt x="656" y="1257"/>
                  </a:cubicBezTo>
                  <a:cubicBezTo>
                    <a:pt x="666" y="1257"/>
                    <a:pt x="677" y="1257"/>
                    <a:pt x="687" y="1257"/>
                  </a:cubicBezTo>
                  <a:cubicBezTo>
                    <a:pt x="845" y="1266"/>
                    <a:pt x="962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20" y="1428"/>
                  </a:cubicBezTo>
                  <a:lnTo>
                    <a:pt x="1020" y="1436"/>
                  </a:lnTo>
                  <a:lnTo>
                    <a:pt x="1045" y="1436"/>
                  </a:lnTo>
                  <a:cubicBezTo>
                    <a:pt x="1043" y="1433"/>
                    <a:pt x="1041" y="1430"/>
                    <a:pt x="1038" y="1428"/>
                  </a:cubicBezTo>
                  <a:lnTo>
                    <a:pt x="1038" y="1428"/>
                  </a:lnTo>
                  <a:cubicBezTo>
                    <a:pt x="1073" y="1428"/>
                    <a:pt x="1107" y="1429"/>
                    <a:pt x="1142" y="1436"/>
                  </a:cubicBezTo>
                  <a:lnTo>
                    <a:pt x="1045" y="1436"/>
                  </a:lnTo>
                  <a:cubicBezTo>
                    <a:pt x="1066" y="1464"/>
                    <a:pt x="1084" y="1493"/>
                    <a:pt x="1099" y="1525"/>
                  </a:cubicBezTo>
                  <a:lnTo>
                    <a:pt x="1247" y="1525"/>
                  </a:lnTo>
                  <a:cubicBezTo>
                    <a:pt x="1247" y="1528"/>
                    <a:pt x="1233" y="1529"/>
                    <a:pt x="1213" y="1529"/>
                  </a:cubicBezTo>
                  <a:cubicBezTo>
                    <a:pt x="1182" y="1529"/>
                    <a:pt x="1136" y="1526"/>
                    <a:pt x="1099" y="1525"/>
                  </a:cubicBezTo>
                  <a:lnTo>
                    <a:pt x="1099" y="1525"/>
                  </a:lnTo>
                  <a:cubicBezTo>
                    <a:pt x="1110" y="1549"/>
                    <a:pt x="1119" y="1573"/>
                    <a:pt x="1126" y="1598"/>
                  </a:cubicBezTo>
                  <a:lnTo>
                    <a:pt x="1126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7" y="1601"/>
                    <a:pt x="1126" y="1598"/>
                  </a:cubicBezTo>
                  <a:lnTo>
                    <a:pt x="1126" y="1598"/>
                  </a:lnTo>
                  <a:cubicBezTo>
                    <a:pt x="1164" y="1598"/>
                    <a:pt x="1201" y="1599"/>
                    <a:pt x="1239" y="1606"/>
                  </a:cubicBezTo>
                  <a:lnTo>
                    <a:pt x="1128" y="1606"/>
                  </a:lnTo>
                  <a:cubicBezTo>
                    <a:pt x="1129" y="1609"/>
                    <a:pt x="1130" y="1612"/>
                    <a:pt x="1130" y="1615"/>
                  </a:cubicBezTo>
                  <a:lnTo>
                    <a:pt x="1130" y="1615"/>
                  </a:lnTo>
                  <a:cubicBezTo>
                    <a:pt x="1143" y="1614"/>
                    <a:pt x="1157" y="1614"/>
                    <a:pt x="1174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7" y="1598"/>
                    <a:pt x="1352" y="1590"/>
                    <a:pt x="1296" y="1590"/>
                  </a:cubicBezTo>
                  <a:cubicBezTo>
                    <a:pt x="1255" y="1593"/>
                    <a:pt x="1235" y="1593"/>
                    <a:pt x="1229" y="1593"/>
                  </a:cubicBezTo>
                  <a:cubicBezTo>
                    <a:pt x="1216" y="1593"/>
                    <a:pt x="1258" y="1590"/>
                    <a:pt x="1296" y="1590"/>
                  </a:cubicBezTo>
                  <a:cubicBezTo>
                    <a:pt x="1352" y="1590"/>
                    <a:pt x="1417" y="1582"/>
                    <a:pt x="1360" y="1582"/>
                  </a:cubicBezTo>
                  <a:cubicBezTo>
                    <a:pt x="1296" y="1582"/>
                    <a:pt x="1239" y="1566"/>
                    <a:pt x="1360" y="1566"/>
                  </a:cubicBezTo>
                  <a:lnTo>
                    <a:pt x="1360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0" y="1533"/>
                  </a:cubicBezTo>
                  <a:cubicBezTo>
                    <a:pt x="1379" y="1535"/>
                    <a:pt x="1393" y="1536"/>
                    <a:pt x="1401" y="1536"/>
                  </a:cubicBezTo>
                  <a:cubicBezTo>
                    <a:pt x="1420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6" y="1517"/>
                    <a:pt x="1166" y="1517"/>
                    <a:pt x="1125" y="1509"/>
                  </a:cubicBezTo>
                  <a:lnTo>
                    <a:pt x="1247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69" y="1476"/>
                    <a:pt x="1377" y="1460"/>
                    <a:pt x="1255" y="1452"/>
                  </a:cubicBezTo>
                  <a:cubicBezTo>
                    <a:pt x="1198" y="1452"/>
                    <a:pt x="1198" y="1452"/>
                    <a:pt x="1255" y="1444"/>
                  </a:cubicBezTo>
                  <a:cubicBezTo>
                    <a:pt x="1198" y="1436"/>
                    <a:pt x="1255" y="1436"/>
                    <a:pt x="1320" y="1436"/>
                  </a:cubicBezTo>
                  <a:cubicBezTo>
                    <a:pt x="1442" y="1428"/>
                    <a:pt x="1442" y="1428"/>
                    <a:pt x="1377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1" y="1406"/>
                    <a:pt x="1267" y="1400"/>
                    <a:pt x="1240" y="1400"/>
                  </a:cubicBezTo>
                  <a:cubicBezTo>
                    <a:pt x="1229" y="1400"/>
                    <a:pt x="1218" y="1401"/>
                    <a:pt x="1206" y="1403"/>
                  </a:cubicBezTo>
                  <a:cubicBezTo>
                    <a:pt x="1185" y="1403"/>
                    <a:pt x="1165" y="1403"/>
                    <a:pt x="1147" y="1401"/>
                  </a:cubicBezTo>
                  <a:lnTo>
                    <a:pt x="1147" y="1401"/>
                  </a:lnTo>
                  <a:cubicBezTo>
                    <a:pt x="1167" y="1401"/>
                    <a:pt x="1187" y="1399"/>
                    <a:pt x="1206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06" y="1355"/>
                  </a:lnTo>
                  <a:cubicBezTo>
                    <a:pt x="1328" y="1355"/>
                    <a:pt x="1336" y="1322"/>
                    <a:pt x="1214" y="1314"/>
                  </a:cubicBezTo>
                  <a:lnTo>
                    <a:pt x="1271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79" y="1266"/>
                    <a:pt x="1223" y="1266"/>
                  </a:cubicBezTo>
                  <a:cubicBezTo>
                    <a:pt x="1223" y="1257"/>
                    <a:pt x="1223" y="1257"/>
                    <a:pt x="1279" y="1257"/>
                  </a:cubicBezTo>
                  <a:cubicBezTo>
                    <a:pt x="1301" y="1260"/>
                    <a:pt x="1315" y="1261"/>
                    <a:pt x="1325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4" y="1249"/>
                    <a:pt x="1263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7" y="1233"/>
                    <a:pt x="1287" y="1225"/>
                    <a:pt x="1231" y="1217"/>
                  </a:cubicBezTo>
                  <a:cubicBezTo>
                    <a:pt x="1231" y="1217"/>
                    <a:pt x="1231" y="1209"/>
                    <a:pt x="1287" y="1209"/>
                  </a:cubicBezTo>
                  <a:cubicBezTo>
                    <a:pt x="1352" y="1209"/>
                    <a:pt x="1409" y="1201"/>
                    <a:pt x="1296" y="1201"/>
                  </a:cubicBezTo>
                  <a:cubicBezTo>
                    <a:pt x="1296" y="1193"/>
                    <a:pt x="1296" y="1193"/>
                    <a:pt x="1352" y="1193"/>
                  </a:cubicBezTo>
                  <a:cubicBezTo>
                    <a:pt x="1409" y="1193"/>
                    <a:pt x="1474" y="1193"/>
                    <a:pt x="1352" y="1184"/>
                  </a:cubicBezTo>
                  <a:cubicBezTo>
                    <a:pt x="1296" y="1184"/>
                    <a:pt x="1296" y="1168"/>
                    <a:pt x="1352" y="1168"/>
                  </a:cubicBezTo>
                  <a:cubicBezTo>
                    <a:pt x="1352" y="1160"/>
                    <a:pt x="1360" y="1160"/>
                    <a:pt x="1296" y="1160"/>
                  </a:cubicBezTo>
                  <a:lnTo>
                    <a:pt x="1239" y="1160"/>
                  </a:lnTo>
                  <a:cubicBezTo>
                    <a:pt x="1360" y="1160"/>
                    <a:pt x="1360" y="1160"/>
                    <a:pt x="1239" y="1152"/>
                  </a:cubicBezTo>
                  <a:cubicBezTo>
                    <a:pt x="1296" y="1144"/>
                    <a:pt x="1304" y="1144"/>
                    <a:pt x="1304" y="1144"/>
                  </a:cubicBezTo>
                  <a:cubicBezTo>
                    <a:pt x="1304" y="1144"/>
                    <a:pt x="1239" y="1128"/>
                    <a:pt x="1247" y="1111"/>
                  </a:cubicBezTo>
                  <a:cubicBezTo>
                    <a:pt x="1247" y="1087"/>
                    <a:pt x="1247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55" y="1014"/>
                  </a:cubicBezTo>
                  <a:cubicBezTo>
                    <a:pt x="1320" y="1014"/>
                    <a:pt x="1263" y="998"/>
                    <a:pt x="1198" y="998"/>
                  </a:cubicBezTo>
                  <a:cubicBezTo>
                    <a:pt x="1142" y="998"/>
                    <a:pt x="1142" y="990"/>
                    <a:pt x="1198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20" y="982"/>
                  </a:cubicBezTo>
                  <a:cubicBezTo>
                    <a:pt x="1339" y="984"/>
                    <a:pt x="1352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50" y="925"/>
                  </a:cubicBezTo>
                  <a:lnTo>
                    <a:pt x="1336" y="925"/>
                  </a:lnTo>
                  <a:cubicBezTo>
                    <a:pt x="1296" y="917"/>
                    <a:pt x="1255" y="917"/>
                    <a:pt x="1214" y="917"/>
                  </a:cubicBezTo>
                  <a:cubicBezTo>
                    <a:pt x="1150" y="917"/>
                    <a:pt x="1158" y="917"/>
                    <a:pt x="1214" y="909"/>
                  </a:cubicBezTo>
                  <a:cubicBezTo>
                    <a:pt x="1271" y="901"/>
                    <a:pt x="1271" y="901"/>
                    <a:pt x="1214" y="901"/>
                  </a:cubicBezTo>
                  <a:cubicBezTo>
                    <a:pt x="1214" y="893"/>
                    <a:pt x="1214" y="893"/>
                    <a:pt x="1279" y="884"/>
                  </a:cubicBezTo>
                  <a:lnTo>
                    <a:pt x="1214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36" y="876"/>
                    <a:pt x="1344" y="868"/>
                    <a:pt x="1279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79" y="844"/>
                  </a:lnTo>
                  <a:cubicBezTo>
                    <a:pt x="1287" y="836"/>
                    <a:pt x="1287" y="836"/>
                    <a:pt x="1223" y="836"/>
                  </a:cubicBezTo>
                  <a:cubicBezTo>
                    <a:pt x="1109" y="828"/>
                    <a:pt x="1109" y="828"/>
                    <a:pt x="1223" y="828"/>
                  </a:cubicBezTo>
                  <a:cubicBezTo>
                    <a:pt x="1287" y="828"/>
                    <a:pt x="1344" y="828"/>
                    <a:pt x="1287" y="820"/>
                  </a:cubicBezTo>
                  <a:cubicBezTo>
                    <a:pt x="1409" y="820"/>
                    <a:pt x="1409" y="820"/>
                    <a:pt x="1287" y="803"/>
                  </a:cubicBezTo>
                  <a:cubicBezTo>
                    <a:pt x="1287" y="803"/>
                    <a:pt x="1231" y="787"/>
                    <a:pt x="1231" y="779"/>
                  </a:cubicBezTo>
                  <a:cubicBezTo>
                    <a:pt x="1231" y="763"/>
                    <a:pt x="1239" y="763"/>
                    <a:pt x="1296" y="755"/>
                  </a:cubicBezTo>
                  <a:lnTo>
                    <a:pt x="1352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2" y="730"/>
                  </a:cubicBezTo>
                  <a:cubicBezTo>
                    <a:pt x="1060" y="730"/>
                    <a:pt x="1060" y="730"/>
                    <a:pt x="1117" y="722"/>
                  </a:cubicBezTo>
                  <a:lnTo>
                    <a:pt x="1239" y="722"/>
                  </a:lnTo>
                  <a:cubicBezTo>
                    <a:pt x="1279" y="722"/>
                    <a:pt x="1320" y="722"/>
                    <a:pt x="1360" y="714"/>
                  </a:cubicBezTo>
                  <a:cubicBezTo>
                    <a:pt x="1360" y="714"/>
                    <a:pt x="1360" y="711"/>
                    <a:pt x="1344" y="711"/>
                  </a:cubicBezTo>
                  <a:cubicBezTo>
                    <a:pt x="1335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47" y="706"/>
                    <a:pt x="1247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90" y="682"/>
                    <a:pt x="1190" y="682"/>
                  </a:cubicBezTo>
                  <a:lnTo>
                    <a:pt x="1369" y="682"/>
                  </a:lnTo>
                  <a:cubicBezTo>
                    <a:pt x="1344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55" y="593"/>
                  </a:cubicBezTo>
                  <a:cubicBezTo>
                    <a:pt x="1301" y="587"/>
                    <a:pt x="1314" y="581"/>
                    <a:pt x="1298" y="581"/>
                  </a:cubicBezTo>
                  <a:cubicBezTo>
                    <a:pt x="1292" y="581"/>
                    <a:pt x="1280" y="582"/>
                    <a:pt x="1263" y="584"/>
                  </a:cubicBezTo>
                  <a:cubicBezTo>
                    <a:pt x="1198" y="584"/>
                    <a:pt x="1206" y="568"/>
                    <a:pt x="1206" y="544"/>
                  </a:cubicBezTo>
                  <a:cubicBezTo>
                    <a:pt x="1206" y="528"/>
                    <a:pt x="1214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6" y="479"/>
                    <a:pt x="1036" y="479"/>
                    <a:pt x="1093" y="479"/>
                  </a:cubicBezTo>
                  <a:cubicBezTo>
                    <a:pt x="1106" y="482"/>
                    <a:pt x="1120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4" y="471"/>
                    <a:pt x="1133" y="471"/>
                    <a:pt x="1093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79" y="455"/>
                  </a:cubicBezTo>
                  <a:lnTo>
                    <a:pt x="1223" y="447"/>
                  </a:lnTo>
                  <a:cubicBezTo>
                    <a:pt x="1344" y="439"/>
                    <a:pt x="1223" y="439"/>
                    <a:pt x="1166" y="430"/>
                  </a:cubicBezTo>
                  <a:cubicBezTo>
                    <a:pt x="1279" y="430"/>
                    <a:pt x="1279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66" y="382"/>
                    <a:pt x="1174" y="357"/>
                  </a:cubicBezTo>
                  <a:cubicBezTo>
                    <a:pt x="1174" y="325"/>
                    <a:pt x="1182" y="309"/>
                    <a:pt x="1117" y="309"/>
                  </a:cubicBezTo>
                  <a:cubicBezTo>
                    <a:pt x="1117" y="309"/>
                    <a:pt x="1117" y="309"/>
                    <a:pt x="1182" y="301"/>
                  </a:cubicBezTo>
                  <a:cubicBezTo>
                    <a:pt x="1239" y="301"/>
                    <a:pt x="1239" y="301"/>
                    <a:pt x="1125" y="293"/>
                  </a:cubicBezTo>
                  <a:cubicBezTo>
                    <a:pt x="1182" y="293"/>
                    <a:pt x="1182" y="285"/>
                    <a:pt x="1182" y="276"/>
                  </a:cubicBezTo>
                  <a:cubicBezTo>
                    <a:pt x="1182" y="268"/>
                    <a:pt x="1190" y="252"/>
                    <a:pt x="1125" y="252"/>
                  </a:cubicBezTo>
                  <a:cubicBezTo>
                    <a:pt x="1247" y="252"/>
                    <a:pt x="1312" y="236"/>
                    <a:pt x="1190" y="228"/>
                  </a:cubicBezTo>
                  <a:cubicBezTo>
                    <a:pt x="1190" y="228"/>
                    <a:pt x="1190" y="220"/>
                    <a:pt x="1255" y="220"/>
                  </a:cubicBezTo>
                  <a:cubicBezTo>
                    <a:pt x="1255" y="220"/>
                    <a:pt x="1255" y="220"/>
                    <a:pt x="1198" y="203"/>
                  </a:cubicBezTo>
                  <a:cubicBezTo>
                    <a:pt x="1198" y="203"/>
                    <a:pt x="1198" y="195"/>
                    <a:pt x="1198" y="187"/>
                  </a:cubicBezTo>
                  <a:cubicBezTo>
                    <a:pt x="1198" y="179"/>
                    <a:pt x="1142" y="171"/>
                    <a:pt x="1142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14" y="90"/>
                    <a:pt x="1271" y="90"/>
                  </a:cubicBezTo>
                  <a:cubicBezTo>
                    <a:pt x="1271" y="90"/>
                    <a:pt x="1271" y="90"/>
                    <a:pt x="1214" y="82"/>
                  </a:cubicBezTo>
                  <a:cubicBezTo>
                    <a:pt x="1093" y="82"/>
                    <a:pt x="1093" y="74"/>
                    <a:pt x="1150" y="74"/>
                  </a:cubicBezTo>
                  <a:cubicBezTo>
                    <a:pt x="1271" y="74"/>
                    <a:pt x="1271" y="57"/>
                    <a:pt x="1158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8" y="41"/>
                  </a:cubicBezTo>
                  <a:cubicBezTo>
                    <a:pt x="1223" y="33"/>
                    <a:pt x="1279" y="33"/>
                    <a:pt x="1223" y="33"/>
                  </a:cubicBezTo>
                  <a:cubicBezTo>
                    <a:pt x="1223" y="25"/>
                    <a:pt x="1223" y="25"/>
                    <a:pt x="1336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3" y="9"/>
                  </a:lnTo>
                  <a:cubicBezTo>
                    <a:pt x="1260" y="9"/>
                    <a:pt x="1248" y="5"/>
                    <a:pt x="1218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5" y="9"/>
                    <a:pt x="1085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6" y="1616"/>
                    <a:pt x="1067" y="1621"/>
                    <a:pt x="1132" y="1622"/>
                  </a:cubicBezTo>
                  <a:lnTo>
                    <a:pt x="1132" y="1622"/>
                  </a:lnTo>
                  <a:cubicBezTo>
                    <a:pt x="1132" y="1619"/>
                    <a:pt x="1131" y="1617"/>
                    <a:pt x="1130" y="1615"/>
                  </a:cubicBezTo>
                  <a:close/>
                  <a:moveTo>
                    <a:pt x="704" y="1675"/>
                  </a:moveTo>
                  <a:cubicBezTo>
                    <a:pt x="690" y="1675"/>
                    <a:pt x="663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2" y="1622"/>
                  </a:moveTo>
                  <a:cubicBezTo>
                    <a:pt x="1142" y="1662"/>
                    <a:pt x="1146" y="1703"/>
                    <a:pt x="1147" y="1744"/>
                  </a:cubicBezTo>
                  <a:lnTo>
                    <a:pt x="1147" y="1744"/>
                  </a:lnTo>
                  <a:cubicBezTo>
                    <a:pt x="1335" y="1744"/>
                    <a:pt x="1326" y="1743"/>
                    <a:pt x="1214" y="1736"/>
                  </a:cubicBezTo>
                  <a:cubicBezTo>
                    <a:pt x="1158" y="1728"/>
                    <a:pt x="1158" y="1728"/>
                    <a:pt x="1214" y="1728"/>
                  </a:cubicBezTo>
                  <a:cubicBezTo>
                    <a:pt x="1279" y="1728"/>
                    <a:pt x="1279" y="1728"/>
                    <a:pt x="1279" y="1720"/>
                  </a:cubicBezTo>
                  <a:cubicBezTo>
                    <a:pt x="1279" y="1711"/>
                    <a:pt x="1279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2" y="1692"/>
                    <a:pt x="1258" y="1692"/>
                  </a:cubicBezTo>
                  <a:cubicBezTo>
                    <a:pt x="1236" y="1692"/>
                    <a:pt x="1204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79" y="1687"/>
                    <a:pt x="1287" y="1679"/>
                    <a:pt x="1287" y="1655"/>
                  </a:cubicBezTo>
                  <a:cubicBezTo>
                    <a:pt x="1287" y="1630"/>
                    <a:pt x="1296" y="1622"/>
                    <a:pt x="1174" y="1622"/>
                  </a:cubicBezTo>
                  <a:cubicBezTo>
                    <a:pt x="1158" y="1622"/>
                    <a:pt x="1144" y="1622"/>
                    <a:pt x="1132" y="1622"/>
                  </a:cubicBezTo>
                  <a:close/>
                  <a:moveTo>
                    <a:pt x="1147" y="1744"/>
                  </a:moveTo>
                  <a:cubicBezTo>
                    <a:pt x="1130" y="1744"/>
                    <a:pt x="1112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1" y="1752"/>
                    <a:pt x="1129" y="1752"/>
                    <a:pt x="1147" y="1752"/>
                  </a:cubicBezTo>
                  <a:lnTo>
                    <a:pt x="1147" y="1752"/>
                  </a:lnTo>
                  <a:cubicBezTo>
                    <a:pt x="1147" y="1749"/>
                    <a:pt x="1147" y="1747"/>
                    <a:pt x="1147" y="1744"/>
                  </a:cubicBezTo>
                  <a:close/>
                  <a:moveTo>
                    <a:pt x="1147" y="1752"/>
                  </a:moveTo>
                  <a:lnTo>
                    <a:pt x="1147" y="1752"/>
                  </a:lnTo>
                  <a:cubicBezTo>
                    <a:pt x="1146" y="1765"/>
                    <a:pt x="1146" y="1778"/>
                    <a:pt x="1145" y="1791"/>
                  </a:cubicBezTo>
                  <a:lnTo>
                    <a:pt x="1145" y="1791"/>
                  </a:lnTo>
                  <a:cubicBezTo>
                    <a:pt x="1125" y="1790"/>
                    <a:pt x="1105" y="1789"/>
                    <a:pt x="1086" y="1785"/>
                  </a:cubicBezTo>
                  <a:lnTo>
                    <a:pt x="1086" y="1785"/>
                  </a:lnTo>
                  <a:cubicBezTo>
                    <a:pt x="1105" y="1789"/>
                    <a:pt x="1125" y="1790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6" y="1791"/>
                  </a:cubicBezTo>
                  <a:cubicBezTo>
                    <a:pt x="1166" y="1791"/>
                    <a:pt x="1186" y="1788"/>
                    <a:pt x="1206" y="1784"/>
                  </a:cubicBezTo>
                  <a:lnTo>
                    <a:pt x="1271" y="1784"/>
                  </a:lnTo>
                  <a:cubicBezTo>
                    <a:pt x="1385" y="1784"/>
                    <a:pt x="1328" y="1776"/>
                    <a:pt x="1271" y="1768"/>
                  </a:cubicBezTo>
                  <a:cubicBezTo>
                    <a:pt x="1150" y="1760"/>
                    <a:pt x="1150" y="1760"/>
                    <a:pt x="1271" y="1760"/>
                  </a:cubicBezTo>
                  <a:cubicBezTo>
                    <a:pt x="1380" y="1760"/>
                    <a:pt x="1294" y="1754"/>
                    <a:pt x="1147" y="1752"/>
                  </a:cubicBezTo>
                  <a:close/>
                  <a:moveTo>
                    <a:pt x="971" y="1801"/>
                  </a:moveTo>
                  <a:lnTo>
                    <a:pt x="1028" y="1809"/>
                  </a:lnTo>
                  <a:lnTo>
                    <a:pt x="1085" y="1801"/>
                  </a:lnTo>
                  <a:close/>
                  <a:moveTo>
                    <a:pt x="1165" y="1813"/>
                  </a:moveTo>
                  <a:cubicBezTo>
                    <a:pt x="1170" y="1813"/>
                    <a:pt x="1181" y="1814"/>
                    <a:pt x="1198" y="1816"/>
                  </a:cubicBezTo>
                  <a:lnTo>
                    <a:pt x="1198" y="1816"/>
                  </a:lnTo>
                  <a:cubicBezTo>
                    <a:pt x="1168" y="1815"/>
                    <a:pt x="1159" y="1813"/>
                    <a:pt x="1165" y="1813"/>
                  </a:cubicBezTo>
                  <a:close/>
                  <a:moveTo>
                    <a:pt x="614" y="1806"/>
                  </a:moveTo>
                  <a:cubicBezTo>
                    <a:pt x="611" y="1811"/>
                    <a:pt x="608" y="1818"/>
                    <a:pt x="606" y="1825"/>
                  </a:cubicBezTo>
                  <a:lnTo>
                    <a:pt x="606" y="1825"/>
                  </a:lnTo>
                  <a:cubicBezTo>
                    <a:pt x="542" y="1825"/>
                    <a:pt x="542" y="1823"/>
                    <a:pt x="542" y="1817"/>
                  </a:cubicBezTo>
                  <a:cubicBezTo>
                    <a:pt x="606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574" y="1808"/>
                    <a:pt x="596" y="1807"/>
                    <a:pt x="614" y="1806"/>
                  </a:cubicBezTo>
                  <a:close/>
                  <a:moveTo>
                    <a:pt x="606" y="1833"/>
                  </a:moveTo>
                  <a:lnTo>
                    <a:pt x="606" y="1833"/>
                  </a:lnTo>
                  <a:cubicBezTo>
                    <a:pt x="606" y="1839"/>
                    <a:pt x="606" y="1844"/>
                    <a:pt x="607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5" y="1841"/>
                    <a:pt x="566" y="1841"/>
                    <a:pt x="606" y="1833"/>
                  </a:cubicBezTo>
                  <a:close/>
                  <a:moveTo>
                    <a:pt x="608" y="1857"/>
                  </a:moveTo>
                  <a:lnTo>
                    <a:pt x="608" y="1857"/>
                  </a:lnTo>
                  <a:cubicBezTo>
                    <a:pt x="610" y="1865"/>
                    <a:pt x="614" y="1871"/>
                    <a:pt x="618" y="1877"/>
                  </a:cubicBezTo>
                  <a:lnTo>
                    <a:pt x="618" y="1877"/>
                  </a:lnTo>
                  <a:cubicBezTo>
                    <a:pt x="593" y="1873"/>
                    <a:pt x="567" y="1870"/>
                    <a:pt x="542" y="1866"/>
                  </a:cubicBezTo>
                  <a:cubicBezTo>
                    <a:pt x="542" y="1857"/>
                    <a:pt x="542" y="1857"/>
                    <a:pt x="598" y="1857"/>
                  </a:cubicBezTo>
                  <a:cubicBezTo>
                    <a:pt x="602" y="1857"/>
                    <a:pt x="605" y="1857"/>
                    <a:pt x="608" y="1857"/>
                  </a:cubicBezTo>
                  <a:close/>
                  <a:moveTo>
                    <a:pt x="1077" y="1874"/>
                  </a:moveTo>
                  <a:cubicBezTo>
                    <a:pt x="1077" y="1881"/>
                    <a:pt x="1077" y="1882"/>
                    <a:pt x="1129" y="1882"/>
                  </a:cubicBezTo>
                  <a:lnTo>
                    <a:pt x="1129" y="1882"/>
                  </a:lnTo>
                  <a:cubicBezTo>
                    <a:pt x="1130" y="1879"/>
                    <a:pt x="1131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68" y="1890"/>
                    <a:pt x="2268" y="1890"/>
                    <a:pt x="2268" y="1898"/>
                  </a:cubicBezTo>
                  <a:lnTo>
                    <a:pt x="2390" y="1898"/>
                  </a:lnTo>
                  <a:cubicBezTo>
                    <a:pt x="2447" y="1898"/>
                    <a:pt x="2447" y="1898"/>
                    <a:pt x="2333" y="1890"/>
                  </a:cubicBezTo>
                  <a:close/>
                  <a:moveTo>
                    <a:pt x="355" y="1898"/>
                  </a:moveTo>
                  <a:cubicBezTo>
                    <a:pt x="327" y="1902"/>
                    <a:pt x="313" y="1904"/>
                    <a:pt x="305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4" y="1930"/>
                  </a:moveTo>
                  <a:lnTo>
                    <a:pt x="1114" y="1930"/>
                  </a:lnTo>
                  <a:cubicBezTo>
                    <a:pt x="1069" y="1930"/>
                    <a:pt x="1069" y="1931"/>
                    <a:pt x="1069" y="1938"/>
                  </a:cubicBezTo>
                  <a:lnTo>
                    <a:pt x="1111" y="1938"/>
                  </a:lnTo>
                  <a:cubicBezTo>
                    <a:pt x="1112" y="1936"/>
                    <a:pt x="1113" y="1933"/>
                    <a:pt x="1114" y="1930"/>
                  </a:cubicBezTo>
                  <a:close/>
                  <a:moveTo>
                    <a:pt x="747" y="1951"/>
                  </a:moveTo>
                  <a:cubicBezTo>
                    <a:pt x="753" y="1951"/>
                    <a:pt x="760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3" y="1951"/>
                    <a:pt x="747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82" y="2011"/>
                    <a:pt x="817" y="2011"/>
                    <a:pt x="882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2" y="2044"/>
                    <a:pt x="1296" y="2044"/>
                  </a:cubicBezTo>
                  <a:cubicBezTo>
                    <a:pt x="1271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9" y="2109"/>
                    <a:pt x="1044" y="2101"/>
                    <a:pt x="1044" y="2101"/>
                  </a:cubicBezTo>
                  <a:close/>
                  <a:moveTo>
                    <a:pt x="801" y="2125"/>
                  </a:moveTo>
                  <a:cubicBezTo>
                    <a:pt x="889" y="2131"/>
                    <a:pt x="943" y="2132"/>
                    <a:pt x="966" y="2133"/>
                  </a:cubicBezTo>
                  <a:lnTo>
                    <a:pt x="966" y="2133"/>
                  </a:lnTo>
                  <a:cubicBezTo>
                    <a:pt x="966" y="2133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66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cubicBezTo>
                    <a:pt x="1108" y="2174"/>
                    <a:pt x="1095" y="2167"/>
                    <a:pt x="1214" y="2166"/>
                  </a:cubicBezTo>
                  <a:close/>
                  <a:moveTo>
                    <a:pt x="1036" y="2190"/>
                  </a:moveTo>
                  <a:cubicBezTo>
                    <a:pt x="1093" y="2190"/>
                    <a:pt x="1150" y="2198"/>
                    <a:pt x="1214" y="2198"/>
                  </a:cubicBezTo>
                  <a:lnTo>
                    <a:pt x="1214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6" y="2190"/>
                  </a:cubicBezTo>
                  <a:close/>
                  <a:moveTo>
                    <a:pt x="915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1" y="1258"/>
                  </a:moveTo>
                  <a:cubicBezTo>
                    <a:pt x="57" y="1303"/>
                    <a:pt x="1" y="2160"/>
                    <a:pt x="606" y="2230"/>
                  </a:cubicBezTo>
                  <a:cubicBezTo>
                    <a:pt x="550" y="2222"/>
                    <a:pt x="550" y="2222"/>
                    <a:pt x="606" y="2214"/>
                  </a:cubicBezTo>
                  <a:cubicBezTo>
                    <a:pt x="606" y="2214"/>
                    <a:pt x="606" y="2206"/>
                    <a:pt x="606" y="2206"/>
                  </a:cubicBezTo>
                  <a:cubicBezTo>
                    <a:pt x="550" y="2206"/>
                    <a:pt x="550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58" y="2133"/>
                    <a:pt x="679" y="2125"/>
                  </a:cubicBezTo>
                  <a:lnTo>
                    <a:pt x="623" y="2125"/>
                  </a:lnTo>
                  <a:cubicBezTo>
                    <a:pt x="566" y="2125"/>
                    <a:pt x="566" y="2125"/>
                    <a:pt x="566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31" y="2093"/>
                    <a:pt x="631" y="2084"/>
                    <a:pt x="687" y="2084"/>
                  </a:cubicBezTo>
                  <a:cubicBezTo>
                    <a:pt x="631" y="2084"/>
                    <a:pt x="631" y="2076"/>
                    <a:pt x="687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6" y="2076"/>
                    <a:pt x="947" y="2076"/>
                    <a:pt x="987" y="2068"/>
                  </a:cubicBezTo>
                  <a:cubicBezTo>
                    <a:pt x="1052" y="2060"/>
                    <a:pt x="1052" y="2060"/>
                    <a:pt x="931" y="2060"/>
                  </a:cubicBezTo>
                  <a:lnTo>
                    <a:pt x="687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17" y="2044"/>
                    <a:pt x="517" y="2044"/>
                    <a:pt x="639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74" y="2011"/>
                    <a:pt x="639" y="2003"/>
                  </a:cubicBezTo>
                  <a:cubicBezTo>
                    <a:pt x="696" y="2003"/>
                    <a:pt x="696" y="2003"/>
                    <a:pt x="704" y="1995"/>
                  </a:cubicBezTo>
                  <a:cubicBezTo>
                    <a:pt x="760" y="1987"/>
                    <a:pt x="704" y="1987"/>
                    <a:pt x="639" y="1987"/>
                  </a:cubicBezTo>
                  <a:cubicBezTo>
                    <a:pt x="525" y="1987"/>
                    <a:pt x="525" y="1987"/>
                    <a:pt x="639" y="1979"/>
                  </a:cubicBezTo>
                  <a:lnTo>
                    <a:pt x="704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9" y="1955"/>
                  </a:lnTo>
                  <a:cubicBezTo>
                    <a:pt x="774" y="1952"/>
                    <a:pt x="780" y="1951"/>
                    <a:pt x="787" y="1951"/>
                  </a:cubicBezTo>
                  <a:cubicBezTo>
                    <a:pt x="800" y="1951"/>
                    <a:pt x="815" y="1955"/>
                    <a:pt x="825" y="1955"/>
                  </a:cubicBezTo>
                  <a:cubicBezTo>
                    <a:pt x="785" y="1938"/>
                    <a:pt x="744" y="1938"/>
                    <a:pt x="704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33" y="1930"/>
                    <a:pt x="533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40" y="1898"/>
                    <a:pt x="534" y="1891"/>
                    <a:pt x="635" y="1890"/>
                  </a:cubicBezTo>
                  <a:lnTo>
                    <a:pt x="635" y="1890"/>
                  </a:lnTo>
                  <a:cubicBezTo>
                    <a:pt x="644" y="1894"/>
                    <a:pt x="653" y="1897"/>
                    <a:pt x="663" y="1897"/>
                  </a:cubicBezTo>
                  <a:cubicBezTo>
                    <a:pt x="673" y="1897"/>
                    <a:pt x="682" y="1894"/>
                    <a:pt x="691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3" y="1890"/>
                  </a:cubicBezTo>
                  <a:cubicBezTo>
                    <a:pt x="789" y="1890"/>
                    <a:pt x="744" y="1888"/>
                    <a:pt x="699" y="1885"/>
                  </a:cubicBezTo>
                  <a:lnTo>
                    <a:pt x="699" y="1885"/>
                  </a:lnTo>
                  <a:cubicBezTo>
                    <a:pt x="709" y="1877"/>
                    <a:pt x="716" y="1865"/>
                    <a:pt x="720" y="1849"/>
                  </a:cubicBezTo>
                  <a:cubicBezTo>
                    <a:pt x="721" y="1844"/>
                    <a:pt x="720" y="1838"/>
                    <a:pt x="720" y="1833"/>
                  </a:cubicBezTo>
                  <a:lnTo>
                    <a:pt x="720" y="1833"/>
                  </a:lnTo>
                  <a:cubicBezTo>
                    <a:pt x="720" y="1833"/>
                    <a:pt x="720" y="1833"/>
                    <a:pt x="720" y="1833"/>
                  </a:cubicBezTo>
                  <a:cubicBezTo>
                    <a:pt x="720" y="1831"/>
                    <a:pt x="720" y="1830"/>
                    <a:pt x="719" y="1828"/>
                  </a:cubicBezTo>
                  <a:lnTo>
                    <a:pt x="719" y="1828"/>
                  </a:lnTo>
                  <a:cubicBezTo>
                    <a:pt x="713" y="1799"/>
                    <a:pt x="685" y="1781"/>
                    <a:pt x="659" y="1781"/>
                  </a:cubicBezTo>
                  <a:cubicBezTo>
                    <a:pt x="643" y="1781"/>
                    <a:pt x="628" y="1787"/>
                    <a:pt x="617" y="1801"/>
                  </a:cubicBezTo>
                  <a:lnTo>
                    <a:pt x="617" y="1801"/>
                  </a:lnTo>
                  <a:cubicBezTo>
                    <a:pt x="614" y="1801"/>
                    <a:pt x="610" y="1801"/>
                    <a:pt x="606" y="1801"/>
                  </a:cubicBezTo>
                  <a:cubicBezTo>
                    <a:pt x="550" y="1801"/>
                    <a:pt x="485" y="1793"/>
                    <a:pt x="550" y="1793"/>
                  </a:cubicBezTo>
                  <a:lnTo>
                    <a:pt x="606" y="1793"/>
                  </a:lnTo>
                  <a:cubicBezTo>
                    <a:pt x="493" y="1793"/>
                    <a:pt x="550" y="1768"/>
                    <a:pt x="615" y="1768"/>
                  </a:cubicBezTo>
                  <a:cubicBezTo>
                    <a:pt x="671" y="1768"/>
                    <a:pt x="671" y="1768"/>
                    <a:pt x="615" y="1760"/>
                  </a:cubicBezTo>
                  <a:cubicBezTo>
                    <a:pt x="558" y="1760"/>
                    <a:pt x="558" y="1752"/>
                    <a:pt x="558" y="1744"/>
                  </a:cubicBezTo>
                  <a:cubicBezTo>
                    <a:pt x="615" y="1736"/>
                    <a:pt x="623" y="1720"/>
                    <a:pt x="501" y="1711"/>
                  </a:cubicBezTo>
                  <a:cubicBezTo>
                    <a:pt x="558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74" y="1598"/>
                  </a:lnTo>
                  <a:lnTo>
                    <a:pt x="582" y="1590"/>
                  </a:lnTo>
                  <a:lnTo>
                    <a:pt x="639" y="1590"/>
                  </a:lnTo>
                  <a:cubicBezTo>
                    <a:pt x="582" y="1590"/>
                    <a:pt x="639" y="1582"/>
                    <a:pt x="639" y="1582"/>
                  </a:cubicBezTo>
                  <a:cubicBezTo>
                    <a:pt x="760" y="1574"/>
                    <a:pt x="760" y="1566"/>
                    <a:pt x="639" y="1557"/>
                  </a:cubicBezTo>
                  <a:cubicBezTo>
                    <a:pt x="525" y="1557"/>
                    <a:pt x="525" y="1557"/>
                    <a:pt x="647" y="1549"/>
                  </a:cubicBezTo>
                  <a:cubicBezTo>
                    <a:pt x="760" y="1549"/>
                    <a:pt x="760" y="1549"/>
                    <a:pt x="647" y="1541"/>
                  </a:cubicBezTo>
                  <a:cubicBezTo>
                    <a:pt x="582" y="1541"/>
                    <a:pt x="582" y="1541"/>
                    <a:pt x="704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0" y="1509"/>
                    <a:pt x="590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8" y="1476"/>
                    <a:pt x="533" y="1460"/>
                    <a:pt x="655" y="1460"/>
                  </a:cubicBezTo>
                  <a:lnTo>
                    <a:pt x="655" y="1452"/>
                  </a:lnTo>
                  <a:lnTo>
                    <a:pt x="663" y="1444"/>
                  </a:lnTo>
                  <a:cubicBezTo>
                    <a:pt x="598" y="1444"/>
                    <a:pt x="615" y="1339"/>
                    <a:pt x="671" y="1339"/>
                  </a:cubicBezTo>
                  <a:cubicBezTo>
                    <a:pt x="679" y="1330"/>
                    <a:pt x="679" y="1322"/>
                    <a:pt x="615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23" y="1314"/>
                  </a:cubicBezTo>
                  <a:lnTo>
                    <a:pt x="623" y="1306"/>
                  </a:lnTo>
                  <a:cubicBezTo>
                    <a:pt x="679" y="1306"/>
                    <a:pt x="679" y="1298"/>
                    <a:pt x="623" y="1298"/>
                  </a:cubicBezTo>
                  <a:cubicBezTo>
                    <a:pt x="558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3" y="1263"/>
                    <a:pt x="618" y="1261"/>
                    <a:pt x="611" y="1258"/>
                  </a:cubicBezTo>
                  <a:close/>
                  <a:moveTo>
                    <a:pt x="947" y="2336"/>
                  </a:moveTo>
                  <a:cubicBezTo>
                    <a:pt x="947" y="2336"/>
                    <a:pt x="895" y="2343"/>
                    <a:pt x="834" y="2344"/>
                  </a:cubicBezTo>
                  <a:lnTo>
                    <a:pt x="834" y="2344"/>
                  </a:lnTo>
                  <a:cubicBezTo>
                    <a:pt x="866" y="2336"/>
                    <a:pt x="906" y="2336"/>
                    <a:pt x="947" y="2336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47" y="2336"/>
                    <a:pt x="1247" y="2336"/>
                  </a:cubicBezTo>
                  <a:cubicBezTo>
                    <a:pt x="1190" y="2344"/>
                    <a:pt x="1247" y="2344"/>
                    <a:pt x="1312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2" y="2336"/>
                    <a:pt x="1328" y="2336"/>
                    <a:pt x="1312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6" y="2368"/>
                    <a:pt x="1166" y="2368"/>
                    <a:pt x="1125" y="2360"/>
                  </a:cubicBezTo>
                  <a:cubicBezTo>
                    <a:pt x="1146" y="2356"/>
                    <a:pt x="1166" y="2354"/>
                    <a:pt x="1186" y="2354"/>
                  </a:cubicBezTo>
                  <a:close/>
                  <a:moveTo>
                    <a:pt x="687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87" y="2530"/>
                  </a:lnTo>
                  <a:lnTo>
                    <a:pt x="687" y="2522"/>
                  </a:lnTo>
                  <a:close/>
                  <a:moveTo>
                    <a:pt x="1166" y="2530"/>
                  </a:moveTo>
                  <a:cubicBezTo>
                    <a:pt x="1125" y="2538"/>
                    <a:pt x="1085" y="2538"/>
                    <a:pt x="1044" y="2538"/>
                  </a:cubicBezTo>
                  <a:cubicBezTo>
                    <a:pt x="983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87" y="2530"/>
                  </a:cubicBezTo>
                  <a:cubicBezTo>
                    <a:pt x="944" y="2530"/>
                    <a:pt x="959" y="2534"/>
                    <a:pt x="990" y="2534"/>
                  </a:cubicBezTo>
                  <a:cubicBezTo>
                    <a:pt x="1005" y="2534"/>
                    <a:pt x="1025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9" y="2579"/>
                  </a:lnTo>
                  <a:cubicBezTo>
                    <a:pt x="915" y="2579"/>
                    <a:pt x="915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1" y="2575"/>
                    <a:pt x="1828" y="2576"/>
                    <a:pt x="1814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0" y="1789"/>
                  </a:moveTo>
                  <a:cubicBezTo>
                    <a:pt x="1242" y="1789"/>
                    <a:pt x="1228" y="1790"/>
                    <a:pt x="1206" y="1793"/>
                  </a:cubicBezTo>
                  <a:cubicBezTo>
                    <a:pt x="1186" y="1793"/>
                    <a:pt x="1165" y="1793"/>
                    <a:pt x="1145" y="1791"/>
                  </a:cubicBezTo>
                  <a:lnTo>
                    <a:pt x="1145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42" y="1874"/>
                  </a:lnTo>
                  <a:cubicBezTo>
                    <a:pt x="1198" y="1874"/>
                    <a:pt x="1142" y="1874"/>
                    <a:pt x="1133" y="1882"/>
                  </a:cubicBezTo>
                  <a:lnTo>
                    <a:pt x="1133" y="1882"/>
                  </a:lnTo>
                  <a:cubicBezTo>
                    <a:pt x="1132" y="1882"/>
                    <a:pt x="1131" y="1882"/>
                    <a:pt x="1129" y="1882"/>
                  </a:cubicBezTo>
                  <a:lnTo>
                    <a:pt x="1129" y="1882"/>
                  </a:lnTo>
                  <a:cubicBezTo>
                    <a:pt x="1125" y="1898"/>
                    <a:pt x="1120" y="1914"/>
                    <a:pt x="1114" y="1930"/>
                  </a:cubicBezTo>
                  <a:lnTo>
                    <a:pt x="1114" y="1930"/>
                  </a:lnTo>
                  <a:cubicBezTo>
                    <a:pt x="1120" y="1930"/>
                    <a:pt x="1126" y="1930"/>
                    <a:pt x="1133" y="1930"/>
                  </a:cubicBezTo>
                  <a:lnTo>
                    <a:pt x="1190" y="1930"/>
                  </a:lnTo>
                  <a:cubicBezTo>
                    <a:pt x="1174" y="1938"/>
                    <a:pt x="1150" y="1938"/>
                    <a:pt x="1125" y="1938"/>
                  </a:cubicBezTo>
                  <a:lnTo>
                    <a:pt x="1111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79" y="2133"/>
                  </a:lnTo>
                  <a:cubicBezTo>
                    <a:pt x="979" y="2133"/>
                    <a:pt x="975" y="2133"/>
                    <a:pt x="966" y="2133"/>
                  </a:cubicBezTo>
                  <a:lnTo>
                    <a:pt x="966" y="2133"/>
                  </a:lnTo>
                  <a:cubicBezTo>
                    <a:pt x="890" y="2192"/>
                    <a:pt x="789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20" y="2271"/>
                    <a:pt x="663" y="2271"/>
                    <a:pt x="598" y="2271"/>
                  </a:cubicBezTo>
                  <a:cubicBezTo>
                    <a:pt x="485" y="2271"/>
                    <a:pt x="477" y="2279"/>
                    <a:pt x="663" y="2279"/>
                  </a:cubicBezTo>
                  <a:cubicBezTo>
                    <a:pt x="777" y="2279"/>
                    <a:pt x="777" y="2287"/>
                    <a:pt x="720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69" y="2292"/>
                    <a:pt x="879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7" y="2303"/>
                    <a:pt x="720" y="2303"/>
                  </a:cubicBezTo>
                  <a:cubicBezTo>
                    <a:pt x="679" y="2295"/>
                    <a:pt x="639" y="2295"/>
                    <a:pt x="598" y="2295"/>
                  </a:cubicBezTo>
                  <a:cubicBezTo>
                    <a:pt x="533" y="2295"/>
                    <a:pt x="655" y="2311"/>
                    <a:pt x="777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47" y="2336"/>
                    <a:pt x="712" y="2336"/>
                  </a:cubicBezTo>
                  <a:cubicBezTo>
                    <a:pt x="752" y="2336"/>
                    <a:pt x="793" y="2336"/>
                    <a:pt x="833" y="2344"/>
                  </a:cubicBezTo>
                  <a:lnTo>
                    <a:pt x="833" y="2344"/>
                  </a:lnTo>
                  <a:cubicBezTo>
                    <a:pt x="831" y="2344"/>
                    <a:pt x="828" y="2344"/>
                    <a:pt x="825" y="2344"/>
                  </a:cubicBezTo>
                  <a:cubicBezTo>
                    <a:pt x="712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39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696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6" y="2429"/>
                    <a:pt x="696" y="2425"/>
                  </a:cubicBezTo>
                  <a:cubicBezTo>
                    <a:pt x="736" y="2425"/>
                    <a:pt x="777" y="2425"/>
                    <a:pt x="817" y="2417"/>
                  </a:cubicBezTo>
                  <a:lnTo>
                    <a:pt x="817" y="2409"/>
                  </a:lnTo>
                  <a:lnTo>
                    <a:pt x="882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20" y="2425"/>
                    <a:pt x="1036" y="2425"/>
                    <a:pt x="1052" y="2433"/>
                  </a:cubicBezTo>
                  <a:lnTo>
                    <a:pt x="939" y="2433"/>
                  </a:lnTo>
                  <a:cubicBezTo>
                    <a:pt x="874" y="2425"/>
                    <a:pt x="817" y="2425"/>
                    <a:pt x="760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09" y="2457"/>
                    <a:pt x="809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2" y="2482"/>
                    <a:pt x="752" y="2490"/>
                    <a:pt x="687" y="2490"/>
                  </a:cubicBezTo>
                  <a:cubicBezTo>
                    <a:pt x="631" y="2498"/>
                    <a:pt x="631" y="2498"/>
                    <a:pt x="687" y="2498"/>
                  </a:cubicBezTo>
                  <a:cubicBezTo>
                    <a:pt x="631" y="2498"/>
                    <a:pt x="566" y="2506"/>
                    <a:pt x="623" y="2506"/>
                  </a:cubicBezTo>
                  <a:cubicBezTo>
                    <a:pt x="623" y="2506"/>
                    <a:pt x="623" y="2510"/>
                    <a:pt x="642" y="2510"/>
                  </a:cubicBezTo>
                  <a:cubicBezTo>
                    <a:pt x="651" y="2510"/>
                    <a:pt x="666" y="2509"/>
                    <a:pt x="687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6" y="2511"/>
                    <a:pt x="909" y="2511"/>
                    <a:pt x="923" y="2514"/>
                  </a:cubicBezTo>
                  <a:cubicBezTo>
                    <a:pt x="987" y="2514"/>
                    <a:pt x="923" y="2522"/>
                    <a:pt x="744" y="2530"/>
                  </a:cubicBezTo>
                  <a:lnTo>
                    <a:pt x="623" y="2538"/>
                  </a:lnTo>
                  <a:lnTo>
                    <a:pt x="679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79" y="2547"/>
                  </a:lnTo>
                  <a:cubicBezTo>
                    <a:pt x="801" y="2547"/>
                    <a:pt x="801" y="2547"/>
                    <a:pt x="736" y="2555"/>
                  </a:cubicBezTo>
                  <a:cubicBezTo>
                    <a:pt x="623" y="2555"/>
                    <a:pt x="615" y="2555"/>
                    <a:pt x="736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79" y="2571"/>
                  </a:lnTo>
                  <a:cubicBezTo>
                    <a:pt x="793" y="2571"/>
                    <a:pt x="793" y="2571"/>
                    <a:pt x="736" y="2579"/>
                  </a:cubicBezTo>
                  <a:cubicBezTo>
                    <a:pt x="679" y="2579"/>
                    <a:pt x="679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5" y="2611"/>
                    <a:pt x="615" y="2611"/>
                    <a:pt x="671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06" y="2620"/>
                    <a:pt x="971" y="2628"/>
                  </a:cubicBezTo>
                  <a:lnTo>
                    <a:pt x="1093" y="2628"/>
                  </a:lnTo>
                  <a:lnTo>
                    <a:pt x="1150" y="2620"/>
                  </a:lnTo>
                  <a:cubicBezTo>
                    <a:pt x="971" y="2620"/>
                    <a:pt x="971" y="2620"/>
                    <a:pt x="1093" y="2611"/>
                  </a:cubicBezTo>
                  <a:lnTo>
                    <a:pt x="1214" y="2611"/>
                  </a:lnTo>
                  <a:cubicBezTo>
                    <a:pt x="1214" y="2603"/>
                    <a:pt x="1214" y="2603"/>
                    <a:pt x="1271" y="2603"/>
                  </a:cubicBezTo>
                  <a:cubicBezTo>
                    <a:pt x="1312" y="2603"/>
                    <a:pt x="1352" y="2603"/>
                    <a:pt x="1393" y="2595"/>
                  </a:cubicBezTo>
                  <a:lnTo>
                    <a:pt x="1336" y="2595"/>
                  </a:lnTo>
                  <a:cubicBezTo>
                    <a:pt x="1271" y="2595"/>
                    <a:pt x="1271" y="2595"/>
                    <a:pt x="1393" y="2587"/>
                  </a:cubicBezTo>
                  <a:lnTo>
                    <a:pt x="1336" y="2587"/>
                  </a:lnTo>
                  <a:cubicBezTo>
                    <a:pt x="1214" y="2587"/>
                    <a:pt x="1214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2" y="2567"/>
                    <a:pt x="1255" y="2567"/>
                  </a:cubicBezTo>
                  <a:cubicBezTo>
                    <a:pt x="1242" y="2567"/>
                    <a:pt x="1228" y="2568"/>
                    <a:pt x="1214" y="2571"/>
                  </a:cubicBezTo>
                  <a:cubicBezTo>
                    <a:pt x="1101" y="2571"/>
                    <a:pt x="1101" y="2571"/>
                    <a:pt x="1158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44" y="2555"/>
                    <a:pt x="1344" y="2547"/>
                    <a:pt x="1279" y="2547"/>
                  </a:cubicBezTo>
                  <a:lnTo>
                    <a:pt x="1344" y="2547"/>
                  </a:lnTo>
                  <a:cubicBezTo>
                    <a:pt x="1344" y="2547"/>
                    <a:pt x="1344" y="2538"/>
                    <a:pt x="1401" y="2530"/>
                  </a:cubicBezTo>
                  <a:cubicBezTo>
                    <a:pt x="1444" y="2530"/>
                    <a:pt x="1405" y="2523"/>
                    <a:pt x="1337" y="2523"/>
                  </a:cubicBezTo>
                  <a:cubicBezTo>
                    <a:pt x="1304" y="2523"/>
                    <a:pt x="1263" y="2525"/>
                    <a:pt x="1223" y="2530"/>
                  </a:cubicBezTo>
                  <a:lnTo>
                    <a:pt x="1223" y="2522"/>
                  </a:lnTo>
                  <a:lnTo>
                    <a:pt x="1166" y="2522"/>
                  </a:lnTo>
                  <a:cubicBezTo>
                    <a:pt x="1101" y="2522"/>
                    <a:pt x="1101" y="2514"/>
                    <a:pt x="1109" y="2514"/>
                  </a:cubicBezTo>
                  <a:lnTo>
                    <a:pt x="1223" y="2514"/>
                  </a:lnTo>
                  <a:cubicBezTo>
                    <a:pt x="1401" y="2514"/>
                    <a:pt x="1466" y="2514"/>
                    <a:pt x="1287" y="2506"/>
                  </a:cubicBezTo>
                  <a:lnTo>
                    <a:pt x="1344" y="2506"/>
                  </a:lnTo>
                  <a:cubicBezTo>
                    <a:pt x="1401" y="2506"/>
                    <a:pt x="1409" y="2506"/>
                    <a:pt x="1344" y="2498"/>
                  </a:cubicBezTo>
                  <a:cubicBezTo>
                    <a:pt x="1344" y="2498"/>
                    <a:pt x="1231" y="2490"/>
                    <a:pt x="1166" y="2490"/>
                  </a:cubicBezTo>
                  <a:cubicBezTo>
                    <a:pt x="1287" y="2490"/>
                    <a:pt x="1287" y="2482"/>
                    <a:pt x="1174" y="2482"/>
                  </a:cubicBezTo>
                  <a:lnTo>
                    <a:pt x="1231" y="2482"/>
                  </a:lnTo>
                  <a:cubicBezTo>
                    <a:pt x="1287" y="2482"/>
                    <a:pt x="1352" y="2474"/>
                    <a:pt x="1296" y="2457"/>
                  </a:cubicBezTo>
                  <a:cubicBezTo>
                    <a:pt x="1296" y="2449"/>
                    <a:pt x="1296" y="2441"/>
                    <a:pt x="1352" y="2441"/>
                  </a:cubicBezTo>
                  <a:cubicBezTo>
                    <a:pt x="1417" y="2441"/>
                    <a:pt x="1296" y="2425"/>
                    <a:pt x="1182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304" y="2401"/>
                  </a:cubicBezTo>
                  <a:cubicBezTo>
                    <a:pt x="1182" y="2393"/>
                    <a:pt x="1239" y="2384"/>
                    <a:pt x="1360" y="2384"/>
                  </a:cubicBezTo>
                  <a:cubicBezTo>
                    <a:pt x="1425" y="2384"/>
                    <a:pt x="1425" y="2384"/>
                    <a:pt x="1425" y="2376"/>
                  </a:cubicBezTo>
                  <a:cubicBezTo>
                    <a:pt x="1360" y="2376"/>
                    <a:pt x="1360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33" y="2336"/>
                    <a:pt x="1190" y="2336"/>
                  </a:cubicBezTo>
                  <a:cubicBezTo>
                    <a:pt x="1206" y="2336"/>
                    <a:pt x="1231" y="2336"/>
                    <a:pt x="1247" y="2328"/>
                  </a:cubicBezTo>
                  <a:cubicBezTo>
                    <a:pt x="1247" y="2328"/>
                    <a:pt x="1255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77" y="2303"/>
                    <a:pt x="1433" y="2303"/>
                  </a:cubicBezTo>
                  <a:cubicBezTo>
                    <a:pt x="1433" y="2295"/>
                    <a:pt x="1433" y="2295"/>
                    <a:pt x="1377" y="2295"/>
                  </a:cubicBezTo>
                  <a:cubicBezTo>
                    <a:pt x="1312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55" y="2271"/>
                  </a:cubicBezTo>
                  <a:cubicBezTo>
                    <a:pt x="1255" y="2263"/>
                    <a:pt x="1255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3" y="2255"/>
                    <a:pt x="1263" y="2247"/>
                    <a:pt x="1320" y="2247"/>
                  </a:cubicBezTo>
                  <a:cubicBezTo>
                    <a:pt x="1320" y="2247"/>
                    <a:pt x="1320" y="2247"/>
                    <a:pt x="1263" y="2238"/>
                  </a:cubicBezTo>
                  <a:cubicBezTo>
                    <a:pt x="1206" y="2238"/>
                    <a:pt x="1206" y="2238"/>
                    <a:pt x="1263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63" y="2214"/>
                    <a:pt x="1271" y="2182"/>
                    <a:pt x="1328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5" y="2174"/>
                    <a:pt x="1343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59" y="2165"/>
                    <a:pt x="1271" y="2165"/>
                  </a:cubicBezTo>
                  <a:cubicBezTo>
                    <a:pt x="1393" y="2165"/>
                    <a:pt x="1393" y="2165"/>
                    <a:pt x="1279" y="2157"/>
                  </a:cubicBezTo>
                  <a:cubicBezTo>
                    <a:pt x="1158" y="2157"/>
                    <a:pt x="1158" y="2149"/>
                    <a:pt x="1279" y="2149"/>
                  </a:cubicBezTo>
                  <a:cubicBezTo>
                    <a:pt x="1036" y="2141"/>
                    <a:pt x="979" y="2133"/>
                    <a:pt x="1223" y="2133"/>
                  </a:cubicBezTo>
                  <a:cubicBezTo>
                    <a:pt x="1279" y="2133"/>
                    <a:pt x="1336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6" y="2121"/>
                    <a:pt x="1293" y="2122"/>
                    <a:pt x="1279" y="2125"/>
                  </a:cubicBezTo>
                  <a:cubicBezTo>
                    <a:pt x="1158" y="2125"/>
                    <a:pt x="1158" y="2125"/>
                    <a:pt x="1279" y="2117"/>
                  </a:cubicBezTo>
                  <a:cubicBezTo>
                    <a:pt x="1466" y="2109"/>
                    <a:pt x="1466" y="2101"/>
                    <a:pt x="1344" y="2093"/>
                  </a:cubicBezTo>
                  <a:cubicBezTo>
                    <a:pt x="1261" y="2081"/>
                    <a:pt x="1239" y="2073"/>
                    <a:pt x="1277" y="2073"/>
                  </a:cubicBezTo>
                  <a:cubicBezTo>
                    <a:pt x="1292" y="2073"/>
                    <a:pt x="1314" y="2074"/>
                    <a:pt x="1344" y="2076"/>
                  </a:cubicBezTo>
                  <a:cubicBezTo>
                    <a:pt x="1405" y="2080"/>
                    <a:pt x="1435" y="2082"/>
                    <a:pt x="1444" y="2082"/>
                  </a:cubicBezTo>
                  <a:cubicBezTo>
                    <a:pt x="1452" y="2082"/>
                    <a:pt x="1437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4" y="2058"/>
                    <a:pt x="1341" y="2057"/>
                  </a:cubicBezTo>
                  <a:lnTo>
                    <a:pt x="1341" y="2057"/>
                  </a:lnTo>
                  <a:cubicBezTo>
                    <a:pt x="1425" y="2052"/>
                    <a:pt x="1454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6" y="2028"/>
                  </a:cubicBezTo>
                  <a:cubicBezTo>
                    <a:pt x="1231" y="2028"/>
                    <a:pt x="1296" y="2020"/>
                    <a:pt x="1352" y="2020"/>
                  </a:cubicBezTo>
                  <a:cubicBezTo>
                    <a:pt x="1417" y="2020"/>
                    <a:pt x="1474" y="2011"/>
                    <a:pt x="1417" y="2011"/>
                  </a:cubicBezTo>
                  <a:cubicBezTo>
                    <a:pt x="1352" y="2011"/>
                    <a:pt x="1296" y="2011"/>
                    <a:pt x="1239" y="2003"/>
                  </a:cubicBezTo>
                  <a:cubicBezTo>
                    <a:pt x="1196" y="2003"/>
                    <a:pt x="1210" y="2000"/>
                    <a:pt x="1241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6" y="2003"/>
                    <a:pt x="1377" y="2003"/>
                    <a:pt x="1417" y="1995"/>
                  </a:cubicBezTo>
                  <a:cubicBezTo>
                    <a:pt x="1417" y="1995"/>
                    <a:pt x="1417" y="1987"/>
                    <a:pt x="1360" y="1987"/>
                  </a:cubicBezTo>
                  <a:cubicBezTo>
                    <a:pt x="1304" y="1987"/>
                    <a:pt x="1304" y="1971"/>
                    <a:pt x="1360" y="1963"/>
                  </a:cubicBezTo>
                  <a:lnTo>
                    <a:pt x="1360" y="1955"/>
                  </a:lnTo>
                  <a:cubicBezTo>
                    <a:pt x="1360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04" y="1938"/>
                  </a:cubicBezTo>
                  <a:cubicBezTo>
                    <a:pt x="1190" y="1930"/>
                    <a:pt x="1190" y="1930"/>
                    <a:pt x="1312" y="1930"/>
                  </a:cubicBezTo>
                  <a:cubicBezTo>
                    <a:pt x="1247" y="1922"/>
                    <a:pt x="1247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0" y="1914"/>
                    <a:pt x="1133" y="1906"/>
                    <a:pt x="1255" y="1906"/>
                  </a:cubicBezTo>
                  <a:cubicBezTo>
                    <a:pt x="1255" y="1906"/>
                    <a:pt x="1255" y="1906"/>
                    <a:pt x="1190" y="1898"/>
                  </a:cubicBezTo>
                  <a:cubicBezTo>
                    <a:pt x="1312" y="1890"/>
                    <a:pt x="1312" y="1890"/>
                    <a:pt x="1190" y="1890"/>
                  </a:cubicBezTo>
                  <a:cubicBezTo>
                    <a:pt x="1190" y="1890"/>
                    <a:pt x="1133" y="1882"/>
                    <a:pt x="1198" y="1882"/>
                  </a:cubicBezTo>
                  <a:cubicBezTo>
                    <a:pt x="1255" y="1874"/>
                    <a:pt x="1320" y="1857"/>
                    <a:pt x="1198" y="1857"/>
                  </a:cubicBezTo>
                  <a:lnTo>
                    <a:pt x="1198" y="1849"/>
                  </a:lnTo>
                  <a:cubicBezTo>
                    <a:pt x="1263" y="1849"/>
                    <a:pt x="1263" y="1841"/>
                    <a:pt x="1198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3" y="1833"/>
                  </a:cubicBezTo>
                  <a:cubicBezTo>
                    <a:pt x="1263" y="1825"/>
                    <a:pt x="1263" y="1825"/>
                    <a:pt x="1206" y="1825"/>
                  </a:cubicBezTo>
                  <a:cubicBezTo>
                    <a:pt x="1185" y="1828"/>
                    <a:pt x="1170" y="1829"/>
                    <a:pt x="1161" y="1829"/>
                  </a:cubicBezTo>
                  <a:cubicBezTo>
                    <a:pt x="1142" y="1829"/>
                    <a:pt x="1142" y="1825"/>
                    <a:pt x="1142" y="1825"/>
                  </a:cubicBezTo>
                  <a:cubicBezTo>
                    <a:pt x="1182" y="1817"/>
                    <a:pt x="1223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63" y="1809"/>
                    <a:pt x="1263" y="1809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7" y="1789"/>
                    <a:pt x="1250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2"/>
            <p:cNvSpPr/>
            <p:nvPr/>
          </p:nvSpPr>
          <p:spPr>
            <a:xfrm>
              <a:off x="8466047" y="1800052"/>
              <a:ext cx="42335" cy="45300"/>
            </a:xfrm>
            <a:custGeom>
              <a:avLst/>
              <a:gdLst/>
              <a:ahLst/>
              <a:cxnLst/>
              <a:rect l="l" t="t" r="r" b="b"/>
              <a:pathLst>
                <a:path w="2456" h="2628" extrusionOk="0">
                  <a:moveTo>
                    <a:pt x="721" y="19"/>
                  </a:moveTo>
                  <a:cubicBezTo>
                    <a:pt x="751" y="19"/>
                    <a:pt x="810" y="21"/>
                    <a:pt x="866" y="25"/>
                  </a:cubicBezTo>
                  <a:cubicBezTo>
                    <a:pt x="853" y="28"/>
                    <a:pt x="839" y="29"/>
                    <a:pt x="826" y="29"/>
                  </a:cubicBezTo>
                  <a:cubicBezTo>
                    <a:pt x="800" y="29"/>
                    <a:pt x="774" y="25"/>
                    <a:pt x="753" y="25"/>
                  </a:cubicBezTo>
                  <a:cubicBezTo>
                    <a:pt x="692" y="21"/>
                    <a:pt x="692" y="19"/>
                    <a:pt x="721" y="19"/>
                  </a:cubicBezTo>
                  <a:close/>
                  <a:moveTo>
                    <a:pt x="810" y="455"/>
                  </a:moveTo>
                  <a:cubicBezTo>
                    <a:pt x="850" y="455"/>
                    <a:pt x="883" y="455"/>
                    <a:pt x="923" y="463"/>
                  </a:cubicBezTo>
                  <a:cubicBezTo>
                    <a:pt x="866" y="463"/>
                    <a:pt x="810" y="463"/>
                    <a:pt x="745" y="455"/>
                  </a:cubicBezTo>
                  <a:close/>
                  <a:moveTo>
                    <a:pt x="1093" y="560"/>
                  </a:moveTo>
                  <a:cubicBezTo>
                    <a:pt x="1093" y="560"/>
                    <a:pt x="1150" y="568"/>
                    <a:pt x="1093" y="568"/>
                  </a:cubicBezTo>
                  <a:lnTo>
                    <a:pt x="1028" y="568"/>
                  </a:lnTo>
                  <a:cubicBezTo>
                    <a:pt x="972" y="560"/>
                    <a:pt x="915" y="560"/>
                    <a:pt x="972" y="560"/>
                  </a:cubicBezTo>
                  <a:close/>
                  <a:moveTo>
                    <a:pt x="1012" y="682"/>
                  </a:moveTo>
                  <a:cubicBezTo>
                    <a:pt x="1037" y="682"/>
                    <a:pt x="1053" y="682"/>
                    <a:pt x="1069" y="690"/>
                  </a:cubicBezTo>
                  <a:lnTo>
                    <a:pt x="956" y="690"/>
                  </a:lnTo>
                  <a:cubicBezTo>
                    <a:pt x="972" y="682"/>
                    <a:pt x="996" y="682"/>
                    <a:pt x="1012" y="682"/>
                  </a:cubicBezTo>
                  <a:close/>
                  <a:moveTo>
                    <a:pt x="1126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61" y="724"/>
                  </a:moveTo>
                  <a:cubicBezTo>
                    <a:pt x="1154" y="724"/>
                    <a:pt x="1154" y="726"/>
                    <a:pt x="1183" y="730"/>
                  </a:cubicBezTo>
                  <a:cubicBezTo>
                    <a:pt x="1183" y="726"/>
                    <a:pt x="1168" y="724"/>
                    <a:pt x="1161" y="724"/>
                  </a:cubicBezTo>
                  <a:close/>
                  <a:moveTo>
                    <a:pt x="1126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089" y="767"/>
                    <a:pt x="1103" y="767"/>
                    <a:pt x="1111" y="767"/>
                  </a:cubicBezTo>
                  <a:cubicBezTo>
                    <a:pt x="1118" y="767"/>
                    <a:pt x="1118" y="767"/>
                    <a:pt x="1118" y="771"/>
                  </a:cubicBezTo>
                  <a:cubicBezTo>
                    <a:pt x="1118" y="775"/>
                    <a:pt x="1118" y="777"/>
                    <a:pt x="1111" y="777"/>
                  </a:cubicBezTo>
                  <a:cubicBezTo>
                    <a:pt x="1103" y="777"/>
                    <a:pt x="1089" y="775"/>
                    <a:pt x="1061" y="771"/>
                  </a:cubicBezTo>
                  <a:cubicBezTo>
                    <a:pt x="1004" y="771"/>
                    <a:pt x="1004" y="763"/>
                    <a:pt x="1061" y="763"/>
                  </a:cubicBezTo>
                  <a:close/>
                  <a:moveTo>
                    <a:pt x="700" y="789"/>
                  </a:moveTo>
                  <a:cubicBezTo>
                    <a:pt x="720" y="789"/>
                    <a:pt x="741" y="791"/>
                    <a:pt x="761" y="795"/>
                  </a:cubicBezTo>
                  <a:lnTo>
                    <a:pt x="639" y="795"/>
                  </a:lnTo>
                  <a:cubicBezTo>
                    <a:pt x="660" y="791"/>
                    <a:pt x="680" y="789"/>
                    <a:pt x="700" y="789"/>
                  </a:cubicBezTo>
                  <a:close/>
                  <a:moveTo>
                    <a:pt x="810" y="828"/>
                  </a:moveTo>
                  <a:lnTo>
                    <a:pt x="753" y="836"/>
                  </a:lnTo>
                  <a:cubicBezTo>
                    <a:pt x="688" y="836"/>
                    <a:pt x="696" y="828"/>
                    <a:pt x="696" y="82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34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8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4" y="1225"/>
                    <a:pt x="1093" y="1225"/>
                    <a:pt x="1053" y="1217"/>
                  </a:cubicBezTo>
                  <a:cubicBezTo>
                    <a:pt x="1053" y="1209"/>
                    <a:pt x="1053" y="1209"/>
                    <a:pt x="1118" y="1209"/>
                  </a:cubicBezTo>
                  <a:close/>
                  <a:moveTo>
                    <a:pt x="656" y="1468"/>
                  </a:moveTo>
                  <a:lnTo>
                    <a:pt x="656" y="1476"/>
                  </a:lnTo>
                  <a:lnTo>
                    <a:pt x="777" y="1476"/>
                  </a:lnTo>
                  <a:cubicBezTo>
                    <a:pt x="737" y="1468"/>
                    <a:pt x="696" y="1468"/>
                    <a:pt x="656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9" y="1"/>
                    <a:pt x="688" y="9"/>
                  </a:cubicBezTo>
                  <a:cubicBezTo>
                    <a:pt x="623" y="25"/>
                    <a:pt x="566" y="33"/>
                    <a:pt x="680" y="33"/>
                  </a:cubicBezTo>
                  <a:lnTo>
                    <a:pt x="745" y="33"/>
                  </a:lnTo>
                  <a:cubicBezTo>
                    <a:pt x="720" y="41"/>
                    <a:pt x="704" y="41"/>
                    <a:pt x="680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34" y="203"/>
                    <a:pt x="534" y="212"/>
                  </a:cubicBezTo>
                  <a:cubicBezTo>
                    <a:pt x="599" y="220"/>
                    <a:pt x="591" y="220"/>
                    <a:pt x="591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1" y="244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85"/>
                    <a:pt x="583" y="285"/>
                  </a:cubicBezTo>
                  <a:cubicBezTo>
                    <a:pt x="623" y="285"/>
                    <a:pt x="664" y="285"/>
                    <a:pt x="704" y="293"/>
                  </a:cubicBezTo>
                  <a:lnTo>
                    <a:pt x="583" y="293"/>
                  </a:lnTo>
                  <a:cubicBezTo>
                    <a:pt x="554" y="289"/>
                    <a:pt x="540" y="287"/>
                    <a:pt x="533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3" y="301"/>
                    <a:pt x="583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96" y="374"/>
                    <a:pt x="688" y="374"/>
                    <a:pt x="631" y="390"/>
                  </a:cubicBezTo>
                  <a:cubicBezTo>
                    <a:pt x="445" y="406"/>
                    <a:pt x="445" y="406"/>
                    <a:pt x="510" y="406"/>
                  </a:cubicBezTo>
                  <a:lnTo>
                    <a:pt x="631" y="406"/>
                  </a:lnTo>
                  <a:cubicBezTo>
                    <a:pt x="745" y="406"/>
                    <a:pt x="745" y="406"/>
                    <a:pt x="631" y="414"/>
                  </a:cubicBezTo>
                  <a:cubicBezTo>
                    <a:pt x="510" y="414"/>
                    <a:pt x="558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15" y="520"/>
                    <a:pt x="550" y="536"/>
                    <a:pt x="493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42" y="568"/>
                    <a:pt x="542" y="568"/>
                    <a:pt x="607" y="568"/>
                  </a:cubicBezTo>
                  <a:cubicBezTo>
                    <a:pt x="620" y="566"/>
                    <a:pt x="634" y="565"/>
                    <a:pt x="647" y="565"/>
                  </a:cubicBezTo>
                  <a:cubicBezTo>
                    <a:pt x="674" y="565"/>
                    <a:pt x="699" y="568"/>
                    <a:pt x="720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599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6" y="625"/>
                    <a:pt x="656" y="625"/>
                    <a:pt x="599" y="625"/>
                  </a:cubicBezTo>
                  <a:cubicBezTo>
                    <a:pt x="534" y="625"/>
                    <a:pt x="534" y="641"/>
                    <a:pt x="591" y="649"/>
                  </a:cubicBezTo>
                  <a:cubicBezTo>
                    <a:pt x="469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26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83" y="698"/>
                    <a:pt x="583" y="698"/>
                    <a:pt x="583" y="706"/>
                  </a:cubicBezTo>
                  <a:cubicBezTo>
                    <a:pt x="583" y="706"/>
                    <a:pt x="583" y="714"/>
                    <a:pt x="647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3" y="714"/>
                  </a:cubicBezTo>
                  <a:cubicBezTo>
                    <a:pt x="526" y="714"/>
                    <a:pt x="526" y="722"/>
                    <a:pt x="639" y="730"/>
                  </a:cubicBezTo>
                  <a:cubicBezTo>
                    <a:pt x="601" y="730"/>
                    <a:pt x="564" y="727"/>
                    <a:pt x="559" y="727"/>
                  </a:cubicBezTo>
                  <a:lnTo>
                    <a:pt x="559" y="727"/>
                  </a:lnTo>
                  <a:cubicBezTo>
                    <a:pt x="557" y="727"/>
                    <a:pt x="564" y="728"/>
                    <a:pt x="583" y="730"/>
                  </a:cubicBezTo>
                  <a:cubicBezTo>
                    <a:pt x="583" y="730"/>
                    <a:pt x="583" y="739"/>
                    <a:pt x="639" y="739"/>
                  </a:cubicBezTo>
                  <a:lnTo>
                    <a:pt x="639" y="747"/>
                  </a:lnTo>
                  <a:cubicBezTo>
                    <a:pt x="583" y="755"/>
                    <a:pt x="583" y="755"/>
                    <a:pt x="574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7" y="852"/>
                    <a:pt x="647" y="852"/>
                    <a:pt x="688" y="852"/>
                  </a:cubicBezTo>
                  <a:cubicBezTo>
                    <a:pt x="501" y="852"/>
                    <a:pt x="501" y="860"/>
                    <a:pt x="680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1" y="901"/>
                    <a:pt x="558" y="917"/>
                    <a:pt x="672" y="917"/>
                  </a:cubicBezTo>
                  <a:cubicBezTo>
                    <a:pt x="793" y="925"/>
                    <a:pt x="793" y="925"/>
                    <a:pt x="737" y="925"/>
                  </a:cubicBezTo>
                  <a:cubicBezTo>
                    <a:pt x="715" y="922"/>
                    <a:pt x="701" y="921"/>
                    <a:pt x="691" y="921"/>
                  </a:cubicBezTo>
                  <a:cubicBezTo>
                    <a:pt x="672" y="921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9"/>
                    <a:pt x="728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64" y="974"/>
                  </a:lnTo>
                  <a:cubicBezTo>
                    <a:pt x="785" y="974"/>
                    <a:pt x="728" y="990"/>
                    <a:pt x="607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4" y="998"/>
                  </a:cubicBezTo>
                  <a:cubicBezTo>
                    <a:pt x="599" y="998"/>
                    <a:pt x="542" y="1006"/>
                    <a:pt x="599" y="1006"/>
                  </a:cubicBezTo>
                  <a:cubicBezTo>
                    <a:pt x="599" y="1006"/>
                    <a:pt x="599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34" y="1039"/>
                    <a:pt x="599" y="1039"/>
                  </a:cubicBezTo>
                  <a:cubicBezTo>
                    <a:pt x="599" y="1047"/>
                    <a:pt x="599" y="1055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lnTo>
                    <a:pt x="591" y="1063"/>
                  </a:lnTo>
                  <a:cubicBezTo>
                    <a:pt x="656" y="1063"/>
                    <a:pt x="656" y="1063"/>
                    <a:pt x="656" y="1071"/>
                  </a:cubicBezTo>
                  <a:cubicBezTo>
                    <a:pt x="656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1" y="1103"/>
                    <a:pt x="591" y="1120"/>
                  </a:cubicBezTo>
                  <a:cubicBezTo>
                    <a:pt x="583" y="1128"/>
                    <a:pt x="583" y="1128"/>
                    <a:pt x="647" y="1128"/>
                  </a:cubicBezTo>
                  <a:cubicBezTo>
                    <a:pt x="526" y="1136"/>
                    <a:pt x="526" y="1144"/>
                    <a:pt x="583" y="1144"/>
                  </a:cubicBezTo>
                  <a:lnTo>
                    <a:pt x="639" y="1144"/>
                  </a:lnTo>
                  <a:cubicBezTo>
                    <a:pt x="583" y="1144"/>
                    <a:pt x="583" y="1152"/>
                    <a:pt x="639" y="1160"/>
                  </a:cubicBezTo>
                  <a:lnTo>
                    <a:pt x="583" y="1160"/>
                  </a:lnTo>
                  <a:lnTo>
                    <a:pt x="583" y="1168"/>
                  </a:lnTo>
                  <a:cubicBezTo>
                    <a:pt x="696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9" y="1201"/>
                  </a:cubicBezTo>
                  <a:cubicBezTo>
                    <a:pt x="753" y="1201"/>
                    <a:pt x="753" y="1209"/>
                    <a:pt x="631" y="1209"/>
                  </a:cubicBezTo>
                  <a:cubicBezTo>
                    <a:pt x="696" y="1209"/>
                    <a:pt x="688" y="1225"/>
                    <a:pt x="574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8" y="1253"/>
                    <a:pt x="614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7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5" y="1333"/>
                    <a:pt x="1042" y="1428"/>
                  </a:cubicBezTo>
                  <a:lnTo>
                    <a:pt x="1042" y="1428"/>
                  </a:lnTo>
                  <a:cubicBezTo>
                    <a:pt x="1035" y="1428"/>
                    <a:pt x="1028" y="1428"/>
                    <a:pt x="1020" y="1428"/>
                  </a:cubicBezTo>
                  <a:lnTo>
                    <a:pt x="1020" y="1436"/>
                  </a:lnTo>
                  <a:lnTo>
                    <a:pt x="1049" y="1436"/>
                  </a:lnTo>
                  <a:cubicBezTo>
                    <a:pt x="1047" y="1433"/>
                    <a:pt x="1045" y="1430"/>
                    <a:pt x="1042" y="1428"/>
                  </a:cubicBezTo>
                  <a:lnTo>
                    <a:pt x="1042" y="1428"/>
                  </a:lnTo>
                  <a:cubicBezTo>
                    <a:pt x="1076" y="1428"/>
                    <a:pt x="1109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47" y="1525"/>
                  </a:lnTo>
                  <a:cubicBezTo>
                    <a:pt x="1247" y="1528"/>
                    <a:pt x="1235" y="1529"/>
                    <a:pt x="1216" y="1529"/>
                  </a:cubicBezTo>
                  <a:cubicBezTo>
                    <a:pt x="1186" y="1529"/>
                    <a:pt x="1142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3" y="1606"/>
                  </a:lnTo>
                  <a:cubicBezTo>
                    <a:pt x="1132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7" y="1598"/>
                    <a:pt x="1203" y="1599"/>
                    <a:pt x="1239" y="1606"/>
                  </a:cubicBezTo>
                  <a:lnTo>
                    <a:pt x="1133" y="1606"/>
                  </a:lnTo>
                  <a:cubicBezTo>
                    <a:pt x="1133" y="1609"/>
                    <a:pt x="1134" y="1612"/>
                    <a:pt x="1135" y="1615"/>
                  </a:cubicBezTo>
                  <a:lnTo>
                    <a:pt x="1135" y="1615"/>
                  </a:lnTo>
                  <a:cubicBezTo>
                    <a:pt x="1146" y="1614"/>
                    <a:pt x="1159" y="1614"/>
                    <a:pt x="1174" y="1614"/>
                  </a:cubicBezTo>
                  <a:lnTo>
                    <a:pt x="1239" y="1614"/>
                  </a:lnTo>
                  <a:cubicBezTo>
                    <a:pt x="1239" y="1614"/>
                    <a:pt x="1239" y="1606"/>
                    <a:pt x="1296" y="1606"/>
                  </a:cubicBezTo>
                  <a:cubicBezTo>
                    <a:pt x="1418" y="1598"/>
                    <a:pt x="1361" y="1590"/>
                    <a:pt x="1296" y="1590"/>
                  </a:cubicBezTo>
                  <a:cubicBezTo>
                    <a:pt x="1255" y="1593"/>
                    <a:pt x="1236" y="1593"/>
                    <a:pt x="1229" y="1593"/>
                  </a:cubicBezTo>
                  <a:cubicBezTo>
                    <a:pt x="1217" y="1593"/>
                    <a:pt x="1258" y="1590"/>
                    <a:pt x="1296" y="1590"/>
                  </a:cubicBezTo>
                  <a:cubicBezTo>
                    <a:pt x="1361" y="1590"/>
                    <a:pt x="1418" y="1582"/>
                    <a:pt x="1361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9" y="1533"/>
                  </a:cubicBezTo>
                  <a:cubicBezTo>
                    <a:pt x="1386" y="1535"/>
                    <a:pt x="1397" y="1536"/>
                    <a:pt x="1404" y="1536"/>
                  </a:cubicBezTo>
                  <a:cubicBezTo>
                    <a:pt x="1421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7" y="1517"/>
                    <a:pt x="1166" y="1517"/>
                    <a:pt x="1134" y="1509"/>
                  </a:cubicBezTo>
                  <a:lnTo>
                    <a:pt x="1247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77" y="1476"/>
                    <a:pt x="1377" y="1460"/>
                    <a:pt x="1255" y="1452"/>
                  </a:cubicBezTo>
                  <a:cubicBezTo>
                    <a:pt x="1199" y="1452"/>
                    <a:pt x="1199" y="1452"/>
                    <a:pt x="1255" y="1444"/>
                  </a:cubicBezTo>
                  <a:lnTo>
                    <a:pt x="1264" y="1444"/>
                  </a:lnTo>
                  <a:cubicBezTo>
                    <a:pt x="1199" y="1436"/>
                    <a:pt x="1264" y="1436"/>
                    <a:pt x="1320" y="1436"/>
                  </a:cubicBezTo>
                  <a:cubicBezTo>
                    <a:pt x="1442" y="1428"/>
                    <a:pt x="1442" y="1428"/>
                    <a:pt x="1385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7" y="1406"/>
                    <a:pt x="1270" y="1400"/>
                    <a:pt x="1242" y="1400"/>
                  </a:cubicBezTo>
                  <a:cubicBezTo>
                    <a:pt x="1231" y="1400"/>
                    <a:pt x="1219" y="1401"/>
                    <a:pt x="1207" y="1403"/>
                  </a:cubicBezTo>
                  <a:cubicBezTo>
                    <a:pt x="1186" y="1403"/>
                    <a:pt x="1165" y="1403"/>
                    <a:pt x="1148" y="1401"/>
                  </a:cubicBezTo>
                  <a:lnTo>
                    <a:pt x="1148" y="1401"/>
                  </a:lnTo>
                  <a:cubicBezTo>
                    <a:pt x="1167" y="1401"/>
                    <a:pt x="1187" y="1399"/>
                    <a:pt x="1207" y="1395"/>
                  </a:cubicBezTo>
                  <a:cubicBezTo>
                    <a:pt x="1264" y="1395"/>
                    <a:pt x="1264" y="1387"/>
                    <a:pt x="1264" y="1379"/>
                  </a:cubicBezTo>
                  <a:cubicBezTo>
                    <a:pt x="1272" y="1379"/>
                    <a:pt x="1272" y="1371"/>
                    <a:pt x="1272" y="1371"/>
                  </a:cubicBezTo>
                  <a:cubicBezTo>
                    <a:pt x="1328" y="1363"/>
                    <a:pt x="1328" y="1355"/>
                    <a:pt x="1272" y="1355"/>
                  </a:cubicBezTo>
                  <a:lnTo>
                    <a:pt x="1215" y="1355"/>
                  </a:lnTo>
                  <a:cubicBezTo>
                    <a:pt x="1328" y="1355"/>
                    <a:pt x="1337" y="1322"/>
                    <a:pt x="1215" y="1314"/>
                  </a:cubicBezTo>
                  <a:lnTo>
                    <a:pt x="1280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0" y="1274"/>
                    <a:pt x="1288" y="1266"/>
                    <a:pt x="1223" y="1266"/>
                  </a:cubicBezTo>
                  <a:cubicBezTo>
                    <a:pt x="1223" y="1257"/>
                    <a:pt x="1223" y="1257"/>
                    <a:pt x="1288" y="1257"/>
                  </a:cubicBezTo>
                  <a:cubicBezTo>
                    <a:pt x="1307" y="1260"/>
                    <a:pt x="1319" y="1261"/>
                    <a:pt x="1328" y="1261"/>
                  </a:cubicBezTo>
                  <a:cubicBezTo>
                    <a:pt x="1345" y="1261"/>
                    <a:pt x="1345" y="1257"/>
                    <a:pt x="1345" y="1257"/>
                  </a:cubicBezTo>
                  <a:cubicBezTo>
                    <a:pt x="1304" y="1249"/>
                    <a:pt x="1264" y="1249"/>
                    <a:pt x="1223" y="1249"/>
                  </a:cubicBezTo>
                  <a:cubicBezTo>
                    <a:pt x="1166" y="1249"/>
                    <a:pt x="1166" y="1249"/>
                    <a:pt x="1231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3" y="1209"/>
                    <a:pt x="1410" y="1201"/>
                    <a:pt x="1296" y="1201"/>
                  </a:cubicBezTo>
                  <a:cubicBezTo>
                    <a:pt x="1296" y="1193"/>
                    <a:pt x="1296" y="1193"/>
                    <a:pt x="1353" y="1193"/>
                  </a:cubicBezTo>
                  <a:cubicBezTo>
                    <a:pt x="1418" y="1193"/>
                    <a:pt x="1474" y="1193"/>
                    <a:pt x="1353" y="1184"/>
                  </a:cubicBezTo>
                  <a:cubicBezTo>
                    <a:pt x="1296" y="1184"/>
                    <a:pt x="1296" y="1168"/>
                    <a:pt x="1361" y="1168"/>
                  </a:cubicBezTo>
                  <a:cubicBezTo>
                    <a:pt x="1361" y="1160"/>
                    <a:pt x="1361" y="1160"/>
                    <a:pt x="1296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304" y="1144"/>
                    <a:pt x="1304" y="1144"/>
                    <a:pt x="1304" y="1144"/>
                  </a:cubicBezTo>
                  <a:cubicBezTo>
                    <a:pt x="1304" y="1144"/>
                    <a:pt x="1247" y="1128"/>
                    <a:pt x="1247" y="1111"/>
                  </a:cubicBezTo>
                  <a:cubicBezTo>
                    <a:pt x="1247" y="1087"/>
                    <a:pt x="1255" y="1079"/>
                    <a:pt x="1191" y="1079"/>
                  </a:cubicBezTo>
                  <a:cubicBezTo>
                    <a:pt x="1134" y="1071"/>
                    <a:pt x="1134" y="1071"/>
                    <a:pt x="1191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20" y="1030"/>
                  </a:cubicBezTo>
                  <a:cubicBezTo>
                    <a:pt x="1255" y="1030"/>
                    <a:pt x="1255" y="1030"/>
                    <a:pt x="1199" y="1022"/>
                  </a:cubicBezTo>
                  <a:cubicBezTo>
                    <a:pt x="1199" y="1022"/>
                    <a:pt x="1199" y="1014"/>
                    <a:pt x="1264" y="1014"/>
                  </a:cubicBezTo>
                  <a:cubicBezTo>
                    <a:pt x="1320" y="1014"/>
                    <a:pt x="1264" y="998"/>
                    <a:pt x="1207" y="998"/>
                  </a:cubicBezTo>
                  <a:cubicBezTo>
                    <a:pt x="1142" y="998"/>
                    <a:pt x="1142" y="990"/>
                    <a:pt x="1207" y="990"/>
                  </a:cubicBezTo>
                  <a:lnTo>
                    <a:pt x="1264" y="990"/>
                  </a:lnTo>
                  <a:cubicBezTo>
                    <a:pt x="1207" y="982"/>
                    <a:pt x="1264" y="982"/>
                    <a:pt x="1320" y="982"/>
                  </a:cubicBezTo>
                  <a:cubicBezTo>
                    <a:pt x="1339" y="984"/>
                    <a:pt x="1353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2" y="933"/>
                    <a:pt x="1150" y="925"/>
                  </a:cubicBezTo>
                  <a:lnTo>
                    <a:pt x="1337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0" y="917"/>
                    <a:pt x="1158" y="917"/>
                    <a:pt x="1215" y="909"/>
                  </a:cubicBezTo>
                  <a:cubicBezTo>
                    <a:pt x="1280" y="901"/>
                    <a:pt x="1280" y="901"/>
                    <a:pt x="1215" y="901"/>
                  </a:cubicBezTo>
                  <a:cubicBezTo>
                    <a:pt x="1215" y="893"/>
                    <a:pt x="1215" y="893"/>
                    <a:pt x="1280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37" y="876"/>
                    <a:pt x="1345" y="868"/>
                    <a:pt x="1280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88" y="844"/>
                  </a:lnTo>
                  <a:cubicBezTo>
                    <a:pt x="1288" y="836"/>
                    <a:pt x="1288" y="836"/>
                    <a:pt x="1223" y="836"/>
                  </a:cubicBezTo>
                  <a:cubicBezTo>
                    <a:pt x="1110" y="828"/>
                    <a:pt x="1110" y="828"/>
                    <a:pt x="1223" y="828"/>
                  </a:cubicBezTo>
                  <a:cubicBezTo>
                    <a:pt x="1288" y="828"/>
                    <a:pt x="1345" y="828"/>
                    <a:pt x="1288" y="820"/>
                  </a:cubicBezTo>
                  <a:cubicBezTo>
                    <a:pt x="1410" y="820"/>
                    <a:pt x="1410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9" y="763"/>
                    <a:pt x="1296" y="755"/>
                  </a:cubicBezTo>
                  <a:lnTo>
                    <a:pt x="1353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3" y="730"/>
                  </a:cubicBezTo>
                  <a:cubicBezTo>
                    <a:pt x="1061" y="730"/>
                    <a:pt x="1061" y="730"/>
                    <a:pt x="1126" y="722"/>
                  </a:cubicBezTo>
                  <a:lnTo>
                    <a:pt x="1239" y="722"/>
                  </a:lnTo>
                  <a:cubicBezTo>
                    <a:pt x="1280" y="722"/>
                    <a:pt x="1320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6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47" y="706"/>
                  </a:cubicBezTo>
                  <a:cubicBezTo>
                    <a:pt x="1247" y="706"/>
                    <a:pt x="1247" y="698"/>
                    <a:pt x="1183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83" y="690"/>
                    <a:pt x="1191" y="682"/>
                    <a:pt x="1191" y="682"/>
                  </a:cubicBezTo>
                  <a:lnTo>
                    <a:pt x="1369" y="682"/>
                  </a:lnTo>
                  <a:cubicBezTo>
                    <a:pt x="1345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64" y="593"/>
                  </a:cubicBezTo>
                  <a:cubicBezTo>
                    <a:pt x="1304" y="587"/>
                    <a:pt x="1315" y="581"/>
                    <a:pt x="1299" y="581"/>
                  </a:cubicBezTo>
                  <a:cubicBezTo>
                    <a:pt x="1292" y="581"/>
                    <a:pt x="1280" y="582"/>
                    <a:pt x="1264" y="584"/>
                  </a:cubicBezTo>
                  <a:cubicBezTo>
                    <a:pt x="1199" y="584"/>
                    <a:pt x="1207" y="568"/>
                    <a:pt x="1207" y="544"/>
                  </a:cubicBezTo>
                  <a:cubicBezTo>
                    <a:pt x="1207" y="528"/>
                    <a:pt x="1215" y="512"/>
                    <a:pt x="1150" y="512"/>
                  </a:cubicBezTo>
                  <a:lnTo>
                    <a:pt x="1150" y="503"/>
                  </a:lnTo>
                  <a:cubicBezTo>
                    <a:pt x="1158" y="495"/>
                    <a:pt x="1093" y="487"/>
                    <a:pt x="1093" y="487"/>
                  </a:cubicBezTo>
                  <a:cubicBezTo>
                    <a:pt x="1037" y="479"/>
                    <a:pt x="1037" y="479"/>
                    <a:pt x="1093" y="479"/>
                  </a:cubicBezTo>
                  <a:cubicBezTo>
                    <a:pt x="1107" y="482"/>
                    <a:pt x="1120" y="483"/>
                    <a:pt x="1134" y="483"/>
                  </a:cubicBezTo>
                  <a:cubicBezTo>
                    <a:pt x="1161" y="483"/>
                    <a:pt x="1188" y="479"/>
                    <a:pt x="1215" y="479"/>
                  </a:cubicBezTo>
                  <a:cubicBezTo>
                    <a:pt x="1174" y="471"/>
                    <a:pt x="1134" y="471"/>
                    <a:pt x="1101" y="471"/>
                  </a:cubicBezTo>
                  <a:lnTo>
                    <a:pt x="1037" y="471"/>
                  </a:lnTo>
                  <a:cubicBezTo>
                    <a:pt x="1037" y="463"/>
                    <a:pt x="1037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0" y="430"/>
                    <a:pt x="1280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74" y="382"/>
                    <a:pt x="1174" y="357"/>
                  </a:cubicBezTo>
                  <a:cubicBezTo>
                    <a:pt x="1174" y="325"/>
                    <a:pt x="1183" y="309"/>
                    <a:pt x="1118" y="309"/>
                  </a:cubicBezTo>
                  <a:cubicBezTo>
                    <a:pt x="1118" y="309"/>
                    <a:pt x="1118" y="309"/>
                    <a:pt x="1183" y="301"/>
                  </a:cubicBezTo>
                  <a:cubicBezTo>
                    <a:pt x="1239" y="301"/>
                    <a:pt x="1239" y="301"/>
                    <a:pt x="1126" y="293"/>
                  </a:cubicBezTo>
                  <a:cubicBezTo>
                    <a:pt x="1183" y="293"/>
                    <a:pt x="1183" y="285"/>
                    <a:pt x="1183" y="276"/>
                  </a:cubicBezTo>
                  <a:cubicBezTo>
                    <a:pt x="1191" y="268"/>
                    <a:pt x="1191" y="252"/>
                    <a:pt x="1126" y="252"/>
                  </a:cubicBezTo>
                  <a:cubicBezTo>
                    <a:pt x="1247" y="252"/>
                    <a:pt x="1312" y="236"/>
                    <a:pt x="1191" y="228"/>
                  </a:cubicBezTo>
                  <a:cubicBezTo>
                    <a:pt x="1191" y="228"/>
                    <a:pt x="1191" y="220"/>
                    <a:pt x="1255" y="220"/>
                  </a:cubicBezTo>
                  <a:cubicBezTo>
                    <a:pt x="1255" y="220"/>
                    <a:pt x="1255" y="220"/>
                    <a:pt x="1199" y="203"/>
                  </a:cubicBezTo>
                  <a:cubicBezTo>
                    <a:pt x="1199" y="203"/>
                    <a:pt x="1199" y="195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90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72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37" y="25"/>
                  </a:cubicBezTo>
                  <a:cubicBezTo>
                    <a:pt x="1350" y="28"/>
                    <a:pt x="1364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8" y="21"/>
                    <a:pt x="1418" y="19"/>
                    <a:pt x="1398" y="19"/>
                  </a:cubicBezTo>
                  <a:cubicBezTo>
                    <a:pt x="1379" y="19"/>
                    <a:pt x="1361" y="21"/>
                    <a:pt x="1345" y="25"/>
                  </a:cubicBezTo>
                  <a:lnTo>
                    <a:pt x="1345" y="17"/>
                  </a:lnTo>
                  <a:cubicBezTo>
                    <a:pt x="1345" y="17"/>
                    <a:pt x="1345" y="9"/>
                    <a:pt x="1280" y="9"/>
                  </a:cubicBezTo>
                  <a:lnTo>
                    <a:pt x="1223" y="9"/>
                  </a:lnTo>
                  <a:cubicBezTo>
                    <a:pt x="1261" y="9"/>
                    <a:pt x="1248" y="5"/>
                    <a:pt x="1219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5" y="1615"/>
                  </a:moveTo>
                  <a:cubicBezTo>
                    <a:pt x="1065" y="1616"/>
                    <a:pt x="1066" y="1621"/>
                    <a:pt x="1137" y="1622"/>
                  </a:cubicBezTo>
                  <a:lnTo>
                    <a:pt x="1137" y="1622"/>
                  </a:lnTo>
                  <a:cubicBezTo>
                    <a:pt x="1136" y="1619"/>
                    <a:pt x="1135" y="1617"/>
                    <a:pt x="1135" y="1615"/>
                  </a:cubicBezTo>
                  <a:close/>
                  <a:moveTo>
                    <a:pt x="704" y="1675"/>
                  </a:moveTo>
                  <a:cubicBezTo>
                    <a:pt x="691" y="1675"/>
                    <a:pt x="664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7" y="1622"/>
                  </a:moveTo>
                  <a:lnTo>
                    <a:pt x="1137" y="1622"/>
                  </a:lnTo>
                  <a:cubicBezTo>
                    <a:pt x="1146" y="1662"/>
                    <a:pt x="1151" y="1703"/>
                    <a:pt x="1151" y="1744"/>
                  </a:cubicBezTo>
                  <a:lnTo>
                    <a:pt x="1151" y="1744"/>
                  </a:lnTo>
                  <a:cubicBezTo>
                    <a:pt x="1336" y="1744"/>
                    <a:pt x="1326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11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6" y="1692"/>
                    <a:pt x="1262" y="1692"/>
                  </a:cubicBezTo>
                  <a:cubicBezTo>
                    <a:pt x="1240" y="1692"/>
                    <a:pt x="1207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8" y="1687"/>
                    <a:pt x="1288" y="1679"/>
                    <a:pt x="1288" y="1655"/>
                  </a:cubicBezTo>
                  <a:cubicBezTo>
                    <a:pt x="1296" y="1630"/>
                    <a:pt x="1296" y="1622"/>
                    <a:pt x="1174" y="1622"/>
                  </a:cubicBezTo>
                  <a:cubicBezTo>
                    <a:pt x="1160" y="1622"/>
                    <a:pt x="1148" y="1622"/>
                    <a:pt x="1137" y="1622"/>
                  </a:cubicBezTo>
                  <a:close/>
                  <a:moveTo>
                    <a:pt x="1151" y="1744"/>
                  </a:moveTo>
                  <a:cubicBezTo>
                    <a:pt x="1134" y="1744"/>
                    <a:pt x="1114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3" y="1752"/>
                    <a:pt x="1151" y="1752"/>
                  </a:cubicBezTo>
                  <a:lnTo>
                    <a:pt x="1151" y="1752"/>
                  </a:lnTo>
                  <a:cubicBezTo>
                    <a:pt x="1151" y="1749"/>
                    <a:pt x="1151" y="1747"/>
                    <a:pt x="1151" y="1744"/>
                  </a:cubicBezTo>
                  <a:close/>
                  <a:moveTo>
                    <a:pt x="1151" y="1752"/>
                  </a:moveTo>
                  <a:lnTo>
                    <a:pt x="1151" y="1752"/>
                  </a:lnTo>
                  <a:cubicBezTo>
                    <a:pt x="1151" y="1765"/>
                    <a:pt x="1150" y="1778"/>
                    <a:pt x="1149" y="1790"/>
                  </a:cubicBezTo>
                  <a:lnTo>
                    <a:pt x="1149" y="1790"/>
                  </a:lnTo>
                  <a:cubicBezTo>
                    <a:pt x="1151" y="1791"/>
                    <a:pt x="1152" y="1791"/>
                    <a:pt x="1153" y="1791"/>
                  </a:cubicBezTo>
                  <a:cubicBezTo>
                    <a:pt x="1172" y="1791"/>
                    <a:pt x="1191" y="1788"/>
                    <a:pt x="1207" y="1784"/>
                  </a:cubicBezTo>
                  <a:lnTo>
                    <a:pt x="1272" y="1784"/>
                  </a:lnTo>
                  <a:cubicBezTo>
                    <a:pt x="1393" y="1784"/>
                    <a:pt x="1328" y="1776"/>
                    <a:pt x="1272" y="1768"/>
                  </a:cubicBezTo>
                  <a:cubicBezTo>
                    <a:pt x="1150" y="1760"/>
                    <a:pt x="1158" y="1760"/>
                    <a:pt x="1272" y="1760"/>
                  </a:cubicBezTo>
                  <a:cubicBezTo>
                    <a:pt x="1380" y="1760"/>
                    <a:pt x="1296" y="1754"/>
                    <a:pt x="1151" y="1752"/>
                  </a:cubicBezTo>
                  <a:close/>
                  <a:moveTo>
                    <a:pt x="1093" y="1784"/>
                  </a:moveTo>
                  <a:cubicBezTo>
                    <a:pt x="1113" y="1788"/>
                    <a:pt x="1131" y="1790"/>
                    <a:pt x="1149" y="1791"/>
                  </a:cubicBezTo>
                  <a:lnTo>
                    <a:pt x="1149" y="1791"/>
                  </a:lnTo>
                  <a:cubicBezTo>
                    <a:pt x="1149" y="1791"/>
                    <a:pt x="1149" y="1791"/>
                    <a:pt x="1149" y="1790"/>
                  </a:cubicBezTo>
                  <a:lnTo>
                    <a:pt x="1149" y="1790"/>
                  </a:lnTo>
                  <a:cubicBezTo>
                    <a:pt x="1131" y="1790"/>
                    <a:pt x="1112" y="1788"/>
                    <a:pt x="1093" y="1784"/>
                  </a:cubicBezTo>
                  <a:close/>
                  <a:moveTo>
                    <a:pt x="972" y="1801"/>
                  </a:moveTo>
                  <a:lnTo>
                    <a:pt x="1028" y="1809"/>
                  </a:lnTo>
                  <a:lnTo>
                    <a:pt x="1093" y="1801"/>
                  </a:lnTo>
                  <a:close/>
                  <a:moveTo>
                    <a:pt x="1171" y="1813"/>
                  </a:moveTo>
                  <a:cubicBezTo>
                    <a:pt x="1175" y="1813"/>
                    <a:pt x="1184" y="1814"/>
                    <a:pt x="1198" y="1816"/>
                  </a:cubicBezTo>
                  <a:lnTo>
                    <a:pt x="1198" y="1816"/>
                  </a:lnTo>
                  <a:cubicBezTo>
                    <a:pt x="1174" y="1815"/>
                    <a:pt x="1166" y="1813"/>
                    <a:pt x="1171" y="1813"/>
                  </a:cubicBezTo>
                  <a:close/>
                  <a:moveTo>
                    <a:pt x="1252" y="1789"/>
                  </a:moveTo>
                  <a:cubicBezTo>
                    <a:pt x="1243" y="1789"/>
                    <a:pt x="1228" y="1790"/>
                    <a:pt x="1207" y="1793"/>
                  </a:cubicBezTo>
                  <a:cubicBezTo>
                    <a:pt x="1186" y="1793"/>
                    <a:pt x="1168" y="1793"/>
                    <a:pt x="1149" y="1791"/>
                  </a:cubicBezTo>
                  <a:lnTo>
                    <a:pt x="1149" y="1791"/>
                  </a:lnTo>
                  <a:cubicBezTo>
                    <a:pt x="1148" y="1802"/>
                    <a:pt x="1147" y="1813"/>
                    <a:pt x="1145" y="1824"/>
                  </a:cubicBezTo>
                  <a:lnTo>
                    <a:pt x="1145" y="1824"/>
                  </a:lnTo>
                  <a:cubicBezTo>
                    <a:pt x="1185" y="1817"/>
                    <a:pt x="1224" y="1817"/>
                    <a:pt x="1264" y="1817"/>
                  </a:cubicBezTo>
                  <a:cubicBezTo>
                    <a:pt x="1242" y="1817"/>
                    <a:pt x="1225" y="1817"/>
                    <a:pt x="1212" y="1816"/>
                  </a:cubicBezTo>
                  <a:lnTo>
                    <a:pt x="1212" y="1816"/>
                  </a:lnTo>
                  <a:cubicBezTo>
                    <a:pt x="1264" y="1809"/>
                    <a:pt x="1272" y="1809"/>
                    <a:pt x="1272" y="1801"/>
                  </a:cubicBezTo>
                  <a:lnTo>
                    <a:pt x="1272" y="1793"/>
                  </a:lnTo>
                  <a:cubicBezTo>
                    <a:pt x="1272" y="1793"/>
                    <a:pt x="1272" y="1789"/>
                    <a:pt x="1252" y="1789"/>
                  </a:cubicBezTo>
                  <a:close/>
                  <a:moveTo>
                    <a:pt x="1145" y="1824"/>
                  </a:moveTo>
                  <a:lnTo>
                    <a:pt x="1145" y="1824"/>
                  </a:lnTo>
                  <a:cubicBezTo>
                    <a:pt x="1144" y="1825"/>
                    <a:pt x="1143" y="1825"/>
                    <a:pt x="1142" y="1825"/>
                  </a:cubicBezTo>
                  <a:cubicBezTo>
                    <a:pt x="1142" y="1825"/>
                    <a:pt x="1142" y="1826"/>
                    <a:pt x="1145" y="1827"/>
                  </a:cubicBezTo>
                  <a:lnTo>
                    <a:pt x="1145" y="1827"/>
                  </a:lnTo>
                  <a:cubicBezTo>
                    <a:pt x="1145" y="1826"/>
                    <a:pt x="1145" y="1825"/>
                    <a:pt x="1145" y="1824"/>
                  </a:cubicBezTo>
                  <a:close/>
                  <a:moveTo>
                    <a:pt x="1207" y="1825"/>
                  </a:moveTo>
                  <a:cubicBezTo>
                    <a:pt x="1185" y="1828"/>
                    <a:pt x="1171" y="1829"/>
                    <a:pt x="1161" y="1829"/>
                  </a:cubicBezTo>
                  <a:cubicBezTo>
                    <a:pt x="1152" y="1829"/>
                    <a:pt x="1148" y="1828"/>
                    <a:pt x="1145" y="1827"/>
                  </a:cubicBezTo>
                  <a:lnTo>
                    <a:pt x="1145" y="1827"/>
                  </a:lnTo>
                  <a:cubicBezTo>
                    <a:pt x="1144" y="1832"/>
                    <a:pt x="1144" y="1836"/>
                    <a:pt x="1143" y="1841"/>
                  </a:cubicBezTo>
                  <a:lnTo>
                    <a:pt x="1143" y="1841"/>
                  </a:lnTo>
                  <a:cubicBezTo>
                    <a:pt x="1183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207" y="1825"/>
                  </a:cubicBezTo>
                  <a:close/>
                  <a:moveTo>
                    <a:pt x="1143" y="1841"/>
                  </a:moveTo>
                  <a:cubicBezTo>
                    <a:pt x="1142" y="1841"/>
                    <a:pt x="1142" y="1841"/>
                    <a:pt x="1142" y="1841"/>
                  </a:cubicBezTo>
                  <a:lnTo>
                    <a:pt x="1143" y="1841"/>
                  </a:lnTo>
                  <a:cubicBezTo>
                    <a:pt x="1143" y="1841"/>
                    <a:pt x="1143" y="1841"/>
                    <a:pt x="1143" y="1841"/>
                  </a:cubicBezTo>
                  <a:close/>
                  <a:moveTo>
                    <a:pt x="1077" y="1874"/>
                  </a:moveTo>
                  <a:cubicBezTo>
                    <a:pt x="1077" y="1881"/>
                    <a:pt x="1077" y="1882"/>
                    <a:pt x="1134" y="1882"/>
                  </a:cubicBezTo>
                  <a:lnTo>
                    <a:pt x="1134" y="1882"/>
                  </a:lnTo>
                  <a:cubicBezTo>
                    <a:pt x="1134" y="1879"/>
                    <a:pt x="1135" y="1876"/>
                    <a:pt x="1136" y="1874"/>
                  </a:cubicBezTo>
                  <a:close/>
                  <a:moveTo>
                    <a:pt x="2334" y="1890"/>
                  </a:moveTo>
                  <a:cubicBezTo>
                    <a:pt x="2277" y="1890"/>
                    <a:pt x="2277" y="1890"/>
                    <a:pt x="2269" y="1898"/>
                  </a:cubicBezTo>
                  <a:lnTo>
                    <a:pt x="2391" y="1898"/>
                  </a:lnTo>
                  <a:cubicBezTo>
                    <a:pt x="2455" y="1898"/>
                    <a:pt x="2455" y="1898"/>
                    <a:pt x="2334" y="1890"/>
                  </a:cubicBezTo>
                  <a:close/>
                  <a:moveTo>
                    <a:pt x="356" y="1898"/>
                  </a:moveTo>
                  <a:cubicBezTo>
                    <a:pt x="327" y="1902"/>
                    <a:pt x="313" y="1904"/>
                    <a:pt x="306" y="1904"/>
                  </a:cubicBezTo>
                  <a:cubicBezTo>
                    <a:pt x="299" y="1904"/>
                    <a:pt x="299" y="1902"/>
                    <a:pt x="299" y="1898"/>
                  </a:cubicBezTo>
                  <a:close/>
                  <a:moveTo>
                    <a:pt x="1118" y="1930"/>
                  </a:moveTo>
                  <a:lnTo>
                    <a:pt x="1118" y="1930"/>
                  </a:lnTo>
                  <a:cubicBezTo>
                    <a:pt x="1069" y="1930"/>
                    <a:pt x="1069" y="1931"/>
                    <a:pt x="1069" y="1938"/>
                  </a:cubicBezTo>
                  <a:lnTo>
                    <a:pt x="1115" y="1938"/>
                  </a:lnTo>
                  <a:cubicBezTo>
                    <a:pt x="1116" y="1936"/>
                    <a:pt x="1117" y="1933"/>
                    <a:pt x="1118" y="1930"/>
                  </a:cubicBezTo>
                  <a:close/>
                  <a:moveTo>
                    <a:pt x="751" y="1951"/>
                  </a:moveTo>
                  <a:cubicBezTo>
                    <a:pt x="757" y="1951"/>
                    <a:pt x="764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7" y="1951"/>
                    <a:pt x="751" y="1951"/>
                  </a:cubicBezTo>
                  <a:close/>
                  <a:moveTo>
                    <a:pt x="883" y="1987"/>
                  </a:moveTo>
                  <a:lnTo>
                    <a:pt x="883" y="1995"/>
                  </a:lnTo>
                  <a:lnTo>
                    <a:pt x="947" y="1987"/>
                  </a:lnTo>
                  <a:close/>
                  <a:moveTo>
                    <a:pt x="1004" y="2011"/>
                  </a:moveTo>
                  <a:cubicBezTo>
                    <a:pt x="883" y="2011"/>
                    <a:pt x="818" y="2011"/>
                    <a:pt x="883" y="2020"/>
                  </a:cubicBezTo>
                  <a:lnTo>
                    <a:pt x="996" y="2020"/>
                  </a:lnTo>
                  <a:lnTo>
                    <a:pt x="1004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3" y="2044"/>
                    <a:pt x="1296" y="2044"/>
                  </a:cubicBezTo>
                  <a:cubicBezTo>
                    <a:pt x="1272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10" y="2109"/>
                    <a:pt x="1045" y="2101"/>
                    <a:pt x="1045" y="2101"/>
                  </a:cubicBezTo>
                  <a:close/>
                  <a:moveTo>
                    <a:pt x="801" y="2125"/>
                  </a:moveTo>
                  <a:cubicBezTo>
                    <a:pt x="896" y="2131"/>
                    <a:pt x="951" y="2133"/>
                    <a:pt x="971" y="2133"/>
                  </a:cubicBezTo>
                  <a:lnTo>
                    <a:pt x="971" y="2133"/>
                  </a:lnTo>
                  <a:cubicBezTo>
                    <a:pt x="972" y="2133"/>
                    <a:pt x="972" y="2133"/>
                    <a:pt x="972" y="2133"/>
                  </a:cubicBezTo>
                  <a:lnTo>
                    <a:pt x="972" y="2133"/>
                  </a:lnTo>
                  <a:lnTo>
                    <a:pt x="866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10" y="2174"/>
                    <a:pt x="1102" y="2168"/>
                    <a:pt x="1215" y="2166"/>
                  </a:cubicBezTo>
                  <a:close/>
                  <a:moveTo>
                    <a:pt x="1037" y="2190"/>
                  </a:moveTo>
                  <a:cubicBezTo>
                    <a:pt x="1093" y="2190"/>
                    <a:pt x="1150" y="2198"/>
                    <a:pt x="1215" y="2198"/>
                  </a:cubicBezTo>
                  <a:lnTo>
                    <a:pt x="1215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7" y="2190"/>
                  </a:cubicBezTo>
                  <a:close/>
                  <a:moveTo>
                    <a:pt x="915" y="2206"/>
                  </a:moveTo>
                  <a:lnTo>
                    <a:pt x="972" y="2214"/>
                  </a:lnTo>
                  <a:lnTo>
                    <a:pt x="915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4" y="1258"/>
                  </a:moveTo>
                  <a:cubicBezTo>
                    <a:pt x="65" y="1300"/>
                    <a:pt x="1" y="2160"/>
                    <a:pt x="607" y="2230"/>
                  </a:cubicBezTo>
                  <a:cubicBezTo>
                    <a:pt x="550" y="2222"/>
                    <a:pt x="550" y="2222"/>
                    <a:pt x="615" y="2214"/>
                  </a:cubicBezTo>
                  <a:lnTo>
                    <a:pt x="615" y="2206"/>
                  </a:lnTo>
                  <a:cubicBezTo>
                    <a:pt x="558" y="2206"/>
                    <a:pt x="558" y="2190"/>
                    <a:pt x="615" y="2182"/>
                  </a:cubicBezTo>
                  <a:lnTo>
                    <a:pt x="615" y="2174"/>
                  </a:lnTo>
                  <a:cubicBezTo>
                    <a:pt x="501" y="2174"/>
                    <a:pt x="566" y="2133"/>
                    <a:pt x="688" y="2125"/>
                  </a:cubicBezTo>
                  <a:lnTo>
                    <a:pt x="623" y="2125"/>
                  </a:lnTo>
                  <a:cubicBezTo>
                    <a:pt x="566" y="2125"/>
                    <a:pt x="566" y="2125"/>
                    <a:pt x="566" y="2117"/>
                  </a:cubicBezTo>
                  <a:cubicBezTo>
                    <a:pt x="631" y="2109"/>
                    <a:pt x="631" y="2101"/>
                    <a:pt x="631" y="2093"/>
                  </a:cubicBezTo>
                  <a:cubicBezTo>
                    <a:pt x="631" y="2093"/>
                    <a:pt x="631" y="2084"/>
                    <a:pt x="688" y="2084"/>
                  </a:cubicBezTo>
                  <a:cubicBezTo>
                    <a:pt x="631" y="2084"/>
                    <a:pt x="631" y="2076"/>
                    <a:pt x="696" y="2076"/>
                  </a:cubicBezTo>
                  <a:cubicBezTo>
                    <a:pt x="728" y="2068"/>
                    <a:pt x="769" y="2068"/>
                    <a:pt x="810" y="2068"/>
                  </a:cubicBezTo>
                  <a:cubicBezTo>
                    <a:pt x="810" y="2068"/>
                    <a:pt x="810" y="2076"/>
                    <a:pt x="874" y="2076"/>
                  </a:cubicBezTo>
                  <a:cubicBezTo>
                    <a:pt x="915" y="2076"/>
                    <a:pt x="956" y="2076"/>
                    <a:pt x="996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9" y="2052"/>
                    <a:pt x="574" y="2052"/>
                    <a:pt x="639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704" y="2020"/>
                    <a:pt x="704" y="2020"/>
                    <a:pt x="639" y="2011"/>
                  </a:cubicBezTo>
                  <a:cubicBezTo>
                    <a:pt x="639" y="2011"/>
                    <a:pt x="583" y="2011"/>
                    <a:pt x="639" y="2003"/>
                  </a:cubicBezTo>
                  <a:cubicBezTo>
                    <a:pt x="704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47" y="1987"/>
                  </a:cubicBezTo>
                  <a:cubicBezTo>
                    <a:pt x="526" y="1987"/>
                    <a:pt x="526" y="1987"/>
                    <a:pt x="647" y="1979"/>
                  </a:cubicBezTo>
                  <a:lnTo>
                    <a:pt x="704" y="1979"/>
                  </a:lnTo>
                  <a:cubicBezTo>
                    <a:pt x="647" y="1979"/>
                    <a:pt x="583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3" y="1955"/>
                    <a:pt x="883" y="1955"/>
                    <a:pt x="826" y="1955"/>
                  </a:cubicBezTo>
                  <a:lnTo>
                    <a:pt x="769" y="1955"/>
                  </a:lnTo>
                  <a:cubicBezTo>
                    <a:pt x="777" y="1952"/>
                    <a:pt x="784" y="1951"/>
                    <a:pt x="791" y="1951"/>
                  </a:cubicBezTo>
                  <a:cubicBezTo>
                    <a:pt x="804" y="1951"/>
                    <a:pt x="815" y="1955"/>
                    <a:pt x="826" y="1955"/>
                  </a:cubicBezTo>
                  <a:cubicBezTo>
                    <a:pt x="785" y="1938"/>
                    <a:pt x="745" y="1938"/>
                    <a:pt x="712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14"/>
                    <a:pt x="591" y="1914"/>
                  </a:cubicBezTo>
                  <a:cubicBezTo>
                    <a:pt x="534" y="1914"/>
                    <a:pt x="591" y="1906"/>
                    <a:pt x="656" y="1906"/>
                  </a:cubicBezTo>
                  <a:cubicBezTo>
                    <a:pt x="712" y="1898"/>
                    <a:pt x="712" y="1898"/>
                    <a:pt x="656" y="1898"/>
                  </a:cubicBezTo>
                  <a:cubicBezTo>
                    <a:pt x="534" y="1898"/>
                    <a:pt x="534" y="1890"/>
                    <a:pt x="656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737" y="1890"/>
                    <a:pt x="639" y="1882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8" y="1833"/>
                  </a:cubicBezTo>
                  <a:cubicBezTo>
                    <a:pt x="728" y="1825"/>
                    <a:pt x="728" y="1825"/>
                    <a:pt x="664" y="1825"/>
                  </a:cubicBezTo>
                  <a:cubicBezTo>
                    <a:pt x="550" y="1825"/>
                    <a:pt x="550" y="1825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7" y="1801"/>
                  </a:cubicBezTo>
                  <a:cubicBezTo>
                    <a:pt x="550" y="1801"/>
                    <a:pt x="493" y="1793"/>
                    <a:pt x="550" y="1793"/>
                  </a:cubicBezTo>
                  <a:lnTo>
                    <a:pt x="607" y="1793"/>
                  </a:lnTo>
                  <a:cubicBezTo>
                    <a:pt x="493" y="1793"/>
                    <a:pt x="550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60"/>
                    <a:pt x="558" y="1752"/>
                    <a:pt x="558" y="1744"/>
                  </a:cubicBezTo>
                  <a:cubicBezTo>
                    <a:pt x="615" y="1736"/>
                    <a:pt x="623" y="1720"/>
                    <a:pt x="501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83" y="1598"/>
                  </a:lnTo>
                  <a:lnTo>
                    <a:pt x="583" y="1590"/>
                  </a:lnTo>
                  <a:lnTo>
                    <a:pt x="639" y="1590"/>
                  </a:lnTo>
                  <a:cubicBezTo>
                    <a:pt x="583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47" y="1557"/>
                  </a:cubicBezTo>
                  <a:cubicBezTo>
                    <a:pt x="526" y="1557"/>
                    <a:pt x="526" y="1557"/>
                    <a:pt x="647" y="1549"/>
                  </a:cubicBezTo>
                  <a:cubicBezTo>
                    <a:pt x="761" y="1549"/>
                    <a:pt x="769" y="1549"/>
                    <a:pt x="647" y="1541"/>
                  </a:cubicBezTo>
                  <a:cubicBezTo>
                    <a:pt x="583" y="1541"/>
                    <a:pt x="591" y="1541"/>
                    <a:pt x="704" y="1533"/>
                  </a:cubicBezTo>
                  <a:cubicBezTo>
                    <a:pt x="526" y="1525"/>
                    <a:pt x="534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6" y="1484"/>
                  </a:cubicBezTo>
                  <a:cubicBezTo>
                    <a:pt x="599" y="1476"/>
                    <a:pt x="542" y="1460"/>
                    <a:pt x="656" y="1460"/>
                  </a:cubicBezTo>
                  <a:lnTo>
                    <a:pt x="656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14"/>
                  </a:cubicBezTo>
                  <a:lnTo>
                    <a:pt x="623" y="1306"/>
                  </a:ln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6" y="1263"/>
                    <a:pt x="621" y="1261"/>
                    <a:pt x="614" y="1258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1" y="2344"/>
                    <a:pt x="1247" y="2344"/>
                    <a:pt x="1312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3" y="2336"/>
                    <a:pt x="1328" y="2336"/>
                    <a:pt x="1312" y="2328"/>
                  </a:cubicBezTo>
                  <a:close/>
                  <a:moveTo>
                    <a:pt x="1188" y="2354"/>
                  </a:moveTo>
                  <a:cubicBezTo>
                    <a:pt x="1207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7" y="2368"/>
                    <a:pt x="1166" y="2368"/>
                    <a:pt x="1134" y="2360"/>
                  </a:cubicBezTo>
                  <a:cubicBezTo>
                    <a:pt x="1150" y="2356"/>
                    <a:pt x="1168" y="2354"/>
                    <a:pt x="1188" y="2354"/>
                  </a:cubicBezTo>
                  <a:close/>
                  <a:moveTo>
                    <a:pt x="688" y="2522"/>
                  </a:moveTo>
                  <a:cubicBezTo>
                    <a:pt x="631" y="2522"/>
                    <a:pt x="631" y="2522"/>
                    <a:pt x="623" y="2530"/>
                  </a:cubicBezTo>
                  <a:lnTo>
                    <a:pt x="688" y="2530"/>
                  </a:lnTo>
                  <a:lnTo>
                    <a:pt x="688" y="2522"/>
                  </a:lnTo>
                  <a:close/>
                  <a:moveTo>
                    <a:pt x="1166" y="2530"/>
                  </a:moveTo>
                  <a:cubicBezTo>
                    <a:pt x="1126" y="2538"/>
                    <a:pt x="1085" y="2538"/>
                    <a:pt x="1045" y="2538"/>
                  </a:cubicBezTo>
                  <a:cubicBezTo>
                    <a:pt x="984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88" y="2530"/>
                  </a:cubicBezTo>
                  <a:cubicBezTo>
                    <a:pt x="945" y="2530"/>
                    <a:pt x="959" y="2534"/>
                    <a:pt x="990" y="2534"/>
                  </a:cubicBezTo>
                  <a:cubicBezTo>
                    <a:pt x="1006" y="2534"/>
                    <a:pt x="1026" y="2533"/>
                    <a:pt x="1045" y="2530"/>
                  </a:cubicBezTo>
                  <a:close/>
                  <a:moveTo>
                    <a:pt x="1037" y="2571"/>
                  </a:moveTo>
                  <a:lnTo>
                    <a:pt x="980" y="2579"/>
                  </a:lnTo>
                  <a:cubicBezTo>
                    <a:pt x="923" y="2579"/>
                    <a:pt x="923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2" y="2575"/>
                    <a:pt x="1828" y="2576"/>
                    <a:pt x="1815" y="2579"/>
                  </a:cubicBezTo>
                  <a:lnTo>
                    <a:pt x="1937" y="2579"/>
                  </a:lnTo>
                  <a:cubicBezTo>
                    <a:pt x="1910" y="2579"/>
                    <a:pt x="1882" y="2575"/>
                    <a:pt x="1855" y="2575"/>
                  </a:cubicBezTo>
                  <a:close/>
                  <a:moveTo>
                    <a:pt x="1143" y="1841"/>
                  </a:moveTo>
                  <a:lnTo>
                    <a:pt x="1143" y="1841"/>
                  </a:lnTo>
                  <a:cubicBezTo>
                    <a:pt x="1141" y="1852"/>
                    <a:pt x="1138" y="1863"/>
                    <a:pt x="1136" y="1874"/>
                  </a:cubicBezTo>
                  <a:lnTo>
                    <a:pt x="1142" y="1874"/>
                  </a:lnTo>
                  <a:cubicBezTo>
                    <a:pt x="1199" y="1874"/>
                    <a:pt x="1142" y="1874"/>
                    <a:pt x="1142" y="1882"/>
                  </a:cubicBezTo>
                  <a:cubicBezTo>
                    <a:pt x="1139" y="1882"/>
                    <a:pt x="1136" y="1882"/>
                    <a:pt x="1134" y="1882"/>
                  </a:cubicBezTo>
                  <a:lnTo>
                    <a:pt x="1134" y="1882"/>
                  </a:lnTo>
                  <a:cubicBezTo>
                    <a:pt x="1129" y="1898"/>
                    <a:pt x="1124" y="1914"/>
                    <a:pt x="1118" y="1930"/>
                  </a:cubicBezTo>
                  <a:lnTo>
                    <a:pt x="1118" y="1930"/>
                  </a:lnTo>
                  <a:cubicBezTo>
                    <a:pt x="1123" y="1930"/>
                    <a:pt x="1128" y="1930"/>
                    <a:pt x="1134" y="1930"/>
                  </a:cubicBezTo>
                  <a:lnTo>
                    <a:pt x="1191" y="1930"/>
                  </a:lnTo>
                  <a:cubicBezTo>
                    <a:pt x="1174" y="1938"/>
                    <a:pt x="1150" y="1938"/>
                    <a:pt x="1134" y="1938"/>
                  </a:cubicBezTo>
                  <a:lnTo>
                    <a:pt x="1115" y="1938"/>
                  </a:lnTo>
                  <a:cubicBezTo>
                    <a:pt x="1086" y="2014"/>
                    <a:pt x="1038" y="2081"/>
                    <a:pt x="972" y="2133"/>
                  </a:cubicBezTo>
                  <a:lnTo>
                    <a:pt x="972" y="2133"/>
                  </a:lnTo>
                  <a:lnTo>
                    <a:pt x="980" y="2133"/>
                  </a:lnTo>
                  <a:cubicBezTo>
                    <a:pt x="980" y="2133"/>
                    <a:pt x="977" y="2133"/>
                    <a:pt x="971" y="2133"/>
                  </a:cubicBezTo>
                  <a:lnTo>
                    <a:pt x="971" y="2133"/>
                  </a:lnTo>
                  <a:cubicBezTo>
                    <a:pt x="895" y="2192"/>
                    <a:pt x="796" y="2229"/>
                    <a:pt x="672" y="2230"/>
                  </a:cubicBezTo>
                  <a:cubicBezTo>
                    <a:pt x="607" y="2230"/>
                    <a:pt x="607" y="2238"/>
                    <a:pt x="607" y="2255"/>
                  </a:cubicBezTo>
                  <a:cubicBezTo>
                    <a:pt x="607" y="2263"/>
                    <a:pt x="607" y="2263"/>
                    <a:pt x="664" y="2263"/>
                  </a:cubicBezTo>
                  <a:cubicBezTo>
                    <a:pt x="720" y="2271"/>
                    <a:pt x="664" y="2271"/>
                    <a:pt x="607" y="2271"/>
                  </a:cubicBezTo>
                  <a:cubicBezTo>
                    <a:pt x="485" y="2271"/>
                    <a:pt x="485" y="2279"/>
                    <a:pt x="664" y="2279"/>
                  </a:cubicBezTo>
                  <a:cubicBezTo>
                    <a:pt x="785" y="2279"/>
                    <a:pt x="785" y="2287"/>
                    <a:pt x="720" y="2287"/>
                  </a:cubicBezTo>
                  <a:cubicBezTo>
                    <a:pt x="664" y="2287"/>
                    <a:pt x="664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64" y="2295"/>
                  </a:cubicBezTo>
                  <a:lnTo>
                    <a:pt x="842" y="2295"/>
                  </a:lnTo>
                  <a:cubicBezTo>
                    <a:pt x="861" y="2293"/>
                    <a:pt x="874" y="2292"/>
                    <a:pt x="882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42" y="2303"/>
                    <a:pt x="777" y="2303"/>
                    <a:pt x="720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42" y="2295"/>
                    <a:pt x="656" y="2311"/>
                    <a:pt x="777" y="2320"/>
                  </a:cubicBezTo>
                  <a:lnTo>
                    <a:pt x="720" y="2320"/>
                  </a:lnTo>
                  <a:cubicBezTo>
                    <a:pt x="656" y="2320"/>
                    <a:pt x="656" y="2320"/>
                    <a:pt x="656" y="2328"/>
                  </a:cubicBezTo>
                  <a:cubicBezTo>
                    <a:pt x="656" y="2336"/>
                    <a:pt x="656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cubicBezTo>
                    <a:pt x="874" y="2336"/>
                    <a:pt x="915" y="2336"/>
                    <a:pt x="956" y="2336"/>
                  </a:cubicBezTo>
                  <a:cubicBezTo>
                    <a:pt x="956" y="2336"/>
                    <a:pt x="891" y="2344"/>
                    <a:pt x="834" y="2344"/>
                  </a:cubicBezTo>
                  <a:cubicBezTo>
                    <a:pt x="712" y="2352"/>
                    <a:pt x="656" y="2360"/>
                    <a:pt x="647" y="2368"/>
                  </a:cubicBezTo>
                  <a:cubicBezTo>
                    <a:pt x="647" y="2376"/>
                    <a:pt x="647" y="2384"/>
                    <a:pt x="591" y="2393"/>
                  </a:cubicBezTo>
                  <a:cubicBezTo>
                    <a:pt x="583" y="2393"/>
                    <a:pt x="583" y="2401"/>
                    <a:pt x="647" y="2401"/>
                  </a:cubicBezTo>
                  <a:lnTo>
                    <a:pt x="647" y="2409"/>
                  </a:lnTo>
                  <a:cubicBezTo>
                    <a:pt x="583" y="2409"/>
                    <a:pt x="583" y="2417"/>
                    <a:pt x="647" y="2417"/>
                  </a:cubicBezTo>
                  <a:cubicBezTo>
                    <a:pt x="704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6" y="2431"/>
                  </a:cubicBezTo>
                  <a:cubicBezTo>
                    <a:pt x="564" y="2431"/>
                    <a:pt x="611" y="2429"/>
                    <a:pt x="704" y="2425"/>
                  </a:cubicBezTo>
                  <a:cubicBezTo>
                    <a:pt x="745" y="2425"/>
                    <a:pt x="785" y="2425"/>
                    <a:pt x="826" y="2417"/>
                  </a:cubicBezTo>
                  <a:lnTo>
                    <a:pt x="826" y="2409"/>
                  </a:lnTo>
                  <a:lnTo>
                    <a:pt x="883" y="2417"/>
                  </a:lnTo>
                  <a:cubicBezTo>
                    <a:pt x="923" y="2425"/>
                    <a:pt x="964" y="2425"/>
                    <a:pt x="1004" y="2425"/>
                  </a:cubicBezTo>
                  <a:cubicBezTo>
                    <a:pt x="1020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83" y="2425"/>
                    <a:pt x="818" y="2425"/>
                    <a:pt x="761" y="2425"/>
                  </a:cubicBezTo>
                  <a:cubicBezTo>
                    <a:pt x="639" y="2433"/>
                    <a:pt x="583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18" y="2457"/>
                    <a:pt x="818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3" y="2482"/>
                    <a:pt x="753" y="2490"/>
                    <a:pt x="696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74" y="2506"/>
                    <a:pt x="631" y="2506"/>
                  </a:cubicBezTo>
                  <a:cubicBezTo>
                    <a:pt x="631" y="2506"/>
                    <a:pt x="631" y="2510"/>
                    <a:pt x="648" y="2510"/>
                  </a:cubicBezTo>
                  <a:cubicBezTo>
                    <a:pt x="656" y="2510"/>
                    <a:pt x="669" y="2509"/>
                    <a:pt x="688" y="2506"/>
                  </a:cubicBezTo>
                  <a:lnTo>
                    <a:pt x="810" y="2514"/>
                  </a:lnTo>
                  <a:cubicBezTo>
                    <a:pt x="837" y="2514"/>
                    <a:pt x="864" y="2511"/>
                    <a:pt x="891" y="2511"/>
                  </a:cubicBezTo>
                  <a:cubicBezTo>
                    <a:pt x="904" y="2511"/>
                    <a:pt x="918" y="2511"/>
                    <a:pt x="931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8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80" y="2547"/>
                  </a:lnTo>
                  <a:cubicBezTo>
                    <a:pt x="801" y="2547"/>
                    <a:pt x="801" y="2547"/>
                    <a:pt x="745" y="2555"/>
                  </a:cubicBezTo>
                  <a:cubicBezTo>
                    <a:pt x="623" y="2555"/>
                    <a:pt x="623" y="2555"/>
                    <a:pt x="745" y="2563"/>
                  </a:cubicBezTo>
                  <a:cubicBezTo>
                    <a:pt x="704" y="2563"/>
                    <a:pt x="664" y="2563"/>
                    <a:pt x="623" y="2571"/>
                  </a:cubicBezTo>
                  <a:lnTo>
                    <a:pt x="680" y="2571"/>
                  </a:lnTo>
                  <a:cubicBezTo>
                    <a:pt x="801" y="2571"/>
                    <a:pt x="801" y="2571"/>
                    <a:pt x="737" y="2579"/>
                  </a:cubicBezTo>
                  <a:cubicBezTo>
                    <a:pt x="680" y="2579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80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8" y="2611"/>
                  </a:lnTo>
                  <a:cubicBezTo>
                    <a:pt x="858" y="2603"/>
                    <a:pt x="858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15" y="2620"/>
                    <a:pt x="972" y="2628"/>
                  </a:cubicBezTo>
                  <a:lnTo>
                    <a:pt x="1093" y="2628"/>
                  </a:lnTo>
                  <a:lnTo>
                    <a:pt x="1150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15" y="2611"/>
                  </a:lnTo>
                  <a:cubicBezTo>
                    <a:pt x="1215" y="2603"/>
                    <a:pt x="1215" y="2603"/>
                    <a:pt x="1272" y="2603"/>
                  </a:cubicBezTo>
                  <a:cubicBezTo>
                    <a:pt x="1312" y="2603"/>
                    <a:pt x="1353" y="2603"/>
                    <a:pt x="1393" y="2595"/>
                  </a:cubicBezTo>
                  <a:lnTo>
                    <a:pt x="1337" y="2595"/>
                  </a:lnTo>
                  <a:cubicBezTo>
                    <a:pt x="1272" y="2595"/>
                    <a:pt x="1280" y="2595"/>
                    <a:pt x="1393" y="2587"/>
                  </a:cubicBezTo>
                  <a:lnTo>
                    <a:pt x="1337" y="2587"/>
                  </a:lnTo>
                  <a:cubicBezTo>
                    <a:pt x="1215" y="2587"/>
                    <a:pt x="1215" y="2579"/>
                    <a:pt x="1337" y="2579"/>
                  </a:cubicBezTo>
                  <a:lnTo>
                    <a:pt x="1337" y="2571"/>
                  </a:lnTo>
                  <a:cubicBezTo>
                    <a:pt x="1310" y="2571"/>
                    <a:pt x="1283" y="2567"/>
                    <a:pt x="1258" y="2567"/>
                  </a:cubicBezTo>
                  <a:cubicBezTo>
                    <a:pt x="1246" y="2567"/>
                    <a:pt x="1234" y="2568"/>
                    <a:pt x="1223" y="2571"/>
                  </a:cubicBezTo>
                  <a:cubicBezTo>
                    <a:pt x="1101" y="2571"/>
                    <a:pt x="1101" y="2571"/>
                    <a:pt x="1158" y="2563"/>
                  </a:cubicBezTo>
                  <a:lnTo>
                    <a:pt x="1280" y="2563"/>
                  </a:lnTo>
                  <a:cubicBezTo>
                    <a:pt x="1337" y="2563"/>
                    <a:pt x="1345" y="2555"/>
                    <a:pt x="1345" y="2555"/>
                  </a:cubicBezTo>
                  <a:cubicBezTo>
                    <a:pt x="1345" y="2555"/>
                    <a:pt x="1345" y="2547"/>
                    <a:pt x="1280" y="2547"/>
                  </a:cubicBezTo>
                  <a:lnTo>
                    <a:pt x="1345" y="2547"/>
                  </a:lnTo>
                  <a:cubicBezTo>
                    <a:pt x="1345" y="2547"/>
                    <a:pt x="1345" y="2538"/>
                    <a:pt x="1401" y="2530"/>
                  </a:cubicBezTo>
                  <a:cubicBezTo>
                    <a:pt x="1445" y="2530"/>
                    <a:pt x="1405" y="2523"/>
                    <a:pt x="1338" y="2523"/>
                  </a:cubicBezTo>
                  <a:cubicBezTo>
                    <a:pt x="1304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10" y="2522"/>
                    <a:pt x="1110" y="2514"/>
                    <a:pt x="1110" y="2514"/>
                  </a:cubicBezTo>
                  <a:lnTo>
                    <a:pt x="1223" y="2514"/>
                  </a:lnTo>
                  <a:cubicBezTo>
                    <a:pt x="1410" y="2514"/>
                    <a:pt x="1466" y="2514"/>
                    <a:pt x="1288" y="2506"/>
                  </a:cubicBezTo>
                  <a:lnTo>
                    <a:pt x="1345" y="2506"/>
                  </a:lnTo>
                  <a:cubicBezTo>
                    <a:pt x="1410" y="2506"/>
                    <a:pt x="1410" y="2506"/>
                    <a:pt x="1345" y="2498"/>
                  </a:cubicBezTo>
                  <a:cubicBezTo>
                    <a:pt x="1345" y="2498"/>
                    <a:pt x="1231" y="2490"/>
                    <a:pt x="1166" y="2490"/>
                  </a:cubicBezTo>
                  <a:lnTo>
                    <a:pt x="1174" y="2490"/>
                  </a:lnTo>
                  <a:cubicBezTo>
                    <a:pt x="1288" y="2490"/>
                    <a:pt x="1288" y="2482"/>
                    <a:pt x="1174" y="2482"/>
                  </a:cubicBezTo>
                  <a:lnTo>
                    <a:pt x="1231" y="2482"/>
                  </a:lnTo>
                  <a:cubicBezTo>
                    <a:pt x="1288" y="2482"/>
                    <a:pt x="1353" y="2474"/>
                    <a:pt x="1296" y="2457"/>
                  </a:cubicBezTo>
                  <a:cubicBezTo>
                    <a:pt x="1296" y="2449"/>
                    <a:pt x="1296" y="2441"/>
                    <a:pt x="1361" y="2441"/>
                  </a:cubicBezTo>
                  <a:cubicBezTo>
                    <a:pt x="1418" y="2441"/>
                    <a:pt x="1296" y="2425"/>
                    <a:pt x="1183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304" y="2401"/>
                  </a:cubicBezTo>
                  <a:cubicBezTo>
                    <a:pt x="1183" y="2393"/>
                    <a:pt x="1247" y="2384"/>
                    <a:pt x="1361" y="2384"/>
                  </a:cubicBezTo>
                  <a:cubicBezTo>
                    <a:pt x="1426" y="2384"/>
                    <a:pt x="1426" y="2384"/>
                    <a:pt x="1426" y="2376"/>
                  </a:cubicBezTo>
                  <a:cubicBezTo>
                    <a:pt x="1369" y="2376"/>
                    <a:pt x="1369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6" y="2352"/>
                    <a:pt x="1134" y="2344"/>
                    <a:pt x="1134" y="2344"/>
                  </a:cubicBezTo>
                  <a:cubicBezTo>
                    <a:pt x="1134" y="2336"/>
                    <a:pt x="1134" y="2336"/>
                    <a:pt x="1191" y="2336"/>
                  </a:cubicBezTo>
                  <a:cubicBezTo>
                    <a:pt x="1215" y="2336"/>
                    <a:pt x="1231" y="2336"/>
                    <a:pt x="1255" y="2328"/>
                  </a:cubicBezTo>
                  <a:cubicBezTo>
                    <a:pt x="1255" y="2328"/>
                    <a:pt x="1255" y="2320"/>
                    <a:pt x="1312" y="2320"/>
                  </a:cubicBezTo>
                  <a:cubicBezTo>
                    <a:pt x="1312" y="2320"/>
                    <a:pt x="1377" y="2320"/>
                    <a:pt x="1377" y="2311"/>
                  </a:cubicBezTo>
                  <a:cubicBezTo>
                    <a:pt x="1377" y="2311"/>
                    <a:pt x="1377" y="2303"/>
                    <a:pt x="1434" y="2303"/>
                  </a:cubicBezTo>
                  <a:cubicBezTo>
                    <a:pt x="1434" y="2295"/>
                    <a:pt x="1434" y="2295"/>
                    <a:pt x="1377" y="2295"/>
                  </a:cubicBezTo>
                  <a:cubicBezTo>
                    <a:pt x="1320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64" y="2271"/>
                  </a:cubicBezTo>
                  <a:cubicBezTo>
                    <a:pt x="1264" y="2263"/>
                    <a:pt x="1264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4" y="2255"/>
                    <a:pt x="1264" y="2247"/>
                    <a:pt x="1328" y="2247"/>
                  </a:cubicBezTo>
                  <a:cubicBezTo>
                    <a:pt x="1328" y="2247"/>
                    <a:pt x="1328" y="2247"/>
                    <a:pt x="1264" y="2238"/>
                  </a:cubicBezTo>
                  <a:cubicBezTo>
                    <a:pt x="1207" y="2238"/>
                    <a:pt x="1207" y="2238"/>
                    <a:pt x="1264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2" y="2214"/>
                    <a:pt x="1272" y="2182"/>
                    <a:pt x="1337" y="2182"/>
                  </a:cubicBezTo>
                  <a:cubicBezTo>
                    <a:pt x="1272" y="2182"/>
                    <a:pt x="1272" y="2182"/>
                    <a:pt x="1272" y="2174"/>
                  </a:cubicBezTo>
                  <a:cubicBezTo>
                    <a:pt x="1384" y="2174"/>
                    <a:pt x="1344" y="2167"/>
                    <a:pt x="1242" y="2166"/>
                  </a:cubicBezTo>
                  <a:lnTo>
                    <a:pt x="1242" y="2166"/>
                  </a:lnTo>
                  <a:cubicBezTo>
                    <a:pt x="1253" y="2166"/>
                    <a:pt x="1266" y="2165"/>
                    <a:pt x="1280" y="2165"/>
                  </a:cubicBezTo>
                  <a:cubicBezTo>
                    <a:pt x="1393" y="2165"/>
                    <a:pt x="1393" y="2165"/>
                    <a:pt x="1280" y="2157"/>
                  </a:cubicBezTo>
                  <a:cubicBezTo>
                    <a:pt x="1158" y="2157"/>
                    <a:pt x="1158" y="2149"/>
                    <a:pt x="1280" y="2149"/>
                  </a:cubicBezTo>
                  <a:cubicBezTo>
                    <a:pt x="1045" y="2141"/>
                    <a:pt x="980" y="2133"/>
                    <a:pt x="1223" y="2133"/>
                  </a:cubicBezTo>
                  <a:cubicBezTo>
                    <a:pt x="1280" y="2133"/>
                    <a:pt x="1345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7" y="2121"/>
                    <a:pt x="1293" y="2122"/>
                    <a:pt x="1280" y="2125"/>
                  </a:cubicBezTo>
                  <a:cubicBezTo>
                    <a:pt x="1166" y="2125"/>
                    <a:pt x="1166" y="2125"/>
                    <a:pt x="1288" y="2117"/>
                  </a:cubicBezTo>
                  <a:cubicBezTo>
                    <a:pt x="1466" y="2109"/>
                    <a:pt x="1466" y="2101"/>
                    <a:pt x="1345" y="2093"/>
                  </a:cubicBezTo>
                  <a:cubicBezTo>
                    <a:pt x="1262" y="2081"/>
                    <a:pt x="1239" y="2073"/>
                    <a:pt x="1281" y="2073"/>
                  </a:cubicBezTo>
                  <a:cubicBezTo>
                    <a:pt x="1296" y="2073"/>
                    <a:pt x="1320" y="2074"/>
                    <a:pt x="1353" y="2076"/>
                  </a:cubicBezTo>
                  <a:cubicBezTo>
                    <a:pt x="1410" y="2080"/>
                    <a:pt x="1438" y="2082"/>
                    <a:pt x="1445" y="2082"/>
                  </a:cubicBezTo>
                  <a:cubicBezTo>
                    <a:pt x="1452" y="2082"/>
                    <a:pt x="1438" y="2080"/>
                    <a:pt x="1410" y="2076"/>
                  </a:cubicBezTo>
                  <a:cubicBezTo>
                    <a:pt x="1410" y="2076"/>
                    <a:pt x="1410" y="2068"/>
                    <a:pt x="1410" y="2060"/>
                  </a:cubicBezTo>
                  <a:cubicBezTo>
                    <a:pt x="1388" y="2060"/>
                    <a:pt x="1366" y="2058"/>
                    <a:pt x="1345" y="2057"/>
                  </a:cubicBezTo>
                  <a:lnTo>
                    <a:pt x="1345" y="2057"/>
                  </a:lnTo>
                  <a:cubicBezTo>
                    <a:pt x="1425" y="2052"/>
                    <a:pt x="1455" y="2051"/>
                    <a:pt x="1353" y="2044"/>
                  </a:cubicBezTo>
                  <a:lnTo>
                    <a:pt x="1353" y="2036"/>
                  </a:lnTo>
                  <a:cubicBezTo>
                    <a:pt x="1353" y="2036"/>
                    <a:pt x="1353" y="2036"/>
                    <a:pt x="1296" y="2028"/>
                  </a:cubicBezTo>
                  <a:cubicBezTo>
                    <a:pt x="1239" y="2028"/>
                    <a:pt x="1296" y="2020"/>
                    <a:pt x="1361" y="2020"/>
                  </a:cubicBezTo>
                  <a:cubicBezTo>
                    <a:pt x="1418" y="2020"/>
                    <a:pt x="1474" y="2011"/>
                    <a:pt x="1418" y="2011"/>
                  </a:cubicBezTo>
                  <a:cubicBezTo>
                    <a:pt x="1361" y="2011"/>
                    <a:pt x="1296" y="2011"/>
                    <a:pt x="1239" y="2003"/>
                  </a:cubicBezTo>
                  <a:cubicBezTo>
                    <a:pt x="1201" y="2003"/>
                    <a:pt x="1214" y="2000"/>
                    <a:pt x="1246" y="2000"/>
                  </a:cubicBezTo>
                  <a:cubicBezTo>
                    <a:pt x="1262" y="2000"/>
                    <a:pt x="1283" y="2001"/>
                    <a:pt x="1304" y="2003"/>
                  </a:cubicBezTo>
                  <a:cubicBezTo>
                    <a:pt x="1337" y="2003"/>
                    <a:pt x="1377" y="2003"/>
                    <a:pt x="1418" y="1995"/>
                  </a:cubicBezTo>
                  <a:cubicBezTo>
                    <a:pt x="1418" y="1995"/>
                    <a:pt x="1426" y="1987"/>
                    <a:pt x="1361" y="1987"/>
                  </a:cubicBezTo>
                  <a:cubicBezTo>
                    <a:pt x="1304" y="1987"/>
                    <a:pt x="1304" y="1971"/>
                    <a:pt x="1369" y="1963"/>
                  </a:cubicBezTo>
                  <a:lnTo>
                    <a:pt x="1369" y="1955"/>
                  </a:lnTo>
                  <a:cubicBezTo>
                    <a:pt x="1369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12" y="1938"/>
                  </a:cubicBezTo>
                  <a:cubicBezTo>
                    <a:pt x="1191" y="1930"/>
                    <a:pt x="1191" y="1930"/>
                    <a:pt x="1312" y="1930"/>
                  </a:cubicBezTo>
                  <a:cubicBezTo>
                    <a:pt x="1255" y="1922"/>
                    <a:pt x="1255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1" y="1914"/>
                    <a:pt x="1134" y="1906"/>
                    <a:pt x="1255" y="1906"/>
                  </a:cubicBezTo>
                  <a:cubicBezTo>
                    <a:pt x="1255" y="1906"/>
                    <a:pt x="1255" y="1906"/>
                    <a:pt x="1199" y="1898"/>
                  </a:cubicBezTo>
                  <a:cubicBezTo>
                    <a:pt x="1312" y="1890"/>
                    <a:pt x="1312" y="1890"/>
                    <a:pt x="1199" y="1890"/>
                  </a:cubicBezTo>
                  <a:cubicBezTo>
                    <a:pt x="1199" y="1890"/>
                    <a:pt x="1134" y="1882"/>
                    <a:pt x="1199" y="1882"/>
                  </a:cubicBezTo>
                  <a:cubicBezTo>
                    <a:pt x="1255" y="1874"/>
                    <a:pt x="1320" y="1857"/>
                    <a:pt x="1199" y="1857"/>
                  </a:cubicBezTo>
                  <a:lnTo>
                    <a:pt x="1199" y="1849"/>
                  </a:lnTo>
                  <a:cubicBezTo>
                    <a:pt x="1264" y="1849"/>
                    <a:pt x="1264" y="1841"/>
                    <a:pt x="1207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2"/>
            <p:cNvSpPr/>
            <p:nvPr/>
          </p:nvSpPr>
          <p:spPr>
            <a:xfrm>
              <a:off x="8530377" y="1800052"/>
              <a:ext cx="42146" cy="45300"/>
            </a:xfrm>
            <a:custGeom>
              <a:avLst/>
              <a:gdLst/>
              <a:ahLst/>
              <a:cxnLst/>
              <a:rect l="l" t="t" r="r" b="b"/>
              <a:pathLst>
                <a:path w="2445" h="2628" extrusionOk="0">
                  <a:moveTo>
                    <a:pt x="711" y="19"/>
                  </a:moveTo>
                  <a:cubicBezTo>
                    <a:pt x="740" y="19"/>
                    <a:pt x="799" y="21"/>
                    <a:pt x="856" y="25"/>
                  </a:cubicBezTo>
                  <a:cubicBezTo>
                    <a:pt x="842" y="28"/>
                    <a:pt x="830" y="29"/>
                    <a:pt x="817" y="29"/>
                  </a:cubicBezTo>
                  <a:cubicBezTo>
                    <a:pt x="793" y="29"/>
                    <a:pt x="769" y="25"/>
                    <a:pt x="742" y="25"/>
                  </a:cubicBezTo>
                  <a:cubicBezTo>
                    <a:pt x="681" y="21"/>
                    <a:pt x="681" y="19"/>
                    <a:pt x="711" y="19"/>
                  </a:cubicBezTo>
                  <a:close/>
                  <a:moveTo>
                    <a:pt x="1395" y="19"/>
                  </a:moveTo>
                  <a:cubicBezTo>
                    <a:pt x="1375" y="19"/>
                    <a:pt x="1354" y="21"/>
                    <a:pt x="1334" y="25"/>
                  </a:cubicBezTo>
                  <a:cubicBezTo>
                    <a:pt x="1348" y="28"/>
                    <a:pt x="1361" y="29"/>
                    <a:pt x="1375" y="29"/>
                  </a:cubicBezTo>
                  <a:cubicBezTo>
                    <a:pt x="1402" y="29"/>
                    <a:pt x="1429" y="25"/>
                    <a:pt x="1456" y="25"/>
                  </a:cubicBezTo>
                  <a:cubicBezTo>
                    <a:pt x="1435" y="21"/>
                    <a:pt x="1415" y="19"/>
                    <a:pt x="1395" y="19"/>
                  </a:cubicBezTo>
                  <a:close/>
                  <a:moveTo>
                    <a:pt x="799" y="455"/>
                  </a:moveTo>
                  <a:cubicBezTo>
                    <a:pt x="840" y="455"/>
                    <a:pt x="880" y="455"/>
                    <a:pt x="913" y="463"/>
                  </a:cubicBezTo>
                  <a:cubicBezTo>
                    <a:pt x="856" y="463"/>
                    <a:pt x="799" y="463"/>
                    <a:pt x="734" y="455"/>
                  </a:cubicBezTo>
                  <a:close/>
                  <a:moveTo>
                    <a:pt x="1083" y="560"/>
                  </a:moveTo>
                  <a:cubicBezTo>
                    <a:pt x="1083" y="560"/>
                    <a:pt x="1140" y="568"/>
                    <a:pt x="1083" y="568"/>
                  </a:cubicBezTo>
                  <a:lnTo>
                    <a:pt x="1018" y="568"/>
                  </a:lnTo>
                  <a:cubicBezTo>
                    <a:pt x="961" y="560"/>
                    <a:pt x="904" y="560"/>
                    <a:pt x="961" y="560"/>
                  </a:cubicBezTo>
                  <a:close/>
                  <a:moveTo>
                    <a:pt x="1002" y="682"/>
                  </a:moveTo>
                  <a:cubicBezTo>
                    <a:pt x="1026" y="682"/>
                    <a:pt x="1042" y="682"/>
                    <a:pt x="1058" y="690"/>
                  </a:cubicBezTo>
                  <a:lnTo>
                    <a:pt x="945" y="690"/>
                  </a:lnTo>
                  <a:cubicBezTo>
                    <a:pt x="961" y="682"/>
                    <a:pt x="986" y="682"/>
                    <a:pt x="1002" y="682"/>
                  </a:cubicBezTo>
                  <a:close/>
                  <a:moveTo>
                    <a:pt x="1115" y="714"/>
                  </a:moveTo>
                  <a:lnTo>
                    <a:pt x="1058" y="722"/>
                  </a:lnTo>
                  <a:lnTo>
                    <a:pt x="1058" y="714"/>
                  </a:lnTo>
                  <a:close/>
                  <a:moveTo>
                    <a:pt x="1151" y="724"/>
                  </a:moveTo>
                  <a:cubicBezTo>
                    <a:pt x="1144" y="724"/>
                    <a:pt x="1144" y="726"/>
                    <a:pt x="1172" y="730"/>
                  </a:cubicBezTo>
                  <a:cubicBezTo>
                    <a:pt x="1172" y="726"/>
                    <a:pt x="1158" y="724"/>
                    <a:pt x="1151" y="724"/>
                  </a:cubicBezTo>
                  <a:close/>
                  <a:moveTo>
                    <a:pt x="637" y="730"/>
                  </a:moveTo>
                  <a:cubicBezTo>
                    <a:pt x="698" y="734"/>
                    <a:pt x="726" y="737"/>
                    <a:pt x="725" y="737"/>
                  </a:cubicBezTo>
                  <a:cubicBezTo>
                    <a:pt x="724" y="737"/>
                    <a:pt x="694" y="734"/>
                    <a:pt x="637" y="730"/>
                  </a:cubicBezTo>
                  <a:close/>
                  <a:moveTo>
                    <a:pt x="1115" y="747"/>
                  </a:moveTo>
                  <a:lnTo>
                    <a:pt x="1050" y="755"/>
                  </a:lnTo>
                  <a:lnTo>
                    <a:pt x="1050" y="747"/>
                  </a:lnTo>
                  <a:close/>
                  <a:moveTo>
                    <a:pt x="1050" y="763"/>
                  </a:moveTo>
                  <a:cubicBezTo>
                    <a:pt x="1079" y="767"/>
                    <a:pt x="1093" y="767"/>
                    <a:pt x="1100" y="767"/>
                  </a:cubicBezTo>
                  <a:cubicBezTo>
                    <a:pt x="1107" y="767"/>
                    <a:pt x="1107" y="767"/>
                    <a:pt x="1107" y="771"/>
                  </a:cubicBezTo>
                  <a:cubicBezTo>
                    <a:pt x="1107" y="775"/>
                    <a:pt x="1107" y="777"/>
                    <a:pt x="1100" y="777"/>
                  </a:cubicBezTo>
                  <a:cubicBezTo>
                    <a:pt x="1093" y="777"/>
                    <a:pt x="1079" y="775"/>
                    <a:pt x="1050" y="771"/>
                  </a:cubicBezTo>
                  <a:cubicBezTo>
                    <a:pt x="994" y="771"/>
                    <a:pt x="994" y="763"/>
                    <a:pt x="1050" y="763"/>
                  </a:cubicBezTo>
                  <a:close/>
                  <a:moveTo>
                    <a:pt x="690" y="789"/>
                  </a:moveTo>
                  <a:cubicBezTo>
                    <a:pt x="710" y="789"/>
                    <a:pt x="730" y="791"/>
                    <a:pt x="750" y="795"/>
                  </a:cubicBezTo>
                  <a:lnTo>
                    <a:pt x="629" y="795"/>
                  </a:lnTo>
                  <a:cubicBezTo>
                    <a:pt x="649" y="791"/>
                    <a:pt x="669" y="789"/>
                    <a:pt x="690" y="789"/>
                  </a:cubicBezTo>
                  <a:close/>
                  <a:moveTo>
                    <a:pt x="799" y="828"/>
                  </a:moveTo>
                  <a:lnTo>
                    <a:pt x="742" y="836"/>
                  </a:lnTo>
                  <a:cubicBezTo>
                    <a:pt x="686" y="836"/>
                    <a:pt x="686" y="828"/>
                    <a:pt x="686" y="828"/>
                  </a:cubicBezTo>
                  <a:close/>
                  <a:moveTo>
                    <a:pt x="1002" y="1087"/>
                  </a:moveTo>
                  <a:cubicBezTo>
                    <a:pt x="1042" y="1087"/>
                    <a:pt x="1083" y="1087"/>
                    <a:pt x="1123" y="1095"/>
                  </a:cubicBezTo>
                  <a:lnTo>
                    <a:pt x="1002" y="1095"/>
                  </a:lnTo>
                  <a:lnTo>
                    <a:pt x="1002" y="1087"/>
                  </a:lnTo>
                  <a:close/>
                  <a:moveTo>
                    <a:pt x="1107" y="1209"/>
                  </a:moveTo>
                  <a:cubicBezTo>
                    <a:pt x="1164" y="1209"/>
                    <a:pt x="1164" y="1217"/>
                    <a:pt x="1164" y="1225"/>
                  </a:cubicBezTo>
                  <a:cubicBezTo>
                    <a:pt x="1123" y="1225"/>
                    <a:pt x="1083" y="1225"/>
                    <a:pt x="1042" y="1217"/>
                  </a:cubicBezTo>
                  <a:cubicBezTo>
                    <a:pt x="1050" y="1209"/>
                    <a:pt x="1050" y="1209"/>
                    <a:pt x="1107" y="1209"/>
                  </a:cubicBezTo>
                  <a:close/>
                  <a:moveTo>
                    <a:pt x="653" y="1468"/>
                  </a:moveTo>
                  <a:lnTo>
                    <a:pt x="653" y="1476"/>
                  </a:lnTo>
                  <a:lnTo>
                    <a:pt x="767" y="1476"/>
                  </a:lnTo>
                  <a:cubicBezTo>
                    <a:pt x="726" y="1468"/>
                    <a:pt x="694" y="1468"/>
                    <a:pt x="653" y="1468"/>
                  </a:cubicBezTo>
                  <a:close/>
                  <a:moveTo>
                    <a:pt x="1058" y="1525"/>
                  </a:moveTo>
                  <a:cubicBezTo>
                    <a:pt x="1069" y="1525"/>
                    <a:pt x="1081" y="1525"/>
                    <a:pt x="1093" y="1526"/>
                  </a:cubicBezTo>
                  <a:lnTo>
                    <a:pt x="1093" y="1526"/>
                  </a:lnTo>
                  <a:cubicBezTo>
                    <a:pt x="1093" y="1525"/>
                    <a:pt x="1093" y="1525"/>
                    <a:pt x="1092" y="1525"/>
                  </a:cubicBezTo>
                  <a:close/>
                  <a:moveTo>
                    <a:pt x="921" y="1"/>
                  </a:moveTo>
                  <a:cubicBezTo>
                    <a:pt x="840" y="1"/>
                    <a:pt x="758" y="1"/>
                    <a:pt x="677" y="9"/>
                  </a:cubicBezTo>
                  <a:cubicBezTo>
                    <a:pt x="621" y="25"/>
                    <a:pt x="556" y="33"/>
                    <a:pt x="677" y="33"/>
                  </a:cubicBezTo>
                  <a:lnTo>
                    <a:pt x="734" y="33"/>
                  </a:lnTo>
                  <a:cubicBezTo>
                    <a:pt x="718" y="41"/>
                    <a:pt x="694" y="41"/>
                    <a:pt x="677" y="41"/>
                  </a:cubicBezTo>
                  <a:cubicBezTo>
                    <a:pt x="613" y="41"/>
                    <a:pt x="613" y="57"/>
                    <a:pt x="613" y="74"/>
                  </a:cubicBezTo>
                  <a:cubicBezTo>
                    <a:pt x="604" y="90"/>
                    <a:pt x="604" y="98"/>
                    <a:pt x="548" y="98"/>
                  </a:cubicBezTo>
                  <a:cubicBezTo>
                    <a:pt x="483" y="106"/>
                    <a:pt x="483" y="106"/>
                    <a:pt x="483" y="106"/>
                  </a:cubicBezTo>
                  <a:cubicBezTo>
                    <a:pt x="548" y="106"/>
                    <a:pt x="540" y="122"/>
                    <a:pt x="540" y="147"/>
                  </a:cubicBezTo>
                  <a:cubicBezTo>
                    <a:pt x="540" y="171"/>
                    <a:pt x="531" y="187"/>
                    <a:pt x="596" y="187"/>
                  </a:cubicBezTo>
                  <a:lnTo>
                    <a:pt x="596" y="195"/>
                  </a:lnTo>
                  <a:cubicBezTo>
                    <a:pt x="531" y="195"/>
                    <a:pt x="531" y="203"/>
                    <a:pt x="531" y="212"/>
                  </a:cubicBezTo>
                  <a:cubicBezTo>
                    <a:pt x="588" y="220"/>
                    <a:pt x="588" y="220"/>
                    <a:pt x="588" y="220"/>
                  </a:cubicBezTo>
                  <a:cubicBezTo>
                    <a:pt x="531" y="220"/>
                    <a:pt x="531" y="228"/>
                    <a:pt x="531" y="228"/>
                  </a:cubicBezTo>
                  <a:cubicBezTo>
                    <a:pt x="523" y="236"/>
                    <a:pt x="523" y="244"/>
                    <a:pt x="588" y="244"/>
                  </a:cubicBezTo>
                  <a:cubicBezTo>
                    <a:pt x="588" y="244"/>
                    <a:pt x="580" y="268"/>
                    <a:pt x="523" y="276"/>
                  </a:cubicBezTo>
                  <a:cubicBezTo>
                    <a:pt x="459" y="276"/>
                    <a:pt x="523" y="285"/>
                    <a:pt x="580" y="285"/>
                  </a:cubicBezTo>
                  <a:cubicBezTo>
                    <a:pt x="621" y="285"/>
                    <a:pt x="661" y="285"/>
                    <a:pt x="702" y="293"/>
                  </a:cubicBezTo>
                  <a:lnTo>
                    <a:pt x="580" y="293"/>
                  </a:lnTo>
                  <a:cubicBezTo>
                    <a:pt x="552" y="289"/>
                    <a:pt x="538" y="287"/>
                    <a:pt x="529" y="287"/>
                  </a:cubicBezTo>
                  <a:cubicBezTo>
                    <a:pt x="521" y="287"/>
                    <a:pt x="519" y="289"/>
                    <a:pt x="515" y="293"/>
                  </a:cubicBezTo>
                  <a:lnTo>
                    <a:pt x="515" y="301"/>
                  </a:lnTo>
                  <a:cubicBezTo>
                    <a:pt x="580" y="301"/>
                    <a:pt x="572" y="317"/>
                    <a:pt x="572" y="333"/>
                  </a:cubicBezTo>
                  <a:cubicBezTo>
                    <a:pt x="572" y="366"/>
                    <a:pt x="564" y="374"/>
                    <a:pt x="629" y="374"/>
                  </a:cubicBezTo>
                  <a:cubicBezTo>
                    <a:pt x="686" y="374"/>
                    <a:pt x="686" y="374"/>
                    <a:pt x="629" y="390"/>
                  </a:cubicBezTo>
                  <a:cubicBezTo>
                    <a:pt x="442" y="406"/>
                    <a:pt x="442" y="406"/>
                    <a:pt x="499" y="406"/>
                  </a:cubicBezTo>
                  <a:lnTo>
                    <a:pt x="621" y="406"/>
                  </a:lnTo>
                  <a:cubicBezTo>
                    <a:pt x="742" y="406"/>
                    <a:pt x="742" y="406"/>
                    <a:pt x="621" y="414"/>
                  </a:cubicBezTo>
                  <a:cubicBezTo>
                    <a:pt x="499" y="414"/>
                    <a:pt x="556" y="455"/>
                    <a:pt x="677" y="463"/>
                  </a:cubicBezTo>
                  <a:lnTo>
                    <a:pt x="613" y="463"/>
                  </a:lnTo>
                  <a:cubicBezTo>
                    <a:pt x="556" y="463"/>
                    <a:pt x="556" y="463"/>
                    <a:pt x="556" y="479"/>
                  </a:cubicBezTo>
                  <a:lnTo>
                    <a:pt x="548" y="487"/>
                  </a:lnTo>
                  <a:cubicBezTo>
                    <a:pt x="669" y="487"/>
                    <a:pt x="604" y="503"/>
                    <a:pt x="548" y="503"/>
                  </a:cubicBezTo>
                  <a:cubicBezTo>
                    <a:pt x="491" y="503"/>
                    <a:pt x="491" y="503"/>
                    <a:pt x="491" y="512"/>
                  </a:cubicBezTo>
                  <a:cubicBezTo>
                    <a:pt x="604" y="520"/>
                    <a:pt x="548" y="536"/>
                    <a:pt x="483" y="536"/>
                  </a:cubicBezTo>
                  <a:lnTo>
                    <a:pt x="483" y="544"/>
                  </a:lnTo>
                  <a:cubicBezTo>
                    <a:pt x="540" y="544"/>
                    <a:pt x="540" y="552"/>
                    <a:pt x="540" y="552"/>
                  </a:cubicBezTo>
                  <a:cubicBezTo>
                    <a:pt x="540" y="568"/>
                    <a:pt x="540" y="568"/>
                    <a:pt x="596" y="568"/>
                  </a:cubicBezTo>
                  <a:cubicBezTo>
                    <a:pt x="610" y="566"/>
                    <a:pt x="623" y="565"/>
                    <a:pt x="637" y="565"/>
                  </a:cubicBezTo>
                  <a:cubicBezTo>
                    <a:pt x="664" y="565"/>
                    <a:pt x="691" y="568"/>
                    <a:pt x="718" y="568"/>
                  </a:cubicBezTo>
                  <a:lnTo>
                    <a:pt x="661" y="568"/>
                  </a:lnTo>
                  <a:cubicBezTo>
                    <a:pt x="596" y="568"/>
                    <a:pt x="596" y="576"/>
                    <a:pt x="596" y="593"/>
                  </a:cubicBezTo>
                  <a:cubicBezTo>
                    <a:pt x="596" y="609"/>
                    <a:pt x="596" y="609"/>
                    <a:pt x="531" y="617"/>
                  </a:cubicBezTo>
                  <a:lnTo>
                    <a:pt x="588" y="617"/>
                  </a:lnTo>
                  <a:cubicBezTo>
                    <a:pt x="653" y="625"/>
                    <a:pt x="653" y="625"/>
                    <a:pt x="588" y="625"/>
                  </a:cubicBezTo>
                  <a:cubicBezTo>
                    <a:pt x="531" y="625"/>
                    <a:pt x="531" y="641"/>
                    <a:pt x="588" y="649"/>
                  </a:cubicBezTo>
                  <a:cubicBezTo>
                    <a:pt x="467" y="657"/>
                    <a:pt x="467" y="666"/>
                    <a:pt x="588" y="666"/>
                  </a:cubicBezTo>
                  <a:cubicBezTo>
                    <a:pt x="523" y="666"/>
                    <a:pt x="523" y="674"/>
                    <a:pt x="523" y="674"/>
                  </a:cubicBezTo>
                  <a:cubicBezTo>
                    <a:pt x="580" y="682"/>
                    <a:pt x="580" y="690"/>
                    <a:pt x="523" y="690"/>
                  </a:cubicBezTo>
                  <a:lnTo>
                    <a:pt x="523" y="698"/>
                  </a:lnTo>
                  <a:cubicBezTo>
                    <a:pt x="580" y="698"/>
                    <a:pt x="580" y="698"/>
                    <a:pt x="580" y="706"/>
                  </a:cubicBezTo>
                  <a:cubicBezTo>
                    <a:pt x="580" y="706"/>
                    <a:pt x="580" y="714"/>
                    <a:pt x="637" y="714"/>
                  </a:cubicBezTo>
                  <a:cubicBezTo>
                    <a:pt x="702" y="714"/>
                    <a:pt x="694" y="722"/>
                    <a:pt x="694" y="722"/>
                  </a:cubicBezTo>
                  <a:cubicBezTo>
                    <a:pt x="661" y="722"/>
                    <a:pt x="621" y="722"/>
                    <a:pt x="580" y="714"/>
                  </a:cubicBezTo>
                  <a:cubicBezTo>
                    <a:pt x="515" y="714"/>
                    <a:pt x="515" y="722"/>
                    <a:pt x="637" y="730"/>
                  </a:cubicBezTo>
                  <a:cubicBezTo>
                    <a:pt x="599" y="730"/>
                    <a:pt x="558" y="727"/>
                    <a:pt x="553" y="727"/>
                  </a:cubicBezTo>
                  <a:lnTo>
                    <a:pt x="553" y="727"/>
                  </a:lnTo>
                  <a:cubicBezTo>
                    <a:pt x="551" y="727"/>
                    <a:pt x="558" y="728"/>
                    <a:pt x="580" y="730"/>
                  </a:cubicBezTo>
                  <a:cubicBezTo>
                    <a:pt x="580" y="730"/>
                    <a:pt x="572" y="739"/>
                    <a:pt x="637" y="739"/>
                  </a:cubicBezTo>
                  <a:cubicBezTo>
                    <a:pt x="637" y="739"/>
                    <a:pt x="637" y="747"/>
                    <a:pt x="637" y="747"/>
                  </a:cubicBezTo>
                  <a:cubicBezTo>
                    <a:pt x="572" y="755"/>
                    <a:pt x="572" y="755"/>
                    <a:pt x="572" y="763"/>
                  </a:cubicBezTo>
                  <a:cubicBezTo>
                    <a:pt x="515" y="763"/>
                    <a:pt x="507" y="771"/>
                    <a:pt x="629" y="771"/>
                  </a:cubicBezTo>
                  <a:cubicBezTo>
                    <a:pt x="694" y="771"/>
                    <a:pt x="686" y="779"/>
                    <a:pt x="629" y="779"/>
                  </a:cubicBezTo>
                  <a:lnTo>
                    <a:pt x="572" y="779"/>
                  </a:lnTo>
                  <a:cubicBezTo>
                    <a:pt x="629" y="787"/>
                    <a:pt x="629" y="787"/>
                    <a:pt x="629" y="787"/>
                  </a:cubicBezTo>
                  <a:cubicBezTo>
                    <a:pt x="572" y="787"/>
                    <a:pt x="564" y="820"/>
                    <a:pt x="564" y="844"/>
                  </a:cubicBezTo>
                  <a:cubicBezTo>
                    <a:pt x="596" y="852"/>
                    <a:pt x="637" y="852"/>
                    <a:pt x="677" y="852"/>
                  </a:cubicBezTo>
                  <a:cubicBezTo>
                    <a:pt x="499" y="852"/>
                    <a:pt x="499" y="860"/>
                    <a:pt x="677" y="860"/>
                  </a:cubicBezTo>
                  <a:cubicBezTo>
                    <a:pt x="621" y="868"/>
                    <a:pt x="621" y="868"/>
                    <a:pt x="677" y="868"/>
                  </a:cubicBezTo>
                  <a:cubicBezTo>
                    <a:pt x="621" y="876"/>
                    <a:pt x="556" y="876"/>
                    <a:pt x="613" y="876"/>
                  </a:cubicBezTo>
                  <a:cubicBezTo>
                    <a:pt x="613" y="876"/>
                    <a:pt x="613" y="884"/>
                    <a:pt x="556" y="884"/>
                  </a:cubicBezTo>
                  <a:cubicBezTo>
                    <a:pt x="491" y="884"/>
                    <a:pt x="556" y="893"/>
                    <a:pt x="613" y="893"/>
                  </a:cubicBezTo>
                  <a:cubicBezTo>
                    <a:pt x="699" y="898"/>
                    <a:pt x="724" y="904"/>
                    <a:pt x="688" y="904"/>
                  </a:cubicBezTo>
                  <a:cubicBezTo>
                    <a:pt x="673" y="904"/>
                    <a:pt x="648" y="903"/>
                    <a:pt x="613" y="901"/>
                  </a:cubicBezTo>
                  <a:cubicBezTo>
                    <a:pt x="491" y="901"/>
                    <a:pt x="548" y="917"/>
                    <a:pt x="669" y="917"/>
                  </a:cubicBezTo>
                  <a:cubicBezTo>
                    <a:pt x="791" y="925"/>
                    <a:pt x="791" y="925"/>
                    <a:pt x="726" y="925"/>
                  </a:cubicBezTo>
                  <a:cubicBezTo>
                    <a:pt x="707" y="922"/>
                    <a:pt x="695" y="921"/>
                    <a:pt x="686" y="921"/>
                  </a:cubicBezTo>
                  <a:cubicBezTo>
                    <a:pt x="669" y="921"/>
                    <a:pt x="669" y="925"/>
                    <a:pt x="669" y="925"/>
                  </a:cubicBezTo>
                  <a:cubicBezTo>
                    <a:pt x="669" y="925"/>
                    <a:pt x="669" y="933"/>
                    <a:pt x="604" y="933"/>
                  </a:cubicBezTo>
                  <a:cubicBezTo>
                    <a:pt x="604" y="933"/>
                    <a:pt x="604" y="933"/>
                    <a:pt x="669" y="941"/>
                  </a:cubicBezTo>
                  <a:cubicBezTo>
                    <a:pt x="783" y="949"/>
                    <a:pt x="726" y="957"/>
                    <a:pt x="604" y="957"/>
                  </a:cubicBezTo>
                  <a:lnTo>
                    <a:pt x="661" y="966"/>
                  </a:lnTo>
                  <a:cubicBezTo>
                    <a:pt x="783" y="966"/>
                    <a:pt x="840" y="974"/>
                    <a:pt x="718" y="974"/>
                  </a:cubicBezTo>
                  <a:lnTo>
                    <a:pt x="661" y="974"/>
                  </a:lnTo>
                  <a:cubicBezTo>
                    <a:pt x="783" y="974"/>
                    <a:pt x="718" y="990"/>
                    <a:pt x="596" y="990"/>
                  </a:cubicBezTo>
                  <a:lnTo>
                    <a:pt x="718" y="990"/>
                  </a:lnTo>
                  <a:cubicBezTo>
                    <a:pt x="718" y="998"/>
                    <a:pt x="718" y="998"/>
                    <a:pt x="661" y="998"/>
                  </a:cubicBezTo>
                  <a:cubicBezTo>
                    <a:pt x="596" y="998"/>
                    <a:pt x="540" y="1006"/>
                    <a:pt x="596" y="1006"/>
                  </a:cubicBezTo>
                  <a:cubicBezTo>
                    <a:pt x="596" y="1006"/>
                    <a:pt x="596" y="1006"/>
                    <a:pt x="540" y="1014"/>
                  </a:cubicBezTo>
                  <a:cubicBezTo>
                    <a:pt x="540" y="1014"/>
                    <a:pt x="531" y="1014"/>
                    <a:pt x="531" y="1022"/>
                  </a:cubicBezTo>
                  <a:cubicBezTo>
                    <a:pt x="596" y="1022"/>
                    <a:pt x="596" y="1030"/>
                    <a:pt x="531" y="1030"/>
                  </a:cubicBezTo>
                  <a:cubicBezTo>
                    <a:pt x="531" y="1030"/>
                    <a:pt x="531" y="1039"/>
                    <a:pt x="588" y="1039"/>
                  </a:cubicBezTo>
                  <a:cubicBezTo>
                    <a:pt x="588" y="1047"/>
                    <a:pt x="588" y="1055"/>
                    <a:pt x="531" y="1055"/>
                  </a:cubicBezTo>
                  <a:cubicBezTo>
                    <a:pt x="588" y="1055"/>
                    <a:pt x="588" y="1055"/>
                    <a:pt x="588" y="1063"/>
                  </a:cubicBezTo>
                  <a:cubicBezTo>
                    <a:pt x="645" y="1063"/>
                    <a:pt x="645" y="1063"/>
                    <a:pt x="645" y="1071"/>
                  </a:cubicBezTo>
                  <a:cubicBezTo>
                    <a:pt x="645" y="1071"/>
                    <a:pt x="588" y="1079"/>
                    <a:pt x="588" y="1087"/>
                  </a:cubicBezTo>
                  <a:cubicBezTo>
                    <a:pt x="588" y="1091"/>
                    <a:pt x="588" y="1093"/>
                    <a:pt x="595" y="1093"/>
                  </a:cubicBezTo>
                  <a:cubicBezTo>
                    <a:pt x="602" y="1093"/>
                    <a:pt x="617" y="1091"/>
                    <a:pt x="645" y="1087"/>
                  </a:cubicBezTo>
                  <a:cubicBezTo>
                    <a:pt x="645" y="1087"/>
                    <a:pt x="702" y="1087"/>
                    <a:pt x="645" y="1095"/>
                  </a:cubicBezTo>
                  <a:cubicBezTo>
                    <a:pt x="645" y="1095"/>
                    <a:pt x="580" y="1103"/>
                    <a:pt x="580" y="1120"/>
                  </a:cubicBezTo>
                  <a:cubicBezTo>
                    <a:pt x="580" y="1128"/>
                    <a:pt x="580" y="1128"/>
                    <a:pt x="637" y="1128"/>
                  </a:cubicBezTo>
                  <a:cubicBezTo>
                    <a:pt x="515" y="1136"/>
                    <a:pt x="515" y="1144"/>
                    <a:pt x="580" y="1144"/>
                  </a:cubicBezTo>
                  <a:lnTo>
                    <a:pt x="637" y="1144"/>
                  </a:lnTo>
                  <a:cubicBezTo>
                    <a:pt x="580" y="1144"/>
                    <a:pt x="580" y="1152"/>
                    <a:pt x="637" y="1160"/>
                  </a:cubicBezTo>
                  <a:lnTo>
                    <a:pt x="580" y="1160"/>
                  </a:lnTo>
                  <a:lnTo>
                    <a:pt x="572" y="1168"/>
                  </a:lnTo>
                  <a:cubicBezTo>
                    <a:pt x="694" y="1168"/>
                    <a:pt x="629" y="1193"/>
                    <a:pt x="572" y="1193"/>
                  </a:cubicBezTo>
                  <a:cubicBezTo>
                    <a:pt x="572" y="1193"/>
                    <a:pt x="572" y="1193"/>
                    <a:pt x="629" y="1201"/>
                  </a:cubicBezTo>
                  <a:cubicBezTo>
                    <a:pt x="750" y="1201"/>
                    <a:pt x="750" y="1209"/>
                    <a:pt x="629" y="1209"/>
                  </a:cubicBezTo>
                  <a:cubicBezTo>
                    <a:pt x="686" y="1209"/>
                    <a:pt x="686" y="1225"/>
                    <a:pt x="564" y="1225"/>
                  </a:cubicBezTo>
                  <a:lnTo>
                    <a:pt x="450" y="1225"/>
                  </a:lnTo>
                  <a:cubicBezTo>
                    <a:pt x="507" y="1225"/>
                    <a:pt x="507" y="1233"/>
                    <a:pt x="507" y="1233"/>
                  </a:cubicBezTo>
                  <a:cubicBezTo>
                    <a:pt x="564" y="1233"/>
                    <a:pt x="564" y="1233"/>
                    <a:pt x="564" y="1241"/>
                  </a:cubicBezTo>
                  <a:cubicBezTo>
                    <a:pt x="564" y="1247"/>
                    <a:pt x="591" y="1252"/>
                    <a:pt x="608" y="1258"/>
                  </a:cubicBezTo>
                  <a:lnTo>
                    <a:pt x="608" y="1258"/>
                  </a:lnTo>
                  <a:cubicBezTo>
                    <a:pt x="620" y="1257"/>
                    <a:pt x="633" y="1257"/>
                    <a:pt x="646" y="1257"/>
                  </a:cubicBezTo>
                  <a:cubicBezTo>
                    <a:pt x="657" y="1257"/>
                    <a:pt x="667" y="1257"/>
                    <a:pt x="677" y="1257"/>
                  </a:cubicBezTo>
                  <a:cubicBezTo>
                    <a:pt x="837" y="1266"/>
                    <a:pt x="955" y="1333"/>
                    <a:pt x="1032" y="1428"/>
                  </a:cubicBezTo>
                  <a:lnTo>
                    <a:pt x="1032" y="1428"/>
                  </a:lnTo>
                  <a:cubicBezTo>
                    <a:pt x="1027" y="1428"/>
                    <a:pt x="1023" y="1428"/>
                    <a:pt x="1018" y="1428"/>
                  </a:cubicBezTo>
                  <a:lnTo>
                    <a:pt x="1018" y="1436"/>
                  </a:lnTo>
                  <a:lnTo>
                    <a:pt x="1038" y="1436"/>
                  </a:lnTo>
                  <a:cubicBezTo>
                    <a:pt x="1036" y="1433"/>
                    <a:pt x="1034" y="1430"/>
                    <a:pt x="1032" y="1428"/>
                  </a:cubicBezTo>
                  <a:lnTo>
                    <a:pt x="1032" y="1428"/>
                  </a:lnTo>
                  <a:cubicBezTo>
                    <a:pt x="1066" y="1428"/>
                    <a:pt x="1096" y="1429"/>
                    <a:pt x="1131" y="1436"/>
                  </a:cubicBezTo>
                  <a:lnTo>
                    <a:pt x="1038" y="1436"/>
                  </a:lnTo>
                  <a:cubicBezTo>
                    <a:pt x="1060" y="1464"/>
                    <a:pt x="1078" y="1493"/>
                    <a:pt x="1092" y="1525"/>
                  </a:cubicBezTo>
                  <a:lnTo>
                    <a:pt x="1237" y="1525"/>
                  </a:lnTo>
                  <a:cubicBezTo>
                    <a:pt x="1237" y="1528"/>
                    <a:pt x="1224" y="1529"/>
                    <a:pt x="1205" y="1529"/>
                  </a:cubicBezTo>
                  <a:cubicBezTo>
                    <a:pt x="1176" y="1529"/>
                    <a:pt x="1131" y="1527"/>
                    <a:pt x="1093" y="1526"/>
                  </a:cubicBezTo>
                  <a:lnTo>
                    <a:pt x="1093" y="1526"/>
                  </a:lnTo>
                  <a:cubicBezTo>
                    <a:pt x="1104" y="1549"/>
                    <a:pt x="1113" y="1573"/>
                    <a:pt x="1120" y="1598"/>
                  </a:cubicBezTo>
                  <a:lnTo>
                    <a:pt x="1120" y="1598"/>
                  </a:lnTo>
                  <a:cubicBezTo>
                    <a:pt x="1116" y="1598"/>
                    <a:pt x="1111" y="1598"/>
                    <a:pt x="1107" y="1598"/>
                  </a:cubicBezTo>
                  <a:lnTo>
                    <a:pt x="1107" y="1606"/>
                  </a:lnTo>
                  <a:lnTo>
                    <a:pt x="1122" y="1606"/>
                  </a:lnTo>
                  <a:cubicBezTo>
                    <a:pt x="1121" y="1603"/>
                    <a:pt x="1121" y="1601"/>
                    <a:pt x="1120" y="1598"/>
                  </a:cubicBezTo>
                  <a:lnTo>
                    <a:pt x="1120" y="1598"/>
                  </a:lnTo>
                  <a:cubicBezTo>
                    <a:pt x="1156" y="1598"/>
                    <a:pt x="1192" y="1599"/>
                    <a:pt x="1229" y="1606"/>
                  </a:cubicBezTo>
                  <a:lnTo>
                    <a:pt x="1122" y="1606"/>
                  </a:lnTo>
                  <a:cubicBezTo>
                    <a:pt x="1123" y="1609"/>
                    <a:pt x="1124" y="1612"/>
                    <a:pt x="1124" y="1615"/>
                  </a:cubicBezTo>
                  <a:lnTo>
                    <a:pt x="1124" y="1615"/>
                  </a:lnTo>
                  <a:cubicBezTo>
                    <a:pt x="1136" y="1614"/>
                    <a:pt x="1149" y="1614"/>
                    <a:pt x="1164" y="1614"/>
                  </a:cubicBezTo>
                  <a:lnTo>
                    <a:pt x="1229" y="1614"/>
                  </a:lnTo>
                  <a:cubicBezTo>
                    <a:pt x="1229" y="1614"/>
                    <a:pt x="1229" y="1606"/>
                    <a:pt x="1285" y="1606"/>
                  </a:cubicBezTo>
                  <a:cubicBezTo>
                    <a:pt x="1407" y="1598"/>
                    <a:pt x="1350" y="1590"/>
                    <a:pt x="1285" y="1590"/>
                  </a:cubicBezTo>
                  <a:cubicBezTo>
                    <a:pt x="1248" y="1593"/>
                    <a:pt x="1229" y="1593"/>
                    <a:pt x="1222" y="1593"/>
                  </a:cubicBezTo>
                  <a:cubicBezTo>
                    <a:pt x="1210" y="1593"/>
                    <a:pt x="1248" y="1590"/>
                    <a:pt x="1285" y="1590"/>
                  </a:cubicBezTo>
                  <a:cubicBezTo>
                    <a:pt x="1350" y="1590"/>
                    <a:pt x="1407" y="1582"/>
                    <a:pt x="1350" y="1582"/>
                  </a:cubicBezTo>
                  <a:cubicBezTo>
                    <a:pt x="1294" y="1582"/>
                    <a:pt x="1237" y="1566"/>
                    <a:pt x="1350" y="1566"/>
                  </a:cubicBezTo>
                  <a:lnTo>
                    <a:pt x="1350" y="1557"/>
                  </a:lnTo>
                  <a:cubicBezTo>
                    <a:pt x="1294" y="1557"/>
                    <a:pt x="1294" y="1549"/>
                    <a:pt x="1294" y="1541"/>
                  </a:cubicBezTo>
                  <a:cubicBezTo>
                    <a:pt x="1294" y="1541"/>
                    <a:pt x="1302" y="1533"/>
                    <a:pt x="1358" y="1533"/>
                  </a:cubicBezTo>
                  <a:cubicBezTo>
                    <a:pt x="1375" y="1535"/>
                    <a:pt x="1387" y="1536"/>
                    <a:pt x="1394" y="1536"/>
                  </a:cubicBezTo>
                  <a:cubicBezTo>
                    <a:pt x="1410" y="1536"/>
                    <a:pt x="1399" y="1531"/>
                    <a:pt x="1358" y="1525"/>
                  </a:cubicBezTo>
                  <a:cubicBezTo>
                    <a:pt x="1358" y="1525"/>
                    <a:pt x="1237" y="1525"/>
                    <a:pt x="1237" y="1517"/>
                  </a:cubicBezTo>
                  <a:cubicBezTo>
                    <a:pt x="1196" y="1517"/>
                    <a:pt x="1164" y="1517"/>
                    <a:pt x="1123" y="1509"/>
                  </a:cubicBezTo>
                  <a:lnTo>
                    <a:pt x="1245" y="1509"/>
                  </a:lnTo>
                  <a:cubicBezTo>
                    <a:pt x="1302" y="1501"/>
                    <a:pt x="1302" y="1501"/>
                    <a:pt x="1302" y="1493"/>
                  </a:cubicBezTo>
                  <a:cubicBezTo>
                    <a:pt x="1302" y="1484"/>
                    <a:pt x="1302" y="1484"/>
                    <a:pt x="1245" y="1476"/>
                  </a:cubicBezTo>
                  <a:cubicBezTo>
                    <a:pt x="1367" y="1476"/>
                    <a:pt x="1367" y="1460"/>
                    <a:pt x="1253" y="1452"/>
                  </a:cubicBezTo>
                  <a:cubicBezTo>
                    <a:pt x="1188" y="1452"/>
                    <a:pt x="1188" y="1452"/>
                    <a:pt x="1253" y="1444"/>
                  </a:cubicBezTo>
                  <a:cubicBezTo>
                    <a:pt x="1188" y="1436"/>
                    <a:pt x="1253" y="1436"/>
                    <a:pt x="1310" y="1436"/>
                  </a:cubicBezTo>
                  <a:cubicBezTo>
                    <a:pt x="1431" y="1428"/>
                    <a:pt x="1431" y="1428"/>
                    <a:pt x="1375" y="1420"/>
                  </a:cubicBezTo>
                  <a:cubicBezTo>
                    <a:pt x="1310" y="1420"/>
                    <a:pt x="1318" y="1411"/>
                    <a:pt x="1318" y="1411"/>
                  </a:cubicBezTo>
                  <a:cubicBezTo>
                    <a:pt x="1289" y="1406"/>
                    <a:pt x="1261" y="1400"/>
                    <a:pt x="1232" y="1400"/>
                  </a:cubicBezTo>
                  <a:cubicBezTo>
                    <a:pt x="1220" y="1400"/>
                    <a:pt x="1208" y="1401"/>
                    <a:pt x="1196" y="1403"/>
                  </a:cubicBezTo>
                  <a:cubicBezTo>
                    <a:pt x="1178" y="1403"/>
                    <a:pt x="1158" y="1402"/>
                    <a:pt x="1140" y="1401"/>
                  </a:cubicBezTo>
                  <a:lnTo>
                    <a:pt x="1140" y="1401"/>
                  </a:lnTo>
                  <a:cubicBezTo>
                    <a:pt x="1159" y="1401"/>
                    <a:pt x="1178" y="1399"/>
                    <a:pt x="1196" y="1395"/>
                  </a:cubicBezTo>
                  <a:cubicBezTo>
                    <a:pt x="1261" y="1395"/>
                    <a:pt x="1261" y="1387"/>
                    <a:pt x="1261" y="1379"/>
                  </a:cubicBezTo>
                  <a:cubicBezTo>
                    <a:pt x="1261" y="1379"/>
                    <a:pt x="1261" y="1371"/>
                    <a:pt x="1261" y="1371"/>
                  </a:cubicBezTo>
                  <a:cubicBezTo>
                    <a:pt x="1318" y="1363"/>
                    <a:pt x="1326" y="1355"/>
                    <a:pt x="1261" y="1355"/>
                  </a:cubicBezTo>
                  <a:lnTo>
                    <a:pt x="1204" y="1355"/>
                  </a:lnTo>
                  <a:cubicBezTo>
                    <a:pt x="1326" y="1355"/>
                    <a:pt x="1326" y="1322"/>
                    <a:pt x="1204" y="1314"/>
                  </a:cubicBezTo>
                  <a:lnTo>
                    <a:pt x="1269" y="1314"/>
                  </a:lnTo>
                  <a:cubicBezTo>
                    <a:pt x="1326" y="1314"/>
                    <a:pt x="1326" y="1314"/>
                    <a:pt x="1326" y="1306"/>
                  </a:cubicBezTo>
                  <a:cubicBezTo>
                    <a:pt x="1326" y="1306"/>
                    <a:pt x="1269" y="1290"/>
                    <a:pt x="1269" y="1282"/>
                  </a:cubicBezTo>
                  <a:cubicBezTo>
                    <a:pt x="1277" y="1274"/>
                    <a:pt x="1277" y="1266"/>
                    <a:pt x="1213" y="1266"/>
                  </a:cubicBezTo>
                  <a:cubicBezTo>
                    <a:pt x="1213" y="1257"/>
                    <a:pt x="1213" y="1257"/>
                    <a:pt x="1277" y="1257"/>
                  </a:cubicBezTo>
                  <a:cubicBezTo>
                    <a:pt x="1296" y="1260"/>
                    <a:pt x="1309" y="1261"/>
                    <a:pt x="1317" y="1261"/>
                  </a:cubicBezTo>
                  <a:cubicBezTo>
                    <a:pt x="1334" y="1261"/>
                    <a:pt x="1334" y="1257"/>
                    <a:pt x="1334" y="1257"/>
                  </a:cubicBezTo>
                  <a:cubicBezTo>
                    <a:pt x="1294" y="1249"/>
                    <a:pt x="1253" y="1249"/>
                    <a:pt x="1221" y="1249"/>
                  </a:cubicBezTo>
                  <a:cubicBezTo>
                    <a:pt x="1156" y="1249"/>
                    <a:pt x="1156" y="1249"/>
                    <a:pt x="1221" y="1241"/>
                  </a:cubicBezTo>
                  <a:cubicBezTo>
                    <a:pt x="1277" y="1233"/>
                    <a:pt x="1277" y="1225"/>
                    <a:pt x="1221" y="1217"/>
                  </a:cubicBezTo>
                  <a:cubicBezTo>
                    <a:pt x="1221" y="1217"/>
                    <a:pt x="1221" y="1209"/>
                    <a:pt x="1285" y="1209"/>
                  </a:cubicBezTo>
                  <a:cubicBezTo>
                    <a:pt x="1342" y="1209"/>
                    <a:pt x="1407" y="1201"/>
                    <a:pt x="1285" y="1201"/>
                  </a:cubicBezTo>
                  <a:cubicBezTo>
                    <a:pt x="1285" y="1193"/>
                    <a:pt x="1285" y="1193"/>
                    <a:pt x="1342" y="1193"/>
                  </a:cubicBezTo>
                  <a:cubicBezTo>
                    <a:pt x="1407" y="1193"/>
                    <a:pt x="1464" y="1193"/>
                    <a:pt x="1350" y="1184"/>
                  </a:cubicBezTo>
                  <a:cubicBezTo>
                    <a:pt x="1285" y="1184"/>
                    <a:pt x="1285" y="1168"/>
                    <a:pt x="1350" y="1168"/>
                  </a:cubicBezTo>
                  <a:cubicBezTo>
                    <a:pt x="1350" y="1160"/>
                    <a:pt x="1350" y="1160"/>
                    <a:pt x="1294" y="1160"/>
                  </a:cubicBezTo>
                  <a:lnTo>
                    <a:pt x="1229" y="1160"/>
                  </a:lnTo>
                  <a:cubicBezTo>
                    <a:pt x="1350" y="1160"/>
                    <a:pt x="1350" y="1160"/>
                    <a:pt x="1229" y="1152"/>
                  </a:cubicBezTo>
                  <a:cubicBezTo>
                    <a:pt x="1294" y="1144"/>
                    <a:pt x="1294" y="1144"/>
                    <a:pt x="1294" y="1144"/>
                  </a:cubicBezTo>
                  <a:cubicBezTo>
                    <a:pt x="1294" y="1144"/>
                    <a:pt x="1237" y="1128"/>
                    <a:pt x="1237" y="1111"/>
                  </a:cubicBezTo>
                  <a:cubicBezTo>
                    <a:pt x="1245" y="1087"/>
                    <a:pt x="1245" y="1079"/>
                    <a:pt x="1180" y="1079"/>
                  </a:cubicBezTo>
                  <a:cubicBezTo>
                    <a:pt x="1123" y="1071"/>
                    <a:pt x="1123" y="1071"/>
                    <a:pt x="1180" y="1071"/>
                  </a:cubicBezTo>
                  <a:cubicBezTo>
                    <a:pt x="1245" y="1071"/>
                    <a:pt x="1245" y="1063"/>
                    <a:pt x="1245" y="1063"/>
                  </a:cubicBezTo>
                  <a:cubicBezTo>
                    <a:pt x="1245" y="1055"/>
                    <a:pt x="1245" y="1055"/>
                    <a:pt x="1302" y="1055"/>
                  </a:cubicBezTo>
                  <a:cubicBezTo>
                    <a:pt x="1245" y="1055"/>
                    <a:pt x="1245" y="1055"/>
                    <a:pt x="1245" y="1047"/>
                  </a:cubicBezTo>
                  <a:cubicBezTo>
                    <a:pt x="1310" y="1047"/>
                    <a:pt x="1310" y="1047"/>
                    <a:pt x="1245" y="1039"/>
                  </a:cubicBezTo>
                  <a:cubicBezTo>
                    <a:pt x="1310" y="1039"/>
                    <a:pt x="1367" y="1030"/>
                    <a:pt x="1310" y="1030"/>
                  </a:cubicBezTo>
                  <a:cubicBezTo>
                    <a:pt x="1245" y="1030"/>
                    <a:pt x="1253" y="1030"/>
                    <a:pt x="1188" y="1022"/>
                  </a:cubicBezTo>
                  <a:cubicBezTo>
                    <a:pt x="1188" y="1022"/>
                    <a:pt x="1188" y="1014"/>
                    <a:pt x="1253" y="1014"/>
                  </a:cubicBezTo>
                  <a:cubicBezTo>
                    <a:pt x="1310" y="1014"/>
                    <a:pt x="1253" y="998"/>
                    <a:pt x="1196" y="998"/>
                  </a:cubicBezTo>
                  <a:cubicBezTo>
                    <a:pt x="1131" y="998"/>
                    <a:pt x="1131" y="990"/>
                    <a:pt x="1196" y="990"/>
                  </a:cubicBezTo>
                  <a:lnTo>
                    <a:pt x="1253" y="990"/>
                  </a:lnTo>
                  <a:cubicBezTo>
                    <a:pt x="1196" y="982"/>
                    <a:pt x="1253" y="982"/>
                    <a:pt x="1318" y="982"/>
                  </a:cubicBezTo>
                  <a:cubicBezTo>
                    <a:pt x="1335" y="984"/>
                    <a:pt x="1346" y="985"/>
                    <a:pt x="1355" y="985"/>
                  </a:cubicBezTo>
                  <a:cubicBezTo>
                    <a:pt x="1375" y="985"/>
                    <a:pt x="1375" y="979"/>
                    <a:pt x="1375" y="974"/>
                  </a:cubicBezTo>
                  <a:cubicBezTo>
                    <a:pt x="1318" y="974"/>
                    <a:pt x="1318" y="966"/>
                    <a:pt x="1318" y="949"/>
                  </a:cubicBezTo>
                  <a:cubicBezTo>
                    <a:pt x="1326" y="933"/>
                    <a:pt x="1261" y="933"/>
                    <a:pt x="1148" y="925"/>
                  </a:cubicBezTo>
                  <a:lnTo>
                    <a:pt x="1326" y="925"/>
                  </a:lnTo>
                  <a:cubicBezTo>
                    <a:pt x="1285" y="917"/>
                    <a:pt x="1245" y="917"/>
                    <a:pt x="1204" y="917"/>
                  </a:cubicBezTo>
                  <a:cubicBezTo>
                    <a:pt x="1148" y="917"/>
                    <a:pt x="1148" y="917"/>
                    <a:pt x="1213" y="909"/>
                  </a:cubicBezTo>
                  <a:cubicBezTo>
                    <a:pt x="1269" y="901"/>
                    <a:pt x="1269" y="901"/>
                    <a:pt x="1213" y="901"/>
                  </a:cubicBezTo>
                  <a:cubicBezTo>
                    <a:pt x="1213" y="893"/>
                    <a:pt x="1213" y="893"/>
                    <a:pt x="1269" y="884"/>
                  </a:cubicBezTo>
                  <a:lnTo>
                    <a:pt x="1213" y="884"/>
                  </a:lnTo>
                  <a:cubicBezTo>
                    <a:pt x="1156" y="884"/>
                    <a:pt x="1156" y="884"/>
                    <a:pt x="1213" y="876"/>
                  </a:cubicBezTo>
                  <a:cubicBezTo>
                    <a:pt x="1334" y="876"/>
                    <a:pt x="1334" y="868"/>
                    <a:pt x="1277" y="868"/>
                  </a:cubicBezTo>
                  <a:cubicBezTo>
                    <a:pt x="1213" y="868"/>
                    <a:pt x="1213" y="860"/>
                    <a:pt x="1213" y="860"/>
                  </a:cubicBezTo>
                  <a:cubicBezTo>
                    <a:pt x="1221" y="860"/>
                    <a:pt x="1221" y="852"/>
                    <a:pt x="1156" y="852"/>
                  </a:cubicBezTo>
                  <a:lnTo>
                    <a:pt x="1156" y="844"/>
                  </a:lnTo>
                  <a:lnTo>
                    <a:pt x="1277" y="844"/>
                  </a:lnTo>
                  <a:cubicBezTo>
                    <a:pt x="1277" y="836"/>
                    <a:pt x="1277" y="836"/>
                    <a:pt x="1221" y="836"/>
                  </a:cubicBezTo>
                  <a:cubicBezTo>
                    <a:pt x="1099" y="828"/>
                    <a:pt x="1099" y="828"/>
                    <a:pt x="1221" y="828"/>
                  </a:cubicBezTo>
                  <a:cubicBezTo>
                    <a:pt x="1277" y="828"/>
                    <a:pt x="1342" y="828"/>
                    <a:pt x="1277" y="820"/>
                  </a:cubicBezTo>
                  <a:lnTo>
                    <a:pt x="1285" y="820"/>
                  </a:lnTo>
                  <a:cubicBezTo>
                    <a:pt x="1399" y="820"/>
                    <a:pt x="1399" y="820"/>
                    <a:pt x="1285" y="803"/>
                  </a:cubicBezTo>
                  <a:cubicBezTo>
                    <a:pt x="1285" y="803"/>
                    <a:pt x="1229" y="787"/>
                    <a:pt x="1229" y="779"/>
                  </a:cubicBezTo>
                  <a:cubicBezTo>
                    <a:pt x="1229" y="763"/>
                    <a:pt x="1229" y="763"/>
                    <a:pt x="1294" y="755"/>
                  </a:cubicBezTo>
                  <a:lnTo>
                    <a:pt x="1350" y="755"/>
                  </a:lnTo>
                  <a:cubicBezTo>
                    <a:pt x="1229" y="755"/>
                    <a:pt x="1229" y="755"/>
                    <a:pt x="1229" y="747"/>
                  </a:cubicBezTo>
                  <a:cubicBezTo>
                    <a:pt x="1294" y="739"/>
                    <a:pt x="1237" y="730"/>
                    <a:pt x="1172" y="730"/>
                  </a:cubicBezTo>
                  <a:cubicBezTo>
                    <a:pt x="1058" y="730"/>
                    <a:pt x="1058" y="730"/>
                    <a:pt x="1115" y="722"/>
                  </a:cubicBezTo>
                  <a:lnTo>
                    <a:pt x="1237" y="722"/>
                  </a:lnTo>
                  <a:cubicBezTo>
                    <a:pt x="1277" y="722"/>
                    <a:pt x="1318" y="722"/>
                    <a:pt x="1358" y="714"/>
                  </a:cubicBezTo>
                  <a:cubicBezTo>
                    <a:pt x="1358" y="714"/>
                    <a:pt x="1358" y="711"/>
                    <a:pt x="1339" y="711"/>
                  </a:cubicBezTo>
                  <a:cubicBezTo>
                    <a:pt x="1330" y="711"/>
                    <a:pt x="1315" y="712"/>
                    <a:pt x="1294" y="714"/>
                  </a:cubicBezTo>
                  <a:cubicBezTo>
                    <a:pt x="1237" y="714"/>
                    <a:pt x="1237" y="714"/>
                    <a:pt x="1237" y="706"/>
                  </a:cubicBezTo>
                  <a:cubicBezTo>
                    <a:pt x="1237" y="706"/>
                    <a:pt x="1237" y="698"/>
                    <a:pt x="1180" y="698"/>
                  </a:cubicBezTo>
                  <a:cubicBezTo>
                    <a:pt x="1123" y="698"/>
                    <a:pt x="1123" y="698"/>
                    <a:pt x="1123" y="690"/>
                  </a:cubicBezTo>
                  <a:cubicBezTo>
                    <a:pt x="1180" y="690"/>
                    <a:pt x="1180" y="682"/>
                    <a:pt x="1180" y="682"/>
                  </a:cubicBezTo>
                  <a:lnTo>
                    <a:pt x="1358" y="682"/>
                  </a:lnTo>
                  <a:cubicBezTo>
                    <a:pt x="1342" y="674"/>
                    <a:pt x="1318" y="674"/>
                    <a:pt x="1302" y="674"/>
                  </a:cubicBezTo>
                  <a:cubicBezTo>
                    <a:pt x="1245" y="674"/>
                    <a:pt x="1253" y="601"/>
                    <a:pt x="1253" y="593"/>
                  </a:cubicBezTo>
                  <a:cubicBezTo>
                    <a:pt x="1299" y="587"/>
                    <a:pt x="1312" y="581"/>
                    <a:pt x="1293" y="581"/>
                  </a:cubicBezTo>
                  <a:cubicBezTo>
                    <a:pt x="1285" y="581"/>
                    <a:pt x="1272" y="582"/>
                    <a:pt x="1253" y="584"/>
                  </a:cubicBezTo>
                  <a:cubicBezTo>
                    <a:pt x="1196" y="584"/>
                    <a:pt x="1196" y="568"/>
                    <a:pt x="1204" y="544"/>
                  </a:cubicBezTo>
                  <a:cubicBezTo>
                    <a:pt x="1204" y="528"/>
                    <a:pt x="1204" y="512"/>
                    <a:pt x="1148" y="512"/>
                  </a:cubicBezTo>
                  <a:lnTo>
                    <a:pt x="1148" y="503"/>
                  </a:lnTo>
                  <a:cubicBezTo>
                    <a:pt x="1148" y="495"/>
                    <a:pt x="1091" y="487"/>
                    <a:pt x="1091" y="487"/>
                  </a:cubicBezTo>
                  <a:cubicBezTo>
                    <a:pt x="1034" y="479"/>
                    <a:pt x="1034" y="479"/>
                    <a:pt x="1091" y="479"/>
                  </a:cubicBezTo>
                  <a:cubicBezTo>
                    <a:pt x="1104" y="482"/>
                    <a:pt x="1118" y="483"/>
                    <a:pt x="1131" y="483"/>
                  </a:cubicBezTo>
                  <a:cubicBezTo>
                    <a:pt x="1158" y="483"/>
                    <a:pt x="1185" y="479"/>
                    <a:pt x="1213" y="479"/>
                  </a:cubicBezTo>
                  <a:cubicBezTo>
                    <a:pt x="1172" y="471"/>
                    <a:pt x="1131" y="471"/>
                    <a:pt x="1091" y="471"/>
                  </a:cubicBezTo>
                  <a:lnTo>
                    <a:pt x="1034" y="471"/>
                  </a:lnTo>
                  <a:cubicBezTo>
                    <a:pt x="1034" y="463"/>
                    <a:pt x="1034" y="463"/>
                    <a:pt x="1091" y="463"/>
                  </a:cubicBezTo>
                  <a:lnTo>
                    <a:pt x="1156" y="463"/>
                  </a:lnTo>
                  <a:cubicBezTo>
                    <a:pt x="1156" y="455"/>
                    <a:pt x="1156" y="455"/>
                    <a:pt x="1277" y="455"/>
                  </a:cubicBezTo>
                  <a:lnTo>
                    <a:pt x="1213" y="447"/>
                  </a:lnTo>
                  <a:cubicBezTo>
                    <a:pt x="1334" y="439"/>
                    <a:pt x="1221" y="439"/>
                    <a:pt x="1156" y="430"/>
                  </a:cubicBezTo>
                  <a:cubicBezTo>
                    <a:pt x="1277" y="430"/>
                    <a:pt x="1277" y="430"/>
                    <a:pt x="1156" y="422"/>
                  </a:cubicBezTo>
                  <a:cubicBezTo>
                    <a:pt x="1099" y="422"/>
                    <a:pt x="1099" y="422"/>
                    <a:pt x="1164" y="414"/>
                  </a:cubicBezTo>
                  <a:cubicBezTo>
                    <a:pt x="1221" y="414"/>
                    <a:pt x="1221" y="414"/>
                    <a:pt x="1221" y="406"/>
                  </a:cubicBezTo>
                  <a:cubicBezTo>
                    <a:pt x="1164" y="398"/>
                    <a:pt x="1164" y="382"/>
                    <a:pt x="1172" y="357"/>
                  </a:cubicBezTo>
                  <a:cubicBezTo>
                    <a:pt x="1172" y="325"/>
                    <a:pt x="1172" y="309"/>
                    <a:pt x="1115" y="309"/>
                  </a:cubicBezTo>
                  <a:cubicBezTo>
                    <a:pt x="1115" y="309"/>
                    <a:pt x="1115" y="309"/>
                    <a:pt x="1180" y="301"/>
                  </a:cubicBezTo>
                  <a:cubicBezTo>
                    <a:pt x="1237" y="301"/>
                    <a:pt x="1237" y="301"/>
                    <a:pt x="1115" y="293"/>
                  </a:cubicBezTo>
                  <a:cubicBezTo>
                    <a:pt x="1180" y="293"/>
                    <a:pt x="1180" y="285"/>
                    <a:pt x="1180" y="276"/>
                  </a:cubicBezTo>
                  <a:cubicBezTo>
                    <a:pt x="1180" y="268"/>
                    <a:pt x="1180" y="252"/>
                    <a:pt x="1123" y="252"/>
                  </a:cubicBezTo>
                  <a:cubicBezTo>
                    <a:pt x="1245" y="252"/>
                    <a:pt x="1302" y="236"/>
                    <a:pt x="1188" y="228"/>
                  </a:cubicBezTo>
                  <a:cubicBezTo>
                    <a:pt x="1188" y="228"/>
                    <a:pt x="1188" y="220"/>
                    <a:pt x="1245" y="220"/>
                  </a:cubicBezTo>
                  <a:cubicBezTo>
                    <a:pt x="1245" y="220"/>
                    <a:pt x="1245" y="220"/>
                    <a:pt x="1188" y="203"/>
                  </a:cubicBezTo>
                  <a:cubicBezTo>
                    <a:pt x="1188" y="203"/>
                    <a:pt x="1196" y="195"/>
                    <a:pt x="1196" y="187"/>
                  </a:cubicBezTo>
                  <a:cubicBezTo>
                    <a:pt x="1196" y="179"/>
                    <a:pt x="1131" y="171"/>
                    <a:pt x="1131" y="171"/>
                  </a:cubicBezTo>
                  <a:cubicBezTo>
                    <a:pt x="1196" y="171"/>
                    <a:pt x="1196" y="155"/>
                    <a:pt x="1204" y="130"/>
                  </a:cubicBezTo>
                  <a:cubicBezTo>
                    <a:pt x="1204" y="114"/>
                    <a:pt x="1204" y="90"/>
                    <a:pt x="1269" y="90"/>
                  </a:cubicBezTo>
                  <a:cubicBezTo>
                    <a:pt x="1269" y="90"/>
                    <a:pt x="1269" y="90"/>
                    <a:pt x="1204" y="82"/>
                  </a:cubicBezTo>
                  <a:cubicBezTo>
                    <a:pt x="1091" y="82"/>
                    <a:pt x="1091" y="74"/>
                    <a:pt x="1148" y="74"/>
                  </a:cubicBezTo>
                  <a:cubicBezTo>
                    <a:pt x="1269" y="74"/>
                    <a:pt x="1269" y="57"/>
                    <a:pt x="1148" y="57"/>
                  </a:cubicBezTo>
                  <a:lnTo>
                    <a:pt x="1213" y="57"/>
                  </a:lnTo>
                  <a:cubicBezTo>
                    <a:pt x="1334" y="49"/>
                    <a:pt x="1269" y="41"/>
                    <a:pt x="1156" y="41"/>
                  </a:cubicBezTo>
                  <a:cubicBezTo>
                    <a:pt x="1213" y="33"/>
                    <a:pt x="1277" y="33"/>
                    <a:pt x="1213" y="33"/>
                  </a:cubicBezTo>
                  <a:cubicBezTo>
                    <a:pt x="1213" y="25"/>
                    <a:pt x="1213" y="25"/>
                    <a:pt x="1334" y="25"/>
                  </a:cubicBezTo>
                  <a:lnTo>
                    <a:pt x="1334" y="17"/>
                  </a:lnTo>
                  <a:cubicBezTo>
                    <a:pt x="1334" y="17"/>
                    <a:pt x="1334" y="9"/>
                    <a:pt x="1277" y="9"/>
                  </a:cubicBezTo>
                  <a:lnTo>
                    <a:pt x="1221" y="9"/>
                  </a:lnTo>
                  <a:cubicBezTo>
                    <a:pt x="1258" y="9"/>
                    <a:pt x="1246" y="5"/>
                    <a:pt x="1214" y="5"/>
                  </a:cubicBezTo>
                  <a:cubicBezTo>
                    <a:pt x="1198" y="5"/>
                    <a:pt x="1177" y="6"/>
                    <a:pt x="1156" y="9"/>
                  </a:cubicBezTo>
                  <a:cubicBezTo>
                    <a:pt x="1115" y="9"/>
                    <a:pt x="1083" y="9"/>
                    <a:pt x="1042" y="1"/>
                  </a:cubicBezTo>
                  <a:close/>
                  <a:moveTo>
                    <a:pt x="1124" y="1615"/>
                  </a:moveTo>
                  <a:lnTo>
                    <a:pt x="1124" y="1615"/>
                  </a:lnTo>
                  <a:cubicBezTo>
                    <a:pt x="1061" y="1616"/>
                    <a:pt x="1058" y="1621"/>
                    <a:pt x="1126" y="1622"/>
                  </a:cubicBezTo>
                  <a:lnTo>
                    <a:pt x="1126" y="1622"/>
                  </a:lnTo>
                  <a:cubicBezTo>
                    <a:pt x="1126" y="1619"/>
                    <a:pt x="1125" y="1617"/>
                    <a:pt x="1124" y="1615"/>
                  </a:cubicBezTo>
                  <a:close/>
                  <a:moveTo>
                    <a:pt x="702" y="1675"/>
                  </a:moveTo>
                  <a:cubicBezTo>
                    <a:pt x="688" y="1675"/>
                    <a:pt x="661" y="1676"/>
                    <a:pt x="621" y="1679"/>
                  </a:cubicBezTo>
                  <a:cubicBezTo>
                    <a:pt x="702" y="1679"/>
                    <a:pt x="729" y="1675"/>
                    <a:pt x="702" y="1675"/>
                  </a:cubicBezTo>
                  <a:close/>
                  <a:moveTo>
                    <a:pt x="1126" y="1622"/>
                  </a:moveTo>
                  <a:lnTo>
                    <a:pt x="1126" y="1622"/>
                  </a:lnTo>
                  <a:cubicBezTo>
                    <a:pt x="1136" y="1662"/>
                    <a:pt x="1140" y="1703"/>
                    <a:pt x="1141" y="1744"/>
                  </a:cubicBezTo>
                  <a:lnTo>
                    <a:pt x="1141" y="1744"/>
                  </a:lnTo>
                  <a:cubicBezTo>
                    <a:pt x="1325" y="1744"/>
                    <a:pt x="1317" y="1743"/>
                    <a:pt x="1213" y="1736"/>
                  </a:cubicBezTo>
                  <a:cubicBezTo>
                    <a:pt x="1148" y="1728"/>
                    <a:pt x="1148" y="1728"/>
                    <a:pt x="1213" y="1728"/>
                  </a:cubicBezTo>
                  <a:cubicBezTo>
                    <a:pt x="1269" y="1728"/>
                    <a:pt x="1269" y="1728"/>
                    <a:pt x="1269" y="1720"/>
                  </a:cubicBezTo>
                  <a:cubicBezTo>
                    <a:pt x="1269" y="1711"/>
                    <a:pt x="1269" y="1703"/>
                    <a:pt x="1213" y="1703"/>
                  </a:cubicBezTo>
                  <a:lnTo>
                    <a:pt x="1213" y="1695"/>
                  </a:lnTo>
                  <a:cubicBezTo>
                    <a:pt x="1294" y="1695"/>
                    <a:pt x="1295" y="1692"/>
                    <a:pt x="1252" y="1692"/>
                  </a:cubicBezTo>
                  <a:cubicBezTo>
                    <a:pt x="1230" y="1692"/>
                    <a:pt x="1196" y="1693"/>
                    <a:pt x="1156" y="1695"/>
                  </a:cubicBezTo>
                  <a:lnTo>
                    <a:pt x="1156" y="1687"/>
                  </a:lnTo>
                  <a:lnTo>
                    <a:pt x="1213" y="1687"/>
                  </a:lnTo>
                  <a:cubicBezTo>
                    <a:pt x="1277" y="1687"/>
                    <a:pt x="1277" y="1679"/>
                    <a:pt x="1277" y="1655"/>
                  </a:cubicBezTo>
                  <a:cubicBezTo>
                    <a:pt x="1285" y="1630"/>
                    <a:pt x="1285" y="1622"/>
                    <a:pt x="1164" y="1622"/>
                  </a:cubicBezTo>
                  <a:cubicBezTo>
                    <a:pt x="1149" y="1622"/>
                    <a:pt x="1137" y="1622"/>
                    <a:pt x="1126" y="1622"/>
                  </a:cubicBezTo>
                  <a:close/>
                  <a:moveTo>
                    <a:pt x="1141" y="1744"/>
                  </a:moveTo>
                  <a:lnTo>
                    <a:pt x="1141" y="1744"/>
                  </a:lnTo>
                  <a:cubicBezTo>
                    <a:pt x="1125" y="1744"/>
                    <a:pt x="1109" y="1744"/>
                    <a:pt x="1091" y="1744"/>
                  </a:cubicBezTo>
                  <a:lnTo>
                    <a:pt x="904" y="1744"/>
                  </a:lnTo>
                  <a:lnTo>
                    <a:pt x="1091" y="1752"/>
                  </a:lnTo>
                  <a:cubicBezTo>
                    <a:pt x="1108" y="1752"/>
                    <a:pt x="1125" y="1752"/>
                    <a:pt x="1141" y="1752"/>
                  </a:cubicBezTo>
                  <a:lnTo>
                    <a:pt x="1141" y="1752"/>
                  </a:lnTo>
                  <a:cubicBezTo>
                    <a:pt x="1141" y="1749"/>
                    <a:pt x="1141" y="1747"/>
                    <a:pt x="1141" y="1744"/>
                  </a:cubicBezTo>
                  <a:close/>
                  <a:moveTo>
                    <a:pt x="1141" y="1752"/>
                  </a:moveTo>
                  <a:cubicBezTo>
                    <a:pt x="1140" y="1765"/>
                    <a:pt x="1140" y="1778"/>
                    <a:pt x="1139" y="1790"/>
                  </a:cubicBezTo>
                  <a:lnTo>
                    <a:pt x="1139" y="1790"/>
                  </a:lnTo>
                  <a:cubicBezTo>
                    <a:pt x="1120" y="1790"/>
                    <a:pt x="1102" y="1788"/>
                    <a:pt x="1084" y="1785"/>
                  </a:cubicBezTo>
                  <a:lnTo>
                    <a:pt x="1084" y="1785"/>
                  </a:lnTo>
                  <a:cubicBezTo>
                    <a:pt x="1102" y="1788"/>
                    <a:pt x="1120" y="1790"/>
                    <a:pt x="1139" y="1791"/>
                  </a:cubicBezTo>
                  <a:lnTo>
                    <a:pt x="1139" y="1791"/>
                  </a:lnTo>
                  <a:cubicBezTo>
                    <a:pt x="1139" y="1791"/>
                    <a:pt x="1139" y="1791"/>
                    <a:pt x="1139" y="1790"/>
                  </a:cubicBezTo>
                  <a:lnTo>
                    <a:pt x="1139" y="1790"/>
                  </a:lnTo>
                  <a:cubicBezTo>
                    <a:pt x="1140" y="1791"/>
                    <a:pt x="1142" y="1791"/>
                    <a:pt x="1144" y="1791"/>
                  </a:cubicBezTo>
                  <a:cubicBezTo>
                    <a:pt x="1164" y="1791"/>
                    <a:pt x="1184" y="1788"/>
                    <a:pt x="1204" y="1784"/>
                  </a:cubicBezTo>
                  <a:lnTo>
                    <a:pt x="1261" y="1784"/>
                  </a:lnTo>
                  <a:cubicBezTo>
                    <a:pt x="1383" y="1784"/>
                    <a:pt x="1326" y="1776"/>
                    <a:pt x="1261" y="1768"/>
                  </a:cubicBezTo>
                  <a:cubicBezTo>
                    <a:pt x="1148" y="1760"/>
                    <a:pt x="1148" y="1760"/>
                    <a:pt x="1261" y="1760"/>
                  </a:cubicBezTo>
                  <a:cubicBezTo>
                    <a:pt x="1371" y="1760"/>
                    <a:pt x="1289" y="1753"/>
                    <a:pt x="1141" y="1752"/>
                  </a:cubicBezTo>
                  <a:close/>
                  <a:moveTo>
                    <a:pt x="961" y="1801"/>
                  </a:moveTo>
                  <a:lnTo>
                    <a:pt x="1018" y="1809"/>
                  </a:lnTo>
                  <a:lnTo>
                    <a:pt x="1083" y="1801"/>
                  </a:lnTo>
                  <a:close/>
                  <a:moveTo>
                    <a:pt x="1161" y="1813"/>
                  </a:moveTo>
                  <a:cubicBezTo>
                    <a:pt x="1164" y="1813"/>
                    <a:pt x="1173" y="1814"/>
                    <a:pt x="1186" y="1815"/>
                  </a:cubicBezTo>
                  <a:lnTo>
                    <a:pt x="1186" y="1815"/>
                  </a:lnTo>
                  <a:cubicBezTo>
                    <a:pt x="1163" y="1814"/>
                    <a:pt x="1156" y="1813"/>
                    <a:pt x="1161" y="1813"/>
                  </a:cubicBezTo>
                  <a:close/>
                  <a:moveTo>
                    <a:pt x="1244" y="1789"/>
                  </a:moveTo>
                  <a:cubicBezTo>
                    <a:pt x="1236" y="1789"/>
                    <a:pt x="1223" y="1790"/>
                    <a:pt x="1204" y="1793"/>
                  </a:cubicBezTo>
                  <a:cubicBezTo>
                    <a:pt x="1183" y="1793"/>
                    <a:pt x="1161" y="1793"/>
                    <a:pt x="1139" y="1791"/>
                  </a:cubicBezTo>
                  <a:lnTo>
                    <a:pt x="1139" y="1791"/>
                  </a:lnTo>
                  <a:cubicBezTo>
                    <a:pt x="1137" y="1808"/>
                    <a:pt x="1135" y="1825"/>
                    <a:pt x="1132" y="1841"/>
                  </a:cubicBezTo>
                  <a:lnTo>
                    <a:pt x="1132" y="1841"/>
                  </a:lnTo>
                  <a:cubicBezTo>
                    <a:pt x="1172" y="1841"/>
                    <a:pt x="1213" y="1833"/>
                    <a:pt x="1253" y="1833"/>
                  </a:cubicBezTo>
                  <a:cubicBezTo>
                    <a:pt x="1253" y="1825"/>
                    <a:pt x="1253" y="1825"/>
                    <a:pt x="1196" y="1825"/>
                  </a:cubicBezTo>
                  <a:cubicBezTo>
                    <a:pt x="1175" y="1828"/>
                    <a:pt x="1161" y="1829"/>
                    <a:pt x="1153" y="1829"/>
                  </a:cubicBezTo>
                  <a:cubicBezTo>
                    <a:pt x="1136" y="1829"/>
                    <a:pt x="1140" y="1825"/>
                    <a:pt x="1140" y="1825"/>
                  </a:cubicBezTo>
                  <a:cubicBezTo>
                    <a:pt x="1180" y="1817"/>
                    <a:pt x="1213" y="1817"/>
                    <a:pt x="1253" y="1817"/>
                  </a:cubicBezTo>
                  <a:lnTo>
                    <a:pt x="1261" y="1817"/>
                  </a:lnTo>
                  <a:cubicBezTo>
                    <a:pt x="1237" y="1817"/>
                    <a:pt x="1218" y="1817"/>
                    <a:pt x="1202" y="1816"/>
                  </a:cubicBezTo>
                  <a:lnTo>
                    <a:pt x="1202" y="1816"/>
                  </a:lnTo>
                  <a:cubicBezTo>
                    <a:pt x="1261" y="1809"/>
                    <a:pt x="1261" y="1808"/>
                    <a:pt x="1261" y="1801"/>
                  </a:cubicBezTo>
                  <a:lnTo>
                    <a:pt x="1261" y="1793"/>
                  </a:lnTo>
                  <a:cubicBezTo>
                    <a:pt x="1261" y="1793"/>
                    <a:pt x="1261" y="1789"/>
                    <a:pt x="1244" y="1789"/>
                  </a:cubicBezTo>
                  <a:close/>
                  <a:moveTo>
                    <a:pt x="1132" y="1841"/>
                  </a:moveTo>
                  <a:lnTo>
                    <a:pt x="1132" y="1841"/>
                  </a:lnTo>
                  <a:cubicBezTo>
                    <a:pt x="1132" y="1841"/>
                    <a:pt x="1132" y="1841"/>
                    <a:pt x="1131" y="1841"/>
                  </a:cubicBezTo>
                  <a:lnTo>
                    <a:pt x="1132" y="1841"/>
                  </a:lnTo>
                  <a:cubicBezTo>
                    <a:pt x="1132" y="1841"/>
                    <a:pt x="1132" y="1841"/>
                    <a:pt x="1132" y="1841"/>
                  </a:cubicBezTo>
                  <a:close/>
                  <a:moveTo>
                    <a:pt x="1067" y="1874"/>
                  </a:moveTo>
                  <a:cubicBezTo>
                    <a:pt x="1067" y="1881"/>
                    <a:pt x="1067" y="1882"/>
                    <a:pt x="1123" y="1882"/>
                  </a:cubicBezTo>
                  <a:lnTo>
                    <a:pt x="1123" y="1882"/>
                  </a:lnTo>
                  <a:cubicBezTo>
                    <a:pt x="1124" y="1879"/>
                    <a:pt x="1125" y="1876"/>
                    <a:pt x="1125" y="1874"/>
                  </a:cubicBezTo>
                  <a:close/>
                  <a:moveTo>
                    <a:pt x="2323" y="1890"/>
                  </a:moveTo>
                  <a:cubicBezTo>
                    <a:pt x="2267" y="1890"/>
                    <a:pt x="2267" y="1890"/>
                    <a:pt x="2267" y="1898"/>
                  </a:cubicBezTo>
                  <a:lnTo>
                    <a:pt x="2380" y="1898"/>
                  </a:lnTo>
                  <a:cubicBezTo>
                    <a:pt x="2445" y="1898"/>
                    <a:pt x="2445" y="1898"/>
                    <a:pt x="2323" y="1890"/>
                  </a:cubicBezTo>
                  <a:close/>
                  <a:moveTo>
                    <a:pt x="345" y="1898"/>
                  </a:moveTo>
                  <a:cubicBezTo>
                    <a:pt x="317" y="1902"/>
                    <a:pt x="302" y="1904"/>
                    <a:pt x="295" y="1904"/>
                  </a:cubicBezTo>
                  <a:cubicBezTo>
                    <a:pt x="288" y="1904"/>
                    <a:pt x="288" y="1902"/>
                    <a:pt x="288" y="1898"/>
                  </a:cubicBezTo>
                  <a:close/>
                  <a:moveTo>
                    <a:pt x="1108" y="1930"/>
                  </a:moveTo>
                  <a:cubicBezTo>
                    <a:pt x="1065" y="1930"/>
                    <a:pt x="1058" y="1931"/>
                    <a:pt x="1058" y="1938"/>
                  </a:cubicBezTo>
                  <a:lnTo>
                    <a:pt x="1105" y="1938"/>
                  </a:lnTo>
                  <a:cubicBezTo>
                    <a:pt x="1106" y="1936"/>
                    <a:pt x="1107" y="1933"/>
                    <a:pt x="1108" y="1930"/>
                  </a:cubicBezTo>
                  <a:close/>
                  <a:moveTo>
                    <a:pt x="740" y="1951"/>
                  </a:moveTo>
                  <a:cubicBezTo>
                    <a:pt x="747" y="1951"/>
                    <a:pt x="753" y="1952"/>
                    <a:pt x="758" y="1955"/>
                  </a:cubicBezTo>
                  <a:lnTo>
                    <a:pt x="702" y="1955"/>
                  </a:lnTo>
                  <a:cubicBezTo>
                    <a:pt x="713" y="1955"/>
                    <a:pt x="727" y="1951"/>
                    <a:pt x="740" y="1951"/>
                  </a:cubicBezTo>
                  <a:close/>
                  <a:moveTo>
                    <a:pt x="872" y="1987"/>
                  </a:moveTo>
                  <a:lnTo>
                    <a:pt x="872" y="1995"/>
                  </a:lnTo>
                  <a:lnTo>
                    <a:pt x="937" y="1987"/>
                  </a:lnTo>
                  <a:close/>
                  <a:moveTo>
                    <a:pt x="994" y="2011"/>
                  </a:moveTo>
                  <a:cubicBezTo>
                    <a:pt x="872" y="2011"/>
                    <a:pt x="815" y="2011"/>
                    <a:pt x="872" y="2020"/>
                  </a:cubicBezTo>
                  <a:lnTo>
                    <a:pt x="994" y="2020"/>
                  </a:lnTo>
                  <a:lnTo>
                    <a:pt x="994" y="2011"/>
                  </a:lnTo>
                  <a:close/>
                  <a:moveTo>
                    <a:pt x="1285" y="2036"/>
                  </a:moveTo>
                  <a:cubicBezTo>
                    <a:pt x="1285" y="2044"/>
                    <a:pt x="1342" y="2044"/>
                    <a:pt x="1285" y="2044"/>
                  </a:cubicBezTo>
                  <a:cubicBezTo>
                    <a:pt x="1269" y="2044"/>
                    <a:pt x="1245" y="2044"/>
                    <a:pt x="1229" y="2036"/>
                  </a:cubicBezTo>
                  <a:close/>
                  <a:moveTo>
                    <a:pt x="1156" y="2101"/>
                  </a:moveTo>
                  <a:lnTo>
                    <a:pt x="1156" y="2109"/>
                  </a:lnTo>
                  <a:cubicBezTo>
                    <a:pt x="1099" y="2109"/>
                    <a:pt x="1034" y="2101"/>
                    <a:pt x="1034" y="2101"/>
                  </a:cubicBezTo>
                  <a:close/>
                  <a:moveTo>
                    <a:pt x="791" y="2125"/>
                  </a:moveTo>
                  <a:cubicBezTo>
                    <a:pt x="881" y="2131"/>
                    <a:pt x="935" y="2133"/>
                    <a:pt x="961" y="2133"/>
                  </a:cubicBezTo>
                  <a:lnTo>
                    <a:pt x="961" y="2133"/>
                  </a:lnTo>
                  <a:cubicBezTo>
                    <a:pt x="961" y="2133"/>
                    <a:pt x="962" y="2132"/>
                    <a:pt x="962" y="2132"/>
                  </a:cubicBezTo>
                  <a:lnTo>
                    <a:pt x="962" y="2132"/>
                  </a:lnTo>
                  <a:lnTo>
                    <a:pt x="856" y="2125"/>
                  </a:lnTo>
                  <a:close/>
                  <a:moveTo>
                    <a:pt x="1204" y="2166"/>
                  </a:moveTo>
                  <a:lnTo>
                    <a:pt x="1204" y="2174"/>
                  </a:lnTo>
                  <a:cubicBezTo>
                    <a:pt x="1107" y="2174"/>
                    <a:pt x="1093" y="2168"/>
                    <a:pt x="1204" y="2166"/>
                  </a:cubicBezTo>
                  <a:close/>
                  <a:moveTo>
                    <a:pt x="1026" y="2190"/>
                  </a:moveTo>
                  <a:cubicBezTo>
                    <a:pt x="1083" y="2190"/>
                    <a:pt x="1148" y="2198"/>
                    <a:pt x="1204" y="2198"/>
                  </a:cubicBezTo>
                  <a:lnTo>
                    <a:pt x="1204" y="2206"/>
                  </a:lnTo>
                  <a:lnTo>
                    <a:pt x="1083" y="2198"/>
                  </a:lnTo>
                  <a:cubicBezTo>
                    <a:pt x="904" y="2190"/>
                    <a:pt x="904" y="2190"/>
                    <a:pt x="1026" y="2190"/>
                  </a:cubicBezTo>
                  <a:close/>
                  <a:moveTo>
                    <a:pt x="904" y="2206"/>
                  </a:moveTo>
                  <a:lnTo>
                    <a:pt x="961" y="2214"/>
                  </a:lnTo>
                  <a:lnTo>
                    <a:pt x="904" y="2214"/>
                  </a:lnTo>
                  <a:cubicBezTo>
                    <a:pt x="840" y="2214"/>
                    <a:pt x="840" y="2214"/>
                    <a:pt x="840" y="2206"/>
                  </a:cubicBezTo>
                  <a:close/>
                  <a:moveTo>
                    <a:pt x="608" y="1258"/>
                  </a:moveTo>
                  <a:cubicBezTo>
                    <a:pt x="70" y="1296"/>
                    <a:pt x="0" y="2114"/>
                    <a:pt x="556" y="2223"/>
                  </a:cubicBezTo>
                  <a:lnTo>
                    <a:pt x="556" y="2223"/>
                  </a:lnTo>
                  <a:cubicBezTo>
                    <a:pt x="552" y="2221"/>
                    <a:pt x="568" y="2219"/>
                    <a:pt x="604" y="2214"/>
                  </a:cubicBezTo>
                  <a:lnTo>
                    <a:pt x="604" y="2206"/>
                  </a:lnTo>
                  <a:cubicBezTo>
                    <a:pt x="548" y="2206"/>
                    <a:pt x="548" y="2190"/>
                    <a:pt x="613" y="2182"/>
                  </a:cubicBezTo>
                  <a:lnTo>
                    <a:pt x="613" y="2174"/>
                  </a:lnTo>
                  <a:cubicBezTo>
                    <a:pt x="491" y="2174"/>
                    <a:pt x="556" y="2133"/>
                    <a:pt x="677" y="2125"/>
                  </a:cubicBezTo>
                  <a:lnTo>
                    <a:pt x="621" y="2125"/>
                  </a:lnTo>
                  <a:cubicBezTo>
                    <a:pt x="556" y="2125"/>
                    <a:pt x="556" y="2125"/>
                    <a:pt x="556" y="2117"/>
                  </a:cubicBezTo>
                  <a:cubicBezTo>
                    <a:pt x="621" y="2109"/>
                    <a:pt x="621" y="2101"/>
                    <a:pt x="621" y="2093"/>
                  </a:cubicBezTo>
                  <a:cubicBezTo>
                    <a:pt x="621" y="2093"/>
                    <a:pt x="621" y="2084"/>
                    <a:pt x="686" y="2084"/>
                  </a:cubicBezTo>
                  <a:cubicBezTo>
                    <a:pt x="621" y="2084"/>
                    <a:pt x="621" y="2076"/>
                    <a:pt x="686" y="2076"/>
                  </a:cubicBezTo>
                  <a:cubicBezTo>
                    <a:pt x="726" y="2068"/>
                    <a:pt x="767" y="2068"/>
                    <a:pt x="807" y="2068"/>
                  </a:cubicBezTo>
                  <a:cubicBezTo>
                    <a:pt x="807" y="2068"/>
                    <a:pt x="807" y="2076"/>
                    <a:pt x="864" y="2076"/>
                  </a:cubicBezTo>
                  <a:cubicBezTo>
                    <a:pt x="904" y="2076"/>
                    <a:pt x="945" y="2076"/>
                    <a:pt x="986" y="2068"/>
                  </a:cubicBezTo>
                  <a:cubicBezTo>
                    <a:pt x="1042" y="2060"/>
                    <a:pt x="1042" y="2060"/>
                    <a:pt x="929" y="2060"/>
                  </a:cubicBezTo>
                  <a:lnTo>
                    <a:pt x="686" y="2060"/>
                  </a:lnTo>
                  <a:cubicBezTo>
                    <a:pt x="629" y="2052"/>
                    <a:pt x="572" y="2052"/>
                    <a:pt x="629" y="2044"/>
                  </a:cubicBezTo>
                  <a:cubicBezTo>
                    <a:pt x="507" y="2044"/>
                    <a:pt x="507" y="2044"/>
                    <a:pt x="629" y="2028"/>
                  </a:cubicBezTo>
                  <a:cubicBezTo>
                    <a:pt x="694" y="2020"/>
                    <a:pt x="694" y="2020"/>
                    <a:pt x="637" y="2011"/>
                  </a:cubicBezTo>
                  <a:cubicBezTo>
                    <a:pt x="637" y="2011"/>
                    <a:pt x="572" y="2011"/>
                    <a:pt x="637" y="2003"/>
                  </a:cubicBezTo>
                  <a:cubicBezTo>
                    <a:pt x="694" y="2003"/>
                    <a:pt x="694" y="2003"/>
                    <a:pt x="694" y="1995"/>
                  </a:cubicBezTo>
                  <a:cubicBezTo>
                    <a:pt x="758" y="1987"/>
                    <a:pt x="694" y="1987"/>
                    <a:pt x="637" y="1987"/>
                  </a:cubicBezTo>
                  <a:cubicBezTo>
                    <a:pt x="515" y="1987"/>
                    <a:pt x="515" y="1987"/>
                    <a:pt x="637" y="1979"/>
                  </a:cubicBezTo>
                  <a:lnTo>
                    <a:pt x="694" y="1979"/>
                  </a:lnTo>
                  <a:cubicBezTo>
                    <a:pt x="637" y="1979"/>
                    <a:pt x="580" y="1979"/>
                    <a:pt x="637" y="1971"/>
                  </a:cubicBezTo>
                  <a:cubicBezTo>
                    <a:pt x="702" y="1971"/>
                    <a:pt x="702" y="1963"/>
                    <a:pt x="702" y="1963"/>
                  </a:cubicBezTo>
                  <a:lnTo>
                    <a:pt x="758" y="1963"/>
                  </a:lnTo>
                  <a:cubicBezTo>
                    <a:pt x="880" y="1955"/>
                    <a:pt x="880" y="1955"/>
                    <a:pt x="823" y="1955"/>
                  </a:cubicBezTo>
                  <a:lnTo>
                    <a:pt x="758" y="1955"/>
                  </a:lnTo>
                  <a:cubicBezTo>
                    <a:pt x="767" y="1952"/>
                    <a:pt x="774" y="1951"/>
                    <a:pt x="781" y="1951"/>
                  </a:cubicBezTo>
                  <a:cubicBezTo>
                    <a:pt x="795" y="1951"/>
                    <a:pt x="807" y="1955"/>
                    <a:pt x="823" y="1955"/>
                  </a:cubicBezTo>
                  <a:cubicBezTo>
                    <a:pt x="783" y="1938"/>
                    <a:pt x="742" y="1938"/>
                    <a:pt x="702" y="1938"/>
                  </a:cubicBezTo>
                  <a:lnTo>
                    <a:pt x="645" y="1938"/>
                  </a:lnTo>
                  <a:cubicBezTo>
                    <a:pt x="645" y="1930"/>
                    <a:pt x="645" y="1930"/>
                    <a:pt x="588" y="1930"/>
                  </a:cubicBezTo>
                  <a:cubicBezTo>
                    <a:pt x="523" y="1930"/>
                    <a:pt x="523" y="1922"/>
                    <a:pt x="523" y="1922"/>
                  </a:cubicBezTo>
                  <a:cubicBezTo>
                    <a:pt x="588" y="1914"/>
                    <a:pt x="588" y="1914"/>
                    <a:pt x="588" y="1914"/>
                  </a:cubicBezTo>
                  <a:cubicBezTo>
                    <a:pt x="523" y="1914"/>
                    <a:pt x="588" y="1906"/>
                    <a:pt x="645" y="1906"/>
                  </a:cubicBezTo>
                  <a:cubicBezTo>
                    <a:pt x="710" y="1898"/>
                    <a:pt x="710" y="1898"/>
                    <a:pt x="645" y="1898"/>
                  </a:cubicBezTo>
                  <a:cubicBezTo>
                    <a:pt x="531" y="1898"/>
                    <a:pt x="531" y="1890"/>
                    <a:pt x="653" y="1890"/>
                  </a:cubicBezTo>
                  <a:lnTo>
                    <a:pt x="710" y="1890"/>
                  </a:lnTo>
                  <a:cubicBezTo>
                    <a:pt x="710" y="1890"/>
                    <a:pt x="710" y="1898"/>
                    <a:pt x="767" y="1898"/>
                  </a:cubicBezTo>
                  <a:cubicBezTo>
                    <a:pt x="767" y="1890"/>
                    <a:pt x="767" y="1890"/>
                    <a:pt x="831" y="1890"/>
                  </a:cubicBezTo>
                  <a:cubicBezTo>
                    <a:pt x="734" y="1890"/>
                    <a:pt x="629" y="1882"/>
                    <a:pt x="531" y="1866"/>
                  </a:cubicBezTo>
                  <a:cubicBezTo>
                    <a:pt x="531" y="1857"/>
                    <a:pt x="531" y="1857"/>
                    <a:pt x="596" y="1857"/>
                  </a:cubicBezTo>
                  <a:cubicBezTo>
                    <a:pt x="653" y="1857"/>
                    <a:pt x="653" y="1857"/>
                    <a:pt x="653" y="1849"/>
                  </a:cubicBezTo>
                  <a:lnTo>
                    <a:pt x="540" y="1849"/>
                  </a:lnTo>
                  <a:cubicBezTo>
                    <a:pt x="418" y="1849"/>
                    <a:pt x="418" y="1849"/>
                    <a:pt x="475" y="1841"/>
                  </a:cubicBezTo>
                  <a:cubicBezTo>
                    <a:pt x="515" y="1841"/>
                    <a:pt x="556" y="1841"/>
                    <a:pt x="596" y="1833"/>
                  </a:cubicBezTo>
                  <a:cubicBezTo>
                    <a:pt x="596" y="1825"/>
                    <a:pt x="596" y="1825"/>
                    <a:pt x="596" y="1825"/>
                  </a:cubicBezTo>
                  <a:cubicBezTo>
                    <a:pt x="661" y="1833"/>
                    <a:pt x="661" y="1833"/>
                    <a:pt x="718" y="1833"/>
                  </a:cubicBezTo>
                  <a:cubicBezTo>
                    <a:pt x="718" y="1825"/>
                    <a:pt x="718" y="1825"/>
                    <a:pt x="661" y="1825"/>
                  </a:cubicBezTo>
                  <a:cubicBezTo>
                    <a:pt x="540" y="1825"/>
                    <a:pt x="540" y="1825"/>
                    <a:pt x="540" y="1817"/>
                  </a:cubicBezTo>
                  <a:cubicBezTo>
                    <a:pt x="604" y="1817"/>
                    <a:pt x="540" y="1809"/>
                    <a:pt x="483" y="1809"/>
                  </a:cubicBezTo>
                  <a:lnTo>
                    <a:pt x="540" y="1809"/>
                  </a:lnTo>
                  <a:cubicBezTo>
                    <a:pt x="726" y="1801"/>
                    <a:pt x="726" y="1801"/>
                    <a:pt x="604" y="1801"/>
                  </a:cubicBezTo>
                  <a:cubicBezTo>
                    <a:pt x="540" y="1801"/>
                    <a:pt x="483" y="1793"/>
                    <a:pt x="548" y="1793"/>
                  </a:cubicBezTo>
                  <a:lnTo>
                    <a:pt x="604" y="1793"/>
                  </a:lnTo>
                  <a:cubicBezTo>
                    <a:pt x="483" y="1793"/>
                    <a:pt x="548" y="1768"/>
                    <a:pt x="604" y="1768"/>
                  </a:cubicBezTo>
                  <a:cubicBezTo>
                    <a:pt x="669" y="1768"/>
                    <a:pt x="669" y="1768"/>
                    <a:pt x="613" y="1760"/>
                  </a:cubicBezTo>
                  <a:cubicBezTo>
                    <a:pt x="548" y="1760"/>
                    <a:pt x="548" y="1752"/>
                    <a:pt x="548" y="1744"/>
                  </a:cubicBezTo>
                  <a:cubicBezTo>
                    <a:pt x="613" y="1736"/>
                    <a:pt x="613" y="1720"/>
                    <a:pt x="499" y="1711"/>
                  </a:cubicBezTo>
                  <a:cubicBezTo>
                    <a:pt x="556" y="1711"/>
                    <a:pt x="556" y="1703"/>
                    <a:pt x="556" y="1695"/>
                  </a:cubicBezTo>
                  <a:cubicBezTo>
                    <a:pt x="556" y="1687"/>
                    <a:pt x="621" y="1687"/>
                    <a:pt x="621" y="1679"/>
                  </a:cubicBezTo>
                  <a:cubicBezTo>
                    <a:pt x="564" y="1679"/>
                    <a:pt x="564" y="1671"/>
                    <a:pt x="564" y="1638"/>
                  </a:cubicBezTo>
                  <a:cubicBezTo>
                    <a:pt x="572" y="1614"/>
                    <a:pt x="637" y="1598"/>
                    <a:pt x="637" y="1598"/>
                  </a:cubicBezTo>
                  <a:lnTo>
                    <a:pt x="572" y="1598"/>
                  </a:lnTo>
                  <a:lnTo>
                    <a:pt x="572" y="1590"/>
                  </a:lnTo>
                  <a:lnTo>
                    <a:pt x="637" y="1590"/>
                  </a:lnTo>
                  <a:cubicBezTo>
                    <a:pt x="572" y="1590"/>
                    <a:pt x="637" y="1582"/>
                    <a:pt x="637" y="1582"/>
                  </a:cubicBezTo>
                  <a:cubicBezTo>
                    <a:pt x="758" y="1574"/>
                    <a:pt x="758" y="1566"/>
                    <a:pt x="637" y="1557"/>
                  </a:cubicBezTo>
                  <a:cubicBezTo>
                    <a:pt x="515" y="1557"/>
                    <a:pt x="515" y="1557"/>
                    <a:pt x="637" y="1549"/>
                  </a:cubicBezTo>
                  <a:cubicBezTo>
                    <a:pt x="758" y="1549"/>
                    <a:pt x="758" y="1549"/>
                    <a:pt x="637" y="1541"/>
                  </a:cubicBezTo>
                  <a:cubicBezTo>
                    <a:pt x="580" y="1541"/>
                    <a:pt x="580" y="1541"/>
                    <a:pt x="702" y="1533"/>
                  </a:cubicBezTo>
                  <a:cubicBezTo>
                    <a:pt x="523" y="1525"/>
                    <a:pt x="523" y="1517"/>
                    <a:pt x="645" y="1517"/>
                  </a:cubicBezTo>
                  <a:cubicBezTo>
                    <a:pt x="767" y="1517"/>
                    <a:pt x="767" y="1517"/>
                    <a:pt x="645" y="1509"/>
                  </a:cubicBezTo>
                  <a:cubicBezTo>
                    <a:pt x="588" y="1509"/>
                    <a:pt x="588" y="1493"/>
                    <a:pt x="710" y="1493"/>
                  </a:cubicBezTo>
                  <a:cubicBezTo>
                    <a:pt x="710" y="1493"/>
                    <a:pt x="710" y="1493"/>
                    <a:pt x="645" y="1484"/>
                  </a:cubicBezTo>
                  <a:cubicBezTo>
                    <a:pt x="588" y="1476"/>
                    <a:pt x="531" y="1460"/>
                    <a:pt x="653" y="1460"/>
                  </a:cubicBezTo>
                  <a:cubicBezTo>
                    <a:pt x="653" y="1460"/>
                    <a:pt x="653" y="1460"/>
                    <a:pt x="653" y="1452"/>
                  </a:cubicBezTo>
                  <a:lnTo>
                    <a:pt x="653" y="1444"/>
                  </a:lnTo>
                  <a:cubicBezTo>
                    <a:pt x="596" y="1444"/>
                    <a:pt x="613" y="1339"/>
                    <a:pt x="669" y="1339"/>
                  </a:cubicBezTo>
                  <a:cubicBezTo>
                    <a:pt x="669" y="1330"/>
                    <a:pt x="669" y="1322"/>
                    <a:pt x="613" y="1322"/>
                  </a:cubicBezTo>
                  <a:lnTo>
                    <a:pt x="669" y="1322"/>
                  </a:lnTo>
                  <a:cubicBezTo>
                    <a:pt x="669" y="1322"/>
                    <a:pt x="677" y="1314"/>
                    <a:pt x="613" y="1314"/>
                  </a:cubicBezTo>
                  <a:lnTo>
                    <a:pt x="613" y="1306"/>
                  </a:lnTo>
                  <a:cubicBezTo>
                    <a:pt x="677" y="1306"/>
                    <a:pt x="677" y="1298"/>
                    <a:pt x="613" y="1298"/>
                  </a:cubicBezTo>
                  <a:cubicBezTo>
                    <a:pt x="556" y="1290"/>
                    <a:pt x="556" y="1290"/>
                    <a:pt x="556" y="1290"/>
                  </a:cubicBezTo>
                  <a:cubicBezTo>
                    <a:pt x="621" y="1282"/>
                    <a:pt x="621" y="1274"/>
                    <a:pt x="621" y="1266"/>
                  </a:cubicBezTo>
                  <a:cubicBezTo>
                    <a:pt x="621" y="1263"/>
                    <a:pt x="615" y="1260"/>
                    <a:pt x="608" y="1258"/>
                  </a:cubicBezTo>
                  <a:close/>
                  <a:moveTo>
                    <a:pt x="556" y="2223"/>
                  </a:moveTo>
                  <a:cubicBezTo>
                    <a:pt x="559" y="2224"/>
                    <a:pt x="571" y="2226"/>
                    <a:pt x="592" y="2229"/>
                  </a:cubicBezTo>
                  <a:lnTo>
                    <a:pt x="592" y="2229"/>
                  </a:lnTo>
                  <a:cubicBezTo>
                    <a:pt x="580" y="2227"/>
                    <a:pt x="568" y="2225"/>
                    <a:pt x="556" y="2223"/>
                  </a:cubicBezTo>
                  <a:close/>
                  <a:moveTo>
                    <a:pt x="592" y="2229"/>
                  </a:moveTo>
                  <a:lnTo>
                    <a:pt x="592" y="2229"/>
                  </a:lnTo>
                  <a:cubicBezTo>
                    <a:pt x="596" y="2229"/>
                    <a:pt x="600" y="2230"/>
                    <a:pt x="604" y="2230"/>
                  </a:cubicBezTo>
                  <a:cubicBezTo>
                    <a:pt x="600" y="2230"/>
                    <a:pt x="596" y="2229"/>
                    <a:pt x="592" y="2229"/>
                  </a:cubicBezTo>
                  <a:close/>
                  <a:moveTo>
                    <a:pt x="1302" y="2328"/>
                  </a:moveTo>
                  <a:cubicBezTo>
                    <a:pt x="1245" y="2328"/>
                    <a:pt x="1245" y="2336"/>
                    <a:pt x="1245" y="2336"/>
                  </a:cubicBezTo>
                  <a:cubicBezTo>
                    <a:pt x="1180" y="2344"/>
                    <a:pt x="1245" y="2344"/>
                    <a:pt x="1302" y="2344"/>
                  </a:cubicBezTo>
                  <a:cubicBezTo>
                    <a:pt x="1358" y="2344"/>
                    <a:pt x="1358" y="2344"/>
                    <a:pt x="1358" y="2336"/>
                  </a:cubicBezTo>
                  <a:cubicBezTo>
                    <a:pt x="1342" y="2336"/>
                    <a:pt x="1326" y="2336"/>
                    <a:pt x="1302" y="2328"/>
                  </a:cubicBezTo>
                  <a:close/>
                  <a:moveTo>
                    <a:pt x="1183" y="2354"/>
                  </a:moveTo>
                  <a:cubicBezTo>
                    <a:pt x="1202" y="2354"/>
                    <a:pt x="1221" y="2356"/>
                    <a:pt x="1237" y="2360"/>
                  </a:cubicBezTo>
                  <a:lnTo>
                    <a:pt x="1237" y="2368"/>
                  </a:lnTo>
                  <a:cubicBezTo>
                    <a:pt x="1196" y="2368"/>
                    <a:pt x="1164" y="2368"/>
                    <a:pt x="1123" y="2360"/>
                  </a:cubicBezTo>
                  <a:cubicBezTo>
                    <a:pt x="1144" y="2356"/>
                    <a:pt x="1164" y="2354"/>
                    <a:pt x="1183" y="2354"/>
                  </a:cubicBezTo>
                  <a:close/>
                  <a:moveTo>
                    <a:pt x="677" y="2522"/>
                  </a:moveTo>
                  <a:cubicBezTo>
                    <a:pt x="621" y="2522"/>
                    <a:pt x="621" y="2522"/>
                    <a:pt x="621" y="2530"/>
                  </a:cubicBezTo>
                  <a:lnTo>
                    <a:pt x="677" y="2530"/>
                  </a:lnTo>
                  <a:lnTo>
                    <a:pt x="677" y="2522"/>
                  </a:lnTo>
                  <a:close/>
                  <a:moveTo>
                    <a:pt x="1156" y="2530"/>
                  </a:moveTo>
                  <a:cubicBezTo>
                    <a:pt x="1115" y="2538"/>
                    <a:pt x="1075" y="2538"/>
                    <a:pt x="1034" y="2538"/>
                  </a:cubicBezTo>
                  <a:cubicBezTo>
                    <a:pt x="973" y="2543"/>
                    <a:pt x="943" y="2545"/>
                    <a:pt x="928" y="2545"/>
                  </a:cubicBezTo>
                  <a:cubicBezTo>
                    <a:pt x="913" y="2545"/>
                    <a:pt x="913" y="2543"/>
                    <a:pt x="913" y="2538"/>
                  </a:cubicBezTo>
                  <a:cubicBezTo>
                    <a:pt x="913" y="2530"/>
                    <a:pt x="913" y="2530"/>
                    <a:pt x="977" y="2530"/>
                  </a:cubicBezTo>
                  <a:cubicBezTo>
                    <a:pt x="934" y="2530"/>
                    <a:pt x="949" y="2534"/>
                    <a:pt x="980" y="2534"/>
                  </a:cubicBezTo>
                  <a:cubicBezTo>
                    <a:pt x="995" y="2534"/>
                    <a:pt x="1015" y="2533"/>
                    <a:pt x="1034" y="2530"/>
                  </a:cubicBezTo>
                  <a:close/>
                  <a:moveTo>
                    <a:pt x="1026" y="2571"/>
                  </a:moveTo>
                  <a:lnTo>
                    <a:pt x="969" y="2579"/>
                  </a:lnTo>
                  <a:cubicBezTo>
                    <a:pt x="913" y="2579"/>
                    <a:pt x="913" y="2571"/>
                    <a:pt x="913" y="2571"/>
                  </a:cubicBezTo>
                  <a:close/>
                  <a:moveTo>
                    <a:pt x="1845" y="2575"/>
                  </a:moveTo>
                  <a:cubicBezTo>
                    <a:pt x="1831" y="2575"/>
                    <a:pt x="1818" y="2576"/>
                    <a:pt x="1804" y="2579"/>
                  </a:cubicBezTo>
                  <a:lnTo>
                    <a:pt x="1926" y="2579"/>
                  </a:lnTo>
                  <a:cubicBezTo>
                    <a:pt x="1899" y="2579"/>
                    <a:pt x="1872" y="2575"/>
                    <a:pt x="1845" y="2575"/>
                  </a:cubicBezTo>
                  <a:close/>
                  <a:moveTo>
                    <a:pt x="1132" y="1841"/>
                  </a:moveTo>
                  <a:lnTo>
                    <a:pt x="1132" y="1841"/>
                  </a:lnTo>
                  <a:cubicBezTo>
                    <a:pt x="1130" y="1852"/>
                    <a:pt x="1128" y="1863"/>
                    <a:pt x="1125" y="1874"/>
                  </a:cubicBezTo>
                  <a:lnTo>
                    <a:pt x="1131" y="1874"/>
                  </a:lnTo>
                  <a:cubicBezTo>
                    <a:pt x="1188" y="1874"/>
                    <a:pt x="1131" y="1874"/>
                    <a:pt x="1131" y="1882"/>
                  </a:cubicBezTo>
                  <a:cubicBezTo>
                    <a:pt x="1129" y="1882"/>
                    <a:pt x="1126" y="1882"/>
                    <a:pt x="1123" y="1882"/>
                  </a:cubicBezTo>
                  <a:lnTo>
                    <a:pt x="1123" y="1882"/>
                  </a:lnTo>
                  <a:cubicBezTo>
                    <a:pt x="1119" y="1898"/>
                    <a:pt x="1114" y="1914"/>
                    <a:pt x="1108" y="1930"/>
                  </a:cubicBezTo>
                  <a:lnTo>
                    <a:pt x="1108" y="1930"/>
                  </a:lnTo>
                  <a:cubicBezTo>
                    <a:pt x="1113" y="1930"/>
                    <a:pt x="1118" y="1930"/>
                    <a:pt x="1123" y="1930"/>
                  </a:cubicBezTo>
                  <a:lnTo>
                    <a:pt x="1180" y="1930"/>
                  </a:lnTo>
                  <a:cubicBezTo>
                    <a:pt x="1164" y="1938"/>
                    <a:pt x="1140" y="1938"/>
                    <a:pt x="1123" y="1938"/>
                  </a:cubicBezTo>
                  <a:lnTo>
                    <a:pt x="1105" y="1938"/>
                  </a:lnTo>
                  <a:cubicBezTo>
                    <a:pt x="1075" y="2013"/>
                    <a:pt x="1028" y="2081"/>
                    <a:pt x="962" y="2132"/>
                  </a:cubicBezTo>
                  <a:lnTo>
                    <a:pt x="962" y="2132"/>
                  </a:lnTo>
                  <a:lnTo>
                    <a:pt x="977" y="2133"/>
                  </a:lnTo>
                  <a:cubicBezTo>
                    <a:pt x="975" y="2133"/>
                    <a:pt x="970" y="2133"/>
                    <a:pt x="961" y="2133"/>
                  </a:cubicBezTo>
                  <a:lnTo>
                    <a:pt x="961" y="2133"/>
                  </a:lnTo>
                  <a:cubicBezTo>
                    <a:pt x="885" y="2192"/>
                    <a:pt x="785" y="2229"/>
                    <a:pt x="661" y="2230"/>
                  </a:cubicBezTo>
                  <a:cubicBezTo>
                    <a:pt x="604" y="2230"/>
                    <a:pt x="596" y="2238"/>
                    <a:pt x="596" y="2255"/>
                  </a:cubicBezTo>
                  <a:cubicBezTo>
                    <a:pt x="596" y="2263"/>
                    <a:pt x="596" y="2263"/>
                    <a:pt x="653" y="2263"/>
                  </a:cubicBezTo>
                  <a:cubicBezTo>
                    <a:pt x="718" y="2271"/>
                    <a:pt x="653" y="2271"/>
                    <a:pt x="596" y="2271"/>
                  </a:cubicBezTo>
                  <a:cubicBezTo>
                    <a:pt x="475" y="2271"/>
                    <a:pt x="475" y="2279"/>
                    <a:pt x="653" y="2279"/>
                  </a:cubicBezTo>
                  <a:cubicBezTo>
                    <a:pt x="775" y="2279"/>
                    <a:pt x="775" y="2287"/>
                    <a:pt x="710" y="2287"/>
                  </a:cubicBezTo>
                  <a:cubicBezTo>
                    <a:pt x="653" y="2287"/>
                    <a:pt x="653" y="2287"/>
                    <a:pt x="653" y="2279"/>
                  </a:cubicBezTo>
                  <a:lnTo>
                    <a:pt x="531" y="2279"/>
                  </a:lnTo>
                  <a:cubicBezTo>
                    <a:pt x="531" y="2287"/>
                    <a:pt x="531" y="2287"/>
                    <a:pt x="596" y="2287"/>
                  </a:cubicBezTo>
                  <a:cubicBezTo>
                    <a:pt x="596" y="2287"/>
                    <a:pt x="596" y="2287"/>
                    <a:pt x="653" y="2295"/>
                  </a:cubicBezTo>
                  <a:lnTo>
                    <a:pt x="831" y="2295"/>
                  </a:lnTo>
                  <a:cubicBezTo>
                    <a:pt x="850" y="2293"/>
                    <a:pt x="863" y="2292"/>
                    <a:pt x="871" y="2292"/>
                  </a:cubicBezTo>
                  <a:cubicBezTo>
                    <a:pt x="888" y="2292"/>
                    <a:pt x="888" y="2295"/>
                    <a:pt x="888" y="2295"/>
                  </a:cubicBezTo>
                  <a:cubicBezTo>
                    <a:pt x="831" y="2303"/>
                    <a:pt x="775" y="2303"/>
                    <a:pt x="710" y="2303"/>
                  </a:cubicBezTo>
                  <a:cubicBezTo>
                    <a:pt x="669" y="2295"/>
                    <a:pt x="629" y="2295"/>
                    <a:pt x="588" y="2295"/>
                  </a:cubicBezTo>
                  <a:cubicBezTo>
                    <a:pt x="531" y="2295"/>
                    <a:pt x="653" y="2311"/>
                    <a:pt x="767" y="2320"/>
                  </a:cubicBezTo>
                  <a:lnTo>
                    <a:pt x="710" y="2320"/>
                  </a:lnTo>
                  <a:cubicBezTo>
                    <a:pt x="645" y="2320"/>
                    <a:pt x="645" y="2320"/>
                    <a:pt x="645" y="2328"/>
                  </a:cubicBezTo>
                  <a:cubicBezTo>
                    <a:pt x="645" y="2336"/>
                    <a:pt x="645" y="2336"/>
                    <a:pt x="702" y="2336"/>
                  </a:cubicBezTo>
                  <a:cubicBezTo>
                    <a:pt x="742" y="2336"/>
                    <a:pt x="783" y="2336"/>
                    <a:pt x="823" y="2344"/>
                  </a:cubicBezTo>
                  <a:cubicBezTo>
                    <a:pt x="864" y="2336"/>
                    <a:pt x="904" y="2336"/>
                    <a:pt x="945" y="2336"/>
                  </a:cubicBezTo>
                  <a:cubicBezTo>
                    <a:pt x="945" y="2336"/>
                    <a:pt x="880" y="2344"/>
                    <a:pt x="823" y="2344"/>
                  </a:cubicBezTo>
                  <a:cubicBezTo>
                    <a:pt x="702" y="2352"/>
                    <a:pt x="645" y="2360"/>
                    <a:pt x="637" y="2368"/>
                  </a:cubicBezTo>
                  <a:cubicBezTo>
                    <a:pt x="637" y="2376"/>
                    <a:pt x="637" y="2384"/>
                    <a:pt x="580" y="2393"/>
                  </a:cubicBezTo>
                  <a:cubicBezTo>
                    <a:pt x="580" y="2393"/>
                    <a:pt x="580" y="2401"/>
                    <a:pt x="637" y="2401"/>
                  </a:cubicBezTo>
                  <a:lnTo>
                    <a:pt x="637" y="2409"/>
                  </a:lnTo>
                  <a:cubicBezTo>
                    <a:pt x="572" y="2409"/>
                    <a:pt x="572" y="2417"/>
                    <a:pt x="637" y="2417"/>
                  </a:cubicBezTo>
                  <a:cubicBezTo>
                    <a:pt x="694" y="2417"/>
                    <a:pt x="637" y="2425"/>
                    <a:pt x="637" y="2425"/>
                  </a:cubicBezTo>
                  <a:cubicBezTo>
                    <a:pt x="576" y="2429"/>
                    <a:pt x="546" y="2431"/>
                    <a:pt x="553" y="2431"/>
                  </a:cubicBezTo>
                  <a:cubicBezTo>
                    <a:pt x="560" y="2431"/>
                    <a:pt x="604" y="2429"/>
                    <a:pt x="694" y="2425"/>
                  </a:cubicBezTo>
                  <a:cubicBezTo>
                    <a:pt x="734" y="2425"/>
                    <a:pt x="775" y="2425"/>
                    <a:pt x="815" y="2417"/>
                  </a:cubicBezTo>
                  <a:lnTo>
                    <a:pt x="815" y="2409"/>
                  </a:lnTo>
                  <a:lnTo>
                    <a:pt x="872" y="2417"/>
                  </a:lnTo>
                  <a:cubicBezTo>
                    <a:pt x="913" y="2425"/>
                    <a:pt x="953" y="2425"/>
                    <a:pt x="994" y="2425"/>
                  </a:cubicBezTo>
                  <a:cubicBezTo>
                    <a:pt x="1010" y="2425"/>
                    <a:pt x="1034" y="2425"/>
                    <a:pt x="1050" y="2433"/>
                  </a:cubicBezTo>
                  <a:lnTo>
                    <a:pt x="929" y="2433"/>
                  </a:lnTo>
                  <a:cubicBezTo>
                    <a:pt x="872" y="2425"/>
                    <a:pt x="815" y="2425"/>
                    <a:pt x="750" y="2425"/>
                  </a:cubicBezTo>
                  <a:cubicBezTo>
                    <a:pt x="629" y="2433"/>
                    <a:pt x="572" y="2441"/>
                    <a:pt x="694" y="2441"/>
                  </a:cubicBezTo>
                  <a:cubicBezTo>
                    <a:pt x="694" y="2441"/>
                    <a:pt x="694" y="2441"/>
                    <a:pt x="629" y="2449"/>
                  </a:cubicBezTo>
                  <a:lnTo>
                    <a:pt x="686" y="2449"/>
                  </a:lnTo>
                  <a:cubicBezTo>
                    <a:pt x="807" y="2457"/>
                    <a:pt x="807" y="2457"/>
                    <a:pt x="686" y="2457"/>
                  </a:cubicBezTo>
                  <a:cubicBezTo>
                    <a:pt x="564" y="2465"/>
                    <a:pt x="564" y="2482"/>
                    <a:pt x="629" y="2482"/>
                  </a:cubicBezTo>
                  <a:cubicBezTo>
                    <a:pt x="742" y="2482"/>
                    <a:pt x="742" y="2490"/>
                    <a:pt x="686" y="2490"/>
                  </a:cubicBezTo>
                  <a:cubicBezTo>
                    <a:pt x="621" y="2498"/>
                    <a:pt x="621" y="2498"/>
                    <a:pt x="686" y="2498"/>
                  </a:cubicBezTo>
                  <a:cubicBezTo>
                    <a:pt x="621" y="2498"/>
                    <a:pt x="564" y="2506"/>
                    <a:pt x="621" y="2506"/>
                  </a:cubicBezTo>
                  <a:cubicBezTo>
                    <a:pt x="621" y="2506"/>
                    <a:pt x="621" y="2510"/>
                    <a:pt x="637" y="2510"/>
                  </a:cubicBezTo>
                  <a:cubicBezTo>
                    <a:pt x="646" y="2510"/>
                    <a:pt x="658" y="2509"/>
                    <a:pt x="677" y="2506"/>
                  </a:cubicBezTo>
                  <a:lnTo>
                    <a:pt x="799" y="2514"/>
                  </a:lnTo>
                  <a:cubicBezTo>
                    <a:pt x="826" y="2514"/>
                    <a:pt x="853" y="2511"/>
                    <a:pt x="880" y="2511"/>
                  </a:cubicBezTo>
                  <a:cubicBezTo>
                    <a:pt x="894" y="2511"/>
                    <a:pt x="907" y="2511"/>
                    <a:pt x="921" y="2514"/>
                  </a:cubicBezTo>
                  <a:cubicBezTo>
                    <a:pt x="977" y="2514"/>
                    <a:pt x="921" y="2522"/>
                    <a:pt x="734" y="2530"/>
                  </a:cubicBezTo>
                  <a:lnTo>
                    <a:pt x="613" y="2538"/>
                  </a:lnTo>
                  <a:lnTo>
                    <a:pt x="677" y="2538"/>
                  </a:lnTo>
                  <a:cubicBezTo>
                    <a:pt x="613" y="2538"/>
                    <a:pt x="613" y="2538"/>
                    <a:pt x="613" y="2547"/>
                  </a:cubicBezTo>
                  <a:lnTo>
                    <a:pt x="677" y="2547"/>
                  </a:lnTo>
                  <a:cubicBezTo>
                    <a:pt x="791" y="2547"/>
                    <a:pt x="791" y="2547"/>
                    <a:pt x="734" y="2555"/>
                  </a:cubicBezTo>
                  <a:cubicBezTo>
                    <a:pt x="613" y="2555"/>
                    <a:pt x="613" y="2555"/>
                    <a:pt x="734" y="2563"/>
                  </a:cubicBezTo>
                  <a:cubicBezTo>
                    <a:pt x="694" y="2563"/>
                    <a:pt x="653" y="2563"/>
                    <a:pt x="613" y="2571"/>
                  </a:cubicBezTo>
                  <a:lnTo>
                    <a:pt x="669" y="2571"/>
                  </a:lnTo>
                  <a:cubicBezTo>
                    <a:pt x="791" y="2571"/>
                    <a:pt x="791" y="2571"/>
                    <a:pt x="734" y="2579"/>
                  </a:cubicBezTo>
                  <a:cubicBezTo>
                    <a:pt x="669" y="2579"/>
                    <a:pt x="669" y="2579"/>
                    <a:pt x="726" y="2587"/>
                  </a:cubicBezTo>
                  <a:cubicBezTo>
                    <a:pt x="726" y="2587"/>
                    <a:pt x="726" y="2595"/>
                    <a:pt x="669" y="2595"/>
                  </a:cubicBezTo>
                  <a:cubicBezTo>
                    <a:pt x="726" y="2603"/>
                    <a:pt x="726" y="2603"/>
                    <a:pt x="669" y="2603"/>
                  </a:cubicBezTo>
                  <a:cubicBezTo>
                    <a:pt x="604" y="2611"/>
                    <a:pt x="604" y="2611"/>
                    <a:pt x="669" y="2611"/>
                  </a:cubicBezTo>
                  <a:lnTo>
                    <a:pt x="848" y="2611"/>
                  </a:lnTo>
                  <a:cubicBezTo>
                    <a:pt x="848" y="2603"/>
                    <a:pt x="848" y="2603"/>
                    <a:pt x="904" y="2603"/>
                  </a:cubicBezTo>
                  <a:lnTo>
                    <a:pt x="904" y="2611"/>
                  </a:lnTo>
                  <a:cubicBezTo>
                    <a:pt x="904" y="2620"/>
                    <a:pt x="904" y="2620"/>
                    <a:pt x="961" y="2628"/>
                  </a:cubicBezTo>
                  <a:lnTo>
                    <a:pt x="1083" y="2628"/>
                  </a:lnTo>
                  <a:lnTo>
                    <a:pt x="1140" y="2620"/>
                  </a:lnTo>
                  <a:cubicBezTo>
                    <a:pt x="961" y="2620"/>
                    <a:pt x="961" y="2620"/>
                    <a:pt x="1083" y="2611"/>
                  </a:cubicBezTo>
                  <a:lnTo>
                    <a:pt x="1204" y="2611"/>
                  </a:lnTo>
                  <a:cubicBezTo>
                    <a:pt x="1204" y="2603"/>
                    <a:pt x="1204" y="2603"/>
                    <a:pt x="1261" y="2603"/>
                  </a:cubicBezTo>
                  <a:cubicBezTo>
                    <a:pt x="1302" y="2603"/>
                    <a:pt x="1342" y="2603"/>
                    <a:pt x="1383" y="2595"/>
                  </a:cubicBezTo>
                  <a:lnTo>
                    <a:pt x="1326" y="2595"/>
                  </a:lnTo>
                  <a:cubicBezTo>
                    <a:pt x="1261" y="2595"/>
                    <a:pt x="1269" y="2595"/>
                    <a:pt x="1383" y="2587"/>
                  </a:cubicBezTo>
                  <a:lnTo>
                    <a:pt x="1326" y="2587"/>
                  </a:lnTo>
                  <a:cubicBezTo>
                    <a:pt x="1204" y="2587"/>
                    <a:pt x="1213" y="2579"/>
                    <a:pt x="1326" y="2579"/>
                  </a:cubicBezTo>
                  <a:lnTo>
                    <a:pt x="1326" y="2571"/>
                  </a:lnTo>
                  <a:cubicBezTo>
                    <a:pt x="1304" y="2571"/>
                    <a:pt x="1279" y="2567"/>
                    <a:pt x="1253" y="2567"/>
                  </a:cubicBezTo>
                  <a:cubicBezTo>
                    <a:pt x="1240" y="2567"/>
                    <a:pt x="1226" y="2568"/>
                    <a:pt x="1213" y="2571"/>
                  </a:cubicBezTo>
                  <a:cubicBezTo>
                    <a:pt x="1091" y="2571"/>
                    <a:pt x="1091" y="2571"/>
                    <a:pt x="1148" y="2563"/>
                  </a:cubicBezTo>
                  <a:lnTo>
                    <a:pt x="1269" y="2563"/>
                  </a:lnTo>
                  <a:cubicBezTo>
                    <a:pt x="1334" y="2563"/>
                    <a:pt x="1334" y="2555"/>
                    <a:pt x="1334" y="2555"/>
                  </a:cubicBezTo>
                  <a:cubicBezTo>
                    <a:pt x="1334" y="2555"/>
                    <a:pt x="1334" y="2547"/>
                    <a:pt x="1277" y="2547"/>
                  </a:cubicBezTo>
                  <a:lnTo>
                    <a:pt x="1334" y="2547"/>
                  </a:lnTo>
                  <a:cubicBezTo>
                    <a:pt x="1334" y="2547"/>
                    <a:pt x="1334" y="2538"/>
                    <a:pt x="1391" y="2530"/>
                  </a:cubicBezTo>
                  <a:cubicBezTo>
                    <a:pt x="1434" y="2530"/>
                    <a:pt x="1394" y="2523"/>
                    <a:pt x="1327" y="2523"/>
                  </a:cubicBezTo>
                  <a:cubicBezTo>
                    <a:pt x="1294" y="2523"/>
                    <a:pt x="1253" y="2525"/>
                    <a:pt x="1213" y="2530"/>
                  </a:cubicBezTo>
                  <a:cubicBezTo>
                    <a:pt x="1213" y="2530"/>
                    <a:pt x="1213" y="2530"/>
                    <a:pt x="1213" y="2522"/>
                  </a:cubicBezTo>
                  <a:lnTo>
                    <a:pt x="1156" y="2522"/>
                  </a:lnTo>
                  <a:cubicBezTo>
                    <a:pt x="1099" y="2522"/>
                    <a:pt x="1099" y="2514"/>
                    <a:pt x="1099" y="2514"/>
                  </a:cubicBezTo>
                  <a:lnTo>
                    <a:pt x="1221" y="2514"/>
                  </a:lnTo>
                  <a:cubicBezTo>
                    <a:pt x="1399" y="2514"/>
                    <a:pt x="1456" y="2514"/>
                    <a:pt x="1277" y="2506"/>
                  </a:cubicBezTo>
                  <a:lnTo>
                    <a:pt x="1342" y="2506"/>
                  </a:lnTo>
                  <a:cubicBezTo>
                    <a:pt x="1399" y="2506"/>
                    <a:pt x="1399" y="2506"/>
                    <a:pt x="1342" y="2498"/>
                  </a:cubicBezTo>
                  <a:cubicBezTo>
                    <a:pt x="1342" y="2498"/>
                    <a:pt x="1221" y="2490"/>
                    <a:pt x="1164" y="2490"/>
                  </a:cubicBezTo>
                  <a:cubicBezTo>
                    <a:pt x="1285" y="2490"/>
                    <a:pt x="1285" y="2482"/>
                    <a:pt x="1164" y="2482"/>
                  </a:cubicBezTo>
                  <a:lnTo>
                    <a:pt x="1221" y="2482"/>
                  </a:lnTo>
                  <a:cubicBezTo>
                    <a:pt x="1285" y="2482"/>
                    <a:pt x="1342" y="2474"/>
                    <a:pt x="1285" y="2457"/>
                  </a:cubicBezTo>
                  <a:cubicBezTo>
                    <a:pt x="1285" y="2449"/>
                    <a:pt x="1285" y="2441"/>
                    <a:pt x="1350" y="2441"/>
                  </a:cubicBezTo>
                  <a:cubicBezTo>
                    <a:pt x="1407" y="2441"/>
                    <a:pt x="1294" y="2425"/>
                    <a:pt x="1172" y="2417"/>
                  </a:cubicBezTo>
                  <a:cubicBezTo>
                    <a:pt x="1229" y="2417"/>
                    <a:pt x="1229" y="2417"/>
                    <a:pt x="1229" y="2409"/>
                  </a:cubicBezTo>
                  <a:cubicBezTo>
                    <a:pt x="1237" y="2401"/>
                    <a:pt x="1237" y="2401"/>
                    <a:pt x="1294" y="2401"/>
                  </a:cubicBezTo>
                  <a:cubicBezTo>
                    <a:pt x="1172" y="2393"/>
                    <a:pt x="1237" y="2384"/>
                    <a:pt x="1358" y="2384"/>
                  </a:cubicBezTo>
                  <a:cubicBezTo>
                    <a:pt x="1415" y="2384"/>
                    <a:pt x="1415" y="2384"/>
                    <a:pt x="1415" y="2376"/>
                  </a:cubicBezTo>
                  <a:cubicBezTo>
                    <a:pt x="1358" y="2376"/>
                    <a:pt x="1358" y="2368"/>
                    <a:pt x="1358" y="2360"/>
                  </a:cubicBezTo>
                  <a:cubicBezTo>
                    <a:pt x="1358" y="2352"/>
                    <a:pt x="1358" y="2352"/>
                    <a:pt x="1237" y="2352"/>
                  </a:cubicBezTo>
                  <a:cubicBezTo>
                    <a:pt x="1123" y="2352"/>
                    <a:pt x="1123" y="2344"/>
                    <a:pt x="1123" y="2344"/>
                  </a:cubicBezTo>
                  <a:cubicBezTo>
                    <a:pt x="1123" y="2336"/>
                    <a:pt x="1123" y="2336"/>
                    <a:pt x="1180" y="2336"/>
                  </a:cubicBezTo>
                  <a:cubicBezTo>
                    <a:pt x="1204" y="2336"/>
                    <a:pt x="1221" y="2336"/>
                    <a:pt x="1245" y="2328"/>
                  </a:cubicBezTo>
                  <a:cubicBezTo>
                    <a:pt x="1245" y="2328"/>
                    <a:pt x="1245" y="2320"/>
                    <a:pt x="1302" y="2320"/>
                  </a:cubicBezTo>
                  <a:cubicBezTo>
                    <a:pt x="1302" y="2320"/>
                    <a:pt x="1367" y="2320"/>
                    <a:pt x="1367" y="2311"/>
                  </a:cubicBezTo>
                  <a:cubicBezTo>
                    <a:pt x="1367" y="2311"/>
                    <a:pt x="1367" y="2303"/>
                    <a:pt x="1423" y="2303"/>
                  </a:cubicBezTo>
                  <a:cubicBezTo>
                    <a:pt x="1423" y="2295"/>
                    <a:pt x="1423" y="2295"/>
                    <a:pt x="1367" y="2295"/>
                  </a:cubicBezTo>
                  <a:cubicBezTo>
                    <a:pt x="1310" y="2295"/>
                    <a:pt x="1245" y="2295"/>
                    <a:pt x="1310" y="2279"/>
                  </a:cubicBezTo>
                  <a:cubicBezTo>
                    <a:pt x="1310" y="2279"/>
                    <a:pt x="1310" y="2271"/>
                    <a:pt x="1253" y="2271"/>
                  </a:cubicBezTo>
                  <a:cubicBezTo>
                    <a:pt x="1253" y="2263"/>
                    <a:pt x="1253" y="2263"/>
                    <a:pt x="1310" y="2263"/>
                  </a:cubicBezTo>
                  <a:cubicBezTo>
                    <a:pt x="1431" y="2263"/>
                    <a:pt x="1431" y="2255"/>
                    <a:pt x="1318" y="2255"/>
                  </a:cubicBezTo>
                  <a:cubicBezTo>
                    <a:pt x="1253" y="2255"/>
                    <a:pt x="1253" y="2247"/>
                    <a:pt x="1318" y="2247"/>
                  </a:cubicBezTo>
                  <a:cubicBezTo>
                    <a:pt x="1318" y="2247"/>
                    <a:pt x="1318" y="2247"/>
                    <a:pt x="1253" y="2238"/>
                  </a:cubicBezTo>
                  <a:cubicBezTo>
                    <a:pt x="1196" y="2238"/>
                    <a:pt x="1196" y="2238"/>
                    <a:pt x="1261" y="2230"/>
                  </a:cubicBezTo>
                  <a:cubicBezTo>
                    <a:pt x="1318" y="2230"/>
                    <a:pt x="1318" y="2230"/>
                    <a:pt x="1318" y="2222"/>
                  </a:cubicBezTo>
                  <a:cubicBezTo>
                    <a:pt x="1261" y="2214"/>
                    <a:pt x="1261" y="2182"/>
                    <a:pt x="1326" y="2182"/>
                  </a:cubicBezTo>
                  <a:cubicBezTo>
                    <a:pt x="1269" y="2182"/>
                    <a:pt x="1269" y="2182"/>
                    <a:pt x="1269" y="2174"/>
                  </a:cubicBezTo>
                  <a:cubicBezTo>
                    <a:pt x="1374" y="2174"/>
                    <a:pt x="1334" y="2167"/>
                    <a:pt x="1231" y="2166"/>
                  </a:cubicBezTo>
                  <a:lnTo>
                    <a:pt x="1231" y="2166"/>
                  </a:lnTo>
                  <a:cubicBezTo>
                    <a:pt x="1243" y="2166"/>
                    <a:pt x="1256" y="2165"/>
                    <a:pt x="1269" y="2165"/>
                  </a:cubicBezTo>
                  <a:cubicBezTo>
                    <a:pt x="1391" y="2165"/>
                    <a:pt x="1391" y="2165"/>
                    <a:pt x="1269" y="2157"/>
                  </a:cubicBezTo>
                  <a:cubicBezTo>
                    <a:pt x="1148" y="2157"/>
                    <a:pt x="1148" y="2149"/>
                    <a:pt x="1269" y="2149"/>
                  </a:cubicBezTo>
                  <a:cubicBezTo>
                    <a:pt x="1034" y="2141"/>
                    <a:pt x="977" y="2133"/>
                    <a:pt x="1213" y="2133"/>
                  </a:cubicBezTo>
                  <a:cubicBezTo>
                    <a:pt x="1269" y="2133"/>
                    <a:pt x="1334" y="2133"/>
                    <a:pt x="1391" y="2125"/>
                  </a:cubicBezTo>
                  <a:cubicBezTo>
                    <a:pt x="1364" y="2125"/>
                    <a:pt x="1337" y="2121"/>
                    <a:pt x="1312" y="2121"/>
                  </a:cubicBezTo>
                  <a:cubicBezTo>
                    <a:pt x="1300" y="2121"/>
                    <a:pt x="1288" y="2122"/>
                    <a:pt x="1277" y="2125"/>
                  </a:cubicBezTo>
                  <a:cubicBezTo>
                    <a:pt x="1156" y="2125"/>
                    <a:pt x="1156" y="2125"/>
                    <a:pt x="1277" y="2117"/>
                  </a:cubicBezTo>
                  <a:cubicBezTo>
                    <a:pt x="1456" y="2109"/>
                    <a:pt x="1456" y="2101"/>
                    <a:pt x="1334" y="2093"/>
                  </a:cubicBezTo>
                  <a:cubicBezTo>
                    <a:pt x="1251" y="2081"/>
                    <a:pt x="1229" y="2073"/>
                    <a:pt x="1271" y="2073"/>
                  </a:cubicBezTo>
                  <a:cubicBezTo>
                    <a:pt x="1286" y="2073"/>
                    <a:pt x="1310" y="2074"/>
                    <a:pt x="1342" y="2076"/>
                  </a:cubicBezTo>
                  <a:cubicBezTo>
                    <a:pt x="1399" y="2080"/>
                    <a:pt x="1427" y="2082"/>
                    <a:pt x="1434" y="2082"/>
                  </a:cubicBezTo>
                  <a:cubicBezTo>
                    <a:pt x="1442" y="2082"/>
                    <a:pt x="1427" y="2080"/>
                    <a:pt x="1399" y="2076"/>
                  </a:cubicBezTo>
                  <a:cubicBezTo>
                    <a:pt x="1399" y="2076"/>
                    <a:pt x="1399" y="2068"/>
                    <a:pt x="1399" y="2060"/>
                  </a:cubicBezTo>
                  <a:cubicBezTo>
                    <a:pt x="1381" y="2060"/>
                    <a:pt x="1360" y="2058"/>
                    <a:pt x="1339" y="2057"/>
                  </a:cubicBezTo>
                  <a:lnTo>
                    <a:pt x="1339" y="2057"/>
                  </a:lnTo>
                  <a:cubicBezTo>
                    <a:pt x="1421" y="2052"/>
                    <a:pt x="1444" y="2051"/>
                    <a:pt x="1342" y="2044"/>
                  </a:cubicBezTo>
                  <a:lnTo>
                    <a:pt x="1342" y="2036"/>
                  </a:lnTo>
                  <a:cubicBezTo>
                    <a:pt x="1350" y="2036"/>
                    <a:pt x="1350" y="2036"/>
                    <a:pt x="1285" y="2028"/>
                  </a:cubicBezTo>
                  <a:cubicBezTo>
                    <a:pt x="1229" y="2028"/>
                    <a:pt x="1285" y="2020"/>
                    <a:pt x="1350" y="2020"/>
                  </a:cubicBezTo>
                  <a:cubicBezTo>
                    <a:pt x="1407" y="2020"/>
                    <a:pt x="1472" y="2011"/>
                    <a:pt x="1407" y="2011"/>
                  </a:cubicBezTo>
                  <a:cubicBezTo>
                    <a:pt x="1350" y="2011"/>
                    <a:pt x="1294" y="2011"/>
                    <a:pt x="1229" y="2003"/>
                  </a:cubicBezTo>
                  <a:cubicBezTo>
                    <a:pt x="1191" y="2003"/>
                    <a:pt x="1204" y="2000"/>
                    <a:pt x="1235" y="2000"/>
                  </a:cubicBezTo>
                  <a:cubicBezTo>
                    <a:pt x="1251" y="2000"/>
                    <a:pt x="1272" y="2001"/>
                    <a:pt x="1294" y="2003"/>
                  </a:cubicBezTo>
                  <a:cubicBezTo>
                    <a:pt x="1334" y="2003"/>
                    <a:pt x="1375" y="2003"/>
                    <a:pt x="1415" y="1995"/>
                  </a:cubicBezTo>
                  <a:cubicBezTo>
                    <a:pt x="1415" y="1995"/>
                    <a:pt x="1415" y="1987"/>
                    <a:pt x="1350" y="1987"/>
                  </a:cubicBezTo>
                  <a:cubicBezTo>
                    <a:pt x="1294" y="1987"/>
                    <a:pt x="1294" y="1971"/>
                    <a:pt x="1358" y="1963"/>
                  </a:cubicBezTo>
                  <a:lnTo>
                    <a:pt x="1358" y="1955"/>
                  </a:lnTo>
                  <a:cubicBezTo>
                    <a:pt x="1358" y="1955"/>
                    <a:pt x="1302" y="1955"/>
                    <a:pt x="1302" y="1947"/>
                  </a:cubicBezTo>
                  <a:lnTo>
                    <a:pt x="1237" y="1947"/>
                  </a:lnTo>
                  <a:cubicBezTo>
                    <a:pt x="1237" y="1938"/>
                    <a:pt x="1237" y="1938"/>
                    <a:pt x="1302" y="1938"/>
                  </a:cubicBezTo>
                  <a:cubicBezTo>
                    <a:pt x="1180" y="1930"/>
                    <a:pt x="1180" y="1930"/>
                    <a:pt x="1302" y="1930"/>
                  </a:cubicBezTo>
                  <a:cubicBezTo>
                    <a:pt x="1245" y="1922"/>
                    <a:pt x="1245" y="1922"/>
                    <a:pt x="1302" y="1922"/>
                  </a:cubicBezTo>
                  <a:cubicBezTo>
                    <a:pt x="1358" y="1922"/>
                    <a:pt x="1367" y="1914"/>
                    <a:pt x="1302" y="1914"/>
                  </a:cubicBezTo>
                  <a:cubicBezTo>
                    <a:pt x="1180" y="1914"/>
                    <a:pt x="1123" y="1906"/>
                    <a:pt x="1245" y="1906"/>
                  </a:cubicBezTo>
                  <a:cubicBezTo>
                    <a:pt x="1245" y="1906"/>
                    <a:pt x="1245" y="1906"/>
                    <a:pt x="1188" y="1898"/>
                  </a:cubicBezTo>
                  <a:cubicBezTo>
                    <a:pt x="1310" y="1890"/>
                    <a:pt x="1310" y="1890"/>
                    <a:pt x="1188" y="1890"/>
                  </a:cubicBezTo>
                  <a:cubicBezTo>
                    <a:pt x="1188" y="1890"/>
                    <a:pt x="1131" y="1882"/>
                    <a:pt x="1188" y="1882"/>
                  </a:cubicBezTo>
                  <a:cubicBezTo>
                    <a:pt x="1245" y="1874"/>
                    <a:pt x="1310" y="1857"/>
                    <a:pt x="1188" y="1857"/>
                  </a:cubicBezTo>
                  <a:lnTo>
                    <a:pt x="1188" y="1849"/>
                  </a:lnTo>
                  <a:cubicBezTo>
                    <a:pt x="1253" y="1849"/>
                    <a:pt x="1253" y="1841"/>
                    <a:pt x="1196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2"/>
            <p:cNvSpPr/>
            <p:nvPr/>
          </p:nvSpPr>
          <p:spPr>
            <a:xfrm>
              <a:off x="8594345" y="1800052"/>
              <a:ext cx="42335" cy="45300"/>
            </a:xfrm>
            <a:custGeom>
              <a:avLst/>
              <a:gdLst/>
              <a:ahLst/>
              <a:cxnLst/>
              <a:rect l="l" t="t" r="r" b="b"/>
              <a:pathLst>
                <a:path w="2456" h="2628" extrusionOk="0">
                  <a:moveTo>
                    <a:pt x="722" y="19"/>
                  </a:moveTo>
                  <a:cubicBezTo>
                    <a:pt x="753" y="19"/>
                    <a:pt x="814" y="21"/>
                    <a:pt x="874" y="25"/>
                  </a:cubicBezTo>
                  <a:lnTo>
                    <a:pt x="866" y="25"/>
                  </a:lnTo>
                  <a:cubicBezTo>
                    <a:pt x="855" y="28"/>
                    <a:pt x="844" y="29"/>
                    <a:pt x="831" y="29"/>
                  </a:cubicBezTo>
                  <a:cubicBezTo>
                    <a:pt x="807" y="29"/>
                    <a:pt x="780" y="25"/>
                    <a:pt x="753" y="25"/>
                  </a:cubicBezTo>
                  <a:cubicBezTo>
                    <a:pt x="692" y="21"/>
                    <a:pt x="692" y="19"/>
                    <a:pt x="722" y="19"/>
                  </a:cubicBezTo>
                  <a:close/>
                  <a:moveTo>
                    <a:pt x="1405" y="19"/>
                  </a:moveTo>
                  <a:cubicBezTo>
                    <a:pt x="1385" y="19"/>
                    <a:pt x="1365" y="21"/>
                    <a:pt x="1345" y="25"/>
                  </a:cubicBezTo>
                  <a:cubicBezTo>
                    <a:pt x="1358" y="28"/>
                    <a:pt x="1372" y="29"/>
                    <a:pt x="1385" y="29"/>
                  </a:cubicBezTo>
                  <a:cubicBezTo>
                    <a:pt x="1412" y="29"/>
                    <a:pt x="1439" y="25"/>
                    <a:pt x="1466" y="25"/>
                  </a:cubicBezTo>
                  <a:cubicBezTo>
                    <a:pt x="1446" y="21"/>
                    <a:pt x="1426" y="19"/>
                    <a:pt x="1405" y="19"/>
                  </a:cubicBezTo>
                  <a:close/>
                  <a:moveTo>
                    <a:pt x="809" y="455"/>
                  </a:moveTo>
                  <a:cubicBezTo>
                    <a:pt x="850" y="455"/>
                    <a:pt x="891" y="455"/>
                    <a:pt x="931" y="463"/>
                  </a:cubicBezTo>
                  <a:cubicBezTo>
                    <a:pt x="866" y="463"/>
                    <a:pt x="809" y="463"/>
                    <a:pt x="745" y="455"/>
                  </a:cubicBezTo>
                  <a:close/>
                  <a:moveTo>
                    <a:pt x="1093" y="560"/>
                  </a:moveTo>
                  <a:cubicBezTo>
                    <a:pt x="1093" y="560"/>
                    <a:pt x="1150" y="568"/>
                    <a:pt x="1093" y="568"/>
                  </a:cubicBezTo>
                  <a:lnTo>
                    <a:pt x="1028" y="568"/>
                  </a:lnTo>
                  <a:cubicBezTo>
                    <a:pt x="972" y="560"/>
                    <a:pt x="915" y="560"/>
                    <a:pt x="972" y="560"/>
                  </a:cubicBezTo>
                  <a:close/>
                  <a:moveTo>
                    <a:pt x="1016" y="684"/>
                  </a:moveTo>
                  <a:cubicBezTo>
                    <a:pt x="1037" y="684"/>
                    <a:pt x="1057" y="686"/>
                    <a:pt x="1077" y="690"/>
                  </a:cubicBezTo>
                  <a:lnTo>
                    <a:pt x="955" y="690"/>
                  </a:lnTo>
                  <a:cubicBezTo>
                    <a:pt x="976" y="686"/>
                    <a:pt x="996" y="684"/>
                    <a:pt x="1016" y="684"/>
                  </a:cubicBezTo>
                  <a:close/>
                  <a:moveTo>
                    <a:pt x="1126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61" y="724"/>
                  </a:moveTo>
                  <a:cubicBezTo>
                    <a:pt x="1154" y="724"/>
                    <a:pt x="1154" y="726"/>
                    <a:pt x="1182" y="730"/>
                  </a:cubicBezTo>
                  <a:cubicBezTo>
                    <a:pt x="1182" y="726"/>
                    <a:pt x="1168" y="724"/>
                    <a:pt x="1161" y="724"/>
                  </a:cubicBezTo>
                  <a:close/>
                  <a:moveTo>
                    <a:pt x="1126" y="747"/>
                  </a:moveTo>
                  <a:lnTo>
                    <a:pt x="1061" y="755"/>
                  </a:lnTo>
                  <a:lnTo>
                    <a:pt x="1069" y="747"/>
                  </a:lnTo>
                  <a:close/>
                  <a:moveTo>
                    <a:pt x="1061" y="763"/>
                  </a:moveTo>
                  <a:cubicBezTo>
                    <a:pt x="1093" y="767"/>
                    <a:pt x="1109" y="767"/>
                    <a:pt x="1118" y="767"/>
                  </a:cubicBezTo>
                  <a:cubicBezTo>
                    <a:pt x="1126" y="767"/>
                    <a:pt x="1126" y="767"/>
                    <a:pt x="1126" y="771"/>
                  </a:cubicBezTo>
                  <a:cubicBezTo>
                    <a:pt x="1122" y="775"/>
                    <a:pt x="1120" y="777"/>
                    <a:pt x="1112" y="777"/>
                  </a:cubicBezTo>
                  <a:cubicBezTo>
                    <a:pt x="1103" y="777"/>
                    <a:pt x="1089" y="775"/>
                    <a:pt x="1061" y="771"/>
                  </a:cubicBezTo>
                  <a:cubicBezTo>
                    <a:pt x="1004" y="771"/>
                    <a:pt x="1004" y="763"/>
                    <a:pt x="1061" y="763"/>
                  </a:cubicBezTo>
                  <a:close/>
                  <a:moveTo>
                    <a:pt x="700" y="789"/>
                  </a:moveTo>
                  <a:cubicBezTo>
                    <a:pt x="720" y="789"/>
                    <a:pt x="741" y="791"/>
                    <a:pt x="761" y="795"/>
                  </a:cubicBezTo>
                  <a:lnTo>
                    <a:pt x="639" y="795"/>
                  </a:lnTo>
                  <a:cubicBezTo>
                    <a:pt x="660" y="791"/>
                    <a:pt x="680" y="789"/>
                    <a:pt x="700" y="789"/>
                  </a:cubicBezTo>
                  <a:close/>
                  <a:moveTo>
                    <a:pt x="818" y="828"/>
                  </a:moveTo>
                  <a:lnTo>
                    <a:pt x="753" y="836"/>
                  </a:lnTo>
                  <a:cubicBezTo>
                    <a:pt x="696" y="836"/>
                    <a:pt x="696" y="828"/>
                    <a:pt x="696" y="828"/>
                  </a:cubicBezTo>
                  <a:close/>
                  <a:moveTo>
                    <a:pt x="745" y="918"/>
                  </a:moveTo>
                  <a:cubicBezTo>
                    <a:pt x="770" y="919"/>
                    <a:pt x="777" y="921"/>
                    <a:pt x="772" y="921"/>
                  </a:cubicBezTo>
                  <a:cubicBezTo>
                    <a:pt x="769" y="921"/>
                    <a:pt x="759" y="920"/>
                    <a:pt x="745" y="91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34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8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4" y="1225"/>
                    <a:pt x="1093" y="1225"/>
                    <a:pt x="1061" y="1217"/>
                  </a:cubicBezTo>
                  <a:cubicBezTo>
                    <a:pt x="1061" y="1209"/>
                    <a:pt x="1061" y="1209"/>
                    <a:pt x="1118" y="1209"/>
                  </a:cubicBezTo>
                  <a:close/>
                  <a:moveTo>
                    <a:pt x="664" y="1468"/>
                  </a:moveTo>
                  <a:lnTo>
                    <a:pt x="664" y="1476"/>
                  </a:lnTo>
                  <a:lnTo>
                    <a:pt x="777" y="1476"/>
                  </a:lnTo>
                  <a:cubicBezTo>
                    <a:pt x="745" y="1468"/>
                    <a:pt x="704" y="1468"/>
                    <a:pt x="664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31" y="1"/>
                  </a:moveTo>
                  <a:cubicBezTo>
                    <a:pt x="850" y="1"/>
                    <a:pt x="769" y="1"/>
                    <a:pt x="688" y="9"/>
                  </a:cubicBezTo>
                  <a:cubicBezTo>
                    <a:pt x="623" y="25"/>
                    <a:pt x="566" y="33"/>
                    <a:pt x="688" y="33"/>
                  </a:cubicBezTo>
                  <a:lnTo>
                    <a:pt x="745" y="33"/>
                  </a:lnTo>
                  <a:cubicBezTo>
                    <a:pt x="720" y="41"/>
                    <a:pt x="704" y="41"/>
                    <a:pt x="680" y="41"/>
                  </a:cubicBezTo>
                  <a:cubicBezTo>
                    <a:pt x="623" y="41"/>
                    <a:pt x="623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50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42" y="203"/>
                    <a:pt x="542" y="212"/>
                  </a:cubicBezTo>
                  <a:cubicBezTo>
                    <a:pt x="599" y="220"/>
                    <a:pt x="599" y="220"/>
                    <a:pt x="599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1" y="244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85"/>
                    <a:pt x="591" y="285"/>
                  </a:cubicBezTo>
                  <a:cubicBezTo>
                    <a:pt x="631" y="285"/>
                    <a:pt x="664" y="285"/>
                    <a:pt x="704" y="293"/>
                  </a:cubicBezTo>
                  <a:lnTo>
                    <a:pt x="591" y="293"/>
                  </a:lnTo>
                  <a:cubicBezTo>
                    <a:pt x="558" y="289"/>
                    <a:pt x="542" y="287"/>
                    <a:pt x="534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2" y="301"/>
                    <a:pt x="582" y="317"/>
                    <a:pt x="582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96" y="374"/>
                    <a:pt x="696" y="374"/>
                    <a:pt x="631" y="382"/>
                  </a:cubicBezTo>
                  <a:cubicBezTo>
                    <a:pt x="453" y="406"/>
                    <a:pt x="453" y="406"/>
                    <a:pt x="510" y="406"/>
                  </a:cubicBezTo>
                  <a:lnTo>
                    <a:pt x="631" y="406"/>
                  </a:lnTo>
                  <a:cubicBezTo>
                    <a:pt x="753" y="406"/>
                    <a:pt x="753" y="406"/>
                    <a:pt x="631" y="414"/>
                  </a:cubicBezTo>
                  <a:cubicBezTo>
                    <a:pt x="510" y="414"/>
                    <a:pt x="566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8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15" y="520"/>
                    <a:pt x="550" y="536"/>
                    <a:pt x="493" y="536"/>
                  </a:cubicBezTo>
                  <a:lnTo>
                    <a:pt x="493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50" y="568"/>
                    <a:pt x="550" y="568"/>
                    <a:pt x="607" y="568"/>
                  </a:cubicBezTo>
                  <a:cubicBezTo>
                    <a:pt x="620" y="566"/>
                    <a:pt x="634" y="565"/>
                    <a:pt x="647" y="565"/>
                  </a:cubicBezTo>
                  <a:cubicBezTo>
                    <a:pt x="674" y="565"/>
                    <a:pt x="701" y="568"/>
                    <a:pt x="728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607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5" y="617"/>
                    <a:pt x="655" y="625"/>
                    <a:pt x="599" y="625"/>
                  </a:cubicBezTo>
                  <a:cubicBezTo>
                    <a:pt x="542" y="625"/>
                    <a:pt x="534" y="641"/>
                    <a:pt x="599" y="649"/>
                  </a:cubicBezTo>
                  <a:lnTo>
                    <a:pt x="591" y="649"/>
                  </a:lnTo>
                  <a:cubicBezTo>
                    <a:pt x="477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34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91" y="698"/>
                    <a:pt x="591" y="698"/>
                    <a:pt x="591" y="706"/>
                  </a:cubicBezTo>
                  <a:cubicBezTo>
                    <a:pt x="591" y="706"/>
                    <a:pt x="582" y="714"/>
                    <a:pt x="647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2" y="714"/>
                  </a:cubicBezTo>
                  <a:cubicBezTo>
                    <a:pt x="526" y="714"/>
                    <a:pt x="526" y="722"/>
                    <a:pt x="647" y="730"/>
                  </a:cubicBezTo>
                  <a:cubicBezTo>
                    <a:pt x="604" y="730"/>
                    <a:pt x="564" y="727"/>
                    <a:pt x="560" y="727"/>
                  </a:cubicBezTo>
                  <a:lnTo>
                    <a:pt x="560" y="727"/>
                  </a:lnTo>
                  <a:cubicBezTo>
                    <a:pt x="557" y="727"/>
                    <a:pt x="564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82" y="755"/>
                    <a:pt x="582" y="755"/>
                    <a:pt x="582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9"/>
                    <a:pt x="639" y="779"/>
                  </a:cubicBezTo>
                  <a:lnTo>
                    <a:pt x="574" y="779"/>
                  </a:lnTo>
                  <a:cubicBezTo>
                    <a:pt x="639" y="787"/>
                    <a:pt x="631" y="787"/>
                    <a:pt x="631" y="787"/>
                  </a:cubicBezTo>
                  <a:cubicBezTo>
                    <a:pt x="574" y="787"/>
                    <a:pt x="574" y="820"/>
                    <a:pt x="566" y="844"/>
                  </a:cubicBezTo>
                  <a:cubicBezTo>
                    <a:pt x="607" y="852"/>
                    <a:pt x="647" y="852"/>
                    <a:pt x="688" y="852"/>
                  </a:cubicBezTo>
                  <a:cubicBezTo>
                    <a:pt x="510" y="852"/>
                    <a:pt x="501" y="860"/>
                    <a:pt x="688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66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1" y="901"/>
                    <a:pt x="558" y="917"/>
                    <a:pt x="680" y="917"/>
                  </a:cubicBezTo>
                  <a:cubicBezTo>
                    <a:pt x="694" y="917"/>
                    <a:pt x="707" y="917"/>
                    <a:pt x="718" y="917"/>
                  </a:cubicBezTo>
                  <a:lnTo>
                    <a:pt x="718" y="917"/>
                  </a:lnTo>
                  <a:cubicBezTo>
                    <a:pt x="678" y="919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9"/>
                    <a:pt x="728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72" y="974"/>
                  </a:lnTo>
                  <a:cubicBezTo>
                    <a:pt x="785" y="974"/>
                    <a:pt x="728" y="990"/>
                    <a:pt x="607" y="990"/>
                  </a:cubicBezTo>
                  <a:lnTo>
                    <a:pt x="728" y="990"/>
                  </a:lnTo>
                  <a:cubicBezTo>
                    <a:pt x="728" y="998"/>
                    <a:pt x="720" y="998"/>
                    <a:pt x="664" y="998"/>
                  </a:cubicBezTo>
                  <a:cubicBezTo>
                    <a:pt x="607" y="998"/>
                    <a:pt x="542" y="1006"/>
                    <a:pt x="607" y="1006"/>
                  </a:cubicBezTo>
                  <a:cubicBezTo>
                    <a:pt x="607" y="1006"/>
                    <a:pt x="607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42" y="1039"/>
                    <a:pt x="599" y="1039"/>
                  </a:cubicBezTo>
                  <a:cubicBezTo>
                    <a:pt x="599" y="1047"/>
                    <a:pt x="599" y="1055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1" y="1103"/>
                    <a:pt x="591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6" y="1136"/>
                    <a:pt x="526" y="1144"/>
                    <a:pt x="582" y="1144"/>
                  </a:cubicBezTo>
                  <a:lnTo>
                    <a:pt x="647" y="1144"/>
                  </a:lnTo>
                  <a:cubicBezTo>
                    <a:pt x="582" y="1144"/>
                    <a:pt x="582" y="1152"/>
                    <a:pt x="639" y="1152"/>
                  </a:cubicBezTo>
                  <a:cubicBezTo>
                    <a:pt x="639" y="1160"/>
                    <a:pt x="639" y="1160"/>
                    <a:pt x="582" y="1160"/>
                  </a:cubicBezTo>
                  <a:lnTo>
                    <a:pt x="582" y="1168"/>
                  </a:lnTo>
                  <a:cubicBezTo>
                    <a:pt x="704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9" y="1201"/>
                  </a:cubicBezTo>
                  <a:cubicBezTo>
                    <a:pt x="753" y="1201"/>
                    <a:pt x="753" y="1209"/>
                    <a:pt x="639" y="1209"/>
                  </a:cubicBezTo>
                  <a:lnTo>
                    <a:pt x="631" y="1209"/>
                  </a:lnTo>
                  <a:cubicBezTo>
                    <a:pt x="696" y="1209"/>
                    <a:pt x="696" y="1225"/>
                    <a:pt x="574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8" y="1253"/>
                    <a:pt x="614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6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5" y="1333"/>
                    <a:pt x="1042" y="1428"/>
                  </a:cubicBezTo>
                  <a:lnTo>
                    <a:pt x="1042" y="1428"/>
                  </a:lnTo>
                  <a:cubicBezTo>
                    <a:pt x="1038" y="1428"/>
                    <a:pt x="1033" y="1428"/>
                    <a:pt x="1028" y="1428"/>
                  </a:cubicBezTo>
                  <a:lnTo>
                    <a:pt x="1028" y="1436"/>
                  </a:lnTo>
                  <a:lnTo>
                    <a:pt x="1049" y="1436"/>
                  </a:lnTo>
                  <a:cubicBezTo>
                    <a:pt x="1047" y="1433"/>
                    <a:pt x="1044" y="1430"/>
                    <a:pt x="1042" y="1428"/>
                  </a:cubicBezTo>
                  <a:lnTo>
                    <a:pt x="1042" y="1428"/>
                  </a:lnTo>
                  <a:cubicBezTo>
                    <a:pt x="1078" y="1428"/>
                    <a:pt x="1113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55" y="1525"/>
                  </a:lnTo>
                  <a:cubicBezTo>
                    <a:pt x="1253" y="1528"/>
                    <a:pt x="1238" y="1529"/>
                    <a:pt x="1218" y="1529"/>
                  </a:cubicBezTo>
                  <a:cubicBezTo>
                    <a:pt x="1187" y="1529"/>
                    <a:pt x="1142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2" y="1606"/>
                  </a:lnTo>
                  <a:cubicBezTo>
                    <a:pt x="1131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6" y="1598"/>
                    <a:pt x="1203" y="1599"/>
                    <a:pt x="1239" y="1606"/>
                  </a:cubicBezTo>
                  <a:lnTo>
                    <a:pt x="1132" y="1606"/>
                  </a:lnTo>
                  <a:cubicBezTo>
                    <a:pt x="1133" y="1609"/>
                    <a:pt x="1134" y="1612"/>
                    <a:pt x="1134" y="1615"/>
                  </a:cubicBezTo>
                  <a:lnTo>
                    <a:pt x="1134" y="1615"/>
                  </a:lnTo>
                  <a:cubicBezTo>
                    <a:pt x="1146" y="1614"/>
                    <a:pt x="1159" y="1614"/>
                    <a:pt x="1174" y="1614"/>
                  </a:cubicBezTo>
                  <a:lnTo>
                    <a:pt x="1239" y="1614"/>
                  </a:lnTo>
                  <a:cubicBezTo>
                    <a:pt x="1239" y="1614"/>
                    <a:pt x="1239" y="1606"/>
                    <a:pt x="1296" y="1606"/>
                  </a:cubicBezTo>
                  <a:cubicBezTo>
                    <a:pt x="1418" y="1598"/>
                    <a:pt x="1361" y="1590"/>
                    <a:pt x="1296" y="1590"/>
                  </a:cubicBezTo>
                  <a:cubicBezTo>
                    <a:pt x="1258" y="1593"/>
                    <a:pt x="1239" y="1593"/>
                    <a:pt x="1233" y="1593"/>
                  </a:cubicBezTo>
                  <a:cubicBezTo>
                    <a:pt x="1220" y="1593"/>
                    <a:pt x="1258" y="1590"/>
                    <a:pt x="1296" y="1590"/>
                  </a:cubicBezTo>
                  <a:cubicBezTo>
                    <a:pt x="1361" y="1590"/>
                    <a:pt x="1418" y="1582"/>
                    <a:pt x="1361" y="1582"/>
                  </a:cubicBezTo>
                  <a:cubicBezTo>
                    <a:pt x="1304" y="1582"/>
                    <a:pt x="1247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9" y="1533"/>
                  </a:cubicBezTo>
                  <a:cubicBezTo>
                    <a:pt x="1386" y="1535"/>
                    <a:pt x="1397" y="1536"/>
                    <a:pt x="1404" y="1536"/>
                  </a:cubicBezTo>
                  <a:cubicBezTo>
                    <a:pt x="1421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7" y="1517"/>
                    <a:pt x="1174" y="1517"/>
                    <a:pt x="1134" y="1509"/>
                  </a:cubicBezTo>
                  <a:lnTo>
                    <a:pt x="1255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77" y="1476"/>
                    <a:pt x="1377" y="1460"/>
                    <a:pt x="1255" y="1452"/>
                  </a:cubicBezTo>
                  <a:cubicBezTo>
                    <a:pt x="1199" y="1452"/>
                    <a:pt x="1199" y="1452"/>
                    <a:pt x="1264" y="1444"/>
                  </a:cubicBezTo>
                  <a:cubicBezTo>
                    <a:pt x="1199" y="1436"/>
                    <a:pt x="1264" y="1436"/>
                    <a:pt x="1320" y="1436"/>
                  </a:cubicBezTo>
                  <a:cubicBezTo>
                    <a:pt x="1442" y="1428"/>
                    <a:pt x="1442" y="1428"/>
                    <a:pt x="1385" y="1420"/>
                  </a:cubicBezTo>
                  <a:cubicBezTo>
                    <a:pt x="1320" y="1420"/>
                    <a:pt x="1328" y="1411"/>
                    <a:pt x="1328" y="1411"/>
                  </a:cubicBezTo>
                  <a:cubicBezTo>
                    <a:pt x="1300" y="1406"/>
                    <a:pt x="1271" y="1400"/>
                    <a:pt x="1242" y="1400"/>
                  </a:cubicBezTo>
                  <a:cubicBezTo>
                    <a:pt x="1231" y="1400"/>
                    <a:pt x="1219" y="1401"/>
                    <a:pt x="1207" y="1403"/>
                  </a:cubicBezTo>
                  <a:cubicBezTo>
                    <a:pt x="1188" y="1403"/>
                    <a:pt x="1168" y="1402"/>
                    <a:pt x="1151" y="1401"/>
                  </a:cubicBezTo>
                  <a:lnTo>
                    <a:pt x="1151" y="1401"/>
                  </a:lnTo>
                  <a:cubicBezTo>
                    <a:pt x="1169" y="1401"/>
                    <a:pt x="1188" y="1399"/>
                    <a:pt x="1207" y="1395"/>
                  </a:cubicBezTo>
                  <a:cubicBezTo>
                    <a:pt x="1272" y="1395"/>
                    <a:pt x="1272" y="1387"/>
                    <a:pt x="1272" y="1379"/>
                  </a:cubicBezTo>
                  <a:cubicBezTo>
                    <a:pt x="1272" y="1379"/>
                    <a:pt x="1272" y="1371"/>
                    <a:pt x="1272" y="1371"/>
                  </a:cubicBezTo>
                  <a:cubicBezTo>
                    <a:pt x="1328" y="1363"/>
                    <a:pt x="1328" y="1355"/>
                    <a:pt x="1272" y="1355"/>
                  </a:cubicBezTo>
                  <a:lnTo>
                    <a:pt x="1215" y="1355"/>
                  </a:lnTo>
                  <a:cubicBezTo>
                    <a:pt x="1337" y="1355"/>
                    <a:pt x="1337" y="1322"/>
                    <a:pt x="1215" y="1314"/>
                  </a:cubicBezTo>
                  <a:lnTo>
                    <a:pt x="1280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8" y="1274"/>
                    <a:pt x="1288" y="1266"/>
                    <a:pt x="1223" y="1266"/>
                  </a:cubicBezTo>
                  <a:cubicBezTo>
                    <a:pt x="1223" y="1257"/>
                    <a:pt x="1223" y="1257"/>
                    <a:pt x="1288" y="1257"/>
                  </a:cubicBezTo>
                  <a:cubicBezTo>
                    <a:pt x="1307" y="1260"/>
                    <a:pt x="1319" y="1261"/>
                    <a:pt x="1328" y="1261"/>
                  </a:cubicBezTo>
                  <a:cubicBezTo>
                    <a:pt x="1345" y="1261"/>
                    <a:pt x="1345" y="1257"/>
                    <a:pt x="1345" y="1257"/>
                  </a:cubicBezTo>
                  <a:cubicBezTo>
                    <a:pt x="1304" y="1249"/>
                    <a:pt x="1272" y="1249"/>
                    <a:pt x="1231" y="1249"/>
                  </a:cubicBezTo>
                  <a:cubicBezTo>
                    <a:pt x="1166" y="1249"/>
                    <a:pt x="1166" y="1249"/>
                    <a:pt x="1231" y="1241"/>
                  </a:cubicBezTo>
                  <a:cubicBezTo>
                    <a:pt x="1288" y="1233"/>
                    <a:pt x="1296" y="1225"/>
                    <a:pt x="1231" y="1217"/>
                  </a:cubicBezTo>
                  <a:cubicBezTo>
                    <a:pt x="1231" y="1217"/>
                    <a:pt x="1231" y="1209"/>
                    <a:pt x="1296" y="1209"/>
                  </a:cubicBezTo>
                  <a:cubicBezTo>
                    <a:pt x="1353" y="1209"/>
                    <a:pt x="1418" y="1201"/>
                    <a:pt x="1296" y="1201"/>
                  </a:cubicBezTo>
                  <a:cubicBezTo>
                    <a:pt x="1296" y="1193"/>
                    <a:pt x="1296" y="1193"/>
                    <a:pt x="1353" y="1193"/>
                  </a:cubicBezTo>
                  <a:cubicBezTo>
                    <a:pt x="1418" y="1193"/>
                    <a:pt x="1474" y="1193"/>
                    <a:pt x="1361" y="1184"/>
                  </a:cubicBezTo>
                  <a:cubicBezTo>
                    <a:pt x="1296" y="1184"/>
                    <a:pt x="1296" y="1168"/>
                    <a:pt x="1361" y="1168"/>
                  </a:cubicBezTo>
                  <a:cubicBezTo>
                    <a:pt x="1361" y="1160"/>
                    <a:pt x="1361" y="1160"/>
                    <a:pt x="1304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304" y="1144"/>
                    <a:pt x="1304" y="1144"/>
                    <a:pt x="1304" y="1144"/>
                  </a:cubicBezTo>
                  <a:cubicBezTo>
                    <a:pt x="1304" y="1144"/>
                    <a:pt x="1247" y="1128"/>
                    <a:pt x="1247" y="1111"/>
                  </a:cubicBezTo>
                  <a:cubicBezTo>
                    <a:pt x="1255" y="1087"/>
                    <a:pt x="1255" y="1079"/>
                    <a:pt x="1191" y="1079"/>
                  </a:cubicBezTo>
                  <a:cubicBezTo>
                    <a:pt x="1134" y="1071"/>
                    <a:pt x="1134" y="1071"/>
                    <a:pt x="1191" y="1071"/>
                  </a:cubicBezTo>
                  <a:cubicBezTo>
                    <a:pt x="1255" y="1063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20" y="1047"/>
                    <a:pt x="1320" y="1047"/>
                    <a:pt x="1255" y="1039"/>
                  </a:cubicBezTo>
                  <a:cubicBezTo>
                    <a:pt x="1320" y="1039"/>
                    <a:pt x="1377" y="1030"/>
                    <a:pt x="1320" y="1030"/>
                  </a:cubicBezTo>
                  <a:cubicBezTo>
                    <a:pt x="1255" y="1030"/>
                    <a:pt x="1264" y="1030"/>
                    <a:pt x="1199" y="1022"/>
                  </a:cubicBezTo>
                  <a:cubicBezTo>
                    <a:pt x="1199" y="1022"/>
                    <a:pt x="1199" y="1014"/>
                    <a:pt x="1264" y="1014"/>
                  </a:cubicBezTo>
                  <a:cubicBezTo>
                    <a:pt x="1320" y="1014"/>
                    <a:pt x="1264" y="998"/>
                    <a:pt x="1207" y="998"/>
                  </a:cubicBezTo>
                  <a:cubicBezTo>
                    <a:pt x="1142" y="998"/>
                    <a:pt x="1142" y="990"/>
                    <a:pt x="1207" y="990"/>
                  </a:cubicBezTo>
                  <a:lnTo>
                    <a:pt x="1264" y="990"/>
                  </a:lnTo>
                  <a:cubicBezTo>
                    <a:pt x="1207" y="982"/>
                    <a:pt x="1264" y="982"/>
                    <a:pt x="1328" y="982"/>
                  </a:cubicBezTo>
                  <a:cubicBezTo>
                    <a:pt x="1345" y="984"/>
                    <a:pt x="1357" y="985"/>
                    <a:pt x="1365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37" y="933"/>
                    <a:pt x="1272" y="933"/>
                    <a:pt x="1158" y="925"/>
                  </a:cubicBezTo>
                  <a:lnTo>
                    <a:pt x="1337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8" y="917"/>
                    <a:pt x="1158" y="917"/>
                    <a:pt x="1215" y="909"/>
                  </a:cubicBezTo>
                  <a:cubicBezTo>
                    <a:pt x="1280" y="901"/>
                    <a:pt x="1280" y="901"/>
                    <a:pt x="1223" y="901"/>
                  </a:cubicBezTo>
                  <a:cubicBezTo>
                    <a:pt x="1223" y="893"/>
                    <a:pt x="1223" y="893"/>
                    <a:pt x="1280" y="884"/>
                  </a:cubicBezTo>
                  <a:lnTo>
                    <a:pt x="1223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45" y="876"/>
                    <a:pt x="1345" y="868"/>
                    <a:pt x="1280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88" y="844"/>
                  </a:lnTo>
                  <a:cubicBezTo>
                    <a:pt x="1288" y="836"/>
                    <a:pt x="1288" y="836"/>
                    <a:pt x="1231" y="828"/>
                  </a:cubicBezTo>
                  <a:cubicBezTo>
                    <a:pt x="1288" y="828"/>
                    <a:pt x="1345" y="828"/>
                    <a:pt x="1288" y="820"/>
                  </a:cubicBezTo>
                  <a:cubicBezTo>
                    <a:pt x="1409" y="820"/>
                    <a:pt x="1409" y="820"/>
                    <a:pt x="1288" y="803"/>
                  </a:cubicBezTo>
                  <a:cubicBezTo>
                    <a:pt x="1296" y="803"/>
                    <a:pt x="1231" y="787"/>
                    <a:pt x="1239" y="779"/>
                  </a:cubicBezTo>
                  <a:cubicBezTo>
                    <a:pt x="1239" y="763"/>
                    <a:pt x="1239" y="763"/>
                    <a:pt x="1296" y="755"/>
                  </a:cubicBezTo>
                  <a:lnTo>
                    <a:pt x="1361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304" y="739"/>
                    <a:pt x="1239" y="730"/>
                    <a:pt x="1182" y="730"/>
                  </a:cubicBezTo>
                  <a:cubicBezTo>
                    <a:pt x="1061" y="730"/>
                    <a:pt x="1061" y="730"/>
                    <a:pt x="1126" y="722"/>
                  </a:cubicBezTo>
                  <a:lnTo>
                    <a:pt x="1247" y="722"/>
                  </a:lnTo>
                  <a:cubicBezTo>
                    <a:pt x="1288" y="722"/>
                    <a:pt x="1328" y="722"/>
                    <a:pt x="1361" y="714"/>
                  </a:cubicBezTo>
                  <a:cubicBezTo>
                    <a:pt x="1361" y="714"/>
                    <a:pt x="1364" y="711"/>
                    <a:pt x="1348" y="711"/>
                  </a:cubicBezTo>
                  <a:cubicBezTo>
                    <a:pt x="1339" y="711"/>
                    <a:pt x="1326" y="712"/>
                    <a:pt x="1304" y="714"/>
                  </a:cubicBezTo>
                  <a:cubicBezTo>
                    <a:pt x="1247" y="714"/>
                    <a:pt x="1247" y="714"/>
                    <a:pt x="1247" y="706"/>
                  </a:cubicBezTo>
                  <a:cubicBezTo>
                    <a:pt x="1247" y="706"/>
                    <a:pt x="1247" y="698"/>
                    <a:pt x="1191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91" y="690"/>
                    <a:pt x="1191" y="682"/>
                    <a:pt x="1191" y="682"/>
                  </a:cubicBezTo>
                  <a:lnTo>
                    <a:pt x="1369" y="682"/>
                  </a:lnTo>
                  <a:cubicBezTo>
                    <a:pt x="1353" y="674"/>
                    <a:pt x="1328" y="674"/>
                    <a:pt x="1312" y="674"/>
                  </a:cubicBezTo>
                  <a:cubicBezTo>
                    <a:pt x="1247" y="674"/>
                    <a:pt x="1264" y="601"/>
                    <a:pt x="1264" y="593"/>
                  </a:cubicBezTo>
                  <a:cubicBezTo>
                    <a:pt x="1304" y="587"/>
                    <a:pt x="1319" y="581"/>
                    <a:pt x="1302" y="581"/>
                  </a:cubicBezTo>
                  <a:cubicBezTo>
                    <a:pt x="1295" y="581"/>
                    <a:pt x="1283" y="582"/>
                    <a:pt x="1264" y="584"/>
                  </a:cubicBezTo>
                  <a:cubicBezTo>
                    <a:pt x="1207" y="584"/>
                    <a:pt x="1207" y="568"/>
                    <a:pt x="1207" y="544"/>
                  </a:cubicBezTo>
                  <a:cubicBezTo>
                    <a:pt x="1215" y="528"/>
                    <a:pt x="1215" y="512"/>
                    <a:pt x="1158" y="512"/>
                  </a:cubicBezTo>
                  <a:lnTo>
                    <a:pt x="1158" y="503"/>
                  </a:lnTo>
                  <a:cubicBezTo>
                    <a:pt x="1158" y="495"/>
                    <a:pt x="1101" y="487"/>
                    <a:pt x="1101" y="487"/>
                  </a:cubicBezTo>
                  <a:cubicBezTo>
                    <a:pt x="1037" y="479"/>
                    <a:pt x="1037" y="479"/>
                    <a:pt x="1101" y="479"/>
                  </a:cubicBezTo>
                  <a:cubicBezTo>
                    <a:pt x="1115" y="482"/>
                    <a:pt x="1128" y="483"/>
                    <a:pt x="1142" y="483"/>
                  </a:cubicBezTo>
                  <a:cubicBezTo>
                    <a:pt x="1168" y="483"/>
                    <a:pt x="1193" y="479"/>
                    <a:pt x="1215" y="479"/>
                  </a:cubicBezTo>
                  <a:cubicBezTo>
                    <a:pt x="1182" y="471"/>
                    <a:pt x="1142" y="471"/>
                    <a:pt x="1101" y="471"/>
                  </a:cubicBezTo>
                  <a:lnTo>
                    <a:pt x="1037" y="471"/>
                  </a:lnTo>
                  <a:cubicBezTo>
                    <a:pt x="1045" y="463"/>
                    <a:pt x="1045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8" y="430"/>
                    <a:pt x="1288" y="430"/>
                    <a:pt x="1166" y="422"/>
                  </a:cubicBezTo>
                  <a:cubicBezTo>
                    <a:pt x="1109" y="422"/>
                    <a:pt x="1109" y="422"/>
                    <a:pt x="1166" y="414"/>
                  </a:cubicBezTo>
                  <a:cubicBezTo>
                    <a:pt x="1231" y="414"/>
                    <a:pt x="1231" y="414"/>
                    <a:pt x="1231" y="406"/>
                  </a:cubicBezTo>
                  <a:cubicBezTo>
                    <a:pt x="1166" y="398"/>
                    <a:pt x="1174" y="382"/>
                    <a:pt x="1174" y="357"/>
                  </a:cubicBezTo>
                  <a:cubicBezTo>
                    <a:pt x="1182" y="325"/>
                    <a:pt x="1182" y="309"/>
                    <a:pt x="1126" y="309"/>
                  </a:cubicBezTo>
                  <a:cubicBezTo>
                    <a:pt x="1126" y="309"/>
                    <a:pt x="1126" y="309"/>
                    <a:pt x="1182" y="301"/>
                  </a:cubicBezTo>
                  <a:cubicBezTo>
                    <a:pt x="1247" y="301"/>
                    <a:pt x="1247" y="301"/>
                    <a:pt x="1126" y="293"/>
                  </a:cubicBezTo>
                  <a:cubicBezTo>
                    <a:pt x="1182" y="293"/>
                    <a:pt x="1182" y="285"/>
                    <a:pt x="1191" y="276"/>
                  </a:cubicBezTo>
                  <a:cubicBezTo>
                    <a:pt x="1191" y="268"/>
                    <a:pt x="1191" y="252"/>
                    <a:pt x="1134" y="252"/>
                  </a:cubicBezTo>
                  <a:cubicBezTo>
                    <a:pt x="1247" y="252"/>
                    <a:pt x="1312" y="236"/>
                    <a:pt x="1191" y="228"/>
                  </a:cubicBezTo>
                  <a:cubicBezTo>
                    <a:pt x="1191" y="228"/>
                    <a:pt x="1199" y="220"/>
                    <a:pt x="1255" y="220"/>
                  </a:cubicBezTo>
                  <a:cubicBezTo>
                    <a:pt x="1255" y="220"/>
                    <a:pt x="1255" y="220"/>
                    <a:pt x="1199" y="203"/>
                  </a:cubicBezTo>
                  <a:cubicBezTo>
                    <a:pt x="1199" y="203"/>
                    <a:pt x="1199" y="195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90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80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45" y="25"/>
                  </a:cubicBezTo>
                  <a:lnTo>
                    <a:pt x="1345" y="17"/>
                  </a:lnTo>
                  <a:cubicBezTo>
                    <a:pt x="1345" y="17"/>
                    <a:pt x="1345" y="9"/>
                    <a:pt x="1288" y="9"/>
                  </a:cubicBezTo>
                  <a:lnTo>
                    <a:pt x="1223" y="9"/>
                  </a:lnTo>
                  <a:cubicBezTo>
                    <a:pt x="1266" y="9"/>
                    <a:pt x="1252" y="5"/>
                    <a:pt x="1221" y="5"/>
                  </a:cubicBezTo>
                  <a:cubicBezTo>
                    <a:pt x="1205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4" y="1615"/>
                  </a:moveTo>
                  <a:cubicBezTo>
                    <a:pt x="1071" y="1616"/>
                    <a:pt x="1068" y="1621"/>
                    <a:pt x="1136" y="1622"/>
                  </a:cubicBezTo>
                  <a:lnTo>
                    <a:pt x="1136" y="1622"/>
                  </a:lnTo>
                  <a:cubicBezTo>
                    <a:pt x="1135" y="1619"/>
                    <a:pt x="1135" y="1617"/>
                    <a:pt x="1134" y="1615"/>
                  </a:cubicBezTo>
                  <a:close/>
                  <a:moveTo>
                    <a:pt x="707" y="1675"/>
                  </a:moveTo>
                  <a:cubicBezTo>
                    <a:pt x="694" y="1675"/>
                    <a:pt x="669" y="1676"/>
                    <a:pt x="631" y="1679"/>
                  </a:cubicBezTo>
                  <a:lnTo>
                    <a:pt x="631" y="1679"/>
                  </a:lnTo>
                  <a:cubicBezTo>
                    <a:pt x="706" y="1679"/>
                    <a:pt x="730" y="1675"/>
                    <a:pt x="707" y="1675"/>
                  </a:cubicBezTo>
                  <a:close/>
                  <a:moveTo>
                    <a:pt x="631" y="1679"/>
                  </a:moveTo>
                  <a:cubicBezTo>
                    <a:pt x="630" y="1679"/>
                    <a:pt x="629" y="1679"/>
                    <a:pt x="628" y="1679"/>
                  </a:cubicBezTo>
                  <a:lnTo>
                    <a:pt x="628" y="1679"/>
                  </a:lnTo>
                  <a:cubicBezTo>
                    <a:pt x="629" y="1679"/>
                    <a:pt x="630" y="1679"/>
                    <a:pt x="631" y="1679"/>
                  </a:cubicBezTo>
                  <a:cubicBezTo>
                    <a:pt x="631" y="1679"/>
                    <a:pt x="631" y="1679"/>
                    <a:pt x="631" y="1679"/>
                  </a:cubicBezTo>
                  <a:close/>
                  <a:moveTo>
                    <a:pt x="1136" y="1622"/>
                  </a:moveTo>
                  <a:cubicBezTo>
                    <a:pt x="1145" y="1662"/>
                    <a:pt x="1150" y="1703"/>
                    <a:pt x="1150" y="1744"/>
                  </a:cubicBezTo>
                  <a:lnTo>
                    <a:pt x="1150" y="1744"/>
                  </a:lnTo>
                  <a:cubicBezTo>
                    <a:pt x="1336" y="1744"/>
                    <a:pt x="1328" y="1743"/>
                    <a:pt x="1223" y="1736"/>
                  </a:cubicBezTo>
                  <a:cubicBezTo>
                    <a:pt x="1158" y="1728"/>
                    <a:pt x="1158" y="1728"/>
                    <a:pt x="1223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11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6" y="1692"/>
                    <a:pt x="1262" y="1692"/>
                  </a:cubicBezTo>
                  <a:cubicBezTo>
                    <a:pt x="1240" y="1692"/>
                    <a:pt x="1207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8" y="1687"/>
                    <a:pt x="1288" y="1679"/>
                    <a:pt x="1288" y="1655"/>
                  </a:cubicBezTo>
                  <a:cubicBezTo>
                    <a:pt x="1296" y="1630"/>
                    <a:pt x="1296" y="1622"/>
                    <a:pt x="1174" y="1622"/>
                  </a:cubicBezTo>
                  <a:cubicBezTo>
                    <a:pt x="1160" y="1622"/>
                    <a:pt x="1147" y="1622"/>
                    <a:pt x="1136" y="1622"/>
                  </a:cubicBezTo>
                  <a:close/>
                  <a:moveTo>
                    <a:pt x="1150" y="1744"/>
                  </a:moveTo>
                  <a:cubicBezTo>
                    <a:pt x="1135" y="1744"/>
                    <a:pt x="1119" y="1744"/>
                    <a:pt x="1101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2" y="1752"/>
                    <a:pt x="1150" y="1752"/>
                  </a:cubicBezTo>
                  <a:lnTo>
                    <a:pt x="1150" y="1752"/>
                  </a:lnTo>
                  <a:cubicBezTo>
                    <a:pt x="1150" y="1749"/>
                    <a:pt x="1150" y="1747"/>
                    <a:pt x="1150" y="1744"/>
                  </a:cubicBezTo>
                  <a:close/>
                  <a:moveTo>
                    <a:pt x="1150" y="1752"/>
                  </a:moveTo>
                  <a:cubicBezTo>
                    <a:pt x="1150" y="1765"/>
                    <a:pt x="1149" y="1778"/>
                    <a:pt x="1148" y="1790"/>
                  </a:cubicBezTo>
                  <a:lnTo>
                    <a:pt x="1148" y="1790"/>
                  </a:lnTo>
                  <a:cubicBezTo>
                    <a:pt x="1150" y="1790"/>
                    <a:pt x="1152" y="1791"/>
                    <a:pt x="1154" y="1791"/>
                  </a:cubicBezTo>
                  <a:cubicBezTo>
                    <a:pt x="1174" y="1791"/>
                    <a:pt x="1195" y="1788"/>
                    <a:pt x="1215" y="1784"/>
                  </a:cubicBezTo>
                  <a:lnTo>
                    <a:pt x="1272" y="1784"/>
                  </a:lnTo>
                  <a:cubicBezTo>
                    <a:pt x="1393" y="1784"/>
                    <a:pt x="1337" y="1776"/>
                    <a:pt x="1272" y="1768"/>
                  </a:cubicBezTo>
                  <a:cubicBezTo>
                    <a:pt x="1158" y="1760"/>
                    <a:pt x="1158" y="1760"/>
                    <a:pt x="1272" y="1760"/>
                  </a:cubicBezTo>
                  <a:cubicBezTo>
                    <a:pt x="1380" y="1760"/>
                    <a:pt x="1301" y="1754"/>
                    <a:pt x="1150" y="1752"/>
                  </a:cubicBezTo>
                  <a:close/>
                  <a:moveTo>
                    <a:pt x="1094" y="1785"/>
                  </a:moveTo>
                  <a:lnTo>
                    <a:pt x="1094" y="1785"/>
                  </a:lnTo>
                  <a:cubicBezTo>
                    <a:pt x="1112" y="1788"/>
                    <a:pt x="1130" y="1790"/>
                    <a:pt x="1148" y="1791"/>
                  </a:cubicBezTo>
                  <a:lnTo>
                    <a:pt x="1148" y="1791"/>
                  </a:lnTo>
                  <a:cubicBezTo>
                    <a:pt x="1148" y="1791"/>
                    <a:pt x="1148" y="1791"/>
                    <a:pt x="1148" y="1790"/>
                  </a:cubicBezTo>
                  <a:lnTo>
                    <a:pt x="1148" y="1790"/>
                  </a:lnTo>
                  <a:cubicBezTo>
                    <a:pt x="1130" y="1790"/>
                    <a:pt x="1112" y="1788"/>
                    <a:pt x="1094" y="1785"/>
                  </a:cubicBezTo>
                  <a:close/>
                  <a:moveTo>
                    <a:pt x="972" y="1801"/>
                  </a:moveTo>
                  <a:lnTo>
                    <a:pt x="1028" y="1809"/>
                  </a:lnTo>
                  <a:lnTo>
                    <a:pt x="1093" y="1801"/>
                  </a:lnTo>
                  <a:close/>
                  <a:moveTo>
                    <a:pt x="1085" y="1874"/>
                  </a:moveTo>
                  <a:cubicBezTo>
                    <a:pt x="1077" y="1881"/>
                    <a:pt x="1077" y="1882"/>
                    <a:pt x="1132" y="1882"/>
                  </a:cubicBezTo>
                  <a:lnTo>
                    <a:pt x="1132" y="1882"/>
                  </a:lnTo>
                  <a:cubicBezTo>
                    <a:pt x="1133" y="1879"/>
                    <a:pt x="1133" y="1876"/>
                    <a:pt x="1134" y="1874"/>
                  </a:cubicBezTo>
                  <a:close/>
                  <a:moveTo>
                    <a:pt x="2334" y="1890"/>
                  </a:moveTo>
                  <a:cubicBezTo>
                    <a:pt x="2277" y="1890"/>
                    <a:pt x="2277" y="1890"/>
                    <a:pt x="2277" y="1898"/>
                  </a:cubicBezTo>
                  <a:lnTo>
                    <a:pt x="2391" y="1898"/>
                  </a:lnTo>
                  <a:cubicBezTo>
                    <a:pt x="2455" y="1898"/>
                    <a:pt x="2455" y="1898"/>
                    <a:pt x="2334" y="1890"/>
                  </a:cubicBezTo>
                  <a:close/>
                  <a:moveTo>
                    <a:pt x="364" y="1898"/>
                  </a:moveTo>
                  <a:cubicBezTo>
                    <a:pt x="331" y="1902"/>
                    <a:pt x="315" y="1904"/>
                    <a:pt x="307" y="1904"/>
                  </a:cubicBezTo>
                  <a:cubicBezTo>
                    <a:pt x="299" y="1904"/>
                    <a:pt x="299" y="1902"/>
                    <a:pt x="299" y="1898"/>
                  </a:cubicBezTo>
                  <a:close/>
                  <a:moveTo>
                    <a:pt x="1116" y="1930"/>
                  </a:moveTo>
                  <a:lnTo>
                    <a:pt x="1116" y="1930"/>
                  </a:lnTo>
                  <a:cubicBezTo>
                    <a:pt x="1077" y="1930"/>
                    <a:pt x="1077" y="1931"/>
                    <a:pt x="1077" y="1938"/>
                  </a:cubicBezTo>
                  <a:lnTo>
                    <a:pt x="1113" y="1938"/>
                  </a:lnTo>
                  <a:cubicBezTo>
                    <a:pt x="1114" y="1936"/>
                    <a:pt x="1115" y="1933"/>
                    <a:pt x="1116" y="1930"/>
                  </a:cubicBezTo>
                  <a:close/>
                  <a:moveTo>
                    <a:pt x="751" y="1951"/>
                  </a:moveTo>
                  <a:cubicBezTo>
                    <a:pt x="757" y="1951"/>
                    <a:pt x="764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7" y="1951"/>
                    <a:pt x="751" y="1951"/>
                  </a:cubicBezTo>
                  <a:close/>
                  <a:moveTo>
                    <a:pt x="825" y="1954"/>
                  </a:moveTo>
                  <a:cubicBezTo>
                    <a:pt x="825" y="1954"/>
                    <a:pt x="825" y="1955"/>
                    <a:pt x="826" y="1955"/>
                  </a:cubicBezTo>
                  <a:lnTo>
                    <a:pt x="834" y="1955"/>
                  </a:lnTo>
                  <a:cubicBezTo>
                    <a:pt x="831" y="1955"/>
                    <a:pt x="828" y="1955"/>
                    <a:pt x="825" y="1954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47" y="1987"/>
                  </a:lnTo>
                  <a:close/>
                  <a:moveTo>
                    <a:pt x="1004" y="2011"/>
                  </a:moveTo>
                  <a:cubicBezTo>
                    <a:pt x="882" y="2011"/>
                    <a:pt x="826" y="2011"/>
                    <a:pt x="882" y="2020"/>
                  </a:cubicBezTo>
                  <a:lnTo>
                    <a:pt x="1004" y="2020"/>
                  </a:lnTo>
                  <a:lnTo>
                    <a:pt x="1004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3" y="2044"/>
                    <a:pt x="1296" y="2044"/>
                  </a:cubicBezTo>
                  <a:cubicBezTo>
                    <a:pt x="1280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9" y="2109"/>
                    <a:pt x="1053" y="2101"/>
                    <a:pt x="1053" y="2101"/>
                  </a:cubicBezTo>
                  <a:close/>
                  <a:moveTo>
                    <a:pt x="809" y="2125"/>
                  </a:moveTo>
                  <a:cubicBezTo>
                    <a:pt x="886" y="2130"/>
                    <a:pt x="940" y="2132"/>
                    <a:pt x="967" y="2133"/>
                  </a:cubicBezTo>
                  <a:lnTo>
                    <a:pt x="967" y="2133"/>
                  </a:lnTo>
                  <a:cubicBezTo>
                    <a:pt x="968" y="2132"/>
                    <a:pt x="968" y="2132"/>
                    <a:pt x="969" y="2132"/>
                  </a:cubicBezTo>
                  <a:lnTo>
                    <a:pt x="969" y="2132"/>
                  </a:lnTo>
                  <a:lnTo>
                    <a:pt x="866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17" y="2174"/>
                    <a:pt x="1104" y="2168"/>
                    <a:pt x="1215" y="2166"/>
                  </a:cubicBezTo>
                  <a:close/>
                  <a:moveTo>
                    <a:pt x="1037" y="2190"/>
                  </a:moveTo>
                  <a:cubicBezTo>
                    <a:pt x="1093" y="2190"/>
                    <a:pt x="1158" y="2198"/>
                    <a:pt x="1215" y="2198"/>
                  </a:cubicBezTo>
                  <a:lnTo>
                    <a:pt x="1215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7" y="2190"/>
                  </a:cubicBezTo>
                  <a:close/>
                  <a:moveTo>
                    <a:pt x="915" y="2206"/>
                  </a:moveTo>
                  <a:lnTo>
                    <a:pt x="972" y="2214"/>
                  </a:lnTo>
                  <a:lnTo>
                    <a:pt x="915" y="2214"/>
                  </a:lnTo>
                  <a:cubicBezTo>
                    <a:pt x="850" y="2214"/>
                    <a:pt x="850" y="2214"/>
                    <a:pt x="858" y="2206"/>
                  </a:cubicBezTo>
                  <a:close/>
                  <a:moveTo>
                    <a:pt x="614" y="1258"/>
                  </a:moveTo>
                  <a:lnTo>
                    <a:pt x="614" y="1258"/>
                  </a:lnTo>
                  <a:cubicBezTo>
                    <a:pt x="58" y="1300"/>
                    <a:pt x="0" y="2160"/>
                    <a:pt x="607" y="2230"/>
                  </a:cubicBezTo>
                  <a:cubicBezTo>
                    <a:pt x="550" y="2222"/>
                    <a:pt x="550" y="2222"/>
                    <a:pt x="607" y="2214"/>
                  </a:cubicBezTo>
                  <a:lnTo>
                    <a:pt x="615" y="2206"/>
                  </a:lnTo>
                  <a:cubicBezTo>
                    <a:pt x="550" y="2206"/>
                    <a:pt x="558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66" y="2133"/>
                    <a:pt x="680" y="2125"/>
                  </a:cubicBezTo>
                  <a:lnTo>
                    <a:pt x="623" y="2125"/>
                  </a:lnTo>
                  <a:cubicBezTo>
                    <a:pt x="566" y="2125"/>
                    <a:pt x="566" y="2117"/>
                    <a:pt x="566" y="2117"/>
                  </a:cubicBezTo>
                  <a:cubicBezTo>
                    <a:pt x="623" y="2109"/>
                    <a:pt x="623" y="2101"/>
                    <a:pt x="631" y="2093"/>
                  </a:cubicBezTo>
                  <a:cubicBezTo>
                    <a:pt x="631" y="2093"/>
                    <a:pt x="631" y="2084"/>
                    <a:pt x="688" y="2084"/>
                  </a:cubicBezTo>
                  <a:cubicBezTo>
                    <a:pt x="631" y="2084"/>
                    <a:pt x="631" y="2076"/>
                    <a:pt x="688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7" y="2076"/>
                    <a:pt x="947" y="2076"/>
                    <a:pt x="988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82" y="2011"/>
                    <a:pt x="639" y="2003"/>
                  </a:cubicBezTo>
                  <a:cubicBezTo>
                    <a:pt x="704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47" y="1987"/>
                  </a:cubicBezTo>
                  <a:cubicBezTo>
                    <a:pt x="526" y="1987"/>
                    <a:pt x="526" y="1987"/>
                    <a:pt x="647" y="1979"/>
                  </a:cubicBezTo>
                  <a:lnTo>
                    <a:pt x="704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2" y="1955"/>
                    <a:pt x="882" y="1955"/>
                    <a:pt x="826" y="1955"/>
                  </a:cubicBezTo>
                  <a:lnTo>
                    <a:pt x="769" y="1955"/>
                  </a:lnTo>
                  <a:cubicBezTo>
                    <a:pt x="777" y="1952"/>
                    <a:pt x="784" y="1951"/>
                    <a:pt x="791" y="1951"/>
                  </a:cubicBezTo>
                  <a:cubicBezTo>
                    <a:pt x="802" y="1951"/>
                    <a:pt x="813" y="1953"/>
                    <a:pt x="825" y="1954"/>
                  </a:cubicBezTo>
                  <a:lnTo>
                    <a:pt x="825" y="1954"/>
                  </a:lnTo>
                  <a:cubicBezTo>
                    <a:pt x="785" y="1938"/>
                    <a:pt x="744" y="1938"/>
                    <a:pt x="712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14"/>
                    <a:pt x="591" y="1914"/>
                  </a:cubicBezTo>
                  <a:cubicBezTo>
                    <a:pt x="534" y="1914"/>
                    <a:pt x="591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34" y="1898"/>
                    <a:pt x="534" y="1890"/>
                    <a:pt x="655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737" y="1890"/>
                    <a:pt x="639" y="1882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8" y="1833"/>
                  </a:cubicBezTo>
                  <a:cubicBezTo>
                    <a:pt x="728" y="1825"/>
                    <a:pt x="728" y="1825"/>
                    <a:pt x="664" y="1825"/>
                  </a:cubicBezTo>
                  <a:cubicBezTo>
                    <a:pt x="550" y="1825"/>
                    <a:pt x="550" y="1825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7" y="1801"/>
                  </a:cubicBezTo>
                  <a:cubicBezTo>
                    <a:pt x="550" y="1801"/>
                    <a:pt x="493" y="1793"/>
                    <a:pt x="550" y="1793"/>
                  </a:cubicBezTo>
                  <a:lnTo>
                    <a:pt x="615" y="1793"/>
                  </a:lnTo>
                  <a:cubicBezTo>
                    <a:pt x="493" y="1793"/>
                    <a:pt x="558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52"/>
                    <a:pt x="558" y="1752"/>
                    <a:pt x="558" y="1744"/>
                  </a:cubicBezTo>
                  <a:cubicBezTo>
                    <a:pt x="623" y="1736"/>
                    <a:pt x="623" y="1720"/>
                    <a:pt x="501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625" y="1679"/>
                    <a:pt x="627" y="1679"/>
                    <a:pt x="628" y="1679"/>
                  </a:cubicBezTo>
                  <a:lnTo>
                    <a:pt x="628" y="1679"/>
                  </a:lnTo>
                  <a:cubicBezTo>
                    <a:pt x="566" y="1679"/>
                    <a:pt x="566" y="1670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82" y="1598"/>
                  </a:lnTo>
                  <a:lnTo>
                    <a:pt x="582" y="1590"/>
                  </a:lnTo>
                  <a:lnTo>
                    <a:pt x="639" y="1590"/>
                  </a:lnTo>
                  <a:cubicBezTo>
                    <a:pt x="582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47" y="1557"/>
                  </a:cubicBezTo>
                  <a:cubicBezTo>
                    <a:pt x="526" y="1557"/>
                    <a:pt x="526" y="1557"/>
                    <a:pt x="647" y="1549"/>
                  </a:cubicBezTo>
                  <a:cubicBezTo>
                    <a:pt x="769" y="1549"/>
                    <a:pt x="769" y="1549"/>
                    <a:pt x="647" y="1541"/>
                  </a:cubicBezTo>
                  <a:cubicBezTo>
                    <a:pt x="591" y="1541"/>
                    <a:pt x="591" y="1541"/>
                    <a:pt x="704" y="1533"/>
                  </a:cubicBezTo>
                  <a:lnTo>
                    <a:pt x="712" y="1533"/>
                  </a:lnTo>
                  <a:cubicBezTo>
                    <a:pt x="534" y="1525"/>
                    <a:pt x="534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9" y="1476"/>
                    <a:pt x="542" y="1460"/>
                    <a:pt x="655" y="1460"/>
                  </a:cubicBezTo>
                  <a:lnTo>
                    <a:pt x="664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14"/>
                  </a:cubicBezTo>
                  <a:lnTo>
                    <a:pt x="623" y="1306"/>
                  </a:ln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5" y="1263"/>
                    <a:pt x="621" y="1261"/>
                    <a:pt x="614" y="1258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1" y="2344"/>
                    <a:pt x="1255" y="2344"/>
                    <a:pt x="1312" y="2344"/>
                  </a:cubicBezTo>
                  <a:cubicBezTo>
                    <a:pt x="1369" y="2344"/>
                    <a:pt x="1377" y="2344"/>
                    <a:pt x="1377" y="2336"/>
                  </a:cubicBezTo>
                  <a:cubicBezTo>
                    <a:pt x="1353" y="2336"/>
                    <a:pt x="1337" y="2336"/>
                    <a:pt x="1312" y="2328"/>
                  </a:cubicBezTo>
                  <a:close/>
                  <a:moveTo>
                    <a:pt x="1194" y="2354"/>
                  </a:moveTo>
                  <a:cubicBezTo>
                    <a:pt x="1213" y="2354"/>
                    <a:pt x="1231" y="2356"/>
                    <a:pt x="1247" y="2360"/>
                  </a:cubicBezTo>
                  <a:lnTo>
                    <a:pt x="1247" y="2368"/>
                  </a:lnTo>
                  <a:cubicBezTo>
                    <a:pt x="1207" y="2368"/>
                    <a:pt x="1174" y="2368"/>
                    <a:pt x="1134" y="2360"/>
                  </a:cubicBezTo>
                  <a:cubicBezTo>
                    <a:pt x="1154" y="2356"/>
                    <a:pt x="1174" y="2354"/>
                    <a:pt x="1194" y="2354"/>
                  </a:cubicBezTo>
                  <a:close/>
                  <a:moveTo>
                    <a:pt x="688" y="2522"/>
                  </a:moveTo>
                  <a:cubicBezTo>
                    <a:pt x="631" y="2522"/>
                    <a:pt x="631" y="2522"/>
                    <a:pt x="631" y="2530"/>
                  </a:cubicBezTo>
                  <a:lnTo>
                    <a:pt x="688" y="2530"/>
                  </a:lnTo>
                  <a:lnTo>
                    <a:pt x="688" y="2522"/>
                  </a:lnTo>
                  <a:close/>
                  <a:moveTo>
                    <a:pt x="1166" y="2530"/>
                  </a:moveTo>
                  <a:cubicBezTo>
                    <a:pt x="1126" y="2538"/>
                    <a:pt x="1085" y="2538"/>
                    <a:pt x="1045" y="2538"/>
                  </a:cubicBezTo>
                  <a:cubicBezTo>
                    <a:pt x="984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31" y="2530"/>
                    <a:pt x="988" y="2530"/>
                  </a:cubicBezTo>
                  <a:cubicBezTo>
                    <a:pt x="950" y="2530"/>
                    <a:pt x="963" y="2534"/>
                    <a:pt x="992" y="2534"/>
                  </a:cubicBezTo>
                  <a:cubicBezTo>
                    <a:pt x="1007" y="2534"/>
                    <a:pt x="1026" y="2533"/>
                    <a:pt x="1045" y="2530"/>
                  </a:cubicBezTo>
                  <a:close/>
                  <a:moveTo>
                    <a:pt x="1045" y="2571"/>
                  </a:moveTo>
                  <a:lnTo>
                    <a:pt x="980" y="2579"/>
                  </a:lnTo>
                  <a:cubicBezTo>
                    <a:pt x="923" y="2579"/>
                    <a:pt x="923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2" y="2575"/>
                    <a:pt x="1828" y="2576"/>
                    <a:pt x="1815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5" y="1789"/>
                  </a:moveTo>
                  <a:cubicBezTo>
                    <a:pt x="1246" y="1789"/>
                    <a:pt x="1234" y="1790"/>
                    <a:pt x="1215" y="1793"/>
                  </a:cubicBezTo>
                  <a:cubicBezTo>
                    <a:pt x="1193" y="1793"/>
                    <a:pt x="1170" y="1793"/>
                    <a:pt x="1148" y="1791"/>
                  </a:cubicBezTo>
                  <a:lnTo>
                    <a:pt x="1148" y="1791"/>
                  </a:lnTo>
                  <a:cubicBezTo>
                    <a:pt x="1146" y="1819"/>
                    <a:pt x="1141" y="1847"/>
                    <a:pt x="1134" y="1874"/>
                  </a:cubicBezTo>
                  <a:lnTo>
                    <a:pt x="1142" y="1874"/>
                  </a:lnTo>
                  <a:cubicBezTo>
                    <a:pt x="1199" y="1874"/>
                    <a:pt x="1142" y="1874"/>
                    <a:pt x="1142" y="1882"/>
                  </a:cubicBezTo>
                  <a:cubicBezTo>
                    <a:pt x="1138" y="1882"/>
                    <a:pt x="1135" y="1882"/>
                    <a:pt x="1132" y="1882"/>
                  </a:cubicBezTo>
                  <a:lnTo>
                    <a:pt x="1132" y="1882"/>
                  </a:lnTo>
                  <a:cubicBezTo>
                    <a:pt x="1128" y="1898"/>
                    <a:pt x="1122" y="1914"/>
                    <a:pt x="1116" y="1930"/>
                  </a:cubicBezTo>
                  <a:lnTo>
                    <a:pt x="1116" y="1930"/>
                  </a:lnTo>
                  <a:cubicBezTo>
                    <a:pt x="1121" y="1930"/>
                    <a:pt x="1127" y="1930"/>
                    <a:pt x="1134" y="1930"/>
                  </a:cubicBezTo>
                  <a:lnTo>
                    <a:pt x="1191" y="1930"/>
                  </a:lnTo>
                  <a:cubicBezTo>
                    <a:pt x="1174" y="1938"/>
                    <a:pt x="1150" y="1938"/>
                    <a:pt x="1134" y="1938"/>
                  </a:cubicBezTo>
                  <a:lnTo>
                    <a:pt x="1113" y="1938"/>
                  </a:lnTo>
                  <a:cubicBezTo>
                    <a:pt x="1083" y="2013"/>
                    <a:pt x="1035" y="2081"/>
                    <a:pt x="969" y="2132"/>
                  </a:cubicBezTo>
                  <a:lnTo>
                    <a:pt x="969" y="2132"/>
                  </a:lnTo>
                  <a:lnTo>
                    <a:pt x="988" y="2133"/>
                  </a:lnTo>
                  <a:cubicBezTo>
                    <a:pt x="988" y="2133"/>
                    <a:pt x="981" y="2133"/>
                    <a:pt x="967" y="2133"/>
                  </a:cubicBezTo>
                  <a:lnTo>
                    <a:pt x="967" y="2133"/>
                  </a:lnTo>
                  <a:cubicBezTo>
                    <a:pt x="890" y="2192"/>
                    <a:pt x="789" y="2229"/>
                    <a:pt x="664" y="2230"/>
                  </a:cubicBezTo>
                  <a:cubicBezTo>
                    <a:pt x="607" y="2230"/>
                    <a:pt x="607" y="2238"/>
                    <a:pt x="607" y="2255"/>
                  </a:cubicBezTo>
                  <a:cubicBezTo>
                    <a:pt x="607" y="2263"/>
                    <a:pt x="607" y="2263"/>
                    <a:pt x="664" y="2263"/>
                  </a:cubicBezTo>
                  <a:cubicBezTo>
                    <a:pt x="720" y="2271"/>
                    <a:pt x="664" y="2271"/>
                    <a:pt x="599" y="2271"/>
                  </a:cubicBezTo>
                  <a:cubicBezTo>
                    <a:pt x="485" y="2271"/>
                    <a:pt x="485" y="2279"/>
                    <a:pt x="664" y="2279"/>
                  </a:cubicBezTo>
                  <a:cubicBezTo>
                    <a:pt x="777" y="2279"/>
                    <a:pt x="777" y="2287"/>
                    <a:pt x="720" y="2287"/>
                  </a:cubicBezTo>
                  <a:cubicBezTo>
                    <a:pt x="655" y="2287"/>
                    <a:pt x="664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55" y="2295"/>
                  </a:cubicBezTo>
                  <a:lnTo>
                    <a:pt x="842" y="2295"/>
                  </a:lnTo>
                  <a:cubicBezTo>
                    <a:pt x="861" y="2293"/>
                    <a:pt x="873" y="2292"/>
                    <a:pt x="882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34" y="2303"/>
                    <a:pt x="777" y="2303"/>
                    <a:pt x="720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42" y="2295"/>
                    <a:pt x="655" y="2311"/>
                    <a:pt x="777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55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cubicBezTo>
                    <a:pt x="874" y="2336"/>
                    <a:pt x="915" y="2336"/>
                    <a:pt x="947" y="2336"/>
                  </a:cubicBezTo>
                  <a:cubicBezTo>
                    <a:pt x="947" y="2336"/>
                    <a:pt x="891" y="2344"/>
                    <a:pt x="834" y="2344"/>
                  </a:cubicBezTo>
                  <a:cubicBezTo>
                    <a:pt x="712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47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704" y="2417"/>
                    <a:pt x="639" y="2417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7" y="2429"/>
                    <a:pt x="696" y="2425"/>
                  </a:cubicBezTo>
                  <a:cubicBezTo>
                    <a:pt x="737" y="2425"/>
                    <a:pt x="777" y="2425"/>
                    <a:pt x="818" y="2417"/>
                  </a:cubicBezTo>
                  <a:lnTo>
                    <a:pt x="818" y="2409"/>
                  </a:lnTo>
                  <a:lnTo>
                    <a:pt x="882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20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82" y="2425"/>
                    <a:pt x="818" y="2425"/>
                    <a:pt x="761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18" y="2457"/>
                    <a:pt x="818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3" y="2482"/>
                    <a:pt x="753" y="2490"/>
                    <a:pt x="688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66" y="2506"/>
                    <a:pt x="631" y="2506"/>
                  </a:cubicBezTo>
                  <a:cubicBezTo>
                    <a:pt x="631" y="2506"/>
                    <a:pt x="628" y="2510"/>
                    <a:pt x="644" y="2510"/>
                  </a:cubicBezTo>
                  <a:cubicBezTo>
                    <a:pt x="653" y="2510"/>
                    <a:pt x="666" y="2509"/>
                    <a:pt x="688" y="2506"/>
                  </a:cubicBezTo>
                  <a:lnTo>
                    <a:pt x="809" y="2514"/>
                  </a:lnTo>
                  <a:cubicBezTo>
                    <a:pt x="826" y="2510"/>
                    <a:pt x="844" y="2508"/>
                    <a:pt x="863" y="2508"/>
                  </a:cubicBezTo>
                  <a:cubicBezTo>
                    <a:pt x="882" y="2508"/>
                    <a:pt x="903" y="2510"/>
                    <a:pt x="923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0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80" y="2547"/>
                  </a:lnTo>
                  <a:cubicBezTo>
                    <a:pt x="801" y="2547"/>
                    <a:pt x="801" y="2547"/>
                    <a:pt x="737" y="2555"/>
                  </a:cubicBezTo>
                  <a:cubicBezTo>
                    <a:pt x="623" y="2555"/>
                    <a:pt x="623" y="2555"/>
                    <a:pt x="737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80" y="2571"/>
                  </a:lnTo>
                  <a:cubicBezTo>
                    <a:pt x="801" y="2571"/>
                    <a:pt x="801" y="2571"/>
                    <a:pt x="737" y="2579"/>
                  </a:cubicBezTo>
                  <a:cubicBezTo>
                    <a:pt x="680" y="2579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72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15" y="2620"/>
                    <a:pt x="972" y="2628"/>
                  </a:cubicBezTo>
                  <a:lnTo>
                    <a:pt x="1093" y="2628"/>
                  </a:lnTo>
                  <a:lnTo>
                    <a:pt x="1150" y="2620"/>
                  </a:lnTo>
                  <a:lnTo>
                    <a:pt x="1158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15" y="2611"/>
                  </a:lnTo>
                  <a:cubicBezTo>
                    <a:pt x="1215" y="2603"/>
                    <a:pt x="1215" y="2603"/>
                    <a:pt x="1280" y="2603"/>
                  </a:cubicBezTo>
                  <a:cubicBezTo>
                    <a:pt x="1320" y="2603"/>
                    <a:pt x="1361" y="2603"/>
                    <a:pt x="1393" y="2595"/>
                  </a:cubicBezTo>
                  <a:lnTo>
                    <a:pt x="1337" y="2595"/>
                  </a:lnTo>
                  <a:cubicBezTo>
                    <a:pt x="1280" y="2595"/>
                    <a:pt x="1280" y="2595"/>
                    <a:pt x="1401" y="2587"/>
                  </a:cubicBezTo>
                  <a:lnTo>
                    <a:pt x="1337" y="2587"/>
                  </a:lnTo>
                  <a:cubicBezTo>
                    <a:pt x="1223" y="2587"/>
                    <a:pt x="1223" y="2579"/>
                    <a:pt x="1337" y="2579"/>
                  </a:cubicBezTo>
                  <a:lnTo>
                    <a:pt x="1345" y="2571"/>
                  </a:lnTo>
                  <a:cubicBezTo>
                    <a:pt x="1324" y="2567"/>
                    <a:pt x="1304" y="2565"/>
                    <a:pt x="1284" y="2565"/>
                  </a:cubicBezTo>
                  <a:cubicBezTo>
                    <a:pt x="1264" y="2565"/>
                    <a:pt x="1243" y="2567"/>
                    <a:pt x="1223" y="2571"/>
                  </a:cubicBezTo>
                  <a:cubicBezTo>
                    <a:pt x="1101" y="2571"/>
                    <a:pt x="1101" y="2571"/>
                    <a:pt x="1166" y="2563"/>
                  </a:cubicBezTo>
                  <a:lnTo>
                    <a:pt x="1280" y="2563"/>
                  </a:lnTo>
                  <a:cubicBezTo>
                    <a:pt x="1345" y="2563"/>
                    <a:pt x="1345" y="2555"/>
                    <a:pt x="1345" y="2555"/>
                  </a:cubicBezTo>
                  <a:cubicBezTo>
                    <a:pt x="1345" y="2555"/>
                    <a:pt x="1345" y="2547"/>
                    <a:pt x="1288" y="2547"/>
                  </a:cubicBezTo>
                  <a:lnTo>
                    <a:pt x="1345" y="2547"/>
                  </a:lnTo>
                  <a:cubicBezTo>
                    <a:pt x="1345" y="2547"/>
                    <a:pt x="1345" y="2538"/>
                    <a:pt x="1409" y="2530"/>
                  </a:cubicBezTo>
                  <a:cubicBezTo>
                    <a:pt x="1447" y="2530"/>
                    <a:pt x="1406" y="2523"/>
                    <a:pt x="1338" y="2523"/>
                  </a:cubicBezTo>
                  <a:cubicBezTo>
                    <a:pt x="1304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31" y="2522"/>
                  </a:cubicBezTo>
                  <a:lnTo>
                    <a:pt x="1166" y="2522"/>
                  </a:lnTo>
                  <a:cubicBezTo>
                    <a:pt x="1109" y="2522"/>
                    <a:pt x="1109" y="2514"/>
                    <a:pt x="1109" y="2514"/>
                  </a:cubicBezTo>
                  <a:lnTo>
                    <a:pt x="1231" y="2514"/>
                  </a:lnTo>
                  <a:cubicBezTo>
                    <a:pt x="1409" y="2514"/>
                    <a:pt x="1466" y="2514"/>
                    <a:pt x="1288" y="2506"/>
                  </a:cubicBezTo>
                  <a:lnTo>
                    <a:pt x="1353" y="2506"/>
                  </a:lnTo>
                  <a:cubicBezTo>
                    <a:pt x="1409" y="2506"/>
                    <a:pt x="1409" y="2506"/>
                    <a:pt x="1353" y="2498"/>
                  </a:cubicBezTo>
                  <a:cubicBezTo>
                    <a:pt x="1353" y="2498"/>
                    <a:pt x="1231" y="2490"/>
                    <a:pt x="1174" y="2490"/>
                  </a:cubicBezTo>
                  <a:cubicBezTo>
                    <a:pt x="1296" y="2490"/>
                    <a:pt x="1296" y="2482"/>
                    <a:pt x="1174" y="2482"/>
                  </a:cubicBezTo>
                  <a:lnTo>
                    <a:pt x="1231" y="2482"/>
                  </a:lnTo>
                  <a:cubicBezTo>
                    <a:pt x="1296" y="2482"/>
                    <a:pt x="1353" y="2474"/>
                    <a:pt x="1296" y="2457"/>
                  </a:cubicBezTo>
                  <a:cubicBezTo>
                    <a:pt x="1296" y="2449"/>
                    <a:pt x="1296" y="2441"/>
                    <a:pt x="1361" y="2441"/>
                  </a:cubicBezTo>
                  <a:cubicBezTo>
                    <a:pt x="1418" y="2441"/>
                    <a:pt x="1304" y="2425"/>
                    <a:pt x="1182" y="2417"/>
                  </a:cubicBezTo>
                  <a:cubicBezTo>
                    <a:pt x="1239" y="2417"/>
                    <a:pt x="1239" y="2417"/>
                    <a:pt x="1247" y="2409"/>
                  </a:cubicBezTo>
                  <a:cubicBezTo>
                    <a:pt x="1247" y="2401"/>
                    <a:pt x="1247" y="2401"/>
                    <a:pt x="1304" y="2401"/>
                  </a:cubicBezTo>
                  <a:cubicBezTo>
                    <a:pt x="1182" y="2393"/>
                    <a:pt x="1247" y="2384"/>
                    <a:pt x="1369" y="2384"/>
                  </a:cubicBezTo>
                  <a:cubicBezTo>
                    <a:pt x="1426" y="2384"/>
                    <a:pt x="1426" y="2384"/>
                    <a:pt x="1426" y="2376"/>
                  </a:cubicBezTo>
                  <a:cubicBezTo>
                    <a:pt x="1369" y="2376"/>
                    <a:pt x="1369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34" y="2352"/>
                    <a:pt x="1134" y="2344"/>
                    <a:pt x="1134" y="2344"/>
                  </a:cubicBezTo>
                  <a:cubicBezTo>
                    <a:pt x="1134" y="2336"/>
                    <a:pt x="1134" y="2336"/>
                    <a:pt x="1191" y="2336"/>
                  </a:cubicBezTo>
                  <a:cubicBezTo>
                    <a:pt x="1215" y="2336"/>
                    <a:pt x="1231" y="2336"/>
                    <a:pt x="1255" y="2328"/>
                  </a:cubicBezTo>
                  <a:cubicBezTo>
                    <a:pt x="1255" y="2328"/>
                    <a:pt x="1255" y="2320"/>
                    <a:pt x="1312" y="2320"/>
                  </a:cubicBezTo>
                  <a:cubicBezTo>
                    <a:pt x="1312" y="2320"/>
                    <a:pt x="1377" y="2320"/>
                    <a:pt x="1377" y="2311"/>
                  </a:cubicBezTo>
                  <a:cubicBezTo>
                    <a:pt x="1377" y="2311"/>
                    <a:pt x="1377" y="2303"/>
                    <a:pt x="1434" y="2303"/>
                  </a:cubicBezTo>
                  <a:cubicBezTo>
                    <a:pt x="1442" y="2295"/>
                    <a:pt x="1442" y="2295"/>
                    <a:pt x="1377" y="2295"/>
                  </a:cubicBezTo>
                  <a:cubicBezTo>
                    <a:pt x="1320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64" y="2271"/>
                  </a:cubicBezTo>
                  <a:cubicBezTo>
                    <a:pt x="1264" y="2263"/>
                    <a:pt x="1264" y="2263"/>
                    <a:pt x="1320" y="2263"/>
                  </a:cubicBezTo>
                  <a:cubicBezTo>
                    <a:pt x="1442" y="2263"/>
                    <a:pt x="1442" y="2255"/>
                    <a:pt x="1328" y="2255"/>
                  </a:cubicBezTo>
                  <a:cubicBezTo>
                    <a:pt x="1264" y="2255"/>
                    <a:pt x="1264" y="2247"/>
                    <a:pt x="1328" y="2247"/>
                  </a:cubicBezTo>
                  <a:cubicBezTo>
                    <a:pt x="1328" y="2247"/>
                    <a:pt x="1328" y="2247"/>
                    <a:pt x="1264" y="2238"/>
                  </a:cubicBezTo>
                  <a:cubicBezTo>
                    <a:pt x="1207" y="2238"/>
                    <a:pt x="1207" y="2238"/>
                    <a:pt x="1272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2" y="2214"/>
                    <a:pt x="1272" y="2182"/>
                    <a:pt x="1337" y="2182"/>
                  </a:cubicBezTo>
                  <a:cubicBezTo>
                    <a:pt x="1280" y="2182"/>
                    <a:pt x="1280" y="2182"/>
                    <a:pt x="1280" y="2174"/>
                  </a:cubicBezTo>
                  <a:cubicBezTo>
                    <a:pt x="1385" y="2174"/>
                    <a:pt x="1344" y="2167"/>
                    <a:pt x="1242" y="2166"/>
                  </a:cubicBezTo>
                  <a:lnTo>
                    <a:pt x="1242" y="2166"/>
                  </a:lnTo>
                  <a:cubicBezTo>
                    <a:pt x="1253" y="2166"/>
                    <a:pt x="1266" y="2165"/>
                    <a:pt x="1280" y="2165"/>
                  </a:cubicBezTo>
                  <a:cubicBezTo>
                    <a:pt x="1401" y="2165"/>
                    <a:pt x="1401" y="2165"/>
                    <a:pt x="1280" y="2157"/>
                  </a:cubicBezTo>
                  <a:cubicBezTo>
                    <a:pt x="1158" y="2157"/>
                    <a:pt x="1158" y="2149"/>
                    <a:pt x="1280" y="2149"/>
                  </a:cubicBezTo>
                  <a:cubicBezTo>
                    <a:pt x="1045" y="2141"/>
                    <a:pt x="988" y="2133"/>
                    <a:pt x="1223" y="2133"/>
                  </a:cubicBezTo>
                  <a:cubicBezTo>
                    <a:pt x="1280" y="2133"/>
                    <a:pt x="1345" y="2133"/>
                    <a:pt x="1401" y="2125"/>
                  </a:cubicBezTo>
                  <a:cubicBezTo>
                    <a:pt x="1374" y="2125"/>
                    <a:pt x="1347" y="2121"/>
                    <a:pt x="1323" y="2121"/>
                  </a:cubicBezTo>
                  <a:cubicBezTo>
                    <a:pt x="1310" y="2121"/>
                    <a:pt x="1299" y="2122"/>
                    <a:pt x="1288" y="2125"/>
                  </a:cubicBezTo>
                  <a:cubicBezTo>
                    <a:pt x="1166" y="2125"/>
                    <a:pt x="1166" y="2125"/>
                    <a:pt x="1288" y="2117"/>
                  </a:cubicBezTo>
                  <a:cubicBezTo>
                    <a:pt x="1466" y="2109"/>
                    <a:pt x="1466" y="2101"/>
                    <a:pt x="1353" y="2093"/>
                  </a:cubicBezTo>
                  <a:cubicBezTo>
                    <a:pt x="1264" y="2081"/>
                    <a:pt x="1240" y="2073"/>
                    <a:pt x="1281" y="2073"/>
                  </a:cubicBezTo>
                  <a:cubicBezTo>
                    <a:pt x="1296" y="2073"/>
                    <a:pt x="1320" y="2074"/>
                    <a:pt x="1353" y="2076"/>
                  </a:cubicBezTo>
                  <a:cubicBezTo>
                    <a:pt x="1409" y="2080"/>
                    <a:pt x="1438" y="2082"/>
                    <a:pt x="1445" y="2082"/>
                  </a:cubicBezTo>
                  <a:cubicBezTo>
                    <a:pt x="1452" y="2082"/>
                    <a:pt x="1438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90" y="2060"/>
                    <a:pt x="1368" y="2057"/>
                    <a:pt x="1344" y="2057"/>
                  </a:cubicBezTo>
                  <a:lnTo>
                    <a:pt x="1344" y="2057"/>
                  </a:lnTo>
                  <a:cubicBezTo>
                    <a:pt x="1430" y="2050"/>
                    <a:pt x="1457" y="2044"/>
                    <a:pt x="1353" y="2044"/>
                  </a:cubicBezTo>
                  <a:lnTo>
                    <a:pt x="1353" y="2036"/>
                  </a:lnTo>
                  <a:cubicBezTo>
                    <a:pt x="1361" y="2036"/>
                    <a:pt x="1361" y="2036"/>
                    <a:pt x="1296" y="2028"/>
                  </a:cubicBezTo>
                  <a:cubicBezTo>
                    <a:pt x="1239" y="2028"/>
                    <a:pt x="1296" y="2020"/>
                    <a:pt x="1361" y="2020"/>
                  </a:cubicBezTo>
                  <a:cubicBezTo>
                    <a:pt x="1418" y="2020"/>
                    <a:pt x="1482" y="2011"/>
                    <a:pt x="1418" y="2011"/>
                  </a:cubicBezTo>
                  <a:cubicBezTo>
                    <a:pt x="1361" y="2011"/>
                    <a:pt x="1304" y="2011"/>
                    <a:pt x="1239" y="2003"/>
                  </a:cubicBezTo>
                  <a:cubicBezTo>
                    <a:pt x="1201" y="2003"/>
                    <a:pt x="1214" y="2000"/>
                    <a:pt x="1246" y="2000"/>
                  </a:cubicBezTo>
                  <a:cubicBezTo>
                    <a:pt x="1262" y="2000"/>
                    <a:pt x="1282" y="2001"/>
                    <a:pt x="1304" y="2003"/>
                  </a:cubicBezTo>
                  <a:cubicBezTo>
                    <a:pt x="1345" y="2003"/>
                    <a:pt x="1385" y="2003"/>
                    <a:pt x="1426" y="1995"/>
                  </a:cubicBezTo>
                  <a:cubicBezTo>
                    <a:pt x="1426" y="1995"/>
                    <a:pt x="1426" y="1987"/>
                    <a:pt x="1361" y="1987"/>
                  </a:cubicBezTo>
                  <a:cubicBezTo>
                    <a:pt x="1304" y="1987"/>
                    <a:pt x="1304" y="1971"/>
                    <a:pt x="1369" y="1963"/>
                  </a:cubicBezTo>
                  <a:lnTo>
                    <a:pt x="1369" y="1955"/>
                  </a:lnTo>
                  <a:cubicBezTo>
                    <a:pt x="1369" y="1955"/>
                    <a:pt x="1312" y="1955"/>
                    <a:pt x="1312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12" y="1938"/>
                  </a:cubicBezTo>
                  <a:cubicBezTo>
                    <a:pt x="1191" y="1930"/>
                    <a:pt x="1191" y="1930"/>
                    <a:pt x="1312" y="1930"/>
                  </a:cubicBezTo>
                  <a:cubicBezTo>
                    <a:pt x="1255" y="1922"/>
                    <a:pt x="1255" y="1922"/>
                    <a:pt x="1312" y="1922"/>
                  </a:cubicBezTo>
                  <a:cubicBezTo>
                    <a:pt x="1369" y="1922"/>
                    <a:pt x="1377" y="1914"/>
                    <a:pt x="1312" y="1914"/>
                  </a:cubicBezTo>
                  <a:cubicBezTo>
                    <a:pt x="1191" y="1914"/>
                    <a:pt x="1134" y="1906"/>
                    <a:pt x="1255" y="1906"/>
                  </a:cubicBezTo>
                  <a:cubicBezTo>
                    <a:pt x="1255" y="1906"/>
                    <a:pt x="1255" y="1906"/>
                    <a:pt x="1199" y="1898"/>
                  </a:cubicBezTo>
                  <a:cubicBezTo>
                    <a:pt x="1320" y="1890"/>
                    <a:pt x="1320" y="1890"/>
                    <a:pt x="1199" y="1890"/>
                  </a:cubicBezTo>
                  <a:cubicBezTo>
                    <a:pt x="1199" y="1890"/>
                    <a:pt x="1142" y="1882"/>
                    <a:pt x="1199" y="1882"/>
                  </a:cubicBezTo>
                  <a:cubicBezTo>
                    <a:pt x="1264" y="1874"/>
                    <a:pt x="1320" y="1857"/>
                    <a:pt x="1199" y="1857"/>
                  </a:cubicBezTo>
                  <a:lnTo>
                    <a:pt x="1207" y="1849"/>
                  </a:lnTo>
                  <a:cubicBezTo>
                    <a:pt x="1264" y="1849"/>
                    <a:pt x="1264" y="1841"/>
                    <a:pt x="1207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207" y="1825"/>
                  </a:cubicBezTo>
                  <a:cubicBezTo>
                    <a:pt x="1188" y="1828"/>
                    <a:pt x="1175" y="1829"/>
                    <a:pt x="1167" y="1829"/>
                  </a:cubicBezTo>
                  <a:cubicBezTo>
                    <a:pt x="1150" y="1829"/>
                    <a:pt x="1150" y="1825"/>
                    <a:pt x="1150" y="1825"/>
                  </a:cubicBezTo>
                  <a:cubicBezTo>
                    <a:pt x="1191" y="1817"/>
                    <a:pt x="1231" y="1817"/>
                    <a:pt x="1272" y="1817"/>
                  </a:cubicBezTo>
                  <a:cubicBezTo>
                    <a:pt x="1150" y="1817"/>
                    <a:pt x="1150" y="1809"/>
                    <a:pt x="1207" y="1809"/>
                  </a:cubicBezTo>
                  <a:cubicBezTo>
                    <a:pt x="1272" y="1809"/>
                    <a:pt x="1272" y="1809"/>
                    <a:pt x="1272" y="1801"/>
                  </a:cubicBezTo>
                  <a:lnTo>
                    <a:pt x="1272" y="1793"/>
                  </a:lnTo>
                  <a:cubicBezTo>
                    <a:pt x="1272" y="1793"/>
                    <a:pt x="1272" y="1789"/>
                    <a:pt x="1255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2"/>
            <p:cNvSpPr/>
            <p:nvPr/>
          </p:nvSpPr>
          <p:spPr>
            <a:xfrm>
              <a:off x="8658469" y="1800052"/>
              <a:ext cx="42353" cy="45300"/>
            </a:xfrm>
            <a:custGeom>
              <a:avLst/>
              <a:gdLst/>
              <a:ahLst/>
              <a:cxnLst/>
              <a:rect l="l" t="t" r="r" b="b"/>
              <a:pathLst>
                <a:path w="2457" h="2628" extrusionOk="0">
                  <a:moveTo>
                    <a:pt x="724" y="19"/>
                  </a:moveTo>
                  <a:cubicBezTo>
                    <a:pt x="754" y="19"/>
                    <a:pt x="815" y="21"/>
                    <a:pt x="876" y="25"/>
                  </a:cubicBezTo>
                  <a:cubicBezTo>
                    <a:pt x="862" y="28"/>
                    <a:pt x="849" y="29"/>
                    <a:pt x="835" y="29"/>
                  </a:cubicBezTo>
                  <a:cubicBezTo>
                    <a:pt x="808" y="29"/>
                    <a:pt x="781" y="25"/>
                    <a:pt x="754" y="25"/>
                  </a:cubicBezTo>
                  <a:cubicBezTo>
                    <a:pt x="693" y="21"/>
                    <a:pt x="693" y="19"/>
                    <a:pt x="724" y="19"/>
                  </a:cubicBezTo>
                  <a:close/>
                  <a:moveTo>
                    <a:pt x="1407" y="19"/>
                  </a:moveTo>
                  <a:cubicBezTo>
                    <a:pt x="1387" y="19"/>
                    <a:pt x="1366" y="21"/>
                    <a:pt x="1346" y="25"/>
                  </a:cubicBezTo>
                  <a:cubicBezTo>
                    <a:pt x="1360" y="28"/>
                    <a:pt x="1373" y="29"/>
                    <a:pt x="1387" y="29"/>
                  </a:cubicBezTo>
                  <a:cubicBezTo>
                    <a:pt x="1414" y="29"/>
                    <a:pt x="1441" y="25"/>
                    <a:pt x="1468" y="25"/>
                  </a:cubicBezTo>
                  <a:cubicBezTo>
                    <a:pt x="1447" y="21"/>
                    <a:pt x="1427" y="19"/>
                    <a:pt x="1407" y="19"/>
                  </a:cubicBezTo>
                  <a:close/>
                  <a:moveTo>
                    <a:pt x="811" y="455"/>
                  </a:moveTo>
                  <a:cubicBezTo>
                    <a:pt x="852" y="455"/>
                    <a:pt x="892" y="455"/>
                    <a:pt x="933" y="463"/>
                  </a:cubicBezTo>
                  <a:cubicBezTo>
                    <a:pt x="868" y="463"/>
                    <a:pt x="811" y="463"/>
                    <a:pt x="754" y="455"/>
                  </a:cubicBezTo>
                  <a:close/>
                  <a:moveTo>
                    <a:pt x="1095" y="560"/>
                  </a:moveTo>
                  <a:cubicBezTo>
                    <a:pt x="1095" y="560"/>
                    <a:pt x="1151" y="568"/>
                    <a:pt x="1095" y="568"/>
                  </a:cubicBezTo>
                  <a:lnTo>
                    <a:pt x="1038" y="568"/>
                  </a:lnTo>
                  <a:cubicBezTo>
                    <a:pt x="973" y="560"/>
                    <a:pt x="916" y="560"/>
                    <a:pt x="973" y="560"/>
                  </a:cubicBezTo>
                  <a:close/>
                  <a:moveTo>
                    <a:pt x="1014" y="682"/>
                  </a:moveTo>
                  <a:cubicBezTo>
                    <a:pt x="1038" y="682"/>
                    <a:pt x="1054" y="682"/>
                    <a:pt x="1079" y="690"/>
                  </a:cubicBezTo>
                  <a:lnTo>
                    <a:pt x="957" y="690"/>
                  </a:lnTo>
                  <a:cubicBezTo>
                    <a:pt x="973" y="682"/>
                    <a:pt x="997" y="682"/>
                    <a:pt x="1014" y="682"/>
                  </a:cubicBezTo>
                  <a:close/>
                  <a:moveTo>
                    <a:pt x="1135" y="714"/>
                  </a:moveTo>
                  <a:lnTo>
                    <a:pt x="1070" y="722"/>
                  </a:lnTo>
                  <a:lnTo>
                    <a:pt x="1070" y="714"/>
                  </a:lnTo>
                  <a:close/>
                  <a:moveTo>
                    <a:pt x="1163" y="724"/>
                  </a:moveTo>
                  <a:cubicBezTo>
                    <a:pt x="1156" y="724"/>
                    <a:pt x="1156" y="726"/>
                    <a:pt x="1184" y="730"/>
                  </a:cubicBezTo>
                  <a:cubicBezTo>
                    <a:pt x="1184" y="726"/>
                    <a:pt x="1170" y="724"/>
                    <a:pt x="1163" y="724"/>
                  </a:cubicBezTo>
                  <a:close/>
                  <a:moveTo>
                    <a:pt x="1127" y="747"/>
                  </a:moveTo>
                  <a:lnTo>
                    <a:pt x="1070" y="755"/>
                  </a:lnTo>
                  <a:lnTo>
                    <a:pt x="1070" y="747"/>
                  </a:lnTo>
                  <a:close/>
                  <a:moveTo>
                    <a:pt x="1062" y="763"/>
                  </a:moveTo>
                  <a:cubicBezTo>
                    <a:pt x="1095" y="767"/>
                    <a:pt x="1111" y="767"/>
                    <a:pt x="1119" y="767"/>
                  </a:cubicBezTo>
                  <a:cubicBezTo>
                    <a:pt x="1127" y="767"/>
                    <a:pt x="1127" y="767"/>
                    <a:pt x="1127" y="771"/>
                  </a:cubicBezTo>
                  <a:cubicBezTo>
                    <a:pt x="1127" y="775"/>
                    <a:pt x="1127" y="777"/>
                    <a:pt x="1119" y="777"/>
                  </a:cubicBezTo>
                  <a:cubicBezTo>
                    <a:pt x="1111" y="777"/>
                    <a:pt x="1095" y="775"/>
                    <a:pt x="1062" y="771"/>
                  </a:cubicBezTo>
                  <a:cubicBezTo>
                    <a:pt x="1006" y="771"/>
                    <a:pt x="1006" y="763"/>
                    <a:pt x="1062" y="763"/>
                  </a:cubicBezTo>
                  <a:close/>
                  <a:moveTo>
                    <a:pt x="702" y="789"/>
                  </a:moveTo>
                  <a:cubicBezTo>
                    <a:pt x="722" y="789"/>
                    <a:pt x="742" y="791"/>
                    <a:pt x="762" y="795"/>
                  </a:cubicBezTo>
                  <a:lnTo>
                    <a:pt x="641" y="795"/>
                  </a:lnTo>
                  <a:cubicBezTo>
                    <a:pt x="661" y="791"/>
                    <a:pt x="681" y="789"/>
                    <a:pt x="702" y="789"/>
                  </a:cubicBezTo>
                  <a:close/>
                  <a:moveTo>
                    <a:pt x="819" y="828"/>
                  </a:moveTo>
                  <a:lnTo>
                    <a:pt x="754" y="836"/>
                  </a:lnTo>
                  <a:cubicBezTo>
                    <a:pt x="697" y="836"/>
                    <a:pt x="697" y="828"/>
                    <a:pt x="697" y="828"/>
                  </a:cubicBezTo>
                  <a:close/>
                  <a:moveTo>
                    <a:pt x="1022" y="1087"/>
                  </a:moveTo>
                  <a:cubicBezTo>
                    <a:pt x="1054" y="1087"/>
                    <a:pt x="1095" y="1087"/>
                    <a:pt x="1135" y="1095"/>
                  </a:cubicBezTo>
                  <a:lnTo>
                    <a:pt x="1022" y="1095"/>
                  </a:lnTo>
                  <a:lnTo>
                    <a:pt x="1022" y="1087"/>
                  </a:lnTo>
                  <a:close/>
                  <a:moveTo>
                    <a:pt x="1119" y="1209"/>
                  </a:moveTo>
                  <a:cubicBezTo>
                    <a:pt x="1184" y="1209"/>
                    <a:pt x="1176" y="1217"/>
                    <a:pt x="1176" y="1225"/>
                  </a:cubicBezTo>
                  <a:cubicBezTo>
                    <a:pt x="1135" y="1225"/>
                    <a:pt x="1103" y="1225"/>
                    <a:pt x="1062" y="1217"/>
                  </a:cubicBezTo>
                  <a:cubicBezTo>
                    <a:pt x="1062" y="1209"/>
                    <a:pt x="1062" y="1209"/>
                    <a:pt x="1119" y="1209"/>
                  </a:cubicBezTo>
                  <a:close/>
                  <a:moveTo>
                    <a:pt x="665" y="1468"/>
                  </a:moveTo>
                  <a:lnTo>
                    <a:pt x="665" y="1476"/>
                  </a:lnTo>
                  <a:lnTo>
                    <a:pt x="787" y="1476"/>
                  </a:lnTo>
                  <a:cubicBezTo>
                    <a:pt x="746" y="1468"/>
                    <a:pt x="706" y="1468"/>
                    <a:pt x="665" y="1468"/>
                  </a:cubicBezTo>
                  <a:close/>
                  <a:moveTo>
                    <a:pt x="1079" y="1525"/>
                  </a:moveTo>
                  <a:cubicBezTo>
                    <a:pt x="1086" y="1525"/>
                    <a:pt x="1095" y="1525"/>
                    <a:pt x="1105" y="1525"/>
                  </a:cubicBezTo>
                  <a:lnTo>
                    <a:pt x="1105" y="1525"/>
                  </a:lnTo>
                  <a:cubicBezTo>
                    <a:pt x="1105" y="1525"/>
                    <a:pt x="1104" y="1525"/>
                    <a:pt x="1104" y="1525"/>
                  </a:cubicBezTo>
                  <a:close/>
                  <a:moveTo>
                    <a:pt x="1127" y="1598"/>
                  </a:moveTo>
                  <a:lnTo>
                    <a:pt x="1127" y="1606"/>
                  </a:lnTo>
                  <a:lnTo>
                    <a:pt x="1134" y="1606"/>
                  </a:lnTo>
                  <a:cubicBezTo>
                    <a:pt x="1133" y="1603"/>
                    <a:pt x="1133" y="1601"/>
                    <a:pt x="1132" y="1598"/>
                  </a:cubicBezTo>
                  <a:lnTo>
                    <a:pt x="1132" y="1598"/>
                  </a:lnTo>
                  <a:cubicBezTo>
                    <a:pt x="1130" y="1598"/>
                    <a:pt x="1129" y="1598"/>
                    <a:pt x="1127" y="1598"/>
                  </a:cubicBezTo>
                  <a:close/>
                  <a:moveTo>
                    <a:pt x="933" y="1"/>
                  </a:moveTo>
                  <a:cubicBezTo>
                    <a:pt x="852" y="1"/>
                    <a:pt x="770" y="1"/>
                    <a:pt x="689" y="9"/>
                  </a:cubicBezTo>
                  <a:cubicBezTo>
                    <a:pt x="633" y="25"/>
                    <a:pt x="568" y="33"/>
                    <a:pt x="689" y="33"/>
                  </a:cubicBezTo>
                  <a:lnTo>
                    <a:pt x="746" y="33"/>
                  </a:lnTo>
                  <a:cubicBezTo>
                    <a:pt x="730" y="41"/>
                    <a:pt x="706" y="41"/>
                    <a:pt x="689" y="41"/>
                  </a:cubicBezTo>
                  <a:cubicBezTo>
                    <a:pt x="624" y="41"/>
                    <a:pt x="624" y="57"/>
                    <a:pt x="624" y="74"/>
                  </a:cubicBezTo>
                  <a:cubicBezTo>
                    <a:pt x="616" y="90"/>
                    <a:pt x="616" y="98"/>
                    <a:pt x="560" y="98"/>
                  </a:cubicBezTo>
                  <a:cubicBezTo>
                    <a:pt x="495" y="106"/>
                    <a:pt x="495" y="106"/>
                    <a:pt x="495" y="106"/>
                  </a:cubicBezTo>
                  <a:cubicBezTo>
                    <a:pt x="560" y="106"/>
                    <a:pt x="552" y="122"/>
                    <a:pt x="552" y="147"/>
                  </a:cubicBezTo>
                  <a:cubicBezTo>
                    <a:pt x="543" y="171"/>
                    <a:pt x="543" y="187"/>
                    <a:pt x="600" y="187"/>
                  </a:cubicBezTo>
                  <a:lnTo>
                    <a:pt x="600" y="195"/>
                  </a:lnTo>
                  <a:cubicBezTo>
                    <a:pt x="543" y="195"/>
                    <a:pt x="543" y="203"/>
                    <a:pt x="543" y="212"/>
                  </a:cubicBezTo>
                  <a:cubicBezTo>
                    <a:pt x="600" y="220"/>
                    <a:pt x="600" y="220"/>
                    <a:pt x="600" y="220"/>
                  </a:cubicBezTo>
                  <a:cubicBezTo>
                    <a:pt x="543" y="220"/>
                    <a:pt x="535" y="228"/>
                    <a:pt x="535" y="228"/>
                  </a:cubicBezTo>
                  <a:cubicBezTo>
                    <a:pt x="535" y="236"/>
                    <a:pt x="535" y="244"/>
                    <a:pt x="600" y="244"/>
                  </a:cubicBezTo>
                  <a:cubicBezTo>
                    <a:pt x="600" y="244"/>
                    <a:pt x="592" y="268"/>
                    <a:pt x="535" y="276"/>
                  </a:cubicBezTo>
                  <a:cubicBezTo>
                    <a:pt x="470" y="276"/>
                    <a:pt x="535" y="285"/>
                    <a:pt x="592" y="285"/>
                  </a:cubicBezTo>
                  <a:cubicBezTo>
                    <a:pt x="633" y="285"/>
                    <a:pt x="673" y="285"/>
                    <a:pt x="714" y="293"/>
                  </a:cubicBezTo>
                  <a:lnTo>
                    <a:pt x="592" y="293"/>
                  </a:lnTo>
                  <a:cubicBezTo>
                    <a:pt x="560" y="289"/>
                    <a:pt x="543" y="287"/>
                    <a:pt x="535" y="287"/>
                  </a:cubicBezTo>
                  <a:cubicBezTo>
                    <a:pt x="527" y="287"/>
                    <a:pt x="527" y="289"/>
                    <a:pt x="527" y="293"/>
                  </a:cubicBezTo>
                  <a:lnTo>
                    <a:pt x="527" y="301"/>
                  </a:lnTo>
                  <a:cubicBezTo>
                    <a:pt x="592" y="301"/>
                    <a:pt x="584" y="317"/>
                    <a:pt x="584" y="333"/>
                  </a:cubicBezTo>
                  <a:cubicBezTo>
                    <a:pt x="576" y="366"/>
                    <a:pt x="576" y="374"/>
                    <a:pt x="641" y="374"/>
                  </a:cubicBezTo>
                  <a:cubicBezTo>
                    <a:pt x="697" y="374"/>
                    <a:pt x="697" y="374"/>
                    <a:pt x="633" y="390"/>
                  </a:cubicBezTo>
                  <a:cubicBezTo>
                    <a:pt x="454" y="406"/>
                    <a:pt x="454" y="406"/>
                    <a:pt x="511" y="406"/>
                  </a:cubicBezTo>
                  <a:lnTo>
                    <a:pt x="633" y="406"/>
                  </a:lnTo>
                  <a:cubicBezTo>
                    <a:pt x="754" y="406"/>
                    <a:pt x="754" y="406"/>
                    <a:pt x="633" y="414"/>
                  </a:cubicBezTo>
                  <a:cubicBezTo>
                    <a:pt x="511" y="414"/>
                    <a:pt x="568" y="455"/>
                    <a:pt x="681" y="463"/>
                  </a:cubicBezTo>
                  <a:lnTo>
                    <a:pt x="624" y="463"/>
                  </a:lnTo>
                  <a:cubicBezTo>
                    <a:pt x="568" y="463"/>
                    <a:pt x="568" y="463"/>
                    <a:pt x="560" y="479"/>
                  </a:cubicBezTo>
                  <a:lnTo>
                    <a:pt x="560" y="487"/>
                  </a:lnTo>
                  <a:cubicBezTo>
                    <a:pt x="681" y="487"/>
                    <a:pt x="616" y="503"/>
                    <a:pt x="560" y="503"/>
                  </a:cubicBezTo>
                  <a:cubicBezTo>
                    <a:pt x="495" y="503"/>
                    <a:pt x="495" y="503"/>
                    <a:pt x="495" y="512"/>
                  </a:cubicBezTo>
                  <a:cubicBezTo>
                    <a:pt x="616" y="520"/>
                    <a:pt x="552" y="536"/>
                    <a:pt x="495" y="536"/>
                  </a:cubicBezTo>
                  <a:lnTo>
                    <a:pt x="495" y="544"/>
                  </a:lnTo>
                  <a:cubicBezTo>
                    <a:pt x="552" y="544"/>
                    <a:pt x="552" y="552"/>
                    <a:pt x="552" y="552"/>
                  </a:cubicBezTo>
                  <a:cubicBezTo>
                    <a:pt x="552" y="568"/>
                    <a:pt x="552" y="568"/>
                    <a:pt x="608" y="568"/>
                  </a:cubicBezTo>
                  <a:cubicBezTo>
                    <a:pt x="622" y="566"/>
                    <a:pt x="635" y="565"/>
                    <a:pt x="649" y="565"/>
                  </a:cubicBezTo>
                  <a:cubicBezTo>
                    <a:pt x="676" y="565"/>
                    <a:pt x="703" y="568"/>
                    <a:pt x="730" y="568"/>
                  </a:cubicBezTo>
                  <a:lnTo>
                    <a:pt x="673" y="568"/>
                  </a:lnTo>
                  <a:cubicBezTo>
                    <a:pt x="608" y="568"/>
                    <a:pt x="608" y="576"/>
                    <a:pt x="608" y="593"/>
                  </a:cubicBezTo>
                  <a:cubicBezTo>
                    <a:pt x="608" y="609"/>
                    <a:pt x="600" y="609"/>
                    <a:pt x="543" y="617"/>
                  </a:cubicBezTo>
                  <a:lnTo>
                    <a:pt x="600" y="617"/>
                  </a:lnTo>
                  <a:cubicBezTo>
                    <a:pt x="665" y="625"/>
                    <a:pt x="665" y="625"/>
                    <a:pt x="600" y="625"/>
                  </a:cubicBezTo>
                  <a:cubicBezTo>
                    <a:pt x="543" y="625"/>
                    <a:pt x="543" y="641"/>
                    <a:pt x="600" y="649"/>
                  </a:cubicBezTo>
                  <a:cubicBezTo>
                    <a:pt x="479" y="657"/>
                    <a:pt x="479" y="666"/>
                    <a:pt x="592" y="666"/>
                  </a:cubicBezTo>
                  <a:cubicBezTo>
                    <a:pt x="535" y="666"/>
                    <a:pt x="535" y="674"/>
                    <a:pt x="535" y="674"/>
                  </a:cubicBezTo>
                  <a:cubicBezTo>
                    <a:pt x="592" y="682"/>
                    <a:pt x="592" y="690"/>
                    <a:pt x="535" y="690"/>
                  </a:cubicBezTo>
                  <a:lnTo>
                    <a:pt x="535" y="698"/>
                  </a:lnTo>
                  <a:cubicBezTo>
                    <a:pt x="592" y="698"/>
                    <a:pt x="592" y="698"/>
                    <a:pt x="592" y="706"/>
                  </a:cubicBezTo>
                  <a:cubicBezTo>
                    <a:pt x="592" y="706"/>
                    <a:pt x="592" y="714"/>
                    <a:pt x="649" y="714"/>
                  </a:cubicBezTo>
                  <a:cubicBezTo>
                    <a:pt x="706" y="714"/>
                    <a:pt x="706" y="722"/>
                    <a:pt x="706" y="722"/>
                  </a:cubicBezTo>
                  <a:cubicBezTo>
                    <a:pt x="665" y="722"/>
                    <a:pt x="624" y="722"/>
                    <a:pt x="592" y="714"/>
                  </a:cubicBezTo>
                  <a:cubicBezTo>
                    <a:pt x="527" y="714"/>
                    <a:pt x="527" y="722"/>
                    <a:pt x="649" y="730"/>
                  </a:cubicBezTo>
                  <a:cubicBezTo>
                    <a:pt x="606" y="730"/>
                    <a:pt x="566" y="727"/>
                    <a:pt x="561" y="727"/>
                  </a:cubicBezTo>
                  <a:lnTo>
                    <a:pt x="561" y="727"/>
                  </a:lnTo>
                  <a:cubicBezTo>
                    <a:pt x="559" y="727"/>
                    <a:pt x="565" y="728"/>
                    <a:pt x="584" y="730"/>
                  </a:cubicBezTo>
                  <a:cubicBezTo>
                    <a:pt x="584" y="730"/>
                    <a:pt x="584" y="739"/>
                    <a:pt x="649" y="739"/>
                  </a:cubicBezTo>
                  <a:lnTo>
                    <a:pt x="641" y="747"/>
                  </a:lnTo>
                  <a:cubicBezTo>
                    <a:pt x="584" y="755"/>
                    <a:pt x="584" y="755"/>
                    <a:pt x="584" y="763"/>
                  </a:cubicBezTo>
                  <a:cubicBezTo>
                    <a:pt x="519" y="763"/>
                    <a:pt x="519" y="771"/>
                    <a:pt x="641" y="771"/>
                  </a:cubicBezTo>
                  <a:cubicBezTo>
                    <a:pt x="697" y="771"/>
                    <a:pt x="697" y="779"/>
                    <a:pt x="641" y="779"/>
                  </a:cubicBezTo>
                  <a:lnTo>
                    <a:pt x="576" y="779"/>
                  </a:lnTo>
                  <a:cubicBezTo>
                    <a:pt x="641" y="787"/>
                    <a:pt x="641" y="787"/>
                    <a:pt x="641" y="787"/>
                  </a:cubicBezTo>
                  <a:cubicBezTo>
                    <a:pt x="576" y="787"/>
                    <a:pt x="576" y="820"/>
                    <a:pt x="568" y="844"/>
                  </a:cubicBezTo>
                  <a:cubicBezTo>
                    <a:pt x="608" y="852"/>
                    <a:pt x="649" y="852"/>
                    <a:pt x="689" y="852"/>
                  </a:cubicBezTo>
                  <a:cubicBezTo>
                    <a:pt x="511" y="852"/>
                    <a:pt x="511" y="860"/>
                    <a:pt x="689" y="860"/>
                  </a:cubicBezTo>
                  <a:cubicBezTo>
                    <a:pt x="624" y="868"/>
                    <a:pt x="624" y="868"/>
                    <a:pt x="689" y="868"/>
                  </a:cubicBezTo>
                  <a:cubicBezTo>
                    <a:pt x="624" y="876"/>
                    <a:pt x="568" y="876"/>
                    <a:pt x="624" y="876"/>
                  </a:cubicBezTo>
                  <a:cubicBezTo>
                    <a:pt x="624" y="876"/>
                    <a:pt x="624" y="884"/>
                    <a:pt x="568" y="884"/>
                  </a:cubicBezTo>
                  <a:cubicBezTo>
                    <a:pt x="503" y="884"/>
                    <a:pt x="568" y="893"/>
                    <a:pt x="624" y="893"/>
                  </a:cubicBezTo>
                  <a:cubicBezTo>
                    <a:pt x="710" y="898"/>
                    <a:pt x="736" y="904"/>
                    <a:pt x="700" y="904"/>
                  </a:cubicBezTo>
                  <a:cubicBezTo>
                    <a:pt x="685" y="904"/>
                    <a:pt x="660" y="903"/>
                    <a:pt x="624" y="901"/>
                  </a:cubicBezTo>
                  <a:cubicBezTo>
                    <a:pt x="503" y="901"/>
                    <a:pt x="560" y="917"/>
                    <a:pt x="681" y="917"/>
                  </a:cubicBezTo>
                  <a:cubicBezTo>
                    <a:pt x="803" y="925"/>
                    <a:pt x="803" y="925"/>
                    <a:pt x="738" y="925"/>
                  </a:cubicBezTo>
                  <a:cubicBezTo>
                    <a:pt x="719" y="922"/>
                    <a:pt x="706" y="921"/>
                    <a:pt x="698" y="921"/>
                  </a:cubicBezTo>
                  <a:cubicBezTo>
                    <a:pt x="681" y="921"/>
                    <a:pt x="681" y="925"/>
                    <a:pt x="681" y="925"/>
                  </a:cubicBezTo>
                  <a:cubicBezTo>
                    <a:pt x="681" y="925"/>
                    <a:pt x="681" y="933"/>
                    <a:pt x="616" y="933"/>
                  </a:cubicBezTo>
                  <a:cubicBezTo>
                    <a:pt x="616" y="933"/>
                    <a:pt x="616" y="933"/>
                    <a:pt x="681" y="941"/>
                  </a:cubicBezTo>
                  <a:cubicBezTo>
                    <a:pt x="795" y="949"/>
                    <a:pt x="738" y="957"/>
                    <a:pt x="616" y="957"/>
                  </a:cubicBezTo>
                  <a:lnTo>
                    <a:pt x="673" y="966"/>
                  </a:lnTo>
                  <a:cubicBezTo>
                    <a:pt x="795" y="966"/>
                    <a:pt x="852" y="974"/>
                    <a:pt x="730" y="974"/>
                  </a:cubicBezTo>
                  <a:lnTo>
                    <a:pt x="673" y="974"/>
                  </a:lnTo>
                  <a:cubicBezTo>
                    <a:pt x="795" y="974"/>
                    <a:pt x="730" y="990"/>
                    <a:pt x="608" y="990"/>
                  </a:cubicBezTo>
                  <a:lnTo>
                    <a:pt x="730" y="990"/>
                  </a:lnTo>
                  <a:cubicBezTo>
                    <a:pt x="730" y="998"/>
                    <a:pt x="730" y="998"/>
                    <a:pt x="665" y="998"/>
                  </a:cubicBezTo>
                  <a:cubicBezTo>
                    <a:pt x="608" y="998"/>
                    <a:pt x="552" y="1006"/>
                    <a:pt x="608" y="1006"/>
                  </a:cubicBezTo>
                  <a:cubicBezTo>
                    <a:pt x="608" y="1006"/>
                    <a:pt x="608" y="1006"/>
                    <a:pt x="543" y="1014"/>
                  </a:cubicBezTo>
                  <a:cubicBezTo>
                    <a:pt x="543" y="1014"/>
                    <a:pt x="543" y="1014"/>
                    <a:pt x="543" y="1022"/>
                  </a:cubicBezTo>
                  <a:cubicBezTo>
                    <a:pt x="608" y="1022"/>
                    <a:pt x="600" y="1030"/>
                    <a:pt x="543" y="1030"/>
                  </a:cubicBezTo>
                  <a:cubicBezTo>
                    <a:pt x="543" y="1030"/>
                    <a:pt x="543" y="1039"/>
                    <a:pt x="600" y="1039"/>
                  </a:cubicBezTo>
                  <a:cubicBezTo>
                    <a:pt x="600" y="1047"/>
                    <a:pt x="600" y="1055"/>
                    <a:pt x="543" y="1055"/>
                  </a:cubicBezTo>
                  <a:cubicBezTo>
                    <a:pt x="600" y="1055"/>
                    <a:pt x="600" y="1055"/>
                    <a:pt x="600" y="1063"/>
                  </a:cubicBezTo>
                  <a:cubicBezTo>
                    <a:pt x="657" y="1063"/>
                    <a:pt x="657" y="1063"/>
                    <a:pt x="657" y="1071"/>
                  </a:cubicBezTo>
                  <a:cubicBezTo>
                    <a:pt x="657" y="1071"/>
                    <a:pt x="600" y="1079"/>
                    <a:pt x="600" y="1087"/>
                  </a:cubicBezTo>
                  <a:cubicBezTo>
                    <a:pt x="596" y="1091"/>
                    <a:pt x="594" y="1093"/>
                    <a:pt x="601" y="1093"/>
                  </a:cubicBezTo>
                  <a:cubicBezTo>
                    <a:pt x="608" y="1093"/>
                    <a:pt x="624" y="1091"/>
                    <a:pt x="657" y="1087"/>
                  </a:cubicBezTo>
                  <a:cubicBezTo>
                    <a:pt x="657" y="1087"/>
                    <a:pt x="714" y="1087"/>
                    <a:pt x="657" y="1095"/>
                  </a:cubicBezTo>
                  <a:cubicBezTo>
                    <a:pt x="657" y="1095"/>
                    <a:pt x="592" y="1103"/>
                    <a:pt x="592" y="1120"/>
                  </a:cubicBezTo>
                  <a:cubicBezTo>
                    <a:pt x="592" y="1128"/>
                    <a:pt x="592" y="1128"/>
                    <a:pt x="649" y="1128"/>
                  </a:cubicBezTo>
                  <a:cubicBezTo>
                    <a:pt x="527" y="1136"/>
                    <a:pt x="527" y="1144"/>
                    <a:pt x="592" y="1144"/>
                  </a:cubicBezTo>
                  <a:lnTo>
                    <a:pt x="649" y="1144"/>
                  </a:lnTo>
                  <a:cubicBezTo>
                    <a:pt x="592" y="1144"/>
                    <a:pt x="592" y="1152"/>
                    <a:pt x="649" y="1160"/>
                  </a:cubicBezTo>
                  <a:lnTo>
                    <a:pt x="584" y="1160"/>
                  </a:lnTo>
                  <a:lnTo>
                    <a:pt x="584" y="1168"/>
                  </a:lnTo>
                  <a:cubicBezTo>
                    <a:pt x="706" y="1168"/>
                    <a:pt x="641" y="1193"/>
                    <a:pt x="584" y="1193"/>
                  </a:cubicBezTo>
                  <a:cubicBezTo>
                    <a:pt x="584" y="1193"/>
                    <a:pt x="584" y="1193"/>
                    <a:pt x="641" y="1201"/>
                  </a:cubicBezTo>
                  <a:cubicBezTo>
                    <a:pt x="762" y="1201"/>
                    <a:pt x="762" y="1209"/>
                    <a:pt x="641" y="1209"/>
                  </a:cubicBezTo>
                  <a:cubicBezTo>
                    <a:pt x="697" y="1209"/>
                    <a:pt x="697" y="1225"/>
                    <a:pt x="576" y="1225"/>
                  </a:cubicBezTo>
                  <a:lnTo>
                    <a:pt x="462" y="1225"/>
                  </a:lnTo>
                  <a:cubicBezTo>
                    <a:pt x="519" y="1225"/>
                    <a:pt x="519" y="1233"/>
                    <a:pt x="519" y="1233"/>
                  </a:cubicBezTo>
                  <a:cubicBezTo>
                    <a:pt x="576" y="1233"/>
                    <a:pt x="576" y="1233"/>
                    <a:pt x="576" y="1241"/>
                  </a:cubicBezTo>
                  <a:cubicBezTo>
                    <a:pt x="576" y="1247"/>
                    <a:pt x="603" y="1252"/>
                    <a:pt x="619" y="1258"/>
                  </a:cubicBezTo>
                  <a:lnTo>
                    <a:pt x="619" y="1258"/>
                  </a:lnTo>
                  <a:cubicBezTo>
                    <a:pt x="632" y="1257"/>
                    <a:pt x="645" y="1257"/>
                    <a:pt x="658" y="1257"/>
                  </a:cubicBezTo>
                  <a:cubicBezTo>
                    <a:pt x="668" y="1257"/>
                    <a:pt x="679" y="1257"/>
                    <a:pt x="689" y="1257"/>
                  </a:cubicBezTo>
                  <a:cubicBezTo>
                    <a:pt x="849" y="1266"/>
                    <a:pt x="967" y="1333"/>
                    <a:pt x="1044" y="1428"/>
                  </a:cubicBezTo>
                  <a:lnTo>
                    <a:pt x="1044" y="1428"/>
                  </a:lnTo>
                  <a:cubicBezTo>
                    <a:pt x="1039" y="1428"/>
                    <a:pt x="1035" y="1428"/>
                    <a:pt x="1030" y="1428"/>
                  </a:cubicBezTo>
                  <a:lnTo>
                    <a:pt x="1030" y="1436"/>
                  </a:lnTo>
                  <a:lnTo>
                    <a:pt x="1050" y="1436"/>
                  </a:lnTo>
                  <a:cubicBezTo>
                    <a:pt x="1048" y="1433"/>
                    <a:pt x="1046" y="1430"/>
                    <a:pt x="1044" y="1428"/>
                  </a:cubicBezTo>
                  <a:lnTo>
                    <a:pt x="1044" y="1428"/>
                  </a:lnTo>
                  <a:cubicBezTo>
                    <a:pt x="1080" y="1428"/>
                    <a:pt x="1116" y="1429"/>
                    <a:pt x="1151" y="1436"/>
                  </a:cubicBezTo>
                  <a:lnTo>
                    <a:pt x="1050" y="1436"/>
                  </a:lnTo>
                  <a:cubicBezTo>
                    <a:pt x="1072" y="1464"/>
                    <a:pt x="1090" y="1493"/>
                    <a:pt x="1104" y="1525"/>
                  </a:cubicBezTo>
                  <a:lnTo>
                    <a:pt x="1257" y="1525"/>
                  </a:lnTo>
                  <a:cubicBezTo>
                    <a:pt x="1257" y="1528"/>
                    <a:pt x="1243" y="1529"/>
                    <a:pt x="1223" y="1529"/>
                  </a:cubicBezTo>
                  <a:cubicBezTo>
                    <a:pt x="1191" y="1529"/>
                    <a:pt x="1142" y="1526"/>
                    <a:pt x="1105" y="1525"/>
                  </a:cubicBezTo>
                  <a:lnTo>
                    <a:pt x="1105" y="1525"/>
                  </a:lnTo>
                  <a:cubicBezTo>
                    <a:pt x="1115" y="1549"/>
                    <a:pt x="1125" y="1573"/>
                    <a:pt x="1132" y="1598"/>
                  </a:cubicBezTo>
                  <a:lnTo>
                    <a:pt x="1132" y="1598"/>
                  </a:lnTo>
                  <a:cubicBezTo>
                    <a:pt x="1170" y="1598"/>
                    <a:pt x="1202" y="1598"/>
                    <a:pt x="1241" y="1606"/>
                  </a:cubicBezTo>
                  <a:lnTo>
                    <a:pt x="1134" y="1606"/>
                  </a:lnTo>
                  <a:cubicBezTo>
                    <a:pt x="1135" y="1609"/>
                    <a:pt x="1136" y="1612"/>
                    <a:pt x="1136" y="1615"/>
                  </a:cubicBezTo>
                  <a:lnTo>
                    <a:pt x="1136" y="1615"/>
                  </a:lnTo>
                  <a:cubicBezTo>
                    <a:pt x="1147" y="1614"/>
                    <a:pt x="1161" y="1614"/>
                    <a:pt x="1176" y="1614"/>
                  </a:cubicBezTo>
                  <a:lnTo>
                    <a:pt x="1241" y="1614"/>
                  </a:lnTo>
                  <a:cubicBezTo>
                    <a:pt x="1241" y="1614"/>
                    <a:pt x="1241" y="1606"/>
                    <a:pt x="1297" y="1606"/>
                  </a:cubicBezTo>
                  <a:cubicBezTo>
                    <a:pt x="1419" y="1598"/>
                    <a:pt x="1362" y="1590"/>
                    <a:pt x="1306" y="1590"/>
                  </a:cubicBezTo>
                  <a:cubicBezTo>
                    <a:pt x="1265" y="1593"/>
                    <a:pt x="1244" y="1593"/>
                    <a:pt x="1237" y="1593"/>
                  </a:cubicBezTo>
                  <a:cubicBezTo>
                    <a:pt x="1223" y="1593"/>
                    <a:pt x="1262" y="1590"/>
                    <a:pt x="1306" y="1590"/>
                  </a:cubicBezTo>
                  <a:cubicBezTo>
                    <a:pt x="1362" y="1590"/>
                    <a:pt x="1419" y="1582"/>
                    <a:pt x="1362" y="1582"/>
                  </a:cubicBezTo>
                  <a:cubicBezTo>
                    <a:pt x="1306" y="1582"/>
                    <a:pt x="1249" y="1566"/>
                    <a:pt x="1370" y="1566"/>
                  </a:cubicBezTo>
                  <a:lnTo>
                    <a:pt x="1370" y="1557"/>
                  </a:lnTo>
                  <a:cubicBezTo>
                    <a:pt x="1306" y="1557"/>
                    <a:pt x="1306" y="1549"/>
                    <a:pt x="1306" y="1541"/>
                  </a:cubicBezTo>
                  <a:cubicBezTo>
                    <a:pt x="1314" y="1541"/>
                    <a:pt x="1314" y="1533"/>
                    <a:pt x="1370" y="1533"/>
                  </a:cubicBezTo>
                  <a:cubicBezTo>
                    <a:pt x="1387" y="1535"/>
                    <a:pt x="1399" y="1536"/>
                    <a:pt x="1406" y="1536"/>
                  </a:cubicBezTo>
                  <a:cubicBezTo>
                    <a:pt x="1422" y="1536"/>
                    <a:pt x="1411" y="1531"/>
                    <a:pt x="1370" y="1525"/>
                  </a:cubicBezTo>
                  <a:cubicBezTo>
                    <a:pt x="1370" y="1525"/>
                    <a:pt x="1249" y="1525"/>
                    <a:pt x="1249" y="1517"/>
                  </a:cubicBezTo>
                  <a:cubicBezTo>
                    <a:pt x="1216" y="1517"/>
                    <a:pt x="1176" y="1517"/>
                    <a:pt x="1135" y="1509"/>
                  </a:cubicBezTo>
                  <a:lnTo>
                    <a:pt x="1257" y="1509"/>
                  </a:lnTo>
                  <a:cubicBezTo>
                    <a:pt x="1314" y="1501"/>
                    <a:pt x="1314" y="1501"/>
                    <a:pt x="1314" y="1493"/>
                  </a:cubicBezTo>
                  <a:cubicBezTo>
                    <a:pt x="1314" y="1484"/>
                    <a:pt x="1322" y="1484"/>
                    <a:pt x="1257" y="1476"/>
                  </a:cubicBezTo>
                  <a:cubicBezTo>
                    <a:pt x="1379" y="1476"/>
                    <a:pt x="1379" y="1460"/>
                    <a:pt x="1265" y="1452"/>
                  </a:cubicBezTo>
                  <a:cubicBezTo>
                    <a:pt x="1200" y="1452"/>
                    <a:pt x="1200" y="1452"/>
                    <a:pt x="1265" y="1444"/>
                  </a:cubicBezTo>
                  <a:cubicBezTo>
                    <a:pt x="1208" y="1436"/>
                    <a:pt x="1265" y="1436"/>
                    <a:pt x="1322" y="1436"/>
                  </a:cubicBezTo>
                  <a:cubicBezTo>
                    <a:pt x="1443" y="1428"/>
                    <a:pt x="1443" y="1428"/>
                    <a:pt x="1387" y="1420"/>
                  </a:cubicBezTo>
                  <a:cubicBezTo>
                    <a:pt x="1330" y="1420"/>
                    <a:pt x="1330" y="1411"/>
                    <a:pt x="1330" y="1411"/>
                  </a:cubicBezTo>
                  <a:cubicBezTo>
                    <a:pt x="1301" y="1406"/>
                    <a:pt x="1273" y="1400"/>
                    <a:pt x="1244" y="1400"/>
                  </a:cubicBezTo>
                  <a:cubicBezTo>
                    <a:pt x="1232" y="1400"/>
                    <a:pt x="1220" y="1401"/>
                    <a:pt x="1208" y="1403"/>
                  </a:cubicBezTo>
                  <a:cubicBezTo>
                    <a:pt x="1190" y="1403"/>
                    <a:pt x="1170" y="1402"/>
                    <a:pt x="1152" y="1401"/>
                  </a:cubicBezTo>
                  <a:lnTo>
                    <a:pt x="1152" y="1401"/>
                  </a:lnTo>
                  <a:cubicBezTo>
                    <a:pt x="1171" y="1401"/>
                    <a:pt x="1190" y="1399"/>
                    <a:pt x="1208" y="1395"/>
                  </a:cubicBezTo>
                  <a:cubicBezTo>
                    <a:pt x="1273" y="1395"/>
                    <a:pt x="1273" y="1387"/>
                    <a:pt x="1273" y="1379"/>
                  </a:cubicBezTo>
                  <a:cubicBezTo>
                    <a:pt x="1273" y="1379"/>
                    <a:pt x="1273" y="1371"/>
                    <a:pt x="1273" y="1371"/>
                  </a:cubicBezTo>
                  <a:cubicBezTo>
                    <a:pt x="1338" y="1363"/>
                    <a:pt x="1338" y="1355"/>
                    <a:pt x="1273" y="1355"/>
                  </a:cubicBezTo>
                  <a:lnTo>
                    <a:pt x="1216" y="1355"/>
                  </a:lnTo>
                  <a:cubicBezTo>
                    <a:pt x="1338" y="1355"/>
                    <a:pt x="1338" y="1322"/>
                    <a:pt x="1224" y="1314"/>
                  </a:cubicBezTo>
                  <a:lnTo>
                    <a:pt x="1281" y="1314"/>
                  </a:lnTo>
                  <a:cubicBezTo>
                    <a:pt x="1338" y="1314"/>
                    <a:pt x="1338" y="1314"/>
                    <a:pt x="1338" y="1306"/>
                  </a:cubicBezTo>
                  <a:cubicBezTo>
                    <a:pt x="1338" y="1306"/>
                    <a:pt x="1281" y="1290"/>
                    <a:pt x="1289" y="1282"/>
                  </a:cubicBezTo>
                  <a:cubicBezTo>
                    <a:pt x="1289" y="1274"/>
                    <a:pt x="1289" y="1266"/>
                    <a:pt x="1233" y="1266"/>
                  </a:cubicBezTo>
                  <a:cubicBezTo>
                    <a:pt x="1233" y="1257"/>
                    <a:pt x="1233" y="1257"/>
                    <a:pt x="1289" y="1257"/>
                  </a:cubicBezTo>
                  <a:cubicBezTo>
                    <a:pt x="1308" y="1260"/>
                    <a:pt x="1321" y="1261"/>
                    <a:pt x="1329" y="1261"/>
                  </a:cubicBezTo>
                  <a:cubicBezTo>
                    <a:pt x="1346" y="1261"/>
                    <a:pt x="1346" y="1257"/>
                    <a:pt x="1346" y="1257"/>
                  </a:cubicBezTo>
                  <a:cubicBezTo>
                    <a:pt x="1314" y="1249"/>
                    <a:pt x="1273" y="1249"/>
                    <a:pt x="1233" y="1249"/>
                  </a:cubicBezTo>
                  <a:cubicBezTo>
                    <a:pt x="1168" y="1249"/>
                    <a:pt x="1168" y="1249"/>
                    <a:pt x="1233" y="1241"/>
                  </a:cubicBezTo>
                  <a:cubicBezTo>
                    <a:pt x="1289" y="1233"/>
                    <a:pt x="1297" y="1225"/>
                    <a:pt x="1233" y="1217"/>
                  </a:cubicBezTo>
                  <a:cubicBezTo>
                    <a:pt x="1233" y="1217"/>
                    <a:pt x="1233" y="1209"/>
                    <a:pt x="1297" y="1209"/>
                  </a:cubicBezTo>
                  <a:cubicBezTo>
                    <a:pt x="1354" y="1209"/>
                    <a:pt x="1419" y="1201"/>
                    <a:pt x="1297" y="1201"/>
                  </a:cubicBezTo>
                  <a:cubicBezTo>
                    <a:pt x="1297" y="1193"/>
                    <a:pt x="1297" y="1193"/>
                    <a:pt x="1362" y="1193"/>
                  </a:cubicBezTo>
                  <a:cubicBezTo>
                    <a:pt x="1419" y="1193"/>
                    <a:pt x="1476" y="1193"/>
                    <a:pt x="1362" y="1184"/>
                  </a:cubicBezTo>
                  <a:cubicBezTo>
                    <a:pt x="1297" y="1184"/>
                    <a:pt x="1306" y="1168"/>
                    <a:pt x="1362" y="1168"/>
                  </a:cubicBezTo>
                  <a:cubicBezTo>
                    <a:pt x="1362" y="1160"/>
                    <a:pt x="1362" y="1160"/>
                    <a:pt x="1306" y="1160"/>
                  </a:cubicBezTo>
                  <a:lnTo>
                    <a:pt x="1241" y="1160"/>
                  </a:lnTo>
                  <a:cubicBezTo>
                    <a:pt x="1362" y="1160"/>
                    <a:pt x="1362" y="1160"/>
                    <a:pt x="1249" y="1152"/>
                  </a:cubicBezTo>
                  <a:cubicBezTo>
                    <a:pt x="1306" y="1144"/>
                    <a:pt x="1306" y="1144"/>
                    <a:pt x="1306" y="1144"/>
                  </a:cubicBezTo>
                  <a:cubicBezTo>
                    <a:pt x="1306" y="1144"/>
                    <a:pt x="1249" y="1128"/>
                    <a:pt x="1249" y="1111"/>
                  </a:cubicBezTo>
                  <a:cubicBezTo>
                    <a:pt x="1257" y="1087"/>
                    <a:pt x="1257" y="1079"/>
                    <a:pt x="1200" y="1079"/>
                  </a:cubicBezTo>
                  <a:cubicBezTo>
                    <a:pt x="1135" y="1071"/>
                    <a:pt x="1135" y="1071"/>
                    <a:pt x="1200" y="1071"/>
                  </a:cubicBezTo>
                  <a:cubicBezTo>
                    <a:pt x="1257" y="1071"/>
                    <a:pt x="1257" y="1063"/>
                    <a:pt x="1257" y="1063"/>
                  </a:cubicBezTo>
                  <a:cubicBezTo>
                    <a:pt x="1257" y="1055"/>
                    <a:pt x="1257" y="1055"/>
                    <a:pt x="1322" y="1055"/>
                  </a:cubicBezTo>
                  <a:cubicBezTo>
                    <a:pt x="1257" y="1055"/>
                    <a:pt x="1257" y="1055"/>
                    <a:pt x="1257" y="1047"/>
                  </a:cubicBezTo>
                  <a:cubicBezTo>
                    <a:pt x="1322" y="1047"/>
                    <a:pt x="1322" y="1047"/>
                    <a:pt x="1257" y="1039"/>
                  </a:cubicBezTo>
                  <a:cubicBezTo>
                    <a:pt x="1322" y="1039"/>
                    <a:pt x="1379" y="1030"/>
                    <a:pt x="1322" y="1030"/>
                  </a:cubicBezTo>
                  <a:cubicBezTo>
                    <a:pt x="1265" y="1030"/>
                    <a:pt x="1265" y="1030"/>
                    <a:pt x="1200" y="1022"/>
                  </a:cubicBezTo>
                  <a:cubicBezTo>
                    <a:pt x="1200" y="1022"/>
                    <a:pt x="1208" y="1014"/>
                    <a:pt x="1265" y="1014"/>
                  </a:cubicBezTo>
                  <a:cubicBezTo>
                    <a:pt x="1322" y="1014"/>
                    <a:pt x="1265" y="998"/>
                    <a:pt x="1208" y="998"/>
                  </a:cubicBezTo>
                  <a:cubicBezTo>
                    <a:pt x="1151" y="998"/>
                    <a:pt x="1151" y="990"/>
                    <a:pt x="1208" y="990"/>
                  </a:cubicBezTo>
                  <a:lnTo>
                    <a:pt x="1265" y="990"/>
                  </a:lnTo>
                  <a:cubicBezTo>
                    <a:pt x="1208" y="982"/>
                    <a:pt x="1265" y="982"/>
                    <a:pt x="1330" y="982"/>
                  </a:cubicBezTo>
                  <a:cubicBezTo>
                    <a:pt x="1346" y="984"/>
                    <a:pt x="1358" y="985"/>
                    <a:pt x="1367" y="985"/>
                  </a:cubicBezTo>
                  <a:cubicBezTo>
                    <a:pt x="1387" y="985"/>
                    <a:pt x="1387" y="979"/>
                    <a:pt x="1387" y="974"/>
                  </a:cubicBezTo>
                  <a:cubicBezTo>
                    <a:pt x="1330" y="974"/>
                    <a:pt x="1330" y="966"/>
                    <a:pt x="1330" y="949"/>
                  </a:cubicBezTo>
                  <a:cubicBezTo>
                    <a:pt x="1338" y="933"/>
                    <a:pt x="1273" y="933"/>
                    <a:pt x="1160" y="925"/>
                  </a:cubicBezTo>
                  <a:lnTo>
                    <a:pt x="1338" y="925"/>
                  </a:lnTo>
                  <a:cubicBezTo>
                    <a:pt x="1297" y="917"/>
                    <a:pt x="1257" y="917"/>
                    <a:pt x="1216" y="917"/>
                  </a:cubicBezTo>
                  <a:cubicBezTo>
                    <a:pt x="1160" y="917"/>
                    <a:pt x="1160" y="917"/>
                    <a:pt x="1216" y="909"/>
                  </a:cubicBezTo>
                  <a:cubicBezTo>
                    <a:pt x="1281" y="901"/>
                    <a:pt x="1281" y="901"/>
                    <a:pt x="1224" y="901"/>
                  </a:cubicBezTo>
                  <a:cubicBezTo>
                    <a:pt x="1224" y="893"/>
                    <a:pt x="1224" y="893"/>
                    <a:pt x="1281" y="884"/>
                  </a:cubicBezTo>
                  <a:lnTo>
                    <a:pt x="1224" y="884"/>
                  </a:lnTo>
                  <a:cubicBezTo>
                    <a:pt x="1168" y="884"/>
                    <a:pt x="1168" y="884"/>
                    <a:pt x="1224" y="876"/>
                  </a:cubicBezTo>
                  <a:cubicBezTo>
                    <a:pt x="1346" y="876"/>
                    <a:pt x="1346" y="868"/>
                    <a:pt x="1289" y="868"/>
                  </a:cubicBezTo>
                  <a:cubicBezTo>
                    <a:pt x="1224" y="868"/>
                    <a:pt x="1224" y="860"/>
                    <a:pt x="1224" y="860"/>
                  </a:cubicBezTo>
                  <a:cubicBezTo>
                    <a:pt x="1224" y="860"/>
                    <a:pt x="1224" y="852"/>
                    <a:pt x="1168" y="852"/>
                  </a:cubicBezTo>
                  <a:lnTo>
                    <a:pt x="1168" y="844"/>
                  </a:lnTo>
                  <a:lnTo>
                    <a:pt x="1289" y="844"/>
                  </a:lnTo>
                  <a:cubicBezTo>
                    <a:pt x="1289" y="836"/>
                    <a:pt x="1289" y="836"/>
                    <a:pt x="1233" y="836"/>
                  </a:cubicBezTo>
                  <a:cubicBezTo>
                    <a:pt x="1111" y="828"/>
                    <a:pt x="1111" y="828"/>
                    <a:pt x="1233" y="828"/>
                  </a:cubicBezTo>
                  <a:cubicBezTo>
                    <a:pt x="1289" y="828"/>
                    <a:pt x="1354" y="828"/>
                    <a:pt x="1289" y="820"/>
                  </a:cubicBezTo>
                  <a:lnTo>
                    <a:pt x="1297" y="820"/>
                  </a:lnTo>
                  <a:cubicBezTo>
                    <a:pt x="1411" y="820"/>
                    <a:pt x="1411" y="820"/>
                    <a:pt x="1297" y="803"/>
                  </a:cubicBezTo>
                  <a:cubicBezTo>
                    <a:pt x="1297" y="803"/>
                    <a:pt x="1241" y="787"/>
                    <a:pt x="1241" y="779"/>
                  </a:cubicBezTo>
                  <a:cubicBezTo>
                    <a:pt x="1241" y="763"/>
                    <a:pt x="1241" y="763"/>
                    <a:pt x="1306" y="755"/>
                  </a:cubicBezTo>
                  <a:lnTo>
                    <a:pt x="1362" y="755"/>
                  </a:lnTo>
                  <a:cubicBezTo>
                    <a:pt x="1241" y="755"/>
                    <a:pt x="1241" y="755"/>
                    <a:pt x="1241" y="747"/>
                  </a:cubicBezTo>
                  <a:cubicBezTo>
                    <a:pt x="1306" y="739"/>
                    <a:pt x="1249" y="730"/>
                    <a:pt x="1184" y="730"/>
                  </a:cubicBezTo>
                  <a:cubicBezTo>
                    <a:pt x="1070" y="730"/>
                    <a:pt x="1070" y="730"/>
                    <a:pt x="1127" y="722"/>
                  </a:cubicBezTo>
                  <a:lnTo>
                    <a:pt x="1249" y="722"/>
                  </a:lnTo>
                  <a:cubicBezTo>
                    <a:pt x="1289" y="722"/>
                    <a:pt x="1330" y="722"/>
                    <a:pt x="1370" y="714"/>
                  </a:cubicBezTo>
                  <a:cubicBezTo>
                    <a:pt x="1370" y="714"/>
                    <a:pt x="1370" y="711"/>
                    <a:pt x="1351" y="711"/>
                  </a:cubicBezTo>
                  <a:cubicBezTo>
                    <a:pt x="1342" y="711"/>
                    <a:pt x="1327" y="712"/>
                    <a:pt x="1306" y="714"/>
                  </a:cubicBezTo>
                  <a:cubicBezTo>
                    <a:pt x="1249" y="714"/>
                    <a:pt x="1249" y="714"/>
                    <a:pt x="1249" y="706"/>
                  </a:cubicBezTo>
                  <a:cubicBezTo>
                    <a:pt x="1249" y="706"/>
                    <a:pt x="1249" y="698"/>
                    <a:pt x="1192" y="698"/>
                  </a:cubicBezTo>
                  <a:cubicBezTo>
                    <a:pt x="1127" y="698"/>
                    <a:pt x="1135" y="698"/>
                    <a:pt x="1135" y="690"/>
                  </a:cubicBezTo>
                  <a:cubicBezTo>
                    <a:pt x="1192" y="690"/>
                    <a:pt x="1192" y="682"/>
                    <a:pt x="1192" y="682"/>
                  </a:cubicBezTo>
                  <a:lnTo>
                    <a:pt x="1370" y="682"/>
                  </a:lnTo>
                  <a:cubicBezTo>
                    <a:pt x="1354" y="674"/>
                    <a:pt x="1330" y="674"/>
                    <a:pt x="1314" y="674"/>
                  </a:cubicBezTo>
                  <a:cubicBezTo>
                    <a:pt x="1257" y="674"/>
                    <a:pt x="1265" y="601"/>
                    <a:pt x="1265" y="593"/>
                  </a:cubicBezTo>
                  <a:cubicBezTo>
                    <a:pt x="1311" y="587"/>
                    <a:pt x="1324" y="581"/>
                    <a:pt x="1305" y="581"/>
                  </a:cubicBezTo>
                  <a:cubicBezTo>
                    <a:pt x="1297" y="581"/>
                    <a:pt x="1284" y="582"/>
                    <a:pt x="1265" y="584"/>
                  </a:cubicBezTo>
                  <a:cubicBezTo>
                    <a:pt x="1208" y="584"/>
                    <a:pt x="1208" y="568"/>
                    <a:pt x="1216" y="544"/>
                  </a:cubicBezTo>
                  <a:cubicBezTo>
                    <a:pt x="1216" y="528"/>
                    <a:pt x="1216" y="512"/>
                    <a:pt x="1160" y="512"/>
                  </a:cubicBezTo>
                  <a:lnTo>
                    <a:pt x="1160" y="503"/>
                  </a:lnTo>
                  <a:cubicBezTo>
                    <a:pt x="1160" y="495"/>
                    <a:pt x="1103" y="487"/>
                    <a:pt x="1103" y="487"/>
                  </a:cubicBezTo>
                  <a:cubicBezTo>
                    <a:pt x="1046" y="479"/>
                    <a:pt x="1046" y="479"/>
                    <a:pt x="1103" y="479"/>
                  </a:cubicBezTo>
                  <a:cubicBezTo>
                    <a:pt x="1116" y="482"/>
                    <a:pt x="1130" y="483"/>
                    <a:pt x="1143" y="483"/>
                  </a:cubicBezTo>
                  <a:cubicBezTo>
                    <a:pt x="1170" y="483"/>
                    <a:pt x="1197" y="479"/>
                    <a:pt x="1224" y="479"/>
                  </a:cubicBezTo>
                  <a:cubicBezTo>
                    <a:pt x="1184" y="471"/>
                    <a:pt x="1143" y="471"/>
                    <a:pt x="1103" y="471"/>
                  </a:cubicBezTo>
                  <a:lnTo>
                    <a:pt x="1046" y="471"/>
                  </a:lnTo>
                  <a:cubicBezTo>
                    <a:pt x="1046" y="463"/>
                    <a:pt x="1046" y="463"/>
                    <a:pt x="1103" y="463"/>
                  </a:cubicBezTo>
                  <a:lnTo>
                    <a:pt x="1168" y="463"/>
                  </a:lnTo>
                  <a:cubicBezTo>
                    <a:pt x="1168" y="455"/>
                    <a:pt x="1168" y="455"/>
                    <a:pt x="1281" y="455"/>
                  </a:cubicBezTo>
                  <a:lnTo>
                    <a:pt x="1289" y="455"/>
                  </a:lnTo>
                  <a:lnTo>
                    <a:pt x="1224" y="447"/>
                  </a:lnTo>
                  <a:cubicBezTo>
                    <a:pt x="1346" y="439"/>
                    <a:pt x="1224" y="439"/>
                    <a:pt x="1168" y="430"/>
                  </a:cubicBezTo>
                  <a:cubicBezTo>
                    <a:pt x="1289" y="430"/>
                    <a:pt x="1289" y="430"/>
                    <a:pt x="1168" y="422"/>
                  </a:cubicBezTo>
                  <a:cubicBezTo>
                    <a:pt x="1111" y="422"/>
                    <a:pt x="1111" y="422"/>
                    <a:pt x="1168" y="414"/>
                  </a:cubicBezTo>
                  <a:cubicBezTo>
                    <a:pt x="1233" y="414"/>
                    <a:pt x="1233" y="414"/>
                    <a:pt x="1233" y="406"/>
                  </a:cubicBezTo>
                  <a:cubicBezTo>
                    <a:pt x="1176" y="398"/>
                    <a:pt x="1176" y="382"/>
                    <a:pt x="1176" y="357"/>
                  </a:cubicBezTo>
                  <a:cubicBezTo>
                    <a:pt x="1184" y="325"/>
                    <a:pt x="1184" y="309"/>
                    <a:pt x="1127" y="309"/>
                  </a:cubicBezTo>
                  <a:cubicBezTo>
                    <a:pt x="1127" y="309"/>
                    <a:pt x="1127" y="309"/>
                    <a:pt x="1184" y="301"/>
                  </a:cubicBezTo>
                  <a:cubicBezTo>
                    <a:pt x="1249" y="301"/>
                    <a:pt x="1249" y="301"/>
                    <a:pt x="1127" y="293"/>
                  </a:cubicBezTo>
                  <a:cubicBezTo>
                    <a:pt x="1192" y="293"/>
                    <a:pt x="1192" y="285"/>
                    <a:pt x="1192" y="276"/>
                  </a:cubicBezTo>
                  <a:cubicBezTo>
                    <a:pt x="1192" y="268"/>
                    <a:pt x="1192" y="252"/>
                    <a:pt x="1135" y="252"/>
                  </a:cubicBezTo>
                  <a:cubicBezTo>
                    <a:pt x="1257" y="252"/>
                    <a:pt x="1314" y="236"/>
                    <a:pt x="1200" y="228"/>
                  </a:cubicBezTo>
                  <a:cubicBezTo>
                    <a:pt x="1200" y="228"/>
                    <a:pt x="1200" y="220"/>
                    <a:pt x="1257" y="220"/>
                  </a:cubicBezTo>
                  <a:cubicBezTo>
                    <a:pt x="1257" y="220"/>
                    <a:pt x="1257" y="220"/>
                    <a:pt x="1200" y="203"/>
                  </a:cubicBezTo>
                  <a:cubicBezTo>
                    <a:pt x="1200" y="203"/>
                    <a:pt x="1200" y="195"/>
                    <a:pt x="1200" y="187"/>
                  </a:cubicBezTo>
                  <a:cubicBezTo>
                    <a:pt x="1208" y="179"/>
                    <a:pt x="1143" y="171"/>
                    <a:pt x="1143" y="171"/>
                  </a:cubicBezTo>
                  <a:cubicBezTo>
                    <a:pt x="1208" y="171"/>
                    <a:pt x="1208" y="155"/>
                    <a:pt x="1208" y="130"/>
                  </a:cubicBezTo>
                  <a:cubicBezTo>
                    <a:pt x="1216" y="114"/>
                    <a:pt x="1216" y="90"/>
                    <a:pt x="1281" y="90"/>
                  </a:cubicBezTo>
                  <a:cubicBezTo>
                    <a:pt x="1281" y="90"/>
                    <a:pt x="1281" y="90"/>
                    <a:pt x="1216" y="82"/>
                  </a:cubicBezTo>
                  <a:cubicBezTo>
                    <a:pt x="1103" y="82"/>
                    <a:pt x="1103" y="74"/>
                    <a:pt x="1160" y="74"/>
                  </a:cubicBezTo>
                  <a:cubicBezTo>
                    <a:pt x="1281" y="74"/>
                    <a:pt x="1281" y="57"/>
                    <a:pt x="1160" y="57"/>
                  </a:cubicBezTo>
                  <a:lnTo>
                    <a:pt x="1224" y="57"/>
                  </a:lnTo>
                  <a:cubicBezTo>
                    <a:pt x="1346" y="49"/>
                    <a:pt x="1281" y="41"/>
                    <a:pt x="1168" y="41"/>
                  </a:cubicBezTo>
                  <a:cubicBezTo>
                    <a:pt x="1224" y="33"/>
                    <a:pt x="1289" y="33"/>
                    <a:pt x="1224" y="33"/>
                  </a:cubicBezTo>
                  <a:cubicBezTo>
                    <a:pt x="1224" y="25"/>
                    <a:pt x="1224" y="25"/>
                    <a:pt x="1346" y="25"/>
                  </a:cubicBezTo>
                  <a:lnTo>
                    <a:pt x="1346" y="17"/>
                  </a:lnTo>
                  <a:cubicBezTo>
                    <a:pt x="1346" y="17"/>
                    <a:pt x="1346" y="9"/>
                    <a:pt x="1289" y="9"/>
                  </a:cubicBezTo>
                  <a:lnTo>
                    <a:pt x="1233" y="9"/>
                  </a:lnTo>
                  <a:cubicBezTo>
                    <a:pt x="1270" y="9"/>
                    <a:pt x="1258" y="5"/>
                    <a:pt x="1226" y="5"/>
                  </a:cubicBezTo>
                  <a:cubicBezTo>
                    <a:pt x="1210" y="5"/>
                    <a:pt x="1189" y="6"/>
                    <a:pt x="1168" y="9"/>
                  </a:cubicBezTo>
                  <a:cubicBezTo>
                    <a:pt x="1127" y="9"/>
                    <a:pt x="1087" y="9"/>
                    <a:pt x="1054" y="1"/>
                  </a:cubicBezTo>
                  <a:close/>
                  <a:moveTo>
                    <a:pt x="1136" y="1615"/>
                  </a:moveTo>
                  <a:cubicBezTo>
                    <a:pt x="1075" y="1616"/>
                    <a:pt x="1076" y="1621"/>
                    <a:pt x="1138" y="1622"/>
                  </a:cubicBezTo>
                  <a:lnTo>
                    <a:pt x="1138" y="1622"/>
                  </a:lnTo>
                  <a:cubicBezTo>
                    <a:pt x="1137" y="1619"/>
                    <a:pt x="1137" y="1617"/>
                    <a:pt x="1136" y="1615"/>
                  </a:cubicBezTo>
                  <a:close/>
                  <a:moveTo>
                    <a:pt x="714" y="1675"/>
                  </a:moveTo>
                  <a:cubicBezTo>
                    <a:pt x="700" y="1675"/>
                    <a:pt x="673" y="1676"/>
                    <a:pt x="633" y="1679"/>
                  </a:cubicBezTo>
                  <a:cubicBezTo>
                    <a:pt x="714" y="1679"/>
                    <a:pt x="741" y="1675"/>
                    <a:pt x="714" y="1675"/>
                  </a:cubicBezTo>
                  <a:close/>
                  <a:moveTo>
                    <a:pt x="1138" y="1622"/>
                  </a:moveTo>
                  <a:cubicBezTo>
                    <a:pt x="1148" y="1662"/>
                    <a:pt x="1152" y="1703"/>
                    <a:pt x="1153" y="1744"/>
                  </a:cubicBezTo>
                  <a:lnTo>
                    <a:pt x="1153" y="1744"/>
                  </a:lnTo>
                  <a:cubicBezTo>
                    <a:pt x="1337" y="1744"/>
                    <a:pt x="1329" y="1743"/>
                    <a:pt x="1224" y="1736"/>
                  </a:cubicBezTo>
                  <a:cubicBezTo>
                    <a:pt x="1160" y="1728"/>
                    <a:pt x="1160" y="1728"/>
                    <a:pt x="1224" y="1728"/>
                  </a:cubicBezTo>
                  <a:cubicBezTo>
                    <a:pt x="1281" y="1728"/>
                    <a:pt x="1281" y="1728"/>
                    <a:pt x="1281" y="1720"/>
                  </a:cubicBezTo>
                  <a:cubicBezTo>
                    <a:pt x="1289" y="1711"/>
                    <a:pt x="1289" y="1703"/>
                    <a:pt x="1224" y="1703"/>
                  </a:cubicBezTo>
                  <a:lnTo>
                    <a:pt x="1224" y="1695"/>
                  </a:lnTo>
                  <a:cubicBezTo>
                    <a:pt x="1306" y="1695"/>
                    <a:pt x="1307" y="1692"/>
                    <a:pt x="1263" y="1692"/>
                  </a:cubicBezTo>
                  <a:cubicBezTo>
                    <a:pt x="1242" y="1692"/>
                    <a:pt x="1208" y="1693"/>
                    <a:pt x="1168" y="1695"/>
                  </a:cubicBezTo>
                  <a:lnTo>
                    <a:pt x="1168" y="1687"/>
                  </a:lnTo>
                  <a:lnTo>
                    <a:pt x="1233" y="1687"/>
                  </a:lnTo>
                  <a:cubicBezTo>
                    <a:pt x="1289" y="1687"/>
                    <a:pt x="1289" y="1679"/>
                    <a:pt x="1289" y="1655"/>
                  </a:cubicBezTo>
                  <a:cubicBezTo>
                    <a:pt x="1297" y="1630"/>
                    <a:pt x="1297" y="1622"/>
                    <a:pt x="1176" y="1622"/>
                  </a:cubicBezTo>
                  <a:cubicBezTo>
                    <a:pt x="1161" y="1622"/>
                    <a:pt x="1149" y="1622"/>
                    <a:pt x="1138" y="1622"/>
                  </a:cubicBezTo>
                  <a:close/>
                  <a:moveTo>
                    <a:pt x="1153" y="1744"/>
                  </a:moveTo>
                  <a:lnTo>
                    <a:pt x="1153" y="1744"/>
                  </a:lnTo>
                  <a:cubicBezTo>
                    <a:pt x="1137" y="1744"/>
                    <a:pt x="1121" y="1744"/>
                    <a:pt x="1103" y="1744"/>
                  </a:cubicBezTo>
                  <a:lnTo>
                    <a:pt x="924" y="1744"/>
                  </a:lnTo>
                  <a:lnTo>
                    <a:pt x="1103" y="1752"/>
                  </a:lnTo>
                  <a:cubicBezTo>
                    <a:pt x="1120" y="1752"/>
                    <a:pt x="1137" y="1752"/>
                    <a:pt x="1153" y="1752"/>
                  </a:cubicBezTo>
                  <a:lnTo>
                    <a:pt x="1153" y="1752"/>
                  </a:lnTo>
                  <a:cubicBezTo>
                    <a:pt x="1153" y="1749"/>
                    <a:pt x="1153" y="1747"/>
                    <a:pt x="1153" y="1744"/>
                  </a:cubicBezTo>
                  <a:close/>
                  <a:moveTo>
                    <a:pt x="1153" y="1752"/>
                  </a:moveTo>
                  <a:cubicBezTo>
                    <a:pt x="1152" y="1765"/>
                    <a:pt x="1152" y="1778"/>
                    <a:pt x="1151" y="1790"/>
                  </a:cubicBezTo>
                  <a:lnTo>
                    <a:pt x="1151" y="1790"/>
                  </a:lnTo>
                  <a:cubicBezTo>
                    <a:pt x="1132" y="1790"/>
                    <a:pt x="1114" y="1788"/>
                    <a:pt x="1096" y="1785"/>
                  </a:cubicBezTo>
                  <a:lnTo>
                    <a:pt x="1096" y="1785"/>
                  </a:lnTo>
                  <a:cubicBezTo>
                    <a:pt x="1114" y="1788"/>
                    <a:pt x="1132" y="1790"/>
                    <a:pt x="1151" y="1791"/>
                  </a:cubicBezTo>
                  <a:lnTo>
                    <a:pt x="1151" y="1791"/>
                  </a:lnTo>
                  <a:cubicBezTo>
                    <a:pt x="1151" y="1791"/>
                    <a:pt x="1151" y="1791"/>
                    <a:pt x="1151" y="1790"/>
                  </a:cubicBezTo>
                  <a:lnTo>
                    <a:pt x="1151" y="1790"/>
                  </a:lnTo>
                  <a:cubicBezTo>
                    <a:pt x="1152" y="1791"/>
                    <a:pt x="1154" y="1791"/>
                    <a:pt x="1156" y="1791"/>
                  </a:cubicBezTo>
                  <a:cubicBezTo>
                    <a:pt x="1176" y="1791"/>
                    <a:pt x="1196" y="1788"/>
                    <a:pt x="1216" y="1784"/>
                  </a:cubicBezTo>
                  <a:lnTo>
                    <a:pt x="1273" y="1784"/>
                  </a:lnTo>
                  <a:cubicBezTo>
                    <a:pt x="1395" y="1784"/>
                    <a:pt x="1338" y="1776"/>
                    <a:pt x="1273" y="1768"/>
                  </a:cubicBezTo>
                  <a:cubicBezTo>
                    <a:pt x="1160" y="1760"/>
                    <a:pt x="1160" y="1760"/>
                    <a:pt x="1281" y="1760"/>
                  </a:cubicBezTo>
                  <a:cubicBezTo>
                    <a:pt x="1384" y="1760"/>
                    <a:pt x="1301" y="1753"/>
                    <a:pt x="1153" y="1752"/>
                  </a:cubicBezTo>
                  <a:close/>
                  <a:moveTo>
                    <a:pt x="973" y="1801"/>
                  </a:moveTo>
                  <a:lnTo>
                    <a:pt x="1038" y="1809"/>
                  </a:lnTo>
                  <a:lnTo>
                    <a:pt x="1095" y="1801"/>
                  </a:lnTo>
                  <a:close/>
                  <a:moveTo>
                    <a:pt x="1173" y="1813"/>
                  </a:moveTo>
                  <a:cubicBezTo>
                    <a:pt x="1176" y="1813"/>
                    <a:pt x="1185" y="1814"/>
                    <a:pt x="1198" y="1815"/>
                  </a:cubicBezTo>
                  <a:lnTo>
                    <a:pt x="1198" y="1815"/>
                  </a:lnTo>
                  <a:cubicBezTo>
                    <a:pt x="1175" y="1814"/>
                    <a:pt x="1168" y="1813"/>
                    <a:pt x="1173" y="1813"/>
                  </a:cubicBezTo>
                  <a:close/>
                  <a:moveTo>
                    <a:pt x="616" y="1806"/>
                  </a:moveTo>
                  <a:cubicBezTo>
                    <a:pt x="612" y="1811"/>
                    <a:pt x="610" y="1818"/>
                    <a:pt x="608" y="1825"/>
                  </a:cubicBezTo>
                  <a:lnTo>
                    <a:pt x="608" y="1825"/>
                  </a:lnTo>
                  <a:cubicBezTo>
                    <a:pt x="552" y="1825"/>
                    <a:pt x="552" y="1823"/>
                    <a:pt x="552" y="1817"/>
                  </a:cubicBezTo>
                  <a:cubicBezTo>
                    <a:pt x="608" y="1817"/>
                    <a:pt x="552" y="1809"/>
                    <a:pt x="495" y="1809"/>
                  </a:cubicBezTo>
                  <a:lnTo>
                    <a:pt x="552" y="1809"/>
                  </a:lnTo>
                  <a:cubicBezTo>
                    <a:pt x="576" y="1808"/>
                    <a:pt x="598" y="1807"/>
                    <a:pt x="616" y="1806"/>
                  </a:cubicBezTo>
                  <a:close/>
                  <a:moveTo>
                    <a:pt x="608" y="1833"/>
                  </a:moveTo>
                  <a:cubicBezTo>
                    <a:pt x="608" y="1839"/>
                    <a:pt x="608" y="1844"/>
                    <a:pt x="609" y="1849"/>
                  </a:cubicBezTo>
                  <a:lnTo>
                    <a:pt x="552" y="1849"/>
                  </a:lnTo>
                  <a:cubicBezTo>
                    <a:pt x="430" y="1849"/>
                    <a:pt x="430" y="1849"/>
                    <a:pt x="487" y="1841"/>
                  </a:cubicBezTo>
                  <a:cubicBezTo>
                    <a:pt x="527" y="1841"/>
                    <a:pt x="568" y="1841"/>
                    <a:pt x="608" y="1833"/>
                  </a:cubicBezTo>
                  <a:close/>
                  <a:moveTo>
                    <a:pt x="610" y="1857"/>
                  </a:moveTo>
                  <a:cubicBezTo>
                    <a:pt x="613" y="1865"/>
                    <a:pt x="617" y="1871"/>
                    <a:pt x="622" y="1877"/>
                  </a:cubicBezTo>
                  <a:lnTo>
                    <a:pt x="622" y="1877"/>
                  </a:lnTo>
                  <a:cubicBezTo>
                    <a:pt x="595" y="1874"/>
                    <a:pt x="569" y="1870"/>
                    <a:pt x="543" y="1866"/>
                  </a:cubicBezTo>
                  <a:cubicBezTo>
                    <a:pt x="543" y="1857"/>
                    <a:pt x="543" y="1857"/>
                    <a:pt x="608" y="1857"/>
                  </a:cubicBezTo>
                  <a:cubicBezTo>
                    <a:pt x="609" y="1857"/>
                    <a:pt x="610" y="1857"/>
                    <a:pt x="610" y="1857"/>
                  </a:cubicBezTo>
                  <a:close/>
                  <a:moveTo>
                    <a:pt x="1087" y="1874"/>
                  </a:moveTo>
                  <a:cubicBezTo>
                    <a:pt x="1087" y="1881"/>
                    <a:pt x="1087" y="1882"/>
                    <a:pt x="1135" y="1882"/>
                  </a:cubicBezTo>
                  <a:lnTo>
                    <a:pt x="1135" y="1882"/>
                  </a:lnTo>
                  <a:cubicBezTo>
                    <a:pt x="1136" y="1879"/>
                    <a:pt x="1137" y="1876"/>
                    <a:pt x="1137" y="1874"/>
                  </a:cubicBezTo>
                  <a:close/>
                  <a:moveTo>
                    <a:pt x="2335" y="1890"/>
                  </a:moveTo>
                  <a:cubicBezTo>
                    <a:pt x="2278" y="1890"/>
                    <a:pt x="2278" y="1890"/>
                    <a:pt x="2278" y="1898"/>
                  </a:cubicBezTo>
                  <a:lnTo>
                    <a:pt x="2400" y="1898"/>
                  </a:lnTo>
                  <a:cubicBezTo>
                    <a:pt x="2457" y="1898"/>
                    <a:pt x="2457" y="1898"/>
                    <a:pt x="2335" y="1890"/>
                  </a:cubicBezTo>
                  <a:close/>
                  <a:moveTo>
                    <a:pt x="365" y="1898"/>
                  </a:moveTo>
                  <a:cubicBezTo>
                    <a:pt x="333" y="1902"/>
                    <a:pt x="316" y="1904"/>
                    <a:pt x="308" y="1904"/>
                  </a:cubicBezTo>
                  <a:cubicBezTo>
                    <a:pt x="300" y="1904"/>
                    <a:pt x="300" y="1902"/>
                    <a:pt x="300" y="1898"/>
                  </a:cubicBezTo>
                  <a:close/>
                  <a:moveTo>
                    <a:pt x="1120" y="1930"/>
                  </a:moveTo>
                  <a:cubicBezTo>
                    <a:pt x="1079" y="1930"/>
                    <a:pt x="1079" y="1931"/>
                    <a:pt x="1079" y="1938"/>
                  </a:cubicBezTo>
                  <a:lnTo>
                    <a:pt x="1117" y="1938"/>
                  </a:lnTo>
                  <a:cubicBezTo>
                    <a:pt x="1118" y="1936"/>
                    <a:pt x="1119" y="1933"/>
                    <a:pt x="1120" y="1930"/>
                  </a:cubicBezTo>
                  <a:close/>
                  <a:moveTo>
                    <a:pt x="752" y="1951"/>
                  </a:moveTo>
                  <a:cubicBezTo>
                    <a:pt x="759" y="1951"/>
                    <a:pt x="765" y="1952"/>
                    <a:pt x="770" y="1955"/>
                  </a:cubicBezTo>
                  <a:lnTo>
                    <a:pt x="714" y="1955"/>
                  </a:lnTo>
                  <a:cubicBezTo>
                    <a:pt x="724" y="1955"/>
                    <a:pt x="739" y="1951"/>
                    <a:pt x="752" y="1951"/>
                  </a:cubicBezTo>
                  <a:close/>
                  <a:moveTo>
                    <a:pt x="892" y="1987"/>
                  </a:moveTo>
                  <a:lnTo>
                    <a:pt x="892" y="1995"/>
                  </a:lnTo>
                  <a:lnTo>
                    <a:pt x="949" y="1987"/>
                  </a:lnTo>
                  <a:close/>
                  <a:moveTo>
                    <a:pt x="1006" y="2011"/>
                  </a:moveTo>
                  <a:cubicBezTo>
                    <a:pt x="884" y="2011"/>
                    <a:pt x="827" y="2011"/>
                    <a:pt x="884" y="2020"/>
                  </a:cubicBezTo>
                  <a:lnTo>
                    <a:pt x="1006" y="2020"/>
                  </a:lnTo>
                  <a:lnTo>
                    <a:pt x="1006" y="2011"/>
                  </a:lnTo>
                  <a:close/>
                  <a:moveTo>
                    <a:pt x="1297" y="2036"/>
                  </a:moveTo>
                  <a:cubicBezTo>
                    <a:pt x="1297" y="2044"/>
                    <a:pt x="1362" y="2044"/>
                    <a:pt x="1297" y="2044"/>
                  </a:cubicBezTo>
                  <a:cubicBezTo>
                    <a:pt x="1281" y="2044"/>
                    <a:pt x="1257" y="2044"/>
                    <a:pt x="1241" y="2036"/>
                  </a:cubicBezTo>
                  <a:close/>
                  <a:moveTo>
                    <a:pt x="1168" y="2101"/>
                  </a:moveTo>
                  <a:lnTo>
                    <a:pt x="1168" y="2109"/>
                  </a:lnTo>
                  <a:cubicBezTo>
                    <a:pt x="1111" y="2109"/>
                    <a:pt x="1054" y="2101"/>
                    <a:pt x="1054" y="2101"/>
                  </a:cubicBezTo>
                  <a:close/>
                  <a:moveTo>
                    <a:pt x="811" y="2125"/>
                  </a:moveTo>
                  <a:cubicBezTo>
                    <a:pt x="891" y="2131"/>
                    <a:pt x="947" y="2132"/>
                    <a:pt x="973" y="2133"/>
                  </a:cubicBezTo>
                  <a:lnTo>
                    <a:pt x="973" y="2133"/>
                  </a:lnTo>
                  <a:cubicBezTo>
                    <a:pt x="973" y="2133"/>
                    <a:pt x="974" y="2132"/>
                    <a:pt x="974" y="2132"/>
                  </a:cubicBezTo>
                  <a:lnTo>
                    <a:pt x="974" y="2132"/>
                  </a:lnTo>
                  <a:lnTo>
                    <a:pt x="868" y="2125"/>
                  </a:lnTo>
                  <a:close/>
                  <a:moveTo>
                    <a:pt x="1224" y="2166"/>
                  </a:moveTo>
                  <a:lnTo>
                    <a:pt x="1224" y="2174"/>
                  </a:lnTo>
                  <a:lnTo>
                    <a:pt x="1216" y="2174"/>
                  </a:lnTo>
                  <a:cubicBezTo>
                    <a:pt x="1116" y="2174"/>
                    <a:pt x="1104" y="2167"/>
                    <a:pt x="1224" y="2166"/>
                  </a:cubicBezTo>
                  <a:close/>
                  <a:moveTo>
                    <a:pt x="1038" y="2190"/>
                  </a:moveTo>
                  <a:cubicBezTo>
                    <a:pt x="1095" y="2190"/>
                    <a:pt x="1160" y="2198"/>
                    <a:pt x="1216" y="2198"/>
                  </a:cubicBezTo>
                  <a:lnTo>
                    <a:pt x="1216" y="2206"/>
                  </a:lnTo>
                  <a:lnTo>
                    <a:pt x="1095" y="2198"/>
                  </a:lnTo>
                  <a:cubicBezTo>
                    <a:pt x="916" y="2190"/>
                    <a:pt x="916" y="2190"/>
                    <a:pt x="1038" y="2190"/>
                  </a:cubicBezTo>
                  <a:close/>
                  <a:moveTo>
                    <a:pt x="916" y="2206"/>
                  </a:moveTo>
                  <a:lnTo>
                    <a:pt x="973" y="2214"/>
                  </a:lnTo>
                  <a:lnTo>
                    <a:pt x="916" y="2214"/>
                  </a:lnTo>
                  <a:cubicBezTo>
                    <a:pt x="860" y="2214"/>
                    <a:pt x="860" y="2214"/>
                    <a:pt x="860" y="2206"/>
                  </a:cubicBezTo>
                  <a:close/>
                  <a:moveTo>
                    <a:pt x="619" y="1258"/>
                  </a:moveTo>
                  <a:cubicBezTo>
                    <a:pt x="67" y="1297"/>
                    <a:pt x="1" y="2160"/>
                    <a:pt x="608" y="2230"/>
                  </a:cubicBezTo>
                  <a:cubicBezTo>
                    <a:pt x="552" y="2222"/>
                    <a:pt x="552" y="2222"/>
                    <a:pt x="616" y="2214"/>
                  </a:cubicBezTo>
                  <a:lnTo>
                    <a:pt x="616" y="2206"/>
                  </a:lnTo>
                  <a:cubicBezTo>
                    <a:pt x="560" y="2206"/>
                    <a:pt x="560" y="2190"/>
                    <a:pt x="616" y="2182"/>
                  </a:cubicBezTo>
                  <a:lnTo>
                    <a:pt x="616" y="2174"/>
                  </a:lnTo>
                  <a:cubicBezTo>
                    <a:pt x="503" y="2174"/>
                    <a:pt x="568" y="2133"/>
                    <a:pt x="689" y="2125"/>
                  </a:cubicBezTo>
                  <a:lnTo>
                    <a:pt x="624" y="2125"/>
                  </a:lnTo>
                  <a:cubicBezTo>
                    <a:pt x="568" y="2125"/>
                    <a:pt x="568" y="2125"/>
                    <a:pt x="568" y="2117"/>
                  </a:cubicBezTo>
                  <a:cubicBezTo>
                    <a:pt x="633" y="2109"/>
                    <a:pt x="633" y="2101"/>
                    <a:pt x="633" y="2093"/>
                  </a:cubicBezTo>
                  <a:cubicBezTo>
                    <a:pt x="633" y="2093"/>
                    <a:pt x="633" y="2084"/>
                    <a:pt x="697" y="2084"/>
                  </a:cubicBezTo>
                  <a:cubicBezTo>
                    <a:pt x="633" y="2084"/>
                    <a:pt x="633" y="2076"/>
                    <a:pt x="697" y="2076"/>
                  </a:cubicBezTo>
                  <a:cubicBezTo>
                    <a:pt x="738" y="2068"/>
                    <a:pt x="779" y="2068"/>
                    <a:pt x="811" y="2068"/>
                  </a:cubicBezTo>
                  <a:cubicBezTo>
                    <a:pt x="811" y="2068"/>
                    <a:pt x="811" y="2076"/>
                    <a:pt x="876" y="2076"/>
                  </a:cubicBezTo>
                  <a:cubicBezTo>
                    <a:pt x="916" y="2076"/>
                    <a:pt x="957" y="2076"/>
                    <a:pt x="997" y="2068"/>
                  </a:cubicBezTo>
                  <a:cubicBezTo>
                    <a:pt x="1054" y="2060"/>
                    <a:pt x="1054" y="2060"/>
                    <a:pt x="933" y="2060"/>
                  </a:cubicBezTo>
                  <a:lnTo>
                    <a:pt x="697" y="2060"/>
                  </a:lnTo>
                  <a:cubicBezTo>
                    <a:pt x="641" y="2052"/>
                    <a:pt x="576" y="2052"/>
                    <a:pt x="641" y="2044"/>
                  </a:cubicBezTo>
                  <a:cubicBezTo>
                    <a:pt x="519" y="2044"/>
                    <a:pt x="519" y="2044"/>
                    <a:pt x="641" y="2028"/>
                  </a:cubicBezTo>
                  <a:cubicBezTo>
                    <a:pt x="706" y="2020"/>
                    <a:pt x="706" y="2020"/>
                    <a:pt x="641" y="2011"/>
                  </a:cubicBezTo>
                  <a:cubicBezTo>
                    <a:pt x="641" y="2011"/>
                    <a:pt x="584" y="2011"/>
                    <a:pt x="649" y="2003"/>
                  </a:cubicBezTo>
                  <a:cubicBezTo>
                    <a:pt x="706" y="2003"/>
                    <a:pt x="706" y="2003"/>
                    <a:pt x="706" y="1995"/>
                  </a:cubicBezTo>
                  <a:cubicBezTo>
                    <a:pt x="770" y="1987"/>
                    <a:pt x="706" y="1987"/>
                    <a:pt x="649" y="1987"/>
                  </a:cubicBezTo>
                  <a:cubicBezTo>
                    <a:pt x="527" y="1987"/>
                    <a:pt x="527" y="1987"/>
                    <a:pt x="649" y="1979"/>
                  </a:cubicBezTo>
                  <a:lnTo>
                    <a:pt x="706" y="1979"/>
                  </a:lnTo>
                  <a:cubicBezTo>
                    <a:pt x="649" y="1979"/>
                    <a:pt x="592" y="1979"/>
                    <a:pt x="649" y="1971"/>
                  </a:cubicBezTo>
                  <a:cubicBezTo>
                    <a:pt x="714" y="1971"/>
                    <a:pt x="714" y="1963"/>
                    <a:pt x="714" y="1963"/>
                  </a:cubicBezTo>
                  <a:lnTo>
                    <a:pt x="770" y="1963"/>
                  </a:lnTo>
                  <a:cubicBezTo>
                    <a:pt x="892" y="1955"/>
                    <a:pt x="892" y="1955"/>
                    <a:pt x="835" y="1955"/>
                  </a:cubicBezTo>
                  <a:lnTo>
                    <a:pt x="770" y="1955"/>
                  </a:lnTo>
                  <a:cubicBezTo>
                    <a:pt x="779" y="1952"/>
                    <a:pt x="786" y="1951"/>
                    <a:pt x="793" y="1951"/>
                  </a:cubicBezTo>
                  <a:cubicBezTo>
                    <a:pt x="806" y="1951"/>
                    <a:pt x="819" y="1955"/>
                    <a:pt x="835" y="1955"/>
                  </a:cubicBezTo>
                  <a:cubicBezTo>
                    <a:pt x="795" y="1938"/>
                    <a:pt x="754" y="1938"/>
                    <a:pt x="714" y="1938"/>
                  </a:cubicBezTo>
                  <a:lnTo>
                    <a:pt x="657" y="1938"/>
                  </a:lnTo>
                  <a:cubicBezTo>
                    <a:pt x="657" y="1930"/>
                    <a:pt x="657" y="1930"/>
                    <a:pt x="592" y="1930"/>
                  </a:cubicBezTo>
                  <a:cubicBezTo>
                    <a:pt x="535" y="1930"/>
                    <a:pt x="535" y="1922"/>
                    <a:pt x="535" y="1922"/>
                  </a:cubicBezTo>
                  <a:cubicBezTo>
                    <a:pt x="600" y="1914"/>
                    <a:pt x="600" y="1914"/>
                    <a:pt x="600" y="1914"/>
                  </a:cubicBezTo>
                  <a:cubicBezTo>
                    <a:pt x="535" y="1914"/>
                    <a:pt x="600" y="1906"/>
                    <a:pt x="657" y="1906"/>
                  </a:cubicBezTo>
                  <a:cubicBezTo>
                    <a:pt x="722" y="1898"/>
                    <a:pt x="722" y="1898"/>
                    <a:pt x="657" y="1898"/>
                  </a:cubicBezTo>
                  <a:cubicBezTo>
                    <a:pt x="550" y="1898"/>
                    <a:pt x="544" y="1891"/>
                    <a:pt x="639" y="1890"/>
                  </a:cubicBezTo>
                  <a:lnTo>
                    <a:pt x="639" y="1890"/>
                  </a:lnTo>
                  <a:cubicBezTo>
                    <a:pt x="648" y="1894"/>
                    <a:pt x="658" y="1897"/>
                    <a:pt x="668" y="1897"/>
                  </a:cubicBezTo>
                  <a:cubicBezTo>
                    <a:pt x="678" y="1897"/>
                    <a:pt x="688" y="1894"/>
                    <a:pt x="696" y="1890"/>
                  </a:cubicBezTo>
                  <a:lnTo>
                    <a:pt x="722" y="1890"/>
                  </a:lnTo>
                  <a:cubicBezTo>
                    <a:pt x="722" y="1890"/>
                    <a:pt x="722" y="1898"/>
                    <a:pt x="779" y="1898"/>
                  </a:cubicBezTo>
                  <a:cubicBezTo>
                    <a:pt x="779" y="1890"/>
                    <a:pt x="779" y="1890"/>
                    <a:pt x="843" y="1890"/>
                  </a:cubicBezTo>
                  <a:cubicBezTo>
                    <a:pt x="795" y="1890"/>
                    <a:pt x="749" y="1888"/>
                    <a:pt x="704" y="1885"/>
                  </a:cubicBezTo>
                  <a:lnTo>
                    <a:pt x="704" y="1885"/>
                  </a:lnTo>
                  <a:cubicBezTo>
                    <a:pt x="713" y="1877"/>
                    <a:pt x="720" y="1865"/>
                    <a:pt x="722" y="1849"/>
                  </a:cubicBezTo>
                  <a:cubicBezTo>
                    <a:pt x="723" y="1844"/>
                    <a:pt x="724" y="1838"/>
                    <a:pt x="723" y="1833"/>
                  </a:cubicBezTo>
                  <a:lnTo>
                    <a:pt x="723" y="1833"/>
                  </a:lnTo>
                  <a:cubicBezTo>
                    <a:pt x="725" y="1833"/>
                    <a:pt x="728" y="1833"/>
                    <a:pt x="730" y="1833"/>
                  </a:cubicBezTo>
                  <a:cubicBezTo>
                    <a:pt x="730" y="1829"/>
                    <a:pt x="730" y="1827"/>
                    <a:pt x="723" y="1826"/>
                  </a:cubicBezTo>
                  <a:lnTo>
                    <a:pt x="723" y="1826"/>
                  </a:lnTo>
                  <a:cubicBezTo>
                    <a:pt x="718" y="1798"/>
                    <a:pt x="690" y="1781"/>
                    <a:pt x="663" y="1781"/>
                  </a:cubicBezTo>
                  <a:cubicBezTo>
                    <a:pt x="647" y="1781"/>
                    <a:pt x="630" y="1787"/>
                    <a:pt x="620" y="1801"/>
                  </a:cubicBezTo>
                  <a:lnTo>
                    <a:pt x="620" y="1801"/>
                  </a:lnTo>
                  <a:cubicBezTo>
                    <a:pt x="619" y="1801"/>
                    <a:pt x="617" y="1801"/>
                    <a:pt x="616" y="1801"/>
                  </a:cubicBezTo>
                  <a:cubicBezTo>
                    <a:pt x="552" y="1801"/>
                    <a:pt x="495" y="1793"/>
                    <a:pt x="560" y="1793"/>
                  </a:cubicBezTo>
                  <a:lnTo>
                    <a:pt x="616" y="1793"/>
                  </a:lnTo>
                  <a:cubicBezTo>
                    <a:pt x="495" y="1793"/>
                    <a:pt x="560" y="1768"/>
                    <a:pt x="616" y="1768"/>
                  </a:cubicBezTo>
                  <a:cubicBezTo>
                    <a:pt x="681" y="1768"/>
                    <a:pt x="681" y="1768"/>
                    <a:pt x="624" y="1760"/>
                  </a:cubicBezTo>
                  <a:cubicBezTo>
                    <a:pt x="560" y="1760"/>
                    <a:pt x="560" y="1752"/>
                    <a:pt x="560" y="1744"/>
                  </a:cubicBezTo>
                  <a:cubicBezTo>
                    <a:pt x="624" y="1736"/>
                    <a:pt x="624" y="1720"/>
                    <a:pt x="511" y="1711"/>
                  </a:cubicBezTo>
                  <a:cubicBezTo>
                    <a:pt x="568" y="1711"/>
                    <a:pt x="568" y="1703"/>
                    <a:pt x="568" y="1695"/>
                  </a:cubicBezTo>
                  <a:cubicBezTo>
                    <a:pt x="568" y="1687"/>
                    <a:pt x="633" y="1687"/>
                    <a:pt x="633" y="1679"/>
                  </a:cubicBezTo>
                  <a:cubicBezTo>
                    <a:pt x="576" y="1679"/>
                    <a:pt x="576" y="1671"/>
                    <a:pt x="576" y="1638"/>
                  </a:cubicBezTo>
                  <a:cubicBezTo>
                    <a:pt x="584" y="1614"/>
                    <a:pt x="641" y="1598"/>
                    <a:pt x="641" y="1598"/>
                  </a:cubicBezTo>
                  <a:lnTo>
                    <a:pt x="584" y="1598"/>
                  </a:lnTo>
                  <a:lnTo>
                    <a:pt x="584" y="1590"/>
                  </a:lnTo>
                  <a:lnTo>
                    <a:pt x="649" y="1590"/>
                  </a:lnTo>
                  <a:cubicBezTo>
                    <a:pt x="584" y="1590"/>
                    <a:pt x="649" y="1582"/>
                    <a:pt x="649" y="1582"/>
                  </a:cubicBezTo>
                  <a:cubicBezTo>
                    <a:pt x="770" y="1574"/>
                    <a:pt x="770" y="1566"/>
                    <a:pt x="649" y="1557"/>
                  </a:cubicBezTo>
                  <a:cubicBezTo>
                    <a:pt x="527" y="1557"/>
                    <a:pt x="527" y="1557"/>
                    <a:pt x="649" y="1549"/>
                  </a:cubicBezTo>
                  <a:cubicBezTo>
                    <a:pt x="770" y="1549"/>
                    <a:pt x="770" y="1549"/>
                    <a:pt x="649" y="1541"/>
                  </a:cubicBezTo>
                  <a:cubicBezTo>
                    <a:pt x="592" y="1541"/>
                    <a:pt x="592" y="1541"/>
                    <a:pt x="714" y="1533"/>
                  </a:cubicBezTo>
                  <a:cubicBezTo>
                    <a:pt x="535" y="1525"/>
                    <a:pt x="535" y="1517"/>
                    <a:pt x="657" y="1517"/>
                  </a:cubicBezTo>
                  <a:cubicBezTo>
                    <a:pt x="779" y="1517"/>
                    <a:pt x="779" y="1517"/>
                    <a:pt x="657" y="1509"/>
                  </a:cubicBezTo>
                  <a:cubicBezTo>
                    <a:pt x="600" y="1509"/>
                    <a:pt x="600" y="1493"/>
                    <a:pt x="722" y="1493"/>
                  </a:cubicBezTo>
                  <a:cubicBezTo>
                    <a:pt x="722" y="1493"/>
                    <a:pt x="722" y="1493"/>
                    <a:pt x="657" y="1484"/>
                  </a:cubicBezTo>
                  <a:cubicBezTo>
                    <a:pt x="600" y="1476"/>
                    <a:pt x="543" y="1460"/>
                    <a:pt x="665" y="1460"/>
                  </a:cubicBezTo>
                  <a:lnTo>
                    <a:pt x="665" y="1452"/>
                  </a:lnTo>
                  <a:lnTo>
                    <a:pt x="665" y="1444"/>
                  </a:lnTo>
                  <a:cubicBezTo>
                    <a:pt x="608" y="1444"/>
                    <a:pt x="624" y="1339"/>
                    <a:pt x="681" y="1339"/>
                  </a:cubicBezTo>
                  <a:cubicBezTo>
                    <a:pt x="681" y="1330"/>
                    <a:pt x="681" y="1322"/>
                    <a:pt x="624" y="1322"/>
                  </a:cubicBezTo>
                  <a:lnTo>
                    <a:pt x="681" y="1322"/>
                  </a:lnTo>
                  <a:cubicBezTo>
                    <a:pt x="681" y="1322"/>
                    <a:pt x="681" y="1314"/>
                    <a:pt x="624" y="1314"/>
                  </a:cubicBezTo>
                  <a:lnTo>
                    <a:pt x="624" y="1306"/>
                  </a:lnTo>
                  <a:cubicBezTo>
                    <a:pt x="689" y="1306"/>
                    <a:pt x="689" y="1298"/>
                    <a:pt x="624" y="1298"/>
                  </a:cubicBezTo>
                  <a:cubicBezTo>
                    <a:pt x="568" y="1290"/>
                    <a:pt x="568" y="1290"/>
                    <a:pt x="568" y="1290"/>
                  </a:cubicBezTo>
                  <a:cubicBezTo>
                    <a:pt x="633" y="1282"/>
                    <a:pt x="633" y="1274"/>
                    <a:pt x="633" y="1266"/>
                  </a:cubicBezTo>
                  <a:cubicBezTo>
                    <a:pt x="633" y="1263"/>
                    <a:pt x="627" y="1260"/>
                    <a:pt x="619" y="1258"/>
                  </a:cubicBezTo>
                  <a:close/>
                  <a:moveTo>
                    <a:pt x="1314" y="2328"/>
                  </a:moveTo>
                  <a:cubicBezTo>
                    <a:pt x="1257" y="2328"/>
                    <a:pt x="1257" y="2336"/>
                    <a:pt x="1257" y="2336"/>
                  </a:cubicBezTo>
                  <a:cubicBezTo>
                    <a:pt x="1200" y="2344"/>
                    <a:pt x="1257" y="2344"/>
                    <a:pt x="1314" y="2344"/>
                  </a:cubicBezTo>
                  <a:cubicBezTo>
                    <a:pt x="1379" y="2344"/>
                    <a:pt x="1379" y="2344"/>
                    <a:pt x="1379" y="2336"/>
                  </a:cubicBezTo>
                  <a:cubicBezTo>
                    <a:pt x="1354" y="2336"/>
                    <a:pt x="1338" y="2336"/>
                    <a:pt x="1314" y="2328"/>
                  </a:cubicBezTo>
                  <a:close/>
                  <a:moveTo>
                    <a:pt x="1196" y="2354"/>
                  </a:moveTo>
                  <a:cubicBezTo>
                    <a:pt x="1216" y="2354"/>
                    <a:pt x="1237" y="2356"/>
                    <a:pt x="1257" y="2360"/>
                  </a:cubicBezTo>
                  <a:lnTo>
                    <a:pt x="1257" y="2368"/>
                  </a:lnTo>
                  <a:cubicBezTo>
                    <a:pt x="1216" y="2368"/>
                    <a:pt x="1176" y="2368"/>
                    <a:pt x="1135" y="2360"/>
                  </a:cubicBezTo>
                  <a:cubicBezTo>
                    <a:pt x="1156" y="2356"/>
                    <a:pt x="1176" y="2354"/>
                    <a:pt x="1196" y="2354"/>
                  </a:cubicBezTo>
                  <a:close/>
                  <a:moveTo>
                    <a:pt x="689" y="2522"/>
                  </a:moveTo>
                  <a:cubicBezTo>
                    <a:pt x="633" y="2522"/>
                    <a:pt x="633" y="2522"/>
                    <a:pt x="633" y="2530"/>
                  </a:cubicBezTo>
                  <a:lnTo>
                    <a:pt x="689" y="2530"/>
                  </a:lnTo>
                  <a:lnTo>
                    <a:pt x="689" y="2522"/>
                  </a:lnTo>
                  <a:close/>
                  <a:moveTo>
                    <a:pt x="1168" y="2530"/>
                  </a:moveTo>
                  <a:cubicBezTo>
                    <a:pt x="1127" y="2538"/>
                    <a:pt x="1087" y="2538"/>
                    <a:pt x="1046" y="2538"/>
                  </a:cubicBezTo>
                  <a:cubicBezTo>
                    <a:pt x="989" y="2543"/>
                    <a:pt x="961" y="2545"/>
                    <a:pt x="947" y="2545"/>
                  </a:cubicBezTo>
                  <a:cubicBezTo>
                    <a:pt x="933" y="2545"/>
                    <a:pt x="933" y="2543"/>
                    <a:pt x="933" y="2538"/>
                  </a:cubicBezTo>
                  <a:cubicBezTo>
                    <a:pt x="933" y="2530"/>
                    <a:pt x="933" y="2530"/>
                    <a:pt x="989" y="2530"/>
                  </a:cubicBezTo>
                  <a:cubicBezTo>
                    <a:pt x="951" y="2530"/>
                    <a:pt x="964" y="2534"/>
                    <a:pt x="994" y="2534"/>
                  </a:cubicBezTo>
                  <a:cubicBezTo>
                    <a:pt x="1008" y="2534"/>
                    <a:pt x="1027" y="2533"/>
                    <a:pt x="1046" y="2530"/>
                  </a:cubicBezTo>
                  <a:close/>
                  <a:moveTo>
                    <a:pt x="1046" y="2571"/>
                  </a:moveTo>
                  <a:lnTo>
                    <a:pt x="981" y="2579"/>
                  </a:lnTo>
                  <a:cubicBezTo>
                    <a:pt x="924" y="2579"/>
                    <a:pt x="924" y="2571"/>
                    <a:pt x="924" y="2571"/>
                  </a:cubicBezTo>
                  <a:close/>
                  <a:moveTo>
                    <a:pt x="1857" y="2575"/>
                  </a:moveTo>
                  <a:cubicBezTo>
                    <a:pt x="1843" y="2575"/>
                    <a:pt x="1830" y="2576"/>
                    <a:pt x="1816" y="2579"/>
                  </a:cubicBezTo>
                  <a:lnTo>
                    <a:pt x="1938" y="2579"/>
                  </a:lnTo>
                  <a:cubicBezTo>
                    <a:pt x="1911" y="2579"/>
                    <a:pt x="1884" y="2575"/>
                    <a:pt x="1857" y="2575"/>
                  </a:cubicBezTo>
                  <a:close/>
                  <a:moveTo>
                    <a:pt x="1256" y="1789"/>
                  </a:moveTo>
                  <a:cubicBezTo>
                    <a:pt x="1248" y="1789"/>
                    <a:pt x="1235" y="1790"/>
                    <a:pt x="1216" y="1793"/>
                  </a:cubicBezTo>
                  <a:cubicBezTo>
                    <a:pt x="1194" y="1793"/>
                    <a:pt x="1173" y="1793"/>
                    <a:pt x="1151" y="1791"/>
                  </a:cubicBezTo>
                  <a:lnTo>
                    <a:pt x="1151" y="1791"/>
                  </a:lnTo>
                  <a:cubicBezTo>
                    <a:pt x="1148" y="1819"/>
                    <a:pt x="1144" y="1847"/>
                    <a:pt x="1137" y="1874"/>
                  </a:cubicBezTo>
                  <a:lnTo>
                    <a:pt x="1143" y="1874"/>
                  </a:lnTo>
                  <a:cubicBezTo>
                    <a:pt x="1200" y="1874"/>
                    <a:pt x="1143" y="1874"/>
                    <a:pt x="1143" y="1882"/>
                  </a:cubicBezTo>
                  <a:cubicBezTo>
                    <a:pt x="1140" y="1882"/>
                    <a:pt x="1138" y="1882"/>
                    <a:pt x="1135" y="1882"/>
                  </a:cubicBezTo>
                  <a:lnTo>
                    <a:pt x="1135" y="1882"/>
                  </a:lnTo>
                  <a:cubicBezTo>
                    <a:pt x="1131" y="1898"/>
                    <a:pt x="1126" y="1914"/>
                    <a:pt x="1120" y="1930"/>
                  </a:cubicBezTo>
                  <a:lnTo>
                    <a:pt x="1120" y="1930"/>
                  </a:lnTo>
                  <a:cubicBezTo>
                    <a:pt x="1124" y="1930"/>
                    <a:pt x="1130" y="1930"/>
                    <a:pt x="1135" y="1930"/>
                  </a:cubicBezTo>
                  <a:lnTo>
                    <a:pt x="1200" y="1930"/>
                  </a:lnTo>
                  <a:cubicBezTo>
                    <a:pt x="1176" y="1938"/>
                    <a:pt x="1160" y="1938"/>
                    <a:pt x="1135" y="1938"/>
                  </a:cubicBezTo>
                  <a:lnTo>
                    <a:pt x="1117" y="1938"/>
                  </a:lnTo>
                  <a:cubicBezTo>
                    <a:pt x="1087" y="2013"/>
                    <a:pt x="1040" y="2081"/>
                    <a:pt x="974" y="2132"/>
                  </a:cubicBezTo>
                  <a:lnTo>
                    <a:pt x="974" y="2132"/>
                  </a:lnTo>
                  <a:lnTo>
                    <a:pt x="989" y="2133"/>
                  </a:lnTo>
                  <a:cubicBezTo>
                    <a:pt x="989" y="2133"/>
                    <a:pt x="984" y="2133"/>
                    <a:pt x="973" y="2133"/>
                  </a:cubicBezTo>
                  <a:lnTo>
                    <a:pt x="973" y="2133"/>
                  </a:lnTo>
                  <a:cubicBezTo>
                    <a:pt x="897" y="2192"/>
                    <a:pt x="797" y="2229"/>
                    <a:pt x="673" y="2230"/>
                  </a:cubicBezTo>
                  <a:cubicBezTo>
                    <a:pt x="608" y="2230"/>
                    <a:pt x="608" y="2238"/>
                    <a:pt x="608" y="2255"/>
                  </a:cubicBezTo>
                  <a:cubicBezTo>
                    <a:pt x="608" y="2263"/>
                    <a:pt x="608" y="2263"/>
                    <a:pt x="665" y="2263"/>
                  </a:cubicBezTo>
                  <a:cubicBezTo>
                    <a:pt x="722" y="2271"/>
                    <a:pt x="665" y="2271"/>
                    <a:pt x="608" y="2271"/>
                  </a:cubicBezTo>
                  <a:cubicBezTo>
                    <a:pt x="487" y="2271"/>
                    <a:pt x="487" y="2279"/>
                    <a:pt x="665" y="2279"/>
                  </a:cubicBezTo>
                  <a:cubicBezTo>
                    <a:pt x="787" y="2279"/>
                    <a:pt x="787" y="2287"/>
                    <a:pt x="722" y="2287"/>
                  </a:cubicBezTo>
                  <a:cubicBezTo>
                    <a:pt x="665" y="2287"/>
                    <a:pt x="665" y="2287"/>
                    <a:pt x="665" y="2279"/>
                  </a:cubicBezTo>
                  <a:lnTo>
                    <a:pt x="543" y="2279"/>
                  </a:lnTo>
                  <a:cubicBezTo>
                    <a:pt x="543" y="2287"/>
                    <a:pt x="543" y="2287"/>
                    <a:pt x="600" y="2287"/>
                  </a:cubicBezTo>
                  <a:cubicBezTo>
                    <a:pt x="600" y="2287"/>
                    <a:pt x="600" y="2287"/>
                    <a:pt x="665" y="2295"/>
                  </a:cubicBezTo>
                  <a:lnTo>
                    <a:pt x="843" y="2295"/>
                  </a:lnTo>
                  <a:cubicBezTo>
                    <a:pt x="862" y="2293"/>
                    <a:pt x="875" y="2292"/>
                    <a:pt x="883" y="2292"/>
                  </a:cubicBezTo>
                  <a:cubicBezTo>
                    <a:pt x="900" y="2292"/>
                    <a:pt x="900" y="2295"/>
                    <a:pt x="900" y="2295"/>
                  </a:cubicBezTo>
                  <a:cubicBezTo>
                    <a:pt x="843" y="2303"/>
                    <a:pt x="779" y="2303"/>
                    <a:pt x="722" y="2303"/>
                  </a:cubicBezTo>
                  <a:cubicBezTo>
                    <a:pt x="681" y="2295"/>
                    <a:pt x="641" y="2295"/>
                    <a:pt x="600" y="2295"/>
                  </a:cubicBezTo>
                  <a:cubicBezTo>
                    <a:pt x="543" y="2295"/>
                    <a:pt x="657" y="2311"/>
                    <a:pt x="779" y="2320"/>
                  </a:cubicBezTo>
                  <a:lnTo>
                    <a:pt x="722" y="2320"/>
                  </a:lnTo>
                  <a:cubicBezTo>
                    <a:pt x="657" y="2320"/>
                    <a:pt x="657" y="2320"/>
                    <a:pt x="657" y="2328"/>
                  </a:cubicBezTo>
                  <a:cubicBezTo>
                    <a:pt x="657" y="2336"/>
                    <a:pt x="657" y="2336"/>
                    <a:pt x="714" y="2336"/>
                  </a:cubicBezTo>
                  <a:cubicBezTo>
                    <a:pt x="754" y="2336"/>
                    <a:pt x="795" y="2336"/>
                    <a:pt x="835" y="2344"/>
                  </a:cubicBezTo>
                  <a:cubicBezTo>
                    <a:pt x="876" y="2336"/>
                    <a:pt x="916" y="2336"/>
                    <a:pt x="957" y="2336"/>
                  </a:cubicBezTo>
                  <a:cubicBezTo>
                    <a:pt x="957" y="2336"/>
                    <a:pt x="892" y="2344"/>
                    <a:pt x="835" y="2344"/>
                  </a:cubicBezTo>
                  <a:cubicBezTo>
                    <a:pt x="714" y="2352"/>
                    <a:pt x="657" y="2360"/>
                    <a:pt x="649" y="2368"/>
                  </a:cubicBezTo>
                  <a:cubicBezTo>
                    <a:pt x="649" y="2376"/>
                    <a:pt x="649" y="2384"/>
                    <a:pt x="592" y="2393"/>
                  </a:cubicBezTo>
                  <a:cubicBezTo>
                    <a:pt x="592" y="2393"/>
                    <a:pt x="584" y="2401"/>
                    <a:pt x="649" y="2401"/>
                  </a:cubicBezTo>
                  <a:lnTo>
                    <a:pt x="649" y="2409"/>
                  </a:lnTo>
                  <a:cubicBezTo>
                    <a:pt x="584" y="2409"/>
                    <a:pt x="584" y="2417"/>
                    <a:pt x="649" y="2417"/>
                  </a:cubicBezTo>
                  <a:cubicBezTo>
                    <a:pt x="706" y="2417"/>
                    <a:pt x="641" y="2425"/>
                    <a:pt x="641" y="2425"/>
                  </a:cubicBezTo>
                  <a:cubicBezTo>
                    <a:pt x="584" y="2429"/>
                    <a:pt x="556" y="2431"/>
                    <a:pt x="564" y="2431"/>
                  </a:cubicBezTo>
                  <a:cubicBezTo>
                    <a:pt x="572" y="2431"/>
                    <a:pt x="616" y="2429"/>
                    <a:pt x="706" y="2425"/>
                  </a:cubicBezTo>
                  <a:cubicBezTo>
                    <a:pt x="746" y="2425"/>
                    <a:pt x="787" y="2425"/>
                    <a:pt x="827" y="2417"/>
                  </a:cubicBezTo>
                  <a:lnTo>
                    <a:pt x="827" y="2409"/>
                  </a:lnTo>
                  <a:lnTo>
                    <a:pt x="884" y="2417"/>
                  </a:lnTo>
                  <a:cubicBezTo>
                    <a:pt x="924" y="2425"/>
                    <a:pt x="965" y="2425"/>
                    <a:pt x="1006" y="2425"/>
                  </a:cubicBezTo>
                  <a:cubicBezTo>
                    <a:pt x="1022" y="2425"/>
                    <a:pt x="1038" y="2425"/>
                    <a:pt x="1062" y="2433"/>
                  </a:cubicBezTo>
                  <a:lnTo>
                    <a:pt x="941" y="2433"/>
                  </a:lnTo>
                  <a:cubicBezTo>
                    <a:pt x="884" y="2425"/>
                    <a:pt x="819" y="2425"/>
                    <a:pt x="762" y="2425"/>
                  </a:cubicBezTo>
                  <a:cubicBezTo>
                    <a:pt x="641" y="2433"/>
                    <a:pt x="584" y="2441"/>
                    <a:pt x="697" y="2441"/>
                  </a:cubicBezTo>
                  <a:cubicBezTo>
                    <a:pt x="697" y="2441"/>
                    <a:pt x="697" y="2441"/>
                    <a:pt x="641" y="2449"/>
                  </a:cubicBezTo>
                  <a:lnTo>
                    <a:pt x="697" y="2449"/>
                  </a:lnTo>
                  <a:cubicBezTo>
                    <a:pt x="819" y="2457"/>
                    <a:pt x="819" y="2457"/>
                    <a:pt x="697" y="2457"/>
                  </a:cubicBezTo>
                  <a:cubicBezTo>
                    <a:pt x="576" y="2465"/>
                    <a:pt x="576" y="2482"/>
                    <a:pt x="633" y="2482"/>
                  </a:cubicBezTo>
                  <a:cubicBezTo>
                    <a:pt x="754" y="2482"/>
                    <a:pt x="754" y="2490"/>
                    <a:pt x="697" y="2490"/>
                  </a:cubicBezTo>
                  <a:cubicBezTo>
                    <a:pt x="633" y="2498"/>
                    <a:pt x="633" y="2498"/>
                    <a:pt x="689" y="2498"/>
                  </a:cubicBezTo>
                  <a:cubicBezTo>
                    <a:pt x="633" y="2498"/>
                    <a:pt x="576" y="2506"/>
                    <a:pt x="633" y="2506"/>
                  </a:cubicBezTo>
                  <a:cubicBezTo>
                    <a:pt x="633" y="2506"/>
                    <a:pt x="633" y="2510"/>
                    <a:pt x="649" y="2510"/>
                  </a:cubicBezTo>
                  <a:cubicBezTo>
                    <a:pt x="658" y="2510"/>
                    <a:pt x="670" y="2509"/>
                    <a:pt x="689" y="2506"/>
                  </a:cubicBezTo>
                  <a:lnTo>
                    <a:pt x="811" y="2514"/>
                  </a:lnTo>
                  <a:cubicBezTo>
                    <a:pt x="838" y="2514"/>
                    <a:pt x="865" y="2511"/>
                    <a:pt x="892" y="2511"/>
                  </a:cubicBezTo>
                  <a:cubicBezTo>
                    <a:pt x="906" y="2511"/>
                    <a:pt x="919" y="2511"/>
                    <a:pt x="933" y="2514"/>
                  </a:cubicBezTo>
                  <a:cubicBezTo>
                    <a:pt x="989" y="2514"/>
                    <a:pt x="924" y="2522"/>
                    <a:pt x="746" y="2530"/>
                  </a:cubicBezTo>
                  <a:lnTo>
                    <a:pt x="624" y="2538"/>
                  </a:lnTo>
                  <a:lnTo>
                    <a:pt x="689" y="2538"/>
                  </a:lnTo>
                  <a:cubicBezTo>
                    <a:pt x="624" y="2538"/>
                    <a:pt x="624" y="2538"/>
                    <a:pt x="624" y="2547"/>
                  </a:cubicBezTo>
                  <a:lnTo>
                    <a:pt x="681" y="2547"/>
                  </a:lnTo>
                  <a:cubicBezTo>
                    <a:pt x="803" y="2547"/>
                    <a:pt x="803" y="2547"/>
                    <a:pt x="746" y="2555"/>
                  </a:cubicBezTo>
                  <a:cubicBezTo>
                    <a:pt x="624" y="2555"/>
                    <a:pt x="624" y="2555"/>
                    <a:pt x="746" y="2563"/>
                  </a:cubicBezTo>
                  <a:cubicBezTo>
                    <a:pt x="706" y="2563"/>
                    <a:pt x="665" y="2563"/>
                    <a:pt x="624" y="2571"/>
                  </a:cubicBezTo>
                  <a:lnTo>
                    <a:pt x="681" y="2571"/>
                  </a:lnTo>
                  <a:cubicBezTo>
                    <a:pt x="803" y="2571"/>
                    <a:pt x="803" y="2571"/>
                    <a:pt x="738" y="2579"/>
                  </a:cubicBezTo>
                  <a:cubicBezTo>
                    <a:pt x="681" y="2579"/>
                    <a:pt x="681" y="2579"/>
                    <a:pt x="738" y="2587"/>
                  </a:cubicBezTo>
                  <a:cubicBezTo>
                    <a:pt x="738" y="2587"/>
                    <a:pt x="738" y="2595"/>
                    <a:pt x="681" y="2595"/>
                  </a:cubicBezTo>
                  <a:cubicBezTo>
                    <a:pt x="738" y="2603"/>
                    <a:pt x="738" y="2603"/>
                    <a:pt x="681" y="2603"/>
                  </a:cubicBezTo>
                  <a:cubicBezTo>
                    <a:pt x="616" y="2611"/>
                    <a:pt x="616" y="2611"/>
                    <a:pt x="673" y="2611"/>
                  </a:cubicBezTo>
                  <a:lnTo>
                    <a:pt x="860" y="2611"/>
                  </a:lnTo>
                  <a:cubicBezTo>
                    <a:pt x="860" y="2603"/>
                    <a:pt x="860" y="2603"/>
                    <a:pt x="916" y="2603"/>
                  </a:cubicBezTo>
                  <a:lnTo>
                    <a:pt x="916" y="2611"/>
                  </a:lnTo>
                  <a:cubicBezTo>
                    <a:pt x="916" y="2620"/>
                    <a:pt x="916" y="2620"/>
                    <a:pt x="973" y="2628"/>
                  </a:cubicBezTo>
                  <a:lnTo>
                    <a:pt x="1095" y="2628"/>
                  </a:lnTo>
                  <a:lnTo>
                    <a:pt x="1160" y="2620"/>
                  </a:lnTo>
                  <a:cubicBezTo>
                    <a:pt x="981" y="2620"/>
                    <a:pt x="981" y="2620"/>
                    <a:pt x="1095" y="2611"/>
                  </a:cubicBezTo>
                  <a:lnTo>
                    <a:pt x="1216" y="2611"/>
                  </a:lnTo>
                  <a:cubicBezTo>
                    <a:pt x="1216" y="2603"/>
                    <a:pt x="1216" y="2603"/>
                    <a:pt x="1281" y="2603"/>
                  </a:cubicBezTo>
                  <a:cubicBezTo>
                    <a:pt x="1322" y="2603"/>
                    <a:pt x="1362" y="2603"/>
                    <a:pt x="1403" y="2595"/>
                  </a:cubicBezTo>
                  <a:lnTo>
                    <a:pt x="1338" y="2595"/>
                  </a:lnTo>
                  <a:cubicBezTo>
                    <a:pt x="1281" y="2595"/>
                    <a:pt x="1281" y="2595"/>
                    <a:pt x="1403" y="2587"/>
                  </a:cubicBezTo>
                  <a:lnTo>
                    <a:pt x="1338" y="2587"/>
                  </a:lnTo>
                  <a:cubicBezTo>
                    <a:pt x="1224" y="2587"/>
                    <a:pt x="1224" y="2579"/>
                    <a:pt x="1346" y="2579"/>
                  </a:cubicBezTo>
                  <a:lnTo>
                    <a:pt x="1346" y="2571"/>
                  </a:lnTo>
                  <a:cubicBezTo>
                    <a:pt x="1319" y="2571"/>
                    <a:pt x="1292" y="2567"/>
                    <a:pt x="1265" y="2567"/>
                  </a:cubicBezTo>
                  <a:cubicBezTo>
                    <a:pt x="1251" y="2567"/>
                    <a:pt x="1238" y="2568"/>
                    <a:pt x="1224" y="2571"/>
                  </a:cubicBezTo>
                  <a:cubicBezTo>
                    <a:pt x="1103" y="2571"/>
                    <a:pt x="1103" y="2571"/>
                    <a:pt x="1168" y="2563"/>
                  </a:cubicBezTo>
                  <a:lnTo>
                    <a:pt x="1289" y="2563"/>
                  </a:lnTo>
                  <a:cubicBezTo>
                    <a:pt x="1346" y="2563"/>
                    <a:pt x="1346" y="2555"/>
                    <a:pt x="1346" y="2555"/>
                  </a:cubicBezTo>
                  <a:cubicBezTo>
                    <a:pt x="1346" y="2555"/>
                    <a:pt x="1346" y="2547"/>
                    <a:pt x="1289" y="2547"/>
                  </a:cubicBezTo>
                  <a:lnTo>
                    <a:pt x="1346" y="2547"/>
                  </a:lnTo>
                  <a:cubicBezTo>
                    <a:pt x="1346" y="2547"/>
                    <a:pt x="1346" y="2538"/>
                    <a:pt x="1411" y="2530"/>
                  </a:cubicBezTo>
                  <a:cubicBezTo>
                    <a:pt x="1449" y="2530"/>
                    <a:pt x="1411" y="2523"/>
                    <a:pt x="1345" y="2523"/>
                  </a:cubicBezTo>
                  <a:cubicBezTo>
                    <a:pt x="1313" y="2523"/>
                    <a:pt x="1273" y="2525"/>
                    <a:pt x="1233" y="2530"/>
                  </a:cubicBezTo>
                  <a:cubicBezTo>
                    <a:pt x="1233" y="2530"/>
                    <a:pt x="1233" y="2530"/>
                    <a:pt x="1233" y="2522"/>
                  </a:cubicBezTo>
                  <a:lnTo>
                    <a:pt x="1168" y="2522"/>
                  </a:lnTo>
                  <a:cubicBezTo>
                    <a:pt x="1111" y="2522"/>
                    <a:pt x="1111" y="2514"/>
                    <a:pt x="1111" y="2514"/>
                  </a:cubicBezTo>
                  <a:lnTo>
                    <a:pt x="1233" y="2514"/>
                  </a:lnTo>
                  <a:cubicBezTo>
                    <a:pt x="1411" y="2514"/>
                    <a:pt x="1468" y="2514"/>
                    <a:pt x="1289" y="2506"/>
                  </a:cubicBezTo>
                  <a:lnTo>
                    <a:pt x="1354" y="2506"/>
                  </a:lnTo>
                  <a:cubicBezTo>
                    <a:pt x="1411" y="2506"/>
                    <a:pt x="1411" y="2506"/>
                    <a:pt x="1354" y="2498"/>
                  </a:cubicBezTo>
                  <a:cubicBezTo>
                    <a:pt x="1354" y="2498"/>
                    <a:pt x="1233" y="2490"/>
                    <a:pt x="1176" y="2490"/>
                  </a:cubicBezTo>
                  <a:cubicBezTo>
                    <a:pt x="1297" y="2490"/>
                    <a:pt x="1297" y="2482"/>
                    <a:pt x="1176" y="2482"/>
                  </a:cubicBezTo>
                  <a:lnTo>
                    <a:pt x="1241" y="2482"/>
                  </a:lnTo>
                  <a:cubicBezTo>
                    <a:pt x="1297" y="2482"/>
                    <a:pt x="1354" y="2474"/>
                    <a:pt x="1297" y="2457"/>
                  </a:cubicBezTo>
                  <a:cubicBezTo>
                    <a:pt x="1297" y="2449"/>
                    <a:pt x="1306" y="2441"/>
                    <a:pt x="1362" y="2441"/>
                  </a:cubicBezTo>
                  <a:cubicBezTo>
                    <a:pt x="1419" y="2441"/>
                    <a:pt x="1306" y="2425"/>
                    <a:pt x="1184" y="2417"/>
                  </a:cubicBezTo>
                  <a:cubicBezTo>
                    <a:pt x="1249" y="2417"/>
                    <a:pt x="1249" y="2417"/>
                    <a:pt x="1249" y="2409"/>
                  </a:cubicBezTo>
                  <a:cubicBezTo>
                    <a:pt x="1249" y="2401"/>
                    <a:pt x="1249" y="2401"/>
                    <a:pt x="1306" y="2401"/>
                  </a:cubicBezTo>
                  <a:cubicBezTo>
                    <a:pt x="1192" y="2393"/>
                    <a:pt x="1249" y="2384"/>
                    <a:pt x="1370" y="2384"/>
                  </a:cubicBezTo>
                  <a:cubicBezTo>
                    <a:pt x="1427" y="2384"/>
                    <a:pt x="1427" y="2384"/>
                    <a:pt x="1427" y="2376"/>
                  </a:cubicBezTo>
                  <a:cubicBezTo>
                    <a:pt x="1370" y="2376"/>
                    <a:pt x="1370" y="2368"/>
                    <a:pt x="1370" y="2360"/>
                  </a:cubicBezTo>
                  <a:cubicBezTo>
                    <a:pt x="1370" y="2352"/>
                    <a:pt x="1370" y="2352"/>
                    <a:pt x="1257" y="2352"/>
                  </a:cubicBezTo>
                  <a:cubicBezTo>
                    <a:pt x="1135" y="2352"/>
                    <a:pt x="1135" y="2344"/>
                    <a:pt x="1135" y="2344"/>
                  </a:cubicBezTo>
                  <a:cubicBezTo>
                    <a:pt x="1135" y="2336"/>
                    <a:pt x="1135" y="2336"/>
                    <a:pt x="1200" y="2336"/>
                  </a:cubicBezTo>
                  <a:cubicBezTo>
                    <a:pt x="1216" y="2336"/>
                    <a:pt x="1241" y="2336"/>
                    <a:pt x="1257" y="2328"/>
                  </a:cubicBezTo>
                  <a:cubicBezTo>
                    <a:pt x="1257" y="2328"/>
                    <a:pt x="1257" y="2320"/>
                    <a:pt x="1322" y="2320"/>
                  </a:cubicBezTo>
                  <a:cubicBezTo>
                    <a:pt x="1322" y="2320"/>
                    <a:pt x="1379" y="2320"/>
                    <a:pt x="1379" y="2311"/>
                  </a:cubicBezTo>
                  <a:cubicBezTo>
                    <a:pt x="1379" y="2311"/>
                    <a:pt x="1379" y="2303"/>
                    <a:pt x="1443" y="2303"/>
                  </a:cubicBezTo>
                  <a:cubicBezTo>
                    <a:pt x="1443" y="2295"/>
                    <a:pt x="1443" y="2295"/>
                    <a:pt x="1379" y="2295"/>
                  </a:cubicBezTo>
                  <a:cubicBezTo>
                    <a:pt x="1322" y="2295"/>
                    <a:pt x="1265" y="2295"/>
                    <a:pt x="1322" y="2279"/>
                  </a:cubicBezTo>
                  <a:cubicBezTo>
                    <a:pt x="1322" y="2279"/>
                    <a:pt x="1330" y="2271"/>
                    <a:pt x="1265" y="2271"/>
                  </a:cubicBezTo>
                  <a:cubicBezTo>
                    <a:pt x="1265" y="2263"/>
                    <a:pt x="1265" y="2263"/>
                    <a:pt x="1330" y="2263"/>
                  </a:cubicBezTo>
                  <a:cubicBezTo>
                    <a:pt x="1443" y="2263"/>
                    <a:pt x="1443" y="2255"/>
                    <a:pt x="1330" y="2255"/>
                  </a:cubicBezTo>
                  <a:cubicBezTo>
                    <a:pt x="1265" y="2255"/>
                    <a:pt x="1265" y="2247"/>
                    <a:pt x="1330" y="2247"/>
                  </a:cubicBezTo>
                  <a:cubicBezTo>
                    <a:pt x="1330" y="2247"/>
                    <a:pt x="1330" y="2247"/>
                    <a:pt x="1273" y="2238"/>
                  </a:cubicBezTo>
                  <a:cubicBezTo>
                    <a:pt x="1208" y="2238"/>
                    <a:pt x="1208" y="2238"/>
                    <a:pt x="1273" y="2230"/>
                  </a:cubicBezTo>
                  <a:cubicBezTo>
                    <a:pt x="1330" y="2230"/>
                    <a:pt x="1330" y="2230"/>
                    <a:pt x="1330" y="2222"/>
                  </a:cubicBezTo>
                  <a:cubicBezTo>
                    <a:pt x="1273" y="2214"/>
                    <a:pt x="1281" y="2182"/>
                    <a:pt x="1338" y="2182"/>
                  </a:cubicBezTo>
                  <a:cubicBezTo>
                    <a:pt x="1281" y="2182"/>
                    <a:pt x="1281" y="2182"/>
                    <a:pt x="1281" y="2174"/>
                  </a:cubicBezTo>
                  <a:cubicBezTo>
                    <a:pt x="1394" y="2174"/>
                    <a:pt x="1346" y="2167"/>
                    <a:pt x="1247" y="2166"/>
                  </a:cubicBezTo>
                  <a:lnTo>
                    <a:pt x="1247" y="2166"/>
                  </a:lnTo>
                  <a:cubicBezTo>
                    <a:pt x="1258" y="2166"/>
                    <a:pt x="1269" y="2165"/>
                    <a:pt x="1281" y="2165"/>
                  </a:cubicBezTo>
                  <a:cubicBezTo>
                    <a:pt x="1403" y="2165"/>
                    <a:pt x="1403" y="2165"/>
                    <a:pt x="1281" y="2157"/>
                  </a:cubicBezTo>
                  <a:cubicBezTo>
                    <a:pt x="1160" y="2157"/>
                    <a:pt x="1160" y="2149"/>
                    <a:pt x="1281" y="2149"/>
                  </a:cubicBezTo>
                  <a:cubicBezTo>
                    <a:pt x="1046" y="2141"/>
                    <a:pt x="989" y="2133"/>
                    <a:pt x="1224" y="2133"/>
                  </a:cubicBezTo>
                  <a:cubicBezTo>
                    <a:pt x="1289" y="2133"/>
                    <a:pt x="1346" y="2133"/>
                    <a:pt x="1403" y="2125"/>
                  </a:cubicBezTo>
                  <a:cubicBezTo>
                    <a:pt x="1381" y="2125"/>
                    <a:pt x="1356" y="2121"/>
                    <a:pt x="1330" y="2121"/>
                  </a:cubicBezTo>
                  <a:cubicBezTo>
                    <a:pt x="1316" y="2121"/>
                    <a:pt x="1303" y="2122"/>
                    <a:pt x="1289" y="2125"/>
                  </a:cubicBezTo>
                  <a:cubicBezTo>
                    <a:pt x="1168" y="2125"/>
                    <a:pt x="1168" y="2125"/>
                    <a:pt x="1289" y="2117"/>
                  </a:cubicBezTo>
                  <a:cubicBezTo>
                    <a:pt x="1468" y="2109"/>
                    <a:pt x="1468" y="2101"/>
                    <a:pt x="1354" y="2093"/>
                  </a:cubicBezTo>
                  <a:cubicBezTo>
                    <a:pt x="1265" y="2081"/>
                    <a:pt x="1241" y="2073"/>
                    <a:pt x="1283" y="2073"/>
                  </a:cubicBezTo>
                  <a:cubicBezTo>
                    <a:pt x="1298" y="2073"/>
                    <a:pt x="1322" y="2074"/>
                    <a:pt x="1354" y="2076"/>
                  </a:cubicBezTo>
                  <a:cubicBezTo>
                    <a:pt x="1415" y="2080"/>
                    <a:pt x="1445" y="2082"/>
                    <a:pt x="1452" y="2082"/>
                  </a:cubicBezTo>
                  <a:cubicBezTo>
                    <a:pt x="1460" y="2082"/>
                    <a:pt x="1443" y="2080"/>
                    <a:pt x="1411" y="2076"/>
                  </a:cubicBezTo>
                  <a:cubicBezTo>
                    <a:pt x="1411" y="2076"/>
                    <a:pt x="1411" y="2068"/>
                    <a:pt x="1419" y="2060"/>
                  </a:cubicBezTo>
                  <a:cubicBezTo>
                    <a:pt x="1396" y="2060"/>
                    <a:pt x="1374" y="2058"/>
                    <a:pt x="1351" y="2057"/>
                  </a:cubicBezTo>
                  <a:lnTo>
                    <a:pt x="1351" y="2057"/>
                  </a:lnTo>
                  <a:cubicBezTo>
                    <a:pt x="1433" y="2052"/>
                    <a:pt x="1457" y="2051"/>
                    <a:pt x="1362" y="2044"/>
                  </a:cubicBezTo>
                  <a:lnTo>
                    <a:pt x="1362" y="2036"/>
                  </a:lnTo>
                  <a:cubicBezTo>
                    <a:pt x="1362" y="2036"/>
                    <a:pt x="1362" y="2036"/>
                    <a:pt x="1297" y="2028"/>
                  </a:cubicBezTo>
                  <a:cubicBezTo>
                    <a:pt x="1241" y="2028"/>
                    <a:pt x="1306" y="2020"/>
                    <a:pt x="1362" y="2020"/>
                  </a:cubicBezTo>
                  <a:cubicBezTo>
                    <a:pt x="1419" y="2020"/>
                    <a:pt x="1484" y="2011"/>
                    <a:pt x="1419" y="2011"/>
                  </a:cubicBezTo>
                  <a:cubicBezTo>
                    <a:pt x="1362" y="2011"/>
                    <a:pt x="1306" y="2011"/>
                    <a:pt x="1241" y="2003"/>
                  </a:cubicBezTo>
                  <a:cubicBezTo>
                    <a:pt x="1203" y="2003"/>
                    <a:pt x="1219" y="2000"/>
                    <a:pt x="1251" y="2000"/>
                  </a:cubicBezTo>
                  <a:cubicBezTo>
                    <a:pt x="1267" y="2000"/>
                    <a:pt x="1287" y="2001"/>
                    <a:pt x="1306" y="2003"/>
                  </a:cubicBezTo>
                  <a:cubicBezTo>
                    <a:pt x="1346" y="2003"/>
                    <a:pt x="1387" y="2003"/>
                    <a:pt x="1427" y="1995"/>
                  </a:cubicBezTo>
                  <a:cubicBezTo>
                    <a:pt x="1427" y="1995"/>
                    <a:pt x="1427" y="1987"/>
                    <a:pt x="1370" y="1987"/>
                  </a:cubicBezTo>
                  <a:cubicBezTo>
                    <a:pt x="1306" y="1987"/>
                    <a:pt x="1306" y="1971"/>
                    <a:pt x="1370" y="1963"/>
                  </a:cubicBezTo>
                  <a:lnTo>
                    <a:pt x="1370" y="1955"/>
                  </a:lnTo>
                  <a:cubicBezTo>
                    <a:pt x="1370" y="1955"/>
                    <a:pt x="1314" y="1955"/>
                    <a:pt x="1314" y="1947"/>
                  </a:cubicBezTo>
                  <a:lnTo>
                    <a:pt x="1257" y="1947"/>
                  </a:lnTo>
                  <a:cubicBezTo>
                    <a:pt x="1257" y="1938"/>
                    <a:pt x="1257" y="1938"/>
                    <a:pt x="1314" y="1938"/>
                  </a:cubicBezTo>
                  <a:cubicBezTo>
                    <a:pt x="1192" y="1930"/>
                    <a:pt x="1192" y="1930"/>
                    <a:pt x="1314" y="1930"/>
                  </a:cubicBezTo>
                  <a:cubicBezTo>
                    <a:pt x="1257" y="1922"/>
                    <a:pt x="1257" y="1922"/>
                    <a:pt x="1314" y="1922"/>
                  </a:cubicBezTo>
                  <a:cubicBezTo>
                    <a:pt x="1379" y="1922"/>
                    <a:pt x="1379" y="1914"/>
                    <a:pt x="1314" y="1914"/>
                  </a:cubicBezTo>
                  <a:cubicBezTo>
                    <a:pt x="1200" y="1914"/>
                    <a:pt x="1135" y="1906"/>
                    <a:pt x="1257" y="1906"/>
                  </a:cubicBezTo>
                  <a:cubicBezTo>
                    <a:pt x="1257" y="1906"/>
                    <a:pt x="1257" y="1906"/>
                    <a:pt x="1200" y="1898"/>
                  </a:cubicBezTo>
                  <a:cubicBezTo>
                    <a:pt x="1322" y="1890"/>
                    <a:pt x="1322" y="1890"/>
                    <a:pt x="1200" y="1890"/>
                  </a:cubicBezTo>
                  <a:cubicBezTo>
                    <a:pt x="1200" y="1890"/>
                    <a:pt x="1143" y="1882"/>
                    <a:pt x="1200" y="1882"/>
                  </a:cubicBezTo>
                  <a:cubicBezTo>
                    <a:pt x="1265" y="1874"/>
                    <a:pt x="1322" y="1857"/>
                    <a:pt x="1208" y="1857"/>
                  </a:cubicBezTo>
                  <a:lnTo>
                    <a:pt x="1208" y="1849"/>
                  </a:lnTo>
                  <a:cubicBezTo>
                    <a:pt x="1265" y="1849"/>
                    <a:pt x="1265" y="1841"/>
                    <a:pt x="1208" y="1841"/>
                  </a:cubicBezTo>
                  <a:lnTo>
                    <a:pt x="1151" y="1841"/>
                  </a:lnTo>
                  <a:cubicBezTo>
                    <a:pt x="1192" y="1841"/>
                    <a:pt x="1233" y="1833"/>
                    <a:pt x="1265" y="1833"/>
                  </a:cubicBezTo>
                  <a:cubicBezTo>
                    <a:pt x="1265" y="1825"/>
                    <a:pt x="1265" y="1825"/>
                    <a:pt x="1208" y="1825"/>
                  </a:cubicBezTo>
                  <a:cubicBezTo>
                    <a:pt x="1189" y="1828"/>
                    <a:pt x="1177" y="1829"/>
                    <a:pt x="1168" y="1829"/>
                  </a:cubicBezTo>
                  <a:cubicBezTo>
                    <a:pt x="1151" y="1829"/>
                    <a:pt x="1151" y="1825"/>
                    <a:pt x="1151" y="1825"/>
                  </a:cubicBezTo>
                  <a:cubicBezTo>
                    <a:pt x="1192" y="1817"/>
                    <a:pt x="1233" y="1817"/>
                    <a:pt x="1273" y="1817"/>
                  </a:cubicBezTo>
                  <a:cubicBezTo>
                    <a:pt x="1249" y="1817"/>
                    <a:pt x="1230" y="1817"/>
                    <a:pt x="1214" y="1816"/>
                  </a:cubicBezTo>
                  <a:lnTo>
                    <a:pt x="1214" y="1816"/>
                  </a:lnTo>
                  <a:cubicBezTo>
                    <a:pt x="1273" y="1809"/>
                    <a:pt x="1273" y="1808"/>
                    <a:pt x="1273" y="1801"/>
                  </a:cubicBezTo>
                  <a:lnTo>
                    <a:pt x="1273" y="1793"/>
                  </a:lnTo>
                  <a:cubicBezTo>
                    <a:pt x="1273" y="1793"/>
                    <a:pt x="1273" y="1789"/>
                    <a:pt x="125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2"/>
            <p:cNvSpPr/>
            <p:nvPr/>
          </p:nvSpPr>
          <p:spPr>
            <a:xfrm>
              <a:off x="8722799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3" y="19"/>
                  </a:moveTo>
                  <a:cubicBezTo>
                    <a:pt x="744" y="19"/>
                    <a:pt x="804" y="21"/>
                    <a:pt x="865" y="25"/>
                  </a:cubicBezTo>
                  <a:cubicBezTo>
                    <a:pt x="852" y="28"/>
                    <a:pt x="838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3" y="21"/>
                    <a:pt x="683" y="19"/>
                    <a:pt x="713" y="19"/>
                  </a:cubicBezTo>
                  <a:close/>
                  <a:moveTo>
                    <a:pt x="1396" y="19"/>
                  </a:moveTo>
                  <a:cubicBezTo>
                    <a:pt x="1376" y="19"/>
                    <a:pt x="1356" y="21"/>
                    <a:pt x="1336" y="25"/>
                  </a:cubicBezTo>
                  <a:cubicBezTo>
                    <a:pt x="1349" y="28"/>
                    <a:pt x="1363" y="29"/>
                    <a:pt x="1376" y="29"/>
                  </a:cubicBezTo>
                  <a:cubicBezTo>
                    <a:pt x="1403" y="29"/>
                    <a:pt x="1430" y="25"/>
                    <a:pt x="1457" y="25"/>
                  </a:cubicBezTo>
                  <a:cubicBezTo>
                    <a:pt x="1437" y="21"/>
                    <a:pt x="1417" y="19"/>
                    <a:pt x="1396" y="19"/>
                  </a:cubicBezTo>
                  <a:close/>
                  <a:moveTo>
                    <a:pt x="800" y="455"/>
                  </a:moveTo>
                  <a:cubicBezTo>
                    <a:pt x="841" y="455"/>
                    <a:pt x="882" y="455"/>
                    <a:pt x="922" y="463"/>
                  </a:cubicBezTo>
                  <a:cubicBezTo>
                    <a:pt x="857" y="463"/>
                    <a:pt x="800" y="463"/>
                    <a:pt x="744" y="455"/>
                  </a:cubicBezTo>
                  <a:close/>
                  <a:moveTo>
                    <a:pt x="1084" y="560"/>
                  </a:moveTo>
                  <a:cubicBezTo>
                    <a:pt x="1084" y="560"/>
                    <a:pt x="1141" y="568"/>
                    <a:pt x="1084" y="568"/>
                  </a:cubicBezTo>
                  <a:lnTo>
                    <a:pt x="1027" y="568"/>
                  </a:lnTo>
                  <a:cubicBezTo>
                    <a:pt x="963" y="560"/>
                    <a:pt x="906" y="560"/>
                    <a:pt x="963" y="560"/>
                  </a:cubicBezTo>
                  <a:close/>
                  <a:moveTo>
                    <a:pt x="1011" y="682"/>
                  </a:moveTo>
                  <a:cubicBezTo>
                    <a:pt x="1027" y="682"/>
                    <a:pt x="1044" y="682"/>
                    <a:pt x="1068" y="690"/>
                  </a:cubicBezTo>
                  <a:lnTo>
                    <a:pt x="946" y="690"/>
                  </a:lnTo>
                  <a:cubicBezTo>
                    <a:pt x="971" y="682"/>
                    <a:pt x="987" y="682"/>
                    <a:pt x="1011" y="682"/>
                  </a:cubicBezTo>
                  <a:close/>
                  <a:moveTo>
                    <a:pt x="1125" y="714"/>
                  </a:moveTo>
                  <a:lnTo>
                    <a:pt x="1060" y="722"/>
                  </a:lnTo>
                  <a:lnTo>
                    <a:pt x="1060" y="714"/>
                  </a:lnTo>
                  <a:close/>
                  <a:moveTo>
                    <a:pt x="1152" y="724"/>
                  </a:moveTo>
                  <a:cubicBezTo>
                    <a:pt x="1145" y="724"/>
                    <a:pt x="1145" y="726"/>
                    <a:pt x="1173" y="730"/>
                  </a:cubicBezTo>
                  <a:cubicBezTo>
                    <a:pt x="1173" y="726"/>
                    <a:pt x="1159" y="724"/>
                    <a:pt x="1152" y="724"/>
                  </a:cubicBezTo>
                  <a:close/>
                  <a:moveTo>
                    <a:pt x="1117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52" y="763"/>
                  </a:moveTo>
                  <a:cubicBezTo>
                    <a:pt x="1084" y="767"/>
                    <a:pt x="1100" y="767"/>
                    <a:pt x="1109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09" y="777"/>
                  </a:cubicBezTo>
                  <a:cubicBezTo>
                    <a:pt x="1100" y="777"/>
                    <a:pt x="1084" y="775"/>
                    <a:pt x="1052" y="771"/>
                  </a:cubicBezTo>
                  <a:cubicBezTo>
                    <a:pt x="995" y="771"/>
                    <a:pt x="995" y="763"/>
                    <a:pt x="1052" y="763"/>
                  </a:cubicBezTo>
                  <a:close/>
                  <a:moveTo>
                    <a:pt x="691" y="789"/>
                  </a:moveTo>
                  <a:cubicBezTo>
                    <a:pt x="711" y="789"/>
                    <a:pt x="732" y="791"/>
                    <a:pt x="752" y="795"/>
                  </a:cubicBezTo>
                  <a:lnTo>
                    <a:pt x="630" y="795"/>
                  </a:lnTo>
                  <a:cubicBezTo>
                    <a:pt x="650" y="791"/>
                    <a:pt x="671" y="789"/>
                    <a:pt x="691" y="789"/>
                  </a:cubicBezTo>
                  <a:close/>
                  <a:moveTo>
                    <a:pt x="809" y="828"/>
                  </a:moveTo>
                  <a:lnTo>
                    <a:pt x="744" y="836"/>
                  </a:lnTo>
                  <a:cubicBezTo>
                    <a:pt x="687" y="836"/>
                    <a:pt x="687" y="828"/>
                    <a:pt x="687" y="828"/>
                  </a:cubicBezTo>
                  <a:close/>
                  <a:moveTo>
                    <a:pt x="1011" y="1087"/>
                  </a:moveTo>
                  <a:cubicBezTo>
                    <a:pt x="1052" y="1087"/>
                    <a:pt x="1092" y="1087"/>
                    <a:pt x="1125" y="1095"/>
                  </a:cubicBezTo>
                  <a:lnTo>
                    <a:pt x="1011" y="1095"/>
                  </a:lnTo>
                  <a:lnTo>
                    <a:pt x="1011" y="1087"/>
                  </a:lnTo>
                  <a:close/>
                  <a:moveTo>
                    <a:pt x="1109" y="1209"/>
                  </a:moveTo>
                  <a:cubicBezTo>
                    <a:pt x="1173" y="1209"/>
                    <a:pt x="1173" y="1217"/>
                    <a:pt x="1173" y="1225"/>
                  </a:cubicBezTo>
                  <a:cubicBezTo>
                    <a:pt x="1133" y="1225"/>
                    <a:pt x="1092" y="1225"/>
                    <a:pt x="1052" y="1217"/>
                  </a:cubicBezTo>
                  <a:cubicBezTo>
                    <a:pt x="1052" y="1209"/>
                    <a:pt x="1052" y="1209"/>
                    <a:pt x="1109" y="1209"/>
                  </a:cubicBezTo>
                  <a:close/>
                  <a:moveTo>
                    <a:pt x="654" y="1468"/>
                  </a:moveTo>
                  <a:lnTo>
                    <a:pt x="654" y="1476"/>
                  </a:lnTo>
                  <a:lnTo>
                    <a:pt x="776" y="1476"/>
                  </a:lnTo>
                  <a:cubicBezTo>
                    <a:pt x="736" y="1468"/>
                    <a:pt x="695" y="1468"/>
                    <a:pt x="654" y="1468"/>
                  </a:cubicBezTo>
                  <a:close/>
                  <a:moveTo>
                    <a:pt x="1068" y="1525"/>
                  </a:moveTo>
                  <a:cubicBezTo>
                    <a:pt x="1077" y="1525"/>
                    <a:pt x="1087" y="1525"/>
                    <a:pt x="1098" y="1525"/>
                  </a:cubicBezTo>
                  <a:lnTo>
                    <a:pt x="1098" y="1525"/>
                  </a:lnTo>
                  <a:cubicBezTo>
                    <a:pt x="1098" y="1525"/>
                    <a:pt x="1098" y="1525"/>
                    <a:pt x="1098" y="1525"/>
                  </a:cubicBezTo>
                  <a:close/>
                  <a:moveTo>
                    <a:pt x="922" y="1"/>
                  </a:moveTo>
                  <a:cubicBezTo>
                    <a:pt x="841" y="1"/>
                    <a:pt x="760" y="1"/>
                    <a:pt x="679" y="9"/>
                  </a:cubicBezTo>
                  <a:cubicBezTo>
                    <a:pt x="622" y="25"/>
                    <a:pt x="557" y="33"/>
                    <a:pt x="679" y="33"/>
                  </a:cubicBezTo>
                  <a:lnTo>
                    <a:pt x="736" y="33"/>
                  </a:lnTo>
                  <a:cubicBezTo>
                    <a:pt x="719" y="41"/>
                    <a:pt x="695" y="41"/>
                    <a:pt x="679" y="41"/>
                  </a:cubicBezTo>
                  <a:cubicBezTo>
                    <a:pt x="614" y="41"/>
                    <a:pt x="614" y="57"/>
                    <a:pt x="614" y="74"/>
                  </a:cubicBezTo>
                  <a:cubicBezTo>
                    <a:pt x="606" y="90"/>
                    <a:pt x="606" y="98"/>
                    <a:pt x="549" y="98"/>
                  </a:cubicBezTo>
                  <a:cubicBezTo>
                    <a:pt x="484" y="106"/>
                    <a:pt x="484" y="106"/>
                    <a:pt x="484" y="106"/>
                  </a:cubicBezTo>
                  <a:cubicBezTo>
                    <a:pt x="549" y="106"/>
                    <a:pt x="541" y="122"/>
                    <a:pt x="541" y="147"/>
                  </a:cubicBezTo>
                  <a:cubicBezTo>
                    <a:pt x="541" y="171"/>
                    <a:pt x="533" y="187"/>
                    <a:pt x="598" y="187"/>
                  </a:cubicBezTo>
                  <a:lnTo>
                    <a:pt x="598" y="195"/>
                  </a:lnTo>
                  <a:cubicBezTo>
                    <a:pt x="533" y="195"/>
                    <a:pt x="533" y="203"/>
                    <a:pt x="533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25" y="244"/>
                    <a:pt x="590" y="244"/>
                  </a:cubicBezTo>
                  <a:cubicBezTo>
                    <a:pt x="590" y="244"/>
                    <a:pt x="582" y="268"/>
                    <a:pt x="525" y="276"/>
                  </a:cubicBezTo>
                  <a:cubicBezTo>
                    <a:pt x="460" y="276"/>
                    <a:pt x="525" y="285"/>
                    <a:pt x="582" y="285"/>
                  </a:cubicBezTo>
                  <a:cubicBezTo>
                    <a:pt x="622" y="285"/>
                    <a:pt x="663" y="285"/>
                    <a:pt x="703" y="293"/>
                  </a:cubicBezTo>
                  <a:lnTo>
                    <a:pt x="582" y="293"/>
                  </a:lnTo>
                  <a:cubicBezTo>
                    <a:pt x="553" y="289"/>
                    <a:pt x="539" y="287"/>
                    <a:pt x="531" y="287"/>
                  </a:cubicBezTo>
                  <a:cubicBezTo>
                    <a:pt x="523" y="287"/>
                    <a:pt x="521" y="289"/>
                    <a:pt x="517" y="293"/>
                  </a:cubicBezTo>
                  <a:lnTo>
                    <a:pt x="517" y="301"/>
                  </a:lnTo>
                  <a:cubicBezTo>
                    <a:pt x="582" y="301"/>
                    <a:pt x="573" y="317"/>
                    <a:pt x="573" y="333"/>
                  </a:cubicBezTo>
                  <a:cubicBezTo>
                    <a:pt x="573" y="366"/>
                    <a:pt x="565" y="374"/>
                    <a:pt x="630" y="374"/>
                  </a:cubicBezTo>
                  <a:cubicBezTo>
                    <a:pt x="687" y="374"/>
                    <a:pt x="687" y="374"/>
                    <a:pt x="630" y="390"/>
                  </a:cubicBezTo>
                  <a:cubicBezTo>
                    <a:pt x="444" y="406"/>
                    <a:pt x="444" y="406"/>
                    <a:pt x="500" y="406"/>
                  </a:cubicBezTo>
                  <a:lnTo>
                    <a:pt x="622" y="406"/>
                  </a:lnTo>
                  <a:cubicBezTo>
                    <a:pt x="744" y="406"/>
                    <a:pt x="744" y="406"/>
                    <a:pt x="622" y="414"/>
                  </a:cubicBezTo>
                  <a:cubicBezTo>
                    <a:pt x="500" y="414"/>
                    <a:pt x="557" y="455"/>
                    <a:pt x="679" y="463"/>
                  </a:cubicBezTo>
                  <a:lnTo>
                    <a:pt x="614" y="463"/>
                  </a:lnTo>
                  <a:cubicBezTo>
                    <a:pt x="557" y="463"/>
                    <a:pt x="557" y="463"/>
                    <a:pt x="557" y="479"/>
                  </a:cubicBezTo>
                  <a:lnTo>
                    <a:pt x="549" y="487"/>
                  </a:lnTo>
                  <a:cubicBezTo>
                    <a:pt x="671" y="487"/>
                    <a:pt x="606" y="503"/>
                    <a:pt x="549" y="503"/>
                  </a:cubicBezTo>
                  <a:cubicBezTo>
                    <a:pt x="492" y="503"/>
                    <a:pt x="492" y="503"/>
                    <a:pt x="492" y="512"/>
                  </a:cubicBezTo>
                  <a:cubicBezTo>
                    <a:pt x="606" y="520"/>
                    <a:pt x="549" y="536"/>
                    <a:pt x="484" y="536"/>
                  </a:cubicBezTo>
                  <a:lnTo>
                    <a:pt x="484" y="544"/>
                  </a:lnTo>
                  <a:cubicBezTo>
                    <a:pt x="541" y="544"/>
                    <a:pt x="541" y="552"/>
                    <a:pt x="541" y="552"/>
                  </a:cubicBezTo>
                  <a:cubicBezTo>
                    <a:pt x="541" y="568"/>
                    <a:pt x="541" y="568"/>
                    <a:pt x="598" y="568"/>
                  </a:cubicBezTo>
                  <a:cubicBezTo>
                    <a:pt x="611" y="566"/>
                    <a:pt x="625" y="565"/>
                    <a:pt x="638" y="565"/>
                  </a:cubicBezTo>
                  <a:cubicBezTo>
                    <a:pt x="665" y="565"/>
                    <a:pt x="692" y="568"/>
                    <a:pt x="719" y="568"/>
                  </a:cubicBezTo>
                  <a:lnTo>
                    <a:pt x="663" y="568"/>
                  </a:lnTo>
                  <a:cubicBezTo>
                    <a:pt x="598" y="568"/>
                    <a:pt x="598" y="576"/>
                    <a:pt x="598" y="593"/>
                  </a:cubicBezTo>
                  <a:cubicBezTo>
                    <a:pt x="598" y="609"/>
                    <a:pt x="598" y="609"/>
                    <a:pt x="533" y="617"/>
                  </a:cubicBezTo>
                  <a:lnTo>
                    <a:pt x="590" y="617"/>
                  </a:lnTo>
                  <a:cubicBezTo>
                    <a:pt x="654" y="625"/>
                    <a:pt x="654" y="625"/>
                    <a:pt x="590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8" y="657"/>
                    <a:pt x="468" y="666"/>
                    <a:pt x="590" y="666"/>
                  </a:cubicBezTo>
                  <a:cubicBezTo>
                    <a:pt x="525" y="666"/>
                    <a:pt x="525" y="674"/>
                    <a:pt x="525" y="674"/>
                  </a:cubicBezTo>
                  <a:cubicBezTo>
                    <a:pt x="582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8" y="714"/>
                  </a:cubicBezTo>
                  <a:cubicBezTo>
                    <a:pt x="695" y="714"/>
                    <a:pt x="695" y="722"/>
                    <a:pt x="695" y="722"/>
                  </a:cubicBezTo>
                  <a:cubicBezTo>
                    <a:pt x="663" y="722"/>
                    <a:pt x="622" y="722"/>
                    <a:pt x="582" y="714"/>
                  </a:cubicBezTo>
                  <a:cubicBezTo>
                    <a:pt x="517" y="714"/>
                    <a:pt x="517" y="722"/>
                    <a:pt x="638" y="730"/>
                  </a:cubicBezTo>
                  <a:cubicBezTo>
                    <a:pt x="600" y="730"/>
                    <a:pt x="559" y="727"/>
                    <a:pt x="555" y="727"/>
                  </a:cubicBezTo>
                  <a:lnTo>
                    <a:pt x="555" y="727"/>
                  </a:lnTo>
                  <a:cubicBezTo>
                    <a:pt x="553" y="727"/>
                    <a:pt x="560" y="728"/>
                    <a:pt x="582" y="730"/>
                  </a:cubicBezTo>
                  <a:cubicBezTo>
                    <a:pt x="582" y="730"/>
                    <a:pt x="573" y="739"/>
                    <a:pt x="638" y="739"/>
                  </a:cubicBezTo>
                  <a:lnTo>
                    <a:pt x="638" y="747"/>
                  </a:lnTo>
                  <a:cubicBezTo>
                    <a:pt x="573" y="755"/>
                    <a:pt x="573" y="755"/>
                    <a:pt x="573" y="763"/>
                  </a:cubicBezTo>
                  <a:cubicBezTo>
                    <a:pt x="517" y="763"/>
                    <a:pt x="509" y="771"/>
                    <a:pt x="630" y="771"/>
                  </a:cubicBezTo>
                  <a:cubicBezTo>
                    <a:pt x="695" y="771"/>
                    <a:pt x="695" y="779"/>
                    <a:pt x="630" y="779"/>
                  </a:cubicBezTo>
                  <a:lnTo>
                    <a:pt x="573" y="779"/>
                  </a:lnTo>
                  <a:cubicBezTo>
                    <a:pt x="630" y="787"/>
                    <a:pt x="630" y="787"/>
                    <a:pt x="630" y="787"/>
                  </a:cubicBezTo>
                  <a:cubicBezTo>
                    <a:pt x="573" y="787"/>
                    <a:pt x="565" y="820"/>
                    <a:pt x="565" y="844"/>
                  </a:cubicBezTo>
                  <a:cubicBezTo>
                    <a:pt x="598" y="852"/>
                    <a:pt x="638" y="852"/>
                    <a:pt x="679" y="852"/>
                  </a:cubicBezTo>
                  <a:cubicBezTo>
                    <a:pt x="500" y="852"/>
                    <a:pt x="500" y="860"/>
                    <a:pt x="679" y="860"/>
                  </a:cubicBezTo>
                  <a:cubicBezTo>
                    <a:pt x="622" y="868"/>
                    <a:pt x="622" y="868"/>
                    <a:pt x="679" y="868"/>
                  </a:cubicBezTo>
                  <a:cubicBezTo>
                    <a:pt x="622" y="876"/>
                    <a:pt x="557" y="876"/>
                    <a:pt x="614" y="876"/>
                  </a:cubicBezTo>
                  <a:cubicBezTo>
                    <a:pt x="614" y="876"/>
                    <a:pt x="614" y="884"/>
                    <a:pt x="557" y="884"/>
                  </a:cubicBezTo>
                  <a:cubicBezTo>
                    <a:pt x="500" y="884"/>
                    <a:pt x="557" y="893"/>
                    <a:pt x="614" y="893"/>
                  </a:cubicBezTo>
                  <a:cubicBezTo>
                    <a:pt x="700" y="898"/>
                    <a:pt x="725" y="904"/>
                    <a:pt x="690" y="904"/>
                  </a:cubicBezTo>
                  <a:cubicBezTo>
                    <a:pt x="675" y="904"/>
                    <a:pt x="650" y="903"/>
                    <a:pt x="614" y="901"/>
                  </a:cubicBezTo>
                  <a:cubicBezTo>
                    <a:pt x="492" y="901"/>
                    <a:pt x="549" y="917"/>
                    <a:pt x="671" y="917"/>
                  </a:cubicBezTo>
                  <a:cubicBezTo>
                    <a:pt x="792" y="925"/>
                    <a:pt x="792" y="925"/>
                    <a:pt x="727" y="925"/>
                  </a:cubicBezTo>
                  <a:cubicBezTo>
                    <a:pt x="709" y="922"/>
                    <a:pt x="696" y="921"/>
                    <a:pt x="688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06" y="933"/>
                  </a:cubicBezTo>
                  <a:cubicBezTo>
                    <a:pt x="606" y="933"/>
                    <a:pt x="606" y="933"/>
                    <a:pt x="671" y="941"/>
                  </a:cubicBezTo>
                  <a:cubicBezTo>
                    <a:pt x="784" y="949"/>
                    <a:pt x="727" y="957"/>
                    <a:pt x="606" y="957"/>
                  </a:cubicBezTo>
                  <a:lnTo>
                    <a:pt x="663" y="966"/>
                  </a:lnTo>
                  <a:cubicBezTo>
                    <a:pt x="784" y="966"/>
                    <a:pt x="841" y="974"/>
                    <a:pt x="727" y="974"/>
                  </a:cubicBezTo>
                  <a:lnTo>
                    <a:pt x="663" y="974"/>
                  </a:lnTo>
                  <a:cubicBezTo>
                    <a:pt x="784" y="974"/>
                    <a:pt x="719" y="990"/>
                    <a:pt x="598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63" y="998"/>
                  </a:cubicBezTo>
                  <a:cubicBezTo>
                    <a:pt x="598" y="998"/>
                    <a:pt x="541" y="1006"/>
                    <a:pt x="598" y="1006"/>
                  </a:cubicBezTo>
                  <a:cubicBezTo>
                    <a:pt x="598" y="1006"/>
                    <a:pt x="598" y="1006"/>
                    <a:pt x="541" y="1014"/>
                  </a:cubicBezTo>
                  <a:cubicBezTo>
                    <a:pt x="541" y="1014"/>
                    <a:pt x="541" y="1014"/>
                    <a:pt x="533" y="1022"/>
                  </a:cubicBezTo>
                  <a:cubicBezTo>
                    <a:pt x="598" y="1022"/>
                    <a:pt x="598" y="1030"/>
                    <a:pt x="533" y="1030"/>
                  </a:cubicBezTo>
                  <a:cubicBezTo>
                    <a:pt x="533" y="1030"/>
                    <a:pt x="533" y="1039"/>
                    <a:pt x="590" y="1039"/>
                  </a:cubicBezTo>
                  <a:cubicBezTo>
                    <a:pt x="590" y="1047"/>
                    <a:pt x="590" y="1055"/>
                    <a:pt x="533" y="1055"/>
                  </a:cubicBezTo>
                  <a:cubicBezTo>
                    <a:pt x="590" y="1055"/>
                    <a:pt x="590" y="1055"/>
                    <a:pt x="590" y="1063"/>
                  </a:cubicBezTo>
                  <a:cubicBezTo>
                    <a:pt x="646" y="1063"/>
                    <a:pt x="646" y="1063"/>
                    <a:pt x="646" y="1071"/>
                  </a:cubicBezTo>
                  <a:cubicBezTo>
                    <a:pt x="646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8" y="1091"/>
                    <a:pt x="646" y="1087"/>
                  </a:cubicBezTo>
                  <a:cubicBezTo>
                    <a:pt x="646" y="1087"/>
                    <a:pt x="703" y="1087"/>
                    <a:pt x="646" y="1095"/>
                  </a:cubicBezTo>
                  <a:cubicBezTo>
                    <a:pt x="646" y="1095"/>
                    <a:pt x="582" y="1103"/>
                    <a:pt x="582" y="1120"/>
                  </a:cubicBezTo>
                  <a:cubicBezTo>
                    <a:pt x="582" y="1128"/>
                    <a:pt x="582" y="1128"/>
                    <a:pt x="638" y="1128"/>
                  </a:cubicBezTo>
                  <a:cubicBezTo>
                    <a:pt x="525" y="1136"/>
                    <a:pt x="517" y="1144"/>
                    <a:pt x="582" y="1144"/>
                  </a:cubicBezTo>
                  <a:lnTo>
                    <a:pt x="638" y="1144"/>
                  </a:lnTo>
                  <a:cubicBezTo>
                    <a:pt x="582" y="1144"/>
                    <a:pt x="582" y="1152"/>
                    <a:pt x="638" y="1160"/>
                  </a:cubicBezTo>
                  <a:lnTo>
                    <a:pt x="582" y="1160"/>
                  </a:lnTo>
                  <a:lnTo>
                    <a:pt x="573" y="1168"/>
                  </a:lnTo>
                  <a:cubicBezTo>
                    <a:pt x="695" y="1168"/>
                    <a:pt x="630" y="1193"/>
                    <a:pt x="573" y="1193"/>
                  </a:cubicBezTo>
                  <a:cubicBezTo>
                    <a:pt x="573" y="1193"/>
                    <a:pt x="573" y="1193"/>
                    <a:pt x="630" y="1201"/>
                  </a:cubicBezTo>
                  <a:cubicBezTo>
                    <a:pt x="752" y="1201"/>
                    <a:pt x="752" y="1209"/>
                    <a:pt x="630" y="1209"/>
                  </a:cubicBezTo>
                  <a:cubicBezTo>
                    <a:pt x="687" y="1209"/>
                    <a:pt x="687" y="1225"/>
                    <a:pt x="565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65" y="1233"/>
                    <a:pt x="565" y="1233"/>
                    <a:pt x="565" y="1241"/>
                  </a:cubicBezTo>
                  <a:cubicBezTo>
                    <a:pt x="565" y="1247"/>
                    <a:pt x="594" y="1253"/>
                    <a:pt x="610" y="1258"/>
                  </a:cubicBezTo>
                  <a:lnTo>
                    <a:pt x="610" y="1258"/>
                  </a:lnTo>
                  <a:cubicBezTo>
                    <a:pt x="625" y="1257"/>
                    <a:pt x="640" y="1257"/>
                    <a:pt x="655" y="1257"/>
                  </a:cubicBezTo>
                  <a:cubicBezTo>
                    <a:pt x="666" y="1257"/>
                    <a:pt x="676" y="1257"/>
                    <a:pt x="687" y="1257"/>
                  </a:cubicBezTo>
                  <a:cubicBezTo>
                    <a:pt x="844" y="1266"/>
                    <a:pt x="961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19" y="1428"/>
                  </a:cubicBezTo>
                  <a:lnTo>
                    <a:pt x="1019" y="1436"/>
                  </a:lnTo>
                  <a:lnTo>
                    <a:pt x="1044" y="1436"/>
                  </a:lnTo>
                  <a:cubicBezTo>
                    <a:pt x="1042" y="1433"/>
                    <a:pt x="1040" y="1430"/>
                    <a:pt x="1038" y="1428"/>
                  </a:cubicBezTo>
                  <a:lnTo>
                    <a:pt x="1038" y="1428"/>
                  </a:lnTo>
                  <a:cubicBezTo>
                    <a:pt x="1072" y="1428"/>
                    <a:pt x="1107" y="1429"/>
                    <a:pt x="1141" y="1436"/>
                  </a:cubicBezTo>
                  <a:lnTo>
                    <a:pt x="1044" y="1436"/>
                  </a:lnTo>
                  <a:cubicBezTo>
                    <a:pt x="1065" y="1464"/>
                    <a:pt x="1083" y="1493"/>
                    <a:pt x="1098" y="1525"/>
                  </a:cubicBezTo>
                  <a:lnTo>
                    <a:pt x="1246" y="1525"/>
                  </a:lnTo>
                  <a:cubicBezTo>
                    <a:pt x="1246" y="1528"/>
                    <a:pt x="1233" y="1529"/>
                    <a:pt x="1213" y="1529"/>
                  </a:cubicBezTo>
                  <a:cubicBezTo>
                    <a:pt x="1182" y="1529"/>
                    <a:pt x="1135" y="1526"/>
                    <a:pt x="1098" y="1525"/>
                  </a:cubicBezTo>
                  <a:lnTo>
                    <a:pt x="1098" y="1525"/>
                  </a:lnTo>
                  <a:cubicBezTo>
                    <a:pt x="1109" y="1549"/>
                    <a:pt x="1118" y="1573"/>
                    <a:pt x="1125" y="1598"/>
                  </a:cubicBezTo>
                  <a:lnTo>
                    <a:pt x="1125" y="1598"/>
                  </a:lnTo>
                  <a:cubicBezTo>
                    <a:pt x="1122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6" y="1601"/>
                    <a:pt x="1125" y="1598"/>
                  </a:cubicBezTo>
                  <a:lnTo>
                    <a:pt x="1125" y="1598"/>
                  </a:lnTo>
                  <a:cubicBezTo>
                    <a:pt x="1163" y="1598"/>
                    <a:pt x="1200" y="1599"/>
                    <a:pt x="1230" y="1606"/>
                  </a:cubicBezTo>
                  <a:lnTo>
                    <a:pt x="1128" y="1606"/>
                  </a:lnTo>
                  <a:cubicBezTo>
                    <a:pt x="1128" y="1609"/>
                    <a:pt x="1129" y="1612"/>
                    <a:pt x="1130" y="1615"/>
                  </a:cubicBezTo>
                  <a:lnTo>
                    <a:pt x="1130" y="1615"/>
                  </a:lnTo>
                  <a:cubicBezTo>
                    <a:pt x="1142" y="1614"/>
                    <a:pt x="1157" y="1614"/>
                    <a:pt x="1173" y="1614"/>
                  </a:cubicBezTo>
                  <a:lnTo>
                    <a:pt x="1230" y="1614"/>
                  </a:lnTo>
                  <a:cubicBezTo>
                    <a:pt x="1230" y="1614"/>
                    <a:pt x="1230" y="1606"/>
                    <a:pt x="1295" y="1606"/>
                  </a:cubicBezTo>
                  <a:cubicBezTo>
                    <a:pt x="1409" y="1598"/>
                    <a:pt x="1352" y="1590"/>
                    <a:pt x="1295" y="1590"/>
                  </a:cubicBezTo>
                  <a:cubicBezTo>
                    <a:pt x="1254" y="1593"/>
                    <a:pt x="1234" y="1593"/>
                    <a:pt x="1227" y="1593"/>
                  </a:cubicBezTo>
                  <a:cubicBezTo>
                    <a:pt x="1212" y="1593"/>
                    <a:pt x="1252" y="1590"/>
                    <a:pt x="1295" y="1590"/>
                  </a:cubicBezTo>
                  <a:cubicBezTo>
                    <a:pt x="1352" y="1590"/>
                    <a:pt x="1417" y="1582"/>
                    <a:pt x="1352" y="1582"/>
                  </a:cubicBezTo>
                  <a:cubicBezTo>
                    <a:pt x="1295" y="1582"/>
                    <a:pt x="1238" y="1566"/>
                    <a:pt x="1360" y="1566"/>
                  </a:cubicBezTo>
                  <a:lnTo>
                    <a:pt x="1360" y="1557"/>
                  </a:lnTo>
                  <a:cubicBezTo>
                    <a:pt x="1295" y="1557"/>
                    <a:pt x="1295" y="1549"/>
                    <a:pt x="1303" y="1541"/>
                  </a:cubicBezTo>
                  <a:cubicBezTo>
                    <a:pt x="1303" y="1541"/>
                    <a:pt x="1303" y="1533"/>
                    <a:pt x="1360" y="1533"/>
                  </a:cubicBezTo>
                  <a:cubicBezTo>
                    <a:pt x="1376" y="1535"/>
                    <a:pt x="1388" y="1536"/>
                    <a:pt x="1395" y="1536"/>
                  </a:cubicBezTo>
                  <a:cubicBezTo>
                    <a:pt x="1412" y="1536"/>
                    <a:pt x="1400" y="1531"/>
                    <a:pt x="1360" y="1525"/>
                  </a:cubicBezTo>
                  <a:cubicBezTo>
                    <a:pt x="1360" y="1525"/>
                    <a:pt x="1246" y="1525"/>
                    <a:pt x="1246" y="1517"/>
                  </a:cubicBezTo>
                  <a:cubicBezTo>
                    <a:pt x="1206" y="1517"/>
                    <a:pt x="1165" y="1517"/>
                    <a:pt x="1125" y="1509"/>
                  </a:cubicBezTo>
                  <a:lnTo>
                    <a:pt x="1246" y="1509"/>
                  </a:lnTo>
                  <a:cubicBezTo>
                    <a:pt x="1303" y="1501"/>
                    <a:pt x="1303" y="1501"/>
                    <a:pt x="1303" y="1493"/>
                  </a:cubicBezTo>
                  <a:cubicBezTo>
                    <a:pt x="1311" y="1484"/>
                    <a:pt x="1311" y="1484"/>
                    <a:pt x="1246" y="1476"/>
                  </a:cubicBezTo>
                  <a:cubicBezTo>
                    <a:pt x="1368" y="1476"/>
                    <a:pt x="1368" y="1460"/>
                    <a:pt x="1254" y="1452"/>
                  </a:cubicBezTo>
                  <a:cubicBezTo>
                    <a:pt x="1190" y="1452"/>
                    <a:pt x="1190" y="1452"/>
                    <a:pt x="1254" y="1444"/>
                  </a:cubicBezTo>
                  <a:cubicBezTo>
                    <a:pt x="1198" y="1436"/>
                    <a:pt x="1254" y="1436"/>
                    <a:pt x="1311" y="1436"/>
                  </a:cubicBezTo>
                  <a:cubicBezTo>
                    <a:pt x="1433" y="1428"/>
                    <a:pt x="1433" y="1428"/>
                    <a:pt x="1376" y="1420"/>
                  </a:cubicBezTo>
                  <a:cubicBezTo>
                    <a:pt x="1319" y="1420"/>
                    <a:pt x="1319" y="1411"/>
                    <a:pt x="1319" y="1411"/>
                  </a:cubicBezTo>
                  <a:cubicBezTo>
                    <a:pt x="1291" y="1406"/>
                    <a:pt x="1262" y="1400"/>
                    <a:pt x="1233" y="1400"/>
                  </a:cubicBezTo>
                  <a:cubicBezTo>
                    <a:pt x="1221" y="1400"/>
                    <a:pt x="1210" y="1401"/>
                    <a:pt x="1198" y="1403"/>
                  </a:cubicBezTo>
                  <a:cubicBezTo>
                    <a:pt x="1179" y="1403"/>
                    <a:pt x="1160" y="1402"/>
                    <a:pt x="1143" y="1401"/>
                  </a:cubicBezTo>
                  <a:lnTo>
                    <a:pt x="1143" y="1401"/>
                  </a:lnTo>
                  <a:cubicBezTo>
                    <a:pt x="1161" y="1401"/>
                    <a:pt x="1179" y="1399"/>
                    <a:pt x="1198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7" y="1363"/>
                    <a:pt x="1327" y="1355"/>
                    <a:pt x="1263" y="1355"/>
                  </a:cubicBezTo>
                  <a:lnTo>
                    <a:pt x="1206" y="1355"/>
                  </a:lnTo>
                  <a:cubicBezTo>
                    <a:pt x="1327" y="1355"/>
                    <a:pt x="1327" y="1322"/>
                    <a:pt x="1214" y="1314"/>
                  </a:cubicBezTo>
                  <a:lnTo>
                    <a:pt x="1271" y="1314"/>
                  </a:lnTo>
                  <a:cubicBezTo>
                    <a:pt x="1327" y="1314"/>
                    <a:pt x="1327" y="1314"/>
                    <a:pt x="1336" y="1306"/>
                  </a:cubicBezTo>
                  <a:cubicBezTo>
                    <a:pt x="1336" y="1306"/>
                    <a:pt x="1271" y="1290"/>
                    <a:pt x="1279" y="1282"/>
                  </a:cubicBezTo>
                  <a:cubicBezTo>
                    <a:pt x="1279" y="1274"/>
                    <a:pt x="1279" y="1266"/>
                    <a:pt x="1222" y="1266"/>
                  </a:cubicBezTo>
                  <a:cubicBezTo>
                    <a:pt x="1222" y="1257"/>
                    <a:pt x="1222" y="1257"/>
                    <a:pt x="1279" y="1257"/>
                  </a:cubicBezTo>
                  <a:cubicBezTo>
                    <a:pt x="1298" y="1260"/>
                    <a:pt x="1310" y="1261"/>
                    <a:pt x="1319" y="1261"/>
                  </a:cubicBezTo>
                  <a:cubicBezTo>
                    <a:pt x="1336" y="1261"/>
                    <a:pt x="1338" y="1257"/>
                    <a:pt x="1344" y="1257"/>
                  </a:cubicBezTo>
                  <a:cubicBezTo>
                    <a:pt x="1303" y="1249"/>
                    <a:pt x="1263" y="1249"/>
                    <a:pt x="1222" y="1249"/>
                  </a:cubicBezTo>
                  <a:cubicBezTo>
                    <a:pt x="1157" y="1249"/>
                    <a:pt x="1165" y="1249"/>
                    <a:pt x="1222" y="1241"/>
                  </a:cubicBezTo>
                  <a:cubicBezTo>
                    <a:pt x="1287" y="1233"/>
                    <a:pt x="1287" y="1225"/>
                    <a:pt x="1222" y="1217"/>
                  </a:cubicBezTo>
                  <a:cubicBezTo>
                    <a:pt x="1222" y="1217"/>
                    <a:pt x="1230" y="1209"/>
                    <a:pt x="1287" y="1209"/>
                  </a:cubicBezTo>
                  <a:cubicBezTo>
                    <a:pt x="1344" y="1209"/>
                    <a:pt x="1409" y="1201"/>
                    <a:pt x="1287" y="1201"/>
                  </a:cubicBezTo>
                  <a:cubicBezTo>
                    <a:pt x="1287" y="1193"/>
                    <a:pt x="1287" y="1193"/>
                    <a:pt x="1352" y="1193"/>
                  </a:cubicBezTo>
                  <a:cubicBezTo>
                    <a:pt x="1409" y="1193"/>
                    <a:pt x="1465" y="1193"/>
                    <a:pt x="1352" y="1184"/>
                  </a:cubicBezTo>
                  <a:cubicBezTo>
                    <a:pt x="1295" y="1184"/>
                    <a:pt x="1295" y="1168"/>
                    <a:pt x="1352" y="1168"/>
                  </a:cubicBezTo>
                  <a:cubicBezTo>
                    <a:pt x="1352" y="1160"/>
                    <a:pt x="1352" y="1160"/>
                    <a:pt x="1295" y="1160"/>
                  </a:cubicBezTo>
                  <a:lnTo>
                    <a:pt x="1238" y="1160"/>
                  </a:lnTo>
                  <a:cubicBezTo>
                    <a:pt x="1352" y="1160"/>
                    <a:pt x="1352" y="1160"/>
                    <a:pt x="1238" y="1152"/>
                  </a:cubicBezTo>
                  <a:cubicBezTo>
                    <a:pt x="1295" y="1144"/>
                    <a:pt x="1295" y="1144"/>
                    <a:pt x="1295" y="1144"/>
                  </a:cubicBezTo>
                  <a:cubicBezTo>
                    <a:pt x="1295" y="1144"/>
                    <a:pt x="1238" y="1128"/>
                    <a:pt x="1238" y="1111"/>
                  </a:cubicBezTo>
                  <a:cubicBezTo>
                    <a:pt x="1246" y="1087"/>
                    <a:pt x="1246" y="1079"/>
                    <a:pt x="1190" y="1079"/>
                  </a:cubicBezTo>
                  <a:cubicBezTo>
                    <a:pt x="1125" y="1071"/>
                    <a:pt x="1125" y="1071"/>
                    <a:pt x="1190" y="1071"/>
                  </a:cubicBezTo>
                  <a:cubicBezTo>
                    <a:pt x="1246" y="1071"/>
                    <a:pt x="1246" y="1063"/>
                    <a:pt x="1246" y="1063"/>
                  </a:cubicBezTo>
                  <a:cubicBezTo>
                    <a:pt x="1246" y="1055"/>
                    <a:pt x="1246" y="1055"/>
                    <a:pt x="1311" y="1055"/>
                  </a:cubicBezTo>
                  <a:cubicBezTo>
                    <a:pt x="1246" y="1055"/>
                    <a:pt x="1246" y="1055"/>
                    <a:pt x="1246" y="1047"/>
                  </a:cubicBezTo>
                  <a:cubicBezTo>
                    <a:pt x="1311" y="1047"/>
                    <a:pt x="1311" y="1047"/>
                    <a:pt x="1254" y="1039"/>
                  </a:cubicBezTo>
                  <a:cubicBezTo>
                    <a:pt x="1311" y="1039"/>
                    <a:pt x="1376" y="1030"/>
                    <a:pt x="1311" y="1030"/>
                  </a:cubicBezTo>
                  <a:cubicBezTo>
                    <a:pt x="1254" y="1030"/>
                    <a:pt x="1254" y="1030"/>
                    <a:pt x="1198" y="1022"/>
                  </a:cubicBezTo>
                  <a:cubicBezTo>
                    <a:pt x="1198" y="1022"/>
                    <a:pt x="1198" y="1014"/>
                    <a:pt x="1254" y="1014"/>
                  </a:cubicBezTo>
                  <a:cubicBezTo>
                    <a:pt x="1311" y="1014"/>
                    <a:pt x="1254" y="998"/>
                    <a:pt x="1198" y="998"/>
                  </a:cubicBezTo>
                  <a:cubicBezTo>
                    <a:pt x="1141" y="998"/>
                    <a:pt x="1141" y="990"/>
                    <a:pt x="1198" y="990"/>
                  </a:cubicBezTo>
                  <a:lnTo>
                    <a:pt x="1263" y="990"/>
                  </a:lnTo>
                  <a:cubicBezTo>
                    <a:pt x="1198" y="982"/>
                    <a:pt x="1263" y="982"/>
                    <a:pt x="1319" y="982"/>
                  </a:cubicBezTo>
                  <a:cubicBezTo>
                    <a:pt x="1336" y="984"/>
                    <a:pt x="1348" y="985"/>
                    <a:pt x="1356" y="985"/>
                  </a:cubicBezTo>
                  <a:cubicBezTo>
                    <a:pt x="1376" y="985"/>
                    <a:pt x="1376" y="979"/>
                    <a:pt x="1376" y="974"/>
                  </a:cubicBezTo>
                  <a:cubicBezTo>
                    <a:pt x="1319" y="974"/>
                    <a:pt x="1319" y="966"/>
                    <a:pt x="1327" y="949"/>
                  </a:cubicBezTo>
                  <a:cubicBezTo>
                    <a:pt x="1327" y="933"/>
                    <a:pt x="1263" y="933"/>
                    <a:pt x="1149" y="925"/>
                  </a:cubicBezTo>
                  <a:lnTo>
                    <a:pt x="1327" y="925"/>
                  </a:lnTo>
                  <a:cubicBezTo>
                    <a:pt x="1287" y="917"/>
                    <a:pt x="1246" y="917"/>
                    <a:pt x="1206" y="917"/>
                  </a:cubicBezTo>
                  <a:cubicBezTo>
                    <a:pt x="1149" y="917"/>
                    <a:pt x="1149" y="917"/>
                    <a:pt x="1214" y="909"/>
                  </a:cubicBezTo>
                  <a:cubicBezTo>
                    <a:pt x="1271" y="901"/>
                    <a:pt x="1271" y="901"/>
                    <a:pt x="1214" y="901"/>
                  </a:cubicBezTo>
                  <a:cubicBezTo>
                    <a:pt x="1214" y="893"/>
                    <a:pt x="1214" y="893"/>
                    <a:pt x="1271" y="884"/>
                  </a:cubicBezTo>
                  <a:lnTo>
                    <a:pt x="1214" y="884"/>
                  </a:lnTo>
                  <a:cubicBezTo>
                    <a:pt x="1157" y="884"/>
                    <a:pt x="1157" y="884"/>
                    <a:pt x="1214" y="876"/>
                  </a:cubicBezTo>
                  <a:cubicBezTo>
                    <a:pt x="1336" y="876"/>
                    <a:pt x="1336" y="868"/>
                    <a:pt x="1279" y="868"/>
                  </a:cubicBezTo>
                  <a:cubicBezTo>
                    <a:pt x="1214" y="868"/>
                    <a:pt x="1214" y="860"/>
                    <a:pt x="1214" y="860"/>
                  </a:cubicBezTo>
                  <a:cubicBezTo>
                    <a:pt x="1214" y="860"/>
                    <a:pt x="1214" y="852"/>
                    <a:pt x="1157" y="852"/>
                  </a:cubicBezTo>
                  <a:lnTo>
                    <a:pt x="1157" y="844"/>
                  </a:lnTo>
                  <a:lnTo>
                    <a:pt x="1279" y="844"/>
                  </a:lnTo>
                  <a:cubicBezTo>
                    <a:pt x="1279" y="836"/>
                    <a:pt x="1279" y="836"/>
                    <a:pt x="1222" y="836"/>
                  </a:cubicBezTo>
                  <a:cubicBezTo>
                    <a:pt x="1100" y="828"/>
                    <a:pt x="1100" y="828"/>
                    <a:pt x="1222" y="828"/>
                  </a:cubicBezTo>
                  <a:cubicBezTo>
                    <a:pt x="1279" y="828"/>
                    <a:pt x="1344" y="828"/>
                    <a:pt x="1279" y="820"/>
                  </a:cubicBezTo>
                  <a:lnTo>
                    <a:pt x="1287" y="820"/>
                  </a:lnTo>
                  <a:cubicBezTo>
                    <a:pt x="1400" y="820"/>
                    <a:pt x="1400" y="820"/>
                    <a:pt x="1287" y="803"/>
                  </a:cubicBezTo>
                  <a:cubicBezTo>
                    <a:pt x="1287" y="803"/>
                    <a:pt x="1230" y="787"/>
                    <a:pt x="1230" y="779"/>
                  </a:cubicBezTo>
                  <a:cubicBezTo>
                    <a:pt x="1230" y="763"/>
                    <a:pt x="1230" y="763"/>
                    <a:pt x="1295" y="755"/>
                  </a:cubicBezTo>
                  <a:lnTo>
                    <a:pt x="1352" y="755"/>
                  </a:lnTo>
                  <a:cubicBezTo>
                    <a:pt x="1230" y="755"/>
                    <a:pt x="1230" y="755"/>
                    <a:pt x="1230" y="747"/>
                  </a:cubicBezTo>
                  <a:cubicBezTo>
                    <a:pt x="1295" y="739"/>
                    <a:pt x="1238" y="730"/>
                    <a:pt x="1173" y="730"/>
                  </a:cubicBezTo>
                  <a:cubicBezTo>
                    <a:pt x="1060" y="730"/>
                    <a:pt x="1060" y="730"/>
                    <a:pt x="1117" y="722"/>
                  </a:cubicBezTo>
                  <a:lnTo>
                    <a:pt x="1238" y="722"/>
                  </a:lnTo>
                  <a:cubicBezTo>
                    <a:pt x="1279" y="722"/>
                    <a:pt x="1319" y="722"/>
                    <a:pt x="1360" y="714"/>
                  </a:cubicBezTo>
                  <a:cubicBezTo>
                    <a:pt x="1360" y="714"/>
                    <a:pt x="1360" y="711"/>
                    <a:pt x="1341" y="711"/>
                  </a:cubicBezTo>
                  <a:cubicBezTo>
                    <a:pt x="1331" y="711"/>
                    <a:pt x="1317" y="712"/>
                    <a:pt x="1295" y="714"/>
                  </a:cubicBezTo>
                  <a:cubicBezTo>
                    <a:pt x="1238" y="714"/>
                    <a:pt x="1238" y="714"/>
                    <a:pt x="1238" y="706"/>
                  </a:cubicBezTo>
                  <a:cubicBezTo>
                    <a:pt x="1238" y="706"/>
                    <a:pt x="1238" y="698"/>
                    <a:pt x="1181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1" y="690"/>
                    <a:pt x="1181" y="682"/>
                    <a:pt x="1181" y="682"/>
                  </a:cubicBezTo>
                  <a:lnTo>
                    <a:pt x="1360" y="682"/>
                  </a:lnTo>
                  <a:cubicBezTo>
                    <a:pt x="1344" y="674"/>
                    <a:pt x="1319" y="674"/>
                    <a:pt x="1303" y="674"/>
                  </a:cubicBezTo>
                  <a:cubicBezTo>
                    <a:pt x="1246" y="674"/>
                    <a:pt x="1254" y="601"/>
                    <a:pt x="1254" y="593"/>
                  </a:cubicBezTo>
                  <a:cubicBezTo>
                    <a:pt x="1300" y="587"/>
                    <a:pt x="1314" y="581"/>
                    <a:pt x="1295" y="581"/>
                  </a:cubicBezTo>
                  <a:cubicBezTo>
                    <a:pt x="1287" y="581"/>
                    <a:pt x="1273" y="582"/>
                    <a:pt x="1254" y="584"/>
                  </a:cubicBezTo>
                  <a:cubicBezTo>
                    <a:pt x="1198" y="584"/>
                    <a:pt x="1198" y="568"/>
                    <a:pt x="1206" y="544"/>
                  </a:cubicBezTo>
                  <a:cubicBezTo>
                    <a:pt x="1206" y="528"/>
                    <a:pt x="1206" y="512"/>
                    <a:pt x="1149" y="512"/>
                  </a:cubicBezTo>
                  <a:cubicBezTo>
                    <a:pt x="1149" y="512"/>
                    <a:pt x="1149" y="503"/>
                    <a:pt x="1149" y="503"/>
                  </a:cubicBezTo>
                  <a:cubicBezTo>
                    <a:pt x="1149" y="495"/>
                    <a:pt x="1092" y="487"/>
                    <a:pt x="1092" y="487"/>
                  </a:cubicBezTo>
                  <a:cubicBezTo>
                    <a:pt x="1036" y="479"/>
                    <a:pt x="1036" y="479"/>
                    <a:pt x="1092" y="479"/>
                  </a:cubicBezTo>
                  <a:cubicBezTo>
                    <a:pt x="1106" y="482"/>
                    <a:pt x="1119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3" y="471"/>
                    <a:pt x="1133" y="471"/>
                    <a:pt x="1092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092" y="463"/>
                  </a:cubicBezTo>
                  <a:lnTo>
                    <a:pt x="1157" y="463"/>
                  </a:lnTo>
                  <a:cubicBezTo>
                    <a:pt x="1157" y="455"/>
                    <a:pt x="1157" y="455"/>
                    <a:pt x="1279" y="455"/>
                  </a:cubicBezTo>
                  <a:lnTo>
                    <a:pt x="1214" y="447"/>
                  </a:lnTo>
                  <a:cubicBezTo>
                    <a:pt x="1336" y="439"/>
                    <a:pt x="1222" y="439"/>
                    <a:pt x="1157" y="430"/>
                  </a:cubicBezTo>
                  <a:cubicBezTo>
                    <a:pt x="1279" y="430"/>
                    <a:pt x="1279" y="430"/>
                    <a:pt x="1157" y="422"/>
                  </a:cubicBezTo>
                  <a:cubicBezTo>
                    <a:pt x="1100" y="422"/>
                    <a:pt x="1100" y="422"/>
                    <a:pt x="1157" y="414"/>
                  </a:cubicBezTo>
                  <a:cubicBezTo>
                    <a:pt x="1222" y="414"/>
                    <a:pt x="1222" y="414"/>
                    <a:pt x="1222" y="406"/>
                  </a:cubicBezTo>
                  <a:cubicBezTo>
                    <a:pt x="1165" y="398"/>
                    <a:pt x="1165" y="382"/>
                    <a:pt x="1173" y="357"/>
                  </a:cubicBezTo>
                  <a:cubicBezTo>
                    <a:pt x="1173" y="325"/>
                    <a:pt x="1173" y="309"/>
                    <a:pt x="1117" y="309"/>
                  </a:cubicBezTo>
                  <a:cubicBezTo>
                    <a:pt x="1117" y="309"/>
                    <a:pt x="1117" y="309"/>
                    <a:pt x="1181" y="301"/>
                  </a:cubicBezTo>
                  <a:cubicBezTo>
                    <a:pt x="1238" y="301"/>
                    <a:pt x="1238" y="301"/>
                    <a:pt x="1117" y="293"/>
                  </a:cubicBezTo>
                  <a:cubicBezTo>
                    <a:pt x="1181" y="293"/>
                    <a:pt x="1181" y="285"/>
                    <a:pt x="1181" y="276"/>
                  </a:cubicBezTo>
                  <a:cubicBezTo>
                    <a:pt x="1181" y="268"/>
                    <a:pt x="1181" y="252"/>
                    <a:pt x="1125" y="252"/>
                  </a:cubicBezTo>
                  <a:cubicBezTo>
                    <a:pt x="1246" y="252"/>
                    <a:pt x="1303" y="236"/>
                    <a:pt x="1190" y="228"/>
                  </a:cubicBezTo>
                  <a:cubicBezTo>
                    <a:pt x="1190" y="228"/>
                    <a:pt x="1190" y="220"/>
                    <a:pt x="1246" y="220"/>
                  </a:cubicBezTo>
                  <a:cubicBezTo>
                    <a:pt x="1246" y="220"/>
                    <a:pt x="1246" y="220"/>
                    <a:pt x="1190" y="203"/>
                  </a:cubicBezTo>
                  <a:cubicBezTo>
                    <a:pt x="1190" y="203"/>
                    <a:pt x="1190" y="195"/>
                    <a:pt x="1198" y="187"/>
                  </a:cubicBezTo>
                  <a:cubicBezTo>
                    <a:pt x="1198" y="179"/>
                    <a:pt x="1133" y="171"/>
                    <a:pt x="1133" y="171"/>
                  </a:cubicBezTo>
                  <a:cubicBezTo>
                    <a:pt x="1138" y="171"/>
                    <a:pt x="1140" y="167"/>
                    <a:pt x="1141" y="167"/>
                  </a:cubicBezTo>
                  <a:cubicBezTo>
                    <a:pt x="1141" y="167"/>
                    <a:pt x="1141" y="168"/>
                    <a:pt x="1141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06" y="90"/>
                    <a:pt x="1271" y="90"/>
                  </a:cubicBezTo>
                  <a:cubicBezTo>
                    <a:pt x="1271" y="90"/>
                    <a:pt x="1271" y="90"/>
                    <a:pt x="1206" y="82"/>
                  </a:cubicBezTo>
                  <a:cubicBezTo>
                    <a:pt x="1092" y="82"/>
                    <a:pt x="1092" y="74"/>
                    <a:pt x="1149" y="74"/>
                  </a:cubicBezTo>
                  <a:cubicBezTo>
                    <a:pt x="1271" y="74"/>
                    <a:pt x="1271" y="57"/>
                    <a:pt x="1157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7" y="41"/>
                  </a:cubicBezTo>
                  <a:cubicBezTo>
                    <a:pt x="1214" y="33"/>
                    <a:pt x="1279" y="33"/>
                    <a:pt x="1214" y="33"/>
                  </a:cubicBezTo>
                  <a:cubicBezTo>
                    <a:pt x="1214" y="25"/>
                    <a:pt x="1214" y="25"/>
                    <a:pt x="1336" y="25"/>
                  </a:cubicBezTo>
                  <a:lnTo>
                    <a:pt x="1336" y="17"/>
                  </a:lnTo>
                  <a:cubicBezTo>
                    <a:pt x="1336" y="17"/>
                    <a:pt x="1336" y="9"/>
                    <a:pt x="1279" y="9"/>
                  </a:cubicBezTo>
                  <a:lnTo>
                    <a:pt x="1222" y="9"/>
                  </a:lnTo>
                  <a:cubicBezTo>
                    <a:pt x="1260" y="9"/>
                    <a:pt x="1247" y="5"/>
                    <a:pt x="1215" y="5"/>
                  </a:cubicBezTo>
                  <a:cubicBezTo>
                    <a:pt x="1200" y="5"/>
                    <a:pt x="1179" y="6"/>
                    <a:pt x="1157" y="9"/>
                  </a:cubicBezTo>
                  <a:cubicBezTo>
                    <a:pt x="1117" y="9"/>
                    <a:pt x="1084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4" y="1616"/>
                    <a:pt x="1065" y="1621"/>
                    <a:pt x="1132" y="1622"/>
                  </a:cubicBezTo>
                  <a:lnTo>
                    <a:pt x="1132" y="1622"/>
                  </a:lnTo>
                  <a:cubicBezTo>
                    <a:pt x="1131" y="1620"/>
                    <a:pt x="1130" y="1617"/>
                    <a:pt x="1130" y="1615"/>
                  </a:cubicBezTo>
                  <a:close/>
                  <a:moveTo>
                    <a:pt x="703" y="1675"/>
                  </a:moveTo>
                  <a:cubicBezTo>
                    <a:pt x="690" y="1675"/>
                    <a:pt x="663" y="1676"/>
                    <a:pt x="622" y="1679"/>
                  </a:cubicBezTo>
                  <a:cubicBezTo>
                    <a:pt x="703" y="1679"/>
                    <a:pt x="730" y="1675"/>
                    <a:pt x="703" y="1675"/>
                  </a:cubicBezTo>
                  <a:close/>
                  <a:moveTo>
                    <a:pt x="1132" y="1622"/>
                  </a:moveTo>
                  <a:cubicBezTo>
                    <a:pt x="1141" y="1662"/>
                    <a:pt x="1146" y="1703"/>
                    <a:pt x="1146" y="1744"/>
                  </a:cubicBezTo>
                  <a:lnTo>
                    <a:pt x="1146" y="1744"/>
                  </a:lnTo>
                  <a:cubicBezTo>
                    <a:pt x="1327" y="1744"/>
                    <a:pt x="1318" y="1743"/>
                    <a:pt x="1214" y="1736"/>
                  </a:cubicBezTo>
                  <a:cubicBezTo>
                    <a:pt x="1157" y="1728"/>
                    <a:pt x="1157" y="1728"/>
                    <a:pt x="1214" y="1728"/>
                  </a:cubicBezTo>
                  <a:cubicBezTo>
                    <a:pt x="1271" y="1728"/>
                    <a:pt x="1271" y="1728"/>
                    <a:pt x="1279" y="1720"/>
                  </a:cubicBezTo>
                  <a:cubicBezTo>
                    <a:pt x="1279" y="1711"/>
                    <a:pt x="1279" y="1703"/>
                    <a:pt x="1214" y="1703"/>
                  </a:cubicBezTo>
                  <a:lnTo>
                    <a:pt x="1214" y="1695"/>
                  </a:lnTo>
                  <a:cubicBezTo>
                    <a:pt x="1295" y="1695"/>
                    <a:pt x="1297" y="1692"/>
                    <a:pt x="1253" y="1692"/>
                  </a:cubicBezTo>
                  <a:cubicBezTo>
                    <a:pt x="1231" y="1692"/>
                    <a:pt x="1198" y="1693"/>
                    <a:pt x="1157" y="1695"/>
                  </a:cubicBezTo>
                  <a:lnTo>
                    <a:pt x="1157" y="1687"/>
                  </a:lnTo>
                  <a:lnTo>
                    <a:pt x="1222" y="1687"/>
                  </a:lnTo>
                  <a:cubicBezTo>
                    <a:pt x="1279" y="1687"/>
                    <a:pt x="1279" y="1679"/>
                    <a:pt x="1287" y="1655"/>
                  </a:cubicBezTo>
                  <a:cubicBezTo>
                    <a:pt x="1287" y="1630"/>
                    <a:pt x="1287" y="1622"/>
                    <a:pt x="1165" y="1622"/>
                  </a:cubicBezTo>
                  <a:cubicBezTo>
                    <a:pt x="1153" y="1622"/>
                    <a:pt x="1141" y="1622"/>
                    <a:pt x="1132" y="1622"/>
                  </a:cubicBezTo>
                  <a:close/>
                  <a:moveTo>
                    <a:pt x="1146" y="1744"/>
                  </a:moveTo>
                  <a:cubicBezTo>
                    <a:pt x="1130" y="1744"/>
                    <a:pt x="1112" y="1744"/>
                    <a:pt x="1092" y="1744"/>
                  </a:cubicBezTo>
                  <a:lnTo>
                    <a:pt x="914" y="1744"/>
                  </a:lnTo>
                  <a:lnTo>
                    <a:pt x="1092" y="1752"/>
                  </a:lnTo>
                  <a:cubicBezTo>
                    <a:pt x="1111" y="1752"/>
                    <a:pt x="1129" y="1752"/>
                    <a:pt x="1146" y="1752"/>
                  </a:cubicBezTo>
                  <a:lnTo>
                    <a:pt x="1146" y="1752"/>
                  </a:lnTo>
                  <a:cubicBezTo>
                    <a:pt x="1146" y="1749"/>
                    <a:pt x="1146" y="1747"/>
                    <a:pt x="1146" y="1744"/>
                  </a:cubicBezTo>
                  <a:close/>
                  <a:moveTo>
                    <a:pt x="1146" y="1752"/>
                  </a:moveTo>
                  <a:lnTo>
                    <a:pt x="1146" y="1752"/>
                  </a:lnTo>
                  <a:cubicBezTo>
                    <a:pt x="1146" y="1765"/>
                    <a:pt x="1145" y="1778"/>
                    <a:pt x="1144" y="1791"/>
                  </a:cubicBezTo>
                  <a:lnTo>
                    <a:pt x="1144" y="1791"/>
                  </a:lnTo>
                  <a:cubicBezTo>
                    <a:pt x="1125" y="1790"/>
                    <a:pt x="1105" y="1789"/>
                    <a:pt x="1085" y="1785"/>
                  </a:cubicBezTo>
                  <a:lnTo>
                    <a:pt x="1085" y="1785"/>
                  </a:lnTo>
                  <a:cubicBezTo>
                    <a:pt x="1105" y="1789"/>
                    <a:pt x="1125" y="1790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4" y="1791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5" y="1791"/>
                    <a:pt x="1145" y="1791"/>
                  </a:cubicBezTo>
                  <a:cubicBezTo>
                    <a:pt x="1165" y="1791"/>
                    <a:pt x="1186" y="1788"/>
                    <a:pt x="1206" y="1784"/>
                  </a:cubicBezTo>
                  <a:lnTo>
                    <a:pt x="1263" y="1784"/>
                  </a:lnTo>
                  <a:cubicBezTo>
                    <a:pt x="1384" y="1784"/>
                    <a:pt x="1327" y="1776"/>
                    <a:pt x="1271" y="1768"/>
                  </a:cubicBezTo>
                  <a:cubicBezTo>
                    <a:pt x="1149" y="1760"/>
                    <a:pt x="1149" y="1760"/>
                    <a:pt x="1271" y="1760"/>
                  </a:cubicBezTo>
                  <a:cubicBezTo>
                    <a:pt x="1372" y="1760"/>
                    <a:pt x="1292" y="1754"/>
                    <a:pt x="1146" y="1752"/>
                  </a:cubicBezTo>
                  <a:close/>
                  <a:moveTo>
                    <a:pt x="963" y="1801"/>
                  </a:moveTo>
                  <a:lnTo>
                    <a:pt x="1027" y="1809"/>
                  </a:lnTo>
                  <a:lnTo>
                    <a:pt x="1084" y="1801"/>
                  </a:lnTo>
                  <a:close/>
                  <a:moveTo>
                    <a:pt x="1162" y="1813"/>
                  </a:moveTo>
                  <a:cubicBezTo>
                    <a:pt x="1165" y="1813"/>
                    <a:pt x="1174" y="1814"/>
                    <a:pt x="1187" y="1815"/>
                  </a:cubicBezTo>
                  <a:lnTo>
                    <a:pt x="1187" y="1815"/>
                  </a:lnTo>
                  <a:cubicBezTo>
                    <a:pt x="1165" y="1814"/>
                    <a:pt x="1158" y="1813"/>
                    <a:pt x="1162" y="1813"/>
                  </a:cubicBezTo>
                  <a:close/>
                  <a:moveTo>
                    <a:pt x="1076" y="1874"/>
                  </a:moveTo>
                  <a:cubicBezTo>
                    <a:pt x="1076" y="1882"/>
                    <a:pt x="1076" y="1882"/>
                    <a:pt x="1129" y="1882"/>
                  </a:cubicBezTo>
                  <a:lnTo>
                    <a:pt x="1129" y="1882"/>
                  </a:lnTo>
                  <a:cubicBezTo>
                    <a:pt x="1129" y="1879"/>
                    <a:pt x="1130" y="1876"/>
                    <a:pt x="1131" y="1874"/>
                  </a:cubicBezTo>
                  <a:close/>
                  <a:moveTo>
                    <a:pt x="2325" y="1890"/>
                  </a:moveTo>
                  <a:cubicBezTo>
                    <a:pt x="2268" y="1890"/>
                    <a:pt x="2268" y="1890"/>
                    <a:pt x="2268" y="1898"/>
                  </a:cubicBezTo>
                  <a:lnTo>
                    <a:pt x="2390" y="1898"/>
                  </a:lnTo>
                  <a:cubicBezTo>
                    <a:pt x="2446" y="1898"/>
                    <a:pt x="2446" y="1898"/>
                    <a:pt x="2325" y="1890"/>
                  </a:cubicBezTo>
                  <a:close/>
                  <a:moveTo>
                    <a:pt x="354" y="1898"/>
                  </a:moveTo>
                  <a:cubicBezTo>
                    <a:pt x="322" y="1902"/>
                    <a:pt x="306" y="1904"/>
                    <a:pt x="298" y="1904"/>
                  </a:cubicBezTo>
                  <a:cubicBezTo>
                    <a:pt x="290" y="1904"/>
                    <a:pt x="290" y="1902"/>
                    <a:pt x="290" y="1898"/>
                  </a:cubicBezTo>
                  <a:close/>
                  <a:moveTo>
                    <a:pt x="1113" y="1930"/>
                  </a:moveTo>
                  <a:cubicBezTo>
                    <a:pt x="1068" y="1930"/>
                    <a:pt x="1068" y="1931"/>
                    <a:pt x="1068" y="1938"/>
                  </a:cubicBezTo>
                  <a:lnTo>
                    <a:pt x="1110" y="1938"/>
                  </a:lnTo>
                  <a:cubicBezTo>
                    <a:pt x="1111" y="1936"/>
                    <a:pt x="1112" y="1933"/>
                    <a:pt x="1113" y="1930"/>
                  </a:cubicBezTo>
                  <a:close/>
                  <a:moveTo>
                    <a:pt x="746" y="1951"/>
                  </a:moveTo>
                  <a:cubicBezTo>
                    <a:pt x="753" y="1951"/>
                    <a:pt x="760" y="1952"/>
                    <a:pt x="768" y="1955"/>
                  </a:cubicBezTo>
                  <a:lnTo>
                    <a:pt x="703" y="1955"/>
                  </a:lnTo>
                  <a:cubicBezTo>
                    <a:pt x="719" y="1955"/>
                    <a:pt x="732" y="1951"/>
                    <a:pt x="746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8" y="1987"/>
                  </a:lnTo>
                  <a:close/>
                  <a:moveTo>
                    <a:pt x="995" y="2011"/>
                  </a:moveTo>
                  <a:cubicBezTo>
                    <a:pt x="873" y="2011"/>
                    <a:pt x="817" y="2011"/>
                    <a:pt x="873" y="2020"/>
                  </a:cubicBezTo>
                  <a:lnTo>
                    <a:pt x="995" y="2020"/>
                  </a:lnTo>
                  <a:lnTo>
                    <a:pt x="995" y="2011"/>
                  </a:lnTo>
                  <a:close/>
                  <a:moveTo>
                    <a:pt x="1287" y="2036"/>
                  </a:moveTo>
                  <a:cubicBezTo>
                    <a:pt x="1287" y="2044"/>
                    <a:pt x="1352" y="2044"/>
                    <a:pt x="1287" y="2044"/>
                  </a:cubicBezTo>
                  <a:cubicBezTo>
                    <a:pt x="1271" y="2044"/>
                    <a:pt x="1246" y="2044"/>
                    <a:pt x="1230" y="2036"/>
                  </a:cubicBezTo>
                  <a:close/>
                  <a:moveTo>
                    <a:pt x="1165" y="2101"/>
                  </a:moveTo>
                  <a:lnTo>
                    <a:pt x="1165" y="2109"/>
                  </a:lnTo>
                  <a:cubicBezTo>
                    <a:pt x="1100" y="2109"/>
                    <a:pt x="1044" y="2101"/>
                    <a:pt x="1044" y="2101"/>
                  </a:cubicBezTo>
                  <a:close/>
                  <a:moveTo>
                    <a:pt x="800" y="2125"/>
                  </a:moveTo>
                  <a:cubicBezTo>
                    <a:pt x="888" y="2131"/>
                    <a:pt x="942" y="2132"/>
                    <a:pt x="965" y="2133"/>
                  </a:cubicBezTo>
                  <a:lnTo>
                    <a:pt x="965" y="2133"/>
                  </a:lnTo>
                  <a:cubicBezTo>
                    <a:pt x="966" y="2133"/>
                    <a:pt x="966" y="2132"/>
                    <a:pt x="966" y="2132"/>
                  </a:cubicBezTo>
                  <a:lnTo>
                    <a:pt x="966" y="2132"/>
                  </a:lnTo>
                  <a:lnTo>
                    <a:pt x="857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lnTo>
                    <a:pt x="1206" y="2174"/>
                  </a:lnTo>
                  <a:cubicBezTo>
                    <a:pt x="1106" y="2174"/>
                    <a:pt x="1094" y="2167"/>
                    <a:pt x="1214" y="2166"/>
                  </a:cubicBezTo>
                  <a:close/>
                  <a:moveTo>
                    <a:pt x="1027" y="2190"/>
                  </a:moveTo>
                  <a:cubicBezTo>
                    <a:pt x="1092" y="2190"/>
                    <a:pt x="1149" y="2198"/>
                    <a:pt x="1206" y="2198"/>
                  </a:cubicBezTo>
                  <a:lnTo>
                    <a:pt x="1206" y="2206"/>
                  </a:lnTo>
                  <a:lnTo>
                    <a:pt x="1084" y="2198"/>
                  </a:lnTo>
                  <a:cubicBezTo>
                    <a:pt x="906" y="2190"/>
                    <a:pt x="906" y="2190"/>
                    <a:pt x="1027" y="2190"/>
                  </a:cubicBezTo>
                  <a:close/>
                  <a:moveTo>
                    <a:pt x="906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49" y="2214"/>
                    <a:pt x="849" y="2214"/>
                    <a:pt x="849" y="2206"/>
                  </a:cubicBezTo>
                  <a:close/>
                  <a:moveTo>
                    <a:pt x="610" y="1258"/>
                  </a:moveTo>
                  <a:cubicBezTo>
                    <a:pt x="56" y="1303"/>
                    <a:pt x="0" y="2160"/>
                    <a:pt x="606" y="2230"/>
                  </a:cubicBezTo>
                  <a:cubicBezTo>
                    <a:pt x="549" y="2222"/>
                    <a:pt x="549" y="2222"/>
                    <a:pt x="606" y="2214"/>
                  </a:cubicBezTo>
                  <a:lnTo>
                    <a:pt x="606" y="2206"/>
                  </a:lnTo>
                  <a:cubicBezTo>
                    <a:pt x="549" y="2206"/>
                    <a:pt x="549" y="2190"/>
                    <a:pt x="614" y="2182"/>
                  </a:cubicBezTo>
                  <a:lnTo>
                    <a:pt x="614" y="2174"/>
                  </a:lnTo>
                  <a:cubicBezTo>
                    <a:pt x="492" y="2174"/>
                    <a:pt x="557" y="2133"/>
                    <a:pt x="679" y="2125"/>
                  </a:cubicBezTo>
                  <a:lnTo>
                    <a:pt x="622" y="2125"/>
                  </a:lnTo>
                  <a:cubicBezTo>
                    <a:pt x="557" y="2125"/>
                    <a:pt x="557" y="2125"/>
                    <a:pt x="565" y="2117"/>
                  </a:cubicBezTo>
                  <a:cubicBezTo>
                    <a:pt x="622" y="2109"/>
                    <a:pt x="622" y="2101"/>
                    <a:pt x="622" y="2093"/>
                  </a:cubicBezTo>
                  <a:cubicBezTo>
                    <a:pt x="622" y="2093"/>
                    <a:pt x="622" y="2084"/>
                    <a:pt x="687" y="2084"/>
                  </a:cubicBezTo>
                  <a:cubicBezTo>
                    <a:pt x="630" y="2084"/>
                    <a:pt x="630" y="2076"/>
                    <a:pt x="687" y="2076"/>
                  </a:cubicBezTo>
                  <a:cubicBezTo>
                    <a:pt x="727" y="2068"/>
                    <a:pt x="768" y="2068"/>
                    <a:pt x="809" y="2068"/>
                  </a:cubicBezTo>
                  <a:cubicBezTo>
                    <a:pt x="809" y="2068"/>
                    <a:pt x="809" y="2076"/>
                    <a:pt x="865" y="2076"/>
                  </a:cubicBezTo>
                  <a:cubicBezTo>
                    <a:pt x="906" y="2076"/>
                    <a:pt x="946" y="2076"/>
                    <a:pt x="987" y="2068"/>
                  </a:cubicBezTo>
                  <a:cubicBezTo>
                    <a:pt x="1052" y="2060"/>
                    <a:pt x="1052" y="2060"/>
                    <a:pt x="930" y="2060"/>
                  </a:cubicBezTo>
                  <a:lnTo>
                    <a:pt x="687" y="2060"/>
                  </a:lnTo>
                  <a:cubicBezTo>
                    <a:pt x="630" y="2052"/>
                    <a:pt x="573" y="2052"/>
                    <a:pt x="630" y="2044"/>
                  </a:cubicBezTo>
                  <a:cubicBezTo>
                    <a:pt x="509" y="2044"/>
                    <a:pt x="509" y="2044"/>
                    <a:pt x="630" y="2028"/>
                  </a:cubicBezTo>
                  <a:cubicBezTo>
                    <a:pt x="695" y="2020"/>
                    <a:pt x="695" y="2020"/>
                    <a:pt x="638" y="2011"/>
                  </a:cubicBezTo>
                  <a:cubicBezTo>
                    <a:pt x="638" y="2011"/>
                    <a:pt x="573" y="2011"/>
                    <a:pt x="638" y="2003"/>
                  </a:cubicBezTo>
                  <a:cubicBezTo>
                    <a:pt x="695" y="2003"/>
                    <a:pt x="695" y="2003"/>
                    <a:pt x="695" y="1995"/>
                  </a:cubicBezTo>
                  <a:cubicBezTo>
                    <a:pt x="760" y="1987"/>
                    <a:pt x="703" y="1987"/>
                    <a:pt x="638" y="1987"/>
                  </a:cubicBezTo>
                  <a:cubicBezTo>
                    <a:pt x="517" y="1987"/>
                    <a:pt x="517" y="1987"/>
                    <a:pt x="638" y="1979"/>
                  </a:cubicBezTo>
                  <a:lnTo>
                    <a:pt x="703" y="1979"/>
                  </a:lnTo>
                  <a:cubicBezTo>
                    <a:pt x="638" y="1979"/>
                    <a:pt x="582" y="1979"/>
                    <a:pt x="638" y="1971"/>
                  </a:cubicBezTo>
                  <a:cubicBezTo>
                    <a:pt x="703" y="1971"/>
                    <a:pt x="703" y="1963"/>
                    <a:pt x="703" y="1963"/>
                  </a:cubicBezTo>
                  <a:lnTo>
                    <a:pt x="760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8" y="1955"/>
                  </a:lnTo>
                  <a:cubicBezTo>
                    <a:pt x="773" y="1952"/>
                    <a:pt x="779" y="1951"/>
                    <a:pt x="785" y="1951"/>
                  </a:cubicBezTo>
                  <a:cubicBezTo>
                    <a:pt x="796" y="1951"/>
                    <a:pt x="809" y="1955"/>
                    <a:pt x="825" y="1955"/>
                  </a:cubicBezTo>
                  <a:cubicBezTo>
                    <a:pt x="784" y="1938"/>
                    <a:pt x="744" y="1938"/>
                    <a:pt x="703" y="1938"/>
                  </a:cubicBezTo>
                  <a:lnTo>
                    <a:pt x="646" y="1938"/>
                  </a:lnTo>
                  <a:cubicBezTo>
                    <a:pt x="646" y="1930"/>
                    <a:pt x="646" y="1930"/>
                    <a:pt x="590" y="1930"/>
                  </a:cubicBezTo>
                  <a:cubicBezTo>
                    <a:pt x="525" y="1930"/>
                    <a:pt x="525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4" y="1906"/>
                  </a:cubicBezTo>
                  <a:cubicBezTo>
                    <a:pt x="711" y="1898"/>
                    <a:pt x="711" y="1898"/>
                    <a:pt x="654" y="1898"/>
                  </a:cubicBezTo>
                  <a:cubicBezTo>
                    <a:pt x="533" y="1898"/>
                    <a:pt x="533" y="1890"/>
                    <a:pt x="654" y="1890"/>
                  </a:cubicBezTo>
                  <a:lnTo>
                    <a:pt x="711" y="1890"/>
                  </a:lnTo>
                  <a:cubicBezTo>
                    <a:pt x="711" y="1890"/>
                    <a:pt x="711" y="1898"/>
                    <a:pt x="768" y="1898"/>
                  </a:cubicBezTo>
                  <a:cubicBezTo>
                    <a:pt x="768" y="1890"/>
                    <a:pt x="776" y="1890"/>
                    <a:pt x="833" y="1890"/>
                  </a:cubicBezTo>
                  <a:cubicBezTo>
                    <a:pt x="736" y="1890"/>
                    <a:pt x="638" y="1882"/>
                    <a:pt x="533" y="1866"/>
                  </a:cubicBezTo>
                  <a:cubicBezTo>
                    <a:pt x="541" y="1857"/>
                    <a:pt x="541" y="1857"/>
                    <a:pt x="598" y="1857"/>
                  </a:cubicBezTo>
                  <a:cubicBezTo>
                    <a:pt x="654" y="1857"/>
                    <a:pt x="654" y="1857"/>
                    <a:pt x="654" y="1849"/>
                  </a:cubicBezTo>
                  <a:lnTo>
                    <a:pt x="541" y="1849"/>
                  </a:lnTo>
                  <a:cubicBezTo>
                    <a:pt x="419" y="1849"/>
                    <a:pt x="419" y="1849"/>
                    <a:pt x="476" y="1841"/>
                  </a:cubicBezTo>
                  <a:cubicBezTo>
                    <a:pt x="525" y="1841"/>
                    <a:pt x="565" y="1841"/>
                    <a:pt x="598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19" y="1833"/>
                  </a:cubicBezTo>
                  <a:cubicBezTo>
                    <a:pt x="719" y="1825"/>
                    <a:pt x="719" y="1825"/>
                    <a:pt x="663" y="1825"/>
                  </a:cubicBezTo>
                  <a:cubicBezTo>
                    <a:pt x="541" y="1825"/>
                    <a:pt x="541" y="1825"/>
                    <a:pt x="541" y="1817"/>
                  </a:cubicBezTo>
                  <a:cubicBezTo>
                    <a:pt x="606" y="1817"/>
                    <a:pt x="541" y="1809"/>
                    <a:pt x="484" y="1809"/>
                  </a:cubicBezTo>
                  <a:lnTo>
                    <a:pt x="549" y="1809"/>
                  </a:lnTo>
                  <a:cubicBezTo>
                    <a:pt x="727" y="1801"/>
                    <a:pt x="727" y="1801"/>
                    <a:pt x="606" y="1801"/>
                  </a:cubicBezTo>
                  <a:cubicBezTo>
                    <a:pt x="549" y="1801"/>
                    <a:pt x="484" y="1793"/>
                    <a:pt x="549" y="1793"/>
                  </a:cubicBezTo>
                  <a:lnTo>
                    <a:pt x="606" y="1793"/>
                  </a:lnTo>
                  <a:cubicBezTo>
                    <a:pt x="484" y="1793"/>
                    <a:pt x="549" y="1768"/>
                    <a:pt x="614" y="1768"/>
                  </a:cubicBezTo>
                  <a:cubicBezTo>
                    <a:pt x="671" y="1768"/>
                    <a:pt x="671" y="1768"/>
                    <a:pt x="614" y="1760"/>
                  </a:cubicBezTo>
                  <a:cubicBezTo>
                    <a:pt x="549" y="1760"/>
                    <a:pt x="549" y="1752"/>
                    <a:pt x="557" y="1744"/>
                  </a:cubicBezTo>
                  <a:cubicBezTo>
                    <a:pt x="614" y="1736"/>
                    <a:pt x="614" y="1720"/>
                    <a:pt x="500" y="1711"/>
                  </a:cubicBezTo>
                  <a:cubicBezTo>
                    <a:pt x="557" y="1711"/>
                    <a:pt x="557" y="1703"/>
                    <a:pt x="557" y="1695"/>
                  </a:cubicBezTo>
                  <a:cubicBezTo>
                    <a:pt x="565" y="1687"/>
                    <a:pt x="622" y="1687"/>
                    <a:pt x="622" y="1679"/>
                  </a:cubicBezTo>
                  <a:cubicBezTo>
                    <a:pt x="565" y="1679"/>
                    <a:pt x="565" y="1671"/>
                    <a:pt x="565" y="1638"/>
                  </a:cubicBezTo>
                  <a:cubicBezTo>
                    <a:pt x="573" y="1614"/>
                    <a:pt x="638" y="1598"/>
                    <a:pt x="638" y="1598"/>
                  </a:cubicBezTo>
                  <a:lnTo>
                    <a:pt x="573" y="1598"/>
                  </a:lnTo>
                  <a:lnTo>
                    <a:pt x="573" y="1590"/>
                  </a:lnTo>
                  <a:lnTo>
                    <a:pt x="638" y="1590"/>
                  </a:lnTo>
                  <a:cubicBezTo>
                    <a:pt x="573" y="1590"/>
                    <a:pt x="638" y="1582"/>
                    <a:pt x="638" y="1582"/>
                  </a:cubicBezTo>
                  <a:cubicBezTo>
                    <a:pt x="760" y="1574"/>
                    <a:pt x="760" y="1566"/>
                    <a:pt x="638" y="1557"/>
                  </a:cubicBezTo>
                  <a:cubicBezTo>
                    <a:pt x="525" y="1557"/>
                    <a:pt x="525" y="1557"/>
                    <a:pt x="638" y="1549"/>
                  </a:cubicBezTo>
                  <a:cubicBezTo>
                    <a:pt x="760" y="1549"/>
                    <a:pt x="760" y="1549"/>
                    <a:pt x="646" y="1541"/>
                  </a:cubicBezTo>
                  <a:cubicBezTo>
                    <a:pt x="582" y="1541"/>
                    <a:pt x="582" y="1541"/>
                    <a:pt x="703" y="1533"/>
                  </a:cubicBezTo>
                  <a:cubicBezTo>
                    <a:pt x="525" y="1525"/>
                    <a:pt x="525" y="1517"/>
                    <a:pt x="646" y="1517"/>
                  </a:cubicBezTo>
                  <a:cubicBezTo>
                    <a:pt x="768" y="1517"/>
                    <a:pt x="768" y="1517"/>
                    <a:pt x="646" y="1509"/>
                  </a:cubicBezTo>
                  <a:cubicBezTo>
                    <a:pt x="590" y="1509"/>
                    <a:pt x="590" y="1493"/>
                    <a:pt x="711" y="1493"/>
                  </a:cubicBezTo>
                  <a:cubicBezTo>
                    <a:pt x="711" y="1493"/>
                    <a:pt x="711" y="1493"/>
                    <a:pt x="654" y="1484"/>
                  </a:cubicBezTo>
                  <a:cubicBezTo>
                    <a:pt x="590" y="1476"/>
                    <a:pt x="533" y="1460"/>
                    <a:pt x="654" y="1460"/>
                  </a:cubicBezTo>
                  <a:cubicBezTo>
                    <a:pt x="654" y="1460"/>
                    <a:pt x="654" y="1460"/>
                    <a:pt x="654" y="1452"/>
                  </a:cubicBezTo>
                  <a:lnTo>
                    <a:pt x="654" y="1444"/>
                  </a:lnTo>
                  <a:cubicBezTo>
                    <a:pt x="598" y="1444"/>
                    <a:pt x="614" y="1339"/>
                    <a:pt x="671" y="1339"/>
                  </a:cubicBezTo>
                  <a:cubicBezTo>
                    <a:pt x="671" y="1330"/>
                    <a:pt x="671" y="1322"/>
                    <a:pt x="614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14" y="1314"/>
                  </a:cubicBezTo>
                  <a:lnTo>
                    <a:pt x="614" y="1306"/>
                  </a:lnTo>
                  <a:cubicBezTo>
                    <a:pt x="679" y="1306"/>
                    <a:pt x="679" y="1298"/>
                    <a:pt x="622" y="1298"/>
                  </a:cubicBezTo>
                  <a:cubicBezTo>
                    <a:pt x="557" y="1290"/>
                    <a:pt x="557" y="1290"/>
                    <a:pt x="557" y="1290"/>
                  </a:cubicBezTo>
                  <a:cubicBezTo>
                    <a:pt x="622" y="1282"/>
                    <a:pt x="622" y="1274"/>
                    <a:pt x="622" y="1266"/>
                  </a:cubicBezTo>
                  <a:cubicBezTo>
                    <a:pt x="622" y="1263"/>
                    <a:pt x="617" y="1261"/>
                    <a:pt x="610" y="1258"/>
                  </a:cubicBezTo>
                  <a:close/>
                  <a:moveTo>
                    <a:pt x="1311" y="2328"/>
                  </a:moveTo>
                  <a:cubicBezTo>
                    <a:pt x="1246" y="2328"/>
                    <a:pt x="1246" y="2336"/>
                    <a:pt x="1246" y="2336"/>
                  </a:cubicBezTo>
                  <a:cubicBezTo>
                    <a:pt x="1190" y="2344"/>
                    <a:pt x="1246" y="2344"/>
                    <a:pt x="1303" y="2344"/>
                  </a:cubicBezTo>
                  <a:cubicBezTo>
                    <a:pt x="1368" y="2344"/>
                    <a:pt x="1368" y="2344"/>
                    <a:pt x="1368" y="2336"/>
                  </a:cubicBezTo>
                  <a:cubicBezTo>
                    <a:pt x="1344" y="2336"/>
                    <a:pt x="1327" y="2336"/>
                    <a:pt x="1311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6" y="2356"/>
                    <a:pt x="1246" y="2360"/>
                  </a:cubicBezTo>
                  <a:lnTo>
                    <a:pt x="1246" y="2368"/>
                  </a:lnTo>
                  <a:cubicBezTo>
                    <a:pt x="1206" y="2368"/>
                    <a:pt x="1165" y="2368"/>
                    <a:pt x="1125" y="2360"/>
                  </a:cubicBezTo>
                  <a:cubicBezTo>
                    <a:pt x="1145" y="2356"/>
                    <a:pt x="1165" y="2354"/>
                    <a:pt x="1186" y="2354"/>
                  </a:cubicBezTo>
                  <a:close/>
                  <a:moveTo>
                    <a:pt x="679" y="2522"/>
                  </a:moveTo>
                  <a:cubicBezTo>
                    <a:pt x="622" y="2522"/>
                    <a:pt x="622" y="2522"/>
                    <a:pt x="622" y="2530"/>
                  </a:cubicBezTo>
                  <a:lnTo>
                    <a:pt x="679" y="2530"/>
                  </a:lnTo>
                  <a:lnTo>
                    <a:pt x="679" y="2522"/>
                  </a:lnTo>
                  <a:close/>
                  <a:moveTo>
                    <a:pt x="1157" y="2530"/>
                  </a:moveTo>
                  <a:cubicBezTo>
                    <a:pt x="1117" y="2538"/>
                    <a:pt x="1076" y="2538"/>
                    <a:pt x="1036" y="2538"/>
                  </a:cubicBezTo>
                  <a:cubicBezTo>
                    <a:pt x="979" y="2543"/>
                    <a:pt x="950" y="2545"/>
                    <a:pt x="936" y="2545"/>
                  </a:cubicBezTo>
                  <a:cubicBezTo>
                    <a:pt x="922" y="2545"/>
                    <a:pt x="922" y="2543"/>
                    <a:pt x="922" y="2538"/>
                  </a:cubicBezTo>
                  <a:cubicBezTo>
                    <a:pt x="922" y="2530"/>
                    <a:pt x="922" y="2530"/>
                    <a:pt x="979" y="2530"/>
                  </a:cubicBezTo>
                  <a:cubicBezTo>
                    <a:pt x="941" y="2530"/>
                    <a:pt x="954" y="2534"/>
                    <a:pt x="985" y="2534"/>
                  </a:cubicBezTo>
                  <a:cubicBezTo>
                    <a:pt x="1001" y="2534"/>
                    <a:pt x="1022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1" y="2579"/>
                  </a:lnTo>
                  <a:cubicBezTo>
                    <a:pt x="914" y="2579"/>
                    <a:pt x="914" y="2571"/>
                    <a:pt x="914" y="2571"/>
                  </a:cubicBezTo>
                  <a:close/>
                  <a:moveTo>
                    <a:pt x="1849" y="2575"/>
                  </a:moveTo>
                  <a:cubicBezTo>
                    <a:pt x="1836" y="2575"/>
                    <a:pt x="1825" y="2576"/>
                    <a:pt x="1814" y="2579"/>
                  </a:cubicBezTo>
                  <a:lnTo>
                    <a:pt x="1927" y="2579"/>
                  </a:lnTo>
                  <a:cubicBezTo>
                    <a:pt x="1900" y="2579"/>
                    <a:pt x="1873" y="2575"/>
                    <a:pt x="1849" y="2575"/>
                  </a:cubicBezTo>
                  <a:close/>
                  <a:moveTo>
                    <a:pt x="1246" y="1789"/>
                  </a:moveTo>
                  <a:cubicBezTo>
                    <a:pt x="1237" y="1789"/>
                    <a:pt x="1225" y="1790"/>
                    <a:pt x="1206" y="1793"/>
                  </a:cubicBezTo>
                  <a:cubicBezTo>
                    <a:pt x="1185" y="1793"/>
                    <a:pt x="1165" y="1793"/>
                    <a:pt x="1144" y="1791"/>
                  </a:cubicBezTo>
                  <a:lnTo>
                    <a:pt x="1144" y="1791"/>
                  </a:lnTo>
                  <a:cubicBezTo>
                    <a:pt x="1142" y="1819"/>
                    <a:pt x="1137" y="1847"/>
                    <a:pt x="1131" y="1874"/>
                  </a:cubicBezTo>
                  <a:lnTo>
                    <a:pt x="1133" y="1874"/>
                  </a:lnTo>
                  <a:cubicBezTo>
                    <a:pt x="1198" y="1874"/>
                    <a:pt x="1133" y="1874"/>
                    <a:pt x="1133" y="1882"/>
                  </a:cubicBezTo>
                  <a:cubicBezTo>
                    <a:pt x="1131" y="1882"/>
                    <a:pt x="1130" y="1882"/>
                    <a:pt x="1129" y="1882"/>
                  </a:cubicBezTo>
                  <a:lnTo>
                    <a:pt x="1129" y="1882"/>
                  </a:lnTo>
                  <a:cubicBezTo>
                    <a:pt x="1124" y="1898"/>
                    <a:pt x="1119" y="1914"/>
                    <a:pt x="1113" y="1930"/>
                  </a:cubicBezTo>
                  <a:lnTo>
                    <a:pt x="1113" y="1930"/>
                  </a:lnTo>
                  <a:cubicBezTo>
                    <a:pt x="1117" y="1930"/>
                    <a:pt x="1121" y="1930"/>
                    <a:pt x="1125" y="1930"/>
                  </a:cubicBezTo>
                  <a:lnTo>
                    <a:pt x="1190" y="1930"/>
                  </a:lnTo>
                  <a:cubicBezTo>
                    <a:pt x="1165" y="1938"/>
                    <a:pt x="1149" y="1938"/>
                    <a:pt x="1125" y="1938"/>
                  </a:cubicBezTo>
                  <a:lnTo>
                    <a:pt x="1110" y="1938"/>
                  </a:lnTo>
                  <a:cubicBezTo>
                    <a:pt x="1080" y="2013"/>
                    <a:pt x="1033" y="2081"/>
                    <a:pt x="966" y="2132"/>
                  </a:cubicBezTo>
                  <a:lnTo>
                    <a:pt x="966" y="2132"/>
                  </a:lnTo>
                  <a:lnTo>
                    <a:pt x="979" y="2133"/>
                  </a:lnTo>
                  <a:cubicBezTo>
                    <a:pt x="979" y="2133"/>
                    <a:pt x="974" y="2133"/>
                    <a:pt x="965" y="2133"/>
                  </a:cubicBezTo>
                  <a:lnTo>
                    <a:pt x="965" y="2133"/>
                  </a:lnTo>
                  <a:cubicBezTo>
                    <a:pt x="889" y="2192"/>
                    <a:pt x="788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19" y="2271"/>
                    <a:pt x="663" y="2271"/>
                    <a:pt x="598" y="2271"/>
                  </a:cubicBezTo>
                  <a:cubicBezTo>
                    <a:pt x="476" y="2271"/>
                    <a:pt x="476" y="2279"/>
                    <a:pt x="654" y="2279"/>
                  </a:cubicBezTo>
                  <a:cubicBezTo>
                    <a:pt x="776" y="2279"/>
                    <a:pt x="776" y="2287"/>
                    <a:pt x="719" y="2287"/>
                  </a:cubicBezTo>
                  <a:cubicBezTo>
                    <a:pt x="654" y="2287"/>
                    <a:pt x="654" y="2287"/>
                    <a:pt x="654" y="2279"/>
                  </a:cubicBezTo>
                  <a:lnTo>
                    <a:pt x="541" y="2279"/>
                  </a:lnTo>
                  <a:cubicBezTo>
                    <a:pt x="541" y="2287"/>
                    <a:pt x="541" y="2287"/>
                    <a:pt x="598" y="2287"/>
                  </a:cubicBezTo>
                  <a:cubicBezTo>
                    <a:pt x="598" y="2287"/>
                    <a:pt x="598" y="2287"/>
                    <a:pt x="654" y="2295"/>
                  </a:cubicBezTo>
                  <a:lnTo>
                    <a:pt x="833" y="2295"/>
                  </a:lnTo>
                  <a:cubicBezTo>
                    <a:pt x="854" y="2293"/>
                    <a:pt x="869" y="2292"/>
                    <a:pt x="878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6" y="2303"/>
                    <a:pt x="711" y="2303"/>
                  </a:cubicBezTo>
                  <a:cubicBezTo>
                    <a:pt x="679" y="2295"/>
                    <a:pt x="638" y="2295"/>
                    <a:pt x="598" y="2295"/>
                  </a:cubicBezTo>
                  <a:cubicBezTo>
                    <a:pt x="533" y="2295"/>
                    <a:pt x="654" y="2311"/>
                    <a:pt x="776" y="2320"/>
                  </a:cubicBezTo>
                  <a:lnTo>
                    <a:pt x="711" y="2320"/>
                  </a:lnTo>
                  <a:cubicBezTo>
                    <a:pt x="654" y="2320"/>
                    <a:pt x="654" y="2320"/>
                    <a:pt x="654" y="2328"/>
                  </a:cubicBezTo>
                  <a:cubicBezTo>
                    <a:pt x="646" y="2336"/>
                    <a:pt x="646" y="2336"/>
                    <a:pt x="711" y="2336"/>
                  </a:cubicBezTo>
                  <a:cubicBezTo>
                    <a:pt x="752" y="2336"/>
                    <a:pt x="792" y="2336"/>
                    <a:pt x="825" y="2344"/>
                  </a:cubicBezTo>
                  <a:cubicBezTo>
                    <a:pt x="865" y="2336"/>
                    <a:pt x="906" y="2336"/>
                    <a:pt x="946" y="2336"/>
                  </a:cubicBezTo>
                  <a:cubicBezTo>
                    <a:pt x="946" y="2336"/>
                    <a:pt x="890" y="2344"/>
                    <a:pt x="825" y="2344"/>
                  </a:cubicBezTo>
                  <a:cubicBezTo>
                    <a:pt x="703" y="2352"/>
                    <a:pt x="646" y="2360"/>
                    <a:pt x="646" y="2368"/>
                  </a:cubicBezTo>
                  <a:cubicBezTo>
                    <a:pt x="646" y="2376"/>
                    <a:pt x="646" y="2384"/>
                    <a:pt x="582" y="2393"/>
                  </a:cubicBezTo>
                  <a:cubicBezTo>
                    <a:pt x="582" y="2393"/>
                    <a:pt x="582" y="2401"/>
                    <a:pt x="638" y="2401"/>
                  </a:cubicBezTo>
                  <a:lnTo>
                    <a:pt x="638" y="2409"/>
                  </a:lnTo>
                  <a:cubicBezTo>
                    <a:pt x="582" y="2409"/>
                    <a:pt x="582" y="2417"/>
                    <a:pt x="638" y="2417"/>
                  </a:cubicBezTo>
                  <a:cubicBezTo>
                    <a:pt x="695" y="2417"/>
                    <a:pt x="638" y="2425"/>
                    <a:pt x="638" y="2425"/>
                  </a:cubicBezTo>
                  <a:cubicBezTo>
                    <a:pt x="577" y="2429"/>
                    <a:pt x="547" y="2431"/>
                    <a:pt x="554" y="2431"/>
                  </a:cubicBezTo>
                  <a:cubicBezTo>
                    <a:pt x="561" y="2431"/>
                    <a:pt x="606" y="2429"/>
                    <a:pt x="695" y="2425"/>
                  </a:cubicBezTo>
                  <a:cubicBezTo>
                    <a:pt x="736" y="2425"/>
                    <a:pt x="776" y="2425"/>
                    <a:pt x="817" y="2417"/>
                  </a:cubicBezTo>
                  <a:lnTo>
                    <a:pt x="817" y="2409"/>
                  </a:lnTo>
                  <a:lnTo>
                    <a:pt x="873" y="2417"/>
                  </a:lnTo>
                  <a:cubicBezTo>
                    <a:pt x="914" y="2425"/>
                    <a:pt x="954" y="2425"/>
                    <a:pt x="995" y="2425"/>
                  </a:cubicBezTo>
                  <a:cubicBezTo>
                    <a:pt x="1019" y="2425"/>
                    <a:pt x="1036" y="2425"/>
                    <a:pt x="1052" y="2433"/>
                  </a:cubicBezTo>
                  <a:lnTo>
                    <a:pt x="938" y="2433"/>
                  </a:lnTo>
                  <a:cubicBezTo>
                    <a:pt x="873" y="2425"/>
                    <a:pt x="817" y="2425"/>
                    <a:pt x="760" y="2425"/>
                  </a:cubicBezTo>
                  <a:cubicBezTo>
                    <a:pt x="638" y="2433"/>
                    <a:pt x="573" y="2441"/>
                    <a:pt x="695" y="2441"/>
                  </a:cubicBezTo>
                  <a:cubicBezTo>
                    <a:pt x="695" y="2441"/>
                    <a:pt x="695" y="2441"/>
                    <a:pt x="630" y="2449"/>
                  </a:cubicBezTo>
                  <a:lnTo>
                    <a:pt x="695" y="2449"/>
                  </a:lnTo>
                  <a:cubicBezTo>
                    <a:pt x="809" y="2457"/>
                    <a:pt x="809" y="2457"/>
                    <a:pt x="695" y="2457"/>
                  </a:cubicBezTo>
                  <a:cubicBezTo>
                    <a:pt x="573" y="2465"/>
                    <a:pt x="565" y="2482"/>
                    <a:pt x="630" y="2482"/>
                  </a:cubicBezTo>
                  <a:cubicBezTo>
                    <a:pt x="752" y="2482"/>
                    <a:pt x="744" y="2490"/>
                    <a:pt x="687" y="2490"/>
                  </a:cubicBezTo>
                  <a:cubicBezTo>
                    <a:pt x="630" y="2498"/>
                    <a:pt x="630" y="2498"/>
                    <a:pt x="687" y="2498"/>
                  </a:cubicBezTo>
                  <a:cubicBezTo>
                    <a:pt x="622" y="2498"/>
                    <a:pt x="565" y="2506"/>
                    <a:pt x="622" y="2506"/>
                  </a:cubicBezTo>
                  <a:cubicBezTo>
                    <a:pt x="622" y="2506"/>
                    <a:pt x="622" y="2510"/>
                    <a:pt x="641" y="2510"/>
                  </a:cubicBezTo>
                  <a:cubicBezTo>
                    <a:pt x="651" y="2510"/>
                    <a:pt x="665" y="2509"/>
                    <a:pt x="687" y="2506"/>
                  </a:cubicBezTo>
                  <a:lnTo>
                    <a:pt x="800" y="2514"/>
                  </a:lnTo>
                  <a:cubicBezTo>
                    <a:pt x="827" y="2514"/>
                    <a:pt x="854" y="2511"/>
                    <a:pt x="882" y="2511"/>
                  </a:cubicBezTo>
                  <a:cubicBezTo>
                    <a:pt x="895" y="2511"/>
                    <a:pt x="909" y="2511"/>
                    <a:pt x="922" y="2514"/>
                  </a:cubicBezTo>
                  <a:cubicBezTo>
                    <a:pt x="987" y="2514"/>
                    <a:pt x="922" y="2522"/>
                    <a:pt x="744" y="2530"/>
                  </a:cubicBezTo>
                  <a:lnTo>
                    <a:pt x="622" y="2538"/>
                  </a:lnTo>
                  <a:lnTo>
                    <a:pt x="679" y="2538"/>
                  </a:lnTo>
                  <a:cubicBezTo>
                    <a:pt x="622" y="2538"/>
                    <a:pt x="622" y="2538"/>
                    <a:pt x="622" y="2547"/>
                  </a:cubicBezTo>
                  <a:lnTo>
                    <a:pt x="679" y="2547"/>
                  </a:lnTo>
                  <a:cubicBezTo>
                    <a:pt x="800" y="2547"/>
                    <a:pt x="800" y="2547"/>
                    <a:pt x="736" y="2555"/>
                  </a:cubicBezTo>
                  <a:cubicBezTo>
                    <a:pt x="614" y="2555"/>
                    <a:pt x="614" y="2555"/>
                    <a:pt x="736" y="2563"/>
                  </a:cubicBezTo>
                  <a:cubicBezTo>
                    <a:pt x="695" y="2563"/>
                    <a:pt x="654" y="2563"/>
                    <a:pt x="614" y="2571"/>
                  </a:cubicBezTo>
                  <a:lnTo>
                    <a:pt x="679" y="2571"/>
                  </a:lnTo>
                  <a:cubicBezTo>
                    <a:pt x="792" y="2571"/>
                    <a:pt x="792" y="2571"/>
                    <a:pt x="736" y="2579"/>
                  </a:cubicBezTo>
                  <a:cubicBezTo>
                    <a:pt x="671" y="2579"/>
                    <a:pt x="671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4" y="2611"/>
                    <a:pt x="614" y="2611"/>
                    <a:pt x="671" y="2611"/>
                  </a:cubicBezTo>
                  <a:lnTo>
                    <a:pt x="849" y="2611"/>
                  </a:lnTo>
                  <a:cubicBezTo>
                    <a:pt x="849" y="2603"/>
                    <a:pt x="849" y="2603"/>
                    <a:pt x="914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71" y="2628"/>
                  </a:cubicBezTo>
                  <a:lnTo>
                    <a:pt x="1084" y="2628"/>
                  </a:lnTo>
                  <a:lnTo>
                    <a:pt x="1149" y="2620"/>
                  </a:lnTo>
                  <a:cubicBezTo>
                    <a:pt x="971" y="2620"/>
                    <a:pt x="971" y="2620"/>
                    <a:pt x="1084" y="2611"/>
                  </a:cubicBezTo>
                  <a:lnTo>
                    <a:pt x="1206" y="2611"/>
                  </a:lnTo>
                  <a:cubicBezTo>
                    <a:pt x="1206" y="2603"/>
                    <a:pt x="1206" y="2603"/>
                    <a:pt x="1271" y="2603"/>
                  </a:cubicBezTo>
                  <a:cubicBezTo>
                    <a:pt x="1311" y="2603"/>
                    <a:pt x="1352" y="2603"/>
                    <a:pt x="1392" y="2595"/>
                  </a:cubicBezTo>
                  <a:lnTo>
                    <a:pt x="1327" y="2595"/>
                  </a:lnTo>
                  <a:cubicBezTo>
                    <a:pt x="1271" y="2595"/>
                    <a:pt x="1271" y="2595"/>
                    <a:pt x="1392" y="2587"/>
                  </a:cubicBezTo>
                  <a:lnTo>
                    <a:pt x="1336" y="2587"/>
                  </a:lnTo>
                  <a:cubicBezTo>
                    <a:pt x="1214" y="2587"/>
                    <a:pt x="1214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1" y="2567"/>
                    <a:pt x="1254" y="2567"/>
                  </a:cubicBezTo>
                  <a:cubicBezTo>
                    <a:pt x="1241" y="2567"/>
                    <a:pt x="1227" y="2568"/>
                    <a:pt x="1214" y="2571"/>
                  </a:cubicBezTo>
                  <a:cubicBezTo>
                    <a:pt x="1092" y="2571"/>
                    <a:pt x="1092" y="2571"/>
                    <a:pt x="1157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36" y="2555"/>
                    <a:pt x="1336" y="2547"/>
                    <a:pt x="1279" y="2547"/>
                  </a:cubicBezTo>
                  <a:lnTo>
                    <a:pt x="1336" y="2547"/>
                  </a:lnTo>
                  <a:cubicBezTo>
                    <a:pt x="1336" y="2547"/>
                    <a:pt x="1336" y="2538"/>
                    <a:pt x="1400" y="2530"/>
                  </a:cubicBezTo>
                  <a:cubicBezTo>
                    <a:pt x="1438" y="2530"/>
                    <a:pt x="1400" y="2523"/>
                    <a:pt x="1335" y="2523"/>
                  </a:cubicBezTo>
                  <a:cubicBezTo>
                    <a:pt x="1302" y="2523"/>
                    <a:pt x="1263" y="2525"/>
                    <a:pt x="1222" y="2530"/>
                  </a:cubicBezTo>
                  <a:lnTo>
                    <a:pt x="1222" y="2522"/>
                  </a:lnTo>
                  <a:lnTo>
                    <a:pt x="1157" y="2522"/>
                  </a:lnTo>
                  <a:cubicBezTo>
                    <a:pt x="1100" y="2522"/>
                    <a:pt x="1100" y="2514"/>
                    <a:pt x="1100" y="2514"/>
                  </a:cubicBezTo>
                  <a:lnTo>
                    <a:pt x="1222" y="2514"/>
                  </a:lnTo>
                  <a:cubicBezTo>
                    <a:pt x="1400" y="2514"/>
                    <a:pt x="1457" y="2514"/>
                    <a:pt x="1279" y="2506"/>
                  </a:cubicBezTo>
                  <a:lnTo>
                    <a:pt x="1344" y="2506"/>
                  </a:lnTo>
                  <a:cubicBezTo>
                    <a:pt x="1400" y="2506"/>
                    <a:pt x="1400" y="2506"/>
                    <a:pt x="1344" y="2498"/>
                  </a:cubicBezTo>
                  <a:cubicBezTo>
                    <a:pt x="1344" y="2498"/>
                    <a:pt x="1222" y="2490"/>
                    <a:pt x="1165" y="2490"/>
                  </a:cubicBezTo>
                  <a:cubicBezTo>
                    <a:pt x="1287" y="2490"/>
                    <a:pt x="1287" y="2482"/>
                    <a:pt x="1165" y="2482"/>
                  </a:cubicBezTo>
                  <a:lnTo>
                    <a:pt x="1230" y="2482"/>
                  </a:lnTo>
                  <a:cubicBezTo>
                    <a:pt x="1287" y="2482"/>
                    <a:pt x="1344" y="2474"/>
                    <a:pt x="1287" y="2457"/>
                  </a:cubicBezTo>
                  <a:cubicBezTo>
                    <a:pt x="1295" y="2449"/>
                    <a:pt x="1295" y="2441"/>
                    <a:pt x="1352" y="2441"/>
                  </a:cubicBezTo>
                  <a:cubicBezTo>
                    <a:pt x="1409" y="2441"/>
                    <a:pt x="1295" y="2425"/>
                    <a:pt x="1173" y="2417"/>
                  </a:cubicBezTo>
                  <a:cubicBezTo>
                    <a:pt x="1238" y="2417"/>
                    <a:pt x="1238" y="2417"/>
                    <a:pt x="1238" y="2409"/>
                  </a:cubicBezTo>
                  <a:cubicBezTo>
                    <a:pt x="1238" y="2401"/>
                    <a:pt x="1238" y="2401"/>
                    <a:pt x="1295" y="2401"/>
                  </a:cubicBezTo>
                  <a:cubicBezTo>
                    <a:pt x="1181" y="2393"/>
                    <a:pt x="1238" y="2384"/>
                    <a:pt x="1360" y="2384"/>
                  </a:cubicBezTo>
                  <a:cubicBezTo>
                    <a:pt x="1417" y="2384"/>
                    <a:pt x="1417" y="2384"/>
                    <a:pt x="1417" y="2376"/>
                  </a:cubicBezTo>
                  <a:cubicBezTo>
                    <a:pt x="1360" y="2376"/>
                    <a:pt x="1360" y="2368"/>
                    <a:pt x="1360" y="2360"/>
                  </a:cubicBezTo>
                  <a:cubicBezTo>
                    <a:pt x="1360" y="2352"/>
                    <a:pt x="1360" y="2352"/>
                    <a:pt x="1246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25" y="2336"/>
                    <a:pt x="1190" y="2336"/>
                  </a:cubicBezTo>
                  <a:cubicBezTo>
                    <a:pt x="1206" y="2336"/>
                    <a:pt x="1230" y="2336"/>
                    <a:pt x="1246" y="2328"/>
                  </a:cubicBezTo>
                  <a:cubicBezTo>
                    <a:pt x="1246" y="2328"/>
                    <a:pt x="1246" y="2320"/>
                    <a:pt x="1311" y="2320"/>
                  </a:cubicBezTo>
                  <a:cubicBezTo>
                    <a:pt x="1311" y="2320"/>
                    <a:pt x="1368" y="2320"/>
                    <a:pt x="1368" y="2311"/>
                  </a:cubicBezTo>
                  <a:cubicBezTo>
                    <a:pt x="1368" y="2311"/>
                    <a:pt x="1368" y="2303"/>
                    <a:pt x="1433" y="2303"/>
                  </a:cubicBezTo>
                  <a:cubicBezTo>
                    <a:pt x="1433" y="2295"/>
                    <a:pt x="1433" y="2295"/>
                    <a:pt x="1368" y="2295"/>
                  </a:cubicBezTo>
                  <a:cubicBezTo>
                    <a:pt x="1311" y="2295"/>
                    <a:pt x="1254" y="2295"/>
                    <a:pt x="1311" y="2279"/>
                  </a:cubicBezTo>
                  <a:cubicBezTo>
                    <a:pt x="1311" y="2279"/>
                    <a:pt x="1319" y="2271"/>
                    <a:pt x="1254" y="2271"/>
                  </a:cubicBezTo>
                  <a:cubicBezTo>
                    <a:pt x="1254" y="2263"/>
                    <a:pt x="1254" y="2263"/>
                    <a:pt x="1319" y="2263"/>
                  </a:cubicBezTo>
                  <a:cubicBezTo>
                    <a:pt x="1433" y="2263"/>
                    <a:pt x="1433" y="2255"/>
                    <a:pt x="1319" y="2255"/>
                  </a:cubicBezTo>
                  <a:cubicBezTo>
                    <a:pt x="1254" y="2255"/>
                    <a:pt x="1254" y="2247"/>
                    <a:pt x="1319" y="2247"/>
                  </a:cubicBezTo>
                  <a:cubicBezTo>
                    <a:pt x="1319" y="2247"/>
                    <a:pt x="1319" y="2247"/>
                    <a:pt x="1263" y="2238"/>
                  </a:cubicBezTo>
                  <a:cubicBezTo>
                    <a:pt x="1198" y="2238"/>
                    <a:pt x="1198" y="2238"/>
                    <a:pt x="1263" y="2230"/>
                  </a:cubicBezTo>
                  <a:cubicBezTo>
                    <a:pt x="1319" y="2230"/>
                    <a:pt x="1319" y="2230"/>
                    <a:pt x="1319" y="2222"/>
                  </a:cubicBezTo>
                  <a:cubicBezTo>
                    <a:pt x="1263" y="2214"/>
                    <a:pt x="1271" y="2182"/>
                    <a:pt x="1327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4" y="2174"/>
                    <a:pt x="1335" y="2167"/>
                    <a:pt x="1237" y="2166"/>
                  </a:cubicBezTo>
                  <a:lnTo>
                    <a:pt x="1237" y="2166"/>
                  </a:lnTo>
                  <a:cubicBezTo>
                    <a:pt x="1247" y="2166"/>
                    <a:pt x="1258" y="2165"/>
                    <a:pt x="1271" y="2165"/>
                  </a:cubicBezTo>
                  <a:cubicBezTo>
                    <a:pt x="1392" y="2165"/>
                    <a:pt x="1392" y="2165"/>
                    <a:pt x="1271" y="2157"/>
                  </a:cubicBezTo>
                  <a:cubicBezTo>
                    <a:pt x="1149" y="2157"/>
                    <a:pt x="1149" y="2149"/>
                    <a:pt x="1271" y="2149"/>
                  </a:cubicBezTo>
                  <a:cubicBezTo>
                    <a:pt x="1036" y="2141"/>
                    <a:pt x="979" y="2133"/>
                    <a:pt x="1214" y="2133"/>
                  </a:cubicBezTo>
                  <a:cubicBezTo>
                    <a:pt x="1279" y="2133"/>
                    <a:pt x="1336" y="2133"/>
                    <a:pt x="1392" y="2125"/>
                  </a:cubicBezTo>
                  <a:cubicBezTo>
                    <a:pt x="1371" y="2125"/>
                    <a:pt x="1345" y="2121"/>
                    <a:pt x="1319" y="2121"/>
                  </a:cubicBezTo>
                  <a:cubicBezTo>
                    <a:pt x="1306" y="2121"/>
                    <a:pt x="1292" y="2122"/>
                    <a:pt x="1279" y="2125"/>
                  </a:cubicBezTo>
                  <a:cubicBezTo>
                    <a:pt x="1157" y="2125"/>
                    <a:pt x="1157" y="2125"/>
                    <a:pt x="1279" y="2117"/>
                  </a:cubicBezTo>
                  <a:cubicBezTo>
                    <a:pt x="1457" y="2109"/>
                    <a:pt x="1457" y="2101"/>
                    <a:pt x="1344" y="2093"/>
                  </a:cubicBezTo>
                  <a:cubicBezTo>
                    <a:pt x="1255" y="2081"/>
                    <a:pt x="1231" y="2073"/>
                    <a:pt x="1272" y="2073"/>
                  </a:cubicBezTo>
                  <a:cubicBezTo>
                    <a:pt x="1287" y="2073"/>
                    <a:pt x="1311" y="2074"/>
                    <a:pt x="1344" y="2076"/>
                  </a:cubicBezTo>
                  <a:cubicBezTo>
                    <a:pt x="1404" y="2080"/>
                    <a:pt x="1435" y="2082"/>
                    <a:pt x="1442" y="2082"/>
                  </a:cubicBezTo>
                  <a:cubicBezTo>
                    <a:pt x="1449" y="2082"/>
                    <a:pt x="1433" y="2080"/>
                    <a:pt x="1400" y="2076"/>
                  </a:cubicBezTo>
                  <a:cubicBezTo>
                    <a:pt x="1400" y="2076"/>
                    <a:pt x="1409" y="2068"/>
                    <a:pt x="1409" y="2060"/>
                  </a:cubicBezTo>
                  <a:cubicBezTo>
                    <a:pt x="1386" y="2060"/>
                    <a:pt x="1363" y="2058"/>
                    <a:pt x="1340" y="2057"/>
                  </a:cubicBezTo>
                  <a:lnTo>
                    <a:pt x="1340" y="2057"/>
                  </a:lnTo>
                  <a:cubicBezTo>
                    <a:pt x="1422" y="2052"/>
                    <a:pt x="1447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87" y="2028"/>
                  </a:cubicBezTo>
                  <a:cubicBezTo>
                    <a:pt x="1230" y="2028"/>
                    <a:pt x="1295" y="2020"/>
                    <a:pt x="1352" y="2020"/>
                  </a:cubicBezTo>
                  <a:cubicBezTo>
                    <a:pt x="1409" y="2020"/>
                    <a:pt x="1473" y="2011"/>
                    <a:pt x="1409" y="2011"/>
                  </a:cubicBezTo>
                  <a:cubicBezTo>
                    <a:pt x="1352" y="2011"/>
                    <a:pt x="1295" y="2011"/>
                    <a:pt x="1230" y="2003"/>
                  </a:cubicBezTo>
                  <a:cubicBezTo>
                    <a:pt x="1192" y="2003"/>
                    <a:pt x="1209" y="2000"/>
                    <a:pt x="1240" y="2000"/>
                  </a:cubicBezTo>
                  <a:cubicBezTo>
                    <a:pt x="1256" y="2000"/>
                    <a:pt x="1276" y="2001"/>
                    <a:pt x="1295" y="2003"/>
                  </a:cubicBezTo>
                  <a:cubicBezTo>
                    <a:pt x="1336" y="2003"/>
                    <a:pt x="1376" y="2003"/>
                    <a:pt x="1417" y="1995"/>
                  </a:cubicBezTo>
                  <a:cubicBezTo>
                    <a:pt x="1417" y="1995"/>
                    <a:pt x="1417" y="1987"/>
                    <a:pt x="1360" y="1987"/>
                  </a:cubicBezTo>
                  <a:cubicBezTo>
                    <a:pt x="1295" y="1987"/>
                    <a:pt x="1295" y="1971"/>
                    <a:pt x="1360" y="1963"/>
                  </a:cubicBezTo>
                  <a:lnTo>
                    <a:pt x="1360" y="1955"/>
                  </a:lnTo>
                  <a:cubicBezTo>
                    <a:pt x="1360" y="1955"/>
                    <a:pt x="1303" y="1955"/>
                    <a:pt x="1303" y="1947"/>
                  </a:cubicBezTo>
                  <a:lnTo>
                    <a:pt x="1246" y="1947"/>
                  </a:lnTo>
                  <a:cubicBezTo>
                    <a:pt x="1246" y="1938"/>
                    <a:pt x="1246" y="1938"/>
                    <a:pt x="1303" y="1938"/>
                  </a:cubicBezTo>
                  <a:cubicBezTo>
                    <a:pt x="1181" y="1930"/>
                    <a:pt x="1181" y="1930"/>
                    <a:pt x="1303" y="1930"/>
                  </a:cubicBezTo>
                  <a:cubicBezTo>
                    <a:pt x="1246" y="1922"/>
                    <a:pt x="1246" y="1922"/>
                    <a:pt x="1303" y="1922"/>
                  </a:cubicBezTo>
                  <a:cubicBezTo>
                    <a:pt x="1368" y="1922"/>
                    <a:pt x="1368" y="1914"/>
                    <a:pt x="1303" y="1914"/>
                  </a:cubicBezTo>
                  <a:cubicBezTo>
                    <a:pt x="1190" y="1914"/>
                    <a:pt x="1125" y="1906"/>
                    <a:pt x="1246" y="1906"/>
                  </a:cubicBezTo>
                  <a:cubicBezTo>
                    <a:pt x="1246" y="1906"/>
                    <a:pt x="1246" y="1906"/>
                    <a:pt x="1190" y="1898"/>
                  </a:cubicBezTo>
                  <a:cubicBezTo>
                    <a:pt x="1311" y="1890"/>
                    <a:pt x="1311" y="1890"/>
                    <a:pt x="1190" y="1890"/>
                  </a:cubicBezTo>
                  <a:cubicBezTo>
                    <a:pt x="1190" y="1890"/>
                    <a:pt x="1133" y="1882"/>
                    <a:pt x="1190" y="1882"/>
                  </a:cubicBezTo>
                  <a:cubicBezTo>
                    <a:pt x="1254" y="1874"/>
                    <a:pt x="1311" y="1857"/>
                    <a:pt x="1198" y="1857"/>
                  </a:cubicBezTo>
                  <a:lnTo>
                    <a:pt x="1198" y="1849"/>
                  </a:lnTo>
                  <a:cubicBezTo>
                    <a:pt x="1254" y="1849"/>
                    <a:pt x="1254" y="1841"/>
                    <a:pt x="1198" y="1841"/>
                  </a:cubicBezTo>
                  <a:lnTo>
                    <a:pt x="1141" y="1841"/>
                  </a:lnTo>
                  <a:cubicBezTo>
                    <a:pt x="1181" y="1841"/>
                    <a:pt x="1222" y="1833"/>
                    <a:pt x="1254" y="1833"/>
                  </a:cubicBezTo>
                  <a:cubicBezTo>
                    <a:pt x="1263" y="1825"/>
                    <a:pt x="1263" y="1825"/>
                    <a:pt x="1198" y="1825"/>
                  </a:cubicBezTo>
                  <a:cubicBezTo>
                    <a:pt x="1179" y="1828"/>
                    <a:pt x="1166" y="1829"/>
                    <a:pt x="1158" y="1829"/>
                  </a:cubicBezTo>
                  <a:cubicBezTo>
                    <a:pt x="1141" y="1829"/>
                    <a:pt x="1141" y="1825"/>
                    <a:pt x="1141" y="1825"/>
                  </a:cubicBezTo>
                  <a:cubicBezTo>
                    <a:pt x="1181" y="1817"/>
                    <a:pt x="1222" y="1817"/>
                    <a:pt x="1263" y="1817"/>
                  </a:cubicBezTo>
                  <a:cubicBezTo>
                    <a:pt x="1238" y="1817"/>
                    <a:pt x="1219" y="1817"/>
                    <a:pt x="1204" y="1816"/>
                  </a:cubicBezTo>
                  <a:lnTo>
                    <a:pt x="1204" y="1816"/>
                  </a:lnTo>
                  <a:cubicBezTo>
                    <a:pt x="1263" y="1809"/>
                    <a:pt x="1263" y="1808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3" y="1789"/>
                    <a:pt x="124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2"/>
            <p:cNvSpPr/>
            <p:nvPr/>
          </p:nvSpPr>
          <p:spPr>
            <a:xfrm>
              <a:off x="6365606" y="1249141"/>
              <a:ext cx="91135" cy="83705"/>
            </a:xfrm>
            <a:custGeom>
              <a:avLst/>
              <a:gdLst/>
              <a:ahLst/>
              <a:cxnLst/>
              <a:rect l="l" t="t" r="r" b="b"/>
              <a:pathLst>
                <a:path w="5287" h="4856" extrusionOk="0">
                  <a:moveTo>
                    <a:pt x="2935" y="0"/>
                  </a:moveTo>
                  <a:lnTo>
                    <a:pt x="2919" y="8"/>
                  </a:lnTo>
                  <a:cubicBezTo>
                    <a:pt x="2895" y="8"/>
                    <a:pt x="2903" y="73"/>
                    <a:pt x="2911" y="138"/>
                  </a:cubicBezTo>
                  <a:lnTo>
                    <a:pt x="2935" y="138"/>
                  </a:lnTo>
                  <a:cubicBezTo>
                    <a:pt x="2943" y="97"/>
                    <a:pt x="2943" y="49"/>
                    <a:pt x="2935" y="0"/>
                  </a:cubicBezTo>
                  <a:close/>
                  <a:moveTo>
                    <a:pt x="3000" y="1022"/>
                  </a:moveTo>
                  <a:lnTo>
                    <a:pt x="3024" y="1095"/>
                  </a:lnTo>
                  <a:cubicBezTo>
                    <a:pt x="3033" y="1159"/>
                    <a:pt x="3016" y="1159"/>
                    <a:pt x="3008" y="1159"/>
                  </a:cubicBezTo>
                  <a:cubicBezTo>
                    <a:pt x="2992" y="1159"/>
                    <a:pt x="2992" y="1159"/>
                    <a:pt x="2984" y="1095"/>
                  </a:cubicBezTo>
                  <a:cubicBezTo>
                    <a:pt x="2984" y="1095"/>
                    <a:pt x="2984" y="1022"/>
                    <a:pt x="3000" y="1022"/>
                  </a:cubicBezTo>
                  <a:close/>
                  <a:moveTo>
                    <a:pt x="2807" y="899"/>
                  </a:moveTo>
                  <a:cubicBezTo>
                    <a:pt x="2817" y="899"/>
                    <a:pt x="2846" y="968"/>
                    <a:pt x="2854" y="1030"/>
                  </a:cubicBezTo>
                  <a:cubicBezTo>
                    <a:pt x="2895" y="1168"/>
                    <a:pt x="2895" y="1168"/>
                    <a:pt x="2870" y="1168"/>
                  </a:cubicBezTo>
                  <a:cubicBezTo>
                    <a:pt x="2862" y="1168"/>
                    <a:pt x="2846" y="1168"/>
                    <a:pt x="2830" y="1103"/>
                  </a:cubicBezTo>
                  <a:lnTo>
                    <a:pt x="2846" y="1103"/>
                  </a:lnTo>
                  <a:cubicBezTo>
                    <a:pt x="2851" y="1121"/>
                    <a:pt x="2853" y="1128"/>
                    <a:pt x="2854" y="1128"/>
                  </a:cubicBezTo>
                  <a:cubicBezTo>
                    <a:pt x="2857" y="1128"/>
                    <a:pt x="2847" y="1077"/>
                    <a:pt x="2830" y="1030"/>
                  </a:cubicBezTo>
                  <a:cubicBezTo>
                    <a:pt x="2814" y="965"/>
                    <a:pt x="2806" y="900"/>
                    <a:pt x="2806" y="900"/>
                  </a:cubicBezTo>
                  <a:cubicBezTo>
                    <a:pt x="2806" y="900"/>
                    <a:pt x="2806" y="899"/>
                    <a:pt x="2807" y="899"/>
                  </a:cubicBezTo>
                  <a:close/>
                  <a:moveTo>
                    <a:pt x="1916" y="1090"/>
                  </a:moveTo>
                  <a:cubicBezTo>
                    <a:pt x="1907" y="1090"/>
                    <a:pt x="1900" y="1096"/>
                    <a:pt x="1889" y="1103"/>
                  </a:cubicBezTo>
                  <a:cubicBezTo>
                    <a:pt x="1881" y="1119"/>
                    <a:pt x="1914" y="1176"/>
                    <a:pt x="1914" y="1176"/>
                  </a:cubicBezTo>
                  <a:cubicBezTo>
                    <a:pt x="1939" y="1206"/>
                    <a:pt x="1955" y="1214"/>
                    <a:pt x="1965" y="1214"/>
                  </a:cubicBezTo>
                  <a:cubicBezTo>
                    <a:pt x="1971" y="1214"/>
                    <a:pt x="1975" y="1211"/>
                    <a:pt x="1979" y="1208"/>
                  </a:cubicBezTo>
                  <a:cubicBezTo>
                    <a:pt x="1992" y="1215"/>
                    <a:pt x="2001" y="1218"/>
                    <a:pt x="2007" y="1218"/>
                  </a:cubicBezTo>
                  <a:cubicBezTo>
                    <a:pt x="2030" y="1218"/>
                    <a:pt x="2003" y="1172"/>
                    <a:pt x="1970" y="1127"/>
                  </a:cubicBezTo>
                  <a:cubicBezTo>
                    <a:pt x="1943" y="1100"/>
                    <a:pt x="1928" y="1090"/>
                    <a:pt x="1916" y="1090"/>
                  </a:cubicBezTo>
                  <a:close/>
                  <a:moveTo>
                    <a:pt x="2076" y="1127"/>
                  </a:moveTo>
                  <a:cubicBezTo>
                    <a:pt x="2116" y="1176"/>
                    <a:pt x="2141" y="1249"/>
                    <a:pt x="2133" y="1257"/>
                  </a:cubicBezTo>
                  <a:cubicBezTo>
                    <a:pt x="2131" y="1257"/>
                    <a:pt x="2130" y="1258"/>
                    <a:pt x="2129" y="1258"/>
                  </a:cubicBezTo>
                  <a:cubicBezTo>
                    <a:pt x="2111" y="1258"/>
                    <a:pt x="2074" y="1211"/>
                    <a:pt x="2051" y="1143"/>
                  </a:cubicBezTo>
                  <a:lnTo>
                    <a:pt x="2076" y="1127"/>
                  </a:lnTo>
                  <a:close/>
                  <a:moveTo>
                    <a:pt x="3338" y="1104"/>
                  </a:moveTo>
                  <a:cubicBezTo>
                    <a:pt x="3339" y="1104"/>
                    <a:pt x="3337" y="1138"/>
                    <a:pt x="3333" y="1208"/>
                  </a:cubicBezTo>
                  <a:lnTo>
                    <a:pt x="3333" y="1200"/>
                  </a:lnTo>
                  <a:cubicBezTo>
                    <a:pt x="3333" y="1273"/>
                    <a:pt x="3324" y="1338"/>
                    <a:pt x="3316" y="1338"/>
                  </a:cubicBezTo>
                  <a:cubicBezTo>
                    <a:pt x="3309" y="1376"/>
                    <a:pt x="3304" y="1391"/>
                    <a:pt x="3301" y="1391"/>
                  </a:cubicBezTo>
                  <a:cubicBezTo>
                    <a:pt x="3295" y="1391"/>
                    <a:pt x="3301" y="1298"/>
                    <a:pt x="3324" y="1200"/>
                  </a:cubicBezTo>
                  <a:cubicBezTo>
                    <a:pt x="3332" y="1136"/>
                    <a:pt x="3336" y="1104"/>
                    <a:pt x="3338" y="1104"/>
                  </a:cubicBezTo>
                  <a:close/>
                  <a:moveTo>
                    <a:pt x="2887" y="1443"/>
                  </a:moveTo>
                  <a:cubicBezTo>
                    <a:pt x="2903" y="1508"/>
                    <a:pt x="2903" y="1508"/>
                    <a:pt x="2911" y="1508"/>
                  </a:cubicBezTo>
                  <a:lnTo>
                    <a:pt x="2919" y="1500"/>
                  </a:lnTo>
                  <a:lnTo>
                    <a:pt x="2895" y="1443"/>
                  </a:lnTo>
                  <a:close/>
                  <a:moveTo>
                    <a:pt x="1881" y="1824"/>
                  </a:moveTo>
                  <a:lnTo>
                    <a:pt x="1946" y="1849"/>
                  </a:lnTo>
                  <a:cubicBezTo>
                    <a:pt x="2003" y="1881"/>
                    <a:pt x="1995" y="1889"/>
                    <a:pt x="1995" y="1897"/>
                  </a:cubicBezTo>
                  <a:lnTo>
                    <a:pt x="1930" y="1865"/>
                  </a:lnTo>
                  <a:lnTo>
                    <a:pt x="1881" y="1824"/>
                  </a:lnTo>
                  <a:close/>
                  <a:moveTo>
                    <a:pt x="1630" y="1711"/>
                  </a:moveTo>
                  <a:lnTo>
                    <a:pt x="1735" y="1800"/>
                  </a:lnTo>
                  <a:cubicBezTo>
                    <a:pt x="1834" y="1870"/>
                    <a:pt x="1875" y="1900"/>
                    <a:pt x="1869" y="1900"/>
                  </a:cubicBezTo>
                  <a:cubicBezTo>
                    <a:pt x="1865" y="1900"/>
                    <a:pt x="1835" y="1884"/>
                    <a:pt x="1784" y="1857"/>
                  </a:cubicBezTo>
                  <a:cubicBezTo>
                    <a:pt x="1719" y="1832"/>
                    <a:pt x="1662" y="1792"/>
                    <a:pt x="1614" y="1735"/>
                  </a:cubicBezTo>
                  <a:lnTo>
                    <a:pt x="1630" y="1711"/>
                  </a:lnTo>
                  <a:close/>
                  <a:moveTo>
                    <a:pt x="4604" y="1980"/>
                  </a:moveTo>
                  <a:cubicBezTo>
                    <a:pt x="4613" y="1980"/>
                    <a:pt x="4619" y="1982"/>
                    <a:pt x="4622" y="1986"/>
                  </a:cubicBezTo>
                  <a:cubicBezTo>
                    <a:pt x="4565" y="2019"/>
                    <a:pt x="4500" y="2051"/>
                    <a:pt x="4427" y="2059"/>
                  </a:cubicBezTo>
                  <a:cubicBezTo>
                    <a:pt x="4427" y="2051"/>
                    <a:pt x="4427" y="2051"/>
                    <a:pt x="4484" y="2019"/>
                  </a:cubicBezTo>
                  <a:cubicBezTo>
                    <a:pt x="4531" y="1995"/>
                    <a:pt x="4579" y="1980"/>
                    <a:pt x="4604" y="1980"/>
                  </a:cubicBezTo>
                  <a:close/>
                  <a:moveTo>
                    <a:pt x="1508" y="2149"/>
                  </a:moveTo>
                  <a:cubicBezTo>
                    <a:pt x="1557" y="2165"/>
                    <a:pt x="1597" y="2181"/>
                    <a:pt x="1638" y="2197"/>
                  </a:cubicBezTo>
                  <a:lnTo>
                    <a:pt x="1638" y="2213"/>
                  </a:lnTo>
                  <a:cubicBezTo>
                    <a:pt x="1573" y="2197"/>
                    <a:pt x="1500" y="2181"/>
                    <a:pt x="1508" y="2165"/>
                  </a:cubicBezTo>
                  <a:lnTo>
                    <a:pt x="1508" y="2149"/>
                  </a:lnTo>
                  <a:close/>
                  <a:moveTo>
                    <a:pt x="1739" y="2107"/>
                  </a:moveTo>
                  <a:cubicBezTo>
                    <a:pt x="1756" y="2107"/>
                    <a:pt x="1813" y="2138"/>
                    <a:pt x="1930" y="2189"/>
                  </a:cubicBezTo>
                  <a:cubicBezTo>
                    <a:pt x="1957" y="2209"/>
                    <a:pt x="1971" y="2219"/>
                    <a:pt x="1964" y="2219"/>
                  </a:cubicBezTo>
                  <a:cubicBezTo>
                    <a:pt x="1957" y="2219"/>
                    <a:pt x="1925" y="2206"/>
                    <a:pt x="1857" y="2181"/>
                  </a:cubicBezTo>
                  <a:lnTo>
                    <a:pt x="1735" y="2108"/>
                  </a:lnTo>
                  <a:cubicBezTo>
                    <a:pt x="1736" y="2107"/>
                    <a:pt x="1737" y="2107"/>
                    <a:pt x="1739" y="2107"/>
                  </a:cubicBezTo>
                  <a:close/>
                  <a:moveTo>
                    <a:pt x="4930" y="2327"/>
                  </a:moveTo>
                  <a:cubicBezTo>
                    <a:pt x="4930" y="2327"/>
                    <a:pt x="4995" y="2327"/>
                    <a:pt x="4930" y="2335"/>
                  </a:cubicBezTo>
                  <a:lnTo>
                    <a:pt x="4865" y="2351"/>
                  </a:lnTo>
                  <a:cubicBezTo>
                    <a:pt x="4792" y="2351"/>
                    <a:pt x="4727" y="2351"/>
                    <a:pt x="4792" y="2335"/>
                  </a:cubicBezTo>
                  <a:cubicBezTo>
                    <a:pt x="4832" y="2327"/>
                    <a:pt x="4881" y="2327"/>
                    <a:pt x="4930" y="2327"/>
                  </a:cubicBezTo>
                  <a:close/>
                  <a:moveTo>
                    <a:pt x="1310" y="2396"/>
                  </a:moveTo>
                  <a:cubicBezTo>
                    <a:pt x="1325" y="2396"/>
                    <a:pt x="1370" y="2427"/>
                    <a:pt x="1370" y="2441"/>
                  </a:cubicBezTo>
                  <a:lnTo>
                    <a:pt x="1297" y="2432"/>
                  </a:lnTo>
                  <a:cubicBezTo>
                    <a:pt x="1304" y="2418"/>
                    <a:pt x="1251" y="2398"/>
                    <a:pt x="1283" y="2398"/>
                  </a:cubicBezTo>
                  <a:cubicBezTo>
                    <a:pt x="1288" y="2398"/>
                    <a:pt x="1296" y="2399"/>
                    <a:pt x="1306" y="2400"/>
                  </a:cubicBezTo>
                  <a:cubicBezTo>
                    <a:pt x="1306" y="2397"/>
                    <a:pt x="1307" y="2396"/>
                    <a:pt x="1310" y="2396"/>
                  </a:cubicBezTo>
                  <a:close/>
                  <a:moveTo>
                    <a:pt x="1995" y="2441"/>
                  </a:moveTo>
                  <a:lnTo>
                    <a:pt x="2124" y="2465"/>
                  </a:lnTo>
                  <a:lnTo>
                    <a:pt x="2124" y="2465"/>
                  </a:lnTo>
                  <a:lnTo>
                    <a:pt x="2060" y="2449"/>
                  </a:lnTo>
                  <a:lnTo>
                    <a:pt x="1995" y="2441"/>
                  </a:lnTo>
                  <a:close/>
                  <a:moveTo>
                    <a:pt x="1630" y="2554"/>
                  </a:moveTo>
                  <a:cubicBezTo>
                    <a:pt x="1695" y="2562"/>
                    <a:pt x="1768" y="2570"/>
                    <a:pt x="1768" y="2578"/>
                  </a:cubicBezTo>
                  <a:cubicBezTo>
                    <a:pt x="1803" y="2587"/>
                    <a:pt x="1797" y="2594"/>
                    <a:pt x="1763" y="2594"/>
                  </a:cubicBezTo>
                  <a:cubicBezTo>
                    <a:pt x="1735" y="2594"/>
                    <a:pt x="1688" y="2589"/>
                    <a:pt x="1630" y="2578"/>
                  </a:cubicBezTo>
                  <a:lnTo>
                    <a:pt x="1630" y="2554"/>
                  </a:lnTo>
                  <a:close/>
                  <a:moveTo>
                    <a:pt x="1751" y="2676"/>
                  </a:moveTo>
                  <a:lnTo>
                    <a:pt x="1751" y="2684"/>
                  </a:lnTo>
                  <a:cubicBezTo>
                    <a:pt x="1751" y="2700"/>
                    <a:pt x="1751" y="2700"/>
                    <a:pt x="1679" y="2700"/>
                  </a:cubicBezTo>
                  <a:lnTo>
                    <a:pt x="1679" y="2684"/>
                  </a:lnTo>
                  <a:lnTo>
                    <a:pt x="1751" y="2676"/>
                  </a:lnTo>
                  <a:close/>
                  <a:moveTo>
                    <a:pt x="1946" y="2797"/>
                  </a:moveTo>
                  <a:cubicBezTo>
                    <a:pt x="1906" y="2805"/>
                    <a:pt x="1857" y="2805"/>
                    <a:pt x="1816" y="2813"/>
                  </a:cubicBezTo>
                  <a:cubicBezTo>
                    <a:pt x="1816" y="2822"/>
                    <a:pt x="1833" y="2824"/>
                    <a:pt x="1849" y="2824"/>
                  </a:cubicBezTo>
                  <a:cubicBezTo>
                    <a:pt x="1865" y="2824"/>
                    <a:pt x="1881" y="2822"/>
                    <a:pt x="1881" y="2822"/>
                  </a:cubicBezTo>
                  <a:cubicBezTo>
                    <a:pt x="1881" y="2822"/>
                    <a:pt x="1954" y="2822"/>
                    <a:pt x="1954" y="2813"/>
                  </a:cubicBezTo>
                  <a:lnTo>
                    <a:pt x="1946" y="2797"/>
                  </a:lnTo>
                  <a:close/>
                  <a:moveTo>
                    <a:pt x="4873" y="2838"/>
                  </a:moveTo>
                  <a:cubicBezTo>
                    <a:pt x="4873" y="2838"/>
                    <a:pt x="4946" y="2846"/>
                    <a:pt x="4946" y="2862"/>
                  </a:cubicBezTo>
                  <a:lnTo>
                    <a:pt x="4808" y="2862"/>
                  </a:lnTo>
                  <a:lnTo>
                    <a:pt x="4808" y="2854"/>
                  </a:lnTo>
                  <a:cubicBezTo>
                    <a:pt x="4808" y="2838"/>
                    <a:pt x="4873" y="2838"/>
                    <a:pt x="4873" y="2838"/>
                  </a:cubicBezTo>
                  <a:close/>
                  <a:moveTo>
                    <a:pt x="1476" y="2895"/>
                  </a:moveTo>
                  <a:cubicBezTo>
                    <a:pt x="1541" y="2895"/>
                    <a:pt x="1549" y="2903"/>
                    <a:pt x="1549" y="2903"/>
                  </a:cubicBezTo>
                  <a:cubicBezTo>
                    <a:pt x="1549" y="2919"/>
                    <a:pt x="1549" y="2935"/>
                    <a:pt x="1476" y="2935"/>
                  </a:cubicBezTo>
                  <a:cubicBezTo>
                    <a:pt x="1476" y="2935"/>
                    <a:pt x="1460" y="2937"/>
                    <a:pt x="1443" y="2937"/>
                  </a:cubicBezTo>
                  <a:cubicBezTo>
                    <a:pt x="1427" y="2937"/>
                    <a:pt x="1411" y="2935"/>
                    <a:pt x="1411" y="2927"/>
                  </a:cubicBezTo>
                  <a:cubicBezTo>
                    <a:pt x="1411" y="2919"/>
                    <a:pt x="1476" y="2895"/>
                    <a:pt x="1476" y="2895"/>
                  </a:cubicBezTo>
                  <a:close/>
                  <a:moveTo>
                    <a:pt x="2416" y="2923"/>
                  </a:moveTo>
                  <a:cubicBezTo>
                    <a:pt x="2408" y="2923"/>
                    <a:pt x="2392" y="2927"/>
                    <a:pt x="2360" y="2935"/>
                  </a:cubicBezTo>
                  <a:lnTo>
                    <a:pt x="2360" y="2951"/>
                  </a:lnTo>
                  <a:cubicBezTo>
                    <a:pt x="2424" y="2943"/>
                    <a:pt x="2424" y="2943"/>
                    <a:pt x="2424" y="2935"/>
                  </a:cubicBezTo>
                  <a:cubicBezTo>
                    <a:pt x="2424" y="2927"/>
                    <a:pt x="2424" y="2923"/>
                    <a:pt x="2416" y="2923"/>
                  </a:cubicBezTo>
                  <a:close/>
                  <a:moveTo>
                    <a:pt x="4943" y="2978"/>
                  </a:moveTo>
                  <a:cubicBezTo>
                    <a:pt x="4952" y="2978"/>
                    <a:pt x="4968" y="2980"/>
                    <a:pt x="4995" y="2984"/>
                  </a:cubicBezTo>
                  <a:lnTo>
                    <a:pt x="4995" y="3000"/>
                  </a:lnTo>
                  <a:lnTo>
                    <a:pt x="4930" y="3008"/>
                  </a:lnTo>
                  <a:lnTo>
                    <a:pt x="4930" y="2992"/>
                  </a:lnTo>
                  <a:cubicBezTo>
                    <a:pt x="4930" y="2982"/>
                    <a:pt x="4930" y="2978"/>
                    <a:pt x="4943" y="2978"/>
                  </a:cubicBezTo>
                  <a:close/>
                  <a:moveTo>
                    <a:pt x="5033" y="3033"/>
                  </a:moveTo>
                  <a:cubicBezTo>
                    <a:pt x="5027" y="3033"/>
                    <a:pt x="5030" y="3038"/>
                    <a:pt x="5059" y="3049"/>
                  </a:cubicBezTo>
                  <a:cubicBezTo>
                    <a:pt x="5059" y="3040"/>
                    <a:pt x="5040" y="3033"/>
                    <a:pt x="5033" y="3033"/>
                  </a:cubicBezTo>
                  <a:close/>
                  <a:moveTo>
                    <a:pt x="4915" y="3115"/>
                  </a:moveTo>
                  <a:cubicBezTo>
                    <a:pt x="4924" y="3115"/>
                    <a:pt x="4942" y="3118"/>
                    <a:pt x="4978" y="3122"/>
                  </a:cubicBezTo>
                  <a:lnTo>
                    <a:pt x="4970" y="3138"/>
                  </a:lnTo>
                  <a:lnTo>
                    <a:pt x="4905" y="3138"/>
                  </a:lnTo>
                  <a:lnTo>
                    <a:pt x="4905" y="3122"/>
                  </a:lnTo>
                  <a:cubicBezTo>
                    <a:pt x="4905" y="3118"/>
                    <a:pt x="4905" y="3115"/>
                    <a:pt x="4915" y="3115"/>
                  </a:cubicBezTo>
                  <a:close/>
                  <a:moveTo>
                    <a:pt x="1557" y="3138"/>
                  </a:moveTo>
                  <a:cubicBezTo>
                    <a:pt x="1565" y="3138"/>
                    <a:pt x="1565" y="3146"/>
                    <a:pt x="1565" y="3162"/>
                  </a:cubicBezTo>
                  <a:cubicBezTo>
                    <a:pt x="1573" y="3170"/>
                    <a:pt x="1500" y="3186"/>
                    <a:pt x="1500" y="3186"/>
                  </a:cubicBezTo>
                  <a:cubicBezTo>
                    <a:pt x="1487" y="3190"/>
                    <a:pt x="1480" y="3191"/>
                    <a:pt x="1476" y="3191"/>
                  </a:cubicBezTo>
                  <a:cubicBezTo>
                    <a:pt x="1458" y="3191"/>
                    <a:pt x="1500" y="3169"/>
                    <a:pt x="1500" y="3162"/>
                  </a:cubicBezTo>
                  <a:cubicBezTo>
                    <a:pt x="1533" y="3146"/>
                    <a:pt x="1549" y="3138"/>
                    <a:pt x="1557" y="3138"/>
                  </a:cubicBezTo>
                  <a:close/>
                  <a:moveTo>
                    <a:pt x="4395" y="3170"/>
                  </a:moveTo>
                  <a:cubicBezTo>
                    <a:pt x="4459" y="3186"/>
                    <a:pt x="4524" y="3211"/>
                    <a:pt x="4524" y="3219"/>
                  </a:cubicBezTo>
                  <a:lnTo>
                    <a:pt x="4451" y="3211"/>
                  </a:lnTo>
                  <a:lnTo>
                    <a:pt x="4395" y="3178"/>
                  </a:lnTo>
                  <a:lnTo>
                    <a:pt x="4395" y="3170"/>
                  </a:lnTo>
                  <a:close/>
                  <a:moveTo>
                    <a:pt x="4838" y="3195"/>
                  </a:moveTo>
                  <a:cubicBezTo>
                    <a:pt x="4845" y="3195"/>
                    <a:pt x="4859" y="3197"/>
                    <a:pt x="4881" y="3203"/>
                  </a:cubicBezTo>
                  <a:cubicBezTo>
                    <a:pt x="4946" y="3211"/>
                    <a:pt x="4946" y="3211"/>
                    <a:pt x="4946" y="3227"/>
                  </a:cubicBezTo>
                  <a:cubicBezTo>
                    <a:pt x="4942" y="3239"/>
                    <a:pt x="4940" y="3245"/>
                    <a:pt x="4931" y="3245"/>
                  </a:cubicBezTo>
                  <a:cubicBezTo>
                    <a:pt x="4922" y="3245"/>
                    <a:pt x="4905" y="3239"/>
                    <a:pt x="4873" y="3227"/>
                  </a:cubicBezTo>
                  <a:cubicBezTo>
                    <a:pt x="4835" y="3205"/>
                    <a:pt x="4823" y="3195"/>
                    <a:pt x="4838" y="3195"/>
                  </a:cubicBezTo>
                  <a:close/>
                  <a:moveTo>
                    <a:pt x="137" y="3286"/>
                  </a:moveTo>
                  <a:cubicBezTo>
                    <a:pt x="114" y="3286"/>
                    <a:pt x="89" y="3288"/>
                    <a:pt x="65" y="3292"/>
                  </a:cubicBezTo>
                  <a:cubicBezTo>
                    <a:pt x="0" y="3300"/>
                    <a:pt x="0" y="3324"/>
                    <a:pt x="138" y="3324"/>
                  </a:cubicBezTo>
                  <a:cubicBezTo>
                    <a:pt x="211" y="3316"/>
                    <a:pt x="203" y="3316"/>
                    <a:pt x="203" y="3292"/>
                  </a:cubicBezTo>
                  <a:cubicBezTo>
                    <a:pt x="183" y="3288"/>
                    <a:pt x="160" y="3286"/>
                    <a:pt x="137" y="3286"/>
                  </a:cubicBezTo>
                  <a:close/>
                  <a:moveTo>
                    <a:pt x="4420" y="3311"/>
                  </a:moveTo>
                  <a:cubicBezTo>
                    <a:pt x="4428" y="3311"/>
                    <a:pt x="4443" y="3317"/>
                    <a:pt x="4484" y="3332"/>
                  </a:cubicBezTo>
                  <a:cubicBezTo>
                    <a:pt x="4484" y="3332"/>
                    <a:pt x="4549" y="3357"/>
                    <a:pt x="4541" y="3365"/>
                  </a:cubicBezTo>
                  <a:lnTo>
                    <a:pt x="4476" y="3349"/>
                  </a:lnTo>
                  <a:cubicBezTo>
                    <a:pt x="4411" y="3324"/>
                    <a:pt x="4411" y="3316"/>
                    <a:pt x="4411" y="3316"/>
                  </a:cubicBezTo>
                  <a:cubicBezTo>
                    <a:pt x="4414" y="3313"/>
                    <a:pt x="4416" y="3311"/>
                    <a:pt x="4420" y="3311"/>
                  </a:cubicBezTo>
                  <a:close/>
                  <a:moveTo>
                    <a:pt x="1785" y="3319"/>
                  </a:moveTo>
                  <a:cubicBezTo>
                    <a:pt x="1793" y="3319"/>
                    <a:pt x="1763" y="3336"/>
                    <a:pt x="1679" y="3373"/>
                  </a:cubicBezTo>
                  <a:cubicBezTo>
                    <a:pt x="1643" y="3386"/>
                    <a:pt x="1627" y="3392"/>
                    <a:pt x="1620" y="3392"/>
                  </a:cubicBezTo>
                  <a:cubicBezTo>
                    <a:pt x="1614" y="3392"/>
                    <a:pt x="1614" y="3388"/>
                    <a:pt x="1614" y="3381"/>
                  </a:cubicBezTo>
                  <a:cubicBezTo>
                    <a:pt x="1654" y="3365"/>
                    <a:pt x="1695" y="3340"/>
                    <a:pt x="1743" y="3332"/>
                  </a:cubicBezTo>
                  <a:cubicBezTo>
                    <a:pt x="1766" y="3324"/>
                    <a:pt x="1780" y="3319"/>
                    <a:pt x="1785" y="3319"/>
                  </a:cubicBezTo>
                  <a:close/>
                  <a:moveTo>
                    <a:pt x="1768" y="3422"/>
                  </a:moveTo>
                  <a:lnTo>
                    <a:pt x="1776" y="3438"/>
                  </a:lnTo>
                  <a:cubicBezTo>
                    <a:pt x="1726" y="3457"/>
                    <a:pt x="1675" y="3475"/>
                    <a:pt x="1655" y="3475"/>
                  </a:cubicBezTo>
                  <a:cubicBezTo>
                    <a:pt x="1649" y="3475"/>
                    <a:pt x="1646" y="3474"/>
                    <a:pt x="1646" y="3470"/>
                  </a:cubicBezTo>
                  <a:lnTo>
                    <a:pt x="1703" y="3438"/>
                  </a:lnTo>
                  <a:lnTo>
                    <a:pt x="1768" y="3422"/>
                  </a:lnTo>
                  <a:close/>
                  <a:moveTo>
                    <a:pt x="3503" y="3795"/>
                  </a:moveTo>
                  <a:cubicBezTo>
                    <a:pt x="3503" y="3795"/>
                    <a:pt x="3503" y="3795"/>
                    <a:pt x="3503" y="3795"/>
                  </a:cubicBezTo>
                  <a:lnTo>
                    <a:pt x="3503" y="3795"/>
                  </a:lnTo>
                  <a:close/>
                  <a:moveTo>
                    <a:pt x="2757" y="3965"/>
                  </a:moveTo>
                  <a:cubicBezTo>
                    <a:pt x="2733" y="4030"/>
                    <a:pt x="2708" y="4094"/>
                    <a:pt x="2700" y="4094"/>
                  </a:cubicBezTo>
                  <a:lnTo>
                    <a:pt x="2692" y="4086"/>
                  </a:lnTo>
                  <a:cubicBezTo>
                    <a:pt x="2708" y="4046"/>
                    <a:pt x="2724" y="4005"/>
                    <a:pt x="2749" y="3965"/>
                  </a:cubicBezTo>
                  <a:close/>
                  <a:moveTo>
                    <a:pt x="2100" y="4184"/>
                  </a:moveTo>
                  <a:lnTo>
                    <a:pt x="2108" y="4200"/>
                  </a:lnTo>
                  <a:cubicBezTo>
                    <a:pt x="2071" y="4245"/>
                    <a:pt x="2026" y="4290"/>
                    <a:pt x="2013" y="4290"/>
                  </a:cubicBezTo>
                  <a:cubicBezTo>
                    <a:pt x="2012" y="4290"/>
                    <a:pt x="2012" y="4290"/>
                    <a:pt x="2011" y="4289"/>
                  </a:cubicBezTo>
                  <a:lnTo>
                    <a:pt x="2043" y="4232"/>
                  </a:lnTo>
                  <a:lnTo>
                    <a:pt x="2100" y="4184"/>
                  </a:lnTo>
                  <a:close/>
                  <a:moveTo>
                    <a:pt x="4119" y="4224"/>
                  </a:moveTo>
                  <a:cubicBezTo>
                    <a:pt x="4160" y="4281"/>
                    <a:pt x="4192" y="4338"/>
                    <a:pt x="4184" y="4346"/>
                  </a:cubicBezTo>
                  <a:lnTo>
                    <a:pt x="4168" y="4354"/>
                  </a:lnTo>
                  <a:cubicBezTo>
                    <a:pt x="4151" y="4313"/>
                    <a:pt x="4127" y="4273"/>
                    <a:pt x="4111" y="4232"/>
                  </a:cubicBezTo>
                  <a:lnTo>
                    <a:pt x="4119" y="4224"/>
                  </a:lnTo>
                  <a:close/>
                  <a:moveTo>
                    <a:pt x="2384" y="4313"/>
                  </a:moveTo>
                  <a:lnTo>
                    <a:pt x="2384" y="4313"/>
                  </a:lnTo>
                  <a:cubicBezTo>
                    <a:pt x="2400" y="4322"/>
                    <a:pt x="2400" y="4322"/>
                    <a:pt x="2368" y="4378"/>
                  </a:cubicBezTo>
                  <a:cubicBezTo>
                    <a:pt x="2343" y="4419"/>
                    <a:pt x="2319" y="4459"/>
                    <a:pt x="2287" y="4492"/>
                  </a:cubicBezTo>
                  <a:cubicBezTo>
                    <a:pt x="2278" y="4484"/>
                    <a:pt x="2351" y="4370"/>
                    <a:pt x="2384" y="4313"/>
                  </a:cubicBezTo>
                  <a:close/>
                  <a:moveTo>
                    <a:pt x="2757" y="4403"/>
                  </a:moveTo>
                  <a:lnTo>
                    <a:pt x="2765" y="4411"/>
                  </a:lnTo>
                  <a:cubicBezTo>
                    <a:pt x="2749" y="4476"/>
                    <a:pt x="2733" y="4540"/>
                    <a:pt x="2724" y="4540"/>
                  </a:cubicBezTo>
                  <a:lnTo>
                    <a:pt x="2724" y="4467"/>
                  </a:lnTo>
                  <a:lnTo>
                    <a:pt x="2757" y="4403"/>
                  </a:lnTo>
                  <a:close/>
                  <a:moveTo>
                    <a:pt x="3672" y="4464"/>
                  </a:moveTo>
                  <a:cubicBezTo>
                    <a:pt x="3682" y="4464"/>
                    <a:pt x="3685" y="4476"/>
                    <a:pt x="3697" y="4524"/>
                  </a:cubicBezTo>
                  <a:cubicBezTo>
                    <a:pt x="3714" y="4589"/>
                    <a:pt x="3689" y="4597"/>
                    <a:pt x="3673" y="4605"/>
                  </a:cubicBezTo>
                  <a:cubicBezTo>
                    <a:pt x="3649" y="4532"/>
                    <a:pt x="3649" y="4467"/>
                    <a:pt x="3657" y="4467"/>
                  </a:cubicBezTo>
                  <a:cubicBezTo>
                    <a:pt x="3663" y="4465"/>
                    <a:pt x="3668" y="4464"/>
                    <a:pt x="3672" y="4464"/>
                  </a:cubicBezTo>
                  <a:close/>
                  <a:moveTo>
                    <a:pt x="3357" y="519"/>
                  </a:moveTo>
                  <a:cubicBezTo>
                    <a:pt x="3341" y="519"/>
                    <a:pt x="3341" y="584"/>
                    <a:pt x="3333" y="657"/>
                  </a:cubicBezTo>
                  <a:lnTo>
                    <a:pt x="3300" y="649"/>
                  </a:lnTo>
                  <a:cubicBezTo>
                    <a:pt x="3300" y="649"/>
                    <a:pt x="3292" y="649"/>
                    <a:pt x="3284" y="714"/>
                  </a:cubicBezTo>
                  <a:cubicBezTo>
                    <a:pt x="3284" y="773"/>
                    <a:pt x="3273" y="779"/>
                    <a:pt x="3265" y="779"/>
                  </a:cubicBezTo>
                  <a:cubicBezTo>
                    <a:pt x="3263" y="779"/>
                    <a:pt x="3261" y="778"/>
                    <a:pt x="3260" y="778"/>
                  </a:cubicBezTo>
                  <a:cubicBezTo>
                    <a:pt x="3260" y="760"/>
                    <a:pt x="3258" y="752"/>
                    <a:pt x="3257" y="752"/>
                  </a:cubicBezTo>
                  <a:lnTo>
                    <a:pt x="3257" y="752"/>
                  </a:lnTo>
                  <a:cubicBezTo>
                    <a:pt x="3253" y="752"/>
                    <a:pt x="3248" y="800"/>
                    <a:pt x="3260" y="851"/>
                  </a:cubicBezTo>
                  <a:cubicBezTo>
                    <a:pt x="3260" y="916"/>
                    <a:pt x="3251" y="981"/>
                    <a:pt x="3243" y="981"/>
                  </a:cubicBezTo>
                  <a:lnTo>
                    <a:pt x="3243" y="1119"/>
                  </a:lnTo>
                  <a:cubicBezTo>
                    <a:pt x="3235" y="1208"/>
                    <a:pt x="3243" y="1305"/>
                    <a:pt x="3260" y="1395"/>
                  </a:cubicBezTo>
                  <a:cubicBezTo>
                    <a:pt x="3284" y="1443"/>
                    <a:pt x="3302" y="1488"/>
                    <a:pt x="3315" y="1488"/>
                  </a:cubicBezTo>
                  <a:cubicBezTo>
                    <a:pt x="3323" y="1488"/>
                    <a:pt x="3329" y="1467"/>
                    <a:pt x="3333" y="1411"/>
                  </a:cubicBezTo>
                  <a:cubicBezTo>
                    <a:pt x="3333" y="1411"/>
                    <a:pt x="3349" y="1346"/>
                    <a:pt x="3357" y="1346"/>
                  </a:cubicBezTo>
                  <a:cubicBezTo>
                    <a:pt x="3373" y="1346"/>
                    <a:pt x="3373" y="1419"/>
                    <a:pt x="3373" y="1419"/>
                  </a:cubicBezTo>
                  <a:cubicBezTo>
                    <a:pt x="3373" y="1484"/>
                    <a:pt x="3405" y="1492"/>
                    <a:pt x="3462" y="1492"/>
                  </a:cubicBezTo>
                  <a:cubicBezTo>
                    <a:pt x="3519" y="1500"/>
                    <a:pt x="3551" y="1500"/>
                    <a:pt x="3543" y="1573"/>
                  </a:cubicBezTo>
                  <a:cubicBezTo>
                    <a:pt x="3535" y="1646"/>
                    <a:pt x="3543" y="1646"/>
                    <a:pt x="3543" y="1646"/>
                  </a:cubicBezTo>
                  <a:cubicBezTo>
                    <a:pt x="3551" y="1614"/>
                    <a:pt x="3566" y="1603"/>
                    <a:pt x="3585" y="1603"/>
                  </a:cubicBezTo>
                  <a:cubicBezTo>
                    <a:pt x="3604" y="1603"/>
                    <a:pt x="3628" y="1614"/>
                    <a:pt x="3657" y="1622"/>
                  </a:cubicBezTo>
                  <a:cubicBezTo>
                    <a:pt x="3685" y="1634"/>
                    <a:pt x="3712" y="1644"/>
                    <a:pt x="3735" y="1644"/>
                  </a:cubicBezTo>
                  <a:cubicBezTo>
                    <a:pt x="3758" y="1644"/>
                    <a:pt x="3778" y="1634"/>
                    <a:pt x="3795" y="1605"/>
                  </a:cubicBezTo>
                  <a:lnTo>
                    <a:pt x="3803" y="1614"/>
                  </a:lnTo>
                  <a:cubicBezTo>
                    <a:pt x="3770" y="1678"/>
                    <a:pt x="3787" y="1686"/>
                    <a:pt x="3795" y="1695"/>
                  </a:cubicBezTo>
                  <a:cubicBezTo>
                    <a:pt x="3831" y="1658"/>
                    <a:pt x="3849" y="1654"/>
                    <a:pt x="3856" y="1654"/>
                  </a:cubicBezTo>
                  <a:cubicBezTo>
                    <a:pt x="3858" y="1654"/>
                    <a:pt x="3860" y="1654"/>
                    <a:pt x="3860" y="1654"/>
                  </a:cubicBezTo>
                  <a:cubicBezTo>
                    <a:pt x="3827" y="1711"/>
                    <a:pt x="3827" y="1719"/>
                    <a:pt x="3843" y="1727"/>
                  </a:cubicBezTo>
                  <a:cubicBezTo>
                    <a:pt x="3846" y="1729"/>
                    <a:pt x="3848" y="1731"/>
                    <a:pt x="3851" y="1731"/>
                  </a:cubicBezTo>
                  <a:cubicBezTo>
                    <a:pt x="3858" y="1731"/>
                    <a:pt x="3871" y="1720"/>
                    <a:pt x="3900" y="1678"/>
                  </a:cubicBezTo>
                  <a:cubicBezTo>
                    <a:pt x="3932" y="1703"/>
                    <a:pt x="3949" y="1751"/>
                    <a:pt x="3924" y="1784"/>
                  </a:cubicBezTo>
                  <a:cubicBezTo>
                    <a:pt x="3913" y="1803"/>
                    <a:pt x="3912" y="1811"/>
                    <a:pt x="3917" y="1811"/>
                  </a:cubicBezTo>
                  <a:cubicBezTo>
                    <a:pt x="3926" y="1811"/>
                    <a:pt x="3957" y="1783"/>
                    <a:pt x="3989" y="1751"/>
                  </a:cubicBezTo>
                  <a:cubicBezTo>
                    <a:pt x="4026" y="1699"/>
                    <a:pt x="4070" y="1661"/>
                    <a:pt x="4084" y="1661"/>
                  </a:cubicBezTo>
                  <a:cubicBezTo>
                    <a:pt x="4085" y="1661"/>
                    <a:pt x="4086" y="1661"/>
                    <a:pt x="4087" y="1662"/>
                  </a:cubicBezTo>
                  <a:lnTo>
                    <a:pt x="3997" y="1759"/>
                  </a:lnTo>
                  <a:cubicBezTo>
                    <a:pt x="3949" y="1808"/>
                    <a:pt x="3949" y="1808"/>
                    <a:pt x="3957" y="1824"/>
                  </a:cubicBezTo>
                  <a:lnTo>
                    <a:pt x="3965" y="1832"/>
                  </a:lnTo>
                  <a:cubicBezTo>
                    <a:pt x="3984" y="1813"/>
                    <a:pt x="3999" y="1805"/>
                    <a:pt x="4014" y="1805"/>
                  </a:cubicBezTo>
                  <a:cubicBezTo>
                    <a:pt x="4035" y="1805"/>
                    <a:pt x="4054" y="1824"/>
                    <a:pt x="4078" y="1849"/>
                  </a:cubicBezTo>
                  <a:cubicBezTo>
                    <a:pt x="4112" y="1888"/>
                    <a:pt x="4126" y="1915"/>
                    <a:pt x="4151" y="1915"/>
                  </a:cubicBezTo>
                  <a:cubicBezTo>
                    <a:pt x="4161" y="1915"/>
                    <a:pt x="4174" y="1910"/>
                    <a:pt x="4192" y="1897"/>
                  </a:cubicBezTo>
                  <a:cubicBezTo>
                    <a:pt x="4215" y="1878"/>
                    <a:pt x="4229" y="1868"/>
                    <a:pt x="4234" y="1868"/>
                  </a:cubicBezTo>
                  <a:lnTo>
                    <a:pt x="4234" y="1868"/>
                  </a:lnTo>
                  <a:cubicBezTo>
                    <a:pt x="4242" y="1868"/>
                    <a:pt x="4232" y="1888"/>
                    <a:pt x="4208" y="1922"/>
                  </a:cubicBezTo>
                  <a:cubicBezTo>
                    <a:pt x="4112" y="2034"/>
                    <a:pt x="4079" y="2065"/>
                    <a:pt x="4090" y="2065"/>
                  </a:cubicBezTo>
                  <a:cubicBezTo>
                    <a:pt x="4094" y="2065"/>
                    <a:pt x="4107" y="2059"/>
                    <a:pt x="4127" y="2051"/>
                  </a:cubicBezTo>
                  <a:cubicBezTo>
                    <a:pt x="4127" y="2043"/>
                    <a:pt x="4184" y="2003"/>
                    <a:pt x="4241" y="1970"/>
                  </a:cubicBezTo>
                  <a:cubicBezTo>
                    <a:pt x="4293" y="1937"/>
                    <a:pt x="4323" y="1920"/>
                    <a:pt x="4329" y="1920"/>
                  </a:cubicBezTo>
                  <a:lnTo>
                    <a:pt x="4329" y="1920"/>
                  </a:lnTo>
                  <a:cubicBezTo>
                    <a:pt x="4336" y="1920"/>
                    <a:pt x="4310" y="1943"/>
                    <a:pt x="4249" y="1986"/>
                  </a:cubicBezTo>
                  <a:cubicBezTo>
                    <a:pt x="4164" y="2038"/>
                    <a:pt x="4210" y="2106"/>
                    <a:pt x="4298" y="2106"/>
                  </a:cubicBezTo>
                  <a:cubicBezTo>
                    <a:pt x="4320" y="2106"/>
                    <a:pt x="4344" y="2102"/>
                    <a:pt x="4370" y="2092"/>
                  </a:cubicBezTo>
                  <a:cubicBezTo>
                    <a:pt x="4396" y="2082"/>
                    <a:pt x="4411" y="2076"/>
                    <a:pt x="4413" y="2076"/>
                  </a:cubicBezTo>
                  <a:lnTo>
                    <a:pt x="4413" y="2076"/>
                  </a:lnTo>
                  <a:cubicBezTo>
                    <a:pt x="4415" y="2076"/>
                    <a:pt x="4384" y="2090"/>
                    <a:pt x="4305" y="2124"/>
                  </a:cubicBezTo>
                  <a:cubicBezTo>
                    <a:pt x="4249" y="2149"/>
                    <a:pt x="4249" y="2157"/>
                    <a:pt x="4265" y="2189"/>
                  </a:cubicBezTo>
                  <a:lnTo>
                    <a:pt x="4273" y="2213"/>
                  </a:lnTo>
                  <a:cubicBezTo>
                    <a:pt x="4302" y="2203"/>
                    <a:pt x="4322" y="2198"/>
                    <a:pt x="4336" y="2198"/>
                  </a:cubicBezTo>
                  <a:cubicBezTo>
                    <a:pt x="4383" y="2198"/>
                    <a:pt x="4346" y="2251"/>
                    <a:pt x="4289" y="2270"/>
                  </a:cubicBezTo>
                  <a:cubicBezTo>
                    <a:pt x="4232" y="2295"/>
                    <a:pt x="4232" y="2295"/>
                    <a:pt x="4232" y="2319"/>
                  </a:cubicBezTo>
                  <a:cubicBezTo>
                    <a:pt x="4247" y="2317"/>
                    <a:pt x="4259" y="2316"/>
                    <a:pt x="4269" y="2316"/>
                  </a:cubicBezTo>
                  <a:cubicBezTo>
                    <a:pt x="4351" y="2316"/>
                    <a:pt x="4306" y="2369"/>
                    <a:pt x="4241" y="2384"/>
                  </a:cubicBezTo>
                  <a:lnTo>
                    <a:pt x="4249" y="2400"/>
                  </a:lnTo>
                  <a:cubicBezTo>
                    <a:pt x="4314" y="2400"/>
                    <a:pt x="4322" y="2416"/>
                    <a:pt x="4322" y="2424"/>
                  </a:cubicBezTo>
                  <a:cubicBezTo>
                    <a:pt x="4327" y="2440"/>
                    <a:pt x="4329" y="2449"/>
                    <a:pt x="4347" y="2449"/>
                  </a:cubicBezTo>
                  <a:cubicBezTo>
                    <a:pt x="4357" y="2449"/>
                    <a:pt x="4372" y="2446"/>
                    <a:pt x="4395" y="2441"/>
                  </a:cubicBezTo>
                  <a:cubicBezTo>
                    <a:pt x="4440" y="2429"/>
                    <a:pt x="4486" y="2418"/>
                    <a:pt x="4512" y="2418"/>
                  </a:cubicBezTo>
                  <a:cubicBezTo>
                    <a:pt x="4523" y="2418"/>
                    <a:pt x="4530" y="2420"/>
                    <a:pt x="4532" y="2424"/>
                  </a:cubicBezTo>
                  <a:lnTo>
                    <a:pt x="4459" y="2432"/>
                  </a:lnTo>
                  <a:cubicBezTo>
                    <a:pt x="4395" y="2449"/>
                    <a:pt x="4411" y="2473"/>
                    <a:pt x="4403" y="2513"/>
                  </a:cubicBezTo>
                  <a:cubicBezTo>
                    <a:pt x="4403" y="2570"/>
                    <a:pt x="4403" y="2586"/>
                    <a:pt x="4338" y="2603"/>
                  </a:cubicBezTo>
                  <a:lnTo>
                    <a:pt x="4403" y="2603"/>
                  </a:lnTo>
                  <a:cubicBezTo>
                    <a:pt x="4476" y="2611"/>
                    <a:pt x="4476" y="2619"/>
                    <a:pt x="4403" y="2627"/>
                  </a:cubicBezTo>
                  <a:cubicBezTo>
                    <a:pt x="4338" y="2643"/>
                    <a:pt x="4338" y="2676"/>
                    <a:pt x="4411" y="2700"/>
                  </a:cubicBezTo>
                  <a:lnTo>
                    <a:pt x="4411" y="2716"/>
                  </a:lnTo>
                  <a:cubicBezTo>
                    <a:pt x="4273" y="2732"/>
                    <a:pt x="4273" y="2757"/>
                    <a:pt x="4411" y="2765"/>
                  </a:cubicBezTo>
                  <a:cubicBezTo>
                    <a:pt x="4338" y="2765"/>
                    <a:pt x="4338" y="2773"/>
                    <a:pt x="4338" y="2781"/>
                  </a:cubicBezTo>
                  <a:cubicBezTo>
                    <a:pt x="4397" y="2803"/>
                    <a:pt x="4395" y="2839"/>
                    <a:pt x="4346" y="2839"/>
                  </a:cubicBezTo>
                  <a:cubicBezTo>
                    <a:pt x="4341" y="2839"/>
                    <a:pt x="4336" y="2839"/>
                    <a:pt x="4330" y="2838"/>
                  </a:cubicBezTo>
                  <a:lnTo>
                    <a:pt x="4330" y="2854"/>
                  </a:lnTo>
                  <a:cubicBezTo>
                    <a:pt x="4395" y="2862"/>
                    <a:pt x="4395" y="2878"/>
                    <a:pt x="4395" y="2886"/>
                  </a:cubicBezTo>
                  <a:cubicBezTo>
                    <a:pt x="4387" y="2895"/>
                    <a:pt x="4387" y="2903"/>
                    <a:pt x="4451" y="2919"/>
                  </a:cubicBezTo>
                  <a:cubicBezTo>
                    <a:pt x="4524" y="2943"/>
                    <a:pt x="4524" y="2951"/>
                    <a:pt x="4524" y="2951"/>
                  </a:cubicBezTo>
                  <a:cubicBezTo>
                    <a:pt x="4523" y="2953"/>
                    <a:pt x="4519" y="2953"/>
                    <a:pt x="4515" y="2953"/>
                  </a:cubicBezTo>
                  <a:cubicBezTo>
                    <a:pt x="4492" y="2953"/>
                    <a:pt x="4439" y="2940"/>
                    <a:pt x="4387" y="2927"/>
                  </a:cubicBezTo>
                  <a:cubicBezTo>
                    <a:pt x="4368" y="2918"/>
                    <a:pt x="4355" y="2914"/>
                    <a:pt x="4349" y="2914"/>
                  </a:cubicBezTo>
                  <a:cubicBezTo>
                    <a:pt x="4332" y="2914"/>
                    <a:pt x="4358" y="2941"/>
                    <a:pt x="4451" y="2976"/>
                  </a:cubicBezTo>
                  <a:cubicBezTo>
                    <a:pt x="4519" y="3001"/>
                    <a:pt x="4552" y="3013"/>
                    <a:pt x="4548" y="3013"/>
                  </a:cubicBezTo>
                  <a:cubicBezTo>
                    <a:pt x="4546" y="3013"/>
                    <a:pt x="4513" y="3003"/>
                    <a:pt x="4451" y="2984"/>
                  </a:cubicBezTo>
                  <a:cubicBezTo>
                    <a:pt x="4408" y="2969"/>
                    <a:pt x="4367" y="2957"/>
                    <a:pt x="4355" y="2957"/>
                  </a:cubicBezTo>
                  <a:cubicBezTo>
                    <a:pt x="4347" y="2957"/>
                    <a:pt x="4352" y="2963"/>
                    <a:pt x="4378" y="2976"/>
                  </a:cubicBezTo>
                  <a:cubicBezTo>
                    <a:pt x="4378" y="2976"/>
                    <a:pt x="4378" y="2992"/>
                    <a:pt x="4443" y="3008"/>
                  </a:cubicBezTo>
                  <a:lnTo>
                    <a:pt x="4435" y="3032"/>
                  </a:lnTo>
                  <a:cubicBezTo>
                    <a:pt x="4362" y="3040"/>
                    <a:pt x="4362" y="3049"/>
                    <a:pt x="4354" y="3057"/>
                  </a:cubicBezTo>
                  <a:cubicBezTo>
                    <a:pt x="4395" y="3072"/>
                    <a:pt x="4410" y="3078"/>
                    <a:pt x="4399" y="3078"/>
                  </a:cubicBezTo>
                  <a:cubicBezTo>
                    <a:pt x="4393" y="3078"/>
                    <a:pt x="4378" y="3076"/>
                    <a:pt x="4354" y="3073"/>
                  </a:cubicBezTo>
                  <a:cubicBezTo>
                    <a:pt x="4334" y="3068"/>
                    <a:pt x="4319" y="3066"/>
                    <a:pt x="4311" y="3066"/>
                  </a:cubicBezTo>
                  <a:cubicBezTo>
                    <a:pt x="4291" y="3066"/>
                    <a:pt x="4317" y="3080"/>
                    <a:pt x="4411" y="3097"/>
                  </a:cubicBezTo>
                  <a:cubicBezTo>
                    <a:pt x="4464" y="3117"/>
                    <a:pt x="4474" y="3132"/>
                    <a:pt x="4435" y="3132"/>
                  </a:cubicBezTo>
                  <a:cubicBezTo>
                    <a:pt x="4426" y="3132"/>
                    <a:pt x="4416" y="3131"/>
                    <a:pt x="4403" y="3130"/>
                  </a:cubicBezTo>
                  <a:cubicBezTo>
                    <a:pt x="4338" y="3113"/>
                    <a:pt x="4305" y="3107"/>
                    <a:pt x="4297" y="3107"/>
                  </a:cubicBezTo>
                  <a:cubicBezTo>
                    <a:pt x="4289" y="3107"/>
                    <a:pt x="4305" y="3113"/>
                    <a:pt x="4338" y="3122"/>
                  </a:cubicBezTo>
                  <a:cubicBezTo>
                    <a:pt x="4403" y="3146"/>
                    <a:pt x="4395" y="3154"/>
                    <a:pt x="4395" y="3154"/>
                  </a:cubicBezTo>
                  <a:cubicBezTo>
                    <a:pt x="4389" y="3153"/>
                    <a:pt x="4384" y="3152"/>
                    <a:pt x="4380" y="3152"/>
                  </a:cubicBezTo>
                  <a:cubicBezTo>
                    <a:pt x="4327" y="3152"/>
                    <a:pt x="4310" y="3232"/>
                    <a:pt x="4265" y="3292"/>
                  </a:cubicBezTo>
                  <a:cubicBezTo>
                    <a:pt x="4265" y="3300"/>
                    <a:pt x="4322" y="3340"/>
                    <a:pt x="4387" y="3365"/>
                  </a:cubicBezTo>
                  <a:cubicBezTo>
                    <a:pt x="4438" y="3389"/>
                    <a:pt x="4458" y="3397"/>
                    <a:pt x="4457" y="3397"/>
                  </a:cubicBezTo>
                  <a:cubicBezTo>
                    <a:pt x="4457" y="3397"/>
                    <a:pt x="4420" y="3382"/>
                    <a:pt x="4378" y="3373"/>
                  </a:cubicBezTo>
                  <a:cubicBezTo>
                    <a:pt x="4295" y="3340"/>
                    <a:pt x="4248" y="3326"/>
                    <a:pt x="4237" y="3326"/>
                  </a:cubicBezTo>
                  <a:cubicBezTo>
                    <a:pt x="4223" y="3326"/>
                    <a:pt x="4267" y="3349"/>
                    <a:pt x="4370" y="3389"/>
                  </a:cubicBezTo>
                  <a:cubicBezTo>
                    <a:pt x="4438" y="3415"/>
                    <a:pt x="4470" y="3427"/>
                    <a:pt x="4467" y="3427"/>
                  </a:cubicBezTo>
                  <a:cubicBezTo>
                    <a:pt x="4465" y="3427"/>
                    <a:pt x="4432" y="3417"/>
                    <a:pt x="4370" y="3397"/>
                  </a:cubicBezTo>
                  <a:cubicBezTo>
                    <a:pt x="4342" y="3391"/>
                    <a:pt x="4326" y="3387"/>
                    <a:pt x="4320" y="3387"/>
                  </a:cubicBezTo>
                  <a:cubicBezTo>
                    <a:pt x="4311" y="3387"/>
                    <a:pt x="4327" y="3397"/>
                    <a:pt x="4362" y="3422"/>
                  </a:cubicBezTo>
                  <a:cubicBezTo>
                    <a:pt x="4395" y="3436"/>
                    <a:pt x="4409" y="3444"/>
                    <a:pt x="4402" y="3444"/>
                  </a:cubicBezTo>
                  <a:cubicBezTo>
                    <a:pt x="4397" y="3444"/>
                    <a:pt x="4381" y="3440"/>
                    <a:pt x="4354" y="3430"/>
                  </a:cubicBezTo>
                  <a:cubicBezTo>
                    <a:pt x="4312" y="3414"/>
                    <a:pt x="4269" y="3398"/>
                    <a:pt x="4261" y="3398"/>
                  </a:cubicBezTo>
                  <a:lnTo>
                    <a:pt x="4261" y="3398"/>
                  </a:lnTo>
                  <a:cubicBezTo>
                    <a:pt x="4256" y="3398"/>
                    <a:pt x="4262" y="3402"/>
                    <a:pt x="4281" y="3413"/>
                  </a:cubicBezTo>
                  <a:cubicBezTo>
                    <a:pt x="4281" y="3413"/>
                    <a:pt x="4281" y="3415"/>
                    <a:pt x="4277" y="3415"/>
                  </a:cubicBezTo>
                  <a:cubicBezTo>
                    <a:pt x="4271" y="3415"/>
                    <a:pt x="4255" y="3412"/>
                    <a:pt x="4216" y="3397"/>
                  </a:cubicBezTo>
                  <a:cubicBezTo>
                    <a:pt x="4203" y="3392"/>
                    <a:pt x="4194" y="3390"/>
                    <a:pt x="4190" y="3390"/>
                  </a:cubicBezTo>
                  <a:cubicBezTo>
                    <a:pt x="4175" y="3390"/>
                    <a:pt x="4220" y="3422"/>
                    <a:pt x="4265" y="3454"/>
                  </a:cubicBezTo>
                  <a:cubicBezTo>
                    <a:pt x="4323" y="3503"/>
                    <a:pt x="4347" y="3528"/>
                    <a:pt x="4337" y="3528"/>
                  </a:cubicBezTo>
                  <a:cubicBezTo>
                    <a:pt x="4329" y="3528"/>
                    <a:pt x="4300" y="3511"/>
                    <a:pt x="4249" y="3478"/>
                  </a:cubicBezTo>
                  <a:cubicBezTo>
                    <a:pt x="4214" y="3456"/>
                    <a:pt x="4193" y="3447"/>
                    <a:pt x="4183" y="3447"/>
                  </a:cubicBezTo>
                  <a:cubicBezTo>
                    <a:pt x="4162" y="3447"/>
                    <a:pt x="4200" y="3495"/>
                    <a:pt x="4273" y="3551"/>
                  </a:cubicBezTo>
                  <a:cubicBezTo>
                    <a:pt x="4297" y="3568"/>
                    <a:pt x="4315" y="3582"/>
                    <a:pt x="4330" y="3592"/>
                  </a:cubicBezTo>
                  <a:lnTo>
                    <a:pt x="4330" y="3592"/>
                  </a:lnTo>
                  <a:cubicBezTo>
                    <a:pt x="4273" y="3559"/>
                    <a:pt x="4265" y="3559"/>
                    <a:pt x="4265" y="3559"/>
                  </a:cubicBezTo>
                  <a:cubicBezTo>
                    <a:pt x="4261" y="3563"/>
                    <a:pt x="4258" y="3567"/>
                    <a:pt x="4250" y="3567"/>
                  </a:cubicBezTo>
                  <a:cubicBezTo>
                    <a:pt x="4241" y="3567"/>
                    <a:pt x="4227" y="3561"/>
                    <a:pt x="4200" y="3543"/>
                  </a:cubicBezTo>
                  <a:lnTo>
                    <a:pt x="4200" y="3543"/>
                  </a:lnTo>
                  <a:cubicBezTo>
                    <a:pt x="4200" y="3543"/>
                    <a:pt x="4192" y="3543"/>
                    <a:pt x="4232" y="3600"/>
                  </a:cubicBezTo>
                  <a:cubicBezTo>
                    <a:pt x="4283" y="3646"/>
                    <a:pt x="4291" y="3667"/>
                    <a:pt x="4274" y="3667"/>
                  </a:cubicBezTo>
                  <a:cubicBezTo>
                    <a:pt x="4255" y="3667"/>
                    <a:pt x="4206" y="3642"/>
                    <a:pt x="4151" y="3600"/>
                  </a:cubicBezTo>
                  <a:lnTo>
                    <a:pt x="4151" y="3600"/>
                  </a:lnTo>
                  <a:lnTo>
                    <a:pt x="4192" y="3657"/>
                  </a:lnTo>
                  <a:cubicBezTo>
                    <a:pt x="4255" y="3720"/>
                    <a:pt x="4298" y="3766"/>
                    <a:pt x="4291" y="3766"/>
                  </a:cubicBezTo>
                  <a:cubicBezTo>
                    <a:pt x="4287" y="3766"/>
                    <a:pt x="4269" y="3753"/>
                    <a:pt x="4232" y="3722"/>
                  </a:cubicBezTo>
                  <a:lnTo>
                    <a:pt x="4184" y="3673"/>
                  </a:lnTo>
                  <a:lnTo>
                    <a:pt x="4184" y="3673"/>
                  </a:lnTo>
                  <a:cubicBezTo>
                    <a:pt x="4228" y="3718"/>
                    <a:pt x="4234" y="3738"/>
                    <a:pt x="4217" y="3738"/>
                  </a:cubicBezTo>
                  <a:cubicBezTo>
                    <a:pt x="4198" y="3738"/>
                    <a:pt x="4147" y="3709"/>
                    <a:pt x="4095" y="3657"/>
                  </a:cubicBezTo>
                  <a:cubicBezTo>
                    <a:pt x="4046" y="3616"/>
                    <a:pt x="4046" y="3616"/>
                    <a:pt x="4038" y="3616"/>
                  </a:cubicBezTo>
                  <a:lnTo>
                    <a:pt x="4087" y="3665"/>
                  </a:lnTo>
                  <a:cubicBezTo>
                    <a:pt x="4135" y="3713"/>
                    <a:pt x="4192" y="3754"/>
                    <a:pt x="4184" y="3762"/>
                  </a:cubicBezTo>
                  <a:cubicBezTo>
                    <a:pt x="4181" y="3765"/>
                    <a:pt x="4178" y="3768"/>
                    <a:pt x="4172" y="3768"/>
                  </a:cubicBezTo>
                  <a:cubicBezTo>
                    <a:pt x="4164" y="3768"/>
                    <a:pt x="4149" y="3760"/>
                    <a:pt x="4119" y="3730"/>
                  </a:cubicBezTo>
                  <a:cubicBezTo>
                    <a:pt x="4080" y="3697"/>
                    <a:pt x="4042" y="3667"/>
                    <a:pt x="4036" y="3667"/>
                  </a:cubicBezTo>
                  <a:lnTo>
                    <a:pt x="4036" y="3667"/>
                  </a:lnTo>
                  <a:cubicBezTo>
                    <a:pt x="4034" y="3667"/>
                    <a:pt x="4039" y="3674"/>
                    <a:pt x="4054" y="3689"/>
                  </a:cubicBezTo>
                  <a:cubicBezTo>
                    <a:pt x="4054" y="3689"/>
                    <a:pt x="4054" y="3690"/>
                    <a:pt x="4052" y="3690"/>
                  </a:cubicBezTo>
                  <a:cubicBezTo>
                    <a:pt x="4048" y="3690"/>
                    <a:pt x="4034" y="3685"/>
                    <a:pt x="3997" y="3649"/>
                  </a:cubicBezTo>
                  <a:lnTo>
                    <a:pt x="3973" y="3673"/>
                  </a:lnTo>
                  <a:cubicBezTo>
                    <a:pt x="3996" y="3705"/>
                    <a:pt x="4001" y="3721"/>
                    <a:pt x="3994" y="3721"/>
                  </a:cubicBezTo>
                  <a:cubicBezTo>
                    <a:pt x="3988" y="3721"/>
                    <a:pt x="3975" y="3711"/>
                    <a:pt x="3957" y="3689"/>
                  </a:cubicBezTo>
                  <a:lnTo>
                    <a:pt x="3957" y="3689"/>
                  </a:lnTo>
                  <a:cubicBezTo>
                    <a:pt x="3957" y="3689"/>
                    <a:pt x="3941" y="3697"/>
                    <a:pt x="3981" y="3754"/>
                  </a:cubicBezTo>
                  <a:cubicBezTo>
                    <a:pt x="3978" y="3757"/>
                    <a:pt x="3975" y="3760"/>
                    <a:pt x="3970" y="3760"/>
                  </a:cubicBezTo>
                  <a:cubicBezTo>
                    <a:pt x="3962" y="3760"/>
                    <a:pt x="3950" y="3752"/>
                    <a:pt x="3924" y="3722"/>
                  </a:cubicBezTo>
                  <a:cubicBezTo>
                    <a:pt x="3904" y="3693"/>
                    <a:pt x="3894" y="3679"/>
                    <a:pt x="3893" y="3679"/>
                  </a:cubicBezTo>
                  <a:lnTo>
                    <a:pt x="3893" y="3679"/>
                  </a:lnTo>
                  <a:cubicBezTo>
                    <a:pt x="3892" y="3679"/>
                    <a:pt x="3900" y="3693"/>
                    <a:pt x="3916" y="3722"/>
                  </a:cubicBezTo>
                  <a:cubicBezTo>
                    <a:pt x="3957" y="3778"/>
                    <a:pt x="3949" y="3778"/>
                    <a:pt x="3941" y="3778"/>
                  </a:cubicBezTo>
                  <a:lnTo>
                    <a:pt x="3924" y="3786"/>
                  </a:lnTo>
                  <a:cubicBezTo>
                    <a:pt x="3965" y="3843"/>
                    <a:pt x="3965" y="3843"/>
                    <a:pt x="3957" y="3851"/>
                  </a:cubicBezTo>
                  <a:cubicBezTo>
                    <a:pt x="3949" y="3851"/>
                    <a:pt x="3893" y="3810"/>
                    <a:pt x="3885" y="3810"/>
                  </a:cubicBezTo>
                  <a:cubicBezTo>
                    <a:pt x="3884" y="3810"/>
                    <a:pt x="3884" y="3810"/>
                    <a:pt x="3884" y="3811"/>
                  </a:cubicBezTo>
                  <a:cubicBezTo>
                    <a:pt x="3860" y="3819"/>
                    <a:pt x="3860" y="3819"/>
                    <a:pt x="3900" y="3876"/>
                  </a:cubicBezTo>
                  <a:cubicBezTo>
                    <a:pt x="3901" y="3875"/>
                    <a:pt x="3901" y="3875"/>
                    <a:pt x="3902" y="3875"/>
                  </a:cubicBezTo>
                  <a:cubicBezTo>
                    <a:pt x="3908" y="3875"/>
                    <a:pt x="3922" y="3899"/>
                    <a:pt x="3917" y="3899"/>
                  </a:cubicBezTo>
                  <a:cubicBezTo>
                    <a:pt x="3914" y="3899"/>
                    <a:pt x="3907" y="3893"/>
                    <a:pt x="3892" y="3876"/>
                  </a:cubicBezTo>
                  <a:cubicBezTo>
                    <a:pt x="3891" y="3876"/>
                    <a:pt x="3890" y="3876"/>
                    <a:pt x="3889" y="3876"/>
                  </a:cubicBezTo>
                  <a:cubicBezTo>
                    <a:pt x="3877" y="3876"/>
                    <a:pt x="3840" y="3848"/>
                    <a:pt x="3820" y="3848"/>
                  </a:cubicBezTo>
                  <a:cubicBezTo>
                    <a:pt x="3816" y="3848"/>
                    <a:pt x="3813" y="3849"/>
                    <a:pt x="3811" y="3851"/>
                  </a:cubicBezTo>
                  <a:cubicBezTo>
                    <a:pt x="3778" y="3867"/>
                    <a:pt x="3778" y="3867"/>
                    <a:pt x="3811" y="3924"/>
                  </a:cubicBezTo>
                  <a:cubicBezTo>
                    <a:pt x="3844" y="3986"/>
                    <a:pt x="3858" y="4016"/>
                    <a:pt x="3855" y="4016"/>
                  </a:cubicBezTo>
                  <a:cubicBezTo>
                    <a:pt x="3853" y="4016"/>
                    <a:pt x="3835" y="3988"/>
                    <a:pt x="3803" y="3932"/>
                  </a:cubicBezTo>
                  <a:cubicBezTo>
                    <a:pt x="3761" y="3862"/>
                    <a:pt x="3740" y="3832"/>
                    <a:pt x="3737" y="3832"/>
                  </a:cubicBezTo>
                  <a:lnTo>
                    <a:pt x="3737" y="3832"/>
                  </a:lnTo>
                  <a:cubicBezTo>
                    <a:pt x="3734" y="3832"/>
                    <a:pt x="3740" y="3848"/>
                    <a:pt x="3754" y="3876"/>
                  </a:cubicBezTo>
                  <a:cubicBezTo>
                    <a:pt x="3770" y="3940"/>
                    <a:pt x="3770" y="3940"/>
                    <a:pt x="3762" y="3940"/>
                  </a:cubicBezTo>
                  <a:cubicBezTo>
                    <a:pt x="3746" y="3909"/>
                    <a:pt x="3736" y="3893"/>
                    <a:pt x="3731" y="3893"/>
                  </a:cubicBezTo>
                  <a:cubicBezTo>
                    <a:pt x="3726" y="3893"/>
                    <a:pt x="3726" y="3911"/>
                    <a:pt x="3730" y="3949"/>
                  </a:cubicBezTo>
                  <a:cubicBezTo>
                    <a:pt x="3722" y="3949"/>
                    <a:pt x="3722" y="3949"/>
                    <a:pt x="3697" y="3884"/>
                  </a:cubicBezTo>
                  <a:lnTo>
                    <a:pt x="3681" y="3892"/>
                  </a:lnTo>
                  <a:cubicBezTo>
                    <a:pt x="3696" y="3951"/>
                    <a:pt x="3687" y="3973"/>
                    <a:pt x="3670" y="3973"/>
                  </a:cubicBezTo>
                  <a:cubicBezTo>
                    <a:pt x="3651" y="3973"/>
                    <a:pt x="3621" y="3943"/>
                    <a:pt x="3608" y="3908"/>
                  </a:cubicBezTo>
                  <a:cubicBezTo>
                    <a:pt x="3608" y="3908"/>
                    <a:pt x="3600" y="3908"/>
                    <a:pt x="3608" y="3981"/>
                  </a:cubicBezTo>
                  <a:cubicBezTo>
                    <a:pt x="3621" y="4047"/>
                    <a:pt x="3625" y="4081"/>
                    <a:pt x="3621" y="4081"/>
                  </a:cubicBezTo>
                  <a:cubicBezTo>
                    <a:pt x="3618" y="4081"/>
                    <a:pt x="3608" y="4049"/>
                    <a:pt x="3592" y="3981"/>
                  </a:cubicBezTo>
                  <a:cubicBezTo>
                    <a:pt x="3576" y="3917"/>
                    <a:pt x="3568" y="3885"/>
                    <a:pt x="3567" y="3885"/>
                  </a:cubicBezTo>
                  <a:lnTo>
                    <a:pt x="3567" y="3885"/>
                  </a:lnTo>
                  <a:cubicBezTo>
                    <a:pt x="3565" y="3885"/>
                    <a:pt x="3572" y="3919"/>
                    <a:pt x="3584" y="3989"/>
                  </a:cubicBezTo>
                  <a:cubicBezTo>
                    <a:pt x="3587" y="4021"/>
                    <a:pt x="3580" y="4041"/>
                    <a:pt x="3569" y="4041"/>
                  </a:cubicBezTo>
                  <a:cubicBezTo>
                    <a:pt x="3555" y="4041"/>
                    <a:pt x="3536" y="4009"/>
                    <a:pt x="3527" y="3932"/>
                  </a:cubicBezTo>
                  <a:lnTo>
                    <a:pt x="3503" y="3795"/>
                  </a:lnTo>
                  <a:cubicBezTo>
                    <a:pt x="3503" y="3867"/>
                    <a:pt x="3495" y="3867"/>
                    <a:pt x="3495" y="3867"/>
                  </a:cubicBezTo>
                  <a:cubicBezTo>
                    <a:pt x="3503" y="3932"/>
                    <a:pt x="3495" y="3932"/>
                    <a:pt x="3470" y="3932"/>
                  </a:cubicBezTo>
                  <a:cubicBezTo>
                    <a:pt x="3446" y="3932"/>
                    <a:pt x="3422" y="3997"/>
                    <a:pt x="3397" y="3997"/>
                  </a:cubicBezTo>
                  <a:cubicBezTo>
                    <a:pt x="3393" y="3999"/>
                    <a:pt x="3388" y="4001"/>
                    <a:pt x="3383" y="4001"/>
                  </a:cubicBezTo>
                  <a:cubicBezTo>
                    <a:pt x="3366" y="4001"/>
                    <a:pt x="3345" y="3987"/>
                    <a:pt x="3333" y="3932"/>
                  </a:cubicBezTo>
                  <a:cubicBezTo>
                    <a:pt x="3324" y="3940"/>
                    <a:pt x="3316" y="3940"/>
                    <a:pt x="3300" y="4005"/>
                  </a:cubicBezTo>
                  <a:cubicBezTo>
                    <a:pt x="3296" y="4043"/>
                    <a:pt x="3287" y="4061"/>
                    <a:pt x="3280" y="4061"/>
                  </a:cubicBezTo>
                  <a:cubicBezTo>
                    <a:pt x="3273" y="4061"/>
                    <a:pt x="3268" y="4045"/>
                    <a:pt x="3268" y="4013"/>
                  </a:cubicBezTo>
                  <a:lnTo>
                    <a:pt x="3260" y="4013"/>
                  </a:lnTo>
                  <a:cubicBezTo>
                    <a:pt x="3246" y="4073"/>
                    <a:pt x="3233" y="4079"/>
                    <a:pt x="3229" y="4079"/>
                  </a:cubicBezTo>
                  <a:cubicBezTo>
                    <a:pt x="3228" y="4079"/>
                    <a:pt x="3227" y="4078"/>
                    <a:pt x="3227" y="4078"/>
                  </a:cubicBezTo>
                  <a:cubicBezTo>
                    <a:pt x="3227" y="4031"/>
                    <a:pt x="3223" y="3980"/>
                    <a:pt x="3217" y="3980"/>
                  </a:cubicBezTo>
                  <a:cubicBezTo>
                    <a:pt x="3215" y="3980"/>
                    <a:pt x="3213" y="3987"/>
                    <a:pt x="3211" y="4005"/>
                  </a:cubicBezTo>
                  <a:cubicBezTo>
                    <a:pt x="3211" y="4065"/>
                    <a:pt x="3200" y="4070"/>
                    <a:pt x="3187" y="4070"/>
                  </a:cubicBezTo>
                  <a:cubicBezTo>
                    <a:pt x="3184" y="4070"/>
                    <a:pt x="3181" y="4070"/>
                    <a:pt x="3178" y="4070"/>
                  </a:cubicBezTo>
                  <a:cubicBezTo>
                    <a:pt x="3161" y="4018"/>
                    <a:pt x="2996" y="3978"/>
                    <a:pt x="2902" y="3978"/>
                  </a:cubicBezTo>
                  <a:cubicBezTo>
                    <a:pt x="2866" y="3978"/>
                    <a:pt x="2840" y="3984"/>
                    <a:pt x="2838" y="3997"/>
                  </a:cubicBezTo>
                  <a:lnTo>
                    <a:pt x="2814" y="3989"/>
                  </a:lnTo>
                  <a:lnTo>
                    <a:pt x="2781" y="3973"/>
                  </a:lnTo>
                  <a:cubicBezTo>
                    <a:pt x="2803" y="3914"/>
                    <a:pt x="2802" y="3893"/>
                    <a:pt x="2789" y="3893"/>
                  </a:cubicBezTo>
                  <a:cubicBezTo>
                    <a:pt x="2774" y="3893"/>
                    <a:pt x="2743" y="3922"/>
                    <a:pt x="2716" y="3949"/>
                  </a:cubicBezTo>
                  <a:cubicBezTo>
                    <a:pt x="2684" y="4000"/>
                    <a:pt x="2672" y="4006"/>
                    <a:pt x="2665" y="4006"/>
                  </a:cubicBezTo>
                  <a:cubicBezTo>
                    <a:pt x="2663" y="4006"/>
                    <a:pt x="2661" y="4005"/>
                    <a:pt x="2660" y="4005"/>
                  </a:cubicBezTo>
                  <a:cubicBezTo>
                    <a:pt x="2697" y="3925"/>
                    <a:pt x="2699" y="3891"/>
                    <a:pt x="2685" y="3891"/>
                  </a:cubicBezTo>
                  <a:cubicBezTo>
                    <a:pt x="2677" y="3891"/>
                    <a:pt x="2665" y="3900"/>
                    <a:pt x="2651" y="3916"/>
                  </a:cubicBezTo>
                  <a:cubicBezTo>
                    <a:pt x="2620" y="3975"/>
                    <a:pt x="2600" y="4003"/>
                    <a:pt x="2595" y="4003"/>
                  </a:cubicBezTo>
                  <a:cubicBezTo>
                    <a:pt x="2590" y="4003"/>
                    <a:pt x="2602" y="3971"/>
                    <a:pt x="2635" y="3908"/>
                  </a:cubicBezTo>
                  <a:cubicBezTo>
                    <a:pt x="2666" y="3851"/>
                    <a:pt x="2680" y="3818"/>
                    <a:pt x="2675" y="3818"/>
                  </a:cubicBezTo>
                  <a:lnTo>
                    <a:pt x="2675" y="3818"/>
                  </a:lnTo>
                  <a:cubicBezTo>
                    <a:pt x="2669" y="3818"/>
                    <a:pt x="2638" y="3859"/>
                    <a:pt x="2578" y="3949"/>
                  </a:cubicBezTo>
                  <a:cubicBezTo>
                    <a:pt x="2560" y="3975"/>
                    <a:pt x="2550" y="3987"/>
                    <a:pt x="2547" y="3987"/>
                  </a:cubicBezTo>
                  <a:cubicBezTo>
                    <a:pt x="2543" y="3987"/>
                    <a:pt x="2549" y="3971"/>
                    <a:pt x="2562" y="3940"/>
                  </a:cubicBezTo>
                  <a:cubicBezTo>
                    <a:pt x="2596" y="3862"/>
                    <a:pt x="2610" y="3831"/>
                    <a:pt x="2607" y="3831"/>
                  </a:cubicBezTo>
                  <a:lnTo>
                    <a:pt x="2607" y="3831"/>
                  </a:lnTo>
                  <a:cubicBezTo>
                    <a:pt x="2604" y="3831"/>
                    <a:pt x="2595" y="3845"/>
                    <a:pt x="2578" y="3867"/>
                  </a:cubicBezTo>
                  <a:cubicBezTo>
                    <a:pt x="2544" y="3921"/>
                    <a:pt x="2522" y="3948"/>
                    <a:pt x="2516" y="3948"/>
                  </a:cubicBezTo>
                  <a:cubicBezTo>
                    <a:pt x="2510" y="3948"/>
                    <a:pt x="2524" y="3915"/>
                    <a:pt x="2562" y="3851"/>
                  </a:cubicBezTo>
                  <a:cubicBezTo>
                    <a:pt x="2591" y="3789"/>
                    <a:pt x="2605" y="3759"/>
                    <a:pt x="2602" y="3759"/>
                  </a:cubicBezTo>
                  <a:lnTo>
                    <a:pt x="2602" y="3759"/>
                  </a:lnTo>
                  <a:cubicBezTo>
                    <a:pt x="2598" y="3759"/>
                    <a:pt x="2578" y="3787"/>
                    <a:pt x="2538" y="3843"/>
                  </a:cubicBezTo>
                  <a:cubicBezTo>
                    <a:pt x="2502" y="3890"/>
                    <a:pt x="2474" y="3911"/>
                    <a:pt x="2460" y="3911"/>
                  </a:cubicBezTo>
                  <a:cubicBezTo>
                    <a:pt x="2443" y="3911"/>
                    <a:pt x="2449" y="3878"/>
                    <a:pt x="2489" y="3819"/>
                  </a:cubicBezTo>
                  <a:cubicBezTo>
                    <a:pt x="2489" y="3813"/>
                    <a:pt x="2505" y="3780"/>
                    <a:pt x="2501" y="3780"/>
                  </a:cubicBezTo>
                  <a:lnTo>
                    <a:pt x="2501" y="3780"/>
                  </a:lnTo>
                  <a:cubicBezTo>
                    <a:pt x="2499" y="3780"/>
                    <a:pt x="2493" y="3786"/>
                    <a:pt x="2481" y="3803"/>
                  </a:cubicBezTo>
                  <a:lnTo>
                    <a:pt x="2522" y="3746"/>
                  </a:lnTo>
                  <a:lnTo>
                    <a:pt x="2506" y="3730"/>
                  </a:lnTo>
                  <a:lnTo>
                    <a:pt x="2465" y="3778"/>
                  </a:lnTo>
                  <a:cubicBezTo>
                    <a:pt x="2457" y="3778"/>
                    <a:pt x="2473" y="3681"/>
                    <a:pt x="2433" y="3649"/>
                  </a:cubicBezTo>
                  <a:cubicBezTo>
                    <a:pt x="2392" y="3613"/>
                    <a:pt x="2380" y="3586"/>
                    <a:pt x="2362" y="3586"/>
                  </a:cubicBezTo>
                  <a:cubicBezTo>
                    <a:pt x="2352" y="3586"/>
                    <a:pt x="2340" y="3595"/>
                    <a:pt x="2319" y="3616"/>
                  </a:cubicBezTo>
                  <a:cubicBezTo>
                    <a:pt x="2271" y="3657"/>
                    <a:pt x="2243" y="3675"/>
                    <a:pt x="2237" y="3675"/>
                  </a:cubicBezTo>
                  <a:cubicBezTo>
                    <a:pt x="2230" y="3675"/>
                    <a:pt x="2253" y="3649"/>
                    <a:pt x="2311" y="3600"/>
                  </a:cubicBezTo>
                  <a:cubicBezTo>
                    <a:pt x="2303" y="3592"/>
                    <a:pt x="2351" y="3535"/>
                    <a:pt x="2343" y="3519"/>
                  </a:cubicBezTo>
                  <a:cubicBezTo>
                    <a:pt x="2335" y="3503"/>
                    <a:pt x="2327" y="3495"/>
                    <a:pt x="2384" y="3454"/>
                  </a:cubicBezTo>
                  <a:lnTo>
                    <a:pt x="2376" y="3446"/>
                  </a:lnTo>
                  <a:cubicBezTo>
                    <a:pt x="2334" y="3465"/>
                    <a:pt x="2303" y="3473"/>
                    <a:pt x="2281" y="3473"/>
                  </a:cubicBezTo>
                  <a:cubicBezTo>
                    <a:pt x="2238" y="3473"/>
                    <a:pt x="2233" y="3443"/>
                    <a:pt x="2270" y="3405"/>
                  </a:cubicBezTo>
                  <a:cubicBezTo>
                    <a:pt x="2270" y="3393"/>
                    <a:pt x="2266" y="3386"/>
                    <a:pt x="2238" y="3386"/>
                  </a:cubicBezTo>
                  <a:cubicBezTo>
                    <a:pt x="2228" y="3386"/>
                    <a:pt x="2215" y="3387"/>
                    <a:pt x="2197" y="3389"/>
                  </a:cubicBezTo>
                  <a:cubicBezTo>
                    <a:pt x="2176" y="3395"/>
                    <a:pt x="2161" y="3397"/>
                    <a:pt x="2154" y="3397"/>
                  </a:cubicBezTo>
                  <a:cubicBezTo>
                    <a:pt x="2139" y="3397"/>
                    <a:pt x="2151" y="3386"/>
                    <a:pt x="2189" y="3365"/>
                  </a:cubicBezTo>
                  <a:cubicBezTo>
                    <a:pt x="2233" y="3340"/>
                    <a:pt x="2271" y="3292"/>
                    <a:pt x="2230" y="3292"/>
                  </a:cubicBezTo>
                  <a:cubicBezTo>
                    <a:pt x="2217" y="3292"/>
                    <a:pt x="2196" y="3296"/>
                    <a:pt x="2165" y="3308"/>
                  </a:cubicBezTo>
                  <a:lnTo>
                    <a:pt x="2230" y="3276"/>
                  </a:lnTo>
                  <a:cubicBezTo>
                    <a:pt x="2253" y="3263"/>
                    <a:pt x="2256" y="3257"/>
                    <a:pt x="2247" y="3257"/>
                  </a:cubicBezTo>
                  <a:cubicBezTo>
                    <a:pt x="2235" y="3257"/>
                    <a:pt x="2196" y="3269"/>
                    <a:pt x="2157" y="3284"/>
                  </a:cubicBezTo>
                  <a:cubicBezTo>
                    <a:pt x="2104" y="3303"/>
                    <a:pt x="2073" y="3314"/>
                    <a:pt x="2067" y="3314"/>
                  </a:cubicBezTo>
                  <a:cubicBezTo>
                    <a:pt x="2058" y="3314"/>
                    <a:pt x="2103" y="3291"/>
                    <a:pt x="2214" y="3243"/>
                  </a:cubicBezTo>
                  <a:cubicBezTo>
                    <a:pt x="2296" y="3212"/>
                    <a:pt x="2323" y="3201"/>
                    <a:pt x="2315" y="3201"/>
                  </a:cubicBezTo>
                  <a:cubicBezTo>
                    <a:pt x="2310" y="3201"/>
                    <a:pt x="2294" y="3205"/>
                    <a:pt x="2270" y="3211"/>
                  </a:cubicBezTo>
                  <a:cubicBezTo>
                    <a:pt x="2233" y="3220"/>
                    <a:pt x="2193" y="3229"/>
                    <a:pt x="2178" y="3229"/>
                  </a:cubicBezTo>
                  <a:cubicBezTo>
                    <a:pt x="2167" y="3229"/>
                    <a:pt x="2170" y="3224"/>
                    <a:pt x="2197" y="3211"/>
                  </a:cubicBezTo>
                  <a:cubicBezTo>
                    <a:pt x="2197" y="3207"/>
                    <a:pt x="2197" y="3204"/>
                    <a:pt x="2189" y="3204"/>
                  </a:cubicBezTo>
                  <a:cubicBezTo>
                    <a:pt x="2176" y="3204"/>
                    <a:pt x="2144" y="3211"/>
                    <a:pt x="2068" y="3235"/>
                  </a:cubicBezTo>
                  <a:cubicBezTo>
                    <a:pt x="2042" y="3245"/>
                    <a:pt x="2027" y="3248"/>
                    <a:pt x="2017" y="3248"/>
                  </a:cubicBezTo>
                  <a:cubicBezTo>
                    <a:pt x="2003" y="3248"/>
                    <a:pt x="2003" y="3240"/>
                    <a:pt x="2003" y="3235"/>
                  </a:cubicBezTo>
                  <a:cubicBezTo>
                    <a:pt x="2043" y="3219"/>
                    <a:pt x="2083" y="3211"/>
                    <a:pt x="2131" y="3203"/>
                  </a:cubicBezTo>
                  <a:lnTo>
                    <a:pt x="2131" y="3203"/>
                  </a:lnTo>
                  <a:cubicBezTo>
                    <a:pt x="2132" y="3205"/>
                    <a:pt x="2132" y="3206"/>
                    <a:pt x="2132" y="3206"/>
                  </a:cubicBezTo>
                  <a:cubicBezTo>
                    <a:pt x="2133" y="3206"/>
                    <a:pt x="2133" y="3205"/>
                    <a:pt x="2133" y="3203"/>
                  </a:cubicBezTo>
                  <a:lnTo>
                    <a:pt x="2133" y="3203"/>
                  </a:lnTo>
                  <a:cubicBezTo>
                    <a:pt x="2132" y="3203"/>
                    <a:pt x="2132" y="3203"/>
                    <a:pt x="2131" y="3203"/>
                  </a:cubicBezTo>
                  <a:lnTo>
                    <a:pt x="2131" y="3203"/>
                  </a:lnTo>
                  <a:cubicBezTo>
                    <a:pt x="2130" y="3200"/>
                    <a:pt x="2128" y="3194"/>
                    <a:pt x="2124" y="3186"/>
                  </a:cubicBezTo>
                  <a:cubicBezTo>
                    <a:pt x="2165" y="3154"/>
                    <a:pt x="2206" y="3130"/>
                    <a:pt x="2254" y="3122"/>
                  </a:cubicBezTo>
                  <a:cubicBezTo>
                    <a:pt x="2287" y="3105"/>
                    <a:pt x="2303" y="3095"/>
                    <a:pt x="2295" y="3095"/>
                  </a:cubicBezTo>
                  <a:cubicBezTo>
                    <a:pt x="2287" y="3095"/>
                    <a:pt x="2254" y="3105"/>
                    <a:pt x="2189" y="3130"/>
                  </a:cubicBezTo>
                  <a:cubicBezTo>
                    <a:pt x="2113" y="3149"/>
                    <a:pt x="2082" y="3157"/>
                    <a:pt x="2067" y="3157"/>
                  </a:cubicBezTo>
                  <a:cubicBezTo>
                    <a:pt x="2057" y="3157"/>
                    <a:pt x="2055" y="3153"/>
                    <a:pt x="2051" y="3146"/>
                  </a:cubicBezTo>
                  <a:cubicBezTo>
                    <a:pt x="2051" y="3138"/>
                    <a:pt x="2051" y="3122"/>
                    <a:pt x="2116" y="3105"/>
                  </a:cubicBezTo>
                  <a:cubicBezTo>
                    <a:pt x="2181" y="3089"/>
                    <a:pt x="2181" y="3089"/>
                    <a:pt x="2173" y="3073"/>
                  </a:cubicBezTo>
                  <a:cubicBezTo>
                    <a:pt x="2173" y="3062"/>
                    <a:pt x="2130" y="3058"/>
                    <a:pt x="2070" y="3058"/>
                  </a:cubicBezTo>
                  <a:cubicBezTo>
                    <a:pt x="1998" y="3058"/>
                    <a:pt x="1900" y="3064"/>
                    <a:pt x="1824" y="3073"/>
                  </a:cubicBezTo>
                  <a:cubicBezTo>
                    <a:pt x="1768" y="3084"/>
                    <a:pt x="1736" y="3090"/>
                    <a:pt x="1729" y="3090"/>
                  </a:cubicBezTo>
                  <a:cubicBezTo>
                    <a:pt x="1719" y="3090"/>
                    <a:pt x="1751" y="3080"/>
                    <a:pt x="1824" y="3057"/>
                  </a:cubicBezTo>
                  <a:cubicBezTo>
                    <a:pt x="1889" y="3049"/>
                    <a:pt x="1889" y="3040"/>
                    <a:pt x="1889" y="3024"/>
                  </a:cubicBezTo>
                  <a:lnTo>
                    <a:pt x="1889" y="3024"/>
                  </a:lnTo>
                  <a:cubicBezTo>
                    <a:pt x="1870" y="3029"/>
                    <a:pt x="1861" y="3030"/>
                    <a:pt x="1858" y="3030"/>
                  </a:cubicBezTo>
                  <a:cubicBezTo>
                    <a:pt x="1851" y="3030"/>
                    <a:pt x="1875" y="3023"/>
                    <a:pt x="1885" y="3023"/>
                  </a:cubicBezTo>
                  <a:cubicBezTo>
                    <a:pt x="1888" y="3023"/>
                    <a:pt x="1889" y="3023"/>
                    <a:pt x="1889" y="3024"/>
                  </a:cubicBezTo>
                  <a:cubicBezTo>
                    <a:pt x="1908" y="3022"/>
                    <a:pt x="1922" y="3021"/>
                    <a:pt x="1931" y="3021"/>
                  </a:cubicBezTo>
                  <a:cubicBezTo>
                    <a:pt x="1955" y="3021"/>
                    <a:pt x="1957" y="3027"/>
                    <a:pt x="1962" y="3032"/>
                  </a:cubicBezTo>
                  <a:lnTo>
                    <a:pt x="2027" y="3024"/>
                  </a:lnTo>
                  <a:cubicBezTo>
                    <a:pt x="2126" y="2999"/>
                    <a:pt x="2150" y="2989"/>
                    <a:pt x="2094" y="2989"/>
                  </a:cubicBezTo>
                  <a:cubicBezTo>
                    <a:pt x="2076" y="2989"/>
                    <a:pt x="2052" y="2990"/>
                    <a:pt x="2019" y="2992"/>
                  </a:cubicBezTo>
                  <a:cubicBezTo>
                    <a:pt x="1954" y="2992"/>
                    <a:pt x="1954" y="2992"/>
                    <a:pt x="2019" y="2976"/>
                  </a:cubicBezTo>
                  <a:cubicBezTo>
                    <a:pt x="2079" y="2956"/>
                    <a:pt x="2134" y="2941"/>
                    <a:pt x="2115" y="2941"/>
                  </a:cubicBezTo>
                  <a:cubicBezTo>
                    <a:pt x="2111" y="2941"/>
                    <a:pt x="2104" y="2942"/>
                    <a:pt x="2092" y="2943"/>
                  </a:cubicBezTo>
                  <a:cubicBezTo>
                    <a:pt x="2092" y="2943"/>
                    <a:pt x="2092" y="2927"/>
                    <a:pt x="2157" y="2903"/>
                  </a:cubicBezTo>
                  <a:cubicBezTo>
                    <a:pt x="2157" y="2891"/>
                    <a:pt x="2157" y="2883"/>
                    <a:pt x="2131" y="2883"/>
                  </a:cubicBezTo>
                  <a:cubicBezTo>
                    <a:pt x="2122" y="2883"/>
                    <a:pt x="2109" y="2884"/>
                    <a:pt x="2092" y="2886"/>
                  </a:cubicBezTo>
                  <a:cubicBezTo>
                    <a:pt x="2019" y="2886"/>
                    <a:pt x="2019" y="2878"/>
                    <a:pt x="2019" y="2870"/>
                  </a:cubicBezTo>
                  <a:cubicBezTo>
                    <a:pt x="2019" y="2864"/>
                    <a:pt x="2019" y="2852"/>
                    <a:pt x="1985" y="2852"/>
                  </a:cubicBezTo>
                  <a:cubicBezTo>
                    <a:pt x="1977" y="2852"/>
                    <a:pt x="1967" y="2852"/>
                    <a:pt x="1954" y="2854"/>
                  </a:cubicBezTo>
                  <a:cubicBezTo>
                    <a:pt x="1881" y="2854"/>
                    <a:pt x="1816" y="2846"/>
                    <a:pt x="1816" y="2830"/>
                  </a:cubicBezTo>
                  <a:cubicBezTo>
                    <a:pt x="1743" y="2805"/>
                    <a:pt x="1743" y="2805"/>
                    <a:pt x="1881" y="2789"/>
                  </a:cubicBezTo>
                  <a:cubicBezTo>
                    <a:pt x="1946" y="2789"/>
                    <a:pt x="1946" y="2781"/>
                    <a:pt x="1946" y="2765"/>
                  </a:cubicBezTo>
                  <a:cubicBezTo>
                    <a:pt x="1946" y="2765"/>
                    <a:pt x="1946" y="2757"/>
                    <a:pt x="2011" y="2749"/>
                  </a:cubicBezTo>
                  <a:cubicBezTo>
                    <a:pt x="2084" y="2732"/>
                    <a:pt x="2019" y="2732"/>
                    <a:pt x="1946" y="2732"/>
                  </a:cubicBezTo>
                  <a:lnTo>
                    <a:pt x="1808" y="2732"/>
                  </a:lnTo>
                  <a:cubicBezTo>
                    <a:pt x="1862" y="2721"/>
                    <a:pt x="1911" y="2713"/>
                    <a:pt x="1962" y="2713"/>
                  </a:cubicBezTo>
                  <a:cubicBezTo>
                    <a:pt x="1981" y="2713"/>
                    <a:pt x="1999" y="2714"/>
                    <a:pt x="2019" y="2716"/>
                  </a:cubicBezTo>
                  <a:cubicBezTo>
                    <a:pt x="2157" y="2708"/>
                    <a:pt x="2157" y="2708"/>
                    <a:pt x="2019" y="2708"/>
                  </a:cubicBezTo>
                  <a:cubicBezTo>
                    <a:pt x="1954" y="2700"/>
                    <a:pt x="1881" y="2692"/>
                    <a:pt x="1954" y="2668"/>
                  </a:cubicBezTo>
                  <a:cubicBezTo>
                    <a:pt x="1961" y="2654"/>
                    <a:pt x="1962" y="2633"/>
                    <a:pt x="2004" y="2633"/>
                  </a:cubicBezTo>
                  <a:cubicBezTo>
                    <a:pt x="2011" y="2633"/>
                    <a:pt x="2018" y="2634"/>
                    <a:pt x="2027" y="2635"/>
                  </a:cubicBezTo>
                  <a:cubicBezTo>
                    <a:pt x="2100" y="2627"/>
                    <a:pt x="2035" y="2611"/>
                    <a:pt x="2035" y="2611"/>
                  </a:cubicBezTo>
                  <a:cubicBezTo>
                    <a:pt x="1970" y="2595"/>
                    <a:pt x="1970" y="2586"/>
                    <a:pt x="2043" y="2562"/>
                  </a:cubicBezTo>
                  <a:cubicBezTo>
                    <a:pt x="2181" y="2530"/>
                    <a:pt x="2181" y="2530"/>
                    <a:pt x="2043" y="2513"/>
                  </a:cubicBezTo>
                  <a:cubicBezTo>
                    <a:pt x="1996" y="2502"/>
                    <a:pt x="1948" y="2494"/>
                    <a:pt x="1977" y="2494"/>
                  </a:cubicBezTo>
                  <a:cubicBezTo>
                    <a:pt x="1988" y="2494"/>
                    <a:pt x="2009" y="2495"/>
                    <a:pt x="2043" y="2497"/>
                  </a:cubicBezTo>
                  <a:cubicBezTo>
                    <a:pt x="2116" y="2497"/>
                    <a:pt x="2043" y="2481"/>
                    <a:pt x="1987" y="2449"/>
                  </a:cubicBezTo>
                  <a:cubicBezTo>
                    <a:pt x="1897" y="2424"/>
                    <a:pt x="1816" y="2408"/>
                    <a:pt x="1727" y="2392"/>
                  </a:cubicBezTo>
                  <a:cubicBezTo>
                    <a:pt x="1589" y="2368"/>
                    <a:pt x="1589" y="2368"/>
                    <a:pt x="1662" y="2351"/>
                  </a:cubicBezTo>
                  <a:cubicBezTo>
                    <a:pt x="1666" y="2348"/>
                    <a:pt x="1679" y="2346"/>
                    <a:pt x="1698" y="2346"/>
                  </a:cubicBezTo>
                  <a:cubicBezTo>
                    <a:pt x="1726" y="2346"/>
                    <a:pt x="1766" y="2350"/>
                    <a:pt x="1808" y="2359"/>
                  </a:cubicBezTo>
                  <a:cubicBezTo>
                    <a:pt x="1873" y="2368"/>
                    <a:pt x="1865" y="2384"/>
                    <a:pt x="1865" y="2384"/>
                  </a:cubicBezTo>
                  <a:lnTo>
                    <a:pt x="1865" y="2392"/>
                  </a:lnTo>
                  <a:cubicBezTo>
                    <a:pt x="1905" y="2402"/>
                    <a:pt x="1945" y="2409"/>
                    <a:pt x="1972" y="2409"/>
                  </a:cubicBezTo>
                  <a:cubicBezTo>
                    <a:pt x="1988" y="2409"/>
                    <a:pt x="2000" y="2406"/>
                    <a:pt x="2003" y="2400"/>
                  </a:cubicBezTo>
                  <a:cubicBezTo>
                    <a:pt x="2016" y="2401"/>
                    <a:pt x="2027" y="2402"/>
                    <a:pt x="2036" y="2402"/>
                  </a:cubicBezTo>
                  <a:cubicBezTo>
                    <a:pt x="2074" y="2402"/>
                    <a:pt x="2064" y="2389"/>
                    <a:pt x="2011" y="2376"/>
                  </a:cubicBezTo>
                  <a:lnTo>
                    <a:pt x="2011" y="2376"/>
                  </a:lnTo>
                  <a:cubicBezTo>
                    <a:pt x="2024" y="2377"/>
                    <a:pt x="2035" y="2378"/>
                    <a:pt x="2043" y="2378"/>
                  </a:cubicBezTo>
                  <a:cubicBezTo>
                    <a:pt x="2084" y="2378"/>
                    <a:pt x="2085" y="2363"/>
                    <a:pt x="2092" y="2343"/>
                  </a:cubicBezTo>
                  <a:cubicBezTo>
                    <a:pt x="2099" y="2329"/>
                    <a:pt x="2106" y="2309"/>
                    <a:pt x="2150" y="2309"/>
                  </a:cubicBezTo>
                  <a:cubicBezTo>
                    <a:pt x="2156" y="2309"/>
                    <a:pt x="2164" y="2310"/>
                    <a:pt x="2173" y="2311"/>
                  </a:cubicBezTo>
                  <a:cubicBezTo>
                    <a:pt x="2181" y="2295"/>
                    <a:pt x="2181" y="2286"/>
                    <a:pt x="2116" y="2262"/>
                  </a:cubicBezTo>
                  <a:cubicBezTo>
                    <a:pt x="2028" y="2235"/>
                    <a:pt x="2000" y="2218"/>
                    <a:pt x="2011" y="2218"/>
                  </a:cubicBezTo>
                  <a:cubicBezTo>
                    <a:pt x="2017" y="2218"/>
                    <a:pt x="2031" y="2222"/>
                    <a:pt x="2051" y="2230"/>
                  </a:cubicBezTo>
                  <a:cubicBezTo>
                    <a:pt x="2072" y="2233"/>
                    <a:pt x="2092" y="2235"/>
                    <a:pt x="2110" y="2235"/>
                  </a:cubicBezTo>
                  <a:cubicBezTo>
                    <a:pt x="2218" y="2235"/>
                    <a:pt x="2285" y="2180"/>
                    <a:pt x="2181" y="2124"/>
                  </a:cubicBezTo>
                  <a:cubicBezTo>
                    <a:pt x="2181" y="2124"/>
                    <a:pt x="2189" y="2116"/>
                    <a:pt x="2189" y="2108"/>
                  </a:cubicBezTo>
                  <a:cubicBezTo>
                    <a:pt x="2199" y="2110"/>
                    <a:pt x="2208" y="2111"/>
                    <a:pt x="2216" y="2111"/>
                  </a:cubicBezTo>
                  <a:cubicBezTo>
                    <a:pt x="2267" y="2111"/>
                    <a:pt x="2279" y="2070"/>
                    <a:pt x="2230" y="2035"/>
                  </a:cubicBezTo>
                  <a:cubicBezTo>
                    <a:pt x="2238" y="2027"/>
                    <a:pt x="2238" y="2019"/>
                    <a:pt x="2246" y="2011"/>
                  </a:cubicBezTo>
                  <a:cubicBezTo>
                    <a:pt x="2273" y="2020"/>
                    <a:pt x="2291" y="2024"/>
                    <a:pt x="2299" y="2024"/>
                  </a:cubicBezTo>
                  <a:cubicBezTo>
                    <a:pt x="2312" y="2024"/>
                    <a:pt x="2301" y="2012"/>
                    <a:pt x="2270" y="1986"/>
                  </a:cubicBezTo>
                  <a:cubicBezTo>
                    <a:pt x="2229" y="1951"/>
                    <a:pt x="2189" y="1925"/>
                    <a:pt x="2190" y="1925"/>
                  </a:cubicBezTo>
                  <a:lnTo>
                    <a:pt x="2190" y="1925"/>
                  </a:lnTo>
                  <a:cubicBezTo>
                    <a:pt x="2191" y="1925"/>
                    <a:pt x="2198" y="1929"/>
                    <a:pt x="2214" y="1938"/>
                  </a:cubicBezTo>
                  <a:cubicBezTo>
                    <a:pt x="2242" y="1956"/>
                    <a:pt x="2260" y="1963"/>
                    <a:pt x="2273" y="1963"/>
                  </a:cubicBezTo>
                  <a:cubicBezTo>
                    <a:pt x="2289" y="1963"/>
                    <a:pt x="2297" y="1951"/>
                    <a:pt x="2311" y="1938"/>
                  </a:cubicBezTo>
                  <a:cubicBezTo>
                    <a:pt x="2327" y="1905"/>
                    <a:pt x="2327" y="1905"/>
                    <a:pt x="2270" y="1873"/>
                  </a:cubicBezTo>
                  <a:cubicBezTo>
                    <a:pt x="2258" y="1846"/>
                    <a:pt x="2259" y="1835"/>
                    <a:pt x="2266" y="1835"/>
                  </a:cubicBezTo>
                  <a:cubicBezTo>
                    <a:pt x="2279" y="1835"/>
                    <a:pt x="2313" y="1864"/>
                    <a:pt x="2343" y="1889"/>
                  </a:cubicBezTo>
                  <a:cubicBezTo>
                    <a:pt x="2388" y="1927"/>
                    <a:pt x="2416" y="1948"/>
                    <a:pt x="2420" y="1948"/>
                  </a:cubicBezTo>
                  <a:cubicBezTo>
                    <a:pt x="2426" y="1948"/>
                    <a:pt x="2391" y="1911"/>
                    <a:pt x="2303" y="1832"/>
                  </a:cubicBezTo>
                  <a:cubicBezTo>
                    <a:pt x="2240" y="1770"/>
                    <a:pt x="2221" y="1741"/>
                    <a:pt x="2231" y="1741"/>
                  </a:cubicBezTo>
                  <a:lnTo>
                    <a:pt x="2231" y="1741"/>
                  </a:lnTo>
                  <a:cubicBezTo>
                    <a:pt x="2236" y="1741"/>
                    <a:pt x="2250" y="1750"/>
                    <a:pt x="2270" y="1768"/>
                  </a:cubicBezTo>
                  <a:cubicBezTo>
                    <a:pt x="2319" y="1808"/>
                    <a:pt x="2311" y="1816"/>
                    <a:pt x="2311" y="1824"/>
                  </a:cubicBezTo>
                  <a:lnTo>
                    <a:pt x="2408" y="1914"/>
                  </a:lnTo>
                  <a:cubicBezTo>
                    <a:pt x="2416" y="1905"/>
                    <a:pt x="2416" y="1905"/>
                    <a:pt x="2368" y="1857"/>
                  </a:cubicBezTo>
                  <a:cubicBezTo>
                    <a:pt x="2368" y="1857"/>
                    <a:pt x="2376" y="1849"/>
                    <a:pt x="2335" y="1800"/>
                  </a:cubicBezTo>
                  <a:cubicBezTo>
                    <a:pt x="2287" y="1743"/>
                    <a:pt x="2238" y="1703"/>
                    <a:pt x="2181" y="1662"/>
                  </a:cubicBezTo>
                  <a:cubicBezTo>
                    <a:pt x="2124" y="1622"/>
                    <a:pt x="2133" y="1614"/>
                    <a:pt x="2141" y="1605"/>
                  </a:cubicBezTo>
                  <a:lnTo>
                    <a:pt x="2141" y="1605"/>
                  </a:lnTo>
                  <a:cubicBezTo>
                    <a:pt x="2197" y="1638"/>
                    <a:pt x="2254" y="1686"/>
                    <a:pt x="2295" y="1743"/>
                  </a:cubicBezTo>
                  <a:cubicBezTo>
                    <a:pt x="2287" y="1743"/>
                    <a:pt x="2343" y="1792"/>
                    <a:pt x="2392" y="1841"/>
                  </a:cubicBezTo>
                  <a:cubicBezTo>
                    <a:pt x="2399" y="1846"/>
                    <a:pt x="2404" y="1849"/>
                    <a:pt x="2406" y="1849"/>
                  </a:cubicBezTo>
                  <a:cubicBezTo>
                    <a:pt x="2422" y="1849"/>
                    <a:pt x="2363" y="1753"/>
                    <a:pt x="2287" y="1662"/>
                  </a:cubicBezTo>
                  <a:lnTo>
                    <a:pt x="2287" y="1662"/>
                  </a:lnTo>
                  <a:cubicBezTo>
                    <a:pt x="2299" y="1674"/>
                    <a:pt x="2315" y="1691"/>
                    <a:pt x="2335" y="1711"/>
                  </a:cubicBezTo>
                  <a:cubicBezTo>
                    <a:pt x="2363" y="1738"/>
                    <a:pt x="2380" y="1748"/>
                    <a:pt x="2391" y="1748"/>
                  </a:cubicBezTo>
                  <a:cubicBezTo>
                    <a:pt x="2400" y="1748"/>
                    <a:pt x="2405" y="1742"/>
                    <a:pt x="2408" y="1735"/>
                  </a:cubicBezTo>
                  <a:cubicBezTo>
                    <a:pt x="2424" y="1727"/>
                    <a:pt x="2433" y="1719"/>
                    <a:pt x="2384" y="1670"/>
                  </a:cubicBezTo>
                  <a:cubicBezTo>
                    <a:pt x="2343" y="1622"/>
                    <a:pt x="2295" y="1565"/>
                    <a:pt x="2303" y="1557"/>
                  </a:cubicBezTo>
                  <a:lnTo>
                    <a:pt x="2303" y="1557"/>
                  </a:lnTo>
                  <a:cubicBezTo>
                    <a:pt x="2302" y="1557"/>
                    <a:pt x="2301" y="1558"/>
                    <a:pt x="2300" y="1558"/>
                  </a:cubicBezTo>
                  <a:cubicBezTo>
                    <a:pt x="2288" y="1558"/>
                    <a:pt x="2243" y="1513"/>
                    <a:pt x="2206" y="1468"/>
                  </a:cubicBezTo>
                  <a:lnTo>
                    <a:pt x="2206" y="1468"/>
                  </a:lnTo>
                  <a:cubicBezTo>
                    <a:pt x="2246" y="1492"/>
                    <a:pt x="2278" y="1516"/>
                    <a:pt x="2319" y="1549"/>
                  </a:cubicBezTo>
                  <a:cubicBezTo>
                    <a:pt x="2414" y="1629"/>
                    <a:pt x="2463" y="1663"/>
                    <a:pt x="2495" y="1663"/>
                  </a:cubicBezTo>
                  <a:cubicBezTo>
                    <a:pt x="2499" y="1663"/>
                    <a:pt x="2502" y="1663"/>
                    <a:pt x="2506" y="1662"/>
                  </a:cubicBezTo>
                  <a:cubicBezTo>
                    <a:pt x="2513" y="1659"/>
                    <a:pt x="2521" y="1654"/>
                    <a:pt x="2532" y="1654"/>
                  </a:cubicBezTo>
                  <a:cubicBezTo>
                    <a:pt x="2546" y="1654"/>
                    <a:pt x="2564" y="1662"/>
                    <a:pt x="2587" y="1695"/>
                  </a:cubicBezTo>
                  <a:cubicBezTo>
                    <a:pt x="2603" y="1686"/>
                    <a:pt x="2611" y="1686"/>
                    <a:pt x="2570" y="1630"/>
                  </a:cubicBezTo>
                  <a:lnTo>
                    <a:pt x="2587" y="1622"/>
                  </a:lnTo>
                  <a:cubicBezTo>
                    <a:pt x="2609" y="1644"/>
                    <a:pt x="2623" y="1656"/>
                    <a:pt x="2628" y="1656"/>
                  </a:cubicBezTo>
                  <a:cubicBezTo>
                    <a:pt x="2634" y="1656"/>
                    <a:pt x="2628" y="1640"/>
                    <a:pt x="2611" y="1605"/>
                  </a:cubicBezTo>
                  <a:cubicBezTo>
                    <a:pt x="2602" y="1582"/>
                    <a:pt x="2602" y="1574"/>
                    <a:pt x="2605" y="1574"/>
                  </a:cubicBezTo>
                  <a:lnTo>
                    <a:pt x="2605" y="1574"/>
                  </a:lnTo>
                  <a:cubicBezTo>
                    <a:pt x="2612" y="1574"/>
                    <a:pt x="2630" y="1597"/>
                    <a:pt x="2635" y="1597"/>
                  </a:cubicBezTo>
                  <a:cubicBezTo>
                    <a:pt x="2668" y="1648"/>
                    <a:pt x="2686" y="1676"/>
                    <a:pt x="2687" y="1676"/>
                  </a:cubicBezTo>
                  <a:cubicBezTo>
                    <a:pt x="2689" y="1676"/>
                    <a:pt x="2665" y="1632"/>
                    <a:pt x="2611" y="1532"/>
                  </a:cubicBezTo>
                  <a:cubicBezTo>
                    <a:pt x="2581" y="1472"/>
                    <a:pt x="2537" y="1426"/>
                    <a:pt x="2524" y="1426"/>
                  </a:cubicBezTo>
                  <a:cubicBezTo>
                    <a:pt x="2523" y="1426"/>
                    <a:pt x="2522" y="1426"/>
                    <a:pt x="2522" y="1427"/>
                  </a:cubicBezTo>
                  <a:lnTo>
                    <a:pt x="2497" y="1435"/>
                  </a:lnTo>
                  <a:lnTo>
                    <a:pt x="2489" y="1362"/>
                  </a:lnTo>
                  <a:cubicBezTo>
                    <a:pt x="2489" y="1314"/>
                    <a:pt x="2481" y="1265"/>
                    <a:pt x="2457" y="1224"/>
                  </a:cubicBezTo>
                  <a:cubicBezTo>
                    <a:pt x="2457" y="1224"/>
                    <a:pt x="2424" y="1168"/>
                    <a:pt x="2433" y="1159"/>
                  </a:cubicBezTo>
                  <a:lnTo>
                    <a:pt x="2433" y="1159"/>
                  </a:lnTo>
                  <a:cubicBezTo>
                    <a:pt x="2433" y="1160"/>
                    <a:pt x="2465" y="1224"/>
                    <a:pt x="2497" y="1281"/>
                  </a:cubicBezTo>
                  <a:cubicBezTo>
                    <a:pt x="2514" y="1346"/>
                    <a:pt x="2546" y="1411"/>
                    <a:pt x="2578" y="1468"/>
                  </a:cubicBezTo>
                  <a:cubicBezTo>
                    <a:pt x="2622" y="1535"/>
                    <a:pt x="2657" y="1583"/>
                    <a:pt x="2666" y="1583"/>
                  </a:cubicBezTo>
                  <a:cubicBezTo>
                    <a:pt x="2672" y="1583"/>
                    <a:pt x="2666" y="1561"/>
                    <a:pt x="2643" y="1508"/>
                  </a:cubicBezTo>
                  <a:cubicBezTo>
                    <a:pt x="2651" y="1508"/>
                    <a:pt x="2651" y="1508"/>
                    <a:pt x="2684" y="1565"/>
                  </a:cubicBezTo>
                  <a:cubicBezTo>
                    <a:pt x="2697" y="1588"/>
                    <a:pt x="2706" y="1602"/>
                    <a:pt x="2709" y="1602"/>
                  </a:cubicBezTo>
                  <a:cubicBezTo>
                    <a:pt x="2714" y="1602"/>
                    <a:pt x="2705" y="1572"/>
                    <a:pt x="2676" y="1500"/>
                  </a:cubicBezTo>
                  <a:cubicBezTo>
                    <a:pt x="2651" y="1434"/>
                    <a:pt x="2643" y="1402"/>
                    <a:pt x="2649" y="1402"/>
                  </a:cubicBezTo>
                  <a:lnTo>
                    <a:pt x="2649" y="1402"/>
                  </a:lnTo>
                  <a:cubicBezTo>
                    <a:pt x="2654" y="1402"/>
                    <a:pt x="2672" y="1432"/>
                    <a:pt x="2700" y="1492"/>
                  </a:cubicBezTo>
                  <a:cubicBezTo>
                    <a:pt x="2741" y="1559"/>
                    <a:pt x="2769" y="1587"/>
                    <a:pt x="2781" y="1587"/>
                  </a:cubicBezTo>
                  <a:cubicBezTo>
                    <a:pt x="2792" y="1587"/>
                    <a:pt x="2792" y="1569"/>
                    <a:pt x="2781" y="1541"/>
                  </a:cubicBezTo>
                  <a:cubicBezTo>
                    <a:pt x="2757" y="1462"/>
                    <a:pt x="2756" y="1428"/>
                    <a:pt x="2766" y="1428"/>
                  </a:cubicBezTo>
                  <a:lnTo>
                    <a:pt x="2766" y="1428"/>
                  </a:lnTo>
                  <a:cubicBezTo>
                    <a:pt x="2773" y="1428"/>
                    <a:pt x="2785" y="1442"/>
                    <a:pt x="2797" y="1468"/>
                  </a:cubicBezTo>
                  <a:cubicBezTo>
                    <a:pt x="2813" y="1499"/>
                    <a:pt x="2823" y="1515"/>
                    <a:pt x="2827" y="1515"/>
                  </a:cubicBezTo>
                  <a:cubicBezTo>
                    <a:pt x="2832" y="1515"/>
                    <a:pt x="2830" y="1497"/>
                    <a:pt x="2822" y="1459"/>
                  </a:cubicBezTo>
                  <a:lnTo>
                    <a:pt x="2822" y="1459"/>
                  </a:lnTo>
                  <a:cubicBezTo>
                    <a:pt x="2839" y="1505"/>
                    <a:pt x="2856" y="1551"/>
                    <a:pt x="2862" y="1551"/>
                  </a:cubicBezTo>
                  <a:cubicBezTo>
                    <a:pt x="2864" y="1551"/>
                    <a:pt x="2865" y="1543"/>
                    <a:pt x="2862" y="1524"/>
                  </a:cubicBezTo>
                  <a:cubicBezTo>
                    <a:pt x="2862" y="1524"/>
                    <a:pt x="2870" y="1516"/>
                    <a:pt x="2846" y="1459"/>
                  </a:cubicBezTo>
                  <a:lnTo>
                    <a:pt x="2830" y="1322"/>
                  </a:lnTo>
                  <a:cubicBezTo>
                    <a:pt x="2814" y="1322"/>
                    <a:pt x="2797" y="1257"/>
                    <a:pt x="2781" y="1192"/>
                  </a:cubicBezTo>
                  <a:cubicBezTo>
                    <a:pt x="2777" y="1174"/>
                    <a:pt x="2778" y="1165"/>
                    <a:pt x="2785" y="1165"/>
                  </a:cubicBezTo>
                  <a:cubicBezTo>
                    <a:pt x="2801" y="1165"/>
                    <a:pt x="2848" y="1229"/>
                    <a:pt x="2895" y="1370"/>
                  </a:cubicBezTo>
                  <a:lnTo>
                    <a:pt x="2935" y="1500"/>
                  </a:lnTo>
                  <a:cubicBezTo>
                    <a:pt x="2927" y="1435"/>
                    <a:pt x="2911" y="1362"/>
                    <a:pt x="2911" y="1362"/>
                  </a:cubicBezTo>
                  <a:cubicBezTo>
                    <a:pt x="2919" y="1362"/>
                    <a:pt x="2935" y="1362"/>
                    <a:pt x="2943" y="1435"/>
                  </a:cubicBezTo>
                  <a:cubicBezTo>
                    <a:pt x="2960" y="1500"/>
                    <a:pt x="2960" y="1500"/>
                    <a:pt x="2968" y="1500"/>
                  </a:cubicBezTo>
                  <a:cubicBezTo>
                    <a:pt x="2968" y="1500"/>
                    <a:pt x="2976" y="1500"/>
                    <a:pt x="2968" y="1427"/>
                  </a:cubicBezTo>
                  <a:cubicBezTo>
                    <a:pt x="2953" y="1351"/>
                    <a:pt x="2948" y="1320"/>
                    <a:pt x="2950" y="1320"/>
                  </a:cubicBezTo>
                  <a:lnTo>
                    <a:pt x="2950" y="1320"/>
                  </a:lnTo>
                  <a:cubicBezTo>
                    <a:pt x="2952" y="1320"/>
                    <a:pt x="2958" y="1335"/>
                    <a:pt x="2968" y="1362"/>
                  </a:cubicBezTo>
                  <a:cubicBezTo>
                    <a:pt x="2984" y="1431"/>
                    <a:pt x="2994" y="1466"/>
                    <a:pt x="2999" y="1466"/>
                  </a:cubicBezTo>
                  <a:cubicBezTo>
                    <a:pt x="3004" y="1466"/>
                    <a:pt x="3004" y="1431"/>
                    <a:pt x="3000" y="1362"/>
                  </a:cubicBezTo>
                  <a:cubicBezTo>
                    <a:pt x="2988" y="1293"/>
                    <a:pt x="2982" y="1259"/>
                    <a:pt x="2983" y="1259"/>
                  </a:cubicBezTo>
                  <a:lnTo>
                    <a:pt x="2983" y="1259"/>
                  </a:lnTo>
                  <a:cubicBezTo>
                    <a:pt x="2984" y="1259"/>
                    <a:pt x="2992" y="1293"/>
                    <a:pt x="3008" y="1362"/>
                  </a:cubicBezTo>
                  <a:cubicBezTo>
                    <a:pt x="3008" y="1411"/>
                    <a:pt x="3024" y="1459"/>
                    <a:pt x="3049" y="1500"/>
                  </a:cubicBezTo>
                  <a:lnTo>
                    <a:pt x="3041" y="1427"/>
                  </a:lnTo>
                  <a:cubicBezTo>
                    <a:pt x="3031" y="1351"/>
                    <a:pt x="3030" y="1320"/>
                    <a:pt x="3034" y="1320"/>
                  </a:cubicBezTo>
                  <a:lnTo>
                    <a:pt x="3034" y="1320"/>
                  </a:lnTo>
                  <a:cubicBezTo>
                    <a:pt x="3037" y="1320"/>
                    <a:pt x="3042" y="1335"/>
                    <a:pt x="3049" y="1362"/>
                  </a:cubicBezTo>
                  <a:cubicBezTo>
                    <a:pt x="3053" y="1395"/>
                    <a:pt x="3059" y="1411"/>
                    <a:pt x="3065" y="1411"/>
                  </a:cubicBezTo>
                  <a:cubicBezTo>
                    <a:pt x="3071" y="1411"/>
                    <a:pt x="3077" y="1395"/>
                    <a:pt x="3081" y="1362"/>
                  </a:cubicBezTo>
                  <a:cubicBezTo>
                    <a:pt x="3086" y="1362"/>
                    <a:pt x="3089" y="1362"/>
                    <a:pt x="3093" y="1362"/>
                  </a:cubicBezTo>
                  <a:cubicBezTo>
                    <a:pt x="3108" y="1362"/>
                    <a:pt x="3115" y="1367"/>
                    <a:pt x="3122" y="1427"/>
                  </a:cubicBezTo>
                  <a:cubicBezTo>
                    <a:pt x="3126" y="1496"/>
                    <a:pt x="3128" y="1530"/>
                    <a:pt x="3129" y="1530"/>
                  </a:cubicBezTo>
                  <a:cubicBezTo>
                    <a:pt x="3130" y="1530"/>
                    <a:pt x="3130" y="1496"/>
                    <a:pt x="3130" y="1427"/>
                  </a:cubicBezTo>
                  <a:cubicBezTo>
                    <a:pt x="3134" y="1389"/>
                    <a:pt x="3136" y="1371"/>
                    <a:pt x="3140" y="1371"/>
                  </a:cubicBezTo>
                  <a:cubicBezTo>
                    <a:pt x="3144" y="1371"/>
                    <a:pt x="3150" y="1387"/>
                    <a:pt x="3162" y="1419"/>
                  </a:cubicBezTo>
                  <a:cubicBezTo>
                    <a:pt x="3170" y="1455"/>
                    <a:pt x="3174" y="1474"/>
                    <a:pt x="3177" y="1474"/>
                  </a:cubicBezTo>
                  <a:cubicBezTo>
                    <a:pt x="3180" y="1474"/>
                    <a:pt x="3183" y="1455"/>
                    <a:pt x="3187" y="1419"/>
                  </a:cubicBezTo>
                  <a:cubicBezTo>
                    <a:pt x="3178" y="1281"/>
                    <a:pt x="3178" y="1216"/>
                    <a:pt x="3162" y="1216"/>
                  </a:cubicBezTo>
                  <a:cubicBezTo>
                    <a:pt x="3154" y="1216"/>
                    <a:pt x="3154" y="1216"/>
                    <a:pt x="3146" y="1151"/>
                  </a:cubicBezTo>
                  <a:lnTo>
                    <a:pt x="3170" y="1151"/>
                  </a:lnTo>
                  <a:cubicBezTo>
                    <a:pt x="3187" y="1151"/>
                    <a:pt x="3195" y="1143"/>
                    <a:pt x="3219" y="1078"/>
                  </a:cubicBezTo>
                  <a:cubicBezTo>
                    <a:pt x="3238" y="1020"/>
                    <a:pt x="3248" y="920"/>
                    <a:pt x="3234" y="920"/>
                  </a:cubicBezTo>
                  <a:lnTo>
                    <a:pt x="3234" y="920"/>
                  </a:lnTo>
                  <a:cubicBezTo>
                    <a:pt x="3230" y="920"/>
                    <a:pt x="3225" y="926"/>
                    <a:pt x="3219" y="941"/>
                  </a:cubicBezTo>
                  <a:lnTo>
                    <a:pt x="3211" y="876"/>
                  </a:lnTo>
                  <a:cubicBezTo>
                    <a:pt x="3207" y="771"/>
                    <a:pt x="3197" y="721"/>
                    <a:pt x="3189" y="721"/>
                  </a:cubicBezTo>
                  <a:cubicBezTo>
                    <a:pt x="3181" y="721"/>
                    <a:pt x="3174" y="773"/>
                    <a:pt x="3178" y="876"/>
                  </a:cubicBezTo>
                  <a:cubicBezTo>
                    <a:pt x="3183" y="988"/>
                    <a:pt x="3185" y="1038"/>
                    <a:pt x="3183" y="1038"/>
                  </a:cubicBezTo>
                  <a:cubicBezTo>
                    <a:pt x="3182" y="1038"/>
                    <a:pt x="3178" y="1006"/>
                    <a:pt x="3170" y="949"/>
                  </a:cubicBezTo>
                  <a:cubicBezTo>
                    <a:pt x="3162" y="811"/>
                    <a:pt x="3146" y="811"/>
                    <a:pt x="3138" y="811"/>
                  </a:cubicBezTo>
                  <a:cubicBezTo>
                    <a:pt x="3122" y="811"/>
                    <a:pt x="3122" y="811"/>
                    <a:pt x="3114" y="746"/>
                  </a:cubicBezTo>
                  <a:cubicBezTo>
                    <a:pt x="3114" y="673"/>
                    <a:pt x="3097" y="608"/>
                    <a:pt x="3081" y="608"/>
                  </a:cubicBezTo>
                  <a:cubicBezTo>
                    <a:pt x="3065" y="608"/>
                    <a:pt x="3065" y="608"/>
                    <a:pt x="3065" y="681"/>
                  </a:cubicBezTo>
                  <a:cubicBezTo>
                    <a:pt x="3075" y="708"/>
                    <a:pt x="3075" y="723"/>
                    <a:pt x="3071" y="723"/>
                  </a:cubicBezTo>
                  <a:cubicBezTo>
                    <a:pt x="3064" y="723"/>
                    <a:pt x="3047" y="690"/>
                    <a:pt x="3033" y="608"/>
                  </a:cubicBezTo>
                  <a:cubicBezTo>
                    <a:pt x="3023" y="582"/>
                    <a:pt x="3017" y="566"/>
                    <a:pt x="3014" y="566"/>
                  </a:cubicBezTo>
                  <a:lnTo>
                    <a:pt x="3014" y="566"/>
                  </a:lnTo>
                  <a:cubicBezTo>
                    <a:pt x="3011" y="566"/>
                    <a:pt x="3015" y="599"/>
                    <a:pt x="3024" y="681"/>
                  </a:cubicBezTo>
                  <a:cubicBezTo>
                    <a:pt x="3028" y="750"/>
                    <a:pt x="3024" y="785"/>
                    <a:pt x="3015" y="785"/>
                  </a:cubicBezTo>
                  <a:cubicBezTo>
                    <a:pt x="3006" y="785"/>
                    <a:pt x="2992" y="750"/>
                    <a:pt x="2976" y="681"/>
                  </a:cubicBezTo>
                  <a:lnTo>
                    <a:pt x="2943" y="689"/>
                  </a:lnTo>
                  <a:cubicBezTo>
                    <a:pt x="2927" y="689"/>
                    <a:pt x="2935" y="754"/>
                    <a:pt x="2951" y="819"/>
                  </a:cubicBezTo>
                  <a:cubicBezTo>
                    <a:pt x="2961" y="901"/>
                    <a:pt x="2965" y="934"/>
                    <a:pt x="2961" y="934"/>
                  </a:cubicBezTo>
                  <a:cubicBezTo>
                    <a:pt x="2959" y="934"/>
                    <a:pt x="2953" y="918"/>
                    <a:pt x="2943" y="892"/>
                  </a:cubicBezTo>
                  <a:cubicBezTo>
                    <a:pt x="2927" y="843"/>
                    <a:pt x="2919" y="803"/>
                    <a:pt x="2911" y="754"/>
                  </a:cubicBezTo>
                  <a:cubicBezTo>
                    <a:pt x="2895" y="689"/>
                    <a:pt x="2887" y="689"/>
                    <a:pt x="2870" y="689"/>
                  </a:cubicBezTo>
                  <a:cubicBezTo>
                    <a:pt x="2854" y="689"/>
                    <a:pt x="2822" y="697"/>
                    <a:pt x="2838" y="762"/>
                  </a:cubicBezTo>
                  <a:cubicBezTo>
                    <a:pt x="2840" y="781"/>
                    <a:pt x="2841" y="789"/>
                    <a:pt x="2841" y="789"/>
                  </a:cubicBezTo>
                  <a:cubicBezTo>
                    <a:pt x="2841" y="789"/>
                    <a:pt x="2833" y="743"/>
                    <a:pt x="2822" y="697"/>
                  </a:cubicBezTo>
                  <a:cubicBezTo>
                    <a:pt x="2811" y="697"/>
                    <a:pt x="2804" y="665"/>
                    <a:pt x="2803" y="665"/>
                  </a:cubicBezTo>
                  <a:lnTo>
                    <a:pt x="2803" y="665"/>
                  </a:lnTo>
                  <a:cubicBezTo>
                    <a:pt x="2802" y="665"/>
                    <a:pt x="2803" y="673"/>
                    <a:pt x="2806" y="697"/>
                  </a:cubicBezTo>
                  <a:cubicBezTo>
                    <a:pt x="2806" y="697"/>
                    <a:pt x="2789" y="697"/>
                    <a:pt x="2749" y="632"/>
                  </a:cubicBezTo>
                  <a:cubicBezTo>
                    <a:pt x="2741" y="624"/>
                    <a:pt x="2735" y="620"/>
                    <a:pt x="2729" y="620"/>
                  </a:cubicBezTo>
                  <a:cubicBezTo>
                    <a:pt x="2700" y="620"/>
                    <a:pt x="2703" y="740"/>
                    <a:pt x="2765" y="843"/>
                  </a:cubicBezTo>
                  <a:lnTo>
                    <a:pt x="2749" y="843"/>
                  </a:lnTo>
                  <a:cubicBezTo>
                    <a:pt x="2733" y="851"/>
                    <a:pt x="2749" y="916"/>
                    <a:pt x="2749" y="916"/>
                  </a:cubicBezTo>
                  <a:cubicBezTo>
                    <a:pt x="2765" y="981"/>
                    <a:pt x="2757" y="989"/>
                    <a:pt x="2741" y="989"/>
                  </a:cubicBezTo>
                  <a:lnTo>
                    <a:pt x="2708" y="860"/>
                  </a:lnTo>
                  <a:cubicBezTo>
                    <a:pt x="2685" y="744"/>
                    <a:pt x="2659" y="676"/>
                    <a:pt x="2649" y="676"/>
                  </a:cubicBezTo>
                  <a:lnTo>
                    <a:pt x="2649" y="676"/>
                  </a:lnTo>
                  <a:cubicBezTo>
                    <a:pt x="2641" y="676"/>
                    <a:pt x="2642" y="715"/>
                    <a:pt x="2660" y="803"/>
                  </a:cubicBezTo>
                  <a:lnTo>
                    <a:pt x="2660" y="803"/>
                  </a:lnTo>
                  <a:cubicBezTo>
                    <a:pt x="2655" y="785"/>
                    <a:pt x="2649" y="762"/>
                    <a:pt x="2643" y="738"/>
                  </a:cubicBezTo>
                  <a:cubicBezTo>
                    <a:pt x="2636" y="703"/>
                    <a:pt x="2628" y="687"/>
                    <a:pt x="2621" y="687"/>
                  </a:cubicBezTo>
                  <a:cubicBezTo>
                    <a:pt x="2614" y="687"/>
                    <a:pt x="2607" y="707"/>
                    <a:pt x="2603" y="746"/>
                  </a:cubicBezTo>
                  <a:cubicBezTo>
                    <a:pt x="2595" y="819"/>
                    <a:pt x="2611" y="884"/>
                    <a:pt x="2635" y="949"/>
                  </a:cubicBezTo>
                  <a:cubicBezTo>
                    <a:pt x="2651" y="1014"/>
                    <a:pt x="2643" y="1022"/>
                    <a:pt x="2643" y="1022"/>
                  </a:cubicBezTo>
                  <a:cubicBezTo>
                    <a:pt x="2627" y="1022"/>
                    <a:pt x="2627" y="1022"/>
                    <a:pt x="2603" y="957"/>
                  </a:cubicBezTo>
                  <a:cubicBezTo>
                    <a:pt x="2583" y="895"/>
                    <a:pt x="2566" y="864"/>
                    <a:pt x="2556" y="864"/>
                  </a:cubicBezTo>
                  <a:lnTo>
                    <a:pt x="2556" y="864"/>
                  </a:lnTo>
                  <a:cubicBezTo>
                    <a:pt x="2546" y="864"/>
                    <a:pt x="2545" y="901"/>
                    <a:pt x="2562" y="973"/>
                  </a:cubicBezTo>
                  <a:lnTo>
                    <a:pt x="2538" y="908"/>
                  </a:lnTo>
                  <a:cubicBezTo>
                    <a:pt x="2527" y="866"/>
                    <a:pt x="2507" y="824"/>
                    <a:pt x="2480" y="824"/>
                  </a:cubicBezTo>
                  <a:cubicBezTo>
                    <a:pt x="2466" y="824"/>
                    <a:pt x="2450" y="836"/>
                    <a:pt x="2433" y="868"/>
                  </a:cubicBezTo>
                  <a:cubicBezTo>
                    <a:pt x="2403" y="872"/>
                    <a:pt x="2377" y="883"/>
                    <a:pt x="2355" y="883"/>
                  </a:cubicBezTo>
                  <a:cubicBezTo>
                    <a:pt x="2335" y="883"/>
                    <a:pt x="2318" y="874"/>
                    <a:pt x="2303" y="843"/>
                  </a:cubicBezTo>
                  <a:cubicBezTo>
                    <a:pt x="2299" y="833"/>
                    <a:pt x="2296" y="828"/>
                    <a:pt x="2293" y="828"/>
                  </a:cubicBezTo>
                  <a:lnTo>
                    <a:pt x="2293" y="828"/>
                  </a:lnTo>
                  <a:cubicBezTo>
                    <a:pt x="2280" y="828"/>
                    <a:pt x="2286" y="955"/>
                    <a:pt x="2327" y="1070"/>
                  </a:cubicBezTo>
                  <a:cubicBezTo>
                    <a:pt x="2307" y="1031"/>
                    <a:pt x="2294" y="1018"/>
                    <a:pt x="2280" y="1018"/>
                  </a:cubicBezTo>
                  <a:cubicBezTo>
                    <a:pt x="2272" y="1018"/>
                    <a:pt x="2264" y="1023"/>
                    <a:pt x="2254" y="1030"/>
                  </a:cubicBezTo>
                  <a:cubicBezTo>
                    <a:pt x="2240" y="1035"/>
                    <a:pt x="2231" y="1039"/>
                    <a:pt x="2223" y="1039"/>
                  </a:cubicBezTo>
                  <a:cubicBezTo>
                    <a:pt x="2210" y="1039"/>
                    <a:pt x="2202" y="1026"/>
                    <a:pt x="2181" y="989"/>
                  </a:cubicBezTo>
                  <a:cubicBezTo>
                    <a:pt x="2153" y="929"/>
                    <a:pt x="2139" y="899"/>
                    <a:pt x="2137" y="899"/>
                  </a:cubicBezTo>
                  <a:lnTo>
                    <a:pt x="2137" y="899"/>
                  </a:lnTo>
                  <a:cubicBezTo>
                    <a:pt x="2134" y="899"/>
                    <a:pt x="2144" y="931"/>
                    <a:pt x="2165" y="997"/>
                  </a:cubicBezTo>
                  <a:cubicBezTo>
                    <a:pt x="2193" y="1050"/>
                    <a:pt x="2195" y="1072"/>
                    <a:pt x="2182" y="1072"/>
                  </a:cubicBezTo>
                  <a:cubicBezTo>
                    <a:pt x="2166" y="1072"/>
                    <a:pt x="2122" y="1033"/>
                    <a:pt x="2076" y="973"/>
                  </a:cubicBezTo>
                  <a:cubicBezTo>
                    <a:pt x="2052" y="940"/>
                    <a:pt x="2036" y="929"/>
                    <a:pt x="2023" y="929"/>
                  </a:cubicBezTo>
                  <a:cubicBezTo>
                    <a:pt x="2013" y="929"/>
                    <a:pt x="2005" y="934"/>
                    <a:pt x="1995" y="941"/>
                  </a:cubicBezTo>
                  <a:cubicBezTo>
                    <a:pt x="2019" y="997"/>
                    <a:pt x="1995" y="1014"/>
                    <a:pt x="1970" y="1038"/>
                  </a:cubicBezTo>
                  <a:cubicBezTo>
                    <a:pt x="1938" y="1062"/>
                    <a:pt x="1938" y="1062"/>
                    <a:pt x="2019" y="1168"/>
                  </a:cubicBezTo>
                  <a:cubicBezTo>
                    <a:pt x="2108" y="1281"/>
                    <a:pt x="2100" y="1289"/>
                    <a:pt x="2076" y="1305"/>
                  </a:cubicBezTo>
                  <a:cubicBezTo>
                    <a:pt x="2073" y="1308"/>
                    <a:pt x="2070" y="1312"/>
                    <a:pt x="2064" y="1312"/>
                  </a:cubicBezTo>
                  <a:cubicBezTo>
                    <a:pt x="2056" y="1312"/>
                    <a:pt x="2041" y="1303"/>
                    <a:pt x="2011" y="1273"/>
                  </a:cubicBezTo>
                  <a:cubicBezTo>
                    <a:pt x="2011" y="1273"/>
                    <a:pt x="1964" y="1239"/>
                    <a:pt x="1949" y="1239"/>
                  </a:cubicBezTo>
                  <a:cubicBezTo>
                    <a:pt x="1948" y="1239"/>
                    <a:pt x="1947" y="1240"/>
                    <a:pt x="1946" y="1241"/>
                  </a:cubicBezTo>
                  <a:cubicBezTo>
                    <a:pt x="1943" y="1244"/>
                    <a:pt x="1939" y="1247"/>
                    <a:pt x="1932" y="1247"/>
                  </a:cubicBezTo>
                  <a:cubicBezTo>
                    <a:pt x="1921" y="1247"/>
                    <a:pt x="1903" y="1238"/>
                    <a:pt x="1873" y="1208"/>
                  </a:cubicBezTo>
                  <a:cubicBezTo>
                    <a:pt x="1873" y="1208"/>
                    <a:pt x="1840" y="1184"/>
                    <a:pt x="1813" y="1184"/>
                  </a:cubicBezTo>
                  <a:cubicBezTo>
                    <a:pt x="1805" y="1184"/>
                    <a:pt x="1798" y="1186"/>
                    <a:pt x="1792" y="1192"/>
                  </a:cubicBezTo>
                  <a:cubicBezTo>
                    <a:pt x="1778" y="1201"/>
                    <a:pt x="1767" y="1213"/>
                    <a:pt x="1750" y="1213"/>
                  </a:cubicBezTo>
                  <a:cubicBezTo>
                    <a:pt x="1737" y="1213"/>
                    <a:pt x="1720" y="1205"/>
                    <a:pt x="1695" y="1184"/>
                  </a:cubicBezTo>
                  <a:lnTo>
                    <a:pt x="1695" y="1184"/>
                  </a:lnTo>
                  <a:cubicBezTo>
                    <a:pt x="1687" y="1192"/>
                    <a:pt x="1687" y="1192"/>
                    <a:pt x="1735" y="1241"/>
                  </a:cubicBezTo>
                  <a:cubicBezTo>
                    <a:pt x="1784" y="1289"/>
                    <a:pt x="1824" y="1338"/>
                    <a:pt x="1735" y="1338"/>
                  </a:cubicBezTo>
                  <a:cubicBezTo>
                    <a:pt x="1711" y="1362"/>
                    <a:pt x="1687" y="1403"/>
                    <a:pt x="1743" y="1443"/>
                  </a:cubicBezTo>
                  <a:cubicBezTo>
                    <a:pt x="1741" y="1446"/>
                    <a:pt x="1739" y="1447"/>
                    <a:pt x="1736" y="1447"/>
                  </a:cubicBezTo>
                  <a:cubicBezTo>
                    <a:pt x="1730" y="1447"/>
                    <a:pt x="1718" y="1439"/>
                    <a:pt x="1679" y="1411"/>
                  </a:cubicBezTo>
                  <a:cubicBezTo>
                    <a:pt x="1636" y="1378"/>
                    <a:pt x="1607" y="1363"/>
                    <a:pt x="1593" y="1363"/>
                  </a:cubicBezTo>
                  <a:cubicBezTo>
                    <a:pt x="1573" y="1363"/>
                    <a:pt x="1588" y="1397"/>
                    <a:pt x="1646" y="1459"/>
                  </a:cubicBezTo>
                  <a:cubicBezTo>
                    <a:pt x="1677" y="1485"/>
                    <a:pt x="1685" y="1501"/>
                    <a:pt x="1670" y="1501"/>
                  </a:cubicBezTo>
                  <a:cubicBezTo>
                    <a:pt x="1662" y="1501"/>
                    <a:pt x="1646" y="1496"/>
                    <a:pt x="1622" y="1484"/>
                  </a:cubicBezTo>
                  <a:lnTo>
                    <a:pt x="1622" y="1484"/>
                  </a:lnTo>
                  <a:cubicBezTo>
                    <a:pt x="1622" y="1484"/>
                    <a:pt x="1614" y="1500"/>
                    <a:pt x="1662" y="1549"/>
                  </a:cubicBezTo>
                  <a:cubicBezTo>
                    <a:pt x="1693" y="1580"/>
                    <a:pt x="1704" y="1591"/>
                    <a:pt x="1690" y="1591"/>
                  </a:cubicBezTo>
                  <a:cubicBezTo>
                    <a:pt x="1682" y="1591"/>
                    <a:pt x="1665" y="1587"/>
                    <a:pt x="1638" y="1581"/>
                  </a:cubicBezTo>
                  <a:cubicBezTo>
                    <a:pt x="1610" y="1565"/>
                    <a:pt x="1593" y="1559"/>
                    <a:pt x="1582" y="1559"/>
                  </a:cubicBezTo>
                  <a:cubicBezTo>
                    <a:pt x="1571" y="1559"/>
                    <a:pt x="1565" y="1565"/>
                    <a:pt x="1557" y="1573"/>
                  </a:cubicBezTo>
                  <a:cubicBezTo>
                    <a:pt x="1588" y="1628"/>
                    <a:pt x="1528" y="1760"/>
                    <a:pt x="1458" y="1760"/>
                  </a:cubicBezTo>
                  <a:cubicBezTo>
                    <a:pt x="1456" y="1760"/>
                    <a:pt x="1454" y="1760"/>
                    <a:pt x="1452" y="1759"/>
                  </a:cubicBezTo>
                  <a:lnTo>
                    <a:pt x="1452" y="1759"/>
                  </a:lnTo>
                  <a:cubicBezTo>
                    <a:pt x="1508" y="1800"/>
                    <a:pt x="1508" y="1800"/>
                    <a:pt x="1500" y="1808"/>
                  </a:cubicBezTo>
                  <a:cubicBezTo>
                    <a:pt x="1464" y="1797"/>
                    <a:pt x="1442" y="1792"/>
                    <a:pt x="1432" y="1792"/>
                  </a:cubicBezTo>
                  <a:cubicBezTo>
                    <a:pt x="1408" y="1792"/>
                    <a:pt x="1464" y="1824"/>
                    <a:pt x="1557" y="1865"/>
                  </a:cubicBezTo>
                  <a:lnTo>
                    <a:pt x="1557" y="1857"/>
                  </a:lnTo>
                  <a:lnTo>
                    <a:pt x="1565" y="1841"/>
                  </a:lnTo>
                  <a:cubicBezTo>
                    <a:pt x="1634" y="1873"/>
                    <a:pt x="1659" y="1897"/>
                    <a:pt x="1633" y="1897"/>
                  </a:cubicBezTo>
                  <a:cubicBezTo>
                    <a:pt x="1613" y="1897"/>
                    <a:pt x="1564" y="1883"/>
                    <a:pt x="1484" y="1849"/>
                  </a:cubicBezTo>
                  <a:cubicBezTo>
                    <a:pt x="1429" y="1831"/>
                    <a:pt x="1397" y="1821"/>
                    <a:pt x="1387" y="1821"/>
                  </a:cubicBezTo>
                  <a:cubicBezTo>
                    <a:pt x="1375" y="1821"/>
                    <a:pt x="1403" y="1839"/>
                    <a:pt x="1468" y="1881"/>
                  </a:cubicBezTo>
                  <a:cubicBezTo>
                    <a:pt x="1544" y="1922"/>
                    <a:pt x="1572" y="1940"/>
                    <a:pt x="1549" y="1940"/>
                  </a:cubicBezTo>
                  <a:cubicBezTo>
                    <a:pt x="1535" y="1940"/>
                    <a:pt x="1503" y="1934"/>
                    <a:pt x="1452" y="1922"/>
                  </a:cubicBezTo>
                  <a:cubicBezTo>
                    <a:pt x="1391" y="1895"/>
                    <a:pt x="1359" y="1883"/>
                    <a:pt x="1354" y="1883"/>
                  </a:cubicBezTo>
                  <a:lnTo>
                    <a:pt x="1354" y="1883"/>
                  </a:lnTo>
                  <a:cubicBezTo>
                    <a:pt x="1348" y="1883"/>
                    <a:pt x="1378" y="1899"/>
                    <a:pt x="1443" y="1930"/>
                  </a:cubicBezTo>
                  <a:cubicBezTo>
                    <a:pt x="1602" y="2014"/>
                    <a:pt x="1678" y="2064"/>
                    <a:pt x="1640" y="2064"/>
                  </a:cubicBezTo>
                  <a:cubicBezTo>
                    <a:pt x="1619" y="2064"/>
                    <a:pt x="1566" y="2050"/>
                    <a:pt x="1476" y="2019"/>
                  </a:cubicBezTo>
                  <a:cubicBezTo>
                    <a:pt x="1387" y="1991"/>
                    <a:pt x="1329" y="1979"/>
                    <a:pt x="1298" y="1979"/>
                  </a:cubicBezTo>
                  <a:cubicBezTo>
                    <a:pt x="1284" y="1979"/>
                    <a:pt x="1276" y="1981"/>
                    <a:pt x="1273" y="1986"/>
                  </a:cubicBezTo>
                  <a:cubicBezTo>
                    <a:pt x="1273" y="2003"/>
                    <a:pt x="1338" y="2019"/>
                    <a:pt x="1403" y="2043"/>
                  </a:cubicBezTo>
                  <a:cubicBezTo>
                    <a:pt x="1496" y="2061"/>
                    <a:pt x="1522" y="2074"/>
                    <a:pt x="1478" y="2074"/>
                  </a:cubicBezTo>
                  <a:cubicBezTo>
                    <a:pt x="1461" y="2074"/>
                    <a:pt x="1433" y="2072"/>
                    <a:pt x="1395" y="2068"/>
                  </a:cubicBezTo>
                  <a:cubicBezTo>
                    <a:pt x="1364" y="2065"/>
                    <a:pt x="1337" y="2064"/>
                    <a:pt x="1314" y="2064"/>
                  </a:cubicBezTo>
                  <a:cubicBezTo>
                    <a:pt x="1184" y="2064"/>
                    <a:pt x="1193" y="2103"/>
                    <a:pt x="1289" y="2165"/>
                  </a:cubicBezTo>
                  <a:cubicBezTo>
                    <a:pt x="1368" y="2228"/>
                    <a:pt x="1389" y="2267"/>
                    <a:pt x="1361" y="2267"/>
                  </a:cubicBezTo>
                  <a:cubicBezTo>
                    <a:pt x="1346" y="2267"/>
                    <a:pt x="1316" y="2255"/>
                    <a:pt x="1273" y="2230"/>
                  </a:cubicBezTo>
                  <a:cubicBezTo>
                    <a:pt x="1208" y="2195"/>
                    <a:pt x="1178" y="2179"/>
                    <a:pt x="1172" y="2179"/>
                  </a:cubicBezTo>
                  <a:lnTo>
                    <a:pt x="1172" y="2179"/>
                  </a:lnTo>
                  <a:cubicBezTo>
                    <a:pt x="1168" y="2179"/>
                    <a:pt x="1182" y="2191"/>
                    <a:pt x="1208" y="2213"/>
                  </a:cubicBezTo>
                  <a:cubicBezTo>
                    <a:pt x="1200" y="2246"/>
                    <a:pt x="1192" y="2270"/>
                    <a:pt x="1184" y="2286"/>
                  </a:cubicBezTo>
                  <a:cubicBezTo>
                    <a:pt x="1184" y="2303"/>
                    <a:pt x="1249" y="2335"/>
                    <a:pt x="1314" y="2343"/>
                  </a:cubicBezTo>
                  <a:cubicBezTo>
                    <a:pt x="1296" y="2342"/>
                    <a:pt x="1280" y="2342"/>
                    <a:pt x="1265" y="2342"/>
                  </a:cubicBezTo>
                  <a:cubicBezTo>
                    <a:pt x="1161" y="2342"/>
                    <a:pt x="1119" y="2366"/>
                    <a:pt x="1233" y="2408"/>
                  </a:cubicBezTo>
                  <a:cubicBezTo>
                    <a:pt x="1233" y="2424"/>
                    <a:pt x="1233" y="2441"/>
                    <a:pt x="1233" y="2441"/>
                  </a:cubicBezTo>
                  <a:cubicBezTo>
                    <a:pt x="1233" y="2457"/>
                    <a:pt x="1233" y="2457"/>
                    <a:pt x="1297" y="2473"/>
                  </a:cubicBezTo>
                  <a:cubicBezTo>
                    <a:pt x="1362" y="2497"/>
                    <a:pt x="1289" y="2505"/>
                    <a:pt x="1224" y="2513"/>
                  </a:cubicBezTo>
                  <a:cubicBezTo>
                    <a:pt x="1152" y="2522"/>
                    <a:pt x="1079" y="2538"/>
                    <a:pt x="1152" y="2538"/>
                  </a:cubicBezTo>
                  <a:cubicBezTo>
                    <a:pt x="1216" y="2554"/>
                    <a:pt x="1281" y="2570"/>
                    <a:pt x="1346" y="2603"/>
                  </a:cubicBezTo>
                  <a:cubicBezTo>
                    <a:pt x="1391" y="2613"/>
                    <a:pt x="1381" y="2620"/>
                    <a:pt x="1351" y="2620"/>
                  </a:cubicBezTo>
                  <a:cubicBezTo>
                    <a:pt x="1332" y="2620"/>
                    <a:pt x="1306" y="2617"/>
                    <a:pt x="1281" y="2611"/>
                  </a:cubicBezTo>
                  <a:cubicBezTo>
                    <a:pt x="1269" y="2609"/>
                    <a:pt x="1257" y="2608"/>
                    <a:pt x="1245" y="2608"/>
                  </a:cubicBezTo>
                  <a:cubicBezTo>
                    <a:pt x="1209" y="2608"/>
                    <a:pt x="1174" y="2617"/>
                    <a:pt x="1143" y="2635"/>
                  </a:cubicBezTo>
                  <a:cubicBezTo>
                    <a:pt x="1135" y="2651"/>
                    <a:pt x="1135" y="2684"/>
                    <a:pt x="1200" y="2684"/>
                  </a:cubicBezTo>
                  <a:cubicBezTo>
                    <a:pt x="1265" y="2684"/>
                    <a:pt x="1265" y="2773"/>
                    <a:pt x="1200" y="2789"/>
                  </a:cubicBezTo>
                  <a:lnTo>
                    <a:pt x="1200" y="2822"/>
                  </a:lnTo>
                  <a:cubicBezTo>
                    <a:pt x="1200" y="2838"/>
                    <a:pt x="1265" y="2854"/>
                    <a:pt x="1273" y="2862"/>
                  </a:cubicBezTo>
                  <a:cubicBezTo>
                    <a:pt x="1273" y="2862"/>
                    <a:pt x="1273" y="2878"/>
                    <a:pt x="1338" y="2895"/>
                  </a:cubicBezTo>
                  <a:cubicBezTo>
                    <a:pt x="1338" y="2911"/>
                    <a:pt x="1338" y="2919"/>
                    <a:pt x="1273" y="2927"/>
                  </a:cubicBezTo>
                  <a:cubicBezTo>
                    <a:pt x="1411" y="2935"/>
                    <a:pt x="1411" y="2927"/>
                    <a:pt x="1273" y="2959"/>
                  </a:cubicBezTo>
                  <a:cubicBezTo>
                    <a:pt x="1135" y="2968"/>
                    <a:pt x="1135" y="2968"/>
                    <a:pt x="1273" y="2976"/>
                  </a:cubicBezTo>
                  <a:cubicBezTo>
                    <a:pt x="1346" y="2984"/>
                    <a:pt x="1346" y="2984"/>
                    <a:pt x="1273" y="3000"/>
                  </a:cubicBezTo>
                  <a:cubicBezTo>
                    <a:pt x="1221" y="3007"/>
                    <a:pt x="1211" y="3018"/>
                    <a:pt x="1243" y="3018"/>
                  </a:cubicBezTo>
                  <a:cubicBezTo>
                    <a:pt x="1251" y="3018"/>
                    <a:pt x="1261" y="3018"/>
                    <a:pt x="1273" y="3016"/>
                  </a:cubicBezTo>
                  <a:cubicBezTo>
                    <a:pt x="1411" y="3016"/>
                    <a:pt x="1484" y="3049"/>
                    <a:pt x="1346" y="3065"/>
                  </a:cubicBezTo>
                  <a:cubicBezTo>
                    <a:pt x="1346" y="3065"/>
                    <a:pt x="1346" y="3081"/>
                    <a:pt x="1419" y="3089"/>
                  </a:cubicBezTo>
                  <a:cubicBezTo>
                    <a:pt x="1467" y="3086"/>
                    <a:pt x="1497" y="3084"/>
                    <a:pt x="1509" y="3084"/>
                  </a:cubicBezTo>
                  <a:cubicBezTo>
                    <a:pt x="1531" y="3084"/>
                    <a:pt x="1501" y="3090"/>
                    <a:pt x="1419" y="3105"/>
                  </a:cubicBezTo>
                  <a:cubicBezTo>
                    <a:pt x="1305" y="3132"/>
                    <a:pt x="1291" y="3148"/>
                    <a:pt x="1368" y="3148"/>
                  </a:cubicBezTo>
                  <a:cubicBezTo>
                    <a:pt x="1384" y="3148"/>
                    <a:pt x="1404" y="3147"/>
                    <a:pt x="1427" y="3146"/>
                  </a:cubicBezTo>
                  <a:cubicBezTo>
                    <a:pt x="1427" y="3146"/>
                    <a:pt x="1492" y="3146"/>
                    <a:pt x="1427" y="3170"/>
                  </a:cubicBezTo>
                  <a:cubicBezTo>
                    <a:pt x="1381" y="3203"/>
                    <a:pt x="1340" y="3280"/>
                    <a:pt x="1398" y="3280"/>
                  </a:cubicBezTo>
                  <a:cubicBezTo>
                    <a:pt x="1410" y="3280"/>
                    <a:pt x="1428" y="3276"/>
                    <a:pt x="1452" y="3267"/>
                  </a:cubicBezTo>
                  <a:lnTo>
                    <a:pt x="1460" y="3300"/>
                  </a:lnTo>
                  <a:cubicBezTo>
                    <a:pt x="1395" y="3340"/>
                    <a:pt x="1403" y="3357"/>
                    <a:pt x="1468" y="3357"/>
                  </a:cubicBezTo>
                  <a:lnTo>
                    <a:pt x="1541" y="3349"/>
                  </a:lnTo>
                  <a:lnTo>
                    <a:pt x="1541" y="3349"/>
                  </a:lnTo>
                  <a:cubicBezTo>
                    <a:pt x="1476" y="3365"/>
                    <a:pt x="1411" y="3397"/>
                    <a:pt x="1411" y="3413"/>
                  </a:cubicBezTo>
                  <a:cubicBezTo>
                    <a:pt x="1415" y="3422"/>
                    <a:pt x="1417" y="3426"/>
                    <a:pt x="1426" y="3426"/>
                  </a:cubicBezTo>
                  <a:cubicBezTo>
                    <a:pt x="1435" y="3426"/>
                    <a:pt x="1452" y="3422"/>
                    <a:pt x="1484" y="3413"/>
                  </a:cubicBezTo>
                  <a:cubicBezTo>
                    <a:pt x="1510" y="3395"/>
                    <a:pt x="1526" y="3388"/>
                    <a:pt x="1536" y="3388"/>
                  </a:cubicBezTo>
                  <a:cubicBezTo>
                    <a:pt x="1546" y="3388"/>
                    <a:pt x="1549" y="3397"/>
                    <a:pt x="1549" y="3405"/>
                  </a:cubicBezTo>
                  <a:cubicBezTo>
                    <a:pt x="1549" y="3413"/>
                    <a:pt x="1492" y="3454"/>
                    <a:pt x="1427" y="3470"/>
                  </a:cubicBezTo>
                  <a:lnTo>
                    <a:pt x="1427" y="3486"/>
                  </a:lnTo>
                  <a:cubicBezTo>
                    <a:pt x="1492" y="3466"/>
                    <a:pt x="1527" y="3458"/>
                    <a:pt x="1537" y="3458"/>
                  </a:cubicBezTo>
                  <a:cubicBezTo>
                    <a:pt x="1547" y="3458"/>
                    <a:pt x="1533" y="3466"/>
                    <a:pt x="1500" y="3478"/>
                  </a:cubicBezTo>
                  <a:cubicBezTo>
                    <a:pt x="1443" y="3519"/>
                    <a:pt x="1443" y="3527"/>
                    <a:pt x="1452" y="3543"/>
                  </a:cubicBezTo>
                  <a:cubicBezTo>
                    <a:pt x="1467" y="3537"/>
                    <a:pt x="1476" y="3535"/>
                    <a:pt x="1480" y="3535"/>
                  </a:cubicBezTo>
                  <a:cubicBezTo>
                    <a:pt x="1489" y="3535"/>
                    <a:pt x="1471" y="3547"/>
                    <a:pt x="1459" y="3547"/>
                  </a:cubicBezTo>
                  <a:cubicBezTo>
                    <a:pt x="1456" y="3547"/>
                    <a:pt x="1453" y="3546"/>
                    <a:pt x="1452" y="3543"/>
                  </a:cubicBezTo>
                  <a:lnTo>
                    <a:pt x="1387" y="3567"/>
                  </a:lnTo>
                  <a:cubicBezTo>
                    <a:pt x="1365" y="3583"/>
                    <a:pt x="1361" y="3589"/>
                    <a:pt x="1368" y="3589"/>
                  </a:cubicBezTo>
                  <a:cubicBezTo>
                    <a:pt x="1380" y="3589"/>
                    <a:pt x="1420" y="3574"/>
                    <a:pt x="1460" y="3559"/>
                  </a:cubicBezTo>
                  <a:lnTo>
                    <a:pt x="1468" y="3584"/>
                  </a:lnTo>
                  <a:cubicBezTo>
                    <a:pt x="1471" y="3591"/>
                    <a:pt x="1473" y="3597"/>
                    <a:pt x="1480" y="3597"/>
                  </a:cubicBezTo>
                  <a:cubicBezTo>
                    <a:pt x="1488" y="3597"/>
                    <a:pt x="1502" y="3589"/>
                    <a:pt x="1533" y="3567"/>
                  </a:cubicBezTo>
                  <a:cubicBezTo>
                    <a:pt x="1583" y="3549"/>
                    <a:pt x="1633" y="3530"/>
                    <a:pt x="1657" y="3530"/>
                  </a:cubicBezTo>
                  <a:cubicBezTo>
                    <a:pt x="1664" y="3530"/>
                    <a:pt x="1669" y="3531"/>
                    <a:pt x="1670" y="3535"/>
                  </a:cubicBezTo>
                  <a:cubicBezTo>
                    <a:pt x="1687" y="3526"/>
                    <a:pt x="1694" y="3522"/>
                    <a:pt x="1695" y="3522"/>
                  </a:cubicBezTo>
                  <a:lnTo>
                    <a:pt x="1695" y="3522"/>
                  </a:lnTo>
                  <a:cubicBezTo>
                    <a:pt x="1698" y="3522"/>
                    <a:pt x="1677" y="3536"/>
                    <a:pt x="1672" y="3536"/>
                  </a:cubicBezTo>
                  <a:cubicBezTo>
                    <a:pt x="1671" y="3536"/>
                    <a:pt x="1670" y="3536"/>
                    <a:pt x="1670" y="3535"/>
                  </a:cubicBezTo>
                  <a:cubicBezTo>
                    <a:pt x="1606" y="3559"/>
                    <a:pt x="1541" y="3584"/>
                    <a:pt x="1549" y="3600"/>
                  </a:cubicBezTo>
                  <a:cubicBezTo>
                    <a:pt x="1549" y="3608"/>
                    <a:pt x="1492" y="3640"/>
                    <a:pt x="1492" y="3640"/>
                  </a:cubicBezTo>
                  <a:cubicBezTo>
                    <a:pt x="1386" y="3674"/>
                    <a:pt x="1421" y="3701"/>
                    <a:pt x="1477" y="3701"/>
                  </a:cubicBezTo>
                  <a:cubicBezTo>
                    <a:pt x="1490" y="3701"/>
                    <a:pt x="1503" y="3700"/>
                    <a:pt x="1516" y="3697"/>
                  </a:cubicBezTo>
                  <a:cubicBezTo>
                    <a:pt x="1565" y="3685"/>
                    <a:pt x="1596" y="3679"/>
                    <a:pt x="1610" y="3679"/>
                  </a:cubicBezTo>
                  <a:cubicBezTo>
                    <a:pt x="1634" y="3679"/>
                    <a:pt x="1609" y="3697"/>
                    <a:pt x="1533" y="3738"/>
                  </a:cubicBezTo>
                  <a:cubicBezTo>
                    <a:pt x="1491" y="3757"/>
                    <a:pt x="1479" y="3766"/>
                    <a:pt x="1488" y="3766"/>
                  </a:cubicBezTo>
                  <a:cubicBezTo>
                    <a:pt x="1507" y="3766"/>
                    <a:pt x="1605" y="3734"/>
                    <a:pt x="1727" y="3681"/>
                  </a:cubicBezTo>
                  <a:lnTo>
                    <a:pt x="1914" y="3600"/>
                  </a:lnTo>
                  <a:lnTo>
                    <a:pt x="1735" y="3697"/>
                  </a:lnTo>
                  <a:cubicBezTo>
                    <a:pt x="1570" y="3794"/>
                    <a:pt x="1517" y="3823"/>
                    <a:pt x="1551" y="3823"/>
                  </a:cubicBezTo>
                  <a:cubicBezTo>
                    <a:pt x="1565" y="3823"/>
                    <a:pt x="1595" y="3818"/>
                    <a:pt x="1638" y="3811"/>
                  </a:cubicBezTo>
                  <a:cubicBezTo>
                    <a:pt x="1668" y="3807"/>
                    <a:pt x="1685" y="3804"/>
                    <a:pt x="1692" y="3804"/>
                  </a:cubicBezTo>
                  <a:cubicBezTo>
                    <a:pt x="1701" y="3804"/>
                    <a:pt x="1688" y="3811"/>
                    <a:pt x="1654" y="3835"/>
                  </a:cubicBezTo>
                  <a:cubicBezTo>
                    <a:pt x="1589" y="3867"/>
                    <a:pt x="1597" y="3884"/>
                    <a:pt x="1622" y="3916"/>
                  </a:cubicBezTo>
                  <a:cubicBezTo>
                    <a:pt x="1636" y="3940"/>
                    <a:pt x="1645" y="3952"/>
                    <a:pt x="1661" y="3952"/>
                  </a:cubicBezTo>
                  <a:cubicBezTo>
                    <a:pt x="1672" y="3952"/>
                    <a:pt x="1687" y="3946"/>
                    <a:pt x="1711" y="3932"/>
                  </a:cubicBezTo>
                  <a:cubicBezTo>
                    <a:pt x="1711" y="3932"/>
                    <a:pt x="1719" y="3940"/>
                    <a:pt x="1727" y="3957"/>
                  </a:cubicBezTo>
                  <a:cubicBezTo>
                    <a:pt x="1679" y="3997"/>
                    <a:pt x="1668" y="4016"/>
                    <a:pt x="1680" y="4016"/>
                  </a:cubicBezTo>
                  <a:cubicBezTo>
                    <a:pt x="1695" y="4016"/>
                    <a:pt x="1743" y="3989"/>
                    <a:pt x="1800" y="3940"/>
                  </a:cubicBezTo>
                  <a:lnTo>
                    <a:pt x="1816" y="3957"/>
                  </a:lnTo>
                  <a:lnTo>
                    <a:pt x="1760" y="3997"/>
                  </a:lnTo>
                  <a:cubicBezTo>
                    <a:pt x="1703" y="4038"/>
                    <a:pt x="1719" y="4070"/>
                    <a:pt x="1792" y="4159"/>
                  </a:cubicBezTo>
                  <a:cubicBezTo>
                    <a:pt x="1838" y="4210"/>
                    <a:pt x="1865" y="4236"/>
                    <a:pt x="1893" y="4236"/>
                  </a:cubicBezTo>
                  <a:cubicBezTo>
                    <a:pt x="1918" y="4236"/>
                    <a:pt x="1944" y="4214"/>
                    <a:pt x="1987" y="4167"/>
                  </a:cubicBezTo>
                  <a:cubicBezTo>
                    <a:pt x="2035" y="4127"/>
                    <a:pt x="2063" y="4106"/>
                    <a:pt x="2070" y="4106"/>
                  </a:cubicBezTo>
                  <a:lnTo>
                    <a:pt x="2070" y="4106"/>
                  </a:lnTo>
                  <a:cubicBezTo>
                    <a:pt x="2079" y="4106"/>
                    <a:pt x="2059" y="4135"/>
                    <a:pt x="2011" y="4192"/>
                  </a:cubicBezTo>
                  <a:cubicBezTo>
                    <a:pt x="1975" y="4227"/>
                    <a:pt x="1949" y="4267"/>
                    <a:pt x="1952" y="4267"/>
                  </a:cubicBezTo>
                  <a:cubicBezTo>
                    <a:pt x="1954" y="4267"/>
                    <a:pt x="1959" y="4262"/>
                    <a:pt x="1970" y="4249"/>
                  </a:cubicBezTo>
                  <a:lnTo>
                    <a:pt x="1970" y="4249"/>
                  </a:lnTo>
                  <a:cubicBezTo>
                    <a:pt x="1970" y="4249"/>
                    <a:pt x="1995" y="4273"/>
                    <a:pt x="1954" y="4330"/>
                  </a:cubicBezTo>
                  <a:cubicBezTo>
                    <a:pt x="1926" y="4399"/>
                    <a:pt x="1926" y="4423"/>
                    <a:pt x="1939" y="4423"/>
                  </a:cubicBezTo>
                  <a:cubicBezTo>
                    <a:pt x="1952" y="4423"/>
                    <a:pt x="1979" y="4399"/>
                    <a:pt x="2003" y="4370"/>
                  </a:cubicBezTo>
                  <a:cubicBezTo>
                    <a:pt x="2032" y="4325"/>
                    <a:pt x="2044" y="4308"/>
                    <a:pt x="2047" y="4308"/>
                  </a:cubicBezTo>
                  <a:lnTo>
                    <a:pt x="2047" y="4308"/>
                  </a:lnTo>
                  <a:cubicBezTo>
                    <a:pt x="2050" y="4308"/>
                    <a:pt x="2030" y="4347"/>
                    <a:pt x="2011" y="4386"/>
                  </a:cubicBezTo>
                  <a:cubicBezTo>
                    <a:pt x="1987" y="4434"/>
                    <a:pt x="1964" y="4481"/>
                    <a:pt x="1968" y="4481"/>
                  </a:cubicBezTo>
                  <a:cubicBezTo>
                    <a:pt x="1970" y="4481"/>
                    <a:pt x="1976" y="4475"/>
                    <a:pt x="1987" y="4459"/>
                  </a:cubicBezTo>
                  <a:cubicBezTo>
                    <a:pt x="2011" y="4442"/>
                    <a:pt x="2046" y="4429"/>
                    <a:pt x="2071" y="4429"/>
                  </a:cubicBezTo>
                  <a:cubicBezTo>
                    <a:pt x="2105" y="4429"/>
                    <a:pt x="2122" y="4451"/>
                    <a:pt x="2076" y="4516"/>
                  </a:cubicBezTo>
                  <a:lnTo>
                    <a:pt x="2108" y="4540"/>
                  </a:lnTo>
                  <a:cubicBezTo>
                    <a:pt x="2125" y="4506"/>
                    <a:pt x="2140" y="4497"/>
                    <a:pt x="2154" y="4497"/>
                  </a:cubicBezTo>
                  <a:cubicBezTo>
                    <a:pt x="2166" y="4497"/>
                    <a:pt x="2178" y="4504"/>
                    <a:pt x="2189" y="4508"/>
                  </a:cubicBezTo>
                  <a:cubicBezTo>
                    <a:pt x="2222" y="4524"/>
                    <a:pt x="2230" y="4532"/>
                    <a:pt x="2197" y="4597"/>
                  </a:cubicBezTo>
                  <a:cubicBezTo>
                    <a:pt x="2170" y="4625"/>
                    <a:pt x="2163" y="4639"/>
                    <a:pt x="2173" y="4639"/>
                  </a:cubicBezTo>
                  <a:cubicBezTo>
                    <a:pt x="2180" y="4639"/>
                    <a:pt x="2197" y="4631"/>
                    <a:pt x="2222" y="4613"/>
                  </a:cubicBezTo>
                  <a:cubicBezTo>
                    <a:pt x="2222" y="4614"/>
                    <a:pt x="2223" y="4614"/>
                    <a:pt x="2224" y="4614"/>
                  </a:cubicBezTo>
                  <a:cubicBezTo>
                    <a:pt x="2242" y="4614"/>
                    <a:pt x="2307" y="4516"/>
                    <a:pt x="2325" y="4516"/>
                  </a:cubicBezTo>
                  <a:cubicBezTo>
                    <a:pt x="2326" y="4516"/>
                    <a:pt x="2327" y="4516"/>
                    <a:pt x="2327" y="4516"/>
                  </a:cubicBezTo>
                  <a:cubicBezTo>
                    <a:pt x="2357" y="4456"/>
                    <a:pt x="2394" y="4410"/>
                    <a:pt x="2406" y="4410"/>
                  </a:cubicBezTo>
                  <a:cubicBezTo>
                    <a:pt x="2407" y="4410"/>
                    <a:pt x="2408" y="4410"/>
                    <a:pt x="2408" y="4411"/>
                  </a:cubicBezTo>
                  <a:lnTo>
                    <a:pt x="2376" y="4467"/>
                  </a:lnTo>
                  <a:lnTo>
                    <a:pt x="2319" y="4589"/>
                  </a:lnTo>
                  <a:cubicBezTo>
                    <a:pt x="2325" y="4592"/>
                    <a:pt x="2329" y="4595"/>
                    <a:pt x="2335" y="4595"/>
                  </a:cubicBezTo>
                  <a:cubicBezTo>
                    <a:pt x="2344" y="4595"/>
                    <a:pt x="2355" y="4585"/>
                    <a:pt x="2376" y="4549"/>
                  </a:cubicBezTo>
                  <a:lnTo>
                    <a:pt x="2376" y="4549"/>
                  </a:lnTo>
                  <a:cubicBezTo>
                    <a:pt x="2360" y="4613"/>
                    <a:pt x="2368" y="4630"/>
                    <a:pt x="2400" y="4638"/>
                  </a:cubicBezTo>
                  <a:cubicBezTo>
                    <a:pt x="2409" y="4641"/>
                    <a:pt x="2418" y="4643"/>
                    <a:pt x="2429" y="4643"/>
                  </a:cubicBezTo>
                  <a:cubicBezTo>
                    <a:pt x="2447" y="4643"/>
                    <a:pt x="2468" y="4634"/>
                    <a:pt x="2489" y="4597"/>
                  </a:cubicBezTo>
                  <a:lnTo>
                    <a:pt x="2489" y="4597"/>
                  </a:lnTo>
                  <a:cubicBezTo>
                    <a:pt x="2471" y="4671"/>
                    <a:pt x="2492" y="4714"/>
                    <a:pt x="2524" y="4714"/>
                  </a:cubicBezTo>
                  <a:cubicBezTo>
                    <a:pt x="2548" y="4714"/>
                    <a:pt x="2578" y="4690"/>
                    <a:pt x="2603" y="4638"/>
                  </a:cubicBezTo>
                  <a:cubicBezTo>
                    <a:pt x="2615" y="4606"/>
                    <a:pt x="2623" y="4590"/>
                    <a:pt x="2627" y="4590"/>
                  </a:cubicBezTo>
                  <a:cubicBezTo>
                    <a:pt x="2631" y="4590"/>
                    <a:pt x="2631" y="4608"/>
                    <a:pt x="2627" y="4646"/>
                  </a:cubicBezTo>
                  <a:cubicBezTo>
                    <a:pt x="2627" y="4683"/>
                    <a:pt x="2627" y="4702"/>
                    <a:pt x="2632" y="4702"/>
                  </a:cubicBezTo>
                  <a:cubicBezTo>
                    <a:pt x="2636" y="4702"/>
                    <a:pt x="2644" y="4685"/>
                    <a:pt x="2660" y="4654"/>
                  </a:cubicBezTo>
                  <a:cubicBezTo>
                    <a:pt x="2668" y="4640"/>
                    <a:pt x="2673" y="4634"/>
                    <a:pt x="2677" y="4634"/>
                  </a:cubicBezTo>
                  <a:cubicBezTo>
                    <a:pt x="2688" y="4634"/>
                    <a:pt x="2684" y="4687"/>
                    <a:pt x="2684" y="4735"/>
                  </a:cubicBezTo>
                  <a:cubicBezTo>
                    <a:pt x="2669" y="4820"/>
                    <a:pt x="2669" y="4855"/>
                    <a:pt x="2679" y="4855"/>
                  </a:cubicBezTo>
                  <a:cubicBezTo>
                    <a:pt x="2686" y="4855"/>
                    <a:pt x="2696" y="4841"/>
                    <a:pt x="2708" y="4816"/>
                  </a:cubicBezTo>
                  <a:cubicBezTo>
                    <a:pt x="2745" y="4780"/>
                    <a:pt x="2767" y="4775"/>
                    <a:pt x="2783" y="4775"/>
                  </a:cubicBezTo>
                  <a:cubicBezTo>
                    <a:pt x="2789" y="4775"/>
                    <a:pt x="2793" y="4776"/>
                    <a:pt x="2797" y="4776"/>
                  </a:cubicBezTo>
                  <a:cubicBezTo>
                    <a:pt x="2838" y="4711"/>
                    <a:pt x="2854" y="4711"/>
                    <a:pt x="2854" y="4646"/>
                  </a:cubicBezTo>
                  <a:cubicBezTo>
                    <a:pt x="2862" y="4597"/>
                    <a:pt x="2870" y="4557"/>
                    <a:pt x="2887" y="4508"/>
                  </a:cubicBezTo>
                  <a:cubicBezTo>
                    <a:pt x="2899" y="4488"/>
                    <a:pt x="2907" y="4481"/>
                    <a:pt x="2911" y="4481"/>
                  </a:cubicBezTo>
                  <a:lnTo>
                    <a:pt x="2911" y="4481"/>
                  </a:lnTo>
                  <a:cubicBezTo>
                    <a:pt x="2921" y="4481"/>
                    <a:pt x="2914" y="4516"/>
                    <a:pt x="2903" y="4516"/>
                  </a:cubicBezTo>
                  <a:cubicBezTo>
                    <a:pt x="2862" y="4573"/>
                    <a:pt x="2878" y="4581"/>
                    <a:pt x="2878" y="4646"/>
                  </a:cubicBezTo>
                  <a:cubicBezTo>
                    <a:pt x="2887" y="4719"/>
                    <a:pt x="2911" y="4719"/>
                    <a:pt x="2927" y="4719"/>
                  </a:cubicBezTo>
                  <a:lnTo>
                    <a:pt x="2984" y="4727"/>
                  </a:lnTo>
                  <a:cubicBezTo>
                    <a:pt x="3005" y="4765"/>
                    <a:pt x="3020" y="4786"/>
                    <a:pt x="3030" y="4786"/>
                  </a:cubicBezTo>
                  <a:cubicBezTo>
                    <a:pt x="3039" y="4786"/>
                    <a:pt x="3045" y="4769"/>
                    <a:pt x="3049" y="4735"/>
                  </a:cubicBezTo>
                  <a:lnTo>
                    <a:pt x="3049" y="4670"/>
                  </a:lnTo>
                  <a:cubicBezTo>
                    <a:pt x="3049" y="4745"/>
                    <a:pt x="3101" y="4786"/>
                    <a:pt x="3151" y="4786"/>
                  </a:cubicBezTo>
                  <a:cubicBezTo>
                    <a:pt x="3192" y="4786"/>
                    <a:pt x="3232" y="4757"/>
                    <a:pt x="3235" y="4694"/>
                  </a:cubicBezTo>
                  <a:lnTo>
                    <a:pt x="3235" y="4767"/>
                  </a:lnTo>
                  <a:cubicBezTo>
                    <a:pt x="3235" y="4832"/>
                    <a:pt x="3251" y="4832"/>
                    <a:pt x="3284" y="4832"/>
                  </a:cubicBezTo>
                  <a:cubicBezTo>
                    <a:pt x="3300" y="4832"/>
                    <a:pt x="3357" y="4759"/>
                    <a:pt x="3397" y="4751"/>
                  </a:cubicBezTo>
                  <a:cubicBezTo>
                    <a:pt x="3462" y="4751"/>
                    <a:pt x="3503" y="4743"/>
                    <a:pt x="3495" y="4678"/>
                  </a:cubicBezTo>
                  <a:cubicBezTo>
                    <a:pt x="3511" y="4678"/>
                    <a:pt x="3511" y="4678"/>
                    <a:pt x="3519" y="4743"/>
                  </a:cubicBezTo>
                  <a:cubicBezTo>
                    <a:pt x="3511" y="4816"/>
                    <a:pt x="3527" y="4816"/>
                    <a:pt x="3543" y="4816"/>
                  </a:cubicBezTo>
                  <a:cubicBezTo>
                    <a:pt x="3560" y="4808"/>
                    <a:pt x="3551" y="4743"/>
                    <a:pt x="3543" y="4678"/>
                  </a:cubicBezTo>
                  <a:cubicBezTo>
                    <a:pt x="3539" y="4641"/>
                    <a:pt x="3539" y="4622"/>
                    <a:pt x="3546" y="4622"/>
                  </a:cubicBezTo>
                  <a:cubicBezTo>
                    <a:pt x="3552" y="4622"/>
                    <a:pt x="3564" y="4639"/>
                    <a:pt x="3584" y="4670"/>
                  </a:cubicBezTo>
                  <a:cubicBezTo>
                    <a:pt x="3603" y="4705"/>
                    <a:pt x="3628" y="4721"/>
                    <a:pt x="3649" y="4721"/>
                  </a:cubicBezTo>
                  <a:cubicBezTo>
                    <a:pt x="3673" y="4721"/>
                    <a:pt x="3693" y="4701"/>
                    <a:pt x="3697" y="4662"/>
                  </a:cubicBezTo>
                  <a:cubicBezTo>
                    <a:pt x="3700" y="4662"/>
                    <a:pt x="3703" y="4662"/>
                    <a:pt x="3706" y="4662"/>
                  </a:cubicBezTo>
                  <a:cubicBezTo>
                    <a:pt x="3719" y="4662"/>
                    <a:pt x="3733" y="4667"/>
                    <a:pt x="3746" y="4727"/>
                  </a:cubicBezTo>
                  <a:cubicBezTo>
                    <a:pt x="3759" y="4758"/>
                    <a:pt x="3779" y="4788"/>
                    <a:pt x="3794" y="4788"/>
                  </a:cubicBezTo>
                  <a:cubicBezTo>
                    <a:pt x="3806" y="4788"/>
                    <a:pt x="3815" y="4766"/>
                    <a:pt x="3811" y="4703"/>
                  </a:cubicBezTo>
                  <a:cubicBezTo>
                    <a:pt x="3827" y="4703"/>
                    <a:pt x="3827" y="4703"/>
                    <a:pt x="3843" y="4767"/>
                  </a:cubicBezTo>
                  <a:cubicBezTo>
                    <a:pt x="3862" y="4800"/>
                    <a:pt x="3878" y="4835"/>
                    <a:pt x="3883" y="4835"/>
                  </a:cubicBezTo>
                  <a:cubicBezTo>
                    <a:pt x="3888" y="4835"/>
                    <a:pt x="3886" y="4815"/>
                    <a:pt x="3876" y="4759"/>
                  </a:cubicBezTo>
                  <a:cubicBezTo>
                    <a:pt x="3880" y="4713"/>
                    <a:pt x="3896" y="4690"/>
                    <a:pt x="3919" y="4690"/>
                  </a:cubicBezTo>
                  <a:cubicBezTo>
                    <a:pt x="3936" y="4690"/>
                    <a:pt x="3957" y="4703"/>
                    <a:pt x="3981" y="4727"/>
                  </a:cubicBezTo>
                  <a:cubicBezTo>
                    <a:pt x="3997" y="4719"/>
                    <a:pt x="4014" y="4719"/>
                    <a:pt x="3989" y="4654"/>
                  </a:cubicBezTo>
                  <a:lnTo>
                    <a:pt x="3965" y="4589"/>
                  </a:lnTo>
                  <a:lnTo>
                    <a:pt x="3965" y="4589"/>
                  </a:lnTo>
                  <a:cubicBezTo>
                    <a:pt x="3993" y="4649"/>
                    <a:pt x="4009" y="4679"/>
                    <a:pt x="4013" y="4679"/>
                  </a:cubicBezTo>
                  <a:cubicBezTo>
                    <a:pt x="4018" y="4679"/>
                    <a:pt x="4010" y="4647"/>
                    <a:pt x="3989" y="4581"/>
                  </a:cubicBezTo>
                  <a:cubicBezTo>
                    <a:pt x="3977" y="4549"/>
                    <a:pt x="3975" y="4532"/>
                    <a:pt x="3979" y="4532"/>
                  </a:cubicBezTo>
                  <a:lnTo>
                    <a:pt x="3979" y="4532"/>
                  </a:lnTo>
                  <a:cubicBezTo>
                    <a:pt x="3983" y="4532"/>
                    <a:pt x="3993" y="4549"/>
                    <a:pt x="4005" y="4581"/>
                  </a:cubicBezTo>
                  <a:cubicBezTo>
                    <a:pt x="4037" y="4625"/>
                    <a:pt x="4054" y="4630"/>
                    <a:pt x="4060" y="4630"/>
                  </a:cubicBezTo>
                  <a:cubicBezTo>
                    <a:pt x="4061" y="4630"/>
                    <a:pt x="4062" y="4630"/>
                    <a:pt x="4062" y="4630"/>
                  </a:cubicBezTo>
                  <a:cubicBezTo>
                    <a:pt x="4078" y="4630"/>
                    <a:pt x="4119" y="4540"/>
                    <a:pt x="4176" y="4500"/>
                  </a:cubicBezTo>
                  <a:cubicBezTo>
                    <a:pt x="4273" y="4451"/>
                    <a:pt x="4314" y="4427"/>
                    <a:pt x="4281" y="4370"/>
                  </a:cubicBezTo>
                  <a:cubicBezTo>
                    <a:pt x="4264" y="4335"/>
                    <a:pt x="4256" y="4319"/>
                    <a:pt x="4261" y="4319"/>
                  </a:cubicBezTo>
                  <a:lnTo>
                    <a:pt x="4261" y="4319"/>
                  </a:lnTo>
                  <a:cubicBezTo>
                    <a:pt x="4265" y="4319"/>
                    <a:pt x="4279" y="4331"/>
                    <a:pt x="4305" y="4354"/>
                  </a:cubicBezTo>
                  <a:cubicBezTo>
                    <a:pt x="4337" y="4391"/>
                    <a:pt x="4351" y="4400"/>
                    <a:pt x="4362" y="4400"/>
                  </a:cubicBezTo>
                  <a:cubicBezTo>
                    <a:pt x="4368" y="4400"/>
                    <a:pt x="4373" y="4397"/>
                    <a:pt x="4378" y="4394"/>
                  </a:cubicBezTo>
                  <a:cubicBezTo>
                    <a:pt x="4384" y="4392"/>
                    <a:pt x="4389" y="4389"/>
                    <a:pt x="4394" y="4389"/>
                  </a:cubicBezTo>
                  <a:cubicBezTo>
                    <a:pt x="4404" y="4389"/>
                    <a:pt x="4417" y="4398"/>
                    <a:pt x="4443" y="4435"/>
                  </a:cubicBezTo>
                  <a:cubicBezTo>
                    <a:pt x="4419" y="4370"/>
                    <a:pt x="4419" y="4370"/>
                    <a:pt x="4427" y="4362"/>
                  </a:cubicBezTo>
                  <a:lnTo>
                    <a:pt x="4427" y="4362"/>
                  </a:lnTo>
                  <a:cubicBezTo>
                    <a:pt x="4444" y="4386"/>
                    <a:pt x="4457" y="4397"/>
                    <a:pt x="4464" y="4397"/>
                  </a:cubicBezTo>
                  <a:cubicBezTo>
                    <a:pt x="4473" y="4397"/>
                    <a:pt x="4470" y="4378"/>
                    <a:pt x="4451" y="4346"/>
                  </a:cubicBezTo>
                  <a:cubicBezTo>
                    <a:pt x="4414" y="4283"/>
                    <a:pt x="4393" y="4252"/>
                    <a:pt x="4395" y="4252"/>
                  </a:cubicBezTo>
                  <a:lnTo>
                    <a:pt x="4395" y="4252"/>
                  </a:lnTo>
                  <a:cubicBezTo>
                    <a:pt x="4396" y="4252"/>
                    <a:pt x="4416" y="4279"/>
                    <a:pt x="4459" y="4330"/>
                  </a:cubicBezTo>
                  <a:cubicBezTo>
                    <a:pt x="4485" y="4365"/>
                    <a:pt x="4526" y="4388"/>
                    <a:pt x="4540" y="4388"/>
                  </a:cubicBezTo>
                  <a:cubicBezTo>
                    <a:pt x="4547" y="4388"/>
                    <a:pt x="4545" y="4380"/>
                    <a:pt x="4524" y="4362"/>
                  </a:cubicBezTo>
                  <a:cubicBezTo>
                    <a:pt x="4484" y="4313"/>
                    <a:pt x="4500" y="4297"/>
                    <a:pt x="4468" y="4232"/>
                  </a:cubicBezTo>
                  <a:cubicBezTo>
                    <a:pt x="4471" y="4229"/>
                    <a:pt x="4475" y="4226"/>
                    <a:pt x="4481" y="4226"/>
                  </a:cubicBezTo>
                  <a:cubicBezTo>
                    <a:pt x="4491" y="4226"/>
                    <a:pt x="4507" y="4234"/>
                    <a:pt x="4532" y="4265"/>
                  </a:cubicBezTo>
                  <a:cubicBezTo>
                    <a:pt x="4543" y="4271"/>
                    <a:pt x="4552" y="4274"/>
                    <a:pt x="4560" y="4274"/>
                  </a:cubicBezTo>
                  <a:cubicBezTo>
                    <a:pt x="4599" y="4274"/>
                    <a:pt x="4599" y="4199"/>
                    <a:pt x="4565" y="4151"/>
                  </a:cubicBezTo>
                  <a:cubicBezTo>
                    <a:pt x="4539" y="4125"/>
                    <a:pt x="4529" y="4110"/>
                    <a:pt x="4533" y="4110"/>
                  </a:cubicBezTo>
                  <a:lnTo>
                    <a:pt x="4533" y="4110"/>
                  </a:lnTo>
                  <a:cubicBezTo>
                    <a:pt x="4537" y="4110"/>
                    <a:pt x="4551" y="4121"/>
                    <a:pt x="4573" y="4143"/>
                  </a:cubicBezTo>
                  <a:cubicBezTo>
                    <a:pt x="4599" y="4169"/>
                    <a:pt x="4616" y="4177"/>
                    <a:pt x="4627" y="4177"/>
                  </a:cubicBezTo>
                  <a:cubicBezTo>
                    <a:pt x="4637" y="4177"/>
                    <a:pt x="4642" y="4171"/>
                    <a:pt x="4646" y="4167"/>
                  </a:cubicBezTo>
                  <a:cubicBezTo>
                    <a:pt x="4633" y="4149"/>
                    <a:pt x="4629" y="4142"/>
                    <a:pt x="4632" y="4142"/>
                  </a:cubicBezTo>
                  <a:lnTo>
                    <a:pt x="4632" y="4142"/>
                  </a:lnTo>
                  <a:cubicBezTo>
                    <a:pt x="4637" y="4142"/>
                    <a:pt x="4672" y="4175"/>
                    <a:pt x="4711" y="4208"/>
                  </a:cubicBezTo>
                  <a:cubicBezTo>
                    <a:pt x="4728" y="4238"/>
                    <a:pt x="4741" y="4248"/>
                    <a:pt x="4752" y="4248"/>
                  </a:cubicBezTo>
                  <a:cubicBezTo>
                    <a:pt x="4763" y="4248"/>
                    <a:pt x="4772" y="4240"/>
                    <a:pt x="4784" y="4232"/>
                  </a:cubicBezTo>
                  <a:cubicBezTo>
                    <a:pt x="4759" y="4184"/>
                    <a:pt x="4768" y="4127"/>
                    <a:pt x="4808" y="4094"/>
                  </a:cubicBezTo>
                  <a:cubicBezTo>
                    <a:pt x="4849" y="4030"/>
                    <a:pt x="4808" y="3981"/>
                    <a:pt x="4711" y="3876"/>
                  </a:cubicBezTo>
                  <a:lnTo>
                    <a:pt x="4605" y="3795"/>
                  </a:lnTo>
                  <a:lnTo>
                    <a:pt x="4719" y="3867"/>
                  </a:lnTo>
                  <a:cubicBezTo>
                    <a:pt x="4776" y="3908"/>
                    <a:pt x="4897" y="3965"/>
                    <a:pt x="4897" y="3965"/>
                  </a:cubicBezTo>
                  <a:cubicBezTo>
                    <a:pt x="4905" y="3957"/>
                    <a:pt x="4849" y="3916"/>
                    <a:pt x="4792" y="3884"/>
                  </a:cubicBezTo>
                  <a:cubicBezTo>
                    <a:pt x="4753" y="3856"/>
                    <a:pt x="4745" y="3843"/>
                    <a:pt x="4766" y="3843"/>
                  </a:cubicBezTo>
                  <a:cubicBezTo>
                    <a:pt x="4777" y="3843"/>
                    <a:pt x="4793" y="3846"/>
                    <a:pt x="4816" y="3851"/>
                  </a:cubicBezTo>
                  <a:cubicBezTo>
                    <a:pt x="4832" y="3853"/>
                    <a:pt x="4845" y="3854"/>
                    <a:pt x="4855" y="3854"/>
                  </a:cubicBezTo>
                  <a:cubicBezTo>
                    <a:pt x="4893" y="3854"/>
                    <a:pt x="4893" y="3841"/>
                    <a:pt x="4849" y="3803"/>
                  </a:cubicBezTo>
                  <a:cubicBezTo>
                    <a:pt x="4854" y="3797"/>
                    <a:pt x="4860" y="3788"/>
                    <a:pt x="4884" y="3788"/>
                  </a:cubicBezTo>
                  <a:cubicBezTo>
                    <a:pt x="4895" y="3788"/>
                    <a:pt x="4910" y="3789"/>
                    <a:pt x="4930" y="3795"/>
                  </a:cubicBezTo>
                  <a:cubicBezTo>
                    <a:pt x="4938" y="3786"/>
                    <a:pt x="4938" y="3786"/>
                    <a:pt x="4881" y="3754"/>
                  </a:cubicBezTo>
                  <a:cubicBezTo>
                    <a:pt x="4838" y="3732"/>
                    <a:pt x="4827" y="3718"/>
                    <a:pt x="4844" y="3718"/>
                  </a:cubicBezTo>
                  <a:cubicBezTo>
                    <a:pt x="4852" y="3718"/>
                    <a:pt x="4868" y="3722"/>
                    <a:pt x="4889" y="3730"/>
                  </a:cubicBezTo>
                  <a:cubicBezTo>
                    <a:pt x="4929" y="3745"/>
                    <a:pt x="4960" y="3750"/>
                    <a:pt x="4980" y="3750"/>
                  </a:cubicBezTo>
                  <a:cubicBezTo>
                    <a:pt x="5025" y="3750"/>
                    <a:pt x="5023" y="3722"/>
                    <a:pt x="4978" y="3705"/>
                  </a:cubicBezTo>
                  <a:cubicBezTo>
                    <a:pt x="4914" y="3673"/>
                    <a:pt x="4922" y="3665"/>
                    <a:pt x="4930" y="3649"/>
                  </a:cubicBezTo>
                  <a:cubicBezTo>
                    <a:pt x="4938" y="3632"/>
                    <a:pt x="4938" y="3624"/>
                    <a:pt x="4881" y="3584"/>
                  </a:cubicBezTo>
                  <a:lnTo>
                    <a:pt x="4897" y="3559"/>
                  </a:lnTo>
                  <a:cubicBezTo>
                    <a:pt x="4899" y="3557"/>
                    <a:pt x="4901" y="3556"/>
                    <a:pt x="4905" y="3556"/>
                  </a:cubicBezTo>
                  <a:cubicBezTo>
                    <a:pt x="4922" y="3556"/>
                    <a:pt x="4961" y="3586"/>
                    <a:pt x="4954" y="3600"/>
                  </a:cubicBezTo>
                  <a:lnTo>
                    <a:pt x="5027" y="3608"/>
                  </a:lnTo>
                  <a:cubicBezTo>
                    <a:pt x="5035" y="3584"/>
                    <a:pt x="5043" y="3567"/>
                    <a:pt x="4986" y="3535"/>
                  </a:cubicBezTo>
                  <a:cubicBezTo>
                    <a:pt x="4921" y="3500"/>
                    <a:pt x="4891" y="3484"/>
                    <a:pt x="4897" y="3484"/>
                  </a:cubicBezTo>
                  <a:lnTo>
                    <a:pt x="4897" y="3484"/>
                  </a:lnTo>
                  <a:cubicBezTo>
                    <a:pt x="4902" y="3484"/>
                    <a:pt x="4934" y="3496"/>
                    <a:pt x="4995" y="3519"/>
                  </a:cubicBezTo>
                  <a:cubicBezTo>
                    <a:pt x="5029" y="3532"/>
                    <a:pt x="5064" y="3540"/>
                    <a:pt x="5080" y="3540"/>
                  </a:cubicBezTo>
                  <a:cubicBezTo>
                    <a:pt x="5094" y="3540"/>
                    <a:pt x="5094" y="3534"/>
                    <a:pt x="5068" y="3519"/>
                  </a:cubicBezTo>
                  <a:cubicBezTo>
                    <a:pt x="5000" y="3483"/>
                    <a:pt x="4993" y="3472"/>
                    <a:pt x="5010" y="3472"/>
                  </a:cubicBezTo>
                  <a:cubicBezTo>
                    <a:pt x="5024" y="3472"/>
                    <a:pt x="5055" y="3479"/>
                    <a:pt x="5084" y="3486"/>
                  </a:cubicBezTo>
                  <a:cubicBezTo>
                    <a:pt x="5137" y="3515"/>
                    <a:pt x="5167" y="3531"/>
                    <a:pt x="5174" y="3531"/>
                  </a:cubicBezTo>
                  <a:cubicBezTo>
                    <a:pt x="5183" y="3531"/>
                    <a:pt x="5156" y="3505"/>
                    <a:pt x="5092" y="3446"/>
                  </a:cubicBezTo>
                  <a:cubicBezTo>
                    <a:pt x="5100" y="3413"/>
                    <a:pt x="5051" y="3340"/>
                    <a:pt x="5068" y="3300"/>
                  </a:cubicBezTo>
                  <a:cubicBezTo>
                    <a:pt x="5084" y="3243"/>
                    <a:pt x="5092" y="3219"/>
                    <a:pt x="5157" y="3219"/>
                  </a:cubicBezTo>
                  <a:cubicBezTo>
                    <a:pt x="5216" y="3229"/>
                    <a:pt x="5250" y="3232"/>
                    <a:pt x="5264" y="3232"/>
                  </a:cubicBezTo>
                  <a:cubicBezTo>
                    <a:pt x="5283" y="3232"/>
                    <a:pt x="5267" y="3227"/>
                    <a:pt x="5230" y="3227"/>
                  </a:cubicBezTo>
                  <a:cubicBezTo>
                    <a:pt x="5092" y="3203"/>
                    <a:pt x="5100" y="3186"/>
                    <a:pt x="5108" y="3146"/>
                  </a:cubicBezTo>
                  <a:cubicBezTo>
                    <a:pt x="5189" y="3113"/>
                    <a:pt x="5124" y="3073"/>
                    <a:pt x="5059" y="3049"/>
                  </a:cubicBezTo>
                  <a:lnTo>
                    <a:pt x="5051" y="3081"/>
                  </a:lnTo>
                  <a:cubicBezTo>
                    <a:pt x="4922" y="3057"/>
                    <a:pt x="4922" y="3040"/>
                    <a:pt x="4995" y="3024"/>
                  </a:cubicBezTo>
                  <a:cubicBezTo>
                    <a:pt x="4995" y="3022"/>
                    <a:pt x="5000" y="3021"/>
                    <a:pt x="5010" y="3021"/>
                  </a:cubicBezTo>
                  <a:cubicBezTo>
                    <a:pt x="5033" y="3021"/>
                    <a:pt x="5081" y="3027"/>
                    <a:pt x="5132" y="3032"/>
                  </a:cubicBezTo>
                  <a:cubicBezTo>
                    <a:pt x="5150" y="3035"/>
                    <a:pt x="5167" y="3036"/>
                    <a:pt x="5183" y="3036"/>
                  </a:cubicBezTo>
                  <a:cubicBezTo>
                    <a:pt x="5228" y="3036"/>
                    <a:pt x="5264" y="3028"/>
                    <a:pt x="5270" y="3016"/>
                  </a:cubicBezTo>
                  <a:cubicBezTo>
                    <a:pt x="5270" y="3003"/>
                    <a:pt x="5270" y="2990"/>
                    <a:pt x="5231" y="2990"/>
                  </a:cubicBezTo>
                  <a:cubicBezTo>
                    <a:pt x="5222" y="2990"/>
                    <a:pt x="5211" y="2990"/>
                    <a:pt x="5197" y="2992"/>
                  </a:cubicBezTo>
                  <a:cubicBezTo>
                    <a:pt x="5132" y="2984"/>
                    <a:pt x="5132" y="2984"/>
                    <a:pt x="5132" y="2968"/>
                  </a:cubicBezTo>
                  <a:cubicBezTo>
                    <a:pt x="5141" y="2959"/>
                    <a:pt x="5141" y="2943"/>
                    <a:pt x="5076" y="2919"/>
                  </a:cubicBezTo>
                  <a:cubicBezTo>
                    <a:pt x="5003" y="2919"/>
                    <a:pt x="5003" y="2903"/>
                    <a:pt x="5011" y="2886"/>
                  </a:cubicBezTo>
                  <a:cubicBezTo>
                    <a:pt x="5076" y="2878"/>
                    <a:pt x="5084" y="2854"/>
                    <a:pt x="5084" y="2854"/>
                  </a:cubicBezTo>
                  <a:lnTo>
                    <a:pt x="5149" y="2854"/>
                  </a:lnTo>
                  <a:cubicBezTo>
                    <a:pt x="5197" y="2854"/>
                    <a:pt x="5238" y="2854"/>
                    <a:pt x="5286" y="2846"/>
                  </a:cubicBezTo>
                  <a:cubicBezTo>
                    <a:pt x="5286" y="2830"/>
                    <a:pt x="5222" y="2830"/>
                    <a:pt x="5222" y="2830"/>
                  </a:cubicBezTo>
                  <a:cubicBezTo>
                    <a:pt x="5173" y="2822"/>
                    <a:pt x="5149" y="2473"/>
                    <a:pt x="5149" y="2424"/>
                  </a:cubicBezTo>
                  <a:cubicBezTo>
                    <a:pt x="5201" y="2398"/>
                    <a:pt x="5211" y="2361"/>
                    <a:pt x="5178" y="2361"/>
                  </a:cubicBezTo>
                  <a:cubicBezTo>
                    <a:pt x="5171" y="2361"/>
                    <a:pt x="5161" y="2363"/>
                    <a:pt x="5149" y="2368"/>
                  </a:cubicBezTo>
                  <a:cubicBezTo>
                    <a:pt x="5145" y="2368"/>
                    <a:pt x="5141" y="2368"/>
                    <a:pt x="5137" y="2368"/>
                  </a:cubicBezTo>
                  <a:cubicBezTo>
                    <a:pt x="5074" y="2368"/>
                    <a:pt x="5059" y="2306"/>
                    <a:pt x="5043" y="2222"/>
                  </a:cubicBezTo>
                  <a:cubicBezTo>
                    <a:pt x="5029" y="2134"/>
                    <a:pt x="5014" y="2073"/>
                    <a:pt x="4965" y="2073"/>
                  </a:cubicBezTo>
                  <a:cubicBezTo>
                    <a:pt x="4959" y="2073"/>
                    <a:pt x="4953" y="2074"/>
                    <a:pt x="4946" y="2076"/>
                  </a:cubicBezTo>
                  <a:lnTo>
                    <a:pt x="4938" y="2035"/>
                  </a:lnTo>
                  <a:cubicBezTo>
                    <a:pt x="4922" y="2011"/>
                    <a:pt x="4849" y="2011"/>
                    <a:pt x="4841" y="1995"/>
                  </a:cubicBezTo>
                  <a:cubicBezTo>
                    <a:pt x="4820" y="2000"/>
                    <a:pt x="4806" y="2002"/>
                    <a:pt x="4797" y="2002"/>
                  </a:cubicBezTo>
                  <a:cubicBezTo>
                    <a:pt x="4778" y="2002"/>
                    <a:pt x="4790" y="1992"/>
                    <a:pt x="4841" y="1986"/>
                  </a:cubicBezTo>
                  <a:cubicBezTo>
                    <a:pt x="4905" y="1962"/>
                    <a:pt x="4970" y="1938"/>
                    <a:pt x="4962" y="1922"/>
                  </a:cubicBezTo>
                  <a:cubicBezTo>
                    <a:pt x="4960" y="1914"/>
                    <a:pt x="4953" y="1912"/>
                    <a:pt x="4942" y="1912"/>
                  </a:cubicBezTo>
                  <a:cubicBezTo>
                    <a:pt x="4916" y="1912"/>
                    <a:pt x="4870" y="1929"/>
                    <a:pt x="4824" y="1946"/>
                  </a:cubicBezTo>
                  <a:cubicBezTo>
                    <a:pt x="4785" y="1961"/>
                    <a:pt x="4770" y="1963"/>
                    <a:pt x="4764" y="1963"/>
                  </a:cubicBezTo>
                  <a:cubicBezTo>
                    <a:pt x="4759" y="1963"/>
                    <a:pt x="4759" y="1962"/>
                    <a:pt x="4759" y="1962"/>
                  </a:cubicBezTo>
                  <a:cubicBezTo>
                    <a:pt x="4751" y="1946"/>
                    <a:pt x="4751" y="1946"/>
                    <a:pt x="4816" y="1922"/>
                  </a:cubicBezTo>
                  <a:lnTo>
                    <a:pt x="4938" y="1865"/>
                  </a:lnTo>
                  <a:lnTo>
                    <a:pt x="4938" y="1857"/>
                  </a:lnTo>
                  <a:cubicBezTo>
                    <a:pt x="4899" y="1871"/>
                    <a:pt x="4880" y="1874"/>
                    <a:pt x="4872" y="1874"/>
                  </a:cubicBezTo>
                  <a:cubicBezTo>
                    <a:pt x="4866" y="1874"/>
                    <a:pt x="4865" y="1873"/>
                    <a:pt x="4865" y="1873"/>
                  </a:cubicBezTo>
                  <a:cubicBezTo>
                    <a:pt x="4865" y="1857"/>
                    <a:pt x="4865" y="1857"/>
                    <a:pt x="4986" y="1800"/>
                  </a:cubicBezTo>
                  <a:cubicBezTo>
                    <a:pt x="5059" y="1766"/>
                    <a:pt x="5085" y="1747"/>
                    <a:pt x="5068" y="1747"/>
                  </a:cubicBezTo>
                  <a:cubicBezTo>
                    <a:pt x="5056" y="1747"/>
                    <a:pt x="5023" y="1756"/>
                    <a:pt x="4970" y="1776"/>
                  </a:cubicBezTo>
                  <a:lnTo>
                    <a:pt x="4905" y="1776"/>
                  </a:lnTo>
                  <a:cubicBezTo>
                    <a:pt x="4960" y="1741"/>
                    <a:pt x="4958" y="1730"/>
                    <a:pt x="4935" y="1730"/>
                  </a:cubicBezTo>
                  <a:cubicBezTo>
                    <a:pt x="4910" y="1730"/>
                    <a:pt x="4858" y="1743"/>
                    <a:pt x="4824" y="1751"/>
                  </a:cubicBezTo>
                  <a:cubicBezTo>
                    <a:pt x="4894" y="1706"/>
                    <a:pt x="4918" y="1683"/>
                    <a:pt x="4898" y="1683"/>
                  </a:cubicBezTo>
                  <a:cubicBezTo>
                    <a:pt x="4885" y="1683"/>
                    <a:pt x="4855" y="1692"/>
                    <a:pt x="4808" y="1711"/>
                  </a:cubicBezTo>
                  <a:cubicBezTo>
                    <a:pt x="4782" y="1727"/>
                    <a:pt x="4765" y="1734"/>
                    <a:pt x="4758" y="1734"/>
                  </a:cubicBezTo>
                  <a:cubicBezTo>
                    <a:pt x="4747" y="1734"/>
                    <a:pt x="4758" y="1719"/>
                    <a:pt x="4792" y="1695"/>
                  </a:cubicBezTo>
                  <a:cubicBezTo>
                    <a:pt x="4841" y="1646"/>
                    <a:pt x="4832" y="1630"/>
                    <a:pt x="4816" y="1605"/>
                  </a:cubicBezTo>
                  <a:lnTo>
                    <a:pt x="4816" y="1605"/>
                  </a:lnTo>
                  <a:cubicBezTo>
                    <a:pt x="4808" y="1609"/>
                    <a:pt x="4799" y="1610"/>
                    <a:pt x="4791" y="1610"/>
                  </a:cubicBezTo>
                  <a:cubicBezTo>
                    <a:pt x="4738" y="1610"/>
                    <a:pt x="4694" y="1544"/>
                    <a:pt x="4638" y="1459"/>
                  </a:cubicBezTo>
                  <a:cubicBezTo>
                    <a:pt x="4583" y="1387"/>
                    <a:pt x="4533" y="1336"/>
                    <a:pt x="4491" y="1336"/>
                  </a:cubicBezTo>
                  <a:cubicBezTo>
                    <a:pt x="4477" y="1336"/>
                    <a:pt x="4464" y="1342"/>
                    <a:pt x="4451" y="1354"/>
                  </a:cubicBezTo>
                  <a:cubicBezTo>
                    <a:pt x="4443" y="1346"/>
                    <a:pt x="4443" y="1346"/>
                    <a:pt x="4484" y="1289"/>
                  </a:cubicBezTo>
                  <a:cubicBezTo>
                    <a:pt x="4503" y="1266"/>
                    <a:pt x="4511" y="1251"/>
                    <a:pt x="4504" y="1251"/>
                  </a:cubicBezTo>
                  <a:lnTo>
                    <a:pt x="4504" y="1251"/>
                  </a:lnTo>
                  <a:cubicBezTo>
                    <a:pt x="4497" y="1251"/>
                    <a:pt x="4470" y="1270"/>
                    <a:pt x="4419" y="1322"/>
                  </a:cubicBezTo>
                  <a:cubicBezTo>
                    <a:pt x="4388" y="1344"/>
                    <a:pt x="4359" y="1369"/>
                    <a:pt x="4354" y="1369"/>
                  </a:cubicBezTo>
                  <a:cubicBezTo>
                    <a:pt x="4351" y="1369"/>
                    <a:pt x="4363" y="1353"/>
                    <a:pt x="4403" y="1305"/>
                  </a:cubicBezTo>
                  <a:cubicBezTo>
                    <a:pt x="4451" y="1257"/>
                    <a:pt x="4435" y="1241"/>
                    <a:pt x="4395" y="1200"/>
                  </a:cubicBezTo>
                  <a:cubicBezTo>
                    <a:pt x="4382" y="1175"/>
                    <a:pt x="4358" y="1162"/>
                    <a:pt x="4335" y="1162"/>
                  </a:cubicBezTo>
                  <a:cubicBezTo>
                    <a:pt x="4314" y="1162"/>
                    <a:pt x="4293" y="1173"/>
                    <a:pt x="4281" y="1192"/>
                  </a:cubicBezTo>
                  <a:cubicBezTo>
                    <a:pt x="4249" y="1216"/>
                    <a:pt x="4232" y="1228"/>
                    <a:pt x="4230" y="1228"/>
                  </a:cubicBezTo>
                  <a:cubicBezTo>
                    <a:pt x="4228" y="1228"/>
                    <a:pt x="4241" y="1216"/>
                    <a:pt x="4265" y="1192"/>
                  </a:cubicBezTo>
                  <a:cubicBezTo>
                    <a:pt x="4330" y="1116"/>
                    <a:pt x="4335" y="1043"/>
                    <a:pt x="4292" y="1043"/>
                  </a:cubicBezTo>
                  <a:cubicBezTo>
                    <a:pt x="4276" y="1043"/>
                    <a:pt x="4253" y="1054"/>
                    <a:pt x="4224" y="1078"/>
                  </a:cubicBezTo>
                  <a:cubicBezTo>
                    <a:pt x="4208" y="1070"/>
                    <a:pt x="4200" y="1062"/>
                    <a:pt x="4232" y="1005"/>
                  </a:cubicBezTo>
                  <a:cubicBezTo>
                    <a:pt x="4229" y="1002"/>
                    <a:pt x="4224" y="999"/>
                    <a:pt x="4216" y="999"/>
                  </a:cubicBezTo>
                  <a:cubicBezTo>
                    <a:pt x="4203" y="999"/>
                    <a:pt x="4182" y="1006"/>
                    <a:pt x="4143" y="1030"/>
                  </a:cubicBezTo>
                  <a:lnTo>
                    <a:pt x="4062" y="973"/>
                  </a:lnTo>
                  <a:cubicBezTo>
                    <a:pt x="4060" y="972"/>
                    <a:pt x="4057" y="972"/>
                    <a:pt x="4054" y="972"/>
                  </a:cubicBezTo>
                  <a:cubicBezTo>
                    <a:pt x="4023" y="972"/>
                    <a:pt x="3981" y="1014"/>
                    <a:pt x="3981" y="1014"/>
                  </a:cubicBezTo>
                  <a:cubicBezTo>
                    <a:pt x="3974" y="1014"/>
                    <a:pt x="3969" y="1012"/>
                    <a:pt x="3966" y="1011"/>
                  </a:cubicBezTo>
                  <a:lnTo>
                    <a:pt x="3966" y="1011"/>
                  </a:lnTo>
                  <a:cubicBezTo>
                    <a:pt x="3988" y="948"/>
                    <a:pt x="3923" y="924"/>
                    <a:pt x="3835" y="892"/>
                  </a:cubicBezTo>
                  <a:cubicBezTo>
                    <a:pt x="3738" y="860"/>
                    <a:pt x="3657" y="827"/>
                    <a:pt x="3657" y="762"/>
                  </a:cubicBezTo>
                  <a:cubicBezTo>
                    <a:pt x="3657" y="762"/>
                    <a:pt x="3641" y="762"/>
                    <a:pt x="3616" y="827"/>
                  </a:cubicBezTo>
                  <a:cubicBezTo>
                    <a:pt x="3593" y="906"/>
                    <a:pt x="3581" y="937"/>
                    <a:pt x="3572" y="937"/>
                  </a:cubicBezTo>
                  <a:cubicBezTo>
                    <a:pt x="3566" y="937"/>
                    <a:pt x="3563" y="920"/>
                    <a:pt x="3560" y="892"/>
                  </a:cubicBezTo>
                  <a:cubicBezTo>
                    <a:pt x="3564" y="820"/>
                    <a:pt x="3550" y="783"/>
                    <a:pt x="3532" y="783"/>
                  </a:cubicBezTo>
                  <a:cubicBezTo>
                    <a:pt x="3515" y="783"/>
                    <a:pt x="3494" y="813"/>
                    <a:pt x="3479" y="874"/>
                  </a:cubicBezTo>
                  <a:lnTo>
                    <a:pt x="3479" y="874"/>
                  </a:lnTo>
                  <a:cubicBezTo>
                    <a:pt x="3481" y="856"/>
                    <a:pt x="3484" y="833"/>
                    <a:pt x="3487" y="811"/>
                  </a:cubicBezTo>
                  <a:cubicBezTo>
                    <a:pt x="3487" y="757"/>
                    <a:pt x="3478" y="734"/>
                    <a:pt x="3466" y="734"/>
                  </a:cubicBezTo>
                  <a:cubicBezTo>
                    <a:pt x="3447" y="734"/>
                    <a:pt x="3420" y="789"/>
                    <a:pt x="3405" y="868"/>
                  </a:cubicBezTo>
                  <a:cubicBezTo>
                    <a:pt x="3400" y="821"/>
                    <a:pt x="3394" y="769"/>
                    <a:pt x="3385" y="769"/>
                  </a:cubicBezTo>
                  <a:cubicBezTo>
                    <a:pt x="3381" y="769"/>
                    <a:pt x="3378" y="777"/>
                    <a:pt x="3373" y="795"/>
                  </a:cubicBezTo>
                  <a:cubicBezTo>
                    <a:pt x="3357" y="795"/>
                    <a:pt x="3357" y="795"/>
                    <a:pt x="3365" y="657"/>
                  </a:cubicBezTo>
                  <a:cubicBezTo>
                    <a:pt x="3365" y="592"/>
                    <a:pt x="3373" y="519"/>
                    <a:pt x="3357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2"/>
            <p:cNvSpPr/>
            <p:nvPr/>
          </p:nvSpPr>
          <p:spPr>
            <a:xfrm>
              <a:off x="6534981" y="1351291"/>
              <a:ext cx="60331" cy="52006"/>
            </a:xfrm>
            <a:custGeom>
              <a:avLst/>
              <a:gdLst/>
              <a:ahLst/>
              <a:cxnLst/>
              <a:rect l="l" t="t" r="r" b="b"/>
              <a:pathLst>
                <a:path w="3500" h="3017" extrusionOk="0">
                  <a:moveTo>
                    <a:pt x="2133" y="1"/>
                  </a:moveTo>
                  <a:cubicBezTo>
                    <a:pt x="2117" y="1"/>
                    <a:pt x="2125" y="74"/>
                    <a:pt x="2133" y="139"/>
                  </a:cubicBezTo>
                  <a:lnTo>
                    <a:pt x="2149" y="139"/>
                  </a:lnTo>
                  <a:cubicBezTo>
                    <a:pt x="2149" y="90"/>
                    <a:pt x="2149" y="49"/>
                    <a:pt x="2149" y="1"/>
                  </a:cubicBezTo>
                  <a:close/>
                  <a:moveTo>
                    <a:pt x="1609" y="891"/>
                  </a:moveTo>
                  <a:cubicBezTo>
                    <a:pt x="1604" y="891"/>
                    <a:pt x="1601" y="895"/>
                    <a:pt x="1598" y="901"/>
                  </a:cubicBezTo>
                  <a:cubicBezTo>
                    <a:pt x="1590" y="901"/>
                    <a:pt x="1622" y="958"/>
                    <a:pt x="1622" y="958"/>
                  </a:cubicBezTo>
                  <a:cubicBezTo>
                    <a:pt x="1660" y="1002"/>
                    <a:pt x="1669" y="1007"/>
                    <a:pt x="1674" y="1007"/>
                  </a:cubicBezTo>
                  <a:cubicBezTo>
                    <a:pt x="1676" y="1007"/>
                    <a:pt x="1677" y="1006"/>
                    <a:pt x="1679" y="1006"/>
                  </a:cubicBezTo>
                  <a:cubicBezTo>
                    <a:pt x="1693" y="1016"/>
                    <a:pt x="1701" y="1020"/>
                    <a:pt x="1704" y="1020"/>
                  </a:cubicBezTo>
                  <a:cubicBezTo>
                    <a:pt x="1717" y="1020"/>
                    <a:pt x="1686" y="977"/>
                    <a:pt x="1655" y="933"/>
                  </a:cubicBezTo>
                  <a:cubicBezTo>
                    <a:pt x="1629" y="902"/>
                    <a:pt x="1616" y="891"/>
                    <a:pt x="1609" y="891"/>
                  </a:cubicBezTo>
                  <a:close/>
                  <a:moveTo>
                    <a:pt x="1736" y="958"/>
                  </a:moveTo>
                  <a:cubicBezTo>
                    <a:pt x="1760" y="998"/>
                    <a:pt x="1785" y="1039"/>
                    <a:pt x="1793" y="1087"/>
                  </a:cubicBezTo>
                  <a:cubicBezTo>
                    <a:pt x="1760" y="1055"/>
                    <a:pt x="1736" y="1014"/>
                    <a:pt x="1720" y="966"/>
                  </a:cubicBezTo>
                  <a:lnTo>
                    <a:pt x="1736" y="958"/>
                  </a:lnTo>
                  <a:close/>
                  <a:moveTo>
                    <a:pt x="2133" y="885"/>
                  </a:moveTo>
                  <a:lnTo>
                    <a:pt x="2133" y="885"/>
                  </a:lnTo>
                  <a:cubicBezTo>
                    <a:pt x="2149" y="925"/>
                    <a:pt x="2166" y="974"/>
                    <a:pt x="2174" y="1014"/>
                  </a:cubicBezTo>
                  <a:cubicBezTo>
                    <a:pt x="2206" y="1152"/>
                    <a:pt x="2206" y="1152"/>
                    <a:pt x="2198" y="1152"/>
                  </a:cubicBezTo>
                  <a:cubicBezTo>
                    <a:pt x="2190" y="1152"/>
                    <a:pt x="2182" y="1152"/>
                    <a:pt x="2174" y="1087"/>
                  </a:cubicBezTo>
                  <a:lnTo>
                    <a:pt x="2174" y="1087"/>
                  </a:lnTo>
                  <a:cubicBezTo>
                    <a:pt x="2178" y="1105"/>
                    <a:pt x="2181" y="1113"/>
                    <a:pt x="2182" y="1113"/>
                  </a:cubicBezTo>
                  <a:cubicBezTo>
                    <a:pt x="2184" y="1113"/>
                    <a:pt x="2175" y="1061"/>
                    <a:pt x="2157" y="1014"/>
                  </a:cubicBezTo>
                  <a:lnTo>
                    <a:pt x="2133" y="885"/>
                  </a:lnTo>
                  <a:close/>
                  <a:moveTo>
                    <a:pt x="2239" y="1014"/>
                  </a:moveTo>
                  <a:lnTo>
                    <a:pt x="2255" y="1087"/>
                  </a:lnTo>
                  <a:cubicBezTo>
                    <a:pt x="2263" y="1152"/>
                    <a:pt x="2255" y="1152"/>
                    <a:pt x="2255" y="1152"/>
                  </a:cubicBezTo>
                  <a:cubicBezTo>
                    <a:pt x="2247" y="1152"/>
                    <a:pt x="2247" y="1152"/>
                    <a:pt x="2239" y="1087"/>
                  </a:cubicBezTo>
                  <a:cubicBezTo>
                    <a:pt x="2239" y="1087"/>
                    <a:pt x="2230" y="1014"/>
                    <a:pt x="2239" y="1014"/>
                  </a:cubicBezTo>
                  <a:close/>
                  <a:moveTo>
                    <a:pt x="2385" y="1201"/>
                  </a:moveTo>
                  <a:cubicBezTo>
                    <a:pt x="2385" y="1249"/>
                    <a:pt x="2385" y="1298"/>
                    <a:pt x="2376" y="1339"/>
                  </a:cubicBezTo>
                  <a:cubicBezTo>
                    <a:pt x="2372" y="1379"/>
                    <a:pt x="2369" y="1396"/>
                    <a:pt x="2368" y="1396"/>
                  </a:cubicBezTo>
                  <a:cubicBezTo>
                    <a:pt x="2366" y="1396"/>
                    <a:pt x="2373" y="1298"/>
                    <a:pt x="2385" y="1201"/>
                  </a:cubicBezTo>
                  <a:close/>
                  <a:moveTo>
                    <a:pt x="1509" y="1282"/>
                  </a:moveTo>
                  <a:lnTo>
                    <a:pt x="1614" y="1371"/>
                  </a:lnTo>
                  <a:cubicBezTo>
                    <a:pt x="1707" y="1436"/>
                    <a:pt x="1746" y="1464"/>
                    <a:pt x="1743" y="1464"/>
                  </a:cubicBezTo>
                  <a:cubicBezTo>
                    <a:pt x="1740" y="1464"/>
                    <a:pt x="1712" y="1448"/>
                    <a:pt x="1663" y="1420"/>
                  </a:cubicBezTo>
                  <a:cubicBezTo>
                    <a:pt x="1606" y="1379"/>
                    <a:pt x="1549" y="1347"/>
                    <a:pt x="1501" y="1298"/>
                  </a:cubicBezTo>
                  <a:lnTo>
                    <a:pt x="1509" y="1282"/>
                  </a:lnTo>
                  <a:close/>
                  <a:moveTo>
                    <a:pt x="2328" y="1420"/>
                  </a:moveTo>
                  <a:cubicBezTo>
                    <a:pt x="2328" y="1456"/>
                    <a:pt x="2330" y="1474"/>
                    <a:pt x="2331" y="1474"/>
                  </a:cubicBezTo>
                  <a:cubicBezTo>
                    <a:pt x="2332" y="1474"/>
                    <a:pt x="2332" y="1456"/>
                    <a:pt x="2328" y="1420"/>
                  </a:cubicBezTo>
                  <a:close/>
                  <a:moveTo>
                    <a:pt x="2239" y="1420"/>
                  </a:moveTo>
                  <a:cubicBezTo>
                    <a:pt x="2255" y="1485"/>
                    <a:pt x="2255" y="1485"/>
                    <a:pt x="2263" y="1485"/>
                  </a:cubicBezTo>
                  <a:lnTo>
                    <a:pt x="2247" y="1420"/>
                  </a:lnTo>
                  <a:close/>
                  <a:moveTo>
                    <a:pt x="2263" y="1420"/>
                  </a:moveTo>
                  <a:cubicBezTo>
                    <a:pt x="2271" y="1485"/>
                    <a:pt x="2271" y="1485"/>
                    <a:pt x="2279" y="1485"/>
                  </a:cubicBezTo>
                  <a:cubicBezTo>
                    <a:pt x="2279" y="1460"/>
                    <a:pt x="2271" y="1444"/>
                    <a:pt x="2263" y="1420"/>
                  </a:cubicBezTo>
                  <a:close/>
                  <a:moveTo>
                    <a:pt x="1736" y="1420"/>
                  </a:moveTo>
                  <a:lnTo>
                    <a:pt x="1793" y="1460"/>
                  </a:lnTo>
                  <a:cubicBezTo>
                    <a:pt x="1849" y="1493"/>
                    <a:pt x="1841" y="1501"/>
                    <a:pt x="1841" y="1501"/>
                  </a:cubicBezTo>
                  <a:lnTo>
                    <a:pt x="1785" y="1468"/>
                  </a:lnTo>
                  <a:lnTo>
                    <a:pt x="1736" y="1420"/>
                  </a:lnTo>
                  <a:close/>
                  <a:moveTo>
                    <a:pt x="1468" y="1517"/>
                  </a:moveTo>
                  <a:lnTo>
                    <a:pt x="1590" y="1574"/>
                  </a:lnTo>
                  <a:cubicBezTo>
                    <a:pt x="1541" y="1566"/>
                    <a:pt x="1501" y="1549"/>
                    <a:pt x="1468" y="1525"/>
                  </a:cubicBezTo>
                  <a:lnTo>
                    <a:pt x="1468" y="1517"/>
                  </a:lnTo>
                  <a:close/>
                  <a:moveTo>
                    <a:pt x="2944" y="1509"/>
                  </a:moveTo>
                  <a:cubicBezTo>
                    <a:pt x="2895" y="1549"/>
                    <a:pt x="2839" y="1582"/>
                    <a:pt x="2774" y="1606"/>
                  </a:cubicBezTo>
                  <a:cubicBezTo>
                    <a:pt x="2774" y="1598"/>
                    <a:pt x="2774" y="1598"/>
                    <a:pt x="2830" y="1566"/>
                  </a:cubicBezTo>
                  <a:cubicBezTo>
                    <a:pt x="2863" y="1541"/>
                    <a:pt x="2903" y="1525"/>
                    <a:pt x="2944" y="1509"/>
                  </a:cubicBezTo>
                  <a:close/>
                  <a:moveTo>
                    <a:pt x="1663" y="1549"/>
                  </a:moveTo>
                  <a:cubicBezTo>
                    <a:pt x="1728" y="1574"/>
                    <a:pt x="1785" y="1598"/>
                    <a:pt x="1841" y="1630"/>
                  </a:cubicBezTo>
                  <a:cubicBezTo>
                    <a:pt x="1866" y="1644"/>
                    <a:pt x="1880" y="1652"/>
                    <a:pt x="1879" y="1652"/>
                  </a:cubicBezTo>
                  <a:cubicBezTo>
                    <a:pt x="1877" y="1652"/>
                    <a:pt x="1849" y="1638"/>
                    <a:pt x="1785" y="1606"/>
                  </a:cubicBezTo>
                  <a:lnTo>
                    <a:pt x="1663" y="1549"/>
                  </a:lnTo>
                  <a:close/>
                  <a:moveTo>
                    <a:pt x="1278" y="1625"/>
                  </a:moveTo>
                  <a:cubicBezTo>
                    <a:pt x="1282" y="1625"/>
                    <a:pt x="1291" y="1627"/>
                    <a:pt x="1306" y="1630"/>
                  </a:cubicBezTo>
                  <a:cubicBezTo>
                    <a:pt x="1306" y="1629"/>
                    <a:pt x="1307" y="1629"/>
                    <a:pt x="1309" y="1629"/>
                  </a:cubicBezTo>
                  <a:cubicBezTo>
                    <a:pt x="1321" y="1629"/>
                    <a:pt x="1363" y="1648"/>
                    <a:pt x="1363" y="1655"/>
                  </a:cubicBezTo>
                  <a:lnTo>
                    <a:pt x="1298" y="1647"/>
                  </a:lnTo>
                  <a:cubicBezTo>
                    <a:pt x="1298" y="1641"/>
                    <a:pt x="1265" y="1625"/>
                    <a:pt x="1278" y="1625"/>
                  </a:cubicBezTo>
                  <a:close/>
                  <a:moveTo>
                    <a:pt x="3195" y="1620"/>
                  </a:moveTo>
                  <a:cubicBezTo>
                    <a:pt x="3203" y="1620"/>
                    <a:pt x="3203" y="1622"/>
                    <a:pt x="3171" y="1630"/>
                  </a:cubicBezTo>
                  <a:lnTo>
                    <a:pt x="3106" y="1647"/>
                  </a:lnTo>
                  <a:cubicBezTo>
                    <a:pt x="3072" y="1652"/>
                    <a:pt x="3034" y="1660"/>
                    <a:pt x="3023" y="1660"/>
                  </a:cubicBezTo>
                  <a:cubicBezTo>
                    <a:pt x="3015" y="1660"/>
                    <a:pt x="3019" y="1656"/>
                    <a:pt x="3041" y="1647"/>
                  </a:cubicBezTo>
                  <a:cubicBezTo>
                    <a:pt x="3041" y="1647"/>
                    <a:pt x="3106" y="1630"/>
                    <a:pt x="3171" y="1622"/>
                  </a:cubicBezTo>
                  <a:cubicBezTo>
                    <a:pt x="3171" y="1622"/>
                    <a:pt x="3187" y="1620"/>
                    <a:pt x="3195" y="1620"/>
                  </a:cubicBezTo>
                  <a:close/>
                  <a:moveTo>
                    <a:pt x="2518" y="1718"/>
                  </a:moveTo>
                  <a:cubicBezTo>
                    <a:pt x="2510" y="1725"/>
                    <a:pt x="2506" y="1729"/>
                    <a:pt x="2506" y="1729"/>
                  </a:cubicBezTo>
                  <a:cubicBezTo>
                    <a:pt x="2506" y="1729"/>
                    <a:pt x="2510" y="1726"/>
                    <a:pt x="2518" y="1718"/>
                  </a:cubicBezTo>
                  <a:close/>
                  <a:moveTo>
                    <a:pt x="1606" y="1736"/>
                  </a:moveTo>
                  <a:cubicBezTo>
                    <a:pt x="1655" y="1744"/>
                    <a:pt x="1695" y="1752"/>
                    <a:pt x="1736" y="1760"/>
                  </a:cubicBezTo>
                  <a:cubicBezTo>
                    <a:pt x="1765" y="1767"/>
                    <a:pt x="1768" y="1772"/>
                    <a:pt x="1751" y="1772"/>
                  </a:cubicBezTo>
                  <a:cubicBezTo>
                    <a:pt x="1729" y="1772"/>
                    <a:pt x="1678" y="1765"/>
                    <a:pt x="1606" y="1752"/>
                  </a:cubicBezTo>
                  <a:lnTo>
                    <a:pt x="1606" y="1736"/>
                  </a:lnTo>
                  <a:close/>
                  <a:moveTo>
                    <a:pt x="1728" y="1801"/>
                  </a:moveTo>
                  <a:lnTo>
                    <a:pt x="1728" y="1809"/>
                  </a:lnTo>
                  <a:lnTo>
                    <a:pt x="1663" y="1809"/>
                  </a:lnTo>
                  <a:lnTo>
                    <a:pt x="1663" y="1801"/>
                  </a:lnTo>
                  <a:close/>
                  <a:moveTo>
                    <a:pt x="1914" y="1849"/>
                  </a:moveTo>
                  <a:lnTo>
                    <a:pt x="1785" y="1858"/>
                  </a:lnTo>
                  <a:lnTo>
                    <a:pt x="1914" y="1858"/>
                  </a:lnTo>
                  <a:lnTo>
                    <a:pt x="1914" y="1849"/>
                  </a:lnTo>
                  <a:close/>
                  <a:moveTo>
                    <a:pt x="3106" y="1866"/>
                  </a:moveTo>
                  <a:cubicBezTo>
                    <a:pt x="3106" y="1866"/>
                    <a:pt x="3171" y="1866"/>
                    <a:pt x="3171" y="1874"/>
                  </a:cubicBezTo>
                  <a:cubicBezTo>
                    <a:pt x="3171" y="1874"/>
                    <a:pt x="3142" y="1877"/>
                    <a:pt x="3104" y="1877"/>
                  </a:cubicBezTo>
                  <a:cubicBezTo>
                    <a:pt x="3084" y="1877"/>
                    <a:pt x="3063" y="1876"/>
                    <a:pt x="3041" y="1874"/>
                  </a:cubicBezTo>
                  <a:cubicBezTo>
                    <a:pt x="3066" y="1866"/>
                    <a:pt x="3082" y="1866"/>
                    <a:pt x="3106" y="1866"/>
                  </a:cubicBezTo>
                  <a:close/>
                  <a:moveTo>
                    <a:pt x="2201" y="1890"/>
                  </a:moveTo>
                  <a:cubicBezTo>
                    <a:pt x="2199" y="1890"/>
                    <a:pt x="2177" y="1897"/>
                    <a:pt x="2126" y="1914"/>
                  </a:cubicBezTo>
                  <a:lnTo>
                    <a:pt x="2126" y="1914"/>
                  </a:lnTo>
                  <a:cubicBezTo>
                    <a:pt x="2137" y="1911"/>
                    <a:pt x="2147" y="1908"/>
                    <a:pt x="2157" y="1906"/>
                  </a:cubicBezTo>
                  <a:cubicBezTo>
                    <a:pt x="2186" y="1896"/>
                    <a:pt x="2202" y="1890"/>
                    <a:pt x="2201" y="1890"/>
                  </a:cubicBezTo>
                  <a:close/>
                  <a:moveTo>
                    <a:pt x="1468" y="1890"/>
                  </a:moveTo>
                  <a:cubicBezTo>
                    <a:pt x="1533" y="1890"/>
                    <a:pt x="1533" y="1898"/>
                    <a:pt x="1533" y="1898"/>
                  </a:cubicBezTo>
                  <a:cubicBezTo>
                    <a:pt x="1533" y="1906"/>
                    <a:pt x="1533" y="1906"/>
                    <a:pt x="1468" y="1914"/>
                  </a:cubicBezTo>
                  <a:lnTo>
                    <a:pt x="1403" y="1914"/>
                  </a:lnTo>
                  <a:cubicBezTo>
                    <a:pt x="1403" y="1906"/>
                    <a:pt x="1468" y="1890"/>
                    <a:pt x="1468" y="1890"/>
                  </a:cubicBezTo>
                  <a:close/>
                  <a:moveTo>
                    <a:pt x="2126" y="1914"/>
                  </a:moveTo>
                  <a:lnTo>
                    <a:pt x="2126" y="1914"/>
                  </a:lnTo>
                  <a:cubicBezTo>
                    <a:pt x="2116" y="1917"/>
                    <a:pt x="2106" y="1920"/>
                    <a:pt x="2096" y="1924"/>
                  </a:cubicBezTo>
                  <a:lnTo>
                    <a:pt x="2096" y="1924"/>
                  </a:lnTo>
                  <a:cubicBezTo>
                    <a:pt x="2097" y="1923"/>
                    <a:pt x="2099" y="1923"/>
                    <a:pt x="2101" y="1922"/>
                  </a:cubicBezTo>
                  <a:cubicBezTo>
                    <a:pt x="2110" y="1919"/>
                    <a:pt x="2118" y="1916"/>
                    <a:pt x="2126" y="1914"/>
                  </a:cubicBezTo>
                  <a:close/>
                  <a:moveTo>
                    <a:pt x="3170" y="1932"/>
                  </a:moveTo>
                  <a:cubicBezTo>
                    <a:pt x="3177" y="1932"/>
                    <a:pt x="3191" y="1935"/>
                    <a:pt x="3220" y="1939"/>
                  </a:cubicBezTo>
                  <a:lnTo>
                    <a:pt x="3220" y="1947"/>
                  </a:lnTo>
                  <a:lnTo>
                    <a:pt x="3155" y="1947"/>
                  </a:lnTo>
                  <a:lnTo>
                    <a:pt x="3163" y="1939"/>
                  </a:lnTo>
                  <a:cubicBezTo>
                    <a:pt x="3163" y="1935"/>
                    <a:pt x="3163" y="1932"/>
                    <a:pt x="3170" y="1932"/>
                  </a:cubicBezTo>
                  <a:close/>
                  <a:moveTo>
                    <a:pt x="3257" y="1962"/>
                  </a:moveTo>
                  <a:cubicBezTo>
                    <a:pt x="3253" y="1962"/>
                    <a:pt x="3257" y="1964"/>
                    <a:pt x="3284" y="1971"/>
                  </a:cubicBezTo>
                  <a:cubicBezTo>
                    <a:pt x="3284" y="1966"/>
                    <a:pt x="3263" y="1962"/>
                    <a:pt x="3257" y="1962"/>
                  </a:cubicBezTo>
                  <a:close/>
                  <a:moveTo>
                    <a:pt x="2693" y="1955"/>
                  </a:moveTo>
                  <a:cubicBezTo>
                    <a:pt x="2733" y="1963"/>
                    <a:pt x="2774" y="1971"/>
                    <a:pt x="2814" y="1995"/>
                  </a:cubicBezTo>
                  <a:lnTo>
                    <a:pt x="2749" y="1979"/>
                  </a:lnTo>
                  <a:lnTo>
                    <a:pt x="2693" y="1955"/>
                  </a:lnTo>
                  <a:close/>
                  <a:moveTo>
                    <a:pt x="3151" y="1990"/>
                  </a:moveTo>
                  <a:cubicBezTo>
                    <a:pt x="3158" y="1990"/>
                    <a:pt x="3174" y="1994"/>
                    <a:pt x="3212" y="2003"/>
                  </a:cubicBezTo>
                  <a:lnTo>
                    <a:pt x="3212" y="2012"/>
                  </a:ln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2"/>
                    <a:pt x="3147" y="1990"/>
                    <a:pt x="3151" y="1990"/>
                  </a:cubicBezTo>
                  <a:close/>
                  <a:moveTo>
                    <a:pt x="2385" y="2012"/>
                  </a:moveTo>
                  <a:lnTo>
                    <a:pt x="2391" y="2036"/>
                  </a:lnTo>
                  <a:lnTo>
                    <a:pt x="2391" y="2036"/>
                  </a:lnTo>
                  <a:cubicBezTo>
                    <a:pt x="2389" y="2028"/>
                    <a:pt x="2387" y="2020"/>
                    <a:pt x="2385" y="2012"/>
                  </a:cubicBezTo>
                  <a:close/>
                  <a:moveTo>
                    <a:pt x="1527" y="2007"/>
                  </a:moveTo>
                  <a:cubicBezTo>
                    <a:pt x="1535" y="2007"/>
                    <a:pt x="1537" y="2012"/>
                    <a:pt x="1541" y="2020"/>
                  </a:cubicBezTo>
                  <a:cubicBezTo>
                    <a:pt x="1541" y="2020"/>
                    <a:pt x="1476" y="2036"/>
                    <a:pt x="1476" y="2036"/>
                  </a:cubicBezTo>
                  <a:cubicBezTo>
                    <a:pt x="1461" y="2040"/>
                    <a:pt x="1453" y="2041"/>
                    <a:pt x="1449" y="2041"/>
                  </a:cubicBezTo>
                  <a:cubicBezTo>
                    <a:pt x="1439" y="2041"/>
                    <a:pt x="1476" y="2026"/>
                    <a:pt x="1476" y="2020"/>
                  </a:cubicBezTo>
                  <a:cubicBezTo>
                    <a:pt x="1505" y="2012"/>
                    <a:pt x="1519" y="2007"/>
                    <a:pt x="1527" y="2007"/>
                  </a:cubicBezTo>
                  <a:close/>
                  <a:moveTo>
                    <a:pt x="2742" y="2007"/>
                  </a:moveTo>
                  <a:cubicBezTo>
                    <a:pt x="2749" y="2007"/>
                    <a:pt x="2762" y="2012"/>
                    <a:pt x="2798" y="2028"/>
                  </a:cubicBezTo>
                  <a:cubicBezTo>
                    <a:pt x="2814" y="2036"/>
                    <a:pt x="2839" y="2044"/>
                    <a:pt x="2855" y="2052"/>
                  </a:cubicBezTo>
                  <a:lnTo>
                    <a:pt x="2790" y="2036"/>
                  </a:lnTo>
                  <a:cubicBezTo>
                    <a:pt x="2733" y="2012"/>
                    <a:pt x="2733" y="2012"/>
                    <a:pt x="2733" y="2012"/>
                  </a:cubicBezTo>
                  <a:cubicBezTo>
                    <a:pt x="2736" y="2009"/>
                    <a:pt x="2738" y="2007"/>
                    <a:pt x="2742" y="2007"/>
                  </a:cubicBezTo>
                  <a:close/>
                  <a:moveTo>
                    <a:pt x="3086" y="2025"/>
                  </a:moveTo>
                  <a:cubicBezTo>
                    <a:pt x="3089" y="2025"/>
                    <a:pt x="3105" y="2029"/>
                    <a:pt x="3130" y="2036"/>
                  </a:cubicBezTo>
                  <a:cubicBezTo>
                    <a:pt x="3195" y="2044"/>
                    <a:pt x="3195" y="2044"/>
                    <a:pt x="3195" y="2052"/>
                  </a:cubicBezTo>
                  <a:cubicBezTo>
                    <a:pt x="3192" y="2059"/>
                    <a:pt x="3190" y="2063"/>
                    <a:pt x="3183" y="2063"/>
                  </a:cubicBezTo>
                  <a:cubicBezTo>
                    <a:pt x="3176" y="2063"/>
                    <a:pt x="3162" y="2057"/>
                    <a:pt x="3130" y="2044"/>
                  </a:cubicBezTo>
                  <a:cubicBezTo>
                    <a:pt x="3095" y="2031"/>
                    <a:pt x="3081" y="2025"/>
                    <a:pt x="3086" y="2025"/>
                  </a:cubicBezTo>
                  <a:close/>
                  <a:moveTo>
                    <a:pt x="1716" y="2063"/>
                  </a:moveTo>
                  <a:cubicBezTo>
                    <a:pt x="1721" y="2063"/>
                    <a:pt x="1695" y="2078"/>
                    <a:pt x="1622" y="2109"/>
                  </a:cubicBezTo>
                  <a:cubicBezTo>
                    <a:pt x="1558" y="2125"/>
                    <a:pt x="1558" y="2125"/>
                    <a:pt x="1558" y="2125"/>
                  </a:cubicBezTo>
                  <a:cubicBezTo>
                    <a:pt x="1558" y="2125"/>
                    <a:pt x="1614" y="2093"/>
                    <a:pt x="1679" y="2076"/>
                  </a:cubicBezTo>
                  <a:cubicBezTo>
                    <a:pt x="1700" y="2068"/>
                    <a:pt x="1713" y="2063"/>
                    <a:pt x="1716" y="2063"/>
                  </a:cubicBezTo>
                  <a:close/>
                  <a:moveTo>
                    <a:pt x="2587" y="2085"/>
                  </a:moveTo>
                  <a:lnTo>
                    <a:pt x="2587" y="2085"/>
                  </a:lnTo>
                  <a:cubicBezTo>
                    <a:pt x="2611" y="2108"/>
                    <a:pt x="2632" y="2127"/>
                    <a:pt x="2650" y="2142"/>
                  </a:cubicBezTo>
                  <a:lnTo>
                    <a:pt x="2650" y="2142"/>
                  </a:lnTo>
                  <a:cubicBezTo>
                    <a:pt x="2631" y="2121"/>
                    <a:pt x="2609" y="2101"/>
                    <a:pt x="2587" y="2085"/>
                  </a:cubicBezTo>
                  <a:close/>
                  <a:moveTo>
                    <a:pt x="1687" y="2117"/>
                  </a:moveTo>
                  <a:lnTo>
                    <a:pt x="1687" y="2125"/>
                  </a:lnTo>
                  <a:cubicBezTo>
                    <a:pt x="1655" y="2141"/>
                    <a:pt x="1614" y="2157"/>
                    <a:pt x="1566" y="2166"/>
                  </a:cubicBezTo>
                  <a:lnTo>
                    <a:pt x="1622" y="2133"/>
                  </a:lnTo>
                  <a:lnTo>
                    <a:pt x="1687" y="2117"/>
                  </a:lnTo>
                  <a:close/>
                  <a:moveTo>
                    <a:pt x="204" y="2182"/>
                  </a:moveTo>
                  <a:cubicBezTo>
                    <a:pt x="163" y="2182"/>
                    <a:pt x="114" y="2182"/>
                    <a:pt x="74" y="2190"/>
                  </a:cubicBezTo>
                  <a:cubicBezTo>
                    <a:pt x="1" y="2198"/>
                    <a:pt x="1" y="2214"/>
                    <a:pt x="139" y="2214"/>
                  </a:cubicBezTo>
                  <a:cubicBezTo>
                    <a:pt x="212" y="2198"/>
                    <a:pt x="212" y="2198"/>
                    <a:pt x="204" y="2182"/>
                  </a:cubicBezTo>
                  <a:close/>
                  <a:moveTo>
                    <a:pt x="2514" y="2190"/>
                  </a:moveTo>
                  <a:cubicBezTo>
                    <a:pt x="2547" y="2247"/>
                    <a:pt x="2561" y="2275"/>
                    <a:pt x="2560" y="2275"/>
                  </a:cubicBezTo>
                  <a:cubicBezTo>
                    <a:pt x="2559" y="2275"/>
                    <a:pt x="2543" y="2247"/>
                    <a:pt x="2514" y="2190"/>
                  </a:cubicBezTo>
                  <a:close/>
                  <a:moveTo>
                    <a:pt x="1963" y="1071"/>
                  </a:moveTo>
                  <a:lnTo>
                    <a:pt x="2028" y="1193"/>
                  </a:lnTo>
                  <a:cubicBezTo>
                    <a:pt x="2052" y="1258"/>
                    <a:pt x="2085" y="1314"/>
                    <a:pt x="2117" y="1379"/>
                  </a:cubicBezTo>
                  <a:cubicBezTo>
                    <a:pt x="2157" y="1453"/>
                    <a:pt x="2184" y="1504"/>
                    <a:pt x="2187" y="1504"/>
                  </a:cubicBezTo>
                  <a:cubicBezTo>
                    <a:pt x="2188" y="1504"/>
                    <a:pt x="2180" y="1483"/>
                    <a:pt x="2157" y="1436"/>
                  </a:cubicBezTo>
                  <a:lnTo>
                    <a:pt x="2157" y="1436"/>
                  </a:lnTo>
                  <a:cubicBezTo>
                    <a:pt x="2157" y="1436"/>
                    <a:pt x="2158" y="1437"/>
                    <a:pt x="2190" y="1493"/>
                  </a:cubicBezTo>
                  <a:cubicBezTo>
                    <a:pt x="2200" y="1520"/>
                    <a:pt x="2207" y="1535"/>
                    <a:pt x="2208" y="1535"/>
                  </a:cubicBezTo>
                  <a:cubicBezTo>
                    <a:pt x="2210" y="1535"/>
                    <a:pt x="2199" y="1504"/>
                    <a:pt x="2166" y="1428"/>
                  </a:cubicBezTo>
                  <a:cubicBezTo>
                    <a:pt x="2141" y="1367"/>
                    <a:pt x="2131" y="1337"/>
                    <a:pt x="2134" y="1337"/>
                  </a:cubicBezTo>
                  <a:lnTo>
                    <a:pt x="2134" y="1337"/>
                  </a:lnTo>
                  <a:cubicBezTo>
                    <a:pt x="2137" y="1337"/>
                    <a:pt x="2153" y="1367"/>
                    <a:pt x="2182" y="1428"/>
                  </a:cubicBezTo>
                  <a:cubicBezTo>
                    <a:pt x="2215" y="1504"/>
                    <a:pt x="2232" y="1535"/>
                    <a:pt x="2235" y="1535"/>
                  </a:cubicBezTo>
                  <a:cubicBezTo>
                    <a:pt x="2237" y="1535"/>
                    <a:pt x="2232" y="1520"/>
                    <a:pt x="2222" y="1493"/>
                  </a:cubicBezTo>
                  <a:cubicBezTo>
                    <a:pt x="2194" y="1417"/>
                    <a:pt x="2188" y="1385"/>
                    <a:pt x="2192" y="1385"/>
                  </a:cubicBezTo>
                  <a:lnTo>
                    <a:pt x="2192" y="1385"/>
                  </a:lnTo>
                  <a:cubicBezTo>
                    <a:pt x="2195" y="1385"/>
                    <a:pt x="2204" y="1401"/>
                    <a:pt x="2214" y="1428"/>
                  </a:cubicBezTo>
                  <a:cubicBezTo>
                    <a:pt x="2226" y="1460"/>
                    <a:pt x="2232" y="1476"/>
                    <a:pt x="2234" y="1476"/>
                  </a:cubicBezTo>
                  <a:cubicBezTo>
                    <a:pt x="2235" y="1476"/>
                    <a:pt x="2230" y="1460"/>
                    <a:pt x="2222" y="1428"/>
                  </a:cubicBezTo>
                  <a:lnTo>
                    <a:pt x="2222" y="1428"/>
                  </a:lnTo>
                  <a:cubicBezTo>
                    <a:pt x="2234" y="1474"/>
                    <a:pt x="2249" y="1520"/>
                    <a:pt x="2252" y="1520"/>
                  </a:cubicBezTo>
                  <a:cubicBezTo>
                    <a:pt x="2253" y="1520"/>
                    <a:pt x="2251" y="1512"/>
                    <a:pt x="2247" y="1493"/>
                  </a:cubicBezTo>
                  <a:cubicBezTo>
                    <a:pt x="2247" y="1493"/>
                    <a:pt x="2247" y="1493"/>
                    <a:pt x="2230" y="1428"/>
                  </a:cubicBezTo>
                  <a:cubicBezTo>
                    <a:pt x="2230" y="1428"/>
                    <a:pt x="2214" y="1355"/>
                    <a:pt x="2198" y="1290"/>
                  </a:cubicBezTo>
                  <a:cubicBezTo>
                    <a:pt x="2182" y="1249"/>
                    <a:pt x="2166" y="1209"/>
                    <a:pt x="2157" y="1160"/>
                  </a:cubicBezTo>
                  <a:cubicBezTo>
                    <a:pt x="2151" y="1143"/>
                    <a:pt x="2150" y="1135"/>
                    <a:pt x="2152" y="1135"/>
                  </a:cubicBezTo>
                  <a:lnTo>
                    <a:pt x="2152" y="1135"/>
                  </a:lnTo>
                  <a:cubicBezTo>
                    <a:pt x="2158" y="1135"/>
                    <a:pt x="2194" y="1205"/>
                    <a:pt x="2230" y="1355"/>
                  </a:cubicBezTo>
                  <a:lnTo>
                    <a:pt x="2271" y="1485"/>
                  </a:lnTo>
                  <a:lnTo>
                    <a:pt x="2239" y="1355"/>
                  </a:lnTo>
                  <a:lnTo>
                    <a:pt x="2239" y="1355"/>
                  </a:lnTo>
                  <a:cubicBezTo>
                    <a:pt x="2239" y="1355"/>
                    <a:pt x="2247" y="1355"/>
                    <a:pt x="2263" y="1420"/>
                  </a:cubicBezTo>
                  <a:cubicBezTo>
                    <a:pt x="2249" y="1340"/>
                    <a:pt x="2243" y="1306"/>
                    <a:pt x="2244" y="1306"/>
                  </a:cubicBezTo>
                  <a:lnTo>
                    <a:pt x="2244" y="1306"/>
                  </a:lnTo>
                  <a:cubicBezTo>
                    <a:pt x="2244" y="1306"/>
                    <a:pt x="2248" y="1324"/>
                    <a:pt x="2255" y="1355"/>
                  </a:cubicBezTo>
                  <a:cubicBezTo>
                    <a:pt x="2271" y="1420"/>
                    <a:pt x="2279" y="1452"/>
                    <a:pt x="2281" y="1452"/>
                  </a:cubicBezTo>
                  <a:cubicBezTo>
                    <a:pt x="2283" y="1452"/>
                    <a:pt x="2279" y="1420"/>
                    <a:pt x="2271" y="1355"/>
                  </a:cubicBezTo>
                  <a:lnTo>
                    <a:pt x="2271" y="1355"/>
                  </a:lnTo>
                  <a:cubicBezTo>
                    <a:pt x="2279" y="1420"/>
                    <a:pt x="2295" y="1485"/>
                    <a:pt x="2295" y="1485"/>
                  </a:cubicBezTo>
                  <a:lnTo>
                    <a:pt x="2287" y="1420"/>
                  </a:lnTo>
                  <a:cubicBezTo>
                    <a:pt x="2278" y="1340"/>
                    <a:pt x="2274" y="1306"/>
                    <a:pt x="2275" y="1306"/>
                  </a:cubicBezTo>
                  <a:lnTo>
                    <a:pt x="2275" y="1306"/>
                  </a:lnTo>
                  <a:cubicBezTo>
                    <a:pt x="2276" y="1306"/>
                    <a:pt x="2280" y="1324"/>
                    <a:pt x="2287" y="1355"/>
                  </a:cubicBezTo>
                  <a:cubicBezTo>
                    <a:pt x="2291" y="1387"/>
                    <a:pt x="2293" y="1403"/>
                    <a:pt x="2294" y="1403"/>
                  </a:cubicBezTo>
                  <a:cubicBezTo>
                    <a:pt x="2295" y="1403"/>
                    <a:pt x="2295" y="1387"/>
                    <a:pt x="2295" y="1355"/>
                  </a:cubicBezTo>
                  <a:cubicBezTo>
                    <a:pt x="2303" y="1355"/>
                    <a:pt x="2312" y="1355"/>
                    <a:pt x="2312" y="1420"/>
                  </a:cubicBezTo>
                  <a:cubicBezTo>
                    <a:pt x="2320" y="1489"/>
                    <a:pt x="2322" y="1523"/>
                    <a:pt x="2322" y="1523"/>
                  </a:cubicBezTo>
                  <a:cubicBezTo>
                    <a:pt x="2322" y="1523"/>
                    <a:pt x="2320" y="1489"/>
                    <a:pt x="2320" y="1420"/>
                  </a:cubicBezTo>
                  <a:cubicBezTo>
                    <a:pt x="2316" y="1387"/>
                    <a:pt x="2314" y="1371"/>
                    <a:pt x="2315" y="1371"/>
                  </a:cubicBezTo>
                  <a:lnTo>
                    <a:pt x="2315" y="1371"/>
                  </a:lnTo>
                  <a:cubicBezTo>
                    <a:pt x="2316" y="1371"/>
                    <a:pt x="2320" y="1387"/>
                    <a:pt x="2328" y="1420"/>
                  </a:cubicBezTo>
                  <a:cubicBezTo>
                    <a:pt x="2336" y="1355"/>
                    <a:pt x="2328" y="1282"/>
                    <a:pt x="2320" y="1217"/>
                  </a:cubicBezTo>
                  <a:cubicBezTo>
                    <a:pt x="2312" y="1217"/>
                    <a:pt x="2312" y="1217"/>
                    <a:pt x="2312" y="1152"/>
                  </a:cubicBezTo>
                  <a:lnTo>
                    <a:pt x="2320" y="1152"/>
                  </a:lnTo>
                  <a:cubicBezTo>
                    <a:pt x="2328" y="1152"/>
                    <a:pt x="2328" y="1152"/>
                    <a:pt x="2344" y="1079"/>
                  </a:cubicBezTo>
                  <a:lnTo>
                    <a:pt x="2344" y="1128"/>
                  </a:lnTo>
                  <a:cubicBezTo>
                    <a:pt x="2344" y="1266"/>
                    <a:pt x="2344" y="1330"/>
                    <a:pt x="2352" y="1403"/>
                  </a:cubicBezTo>
                  <a:cubicBezTo>
                    <a:pt x="2362" y="1446"/>
                    <a:pt x="2365" y="1486"/>
                    <a:pt x="2369" y="1486"/>
                  </a:cubicBezTo>
                  <a:cubicBezTo>
                    <a:pt x="2371" y="1486"/>
                    <a:pt x="2373" y="1466"/>
                    <a:pt x="2376" y="1412"/>
                  </a:cubicBezTo>
                  <a:cubicBezTo>
                    <a:pt x="2376" y="1387"/>
                    <a:pt x="2385" y="1363"/>
                    <a:pt x="2385" y="1347"/>
                  </a:cubicBezTo>
                  <a:cubicBezTo>
                    <a:pt x="2393" y="1363"/>
                    <a:pt x="2393" y="1387"/>
                    <a:pt x="2385" y="1412"/>
                  </a:cubicBezTo>
                  <a:cubicBezTo>
                    <a:pt x="2385" y="1476"/>
                    <a:pt x="2393" y="1485"/>
                    <a:pt x="2401" y="1485"/>
                  </a:cubicBezTo>
                  <a:cubicBezTo>
                    <a:pt x="2417" y="1493"/>
                    <a:pt x="2425" y="1493"/>
                    <a:pt x="2417" y="1566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2" y="1587"/>
                    <a:pt x="2419" y="1576"/>
                    <a:pt x="2427" y="1576"/>
                  </a:cubicBezTo>
                  <a:cubicBezTo>
                    <a:pt x="2431" y="1576"/>
                    <a:pt x="2436" y="1579"/>
                    <a:pt x="2441" y="1582"/>
                  </a:cubicBezTo>
                  <a:cubicBezTo>
                    <a:pt x="2443" y="1584"/>
                    <a:pt x="2446" y="1586"/>
                    <a:pt x="2450" y="1586"/>
                  </a:cubicBezTo>
                  <a:cubicBezTo>
                    <a:pt x="2459" y="1586"/>
                    <a:pt x="2474" y="1574"/>
                    <a:pt x="2498" y="1533"/>
                  </a:cubicBezTo>
                  <a:lnTo>
                    <a:pt x="2498" y="1533"/>
                  </a:lnTo>
                  <a:cubicBezTo>
                    <a:pt x="2466" y="1598"/>
                    <a:pt x="2474" y="1598"/>
                    <a:pt x="2474" y="1606"/>
                  </a:cubicBezTo>
                  <a:cubicBezTo>
                    <a:pt x="2500" y="1554"/>
                    <a:pt x="2510" y="1549"/>
                    <a:pt x="2513" y="1549"/>
                  </a:cubicBezTo>
                  <a:cubicBezTo>
                    <a:pt x="2514" y="1549"/>
                    <a:pt x="2514" y="1549"/>
                    <a:pt x="2514" y="1549"/>
                  </a:cubicBezTo>
                  <a:cubicBezTo>
                    <a:pt x="2482" y="1606"/>
                    <a:pt x="2482" y="1606"/>
                    <a:pt x="2482" y="1614"/>
                  </a:cubicBezTo>
                  <a:cubicBezTo>
                    <a:pt x="2490" y="1614"/>
                    <a:pt x="2490" y="1614"/>
                    <a:pt x="2522" y="1558"/>
                  </a:cubicBezTo>
                  <a:lnTo>
                    <a:pt x="2522" y="1558"/>
                  </a:lnTo>
                  <a:cubicBezTo>
                    <a:pt x="2522" y="1558"/>
                    <a:pt x="2539" y="1574"/>
                    <a:pt x="2506" y="1630"/>
                  </a:cubicBezTo>
                  <a:cubicBezTo>
                    <a:pt x="2493" y="1648"/>
                    <a:pt x="2489" y="1656"/>
                    <a:pt x="2489" y="1656"/>
                  </a:cubicBezTo>
                  <a:cubicBezTo>
                    <a:pt x="2491" y="1656"/>
                    <a:pt x="2519" y="1621"/>
                    <a:pt x="2547" y="1582"/>
                  </a:cubicBezTo>
                  <a:cubicBezTo>
                    <a:pt x="2571" y="1549"/>
                    <a:pt x="2603" y="1509"/>
                    <a:pt x="2636" y="1485"/>
                  </a:cubicBezTo>
                  <a:lnTo>
                    <a:pt x="2636" y="1485"/>
                  </a:lnTo>
                  <a:lnTo>
                    <a:pt x="2547" y="1590"/>
                  </a:lnTo>
                  <a:cubicBezTo>
                    <a:pt x="2506" y="1639"/>
                    <a:pt x="2506" y="1639"/>
                    <a:pt x="2506" y="1647"/>
                  </a:cubicBezTo>
                  <a:lnTo>
                    <a:pt x="2514" y="1647"/>
                  </a:lnTo>
                  <a:cubicBezTo>
                    <a:pt x="2539" y="1616"/>
                    <a:pt x="2552" y="1608"/>
                    <a:pt x="2560" y="1608"/>
                  </a:cubicBezTo>
                  <a:cubicBezTo>
                    <a:pt x="2565" y="1608"/>
                    <a:pt x="2568" y="1611"/>
                    <a:pt x="2571" y="1614"/>
                  </a:cubicBezTo>
                  <a:cubicBezTo>
                    <a:pt x="2575" y="1626"/>
                    <a:pt x="2577" y="1634"/>
                    <a:pt x="2584" y="1634"/>
                  </a:cubicBezTo>
                  <a:cubicBezTo>
                    <a:pt x="2592" y="1634"/>
                    <a:pt x="2606" y="1624"/>
                    <a:pt x="2636" y="1598"/>
                  </a:cubicBezTo>
                  <a:cubicBezTo>
                    <a:pt x="2659" y="1579"/>
                    <a:pt x="2671" y="1569"/>
                    <a:pt x="2672" y="1569"/>
                  </a:cubicBezTo>
                  <a:lnTo>
                    <a:pt x="2672" y="1569"/>
                  </a:lnTo>
                  <a:cubicBezTo>
                    <a:pt x="2673" y="1569"/>
                    <a:pt x="2661" y="1581"/>
                    <a:pt x="2636" y="1606"/>
                  </a:cubicBezTo>
                  <a:cubicBezTo>
                    <a:pt x="2573" y="1669"/>
                    <a:pt x="2536" y="1703"/>
                    <a:pt x="2518" y="1718"/>
                  </a:cubicBezTo>
                  <a:lnTo>
                    <a:pt x="2518" y="1718"/>
                  </a:lnTo>
                  <a:cubicBezTo>
                    <a:pt x="2524" y="1714"/>
                    <a:pt x="2530" y="1709"/>
                    <a:pt x="2539" y="1703"/>
                  </a:cubicBezTo>
                  <a:cubicBezTo>
                    <a:pt x="2539" y="1703"/>
                    <a:pt x="2595" y="1663"/>
                    <a:pt x="2644" y="1622"/>
                  </a:cubicBezTo>
                  <a:cubicBezTo>
                    <a:pt x="2694" y="1584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6" y="1565"/>
                    <a:pt x="2699" y="1588"/>
                    <a:pt x="2644" y="1630"/>
                  </a:cubicBezTo>
                  <a:cubicBezTo>
                    <a:pt x="2593" y="1670"/>
                    <a:pt x="2582" y="1686"/>
                    <a:pt x="2597" y="1686"/>
                  </a:cubicBezTo>
                  <a:cubicBezTo>
                    <a:pt x="2613" y="1686"/>
                    <a:pt x="2659" y="1668"/>
                    <a:pt x="2717" y="1639"/>
                  </a:cubicBezTo>
                  <a:lnTo>
                    <a:pt x="2717" y="1639"/>
                  </a:lnTo>
                  <a:lnTo>
                    <a:pt x="2660" y="1671"/>
                  </a:lnTo>
                  <a:cubicBezTo>
                    <a:pt x="2603" y="1703"/>
                    <a:pt x="2603" y="1703"/>
                    <a:pt x="2603" y="1720"/>
                  </a:cubicBezTo>
                  <a:cubicBezTo>
                    <a:pt x="2645" y="1700"/>
                    <a:pt x="2666" y="1693"/>
                    <a:pt x="2673" y="1693"/>
                  </a:cubicBezTo>
                  <a:cubicBezTo>
                    <a:pt x="2686" y="1693"/>
                    <a:pt x="2649" y="1720"/>
                    <a:pt x="2612" y="1736"/>
                  </a:cubicBezTo>
                  <a:cubicBezTo>
                    <a:pt x="2547" y="1760"/>
                    <a:pt x="2547" y="1760"/>
                    <a:pt x="2547" y="1768"/>
                  </a:cubicBezTo>
                  <a:cubicBezTo>
                    <a:pt x="2588" y="1754"/>
                    <a:pt x="2609" y="1749"/>
                    <a:pt x="2616" y="1749"/>
                  </a:cubicBezTo>
                  <a:cubicBezTo>
                    <a:pt x="2628" y="1749"/>
                    <a:pt x="2589" y="1769"/>
                    <a:pt x="2547" y="1785"/>
                  </a:cubicBezTo>
                  <a:cubicBezTo>
                    <a:pt x="2579" y="1776"/>
                    <a:pt x="2595" y="1774"/>
                    <a:pt x="2603" y="1774"/>
                  </a:cubicBezTo>
                  <a:cubicBezTo>
                    <a:pt x="2612" y="1774"/>
                    <a:pt x="2612" y="1776"/>
                    <a:pt x="2612" y="1776"/>
                  </a:cubicBezTo>
                  <a:cubicBezTo>
                    <a:pt x="2612" y="1776"/>
                    <a:pt x="2612" y="1778"/>
                    <a:pt x="2616" y="1778"/>
                  </a:cubicBezTo>
                  <a:cubicBezTo>
                    <a:pt x="2622" y="1778"/>
                    <a:pt x="2637" y="1775"/>
                    <a:pt x="2676" y="1760"/>
                  </a:cubicBezTo>
                  <a:cubicBezTo>
                    <a:pt x="2717" y="1752"/>
                    <a:pt x="2757" y="1736"/>
                    <a:pt x="2798" y="1736"/>
                  </a:cubicBezTo>
                  <a:lnTo>
                    <a:pt x="2733" y="1752"/>
                  </a:lnTo>
                  <a:cubicBezTo>
                    <a:pt x="2676" y="1768"/>
                    <a:pt x="2676" y="1776"/>
                    <a:pt x="2676" y="1785"/>
                  </a:cubicBezTo>
                  <a:cubicBezTo>
                    <a:pt x="2668" y="1793"/>
                    <a:pt x="2668" y="1801"/>
                    <a:pt x="2603" y="1809"/>
                  </a:cubicBezTo>
                  <a:lnTo>
                    <a:pt x="2668" y="1809"/>
                  </a:lnTo>
                  <a:cubicBezTo>
                    <a:pt x="2603" y="1825"/>
                    <a:pt x="2603" y="1825"/>
                    <a:pt x="2668" y="1825"/>
                  </a:cubicBezTo>
                  <a:lnTo>
                    <a:pt x="2668" y="1833"/>
                  </a:lnTo>
                  <a:cubicBezTo>
                    <a:pt x="2539" y="1841"/>
                    <a:pt x="2539" y="1841"/>
                    <a:pt x="2668" y="1841"/>
                  </a:cubicBezTo>
                  <a:cubicBezTo>
                    <a:pt x="2603" y="1849"/>
                    <a:pt x="2603" y="1849"/>
                    <a:pt x="2603" y="1849"/>
                  </a:cubicBezTo>
                  <a:cubicBezTo>
                    <a:pt x="2644" y="1855"/>
                    <a:pt x="2655" y="1861"/>
                    <a:pt x="2636" y="1861"/>
                  </a:cubicBezTo>
                  <a:cubicBezTo>
                    <a:pt x="2628" y="1861"/>
                    <a:pt x="2614" y="1860"/>
                    <a:pt x="2595" y="1858"/>
                  </a:cubicBezTo>
                  <a:lnTo>
                    <a:pt x="2595" y="1866"/>
                  </a:lnTo>
                  <a:cubicBezTo>
                    <a:pt x="2660" y="1866"/>
                    <a:pt x="2660" y="1874"/>
                    <a:pt x="2660" y="1874"/>
                  </a:cubicBezTo>
                  <a:cubicBezTo>
                    <a:pt x="2652" y="1874"/>
                    <a:pt x="2652" y="1874"/>
                    <a:pt x="2717" y="1890"/>
                  </a:cubicBezTo>
                  <a:cubicBezTo>
                    <a:pt x="2782" y="1898"/>
                    <a:pt x="2782" y="1898"/>
                    <a:pt x="2782" y="1898"/>
                  </a:cubicBezTo>
                  <a:cubicBezTo>
                    <a:pt x="2733" y="1898"/>
                    <a:pt x="2693" y="1890"/>
                    <a:pt x="2652" y="1882"/>
                  </a:cubicBezTo>
                  <a:cubicBezTo>
                    <a:pt x="2631" y="1879"/>
                    <a:pt x="2617" y="1877"/>
                    <a:pt x="2614" y="1877"/>
                  </a:cubicBezTo>
                  <a:cubicBezTo>
                    <a:pt x="2608" y="1877"/>
                    <a:pt x="2635" y="1883"/>
                    <a:pt x="2717" y="1898"/>
                  </a:cubicBezTo>
                  <a:cubicBezTo>
                    <a:pt x="2782" y="1915"/>
                    <a:pt x="2812" y="1923"/>
                    <a:pt x="2808" y="1923"/>
                  </a:cubicBezTo>
                  <a:cubicBezTo>
                    <a:pt x="2804" y="1923"/>
                    <a:pt x="2773" y="1917"/>
                    <a:pt x="2717" y="1906"/>
                  </a:cubicBezTo>
                  <a:cubicBezTo>
                    <a:pt x="2677" y="1896"/>
                    <a:pt x="2637" y="1889"/>
                    <a:pt x="2627" y="1889"/>
                  </a:cubicBezTo>
                  <a:cubicBezTo>
                    <a:pt x="2621" y="1889"/>
                    <a:pt x="2627" y="1892"/>
                    <a:pt x="2652" y="1898"/>
                  </a:cubicBezTo>
                  <a:cubicBezTo>
                    <a:pt x="2652" y="1898"/>
                    <a:pt x="2652" y="1898"/>
                    <a:pt x="2709" y="1906"/>
                  </a:cubicBezTo>
                  <a:lnTo>
                    <a:pt x="2709" y="1914"/>
                  </a:lnTo>
                  <a:cubicBezTo>
                    <a:pt x="2687" y="1912"/>
                    <a:pt x="2673" y="1911"/>
                    <a:pt x="2663" y="1911"/>
                  </a:cubicBezTo>
                  <a:cubicBezTo>
                    <a:pt x="2643" y="1911"/>
                    <a:pt x="2641" y="1914"/>
                    <a:pt x="2636" y="1914"/>
                  </a:cubicBezTo>
                  <a:cubicBezTo>
                    <a:pt x="2612" y="1911"/>
                    <a:pt x="2597" y="1909"/>
                    <a:pt x="2594" y="1909"/>
                  </a:cubicBezTo>
                  <a:cubicBezTo>
                    <a:pt x="2588" y="1909"/>
                    <a:pt x="2618" y="1915"/>
                    <a:pt x="2701" y="1930"/>
                  </a:cubicBezTo>
                  <a:cubicBezTo>
                    <a:pt x="2732" y="1944"/>
                    <a:pt x="2746" y="1950"/>
                    <a:pt x="2741" y="1950"/>
                  </a:cubicBezTo>
                  <a:cubicBezTo>
                    <a:pt x="2738" y="1950"/>
                    <a:pt x="2722" y="1946"/>
                    <a:pt x="2693" y="1939"/>
                  </a:cubicBezTo>
                  <a:cubicBezTo>
                    <a:pt x="2632" y="1922"/>
                    <a:pt x="2601" y="1916"/>
                    <a:pt x="2593" y="1916"/>
                  </a:cubicBezTo>
                  <a:cubicBezTo>
                    <a:pt x="2585" y="1916"/>
                    <a:pt x="2599" y="1922"/>
                    <a:pt x="2628" y="1930"/>
                  </a:cubicBezTo>
                  <a:cubicBezTo>
                    <a:pt x="2693" y="1947"/>
                    <a:pt x="2693" y="1947"/>
                    <a:pt x="2693" y="1947"/>
                  </a:cubicBezTo>
                  <a:cubicBezTo>
                    <a:pt x="2678" y="1943"/>
                    <a:pt x="2666" y="1941"/>
                    <a:pt x="2657" y="1941"/>
                  </a:cubicBezTo>
                  <a:cubicBezTo>
                    <a:pt x="2627" y="1941"/>
                    <a:pt x="2624" y="1959"/>
                    <a:pt x="2612" y="1971"/>
                  </a:cubicBezTo>
                  <a:cubicBezTo>
                    <a:pt x="2612" y="1971"/>
                    <a:pt x="2668" y="1995"/>
                    <a:pt x="2725" y="2028"/>
                  </a:cubicBezTo>
                  <a:cubicBezTo>
                    <a:pt x="2638" y="1988"/>
                    <a:pt x="2593" y="1968"/>
                    <a:pt x="2590" y="1968"/>
                  </a:cubicBezTo>
                  <a:lnTo>
                    <a:pt x="2590" y="1968"/>
                  </a:lnTo>
                  <a:cubicBezTo>
                    <a:pt x="2587" y="1968"/>
                    <a:pt x="2630" y="1990"/>
                    <a:pt x="2717" y="2036"/>
                  </a:cubicBezTo>
                  <a:cubicBezTo>
                    <a:pt x="2691" y="2025"/>
                    <a:pt x="2676" y="2019"/>
                    <a:pt x="2675" y="2019"/>
                  </a:cubicBezTo>
                  <a:lnTo>
                    <a:pt x="2675" y="2019"/>
                  </a:lnTo>
                  <a:cubicBezTo>
                    <a:pt x="2672" y="2019"/>
                    <a:pt x="2687" y="2027"/>
                    <a:pt x="2717" y="2044"/>
                  </a:cubicBezTo>
                  <a:cubicBezTo>
                    <a:pt x="2747" y="2057"/>
                    <a:pt x="2759" y="2065"/>
                    <a:pt x="2755" y="2065"/>
                  </a:cubicBezTo>
                  <a:cubicBezTo>
                    <a:pt x="2751" y="2065"/>
                    <a:pt x="2735" y="2059"/>
                    <a:pt x="2709" y="2044"/>
                  </a:cubicBezTo>
                  <a:cubicBezTo>
                    <a:pt x="2669" y="2027"/>
                    <a:pt x="2629" y="2006"/>
                    <a:pt x="2629" y="2006"/>
                  </a:cubicBezTo>
                  <a:lnTo>
                    <a:pt x="2629" y="2006"/>
                  </a:lnTo>
                  <a:cubicBezTo>
                    <a:pt x="2628" y="2006"/>
                    <a:pt x="2635" y="2010"/>
                    <a:pt x="2652" y="2020"/>
                  </a:cubicBezTo>
                  <a:cubicBezTo>
                    <a:pt x="2652" y="2020"/>
                    <a:pt x="2649" y="2018"/>
                    <a:pt x="2595" y="1987"/>
                  </a:cubicBezTo>
                  <a:cubicBezTo>
                    <a:pt x="2581" y="1981"/>
                    <a:pt x="2574" y="1979"/>
                    <a:pt x="2572" y="1979"/>
                  </a:cubicBezTo>
                  <a:lnTo>
                    <a:pt x="2572" y="1979"/>
                  </a:lnTo>
                  <a:cubicBezTo>
                    <a:pt x="2566" y="1979"/>
                    <a:pt x="2607" y="2003"/>
                    <a:pt x="2644" y="2028"/>
                  </a:cubicBezTo>
                  <a:cubicBezTo>
                    <a:pt x="2700" y="2066"/>
                    <a:pt x="2726" y="2087"/>
                    <a:pt x="2723" y="2087"/>
                  </a:cubicBezTo>
                  <a:cubicBezTo>
                    <a:pt x="2720" y="2087"/>
                    <a:pt x="2694" y="2070"/>
                    <a:pt x="2644" y="2036"/>
                  </a:cubicBezTo>
                  <a:cubicBezTo>
                    <a:pt x="2602" y="2009"/>
                    <a:pt x="2582" y="1997"/>
                    <a:pt x="2579" y="1997"/>
                  </a:cubicBezTo>
                  <a:lnTo>
                    <a:pt x="2579" y="1997"/>
                  </a:lnTo>
                  <a:cubicBezTo>
                    <a:pt x="2574" y="1997"/>
                    <a:pt x="2618" y="2030"/>
                    <a:pt x="2684" y="2076"/>
                  </a:cubicBezTo>
                  <a:cubicBezTo>
                    <a:pt x="2746" y="2124"/>
                    <a:pt x="2769" y="2144"/>
                    <a:pt x="2768" y="2144"/>
                  </a:cubicBezTo>
                  <a:cubicBezTo>
                    <a:pt x="2766" y="2144"/>
                    <a:pt x="2753" y="2134"/>
                    <a:pt x="2733" y="2117"/>
                  </a:cubicBezTo>
                  <a:cubicBezTo>
                    <a:pt x="2684" y="2085"/>
                    <a:pt x="2676" y="2085"/>
                    <a:pt x="2676" y="2085"/>
                  </a:cubicBezTo>
                  <a:cubicBezTo>
                    <a:pt x="2676" y="2085"/>
                    <a:pt x="2676" y="2085"/>
                    <a:pt x="2675" y="2085"/>
                  </a:cubicBezTo>
                  <a:cubicBezTo>
                    <a:pt x="2672" y="2085"/>
                    <a:pt x="2660" y="2081"/>
                    <a:pt x="2620" y="2052"/>
                  </a:cubicBezTo>
                  <a:lnTo>
                    <a:pt x="2620" y="2052"/>
                  </a:lnTo>
                  <a:cubicBezTo>
                    <a:pt x="2620" y="2052"/>
                    <a:pt x="2620" y="2053"/>
                    <a:pt x="2668" y="2093"/>
                  </a:cubicBezTo>
                  <a:cubicBezTo>
                    <a:pt x="2709" y="2130"/>
                    <a:pt x="2723" y="2146"/>
                    <a:pt x="2717" y="2146"/>
                  </a:cubicBezTo>
                  <a:cubicBezTo>
                    <a:pt x="2709" y="2146"/>
                    <a:pt x="2665" y="2115"/>
                    <a:pt x="2603" y="2068"/>
                  </a:cubicBezTo>
                  <a:lnTo>
                    <a:pt x="2603" y="2068"/>
                  </a:lnTo>
                  <a:lnTo>
                    <a:pt x="2652" y="2117"/>
                  </a:lnTo>
                  <a:cubicBezTo>
                    <a:pt x="2713" y="2167"/>
                    <a:pt x="2751" y="2205"/>
                    <a:pt x="2748" y="2205"/>
                  </a:cubicBezTo>
                  <a:cubicBezTo>
                    <a:pt x="2746" y="2205"/>
                    <a:pt x="2729" y="2191"/>
                    <a:pt x="2693" y="2157"/>
                  </a:cubicBezTo>
                  <a:lnTo>
                    <a:pt x="2644" y="2117"/>
                  </a:lnTo>
                  <a:lnTo>
                    <a:pt x="2644" y="2117"/>
                  </a:lnTo>
                  <a:cubicBezTo>
                    <a:pt x="2684" y="2154"/>
                    <a:pt x="2697" y="2170"/>
                    <a:pt x="2691" y="2170"/>
                  </a:cubicBezTo>
                  <a:cubicBezTo>
                    <a:pt x="2687" y="2170"/>
                    <a:pt x="2672" y="2160"/>
                    <a:pt x="2650" y="2142"/>
                  </a:cubicBezTo>
                  <a:lnTo>
                    <a:pt x="2650" y="2142"/>
                  </a:lnTo>
                  <a:cubicBezTo>
                    <a:pt x="2659" y="2152"/>
                    <a:pt x="2668" y="2163"/>
                    <a:pt x="2676" y="2174"/>
                  </a:cubicBezTo>
                  <a:cubicBezTo>
                    <a:pt x="2676" y="2174"/>
                    <a:pt x="2676" y="2174"/>
                    <a:pt x="2674" y="2174"/>
                  </a:cubicBezTo>
                  <a:cubicBezTo>
                    <a:pt x="2670" y="2174"/>
                    <a:pt x="2658" y="2170"/>
                    <a:pt x="2628" y="2133"/>
                  </a:cubicBezTo>
                  <a:cubicBezTo>
                    <a:pt x="2594" y="2105"/>
                    <a:pt x="2559" y="2072"/>
                    <a:pt x="2559" y="2072"/>
                  </a:cubicBezTo>
                  <a:lnTo>
                    <a:pt x="2559" y="2072"/>
                  </a:lnTo>
                  <a:cubicBezTo>
                    <a:pt x="2559" y="2072"/>
                    <a:pt x="2565" y="2078"/>
                    <a:pt x="2579" y="2093"/>
                  </a:cubicBezTo>
                  <a:cubicBezTo>
                    <a:pt x="2579" y="2093"/>
                    <a:pt x="2571" y="2093"/>
                    <a:pt x="2530" y="2044"/>
                  </a:cubicBezTo>
                  <a:lnTo>
                    <a:pt x="2522" y="2052"/>
                  </a:lnTo>
                  <a:cubicBezTo>
                    <a:pt x="2543" y="2076"/>
                    <a:pt x="2551" y="2089"/>
                    <a:pt x="2549" y="2089"/>
                  </a:cubicBezTo>
                  <a:cubicBezTo>
                    <a:pt x="2547" y="2089"/>
                    <a:pt x="2535" y="2076"/>
                    <a:pt x="2514" y="2052"/>
                  </a:cubicBezTo>
                  <a:lnTo>
                    <a:pt x="2514" y="2052"/>
                  </a:lnTo>
                  <a:cubicBezTo>
                    <a:pt x="2514" y="2052"/>
                    <a:pt x="2515" y="2053"/>
                    <a:pt x="2547" y="2109"/>
                  </a:cubicBezTo>
                  <a:cubicBezTo>
                    <a:pt x="2547" y="2109"/>
                    <a:pt x="2547" y="2109"/>
                    <a:pt x="2506" y="2060"/>
                  </a:cubicBezTo>
                  <a:lnTo>
                    <a:pt x="2506" y="2060"/>
                  </a:lnTo>
                  <a:cubicBezTo>
                    <a:pt x="2539" y="2109"/>
                    <a:pt x="2539" y="2109"/>
                    <a:pt x="2539" y="2109"/>
                  </a:cubicBezTo>
                  <a:lnTo>
                    <a:pt x="2530" y="2109"/>
                  </a:lnTo>
                  <a:cubicBezTo>
                    <a:pt x="2571" y="2166"/>
                    <a:pt x="2571" y="2166"/>
                    <a:pt x="2563" y="2166"/>
                  </a:cubicBezTo>
                  <a:cubicBezTo>
                    <a:pt x="2547" y="2149"/>
                    <a:pt x="2530" y="2133"/>
                    <a:pt x="2514" y="2117"/>
                  </a:cubicBezTo>
                  <a:cubicBezTo>
                    <a:pt x="2506" y="2117"/>
                    <a:pt x="2506" y="2117"/>
                    <a:pt x="2547" y="2174"/>
                  </a:cubicBezTo>
                  <a:cubicBezTo>
                    <a:pt x="2539" y="2174"/>
                    <a:pt x="2498" y="2125"/>
                    <a:pt x="2498" y="2125"/>
                  </a:cubicBezTo>
                  <a:lnTo>
                    <a:pt x="2498" y="2125"/>
                  </a:lnTo>
                  <a:cubicBezTo>
                    <a:pt x="2490" y="2133"/>
                    <a:pt x="2490" y="2133"/>
                    <a:pt x="2514" y="2190"/>
                  </a:cubicBezTo>
                  <a:cubicBezTo>
                    <a:pt x="2476" y="2123"/>
                    <a:pt x="2460" y="2096"/>
                    <a:pt x="2459" y="2096"/>
                  </a:cubicBezTo>
                  <a:lnTo>
                    <a:pt x="2459" y="2096"/>
                  </a:lnTo>
                  <a:cubicBezTo>
                    <a:pt x="2458" y="2096"/>
                    <a:pt x="2464" y="2110"/>
                    <a:pt x="2474" y="2133"/>
                  </a:cubicBezTo>
                  <a:cubicBezTo>
                    <a:pt x="2497" y="2188"/>
                    <a:pt x="2498" y="2190"/>
                    <a:pt x="2498" y="2190"/>
                  </a:cubicBezTo>
                  <a:cubicBezTo>
                    <a:pt x="2486" y="2162"/>
                    <a:pt x="2480" y="2147"/>
                    <a:pt x="2479" y="2147"/>
                  </a:cubicBezTo>
                  <a:lnTo>
                    <a:pt x="2479" y="2147"/>
                  </a:lnTo>
                  <a:cubicBezTo>
                    <a:pt x="2478" y="2147"/>
                    <a:pt x="2482" y="2162"/>
                    <a:pt x="2490" y="2190"/>
                  </a:cubicBezTo>
                  <a:cubicBezTo>
                    <a:pt x="2490" y="2190"/>
                    <a:pt x="2490" y="2190"/>
                    <a:pt x="2466" y="2133"/>
                  </a:cubicBezTo>
                  <a:lnTo>
                    <a:pt x="2457" y="2133"/>
                  </a:lnTo>
                  <a:cubicBezTo>
                    <a:pt x="2475" y="2185"/>
                    <a:pt x="2477" y="2205"/>
                    <a:pt x="2473" y="2205"/>
                  </a:cubicBezTo>
                  <a:cubicBezTo>
                    <a:pt x="2466" y="2205"/>
                    <a:pt x="2447" y="2170"/>
                    <a:pt x="2433" y="2133"/>
                  </a:cubicBezTo>
                  <a:lnTo>
                    <a:pt x="2433" y="2133"/>
                  </a:lnTo>
                  <a:cubicBezTo>
                    <a:pt x="2441" y="2157"/>
                    <a:pt x="2441" y="2182"/>
                    <a:pt x="2449" y="2198"/>
                  </a:cubicBezTo>
                  <a:cubicBezTo>
                    <a:pt x="2466" y="2259"/>
                    <a:pt x="2474" y="2289"/>
                    <a:pt x="2473" y="2289"/>
                  </a:cubicBezTo>
                  <a:cubicBezTo>
                    <a:pt x="2472" y="2289"/>
                    <a:pt x="2462" y="2259"/>
                    <a:pt x="2441" y="2198"/>
                  </a:cubicBezTo>
                  <a:lnTo>
                    <a:pt x="2441" y="2198"/>
                  </a:lnTo>
                  <a:cubicBezTo>
                    <a:pt x="2448" y="2225"/>
                    <a:pt x="2449" y="2241"/>
                    <a:pt x="2446" y="2241"/>
                  </a:cubicBezTo>
                  <a:cubicBezTo>
                    <a:pt x="2442" y="2241"/>
                    <a:pt x="2431" y="2212"/>
                    <a:pt x="2417" y="2141"/>
                  </a:cubicBezTo>
                  <a:lnTo>
                    <a:pt x="2391" y="2036"/>
                  </a:lnTo>
                  <a:lnTo>
                    <a:pt x="2391" y="2036"/>
                  </a:lnTo>
                  <a:cubicBezTo>
                    <a:pt x="2393" y="2049"/>
                    <a:pt x="2393" y="2061"/>
                    <a:pt x="2393" y="2076"/>
                  </a:cubicBezTo>
                  <a:cubicBezTo>
                    <a:pt x="2406" y="2128"/>
                    <a:pt x="2408" y="2133"/>
                    <a:pt x="2405" y="2133"/>
                  </a:cubicBezTo>
                  <a:cubicBezTo>
                    <a:pt x="2404" y="2133"/>
                    <a:pt x="2402" y="2133"/>
                    <a:pt x="2401" y="2133"/>
                  </a:cubicBezTo>
                  <a:cubicBezTo>
                    <a:pt x="2393" y="2133"/>
                    <a:pt x="2393" y="2198"/>
                    <a:pt x="2393" y="2198"/>
                  </a:cubicBezTo>
                  <a:cubicBezTo>
                    <a:pt x="2385" y="2198"/>
                    <a:pt x="2376" y="2198"/>
                    <a:pt x="2368" y="2133"/>
                  </a:cubicBezTo>
                  <a:cubicBezTo>
                    <a:pt x="2368" y="2133"/>
                    <a:pt x="2368" y="2133"/>
                    <a:pt x="2360" y="2198"/>
                  </a:cubicBezTo>
                  <a:cubicBezTo>
                    <a:pt x="2360" y="2226"/>
                    <a:pt x="2360" y="2241"/>
                    <a:pt x="2359" y="2241"/>
                  </a:cubicBezTo>
                  <a:cubicBezTo>
                    <a:pt x="2358" y="2241"/>
                    <a:pt x="2356" y="2226"/>
                    <a:pt x="2352" y="2198"/>
                  </a:cubicBezTo>
                  <a:cubicBezTo>
                    <a:pt x="2344" y="2255"/>
                    <a:pt x="2344" y="2255"/>
                    <a:pt x="2344" y="2255"/>
                  </a:cubicBezTo>
                  <a:cubicBezTo>
                    <a:pt x="2344" y="2209"/>
                    <a:pt x="2344" y="2163"/>
                    <a:pt x="2341" y="2163"/>
                  </a:cubicBezTo>
                  <a:cubicBezTo>
                    <a:pt x="2340" y="2163"/>
                    <a:pt x="2338" y="2171"/>
                    <a:pt x="2336" y="2190"/>
                  </a:cubicBezTo>
                  <a:cubicBezTo>
                    <a:pt x="2336" y="2255"/>
                    <a:pt x="2336" y="2255"/>
                    <a:pt x="2328" y="2255"/>
                  </a:cubicBezTo>
                  <a:cubicBezTo>
                    <a:pt x="2323" y="2215"/>
                    <a:pt x="2293" y="2191"/>
                    <a:pt x="2268" y="2191"/>
                  </a:cubicBezTo>
                  <a:cubicBezTo>
                    <a:pt x="2252" y="2191"/>
                    <a:pt x="2237" y="2200"/>
                    <a:pt x="2230" y="2222"/>
                  </a:cubicBezTo>
                  <a:lnTo>
                    <a:pt x="2222" y="2214"/>
                  </a:lnTo>
                  <a:lnTo>
                    <a:pt x="2214" y="2214"/>
                  </a:lnTo>
                  <a:cubicBezTo>
                    <a:pt x="2232" y="2160"/>
                    <a:pt x="2236" y="2141"/>
                    <a:pt x="2231" y="2141"/>
                  </a:cubicBezTo>
                  <a:lnTo>
                    <a:pt x="2231" y="2141"/>
                  </a:lnTo>
                  <a:cubicBezTo>
                    <a:pt x="2226" y="2141"/>
                    <a:pt x="2208" y="2171"/>
                    <a:pt x="2190" y="2198"/>
                  </a:cubicBezTo>
                  <a:cubicBezTo>
                    <a:pt x="2166" y="2255"/>
                    <a:pt x="2157" y="2255"/>
                    <a:pt x="2157" y="2255"/>
                  </a:cubicBezTo>
                  <a:cubicBezTo>
                    <a:pt x="2192" y="2186"/>
                    <a:pt x="2203" y="2156"/>
                    <a:pt x="2198" y="2156"/>
                  </a:cubicBezTo>
                  <a:lnTo>
                    <a:pt x="2198" y="2156"/>
                  </a:lnTo>
                  <a:cubicBezTo>
                    <a:pt x="2195" y="2156"/>
                    <a:pt x="2186" y="2168"/>
                    <a:pt x="2174" y="2190"/>
                  </a:cubicBezTo>
                  <a:cubicBezTo>
                    <a:pt x="2142" y="2245"/>
                    <a:pt x="2126" y="2271"/>
                    <a:pt x="2124" y="2271"/>
                  </a:cubicBezTo>
                  <a:cubicBezTo>
                    <a:pt x="2122" y="2271"/>
                    <a:pt x="2136" y="2241"/>
                    <a:pt x="2166" y="2182"/>
                  </a:cubicBezTo>
                  <a:cubicBezTo>
                    <a:pt x="2195" y="2130"/>
                    <a:pt x="2211" y="2102"/>
                    <a:pt x="2210" y="2102"/>
                  </a:cubicBezTo>
                  <a:lnTo>
                    <a:pt x="2210" y="2102"/>
                  </a:lnTo>
                  <a:cubicBezTo>
                    <a:pt x="2209" y="2102"/>
                    <a:pt x="2182" y="2142"/>
                    <a:pt x="2125" y="2230"/>
                  </a:cubicBezTo>
                  <a:cubicBezTo>
                    <a:pt x="2164" y="2162"/>
                    <a:pt x="2177" y="2135"/>
                    <a:pt x="2173" y="2135"/>
                  </a:cubicBezTo>
                  <a:lnTo>
                    <a:pt x="2173" y="2135"/>
                  </a:lnTo>
                  <a:cubicBezTo>
                    <a:pt x="2171" y="2135"/>
                    <a:pt x="2162" y="2146"/>
                    <a:pt x="2149" y="2166"/>
                  </a:cubicBezTo>
                  <a:cubicBezTo>
                    <a:pt x="2118" y="2221"/>
                    <a:pt x="2099" y="2248"/>
                    <a:pt x="2097" y="2248"/>
                  </a:cubicBezTo>
                  <a:cubicBezTo>
                    <a:pt x="2094" y="2248"/>
                    <a:pt x="2108" y="2219"/>
                    <a:pt x="2141" y="2166"/>
                  </a:cubicBezTo>
                  <a:cubicBezTo>
                    <a:pt x="2178" y="2108"/>
                    <a:pt x="2197" y="2079"/>
                    <a:pt x="2196" y="2079"/>
                  </a:cubicBezTo>
                  <a:lnTo>
                    <a:pt x="2196" y="2079"/>
                  </a:lnTo>
                  <a:cubicBezTo>
                    <a:pt x="2195" y="2079"/>
                    <a:pt x="2177" y="2106"/>
                    <a:pt x="2141" y="2157"/>
                  </a:cubicBezTo>
                  <a:cubicBezTo>
                    <a:pt x="2102" y="2208"/>
                    <a:pt x="2080" y="2233"/>
                    <a:pt x="2076" y="2233"/>
                  </a:cubicBezTo>
                  <a:cubicBezTo>
                    <a:pt x="2071" y="2233"/>
                    <a:pt x="2087" y="2204"/>
                    <a:pt x="2125" y="2149"/>
                  </a:cubicBezTo>
                  <a:cubicBezTo>
                    <a:pt x="2125" y="2144"/>
                    <a:pt x="2140" y="2120"/>
                    <a:pt x="2139" y="2120"/>
                  </a:cubicBezTo>
                  <a:lnTo>
                    <a:pt x="2139" y="2120"/>
                  </a:lnTo>
                  <a:cubicBezTo>
                    <a:pt x="2139" y="2120"/>
                    <a:pt x="2136" y="2125"/>
                    <a:pt x="2126" y="2139"/>
                  </a:cubicBezTo>
                  <a:lnTo>
                    <a:pt x="2126" y="2139"/>
                  </a:lnTo>
                  <a:lnTo>
                    <a:pt x="2157" y="2093"/>
                  </a:lnTo>
                  <a:lnTo>
                    <a:pt x="2157" y="2085"/>
                  </a:lnTo>
                  <a:lnTo>
                    <a:pt x="2117" y="2133"/>
                  </a:lnTo>
                  <a:cubicBezTo>
                    <a:pt x="2117" y="2133"/>
                    <a:pt x="2149" y="2068"/>
                    <a:pt x="2141" y="2060"/>
                  </a:cubicBezTo>
                  <a:cubicBezTo>
                    <a:pt x="2134" y="2050"/>
                    <a:pt x="2130" y="2044"/>
                    <a:pt x="2124" y="2044"/>
                  </a:cubicBezTo>
                  <a:cubicBezTo>
                    <a:pt x="2116" y="2044"/>
                    <a:pt x="2104" y="2054"/>
                    <a:pt x="2076" y="2076"/>
                  </a:cubicBezTo>
                  <a:cubicBezTo>
                    <a:pt x="2030" y="2119"/>
                    <a:pt x="2006" y="2139"/>
                    <a:pt x="2004" y="2139"/>
                  </a:cubicBezTo>
                  <a:cubicBezTo>
                    <a:pt x="2001" y="2139"/>
                    <a:pt x="2026" y="2115"/>
                    <a:pt x="2076" y="2068"/>
                  </a:cubicBezTo>
                  <a:cubicBezTo>
                    <a:pt x="2068" y="2068"/>
                    <a:pt x="2117" y="2028"/>
                    <a:pt x="2117" y="2020"/>
                  </a:cubicBezTo>
                  <a:cubicBezTo>
                    <a:pt x="2117" y="2020"/>
                    <a:pt x="2117" y="2012"/>
                    <a:pt x="2166" y="1979"/>
                  </a:cubicBezTo>
                  <a:lnTo>
                    <a:pt x="2166" y="1971"/>
                  </a:lnTo>
                  <a:cubicBezTo>
                    <a:pt x="2113" y="2007"/>
                    <a:pt x="2085" y="2022"/>
                    <a:pt x="2076" y="2022"/>
                  </a:cubicBezTo>
                  <a:cubicBezTo>
                    <a:pt x="2068" y="2022"/>
                    <a:pt x="2080" y="2007"/>
                    <a:pt x="2109" y="1987"/>
                  </a:cubicBezTo>
                  <a:cubicBezTo>
                    <a:pt x="2109" y="1987"/>
                    <a:pt x="2109" y="1986"/>
                    <a:pt x="2105" y="1986"/>
                  </a:cubicBezTo>
                  <a:cubicBezTo>
                    <a:pt x="2098" y="1986"/>
                    <a:pt x="2083" y="1989"/>
                    <a:pt x="2044" y="2003"/>
                  </a:cubicBezTo>
                  <a:cubicBezTo>
                    <a:pt x="2018" y="2015"/>
                    <a:pt x="2004" y="2021"/>
                    <a:pt x="2002" y="2021"/>
                  </a:cubicBezTo>
                  <a:cubicBezTo>
                    <a:pt x="1999" y="2021"/>
                    <a:pt x="2014" y="2013"/>
                    <a:pt x="2044" y="1995"/>
                  </a:cubicBezTo>
                  <a:cubicBezTo>
                    <a:pt x="2080" y="1980"/>
                    <a:pt x="2115" y="1958"/>
                    <a:pt x="2109" y="1958"/>
                  </a:cubicBezTo>
                  <a:lnTo>
                    <a:pt x="2109" y="1958"/>
                  </a:lnTo>
                  <a:cubicBezTo>
                    <a:pt x="2105" y="1958"/>
                    <a:pt x="2086" y="1966"/>
                    <a:pt x="2044" y="1987"/>
                  </a:cubicBezTo>
                  <a:lnTo>
                    <a:pt x="2101" y="1955"/>
                  </a:lnTo>
                  <a:lnTo>
                    <a:pt x="2101" y="1955"/>
                  </a:lnTo>
                  <a:cubicBezTo>
                    <a:pt x="2086" y="1961"/>
                    <a:pt x="2065" y="1970"/>
                    <a:pt x="2044" y="1979"/>
                  </a:cubicBezTo>
                  <a:cubicBezTo>
                    <a:pt x="1993" y="1999"/>
                    <a:pt x="1964" y="2010"/>
                    <a:pt x="1959" y="2010"/>
                  </a:cubicBezTo>
                  <a:cubicBezTo>
                    <a:pt x="1953" y="2010"/>
                    <a:pt x="1997" y="1989"/>
                    <a:pt x="2101" y="1947"/>
                  </a:cubicBezTo>
                  <a:cubicBezTo>
                    <a:pt x="2124" y="1937"/>
                    <a:pt x="2143" y="1929"/>
                    <a:pt x="2157" y="1922"/>
                  </a:cubicBezTo>
                  <a:lnTo>
                    <a:pt x="2157" y="1922"/>
                  </a:lnTo>
                  <a:cubicBezTo>
                    <a:pt x="2120" y="1938"/>
                    <a:pt x="2080" y="1951"/>
                    <a:pt x="2074" y="1951"/>
                  </a:cubicBezTo>
                  <a:cubicBezTo>
                    <a:pt x="2071" y="1951"/>
                    <a:pt x="2078" y="1947"/>
                    <a:pt x="2101" y="1939"/>
                  </a:cubicBezTo>
                  <a:lnTo>
                    <a:pt x="2101" y="1939"/>
                  </a:lnTo>
                  <a:cubicBezTo>
                    <a:pt x="2052" y="1947"/>
                    <a:pt x="2020" y="1963"/>
                    <a:pt x="1979" y="1979"/>
                  </a:cubicBezTo>
                  <a:cubicBezTo>
                    <a:pt x="1941" y="1989"/>
                    <a:pt x="1925" y="1993"/>
                    <a:pt x="1919" y="1993"/>
                  </a:cubicBezTo>
                  <a:cubicBezTo>
                    <a:pt x="1914" y="1993"/>
                    <a:pt x="1914" y="1991"/>
                    <a:pt x="1914" y="1987"/>
                  </a:cubicBezTo>
                  <a:cubicBezTo>
                    <a:pt x="1979" y="1971"/>
                    <a:pt x="1979" y="1971"/>
                    <a:pt x="2036" y="1955"/>
                  </a:cubicBezTo>
                  <a:lnTo>
                    <a:pt x="2036" y="1947"/>
                  </a:lnTo>
                  <a:cubicBezTo>
                    <a:pt x="2056" y="1939"/>
                    <a:pt x="2076" y="1931"/>
                    <a:pt x="2096" y="1924"/>
                  </a:cubicBezTo>
                  <a:lnTo>
                    <a:pt x="2096" y="1924"/>
                  </a:lnTo>
                  <a:cubicBezTo>
                    <a:pt x="2019" y="1944"/>
                    <a:pt x="1992" y="1951"/>
                    <a:pt x="1984" y="1951"/>
                  </a:cubicBezTo>
                  <a:cubicBezTo>
                    <a:pt x="1979" y="1951"/>
                    <a:pt x="1979" y="1949"/>
                    <a:pt x="1979" y="1947"/>
                  </a:cubicBezTo>
                  <a:cubicBezTo>
                    <a:pt x="1979" y="1947"/>
                    <a:pt x="1971" y="1947"/>
                    <a:pt x="2036" y="1930"/>
                  </a:cubicBezTo>
                  <a:cubicBezTo>
                    <a:pt x="2101" y="1914"/>
                    <a:pt x="2101" y="1914"/>
                    <a:pt x="2101" y="1906"/>
                  </a:cubicBezTo>
                  <a:lnTo>
                    <a:pt x="2101" y="1906"/>
                  </a:lnTo>
                  <a:cubicBezTo>
                    <a:pt x="2101" y="1906"/>
                    <a:pt x="1914" y="1939"/>
                    <a:pt x="1785" y="1955"/>
                  </a:cubicBezTo>
                  <a:cubicBezTo>
                    <a:pt x="1730" y="1962"/>
                    <a:pt x="1700" y="1966"/>
                    <a:pt x="1694" y="1966"/>
                  </a:cubicBezTo>
                  <a:cubicBezTo>
                    <a:pt x="1687" y="1966"/>
                    <a:pt x="1718" y="1960"/>
                    <a:pt x="1785" y="1947"/>
                  </a:cubicBezTo>
                  <a:cubicBezTo>
                    <a:pt x="1849" y="1939"/>
                    <a:pt x="1849" y="1930"/>
                    <a:pt x="1849" y="1930"/>
                  </a:cubicBezTo>
                  <a:lnTo>
                    <a:pt x="1849" y="1930"/>
                  </a:lnTo>
                  <a:cubicBezTo>
                    <a:pt x="1836" y="1932"/>
                    <a:pt x="1828" y="1933"/>
                    <a:pt x="1824" y="1933"/>
                  </a:cubicBezTo>
                  <a:cubicBezTo>
                    <a:pt x="1813" y="1933"/>
                    <a:pt x="1832" y="1928"/>
                    <a:pt x="1843" y="1928"/>
                  </a:cubicBezTo>
                  <a:cubicBezTo>
                    <a:pt x="1846" y="1928"/>
                    <a:pt x="1849" y="1929"/>
                    <a:pt x="1849" y="1930"/>
                  </a:cubicBezTo>
                  <a:cubicBezTo>
                    <a:pt x="1906" y="1922"/>
                    <a:pt x="1906" y="1922"/>
                    <a:pt x="1906" y="1922"/>
                  </a:cubicBezTo>
                  <a:lnTo>
                    <a:pt x="1971" y="1914"/>
                  </a:lnTo>
                  <a:cubicBezTo>
                    <a:pt x="2042" y="1901"/>
                    <a:pt x="2075" y="1895"/>
                    <a:pt x="2067" y="1895"/>
                  </a:cubicBezTo>
                  <a:cubicBezTo>
                    <a:pt x="2061" y="1895"/>
                    <a:pt x="2029" y="1899"/>
                    <a:pt x="1971" y="1906"/>
                  </a:cubicBezTo>
                  <a:cubicBezTo>
                    <a:pt x="1944" y="1910"/>
                    <a:pt x="1928" y="1911"/>
                    <a:pt x="1924" y="1911"/>
                  </a:cubicBezTo>
                  <a:cubicBezTo>
                    <a:pt x="1917" y="1911"/>
                    <a:pt x="1933" y="1908"/>
                    <a:pt x="1971" y="1898"/>
                  </a:cubicBezTo>
                  <a:cubicBezTo>
                    <a:pt x="1995" y="1895"/>
                    <a:pt x="2018" y="1892"/>
                    <a:pt x="2036" y="1890"/>
                  </a:cubicBezTo>
                  <a:lnTo>
                    <a:pt x="2036" y="1890"/>
                  </a:lnTo>
                  <a:cubicBezTo>
                    <a:pt x="2036" y="1890"/>
                    <a:pt x="2036" y="1882"/>
                    <a:pt x="2101" y="1874"/>
                  </a:cubicBezTo>
                  <a:cubicBezTo>
                    <a:pt x="2101" y="1870"/>
                    <a:pt x="2101" y="1868"/>
                    <a:pt x="2093" y="1868"/>
                  </a:cubicBezTo>
                  <a:cubicBezTo>
                    <a:pt x="2085" y="1868"/>
                    <a:pt x="2068" y="1870"/>
                    <a:pt x="2036" y="1874"/>
                  </a:cubicBezTo>
                  <a:lnTo>
                    <a:pt x="1971" y="1874"/>
                  </a:lnTo>
                  <a:cubicBezTo>
                    <a:pt x="1971" y="1866"/>
                    <a:pt x="1979" y="1866"/>
                    <a:pt x="1914" y="1866"/>
                  </a:cubicBezTo>
                  <a:cubicBezTo>
                    <a:pt x="1895" y="1868"/>
                    <a:pt x="1876" y="1869"/>
                    <a:pt x="1859" y="1869"/>
                  </a:cubicBezTo>
                  <a:cubicBezTo>
                    <a:pt x="1817" y="1869"/>
                    <a:pt x="1785" y="1863"/>
                    <a:pt x="1785" y="1858"/>
                  </a:cubicBezTo>
                  <a:cubicBezTo>
                    <a:pt x="1720" y="1849"/>
                    <a:pt x="1720" y="1849"/>
                    <a:pt x="1849" y="1849"/>
                  </a:cubicBezTo>
                  <a:cubicBezTo>
                    <a:pt x="1914" y="1849"/>
                    <a:pt x="1914" y="1841"/>
                    <a:pt x="1914" y="1841"/>
                  </a:cubicBezTo>
                  <a:cubicBezTo>
                    <a:pt x="1914" y="1841"/>
                    <a:pt x="1914" y="1841"/>
                    <a:pt x="1979" y="1833"/>
                  </a:cubicBezTo>
                  <a:lnTo>
                    <a:pt x="1914" y="1833"/>
                  </a:lnTo>
                  <a:lnTo>
                    <a:pt x="1785" y="1825"/>
                  </a:lnTo>
                  <a:lnTo>
                    <a:pt x="1979" y="1825"/>
                  </a:lnTo>
                  <a:cubicBezTo>
                    <a:pt x="1914" y="1825"/>
                    <a:pt x="1858" y="1817"/>
                    <a:pt x="1922" y="1809"/>
                  </a:cubicBezTo>
                  <a:cubicBezTo>
                    <a:pt x="1922" y="1809"/>
                    <a:pt x="1922" y="1805"/>
                    <a:pt x="1942" y="1805"/>
                  </a:cubicBezTo>
                  <a:cubicBezTo>
                    <a:pt x="1951" y="1805"/>
                    <a:pt x="1966" y="1806"/>
                    <a:pt x="1987" y="1809"/>
                  </a:cubicBezTo>
                  <a:cubicBezTo>
                    <a:pt x="2052" y="1809"/>
                    <a:pt x="1987" y="1801"/>
                    <a:pt x="1987" y="1801"/>
                  </a:cubicBezTo>
                  <a:cubicBezTo>
                    <a:pt x="1922" y="1793"/>
                    <a:pt x="1922" y="1785"/>
                    <a:pt x="1987" y="1785"/>
                  </a:cubicBezTo>
                  <a:cubicBezTo>
                    <a:pt x="2046" y="1792"/>
                    <a:pt x="2078" y="1796"/>
                    <a:pt x="2084" y="1796"/>
                  </a:cubicBezTo>
                  <a:cubicBezTo>
                    <a:pt x="2092" y="1796"/>
                    <a:pt x="2062" y="1790"/>
                    <a:pt x="1995" y="1776"/>
                  </a:cubicBezTo>
                  <a:cubicBezTo>
                    <a:pt x="1954" y="1766"/>
                    <a:pt x="1913" y="1756"/>
                    <a:pt x="1921" y="1756"/>
                  </a:cubicBezTo>
                  <a:cubicBezTo>
                    <a:pt x="1926" y="1756"/>
                    <a:pt x="1948" y="1759"/>
                    <a:pt x="1995" y="1768"/>
                  </a:cubicBezTo>
                  <a:cubicBezTo>
                    <a:pt x="2013" y="1773"/>
                    <a:pt x="2021" y="1775"/>
                    <a:pt x="2022" y="1775"/>
                  </a:cubicBezTo>
                  <a:cubicBezTo>
                    <a:pt x="2025" y="1775"/>
                    <a:pt x="1979" y="1762"/>
                    <a:pt x="1939" y="1744"/>
                  </a:cubicBezTo>
                  <a:lnTo>
                    <a:pt x="1939" y="1744"/>
                  </a:lnTo>
                  <a:lnTo>
                    <a:pt x="1995" y="1760"/>
                  </a:lnTo>
                  <a:lnTo>
                    <a:pt x="2060" y="1776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687" y="1679"/>
                  </a:lnTo>
                  <a:cubicBezTo>
                    <a:pt x="1606" y="1658"/>
                    <a:pt x="1579" y="1650"/>
                    <a:pt x="1589" y="1650"/>
                  </a:cubicBezTo>
                  <a:cubicBezTo>
                    <a:pt x="1594" y="1650"/>
                    <a:pt x="1609" y="1652"/>
                    <a:pt x="1630" y="1655"/>
                  </a:cubicBezTo>
                  <a:cubicBezTo>
                    <a:pt x="1671" y="1655"/>
                    <a:pt x="1712" y="1663"/>
                    <a:pt x="1752" y="1679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8" y="1720"/>
                    <a:pt x="1898" y="1728"/>
                    <a:pt x="1939" y="1728"/>
                  </a:cubicBezTo>
                  <a:cubicBezTo>
                    <a:pt x="1971" y="1736"/>
                    <a:pt x="1987" y="1740"/>
                    <a:pt x="1988" y="1740"/>
                  </a:cubicBezTo>
                  <a:cubicBezTo>
                    <a:pt x="1989" y="1740"/>
                    <a:pt x="1975" y="1736"/>
                    <a:pt x="1947" y="1728"/>
                  </a:cubicBezTo>
                  <a:lnTo>
                    <a:pt x="1947" y="1728"/>
                  </a:lnTo>
                  <a:cubicBezTo>
                    <a:pt x="1974" y="1735"/>
                    <a:pt x="1990" y="1737"/>
                    <a:pt x="1999" y="1737"/>
                  </a:cubicBezTo>
                  <a:cubicBezTo>
                    <a:pt x="2012" y="1737"/>
                    <a:pt x="2012" y="1732"/>
                    <a:pt x="2012" y="1728"/>
                  </a:cubicBezTo>
                  <a:cubicBezTo>
                    <a:pt x="2012" y="1728"/>
                    <a:pt x="2013" y="1726"/>
                    <a:pt x="2018" y="1726"/>
                  </a:cubicBezTo>
                  <a:cubicBezTo>
                    <a:pt x="2026" y="1726"/>
                    <a:pt x="2042" y="1729"/>
                    <a:pt x="2076" y="1744"/>
                  </a:cubicBezTo>
                  <a:cubicBezTo>
                    <a:pt x="2085" y="1736"/>
                    <a:pt x="2085" y="1736"/>
                    <a:pt x="2020" y="1712"/>
                  </a:cubicBezTo>
                  <a:cubicBezTo>
                    <a:pt x="1942" y="1680"/>
                    <a:pt x="1917" y="1666"/>
                    <a:pt x="1924" y="1666"/>
                  </a:cubicBezTo>
                  <a:cubicBezTo>
                    <a:pt x="1928" y="1666"/>
                    <a:pt x="1943" y="1670"/>
                    <a:pt x="1963" y="1679"/>
                  </a:cubicBezTo>
                  <a:cubicBezTo>
                    <a:pt x="2028" y="1705"/>
                    <a:pt x="2079" y="1722"/>
                    <a:pt x="2095" y="1722"/>
                  </a:cubicBezTo>
                  <a:cubicBezTo>
                    <a:pt x="2109" y="1722"/>
                    <a:pt x="2097" y="1709"/>
                    <a:pt x="2044" y="1679"/>
                  </a:cubicBezTo>
                  <a:lnTo>
                    <a:pt x="2044" y="1671"/>
                  </a:lnTo>
                  <a:cubicBezTo>
                    <a:pt x="2071" y="1685"/>
                    <a:pt x="2088" y="1691"/>
                    <a:pt x="2095" y="1691"/>
                  </a:cubicBezTo>
                  <a:cubicBezTo>
                    <a:pt x="2104" y="1691"/>
                    <a:pt x="2093" y="1678"/>
                    <a:pt x="2060" y="1655"/>
                  </a:cubicBezTo>
                  <a:lnTo>
                    <a:pt x="2068" y="1647"/>
                  </a:lnTo>
                  <a:cubicBezTo>
                    <a:pt x="2095" y="1662"/>
                    <a:pt x="2109" y="1670"/>
                    <a:pt x="2112" y="1670"/>
                  </a:cubicBezTo>
                  <a:cubicBezTo>
                    <a:pt x="2114" y="1670"/>
                    <a:pt x="2102" y="1660"/>
                    <a:pt x="2076" y="1639"/>
                  </a:cubicBezTo>
                  <a:cubicBezTo>
                    <a:pt x="2065" y="1630"/>
                    <a:pt x="2053" y="1622"/>
                    <a:pt x="2043" y="1614"/>
                  </a:cubicBezTo>
                  <a:lnTo>
                    <a:pt x="2043" y="1614"/>
                  </a:lnTo>
                  <a:cubicBezTo>
                    <a:pt x="2065" y="1629"/>
                    <a:pt x="2073" y="1631"/>
                    <a:pt x="2078" y="1631"/>
                  </a:cubicBezTo>
                  <a:cubicBezTo>
                    <a:pt x="2081" y="1631"/>
                    <a:pt x="2082" y="1630"/>
                    <a:pt x="2085" y="1630"/>
                  </a:cubicBezTo>
                  <a:cubicBezTo>
                    <a:pt x="2093" y="1622"/>
                    <a:pt x="2093" y="1622"/>
                    <a:pt x="2044" y="1582"/>
                  </a:cubicBezTo>
                  <a:cubicBezTo>
                    <a:pt x="2030" y="1562"/>
                    <a:pt x="2027" y="1554"/>
                    <a:pt x="2030" y="1554"/>
                  </a:cubicBezTo>
                  <a:lnTo>
                    <a:pt x="2030" y="1554"/>
                  </a:lnTo>
                  <a:cubicBezTo>
                    <a:pt x="2037" y="1554"/>
                    <a:pt x="2069" y="1582"/>
                    <a:pt x="2101" y="1614"/>
                  </a:cubicBezTo>
                  <a:cubicBezTo>
                    <a:pt x="2143" y="1657"/>
                    <a:pt x="2167" y="1679"/>
                    <a:pt x="2169" y="1679"/>
                  </a:cubicBezTo>
                  <a:cubicBezTo>
                    <a:pt x="2170" y="1679"/>
                    <a:pt x="2134" y="1643"/>
                    <a:pt x="2052" y="1566"/>
                  </a:cubicBezTo>
                  <a:cubicBezTo>
                    <a:pt x="1997" y="1506"/>
                    <a:pt x="1976" y="1480"/>
                    <a:pt x="1979" y="1480"/>
                  </a:cubicBezTo>
                  <a:lnTo>
                    <a:pt x="1979" y="1480"/>
                  </a:lnTo>
                  <a:cubicBezTo>
                    <a:pt x="1981" y="1480"/>
                    <a:pt x="1993" y="1490"/>
                    <a:pt x="2012" y="1509"/>
                  </a:cubicBezTo>
                  <a:cubicBezTo>
                    <a:pt x="2060" y="1558"/>
                    <a:pt x="2060" y="1566"/>
                    <a:pt x="2060" y="1566"/>
                  </a:cubicBezTo>
                  <a:lnTo>
                    <a:pt x="2149" y="1655"/>
                  </a:lnTo>
                  <a:cubicBezTo>
                    <a:pt x="2141" y="1639"/>
                    <a:pt x="2125" y="1622"/>
                    <a:pt x="2109" y="1606"/>
                  </a:cubicBezTo>
                  <a:cubicBezTo>
                    <a:pt x="2093" y="1590"/>
                    <a:pt x="2085" y="1574"/>
                    <a:pt x="2068" y="1558"/>
                  </a:cubicBezTo>
                  <a:cubicBezTo>
                    <a:pt x="2020" y="1509"/>
                    <a:pt x="1971" y="1460"/>
                    <a:pt x="1922" y="1412"/>
                  </a:cubicBezTo>
                  <a:cubicBezTo>
                    <a:pt x="1874" y="1363"/>
                    <a:pt x="1882" y="1363"/>
                    <a:pt x="1882" y="1363"/>
                  </a:cubicBezTo>
                  <a:lnTo>
                    <a:pt x="1882" y="1363"/>
                  </a:lnTo>
                  <a:cubicBezTo>
                    <a:pt x="1930" y="1403"/>
                    <a:pt x="1979" y="1452"/>
                    <a:pt x="2028" y="1501"/>
                  </a:cubicBezTo>
                  <a:cubicBezTo>
                    <a:pt x="2052" y="1541"/>
                    <a:pt x="2085" y="1574"/>
                    <a:pt x="2117" y="1606"/>
                  </a:cubicBezTo>
                  <a:cubicBezTo>
                    <a:pt x="2124" y="1615"/>
                    <a:pt x="2127" y="1618"/>
                    <a:pt x="2128" y="1618"/>
                  </a:cubicBezTo>
                  <a:cubicBezTo>
                    <a:pt x="2129" y="1618"/>
                    <a:pt x="2062" y="1531"/>
                    <a:pt x="1995" y="1444"/>
                  </a:cubicBezTo>
                  <a:lnTo>
                    <a:pt x="1995" y="1444"/>
                  </a:lnTo>
                  <a:lnTo>
                    <a:pt x="2036" y="1493"/>
                  </a:lnTo>
                  <a:cubicBezTo>
                    <a:pt x="2085" y="1541"/>
                    <a:pt x="2085" y="1541"/>
                    <a:pt x="2093" y="1541"/>
                  </a:cubicBezTo>
                  <a:cubicBezTo>
                    <a:pt x="2101" y="1533"/>
                    <a:pt x="2101" y="1533"/>
                    <a:pt x="2060" y="1485"/>
                  </a:cubicBezTo>
                  <a:cubicBezTo>
                    <a:pt x="2028" y="1444"/>
                    <a:pt x="2003" y="1412"/>
                    <a:pt x="1979" y="1371"/>
                  </a:cubicBezTo>
                  <a:cubicBezTo>
                    <a:pt x="1947" y="1339"/>
                    <a:pt x="1914" y="1306"/>
                    <a:pt x="1890" y="1266"/>
                  </a:cubicBezTo>
                  <a:lnTo>
                    <a:pt x="1890" y="1266"/>
                  </a:lnTo>
                  <a:cubicBezTo>
                    <a:pt x="1922" y="1298"/>
                    <a:pt x="1955" y="1330"/>
                    <a:pt x="1987" y="1363"/>
                  </a:cubicBezTo>
                  <a:cubicBezTo>
                    <a:pt x="2071" y="1462"/>
                    <a:pt x="2112" y="1518"/>
                    <a:pt x="2123" y="1518"/>
                  </a:cubicBezTo>
                  <a:cubicBezTo>
                    <a:pt x="2124" y="1518"/>
                    <a:pt x="2125" y="1517"/>
                    <a:pt x="2125" y="1517"/>
                  </a:cubicBezTo>
                  <a:cubicBezTo>
                    <a:pt x="2127" y="1517"/>
                    <a:pt x="2129" y="1517"/>
                    <a:pt x="2131" y="1517"/>
                  </a:cubicBezTo>
                  <a:cubicBezTo>
                    <a:pt x="2138" y="1517"/>
                    <a:pt x="2150" y="1521"/>
                    <a:pt x="2182" y="1566"/>
                  </a:cubicBezTo>
                  <a:cubicBezTo>
                    <a:pt x="2182" y="1566"/>
                    <a:pt x="2182" y="1566"/>
                    <a:pt x="2149" y="1509"/>
                  </a:cubicBezTo>
                  <a:lnTo>
                    <a:pt x="2157" y="1509"/>
                  </a:lnTo>
                  <a:cubicBezTo>
                    <a:pt x="2173" y="1536"/>
                    <a:pt x="2183" y="1550"/>
                    <a:pt x="2186" y="1550"/>
                  </a:cubicBezTo>
                  <a:cubicBezTo>
                    <a:pt x="2188" y="1550"/>
                    <a:pt x="2182" y="1534"/>
                    <a:pt x="2166" y="1501"/>
                  </a:cubicBezTo>
                  <a:cubicBezTo>
                    <a:pt x="2155" y="1482"/>
                    <a:pt x="2151" y="1476"/>
                    <a:pt x="2151" y="1476"/>
                  </a:cubicBezTo>
                  <a:lnTo>
                    <a:pt x="2151" y="1476"/>
                  </a:lnTo>
                  <a:cubicBezTo>
                    <a:pt x="2152" y="1476"/>
                    <a:pt x="2168" y="1501"/>
                    <a:pt x="2174" y="1501"/>
                  </a:cubicBezTo>
                  <a:cubicBezTo>
                    <a:pt x="2203" y="1555"/>
                    <a:pt x="2219" y="1585"/>
                    <a:pt x="2219" y="1585"/>
                  </a:cubicBezTo>
                  <a:cubicBezTo>
                    <a:pt x="2219" y="1585"/>
                    <a:pt x="2195" y="1539"/>
                    <a:pt x="2141" y="1436"/>
                  </a:cubicBezTo>
                  <a:cubicBezTo>
                    <a:pt x="2125" y="1395"/>
                    <a:pt x="2101" y="1355"/>
                    <a:pt x="2068" y="1322"/>
                  </a:cubicBezTo>
                  <a:lnTo>
                    <a:pt x="2060" y="1330"/>
                  </a:lnTo>
                  <a:lnTo>
                    <a:pt x="2036" y="1266"/>
                  </a:lnTo>
                  <a:cubicBezTo>
                    <a:pt x="2028" y="1217"/>
                    <a:pt x="2012" y="1176"/>
                    <a:pt x="1987" y="1136"/>
                  </a:cubicBezTo>
                  <a:cubicBezTo>
                    <a:pt x="1987" y="1136"/>
                    <a:pt x="1963" y="1071"/>
                    <a:pt x="1963" y="1071"/>
                  </a:cubicBezTo>
                  <a:close/>
                  <a:moveTo>
                    <a:pt x="2206" y="2206"/>
                  </a:moveTo>
                  <a:cubicBezTo>
                    <a:pt x="2190" y="2247"/>
                    <a:pt x="2174" y="2287"/>
                    <a:pt x="2157" y="2328"/>
                  </a:cubicBezTo>
                  <a:lnTo>
                    <a:pt x="2149" y="2328"/>
                  </a:lnTo>
                  <a:lnTo>
                    <a:pt x="2206" y="2206"/>
                  </a:lnTo>
                  <a:close/>
                  <a:moveTo>
                    <a:pt x="2757" y="2498"/>
                  </a:moveTo>
                  <a:cubicBezTo>
                    <a:pt x="2782" y="2530"/>
                    <a:pt x="2798" y="2571"/>
                    <a:pt x="2814" y="2612"/>
                  </a:cubicBezTo>
                  <a:lnTo>
                    <a:pt x="2806" y="2620"/>
                  </a:lnTo>
                  <a:lnTo>
                    <a:pt x="2749" y="2506"/>
                  </a:lnTo>
                  <a:lnTo>
                    <a:pt x="2757" y="2498"/>
                  </a:lnTo>
                  <a:close/>
                  <a:moveTo>
                    <a:pt x="1785" y="2530"/>
                  </a:moveTo>
                  <a:lnTo>
                    <a:pt x="1785" y="2530"/>
                  </a:lnTo>
                  <a:cubicBezTo>
                    <a:pt x="1744" y="2579"/>
                    <a:pt x="1703" y="2628"/>
                    <a:pt x="1703" y="2628"/>
                  </a:cubicBezTo>
                  <a:lnTo>
                    <a:pt x="1736" y="2571"/>
                  </a:lnTo>
                  <a:lnTo>
                    <a:pt x="1785" y="2530"/>
                  </a:lnTo>
                  <a:close/>
                  <a:moveTo>
                    <a:pt x="2133" y="2595"/>
                  </a:moveTo>
                  <a:cubicBezTo>
                    <a:pt x="2125" y="2636"/>
                    <a:pt x="2109" y="2676"/>
                    <a:pt x="2093" y="2717"/>
                  </a:cubicBezTo>
                  <a:lnTo>
                    <a:pt x="2101" y="2652"/>
                  </a:lnTo>
                  <a:lnTo>
                    <a:pt x="2125" y="2595"/>
                  </a:lnTo>
                  <a:close/>
                  <a:moveTo>
                    <a:pt x="1939" y="2571"/>
                  </a:moveTo>
                  <a:cubicBezTo>
                    <a:pt x="1947" y="2571"/>
                    <a:pt x="1947" y="2571"/>
                    <a:pt x="1914" y="2628"/>
                  </a:cubicBezTo>
                  <a:cubicBezTo>
                    <a:pt x="1890" y="2668"/>
                    <a:pt x="1874" y="2701"/>
                    <a:pt x="1841" y="2741"/>
                  </a:cubicBezTo>
                  <a:cubicBezTo>
                    <a:pt x="1874" y="2676"/>
                    <a:pt x="1906" y="2628"/>
                    <a:pt x="1939" y="2571"/>
                  </a:cubicBezTo>
                  <a:close/>
                  <a:moveTo>
                    <a:pt x="2539" y="2636"/>
                  </a:moveTo>
                  <a:cubicBezTo>
                    <a:pt x="2555" y="2636"/>
                    <a:pt x="2555" y="2636"/>
                    <a:pt x="2571" y="2693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25"/>
                    <a:pt x="2539" y="2676"/>
                    <a:pt x="2539" y="2636"/>
                  </a:cubicBezTo>
                  <a:close/>
                  <a:moveTo>
                    <a:pt x="2415" y="527"/>
                  </a:moveTo>
                  <a:cubicBezTo>
                    <a:pt x="2401" y="527"/>
                    <a:pt x="2401" y="596"/>
                    <a:pt x="2401" y="658"/>
                  </a:cubicBezTo>
                  <a:lnTo>
                    <a:pt x="2385" y="658"/>
                  </a:lnTo>
                  <a:cubicBezTo>
                    <a:pt x="2385" y="658"/>
                    <a:pt x="2376" y="658"/>
                    <a:pt x="2368" y="722"/>
                  </a:cubicBezTo>
                  <a:cubicBezTo>
                    <a:pt x="2368" y="782"/>
                    <a:pt x="2363" y="788"/>
                    <a:pt x="2356" y="788"/>
                  </a:cubicBezTo>
                  <a:cubicBezTo>
                    <a:pt x="2355" y="788"/>
                    <a:pt x="2354" y="787"/>
                    <a:pt x="2352" y="787"/>
                  </a:cubicBezTo>
                  <a:cubicBezTo>
                    <a:pt x="2352" y="769"/>
                    <a:pt x="2351" y="761"/>
                    <a:pt x="2351" y="761"/>
                  </a:cubicBezTo>
                  <a:lnTo>
                    <a:pt x="2351" y="761"/>
                  </a:lnTo>
                  <a:cubicBezTo>
                    <a:pt x="2349" y="761"/>
                    <a:pt x="2346" y="808"/>
                    <a:pt x="2352" y="860"/>
                  </a:cubicBezTo>
                  <a:cubicBezTo>
                    <a:pt x="2358" y="892"/>
                    <a:pt x="2355" y="929"/>
                    <a:pt x="2349" y="963"/>
                  </a:cubicBezTo>
                  <a:lnTo>
                    <a:pt x="2349" y="963"/>
                  </a:lnTo>
                  <a:cubicBezTo>
                    <a:pt x="2348" y="943"/>
                    <a:pt x="2347" y="929"/>
                    <a:pt x="2344" y="929"/>
                  </a:cubicBezTo>
                  <a:cubicBezTo>
                    <a:pt x="2342" y="929"/>
                    <a:pt x="2339" y="935"/>
                    <a:pt x="2336" y="949"/>
                  </a:cubicBezTo>
                  <a:lnTo>
                    <a:pt x="2336" y="876"/>
                  </a:lnTo>
                  <a:cubicBezTo>
                    <a:pt x="2332" y="775"/>
                    <a:pt x="2326" y="724"/>
                    <a:pt x="2322" y="724"/>
                  </a:cubicBezTo>
                  <a:cubicBezTo>
                    <a:pt x="2318" y="724"/>
                    <a:pt x="2316" y="775"/>
                    <a:pt x="2320" y="876"/>
                  </a:cubicBezTo>
                  <a:cubicBezTo>
                    <a:pt x="2324" y="989"/>
                    <a:pt x="2326" y="1039"/>
                    <a:pt x="2324" y="1039"/>
                  </a:cubicBezTo>
                  <a:cubicBezTo>
                    <a:pt x="2323" y="1039"/>
                    <a:pt x="2319" y="1007"/>
                    <a:pt x="2312" y="949"/>
                  </a:cubicBezTo>
                  <a:cubicBezTo>
                    <a:pt x="2312" y="812"/>
                    <a:pt x="2303" y="812"/>
                    <a:pt x="2295" y="812"/>
                  </a:cubicBezTo>
                  <a:cubicBezTo>
                    <a:pt x="2287" y="812"/>
                    <a:pt x="2287" y="812"/>
                    <a:pt x="2279" y="747"/>
                  </a:cubicBezTo>
                  <a:cubicBezTo>
                    <a:pt x="2287" y="698"/>
                    <a:pt x="2279" y="649"/>
                    <a:pt x="2255" y="609"/>
                  </a:cubicBezTo>
                  <a:cubicBezTo>
                    <a:pt x="2247" y="609"/>
                    <a:pt x="2247" y="609"/>
                    <a:pt x="2255" y="674"/>
                  </a:cubicBezTo>
                  <a:cubicBezTo>
                    <a:pt x="2258" y="705"/>
                    <a:pt x="2259" y="722"/>
                    <a:pt x="2256" y="722"/>
                  </a:cubicBezTo>
                  <a:cubicBezTo>
                    <a:pt x="2253" y="722"/>
                    <a:pt x="2245" y="689"/>
                    <a:pt x="2230" y="609"/>
                  </a:cubicBezTo>
                  <a:cubicBezTo>
                    <a:pt x="2224" y="582"/>
                    <a:pt x="2220" y="566"/>
                    <a:pt x="2219" y="566"/>
                  </a:cubicBezTo>
                  <a:lnTo>
                    <a:pt x="2219" y="566"/>
                  </a:lnTo>
                  <a:cubicBezTo>
                    <a:pt x="2217" y="566"/>
                    <a:pt x="2221" y="598"/>
                    <a:pt x="2230" y="674"/>
                  </a:cubicBezTo>
                  <a:cubicBezTo>
                    <a:pt x="2235" y="744"/>
                    <a:pt x="2235" y="778"/>
                    <a:pt x="2230" y="778"/>
                  </a:cubicBezTo>
                  <a:cubicBezTo>
                    <a:pt x="2226" y="778"/>
                    <a:pt x="2218" y="746"/>
                    <a:pt x="2206" y="682"/>
                  </a:cubicBezTo>
                  <a:lnTo>
                    <a:pt x="2190" y="682"/>
                  </a:lnTo>
                  <a:cubicBezTo>
                    <a:pt x="2182" y="722"/>
                    <a:pt x="2190" y="771"/>
                    <a:pt x="2198" y="812"/>
                  </a:cubicBezTo>
                  <a:cubicBezTo>
                    <a:pt x="2208" y="893"/>
                    <a:pt x="2212" y="927"/>
                    <a:pt x="2210" y="927"/>
                  </a:cubicBezTo>
                  <a:cubicBezTo>
                    <a:pt x="2209" y="927"/>
                    <a:pt x="2205" y="911"/>
                    <a:pt x="2198" y="885"/>
                  </a:cubicBezTo>
                  <a:cubicBezTo>
                    <a:pt x="2182" y="812"/>
                    <a:pt x="2174" y="747"/>
                    <a:pt x="2174" y="747"/>
                  </a:cubicBezTo>
                  <a:cubicBezTo>
                    <a:pt x="2157" y="682"/>
                    <a:pt x="2149" y="682"/>
                    <a:pt x="2141" y="682"/>
                  </a:cubicBezTo>
                  <a:cubicBezTo>
                    <a:pt x="2133" y="682"/>
                    <a:pt x="2117" y="682"/>
                    <a:pt x="2133" y="747"/>
                  </a:cubicBezTo>
                  <a:cubicBezTo>
                    <a:pt x="2125" y="714"/>
                    <a:pt x="2125" y="722"/>
                    <a:pt x="2117" y="682"/>
                  </a:cubicBezTo>
                  <a:cubicBezTo>
                    <a:pt x="2112" y="682"/>
                    <a:pt x="2103" y="653"/>
                    <a:pt x="2102" y="653"/>
                  </a:cubicBezTo>
                  <a:lnTo>
                    <a:pt x="2102" y="653"/>
                  </a:lnTo>
                  <a:cubicBezTo>
                    <a:pt x="2102" y="653"/>
                    <a:pt x="2103" y="660"/>
                    <a:pt x="2109" y="682"/>
                  </a:cubicBezTo>
                  <a:cubicBezTo>
                    <a:pt x="2109" y="682"/>
                    <a:pt x="2101" y="682"/>
                    <a:pt x="2068" y="617"/>
                  </a:cubicBezTo>
                  <a:cubicBezTo>
                    <a:pt x="2063" y="606"/>
                    <a:pt x="2058" y="601"/>
                    <a:pt x="2055" y="601"/>
                  </a:cubicBezTo>
                  <a:lnTo>
                    <a:pt x="2055" y="601"/>
                  </a:lnTo>
                  <a:cubicBezTo>
                    <a:pt x="2040" y="601"/>
                    <a:pt x="2054" y="719"/>
                    <a:pt x="2101" y="820"/>
                  </a:cubicBezTo>
                  <a:lnTo>
                    <a:pt x="2093" y="820"/>
                  </a:lnTo>
                  <a:cubicBezTo>
                    <a:pt x="2085" y="828"/>
                    <a:pt x="2101" y="893"/>
                    <a:pt x="2101" y="893"/>
                  </a:cubicBezTo>
                  <a:cubicBezTo>
                    <a:pt x="2117" y="958"/>
                    <a:pt x="2117" y="958"/>
                    <a:pt x="2109" y="958"/>
                  </a:cubicBezTo>
                  <a:lnTo>
                    <a:pt x="2068" y="828"/>
                  </a:lnTo>
                  <a:cubicBezTo>
                    <a:pt x="2045" y="711"/>
                    <a:pt x="2022" y="643"/>
                    <a:pt x="2015" y="643"/>
                  </a:cubicBezTo>
                  <a:lnTo>
                    <a:pt x="2015" y="643"/>
                  </a:lnTo>
                  <a:cubicBezTo>
                    <a:pt x="2011" y="643"/>
                    <a:pt x="2015" y="680"/>
                    <a:pt x="2036" y="763"/>
                  </a:cubicBezTo>
                  <a:cubicBezTo>
                    <a:pt x="2028" y="731"/>
                    <a:pt x="2028" y="739"/>
                    <a:pt x="2020" y="698"/>
                  </a:cubicBezTo>
                  <a:cubicBezTo>
                    <a:pt x="2012" y="668"/>
                    <a:pt x="2004" y="653"/>
                    <a:pt x="1999" y="653"/>
                  </a:cubicBezTo>
                  <a:cubicBezTo>
                    <a:pt x="1994" y="653"/>
                    <a:pt x="1991" y="672"/>
                    <a:pt x="1995" y="706"/>
                  </a:cubicBezTo>
                  <a:cubicBezTo>
                    <a:pt x="2003" y="779"/>
                    <a:pt x="2020" y="844"/>
                    <a:pt x="2044" y="909"/>
                  </a:cubicBezTo>
                  <a:cubicBezTo>
                    <a:pt x="2060" y="974"/>
                    <a:pt x="2060" y="974"/>
                    <a:pt x="2060" y="974"/>
                  </a:cubicBezTo>
                  <a:cubicBezTo>
                    <a:pt x="2052" y="974"/>
                    <a:pt x="2052" y="974"/>
                    <a:pt x="2028" y="909"/>
                  </a:cubicBezTo>
                  <a:cubicBezTo>
                    <a:pt x="2008" y="846"/>
                    <a:pt x="1994" y="816"/>
                    <a:pt x="1990" y="816"/>
                  </a:cubicBezTo>
                  <a:lnTo>
                    <a:pt x="1990" y="816"/>
                  </a:lnTo>
                  <a:cubicBezTo>
                    <a:pt x="1985" y="816"/>
                    <a:pt x="1991" y="850"/>
                    <a:pt x="2012" y="917"/>
                  </a:cubicBezTo>
                  <a:lnTo>
                    <a:pt x="1987" y="852"/>
                  </a:lnTo>
                  <a:cubicBezTo>
                    <a:pt x="1971" y="808"/>
                    <a:pt x="1950" y="763"/>
                    <a:pt x="1934" y="763"/>
                  </a:cubicBezTo>
                  <a:cubicBezTo>
                    <a:pt x="1926" y="763"/>
                    <a:pt x="1919" y="772"/>
                    <a:pt x="1914" y="795"/>
                  </a:cubicBezTo>
                  <a:cubicBezTo>
                    <a:pt x="1901" y="799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5"/>
                  </a:cubicBezTo>
                  <a:cubicBezTo>
                    <a:pt x="1828" y="744"/>
                    <a:pt x="1824" y="739"/>
                    <a:pt x="1821" y="739"/>
                  </a:cubicBezTo>
                  <a:lnTo>
                    <a:pt x="1821" y="739"/>
                  </a:lnTo>
                  <a:cubicBezTo>
                    <a:pt x="1810" y="739"/>
                    <a:pt x="1835" y="857"/>
                    <a:pt x="1882" y="958"/>
                  </a:cubicBezTo>
                  <a:cubicBezTo>
                    <a:pt x="1858" y="916"/>
                    <a:pt x="1848" y="905"/>
                    <a:pt x="1837" y="905"/>
                  </a:cubicBezTo>
                  <a:cubicBezTo>
                    <a:pt x="1833" y="905"/>
                    <a:pt x="1830" y="907"/>
                    <a:pt x="1825" y="909"/>
                  </a:cubicBezTo>
                  <a:cubicBezTo>
                    <a:pt x="1821" y="911"/>
                    <a:pt x="1817" y="913"/>
                    <a:pt x="1814" y="913"/>
                  </a:cubicBezTo>
                  <a:cubicBezTo>
                    <a:pt x="1806" y="913"/>
                    <a:pt x="1800" y="901"/>
                    <a:pt x="1776" y="860"/>
                  </a:cubicBezTo>
                  <a:cubicBezTo>
                    <a:pt x="1745" y="800"/>
                    <a:pt x="1728" y="770"/>
                    <a:pt x="1727" y="770"/>
                  </a:cubicBezTo>
                  <a:lnTo>
                    <a:pt x="1727" y="770"/>
                  </a:lnTo>
                  <a:cubicBezTo>
                    <a:pt x="1725" y="770"/>
                    <a:pt x="1739" y="802"/>
                    <a:pt x="1768" y="868"/>
                  </a:cubicBezTo>
                  <a:cubicBezTo>
                    <a:pt x="1791" y="917"/>
                    <a:pt x="1797" y="939"/>
                    <a:pt x="1791" y="939"/>
                  </a:cubicBezTo>
                  <a:cubicBezTo>
                    <a:pt x="1782" y="939"/>
                    <a:pt x="1747" y="892"/>
                    <a:pt x="1703" y="820"/>
                  </a:cubicBezTo>
                  <a:cubicBezTo>
                    <a:pt x="1677" y="783"/>
                    <a:pt x="1665" y="773"/>
                    <a:pt x="1655" y="773"/>
                  </a:cubicBezTo>
                  <a:cubicBezTo>
                    <a:pt x="1649" y="773"/>
                    <a:pt x="1644" y="776"/>
                    <a:pt x="1639" y="779"/>
                  </a:cubicBezTo>
                  <a:cubicBezTo>
                    <a:pt x="1671" y="836"/>
                    <a:pt x="1655" y="844"/>
                    <a:pt x="1639" y="860"/>
                  </a:cubicBezTo>
                  <a:cubicBezTo>
                    <a:pt x="1622" y="876"/>
                    <a:pt x="1622" y="876"/>
                    <a:pt x="1703" y="982"/>
                  </a:cubicBezTo>
                  <a:cubicBezTo>
                    <a:pt x="1785" y="1095"/>
                    <a:pt x="1776" y="1095"/>
                    <a:pt x="1768" y="1103"/>
                  </a:cubicBezTo>
                  <a:cubicBezTo>
                    <a:pt x="1766" y="1106"/>
                    <a:pt x="1764" y="1108"/>
                    <a:pt x="1762" y="1108"/>
                  </a:cubicBezTo>
                  <a:cubicBezTo>
                    <a:pt x="1757" y="1108"/>
                    <a:pt x="1748" y="1097"/>
                    <a:pt x="1720" y="1063"/>
                  </a:cubicBezTo>
                  <a:cubicBezTo>
                    <a:pt x="1720" y="1063"/>
                    <a:pt x="1671" y="1014"/>
                    <a:pt x="1663" y="1014"/>
                  </a:cubicBezTo>
                  <a:cubicBezTo>
                    <a:pt x="1660" y="1017"/>
                    <a:pt x="1657" y="1020"/>
                    <a:pt x="1653" y="1020"/>
                  </a:cubicBezTo>
                  <a:cubicBezTo>
                    <a:pt x="1645" y="1020"/>
                    <a:pt x="1632" y="1010"/>
                    <a:pt x="1606" y="974"/>
                  </a:cubicBezTo>
                  <a:cubicBezTo>
                    <a:pt x="1606" y="974"/>
                    <a:pt x="1566" y="940"/>
                    <a:pt x="1546" y="940"/>
                  </a:cubicBezTo>
                  <a:cubicBezTo>
                    <a:pt x="1545" y="940"/>
                    <a:pt x="1543" y="941"/>
                    <a:pt x="1541" y="941"/>
                  </a:cubicBezTo>
                  <a:cubicBezTo>
                    <a:pt x="1534" y="945"/>
                    <a:pt x="1528" y="951"/>
                    <a:pt x="1519" y="951"/>
                  </a:cubicBezTo>
                  <a:cubicBezTo>
                    <a:pt x="1509" y="951"/>
                    <a:pt x="1494" y="943"/>
                    <a:pt x="1468" y="917"/>
                  </a:cubicBezTo>
                  <a:cubicBezTo>
                    <a:pt x="1460" y="917"/>
                    <a:pt x="1460" y="917"/>
                    <a:pt x="1509" y="966"/>
                  </a:cubicBezTo>
                  <a:cubicBezTo>
                    <a:pt x="1549" y="1012"/>
                    <a:pt x="1583" y="1053"/>
                    <a:pt x="1554" y="1053"/>
                  </a:cubicBezTo>
                  <a:cubicBezTo>
                    <a:pt x="1548" y="1053"/>
                    <a:pt x="1538" y="1051"/>
                    <a:pt x="1525" y="1047"/>
                  </a:cubicBezTo>
                  <a:lnTo>
                    <a:pt x="1525" y="1047"/>
                  </a:lnTo>
                  <a:cubicBezTo>
                    <a:pt x="1517" y="1063"/>
                    <a:pt x="1501" y="1079"/>
                    <a:pt x="1549" y="1120"/>
                  </a:cubicBezTo>
                  <a:cubicBezTo>
                    <a:pt x="1547" y="1122"/>
                    <a:pt x="1545" y="1124"/>
                    <a:pt x="1543" y="1124"/>
                  </a:cubicBezTo>
                  <a:cubicBezTo>
                    <a:pt x="1537" y="1124"/>
                    <a:pt x="1526" y="1115"/>
                    <a:pt x="1493" y="1087"/>
                  </a:cubicBezTo>
                  <a:cubicBezTo>
                    <a:pt x="1449" y="1047"/>
                    <a:pt x="1422" y="1029"/>
                    <a:pt x="1414" y="1029"/>
                  </a:cubicBezTo>
                  <a:cubicBezTo>
                    <a:pt x="1403" y="1029"/>
                    <a:pt x="1423" y="1058"/>
                    <a:pt x="1476" y="1112"/>
                  </a:cubicBezTo>
                  <a:cubicBezTo>
                    <a:pt x="1505" y="1135"/>
                    <a:pt x="1514" y="1148"/>
                    <a:pt x="1507" y="1148"/>
                  </a:cubicBezTo>
                  <a:cubicBezTo>
                    <a:pt x="1502" y="1148"/>
                    <a:pt x="1489" y="1141"/>
                    <a:pt x="1468" y="1128"/>
                  </a:cubicBezTo>
                  <a:lnTo>
                    <a:pt x="1468" y="1128"/>
                  </a:lnTo>
                  <a:cubicBezTo>
                    <a:pt x="1468" y="1128"/>
                    <a:pt x="1460" y="1128"/>
                    <a:pt x="1509" y="1176"/>
                  </a:cubicBezTo>
                  <a:cubicBezTo>
                    <a:pt x="1533" y="1205"/>
                    <a:pt x="1545" y="1217"/>
                    <a:pt x="1539" y="1217"/>
                  </a:cubicBezTo>
                  <a:cubicBezTo>
                    <a:pt x="1534" y="1217"/>
                    <a:pt x="1520" y="1211"/>
                    <a:pt x="1493" y="1201"/>
                  </a:cubicBezTo>
                  <a:cubicBezTo>
                    <a:pt x="1453" y="1173"/>
                    <a:pt x="1441" y="1164"/>
                    <a:pt x="1435" y="1164"/>
                  </a:cubicBezTo>
                  <a:cubicBezTo>
                    <a:pt x="1432" y="1164"/>
                    <a:pt x="1430" y="1166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9"/>
                    <a:pt x="1371" y="1266"/>
                  </a:cubicBezTo>
                  <a:lnTo>
                    <a:pt x="1371" y="1266"/>
                  </a:lnTo>
                  <a:cubicBezTo>
                    <a:pt x="1420" y="1306"/>
                    <a:pt x="1420" y="1306"/>
                    <a:pt x="1420" y="1314"/>
                  </a:cubicBezTo>
                  <a:cubicBezTo>
                    <a:pt x="1379" y="1295"/>
                    <a:pt x="1358" y="1287"/>
                    <a:pt x="1353" y="1287"/>
                  </a:cubicBezTo>
                  <a:cubicBezTo>
                    <a:pt x="1342" y="1287"/>
                    <a:pt x="1393" y="1320"/>
                    <a:pt x="1468" y="1363"/>
                  </a:cubicBezTo>
                  <a:lnTo>
                    <a:pt x="1468" y="1355"/>
                  </a:lnTo>
                  <a:lnTo>
                    <a:pt x="1476" y="1347"/>
                  </a:lnTo>
                  <a:cubicBezTo>
                    <a:pt x="1535" y="1380"/>
                    <a:pt x="1561" y="1400"/>
                    <a:pt x="1549" y="1400"/>
                  </a:cubicBezTo>
                  <a:cubicBezTo>
                    <a:pt x="1537" y="1400"/>
                    <a:pt x="1490" y="1382"/>
                    <a:pt x="1403" y="1339"/>
                  </a:cubicBezTo>
                  <a:cubicBezTo>
                    <a:pt x="1350" y="1312"/>
                    <a:pt x="1322" y="1298"/>
                    <a:pt x="1319" y="1298"/>
                  </a:cubicBezTo>
                  <a:lnTo>
                    <a:pt x="1319" y="1298"/>
                  </a:lnTo>
                  <a:cubicBezTo>
                    <a:pt x="1315" y="1298"/>
                    <a:pt x="1343" y="1316"/>
                    <a:pt x="1403" y="1355"/>
                  </a:cubicBezTo>
                  <a:cubicBezTo>
                    <a:pt x="1460" y="1390"/>
                    <a:pt x="1486" y="1406"/>
                    <a:pt x="1480" y="1406"/>
                  </a:cubicBezTo>
                  <a:cubicBezTo>
                    <a:pt x="1474" y="1406"/>
                    <a:pt x="1444" y="1394"/>
                    <a:pt x="1387" y="1371"/>
                  </a:cubicBezTo>
                  <a:cubicBezTo>
                    <a:pt x="1332" y="1344"/>
                    <a:pt x="1304" y="1329"/>
                    <a:pt x="1302" y="1329"/>
                  </a:cubicBezTo>
                  <a:lnTo>
                    <a:pt x="1302" y="1329"/>
                  </a:lnTo>
                  <a:cubicBezTo>
                    <a:pt x="1300" y="1329"/>
                    <a:pt x="1329" y="1346"/>
                    <a:pt x="1387" y="1379"/>
                  </a:cubicBezTo>
                  <a:cubicBezTo>
                    <a:pt x="1526" y="1458"/>
                    <a:pt x="1598" y="1504"/>
                    <a:pt x="1580" y="1504"/>
                  </a:cubicBezTo>
                  <a:cubicBezTo>
                    <a:pt x="1568" y="1504"/>
                    <a:pt x="1520" y="1485"/>
                    <a:pt x="1428" y="1444"/>
                  </a:cubicBezTo>
                  <a:cubicBezTo>
                    <a:pt x="1325" y="1396"/>
                    <a:pt x="1263" y="1377"/>
                    <a:pt x="1246" y="1377"/>
                  </a:cubicBezTo>
                  <a:cubicBezTo>
                    <a:pt x="1243" y="1377"/>
                    <a:pt x="1241" y="1378"/>
                    <a:pt x="1241" y="1379"/>
                  </a:cubicBezTo>
                  <a:cubicBezTo>
                    <a:pt x="1233" y="1387"/>
                    <a:pt x="1298" y="1412"/>
                    <a:pt x="1363" y="1436"/>
                  </a:cubicBezTo>
                  <a:cubicBezTo>
                    <a:pt x="1430" y="1463"/>
                    <a:pt x="1458" y="1475"/>
                    <a:pt x="1449" y="1475"/>
                  </a:cubicBezTo>
                  <a:cubicBezTo>
                    <a:pt x="1441" y="1475"/>
                    <a:pt x="1409" y="1467"/>
                    <a:pt x="1355" y="1452"/>
                  </a:cubicBezTo>
                  <a:cubicBezTo>
                    <a:pt x="1287" y="1434"/>
                    <a:pt x="1242" y="1426"/>
                    <a:pt x="1218" y="1426"/>
                  </a:cubicBezTo>
                  <a:cubicBezTo>
                    <a:pt x="1175" y="1426"/>
                    <a:pt x="1196" y="1451"/>
                    <a:pt x="1274" y="1493"/>
                  </a:cubicBezTo>
                  <a:cubicBezTo>
                    <a:pt x="1341" y="1536"/>
                    <a:pt x="1366" y="1559"/>
                    <a:pt x="1351" y="1559"/>
                  </a:cubicBezTo>
                  <a:cubicBezTo>
                    <a:pt x="1341" y="1559"/>
                    <a:pt x="1312" y="1548"/>
                    <a:pt x="1266" y="1525"/>
                  </a:cubicBezTo>
                  <a:cubicBezTo>
                    <a:pt x="1200" y="1494"/>
                    <a:pt x="1167" y="1480"/>
                    <a:pt x="1161" y="1480"/>
                  </a:cubicBezTo>
                  <a:lnTo>
                    <a:pt x="1161" y="1480"/>
                  </a:lnTo>
                  <a:cubicBezTo>
                    <a:pt x="1157" y="1480"/>
                    <a:pt x="1171" y="1490"/>
                    <a:pt x="1201" y="1509"/>
                  </a:cubicBezTo>
                  <a:cubicBezTo>
                    <a:pt x="1193" y="1525"/>
                    <a:pt x="1193" y="1541"/>
                    <a:pt x="1185" y="1549"/>
                  </a:cubicBezTo>
                  <a:cubicBezTo>
                    <a:pt x="1185" y="1558"/>
                    <a:pt x="1249" y="1582"/>
                    <a:pt x="1306" y="1598"/>
                  </a:cubicBezTo>
                  <a:cubicBezTo>
                    <a:pt x="1261" y="1589"/>
                    <a:pt x="1221" y="1584"/>
                    <a:pt x="1196" y="1584"/>
                  </a:cubicBezTo>
                  <a:cubicBezTo>
                    <a:pt x="1155" y="1584"/>
                    <a:pt x="1155" y="1597"/>
                    <a:pt x="1241" y="1622"/>
                  </a:cubicBezTo>
                  <a:lnTo>
                    <a:pt x="1233" y="1639"/>
                  </a:lnTo>
                  <a:cubicBezTo>
                    <a:pt x="1233" y="1647"/>
                    <a:pt x="1233" y="1647"/>
                    <a:pt x="1298" y="1671"/>
                  </a:cubicBezTo>
                  <a:cubicBezTo>
                    <a:pt x="1336" y="1681"/>
                    <a:pt x="1330" y="1684"/>
                    <a:pt x="1305" y="1684"/>
                  </a:cubicBezTo>
                  <a:cubicBezTo>
                    <a:pt x="1287" y="1684"/>
                    <a:pt x="1260" y="1682"/>
                    <a:pt x="1233" y="1679"/>
                  </a:cubicBezTo>
                  <a:cubicBezTo>
                    <a:pt x="1160" y="1679"/>
                    <a:pt x="1095" y="1679"/>
                    <a:pt x="1160" y="1687"/>
                  </a:cubicBezTo>
                  <a:cubicBezTo>
                    <a:pt x="1233" y="1703"/>
                    <a:pt x="1290" y="1728"/>
                    <a:pt x="1355" y="1736"/>
                  </a:cubicBezTo>
                  <a:cubicBezTo>
                    <a:pt x="1388" y="1745"/>
                    <a:pt x="1380" y="1749"/>
                    <a:pt x="1355" y="1749"/>
                  </a:cubicBezTo>
                  <a:cubicBezTo>
                    <a:pt x="1338" y="1749"/>
                    <a:pt x="1313" y="1747"/>
                    <a:pt x="1290" y="1744"/>
                  </a:cubicBezTo>
                  <a:cubicBezTo>
                    <a:pt x="1266" y="1740"/>
                    <a:pt x="1243" y="1738"/>
                    <a:pt x="1221" y="1738"/>
                  </a:cubicBezTo>
                  <a:cubicBezTo>
                    <a:pt x="1199" y="1738"/>
                    <a:pt x="1176" y="1740"/>
                    <a:pt x="1152" y="1744"/>
                  </a:cubicBezTo>
                  <a:cubicBezTo>
                    <a:pt x="1152" y="1752"/>
                    <a:pt x="1152" y="1768"/>
                    <a:pt x="1217" y="1776"/>
                  </a:cubicBezTo>
                  <a:cubicBezTo>
                    <a:pt x="1282" y="1785"/>
                    <a:pt x="1274" y="1825"/>
                    <a:pt x="1217" y="1833"/>
                  </a:cubicBezTo>
                  <a:lnTo>
                    <a:pt x="1217" y="1858"/>
                  </a:lnTo>
                  <a:cubicBezTo>
                    <a:pt x="1217" y="1866"/>
                    <a:pt x="1274" y="1874"/>
                    <a:pt x="1282" y="1882"/>
                  </a:cubicBezTo>
                  <a:cubicBezTo>
                    <a:pt x="1282" y="1882"/>
                    <a:pt x="1282" y="1890"/>
                    <a:pt x="1339" y="1890"/>
                  </a:cubicBezTo>
                  <a:cubicBezTo>
                    <a:pt x="1339" y="1898"/>
                    <a:pt x="1339" y="1906"/>
                    <a:pt x="1282" y="1914"/>
                  </a:cubicBezTo>
                  <a:cubicBezTo>
                    <a:pt x="1330" y="1914"/>
                    <a:pt x="1360" y="1913"/>
                    <a:pt x="1369" y="1913"/>
                  </a:cubicBezTo>
                  <a:cubicBezTo>
                    <a:pt x="1384" y="1913"/>
                    <a:pt x="1355" y="1916"/>
                    <a:pt x="1282" y="1930"/>
                  </a:cubicBezTo>
                  <a:cubicBezTo>
                    <a:pt x="1152" y="1939"/>
                    <a:pt x="1152" y="1939"/>
                    <a:pt x="1282" y="1939"/>
                  </a:cubicBezTo>
                  <a:cubicBezTo>
                    <a:pt x="1339" y="1939"/>
                    <a:pt x="1339" y="1939"/>
                    <a:pt x="1282" y="1955"/>
                  </a:cubicBezTo>
                  <a:cubicBezTo>
                    <a:pt x="1217" y="1955"/>
                    <a:pt x="1217" y="1963"/>
                    <a:pt x="1282" y="1963"/>
                  </a:cubicBezTo>
                  <a:cubicBezTo>
                    <a:pt x="1304" y="1961"/>
                    <a:pt x="1325" y="1961"/>
                    <a:pt x="1342" y="1961"/>
                  </a:cubicBezTo>
                  <a:cubicBezTo>
                    <a:pt x="1421" y="1961"/>
                    <a:pt x="1445" y="1974"/>
                    <a:pt x="1339" y="1987"/>
                  </a:cubicBezTo>
                  <a:cubicBezTo>
                    <a:pt x="1339" y="1987"/>
                    <a:pt x="1339" y="1991"/>
                    <a:pt x="1358" y="1991"/>
                  </a:cubicBezTo>
                  <a:cubicBezTo>
                    <a:pt x="1367" y="1991"/>
                    <a:pt x="1382" y="1990"/>
                    <a:pt x="1403" y="1987"/>
                  </a:cubicBezTo>
                  <a:cubicBezTo>
                    <a:pt x="1457" y="1984"/>
                    <a:pt x="1489" y="1982"/>
                    <a:pt x="1498" y="1982"/>
                  </a:cubicBezTo>
                  <a:cubicBezTo>
                    <a:pt x="1511" y="1982"/>
                    <a:pt x="1479" y="1986"/>
                    <a:pt x="1403" y="1995"/>
                  </a:cubicBezTo>
                  <a:cubicBezTo>
                    <a:pt x="1322" y="2017"/>
                    <a:pt x="1295" y="2028"/>
                    <a:pt x="1325" y="2028"/>
                  </a:cubicBezTo>
                  <a:cubicBezTo>
                    <a:pt x="1340" y="2028"/>
                    <a:pt x="1368" y="2025"/>
                    <a:pt x="1412" y="2020"/>
                  </a:cubicBezTo>
                  <a:cubicBezTo>
                    <a:pt x="1412" y="2020"/>
                    <a:pt x="1421" y="2018"/>
                    <a:pt x="1428" y="2018"/>
                  </a:cubicBezTo>
                  <a:cubicBezTo>
                    <a:pt x="1439" y="2018"/>
                    <a:pt x="1446" y="2021"/>
                    <a:pt x="1412" y="2036"/>
                  </a:cubicBezTo>
                  <a:cubicBezTo>
                    <a:pt x="1368" y="2055"/>
                    <a:pt x="1324" y="2098"/>
                    <a:pt x="1362" y="2098"/>
                  </a:cubicBezTo>
                  <a:cubicBezTo>
                    <a:pt x="1373" y="2098"/>
                    <a:pt x="1392" y="2094"/>
                    <a:pt x="1420" y="2085"/>
                  </a:cubicBezTo>
                  <a:lnTo>
                    <a:pt x="1420" y="2101"/>
                  </a:lnTo>
                  <a:cubicBezTo>
                    <a:pt x="1382" y="2122"/>
                    <a:pt x="1369" y="2133"/>
                    <a:pt x="1384" y="2133"/>
                  </a:cubicBezTo>
                  <a:cubicBezTo>
                    <a:pt x="1392" y="2133"/>
                    <a:pt x="1406" y="2130"/>
                    <a:pt x="1428" y="2125"/>
                  </a:cubicBezTo>
                  <a:lnTo>
                    <a:pt x="1493" y="2117"/>
                  </a:lnTo>
                  <a:lnTo>
                    <a:pt x="1493" y="2117"/>
                  </a:lnTo>
                  <a:cubicBezTo>
                    <a:pt x="1444" y="2125"/>
                    <a:pt x="1403" y="2141"/>
                    <a:pt x="1371" y="2166"/>
                  </a:cubicBezTo>
                  <a:cubicBezTo>
                    <a:pt x="1371" y="2169"/>
                    <a:pt x="1371" y="2171"/>
                    <a:pt x="1376" y="2171"/>
                  </a:cubicBezTo>
                  <a:cubicBezTo>
                    <a:pt x="1382" y="2171"/>
                    <a:pt x="1398" y="2167"/>
                    <a:pt x="1436" y="2157"/>
                  </a:cubicBezTo>
                  <a:cubicBezTo>
                    <a:pt x="1472" y="2142"/>
                    <a:pt x="1485" y="2136"/>
                    <a:pt x="1490" y="2136"/>
                  </a:cubicBezTo>
                  <a:cubicBezTo>
                    <a:pt x="1493" y="2136"/>
                    <a:pt x="1493" y="2138"/>
                    <a:pt x="1493" y="2141"/>
                  </a:cubicBezTo>
                  <a:cubicBezTo>
                    <a:pt x="1460" y="2166"/>
                    <a:pt x="1420" y="2190"/>
                    <a:pt x="1379" y="2198"/>
                  </a:cubicBezTo>
                  <a:lnTo>
                    <a:pt x="1379" y="2206"/>
                  </a:lnTo>
                  <a:cubicBezTo>
                    <a:pt x="1444" y="2184"/>
                    <a:pt x="1475" y="2177"/>
                    <a:pt x="1480" y="2177"/>
                  </a:cubicBezTo>
                  <a:cubicBezTo>
                    <a:pt x="1484" y="2177"/>
                    <a:pt x="1470" y="2182"/>
                    <a:pt x="1444" y="2190"/>
                  </a:cubicBezTo>
                  <a:cubicBezTo>
                    <a:pt x="1387" y="2222"/>
                    <a:pt x="1387" y="2230"/>
                    <a:pt x="1387" y="2239"/>
                  </a:cubicBezTo>
                  <a:cubicBezTo>
                    <a:pt x="1406" y="2232"/>
                    <a:pt x="1414" y="2229"/>
                    <a:pt x="1417" y="2229"/>
                  </a:cubicBezTo>
                  <a:cubicBezTo>
                    <a:pt x="1423" y="2229"/>
                    <a:pt x="1402" y="2240"/>
                    <a:pt x="1392" y="2240"/>
                  </a:cubicBezTo>
                  <a:cubicBezTo>
                    <a:pt x="1390" y="2240"/>
                    <a:pt x="1388" y="2240"/>
                    <a:pt x="1387" y="2239"/>
                  </a:cubicBezTo>
                  <a:lnTo>
                    <a:pt x="1330" y="2263"/>
                  </a:lnTo>
                  <a:cubicBezTo>
                    <a:pt x="1311" y="2274"/>
                    <a:pt x="1305" y="2279"/>
                    <a:pt x="1308" y="2279"/>
                  </a:cubicBezTo>
                  <a:cubicBezTo>
                    <a:pt x="1314" y="2279"/>
                    <a:pt x="1353" y="2263"/>
                    <a:pt x="1395" y="2247"/>
                  </a:cubicBezTo>
                  <a:lnTo>
                    <a:pt x="1395" y="2263"/>
                  </a:lnTo>
                  <a:cubicBezTo>
                    <a:pt x="1398" y="2263"/>
                    <a:pt x="1400" y="2264"/>
                    <a:pt x="1403" y="2264"/>
                  </a:cubicBezTo>
                  <a:cubicBezTo>
                    <a:pt x="1410" y="2264"/>
                    <a:pt x="1422" y="2260"/>
                    <a:pt x="1460" y="2239"/>
                  </a:cubicBezTo>
                  <a:cubicBezTo>
                    <a:pt x="1501" y="2222"/>
                    <a:pt x="1533" y="2206"/>
                    <a:pt x="1582" y="2198"/>
                  </a:cubicBezTo>
                  <a:lnTo>
                    <a:pt x="1582" y="2198"/>
                  </a:lnTo>
                  <a:cubicBezTo>
                    <a:pt x="1541" y="2206"/>
                    <a:pt x="1501" y="2230"/>
                    <a:pt x="1468" y="2255"/>
                  </a:cubicBezTo>
                  <a:cubicBezTo>
                    <a:pt x="1468" y="2263"/>
                    <a:pt x="1412" y="2287"/>
                    <a:pt x="1412" y="2287"/>
                  </a:cubicBezTo>
                  <a:cubicBezTo>
                    <a:pt x="1334" y="2318"/>
                    <a:pt x="1336" y="2333"/>
                    <a:pt x="1362" y="2333"/>
                  </a:cubicBezTo>
                  <a:cubicBezTo>
                    <a:pt x="1377" y="2333"/>
                    <a:pt x="1399" y="2328"/>
                    <a:pt x="1420" y="2320"/>
                  </a:cubicBezTo>
                  <a:cubicBezTo>
                    <a:pt x="1473" y="2302"/>
                    <a:pt x="1503" y="2292"/>
                    <a:pt x="1510" y="2292"/>
                  </a:cubicBezTo>
                  <a:cubicBezTo>
                    <a:pt x="1519" y="2292"/>
                    <a:pt x="1491" y="2308"/>
                    <a:pt x="1428" y="2344"/>
                  </a:cubicBezTo>
                  <a:cubicBezTo>
                    <a:pt x="1392" y="2362"/>
                    <a:pt x="1379" y="2370"/>
                    <a:pt x="1385" y="2370"/>
                  </a:cubicBezTo>
                  <a:cubicBezTo>
                    <a:pt x="1396" y="2370"/>
                    <a:pt x="1490" y="2332"/>
                    <a:pt x="1606" y="2271"/>
                  </a:cubicBezTo>
                  <a:lnTo>
                    <a:pt x="1776" y="2182"/>
                  </a:lnTo>
                  <a:lnTo>
                    <a:pt x="1606" y="2279"/>
                  </a:lnTo>
                  <a:cubicBezTo>
                    <a:pt x="1466" y="2362"/>
                    <a:pt x="1415" y="2392"/>
                    <a:pt x="1429" y="2392"/>
                  </a:cubicBezTo>
                  <a:cubicBezTo>
                    <a:pt x="1437" y="2392"/>
                    <a:pt x="1465" y="2383"/>
                    <a:pt x="1509" y="2368"/>
                  </a:cubicBezTo>
                  <a:cubicBezTo>
                    <a:pt x="1539" y="2357"/>
                    <a:pt x="1553" y="2351"/>
                    <a:pt x="1555" y="2351"/>
                  </a:cubicBezTo>
                  <a:lnTo>
                    <a:pt x="1555" y="2351"/>
                  </a:lnTo>
                  <a:cubicBezTo>
                    <a:pt x="1557" y="2351"/>
                    <a:pt x="1543" y="2359"/>
                    <a:pt x="1517" y="2376"/>
                  </a:cubicBezTo>
                  <a:cubicBezTo>
                    <a:pt x="1460" y="2417"/>
                    <a:pt x="1468" y="2417"/>
                    <a:pt x="1476" y="2441"/>
                  </a:cubicBezTo>
                  <a:cubicBezTo>
                    <a:pt x="1485" y="2449"/>
                    <a:pt x="1489" y="2455"/>
                    <a:pt x="1498" y="2455"/>
                  </a:cubicBezTo>
                  <a:cubicBezTo>
                    <a:pt x="1507" y="2455"/>
                    <a:pt x="1521" y="2449"/>
                    <a:pt x="1549" y="2433"/>
                  </a:cubicBezTo>
                  <a:lnTo>
                    <a:pt x="1558" y="2441"/>
                  </a:lnTo>
                  <a:cubicBezTo>
                    <a:pt x="1512" y="2480"/>
                    <a:pt x="1498" y="2497"/>
                    <a:pt x="1505" y="2497"/>
                  </a:cubicBezTo>
                  <a:cubicBezTo>
                    <a:pt x="1514" y="2497"/>
                    <a:pt x="1559" y="2467"/>
                    <a:pt x="1614" y="2417"/>
                  </a:cubicBezTo>
                  <a:lnTo>
                    <a:pt x="1622" y="2433"/>
                  </a:lnTo>
                  <a:lnTo>
                    <a:pt x="1566" y="2466"/>
                  </a:lnTo>
                  <a:cubicBezTo>
                    <a:pt x="1517" y="2506"/>
                    <a:pt x="1525" y="2522"/>
                    <a:pt x="1566" y="2579"/>
                  </a:cubicBezTo>
                  <a:cubicBezTo>
                    <a:pt x="1587" y="2601"/>
                    <a:pt x="1601" y="2614"/>
                    <a:pt x="1616" y="2614"/>
                  </a:cubicBezTo>
                  <a:cubicBezTo>
                    <a:pt x="1636" y="2614"/>
                    <a:pt x="1658" y="2593"/>
                    <a:pt x="1703" y="2539"/>
                  </a:cubicBezTo>
                  <a:cubicBezTo>
                    <a:pt x="1750" y="2496"/>
                    <a:pt x="1774" y="2476"/>
                    <a:pt x="1778" y="2476"/>
                  </a:cubicBezTo>
                  <a:lnTo>
                    <a:pt x="1778" y="2476"/>
                  </a:lnTo>
                  <a:cubicBezTo>
                    <a:pt x="1782" y="2476"/>
                    <a:pt x="1762" y="2500"/>
                    <a:pt x="1720" y="2547"/>
                  </a:cubicBezTo>
                  <a:cubicBezTo>
                    <a:pt x="1684" y="2582"/>
                    <a:pt x="1657" y="2622"/>
                    <a:pt x="1661" y="2622"/>
                  </a:cubicBezTo>
                  <a:cubicBezTo>
                    <a:pt x="1663" y="2622"/>
                    <a:pt x="1668" y="2617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2"/>
                    <a:pt x="1655" y="2668"/>
                  </a:cubicBezTo>
                  <a:cubicBezTo>
                    <a:pt x="1625" y="2725"/>
                    <a:pt x="1619" y="2745"/>
                    <a:pt x="1625" y="2745"/>
                  </a:cubicBezTo>
                  <a:cubicBezTo>
                    <a:pt x="1632" y="2745"/>
                    <a:pt x="1654" y="2719"/>
                    <a:pt x="1671" y="2693"/>
                  </a:cubicBezTo>
                  <a:cubicBezTo>
                    <a:pt x="1704" y="2650"/>
                    <a:pt x="1717" y="2634"/>
                    <a:pt x="1718" y="2634"/>
                  </a:cubicBezTo>
                  <a:lnTo>
                    <a:pt x="1718" y="2634"/>
                  </a:lnTo>
                  <a:cubicBezTo>
                    <a:pt x="1720" y="2634"/>
                    <a:pt x="1698" y="2667"/>
                    <a:pt x="1679" y="2701"/>
                  </a:cubicBezTo>
                  <a:cubicBezTo>
                    <a:pt x="1655" y="2742"/>
                    <a:pt x="1632" y="2784"/>
                    <a:pt x="1637" y="2784"/>
                  </a:cubicBezTo>
                  <a:cubicBezTo>
                    <a:pt x="1638" y="2784"/>
                    <a:pt x="1644" y="2779"/>
                    <a:pt x="1655" y="2766"/>
                  </a:cubicBezTo>
                  <a:cubicBezTo>
                    <a:pt x="1675" y="2742"/>
                    <a:pt x="1704" y="2724"/>
                    <a:pt x="1720" y="2724"/>
                  </a:cubicBezTo>
                  <a:cubicBezTo>
                    <a:pt x="1738" y="2724"/>
                    <a:pt x="1741" y="2744"/>
                    <a:pt x="1703" y="2798"/>
                  </a:cubicBezTo>
                  <a:lnTo>
                    <a:pt x="1720" y="2806"/>
                  </a:lnTo>
                  <a:cubicBezTo>
                    <a:pt x="1738" y="2774"/>
                    <a:pt x="1751" y="2765"/>
                    <a:pt x="1761" y="2765"/>
                  </a:cubicBezTo>
                  <a:cubicBezTo>
                    <a:pt x="1768" y="2765"/>
                    <a:pt x="1773" y="2770"/>
                    <a:pt x="1776" y="2774"/>
                  </a:cubicBezTo>
                  <a:cubicBezTo>
                    <a:pt x="1793" y="2782"/>
                    <a:pt x="1801" y="2782"/>
                    <a:pt x="1768" y="2839"/>
                  </a:cubicBezTo>
                  <a:cubicBezTo>
                    <a:pt x="1743" y="2868"/>
                    <a:pt x="1735" y="2882"/>
                    <a:pt x="1739" y="2882"/>
                  </a:cubicBezTo>
                  <a:cubicBezTo>
                    <a:pt x="1743" y="2882"/>
                    <a:pt x="1757" y="2870"/>
                    <a:pt x="1776" y="2847"/>
                  </a:cubicBezTo>
                  <a:cubicBezTo>
                    <a:pt x="1777" y="2847"/>
                    <a:pt x="1777" y="2847"/>
                    <a:pt x="1778" y="2847"/>
                  </a:cubicBezTo>
                  <a:cubicBezTo>
                    <a:pt x="1790" y="2847"/>
                    <a:pt x="1858" y="2749"/>
                    <a:pt x="1866" y="2749"/>
                  </a:cubicBezTo>
                  <a:cubicBezTo>
                    <a:pt x="1882" y="2709"/>
                    <a:pt x="1906" y="2676"/>
                    <a:pt x="1939" y="2644"/>
                  </a:cubicBezTo>
                  <a:lnTo>
                    <a:pt x="1939" y="2644"/>
                  </a:lnTo>
                  <a:lnTo>
                    <a:pt x="1906" y="2701"/>
                  </a:lnTo>
                  <a:lnTo>
                    <a:pt x="1849" y="2814"/>
                  </a:lnTo>
                  <a:cubicBezTo>
                    <a:pt x="1849" y="2817"/>
                    <a:pt x="1850" y="2820"/>
                    <a:pt x="1853" y="2820"/>
                  </a:cubicBezTo>
                  <a:cubicBezTo>
                    <a:pt x="1858" y="2820"/>
                    <a:pt x="1868" y="2809"/>
                    <a:pt x="1890" y="2766"/>
                  </a:cubicBezTo>
                  <a:lnTo>
                    <a:pt x="1890" y="2766"/>
                  </a:lnTo>
                  <a:cubicBezTo>
                    <a:pt x="1866" y="2830"/>
                    <a:pt x="1874" y="2839"/>
                    <a:pt x="1890" y="2839"/>
                  </a:cubicBezTo>
                  <a:cubicBezTo>
                    <a:pt x="1896" y="2841"/>
                    <a:pt x="1901" y="2844"/>
                    <a:pt x="1908" y="2844"/>
                  </a:cubicBezTo>
                  <a:cubicBezTo>
                    <a:pt x="1920" y="2844"/>
                    <a:pt x="1934" y="2835"/>
                    <a:pt x="1955" y="2798"/>
                  </a:cubicBezTo>
                  <a:lnTo>
                    <a:pt x="1955" y="2798"/>
                  </a:lnTo>
                  <a:cubicBezTo>
                    <a:pt x="1928" y="2864"/>
                    <a:pt x="1933" y="2899"/>
                    <a:pt x="1951" y="2899"/>
                  </a:cubicBezTo>
                  <a:cubicBezTo>
                    <a:pt x="1965" y="2899"/>
                    <a:pt x="1989" y="2874"/>
                    <a:pt x="2012" y="2822"/>
                  </a:cubicBezTo>
                  <a:cubicBezTo>
                    <a:pt x="2019" y="2791"/>
                    <a:pt x="2025" y="2777"/>
                    <a:pt x="2028" y="2777"/>
                  </a:cubicBezTo>
                  <a:lnTo>
                    <a:pt x="2028" y="2777"/>
                  </a:lnTo>
                  <a:cubicBezTo>
                    <a:pt x="2032" y="2777"/>
                    <a:pt x="2032" y="2793"/>
                    <a:pt x="2028" y="2822"/>
                  </a:cubicBezTo>
                  <a:cubicBezTo>
                    <a:pt x="2019" y="2856"/>
                    <a:pt x="2015" y="2872"/>
                    <a:pt x="2017" y="2872"/>
                  </a:cubicBezTo>
                  <a:cubicBezTo>
                    <a:pt x="2018" y="2872"/>
                    <a:pt x="2024" y="2858"/>
                    <a:pt x="2036" y="2830"/>
                  </a:cubicBezTo>
                  <a:cubicBezTo>
                    <a:pt x="2045" y="2815"/>
                    <a:pt x="2050" y="2809"/>
                    <a:pt x="2053" y="2809"/>
                  </a:cubicBezTo>
                  <a:lnTo>
                    <a:pt x="2053" y="2809"/>
                  </a:lnTo>
                  <a:cubicBezTo>
                    <a:pt x="2060" y="2809"/>
                    <a:pt x="2050" y="2856"/>
                    <a:pt x="2044" y="2903"/>
                  </a:cubicBezTo>
                  <a:cubicBezTo>
                    <a:pt x="2024" y="2982"/>
                    <a:pt x="2020" y="3016"/>
                    <a:pt x="2026" y="3016"/>
                  </a:cubicBezTo>
                  <a:cubicBezTo>
                    <a:pt x="2030" y="3016"/>
                    <a:pt x="2039" y="3002"/>
                    <a:pt x="2052" y="2976"/>
                  </a:cubicBezTo>
                  <a:cubicBezTo>
                    <a:pt x="2085" y="2920"/>
                    <a:pt x="2093" y="2920"/>
                    <a:pt x="2109" y="2920"/>
                  </a:cubicBezTo>
                  <a:cubicBezTo>
                    <a:pt x="2133" y="2887"/>
                    <a:pt x="2149" y="2847"/>
                    <a:pt x="2149" y="2798"/>
                  </a:cubicBezTo>
                  <a:cubicBezTo>
                    <a:pt x="2157" y="2741"/>
                    <a:pt x="2182" y="2676"/>
                    <a:pt x="2182" y="2676"/>
                  </a:cubicBezTo>
                  <a:cubicBezTo>
                    <a:pt x="2190" y="2657"/>
                    <a:pt x="2194" y="2651"/>
                    <a:pt x="2195" y="2651"/>
                  </a:cubicBezTo>
                  <a:lnTo>
                    <a:pt x="2195" y="2651"/>
                  </a:lnTo>
                  <a:cubicBezTo>
                    <a:pt x="2197" y="2651"/>
                    <a:pt x="2190" y="2676"/>
                    <a:pt x="2190" y="2676"/>
                  </a:cubicBezTo>
                  <a:cubicBezTo>
                    <a:pt x="2166" y="2717"/>
                    <a:pt x="2157" y="2757"/>
                    <a:pt x="2166" y="2806"/>
                  </a:cubicBezTo>
                  <a:cubicBezTo>
                    <a:pt x="2157" y="2863"/>
                    <a:pt x="2174" y="2871"/>
                    <a:pt x="2182" y="2871"/>
                  </a:cubicBezTo>
                  <a:lnTo>
                    <a:pt x="2214" y="2879"/>
                  </a:lnTo>
                  <a:cubicBezTo>
                    <a:pt x="2222" y="2912"/>
                    <a:pt x="2228" y="2928"/>
                    <a:pt x="2234" y="2928"/>
                  </a:cubicBezTo>
                  <a:cubicBezTo>
                    <a:pt x="2239" y="2928"/>
                    <a:pt x="2243" y="2912"/>
                    <a:pt x="2247" y="2879"/>
                  </a:cubicBezTo>
                  <a:cubicBezTo>
                    <a:pt x="2247" y="2859"/>
                    <a:pt x="2247" y="2849"/>
                    <a:pt x="2247" y="2843"/>
                  </a:cubicBezTo>
                  <a:lnTo>
                    <a:pt x="2247" y="2843"/>
                  </a:lnTo>
                  <a:cubicBezTo>
                    <a:pt x="2250" y="2893"/>
                    <a:pt x="2272" y="2920"/>
                    <a:pt x="2294" y="2920"/>
                  </a:cubicBezTo>
                  <a:cubicBezTo>
                    <a:pt x="2317" y="2920"/>
                    <a:pt x="2340" y="2891"/>
                    <a:pt x="2344" y="2830"/>
                  </a:cubicBezTo>
                  <a:lnTo>
                    <a:pt x="2344" y="2895"/>
                  </a:lnTo>
                  <a:cubicBezTo>
                    <a:pt x="2344" y="2960"/>
                    <a:pt x="2352" y="2960"/>
                    <a:pt x="2368" y="2960"/>
                  </a:cubicBezTo>
                  <a:cubicBezTo>
                    <a:pt x="2376" y="2960"/>
                    <a:pt x="2409" y="2895"/>
                    <a:pt x="2433" y="2895"/>
                  </a:cubicBezTo>
                  <a:cubicBezTo>
                    <a:pt x="2466" y="2895"/>
                    <a:pt x="2490" y="2895"/>
                    <a:pt x="2482" y="2830"/>
                  </a:cubicBezTo>
                  <a:cubicBezTo>
                    <a:pt x="2490" y="2830"/>
                    <a:pt x="2490" y="2830"/>
                    <a:pt x="2498" y="2895"/>
                  </a:cubicBezTo>
                  <a:cubicBezTo>
                    <a:pt x="2498" y="2952"/>
                    <a:pt x="2506" y="2952"/>
                    <a:pt x="2514" y="2952"/>
                  </a:cubicBezTo>
                  <a:cubicBezTo>
                    <a:pt x="2514" y="2912"/>
                    <a:pt x="2514" y="2871"/>
                    <a:pt x="2506" y="2830"/>
                  </a:cubicBezTo>
                  <a:cubicBezTo>
                    <a:pt x="2498" y="2798"/>
                    <a:pt x="2496" y="2782"/>
                    <a:pt x="2499" y="2782"/>
                  </a:cubicBezTo>
                  <a:lnTo>
                    <a:pt x="2499" y="2782"/>
                  </a:lnTo>
                  <a:cubicBezTo>
                    <a:pt x="2502" y="2782"/>
                    <a:pt x="2510" y="2798"/>
                    <a:pt x="2522" y="2830"/>
                  </a:cubicBezTo>
                  <a:cubicBezTo>
                    <a:pt x="2538" y="2858"/>
                    <a:pt x="2554" y="2872"/>
                    <a:pt x="2566" y="2872"/>
                  </a:cubicBezTo>
                  <a:cubicBezTo>
                    <a:pt x="2579" y="2872"/>
                    <a:pt x="2587" y="2856"/>
                    <a:pt x="2587" y="2822"/>
                  </a:cubicBezTo>
                  <a:cubicBezTo>
                    <a:pt x="2595" y="2822"/>
                    <a:pt x="2603" y="2822"/>
                    <a:pt x="2620" y="2879"/>
                  </a:cubicBezTo>
                  <a:cubicBezTo>
                    <a:pt x="2633" y="2915"/>
                    <a:pt x="2649" y="2949"/>
                    <a:pt x="2657" y="2949"/>
                  </a:cubicBezTo>
                  <a:cubicBezTo>
                    <a:pt x="2662" y="2949"/>
                    <a:pt x="2663" y="2928"/>
                    <a:pt x="2652" y="2871"/>
                  </a:cubicBezTo>
                  <a:cubicBezTo>
                    <a:pt x="2660" y="2871"/>
                    <a:pt x="2660" y="2871"/>
                    <a:pt x="2684" y="2928"/>
                  </a:cubicBezTo>
                  <a:cubicBezTo>
                    <a:pt x="2699" y="2965"/>
                    <a:pt x="2713" y="3003"/>
                    <a:pt x="2716" y="3003"/>
                  </a:cubicBezTo>
                  <a:cubicBezTo>
                    <a:pt x="2718" y="3003"/>
                    <a:pt x="2714" y="2983"/>
                    <a:pt x="2701" y="2928"/>
                  </a:cubicBezTo>
                  <a:cubicBezTo>
                    <a:pt x="2696" y="2892"/>
                    <a:pt x="2702" y="2874"/>
                    <a:pt x="2714" y="2874"/>
                  </a:cubicBezTo>
                  <a:cubicBezTo>
                    <a:pt x="2724" y="2874"/>
                    <a:pt x="2739" y="2886"/>
                    <a:pt x="2757" y="2912"/>
                  </a:cubicBezTo>
                  <a:cubicBezTo>
                    <a:pt x="2766" y="2912"/>
                    <a:pt x="2774" y="2903"/>
                    <a:pt x="2749" y="2847"/>
                  </a:cubicBezTo>
                  <a:lnTo>
                    <a:pt x="2725" y="2790"/>
                  </a:lnTo>
                  <a:lnTo>
                    <a:pt x="2725" y="2790"/>
                  </a:lnTo>
                  <a:cubicBezTo>
                    <a:pt x="2753" y="2846"/>
                    <a:pt x="2767" y="2874"/>
                    <a:pt x="2770" y="2874"/>
                  </a:cubicBezTo>
                  <a:cubicBezTo>
                    <a:pt x="2772" y="2874"/>
                    <a:pt x="2762" y="2844"/>
                    <a:pt x="2741" y="2782"/>
                  </a:cubicBezTo>
                  <a:cubicBezTo>
                    <a:pt x="2729" y="2753"/>
                    <a:pt x="2725" y="2739"/>
                    <a:pt x="2727" y="2739"/>
                  </a:cubicBezTo>
                  <a:lnTo>
                    <a:pt x="2727" y="2739"/>
                  </a:lnTo>
                  <a:cubicBezTo>
                    <a:pt x="2729" y="2739"/>
                    <a:pt x="2737" y="2753"/>
                    <a:pt x="2749" y="2782"/>
                  </a:cubicBezTo>
                  <a:cubicBezTo>
                    <a:pt x="2782" y="2839"/>
                    <a:pt x="2790" y="2839"/>
                    <a:pt x="2790" y="2839"/>
                  </a:cubicBezTo>
                  <a:cubicBezTo>
                    <a:pt x="2798" y="2839"/>
                    <a:pt x="2806" y="2766"/>
                    <a:pt x="2839" y="2741"/>
                  </a:cubicBezTo>
                  <a:cubicBezTo>
                    <a:pt x="2895" y="2717"/>
                    <a:pt x="2920" y="2709"/>
                    <a:pt x="2879" y="2652"/>
                  </a:cubicBezTo>
                  <a:cubicBezTo>
                    <a:pt x="2866" y="2623"/>
                    <a:pt x="2858" y="2608"/>
                    <a:pt x="2860" y="2608"/>
                  </a:cubicBezTo>
                  <a:lnTo>
                    <a:pt x="2860" y="2608"/>
                  </a:lnTo>
                  <a:cubicBezTo>
                    <a:pt x="2862" y="2608"/>
                    <a:pt x="2872" y="2621"/>
                    <a:pt x="2895" y="2644"/>
                  </a:cubicBezTo>
                  <a:cubicBezTo>
                    <a:pt x="2924" y="2678"/>
                    <a:pt x="2937" y="2689"/>
                    <a:pt x="2944" y="2689"/>
                  </a:cubicBezTo>
                  <a:cubicBezTo>
                    <a:pt x="2947" y="2689"/>
                    <a:pt x="2950" y="2687"/>
                    <a:pt x="2952" y="2684"/>
                  </a:cubicBezTo>
                  <a:cubicBezTo>
                    <a:pt x="2960" y="2684"/>
                    <a:pt x="2968" y="2684"/>
                    <a:pt x="3001" y="2733"/>
                  </a:cubicBezTo>
                  <a:cubicBezTo>
                    <a:pt x="2976" y="2676"/>
                    <a:pt x="2968" y="2676"/>
                    <a:pt x="2976" y="2676"/>
                  </a:cubicBezTo>
                  <a:cubicBezTo>
                    <a:pt x="2994" y="2698"/>
                    <a:pt x="3006" y="2708"/>
                    <a:pt x="3010" y="2708"/>
                  </a:cubicBezTo>
                  <a:cubicBezTo>
                    <a:pt x="3016" y="2708"/>
                    <a:pt x="3011" y="2692"/>
                    <a:pt x="2993" y="2660"/>
                  </a:cubicBezTo>
                  <a:lnTo>
                    <a:pt x="2993" y="2660"/>
                  </a:lnTo>
                  <a:cubicBezTo>
                    <a:pt x="3020" y="2693"/>
                    <a:pt x="3059" y="2719"/>
                    <a:pt x="3066" y="2719"/>
                  </a:cubicBezTo>
                  <a:cubicBezTo>
                    <a:pt x="3069" y="2719"/>
                    <a:pt x="3065" y="2714"/>
                    <a:pt x="3049" y="2701"/>
                  </a:cubicBezTo>
                  <a:cubicBezTo>
                    <a:pt x="3009" y="2644"/>
                    <a:pt x="3017" y="2636"/>
                    <a:pt x="2984" y="2587"/>
                  </a:cubicBezTo>
                  <a:cubicBezTo>
                    <a:pt x="2988" y="2584"/>
                    <a:pt x="2989" y="2581"/>
                    <a:pt x="2993" y="2581"/>
                  </a:cubicBezTo>
                  <a:cubicBezTo>
                    <a:pt x="3000" y="2581"/>
                    <a:pt x="3011" y="2589"/>
                    <a:pt x="3041" y="2620"/>
                  </a:cubicBezTo>
                  <a:cubicBezTo>
                    <a:pt x="3052" y="2631"/>
                    <a:pt x="3060" y="2636"/>
                    <a:pt x="3065" y="2636"/>
                  </a:cubicBezTo>
                  <a:cubicBezTo>
                    <a:pt x="3081" y="2636"/>
                    <a:pt x="3064" y="2582"/>
                    <a:pt x="3033" y="2539"/>
                  </a:cubicBezTo>
                  <a:cubicBezTo>
                    <a:pt x="3012" y="2517"/>
                    <a:pt x="3002" y="2505"/>
                    <a:pt x="3004" y="2505"/>
                  </a:cubicBezTo>
                  <a:lnTo>
                    <a:pt x="3004" y="2505"/>
                  </a:lnTo>
                  <a:cubicBezTo>
                    <a:pt x="3006" y="2505"/>
                    <a:pt x="3018" y="2515"/>
                    <a:pt x="3041" y="2539"/>
                  </a:cubicBezTo>
                  <a:cubicBezTo>
                    <a:pt x="3069" y="2567"/>
                    <a:pt x="3082" y="2575"/>
                    <a:pt x="3090" y="2575"/>
                  </a:cubicBezTo>
                  <a:cubicBezTo>
                    <a:pt x="3093" y="2575"/>
                    <a:pt x="3095" y="2573"/>
                    <a:pt x="3098" y="2571"/>
                  </a:cubicBezTo>
                  <a:cubicBezTo>
                    <a:pt x="3086" y="2556"/>
                    <a:pt x="3082" y="2551"/>
                    <a:pt x="3083" y="2551"/>
                  </a:cubicBezTo>
                  <a:lnTo>
                    <a:pt x="3083" y="2551"/>
                  </a:lnTo>
                  <a:cubicBezTo>
                    <a:pt x="3086" y="2551"/>
                    <a:pt x="3118" y="2583"/>
                    <a:pt x="3147" y="2612"/>
                  </a:cubicBezTo>
                  <a:cubicBezTo>
                    <a:pt x="3172" y="2642"/>
                    <a:pt x="3185" y="2654"/>
                    <a:pt x="3195" y="2654"/>
                  </a:cubicBezTo>
                  <a:cubicBezTo>
                    <a:pt x="3201" y="2654"/>
                    <a:pt x="3206" y="2650"/>
                    <a:pt x="3212" y="2644"/>
                  </a:cubicBezTo>
                  <a:cubicBezTo>
                    <a:pt x="3171" y="2595"/>
                    <a:pt x="3187" y="2571"/>
                    <a:pt x="3203" y="2547"/>
                  </a:cubicBezTo>
                  <a:cubicBezTo>
                    <a:pt x="3228" y="2514"/>
                    <a:pt x="3187" y="2474"/>
                    <a:pt x="3090" y="2385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2"/>
                  </a:lnTo>
                  <a:cubicBezTo>
                    <a:pt x="3260" y="2474"/>
                    <a:pt x="3212" y="2441"/>
                    <a:pt x="3155" y="2409"/>
                  </a:cubicBezTo>
                  <a:cubicBezTo>
                    <a:pt x="3124" y="2383"/>
                    <a:pt x="3113" y="2371"/>
                    <a:pt x="3125" y="2371"/>
                  </a:cubicBezTo>
                  <a:cubicBezTo>
                    <a:pt x="3131" y="2371"/>
                    <a:pt x="3147" y="2375"/>
                    <a:pt x="3171" y="2385"/>
                  </a:cubicBezTo>
                  <a:cubicBezTo>
                    <a:pt x="3195" y="2394"/>
                    <a:pt x="3210" y="2398"/>
                    <a:pt x="3217" y="2398"/>
                  </a:cubicBezTo>
                  <a:cubicBezTo>
                    <a:pt x="3229" y="2398"/>
                    <a:pt x="3218" y="2386"/>
                    <a:pt x="3187" y="2360"/>
                  </a:cubicBezTo>
                  <a:cubicBezTo>
                    <a:pt x="3190" y="2360"/>
                    <a:pt x="3192" y="2359"/>
                    <a:pt x="3197" y="2359"/>
                  </a:cubicBezTo>
                  <a:cubicBezTo>
                    <a:pt x="3204" y="2359"/>
                    <a:pt x="3218" y="2362"/>
                    <a:pt x="3252" y="2376"/>
                  </a:cubicBezTo>
                  <a:cubicBezTo>
                    <a:pt x="3260" y="2368"/>
                    <a:pt x="3260" y="2368"/>
                    <a:pt x="3203" y="2336"/>
                  </a:cubicBezTo>
                  <a:cubicBezTo>
                    <a:pt x="3173" y="2318"/>
                    <a:pt x="3161" y="2310"/>
                    <a:pt x="3166" y="2310"/>
                  </a:cubicBezTo>
                  <a:lnTo>
                    <a:pt x="3166" y="2310"/>
                  </a:lnTo>
                  <a:cubicBezTo>
                    <a:pt x="3169" y="2310"/>
                    <a:pt x="3185" y="2316"/>
                    <a:pt x="3212" y="2328"/>
                  </a:cubicBezTo>
                  <a:cubicBezTo>
                    <a:pt x="3259" y="2348"/>
                    <a:pt x="3290" y="2356"/>
                    <a:pt x="3305" y="2356"/>
                  </a:cubicBezTo>
                  <a:cubicBezTo>
                    <a:pt x="3326" y="2356"/>
                    <a:pt x="3317" y="2342"/>
                    <a:pt x="3284" y="2328"/>
                  </a:cubicBezTo>
                  <a:cubicBezTo>
                    <a:pt x="3228" y="2295"/>
                    <a:pt x="3228" y="2295"/>
                    <a:pt x="3236" y="2287"/>
                  </a:cubicBezTo>
                  <a:cubicBezTo>
                    <a:pt x="3236" y="2279"/>
                    <a:pt x="3236" y="2271"/>
                    <a:pt x="3187" y="2239"/>
                  </a:cubicBezTo>
                  <a:lnTo>
                    <a:pt x="3195" y="2222"/>
                  </a:lnTo>
                  <a:cubicBezTo>
                    <a:pt x="3195" y="2222"/>
                    <a:pt x="3252" y="2255"/>
                    <a:pt x="3244" y="2255"/>
                  </a:cubicBezTo>
                  <a:lnTo>
                    <a:pt x="3309" y="2279"/>
                  </a:lnTo>
                  <a:cubicBezTo>
                    <a:pt x="3317" y="2263"/>
                    <a:pt x="3317" y="2255"/>
                    <a:pt x="3260" y="2222"/>
                  </a:cubicBezTo>
                  <a:cubicBezTo>
                    <a:pt x="3201" y="2197"/>
                    <a:pt x="3172" y="2185"/>
                    <a:pt x="3176" y="2185"/>
                  </a:cubicBezTo>
                  <a:lnTo>
                    <a:pt x="3176" y="2185"/>
                  </a:lnTo>
                  <a:cubicBezTo>
                    <a:pt x="3180" y="2185"/>
                    <a:pt x="3210" y="2195"/>
                    <a:pt x="3268" y="2214"/>
                  </a:cubicBezTo>
                  <a:cubicBezTo>
                    <a:pt x="3305" y="2230"/>
                    <a:pt x="3346" y="2242"/>
                    <a:pt x="3354" y="2242"/>
                  </a:cubicBezTo>
                  <a:cubicBezTo>
                    <a:pt x="3358" y="2242"/>
                    <a:pt x="3353" y="2239"/>
                    <a:pt x="3333" y="2230"/>
                  </a:cubicBezTo>
                  <a:cubicBezTo>
                    <a:pt x="3276" y="2202"/>
                    <a:pt x="3264" y="2192"/>
                    <a:pt x="3273" y="2192"/>
                  </a:cubicBezTo>
                  <a:cubicBezTo>
                    <a:pt x="3282" y="2192"/>
                    <a:pt x="3313" y="2202"/>
                    <a:pt x="3341" y="2214"/>
                  </a:cubicBezTo>
                  <a:cubicBezTo>
                    <a:pt x="3392" y="2236"/>
                    <a:pt x="3422" y="2248"/>
                    <a:pt x="3429" y="2248"/>
                  </a:cubicBezTo>
                  <a:cubicBezTo>
                    <a:pt x="3437" y="2248"/>
                    <a:pt x="3412" y="2230"/>
                    <a:pt x="3349" y="2190"/>
                  </a:cubicBezTo>
                  <a:cubicBezTo>
                    <a:pt x="3349" y="2174"/>
                    <a:pt x="3301" y="2125"/>
                    <a:pt x="3309" y="2101"/>
                  </a:cubicBezTo>
                  <a:cubicBezTo>
                    <a:pt x="3315" y="2081"/>
                    <a:pt x="3322" y="2066"/>
                    <a:pt x="3360" y="2066"/>
                  </a:cubicBezTo>
                  <a:cubicBezTo>
                    <a:pt x="3369" y="2066"/>
                    <a:pt x="3378" y="2067"/>
                    <a:pt x="3390" y="2068"/>
                  </a:cubicBezTo>
                  <a:cubicBezTo>
                    <a:pt x="3451" y="2080"/>
                    <a:pt x="3483" y="2085"/>
                    <a:pt x="3491" y="2085"/>
                  </a:cubicBezTo>
                  <a:cubicBezTo>
                    <a:pt x="3499" y="2085"/>
                    <a:pt x="3483" y="2080"/>
                    <a:pt x="3447" y="2076"/>
                  </a:cubicBezTo>
                  <a:cubicBezTo>
                    <a:pt x="3325" y="2052"/>
                    <a:pt x="3325" y="2044"/>
                    <a:pt x="3333" y="2028"/>
                  </a:cubicBezTo>
                  <a:cubicBezTo>
                    <a:pt x="3406" y="2012"/>
                    <a:pt x="3341" y="1987"/>
                    <a:pt x="3284" y="1971"/>
                  </a:cubicBezTo>
                  <a:lnTo>
                    <a:pt x="3276" y="1987"/>
                  </a:lnTo>
                  <a:cubicBezTo>
                    <a:pt x="3155" y="1963"/>
                    <a:pt x="3155" y="1963"/>
                    <a:pt x="3220" y="1955"/>
                  </a:cubicBezTo>
                  <a:cubicBezTo>
                    <a:pt x="3260" y="1955"/>
                    <a:pt x="3301" y="1955"/>
                    <a:pt x="3349" y="1963"/>
                  </a:cubicBezTo>
                  <a:cubicBezTo>
                    <a:pt x="3370" y="1967"/>
                    <a:pt x="3390" y="1969"/>
                    <a:pt x="3410" y="1969"/>
                  </a:cubicBezTo>
                  <a:cubicBezTo>
                    <a:pt x="3430" y="1969"/>
                    <a:pt x="3451" y="1967"/>
                    <a:pt x="3471" y="1963"/>
                  </a:cubicBezTo>
                  <a:cubicBezTo>
                    <a:pt x="3479" y="1955"/>
                    <a:pt x="3479" y="1947"/>
                    <a:pt x="3414" y="1947"/>
                  </a:cubicBezTo>
                  <a:cubicBezTo>
                    <a:pt x="3349" y="1939"/>
                    <a:pt x="3349" y="1939"/>
                    <a:pt x="3349" y="1930"/>
                  </a:cubicBezTo>
                  <a:cubicBezTo>
                    <a:pt x="3349" y="1930"/>
                    <a:pt x="3349" y="1922"/>
                    <a:pt x="3293" y="1906"/>
                  </a:cubicBezTo>
                  <a:cubicBezTo>
                    <a:pt x="3228" y="1906"/>
                    <a:pt x="3228" y="1898"/>
                    <a:pt x="3228" y="1890"/>
                  </a:cubicBezTo>
                  <a:cubicBezTo>
                    <a:pt x="3293" y="1890"/>
                    <a:pt x="3293" y="1874"/>
                    <a:pt x="3293" y="1874"/>
                  </a:cubicBezTo>
                  <a:lnTo>
                    <a:pt x="3357" y="1874"/>
                  </a:lnTo>
                  <a:cubicBezTo>
                    <a:pt x="3398" y="1874"/>
                    <a:pt x="3447" y="1874"/>
                    <a:pt x="3487" y="1866"/>
                  </a:cubicBezTo>
                  <a:cubicBezTo>
                    <a:pt x="3487" y="1858"/>
                    <a:pt x="3422" y="1858"/>
                    <a:pt x="3422" y="1858"/>
                  </a:cubicBezTo>
                  <a:cubicBezTo>
                    <a:pt x="3374" y="1858"/>
                    <a:pt x="3366" y="1671"/>
                    <a:pt x="3366" y="1647"/>
                  </a:cubicBezTo>
                  <a:cubicBezTo>
                    <a:pt x="3414" y="1628"/>
                    <a:pt x="3422" y="1606"/>
                    <a:pt x="3399" y="1606"/>
                  </a:cubicBezTo>
                  <a:cubicBezTo>
                    <a:pt x="3391" y="1606"/>
                    <a:pt x="3380" y="1608"/>
                    <a:pt x="3366" y="1614"/>
                  </a:cubicBezTo>
                  <a:cubicBezTo>
                    <a:pt x="3354" y="1617"/>
                    <a:pt x="3344" y="1618"/>
                    <a:pt x="3336" y="1618"/>
                  </a:cubicBezTo>
                  <a:cubicBezTo>
                    <a:pt x="3298" y="1618"/>
                    <a:pt x="3291" y="1589"/>
                    <a:pt x="3284" y="1549"/>
                  </a:cubicBezTo>
                  <a:cubicBezTo>
                    <a:pt x="3278" y="1511"/>
                    <a:pt x="3272" y="1477"/>
                    <a:pt x="3241" y="1477"/>
                  </a:cubicBezTo>
                  <a:cubicBezTo>
                    <a:pt x="3233" y="1477"/>
                    <a:pt x="3223" y="1480"/>
                    <a:pt x="3212" y="1485"/>
                  </a:cubicBezTo>
                  <a:lnTo>
                    <a:pt x="3203" y="1468"/>
                  </a:lnTo>
                  <a:cubicBezTo>
                    <a:pt x="3203" y="1462"/>
                    <a:pt x="3195" y="1461"/>
                    <a:pt x="3183" y="1461"/>
                  </a:cubicBezTo>
                  <a:cubicBezTo>
                    <a:pt x="3171" y="1461"/>
                    <a:pt x="3156" y="1463"/>
                    <a:pt x="3147" y="1463"/>
                  </a:cubicBezTo>
                  <a:cubicBezTo>
                    <a:pt x="3142" y="1463"/>
                    <a:pt x="3139" y="1462"/>
                    <a:pt x="3139" y="1460"/>
                  </a:cubicBezTo>
                  <a:cubicBezTo>
                    <a:pt x="3109" y="1471"/>
                    <a:pt x="3093" y="1476"/>
                    <a:pt x="3090" y="1476"/>
                  </a:cubicBezTo>
                  <a:cubicBezTo>
                    <a:pt x="3085" y="1476"/>
                    <a:pt x="3099" y="1469"/>
                    <a:pt x="3130" y="1460"/>
                  </a:cubicBezTo>
                  <a:cubicBezTo>
                    <a:pt x="3171" y="1444"/>
                    <a:pt x="3212" y="1420"/>
                    <a:pt x="3244" y="1395"/>
                  </a:cubicBezTo>
                  <a:cubicBezTo>
                    <a:pt x="3244" y="1392"/>
                    <a:pt x="3242" y="1391"/>
                    <a:pt x="3238" y="1391"/>
                  </a:cubicBezTo>
                  <a:cubicBezTo>
                    <a:pt x="3222" y="1391"/>
                    <a:pt x="3175" y="1416"/>
                    <a:pt x="3122" y="1436"/>
                  </a:cubicBezTo>
                  <a:cubicBezTo>
                    <a:pt x="3084" y="1458"/>
                    <a:pt x="3072" y="1461"/>
                    <a:pt x="3068" y="1461"/>
                  </a:cubicBezTo>
                  <a:cubicBezTo>
                    <a:pt x="3066" y="1461"/>
                    <a:pt x="3066" y="1460"/>
                    <a:pt x="3066" y="1460"/>
                  </a:cubicBezTo>
                  <a:cubicBezTo>
                    <a:pt x="3066" y="1460"/>
                    <a:pt x="3066" y="1460"/>
                    <a:pt x="3122" y="1428"/>
                  </a:cubicBezTo>
                  <a:lnTo>
                    <a:pt x="3236" y="1363"/>
                  </a:lnTo>
                  <a:lnTo>
                    <a:pt x="3236" y="1355"/>
                  </a:lnTo>
                  <a:cubicBezTo>
                    <a:pt x="3198" y="1376"/>
                    <a:pt x="3182" y="1380"/>
                    <a:pt x="3175" y="1380"/>
                  </a:cubicBezTo>
                  <a:cubicBezTo>
                    <a:pt x="3172" y="1380"/>
                    <a:pt x="3171" y="1379"/>
                    <a:pt x="3171" y="1379"/>
                  </a:cubicBezTo>
                  <a:cubicBezTo>
                    <a:pt x="3171" y="1371"/>
                    <a:pt x="3171" y="1371"/>
                    <a:pt x="3284" y="1306"/>
                  </a:cubicBezTo>
                  <a:cubicBezTo>
                    <a:pt x="3345" y="1272"/>
                    <a:pt x="3373" y="1253"/>
                    <a:pt x="3368" y="1253"/>
                  </a:cubicBezTo>
                  <a:lnTo>
                    <a:pt x="3368" y="1253"/>
                  </a:lnTo>
                  <a:cubicBezTo>
                    <a:pt x="3364" y="1253"/>
                    <a:pt x="3333" y="1268"/>
                    <a:pt x="3276" y="1298"/>
                  </a:cubicBezTo>
                  <a:lnTo>
                    <a:pt x="3220" y="1314"/>
                  </a:lnTo>
                  <a:cubicBezTo>
                    <a:pt x="3259" y="1284"/>
                    <a:pt x="3268" y="1273"/>
                    <a:pt x="3260" y="1273"/>
                  </a:cubicBezTo>
                  <a:cubicBezTo>
                    <a:pt x="3247" y="1273"/>
                    <a:pt x="3190" y="1302"/>
                    <a:pt x="3155" y="1322"/>
                  </a:cubicBezTo>
                  <a:cubicBezTo>
                    <a:pt x="3213" y="1277"/>
                    <a:pt x="3239" y="1255"/>
                    <a:pt x="3231" y="1255"/>
                  </a:cubicBezTo>
                  <a:lnTo>
                    <a:pt x="3231" y="1255"/>
                  </a:lnTo>
                  <a:cubicBezTo>
                    <a:pt x="3225" y="1255"/>
                    <a:pt x="3197" y="1269"/>
                    <a:pt x="3147" y="1298"/>
                  </a:cubicBezTo>
                  <a:cubicBezTo>
                    <a:pt x="3121" y="1316"/>
                    <a:pt x="3107" y="1325"/>
                    <a:pt x="3104" y="1325"/>
                  </a:cubicBezTo>
                  <a:cubicBezTo>
                    <a:pt x="3100" y="1325"/>
                    <a:pt x="3112" y="1312"/>
                    <a:pt x="3139" y="1290"/>
                  </a:cubicBezTo>
                  <a:cubicBezTo>
                    <a:pt x="3187" y="1241"/>
                    <a:pt x="3187" y="1241"/>
                    <a:pt x="3179" y="1225"/>
                  </a:cubicBezTo>
                  <a:lnTo>
                    <a:pt x="3179" y="1225"/>
                  </a:lnTo>
                  <a:cubicBezTo>
                    <a:pt x="3165" y="1233"/>
                    <a:pt x="3152" y="1237"/>
                    <a:pt x="3141" y="1237"/>
                  </a:cubicBezTo>
                  <a:cubicBezTo>
                    <a:pt x="3107" y="1237"/>
                    <a:pt x="3084" y="1205"/>
                    <a:pt x="3066" y="1168"/>
                  </a:cubicBezTo>
                  <a:cubicBezTo>
                    <a:pt x="3040" y="1133"/>
                    <a:pt x="3018" y="1110"/>
                    <a:pt x="2995" y="1110"/>
                  </a:cubicBezTo>
                  <a:cubicBezTo>
                    <a:pt x="2981" y="1110"/>
                    <a:pt x="2967" y="1118"/>
                    <a:pt x="2952" y="1136"/>
                  </a:cubicBezTo>
                  <a:cubicBezTo>
                    <a:pt x="2944" y="1128"/>
                    <a:pt x="2944" y="1128"/>
                    <a:pt x="2984" y="1071"/>
                  </a:cubicBezTo>
                  <a:cubicBezTo>
                    <a:pt x="3002" y="1050"/>
                    <a:pt x="3012" y="1037"/>
                    <a:pt x="3010" y="1037"/>
                  </a:cubicBezTo>
                  <a:lnTo>
                    <a:pt x="3010" y="1037"/>
                  </a:lnTo>
                  <a:cubicBezTo>
                    <a:pt x="3008" y="1037"/>
                    <a:pt x="2986" y="1060"/>
                    <a:pt x="2936" y="1120"/>
                  </a:cubicBezTo>
                  <a:cubicBezTo>
                    <a:pt x="2908" y="1143"/>
                    <a:pt x="2882" y="1172"/>
                    <a:pt x="2882" y="1172"/>
                  </a:cubicBezTo>
                  <a:cubicBezTo>
                    <a:pt x="2881" y="1172"/>
                    <a:pt x="2893" y="1156"/>
                    <a:pt x="2928" y="1112"/>
                  </a:cubicBezTo>
                  <a:cubicBezTo>
                    <a:pt x="2968" y="1055"/>
                    <a:pt x="2960" y="1047"/>
                    <a:pt x="2944" y="1022"/>
                  </a:cubicBezTo>
                  <a:cubicBezTo>
                    <a:pt x="2937" y="1016"/>
                    <a:pt x="2929" y="1010"/>
                    <a:pt x="2919" y="1010"/>
                  </a:cubicBezTo>
                  <a:cubicBezTo>
                    <a:pt x="2905" y="1010"/>
                    <a:pt x="2887" y="1021"/>
                    <a:pt x="2863" y="1055"/>
                  </a:cubicBezTo>
                  <a:cubicBezTo>
                    <a:pt x="2839" y="1078"/>
                    <a:pt x="2827" y="1090"/>
                    <a:pt x="2826" y="1090"/>
                  </a:cubicBezTo>
                  <a:cubicBezTo>
                    <a:pt x="2824" y="1090"/>
                    <a:pt x="2834" y="1076"/>
                    <a:pt x="2855" y="1047"/>
                  </a:cubicBezTo>
                  <a:cubicBezTo>
                    <a:pt x="2910" y="975"/>
                    <a:pt x="2928" y="910"/>
                    <a:pt x="2907" y="910"/>
                  </a:cubicBezTo>
                  <a:cubicBezTo>
                    <a:pt x="2898" y="910"/>
                    <a:pt x="2880" y="924"/>
                    <a:pt x="2855" y="958"/>
                  </a:cubicBezTo>
                  <a:cubicBezTo>
                    <a:pt x="2847" y="958"/>
                    <a:pt x="2839" y="949"/>
                    <a:pt x="2871" y="893"/>
                  </a:cubicBezTo>
                  <a:cubicBezTo>
                    <a:pt x="2871" y="890"/>
                    <a:pt x="2870" y="889"/>
                    <a:pt x="2868" y="889"/>
                  </a:cubicBezTo>
                  <a:cubicBezTo>
                    <a:pt x="2863" y="889"/>
                    <a:pt x="2849" y="899"/>
                    <a:pt x="2814" y="933"/>
                  </a:cubicBezTo>
                  <a:lnTo>
                    <a:pt x="2766" y="901"/>
                  </a:lnTo>
                  <a:cubicBezTo>
                    <a:pt x="2757" y="901"/>
                    <a:pt x="2717" y="958"/>
                    <a:pt x="2717" y="958"/>
                  </a:cubicBezTo>
                  <a:cubicBezTo>
                    <a:pt x="2709" y="949"/>
                    <a:pt x="2701" y="949"/>
                    <a:pt x="2709" y="949"/>
                  </a:cubicBezTo>
                  <a:cubicBezTo>
                    <a:pt x="2733" y="893"/>
                    <a:pt x="2701" y="876"/>
                    <a:pt x="2652" y="860"/>
                  </a:cubicBezTo>
                  <a:cubicBezTo>
                    <a:pt x="2603" y="836"/>
                    <a:pt x="2563" y="820"/>
                    <a:pt x="2571" y="755"/>
                  </a:cubicBezTo>
                  <a:lnTo>
                    <a:pt x="2571" y="755"/>
                  </a:lnTo>
                  <a:cubicBezTo>
                    <a:pt x="2571" y="755"/>
                    <a:pt x="2563" y="755"/>
                    <a:pt x="2539" y="820"/>
                  </a:cubicBezTo>
                  <a:cubicBezTo>
                    <a:pt x="2520" y="896"/>
                    <a:pt x="2512" y="927"/>
                    <a:pt x="2508" y="927"/>
                  </a:cubicBezTo>
                  <a:cubicBezTo>
                    <a:pt x="2506" y="927"/>
                    <a:pt x="2506" y="911"/>
                    <a:pt x="2506" y="885"/>
                  </a:cubicBezTo>
                  <a:cubicBezTo>
                    <a:pt x="2514" y="814"/>
                    <a:pt x="2510" y="777"/>
                    <a:pt x="2500" y="777"/>
                  </a:cubicBezTo>
                  <a:cubicBezTo>
                    <a:pt x="2492" y="777"/>
                    <a:pt x="2479" y="806"/>
                    <a:pt x="2468" y="866"/>
                  </a:cubicBezTo>
                  <a:lnTo>
                    <a:pt x="2468" y="866"/>
                  </a:lnTo>
                  <a:cubicBezTo>
                    <a:pt x="2472" y="837"/>
                    <a:pt x="2466" y="841"/>
                    <a:pt x="2474" y="812"/>
                  </a:cubicBezTo>
                  <a:cubicBezTo>
                    <a:pt x="2477" y="758"/>
                    <a:pt x="2474" y="735"/>
                    <a:pt x="2468" y="735"/>
                  </a:cubicBezTo>
                  <a:cubicBezTo>
                    <a:pt x="2459" y="735"/>
                    <a:pt x="2443" y="790"/>
                    <a:pt x="2433" y="868"/>
                  </a:cubicBezTo>
                  <a:cubicBezTo>
                    <a:pt x="2433" y="821"/>
                    <a:pt x="2429" y="770"/>
                    <a:pt x="2423" y="770"/>
                  </a:cubicBezTo>
                  <a:cubicBezTo>
                    <a:pt x="2421" y="770"/>
                    <a:pt x="2419" y="778"/>
                    <a:pt x="2417" y="795"/>
                  </a:cubicBezTo>
                  <a:cubicBezTo>
                    <a:pt x="2409" y="795"/>
                    <a:pt x="2409" y="795"/>
                    <a:pt x="2417" y="666"/>
                  </a:cubicBezTo>
                  <a:cubicBezTo>
                    <a:pt x="2425" y="617"/>
                    <a:pt x="2425" y="568"/>
                    <a:pt x="2417" y="528"/>
                  </a:cubicBezTo>
                  <a:cubicBezTo>
                    <a:pt x="2416" y="527"/>
                    <a:pt x="2415" y="527"/>
                    <a:pt x="2415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2"/>
            <p:cNvSpPr/>
            <p:nvPr/>
          </p:nvSpPr>
          <p:spPr>
            <a:xfrm>
              <a:off x="5116869" y="3902113"/>
              <a:ext cx="74776" cy="56229"/>
            </a:xfrm>
            <a:custGeom>
              <a:avLst/>
              <a:gdLst/>
              <a:ahLst/>
              <a:cxnLst/>
              <a:rect l="l" t="t" r="r" b="b"/>
              <a:pathLst>
                <a:path w="4338" h="3262" extrusionOk="0">
                  <a:moveTo>
                    <a:pt x="2149" y="0"/>
                  </a:moveTo>
                  <a:cubicBezTo>
                    <a:pt x="2133" y="0"/>
                    <a:pt x="2149" y="65"/>
                    <a:pt x="2157" y="138"/>
                  </a:cubicBezTo>
                  <a:lnTo>
                    <a:pt x="2173" y="130"/>
                  </a:lnTo>
                  <a:cubicBezTo>
                    <a:pt x="2173" y="89"/>
                    <a:pt x="2165" y="41"/>
                    <a:pt x="2165" y="0"/>
                  </a:cubicBezTo>
                  <a:close/>
                  <a:moveTo>
                    <a:pt x="1617" y="935"/>
                  </a:moveTo>
                  <a:cubicBezTo>
                    <a:pt x="1612" y="935"/>
                    <a:pt x="1609" y="938"/>
                    <a:pt x="1606" y="941"/>
                  </a:cubicBezTo>
                  <a:cubicBezTo>
                    <a:pt x="1598" y="949"/>
                    <a:pt x="1638" y="1006"/>
                    <a:pt x="1638" y="1006"/>
                  </a:cubicBezTo>
                  <a:cubicBezTo>
                    <a:pt x="1668" y="1042"/>
                    <a:pt x="1681" y="1047"/>
                    <a:pt x="1688" y="1047"/>
                  </a:cubicBezTo>
                  <a:cubicBezTo>
                    <a:pt x="1691" y="1047"/>
                    <a:pt x="1693" y="1046"/>
                    <a:pt x="1695" y="1046"/>
                  </a:cubicBezTo>
                  <a:cubicBezTo>
                    <a:pt x="1708" y="1056"/>
                    <a:pt x="1717" y="1060"/>
                    <a:pt x="1721" y="1060"/>
                  </a:cubicBezTo>
                  <a:cubicBezTo>
                    <a:pt x="1735" y="1060"/>
                    <a:pt x="1708" y="1017"/>
                    <a:pt x="1670" y="973"/>
                  </a:cubicBezTo>
                  <a:cubicBezTo>
                    <a:pt x="1640" y="943"/>
                    <a:pt x="1626" y="935"/>
                    <a:pt x="1617" y="935"/>
                  </a:cubicBezTo>
                  <a:close/>
                  <a:moveTo>
                    <a:pt x="1752" y="998"/>
                  </a:moveTo>
                  <a:cubicBezTo>
                    <a:pt x="1784" y="1030"/>
                    <a:pt x="1808" y="1070"/>
                    <a:pt x="1825" y="1119"/>
                  </a:cubicBezTo>
                  <a:cubicBezTo>
                    <a:pt x="1784" y="1087"/>
                    <a:pt x="1760" y="1054"/>
                    <a:pt x="1743" y="1006"/>
                  </a:cubicBezTo>
                  <a:lnTo>
                    <a:pt x="1752" y="998"/>
                  </a:lnTo>
                  <a:close/>
                  <a:moveTo>
                    <a:pt x="2295" y="1014"/>
                  </a:moveTo>
                  <a:lnTo>
                    <a:pt x="2319" y="1079"/>
                  </a:lnTo>
                  <a:cubicBezTo>
                    <a:pt x="2327" y="1143"/>
                    <a:pt x="2319" y="1143"/>
                    <a:pt x="2319" y="1143"/>
                  </a:cubicBezTo>
                  <a:cubicBezTo>
                    <a:pt x="2311" y="1143"/>
                    <a:pt x="2311" y="1143"/>
                    <a:pt x="2295" y="1079"/>
                  </a:cubicBezTo>
                  <a:cubicBezTo>
                    <a:pt x="2295" y="1079"/>
                    <a:pt x="2295" y="1014"/>
                    <a:pt x="2295" y="1014"/>
                  </a:cubicBezTo>
                  <a:close/>
                  <a:moveTo>
                    <a:pt x="2173" y="892"/>
                  </a:moveTo>
                  <a:lnTo>
                    <a:pt x="2173" y="892"/>
                  </a:lnTo>
                  <a:cubicBezTo>
                    <a:pt x="2206" y="933"/>
                    <a:pt x="2222" y="973"/>
                    <a:pt x="2230" y="1022"/>
                  </a:cubicBezTo>
                  <a:cubicBezTo>
                    <a:pt x="2270" y="1152"/>
                    <a:pt x="2270" y="1152"/>
                    <a:pt x="2254" y="1152"/>
                  </a:cubicBezTo>
                  <a:cubicBezTo>
                    <a:pt x="2254" y="1152"/>
                    <a:pt x="2246" y="1152"/>
                    <a:pt x="2230" y="1087"/>
                  </a:cubicBezTo>
                  <a:lnTo>
                    <a:pt x="2230" y="1087"/>
                  </a:lnTo>
                  <a:cubicBezTo>
                    <a:pt x="2237" y="1106"/>
                    <a:pt x="2241" y="1114"/>
                    <a:pt x="2242" y="1114"/>
                  </a:cubicBezTo>
                  <a:cubicBezTo>
                    <a:pt x="2244" y="1114"/>
                    <a:pt x="2231" y="1068"/>
                    <a:pt x="2214" y="1022"/>
                  </a:cubicBezTo>
                  <a:lnTo>
                    <a:pt x="2173" y="892"/>
                  </a:lnTo>
                  <a:close/>
                  <a:moveTo>
                    <a:pt x="2464" y="1089"/>
                  </a:moveTo>
                  <a:cubicBezTo>
                    <a:pt x="2465" y="1089"/>
                    <a:pt x="2465" y="1123"/>
                    <a:pt x="2465" y="1192"/>
                  </a:cubicBezTo>
                  <a:cubicBezTo>
                    <a:pt x="2457" y="1257"/>
                    <a:pt x="2457" y="1330"/>
                    <a:pt x="2457" y="1330"/>
                  </a:cubicBezTo>
                  <a:cubicBezTo>
                    <a:pt x="2455" y="1368"/>
                    <a:pt x="2453" y="1383"/>
                    <a:pt x="2452" y="1383"/>
                  </a:cubicBezTo>
                  <a:cubicBezTo>
                    <a:pt x="2450" y="1383"/>
                    <a:pt x="2451" y="1290"/>
                    <a:pt x="2457" y="1192"/>
                  </a:cubicBezTo>
                  <a:cubicBezTo>
                    <a:pt x="2461" y="1123"/>
                    <a:pt x="2463" y="1089"/>
                    <a:pt x="2464" y="1089"/>
                  </a:cubicBezTo>
                  <a:close/>
                  <a:moveTo>
                    <a:pt x="2003" y="1087"/>
                  </a:moveTo>
                  <a:cubicBezTo>
                    <a:pt x="2003" y="1087"/>
                    <a:pt x="2043" y="1143"/>
                    <a:pt x="2076" y="1208"/>
                  </a:cubicBezTo>
                  <a:cubicBezTo>
                    <a:pt x="2108" y="1265"/>
                    <a:pt x="2140" y="1321"/>
                    <a:pt x="2173" y="1386"/>
                  </a:cubicBezTo>
                  <a:lnTo>
                    <a:pt x="2173" y="1386"/>
                  </a:lnTo>
                  <a:cubicBezTo>
                    <a:pt x="2158" y="1366"/>
                    <a:pt x="2141" y="1347"/>
                    <a:pt x="2125" y="1330"/>
                  </a:cubicBezTo>
                  <a:lnTo>
                    <a:pt x="2116" y="1338"/>
                  </a:lnTo>
                  <a:lnTo>
                    <a:pt x="2092" y="1273"/>
                  </a:lnTo>
                  <a:cubicBezTo>
                    <a:pt x="2076" y="1233"/>
                    <a:pt x="2060" y="1184"/>
                    <a:pt x="2035" y="1152"/>
                  </a:cubicBezTo>
                  <a:cubicBezTo>
                    <a:pt x="2035" y="1152"/>
                    <a:pt x="2003" y="1087"/>
                    <a:pt x="2003" y="1087"/>
                  </a:cubicBezTo>
                  <a:close/>
                  <a:moveTo>
                    <a:pt x="2311" y="1419"/>
                  </a:moveTo>
                  <a:cubicBezTo>
                    <a:pt x="2335" y="1484"/>
                    <a:pt x="2335" y="1484"/>
                    <a:pt x="2335" y="1484"/>
                  </a:cubicBezTo>
                  <a:lnTo>
                    <a:pt x="2343" y="1484"/>
                  </a:lnTo>
                  <a:lnTo>
                    <a:pt x="2319" y="1419"/>
                  </a:lnTo>
                  <a:close/>
                  <a:moveTo>
                    <a:pt x="1516" y="1346"/>
                  </a:moveTo>
                  <a:lnTo>
                    <a:pt x="1630" y="1419"/>
                  </a:lnTo>
                  <a:cubicBezTo>
                    <a:pt x="1733" y="1480"/>
                    <a:pt x="1776" y="1506"/>
                    <a:pt x="1771" y="1506"/>
                  </a:cubicBezTo>
                  <a:cubicBezTo>
                    <a:pt x="1768" y="1506"/>
                    <a:pt x="1738" y="1492"/>
                    <a:pt x="1687" y="1468"/>
                  </a:cubicBezTo>
                  <a:cubicBezTo>
                    <a:pt x="1622" y="1435"/>
                    <a:pt x="1565" y="1403"/>
                    <a:pt x="1508" y="1362"/>
                  </a:cubicBezTo>
                  <a:lnTo>
                    <a:pt x="1516" y="1346"/>
                  </a:lnTo>
                  <a:close/>
                  <a:moveTo>
                    <a:pt x="1768" y="1468"/>
                  </a:moveTo>
                  <a:lnTo>
                    <a:pt x="1833" y="1492"/>
                  </a:lnTo>
                  <a:cubicBezTo>
                    <a:pt x="1889" y="1525"/>
                    <a:pt x="1889" y="1533"/>
                    <a:pt x="1881" y="1533"/>
                  </a:cubicBezTo>
                  <a:lnTo>
                    <a:pt x="1825" y="1500"/>
                  </a:lnTo>
                  <a:lnTo>
                    <a:pt x="1768" y="1468"/>
                  </a:lnTo>
                  <a:close/>
                  <a:moveTo>
                    <a:pt x="1476" y="1597"/>
                  </a:moveTo>
                  <a:cubicBezTo>
                    <a:pt x="1549" y="1614"/>
                    <a:pt x="1606" y="1638"/>
                    <a:pt x="1606" y="1638"/>
                  </a:cubicBezTo>
                  <a:lnTo>
                    <a:pt x="1606" y="1646"/>
                  </a:lnTo>
                  <a:cubicBezTo>
                    <a:pt x="1565" y="1638"/>
                    <a:pt x="1516" y="1622"/>
                    <a:pt x="1476" y="1606"/>
                  </a:cubicBezTo>
                  <a:lnTo>
                    <a:pt x="1476" y="1597"/>
                  </a:lnTo>
                  <a:close/>
                  <a:moveTo>
                    <a:pt x="1695" y="1606"/>
                  </a:moveTo>
                  <a:cubicBezTo>
                    <a:pt x="1760" y="1622"/>
                    <a:pt x="1825" y="1646"/>
                    <a:pt x="1889" y="1670"/>
                  </a:cubicBezTo>
                  <a:cubicBezTo>
                    <a:pt x="1918" y="1681"/>
                    <a:pt x="1934" y="1687"/>
                    <a:pt x="1932" y="1687"/>
                  </a:cubicBezTo>
                  <a:cubicBezTo>
                    <a:pt x="1930" y="1687"/>
                    <a:pt x="1898" y="1677"/>
                    <a:pt x="1825" y="1654"/>
                  </a:cubicBezTo>
                  <a:lnTo>
                    <a:pt x="1695" y="1606"/>
                  </a:lnTo>
                  <a:close/>
                  <a:moveTo>
                    <a:pt x="1977" y="1697"/>
                  </a:moveTo>
                  <a:cubicBezTo>
                    <a:pt x="1978" y="1697"/>
                    <a:pt x="1990" y="1700"/>
                    <a:pt x="2009" y="1707"/>
                  </a:cubicBezTo>
                  <a:lnTo>
                    <a:pt x="2009" y="1707"/>
                  </a:lnTo>
                  <a:cubicBezTo>
                    <a:pt x="1985" y="1700"/>
                    <a:pt x="1975" y="1697"/>
                    <a:pt x="1977" y="1697"/>
                  </a:cubicBezTo>
                  <a:close/>
                  <a:moveTo>
                    <a:pt x="3260" y="1687"/>
                  </a:moveTo>
                  <a:cubicBezTo>
                    <a:pt x="3187" y="1687"/>
                    <a:pt x="3122" y="1703"/>
                    <a:pt x="3122" y="1703"/>
                  </a:cubicBezTo>
                  <a:cubicBezTo>
                    <a:pt x="3089" y="1707"/>
                    <a:pt x="3089" y="1709"/>
                    <a:pt x="3106" y="1709"/>
                  </a:cubicBezTo>
                  <a:cubicBezTo>
                    <a:pt x="3122" y="1709"/>
                    <a:pt x="3154" y="1707"/>
                    <a:pt x="3187" y="1703"/>
                  </a:cubicBezTo>
                  <a:lnTo>
                    <a:pt x="3260" y="1695"/>
                  </a:lnTo>
                  <a:cubicBezTo>
                    <a:pt x="3324" y="1687"/>
                    <a:pt x="3260" y="1687"/>
                    <a:pt x="3260" y="1687"/>
                  </a:cubicBezTo>
                  <a:close/>
                  <a:moveTo>
                    <a:pt x="1317" y="1726"/>
                  </a:moveTo>
                  <a:cubicBezTo>
                    <a:pt x="1331" y="1726"/>
                    <a:pt x="1379" y="1745"/>
                    <a:pt x="1379" y="1752"/>
                  </a:cubicBezTo>
                  <a:lnTo>
                    <a:pt x="1306" y="1752"/>
                  </a:lnTo>
                  <a:cubicBezTo>
                    <a:pt x="1314" y="1743"/>
                    <a:pt x="1241" y="1727"/>
                    <a:pt x="1314" y="1727"/>
                  </a:cubicBezTo>
                  <a:cubicBezTo>
                    <a:pt x="1314" y="1726"/>
                    <a:pt x="1315" y="1726"/>
                    <a:pt x="1317" y="1726"/>
                  </a:cubicBezTo>
                  <a:close/>
                  <a:moveTo>
                    <a:pt x="1684" y="1813"/>
                  </a:moveTo>
                  <a:cubicBezTo>
                    <a:pt x="1715" y="1813"/>
                    <a:pt x="1750" y="1819"/>
                    <a:pt x="1784" y="1824"/>
                  </a:cubicBezTo>
                  <a:cubicBezTo>
                    <a:pt x="1816" y="1829"/>
                    <a:pt x="1814" y="1831"/>
                    <a:pt x="1788" y="1831"/>
                  </a:cubicBezTo>
                  <a:cubicBezTo>
                    <a:pt x="1762" y="1831"/>
                    <a:pt x="1711" y="1829"/>
                    <a:pt x="1646" y="1824"/>
                  </a:cubicBezTo>
                  <a:lnTo>
                    <a:pt x="1646" y="1816"/>
                  </a:lnTo>
                  <a:cubicBezTo>
                    <a:pt x="1658" y="1814"/>
                    <a:pt x="1671" y="1813"/>
                    <a:pt x="1684" y="1813"/>
                  </a:cubicBezTo>
                  <a:close/>
                  <a:moveTo>
                    <a:pt x="1776" y="1881"/>
                  </a:moveTo>
                  <a:lnTo>
                    <a:pt x="1776" y="1889"/>
                  </a:lnTo>
                  <a:cubicBezTo>
                    <a:pt x="1776" y="1897"/>
                    <a:pt x="1776" y="1897"/>
                    <a:pt x="1711" y="1897"/>
                  </a:cubicBezTo>
                  <a:lnTo>
                    <a:pt x="1711" y="1889"/>
                  </a:lnTo>
                  <a:lnTo>
                    <a:pt x="1776" y="1881"/>
                  </a:lnTo>
                  <a:close/>
                  <a:moveTo>
                    <a:pt x="1979" y="1987"/>
                  </a:moveTo>
                  <a:cubicBezTo>
                    <a:pt x="1930" y="1987"/>
                    <a:pt x="1881" y="1987"/>
                    <a:pt x="1841" y="1995"/>
                  </a:cubicBezTo>
                  <a:cubicBezTo>
                    <a:pt x="1841" y="2003"/>
                    <a:pt x="1906" y="2003"/>
                    <a:pt x="1906" y="2003"/>
                  </a:cubicBezTo>
                  <a:cubicBezTo>
                    <a:pt x="1906" y="2003"/>
                    <a:pt x="1979" y="2003"/>
                    <a:pt x="1979" y="1995"/>
                  </a:cubicBezTo>
                  <a:lnTo>
                    <a:pt x="1979" y="1987"/>
                  </a:lnTo>
                  <a:close/>
                  <a:moveTo>
                    <a:pt x="3179" y="2003"/>
                  </a:moveTo>
                  <a:cubicBezTo>
                    <a:pt x="3179" y="2003"/>
                    <a:pt x="3163" y="2003"/>
                    <a:pt x="3146" y="2004"/>
                  </a:cubicBezTo>
                  <a:lnTo>
                    <a:pt x="3146" y="2004"/>
                  </a:lnTo>
                  <a:cubicBezTo>
                    <a:pt x="3150" y="2008"/>
                    <a:pt x="3154" y="2013"/>
                    <a:pt x="3158" y="2017"/>
                  </a:cubicBezTo>
                  <a:lnTo>
                    <a:pt x="3158" y="2017"/>
                  </a:lnTo>
                  <a:cubicBezTo>
                    <a:pt x="3187" y="2014"/>
                    <a:pt x="3217" y="2011"/>
                    <a:pt x="3243" y="2011"/>
                  </a:cubicBezTo>
                  <a:cubicBezTo>
                    <a:pt x="3243" y="2003"/>
                    <a:pt x="3179" y="2003"/>
                    <a:pt x="3179" y="2003"/>
                  </a:cubicBezTo>
                  <a:close/>
                  <a:moveTo>
                    <a:pt x="1492" y="2035"/>
                  </a:moveTo>
                  <a:cubicBezTo>
                    <a:pt x="1565" y="2035"/>
                    <a:pt x="1565" y="2043"/>
                    <a:pt x="1565" y="2043"/>
                  </a:cubicBezTo>
                  <a:cubicBezTo>
                    <a:pt x="1565" y="2052"/>
                    <a:pt x="1565" y="2060"/>
                    <a:pt x="1492" y="2060"/>
                  </a:cubicBezTo>
                  <a:cubicBezTo>
                    <a:pt x="1492" y="2060"/>
                    <a:pt x="1427" y="2060"/>
                    <a:pt x="1427" y="2052"/>
                  </a:cubicBezTo>
                  <a:cubicBezTo>
                    <a:pt x="1427" y="2043"/>
                    <a:pt x="1492" y="2035"/>
                    <a:pt x="1492" y="2035"/>
                  </a:cubicBezTo>
                  <a:close/>
                  <a:moveTo>
                    <a:pt x="3243" y="2076"/>
                  </a:moveTo>
                  <a:lnTo>
                    <a:pt x="3235" y="2084"/>
                  </a:lnTo>
                  <a:lnTo>
                    <a:pt x="3308" y="2084"/>
                  </a:lnTo>
                  <a:lnTo>
                    <a:pt x="3308" y="2076"/>
                  </a:lnTo>
                  <a:close/>
                  <a:moveTo>
                    <a:pt x="3242" y="2143"/>
                  </a:moveTo>
                  <a:cubicBezTo>
                    <a:pt x="3251" y="2143"/>
                    <a:pt x="3268" y="2145"/>
                    <a:pt x="3300" y="2149"/>
                  </a:cubicBezTo>
                  <a:lnTo>
                    <a:pt x="3300" y="2157"/>
                  </a:lnTo>
                  <a:lnTo>
                    <a:pt x="3227" y="2149"/>
                  </a:lnTo>
                  <a:cubicBezTo>
                    <a:pt x="3231" y="2145"/>
                    <a:pt x="3233" y="2143"/>
                    <a:pt x="3242" y="2143"/>
                  </a:cubicBezTo>
                  <a:close/>
                  <a:moveTo>
                    <a:pt x="1558" y="2162"/>
                  </a:moveTo>
                  <a:cubicBezTo>
                    <a:pt x="1565" y="2162"/>
                    <a:pt x="1565" y="2166"/>
                    <a:pt x="1565" y="2173"/>
                  </a:cubicBezTo>
                  <a:cubicBezTo>
                    <a:pt x="1565" y="2181"/>
                    <a:pt x="1492" y="2189"/>
                    <a:pt x="1492" y="2189"/>
                  </a:cubicBezTo>
                  <a:cubicBezTo>
                    <a:pt x="1476" y="2193"/>
                    <a:pt x="1468" y="2195"/>
                    <a:pt x="1465" y="2195"/>
                  </a:cubicBezTo>
                  <a:cubicBezTo>
                    <a:pt x="1456" y="2195"/>
                    <a:pt x="1492" y="2181"/>
                    <a:pt x="1492" y="2181"/>
                  </a:cubicBezTo>
                  <a:cubicBezTo>
                    <a:pt x="1532" y="2168"/>
                    <a:pt x="1550" y="2162"/>
                    <a:pt x="1558" y="2162"/>
                  </a:cubicBezTo>
                  <a:close/>
                  <a:moveTo>
                    <a:pt x="3448" y="2194"/>
                  </a:moveTo>
                  <a:cubicBezTo>
                    <a:pt x="3464" y="2198"/>
                    <a:pt x="3479" y="2202"/>
                    <a:pt x="3495" y="2206"/>
                  </a:cubicBezTo>
                  <a:cubicBezTo>
                    <a:pt x="3491" y="2206"/>
                    <a:pt x="3487" y="2206"/>
                    <a:pt x="3483" y="2206"/>
                  </a:cubicBezTo>
                  <a:lnTo>
                    <a:pt x="3483" y="2206"/>
                  </a:lnTo>
                  <a:cubicBezTo>
                    <a:pt x="3467" y="2202"/>
                    <a:pt x="3456" y="2198"/>
                    <a:pt x="3448" y="2194"/>
                  </a:cubicBezTo>
                  <a:close/>
                  <a:moveTo>
                    <a:pt x="3181" y="2178"/>
                  </a:moveTo>
                  <a:cubicBezTo>
                    <a:pt x="3189" y="2178"/>
                    <a:pt x="3202" y="2179"/>
                    <a:pt x="3219" y="2181"/>
                  </a:cubicBezTo>
                  <a:cubicBezTo>
                    <a:pt x="3292" y="2197"/>
                    <a:pt x="3292" y="2197"/>
                    <a:pt x="3284" y="2206"/>
                  </a:cubicBezTo>
                  <a:cubicBezTo>
                    <a:pt x="3284" y="2213"/>
                    <a:pt x="3284" y="2217"/>
                    <a:pt x="3278" y="2217"/>
                  </a:cubicBezTo>
                  <a:cubicBezTo>
                    <a:pt x="3271" y="2217"/>
                    <a:pt x="3255" y="2211"/>
                    <a:pt x="3219" y="2197"/>
                  </a:cubicBezTo>
                  <a:cubicBezTo>
                    <a:pt x="3172" y="2186"/>
                    <a:pt x="3159" y="2178"/>
                    <a:pt x="3181" y="2178"/>
                  </a:cubicBezTo>
                  <a:close/>
                  <a:moveTo>
                    <a:pt x="2789" y="2173"/>
                  </a:moveTo>
                  <a:cubicBezTo>
                    <a:pt x="2789" y="2173"/>
                    <a:pt x="2790" y="2173"/>
                    <a:pt x="2854" y="2197"/>
                  </a:cubicBezTo>
                  <a:cubicBezTo>
                    <a:pt x="2879" y="2206"/>
                    <a:pt x="2895" y="2214"/>
                    <a:pt x="2919" y="2222"/>
                  </a:cubicBezTo>
                  <a:lnTo>
                    <a:pt x="2854" y="2206"/>
                  </a:lnTo>
                  <a:cubicBezTo>
                    <a:pt x="2789" y="2181"/>
                    <a:pt x="2789" y="2173"/>
                    <a:pt x="2789" y="2173"/>
                  </a:cubicBezTo>
                  <a:close/>
                  <a:moveTo>
                    <a:pt x="2765" y="2214"/>
                  </a:moveTo>
                  <a:lnTo>
                    <a:pt x="2765" y="2214"/>
                  </a:lnTo>
                  <a:cubicBezTo>
                    <a:pt x="2800" y="2227"/>
                    <a:pt x="2816" y="2235"/>
                    <a:pt x="2813" y="2235"/>
                  </a:cubicBezTo>
                  <a:cubicBezTo>
                    <a:pt x="2811" y="2235"/>
                    <a:pt x="2795" y="2229"/>
                    <a:pt x="2765" y="2214"/>
                  </a:cubicBezTo>
                  <a:close/>
                  <a:moveTo>
                    <a:pt x="2408" y="2197"/>
                  </a:moveTo>
                  <a:lnTo>
                    <a:pt x="2408" y="2197"/>
                  </a:lnTo>
                  <a:cubicBezTo>
                    <a:pt x="2408" y="2197"/>
                    <a:pt x="2415" y="2225"/>
                    <a:pt x="2425" y="2262"/>
                  </a:cubicBezTo>
                  <a:cubicBezTo>
                    <a:pt x="2425" y="2238"/>
                    <a:pt x="2416" y="2214"/>
                    <a:pt x="2408" y="2197"/>
                  </a:cubicBezTo>
                  <a:close/>
                  <a:moveTo>
                    <a:pt x="2554" y="2230"/>
                  </a:moveTo>
                  <a:cubicBezTo>
                    <a:pt x="2579" y="2254"/>
                    <a:pt x="2589" y="2266"/>
                    <a:pt x="2588" y="2266"/>
                  </a:cubicBezTo>
                  <a:cubicBezTo>
                    <a:pt x="2587" y="2266"/>
                    <a:pt x="2574" y="2254"/>
                    <a:pt x="2554" y="2230"/>
                  </a:cubicBezTo>
                  <a:close/>
                  <a:moveTo>
                    <a:pt x="1753" y="2236"/>
                  </a:moveTo>
                  <a:cubicBezTo>
                    <a:pt x="1759" y="2236"/>
                    <a:pt x="1728" y="2248"/>
                    <a:pt x="1646" y="2279"/>
                  </a:cubicBezTo>
                  <a:cubicBezTo>
                    <a:pt x="1608" y="2288"/>
                    <a:pt x="1592" y="2292"/>
                    <a:pt x="1586" y="2292"/>
                  </a:cubicBezTo>
                  <a:cubicBezTo>
                    <a:pt x="1581" y="2292"/>
                    <a:pt x="1581" y="2290"/>
                    <a:pt x="1581" y="2287"/>
                  </a:cubicBezTo>
                  <a:cubicBezTo>
                    <a:pt x="1581" y="2287"/>
                    <a:pt x="1646" y="2262"/>
                    <a:pt x="1711" y="2246"/>
                  </a:cubicBezTo>
                  <a:cubicBezTo>
                    <a:pt x="1735" y="2240"/>
                    <a:pt x="1750" y="2236"/>
                    <a:pt x="1753" y="2236"/>
                  </a:cubicBezTo>
                  <a:close/>
                  <a:moveTo>
                    <a:pt x="65" y="2270"/>
                  </a:moveTo>
                  <a:cubicBezTo>
                    <a:pt x="0" y="2279"/>
                    <a:pt x="0" y="2303"/>
                    <a:pt x="138" y="2303"/>
                  </a:cubicBezTo>
                  <a:cubicBezTo>
                    <a:pt x="203" y="2295"/>
                    <a:pt x="203" y="2295"/>
                    <a:pt x="203" y="2279"/>
                  </a:cubicBezTo>
                  <a:cubicBezTo>
                    <a:pt x="154" y="2270"/>
                    <a:pt x="114" y="2270"/>
                    <a:pt x="65" y="2270"/>
                  </a:cubicBezTo>
                  <a:close/>
                  <a:moveTo>
                    <a:pt x="2733" y="2254"/>
                  </a:moveTo>
                  <a:cubicBezTo>
                    <a:pt x="2801" y="2298"/>
                    <a:pt x="2828" y="2315"/>
                    <a:pt x="2827" y="2315"/>
                  </a:cubicBezTo>
                  <a:cubicBezTo>
                    <a:pt x="2826" y="2315"/>
                    <a:pt x="2812" y="2308"/>
                    <a:pt x="2789" y="2295"/>
                  </a:cubicBezTo>
                  <a:cubicBezTo>
                    <a:pt x="2733" y="2255"/>
                    <a:pt x="2733" y="2254"/>
                    <a:pt x="2733" y="2254"/>
                  </a:cubicBezTo>
                  <a:close/>
                  <a:moveTo>
                    <a:pt x="2141" y="2262"/>
                  </a:moveTo>
                  <a:cubicBezTo>
                    <a:pt x="2089" y="2306"/>
                    <a:pt x="2063" y="2326"/>
                    <a:pt x="2062" y="2326"/>
                  </a:cubicBezTo>
                  <a:cubicBezTo>
                    <a:pt x="2060" y="2326"/>
                    <a:pt x="2087" y="2304"/>
                    <a:pt x="2141" y="2262"/>
                  </a:cubicBezTo>
                  <a:close/>
                  <a:moveTo>
                    <a:pt x="1719" y="2295"/>
                  </a:moveTo>
                  <a:lnTo>
                    <a:pt x="1719" y="2295"/>
                  </a:lnTo>
                  <a:cubicBezTo>
                    <a:pt x="1679" y="2319"/>
                    <a:pt x="1638" y="2327"/>
                    <a:pt x="1589" y="2335"/>
                  </a:cubicBezTo>
                  <a:lnTo>
                    <a:pt x="1654" y="2311"/>
                  </a:lnTo>
                  <a:lnTo>
                    <a:pt x="1719" y="2295"/>
                  </a:lnTo>
                  <a:close/>
                  <a:moveTo>
                    <a:pt x="1627" y="2358"/>
                  </a:moveTo>
                  <a:cubicBezTo>
                    <a:pt x="1633" y="2358"/>
                    <a:pt x="1612" y="2369"/>
                    <a:pt x="1602" y="2369"/>
                  </a:cubicBezTo>
                  <a:cubicBezTo>
                    <a:pt x="1600" y="2369"/>
                    <a:pt x="1598" y="2369"/>
                    <a:pt x="1598" y="2368"/>
                  </a:cubicBezTo>
                  <a:cubicBezTo>
                    <a:pt x="1616" y="2361"/>
                    <a:pt x="1624" y="2358"/>
                    <a:pt x="1627" y="2358"/>
                  </a:cubicBezTo>
                  <a:close/>
                  <a:moveTo>
                    <a:pt x="2587" y="2360"/>
                  </a:moveTo>
                  <a:cubicBezTo>
                    <a:pt x="2592" y="2360"/>
                    <a:pt x="2608" y="2385"/>
                    <a:pt x="2606" y="2385"/>
                  </a:cubicBezTo>
                  <a:cubicBezTo>
                    <a:pt x="2606" y="2385"/>
                    <a:pt x="2600" y="2379"/>
                    <a:pt x="2587" y="2360"/>
                  </a:cubicBezTo>
                  <a:close/>
                  <a:moveTo>
                    <a:pt x="2554" y="2376"/>
                  </a:moveTo>
                  <a:cubicBezTo>
                    <a:pt x="2587" y="2434"/>
                    <a:pt x="2603" y="2464"/>
                    <a:pt x="2603" y="2464"/>
                  </a:cubicBezTo>
                  <a:cubicBezTo>
                    <a:pt x="2602" y="2464"/>
                    <a:pt x="2586" y="2436"/>
                    <a:pt x="2554" y="2376"/>
                  </a:cubicBezTo>
                  <a:close/>
                  <a:moveTo>
                    <a:pt x="2419" y="1030"/>
                  </a:moveTo>
                  <a:lnTo>
                    <a:pt x="2425" y="1119"/>
                  </a:lnTo>
                  <a:cubicBezTo>
                    <a:pt x="2433" y="1249"/>
                    <a:pt x="2441" y="1322"/>
                    <a:pt x="2441" y="1387"/>
                  </a:cubicBezTo>
                  <a:cubicBezTo>
                    <a:pt x="2445" y="1430"/>
                    <a:pt x="2447" y="1473"/>
                    <a:pt x="2450" y="1473"/>
                  </a:cubicBezTo>
                  <a:cubicBezTo>
                    <a:pt x="2452" y="1473"/>
                    <a:pt x="2454" y="1452"/>
                    <a:pt x="2457" y="1395"/>
                  </a:cubicBezTo>
                  <a:cubicBezTo>
                    <a:pt x="2457" y="1370"/>
                    <a:pt x="2457" y="1346"/>
                    <a:pt x="2465" y="1330"/>
                  </a:cubicBezTo>
                  <a:cubicBezTo>
                    <a:pt x="2465" y="1346"/>
                    <a:pt x="2465" y="1370"/>
                    <a:pt x="2465" y="1395"/>
                  </a:cubicBezTo>
                  <a:cubicBezTo>
                    <a:pt x="2457" y="1460"/>
                    <a:pt x="2465" y="1468"/>
                    <a:pt x="2473" y="1468"/>
                  </a:cubicBezTo>
                  <a:cubicBezTo>
                    <a:pt x="2481" y="1476"/>
                    <a:pt x="2481" y="1484"/>
                    <a:pt x="2465" y="1549"/>
                  </a:cubicBezTo>
                  <a:cubicBezTo>
                    <a:pt x="2449" y="1614"/>
                    <a:pt x="2449" y="1614"/>
                    <a:pt x="2449" y="1614"/>
                  </a:cubicBezTo>
                  <a:cubicBezTo>
                    <a:pt x="2461" y="1566"/>
                    <a:pt x="2468" y="1553"/>
                    <a:pt x="2475" y="1553"/>
                  </a:cubicBezTo>
                  <a:cubicBezTo>
                    <a:pt x="2477" y="1553"/>
                    <a:pt x="2479" y="1555"/>
                    <a:pt x="2481" y="1557"/>
                  </a:cubicBezTo>
                  <a:cubicBezTo>
                    <a:pt x="2484" y="1560"/>
                    <a:pt x="2487" y="1563"/>
                    <a:pt x="2491" y="1563"/>
                  </a:cubicBezTo>
                  <a:cubicBezTo>
                    <a:pt x="2498" y="1563"/>
                    <a:pt x="2509" y="1553"/>
                    <a:pt x="2530" y="1516"/>
                  </a:cubicBezTo>
                  <a:lnTo>
                    <a:pt x="2530" y="1516"/>
                  </a:lnTo>
                  <a:cubicBezTo>
                    <a:pt x="2497" y="1573"/>
                    <a:pt x="2506" y="1581"/>
                    <a:pt x="2506" y="1581"/>
                  </a:cubicBezTo>
                  <a:cubicBezTo>
                    <a:pt x="2537" y="1537"/>
                    <a:pt x="2544" y="1532"/>
                    <a:pt x="2546" y="1532"/>
                  </a:cubicBezTo>
                  <a:cubicBezTo>
                    <a:pt x="2546" y="1532"/>
                    <a:pt x="2546" y="1533"/>
                    <a:pt x="2546" y="1533"/>
                  </a:cubicBezTo>
                  <a:cubicBezTo>
                    <a:pt x="2506" y="1589"/>
                    <a:pt x="2514" y="1589"/>
                    <a:pt x="2514" y="1589"/>
                  </a:cubicBezTo>
                  <a:cubicBezTo>
                    <a:pt x="2514" y="1589"/>
                    <a:pt x="2514" y="1590"/>
                    <a:pt x="2514" y="1590"/>
                  </a:cubicBezTo>
                  <a:cubicBezTo>
                    <a:pt x="2516" y="1590"/>
                    <a:pt x="2523" y="1585"/>
                    <a:pt x="2554" y="1541"/>
                  </a:cubicBezTo>
                  <a:lnTo>
                    <a:pt x="2554" y="1541"/>
                  </a:lnTo>
                  <a:cubicBezTo>
                    <a:pt x="2554" y="1541"/>
                    <a:pt x="2570" y="1557"/>
                    <a:pt x="2530" y="1614"/>
                  </a:cubicBezTo>
                  <a:cubicBezTo>
                    <a:pt x="2518" y="1631"/>
                    <a:pt x="2513" y="1637"/>
                    <a:pt x="2513" y="1637"/>
                  </a:cubicBezTo>
                  <a:cubicBezTo>
                    <a:pt x="2514" y="1637"/>
                    <a:pt x="2544" y="1599"/>
                    <a:pt x="2579" y="1565"/>
                  </a:cubicBezTo>
                  <a:cubicBezTo>
                    <a:pt x="2611" y="1533"/>
                    <a:pt x="2643" y="1500"/>
                    <a:pt x="2676" y="1476"/>
                  </a:cubicBezTo>
                  <a:lnTo>
                    <a:pt x="2676" y="1476"/>
                  </a:lnTo>
                  <a:lnTo>
                    <a:pt x="2587" y="1573"/>
                  </a:lnTo>
                  <a:cubicBezTo>
                    <a:pt x="2538" y="1622"/>
                    <a:pt x="2538" y="1622"/>
                    <a:pt x="2538" y="1622"/>
                  </a:cubicBezTo>
                  <a:lnTo>
                    <a:pt x="2538" y="1630"/>
                  </a:lnTo>
                  <a:cubicBezTo>
                    <a:pt x="2566" y="1602"/>
                    <a:pt x="2580" y="1593"/>
                    <a:pt x="2589" y="1593"/>
                  </a:cubicBezTo>
                  <a:cubicBezTo>
                    <a:pt x="2596" y="1593"/>
                    <a:pt x="2599" y="1599"/>
                    <a:pt x="2603" y="1606"/>
                  </a:cubicBezTo>
                  <a:cubicBezTo>
                    <a:pt x="2611" y="1618"/>
                    <a:pt x="2615" y="1626"/>
                    <a:pt x="2624" y="1626"/>
                  </a:cubicBezTo>
                  <a:cubicBezTo>
                    <a:pt x="2633" y="1626"/>
                    <a:pt x="2647" y="1618"/>
                    <a:pt x="2676" y="1597"/>
                  </a:cubicBezTo>
                  <a:cubicBezTo>
                    <a:pt x="2701" y="1579"/>
                    <a:pt x="2715" y="1571"/>
                    <a:pt x="2719" y="1571"/>
                  </a:cubicBezTo>
                  <a:cubicBezTo>
                    <a:pt x="2723" y="1571"/>
                    <a:pt x="2711" y="1583"/>
                    <a:pt x="2684" y="1606"/>
                  </a:cubicBezTo>
                  <a:cubicBezTo>
                    <a:pt x="2570" y="1692"/>
                    <a:pt x="2533" y="1717"/>
                    <a:pt x="2537" y="1717"/>
                  </a:cubicBezTo>
                  <a:cubicBezTo>
                    <a:pt x="2539" y="1717"/>
                    <a:pt x="2552" y="1711"/>
                    <a:pt x="2570" y="1703"/>
                  </a:cubicBezTo>
                  <a:cubicBezTo>
                    <a:pt x="2570" y="1703"/>
                    <a:pt x="2635" y="1662"/>
                    <a:pt x="2692" y="1630"/>
                  </a:cubicBezTo>
                  <a:lnTo>
                    <a:pt x="2692" y="1630"/>
                  </a:lnTo>
                  <a:cubicBezTo>
                    <a:pt x="2633" y="1668"/>
                    <a:pt x="2622" y="1684"/>
                    <a:pt x="2642" y="1684"/>
                  </a:cubicBezTo>
                  <a:cubicBezTo>
                    <a:pt x="2661" y="1684"/>
                    <a:pt x="2706" y="1670"/>
                    <a:pt x="2765" y="1646"/>
                  </a:cubicBezTo>
                  <a:lnTo>
                    <a:pt x="2765" y="1646"/>
                  </a:lnTo>
                  <a:lnTo>
                    <a:pt x="2708" y="1679"/>
                  </a:lnTo>
                  <a:cubicBezTo>
                    <a:pt x="2643" y="1703"/>
                    <a:pt x="2643" y="1703"/>
                    <a:pt x="2643" y="1719"/>
                  </a:cubicBezTo>
                  <a:cubicBezTo>
                    <a:pt x="2684" y="1706"/>
                    <a:pt x="2707" y="1702"/>
                    <a:pt x="2716" y="1702"/>
                  </a:cubicBezTo>
                  <a:cubicBezTo>
                    <a:pt x="2737" y="1702"/>
                    <a:pt x="2696" y="1724"/>
                    <a:pt x="2652" y="1735"/>
                  </a:cubicBezTo>
                  <a:cubicBezTo>
                    <a:pt x="2587" y="1760"/>
                    <a:pt x="2587" y="1760"/>
                    <a:pt x="2587" y="1760"/>
                  </a:cubicBezTo>
                  <a:cubicBezTo>
                    <a:pt x="2626" y="1752"/>
                    <a:pt x="2648" y="1749"/>
                    <a:pt x="2656" y="1749"/>
                  </a:cubicBezTo>
                  <a:cubicBezTo>
                    <a:pt x="2677" y="1749"/>
                    <a:pt x="2632" y="1765"/>
                    <a:pt x="2587" y="1776"/>
                  </a:cubicBezTo>
                  <a:cubicBezTo>
                    <a:pt x="2608" y="1773"/>
                    <a:pt x="2623" y="1772"/>
                    <a:pt x="2632" y="1772"/>
                  </a:cubicBezTo>
                  <a:cubicBezTo>
                    <a:pt x="2652" y="1772"/>
                    <a:pt x="2652" y="1776"/>
                    <a:pt x="2652" y="1776"/>
                  </a:cubicBezTo>
                  <a:cubicBezTo>
                    <a:pt x="2652" y="1779"/>
                    <a:pt x="2652" y="1781"/>
                    <a:pt x="2656" y="1781"/>
                  </a:cubicBezTo>
                  <a:cubicBezTo>
                    <a:pt x="2663" y="1781"/>
                    <a:pt x="2678" y="1777"/>
                    <a:pt x="2716" y="1768"/>
                  </a:cubicBezTo>
                  <a:cubicBezTo>
                    <a:pt x="2757" y="1760"/>
                    <a:pt x="2806" y="1760"/>
                    <a:pt x="2854" y="1752"/>
                  </a:cubicBezTo>
                  <a:lnTo>
                    <a:pt x="2854" y="1752"/>
                  </a:lnTo>
                  <a:lnTo>
                    <a:pt x="2781" y="1768"/>
                  </a:lnTo>
                  <a:cubicBezTo>
                    <a:pt x="2716" y="1776"/>
                    <a:pt x="2716" y="1784"/>
                    <a:pt x="2716" y="1792"/>
                  </a:cubicBezTo>
                  <a:cubicBezTo>
                    <a:pt x="2708" y="1808"/>
                    <a:pt x="2708" y="1816"/>
                    <a:pt x="2643" y="1816"/>
                  </a:cubicBezTo>
                  <a:lnTo>
                    <a:pt x="2708" y="1816"/>
                  </a:lnTo>
                  <a:cubicBezTo>
                    <a:pt x="2781" y="1816"/>
                    <a:pt x="2781" y="1824"/>
                    <a:pt x="2708" y="1824"/>
                  </a:cubicBezTo>
                  <a:cubicBezTo>
                    <a:pt x="2643" y="1824"/>
                    <a:pt x="2643" y="1865"/>
                    <a:pt x="2708" y="1889"/>
                  </a:cubicBezTo>
                  <a:lnTo>
                    <a:pt x="2708" y="1906"/>
                  </a:lnTo>
                  <a:cubicBezTo>
                    <a:pt x="2570" y="1914"/>
                    <a:pt x="2570" y="1938"/>
                    <a:pt x="2700" y="1954"/>
                  </a:cubicBezTo>
                  <a:cubicBezTo>
                    <a:pt x="2635" y="1954"/>
                    <a:pt x="2635" y="1962"/>
                    <a:pt x="2635" y="1970"/>
                  </a:cubicBezTo>
                  <a:cubicBezTo>
                    <a:pt x="2694" y="1985"/>
                    <a:pt x="2700" y="2020"/>
                    <a:pt x="2645" y="2020"/>
                  </a:cubicBezTo>
                  <a:cubicBezTo>
                    <a:pt x="2640" y="2020"/>
                    <a:pt x="2634" y="2020"/>
                    <a:pt x="2627" y="2019"/>
                  </a:cubicBezTo>
                  <a:lnTo>
                    <a:pt x="2627" y="2027"/>
                  </a:lnTo>
                  <a:cubicBezTo>
                    <a:pt x="2700" y="2027"/>
                    <a:pt x="2700" y="2027"/>
                    <a:pt x="2700" y="2035"/>
                  </a:cubicBezTo>
                  <a:cubicBezTo>
                    <a:pt x="2700" y="2035"/>
                    <a:pt x="2700" y="2035"/>
                    <a:pt x="2765" y="2043"/>
                  </a:cubicBezTo>
                  <a:cubicBezTo>
                    <a:pt x="2830" y="2052"/>
                    <a:pt x="2830" y="2052"/>
                    <a:pt x="2830" y="2052"/>
                  </a:cubicBezTo>
                  <a:cubicBezTo>
                    <a:pt x="2781" y="2052"/>
                    <a:pt x="2741" y="2052"/>
                    <a:pt x="2692" y="2043"/>
                  </a:cubicBezTo>
                  <a:cubicBezTo>
                    <a:pt x="2668" y="2040"/>
                    <a:pt x="2653" y="2039"/>
                    <a:pt x="2650" y="2039"/>
                  </a:cubicBezTo>
                  <a:cubicBezTo>
                    <a:pt x="2645" y="2039"/>
                    <a:pt x="2675" y="2044"/>
                    <a:pt x="2757" y="2060"/>
                  </a:cubicBezTo>
                  <a:cubicBezTo>
                    <a:pt x="2733" y="2057"/>
                    <a:pt x="2709" y="2054"/>
                    <a:pt x="2692" y="2052"/>
                  </a:cubicBezTo>
                  <a:lnTo>
                    <a:pt x="2692" y="2052"/>
                  </a:lnTo>
                  <a:cubicBezTo>
                    <a:pt x="2692" y="2052"/>
                    <a:pt x="2692" y="2060"/>
                    <a:pt x="2757" y="2068"/>
                  </a:cubicBezTo>
                  <a:lnTo>
                    <a:pt x="2757" y="2076"/>
                  </a:lnTo>
                  <a:lnTo>
                    <a:pt x="2684" y="2076"/>
                  </a:lnTo>
                  <a:cubicBezTo>
                    <a:pt x="2722" y="2085"/>
                    <a:pt x="2738" y="2089"/>
                    <a:pt x="2731" y="2089"/>
                  </a:cubicBezTo>
                  <a:cubicBezTo>
                    <a:pt x="2727" y="2089"/>
                    <a:pt x="2711" y="2087"/>
                    <a:pt x="2684" y="2084"/>
                  </a:cubicBezTo>
                  <a:lnTo>
                    <a:pt x="2684" y="2084"/>
                  </a:lnTo>
                  <a:cubicBezTo>
                    <a:pt x="2700" y="2088"/>
                    <a:pt x="2722" y="2093"/>
                    <a:pt x="2749" y="2100"/>
                  </a:cubicBezTo>
                  <a:cubicBezTo>
                    <a:pt x="2787" y="2110"/>
                    <a:pt x="2803" y="2114"/>
                    <a:pt x="2796" y="2114"/>
                  </a:cubicBezTo>
                  <a:cubicBezTo>
                    <a:pt x="2791" y="2114"/>
                    <a:pt x="2776" y="2112"/>
                    <a:pt x="2749" y="2108"/>
                  </a:cubicBezTo>
                  <a:cubicBezTo>
                    <a:pt x="2668" y="2089"/>
                    <a:pt x="2635" y="2081"/>
                    <a:pt x="2634" y="2081"/>
                  </a:cubicBezTo>
                  <a:lnTo>
                    <a:pt x="2634" y="2081"/>
                  </a:lnTo>
                  <a:cubicBezTo>
                    <a:pt x="2633" y="2081"/>
                    <a:pt x="2649" y="2085"/>
                    <a:pt x="2676" y="2092"/>
                  </a:cubicBezTo>
                  <a:cubicBezTo>
                    <a:pt x="2749" y="2108"/>
                    <a:pt x="2741" y="2116"/>
                    <a:pt x="2741" y="2116"/>
                  </a:cubicBezTo>
                  <a:cubicBezTo>
                    <a:pt x="2789" y="2124"/>
                    <a:pt x="2830" y="2141"/>
                    <a:pt x="2870" y="2157"/>
                  </a:cubicBezTo>
                  <a:lnTo>
                    <a:pt x="2806" y="2141"/>
                  </a:lnTo>
                  <a:lnTo>
                    <a:pt x="2741" y="2124"/>
                  </a:lnTo>
                  <a:lnTo>
                    <a:pt x="2741" y="2116"/>
                  </a:lnTo>
                  <a:cubicBezTo>
                    <a:pt x="2722" y="2112"/>
                    <a:pt x="2708" y="2110"/>
                    <a:pt x="2697" y="2110"/>
                  </a:cubicBezTo>
                  <a:cubicBezTo>
                    <a:pt x="2670" y="2110"/>
                    <a:pt x="2663" y="2121"/>
                    <a:pt x="2652" y="2133"/>
                  </a:cubicBezTo>
                  <a:cubicBezTo>
                    <a:pt x="2652" y="2133"/>
                    <a:pt x="2716" y="2165"/>
                    <a:pt x="2781" y="2189"/>
                  </a:cubicBezTo>
                  <a:cubicBezTo>
                    <a:pt x="2836" y="2215"/>
                    <a:pt x="2855" y="2224"/>
                    <a:pt x="2853" y="2224"/>
                  </a:cubicBezTo>
                  <a:cubicBezTo>
                    <a:pt x="2850" y="2224"/>
                    <a:pt x="2817" y="2211"/>
                    <a:pt x="2781" y="2197"/>
                  </a:cubicBezTo>
                  <a:cubicBezTo>
                    <a:pt x="2686" y="2158"/>
                    <a:pt x="2638" y="2138"/>
                    <a:pt x="2634" y="2138"/>
                  </a:cubicBezTo>
                  <a:cubicBezTo>
                    <a:pt x="2631" y="2138"/>
                    <a:pt x="2678" y="2160"/>
                    <a:pt x="2773" y="2206"/>
                  </a:cubicBezTo>
                  <a:cubicBezTo>
                    <a:pt x="2743" y="2194"/>
                    <a:pt x="2727" y="2188"/>
                    <a:pt x="2724" y="2188"/>
                  </a:cubicBezTo>
                  <a:cubicBezTo>
                    <a:pt x="2720" y="2188"/>
                    <a:pt x="2735" y="2196"/>
                    <a:pt x="2765" y="2214"/>
                  </a:cubicBezTo>
                  <a:cubicBezTo>
                    <a:pt x="2720" y="2197"/>
                    <a:pt x="2674" y="2176"/>
                    <a:pt x="2673" y="2176"/>
                  </a:cubicBezTo>
                  <a:lnTo>
                    <a:pt x="2673" y="2176"/>
                  </a:lnTo>
                  <a:cubicBezTo>
                    <a:pt x="2673" y="2176"/>
                    <a:pt x="2681" y="2180"/>
                    <a:pt x="2700" y="2189"/>
                  </a:cubicBezTo>
                  <a:cubicBezTo>
                    <a:pt x="2700" y="2189"/>
                    <a:pt x="2700" y="2189"/>
                    <a:pt x="2635" y="2165"/>
                  </a:cubicBezTo>
                  <a:cubicBezTo>
                    <a:pt x="2616" y="2156"/>
                    <a:pt x="2608" y="2152"/>
                    <a:pt x="2608" y="2152"/>
                  </a:cubicBezTo>
                  <a:lnTo>
                    <a:pt x="2608" y="2152"/>
                  </a:lnTo>
                  <a:cubicBezTo>
                    <a:pt x="2608" y="2152"/>
                    <a:pt x="2652" y="2175"/>
                    <a:pt x="2692" y="2197"/>
                  </a:cubicBezTo>
                  <a:cubicBezTo>
                    <a:pt x="2752" y="2236"/>
                    <a:pt x="2780" y="2256"/>
                    <a:pt x="2776" y="2256"/>
                  </a:cubicBezTo>
                  <a:cubicBezTo>
                    <a:pt x="2772" y="2256"/>
                    <a:pt x="2741" y="2240"/>
                    <a:pt x="2684" y="2206"/>
                  </a:cubicBezTo>
                  <a:cubicBezTo>
                    <a:pt x="2642" y="2182"/>
                    <a:pt x="2622" y="2171"/>
                    <a:pt x="2620" y="2171"/>
                  </a:cubicBezTo>
                  <a:cubicBezTo>
                    <a:pt x="2615" y="2171"/>
                    <a:pt x="2661" y="2203"/>
                    <a:pt x="2733" y="2254"/>
                  </a:cubicBezTo>
                  <a:cubicBezTo>
                    <a:pt x="2733" y="2257"/>
                    <a:pt x="2732" y="2258"/>
                    <a:pt x="2729" y="2258"/>
                  </a:cubicBezTo>
                  <a:cubicBezTo>
                    <a:pt x="2723" y="2258"/>
                    <a:pt x="2707" y="2250"/>
                    <a:pt x="2668" y="2222"/>
                  </a:cubicBezTo>
                  <a:lnTo>
                    <a:pt x="2668" y="2222"/>
                  </a:lnTo>
                  <a:cubicBezTo>
                    <a:pt x="2684" y="2238"/>
                    <a:pt x="2700" y="2254"/>
                    <a:pt x="2716" y="2270"/>
                  </a:cubicBezTo>
                  <a:cubicBezTo>
                    <a:pt x="2765" y="2305"/>
                    <a:pt x="2779" y="2320"/>
                    <a:pt x="2772" y="2320"/>
                  </a:cubicBezTo>
                  <a:cubicBezTo>
                    <a:pt x="2762" y="2320"/>
                    <a:pt x="2712" y="2293"/>
                    <a:pt x="2652" y="2246"/>
                  </a:cubicBezTo>
                  <a:lnTo>
                    <a:pt x="2652" y="2246"/>
                  </a:lnTo>
                  <a:lnTo>
                    <a:pt x="2700" y="2287"/>
                  </a:lnTo>
                  <a:cubicBezTo>
                    <a:pt x="2766" y="2343"/>
                    <a:pt x="2810" y="2383"/>
                    <a:pt x="2808" y="2383"/>
                  </a:cubicBezTo>
                  <a:cubicBezTo>
                    <a:pt x="2806" y="2383"/>
                    <a:pt x="2788" y="2368"/>
                    <a:pt x="2749" y="2335"/>
                  </a:cubicBezTo>
                  <a:lnTo>
                    <a:pt x="2692" y="2295"/>
                  </a:lnTo>
                  <a:lnTo>
                    <a:pt x="2692" y="2295"/>
                  </a:lnTo>
                  <a:cubicBezTo>
                    <a:pt x="2735" y="2331"/>
                    <a:pt x="2749" y="2347"/>
                    <a:pt x="2745" y="2347"/>
                  </a:cubicBezTo>
                  <a:cubicBezTo>
                    <a:pt x="2740" y="2347"/>
                    <a:pt x="2693" y="2312"/>
                    <a:pt x="2635" y="2254"/>
                  </a:cubicBezTo>
                  <a:cubicBezTo>
                    <a:pt x="2619" y="2238"/>
                    <a:pt x="2595" y="2230"/>
                    <a:pt x="2579" y="2214"/>
                  </a:cubicBezTo>
                  <a:lnTo>
                    <a:pt x="2579" y="2214"/>
                  </a:lnTo>
                  <a:lnTo>
                    <a:pt x="2627" y="2262"/>
                  </a:lnTo>
                  <a:cubicBezTo>
                    <a:pt x="2668" y="2287"/>
                    <a:pt x="2700" y="2319"/>
                    <a:pt x="2724" y="2351"/>
                  </a:cubicBezTo>
                  <a:cubicBezTo>
                    <a:pt x="2724" y="2354"/>
                    <a:pt x="2724" y="2356"/>
                    <a:pt x="2723" y="2356"/>
                  </a:cubicBezTo>
                  <a:cubicBezTo>
                    <a:pt x="2720" y="2356"/>
                    <a:pt x="2710" y="2345"/>
                    <a:pt x="2676" y="2311"/>
                  </a:cubicBezTo>
                  <a:cubicBezTo>
                    <a:pt x="2636" y="2283"/>
                    <a:pt x="2600" y="2250"/>
                    <a:pt x="2599" y="2250"/>
                  </a:cubicBezTo>
                  <a:lnTo>
                    <a:pt x="2599" y="2250"/>
                  </a:lnTo>
                  <a:cubicBezTo>
                    <a:pt x="2599" y="2250"/>
                    <a:pt x="2605" y="2256"/>
                    <a:pt x="2619" y="2270"/>
                  </a:cubicBezTo>
                  <a:cubicBezTo>
                    <a:pt x="2619" y="2270"/>
                    <a:pt x="2619" y="2270"/>
                    <a:pt x="2562" y="2222"/>
                  </a:cubicBezTo>
                  <a:lnTo>
                    <a:pt x="2554" y="2230"/>
                  </a:lnTo>
                  <a:cubicBezTo>
                    <a:pt x="2554" y="2230"/>
                    <a:pt x="2546" y="2230"/>
                    <a:pt x="2587" y="2287"/>
                  </a:cubicBezTo>
                  <a:cubicBezTo>
                    <a:pt x="2587" y="2287"/>
                    <a:pt x="2587" y="2287"/>
                    <a:pt x="2538" y="2238"/>
                  </a:cubicBezTo>
                  <a:lnTo>
                    <a:pt x="2538" y="2238"/>
                  </a:lnTo>
                  <a:cubicBezTo>
                    <a:pt x="2579" y="2287"/>
                    <a:pt x="2579" y="2295"/>
                    <a:pt x="2579" y="2295"/>
                  </a:cubicBezTo>
                  <a:lnTo>
                    <a:pt x="2570" y="2295"/>
                  </a:lnTo>
                  <a:cubicBezTo>
                    <a:pt x="2611" y="2351"/>
                    <a:pt x="2611" y="2351"/>
                    <a:pt x="2611" y="2351"/>
                  </a:cubicBezTo>
                  <a:cubicBezTo>
                    <a:pt x="2587" y="2335"/>
                    <a:pt x="2570" y="2319"/>
                    <a:pt x="2554" y="2303"/>
                  </a:cubicBezTo>
                  <a:lnTo>
                    <a:pt x="2554" y="2303"/>
                  </a:lnTo>
                  <a:cubicBezTo>
                    <a:pt x="2546" y="2303"/>
                    <a:pt x="2546" y="2303"/>
                    <a:pt x="2587" y="2360"/>
                  </a:cubicBezTo>
                  <a:cubicBezTo>
                    <a:pt x="2579" y="2360"/>
                    <a:pt x="2538" y="2311"/>
                    <a:pt x="2530" y="2311"/>
                  </a:cubicBezTo>
                  <a:cubicBezTo>
                    <a:pt x="2522" y="2319"/>
                    <a:pt x="2522" y="2311"/>
                    <a:pt x="2554" y="2376"/>
                  </a:cubicBezTo>
                  <a:cubicBezTo>
                    <a:pt x="2512" y="2306"/>
                    <a:pt x="2494" y="2276"/>
                    <a:pt x="2493" y="2276"/>
                  </a:cubicBezTo>
                  <a:lnTo>
                    <a:pt x="2493" y="2276"/>
                  </a:lnTo>
                  <a:cubicBezTo>
                    <a:pt x="2492" y="2276"/>
                    <a:pt x="2500" y="2292"/>
                    <a:pt x="2514" y="2319"/>
                  </a:cubicBezTo>
                  <a:cubicBezTo>
                    <a:pt x="2538" y="2376"/>
                    <a:pt x="2538" y="2376"/>
                    <a:pt x="2538" y="2376"/>
                  </a:cubicBezTo>
                  <a:cubicBezTo>
                    <a:pt x="2522" y="2348"/>
                    <a:pt x="2514" y="2334"/>
                    <a:pt x="2513" y="2334"/>
                  </a:cubicBezTo>
                  <a:cubicBezTo>
                    <a:pt x="2511" y="2334"/>
                    <a:pt x="2517" y="2350"/>
                    <a:pt x="2530" y="2384"/>
                  </a:cubicBezTo>
                  <a:cubicBezTo>
                    <a:pt x="2522" y="2384"/>
                    <a:pt x="2522" y="2384"/>
                    <a:pt x="2497" y="2319"/>
                  </a:cubicBezTo>
                  <a:lnTo>
                    <a:pt x="2489" y="2319"/>
                  </a:lnTo>
                  <a:cubicBezTo>
                    <a:pt x="2511" y="2376"/>
                    <a:pt x="2513" y="2397"/>
                    <a:pt x="2508" y="2397"/>
                  </a:cubicBezTo>
                  <a:cubicBezTo>
                    <a:pt x="2501" y="2397"/>
                    <a:pt x="2482" y="2363"/>
                    <a:pt x="2473" y="2327"/>
                  </a:cubicBezTo>
                  <a:lnTo>
                    <a:pt x="2473" y="2327"/>
                  </a:lnTo>
                  <a:cubicBezTo>
                    <a:pt x="2473" y="2343"/>
                    <a:pt x="2481" y="2368"/>
                    <a:pt x="2489" y="2392"/>
                  </a:cubicBezTo>
                  <a:cubicBezTo>
                    <a:pt x="2506" y="2457"/>
                    <a:pt x="2514" y="2489"/>
                    <a:pt x="2513" y="2489"/>
                  </a:cubicBezTo>
                  <a:lnTo>
                    <a:pt x="2513" y="2489"/>
                  </a:lnTo>
                  <a:cubicBezTo>
                    <a:pt x="2512" y="2489"/>
                    <a:pt x="2502" y="2457"/>
                    <a:pt x="2481" y="2392"/>
                  </a:cubicBezTo>
                  <a:cubicBezTo>
                    <a:pt x="2461" y="2327"/>
                    <a:pt x="2451" y="2295"/>
                    <a:pt x="2450" y="2295"/>
                  </a:cubicBezTo>
                  <a:lnTo>
                    <a:pt x="2450" y="2295"/>
                  </a:lnTo>
                  <a:cubicBezTo>
                    <a:pt x="2449" y="2295"/>
                    <a:pt x="2457" y="2327"/>
                    <a:pt x="2473" y="2392"/>
                  </a:cubicBezTo>
                  <a:cubicBezTo>
                    <a:pt x="2483" y="2419"/>
                    <a:pt x="2485" y="2435"/>
                    <a:pt x="2481" y="2435"/>
                  </a:cubicBezTo>
                  <a:cubicBezTo>
                    <a:pt x="2476" y="2435"/>
                    <a:pt x="2460" y="2403"/>
                    <a:pt x="2441" y="2327"/>
                  </a:cubicBezTo>
                  <a:cubicBezTo>
                    <a:pt x="2435" y="2305"/>
                    <a:pt x="2430" y="2283"/>
                    <a:pt x="2425" y="2264"/>
                  </a:cubicBezTo>
                  <a:lnTo>
                    <a:pt x="2425" y="2264"/>
                  </a:lnTo>
                  <a:cubicBezTo>
                    <a:pt x="2441" y="2327"/>
                    <a:pt x="2441" y="2327"/>
                    <a:pt x="2433" y="2327"/>
                  </a:cubicBezTo>
                  <a:cubicBezTo>
                    <a:pt x="2425" y="2327"/>
                    <a:pt x="2425" y="2392"/>
                    <a:pt x="2416" y="2392"/>
                  </a:cubicBezTo>
                  <a:cubicBezTo>
                    <a:pt x="2408" y="2392"/>
                    <a:pt x="2400" y="2392"/>
                    <a:pt x="2392" y="2327"/>
                  </a:cubicBezTo>
                  <a:cubicBezTo>
                    <a:pt x="2384" y="2327"/>
                    <a:pt x="2384" y="2327"/>
                    <a:pt x="2384" y="2392"/>
                  </a:cubicBezTo>
                  <a:cubicBezTo>
                    <a:pt x="2384" y="2424"/>
                    <a:pt x="2382" y="2441"/>
                    <a:pt x="2380" y="2441"/>
                  </a:cubicBezTo>
                  <a:cubicBezTo>
                    <a:pt x="2378" y="2441"/>
                    <a:pt x="2376" y="2424"/>
                    <a:pt x="2376" y="2392"/>
                  </a:cubicBezTo>
                  <a:lnTo>
                    <a:pt x="2368" y="2392"/>
                  </a:lnTo>
                  <a:cubicBezTo>
                    <a:pt x="2368" y="2416"/>
                    <a:pt x="2368" y="2441"/>
                    <a:pt x="2368" y="2457"/>
                  </a:cubicBezTo>
                  <a:cubicBezTo>
                    <a:pt x="2362" y="2411"/>
                    <a:pt x="2360" y="2362"/>
                    <a:pt x="2360" y="2362"/>
                  </a:cubicBezTo>
                  <a:cubicBezTo>
                    <a:pt x="2360" y="2362"/>
                    <a:pt x="2360" y="2370"/>
                    <a:pt x="2360" y="2392"/>
                  </a:cubicBezTo>
                  <a:cubicBezTo>
                    <a:pt x="2360" y="2457"/>
                    <a:pt x="2360" y="2457"/>
                    <a:pt x="2360" y="2457"/>
                  </a:cubicBezTo>
                  <a:cubicBezTo>
                    <a:pt x="2355" y="2417"/>
                    <a:pt x="2341" y="2393"/>
                    <a:pt x="2323" y="2393"/>
                  </a:cubicBezTo>
                  <a:cubicBezTo>
                    <a:pt x="2312" y="2393"/>
                    <a:pt x="2299" y="2402"/>
                    <a:pt x="2287" y="2424"/>
                  </a:cubicBezTo>
                  <a:lnTo>
                    <a:pt x="2279" y="2416"/>
                  </a:lnTo>
                  <a:cubicBezTo>
                    <a:pt x="2300" y="2363"/>
                    <a:pt x="2306" y="2344"/>
                    <a:pt x="2303" y="2344"/>
                  </a:cubicBezTo>
                  <a:cubicBezTo>
                    <a:pt x="2299" y="2344"/>
                    <a:pt x="2281" y="2376"/>
                    <a:pt x="2262" y="2408"/>
                  </a:cubicBezTo>
                  <a:cubicBezTo>
                    <a:pt x="2230" y="2465"/>
                    <a:pt x="2222" y="2465"/>
                    <a:pt x="2222" y="2465"/>
                  </a:cubicBezTo>
                  <a:cubicBezTo>
                    <a:pt x="2262" y="2390"/>
                    <a:pt x="2274" y="2358"/>
                    <a:pt x="2270" y="2358"/>
                  </a:cubicBezTo>
                  <a:cubicBezTo>
                    <a:pt x="2267" y="2358"/>
                    <a:pt x="2259" y="2370"/>
                    <a:pt x="2246" y="2392"/>
                  </a:cubicBezTo>
                  <a:cubicBezTo>
                    <a:pt x="2210" y="2452"/>
                    <a:pt x="2192" y="2480"/>
                    <a:pt x="2190" y="2480"/>
                  </a:cubicBezTo>
                  <a:cubicBezTo>
                    <a:pt x="2189" y="2480"/>
                    <a:pt x="2205" y="2450"/>
                    <a:pt x="2238" y="2392"/>
                  </a:cubicBezTo>
                  <a:cubicBezTo>
                    <a:pt x="2271" y="2336"/>
                    <a:pt x="2290" y="2306"/>
                    <a:pt x="2288" y="2306"/>
                  </a:cubicBezTo>
                  <a:lnTo>
                    <a:pt x="2288" y="2306"/>
                  </a:lnTo>
                  <a:cubicBezTo>
                    <a:pt x="2287" y="2306"/>
                    <a:pt x="2259" y="2348"/>
                    <a:pt x="2197" y="2441"/>
                  </a:cubicBezTo>
                  <a:cubicBezTo>
                    <a:pt x="2178" y="2468"/>
                    <a:pt x="2168" y="2482"/>
                    <a:pt x="2166" y="2482"/>
                  </a:cubicBezTo>
                  <a:cubicBezTo>
                    <a:pt x="2165" y="2482"/>
                    <a:pt x="2173" y="2466"/>
                    <a:pt x="2189" y="2433"/>
                  </a:cubicBezTo>
                  <a:cubicBezTo>
                    <a:pt x="2232" y="2366"/>
                    <a:pt x="2250" y="2339"/>
                    <a:pt x="2249" y="2339"/>
                  </a:cubicBezTo>
                  <a:lnTo>
                    <a:pt x="2249" y="2339"/>
                  </a:lnTo>
                  <a:cubicBezTo>
                    <a:pt x="2248" y="2339"/>
                    <a:pt x="2239" y="2352"/>
                    <a:pt x="2222" y="2376"/>
                  </a:cubicBezTo>
                  <a:cubicBezTo>
                    <a:pt x="2183" y="2431"/>
                    <a:pt x="2162" y="2457"/>
                    <a:pt x="2160" y="2457"/>
                  </a:cubicBezTo>
                  <a:cubicBezTo>
                    <a:pt x="2158" y="2457"/>
                    <a:pt x="2176" y="2426"/>
                    <a:pt x="2214" y="2368"/>
                  </a:cubicBezTo>
                  <a:cubicBezTo>
                    <a:pt x="2255" y="2310"/>
                    <a:pt x="2275" y="2282"/>
                    <a:pt x="2274" y="2282"/>
                  </a:cubicBezTo>
                  <a:lnTo>
                    <a:pt x="2274" y="2282"/>
                  </a:lnTo>
                  <a:cubicBezTo>
                    <a:pt x="2274" y="2282"/>
                    <a:pt x="2253" y="2308"/>
                    <a:pt x="2214" y="2360"/>
                  </a:cubicBezTo>
                  <a:cubicBezTo>
                    <a:pt x="2171" y="2410"/>
                    <a:pt x="2147" y="2435"/>
                    <a:pt x="2142" y="2435"/>
                  </a:cubicBezTo>
                  <a:cubicBezTo>
                    <a:pt x="2137" y="2435"/>
                    <a:pt x="2155" y="2406"/>
                    <a:pt x="2197" y="2351"/>
                  </a:cubicBezTo>
                  <a:cubicBezTo>
                    <a:pt x="2197" y="2346"/>
                    <a:pt x="2216" y="2322"/>
                    <a:pt x="2215" y="2322"/>
                  </a:cubicBezTo>
                  <a:lnTo>
                    <a:pt x="2215" y="2322"/>
                  </a:lnTo>
                  <a:cubicBezTo>
                    <a:pt x="2215" y="2322"/>
                    <a:pt x="2211" y="2328"/>
                    <a:pt x="2197" y="2343"/>
                  </a:cubicBezTo>
                  <a:lnTo>
                    <a:pt x="2238" y="2287"/>
                  </a:lnTo>
                  <a:lnTo>
                    <a:pt x="2238" y="2287"/>
                  </a:lnTo>
                  <a:lnTo>
                    <a:pt x="2189" y="2335"/>
                  </a:lnTo>
                  <a:cubicBezTo>
                    <a:pt x="2189" y="2327"/>
                    <a:pt x="2222" y="2270"/>
                    <a:pt x="2214" y="2254"/>
                  </a:cubicBezTo>
                  <a:cubicBezTo>
                    <a:pt x="2206" y="2242"/>
                    <a:pt x="2202" y="2234"/>
                    <a:pt x="2192" y="2234"/>
                  </a:cubicBezTo>
                  <a:cubicBezTo>
                    <a:pt x="2183" y="2234"/>
                    <a:pt x="2169" y="2242"/>
                    <a:pt x="2141" y="2262"/>
                  </a:cubicBezTo>
                  <a:cubicBezTo>
                    <a:pt x="2141" y="2254"/>
                    <a:pt x="2189" y="2214"/>
                    <a:pt x="2189" y="2206"/>
                  </a:cubicBezTo>
                  <a:cubicBezTo>
                    <a:pt x="2189" y="2206"/>
                    <a:pt x="2189" y="2197"/>
                    <a:pt x="2246" y="2165"/>
                  </a:cubicBezTo>
                  <a:lnTo>
                    <a:pt x="2246" y="2157"/>
                  </a:lnTo>
                  <a:cubicBezTo>
                    <a:pt x="2189" y="2193"/>
                    <a:pt x="2157" y="2208"/>
                    <a:pt x="2147" y="2208"/>
                  </a:cubicBezTo>
                  <a:cubicBezTo>
                    <a:pt x="2137" y="2208"/>
                    <a:pt x="2149" y="2193"/>
                    <a:pt x="2181" y="2173"/>
                  </a:cubicBezTo>
                  <a:cubicBezTo>
                    <a:pt x="2181" y="2170"/>
                    <a:pt x="2181" y="2168"/>
                    <a:pt x="2178" y="2168"/>
                  </a:cubicBezTo>
                  <a:cubicBezTo>
                    <a:pt x="2173" y="2168"/>
                    <a:pt x="2158" y="2174"/>
                    <a:pt x="2116" y="2189"/>
                  </a:cubicBezTo>
                  <a:cubicBezTo>
                    <a:pt x="2086" y="2201"/>
                    <a:pt x="2070" y="2207"/>
                    <a:pt x="2067" y="2207"/>
                  </a:cubicBezTo>
                  <a:cubicBezTo>
                    <a:pt x="2064" y="2207"/>
                    <a:pt x="2078" y="2199"/>
                    <a:pt x="2108" y="2181"/>
                  </a:cubicBezTo>
                  <a:cubicBezTo>
                    <a:pt x="2151" y="2165"/>
                    <a:pt x="2194" y="2142"/>
                    <a:pt x="2181" y="2142"/>
                  </a:cubicBezTo>
                  <a:cubicBezTo>
                    <a:pt x="2174" y="2142"/>
                    <a:pt x="2153" y="2148"/>
                    <a:pt x="2108" y="2165"/>
                  </a:cubicBezTo>
                  <a:lnTo>
                    <a:pt x="2173" y="2141"/>
                  </a:lnTo>
                  <a:cubicBezTo>
                    <a:pt x="2196" y="2129"/>
                    <a:pt x="2202" y="2125"/>
                    <a:pt x="2199" y="2125"/>
                  </a:cubicBezTo>
                  <a:cubicBezTo>
                    <a:pt x="2193" y="2125"/>
                    <a:pt x="2151" y="2141"/>
                    <a:pt x="2108" y="2157"/>
                  </a:cubicBezTo>
                  <a:cubicBezTo>
                    <a:pt x="2053" y="2178"/>
                    <a:pt x="2021" y="2188"/>
                    <a:pt x="2018" y="2188"/>
                  </a:cubicBezTo>
                  <a:cubicBezTo>
                    <a:pt x="2014" y="2188"/>
                    <a:pt x="2062" y="2170"/>
                    <a:pt x="2173" y="2133"/>
                  </a:cubicBezTo>
                  <a:cubicBezTo>
                    <a:pt x="2200" y="2122"/>
                    <a:pt x="2222" y="2114"/>
                    <a:pt x="2238" y="2108"/>
                  </a:cubicBezTo>
                  <a:lnTo>
                    <a:pt x="2238" y="2108"/>
                  </a:lnTo>
                  <a:cubicBezTo>
                    <a:pt x="2192" y="2120"/>
                    <a:pt x="2142" y="2131"/>
                    <a:pt x="2140" y="2131"/>
                  </a:cubicBezTo>
                  <a:cubicBezTo>
                    <a:pt x="2139" y="2131"/>
                    <a:pt x="2146" y="2129"/>
                    <a:pt x="2165" y="2124"/>
                  </a:cubicBezTo>
                  <a:cubicBezTo>
                    <a:pt x="2125" y="2124"/>
                    <a:pt x="2084" y="2141"/>
                    <a:pt x="2035" y="2157"/>
                  </a:cubicBezTo>
                  <a:cubicBezTo>
                    <a:pt x="1997" y="2166"/>
                    <a:pt x="1982" y="2170"/>
                    <a:pt x="1975" y="2170"/>
                  </a:cubicBezTo>
                  <a:cubicBezTo>
                    <a:pt x="1970" y="2170"/>
                    <a:pt x="1970" y="2168"/>
                    <a:pt x="1970" y="2165"/>
                  </a:cubicBezTo>
                  <a:lnTo>
                    <a:pt x="2100" y="2133"/>
                  </a:lnTo>
                  <a:lnTo>
                    <a:pt x="2100" y="2124"/>
                  </a:lnTo>
                  <a:cubicBezTo>
                    <a:pt x="2149" y="2108"/>
                    <a:pt x="2189" y="2092"/>
                    <a:pt x="2238" y="2084"/>
                  </a:cubicBezTo>
                  <a:cubicBezTo>
                    <a:pt x="2265" y="2077"/>
                    <a:pt x="2281" y="2073"/>
                    <a:pt x="2280" y="2073"/>
                  </a:cubicBezTo>
                  <a:lnTo>
                    <a:pt x="2280" y="2073"/>
                  </a:lnTo>
                  <a:cubicBezTo>
                    <a:pt x="2279" y="2073"/>
                    <a:pt x="2246" y="2081"/>
                    <a:pt x="2165" y="2100"/>
                  </a:cubicBezTo>
                  <a:cubicBezTo>
                    <a:pt x="2079" y="2122"/>
                    <a:pt x="2050" y="2129"/>
                    <a:pt x="2040" y="2129"/>
                  </a:cubicBezTo>
                  <a:cubicBezTo>
                    <a:pt x="2035" y="2129"/>
                    <a:pt x="2035" y="2127"/>
                    <a:pt x="2035" y="2124"/>
                  </a:cubicBezTo>
                  <a:cubicBezTo>
                    <a:pt x="2035" y="2124"/>
                    <a:pt x="2035" y="2116"/>
                    <a:pt x="2100" y="2108"/>
                  </a:cubicBezTo>
                  <a:cubicBezTo>
                    <a:pt x="2165" y="2092"/>
                    <a:pt x="2165" y="2092"/>
                    <a:pt x="2173" y="2084"/>
                  </a:cubicBezTo>
                  <a:lnTo>
                    <a:pt x="2173" y="2084"/>
                  </a:lnTo>
                  <a:cubicBezTo>
                    <a:pt x="2173" y="2084"/>
                    <a:pt x="1970" y="2108"/>
                    <a:pt x="1833" y="2116"/>
                  </a:cubicBezTo>
                  <a:cubicBezTo>
                    <a:pt x="1771" y="2124"/>
                    <a:pt x="1737" y="2128"/>
                    <a:pt x="1730" y="2128"/>
                  </a:cubicBezTo>
                  <a:cubicBezTo>
                    <a:pt x="1723" y="2128"/>
                    <a:pt x="1757" y="2122"/>
                    <a:pt x="1833" y="2108"/>
                  </a:cubicBezTo>
                  <a:cubicBezTo>
                    <a:pt x="1897" y="2100"/>
                    <a:pt x="1897" y="2100"/>
                    <a:pt x="1897" y="2092"/>
                  </a:cubicBezTo>
                  <a:cubicBezTo>
                    <a:pt x="1922" y="2089"/>
                    <a:pt x="1938" y="2088"/>
                    <a:pt x="1949" y="2088"/>
                  </a:cubicBezTo>
                  <a:cubicBezTo>
                    <a:pt x="1970" y="2088"/>
                    <a:pt x="1970" y="2092"/>
                    <a:pt x="1970" y="2092"/>
                  </a:cubicBezTo>
                  <a:lnTo>
                    <a:pt x="2035" y="2084"/>
                  </a:lnTo>
                  <a:cubicBezTo>
                    <a:pt x="2116" y="2074"/>
                    <a:pt x="2150" y="2071"/>
                    <a:pt x="2136" y="2071"/>
                  </a:cubicBezTo>
                  <a:cubicBezTo>
                    <a:pt x="2126" y="2071"/>
                    <a:pt x="2092" y="2072"/>
                    <a:pt x="2035" y="2076"/>
                  </a:cubicBezTo>
                  <a:cubicBezTo>
                    <a:pt x="2016" y="2078"/>
                    <a:pt x="2003" y="2079"/>
                    <a:pt x="1995" y="2079"/>
                  </a:cubicBezTo>
                  <a:cubicBezTo>
                    <a:pt x="1976" y="2079"/>
                    <a:pt x="1989" y="2073"/>
                    <a:pt x="2035" y="2068"/>
                  </a:cubicBezTo>
                  <a:cubicBezTo>
                    <a:pt x="2063" y="2065"/>
                    <a:pt x="2090" y="2062"/>
                    <a:pt x="2108" y="2059"/>
                  </a:cubicBezTo>
                  <a:lnTo>
                    <a:pt x="2108" y="2059"/>
                  </a:lnTo>
                  <a:cubicBezTo>
                    <a:pt x="2108" y="2060"/>
                    <a:pt x="2108" y="2060"/>
                    <a:pt x="2108" y="2060"/>
                  </a:cubicBezTo>
                  <a:cubicBezTo>
                    <a:pt x="2127" y="2057"/>
                    <a:pt x="2135" y="2056"/>
                    <a:pt x="2135" y="2056"/>
                  </a:cubicBezTo>
                  <a:lnTo>
                    <a:pt x="2135" y="2056"/>
                  </a:lnTo>
                  <a:cubicBezTo>
                    <a:pt x="2135" y="2056"/>
                    <a:pt x="2124" y="2057"/>
                    <a:pt x="2108" y="2059"/>
                  </a:cubicBezTo>
                  <a:lnTo>
                    <a:pt x="2108" y="2059"/>
                  </a:lnTo>
                  <a:cubicBezTo>
                    <a:pt x="2109" y="2058"/>
                    <a:pt x="2115" y="2052"/>
                    <a:pt x="2173" y="2052"/>
                  </a:cubicBezTo>
                  <a:cubicBezTo>
                    <a:pt x="2173" y="2043"/>
                    <a:pt x="2173" y="2043"/>
                    <a:pt x="2108" y="2043"/>
                  </a:cubicBezTo>
                  <a:cubicBezTo>
                    <a:pt x="2035" y="2043"/>
                    <a:pt x="2035" y="2043"/>
                    <a:pt x="2043" y="2035"/>
                  </a:cubicBezTo>
                  <a:cubicBezTo>
                    <a:pt x="2043" y="2035"/>
                    <a:pt x="2043" y="2027"/>
                    <a:pt x="1970" y="2027"/>
                  </a:cubicBezTo>
                  <a:cubicBezTo>
                    <a:pt x="1906" y="2027"/>
                    <a:pt x="1833" y="2019"/>
                    <a:pt x="1841" y="2003"/>
                  </a:cubicBezTo>
                  <a:cubicBezTo>
                    <a:pt x="1768" y="1979"/>
                    <a:pt x="1768" y="1979"/>
                    <a:pt x="1906" y="1970"/>
                  </a:cubicBezTo>
                  <a:cubicBezTo>
                    <a:pt x="1979" y="1970"/>
                    <a:pt x="1979" y="1962"/>
                    <a:pt x="1979" y="1954"/>
                  </a:cubicBezTo>
                  <a:cubicBezTo>
                    <a:pt x="1979" y="1954"/>
                    <a:pt x="1979" y="1946"/>
                    <a:pt x="2043" y="1938"/>
                  </a:cubicBezTo>
                  <a:cubicBezTo>
                    <a:pt x="2116" y="1922"/>
                    <a:pt x="2043" y="1922"/>
                    <a:pt x="1979" y="1922"/>
                  </a:cubicBezTo>
                  <a:lnTo>
                    <a:pt x="1841" y="1922"/>
                  </a:lnTo>
                  <a:cubicBezTo>
                    <a:pt x="1906" y="1914"/>
                    <a:pt x="1979" y="1906"/>
                    <a:pt x="2043" y="1906"/>
                  </a:cubicBezTo>
                  <a:cubicBezTo>
                    <a:pt x="2181" y="1897"/>
                    <a:pt x="2181" y="1897"/>
                    <a:pt x="2043" y="1897"/>
                  </a:cubicBezTo>
                  <a:cubicBezTo>
                    <a:pt x="1979" y="1897"/>
                    <a:pt x="1914" y="1889"/>
                    <a:pt x="1979" y="1873"/>
                  </a:cubicBezTo>
                  <a:cubicBezTo>
                    <a:pt x="1979" y="1849"/>
                    <a:pt x="1979" y="1833"/>
                    <a:pt x="2052" y="1833"/>
                  </a:cubicBezTo>
                  <a:cubicBezTo>
                    <a:pt x="1987" y="1824"/>
                    <a:pt x="1987" y="1824"/>
                    <a:pt x="2052" y="1816"/>
                  </a:cubicBezTo>
                  <a:cubicBezTo>
                    <a:pt x="2197" y="1808"/>
                    <a:pt x="2197" y="1816"/>
                    <a:pt x="2060" y="1800"/>
                  </a:cubicBezTo>
                  <a:cubicBezTo>
                    <a:pt x="2018" y="1795"/>
                    <a:pt x="1978" y="1791"/>
                    <a:pt x="1979" y="1791"/>
                  </a:cubicBezTo>
                  <a:cubicBezTo>
                    <a:pt x="1979" y="1791"/>
                    <a:pt x="2001" y="1793"/>
                    <a:pt x="2060" y="1800"/>
                  </a:cubicBezTo>
                  <a:cubicBezTo>
                    <a:pt x="2125" y="1800"/>
                    <a:pt x="2060" y="1792"/>
                    <a:pt x="1995" y="1776"/>
                  </a:cubicBezTo>
                  <a:lnTo>
                    <a:pt x="1995" y="1776"/>
                  </a:lnTo>
                  <a:cubicBezTo>
                    <a:pt x="2035" y="1784"/>
                    <a:pt x="2027" y="1784"/>
                    <a:pt x="2060" y="1784"/>
                  </a:cubicBezTo>
                  <a:lnTo>
                    <a:pt x="2133" y="1792"/>
                  </a:lnTo>
                  <a:lnTo>
                    <a:pt x="1995" y="1776"/>
                  </a:lnTo>
                  <a:lnTo>
                    <a:pt x="1995" y="1776"/>
                  </a:lnTo>
                  <a:cubicBezTo>
                    <a:pt x="1995" y="1776"/>
                    <a:pt x="1995" y="1776"/>
                    <a:pt x="1995" y="1776"/>
                  </a:cubicBezTo>
                  <a:lnTo>
                    <a:pt x="1727" y="1735"/>
                  </a:lnTo>
                  <a:cubicBezTo>
                    <a:pt x="1589" y="1719"/>
                    <a:pt x="1589" y="1719"/>
                    <a:pt x="1662" y="1711"/>
                  </a:cubicBezTo>
                  <a:cubicBezTo>
                    <a:pt x="1703" y="1711"/>
                    <a:pt x="1752" y="1719"/>
                    <a:pt x="1800" y="1727"/>
                  </a:cubicBezTo>
                  <a:cubicBezTo>
                    <a:pt x="1865" y="1735"/>
                    <a:pt x="1865" y="1743"/>
                    <a:pt x="1865" y="1743"/>
                  </a:cubicBezTo>
                  <a:cubicBezTo>
                    <a:pt x="1906" y="1760"/>
                    <a:pt x="1954" y="1760"/>
                    <a:pt x="1995" y="1760"/>
                  </a:cubicBezTo>
                  <a:cubicBezTo>
                    <a:pt x="2025" y="1763"/>
                    <a:pt x="2043" y="1765"/>
                    <a:pt x="2048" y="1765"/>
                  </a:cubicBezTo>
                  <a:cubicBezTo>
                    <a:pt x="2057" y="1765"/>
                    <a:pt x="2041" y="1761"/>
                    <a:pt x="2003" y="1752"/>
                  </a:cubicBezTo>
                  <a:lnTo>
                    <a:pt x="2003" y="1752"/>
                  </a:lnTo>
                  <a:cubicBezTo>
                    <a:pt x="2030" y="1758"/>
                    <a:pt x="2046" y="1761"/>
                    <a:pt x="2056" y="1761"/>
                  </a:cubicBezTo>
                  <a:cubicBezTo>
                    <a:pt x="2069" y="1761"/>
                    <a:pt x="2071" y="1756"/>
                    <a:pt x="2076" y="1752"/>
                  </a:cubicBezTo>
                  <a:cubicBezTo>
                    <a:pt x="2076" y="1752"/>
                    <a:pt x="2078" y="1749"/>
                    <a:pt x="2088" y="1749"/>
                  </a:cubicBezTo>
                  <a:cubicBezTo>
                    <a:pt x="2098" y="1749"/>
                    <a:pt x="2116" y="1752"/>
                    <a:pt x="2149" y="1760"/>
                  </a:cubicBezTo>
                  <a:cubicBezTo>
                    <a:pt x="2149" y="1752"/>
                    <a:pt x="2149" y="1752"/>
                    <a:pt x="2084" y="1727"/>
                  </a:cubicBezTo>
                  <a:cubicBezTo>
                    <a:pt x="2071" y="1724"/>
                    <a:pt x="2059" y="1721"/>
                    <a:pt x="2048" y="1718"/>
                  </a:cubicBezTo>
                  <a:lnTo>
                    <a:pt x="2048" y="1718"/>
                  </a:lnTo>
                  <a:cubicBezTo>
                    <a:pt x="2094" y="1729"/>
                    <a:pt x="2132" y="1736"/>
                    <a:pt x="2152" y="1736"/>
                  </a:cubicBezTo>
                  <a:cubicBezTo>
                    <a:pt x="2181" y="1736"/>
                    <a:pt x="2174" y="1722"/>
                    <a:pt x="2108" y="1687"/>
                  </a:cubicBezTo>
                  <a:lnTo>
                    <a:pt x="2108" y="1687"/>
                  </a:lnTo>
                  <a:cubicBezTo>
                    <a:pt x="2133" y="1696"/>
                    <a:pt x="2149" y="1700"/>
                    <a:pt x="2157" y="1700"/>
                  </a:cubicBezTo>
                  <a:cubicBezTo>
                    <a:pt x="2170" y="1700"/>
                    <a:pt x="2160" y="1688"/>
                    <a:pt x="2125" y="1662"/>
                  </a:cubicBezTo>
                  <a:lnTo>
                    <a:pt x="2133" y="1662"/>
                  </a:lnTo>
                  <a:cubicBezTo>
                    <a:pt x="2163" y="1674"/>
                    <a:pt x="2179" y="1680"/>
                    <a:pt x="2182" y="1680"/>
                  </a:cubicBezTo>
                  <a:cubicBezTo>
                    <a:pt x="2185" y="1680"/>
                    <a:pt x="2171" y="1672"/>
                    <a:pt x="2141" y="1654"/>
                  </a:cubicBezTo>
                  <a:cubicBezTo>
                    <a:pt x="2120" y="1639"/>
                    <a:pt x="2099" y="1625"/>
                    <a:pt x="2084" y="1614"/>
                  </a:cubicBezTo>
                  <a:lnTo>
                    <a:pt x="2084" y="1614"/>
                  </a:lnTo>
                  <a:cubicBezTo>
                    <a:pt x="2122" y="1635"/>
                    <a:pt x="2134" y="1643"/>
                    <a:pt x="2141" y="1643"/>
                  </a:cubicBezTo>
                  <a:cubicBezTo>
                    <a:pt x="2144" y="1643"/>
                    <a:pt x="2146" y="1641"/>
                    <a:pt x="2149" y="1638"/>
                  </a:cubicBezTo>
                  <a:cubicBezTo>
                    <a:pt x="2157" y="1630"/>
                    <a:pt x="2157" y="1630"/>
                    <a:pt x="2100" y="1589"/>
                  </a:cubicBezTo>
                  <a:cubicBezTo>
                    <a:pt x="2087" y="1574"/>
                    <a:pt x="2083" y="1567"/>
                    <a:pt x="2086" y="1567"/>
                  </a:cubicBezTo>
                  <a:cubicBezTo>
                    <a:pt x="2092" y="1567"/>
                    <a:pt x="2127" y="1594"/>
                    <a:pt x="2165" y="1622"/>
                  </a:cubicBezTo>
                  <a:cubicBezTo>
                    <a:pt x="2213" y="1662"/>
                    <a:pt x="2241" y="1684"/>
                    <a:pt x="2242" y="1684"/>
                  </a:cubicBezTo>
                  <a:cubicBezTo>
                    <a:pt x="2243" y="1684"/>
                    <a:pt x="2205" y="1652"/>
                    <a:pt x="2116" y="1581"/>
                  </a:cubicBezTo>
                  <a:cubicBezTo>
                    <a:pt x="2050" y="1525"/>
                    <a:pt x="2029" y="1501"/>
                    <a:pt x="2034" y="1501"/>
                  </a:cubicBezTo>
                  <a:cubicBezTo>
                    <a:pt x="2037" y="1501"/>
                    <a:pt x="2050" y="1509"/>
                    <a:pt x="2068" y="1525"/>
                  </a:cubicBezTo>
                  <a:cubicBezTo>
                    <a:pt x="2125" y="1573"/>
                    <a:pt x="2116" y="1573"/>
                    <a:pt x="2116" y="1573"/>
                  </a:cubicBezTo>
                  <a:lnTo>
                    <a:pt x="2222" y="1662"/>
                  </a:lnTo>
                  <a:cubicBezTo>
                    <a:pt x="2214" y="1646"/>
                    <a:pt x="2189" y="1630"/>
                    <a:pt x="2173" y="1614"/>
                  </a:cubicBezTo>
                  <a:cubicBezTo>
                    <a:pt x="2173" y="1614"/>
                    <a:pt x="2181" y="1614"/>
                    <a:pt x="2125" y="1565"/>
                  </a:cubicBezTo>
                  <a:cubicBezTo>
                    <a:pt x="2076" y="1516"/>
                    <a:pt x="2027" y="1476"/>
                    <a:pt x="1970" y="1435"/>
                  </a:cubicBezTo>
                  <a:cubicBezTo>
                    <a:pt x="1914" y="1395"/>
                    <a:pt x="1922" y="1387"/>
                    <a:pt x="1922" y="1387"/>
                  </a:cubicBezTo>
                  <a:lnTo>
                    <a:pt x="1922" y="1387"/>
                  </a:lnTo>
                  <a:cubicBezTo>
                    <a:pt x="1979" y="1427"/>
                    <a:pt x="2035" y="1468"/>
                    <a:pt x="2084" y="1516"/>
                  </a:cubicBezTo>
                  <a:cubicBezTo>
                    <a:pt x="2116" y="1549"/>
                    <a:pt x="2149" y="1581"/>
                    <a:pt x="2181" y="1614"/>
                  </a:cubicBezTo>
                  <a:cubicBezTo>
                    <a:pt x="2189" y="1620"/>
                    <a:pt x="2193" y="1623"/>
                    <a:pt x="2195" y="1623"/>
                  </a:cubicBezTo>
                  <a:cubicBezTo>
                    <a:pt x="2201" y="1623"/>
                    <a:pt x="2125" y="1541"/>
                    <a:pt x="2044" y="1460"/>
                  </a:cubicBezTo>
                  <a:lnTo>
                    <a:pt x="2044" y="1460"/>
                  </a:lnTo>
                  <a:lnTo>
                    <a:pt x="2092" y="1508"/>
                  </a:lnTo>
                  <a:cubicBezTo>
                    <a:pt x="2135" y="1545"/>
                    <a:pt x="2145" y="1549"/>
                    <a:pt x="2151" y="1549"/>
                  </a:cubicBezTo>
                  <a:cubicBezTo>
                    <a:pt x="2153" y="1549"/>
                    <a:pt x="2155" y="1549"/>
                    <a:pt x="2157" y="1549"/>
                  </a:cubicBezTo>
                  <a:cubicBezTo>
                    <a:pt x="2165" y="1541"/>
                    <a:pt x="2165" y="1541"/>
                    <a:pt x="2116" y="1492"/>
                  </a:cubicBezTo>
                  <a:cubicBezTo>
                    <a:pt x="2084" y="1460"/>
                    <a:pt x="2052" y="1427"/>
                    <a:pt x="2027" y="1387"/>
                  </a:cubicBezTo>
                  <a:cubicBezTo>
                    <a:pt x="1995" y="1362"/>
                    <a:pt x="1962" y="1330"/>
                    <a:pt x="1930" y="1289"/>
                  </a:cubicBezTo>
                  <a:lnTo>
                    <a:pt x="1930" y="1289"/>
                  </a:lnTo>
                  <a:cubicBezTo>
                    <a:pt x="1962" y="1322"/>
                    <a:pt x="2003" y="1354"/>
                    <a:pt x="2035" y="1387"/>
                  </a:cubicBezTo>
                  <a:cubicBezTo>
                    <a:pt x="2126" y="1477"/>
                    <a:pt x="2174" y="1525"/>
                    <a:pt x="2193" y="1525"/>
                  </a:cubicBezTo>
                  <a:cubicBezTo>
                    <a:pt x="2195" y="1525"/>
                    <a:pt x="2196" y="1525"/>
                    <a:pt x="2197" y="1525"/>
                  </a:cubicBezTo>
                  <a:cubicBezTo>
                    <a:pt x="2197" y="1525"/>
                    <a:pt x="2198" y="1524"/>
                    <a:pt x="2199" y="1524"/>
                  </a:cubicBezTo>
                  <a:cubicBezTo>
                    <a:pt x="2203" y="1524"/>
                    <a:pt x="2215" y="1529"/>
                    <a:pt x="2246" y="1573"/>
                  </a:cubicBezTo>
                  <a:cubicBezTo>
                    <a:pt x="2254" y="1573"/>
                    <a:pt x="2254" y="1565"/>
                    <a:pt x="2222" y="1508"/>
                  </a:cubicBezTo>
                  <a:lnTo>
                    <a:pt x="2222" y="1508"/>
                  </a:lnTo>
                  <a:cubicBezTo>
                    <a:pt x="2242" y="1537"/>
                    <a:pt x="2254" y="1551"/>
                    <a:pt x="2256" y="1551"/>
                  </a:cubicBezTo>
                  <a:cubicBezTo>
                    <a:pt x="2258" y="1551"/>
                    <a:pt x="2250" y="1537"/>
                    <a:pt x="2230" y="1508"/>
                  </a:cubicBezTo>
                  <a:cubicBezTo>
                    <a:pt x="2219" y="1489"/>
                    <a:pt x="2216" y="1483"/>
                    <a:pt x="2218" y="1483"/>
                  </a:cubicBezTo>
                  <a:cubicBezTo>
                    <a:pt x="2220" y="1483"/>
                    <a:pt x="2235" y="1501"/>
                    <a:pt x="2237" y="1501"/>
                  </a:cubicBezTo>
                  <a:cubicBezTo>
                    <a:pt x="2238" y="1501"/>
                    <a:pt x="2238" y="1501"/>
                    <a:pt x="2238" y="1500"/>
                  </a:cubicBezTo>
                  <a:cubicBezTo>
                    <a:pt x="2275" y="1555"/>
                    <a:pt x="2295" y="1585"/>
                    <a:pt x="2295" y="1585"/>
                  </a:cubicBezTo>
                  <a:cubicBezTo>
                    <a:pt x="2296" y="1585"/>
                    <a:pt x="2268" y="1541"/>
                    <a:pt x="2206" y="1443"/>
                  </a:cubicBezTo>
                  <a:cubicBezTo>
                    <a:pt x="2202" y="1435"/>
                    <a:pt x="2198" y="1426"/>
                    <a:pt x="2193" y="1418"/>
                  </a:cubicBezTo>
                  <a:lnTo>
                    <a:pt x="2193" y="1418"/>
                  </a:lnTo>
                  <a:cubicBezTo>
                    <a:pt x="2227" y="1470"/>
                    <a:pt x="2250" y="1503"/>
                    <a:pt x="2254" y="1503"/>
                  </a:cubicBezTo>
                  <a:cubicBezTo>
                    <a:pt x="2257" y="1503"/>
                    <a:pt x="2247" y="1483"/>
                    <a:pt x="2222" y="1435"/>
                  </a:cubicBezTo>
                  <a:lnTo>
                    <a:pt x="2222" y="1435"/>
                  </a:lnTo>
                  <a:cubicBezTo>
                    <a:pt x="2222" y="1435"/>
                    <a:pt x="2222" y="1436"/>
                    <a:pt x="2262" y="1500"/>
                  </a:cubicBezTo>
                  <a:cubicBezTo>
                    <a:pt x="2276" y="1523"/>
                    <a:pt x="2283" y="1537"/>
                    <a:pt x="2284" y="1537"/>
                  </a:cubicBezTo>
                  <a:cubicBezTo>
                    <a:pt x="2285" y="1537"/>
                    <a:pt x="2272" y="1508"/>
                    <a:pt x="2238" y="1435"/>
                  </a:cubicBezTo>
                  <a:cubicBezTo>
                    <a:pt x="2205" y="1372"/>
                    <a:pt x="2190" y="1340"/>
                    <a:pt x="2194" y="1340"/>
                  </a:cubicBezTo>
                  <a:cubicBezTo>
                    <a:pt x="2197" y="1340"/>
                    <a:pt x="2215" y="1368"/>
                    <a:pt x="2246" y="1427"/>
                  </a:cubicBezTo>
                  <a:cubicBezTo>
                    <a:pt x="2284" y="1497"/>
                    <a:pt x="2302" y="1527"/>
                    <a:pt x="2306" y="1527"/>
                  </a:cubicBezTo>
                  <a:cubicBezTo>
                    <a:pt x="2310" y="1527"/>
                    <a:pt x="2305" y="1511"/>
                    <a:pt x="2295" y="1484"/>
                  </a:cubicBezTo>
                  <a:cubicBezTo>
                    <a:pt x="2261" y="1412"/>
                    <a:pt x="2253" y="1382"/>
                    <a:pt x="2257" y="1382"/>
                  </a:cubicBezTo>
                  <a:cubicBezTo>
                    <a:pt x="2260" y="1382"/>
                    <a:pt x="2269" y="1396"/>
                    <a:pt x="2279" y="1419"/>
                  </a:cubicBezTo>
                  <a:cubicBezTo>
                    <a:pt x="2295" y="1452"/>
                    <a:pt x="2303" y="1468"/>
                    <a:pt x="2304" y="1468"/>
                  </a:cubicBezTo>
                  <a:cubicBezTo>
                    <a:pt x="2305" y="1468"/>
                    <a:pt x="2299" y="1452"/>
                    <a:pt x="2287" y="1420"/>
                  </a:cubicBezTo>
                  <a:lnTo>
                    <a:pt x="2287" y="1420"/>
                  </a:lnTo>
                  <a:cubicBezTo>
                    <a:pt x="2304" y="1466"/>
                    <a:pt x="2321" y="1511"/>
                    <a:pt x="2324" y="1511"/>
                  </a:cubicBezTo>
                  <a:cubicBezTo>
                    <a:pt x="2325" y="1511"/>
                    <a:pt x="2324" y="1503"/>
                    <a:pt x="2319" y="1484"/>
                  </a:cubicBezTo>
                  <a:cubicBezTo>
                    <a:pt x="2319" y="1484"/>
                    <a:pt x="2319" y="1484"/>
                    <a:pt x="2295" y="1419"/>
                  </a:cubicBezTo>
                  <a:lnTo>
                    <a:pt x="2262" y="1289"/>
                  </a:lnTo>
                  <a:cubicBezTo>
                    <a:pt x="2238" y="1249"/>
                    <a:pt x="2222" y="1200"/>
                    <a:pt x="2214" y="1160"/>
                  </a:cubicBezTo>
                  <a:cubicBezTo>
                    <a:pt x="2207" y="1143"/>
                    <a:pt x="2206" y="1134"/>
                    <a:pt x="2209" y="1134"/>
                  </a:cubicBezTo>
                  <a:cubicBezTo>
                    <a:pt x="2216" y="1134"/>
                    <a:pt x="2255" y="1203"/>
                    <a:pt x="2303" y="1346"/>
                  </a:cubicBezTo>
                  <a:lnTo>
                    <a:pt x="2343" y="1484"/>
                  </a:lnTo>
                  <a:lnTo>
                    <a:pt x="2311" y="1346"/>
                  </a:lnTo>
                  <a:lnTo>
                    <a:pt x="2311" y="1346"/>
                  </a:lnTo>
                  <a:cubicBezTo>
                    <a:pt x="2311" y="1346"/>
                    <a:pt x="2319" y="1346"/>
                    <a:pt x="2335" y="1411"/>
                  </a:cubicBezTo>
                  <a:cubicBezTo>
                    <a:pt x="2352" y="1476"/>
                    <a:pt x="2352" y="1476"/>
                    <a:pt x="2352" y="1476"/>
                  </a:cubicBezTo>
                  <a:cubicBezTo>
                    <a:pt x="2352" y="1460"/>
                    <a:pt x="2352" y="1435"/>
                    <a:pt x="2343" y="1411"/>
                  </a:cubicBezTo>
                  <a:cubicBezTo>
                    <a:pt x="2337" y="1384"/>
                    <a:pt x="2331" y="1363"/>
                    <a:pt x="2327" y="1346"/>
                  </a:cubicBezTo>
                  <a:lnTo>
                    <a:pt x="2327" y="1346"/>
                  </a:lnTo>
                  <a:cubicBezTo>
                    <a:pt x="2343" y="1411"/>
                    <a:pt x="2354" y="1443"/>
                    <a:pt x="2357" y="1443"/>
                  </a:cubicBezTo>
                  <a:cubicBezTo>
                    <a:pt x="2360" y="1443"/>
                    <a:pt x="2356" y="1411"/>
                    <a:pt x="2343" y="1346"/>
                  </a:cubicBezTo>
                  <a:lnTo>
                    <a:pt x="2343" y="1346"/>
                  </a:lnTo>
                  <a:cubicBezTo>
                    <a:pt x="2352" y="1387"/>
                    <a:pt x="2368" y="1435"/>
                    <a:pt x="2376" y="1476"/>
                  </a:cubicBezTo>
                  <a:lnTo>
                    <a:pt x="2368" y="1411"/>
                  </a:lnTo>
                  <a:cubicBezTo>
                    <a:pt x="2353" y="1335"/>
                    <a:pt x="2348" y="1304"/>
                    <a:pt x="2348" y="1304"/>
                  </a:cubicBezTo>
                  <a:lnTo>
                    <a:pt x="2348" y="1304"/>
                  </a:lnTo>
                  <a:cubicBezTo>
                    <a:pt x="2349" y="1304"/>
                    <a:pt x="2353" y="1319"/>
                    <a:pt x="2360" y="1346"/>
                  </a:cubicBezTo>
                  <a:cubicBezTo>
                    <a:pt x="2368" y="1379"/>
                    <a:pt x="2372" y="1395"/>
                    <a:pt x="2374" y="1395"/>
                  </a:cubicBezTo>
                  <a:cubicBezTo>
                    <a:pt x="2376" y="1395"/>
                    <a:pt x="2376" y="1379"/>
                    <a:pt x="2376" y="1346"/>
                  </a:cubicBezTo>
                  <a:cubicBezTo>
                    <a:pt x="2384" y="1346"/>
                    <a:pt x="2384" y="1346"/>
                    <a:pt x="2392" y="1411"/>
                  </a:cubicBezTo>
                  <a:cubicBezTo>
                    <a:pt x="2404" y="1480"/>
                    <a:pt x="2408" y="1514"/>
                    <a:pt x="2408" y="1514"/>
                  </a:cubicBezTo>
                  <a:cubicBezTo>
                    <a:pt x="2408" y="1514"/>
                    <a:pt x="2404" y="1480"/>
                    <a:pt x="2400" y="1411"/>
                  </a:cubicBezTo>
                  <a:cubicBezTo>
                    <a:pt x="2396" y="1379"/>
                    <a:pt x="2394" y="1362"/>
                    <a:pt x="2395" y="1362"/>
                  </a:cubicBezTo>
                  <a:lnTo>
                    <a:pt x="2395" y="1362"/>
                  </a:lnTo>
                  <a:cubicBezTo>
                    <a:pt x="2396" y="1362"/>
                    <a:pt x="2400" y="1379"/>
                    <a:pt x="2408" y="1411"/>
                  </a:cubicBezTo>
                  <a:cubicBezTo>
                    <a:pt x="2416" y="1443"/>
                    <a:pt x="2418" y="1460"/>
                    <a:pt x="2418" y="1460"/>
                  </a:cubicBezTo>
                  <a:cubicBezTo>
                    <a:pt x="2418" y="1460"/>
                    <a:pt x="2416" y="1443"/>
                    <a:pt x="2416" y="1411"/>
                  </a:cubicBezTo>
                  <a:cubicBezTo>
                    <a:pt x="2416" y="1346"/>
                    <a:pt x="2408" y="1273"/>
                    <a:pt x="2392" y="1208"/>
                  </a:cubicBezTo>
                  <a:cubicBezTo>
                    <a:pt x="2392" y="1208"/>
                    <a:pt x="2392" y="1208"/>
                    <a:pt x="2384" y="1143"/>
                  </a:cubicBezTo>
                  <a:lnTo>
                    <a:pt x="2392" y="1143"/>
                  </a:lnTo>
                  <a:cubicBezTo>
                    <a:pt x="2400" y="1143"/>
                    <a:pt x="2408" y="1143"/>
                    <a:pt x="2416" y="1070"/>
                  </a:cubicBezTo>
                  <a:cubicBezTo>
                    <a:pt x="2418" y="1059"/>
                    <a:pt x="2419" y="1045"/>
                    <a:pt x="2419" y="1030"/>
                  </a:cubicBezTo>
                  <a:close/>
                  <a:moveTo>
                    <a:pt x="2270" y="2416"/>
                  </a:moveTo>
                  <a:cubicBezTo>
                    <a:pt x="2254" y="2457"/>
                    <a:pt x="2238" y="2497"/>
                    <a:pt x="2214" y="2538"/>
                  </a:cubicBezTo>
                  <a:lnTo>
                    <a:pt x="2270" y="2416"/>
                  </a:lnTo>
                  <a:close/>
                  <a:moveTo>
                    <a:pt x="2822" y="2700"/>
                  </a:moveTo>
                  <a:cubicBezTo>
                    <a:pt x="2854" y="2733"/>
                    <a:pt x="2879" y="2773"/>
                    <a:pt x="2895" y="2822"/>
                  </a:cubicBezTo>
                  <a:lnTo>
                    <a:pt x="2887" y="2822"/>
                  </a:lnTo>
                  <a:lnTo>
                    <a:pt x="2814" y="2700"/>
                  </a:lnTo>
                  <a:close/>
                  <a:moveTo>
                    <a:pt x="1816" y="2733"/>
                  </a:moveTo>
                  <a:lnTo>
                    <a:pt x="1816" y="2741"/>
                  </a:lnTo>
                  <a:cubicBezTo>
                    <a:pt x="1779" y="2786"/>
                    <a:pt x="1734" y="2831"/>
                    <a:pt x="1722" y="2831"/>
                  </a:cubicBezTo>
                  <a:cubicBezTo>
                    <a:pt x="1721" y="2831"/>
                    <a:pt x="1720" y="2830"/>
                    <a:pt x="1719" y="2830"/>
                  </a:cubicBezTo>
                  <a:lnTo>
                    <a:pt x="1768" y="2773"/>
                  </a:lnTo>
                  <a:lnTo>
                    <a:pt x="1816" y="2733"/>
                  </a:lnTo>
                  <a:close/>
                  <a:moveTo>
                    <a:pt x="2173" y="2822"/>
                  </a:moveTo>
                  <a:lnTo>
                    <a:pt x="2173" y="2822"/>
                  </a:lnTo>
                  <a:cubicBezTo>
                    <a:pt x="2165" y="2870"/>
                    <a:pt x="2149" y="2911"/>
                    <a:pt x="2133" y="2951"/>
                  </a:cubicBezTo>
                  <a:lnTo>
                    <a:pt x="2141" y="2887"/>
                  </a:lnTo>
                  <a:lnTo>
                    <a:pt x="2173" y="2822"/>
                  </a:lnTo>
                  <a:close/>
                  <a:moveTo>
                    <a:pt x="1979" y="2789"/>
                  </a:moveTo>
                  <a:cubicBezTo>
                    <a:pt x="1987" y="2789"/>
                    <a:pt x="1987" y="2789"/>
                    <a:pt x="1946" y="2854"/>
                  </a:cubicBezTo>
                  <a:cubicBezTo>
                    <a:pt x="1930" y="2887"/>
                    <a:pt x="1897" y="2927"/>
                    <a:pt x="1873" y="2960"/>
                  </a:cubicBezTo>
                  <a:cubicBezTo>
                    <a:pt x="1906" y="2903"/>
                    <a:pt x="1938" y="2846"/>
                    <a:pt x="1979" y="2789"/>
                  </a:cubicBezTo>
                  <a:close/>
                  <a:moveTo>
                    <a:pt x="2604" y="2851"/>
                  </a:moveTo>
                  <a:cubicBezTo>
                    <a:pt x="2612" y="2851"/>
                    <a:pt x="2615" y="2864"/>
                    <a:pt x="2627" y="2919"/>
                  </a:cubicBezTo>
                  <a:cubicBezTo>
                    <a:pt x="2652" y="2984"/>
                    <a:pt x="2635" y="2984"/>
                    <a:pt x="2627" y="2984"/>
                  </a:cubicBezTo>
                  <a:cubicBezTo>
                    <a:pt x="2611" y="2943"/>
                    <a:pt x="2595" y="2895"/>
                    <a:pt x="2595" y="2854"/>
                  </a:cubicBezTo>
                  <a:cubicBezTo>
                    <a:pt x="2599" y="2852"/>
                    <a:pt x="2602" y="2851"/>
                    <a:pt x="2604" y="2851"/>
                  </a:cubicBezTo>
                  <a:close/>
                  <a:moveTo>
                    <a:pt x="2471" y="510"/>
                  </a:moveTo>
                  <a:cubicBezTo>
                    <a:pt x="2457" y="510"/>
                    <a:pt x="2457" y="579"/>
                    <a:pt x="2457" y="641"/>
                  </a:cubicBezTo>
                  <a:lnTo>
                    <a:pt x="2441" y="641"/>
                  </a:lnTo>
                  <a:cubicBezTo>
                    <a:pt x="2441" y="641"/>
                    <a:pt x="2433" y="641"/>
                    <a:pt x="2433" y="706"/>
                  </a:cubicBezTo>
                  <a:cubicBezTo>
                    <a:pt x="2433" y="779"/>
                    <a:pt x="2425" y="779"/>
                    <a:pt x="2416" y="779"/>
                  </a:cubicBezTo>
                  <a:cubicBezTo>
                    <a:pt x="2416" y="757"/>
                    <a:pt x="2416" y="748"/>
                    <a:pt x="2415" y="748"/>
                  </a:cubicBezTo>
                  <a:lnTo>
                    <a:pt x="2415" y="748"/>
                  </a:lnTo>
                  <a:cubicBezTo>
                    <a:pt x="2414" y="748"/>
                    <a:pt x="2413" y="798"/>
                    <a:pt x="2425" y="843"/>
                  </a:cubicBezTo>
                  <a:cubicBezTo>
                    <a:pt x="2425" y="886"/>
                    <a:pt x="2425" y="923"/>
                    <a:pt x="2419" y="964"/>
                  </a:cubicBezTo>
                  <a:lnTo>
                    <a:pt x="2419" y="964"/>
                  </a:lnTo>
                  <a:cubicBezTo>
                    <a:pt x="2418" y="939"/>
                    <a:pt x="2416" y="920"/>
                    <a:pt x="2413" y="920"/>
                  </a:cubicBezTo>
                  <a:cubicBezTo>
                    <a:pt x="2412" y="920"/>
                    <a:pt x="2410" y="926"/>
                    <a:pt x="2408" y="941"/>
                  </a:cubicBezTo>
                  <a:lnTo>
                    <a:pt x="2392" y="868"/>
                  </a:lnTo>
                  <a:cubicBezTo>
                    <a:pt x="2388" y="766"/>
                    <a:pt x="2382" y="716"/>
                    <a:pt x="2379" y="716"/>
                  </a:cubicBezTo>
                  <a:cubicBezTo>
                    <a:pt x="2376" y="716"/>
                    <a:pt x="2376" y="766"/>
                    <a:pt x="2384" y="868"/>
                  </a:cubicBezTo>
                  <a:cubicBezTo>
                    <a:pt x="2393" y="980"/>
                    <a:pt x="2397" y="1030"/>
                    <a:pt x="2395" y="1030"/>
                  </a:cubicBezTo>
                  <a:cubicBezTo>
                    <a:pt x="2393" y="1030"/>
                    <a:pt x="2387" y="998"/>
                    <a:pt x="2376" y="941"/>
                  </a:cubicBezTo>
                  <a:cubicBezTo>
                    <a:pt x="2368" y="803"/>
                    <a:pt x="2360" y="803"/>
                    <a:pt x="2352" y="803"/>
                  </a:cubicBezTo>
                  <a:cubicBezTo>
                    <a:pt x="2343" y="803"/>
                    <a:pt x="2343" y="803"/>
                    <a:pt x="2335" y="738"/>
                  </a:cubicBezTo>
                  <a:cubicBezTo>
                    <a:pt x="2335" y="689"/>
                    <a:pt x="2327" y="641"/>
                    <a:pt x="2303" y="600"/>
                  </a:cubicBezTo>
                  <a:cubicBezTo>
                    <a:pt x="2295" y="600"/>
                    <a:pt x="2295" y="600"/>
                    <a:pt x="2303" y="665"/>
                  </a:cubicBezTo>
                  <a:cubicBezTo>
                    <a:pt x="2310" y="696"/>
                    <a:pt x="2311" y="714"/>
                    <a:pt x="2307" y="714"/>
                  </a:cubicBezTo>
                  <a:cubicBezTo>
                    <a:pt x="2303" y="714"/>
                    <a:pt x="2289" y="680"/>
                    <a:pt x="2270" y="600"/>
                  </a:cubicBezTo>
                  <a:cubicBezTo>
                    <a:pt x="2264" y="574"/>
                    <a:pt x="2260" y="558"/>
                    <a:pt x="2259" y="558"/>
                  </a:cubicBezTo>
                  <a:cubicBezTo>
                    <a:pt x="2257" y="558"/>
                    <a:pt x="2261" y="591"/>
                    <a:pt x="2270" y="673"/>
                  </a:cubicBezTo>
                  <a:cubicBezTo>
                    <a:pt x="2283" y="738"/>
                    <a:pt x="2285" y="770"/>
                    <a:pt x="2280" y="770"/>
                  </a:cubicBezTo>
                  <a:cubicBezTo>
                    <a:pt x="2275" y="770"/>
                    <a:pt x="2262" y="738"/>
                    <a:pt x="2246" y="673"/>
                  </a:cubicBezTo>
                  <a:lnTo>
                    <a:pt x="2230" y="673"/>
                  </a:lnTo>
                  <a:cubicBezTo>
                    <a:pt x="2230" y="722"/>
                    <a:pt x="2230" y="770"/>
                    <a:pt x="2246" y="811"/>
                  </a:cubicBezTo>
                  <a:cubicBezTo>
                    <a:pt x="2260" y="887"/>
                    <a:pt x="2266" y="918"/>
                    <a:pt x="2265" y="918"/>
                  </a:cubicBezTo>
                  <a:cubicBezTo>
                    <a:pt x="2265" y="918"/>
                    <a:pt x="2261" y="903"/>
                    <a:pt x="2254" y="876"/>
                  </a:cubicBezTo>
                  <a:cubicBezTo>
                    <a:pt x="2230" y="811"/>
                    <a:pt x="2214" y="746"/>
                    <a:pt x="2214" y="746"/>
                  </a:cubicBezTo>
                  <a:cubicBezTo>
                    <a:pt x="2206" y="681"/>
                    <a:pt x="2189" y="681"/>
                    <a:pt x="2181" y="681"/>
                  </a:cubicBezTo>
                  <a:cubicBezTo>
                    <a:pt x="2173" y="681"/>
                    <a:pt x="2157" y="689"/>
                    <a:pt x="2173" y="754"/>
                  </a:cubicBezTo>
                  <a:lnTo>
                    <a:pt x="2157" y="689"/>
                  </a:lnTo>
                  <a:cubicBezTo>
                    <a:pt x="2152" y="689"/>
                    <a:pt x="2143" y="661"/>
                    <a:pt x="2142" y="661"/>
                  </a:cubicBezTo>
                  <a:lnTo>
                    <a:pt x="2142" y="661"/>
                  </a:lnTo>
                  <a:cubicBezTo>
                    <a:pt x="2142" y="661"/>
                    <a:pt x="2143" y="668"/>
                    <a:pt x="2149" y="689"/>
                  </a:cubicBezTo>
                  <a:cubicBezTo>
                    <a:pt x="2149" y="689"/>
                    <a:pt x="2141" y="689"/>
                    <a:pt x="2100" y="625"/>
                  </a:cubicBezTo>
                  <a:cubicBezTo>
                    <a:pt x="2095" y="615"/>
                    <a:pt x="2091" y="611"/>
                    <a:pt x="2088" y="611"/>
                  </a:cubicBezTo>
                  <a:cubicBezTo>
                    <a:pt x="2072" y="611"/>
                    <a:pt x="2086" y="725"/>
                    <a:pt x="2141" y="827"/>
                  </a:cubicBezTo>
                  <a:lnTo>
                    <a:pt x="2133" y="827"/>
                  </a:lnTo>
                  <a:cubicBezTo>
                    <a:pt x="2125" y="835"/>
                    <a:pt x="2149" y="900"/>
                    <a:pt x="2149" y="900"/>
                  </a:cubicBezTo>
                  <a:cubicBezTo>
                    <a:pt x="2165" y="965"/>
                    <a:pt x="2157" y="965"/>
                    <a:pt x="2157" y="965"/>
                  </a:cubicBezTo>
                  <a:cubicBezTo>
                    <a:pt x="2157" y="965"/>
                    <a:pt x="2133" y="900"/>
                    <a:pt x="2108" y="835"/>
                  </a:cubicBezTo>
                  <a:cubicBezTo>
                    <a:pt x="2080" y="724"/>
                    <a:pt x="2055" y="655"/>
                    <a:pt x="2049" y="655"/>
                  </a:cubicBezTo>
                  <a:cubicBezTo>
                    <a:pt x="2045" y="655"/>
                    <a:pt x="2052" y="692"/>
                    <a:pt x="2076" y="779"/>
                  </a:cubicBezTo>
                  <a:cubicBezTo>
                    <a:pt x="2060" y="738"/>
                    <a:pt x="2060" y="746"/>
                    <a:pt x="2052" y="714"/>
                  </a:cubicBezTo>
                  <a:cubicBezTo>
                    <a:pt x="2040" y="682"/>
                    <a:pt x="2032" y="666"/>
                    <a:pt x="2028" y="666"/>
                  </a:cubicBezTo>
                  <a:cubicBezTo>
                    <a:pt x="2023" y="666"/>
                    <a:pt x="2023" y="684"/>
                    <a:pt x="2027" y="722"/>
                  </a:cubicBezTo>
                  <a:cubicBezTo>
                    <a:pt x="2035" y="787"/>
                    <a:pt x="2052" y="852"/>
                    <a:pt x="2084" y="916"/>
                  </a:cubicBezTo>
                  <a:cubicBezTo>
                    <a:pt x="2108" y="981"/>
                    <a:pt x="2100" y="981"/>
                    <a:pt x="2100" y="981"/>
                  </a:cubicBezTo>
                  <a:cubicBezTo>
                    <a:pt x="2092" y="981"/>
                    <a:pt x="2092" y="981"/>
                    <a:pt x="2068" y="916"/>
                  </a:cubicBezTo>
                  <a:cubicBezTo>
                    <a:pt x="2044" y="858"/>
                    <a:pt x="2026" y="829"/>
                    <a:pt x="2020" y="829"/>
                  </a:cubicBezTo>
                  <a:cubicBezTo>
                    <a:pt x="2014" y="829"/>
                    <a:pt x="2017" y="850"/>
                    <a:pt x="2030" y="889"/>
                  </a:cubicBezTo>
                  <a:lnTo>
                    <a:pt x="2030" y="889"/>
                  </a:lnTo>
                  <a:lnTo>
                    <a:pt x="2019" y="860"/>
                  </a:lnTo>
                  <a:cubicBezTo>
                    <a:pt x="2003" y="822"/>
                    <a:pt x="1980" y="781"/>
                    <a:pt x="1964" y="781"/>
                  </a:cubicBezTo>
                  <a:cubicBezTo>
                    <a:pt x="1955" y="781"/>
                    <a:pt x="1949" y="792"/>
                    <a:pt x="1946" y="819"/>
                  </a:cubicBezTo>
                  <a:cubicBezTo>
                    <a:pt x="1933" y="826"/>
                    <a:pt x="1921" y="831"/>
                    <a:pt x="1909" y="831"/>
                  </a:cubicBezTo>
                  <a:cubicBezTo>
                    <a:pt x="1891" y="831"/>
                    <a:pt x="1873" y="820"/>
                    <a:pt x="1849" y="787"/>
                  </a:cubicBezTo>
                  <a:cubicBezTo>
                    <a:pt x="1843" y="775"/>
                    <a:pt x="1839" y="770"/>
                    <a:pt x="1838" y="770"/>
                  </a:cubicBezTo>
                  <a:cubicBezTo>
                    <a:pt x="1829" y="770"/>
                    <a:pt x="1860" y="881"/>
                    <a:pt x="1914" y="981"/>
                  </a:cubicBezTo>
                  <a:cubicBezTo>
                    <a:pt x="1888" y="945"/>
                    <a:pt x="1875" y="935"/>
                    <a:pt x="1867" y="935"/>
                  </a:cubicBezTo>
                  <a:cubicBezTo>
                    <a:pt x="1863" y="935"/>
                    <a:pt x="1860" y="938"/>
                    <a:pt x="1857" y="941"/>
                  </a:cubicBezTo>
                  <a:cubicBezTo>
                    <a:pt x="1850" y="943"/>
                    <a:pt x="1845" y="945"/>
                    <a:pt x="1841" y="945"/>
                  </a:cubicBezTo>
                  <a:cubicBezTo>
                    <a:pt x="1830" y="945"/>
                    <a:pt x="1822" y="933"/>
                    <a:pt x="1792" y="892"/>
                  </a:cubicBezTo>
                  <a:cubicBezTo>
                    <a:pt x="1760" y="836"/>
                    <a:pt x="1742" y="808"/>
                    <a:pt x="1740" y="808"/>
                  </a:cubicBezTo>
                  <a:cubicBezTo>
                    <a:pt x="1737" y="808"/>
                    <a:pt x="1751" y="838"/>
                    <a:pt x="1784" y="900"/>
                  </a:cubicBezTo>
                  <a:cubicBezTo>
                    <a:pt x="1814" y="947"/>
                    <a:pt x="1822" y="968"/>
                    <a:pt x="1815" y="968"/>
                  </a:cubicBezTo>
                  <a:cubicBezTo>
                    <a:pt x="1804" y="968"/>
                    <a:pt x="1763" y="926"/>
                    <a:pt x="1711" y="860"/>
                  </a:cubicBezTo>
                  <a:cubicBezTo>
                    <a:pt x="1685" y="823"/>
                    <a:pt x="1672" y="813"/>
                    <a:pt x="1662" y="813"/>
                  </a:cubicBezTo>
                  <a:cubicBezTo>
                    <a:pt x="1657" y="813"/>
                    <a:pt x="1652" y="816"/>
                    <a:pt x="1646" y="819"/>
                  </a:cubicBezTo>
                  <a:cubicBezTo>
                    <a:pt x="1687" y="884"/>
                    <a:pt x="1670" y="892"/>
                    <a:pt x="1654" y="900"/>
                  </a:cubicBezTo>
                  <a:cubicBezTo>
                    <a:pt x="1630" y="916"/>
                    <a:pt x="1630" y="916"/>
                    <a:pt x="1719" y="1022"/>
                  </a:cubicBezTo>
                  <a:cubicBezTo>
                    <a:pt x="1808" y="1127"/>
                    <a:pt x="1808" y="1127"/>
                    <a:pt x="1792" y="1135"/>
                  </a:cubicBezTo>
                  <a:cubicBezTo>
                    <a:pt x="1792" y="1138"/>
                    <a:pt x="1791" y="1141"/>
                    <a:pt x="1788" y="1141"/>
                  </a:cubicBezTo>
                  <a:cubicBezTo>
                    <a:pt x="1781" y="1141"/>
                    <a:pt x="1767" y="1131"/>
                    <a:pt x="1735" y="1095"/>
                  </a:cubicBezTo>
                  <a:cubicBezTo>
                    <a:pt x="1735" y="1095"/>
                    <a:pt x="1688" y="1061"/>
                    <a:pt x="1680" y="1061"/>
                  </a:cubicBezTo>
                  <a:cubicBezTo>
                    <a:pt x="1679" y="1061"/>
                    <a:pt x="1679" y="1062"/>
                    <a:pt x="1679" y="1062"/>
                  </a:cubicBezTo>
                  <a:cubicBezTo>
                    <a:pt x="1677" y="1062"/>
                    <a:pt x="1675" y="1063"/>
                    <a:pt x="1672" y="1063"/>
                  </a:cubicBezTo>
                  <a:cubicBezTo>
                    <a:pt x="1664" y="1063"/>
                    <a:pt x="1650" y="1058"/>
                    <a:pt x="1614" y="1022"/>
                  </a:cubicBezTo>
                  <a:cubicBezTo>
                    <a:pt x="1614" y="1022"/>
                    <a:pt x="1567" y="988"/>
                    <a:pt x="1546" y="988"/>
                  </a:cubicBezTo>
                  <a:cubicBezTo>
                    <a:pt x="1544" y="988"/>
                    <a:pt x="1542" y="989"/>
                    <a:pt x="1541" y="989"/>
                  </a:cubicBezTo>
                  <a:cubicBezTo>
                    <a:pt x="1537" y="998"/>
                    <a:pt x="1531" y="1006"/>
                    <a:pt x="1519" y="1006"/>
                  </a:cubicBezTo>
                  <a:cubicBezTo>
                    <a:pt x="1508" y="1006"/>
                    <a:pt x="1492" y="998"/>
                    <a:pt x="1468" y="973"/>
                  </a:cubicBezTo>
                  <a:lnTo>
                    <a:pt x="1468" y="973"/>
                  </a:lnTo>
                  <a:cubicBezTo>
                    <a:pt x="1460" y="981"/>
                    <a:pt x="1460" y="981"/>
                    <a:pt x="1508" y="1022"/>
                  </a:cubicBezTo>
                  <a:cubicBezTo>
                    <a:pt x="1557" y="1064"/>
                    <a:pt x="1594" y="1106"/>
                    <a:pt x="1556" y="1106"/>
                  </a:cubicBezTo>
                  <a:cubicBezTo>
                    <a:pt x="1550" y="1106"/>
                    <a:pt x="1542" y="1105"/>
                    <a:pt x="1533" y="1103"/>
                  </a:cubicBezTo>
                  <a:lnTo>
                    <a:pt x="1533" y="1103"/>
                  </a:lnTo>
                  <a:cubicBezTo>
                    <a:pt x="1516" y="1119"/>
                    <a:pt x="1500" y="1135"/>
                    <a:pt x="1557" y="1176"/>
                  </a:cubicBezTo>
                  <a:cubicBezTo>
                    <a:pt x="1554" y="1178"/>
                    <a:pt x="1553" y="1180"/>
                    <a:pt x="1550" y="1180"/>
                  </a:cubicBezTo>
                  <a:cubicBezTo>
                    <a:pt x="1543" y="1180"/>
                    <a:pt x="1531" y="1171"/>
                    <a:pt x="1492" y="1143"/>
                  </a:cubicBezTo>
                  <a:cubicBezTo>
                    <a:pt x="1446" y="1108"/>
                    <a:pt x="1416" y="1091"/>
                    <a:pt x="1407" y="1091"/>
                  </a:cubicBezTo>
                  <a:cubicBezTo>
                    <a:pt x="1396" y="1091"/>
                    <a:pt x="1417" y="1118"/>
                    <a:pt x="1476" y="1168"/>
                  </a:cubicBezTo>
                  <a:cubicBezTo>
                    <a:pt x="1504" y="1191"/>
                    <a:pt x="1516" y="1204"/>
                    <a:pt x="1508" y="1204"/>
                  </a:cubicBezTo>
                  <a:cubicBezTo>
                    <a:pt x="1503" y="1204"/>
                    <a:pt x="1487" y="1198"/>
                    <a:pt x="1460" y="1184"/>
                  </a:cubicBezTo>
                  <a:lnTo>
                    <a:pt x="1460" y="1184"/>
                  </a:lnTo>
                  <a:cubicBezTo>
                    <a:pt x="1460" y="1184"/>
                    <a:pt x="1460" y="1192"/>
                    <a:pt x="1508" y="1233"/>
                  </a:cubicBezTo>
                  <a:cubicBezTo>
                    <a:pt x="1542" y="1261"/>
                    <a:pt x="1555" y="1273"/>
                    <a:pt x="1546" y="1273"/>
                  </a:cubicBezTo>
                  <a:cubicBezTo>
                    <a:pt x="1540" y="1273"/>
                    <a:pt x="1522" y="1267"/>
                    <a:pt x="1492" y="1257"/>
                  </a:cubicBezTo>
                  <a:cubicBezTo>
                    <a:pt x="1459" y="1233"/>
                    <a:pt x="1442" y="1226"/>
                    <a:pt x="1434" y="1226"/>
                  </a:cubicBezTo>
                  <a:cubicBezTo>
                    <a:pt x="1429" y="1226"/>
                    <a:pt x="1427" y="1229"/>
                    <a:pt x="1427" y="1233"/>
                  </a:cubicBezTo>
                  <a:cubicBezTo>
                    <a:pt x="1472" y="1277"/>
                    <a:pt x="1435" y="1348"/>
                    <a:pt x="1379" y="1348"/>
                  </a:cubicBezTo>
                  <a:cubicBezTo>
                    <a:pt x="1374" y="1348"/>
                    <a:pt x="1368" y="1348"/>
                    <a:pt x="1362" y="1346"/>
                  </a:cubicBezTo>
                  <a:lnTo>
                    <a:pt x="1362" y="1346"/>
                  </a:lnTo>
                  <a:cubicBezTo>
                    <a:pt x="1419" y="1379"/>
                    <a:pt x="1419" y="1379"/>
                    <a:pt x="1411" y="1387"/>
                  </a:cubicBezTo>
                  <a:cubicBezTo>
                    <a:pt x="1370" y="1371"/>
                    <a:pt x="1348" y="1365"/>
                    <a:pt x="1342" y="1365"/>
                  </a:cubicBezTo>
                  <a:cubicBezTo>
                    <a:pt x="1328" y="1365"/>
                    <a:pt x="1385" y="1394"/>
                    <a:pt x="1468" y="1427"/>
                  </a:cubicBezTo>
                  <a:lnTo>
                    <a:pt x="1476" y="1419"/>
                  </a:lnTo>
                  <a:lnTo>
                    <a:pt x="1476" y="1411"/>
                  </a:lnTo>
                  <a:cubicBezTo>
                    <a:pt x="1545" y="1441"/>
                    <a:pt x="1575" y="1460"/>
                    <a:pt x="1559" y="1460"/>
                  </a:cubicBezTo>
                  <a:cubicBezTo>
                    <a:pt x="1544" y="1460"/>
                    <a:pt x="1494" y="1445"/>
                    <a:pt x="1403" y="1411"/>
                  </a:cubicBezTo>
                  <a:cubicBezTo>
                    <a:pt x="1343" y="1388"/>
                    <a:pt x="1310" y="1376"/>
                    <a:pt x="1305" y="1376"/>
                  </a:cubicBezTo>
                  <a:cubicBezTo>
                    <a:pt x="1299" y="1376"/>
                    <a:pt x="1330" y="1392"/>
                    <a:pt x="1395" y="1427"/>
                  </a:cubicBezTo>
                  <a:cubicBezTo>
                    <a:pt x="1470" y="1460"/>
                    <a:pt x="1499" y="1477"/>
                    <a:pt x="1484" y="1477"/>
                  </a:cubicBezTo>
                  <a:cubicBezTo>
                    <a:pt x="1474" y="1477"/>
                    <a:pt x="1441" y="1468"/>
                    <a:pt x="1387" y="1452"/>
                  </a:cubicBezTo>
                  <a:cubicBezTo>
                    <a:pt x="1324" y="1428"/>
                    <a:pt x="1292" y="1416"/>
                    <a:pt x="1290" y="1416"/>
                  </a:cubicBezTo>
                  <a:cubicBezTo>
                    <a:pt x="1287" y="1416"/>
                    <a:pt x="1319" y="1430"/>
                    <a:pt x="1387" y="1460"/>
                  </a:cubicBezTo>
                  <a:cubicBezTo>
                    <a:pt x="1537" y="1525"/>
                    <a:pt x="1619" y="1562"/>
                    <a:pt x="1599" y="1562"/>
                  </a:cubicBezTo>
                  <a:cubicBezTo>
                    <a:pt x="1587" y="1562"/>
                    <a:pt x="1535" y="1547"/>
                    <a:pt x="1435" y="1516"/>
                  </a:cubicBezTo>
                  <a:cubicBezTo>
                    <a:pt x="1333" y="1486"/>
                    <a:pt x="1271" y="1470"/>
                    <a:pt x="1246" y="1470"/>
                  </a:cubicBezTo>
                  <a:cubicBezTo>
                    <a:pt x="1237" y="1470"/>
                    <a:pt x="1233" y="1472"/>
                    <a:pt x="1233" y="1476"/>
                  </a:cubicBezTo>
                  <a:cubicBezTo>
                    <a:pt x="1225" y="1484"/>
                    <a:pt x="1289" y="1500"/>
                    <a:pt x="1362" y="1516"/>
                  </a:cubicBezTo>
                  <a:cubicBezTo>
                    <a:pt x="1449" y="1538"/>
                    <a:pt x="1478" y="1549"/>
                    <a:pt x="1446" y="1549"/>
                  </a:cubicBezTo>
                  <a:cubicBezTo>
                    <a:pt x="1431" y="1549"/>
                    <a:pt x="1400" y="1546"/>
                    <a:pt x="1354" y="1541"/>
                  </a:cubicBezTo>
                  <a:cubicBezTo>
                    <a:pt x="1292" y="1531"/>
                    <a:pt x="1248" y="1526"/>
                    <a:pt x="1219" y="1526"/>
                  </a:cubicBezTo>
                  <a:cubicBezTo>
                    <a:pt x="1155" y="1526"/>
                    <a:pt x="1175" y="1550"/>
                    <a:pt x="1265" y="1589"/>
                  </a:cubicBezTo>
                  <a:cubicBezTo>
                    <a:pt x="1344" y="1629"/>
                    <a:pt x="1372" y="1650"/>
                    <a:pt x="1353" y="1650"/>
                  </a:cubicBezTo>
                  <a:cubicBezTo>
                    <a:pt x="1340" y="1650"/>
                    <a:pt x="1308" y="1641"/>
                    <a:pt x="1257" y="1622"/>
                  </a:cubicBezTo>
                  <a:cubicBezTo>
                    <a:pt x="1189" y="1600"/>
                    <a:pt x="1156" y="1590"/>
                    <a:pt x="1150" y="1590"/>
                  </a:cubicBezTo>
                  <a:cubicBezTo>
                    <a:pt x="1145" y="1590"/>
                    <a:pt x="1161" y="1598"/>
                    <a:pt x="1192" y="1614"/>
                  </a:cubicBezTo>
                  <a:cubicBezTo>
                    <a:pt x="1192" y="1630"/>
                    <a:pt x="1184" y="1646"/>
                    <a:pt x="1184" y="1662"/>
                  </a:cubicBezTo>
                  <a:cubicBezTo>
                    <a:pt x="1184" y="1670"/>
                    <a:pt x="1249" y="1687"/>
                    <a:pt x="1314" y="1695"/>
                  </a:cubicBezTo>
                  <a:cubicBezTo>
                    <a:pt x="1290" y="1693"/>
                    <a:pt x="1269" y="1693"/>
                    <a:pt x="1250" y="1693"/>
                  </a:cubicBezTo>
                  <a:cubicBezTo>
                    <a:pt x="1159" y="1693"/>
                    <a:pt x="1133" y="1708"/>
                    <a:pt x="1241" y="1735"/>
                  </a:cubicBezTo>
                  <a:lnTo>
                    <a:pt x="1241" y="1752"/>
                  </a:lnTo>
                  <a:cubicBezTo>
                    <a:pt x="1241" y="1760"/>
                    <a:pt x="1241" y="1760"/>
                    <a:pt x="1306" y="1776"/>
                  </a:cubicBezTo>
                  <a:cubicBezTo>
                    <a:pt x="1370" y="1784"/>
                    <a:pt x="1306" y="1792"/>
                    <a:pt x="1233" y="1800"/>
                  </a:cubicBezTo>
                  <a:cubicBezTo>
                    <a:pt x="1168" y="1800"/>
                    <a:pt x="1095" y="1816"/>
                    <a:pt x="1168" y="1816"/>
                  </a:cubicBezTo>
                  <a:cubicBezTo>
                    <a:pt x="1233" y="1816"/>
                    <a:pt x="1298" y="1833"/>
                    <a:pt x="1370" y="1841"/>
                  </a:cubicBezTo>
                  <a:cubicBezTo>
                    <a:pt x="1415" y="1846"/>
                    <a:pt x="1398" y="1856"/>
                    <a:pt x="1359" y="1856"/>
                  </a:cubicBezTo>
                  <a:cubicBezTo>
                    <a:pt x="1342" y="1856"/>
                    <a:pt x="1320" y="1854"/>
                    <a:pt x="1298" y="1849"/>
                  </a:cubicBezTo>
                  <a:cubicBezTo>
                    <a:pt x="1249" y="1849"/>
                    <a:pt x="1208" y="1857"/>
                    <a:pt x="1160" y="1873"/>
                  </a:cubicBezTo>
                  <a:cubicBezTo>
                    <a:pt x="1160" y="1881"/>
                    <a:pt x="1160" y="1897"/>
                    <a:pt x="1225" y="1897"/>
                  </a:cubicBezTo>
                  <a:cubicBezTo>
                    <a:pt x="1298" y="1897"/>
                    <a:pt x="1298" y="1954"/>
                    <a:pt x="1225" y="1962"/>
                  </a:cubicBezTo>
                  <a:cubicBezTo>
                    <a:pt x="1225" y="1962"/>
                    <a:pt x="1225" y="1970"/>
                    <a:pt x="1225" y="1979"/>
                  </a:cubicBezTo>
                  <a:cubicBezTo>
                    <a:pt x="1225" y="1995"/>
                    <a:pt x="1289" y="2003"/>
                    <a:pt x="1289" y="2011"/>
                  </a:cubicBezTo>
                  <a:cubicBezTo>
                    <a:pt x="1289" y="2011"/>
                    <a:pt x="1289" y="2019"/>
                    <a:pt x="1354" y="2027"/>
                  </a:cubicBezTo>
                  <a:cubicBezTo>
                    <a:pt x="1354" y="2035"/>
                    <a:pt x="1354" y="2043"/>
                    <a:pt x="1289" y="2043"/>
                  </a:cubicBezTo>
                  <a:cubicBezTo>
                    <a:pt x="1427" y="2052"/>
                    <a:pt x="1427" y="2052"/>
                    <a:pt x="1289" y="2068"/>
                  </a:cubicBezTo>
                  <a:cubicBezTo>
                    <a:pt x="1152" y="2068"/>
                    <a:pt x="1152" y="2068"/>
                    <a:pt x="1289" y="2076"/>
                  </a:cubicBezTo>
                  <a:cubicBezTo>
                    <a:pt x="1354" y="2084"/>
                    <a:pt x="1354" y="2076"/>
                    <a:pt x="1289" y="2092"/>
                  </a:cubicBezTo>
                  <a:cubicBezTo>
                    <a:pt x="1216" y="2092"/>
                    <a:pt x="1216" y="2100"/>
                    <a:pt x="1289" y="2100"/>
                  </a:cubicBezTo>
                  <a:cubicBezTo>
                    <a:pt x="1427" y="2100"/>
                    <a:pt x="1492" y="2116"/>
                    <a:pt x="1354" y="2133"/>
                  </a:cubicBezTo>
                  <a:cubicBezTo>
                    <a:pt x="1354" y="2133"/>
                    <a:pt x="1354" y="2141"/>
                    <a:pt x="1427" y="2141"/>
                  </a:cubicBezTo>
                  <a:cubicBezTo>
                    <a:pt x="1481" y="2137"/>
                    <a:pt x="1512" y="2135"/>
                    <a:pt x="1522" y="2135"/>
                  </a:cubicBezTo>
                  <a:cubicBezTo>
                    <a:pt x="1535" y="2135"/>
                    <a:pt x="1503" y="2139"/>
                    <a:pt x="1427" y="2149"/>
                  </a:cubicBezTo>
                  <a:cubicBezTo>
                    <a:pt x="1324" y="2167"/>
                    <a:pt x="1298" y="2176"/>
                    <a:pt x="1350" y="2176"/>
                  </a:cubicBezTo>
                  <a:cubicBezTo>
                    <a:pt x="1367" y="2176"/>
                    <a:pt x="1393" y="2175"/>
                    <a:pt x="1427" y="2173"/>
                  </a:cubicBezTo>
                  <a:cubicBezTo>
                    <a:pt x="1427" y="2173"/>
                    <a:pt x="1492" y="2173"/>
                    <a:pt x="1427" y="2189"/>
                  </a:cubicBezTo>
                  <a:cubicBezTo>
                    <a:pt x="1377" y="2208"/>
                    <a:pt x="1327" y="2251"/>
                    <a:pt x="1370" y="2251"/>
                  </a:cubicBezTo>
                  <a:cubicBezTo>
                    <a:pt x="1383" y="2251"/>
                    <a:pt x="1404" y="2247"/>
                    <a:pt x="1435" y="2238"/>
                  </a:cubicBezTo>
                  <a:lnTo>
                    <a:pt x="1435" y="2254"/>
                  </a:lnTo>
                  <a:cubicBezTo>
                    <a:pt x="1386" y="2279"/>
                    <a:pt x="1374" y="2290"/>
                    <a:pt x="1404" y="2290"/>
                  </a:cubicBezTo>
                  <a:cubicBezTo>
                    <a:pt x="1413" y="2290"/>
                    <a:pt x="1426" y="2289"/>
                    <a:pt x="1443" y="2287"/>
                  </a:cubicBezTo>
                  <a:lnTo>
                    <a:pt x="1508" y="2279"/>
                  </a:lnTo>
                  <a:lnTo>
                    <a:pt x="1508" y="2279"/>
                  </a:lnTo>
                  <a:cubicBezTo>
                    <a:pt x="1460" y="2287"/>
                    <a:pt x="1419" y="2303"/>
                    <a:pt x="1379" y="2327"/>
                  </a:cubicBezTo>
                  <a:cubicBezTo>
                    <a:pt x="1379" y="2331"/>
                    <a:pt x="1379" y="2332"/>
                    <a:pt x="1383" y="2332"/>
                  </a:cubicBezTo>
                  <a:cubicBezTo>
                    <a:pt x="1390" y="2332"/>
                    <a:pt x="1405" y="2329"/>
                    <a:pt x="1443" y="2319"/>
                  </a:cubicBezTo>
                  <a:cubicBezTo>
                    <a:pt x="1476" y="2307"/>
                    <a:pt x="1492" y="2303"/>
                    <a:pt x="1501" y="2303"/>
                  </a:cubicBezTo>
                  <a:cubicBezTo>
                    <a:pt x="1510" y="2303"/>
                    <a:pt x="1512" y="2307"/>
                    <a:pt x="1516" y="2311"/>
                  </a:cubicBezTo>
                  <a:cubicBezTo>
                    <a:pt x="1476" y="2335"/>
                    <a:pt x="1427" y="2351"/>
                    <a:pt x="1387" y="2360"/>
                  </a:cubicBezTo>
                  <a:lnTo>
                    <a:pt x="1387" y="2368"/>
                  </a:lnTo>
                  <a:cubicBezTo>
                    <a:pt x="1452" y="2347"/>
                    <a:pt x="1484" y="2339"/>
                    <a:pt x="1492" y="2339"/>
                  </a:cubicBezTo>
                  <a:cubicBezTo>
                    <a:pt x="1500" y="2339"/>
                    <a:pt x="1484" y="2347"/>
                    <a:pt x="1452" y="2360"/>
                  </a:cubicBezTo>
                  <a:cubicBezTo>
                    <a:pt x="1395" y="2384"/>
                    <a:pt x="1395" y="2392"/>
                    <a:pt x="1395" y="2400"/>
                  </a:cubicBezTo>
                  <a:cubicBezTo>
                    <a:pt x="1412" y="2396"/>
                    <a:pt x="1420" y="2394"/>
                    <a:pt x="1424" y="2394"/>
                  </a:cubicBezTo>
                  <a:cubicBezTo>
                    <a:pt x="1431" y="2394"/>
                    <a:pt x="1412" y="2402"/>
                    <a:pt x="1401" y="2402"/>
                  </a:cubicBezTo>
                  <a:cubicBezTo>
                    <a:pt x="1398" y="2402"/>
                    <a:pt x="1396" y="2401"/>
                    <a:pt x="1395" y="2400"/>
                  </a:cubicBezTo>
                  <a:lnTo>
                    <a:pt x="1330" y="2424"/>
                  </a:lnTo>
                  <a:cubicBezTo>
                    <a:pt x="1310" y="2436"/>
                    <a:pt x="1305" y="2440"/>
                    <a:pt x="1310" y="2440"/>
                  </a:cubicBezTo>
                  <a:cubicBezTo>
                    <a:pt x="1318" y="2440"/>
                    <a:pt x="1360" y="2424"/>
                    <a:pt x="1403" y="2408"/>
                  </a:cubicBezTo>
                  <a:cubicBezTo>
                    <a:pt x="1403" y="2408"/>
                    <a:pt x="1403" y="2416"/>
                    <a:pt x="1403" y="2424"/>
                  </a:cubicBezTo>
                  <a:cubicBezTo>
                    <a:pt x="1403" y="2428"/>
                    <a:pt x="1405" y="2432"/>
                    <a:pt x="1411" y="2432"/>
                  </a:cubicBezTo>
                  <a:cubicBezTo>
                    <a:pt x="1420" y="2432"/>
                    <a:pt x="1436" y="2426"/>
                    <a:pt x="1468" y="2408"/>
                  </a:cubicBezTo>
                  <a:cubicBezTo>
                    <a:pt x="1508" y="2392"/>
                    <a:pt x="1557" y="2376"/>
                    <a:pt x="1598" y="2368"/>
                  </a:cubicBezTo>
                  <a:lnTo>
                    <a:pt x="1598" y="2368"/>
                  </a:lnTo>
                  <a:cubicBezTo>
                    <a:pt x="1557" y="2384"/>
                    <a:pt x="1516" y="2400"/>
                    <a:pt x="1476" y="2424"/>
                  </a:cubicBezTo>
                  <a:cubicBezTo>
                    <a:pt x="1476" y="2433"/>
                    <a:pt x="1411" y="2457"/>
                    <a:pt x="1411" y="2457"/>
                  </a:cubicBezTo>
                  <a:cubicBezTo>
                    <a:pt x="1328" y="2488"/>
                    <a:pt x="1331" y="2503"/>
                    <a:pt x="1362" y="2503"/>
                  </a:cubicBezTo>
                  <a:cubicBezTo>
                    <a:pt x="1379" y="2503"/>
                    <a:pt x="1404" y="2498"/>
                    <a:pt x="1427" y="2489"/>
                  </a:cubicBezTo>
                  <a:cubicBezTo>
                    <a:pt x="1481" y="2472"/>
                    <a:pt x="1513" y="2464"/>
                    <a:pt x="1522" y="2464"/>
                  </a:cubicBezTo>
                  <a:cubicBezTo>
                    <a:pt x="1536" y="2464"/>
                    <a:pt x="1506" y="2481"/>
                    <a:pt x="1435" y="2514"/>
                  </a:cubicBezTo>
                  <a:cubicBezTo>
                    <a:pt x="1396" y="2535"/>
                    <a:pt x="1383" y="2544"/>
                    <a:pt x="1390" y="2544"/>
                  </a:cubicBezTo>
                  <a:cubicBezTo>
                    <a:pt x="1403" y="2544"/>
                    <a:pt x="1504" y="2504"/>
                    <a:pt x="1630" y="2449"/>
                  </a:cubicBezTo>
                  <a:lnTo>
                    <a:pt x="1816" y="2360"/>
                  </a:lnTo>
                  <a:lnTo>
                    <a:pt x="1816" y="2360"/>
                  </a:lnTo>
                  <a:lnTo>
                    <a:pt x="1630" y="2457"/>
                  </a:lnTo>
                  <a:cubicBezTo>
                    <a:pt x="1479" y="2540"/>
                    <a:pt x="1425" y="2570"/>
                    <a:pt x="1440" y="2570"/>
                  </a:cubicBezTo>
                  <a:cubicBezTo>
                    <a:pt x="1448" y="2570"/>
                    <a:pt x="1478" y="2561"/>
                    <a:pt x="1525" y="2546"/>
                  </a:cubicBezTo>
                  <a:cubicBezTo>
                    <a:pt x="1555" y="2539"/>
                    <a:pt x="1571" y="2533"/>
                    <a:pt x="1574" y="2533"/>
                  </a:cubicBezTo>
                  <a:cubicBezTo>
                    <a:pt x="1577" y="2533"/>
                    <a:pt x="1563" y="2541"/>
                    <a:pt x="1533" y="2562"/>
                  </a:cubicBezTo>
                  <a:cubicBezTo>
                    <a:pt x="1468" y="2595"/>
                    <a:pt x="1476" y="2603"/>
                    <a:pt x="1484" y="2627"/>
                  </a:cubicBezTo>
                  <a:cubicBezTo>
                    <a:pt x="1492" y="2635"/>
                    <a:pt x="1496" y="2641"/>
                    <a:pt x="1505" y="2641"/>
                  </a:cubicBezTo>
                  <a:cubicBezTo>
                    <a:pt x="1514" y="2641"/>
                    <a:pt x="1529" y="2635"/>
                    <a:pt x="1557" y="2619"/>
                  </a:cubicBezTo>
                  <a:lnTo>
                    <a:pt x="1565" y="2627"/>
                  </a:lnTo>
                  <a:cubicBezTo>
                    <a:pt x="1519" y="2666"/>
                    <a:pt x="1506" y="2683"/>
                    <a:pt x="1513" y="2683"/>
                  </a:cubicBezTo>
                  <a:cubicBezTo>
                    <a:pt x="1523" y="2683"/>
                    <a:pt x="1570" y="2653"/>
                    <a:pt x="1630" y="2603"/>
                  </a:cubicBezTo>
                  <a:lnTo>
                    <a:pt x="1638" y="2619"/>
                  </a:lnTo>
                  <a:lnTo>
                    <a:pt x="1589" y="2660"/>
                  </a:lnTo>
                  <a:cubicBezTo>
                    <a:pt x="1533" y="2700"/>
                    <a:pt x="1541" y="2716"/>
                    <a:pt x="1581" y="2773"/>
                  </a:cubicBezTo>
                  <a:cubicBezTo>
                    <a:pt x="1604" y="2799"/>
                    <a:pt x="1616" y="2815"/>
                    <a:pt x="1633" y="2815"/>
                  </a:cubicBezTo>
                  <a:cubicBezTo>
                    <a:pt x="1652" y="2815"/>
                    <a:pt x="1678" y="2793"/>
                    <a:pt x="1735" y="2741"/>
                  </a:cubicBezTo>
                  <a:cubicBezTo>
                    <a:pt x="1781" y="2699"/>
                    <a:pt x="1807" y="2679"/>
                    <a:pt x="1812" y="2679"/>
                  </a:cubicBezTo>
                  <a:cubicBezTo>
                    <a:pt x="1817" y="2679"/>
                    <a:pt x="1795" y="2705"/>
                    <a:pt x="1743" y="2757"/>
                  </a:cubicBezTo>
                  <a:cubicBezTo>
                    <a:pt x="1709" y="2791"/>
                    <a:pt x="1679" y="2826"/>
                    <a:pt x="1681" y="2826"/>
                  </a:cubicBezTo>
                  <a:cubicBezTo>
                    <a:pt x="1682" y="2826"/>
                    <a:pt x="1689" y="2820"/>
                    <a:pt x="1703" y="2806"/>
                  </a:cubicBezTo>
                  <a:lnTo>
                    <a:pt x="1703" y="2806"/>
                  </a:lnTo>
                  <a:cubicBezTo>
                    <a:pt x="1703" y="2806"/>
                    <a:pt x="1711" y="2822"/>
                    <a:pt x="1670" y="2878"/>
                  </a:cubicBezTo>
                  <a:cubicBezTo>
                    <a:pt x="1636" y="2932"/>
                    <a:pt x="1629" y="2952"/>
                    <a:pt x="1636" y="2952"/>
                  </a:cubicBezTo>
                  <a:cubicBezTo>
                    <a:pt x="1644" y="2952"/>
                    <a:pt x="1669" y="2928"/>
                    <a:pt x="1695" y="2903"/>
                  </a:cubicBezTo>
                  <a:cubicBezTo>
                    <a:pt x="1728" y="2856"/>
                    <a:pt x="1741" y="2838"/>
                    <a:pt x="1742" y="2838"/>
                  </a:cubicBezTo>
                  <a:lnTo>
                    <a:pt x="1742" y="2838"/>
                  </a:lnTo>
                  <a:cubicBezTo>
                    <a:pt x="1744" y="2838"/>
                    <a:pt x="1722" y="2873"/>
                    <a:pt x="1703" y="2911"/>
                  </a:cubicBezTo>
                  <a:cubicBezTo>
                    <a:pt x="1673" y="2953"/>
                    <a:pt x="1643" y="2994"/>
                    <a:pt x="1649" y="2994"/>
                  </a:cubicBezTo>
                  <a:cubicBezTo>
                    <a:pt x="1651" y="2994"/>
                    <a:pt x="1658" y="2989"/>
                    <a:pt x="1670" y="2976"/>
                  </a:cubicBezTo>
                  <a:cubicBezTo>
                    <a:pt x="1694" y="2953"/>
                    <a:pt x="1724" y="2935"/>
                    <a:pt x="1741" y="2935"/>
                  </a:cubicBezTo>
                  <a:cubicBezTo>
                    <a:pt x="1760" y="2935"/>
                    <a:pt x="1762" y="2957"/>
                    <a:pt x="1719" y="3016"/>
                  </a:cubicBezTo>
                  <a:lnTo>
                    <a:pt x="1727" y="3024"/>
                  </a:lnTo>
                  <a:cubicBezTo>
                    <a:pt x="1750" y="2992"/>
                    <a:pt x="1765" y="2983"/>
                    <a:pt x="1777" y="2983"/>
                  </a:cubicBezTo>
                  <a:cubicBezTo>
                    <a:pt x="1786" y="2983"/>
                    <a:pt x="1793" y="2989"/>
                    <a:pt x="1800" y="2992"/>
                  </a:cubicBezTo>
                  <a:cubicBezTo>
                    <a:pt x="1816" y="3000"/>
                    <a:pt x="1816" y="3008"/>
                    <a:pt x="1784" y="3065"/>
                  </a:cubicBezTo>
                  <a:cubicBezTo>
                    <a:pt x="1758" y="3096"/>
                    <a:pt x="1748" y="3110"/>
                    <a:pt x="1754" y="3110"/>
                  </a:cubicBezTo>
                  <a:cubicBezTo>
                    <a:pt x="1758" y="3110"/>
                    <a:pt x="1774" y="3100"/>
                    <a:pt x="1800" y="3081"/>
                  </a:cubicBezTo>
                  <a:cubicBezTo>
                    <a:pt x="1808" y="3081"/>
                    <a:pt x="1881" y="2976"/>
                    <a:pt x="1889" y="2976"/>
                  </a:cubicBezTo>
                  <a:cubicBezTo>
                    <a:pt x="1914" y="2935"/>
                    <a:pt x="1938" y="2895"/>
                    <a:pt x="1970" y="2870"/>
                  </a:cubicBezTo>
                  <a:lnTo>
                    <a:pt x="1970" y="2870"/>
                  </a:lnTo>
                  <a:lnTo>
                    <a:pt x="1938" y="2927"/>
                  </a:lnTo>
                  <a:lnTo>
                    <a:pt x="1873" y="3049"/>
                  </a:lnTo>
                  <a:cubicBezTo>
                    <a:pt x="1873" y="3049"/>
                    <a:pt x="1873" y="3049"/>
                    <a:pt x="1874" y="3049"/>
                  </a:cubicBezTo>
                  <a:cubicBezTo>
                    <a:pt x="1878" y="3049"/>
                    <a:pt x="1889" y="3044"/>
                    <a:pt x="1922" y="2992"/>
                  </a:cubicBezTo>
                  <a:lnTo>
                    <a:pt x="1922" y="2992"/>
                  </a:lnTo>
                  <a:cubicBezTo>
                    <a:pt x="1889" y="3057"/>
                    <a:pt x="1897" y="3065"/>
                    <a:pt x="1914" y="3073"/>
                  </a:cubicBezTo>
                  <a:cubicBezTo>
                    <a:pt x="1919" y="3076"/>
                    <a:pt x="1925" y="3079"/>
                    <a:pt x="1932" y="3079"/>
                  </a:cubicBezTo>
                  <a:cubicBezTo>
                    <a:pt x="1943" y="3079"/>
                    <a:pt x="1958" y="3069"/>
                    <a:pt x="1979" y="3033"/>
                  </a:cubicBezTo>
                  <a:lnTo>
                    <a:pt x="1979" y="3033"/>
                  </a:lnTo>
                  <a:cubicBezTo>
                    <a:pt x="1952" y="3103"/>
                    <a:pt x="1957" y="3143"/>
                    <a:pt x="1976" y="3143"/>
                  </a:cubicBezTo>
                  <a:cubicBezTo>
                    <a:pt x="1992" y="3143"/>
                    <a:pt x="2018" y="3116"/>
                    <a:pt x="2043" y="3057"/>
                  </a:cubicBezTo>
                  <a:cubicBezTo>
                    <a:pt x="2055" y="3029"/>
                    <a:pt x="2063" y="3015"/>
                    <a:pt x="2066" y="3015"/>
                  </a:cubicBezTo>
                  <a:cubicBezTo>
                    <a:pt x="2070" y="3015"/>
                    <a:pt x="2068" y="3031"/>
                    <a:pt x="2060" y="3065"/>
                  </a:cubicBezTo>
                  <a:cubicBezTo>
                    <a:pt x="2051" y="3103"/>
                    <a:pt x="2047" y="3121"/>
                    <a:pt x="2050" y="3121"/>
                  </a:cubicBezTo>
                  <a:cubicBezTo>
                    <a:pt x="2052" y="3121"/>
                    <a:pt x="2060" y="3105"/>
                    <a:pt x="2076" y="3073"/>
                  </a:cubicBezTo>
                  <a:cubicBezTo>
                    <a:pt x="2082" y="3058"/>
                    <a:pt x="2086" y="3051"/>
                    <a:pt x="2088" y="3051"/>
                  </a:cubicBezTo>
                  <a:cubicBezTo>
                    <a:pt x="2092" y="3051"/>
                    <a:pt x="2082" y="3099"/>
                    <a:pt x="2076" y="3146"/>
                  </a:cubicBezTo>
                  <a:cubicBezTo>
                    <a:pt x="2057" y="3228"/>
                    <a:pt x="2052" y="3261"/>
                    <a:pt x="2058" y="3261"/>
                  </a:cubicBezTo>
                  <a:cubicBezTo>
                    <a:pt x="2062" y="3261"/>
                    <a:pt x="2071" y="3245"/>
                    <a:pt x="2084" y="3219"/>
                  </a:cubicBezTo>
                  <a:cubicBezTo>
                    <a:pt x="2109" y="3175"/>
                    <a:pt x="2125" y="3170"/>
                    <a:pt x="2134" y="3170"/>
                  </a:cubicBezTo>
                  <a:cubicBezTo>
                    <a:pt x="2137" y="3170"/>
                    <a:pt x="2139" y="3170"/>
                    <a:pt x="2141" y="3170"/>
                  </a:cubicBezTo>
                  <a:cubicBezTo>
                    <a:pt x="2173" y="3130"/>
                    <a:pt x="2189" y="3089"/>
                    <a:pt x="2189" y="3041"/>
                  </a:cubicBezTo>
                  <a:cubicBezTo>
                    <a:pt x="2206" y="2976"/>
                    <a:pt x="2222" y="2911"/>
                    <a:pt x="2222" y="2911"/>
                  </a:cubicBezTo>
                  <a:cubicBezTo>
                    <a:pt x="2230" y="2889"/>
                    <a:pt x="2234" y="2882"/>
                    <a:pt x="2237" y="2882"/>
                  </a:cubicBezTo>
                  <a:cubicBezTo>
                    <a:pt x="2241" y="2882"/>
                    <a:pt x="2235" y="2911"/>
                    <a:pt x="2230" y="2911"/>
                  </a:cubicBezTo>
                  <a:cubicBezTo>
                    <a:pt x="2214" y="2951"/>
                    <a:pt x="2197" y="3000"/>
                    <a:pt x="2206" y="3049"/>
                  </a:cubicBezTo>
                  <a:cubicBezTo>
                    <a:pt x="2197" y="3114"/>
                    <a:pt x="2214" y="3122"/>
                    <a:pt x="2222" y="3122"/>
                  </a:cubicBezTo>
                  <a:lnTo>
                    <a:pt x="2254" y="3130"/>
                  </a:lnTo>
                  <a:cubicBezTo>
                    <a:pt x="2262" y="3166"/>
                    <a:pt x="2268" y="3185"/>
                    <a:pt x="2273" y="3185"/>
                  </a:cubicBezTo>
                  <a:cubicBezTo>
                    <a:pt x="2279" y="3185"/>
                    <a:pt x="2283" y="3166"/>
                    <a:pt x="2287" y="3130"/>
                  </a:cubicBezTo>
                  <a:cubicBezTo>
                    <a:pt x="2295" y="3073"/>
                    <a:pt x="2287" y="3097"/>
                    <a:pt x="2295" y="3065"/>
                  </a:cubicBezTo>
                  <a:lnTo>
                    <a:pt x="2295" y="3065"/>
                  </a:lnTo>
                  <a:cubicBezTo>
                    <a:pt x="2291" y="3136"/>
                    <a:pt x="2317" y="3172"/>
                    <a:pt x="2343" y="3172"/>
                  </a:cubicBezTo>
                  <a:cubicBezTo>
                    <a:pt x="2367" y="3172"/>
                    <a:pt x="2392" y="3140"/>
                    <a:pt x="2392" y="3073"/>
                  </a:cubicBezTo>
                  <a:cubicBezTo>
                    <a:pt x="2392" y="3114"/>
                    <a:pt x="2392" y="3106"/>
                    <a:pt x="2392" y="3146"/>
                  </a:cubicBezTo>
                  <a:cubicBezTo>
                    <a:pt x="2400" y="3211"/>
                    <a:pt x="2408" y="3211"/>
                    <a:pt x="2425" y="3211"/>
                  </a:cubicBezTo>
                  <a:cubicBezTo>
                    <a:pt x="2433" y="3211"/>
                    <a:pt x="2465" y="3138"/>
                    <a:pt x="2489" y="3138"/>
                  </a:cubicBezTo>
                  <a:cubicBezTo>
                    <a:pt x="2522" y="3138"/>
                    <a:pt x="2554" y="3130"/>
                    <a:pt x="2538" y="3065"/>
                  </a:cubicBezTo>
                  <a:cubicBezTo>
                    <a:pt x="2546" y="3065"/>
                    <a:pt x="2546" y="3065"/>
                    <a:pt x="2562" y="3130"/>
                  </a:cubicBezTo>
                  <a:cubicBezTo>
                    <a:pt x="2562" y="3203"/>
                    <a:pt x="2570" y="3203"/>
                    <a:pt x="2579" y="3203"/>
                  </a:cubicBezTo>
                  <a:cubicBezTo>
                    <a:pt x="2587" y="3154"/>
                    <a:pt x="2579" y="3106"/>
                    <a:pt x="2562" y="3065"/>
                  </a:cubicBezTo>
                  <a:cubicBezTo>
                    <a:pt x="2558" y="3033"/>
                    <a:pt x="2558" y="3016"/>
                    <a:pt x="2562" y="3016"/>
                  </a:cubicBezTo>
                  <a:cubicBezTo>
                    <a:pt x="2566" y="3016"/>
                    <a:pt x="2574" y="3033"/>
                    <a:pt x="2587" y="3065"/>
                  </a:cubicBezTo>
                  <a:cubicBezTo>
                    <a:pt x="2601" y="3093"/>
                    <a:pt x="2615" y="3106"/>
                    <a:pt x="2627" y="3106"/>
                  </a:cubicBezTo>
                  <a:cubicBezTo>
                    <a:pt x="2641" y="3106"/>
                    <a:pt x="2652" y="3085"/>
                    <a:pt x="2652" y="3049"/>
                  </a:cubicBezTo>
                  <a:cubicBezTo>
                    <a:pt x="2660" y="3049"/>
                    <a:pt x="2668" y="3049"/>
                    <a:pt x="2692" y="3114"/>
                  </a:cubicBezTo>
                  <a:cubicBezTo>
                    <a:pt x="2706" y="3145"/>
                    <a:pt x="2724" y="3180"/>
                    <a:pt x="2734" y="3180"/>
                  </a:cubicBezTo>
                  <a:cubicBezTo>
                    <a:pt x="2741" y="3180"/>
                    <a:pt x="2743" y="3158"/>
                    <a:pt x="2733" y="3097"/>
                  </a:cubicBezTo>
                  <a:cubicBezTo>
                    <a:pt x="2741" y="3097"/>
                    <a:pt x="2741" y="3097"/>
                    <a:pt x="2765" y="3162"/>
                  </a:cubicBezTo>
                  <a:cubicBezTo>
                    <a:pt x="2779" y="3199"/>
                    <a:pt x="2792" y="3232"/>
                    <a:pt x="2796" y="3232"/>
                  </a:cubicBezTo>
                  <a:cubicBezTo>
                    <a:pt x="2799" y="3232"/>
                    <a:pt x="2796" y="3211"/>
                    <a:pt x="2781" y="3154"/>
                  </a:cubicBezTo>
                  <a:cubicBezTo>
                    <a:pt x="2777" y="3118"/>
                    <a:pt x="2782" y="3100"/>
                    <a:pt x="2795" y="3100"/>
                  </a:cubicBezTo>
                  <a:cubicBezTo>
                    <a:pt x="2805" y="3100"/>
                    <a:pt x="2820" y="3112"/>
                    <a:pt x="2838" y="3138"/>
                  </a:cubicBezTo>
                  <a:cubicBezTo>
                    <a:pt x="2846" y="3138"/>
                    <a:pt x="2862" y="3130"/>
                    <a:pt x="2830" y="3065"/>
                  </a:cubicBezTo>
                  <a:cubicBezTo>
                    <a:pt x="2817" y="3040"/>
                    <a:pt x="2819" y="3039"/>
                    <a:pt x="2813" y="3024"/>
                  </a:cubicBezTo>
                  <a:lnTo>
                    <a:pt x="2813" y="3024"/>
                  </a:lnTo>
                  <a:cubicBezTo>
                    <a:pt x="2836" y="3074"/>
                    <a:pt x="2850" y="3098"/>
                    <a:pt x="2853" y="3098"/>
                  </a:cubicBezTo>
                  <a:cubicBezTo>
                    <a:pt x="2857" y="3098"/>
                    <a:pt x="2846" y="3066"/>
                    <a:pt x="2822" y="3000"/>
                  </a:cubicBezTo>
                  <a:cubicBezTo>
                    <a:pt x="2806" y="2968"/>
                    <a:pt x="2799" y="2951"/>
                    <a:pt x="2802" y="2951"/>
                  </a:cubicBezTo>
                  <a:cubicBezTo>
                    <a:pt x="2804" y="2951"/>
                    <a:pt x="2814" y="2968"/>
                    <a:pt x="2830" y="3000"/>
                  </a:cubicBezTo>
                  <a:cubicBezTo>
                    <a:pt x="2855" y="3044"/>
                    <a:pt x="2866" y="3049"/>
                    <a:pt x="2869" y="3049"/>
                  </a:cubicBezTo>
                  <a:cubicBezTo>
                    <a:pt x="2870" y="3049"/>
                    <a:pt x="2870" y="3049"/>
                    <a:pt x="2870" y="3049"/>
                  </a:cubicBezTo>
                  <a:cubicBezTo>
                    <a:pt x="2879" y="3049"/>
                    <a:pt x="2887" y="2976"/>
                    <a:pt x="2927" y="2951"/>
                  </a:cubicBezTo>
                  <a:cubicBezTo>
                    <a:pt x="2984" y="2927"/>
                    <a:pt x="3008" y="2911"/>
                    <a:pt x="2968" y="2854"/>
                  </a:cubicBezTo>
                  <a:cubicBezTo>
                    <a:pt x="2947" y="2825"/>
                    <a:pt x="2937" y="2811"/>
                    <a:pt x="2938" y="2811"/>
                  </a:cubicBezTo>
                  <a:cubicBezTo>
                    <a:pt x="2940" y="2811"/>
                    <a:pt x="2952" y="2823"/>
                    <a:pt x="2976" y="2846"/>
                  </a:cubicBezTo>
                  <a:cubicBezTo>
                    <a:pt x="3010" y="2881"/>
                    <a:pt x="3024" y="2891"/>
                    <a:pt x="3033" y="2891"/>
                  </a:cubicBezTo>
                  <a:cubicBezTo>
                    <a:pt x="3036" y="2891"/>
                    <a:pt x="3038" y="2889"/>
                    <a:pt x="3041" y="2887"/>
                  </a:cubicBezTo>
                  <a:cubicBezTo>
                    <a:pt x="3043" y="2884"/>
                    <a:pt x="3045" y="2883"/>
                    <a:pt x="3049" y="2883"/>
                  </a:cubicBezTo>
                  <a:cubicBezTo>
                    <a:pt x="3056" y="2883"/>
                    <a:pt x="3069" y="2893"/>
                    <a:pt x="3097" y="2927"/>
                  </a:cubicBezTo>
                  <a:cubicBezTo>
                    <a:pt x="3065" y="2871"/>
                    <a:pt x="3065" y="2870"/>
                    <a:pt x="3065" y="2870"/>
                  </a:cubicBezTo>
                  <a:lnTo>
                    <a:pt x="3065" y="2870"/>
                  </a:lnTo>
                  <a:cubicBezTo>
                    <a:pt x="3088" y="2894"/>
                    <a:pt x="3102" y="2906"/>
                    <a:pt x="3106" y="2906"/>
                  </a:cubicBezTo>
                  <a:cubicBezTo>
                    <a:pt x="3110" y="2906"/>
                    <a:pt x="3102" y="2892"/>
                    <a:pt x="3081" y="2862"/>
                  </a:cubicBezTo>
                  <a:cubicBezTo>
                    <a:pt x="3040" y="2804"/>
                    <a:pt x="3020" y="2776"/>
                    <a:pt x="3022" y="2776"/>
                  </a:cubicBezTo>
                  <a:cubicBezTo>
                    <a:pt x="3023" y="2776"/>
                    <a:pt x="3046" y="2802"/>
                    <a:pt x="3089" y="2854"/>
                  </a:cubicBezTo>
                  <a:cubicBezTo>
                    <a:pt x="3117" y="2887"/>
                    <a:pt x="3160" y="2917"/>
                    <a:pt x="3166" y="2917"/>
                  </a:cubicBezTo>
                  <a:cubicBezTo>
                    <a:pt x="3169" y="2917"/>
                    <a:pt x="3164" y="2910"/>
                    <a:pt x="3146" y="2895"/>
                  </a:cubicBezTo>
                  <a:cubicBezTo>
                    <a:pt x="3097" y="2846"/>
                    <a:pt x="3114" y="2830"/>
                    <a:pt x="3073" y="2773"/>
                  </a:cubicBezTo>
                  <a:cubicBezTo>
                    <a:pt x="3075" y="2773"/>
                    <a:pt x="3077" y="2773"/>
                    <a:pt x="3080" y="2773"/>
                  </a:cubicBezTo>
                  <a:cubicBezTo>
                    <a:pt x="3088" y="2773"/>
                    <a:pt x="3101" y="2777"/>
                    <a:pt x="3138" y="2814"/>
                  </a:cubicBezTo>
                  <a:cubicBezTo>
                    <a:pt x="3149" y="2824"/>
                    <a:pt x="3156" y="2829"/>
                    <a:pt x="3161" y="2829"/>
                  </a:cubicBezTo>
                  <a:cubicBezTo>
                    <a:pt x="3178" y="2829"/>
                    <a:pt x="3162" y="2771"/>
                    <a:pt x="3130" y="2733"/>
                  </a:cubicBezTo>
                  <a:cubicBezTo>
                    <a:pt x="3104" y="2706"/>
                    <a:pt x="3091" y="2692"/>
                    <a:pt x="3095" y="2692"/>
                  </a:cubicBezTo>
                  <a:cubicBezTo>
                    <a:pt x="3098" y="2692"/>
                    <a:pt x="3112" y="2702"/>
                    <a:pt x="3138" y="2724"/>
                  </a:cubicBezTo>
                  <a:cubicBezTo>
                    <a:pt x="3168" y="2755"/>
                    <a:pt x="3183" y="2763"/>
                    <a:pt x="3190" y="2763"/>
                  </a:cubicBezTo>
                  <a:cubicBezTo>
                    <a:pt x="3194" y="2763"/>
                    <a:pt x="3195" y="2760"/>
                    <a:pt x="3195" y="2757"/>
                  </a:cubicBezTo>
                  <a:cubicBezTo>
                    <a:pt x="3183" y="2742"/>
                    <a:pt x="3178" y="2737"/>
                    <a:pt x="3180" y="2737"/>
                  </a:cubicBezTo>
                  <a:cubicBezTo>
                    <a:pt x="3183" y="2737"/>
                    <a:pt x="3217" y="2769"/>
                    <a:pt x="3251" y="2797"/>
                  </a:cubicBezTo>
                  <a:cubicBezTo>
                    <a:pt x="3280" y="2831"/>
                    <a:pt x="3295" y="2842"/>
                    <a:pt x="3305" y="2842"/>
                  </a:cubicBezTo>
                  <a:cubicBezTo>
                    <a:pt x="3313" y="2842"/>
                    <a:pt x="3318" y="2837"/>
                    <a:pt x="3324" y="2830"/>
                  </a:cubicBezTo>
                  <a:cubicBezTo>
                    <a:pt x="3276" y="2781"/>
                    <a:pt x="3300" y="2757"/>
                    <a:pt x="3316" y="2733"/>
                  </a:cubicBezTo>
                  <a:cubicBezTo>
                    <a:pt x="3349" y="2700"/>
                    <a:pt x="3300" y="2651"/>
                    <a:pt x="3187" y="2562"/>
                  </a:cubicBezTo>
                  <a:lnTo>
                    <a:pt x="3081" y="2481"/>
                  </a:lnTo>
                  <a:lnTo>
                    <a:pt x="3081" y="2481"/>
                  </a:lnTo>
                  <a:lnTo>
                    <a:pt x="3195" y="2554"/>
                  </a:lnTo>
                  <a:cubicBezTo>
                    <a:pt x="3251" y="2595"/>
                    <a:pt x="3373" y="2660"/>
                    <a:pt x="3373" y="2660"/>
                  </a:cubicBezTo>
                  <a:cubicBezTo>
                    <a:pt x="3381" y="2651"/>
                    <a:pt x="3316" y="2619"/>
                    <a:pt x="3260" y="2579"/>
                  </a:cubicBezTo>
                  <a:cubicBezTo>
                    <a:pt x="3225" y="2559"/>
                    <a:pt x="3212" y="2548"/>
                    <a:pt x="3223" y="2548"/>
                  </a:cubicBezTo>
                  <a:cubicBezTo>
                    <a:pt x="3230" y="2548"/>
                    <a:pt x="3247" y="2553"/>
                    <a:pt x="3276" y="2562"/>
                  </a:cubicBezTo>
                  <a:cubicBezTo>
                    <a:pt x="3300" y="2571"/>
                    <a:pt x="3316" y="2576"/>
                    <a:pt x="3324" y="2576"/>
                  </a:cubicBezTo>
                  <a:cubicBezTo>
                    <a:pt x="3338" y="2576"/>
                    <a:pt x="3328" y="2563"/>
                    <a:pt x="3292" y="2538"/>
                  </a:cubicBezTo>
                  <a:cubicBezTo>
                    <a:pt x="3296" y="2534"/>
                    <a:pt x="3298" y="2530"/>
                    <a:pt x="3307" y="2530"/>
                  </a:cubicBezTo>
                  <a:cubicBezTo>
                    <a:pt x="3316" y="2530"/>
                    <a:pt x="3333" y="2534"/>
                    <a:pt x="3365" y="2546"/>
                  </a:cubicBezTo>
                  <a:cubicBezTo>
                    <a:pt x="3373" y="2538"/>
                    <a:pt x="3373" y="2538"/>
                    <a:pt x="3308" y="2506"/>
                  </a:cubicBezTo>
                  <a:cubicBezTo>
                    <a:pt x="3278" y="2488"/>
                    <a:pt x="3264" y="2480"/>
                    <a:pt x="3267" y="2480"/>
                  </a:cubicBezTo>
                  <a:cubicBezTo>
                    <a:pt x="3270" y="2480"/>
                    <a:pt x="3286" y="2486"/>
                    <a:pt x="3316" y="2497"/>
                  </a:cubicBezTo>
                  <a:cubicBezTo>
                    <a:pt x="3371" y="2518"/>
                    <a:pt x="3406" y="2526"/>
                    <a:pt x="3422" y="2526"/>
                  </a:cubicBezTo>
                  <a:cubicBezTo>
                    <a:pt x="3445" y="2526"/>
                    <a:pt x="3435" y="2511"/>
                    <a:pt x="3397" y="2497"/>
                  </a:cubicBezTo>
                  <a:cubicBezTo>
                    <a:pt x="3333" y="2465"/>
                    <a:pt x="3341" y="2457"/>
                    <a:pt x="3341" y="2449"/>
                  </a:cubicBezTo>
                  <a:cubicBezTo>
                    <a:pt x="3349" y="2441"/>
                    <a:pt x="3349" y="2433"/>
                    <a:pt x="3284" y="2400"/>
                  </a:cubicBezTo>
                  <a:lnTo>
                    <a:pt x="3292" y="2392"/>
                  </a:lnTo>
                  <a:cubicBezTo>
                    <a:pt x="3293" y="2391"/>
                    <a:pt x="3294" y="2391"/>
                    <a:pt x="3296" y="2391"/>
                  </a:cubicBezTo>
                  <a:cubicBezTo>
                    <a:pt x="3312" y="2391"/>
                    <a:pt x="3357" y="2417"/>
                    <a:pt x="3357" y="2424"/>
                  </a:cubicBezTo>
                  <a:lnTo>
                    <a:pt x="3422" y="2441"/>
                  </a:lnTo>
                  <a:cubicBezTo>
                    <a:pt x="3430" y="2424"/>
                    <a:pt x="3430" y="2416"/>
                    <a:pt x="3373" y="2384"/>
                  </a:cubicBezTo>
                  <a:cubicBezTo>
                    <a:pt x="3309" y="2356"/>
                    <a:pt x="3276" y="2344"/>
                    <a:pt x="3276" y="2343"/>
                  </a:cubicBezTo>
                  <a:lnTo>
                    <a:pt x="3276" y="2343"/>
                  </a:lnTo>
                  <a:cubicBezTo>
                    <a:pt x="3276" y="2344"/>
                    <a:pt x="3309" y="2356"/>
                    <a:pt x="3373" y="2376"/>
                  </a:cubicBezTo>
                  <a:cubicBezTo>
                    <a:pt x="3412" y="2390"/>
                    <a:pt x="3454" y="2402"/>
                    <a:pt x="3467" y="2402"/>
                  </a:cubicBezTo>
                  <a:cubicBezTo>
                    <a:pt x="3476" y="2402"/>
                    <a:pt x="3472" y="2397"/>
                    <a:pt x="3446" y="2384"/>
                  </a:cubicBezTo>
                  <a:cubicBezTo>
                    <a:pt x="3381" y="2360"/>
                    <a:pt x="3367" y="2351"/>
                    <a:pt x="3377" y="2351"/>
                  </a:cubicBezTo>
                  <a:cubicBezTo>
                    <a:pt x="3387" y="2351"/>
                    <a:pt x="3422" y="2360"/>
                    <a:pt x="3454" y="2368"/>
                  </a:cubicBezTo>
                  <a:cubicBezTo>
                    <a:pt x="3512" y="2390"/>
                    <a:pt x="3545" y="2402"/>
                    <a:pt x="3551" y="2402"/>
                  </a:cubicBezTo>
                  <a:cubicBezTo>
                    <a:pt x="3559" y="2402"/>
                    <a:pt x="3529" y="2384"/>
                    <a:pt x="3462" y="2343"/>
                  </a:cubicBezTo>
                  <a:cubicBezTo>
                    <a:pt x="3462" y="2327"/>
                    <a:pt x="3414" y="2279"/>
                    <a:pt x="3414" y="2254"/>
                  </a:cubicBezTo>
                  <a:cubicBezTo>
                    <a:pt x="3421" y="2224"/>
                    <a:pt x="3429" y="2208"/>
                    <a:pt x="3483" y="2206"/>
                  </a:cubicBezTo>
                  <a:lnTo>
                    <a:pt x="3483" y="2206"/>
                  </a:lnTo>
                  <a:cubicBezTo>
                    <a:pt x="3502" y="2210"/>
                    <a:pt x="3526" y="2216"/>
                    <a:pt x="3560" y="2222"/>
                  </a:cubicBezTo>
                  <a:cubicBezTo>
                    <a:pt x="3585" y="2225"/>
                    <a:pt x="3610" y="2226"/>
                    <a:pt x="3635" y="2226"/>
                  </a:cubicBezTo>
                  <a:cubicBezTo>
                    <a:pt x="3961" y="2226"/>
                    <a:pt x="4244" y="1986"/>
                    <a:pt x="4289" y="1654"/>
                  </a:cubicBezTo>
                  <a:cubicBezTo>
                    <a:pt x="4338" y="1306"/>
                    <a:pt x="4095" y="973"/>
                    <a:pt x="3746" y="916"/>
                  </a:cubicBezTo>
                  <a:cubicBezTo>
                    <a:pt x="3710" y="911"/>
                    <a:pt x="3674" y="908"/>
                    <a:pt x="3639" y="908"/>
                  </a:cubicBezTo>
                  <a:cubicBezTo>
                    <a:pt x="3435" y="908"/>
                    <a:pt x="3243" y="1002"/>
                    <a:pt x="3120" y="1158"/>
                  </a:cubicBezTo>
                  <a:lnTo>
                    <a:pt x="3120" y="1158"/>
                  </a:lnTo>
                  <a:cubicBezTo>
                    <a:pt x="3131" y="1169"/>
                    <a:pt x="3142" y="1184"/>
                    <a:pt x="3154" y="1200"/>
                  </a:cubicBezTo>
                  <a:cubicBezTo>
                    <a:pt x="3180" y="1245"/>
                    <a:pt x="3201" y="1280"/>
                    <a:pt x="3241" y="1280"/>
                  </a:cubicBezTo>
                  <a:cubicBezTo>
                    <a:pt x="3251" y="1280"/>
                    <a:pt x="3263" y="1278"/>
                    <a:pt x="3276" y="1273"/>
                  </a:cubicBezTo>
                  <a:lnTo>
                    <a:pt x="3276" y="1273"/>
                  </a:lnTo>
                  <a:cubicBezTo>
                    <a:pt x="3284" y="1289"/>
                    <a:pt x="3284" y="1297"/>
                    <a:pt x="3227" y="1338"/>
                  </a:cubicBezTo>
                  <a:cubicBezTo>
                    <a:pt x="3197" y="1359"/>
                    <a:pt x="3185" y="1370"/>
                    <a:pt x="3189" y="1370"/>
                  </a:cubicBezTo>
                  <a:cubicBezTo>
                    <a:pt x="3193" y="1370"/>
                    <a:pt x="3208" y="1361"/>
                    <a:pt x="3235" y="1346"/>
                  </a:cubicBezTo>
                  <a:cubicBezTo>
                    <a:pt x="3288" y="1321"/>
                    <a:pt x="3320" y="1309"/>
                    <a:pt x="3328" y="1309"/>
                  </a:cubicBezTo>
                  <a:cubicBezTo>
                    <a:pt x="3339" y="1309"/>
                    <a:pt x="3312" y="1329"/>
                    <a:pt x="3243" y="1370"/>
                  </a:cubicBezTo>
                  <a:cubicBezTo>
                    <a:pt x="3282" y="1356"/>
                    <a:pt x="3345" y="1335"/>
                    <a:pt x="3362" y="1335"/>
                  </a:cubicBezTo>
                  <a:cubicBezTo>
                    <a:pt x="3373" y="1335"/>
                    <a:pt x="3365" y="1345"/>
                    <a:pt x="3316" y="1370"/>
                  </a:cubicBezTo>
                  <a:lnTo>
                    <a:pt x="3389" y="1354"/>
                  </a:lnTo>
                  <a:cubicBezTo>
                    <a:pt x="3443" y="1333"/>
                    <a:pt x="3475" y="1322"/>
                    <a:pt x="3482" y="1322"/>
                  </a:cubicBezTo>
                  <a:cubicBezTo>
                    <a:pt x="3491" y="1322"/>
                    <a:pt x="3462" y="1339"/>
                    <a:pt x="3389" y="1370"/>
                  </a:cubicBezTo>
                  <a:cubicBezTo>
                    <a:pt x="3268" y="1427"/>
                    <a:pt x="3268" y="1427"/>
                    <a:pt x="3268" y="1435"/>
                  </a:cubicBezTo>
                  <a:cubicBezTo>
                    <a:pt x="3268" y="1435"/>
                    <a:pt x="3269" y="1436"/>
                    <a:pt x="3272" y="1436"/>
                  </a:cubicBezTo>
                  <a:cubicBezTo>
                    <a:pt x="3279" y="1436"/>
                    <a:pt x="3297" y="1433"/>
                    <a:pt x="3341" y="1411"/>
                  </a:cubicBezTo>
                  <a:lnTo>
                    <a:pt x="3341" y="1419"/>
                  </a:lnTo>
                  <a:lnTo>
                    <a:pt x="3211" y="1476"/>
                  </a:lnTo>
                  <a:cubicBezTo>
                    <a:pt x="3146" y="1500"/>
                    <a:pt x="3146" y="1500"/>
                    <a:pt x="3154" y="1508"/>
                  </a:cubicBezTo>
                  <a:cubicBezTo>
                    <a:pt x="3154" y="1508"/>
                    <a:pt x="3154" y="1509"/>
                    <a:pt x="3157" y="1509"/>
                  </a:cubicBezTo>
                  <a:cubicBezTo>
                    <a:pt x="3161" y="1509"/>
                    <a:pt x="3176" y="1506"/>
                    <a:pt x="3219" y="1484"/>
                  </a:cubicBezTo>
                  <a:cubicBezTo>
                    <a:pt x="3269" y="1465"/>
                    <a:pt x="3315" y="1446"/>
                    <a:pt x="3336" y="1446"/>
                  </a:cubicBezTo>
                  <a:cubicBezTo>
                    <a:pt x="3343" y="1446"/>
                    <a:pt x="3347" y="1448"/>
                    <a:pt x="3349" y="1452"/>
                  </a:cubicBezTo>
                  <a:cubicBezTo>
                    <a:pt x="3308" y="1476"/>
                    <a:pt x="3268" y="1492"/>
                    <a:pt x="3219" y="1508"/>
                  </a:cubicBezTo>
                  <a:cubicBezTo>
                    <a:pt x="3179" y="1518"/>
                    <a:pt x="3167" y="1525"/>
                    <a:pt x="3179" y="1525"/>
                  </a:cubicBezTo>
                  <a:cubicBezTo>
                    <a:pt x="3186" y="1525"/>
                    <a:pt x="3202" y="1523"/>
                    <a:pt x="3227" y="1516"/>
                  </a:cubicBezTo>
                  <a:cubicBezTo>
                    <a:pt x="3227" y="1520"/>
                    <a:pt x="3243" y="1520"/>
                    <a:pt x="3261" y="1520"/>
                  </a:cubicBezTo>
                  <a:cubicBezTo>
                    <a:pt x="3278" y="1520"/>
                    <a:pt x="3296" y="1520"/>
                    <a:pt x="3300" y="1525"/>
                  </a:cubicBezTo>
                  <a:lnTo>
                    <a:pt x="3308" y="1549"/>
                  </a:lnTo>
                  <a:cubicBezTo>
                    <a:pt x="3317" y="1546"/>
                    <a:pt x="3325" y="1545"/>
                    <a:pt x="3332" y="1545"/>
                  </a:cubicBezTo>
                  <a:cubicBezTo>
                    <a:pt x="3370" y="1545"/>
                    <a:pt x="3382" y="1581"/>
                    <a:pt x="3389" y="1622"/>
                  </a:cubicBezTo>
                  <a:cubicBezTo>
                    <a:pt x="3389" y="1666"/>
                    <a:pt x="3396" y="1704"/>
                    <a:pt x="3447" y="1704"/>
                  </a:cubicBezTo>
                  <a:cubicBezTo>
                    <a:pt x="3452" y="1704"/>
                    <a:pt x="3457" y="1704"/>
                    <a:pt x="3462" y="1703"/>
                  </a:cubicBezTo>
                  <a:cubicBezTo>
                    <a:pt x="3475" y="1700"/>
                    <a:pt x="3485" y="1698"/>
                    <a:pt x="3492" y="1698"/>
                  </a:cubicBezTo>
                  <a:cubicBezTo>
                    <a:pt x="3525" y="1698"/>
                    <a:pt x="3515" y="1722"/>
                    <a:pt x="3462" y="1735"/>
                  </a:cubicBezTo>
                  <a:cubicBezTo>
                    <a:pt x="3462" y="1760"/>
                    <a:pt x="3454" y="1979"/>
                    <a:pt x="3519" y="1979"/>
                  </a:cubicBezTo>
                  <a:cubicBezTo>
                    <a:pt x="3519" y="1979"/>
                    <a:pt x="3592" y="1979"/>
                    <a:pt x="3592" y="1987"/>
                  </a:cubicBezTo>
                  <a:cubicBezTo>
                    <a:pt x="3543" y="1995"/>
                    <a:pt x="3495" y="1995"/>
                    <a:pt x="3454" y="1995"/>
                  </a:cubicBezTo>
                  <a:lnTo>
                    <a:pt x="3381" y="1995"/>
                  </a:lnTo>
                  <a:cubicBezTo>
                    <a:pt x="3381" y="1995"/>
                    <a:pt x="3381" y="2019"/>
                    <a:pt x="3316" y="2027"/>
                  </a:cubicBezTo>
                  <a:cubicBezTo>
                    <a:pt x="3316" y="2035"/>
                    <a:pt x="3316" y="2043"/>
                    <a:pt x="3381" y="2043"/>
                  </a:cubicBezTo>
                  <a:cubicBezTo>
                    <a:pt x="3446" y="2052"/>
                    <a:pt x="3446" y="2060"/>
                    <a:pt x="3446" y="2068"/>
                  </a:cubicBezTo>
                  <a:cubicBezTo>
                    <a:pt x="3446" y="2076"/>
                    <a:pt x="3446" y="2076"/>
                    <a:pt x="3511" y="2076"/>
                  </a:cubicBezTo>
                  <a:cubicBezTo>
                    <a:pt x="3584" y="2076"/>
                    <a:pt x="3584" y="2084"/>
                    <a:pt x="3584" y="2092"/>
                  </a:cubicBezTo>
                  <a:cubicBezTo>
                    <a:pt x="3555" y="2102"/>
                    <a:pt x="3527" y="2105"/>
                    <a:pt x="3500" y="2105"/>
                  </a:cubicBezTo>
                  <a:cubicBezTo>
                    <a:pt x="3481" y="2105"/>
                    <a:pt x="3463" y="2104"/>
                    <a:pt x="3446" y="2100"/>
                  </a:cubicBezTo>
                  <a:cubicBezTo>
                    <a:pt x="3422" y="2096"/>
                    <a:pt x="3397" y="2094"/>
                    <a:pt x="3374" y="2094"/>
                  </a:cubicBezTo>
                  <a:cubicBezTo>
                    <a:pt x="3351" y="2094"/>
                    <a:pt x="3329" y="2096"/>
                    <a:pt x="3308" y="2100"/>
                  </a:cubicBezTo>
                  <a:cubicBezTo>
                    <a:pt x="3284" y="2103"/>
                    <a:pt x="3268" y="2105"/>
                    <a:pt x="3262" y="2106"/>
                  </a:cubicBezTo>
                  <a:lnTo>
                    <a:pt x="3262" y="2106"/>
                  </a:lnTo>
                  <a:cubicBezTo>
                    <a:pt x="3265" y="2108"/>
                    <a:pt x="3267" y="2110"/>
                    <a:pt x="3270" y="2111"/>
                  </a:cubicBezTo>
                  <a:lnTo>
                    <a:pt x="3270" y="2111"/>
                  </a:lnTo>
                  <a:cubicBezTo>
                    <a:pt x="3285" y="2114"/>
                    <a:pt x="3318" y="2118"/>
                    <a:pt x="3373" y="2124"/>
                  </a:cubicBezTo>
                  <a:lnTo>
                    <a:pt x="3373" y="2108"/>
                  </a:lnTo>
                  <a:cubicBezTo>
                    <a:pt x="3341" y="2104"/>
                    <a:pt x="3341" y="2102"/>
                    <a:pt x="3349" y="2102"/>
                  </a:cubicBezTo>
                  <a:cubicBezTo>
                    <a:pt x="3357" y="2102"/>
                    <a:pt x="3373" y="2104"/>
                    <a:pt x="3373" y="2108"/>
                  </a:cubicBezTo>
                  <a:cubicBezTo>
                    <a:pt x="3438" y="2124"/>
                    <a:pt x="3503" y="2149"/>
                    <a:pt x="3438" y="2165"/>
                  </a:cubicBezTo>
                  <a:cubicBezTo>
                    <a:pt x="3434" y="2178"/>
                    <a:pt x="3432" y="2186"/>
                    <a:pt x="3448" y="2194"/>
                  </a:cubicBezTo>
                  <a:lnTo>
                    <a:pt x="3448" y="2194"/>
                  </a:lnTo>
                  <a:cubicBezTo>
                    <a:pt x="3383" y="2175"/>
                    <a:pt x="3323" y="2147"/>
                    <a:pt x="3270" y="2111"/>
                  </a:cubicBezTo>
                  <a:lnTo>
                    <a:pt x="3270" y="2111"/>
                  </a:lnTo>
                  <a:cubicBezTo>
                    <a:pt x="3259" y="2109"/>
                    <a:pt x="3257" y="2108"/>
                    <a:pt x="3262" y="2106"/>
                  </a:cubicBezTo>
                  <a:lnTo>
                    <a:pt x="3262" y="2106"/>
                  </a:lnTo>
                  <a:cubicBezTo>
                    <a:pt x="3224" y="2080"/>
                    <a:pt x="3189" y="2050"/>
                    <a:pt x="3158" y="2017"/>
                  </a:cubicBezTo>
                  <a:lnTo>
                    <a:pt x="3158" y="2017"/>
                  </a:lnTo>
                  <a:cubicBezTo>
                    <a:pt x="3143" y="2018"/>
                    <a:pt x="3128" y="2019"/>
                    <a:pt x="3114" y="2019"/>
                  </a:cubicBezTo>
                  <a:lnTo>
                    <a:pt x="3106" y="2019"/>
                  </a:lnTo>
                  <a:lnTo>
                    <a:pt x="3106" y="2011"/>
                  </a:lnTo>
                  <a:cubicBezTo>
                    <a:pt x="3110" y="2007"/>
                    <a:pt x="3129" y="2005"/>
                    <a:pt x="3146" y="2004"/>
                  </a:cubicBezTo>
                  <a:lnTo>
                    <a:pt x="3146" y="2004"/>
                  </a:lnTo>
                  <a:cubicBezTo>
                    <a:pt x="3041" y="1885"/>
                    <a:pt x="2980" y="1727"/>
                    <a:pt x="2981" y="1561"/>
                  </a:cubicBezTo>
                  <a:lnTo>
                    <a:pt x="2981" y="1561"/>
                  </a:lnTo>
                  <a:cubicBezTo>
                    <a:pt x="2930" y="1584"/>
                    <a:pt x="2880" y="1603"/>
                    <a:pt x="2830" y="1622"/>
                  </a:cubicBezTo>
                  <a:cubicBezTo>
                    <a:pt x="2830" y="1614"/>
                    <a:pt x="2830" y="1614"/>
                    <a:pt x="2895" y="1589"/>
                  </a:cubicBezTo>
                  <a:cubicBezTo>
                    <a:pt x="2923" y="1573"/>
                    <a:pt x="2950" y="1560"/>
                    <a:pt x="2981" y="1551"/>
                  </a:cubicBezTo>
                  <a:lnTo>
                    <a:pt x="2981" y="1551"/>
                  </a:lnTo>
                  <a:cubicBezTo>
                    <a:pt x="2981" y="1554"/>
                    <a:pt x="2981" y="1558"/>
                    <a:pt x="2981" y="1561"/>
                  </a:cubicBezTo>
                  <a:lnTo>
                    <a:pt x="2981" y="1561"/>
                  </a:lnTo>
                  <a:cubicBezTo>
                    <a:pt x="2995" y="1555"/>
                    <a:pt x="3010" y="1548"/>
                    <a:pt x="3024" y="1541"/>
                  </a:cubicBezTo>
                  <a:lnTo>
                    <a:pt x="3024" y="1541"/>
                  </a:lnTo>
                  <a:cubicBezTo>
                    <a:pt x="3009" y="1543"/>
                    <a:pt x="2995" y="1547"/>
                    <a:pt x="2981" y="1551"/>
                  </a:cubicBezTo>
                  <a:lnTo>
                    <a:pt x="2981" y="1551"/>
                  </a:lnTo>
                  <a:cubicBezTo>
                    <a:pt x="2982" y="1515"/>
                    <a:pt x="2985" y="1479"/>
                    <a:pt x="2992" y="1443"/>
                  </a:cubicBezTo>
                  <a:cubicBezTo>
                    <a:pt x="3012" y="1335"/>
                    <a:pt x="3057" y="1238"/>
                    <a:pt x="3120" y="1158"/>
                  </a:cubicBezTo>
                  <a:lnTo>
                    <a:pt x="3120" y="1158"/>
                  </a:lnTo>
                  <a:cubicBezTo>
                    <a:pt x="3106" y="1144"/>
                    <a:pt x="3092" y="1136"/>
                    <a:pt x="3078" y="1136"/>
                  </a:cubicBezTo>
                  <a:cubicBezTo>
                    <a:pt x="3064" y="1136"/>
                    <a:pt x="3049" y="1143"/>
                    <a:pt x="3033" y="1160"/>
                  </a:cubicBezTo>
                  <a:cubicBezTo>
                    <a:pt x="3024" y="1152"/>
                    <a:pt x="3024" y="1152"/>
                    <a:pt x="3073" y="1095"/>
                  </a:cubicBezTo>
                  <a:cubicBezTo>
                    <a:pt x="3094" y="1074"/>
                    <a:pt x="3104" y="1062"/>
                    <a:pt x="3102" y="1062"/>
                  </a:cubicBezTo>
                  <a:cubicBezTo>
                    <a:pt x="3099" y="1062"/>
                    <a:pt x="3072" y="1084"/>
                    <a:pt x="3016" y="1135"/>
                  </a:cubicBezTo>
                  <a:cubicBezTo>
                    <a:pt x="2984" y="1159"/>
                    <a:pt x="2954" y="1187"/>
                    <a:pt x="2953" y="1187"/>
                  </a:cubicBezTo>
                  <a:cubicBezTo>
                    <a:pt x="2952" y="1187"/>
                    <a:pt x="2967" y="1172"/>
                    <a:pt x="3008" y="1127"/>
                  </a:cubicBezTo>
                  <a:cubicBezTo>
                    <a:pt x="3057" y="1079"/>
                    <a:pt x="3041" y="1070"/>
                    <a:pt x="3024" y="1046"/>
                  </a:cubicBezTo>
                  <a:cubicBezTo>
                    <a:pt x="3016" y="1038"/>
                    <a:pt x="3006" y="1030"/>
                    <a:pt x="2993" y="1030"/>
                  </a:cubicBezTo>
                  <a:cubicBezTo>
                    <a:pt x="2980" y="1030"/>
                    <a:pt x="2964" y="1038"/>
                    <a:pt x="2943" y="1062"/>
                  </a:cubicBezTo>
                  <a:cubicBezTo>
                    <a:pt x="2915" y="1087"/>
                    <a:pt x="2901" y="1099"/>
                    <a:pt x="2900" y="1099"/>
                  </a:cubicBezTo>
                  <a:cubicBezTo>
                    <a:pt x="2899" y="1099"/>
                    <a:pt x="2911" y="1087"/>
                    <a:pt x="2935" y="1062"/>
                  </a:cubicBezTo>
                  <a:cubicBezTo>
                    <a:pt x="2996" y="990"/>
                    <a:pt x="3019" y="926"/>
                    <a:pt x="2997" y="926"/>
                  </a:cubicBezTo>
                  <a:cubicBezTo>
                    <a:pt x="2986" y="926"/>
                    <a:pt x="2966" y="940"/>
                    <a:pt x="2935" y="973"/>
                  </a:cubicBezTo>
                  <a:cubicBezTo>
                    <a:pt x="2927" y="965"/>
                    <a:pt x="2919" y="957"/>
                    <a:pt x="2960" y="900"/>
                  </a:cubicBezTo>
                  <a:cubicBezTo>
                    <a:pt x="2958" y="900"/>
                    <a:pt x="2956" y="900"/>
                    <a:pt x="2953" y="900"/>
                  </a:cubicBezTo>
                  <a:cubicBezTo>
                    <a:pt x="2945" y="900"/>
                    <a:pt x="2931" y="904"/>
                    <a:pt x="2895" y="941"/>
                  </a:cubicBezTo>
                  <a:cubicBezTo>
                    <a:pt x="2879" y="925"/>
                    <a:pt x="2862" y="916"/>
                    <a:pt x="2846" y="908"/>
                  </a:cubicBezTo>
                  <a:cubicBezTo>
                    <a:pt x="2845" y="908"/>
                    <a:pt x="2843" y="907"/>
                    <a:pt x="2842" y="907"/>
                  </a:cubicBezTo>
                  <a:cubicBezTo>
                    <a:pt x="2824" y="907"/>
                    <a:pt x="2789" y="949"/>
                    <a:pt x="2789" y="949"/>
                  </a:cubicBezTo>
                  <a:lnTo>
                    <a:pt x="2781" y="949"/>
                  </a:lnTo>
                  <a:cubicBezTo>
                    <a:pt x="2814" y="884"/>
                    <a:pt x="2781" y="868"/>
                    <a:pt x="2724" y="843"/>
                  </a:cubicBezTo>
                  <a:cubicBezTo>
                    <a:pt x="2676" y="819"/>
                    <a:pt x="2635" y="811"/>
                    <a:pt x="2643" y="746"/>
                  </a:cubicBezTo>
                  <a:cubicBezTo>
                    <a:pt x="2643" y="746"/>
                    <a:pt x="2643" y="746"/>
                    <a:pt x="2642" y="746"/>
                  </a:cubicBezTo>
                  <a:cubicBezTo>
                    <a:pt x="2640" y="746"/>
                    <a:pt x="2630" y="751"/>
                    <a:pt x="2611" y="803"/>
                  </a:cubicBezTo>
                  <a:cubicBezTo>
                    <a:pt x="2592" y="879"/>
                    <a:pt x="2581" y="910"/>
                    <a:pt x="2577" y="910"/>
                  </a:cubicBezTo>
                  <a:cubicBezTo>
                    <a:pt x="2575" y="910"/>
                    <a:pt x="2575" y="895"/>
                    <a:pt x="2579" y="868"/>
                  </a:cubicBezTo>
                  <a:cubicBezTo>
                    <a:pt x="2587" y="797"/>
                    <a:pt x="2580" y="760"/>
                    <a:pt x="2570" y="760"/>
                  </a:cubicBezTo>
                  <a:cubicBezTo>
                    <a:pt x="2559" y="760"/>
                    <a:pt x="2546" y="793"/>
                    <a:pt x="2538" y="860"/>
                  </a:cubicBezTo>
                  <a:lnTo>
                    <a:pt x="2546" y="787"/>
                  </a:lnTo>
                  <a:cubicBezTo>
                    <a:pt x="2549" y="736"/>
                    <a:pt x="2545" y="714"/>
                    <a:pt x="2538" y="714"/>
                  </a:cubicBezTo>
                  <a:cubicBezTo>
                    <a:pt x="2526" y="714"/>
                    <a:pt x="2507" y="768"/>
                    <a:pt x="2497" y="852"/>
                  </a:cubicBezTo>
                  <a:cubicBezTo>
                    <a:pt x="2497" y="800"/>
                    <a:pt x="2493" y="752"/>
                    <a:pt x="2488" y="752"/>
                  </a:cubicBezTo>
                  <a:cubicBezTo>
                    <a:pt x="2486" y="752"/>
                    <a:pt x="2484" y="760"/>
                    <a:pt x="2481" y="779"/>
                  </a:cubicBezTo>
                  <a:cubicBezTo>
                    <a:pt x="2473" y="779"/>
                    <a:pt x="2473" y="779"/>
                    <a:pt x="2481" y="641"/>
                  </a:cubicBezTo>
                  <a:cubicBezTo>
                    <a:pt x="2481" y="576"/>
                    <a:pt x="2481" y="511"/>
                    <a:pt x="2473" y="511"/>
                  </a:cubicBezTo>
                  <a:cubicBezTo>
                    <a:pt x="2472" y="511"/>
                    <a:pt x="2472" y="510"/>
                    <a:pt x="2471" y="5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2"/>
            <p:cNvSpPr/>
            <p:nvPr/>
          </p:nvSpPr>
          <p:spPr>
            <a:xfrm>
              <a:off x="5297156" y="3858778"/>
              <a:ext cx="91135" cy="83654"/>
            </a:xfrm>
            <a:custGeom>
              <a:avLst/>
              <a:gdLst/>
              <a:ahLst/>
              <a:cxnLst/>
              <a:rect l="l" t="t" r="r" b="b"/>
              <a:pathLst>
                <a:path w="5287" h="4853" extrusionOk="0">
                  <a:moveTo>
                    <a:pt x="2919" y="1"/>
                  </a:moveTo>
                  <a:cubicBezTo>
                    <a:pt x="2895" y="1"/>
                    <a:pt x="2903" y="66"/>
                    <a:pt x="2911" y="139"/>
                  </a:cubicBezTo>
                  <a:lnTo>
                    <a:pt x="2935" y="131"/>
                  </a:lnTo>
                  <a:cubicBezTo>
                    <a:pt x="2943" y="90"/>
                    <a:pt x="2943" y="41"/>
                    <a:pt x="2935" y="1"/>
                  </a:cubicBezTo>
                  <a:close/>
                  <a:moveTo>
                    <a:pt x="3000" y="1014"/>
                  </a:moveTo>
                  <a:lnTo>
                    <a:pt x="3024" y="1087"/>
                  </a:lnTo>
                  <a:cubicBezTo>
                    <a:pt x="3033" y="1152"/>
                    <a:pt x="3016" y="1152"/>
                    <a:pt x="3008" y="1152"/>
                  </a:cubicBezTo>
                  <a:cubicBezTo>
                    <a:pt x="2992" y="1152"/>
                    <a:pt x="2992" y="1152"/>
                    <a:pt x="2984" y="1087"/>
                  </a:cubicBezTo>
                  <a:cubicBezTo>
                    <a:pt x="2984" y="1087"/>
                    <a:pt x="2992" y="1022"/>
                    <a:pt x="3000" y="1014"/>
                  </a:cubicBezTo>
                  <a:close/>
                  <a:moveTo>
                    <a:pt x="2806" y="893"/>
                  </a:moveTo>
                  <a:cubicBezTo>
                    <a:pt x="2814" y="893"/>
                    <a:pt x="2846" y="958"/>
                    <a:pt x="2854" y="1022"/>
                  </a:cubicBezTo>
                  <a:cubicBezTo>
                    <a:pt x="2895" y="1160"/>
                    <a:pt x="2895" y="1160"/>
                    <a:pt x="2870" y="1160"/>
                  </a:cubicBezTo>
                  <a:cubicBezTo>
                    <a:pt x="2869" y="1160"/>
                    <a:pt x="2867" y="1161"/>
                    <a:pt x="2865" y="1161"/>
                  </a:cubicBezTo>
                  <a:cubicBezTo>
                    <a:pt x="2857" y="1161"/>
                    <a:pt x="2845" y="1155"/>
                    <a:pt x="2838" y="1095"/>
                  </a:cubicBezTo>
                  <a:lnTo>
                    <a:pt x="2846" y="1095"/>
                  </a:lnTo>
                  <a:cubicBezTo>
                    <a:pt x="2851" y="1113"/>
                    <a:pt x="2853" y="1121"/>
                    <a:pt x="2854" y="1121"/>
                  </a:cubicBezTo>
                  <a:cubicBezTo>
                    <a:pt x="2857" y="1121"/>
                    <a:pt x="2847" y="1071"/>
                    <a:pt x="2830" y="1031"/>
                  </a:cubicBezTo>
                  <a:lnTo>
                    <a:pt x="2806" y="893"/>
                  </a:lnTo>
                  <a:close/>
                  <a:moveTo>
                    <a:pt x="1919" y="1084"/>
                  </a:moveTo>
                  <a:cubicBezTo>
                    <a:pt x="1909" y="1084"/>
                    <a:pt x="1901" y="1092"/>
                    <a:pt x="1889" y="1104"/>
                  </a:cubicBezTo>
                  <a:cubicBezTo>
                    <a:pt x="1881" y="1112"/>
                    <a:pt x="1914" y="1168"/>
                    <a:pt x="1914" y="1168"/>
                  </a:cubicBezTo>
                  <a:cubicBezTo>
                    <a:pt x="1941" y="1201"/>
                    <a:pt x="1956" y="1209"/>
                    <a:pt x="1965" y="1209"/>
                  </a:cubicBezTo>
                  <a:cubicBezTo>
                    <a:pt x="1972" y="1209"/>
                    <a:pt x="1975" y="1204"/>
                    <a:pt x="1979" y="1201"/>
                  </a:cubicBezTo>
                  <a:cubicBezTo>
                    <a:pt x="1992" y="1207"/>
                    <a:pt x="2001" y="1210"/>
                    <a:pt x="2007" y="1210"/>
                  </a:cubicBezTo>
                  <a:cubicBezTo>
                    <a:pt x="2030" y="1210"/>
                    <a:pt x="2003" y="1165"/>
                    <a:pt x="1970" y="1120"/>
                  </a:cubicBezTo>
                  <a:cubicBezTo>
                    <a:pt x="1945" y="1094"/>
                    <a:pt x="1930" y="1084"/>
                    <a:pt x="1919" y="1084"/>
                  </a:cubicBezTo>
                  <a:close/>
                  <a:moveTo>
                    <a:pt x="2076" y="1120"/>
                  </a:moveTo>
                  <a:cubicBezTo>
                    <a:pt x="2116" y="1168"/>
                    <a:pt x="2141" y="1241"/>
                    <a:pt x="2133" y="1249"/>
                  </a:cubicBezTo>
                  <a:cubicBezTo>
                    <a:pt x="2131" y="1250"/>
                    <a:pt x="2130" y="1250"/>
                    <a:pt x="2129" y="1250"/>
                  </a:cubicBezTo>
                  <a:cubicBezTo>
                    <a:pt x="2111" y="1250"/>
                    <a:pt x="2075" y="1204"/>
                    <a:pt x="2060" y="1136"/>
                  </a:cubicBezTo>
                  <a:lnTo>
                    <a:pt x="2076" y="1120"/>
                  </a:lnTo>
                  <a:close/>
                  <a:moveTo>
                    <a:pt x="3338" y="1096"/>
                  </a:moveTo>
                  <a:cubicBezTo>
                    <a:pt x="3339" y="1096"/>
                    <a:pt x="3337" y="1131"/>
                    <a:pt x="3333" y="1201"/>
                  </a:cubicBezTo>
                  <a:cubicBezTo>
                    <a:pt x="3333" y="1266"/>
                    <a:pt x="3333" y="1331"/>
                    <a:pt x="3316" y="1331"/>
                  </a:cubicBezTo>
                  <a:cubicBezTo>
                    <a:pt x="3309" y="1371"/>
                    <a:pt x="3304" y="1388"/>
                    <a:pt x="3301" y="1388"/>
                  </a:cubicBezTo>
                  <a:cubicBezTo>
                    <a:pt x="3295" y="1388"/>
                    <a:pt x="3302" y="1290"/>
                    <a:pt x="3324" y="1193"/>
                  </a:cubicBezTo>
                  <a:cubicBezTo>
                    <a:pt x="3332" y="1129"/>
                    <a:pt x="3337" y="1096"/>
                    <a:pt x="3338" y="1096"/>
                  </a:cubicBezTo>
                  <a:close/>
                  <a:moveTo>
                    <a:pt x="2887" y="1436"/>
                  </a:moveTo>
                  <a:cubicBezTo>
                    <a:pt x="2903" y="1501"/>
                    <a:pt x="2903" y="1501"/>
                    <a:pt x="2911" y="1501"/>
                  </a:cubicBezTo>
                  <a:lnTo>
                    <a:pt x="2919" y="1501"/>
                  </a:lnTo>
                  <a:lnTo>
                    <a:pt x="2895" y="1436"/>
                  </a:lnTo>
                  <a:close/>
                  <a:moveTo>
                    <a:pt x="1881" y="1817"/>
                  </a:moveTo>
                  <a:lnTo>
                    <a:pt x="1946" y="1841"/>
                  </a:lnTo>
                  <a:cubicBezTo>
                    <a:pt x="2003" y="1874"/>
                    <a:pt x="1995" y="1882"/>
                    <a:pt x="1995" y="1890"/>
                  </a:cubicBezTo>
                  <a:lnTo>
                    <a:pt x="1930" y="1858"/>
                  </a:lnTo>
                  <a:lnTo>
                    <a:pt x="1881" y="1817"/>
                  </a:lnTo>
                  <a:close/>
                  <a:moveTo>
                    <a:pt x="1630" y="1703"/>
                  </a:moveTo>
                  <a:lnTo>
                    <a:pt x="1735" y="1793"/>
                  </a:lnTo>
                  <a:cubicBezTo>
                    <a:pt x="1834" y="1863"/>
                    <a:pt x="1875" y="1893"/>
                    <a:pt x="1869" y="1893"/>
                  </a:cubicBezTo>
                  <a:cubicBezTo>
                    <a:pt x="1865" y="1893"/>
                    <a:pt x="1835" y="1877"/>
                    <a:pt x="1784" y="1849"/>
                  </a:cubicBezTo>
                  <a:cubicBezTo>
                    <a:pt x="1719" y="1825"/>
                    <a:pt x="1662" y="1785"/>
                    <a:pt x="1614" y="1728"/>
                  </a:cubicBezTo>
                  <a:cubicBezTo>
                    <a:pt x="1622" y="1720"/>
                    <a:pt x="1630" y="1703"/>
                    <a:pt x="1630" y="1703"/>
                  </a:cubicBezTo>
                  <a:close/>
                  <a:moveTo>
                    <a:pt x="4608" y="1974"/>
                  </a:moveTo>
                  <a:cubicBezTo>
                    <a:pt x="4615" y="1974"/>
                    <a:pt x="4620" y="1975"/>
                    <a:pt x="4622" y="1979"/>
                  </a:cubicBezTo>
                  <a:cubicBezTo>
                    <a:pt x="4565" y="2020"/>
                    <a:pt x="4500" y="2044"/>
                    <a:pt x="4427" y="2052"/>
                  </a:cubicBezTo>
                  <a:cubicBezTo>
                    <a:pt x="4427" y="2044"/>
                    <a:pt x="4427" y="2044"/>
                    <a:pt x="4484" y="2012"/>
                  </a:cubicBezTo>
                  <a:cubicBezTo>
                    <a:pt x="4534" y="1993"/>
                    <a:pt x="4584" y="1974"/>
                    <a:pt x="4608" y="1974"/>
                  </a:cubicBezTo>
                  <a:close/>
                  <a:moveTo>
                    <a:pt x="1516" y="2149"/>
                  </a:moveTo>
                  <a:cubicBezTo>
                    <a:pt x="1557" y="2158"/>
                    <a:pt x="1598" y="2174"/>
                    <a:pt x="1638" y="2198"/>
                  </a:cubicBezTo>
                  <a:lnTo>
                    <a:pt x="1638" y="2206"/>
                  </a:lnTo>
                  <a:cubicBezTo>
                    <a:pt x="1573" y="2190"/>
                    <a:pt x="1508" y="2174"/>
                    <a:pt x="1508" y="2158"/>
                  </a:cubicBezTo>
                  <a:lnTo>
                    <a:pt x="1516" y="2149"/>
                  </a:lnTo>
                  <a:close/>
                  <a:moveTo>
                    <a:pt x="1744" y="2105"/>
                  </a:moveTo>
                  <a:cubicBezTo>
                    <a:pt x="1765" y="2105"/>
                    <a:pt x="1823" y="2135"/>
                    <a:pt x="1930" y="2182"/>
                  </a:cubicBezTo>
                  <a:cubicBezTo>
                    <a:pt x="1957" y="2201"/>
                    <a:pt x="1971" y="2211"/>
                    <a:pt x="1964" y="2211"/>
                  </a:cubicBezTo>
                  <a:cubicBezTo>
                    <a:pt x="1957" y="2211"/>
                    <a:pt x="1925" y="2199"/>
                    <a:pt x="1857" y="2174"/>
                  </a:cubicBezTo>
                  <a:lnTo>
                    <a:pt x="1735" y="2109"/>
                  </a:lnTo>
                  <a:cubicBezTo>
                    <a:pt x="1737" y="2106"/>
                    <a:pt x="1740" y="2105"/>
                    <a:pt x="1744" y="2105"/>
                  </a:cubicBezTo>
                  <a:close/>
                  <a:moveTo>
                    <a:pt x="4930" y="2320"/>
                  </a:moveTo>
                  <a:cubicBezTo>
                    <a:pt x="4930" y="2320"/>
                    <a:pt x="4995" y="2320"/>
                    <a:pt x="4930" y="2328"/>
                  </a:cubicBezTo>
                  <a:lnTo>
                    <a:pt x="4865" y="2344"/>
                  </a:lnTo>
                  <a:cubicBezTo>
                    <a:pt x="4792" y="2344"/>
                    <a:pt x="4727" y="2344"/>
                    <a:pt x="4792" y="2336"/>
                  </a:cubicBezTo>
                  <a:cubicBezTo>
                    <a:pt x="4833" y="2320"/>
                    <a:pt x="4881" y="2320"/>
                    <a:pt x="4930" y="2320"/>
                  </a:cubicBezTo>
                  <a:close/>
                  <a:moveTo>
                    <a:pt x="1286" y="2391"/>
                  </a:moveTo>
                  <a:cubicBezTo>
                    <a:pt x="1290" y="2391"/>
                    <a:pt x="1297" y="2392"/>
                    <a:pt x="1306" y="2393"/>
                  </a:cubicBezTo>
                  <a:lnTo>
                    <a:pt x="1306" y="2401"/>
                  </a:lnTo>
                  <a:cubicBezTo>
                    <a:pt x="1306" y="2398"/>
                    <a:pt x="1307" y="2397"/>
                    <a:pt x="1310" y="2397"/>
                  </a:cubicBezTo>
                  <a:cubicBezTo>
                    <a:pt x="1325" y="2397"/>
                    <a:pt x="1371" y="2426"/>
                    <a:pt x="1371" y="2433"/>
                  </a:cubicBezTo>
                  <a:lnTo>
                    <a:pt x="1298" y="2425"/>
                  </a:lnTo>
                  <a:cubicBezTo>
                    <a:pt x="1305" y="2411"/>
                    <a:pt x="1257" y="2391"/>
                    <a:pt x="1286" y="2391"/>
                  </a:cubicBezTo>
                  <a:close/>
                  <a:moveTo>
                    <a:pt x="1995" y="2433"/>
                  </a:moveTo>
                  <a:lnTo>
                    <a:pt x="2060" y="2449"/>
                  </a:lnTo>
                  <a:lnTo>
                    <a:pt x="2125" y="2457"/>
                  </a:lnTo>
                  <a:lnTo>
                    <a:pt x="2125" y="2457"/>
                  </a:lnTo>
                  <a:lnTo>
                    <a:pt x="1995" y="2433"/>
                  </a:lnTo>
                  <a:close/>
                  <a:moveTo>
                    <a:pt x="1630" y="2547"/>
                  </a:moveTo>
                  <a:cubicBezTo>
                    <a:pt x="1695" y="2555"/>
                    <a:pt x="1768" y="2563"/>
                    <a:pt x="1768" y="2571"/>
                  </a:cubicBezTo>
                  <a:cubicBezTo>
                    <a:pt x="1800" y="2583"/>
                    <a:pt x="1798" y="2589"/>
                    <a:pt x="1772" y="2589"/>
                  </a:cubicBezTo>
                  <a:cubicBezTo>
                    <a:pt x="1745" y="2589"/>
                    <a:pt x="1695" y="2583"/>
                    <a:pt x="1630" y="2571"/>
                  </a:cubicBezTo>
                  <a:lnTo>
                    <a:pt x="1630" y="2547"/>
                  </a:lnTo>
                  <a:close/>
                  <a:moveTo>
                    <a:pt x="1752" y="2668"/>
                  </a:moveTo>
                  <a:lnTo>
                    <a:pt x="1752" y="2685"/>
                  </a:lnTo>
                  <a:cubicBezTo>
                    <a:pt x="1752" y="2693"/>
                    <a:pt x="1752" y="2693"/>
                    <a:pt x="1679" y="2693"/>
                  </a:cubicBezTo>
                  <a:lnTo>
                    <a:pt x="1679" y="2676"/>
                  </a:lnTo>
                  <a:lnTo>
                    <a:pt x="1752" y="2668"/>
                  </a:lnTo>
                  <a:close/>
                  <a:moveTo>
                    <a:pt x="1954" y="2798"/>
                  </a:moveTo>
                  <a:cubicBezTo>
                    <a:pt x="1906" y="2798"/>
                    <a:pt x="1857" y="2798"/>
                    <a:pt x="1816" y="2814"/>
                  </a:cubicBezTo>
                  <a:cubicBezTo>
                    <a:pt x="1816" y="2822"/>
                    <a:pt x="1881" y="2822"/>
                    <a:pt x="1881" y="2822"/>
                  </a:cubicBezTo>
                  <a:cubicBezTo>
                    <a:pt x="1881" y="2822"/>
                    <a:pt x="1954" y="2814"/>
                    <a:pt x="1954" y="2806"/>
                  </a:cubicBezTo>
                  <a:lnTo>
                    <a:pt x="1954" y="2798"/>
                  </a:lnTo>
                  <a:close/>
                  <a:moveTo>
                    <a:pt x="4845" y="2837"/>
                  </a:moveTo>
                  <a:cubicBezTo>
                    <a:pt x="4863" y="2837"/>
                    <a:pt x="4881" y="2839"/>
                    <a:pt x="4881" y="2839"/>
                  </a:cubicBezTo>
                  <a:cubicBezTo>
                    <a:pt x="4881" y="2839"/>
                    <a:pt x="4946" y="2839"/>
                    <a:pt x="4946" y="2855"/>
                  </a:cubicBezTo>
                  <a:cubicBezTo>
                    <a:pt x="4914" y="2855"/>
                    <a:pt x="4881" y="2858"/>
                    <a:pt x="4851" y="2858"/>
                  </a:cubicBezTo>
                  <a:cubicBezTo>
                    <a:pt x="4836" y="2858"/>
                    <a:pt x="4822" y="2857"/>
                    <a:pt x="4808" y="2855"/>
                  </a:cubicBezTo>
                  <a:lnTo>
                    <a:pt x="4808" y="2847"/>
                  </a:lnTo>
                  <a:cubicBezTo>
                    <a:pt x="4808" y="2839"/>
                    <a:pt x="4826" y="2837"/>
                    <a:pt x="4845" y="2837"/>
                  </a:cubicBezTo>
                  <a:close/>
                  <a:moveTo>
                    <a:pt x="1512" y="2893"/>
                  </a:moveTo>
                  <a:cubicBezTo>
                    <a:pt x="1549" y="2893"/>
                    <a:pt x="1549" y="2903"/>
                    <a:pt x="1549" y="2903"/>
                  </a:cubicBezTo>
                  <a:cubicBezTo>
                    <a:pt x="1549" y="2912"/>
                    <a:pt x="1549" y="2928"/>
                    <a:pt x="1476" y="2936"/>
                  </a:cubicBezTo>
                  <a:cubicBezTo>
                    <a:pt x="1476" y="2936"/>
                    <a:pt x="1411" y="2936"/>
                    <a:pt x="1411" y="2928"/>
                  </a:cubicBezTo>
                  <a:cubicBezTo>
                    <a:pt x="1411" y="2912"/>
                    <a:pt x="1476" y="2895"/>
                    <a:pt x="1476" y="2895"/>
                  </a:cubicBezTo>
                  <a:cubicBezTo>
                    <a:pt x="1491" y="2894"/>
                    <a:pt x="1502" y="2893"/>
                    <a:pt x="1512" y="2893"/>
                  </a:cubicBezTo>
                  <a:close/>
                  <a:moveTo>
                    <a:pt x="2422" y="2916"/>
                  </a:moveTo>
                  <a:cubicBezTo>
                    <a:pt x="2414" y="2916"/>
                    <a:pt x="2396" y="2920"/>
                    <a:pt x="2360" y="2928"/>
                  </a:cubicBezTo>
                  <a:lnTo>
                    <a:pt x="2360" y="2944"/>
                  </a:lnTo>
                  <a:cubicBezTo>
                    <a:pt x="2425" y="2936"/>
                    <a:pt x="2425" y="2936"/>
                    <a:pt x="2425" y="2928"/>
                  </a:cubicBezTo>
                  <a:cubicBezTo>
                    <a:pt x="2429" y="2920"/>
                    <a:pt x="2431" y="2916"/>
                    <a:pt x="2422" y="2916"/>
                  </a:cubicBezTo>
                  <a:close/>
                  <a:moveTo>
                    <a:pt x="4938" y="2978"/>
                  </a:moveTo>
                  <a:cubicBezTo>
                    <a:pt x="4946" y="2978"/>
                    <a:pt x="4962" y="2980"/>
                    <a:pt x="4995" y="2984"/>
                  </a:cubicBezTo>
                  <a:lnTo>
                    <a:pt x="4995" y="2993"/>
                  </a:lnTo>
                  <a:lnTo>
                    <a:pt x="4930" y="3001"/>
                  </a:lnTo>
                  <a:lnTo>
                    <a:pt x="4930" y="2984"/>
                  </a:lnTo>
                  <a:cubicBezTo>
                    <a:pt x="4930" y="2980"/>
                    <a:pt x="4930" y="2978"/>
                    <a:pt x="4938" y="2978"/>
                  </a:cubicBezTo>
                  <a:close/>
                  <a:moveTo>
                    <a:pt x="5032" y="3032"/>
                  </a:moveTo>
                  <a:cubicBezTo>
                    <a:pt x="5028" y="3032"/>
                    <a:pt x="5032" y="3034"/>
                    <a:pt x="5060" y="3041"/>
                  </a:cubicBezTo>
                  <a:cubicBezTo>
                    <a:pt x="5060" y="3037"/>
                    <a:pt x="5038" y="3032"/>
                    <a:pt x="5032" y="3032"/>
                  </a:cubicBezTo>
                  <a:close/>
                  <a:moveTo>
                    <a:pt x="4921" y="3108"/>
                  </a:moveTo>
                  <a:cubicBezTo>
                    <a:pt x="4930" y="3108"/>
                    <a:pt x="4946" y="3110"/>
                    <a:pt x="4978" y="3114"/>
                  </a:cubicBezTo>
                  <a:lnTo>
                    <a:pt x="4970" y="3130"/>
                  </a:lnTo>
                  <a:lnTo>
                    <a:pt x="4905" y="3130"/>
                  </a:lnTo>
                  <a:lnTo>
                    <a:pt x="4905" y="3114"/>
                  </a:lnTo>
                  <a:cubicBezTo>
                    <a:pt x="4910" y="3110"/>
                    <a:pt x="4912" y="3108"/>
                    <a:pt x="4921" y="3108"/>
                  </a:cubicBezTo>
                  <a:close/>
                  <a:moveTo>
                    <a:pt x="1557" y="3137"/>
                  </a:moveTo>
                  <a:cubicBezTo>
                    <a:pt x="1565" y="3137"/>
                    <a:pt x="1565" y="3143"/>
                    <a:pt x="1565" y="3155"/>
                  </a:cubicBezTo>
                  <a:cubicBezTo>
                    <a:pt x="1573" y="3171"/>
                    <a:pt x="1508" y="3179"/>
                    <a:pt x="1508" y="3179"/>
                  </a:cubicBezTo>
                  <a:cubicBezTo>
                    <a:pt x="1494" y="3182"/>
                    <a:pt x="1485" y="3184"/>
                    <a:pt x="1480" y="3184"/>
                  </a:cubicBezTo>
                  <a:cubicBezTo>
                    <a:pt x="1458" y="3184"/>
                    <a:pt x="1500" y="3161"/>
                    <a:pt x="1500" y="3155"/>
                  </a:cubicBezTo>
                  <a:cubicBezTo>
                    <a:pt x="1533" y="3143"/>
                    <a:pt x="1549" y="3137"/>
                    <a:pt x="1557" y="3137"/>
                  </a:cubicBezTo>
                  <a:close/>
                  <a:moveTo>
                    <a:pt x="4395" y="3163"/>
                  </a:moveTo>
                  <a:cubicBezTo>
                    <a:pt x="4460" y="3179"/>
                    <a:pt x="4524" y="3203"/>
                    <a:pt x="4524" y="3212"/>
                  </a:cubicBezTo>
                  <a:lnTo>
                    <a:pt x="4451" y="3203"/>
                  </a:lnTo>
                  <a:lnTo>
                    <a:pt x="4395" y="3171"/>
                  </a:lnTo>
                  <a:lnTo>
                    <a:pt x="4395" y="3163"/>
                  </a:lnTo>
                  <a:close/>
                  <a:moveTo>
                    <a:pt x="5269" y="3225"/>
                  </a:moveTo>
                  <a:cubicBezTo>
                    <a:pt x="5267" y="3225"/>
                    <a:pt x="5265" y="3225"/>
                    <a:pt x="5263" y="3225"/>
                  </a:cubicBezTo>
                  <a:lnTo>
                    <a:pt x="5263" y="3225"/>
                  </a:lnTo>
                  <a:cubicBezTo>
                    <a:pt x="5268" y="3226"/>
                    <a:pt x="5271" y="3226"/>
                    <a:pt x="5273" y="3226"/>
                  </a:cubicBezTo>
                  <a:cubicBezTo>
                    <a:pt x="5278" y="3226"/>
                    <a:pt x="5276" y="3225"/>
                    <a:pt x="5269" y="3225"/>
                  </a:cubicBezTo>
                  <a:close/>
                  <a:moveTo>
                    <a:pt x="5174" y="3213"/>
                  </a:moveTo>
                  <a:cubicBezTo>
                    <a:pt x="5189" y="3218"/>
                    <a:pt x="5208" y="3223"/>
                    <a:pt x="5230" y="3228"/>
                  </a:cubicBezTo>
                  <a:cubicBezTo>
                    <a:pt x="5244" y="3226"/>
                    <a:pt x="5255" y="3225"/>
                    <a:pt x="5263" y="3225"/>
                  </a:cubicBezTo>
                  <a:lnTo>
                    <a:pt x="5263" y="3225"/>
                  </a:lnTo>
                  <a:cubicBezTo>
                    <a:pt x="5248" y="3224"/>
                    <a:pt x="5219" y="3221"/>
                    <a:pt x="5174" y="3213"/>
                  </a:cubicBezTo>
                  <a:close/>
                  <a:moveTo>
                    <a:pt x="4838" y="3187"/>
                  </a:moveTo>
                  <a:cubicBezTo>
                    <a:pt x="4845" y="3187"/>
                    <a:pt x="4860" y="3190"/>
                    <a:pt x="4881" y="3195"/>
                  </a:cubicBezTo>
                  <a:cubicBezTo>
                    <a:pt x="4946" y="3212"/>
                    <a:pt x="4954" y="3212"/>
                    <a:pt x="4946" y="3220"/>
                  </a:cubicBezTo>
                  <a:cubicBezTo>
                    <a:pt x="4942" y="3235"/>
                    <a:pt x="4940" y="3241"/>
                    <a:pt x="4933" y="3241"/>
                  </a:cubicBezTo>
                  <a:cubicBezTo>
                    <a:pt x="4924" y="3241"/>
                    <a:pt x="4908" y="3233"/>
                    <a:pt x="4873" y="3220"/>
                  </a:cubicBezTo>
                  <a:cubicBezTo>
                    <a:pt x="4835" y="3198"/>
                    <a:pt x="4823" y="3187"/>
                    <a:pt x="4838" y="3187"/>
                  </a:cubicBezTo>
                  <a:close/>
                  <a:moveTo>
                    <a:pt x="65" y="3284"/>
                  </a:moveTo>
                  <a:cubicBezTo>
                    <a:pt x="0" y="3293"/>
                    <a:pt x="0" y="3317"/>
                    <a:pt x="138" y="3325"/>
                  </a:cubicBezTo>
                  <a:cubicBezTo>
                    <a:pt x="211" y="3309"/>
                    <a:pt x="203" y="3309"/>
                    <a:pt x="203" y="3284"/>
                  </a:cubicBezTo>
                  <a:close/>
                  <a:moveTo>
                    <a:pt x="4420" y="3304"/>
                  </a:moveTo>
                  <a:cubicBezTo>
                    <a:pt x="4428" y="3304"/>
                    <a:pt x="4443" y="3310"/>
                    <a:pt x="4484" y="3325"/>
                  </a:cubicBezTo>
                  <a:cubicBezTo>
                    <a:pt x="4484" y="3325"/>
                    <a:pt x="4549" y="3349"/>
                    <a:pt x="4541" y="3357"/>
                  </a:cubicBezTo>
                  <a:lnTo>
                    <a:pt x="4476" y="3341"/>
                  </a:lnTo>
                  <a:cubicBezTo>
                    <a:pt x="4411" y="3317"/>
                    <a:pt x="4411" y="3309"/>
                    <a:pt x="4411" y="3309"/>
                  </a:cubicBezTo>
                  <a:cubicBezTo>
                    <a:pt x="4414" y="3306"/>
                    <a:pt x="4416" y="3304"/>
                    <a:pt x="4420" y="3304"/>
                  </a:cubicBezTo>
                  <a:close/>
                  <a:moveTo>
                    <a:pt x="1783" y="3314"/>
                  </a:moveTo>
                  <a:cubicBezTo>
                    <a:pt x="1796" y="3314"/>
                    <a:pt x="1768" y="3332"/>
                    <a:pt x="1679" y="3366"/>
                  </a:cubicBezTo>
                  <a:cubicBezTo>
                    <a:pt x="1643" y="3379"/>
                    <a:pt x="1627" y="3385"/>
                    <a:pt x="1620" y="3385"/>
                  </a:cubicBezTo>
                  <a:cubicBezTo>
                    <a:pt x="1614" y="3385"/>
                    <a:pt x="1614" y="3381"/>
                    <a:pt x="1614" y="3374"/>
                  </a:cubicBezTo>
                  <a:cubicBezTo>
                    <a:pt x="1654" y="3357"/>
                    <a:pt x="1695" y="3333"/>
                    <a:pt x="1743" y="3325"/>
                  </a:cubicBezTo>
                  <a:cubicBezTo>
                    <a:pt x="1764" y="3317"/>
                    <a:pt x="1777" y="3314"/>
                    <a:pt x="1783" y="3314"/>
                  </a:cubicBezTo>
                  <a:close/>
                  <a:moveTo>
                    <a:pt x="1768" y="3414"/>
                  </a:moveTo>
                  <a:lnTo>
                    <a:pt x="1776" y="3430"/>
                  </a:lnTo>
                  <a:cubicBezTo>
                    <a:pt x="1726" y="3449"/>
                    <a:pt x="1675" y="3468"/>
                    <a:pt x="1655" y="3468"/>
                  </a:cubicBezTo>
                  <a:cubicBezTo>
                    <a:pt x="1649" y="3468"/>
                    <a:pt x="1646" y="3467"/>
                    <a:pt x="1646" y="3463"/>
                  </a:cubicBezTo>
                  <a:lnTo>
                    <a:pt x="1703" y="3430"/>
                  </a:lnTo>
                  <a:lnTo>
                    <a:pt x="1768" y="3414"/>
                  </a:lnTo>
                  <a:close/>
                  <a:moveTo>
                    <a:pt x="2749" y="3957"/>
                  </a:moveTo>
                  <a:lnTo>
                    <a:pt x="2757" y="3966"/>
                  </a:lnTo>
                  <a:cubicBezTo>
                    <a:pt x="2734" y="4027"/>
                    <a:pt x="2711" y="4088"/>
                    <a:pt x="2702" y="4088"/>
                  </a:cubicBezTo>
                  <a:cubicBezTo>
                    <a:pt x="2701" y="4088"/>
                    <a:pt x="2701" y="4088"/>
                    <a:pt x="2700" y="4087"/>
                  </a:cubicBezTo>
                  <a:lnTo>
                    <a:pt x="2692" y="4087"/>
                  </a:lnTo>
                  <a:cubicBezTo>
                    <a:pt x="2708" y="4039"/>
                    <a:pt x="2733" y="3998"/>
                    <a:pt x="2749" y="3957"/>
                  </a:cubicBezTo>
                  <a:close/>
                  <a:moveTo>
                    <a:pt x="2100" y="4184"/>
                  </a:moveTo>
                  <a:lnTo>
                    <a:pt x="2108" y="4193"/>
                  </a:lnTo>
                  <a:cubicBezTo>
                    <a:pt x="2073" y="4235"/>
                    <a:pt x="2031" y="4285"/>
                    <a:pt x="2016" y="4285"/>
                  </a:cubicBezTo>
                  <a:cubicBezTo>
                    <a:pt x="2014" y="4285"/>
                    <a:pt x="2012" y="4284"/>
                    <a:pt x="2011" y="4282"/>
                  </a:cubicBezTo>
                  <a:lnTo>
                    <a:pt x="2043" y="4225"/>
                  </a:lnTo>
                  <a:lnTo>
                    <a:pt x="2100" y="4184"/>
                  </a:lnTo>
                  <a:close/>
                  <a:moveTo>
                    <a:pt x="4127" y="4217"/>
                  </a:moveTo>
                  <a:cubicBezTo>
                    <a:pt x="4160" y="4274"/>
                    <a:pt x="4192" y="4330"/>
                    <a:pt x="4184" y="4338"/>
                  </a:cubicBezTo>
                  <a:lnTo>
                    <a:pt x="4168" y="4347"/>
                  </a:lnTo>
                  <a:cubicBezTo>
                    <a:pt x="4151" y="4306"/>
                    <a:pt x="4127" y="4266"/>
                    <a:pt x="4111" y="4225"/>
                  </a:cubicBezTo>
                  <a:lnTo>
                    <a:pt x="4127" y="4217"/>
                  </a:lnTo>
                  <a:close/>
                  <a:moveTo>
                    <a:pt x="2392" y="4306"/>
                  </a:moveTo>
                  <a:lnTo>
                    <a:pt x="2392" y="4306"/>
                  </a:lnTo>
                  <a:cubicBezTo>
                    <a:pt x="2400" y="4314"/>
                    <a:pt x="2400" y="4314"/>
                    <a:pt x="2368" y="4379"/>
                  </a:cubicBezTo>
                  <a:cubicBezTo>
                    <a:pt x="2343" y="4411"/>
                    <a:pt x="2319" y="4452"/>
                    <a:pt x="2287" y="4484"/>
                  </a:cubicBezTo>
                  <a:cubicBezTo>
                    <a:pt x="2279" y="4476"/>
                    <a:pt x="2352" y="4371"/>
                    <a:pt x="2392" y="4306"/>
                  </a:cubicBezTo>
                  <a:close/>
                  <a:moveTo>
                    <a:pt x="2757" y="4395"/>
                  </a:moveTo>
                  <a:lnTo>
                    <a:pt x="2765" y="4403"/>
                  </a:lnTo>
                  <a:cubicBezTo>
                    <a:pt x="2749" y="4468"/>
                    <a:pt x="2733" y="4533"/>
                    <a:pt x="2725" y="4533"/>
                  </a:cubicBezTo>
                  <a:lnTo>
                    <a:pt x="2725" y="4460"/>
                  </a:lnTo>
                  <a:lnTo>
                    <a:pt x="2757" y="4395"/>
                  </a:lnTo>
                  <a:close/>
                  <a:moveTo>
                    <a:pt x="3672" y="4456"/>
                  </a:moveTo>
                  <a:cubicBezTo>
                    <a:pt x="3682" y="4456"/>
                    <a:pt x="3685" y="4469"/>
                    <a:pt x="3697" y="4517"/>
                  </a:cubicBezTo>
                  <a:cubicBezTo>
                    <a:pt x="3714" y="4590"/>
                    <a:pt x="3689" y="4598"/>
                    <a:pt x="3673" y="4598"/>
                  </a:cubicBezTo>
                  <a:cubicBezTo>
                    <a:pt x="3649" y="4533"/>
                    <a:pt x="3649" y="4468"/>
                    <a:pt x="3657" y="4460"/>
                  </a:cubicBezTo>
                  <a:cubicBezTo>
                    <a:pt x="3663" y="4458"/>
                    <a:pt x="3668" y="4456"/>
                    <a:pt x="3672" y="4456"/>
                  </a:cubicBezTo>
                  <a:close/>
                  <a:moveTo>
                    <a:pt x="3357" y="512"/>
                  </a:moveTo>
                  <a:cubicBezTo>
                    <a:pt x="3341" y="512"/>
                    <a:pt x="3341" y="585"/>
                    <a:pt x="3333" y="649"/>
                  </a:cubicBezTo>
                  <a:lnTo>
                    <a:pt x="3308" y="641"/>
                  </a:lnTo>
                  <a:cubicBezTo>
                    <a:pt x="3308" y="641"/>
                    <a:pt x="3292" y="641"/>
                    <a:pt x="3284" y="714"/>
                  </a:cubicBezTo>
                  <a:cubicBezTo>
                    <a:pt x="3284" y="779"/>
                    <a:pt x="3268" y="779"/>
                    <a:pt x="3260" y="779"/>
                  </a:cubicBezTo>
                  <a:cubicBezTo>
                    <a:pt x="3260" y="757"/>
                    <a:pt x="3258" y="747"/>
                    <a:pt x="3256" y="747"/>
                  </a:cubicBezTo>
                  <a:cubicBezTo>
                    <a:pt x="3253" y="747"/>
                    <a:pt x="3248" y="794"/>
                    <a:pt x="3260" y="844"/>
                  </a:cubicBezTo>
                  <a:cubicBezTo>
                    <a:pt x="3260" y="906"/>
                    <a:pt x="3252" y="974"/>
                    <a:pt x="3245" y="974"/>
                  </a:cubicBezTo>
                  <a:cubicBezTo>
                    <a:pt x="3244" y="974"/>
                    <a:pt x="3244" y="974"/>
                    <a:pt x="3243" y="974"/>
                  </a:cubicBezTo>
                  <a:lnTo>
                    <a:pt x="3243" y="1112"/>
                  </a:lnTo>
                  <a:cubicBezTo>
                    <a:pt x="3235" y="1209"/>
                    <a:pt x="3243" y="1298"/>
                    <a:pt x="3260" y="1387"/>
                  </a:cubicBezTo>
                  <a:cubicBezTo>
                    <a:pt x="3284" y="1435"/>
                    <a:pt x="3302" y="1481"/>
                    <a:pt x="3315" y="1481"/>
                  </a:cubicBezTo>
                  <a:cubicBezTo>
                    <a:pt x="3323" y="1481"/>
                    <a:pt x="3329" y="1459"/>
                    <a:pt x="3333" y="1403"/>
                  </a:cubicBezTo>
                  <a:cubicBezTo>
                    <a:pt x="3333" y="1403"/>
                    <a:pt x="3349" y="1339"/>
                    <a:pt x="3357" y="1339"/>
                  </a:cubicBezTo>
                  <a:cubicBezTo>
                    <a:pt x="3373" y="1339"/>
                    <a:pt x="3373" y="1412"/>
                    <a:pt x="3373" y="1412"/>
                  </a:cubicBezTo>
                  <a:cubicBezTo>
                    <a:pt x="3373" y="1476"/>
                    <a:pt x="3414" y="1485"/>
                    <a:pt x="3462" y="1493"/>
                  </a:cubicBezTo>
                  <a:cubicBezTo>
                    <a:pt x="3519" y="1501"/>
                    <a:pt x="3551" y="1501"/>
                    <a:pt x="3543" y="1574"/>
                  </a:cubicBezTo>
                  <a:cubicBezTo>
                    <a:pt x="3535" y="1639"/>
                    <a:pt x="3543" y="1647"/>
                    <a:pt x="3543" y="1647"/>
                  </a:cubicBezTo>
                  <a:cubicBezTo>
                    <a:pt x="3552" y="1613"/>
                    <a:pt x="3567" y="1601"/>
                    <a:pt x="3588" y="1601"/>
                  </a:cubicBezTo>
                  <a:cubicBezTo>
                    <a:pt x="3606" y="1601"/>
                    <a:pt x="3630" y="1611"/>
                    <a:pt x="3657" y="1622"/>
                  </a:cubicBezTo>
                  <a:cubicBezTo>
                    <a:pt x="3684" y="1630"/>
                    <a:pt x="3710" y="1638"/>
                    <a:pt x="3734" y="1638"/>
                  </a:cubicBezTo>
                  <a:cubicBezTo>
                    <a:pt x="3760" y="1638"/>
                    <a:pt x="3782" y="1628"/>
                    <a:pt x="3795" y="1598"/>
                  </a:cubicBezTo>
                  <a:lnTo>
                    <a:pt x="3803" y="1606"/>
                  </a:lnTo>
                  <a:cubicBezTo>
                    <a:pt x="3779" y="1671"/>
                    <a:pt x="3787" y="1679"/>
                    <a:pt x="3803" y="1687"/>
                  </a:cubicBezTo>
                  <a:cubicBezTo>
                    <a:pt x="3833" y="1651"/>
                    <a:pt x="3850" y="1646"/>
                    <a:pt x="3856" y="1646"/>
                  </a:cubicBezTo>
                  <a:cubicBezTo>
                    <a:pt x="3859" y="1646"/>
                    <a:pt x="3860" y="1647"/>
                    <a:pt x="3860" y="1647"/>
                  </a:cubicBezTo>
                  <a:cubicBezTo>
                    <a:pt x="3827" y="1712"/>
                    <a:pt x="3827" y="1712"/>
                    <a:pt x="3843" y="1720"/>
                  </a:cubicBezTo>
                  <a:cubicBezTo>
                    <a:pt x="3846" y="1723"/>
                    <a:pt x="3849" y="1725"/>
                    <a:pt x="3853" y="1725"/>
                  </a:cubicBezTo>
                  <a:cubicBezTo>
                    <a:pt x="3861" y="1725"/>
                    <a:pt x="3874" y="1716"/>
                    <a:pt x="3900" y="1679"/>
                  </a:cubicBezTo>
                  <a:cubicBezTo>
                    <a:pt x="3933" y="1695"/>
                    <a:pt x="3949" y="1744"/>
                    <a:pt x="3933" y="1776"/>
                  </a:cubicBezTo>
                  <a:cubicBezTo>
                    <a:pt x="3919" y="1799"/>
                    <a:pt x="3915" y="1808"/>
                    <a:pt x="3919" y="1808"/>
                  </a:cubicBezTo>
                  <a:cubicBezTo>
                    <a:pt x="3926" y="1808"/>
                    <a:pt x="3957" y="1776"/>
                    <a:pt x="3989" y="1744"/>
                  </a:cubicBezTo>
                  <a:cubicBezTo>
                    <a:pt x="4027" y="1699"/>
                    <a:pt x="4071" y="1654"/>
                    <a:pt x="4084" y="1654"/>
                  </a:cubicBezTo>
                  <a:cubicBezTo>
                    <a:pt x="4085" y="1654"/>
                    <a:pt x="4086" y="1654"/>
                    <a:pt x="4087" y="1655"/>
                  </a:cubicBezTo>
                  <a:lnTo>
                    <a:pt x="3997" y="1760"/>
                  </a:lnTo>
                  <a:cubicBezTo>
                    <a:pt x="3949" y="1801"/>
                    <a:pt x="3949" y="1801"/>
                    <a:pt x="3957" y="1817"/>
                  </a:cubicBezTo>
                  <a:lnTo>
                    <a:pt x="3965" y="1825"/>
                  </a:lnTo>
                  <a:cubicBezTo>
                    <a:pt x="3983" y="1807"/>
                    <a:pt x="3997" y="1800"/>
                    <a:pt x="4011" y="1800"/>
                  </a:cubicBezTo>
                  <a:cubicBezTo>
                    <a:pt x="4034" y="1800"/>
                    <a:pt x="4053" y="1821"/>
                    <a:pt x="4079" y="1841"/>
                  </a:cubicBezTo>
                  <a:cubicBezTo>
                    <a:pt x="4112" y="1880"/>
                    <a:pt x="4126" y="1908"/>
                    <a:pt x="4151" y="1908"/>
                  </a:cubicBezTo>
                  <a:cubicBezTo>
                    <a:pt x="4162" y="1908"/>
                    <a:pt x="4174" y="1903"/>
                    <a:pt x="4192" y="1890"/>
                  </a:cubicBezTo>
                  <a:cubicBezTo>
                    <a:pt x="4215" y="1874"/>
                    <a:pt x="4229" y="1865"/>
                    <a:pt x="4234" y="1865"/>
                  </a:cubicBezTo>
                  <a:cubicBezTo>
                    <a:pt x="4242" y="1865"/>
                    <a:pt x="4232" y="1884"/>
                    <a:pt x="4208" y="1922"/>
                  </a:cubicBezTo>
                  <a:cubicBezTo>
                    <a:pt x="4113" y="2028"/>
                    <a:pt x="4080" y="2058"/>
                    <a:pt x="4089" y="2058"/>
                  </a:cubicBezTo>
                  <a:cubicBezTo>
                    <a:pt x="4094" y="2058"/>
                    <a:pt x="4107" y="2052"/>
                    <a:pt x="4127" y="2044"/>
                  </a:cubicBezTo>
                  <a:cubicBezTo>
                    <a:pt x="4127" y="2036"/>
                    <a:pt x="4184" y="2003"/>
                    <a:pt x="4241" y="1963"/>
                  </a:cubicBezTo>
                  <a:cubicBezTo>
                    <a:pt x="4293" y="1929"/>
                    <a:pt x="4323" y="1913"/>
                    <a:pt x="4329" y="1913"/>
                  </a:cubicBezTo>
                  <a:cubicBezTo>
                    <a:pt x="4336" y="1913"/>
                    <a:pt x="4310" y="1935"/>
                    <a:pt x="4249" y="1979"/>
                  </a:cubicBezTo>
                  <a:cubicBezTo>
                    <a:pt x="4162" y="2033"/>
                    <a:pt x="4213" y="2103"/>
                    <a:pt x="4306" y="2103"/>
                  </a:cubicBezTo>
                  <a:cubicBezTo>
                    <a:pt x="4326" y="2103"/>
                    <a:pt x="4348" y="2100"/>
                    <a:pt x="4370" y="2093"/>
                  </a:cubicBezTo>
                  <a:lnTo>
                    <a:pt x="4370" y="2093"/>
                  </a:lnTo>
                  <a:lnTo>
                    <a:pt x="4306" y="2117"/>
                  </a:lnTo>
                  <a:cubicBezTo>
                    <a:pt x="4249" y="2149"/>
                    <a:pt x="4249" y="2158"/>
                    <a:pt x="4265" y="2190"/>
                  </a:cubicBezTo>
                  <a:lnTo>
                    <a:pt x="4273" y="2214"/>
                  </a:lnTo>
                  <a:cubicBezTo>
                    <a:pt x="4304" y="2203"/>
                    <a:pt x="4326" y="2198"/>
                    <a:pt x="4339" y="2198"/>
                  </a:cubicBezTo>
                  <a:cubicBezTo>
                    <a:pt x="4382" y="2198"/>
                    <a:pt x="4347" y="2244"/>
                    <a:pt x="4297" y="2263"/>
                  </a:cubicBezTo>
                  <a:cubicBezTo>
                    <a:pt x="4233" y="2295"/>
                    <a:pt x="4233" y="2295"/>
                    <a:pt x="4233" y="2312"/>
                  </a:cubicBezTo>
                  <a:cubicBezTo>
                    <a:pt x="4246" y="2310"/>
                    <a:pt x="4258" y="2309"/>
                    <a:pt x="4268" y="2309"/>
                  </a:cubicBezTo>
                  <a:cubicBezTo>
                    <a:pt x="4359" y="2309"/>
                    <a:pt x="4306" y="2370"/>
                    <a:pt x="4241" y="2385"/>
                  </a:cubicBezTo>
                  <a:cubicBezTo>
                    <a:pt x="4241" y="2385"/>
                    <a:pt x="4249" y="2393"/>
                    <a:pt x="4249" y="2401"/>
                  </a:cubicBezTo>
                  <a:cubicBezTo>
                    <a:pt x="4261" y="2399"/>
                    <a:pt x="4271" y="2399"/>
                    <a:pt x="4280" y="2399"/>
                  </a:cubicBezTo>
                  <a:cubicBezTo>
                    <a:pt x="4316" y="2399"/>
                    <a:pt x="4322" y="2410"/>
                    <a:pt x="4322" y="2417"/>
                  </a:cubicBezTo>
                  <a:cubicBezTo>
                    <a:pt x="4327" y="2437"/>
                    <a:pt x="4329" y="2447"/>
                    <a:pt x="4344" y="2447"/>
                  </a:cubicBezTo>
                  <a:cubicBezTo>
                    <a:pt x="4354" y="2447"/>
                    <a:pt x="4369" y="2443"/>
                    <a:pt x="4395" y="2433"/>
                  </a:cubicBezTo>
                  <a:cubicBezTo>
                    <a:pt x="4442" y="2421"/>
                    <a:pt x="4490" y="2414"/>
                    <a:pt x="4515" y="2414"/>
                  </a:cubicBezTo>
                  <a:cubicBezTo>
                    <a:pt x="4524" y="2414"/>
                    <a:pt x="4530" y="2415"/>
                    <a:pt x="4533" y="2417"/>
                  </a:cubicBezTo>
                  <a:lnTo>
                    <a:pt x="4460" y="2433"/>
                  </a:lnTo>
                  <a:cubicBezTo>
                    <a:pt x="4395" y="2441"/>
                    <a:pt x="4411" y="2474"/>
                    <a:pt x="4403" y="2514"/>
                  </a:cubicBezTo>
                  <a:cubicBezTo>
                    <a:pt x="4403" y="2563"/>
                    <a:pt x="4403" y="2579"/>
                    <a:pt x="4338" y="2595"/>
                  </a:cubicBezTo>
                  <a:lnTo>
                    <a:pt x="4403" y="2603"/>
                  </a:lnTo>
                  <a:cubicBezTo>
                    <a:pt x="4476" y="2603"/>
                    <a:pt x="4476" y="2620"/>
                    <a:pt x="4403" y="2620"/>
                  </a:cubicBezTo>
                  <a:cubicBezTo>
                    <a:pt x="4338" y="2636"/>
                    <a:pt x="4338" y="2676"/>
                    <a:pt x="4411" y="2693"/>
                  </a:cubicBezTo>
                  <a:lnTo>
                    <a:pt x="4411" y="2709"/>
                  </a:lnTo>
                  <a:cubicBezTo>
                    <a:pt x="4281" y="2725"/>
                    <a:pt x="4273" y="2749"/>
                    <a:pt x="4411" y="2766"/>
                  </a:cubicBezTo>
                  <a:cubicBezTo>
                    <a:pt x="4397" y="2764"/>
                    <a:pt x="4386" y="2763"/>
                    <a:pt x="4377" y="2763"/>
                  </a:cubicBezTo>
                  <a:cubicBezTo>
                    <a:pt x="4338" y="2763"/>
                    <a:pt x="4338" y="2775"/>
                    <a:pt x="4338" y="2782"/>
                  </a:cubicBezTo>
                  <a:cubicBezTo>
                    <a:pt x="4403" y="2798"/>
                    <a:pt x="4395" y="2839"/>
                    <a:pt x="4330" y="2839"/>
                  </a:cubicBezTo>
                  <a:lnTo>
                    <a:pt x="4330" y="2847"/>
                  </a:lnTo>
                  <a:cubicBezTo>
                    <a:pt x="4395" y="2863"/>
                    <a:pt x="4395" y="2871"/>
                    <a:pt x="4395" y="2879"/>
                  </a:cubicBezTo>
                  <a:cubicBezTo>
                    <a:pt x="4387" y="2887"/>
                    <a:pt x="4387" y="2903"/>
                    <a:pt x="4460" y="2920"/>
                  </a:cubicBezTo>
                  <a:cubicBezTo>
                    <a:pt x="4524" y="2936"/>
                    <a:pt x="4524" y="2944"/>
                    <a:pt x="4524" y="2944"/>
                  </a:cubicBezTo>
                  <a:cubicBezTo>
                    <a:pt x="4523" y="2948"/>
                    <a:pt x="4518" y="2949"/>
                    <a:pt x="4510" y="2949"/>
                  </a:cubicBezTo>
                  <a:cubicBezTo>
                    <a:pt x="4486" y="2949"/>
                    <a:pt x="4436" y="2932"/>
                    <a:pt x="4387" y="2920"/>
                  </a:cubicBezTo>
                  <a:cubicBezTo>
                    <a:pt x="4369" y="2913"/>
                    <a:pt x="4356" y="2910"/>
                    <a:pt x="4350" y="2910"/>
                  </a:cubicBezTo>
                  <a:cubicBezTo>
                    <a:pt x="4331" y="2910"/>
                    <a:pt x="4356" y="2933"/>
                    <a:pt x="4451" y="2968"/>
                  </a:cubicBezTo>
                  <a:cubicBezTo>
                    <a:pt x="4522" y="2995"/>
                    <a:pt x="4554" y="3009"/>
                    <a:pt x="4548" y="3009"/>
                  </a:cubicBezTo>
                  <a:cubicBezTo>
                    <a:pt x="4543" y="3009"/>
                    <a:pt x="4511" y="2999"/>
                    <a:pt x="4451" y="2976"/>
                  </a:cubicBezTo>
                  <a:cubicBezTo>
                    <a:pt x="4410" y="2966"/>
                    <a:pt x="4365" y="2952"/>
                    <a:pt x="4355" y="2952"/>
                  </a:cubicBezTo>
                  <a:cubicBezTo>
                    <a:pt x="4350" y="2952"/>
                    <a:pt x="4355" y="2957"/>
                    <a:pt x="4378" y="2968"/>
                  </a:cubicBezTo>
                  <a:cubicBezTo>
                    <a:pt x="4378" y="2968"/>
                    <a:pt x="4378" y="2984"/>
                    <a:pt x="4443" y="3001"/>
                  </a:cubicBezTo>
                  <a:lnTo>
                    <a:pt x="4435" y="3025"/>
                  </a:lnTo>
                  <a:cubicBezTo>
                    <a:pt x="4362" y="3033"/>
                    <a:pt x="4362" y="3041"/>
                    <a:pt x="4354" y="3049"/>
                  </a:cubicBezTo>
                  <a:cubicBezTo>
                    <a:pt x="4419" y="3074"/>
                    <a:pt x="4419" y="3074"/>
                    <a:pt x="4354" y="3074"/>
                  </a:cubicBezTo>
                  <a:cubicBezTo>
                    <a:pt x="4330" y="3068"/>
                    <a:pt x="4314" y="3066"/>
                    <a:pt x="4308" y="3066"/>
                  </a:cubicBezTo>
                  <a:cubicBezTo>
                    <a:pt x="4296" y="3066"/>
                    <a:pt x="4324" y="3076"/>
                    <a:pt x="4411" y="3098"/>
                  </a:cubicBezTo>
                  <a:cubicBezTo>
                    <a:pt x="4460" y="3116"/>
                    <a:pt x="4472" y="3125"/>
                    <a:pt x="4444" y="3125"/>
                  </a:cubicBezTo>
                  <a:cubicBezTo>
                    <a:pt x="4435" y="3125"/>
                    <a:pt x="4421" y="3124"/>
                    <a:pt x="4403" y="3122"/>
                  </a:cubicBezTo>
                  <a:cubicBezTo>
                    <a:pt x="4338" y="3106"/>
                    <a:pt x="4306" y="3100"/>
                    <a:pt x="4297" y="3100"/>
                  </a:cubicBezTo>
                  <a:cubicBezTo>
                    <a:pt x="4289" y="3100"/>
                    <a:pt x="4306" y="3106"/>
                    <a:pt x="4338" y="3114"/>
                  </a:cubicBezTo>
                  <a:cubicBezTo>
                    <a:pt x="4403" y="3147"/>
                    <a:pt x="4395" y="3155"/>
                    <a:pt x="4395" y="3155"/>
                  </a:cubicBezTo>
                  <a:cubicBezTo>
                    <a:pt x="4387" y="3152"/>
                    <a:pt x="4380" y="3151"/>
                    <a:pt x="4374" y="3151"/>
                  </a:cubicBezTo>
                  <a:cubicBezTo>
                    <a:pt x="4326" y="3151"/>
                    <a:pt x="4309" y="3228"/>
                    <a:pt x="4273" y="3293"/>
                  </a:cubicBezTo>
                  <a:cubicBezTo>
                    <a:pt x="4265" y="3301"/>
                    <a:pt x="4322" y="3333"/>
                    <a:pt x="4387" y="3357"/>
                  </a:cubicBezTo>
                  <a:cubicBezTo>
                    <a:pt x="4442" y="3383"/>
                    <a:pt x="4460" y="3392"/>
                    <a:pt x="4457" y="3392"/>
                  </a:cubicBezTo>
                  <a:cubicBezTo>
                    <a:pt x="4454" y="3392"/>
                    <a:pt x="4418" y="3379"/>
                    <a:pt x="4378" y="3366"/>
                  </a:cubicBezTo>
                  <a:cubicBezTo>
                    <a:pt x="4297" y="3334"/>
                    <a:pt x="4250" y="3319"/>
                    <a:pt x="4238" y="3319"/>
                  </a:cubicBezTo>
                  <a:cubicBezTo>
                    <a:pt x="4222" y="3319"/>
                    <a:pt x="4265" y="3344"/>
                    <a:pt x="4370" y="3390"/>
                  </a:cubicBezTo>
                  <a:cubicBezTo>
                    <a:pt x="4439" y="3411"/>
                    <a:pt x="4471" y="3421"/>
                    <a:pt x="4467" y="3421"/>
                  </a:cubicBezTo>
                  <a:cubicBezTo>
                    <a:pt x="4464" y="3421"/>
                    <a:pt x="4432" y="3413"/>
                    <a:pt x="4370" y="3398"/>
                  </a:cubicBezTo>
                  <a:cubicBezTo>
                    <a:pt x="4342" y="3387"/>
                    <a:pt x="4326" y="3381"/>
                    <a:pt x="4322" y="3381"/>
                  </a:cubicBezTo>
                  <a:cubicBezTo>
                    <a:pt x="4316" y="3381"/>
                    <a:pt x="4330" y="3391"/>
                    <a:pt x="4362" y="3414"/>
                  </a:cubicBezTo>
                  <a:cubicBezTo>
                    <a:pt x="4394" y="3432"/>
                    <a:pt x="4408" y="3443"/>
                    <a:pt x="4403" y="3443"/>
                  </a:cubicBezTo>
                  <a:cubicBezTo>
                    <a:pt x="4399" y="3443"/>
                    <a:pt x="4383" y="3437"/>
                    <a:pt x="4354" y="3422"/>
                  </a:cubicBezTo>
                  <a:cubicBezTo>
                    <a:pt x="4312" y="3406"/>
                    <a:pt x="4270" y="3394"/>
                    <a:pt x="4263" y="3394"/>
                  </a:cubicBezTo>
                  <a:cubicBezTo>
                    <a:pt x="4260" y="3394"/>
                    <a:pt x="4267" y="3398"/>
                    <a:pt x="4289" y="3406"/>
                  </a:cubicBezTo>
                  <a:cubicBezTo>
                    <a:pt x="4289" y="3406"/>
                    <a:pt x="4287" y="3408"/>
                    <a:pt x="4277" y="3408"/>
                  </a:cubicBezTo>
                  <a:cubicBezTo>
                    <a:pt x="4267" y="3408"/>
                    <a:pt x="4249" y="3406"/>
                    <a:pt x="4216" y="3398"/>
                  </a:cubicBezTo>
                  <a:cubicBezTo>
                    <a:pt x="4201" y="3392"/>
                    <a:pt x="4193" y="3390"/>
                    <a:pt x="4189" y="3390"/>
                  </a:cubicBezTo>
                  <a:cubicBezTo>
                    <a:pt x="4178" y="3390"/>
                    <a:pt x="4221" y="3417"/>
                    <a:pt x="4265" y="3455"/>
                  </a:cubicBezTo>
                  <a:cubicBezTo>
                    <a:pt x="4321" y="3503"/>
                    <a:pt x="4345" y="3527"/>
                    <a:pt x="4338" y="3527"/>
                  </a:cubicBezTo>
                  <a:cubicBezTo>
                    <a:pt x="4331" y="3527"/>
                    <a:pt x="4301" y="3509"/>
                    <a:pt x="4249" y="3471"/>
                  </a:cubicBezTo>
                  <a:cubicBezTo>
                    <a:pt x="4214" y="3449"/>
                    <a:pt x="4193" y="3439"/>
                    <a:pt x="4184" y="3439"/>
                  </a:cubicBezTo>
                  <a:cubicBezTo>
                    <a:pt x="4163" y="3439"/>
                    <a:pt x="4202" y="3488"/>
                    <a:pt x="4281" y="3544"/>
                  </a:cubicBezTo>
                  <a:cubicBezTo>
                    <a:pt x="4346" y="3594"/>
                    <a:pt x="4371" y="3613"/>
                    <a:pt x="4367" y="3613"/>
                  </a:cubicBezTo>
                  <a:cubicBezTo>
                    <a:pt x="4365" y="3613"/>
                    <a:pt x="4352" y="3605"/>
                    <a:pt x="4330" y="3593"/>
                  </a:cubicBezTo>
                  <a:cubicBezTo>
                    <a:pt x="4289" y="3564"/>
                    <a:pt x="4274" y="3559"/>
                    <a:pt x="4268" y="3559"/>
                  </a:cubicBezTo>
                  <a:cubicBezTo>
                    <a:pt x="4266" y="3559"/>
                    <a:pt x="4265" y="3560"/>
                    <a:pt x="4265" y="3560"/>
                  </a:cubicBezTo>
                  <a:cubicBezTo>
                    <a:pt x="4262" y="3563"/>
                    <a:pt x="4260" y="3567"/>
                    <a:pt x="4255" y="3567"/>
                  </a:cubicBezTo>
                  <a:cubicBezTo>
                    <a:pt x="4247" y="3567"/>
                    <a:pt x="4234" y="3560"/>
                    <a:pt x="4200" y="3536"/>
                  </a:cubicBezTo>
                  <a:lnTo>
                    <a:pt x="4200" y="3536"/>
                  </a:lnTo>
                  <a:cubicBezTo>
                    <a:pt x="4200" y="3536"/>
                    <a:pt x="4192" y="3544"/>
                    <a:pt x="4233" y="3593"/>
                  </a:cubicBezTo>
                  <a:cubicBezTo>
                    <a:pt x="4284" y="3640"/>
                    <a:pt x="4291" y="3661"/>
                    <a:pt x="4272" y="3661"/>
                  </a:cubicBezTo>
                  <a:cubicBezTo>
                    <a:pt x="4253" y="3661"/>
                    <a:pt x="4205" y="3638"/>
                    <a:pt x="4151" y="3601"/>
                  </a:cubicBezTo>
                  <a:lnTo>
                    <a:pt x="4151" y="3601"/>
                  </a:lnTo>
                  <a:lnTo>
                    <a:pt x="4192" y="3657"/>
                  </a:lnTo>
                  <a:cubicBezTo>
                    <a:pt x="4255" y="3715"/>
                    <a:pt x="4297" y="3759"/>
                    <a:pt x="4291" y="3759"/>
                  </a:cubicBezTo>
                  <a:cubicBezTo>
                    <a:pt x="4288" y="3759"/>
                    <a:pt x="4270" y="3746"/>
                    <a:pt x="4233" y="3714"/>
                  </a:cubicBezTo>
                  <a:lnTo>
                    <a:pt x="4184" y="3674"/>
                  </a:lnTo>
                  <a:lnTo>
                    <a:pt x="4184" y="3674"/>
                  </a:lnTo>
                  <a:cubicBezTo>
                    <a:pt x="4227" y="3717"/>
                    <a:pt x="4234" y="3736"/>
                    <a:pt x="4219" y="3736"/>
                  </a:cubicBezTo>
                  <a:cubicBezTo>
                    <a:pt x="4200" y="3736"/>
                    <a:pt x="4149" y="3707"/>
                    <a:pt x="4095" y="3657"/>
                  </a:cubicBezTo>
                  <a:cubicBezTo>
                    <a:pt x="4046" y="3609"/>
                    <a:pt x="4046" y="3609"/>
                    <a:pt x="4038" y="3609"/>
                  </a:cubicBezTo>
                  <a:lnTo>
                    <a:pt x="4087" y="3657"/>
                  </a:lnTo>
                  <a:cubicBezTo>
                    <a:pt x="4143" y="3706"/>
                    <a:pt x="4192" y="3755"/>
                    <a:pt x="4184" y="3755"/>
                  </a:cubicBezTo>
                  <a:cubicBezTo>
                    <a:pt x="4181" y="3758"/>
                    <a:pt x="4178" y="3761"/>
                    <a:pt x="4173" y="3761"/>
                  </a:cubicBezTo>
                  <a:cubicBezTo>
                    <a:pt x="4164" y="3761"/>
                    <a:pt x="4149" y="3753"/>
                    <a:pt x="4119" y="3722"/>
                  </a:cubicBezTo>
                  <a:cubicBezTo>
                    <a:pt x="4079" y="3694"/>
                    <a:pt x="4039" y="3661"/>
                    <a:pt x="4036" y="3661"/>
                  </a:cubicBezTo>
                  <a:cubicBezTo>
                    <a:pt x="4035" y="3661"/>
                    <a:pt x="4040" y="3667"/>
                    <a:pt x="4054" y="3682"/>
                  </a:cubicBezTo>
                  <a:cubicBezTo>
                    <a:pt x="4054" y="3682"/>
                    <a:pt x="4054" y="3682"/>
                    <a:pt x="4052" y="3682"/>
                  </a:cubicBezTo>
                  <a:cubicBezTo>
                    <a:pt x="4048" y="3682"/>
                    <a:pt x="4034" y="3678"/>
                    <a:pt x="3997" y="3641"/>
                  </a:cubicBezTo>
                  <a:lnTo>
                    <a:pt x="3973" y="3666"/>
                  </a:lnTo>
                  <a:cubicBezTo>
                    <a:pt x="3996" y="3697"/>
                    <a:pt x="4001" y="3714"/>
                    <a:pt x="3994" y="3714"/>
                  </a:cubicBezTo>
                  <a:cubicBezTo>
                    <a:pt x="3988" y="3714"/>
                    <a:pt x="3975" y="3703"/>
                    <a:pt x="3957" y="3682"/>
                  </a:cubicBezTo>
                  <a:lnTo>
                    <a:pt x="3957" y="3682"/>
                  </a:lnTo>
                  <a:cubicBezTo>
                    <a:pt x="3957" y="3682"/>
                    <a:pt x="3949" y="3690"/>
                    <a:pt x="3981" y="3747"/>
                  </a:cubicBezTo>
                  <a:cubicBezTo>
                    <a:pt x="3978" y="3753"/>
                    <a:pt x="3975" y="3759"/>
                    <a:pt x="3969" y="3759"/>
                  </a:cubicBezTo>
                  <a:cubicBezTo>
                    <a:pt x="3961" y="3759"/>
                    <a:pt x="3948" y="3748"/>
                    <a:pt x="3924" y="3714"/>
                  </a:cubicBezTo>
                  <a:cubicBezTo>
                    <a:pt x="3904" y="3686"/>
                    <a:pt x="3894" y="3672"/>
                    <a:pt x="3893" y="3672"/>
                  </a:cubicBezTo>
                  <a:lnTo>
                    <a:pt x="3893" y="3672"/>
                  </a:lnTo>
                  <a:cubicBezTo>
                    <a:pt x="3892" y="3672"/>
                    <a:pt x="3900" y="3686"/>
                    <a:pt x="3916" y="3714"/>
                  </a:cubicBezTo>
                  <a:cubicBezTo>
                    <a:pt x="3957" y="3771"/>
                    <a:pt x="3949" y="3771"/>
                    <a:pt x="3941" y="3779"/>
                  </a:cubicBezTo>
                  <a:lnTo>
                    <a:pt x="3924" y="3787"/>
                  </a:lnTo>
                  <a:cubicBezTo>
                    <a:pt x="3965" y="3844"/>
                    <a:pt x="3965" y="3844"/>
                    <a:pt x="3957" y="3844"/>
                  </a:cubicBezTo>
                  <a:cubicBezTo>
                    <a:pt x="3949" y="3844"/>
                    <a:pt x="3892" y="3803"/>
                    <a:pt x="3884" y="3803"/>
                  </a:cubicBezTo>
                  <a:cubicBezTo>
                    <a:pt x="3860" y="3811"/>
                    <a:pt x="3860" y="3820"/>
                    <a:pt x="3900" y="3868"/>
                  </a:cubicBezTo>
                  <a:cubicBezTo>
                    <a:pt x="3906" y="3868"/>
                    <a:pt x="3927" y="3896"/>
                    <a:pt x="3920" y="3896"/>
                  </a:cubicBezTo>
                  <a:cubicBezTo>
                    <a:pt x="3917" y="3896"/>
                    <a:pt x="3909" y="3891"/>
                    <a:pt x="3892" y="3876"/>
                  </a:cubicBezTo>
                  <a:cubicBezTo>
                    <a:pt x="3885" y="3876"/>
                    <a:pt x="3842" y="3841"/>
                    <a:pt x="3820" y="3841"/>
                  </a:cubicBezTo>
                  <a:cubicBezTo>
                    <a:pt x="3816" y="3841"/>
                    <a:pt x="3813" y="3842"/>
                    <a:pt x="3811" y="3844"/>
                  </a:cubicBezTo>
                  <a:cubicBezTo>
                    <a:pt x="3787" y="3860"/>
                    <a:pt x="3787" y="3860"/>
                    <a:pt x="3811" y="3925"/>
                  </a:cubicBezTo>
                  <a:cubicBezTo>
                    <a:pt x="3844" y="3983"/>
                    <a:pt x="3858" y="4013"/>
                    <a:pt x="3855" y="4013"/>
                  </a:cubicBezTo>
                  <a:cubicBezTo>
                    <a:pt x="3853" y="4013"/>
                    <a:pt x="3835" y="3985"/>
                    <a:pt x="3803" y="3925"/>
                  </a:cubicBezTo>
                  <a:cubicBezTo>
                    <a:pt x="3760" y="3858"/>
                    <a:pt x="3739" y="3827"/>
                    <a:pt x="3736" y="3827"/>
                  </a:cubicBezTo>
                  <a:cubicBezTo>
                    <a:pt x="3734" y="3827"/>
                    <a:pt x="3741" y="3842"/>
                    <a:pt x="3754" y="3868"/>
                  </a:cubicBezTo>
                  <a:cubicBezTo>
                    <a:pt x="3770" y="3933"/>
                    <a:pt x="3770" y="3933"/>
                    <a:pt x="3762" y="3933"/>
                  </a:cubicBezTo>
                  <a:cubicBezTo>
                    <a:pt x="3751" y="3906"/>
                    <a:pt x="3743" y="3891"/>
                    <a:pt x="3737" y="3891"/>
                  </a:cubicBezTo>
                  <a:cubicBezTo>
                    <a:pt x="3732" y="3891"/>
                    <a:pt x="3730" y="3908"/>
                    <a:pt x="3730" y="3941"/>
                  </a:cubicBezTo>
                  <a:cubicBezTo>
                    <a:pt x="3722" y="3941"/>
                    <a:pt x="3722" y="3941"/>
                    <a:pt x="3697" y="3876"/>
                  </a:cubicBezTo>
                  <a:lnTo>
                    <a:pt x="3681" y="3884"/>
                  </a:lnTo>
                  <a:cubicBezTo>
                    <a:pt x="3696" y="3944"/>
                    <a:pt x="3687" y="3966"/>
                    <a:pt x="3671" y="3966"/>
                  </a:cubicBezTo>
                  <a:cubicBezTo>
                    <a:pt x="3651" y="3966"/>
                    <a:pt x="3621" y="3936"/>
                    <a:pt x="3608" y="3901"/>
                  </a:cubicBezTo>
                  <a:cubicBezTo>
                    <a:pt x="3608" y="3901"/>
                    <a:pt x="3600" y="3909"/>
                    <a:pt x="3608" y="3974"/>
                  </a:cubicBezTo>
                  <a:cubicBezTo>
                    <a:pt x="3621" y="4044"/>
                    <a:pt x="3625" y="4078"/>
                    <a:pt x="3621" y="4078"/>
                  </a:cubicBezTo>
                  <a:cubicBezTo>
                    <a:pt x="3618" y="4078"/>
                    <a:pt x="3608" y="4046"/>
                    <a:pt x="3592" y="3982"/>
                  </a:cubicBezTo>
                  <a:cubicBezTo>
                    <a:pt x="3576" y="3913"/>
                    <a:pt x="3568" y="3878"/>
                    <a:pt x="3567" y="3878"/>
                  </a:cubicBezTo>
                  <a:lnTo>
                    <a:pt x="3567" y="3878"/>
                  </a:lnTo>
                  <a:cubicBezTo>
                    <a:pt x="3566" y="3878"/>
                    <a:pt x="3572" y="3913"/>
                    <a:pt x="3584" y="3982"/>
                  </a:cubicBezTo>
                  <a:cubicBezTo>
                    <a:pt x="3588" y="4014"/>
                    <a:pt x="3580" y="4033"/>
                    <a:pt x="3569" y="4033"/>
                  </a:cubicBezTo>
                  <a:cubicBezTo>
                    <a:pt x="3555" y="4033"/>
                    <a:pt x="3536" y="4002"/>
                    <a:pt x="3527" y="3925"/>
                  </a:cubicBezTo>
                  <a:lnTo>
                    <a:pt x="3503" y="3795"/>
                  </a:lnTo>
                  <a:cubicBezTo>
                    <a:pt x="3503" y="3860"/>
                    <a:pt x="3495" y="3860"/>
                    <a:pt x="3495" y="3860"/>
                  </a:cubicBezTo>
                  <a:cubicBezTo>
                    <a:pt x="3511" y="3925"/>
                    <a:pt x="3495" y="3925"/>
                    <a:pt x="3470" y="3925"/>
                  </a:cubicBezTo>
                  <a:cubicBezTo>
                    <a:pt x="3446" y="3925"/>
                    <a:pt x="3422" y="3998"/>
                    <a:pt x="3397" y="3998"/>
                  </a:cubicBezTo>
                  <a:cubicBezTo>
                    <a:pt x="3381" y="3998"/>
                    <a:pt x="3349" y="3998"/>
                    <a:pt x="3333" y="3933"/>
                  </a:cubicBezTo>
                  <a:cubicBezTo>
                    <a:pt x="3324" y="3933"/>
                    <a:pt x="3316" y="3933"/>
                    <a:pt x="3300" y="4006"/>
                  </a:cubicBezTo>
                  <a:cubicBezTo>
                    <a:pt x="3296" y="4039"/>
                    <a:pt x="3288" y="4055"/>
                    <a:pt x="3281" y="4055"/>
                  </a:cubicBezTo>
                  <a:cubicBezTo>
                    <a:pt x="3274" y="4055"/>
                    <a:pt x="3268" y="4039"/>
                    <a:pt x="3268" y="4006"/>
                  </a:cubicBezTo>
                  <a:lnTo>
                    <a:pt x="3260" y="4006"/>
                  </a:lnTo>
                  <a:cubicBezTo>
                    <a:pt x="3246" y="4066"/>
                    <a:pt x="3233" y="4071"/>
                    <a:pt x="3229" y="4071"/>
                  </a:cubicBezTo>
                  <a:cubicBezTo>
                    <a:pt x="3228" y="4071"/>
                    <a:pt x="3227" y="4071"/>
                    <a:pt x="3227" y="4071"/>
                  </a:cubicBezTo>
                  <a:cubicBezTo>
                    <a:pt x="3227" y="4024"/>
                    <a:pt x="3223" y="3973"/>
                    <a:pt x="3218" y="3973"/>
                  </a:cubicBezTo>
                  <a:cubicBezTo>
                    <a:pt x="3215" y="3973"/>
                    <a:pt x="3213" y="3980"/>
                    <a:pt x="3211" y="3998"/>
                  </a:cubicBezTo>
                  <a:cubicBezTo>
                    <a:pt x="3211" y="4053"/>
                    <a:pt x="3202" y="4066"/>
                    <a:pt x="3190" y="4066"/>
                  </a:cubicBezTo>
                  <a:cubicBezTo>
                    <a:pt x="3187" y="4066"/>
                    <a:pt x="3183" y="4065"/>
                    <a:pt x="3179" y="4063"/>
                  </a:cubicBezTo>
                  <a:cubicBezTo>
                    <a:pt x="3161" y="4010"/>
                    <a:pt x="2993" y="3974"/>
                    <a:pt x="2900" y="3974"/>
                  </a:cubicBezTo>
                  <a:cubicBezTo>
                    <a:pt x="2865" y="3974"/>
                    <a:pt x="2840" y="3979"/>
                    <a:pt x="2838" y="3990"/>
                  </a:cubicBezTo>
                  <a:lnTo>
                    <a:pt x="2814" y="3982"/>
                  </a:lnTo>
                  <a:lnTo>
                    <a:pt x="2781" y="3974"/>
                  </a:lnTo>
                  <a:cubicBezTo>
                    <a:pt x="2804" y="3913"/>
                    <a:pt x="2802" y="3891"/>
                    <a:pt x="2788" y="3891"/>
                  </a:cubicBezTo>
                  <a:cubicBezTo>
                    <a:pt x="2773" y="3891"/>
                    <a:pt x="2742" y="3919"/>
                    <a:pt x="2716" y="3949"/>
                  </a:cubicBezTo>
                  <a:cubicBezTo>
                    <a:pt x="2693" y="3991"/>
                    <a:pt x="2678" y="4002"/>
                    <a:pt x="2668" y="4002"/>
                  </a:cubicBezTo>
                  <a:cubicBezTo>
                    <a:pt x="2665" y="4002"/>
                    <a:pt x="2662" y="4000"/>
                    <a:pt x="2660" y="3998"/>
                  </a:cubicBezTo>
                  <a:cubicBezTo>
                    <a:pt x="2696" y="3920"/>
                    <a:pt x="2699" y="3885"/>
                    <a:pt x="2686" y="3885"/>
                  </a:cubicBezTo>
                  <a:cubicBezTo>
                    <a:pt x="2679" y="3885"/>
                    <a:pt x="2666" y="3896"/>
                    <a:pt x="2652" y="3917"/>
                  </a:cubicBezTo>
                  <a:cubicBezTo>
                    <a:pt x="2621" y="3971"/>
                    <a:pt x="2603" y="3997"/>
                    <a:pt x="2598" y="3997"/>
                  </a:cubicBezTo>
                  <a:cubicBezTo>
                    <a:pt x="2594" y="3997"/>
                    <a:pt x="2605" y="3965"/>
                    <a:pt x="2635" y="3901"/>
                  </a:cubicBezTo>
                  <a:cubicBezTo>
                    <a:pt x="2666" y="3843"/>
                    <a:pt x="2680" y="3811"/>
                    <a:pt x="2675" y="3811"/>
                  </a:cubicBezTo>
                  <a:cubicBezTo>
                    <a:pt x="2669" y="3811"/>
                    <a:pt x="2638" y="3851"/>
                    <a:pt x="2579" y="3941"/>
                  </a:cubicBezTo>
                  <a:cubicBezTo>
                    <a:pt x="2559" y="3969"/>
                    <a:pt x="2549" y="3983"/>
                    <a:pt x="2546" y="3983"/>
                  </a:cubicBezTo>
                  <a:cubicBezTo>
                    <a:pt x="2544" y="3983"/>
                    <a:pt x="2550" y="3967"/>
                    <a:pt x="2562" y="3933"/>
                  </a:cubicBezTo>
                  <a:cubicBezTo>
                    <a:pt x="2597" y="3858"/>
                    <a:pt x="2611" y="3826"/>
                    <a:pt x="2606" y="3826"/>
                  </a:cubicBezTo>
                  <a:cubicBezTo>
                    <a:pt x="2604" y="3826"/>
                    <a:pt x="2594" y="3838"/>
                    <a:pt x="2579" y="3860"/>
                  </a:cubicBezTo>
                  <a:cubicBezTo>
                    <a:pt x="2543" y="3915"/>
                    <a:pt x="2523" y="3941"/>
                    <a:pt x="2519" y="3941"/>
                  </a:cubicBezTo>
                  <a:cubicBezTo>
                    <a:pt x="2515" y="3941"/>
                    <a:pt x="2529" y="3911"/>
                    <a:pt x="2562" y="3852"/>
                  </a:cubicBezTo>
                  <a:cubicBezTo>
                    <a:pt x="2591" y="3786"/>
                    <a:pt x="2605" y="3756"/>
                    <a:pt x="2602" y="3756"/>
                  </a:cubicBezTo>
                  <a:cubicBezTo>
                    <a:pt x="2598" y="3756"/>
                    <a:pt x="2578" y="3784"/>
                    <a:pt x="2538" y="3836"/>
                  </a:cubicBezTo>
                  <a:cubicBezTo>
                    <a:pt x="2501" y="3884"/>
                    <a:pt x="2473" y="3906"/>
                    <a:pt x="2460" y="3906"/>
                  </a:cubicBezTo>
                  <a:cubicBezTo>
                    <a:pt x="2445" y="3906"/>
                    <a:pt x="2453" y="3873"/>
                    <a:pt x="2497" y="3811"/>
                  </a:cubicBezTo>
                  <a:cubicBezTo>
                    <a:pt x="2492" y="3806"/>
                    <a:pt x="2506" y="3776"/>
                    <a:pt x="2501" y="3776"/>
                  </a:cubicBezTo>
                  <a:cubicBezTo>
                    <a:pt x="2499" y="3776"/>
                    <a:pt x="2493" y="3781"/>
                    <a:pt x="2481" y="3795"/>
                  </a:cubicBezTo>
                  <a:lnTo>
                    <a:pt x="2522" y="3739"/>
                  </a:lnTo>
                  <a:lnTo>
                    <a:pt x="2506" y="3722"/>
                  </a:lnTo>
                  <a:lnTo>
                    <a:pt x="2465" y="3779"/>
                  </a:lnTo>
                  <a:cubicBezTo>
                    <a:pt x="2457" y="3771"/>
                    <a:pt x="2473" y="3682"/>
                    <a:pt x="2433" y="3641"/>
                  </a:cubicBezTo>
                  <a:cubicBezTo>
                    <a:pt x="2392" y="3605"/>
                    <a:pt x="2380" y="3579"/>
                    <a:pt x="2362" y="3579"/>
                  </a:cubicBezTo>
                  <a:cubicBezTo>
                    <a:pt x="2352" y="3579"/>
                    <a:pt x="2340" y="3588"/>
                    <a:pt x="2319" y="3609"/>
                  </a:cubicBezTo>
                  <a:cubicBezTo>
                    <a:pt x="2271" y="3649"/>
                    <a:pt x="2243" y="3668"/>
                    <a:pt x="2237" y="3668"/>
                  </a:cubicBezTo>
                  <a:cubicBezTo>
                    <a:pt x="2230" y="3668"/>
                    <a:pt x="2254" y="3641"/>
                    <a:pt x="2311" y="3593"/>
                  </a:cubicBezTo>
                  <a:cubicBezTo>
                    <a:pt x="2303" y="3584"/>
                    <a:pt x="2352" y="3528"/>
                    <a:pt x="2343" y="3512"/>
                  </a:cubicBezTo>
                  <a:cubicBezTo>
                    <a:pt x="2335" y="3503"/>
                    <a:pt x="2327" y="3487"/>
                    <a:pt x="2384" y="3447"/>
                  </a:cubicBezTo>
                  <a:lnTo>
                    <a:pt x="2376" y="3439"/>
                  </a:lnTo>
                  <a:cubicBezTo>
                    <a:pt x="2333" y="3462"/>
                    <a:pt x="2299" y="3471"/>
                    <a:pt x="2278" y="3471"/>
                  </a:cubicBezTo>
                  <a:cubicBezTo>
                    <a:pt x="2239" y="3471"/>
                    <a:pt x="2237" y="3440"/>
                    <a:pt x="2279" y="3398"/>
                  </a:cubicBezTo>
                  <a:cubicBezTo>
                    <a:pt x="2273" y="3386"/>
                    <a:pt x="2271" y="3379"/>
                    <a:pt x="2242" y="3379"/>
                  </a:cubicBezTo>
                  <a:cubicBezTo>
                    <a:pt x="2231" y="3379"/>
                    <a:pt x="2217" y="3380"/>
                    <a:pt x="2198" y="3382"/>
                  </a:cubicBezTo>
                  <a:cubicBezTo>
                    <a:pt x="2172" y="3388"/>
                    <a:pt x="2157" y="3392"/>
                    <a:pt x="2151" y="3392"/>
                  </a:cubicBezTo>
                  <a:cubicBezTo>
                    <a:pt x="2141" y="3392"/>
                    <a:pt x="2155" y="3382"/>
                    <a:pt x="2189" y="3357"/>
                  </a:cubicBezTo>
                  <a:cubicBezTo>
                    <a:pt x="2237" y="3334"/>
                    <a:pt x="2272" y="3288"/>
                    <a:pt x="2235" y="3288"/>
                  </a:cubicBezTo>
                  <a:cubicBezTo>
                    <a:pt x="2222" y="3288"/>
                    <a:pt x="2199" y="3294"/>
                    <a:pt x="2165" y="3309"/>
                  </a:cubicBezTo>
                  <a:lnTo>
                    <a:pt x="2230" y="3268"/>
                  </a:lnTo>
                  <a:cubicBezTo>
                    <a:pt x="2250" y="3257"/>
                    <a:pt x="2255" y="3252"/>
                    <a:pt x="2250" y="3252"/>
                  </a:cubicBezTo>
                  <a:cubicBezTo>
                    <a:pt x="2240" y="3252"/>
                    <a:pt x="2198" y="3266"/>
                    <a:pt x="2157" y="3276"/>
                  </a:cubicBezTo>
                  <a:cubicBezTo>
                    <a:pt x="2105" y="3299"/>
                    <a:pt x="2074" y="3310"/>
                    <a:pt x="2067" y="3310"/>
                  </a:cubicBezTo>
                  <a:cubicBezTo>
                    <a:pt x="2057" y="3310"/>
                    <a:pt x="2101" y="3285"/>
                    <a:pt x="2214" y="3236"/>
                  </a:cubicBezTo>
                  <a:cubicBezTo>
                    <a:pt x="2295" y="3211"/>
                    <a:pt x="2322" y="3198"/>
                    <a:pt x="2317" y="3198"/>
                  </a:cubicBezTo>
                  <a:cubicBezTo>
                    <a:pt x="2314" y="3198"/>
                    <a:pt x="2300" y="3202"/>
                    <a:pt x="2279" y="3212"/>
                  </a:cubicBezTo>
                  <a:cubicBezTo>
                    <a:pt x="2242" y="3220"/>
                    <a:pt x="2208" y="3226"/>
                    <a:pt x="2190" y="3226"/>
                  </a:cubicBezTo>
                  <a:cubicBezTo>
                    <a:pt x="2173" y="3226"/>
                    <a:pt x="2173" y="3220"/>
                    <a:pt x="2206" y="3203"/>
                  </a:cubicBezTo>
                  <a:cubicBezTo>
                    <a:pt x="2202" y="3200"/>
                    <a:pt x="2200" y="3197"/>
                    <a:pt x="2190" y="3197"/>
                  </a:cubicBezTo>
                  <a:cubicBezTo>
                    <a:pt x="2176" y="3197"/>
                    <a:pt x="2145" y="3204"/>
                    <a:pt x="2068" y="3228"/>
                  </a:cubicBezTo>
                  <a:cubicBezTo>
                    <a:pt x="2042" y="3237"/>
                    <a:pt x="2027" y="3241"/>
                    <a:pt x="2017" y="3241"/>
                  </a:cubicBezTo>
                  <a:cubicBezTo>
                    <a:pt x="2003" y="3241"/>
                    <a:pt x="2003" y="3233"/>
                    <a:pt x="2003" y="3228"/>
                  </a:cubicBezTo>
                  <a:cubicBezTo>
                    <a:pt x="2043" y="3212"/>
                    <a:pt x="2084" y="3203"/>
                    <a:pt x="2133" y="3195"/>
                  </a:cubicBezTo>
                  <a:cubicBezTo>
                    <a:pt x="2133" y="3191"/>
                    <a:pt x="2133" y="3185"/>
                    <a:pt x="2133" y="3179"/>
                  </a:cubicBezTo>
                  <a:cubicBezTo>
                    <a:pt x="2165" y="3147"/>
                    <a:pt x="2206" y="3122"/>
                    <a:pt x="2254" y="3114"/>
                  </a:cubicBezTo>
                  <a:cubicBezTo>
                    <a:pt x="2287" y="3102"/>
                    <a:pt x="2303" y="3094"/>
                    <a:pt x="2295" y="3094"/>
                  </a:cubicBezTo>
                  <a:cubicBezTo>
                    <a:pt x="2287" y="3094"/>
                    <a:pt x="2254" y="3102"/>
                    <a:pt x="2189" y="3122"/>
                  </a:cubicBezTo>
                  <a:cubicBezTo>
                    <a:pt x="2120" y="3144"/>
                    <a:pt x="2088" y="3152"/>
                    <a:pt x="2071" y="3152"/>
                  </a:cubicBezTo>
                  <a:cubicBezTo>
                    <a:pt x="2057" y="3152"/>
                    <a:pt x="2055" y="3146"/>
                    <a:pt x="2052" y="3139"/>
                  </a:cubicBezTo>
                  <a:cubicBezTo>
                    <a:pt x="2052" y="3130"/>
                    <a:pt x="2052" y="3122"/>
                    <a:pt x="2116" y="3106"/>
                  </a:cubicBezTo>
                  <a:cubicBezTo>
                    <a:pt x="2181" y="3090"/>
                    <a:pt x="2181" y="3090"/>
                    <a:pt x="2181" y="3066"/>
                  </a:cubicBezTo>
                  <a:cubicBezTo>
                    <a:pt x="2178" y="3056"/>
                    <a:pt x="2144" y="3053"/>
                    <a:pt x="2095" y="3053"/>
                  </a:cubicBezTo>
                  <a:cubicBezTo>
                    <a:pt x="2019" y="3053"/>
                    <a:pt x="1908" y="3061"/>
                    <a:pt x="1825" y="3066"/>
                  </a:cubicBezTo>
                  <a:cubicBezTo>
                    <a:pt x="1764" y="3077"/>
                    <a:pt x="1732" y="3083"/>
                    <a:pt x="1728" y="3083"/>
                  </a:cubicBezTo>
                  <a:cubicBezTo>
                    <a:pt x="1723" y="3083"/>
                    <a:pt x="1755" y="3075"/>
                    <a:pt x="1825" y="3057"/>
                  </a:cubicBezTo>
                  <a:cubicBezTo>
                    <a:pt x="1889" y="3041"/>
                    <a:pt x="1889" y="3033"/>
                    <a:pt x="1889" y="3017"/>
                  </a:cubicBezTo>
                  <a:lnTo>
                    <a:pt x="1889" y="3017"/>
                  </a:lnTo>
                  <a:cubicBezTo>
                    <a:pt x="1872" y="3021"/>
                    <a:pt x="1864" y="3023"/>
                    <a:pt x="1862" y="3023"/>
                  </a:cubicBezTo>
                  <a:cubicBezTo>
                    <a:pt x="1856" y="3023"/>
                    <a:pt x="1877" y="3015"/>
                    <a:pt x="1886" y="3015"/>
                  </a:cubicBezTo>
                  <a:cubicBezTo>
                    <a:pt x="1888" y="3015"/>
                    <a:pt x="1889" y="3016"/>
                    <a:pt x="1889" y="3017"/>
                  </a:cubicBezTo>
                  <a:cubicBezTo>
                    <a:pt x="1907" y="3015"/>
                    <a:pt x="1920" y="3014"/>
                    <a:pt x="1929" y="3014"/>
                  </a:cubicBezTo>
                  <a:cubicBezTo>
                    <a:pt x="1955" y="3014"/>
                    <a:pt x="1956" y="3021"/>
                    <a:pt x="1962" y="3033"/>
                  </a:cubicBezTo>
                  <a:lnTo>
                    <a:pt x="2027" y="3017"/>
                  </a:lnTo>
                  <a:cubicBezTo>
                    <a:pt x="2114" y="2995"/>
                    <a:pt x="2143" y="2984"/>
                    <a:pt x="2111" y="2984"/>
                  </a:cubicBezTo>
                  <a:cubicBezTo>
                    <a:pt x="2096" y="2984"/>
                    <a:pt x="2065" y="2987"/>
                    <a:pt x="2019" y="2993"/>
                  </a:cubicBezTo>
                  <a:cubicBezTo>
                    <a:pt x="1954" y="2993"/>
                    <a:pt x="1954" y="2984"/>
                    <a:pt x="2019" y="2968"/>
                  </a:cubicBezTo>
                  <a:cubicBezTo>
                    <a:pt x="2079" y="2948"/>
                    <a:pt x="2134" y="2934"/>
                    <a:pt x="2115" y="2934"/>
                  </a:cubicBezTo>
                  <a:cubicBezTo>
                    <a:pt x="2111" y="2934"/>
                    <a:pt x="2104" y="2934"/>
                    <a:pt x="2092" y="2936"/>
                  </a:cubicBezTo>
                  <a:cubicBezTo>
                    <a:pt x="2092" y="2936"/>
                    <a:pt x="2092" y="2920"/>
                    <a:pt x="2157" y="2903"/>
                  </a:cubicBezTo>
                  <a:cubicBezTo>
                    <a:pt x="2157" y="2885"/>
                    <a:pt x="2157" y="2876"/>
                    <a:pt x="2130" y="2876"/>
                  </a:cubicBezTo>
                  <a:cubicBezTo>
                    <a:pt x="2120" y="2876"/>
                    <a:pt x="2108" y="2877"/>
                    <a:pt x="2092" y="2879"/>
                  </a:cubicBezTo>
                  <a:cubicBezTo>
                    <a:pt x="2078" y="2881"/>
                    <a:pt x="2067" y="2881"/>
                    <a:pt x="2058" y="2881"/>
                  </a:cubicBezTo>
                  <a:cubicBezTo>
                    <a:pt x="2019" y="2881"/>
                    <a:pt x="2019" y="2869"/>
                    <a:pt x="2019" y="2863"/>
                  </a:cubicBezTo>
                  <a:cubicBezTo>
                    <a:pt x="2019" y="2855"/>
                    <a:pt x="2019" y="2847"/>
                    <a:pt x="1954" y="2847"/>
                  </a:cubicBezTo>
                  <a:cubicBezTo>
                    <a:pt x="1936" y="2849"/>
                    <a:pt x="1918" y="2850"/>
                    <a:pt x="1902" y="2850"/>
                  </a:cubicBezTo>
                  <a:cubicBezTo>
                    <a:pt x="1853" y="2850"/>
                    <a:pt x="1816" y="2841"/>
                    <a:pt x="1816" y="2822"/>
                  </a:cubicBezTo>
                  <a:cubicBezTo>
                    <a:pt x="1743" y="2798"/>
                    <a:pt x="1743" y="2798"/>
                    <a:pt x="1881" y="2782"/>
                  </a:cubicBezTo>
                  <a:cubicBezTo>
                    <a:pt x="1946" y="2782"/>
                    <a:pt x="1946" y="2774"/>
                    <a:pt x="1946" y="2757"/>
                  </a:cubicBezTo>
                  <a:cubicBezTo>
                    <a:pt x="1946" y="2757"/>
                    <a:pt x="1946" y="2749"/>
                    <a:pt x="2011" y="2741"/>
                  </a:cubicBezTo>
                  <a:cubicBezTo>
                    <a:pt x="2084" y="2733"/>
                    <a:pt x="2019" y="2733"/>
                    <a:pt x="1946" y="2733"/>
                  </a:cubicBezTo>
                  <a:lnTo>
                    <a:pt x="1808" y="2725"/>
                  </a:lnTo>
                  <a:cubicBezTo>
                    <a:pt x="1881" y="2709"/>
                    <a:pt x="1946" y="2709"/>
                    <a:pt x="2019" y="2709"/>
                  </a:cubicBezTo>
                  <a:cubicBezTo>
                    <a:pt x="2157" y="2701"/>
                    <a:pt x="2157" y="2701"/>
                    <a:pt x="2019" y="2701"/>
                  </a:cubicBezTo>
                  <a:cubicBezTo>
                    <a:pt x="1954" y="2701"/>
                    <a:pt x="1889" y="2685"/>
                    <a:pt x="1954" y="2668"/>
                  </a:cubicBezTo>
                  <a:cubicBezTo>
                    <a:pt x="1961" y="2647"/>
                    <a:pt x="1962" y="2626"/>
                    <a:pt x="2010" y="2626"/>
                  </a:cubicBezTo>
                  <a:cubicBezTo>
                    <a:pt x="2017" y="2626"/>
                    <a:pt x="2026" y="2627"/>
                    <a:pt x="2035" y="2628"/>
                  </a:cubicBezTo>
                  <a:cubicBezTo>
                    <a:pt x="2100" y="2620"/>
                    <a:pt x="2035" y="2603"/>
                    <a:pt x="2035" y="2603"/>
                  </a:cubicBezTo>
                  <a:cubicBezTo>
                    <a:pt x="1970" y="2595"/>
                    <a:pt x="1970" y="2579"/>
                    <a:pt x="2043" y="2555"/>
                  </a:cubicBezTo>
                  <a:cubicBezTo>
                    <a:pt x="2181" y="2522"/>
                    <a:pt x="2181" y="2522"/>
                    <a:pt x="2043" y="2506"/>
                  </a:cubicBezTo>
                  <a:cubicBezTo>
                    <a:pt x="1999" y="2501"/>
                    <a:pt x="1954" y="2491"/>
                    <a:pt x="1973" y="2491"/>
                  </a:cubicBezTo>
                  <a:cubicBezTo>
                    <a:pt x="1982" y="2491"/>
                    <a:pt x="2003" y="2493"/>
                    <a:pt x="2043" y="2498"/>
                  </a:cubicBezTo>
                  <a:cubicBezTo>
                    <a:pt x="2116" y="2498"/>
                    <a:pt x="2052" y="2474"/>
                    <a:pt x="1987" y="2441"/>
                  </a:cubicBezTo>
                  <a:cubicBezTo>
                    <a:pt x="1906" y="2417"/>
                    <a:pt x="1816" y="2401"/>
                    <a:pt x="1727" y="2385"/>
                  </a:cubicBezTo>
                  <a:cubicBezTo>
                    <a:pt x="1589" y="2360"/>
                    <a:pt x="1589" y="2360"/>
                    <a:pt x="1662" y="2344"/>
                  </a:cubicBezTo>
                  <a:cubicBezTo>
                    <a:pt x="1666" y="2341"/>
                    <a:pt x="1679" y="2339"/>
                    <a:pt x="1698" y="2339"/>
                  </a:cubicBezTo>
                  <a:cubicBezTo>
                    <a:pt x="1726" y="2339"/>
                    <a:pt x="1766" y="2343"/>
                    <a:pt x="1808" y="2352"/>
                  </a:cubicBezTo>
                  <a:cubicBezTo>
                    <a:pt x="1873" y="2368"/>
                    <a:pt x="1865" y="2376"/>
                    <a:pt x="1865" y="2376"/>
                  </a:cubicBezTo>
                  <a:lnTo>
                    <a:pt x="1865" y="2385"/>
                  </a:lnTo>
                  <a:cubicBezTo>
                    <a:pt x="1906" y="2395"/>
                    <a:pt x="1950" y="2405"/>
                    <a:pt x="1977" y="2405"/>
                  </a:cubicBezTo>
                  <a:cubicBezTo>
                    <a:pt x="1993" y="2405"/>
                    <a:pt x="2003" y="2402"/>
                    <a:pt x="2003" y="2393"/>
                  </a:cubicBezTo>
                  <a:cubicBezTo>
                    <a:pt x="2022" y="2395"/>
                    <a:pt x="2037" y="2396"/>
                    <a:pt x="2046" y="2396"/>
                  </a:cubicBezTo>
                  <a:cubicBezTo>
                    <a:pt x="2071" y="2396"/>
                    <a:pt x="2059" y="2388"/>
                    <a:pt x="2011" y="2376"/>
                  </a:cubicBezTo>
                  <a:cubicBezTo>
                    <a:pt x="2084" y="2376"/>
                    <a:pt x="2084" y="2360"/>
                    <a:pt x="2092" y="2344"/>
                  </a:cubicBezTo>
                  <a:cubicBezTo>
                    <a:pt x="2099" y="2323"/>
                    <a:pt x="2106" y="2302"/>
                    <a:pt x="2150" y="2302"/>
                  </a:cubicBezTo>
                  <a:cubicBezTo>
                    <a:pt x="2157" y="2302"/>
                    <a:pt x="2164" y="2302"/>
                    <a:pt x="2173" y="2303"/>
                  </a:cubicBezTo>
                  <a:cubicBezTo>
                    <a:pt x="2181" y="2287"/>
                    <a:pt x="2181" y="2279"/>
                    <a:pt x="2116" y="2255"/>
                  </a:cubicBezTo>
                  <a:cubicBezTo>
                    <a:pt x="2028" y="2227"/>
                    <a:pt x="2000" y="2211"/>
                    <a:pt x="2011" y="2211"/>
                  </a:cubicBezTo>
                  <a:cubicBezTo>
                    <a:pt x="2017" y="2211"/>
                    <a:pt x="2031" y="2215"/>
                    <a:pt x="2052" y="2222"/>
                  </a:cubicBezTo>
                  <a:cubicBezTo>
                    <a:pt x="2075" y="2228"/>
                    <a:pt x="2098" y="2230"/>
                    <a:pt x="2119" y="2230"/>
                  </a:cubicBezTo>
                  <a:cubicBezTo>
                    <a:pt x="2224" y="2230"/>
                    <a:pt x="2290" y="2171"/>
                    <a:pt x="2189" y="2117"/>
                  </a:cubicBezTo>
                  <a:lnTo>
                    <a:pt x="2198" y="2101"/>
                  </a:lnTo>
                  <a:cubicBezTo>
                    <a:pt x="2206" y="2103"/>
                    <a:pt x="2214" y="2104"/>
                    <a:pt x="2222" y="2104"/>
                  </a:cubicBezTo>
                  <a:cubicBezTo>
                    <a:pt x="2267" y="2104"/>
                    <a:pt x="2279" y="2063"/>
                    <a:pt x="2230" y="2028"/>
                  </a:cubicBezTo>
                  <a:cubicBezTo>
                    <a:pt x="2238" y="2020"/>
                    <a:pt x="2238" y="2012"/>
                    <a:pt x="2246" y="2003"/>
                  </a:cubicBezTo>
                  <a:cubicBezTo>
                    <a:pt x="2274" y="2013"/>
                    <a:pt x="2291" y="2017"/>
                    <a:pt x="2299" y="2017"/>
                  </a:cubicBezTo>
                  <a:cubicBezTo>
                    <a:pt x="2312" y="2017"/>
                    <a:pt x="2301" y="2004"/>
                    <a:pt x="2270" y="1979"/>
                  </a:cubicBezTo>
                  <a:cubicBezTo>
                    <a:pt x="2234" y="1949"/>
                    <a:pt x="2193" y="1919"/>
                    <a:pt x="2199" y="1919"/>
                  </a:cubicBezTo>
                  <a:cubicBezTo>
                    <a:pt x="2200" y="1919"/>
                    <a:pt x="2207" y="1922"/>
                    <a:pt x="2222" y="1930"/>
                  </a:cubicBezTo>
                  <a:cubicBezTo>
                    <a:pt x="2247" y="1948"/>
                    <a:pt x="2262" y="1955"/>
                    <a:pt x="2274" y="1955"/>
                  </a:cubicBezTo>
                  <a:cubicBezTo>
                    <a:pt x="2289" y="1955"/>
                    <a:pt x="2297" y="1944"/>
                    <a:pt x="2311" y="1930"/>
                  </a:cubicBezTo>
                  <a:cubicBezTo>
                    <a:pt x="2327" y="1906"/>
                    <a:pt x="2327" y="1906"/>
                    <a:pt x="2270" y="1866"/>
                  </a:cubicBezTo>
                  <a:cubicBezTo>
                    <a:pt x="2258" y="1841"/>
                    <a:pt x="2259" y="1832"/>
                    <a:pt x="2267" y="1832"/>
                  </a:cubicBezTo>
                  <a:cubicBezTo>
                    <a:pt x="2280" y="1832"/>
                    <a:pt x="2313" y="1857"/>
                    <a:pt x="2343" y="1882"/>
                  </a:cubicBezTo>
                  <a:cubicBezTo>
                    <a:pt x="2389" y="1920"/>
                    <a:pt x="2416" y="1940"/>
                    <a:pt x="2420" y="1940"/>
                  </a:cubicBezTo>
                  <a:cubicBezTo>
                    <a:pt x="2426" y="1940"/>
                    <a:pt x="2391" y="1904"/>
                    <a:pt x="2303" y="1825"/>
                  </a:cubicBezTo>
                  <a:cubicBezTo>
                    <a:pt x="2241" y="1763"/>
                    <a:pt x="2221" y="1734"/>
                    <a:pt x="2231" y="1734"/>
                  </a:cubicBezTo>
                  <a:cubicBezTo>
                    <a:pt x="2236" y="1734"/>
                    <a:pt x="2250" y="1743"/>
                    <a:pt x="2270" y="1760"/>
                  </a:cubicBezTo>
                  <a:cubicBezTo>
                    <a:pt x="2319" y="1801"/>
                    <a:pt x="2311" y="1809"/>
                    <a:pt x="2311" y="1817"/>
                  </a:cubicBezTo>
                  <a:lnTo>
                    <a:pt x="2416" y="1906"/>
                  </a:lnTo>
                  <a:cubicBezTo>
                    <a:pt x="2416" y="1898"/>
                    <a:pt x="2416" y="1898"/>
                    <a:pt x="2368" y="1849"/>
                  </a:cubicBezTo>
                  <a:cubicBezTo>
                    <a:pt x="2368" y="1849"/>
                    <a:pt x="2376" y="1841"/>
                    <a:pt x="2335" y="1793"/>
                  </a:cubicBezTo>
                  <a:cubicBezTo>
                    <a:pt x="2287" y="1736"/>
                    <a:pt x="2238" y="1695"/>
                    <a:pt x="2181" y="1655"/>
                  </a:cubicBezTo>
                  <a:cubicBezTo>
                    <a:pt x="2125" y="1614"/>
                    <a:pt x="2133" y="1606"/>
                    <a:pt x="2141" y="1606"/>
                  </a:cubicBezTo>
                  <a:cubicBezTo>
                    <a:pt x="2206" y="1631"/>
                    <a:pt x="2254" y="1679"/>
                    <a:pt x="2295" y="1736"/>
                  </a:cubicBezTo>
                  <a:cubicBezTo>
                    <a:pt x="2295" y="1736"/>
                    <a:pt x="2343" y="1785"/>
                    <a:pt x="2392" y="1833"/>
                  </a:cubicBezTo>
                  <a:cubicBezTo>
                    <a:pt x="2399" y="1839"/>
                    <a:pt x="2404" y="1842"/>
                    <a:pt x="2406" y="1842"/>
                  </a:cubicBezTo>
                  <a:cubicBezTo>
                    <a:pt x="2422" y="1842"/>
                    <a:pt x="2363" y="1745"/>
                    <a:pt x="2287" y="1655"/>
                  </a:cubicBezTo>
                  <a:lnTo>
                    <a:pt x="2287" y="1655"/>
                  </a:lnTo>
                  <a:lnTo>
                    <a:pt x="2335" y="1703"/>
                  </a:lnTo>
                  <a:cubicBezTo>
                    <a:pt x="2363" y="1731"/>
                    <a:pt x="2380" y="1740"/>
                    <a:pt x="2391" y="1740"/>
                  </a:cubicBezTo>
                  <a:cubicBezTo>
                    <a:pt x="2400" y="1740"/>
                    <a:pt x="2405" y="1735"/>
                    <a:pt x="2408" y="1728"/>
                  </a:cubicBezTo>
                  <a:cubicBezTo>
                    <a:pt x="2425" y="1720"/>
                    <a:pt x="2433" y="1712"/>
                    <a:pt x="2384" y="1663"/>
                  </a:cubicBezTo>
                  <a:cubicBezTo>
                    <a:pt x="2343" y="1614"/>
                    <a:pt x="2295" y="1558"/>
                    <a:pt x="2303" y="1549"/>
                  </a:cubicBezTo>
                  <a:lnTo>
                    <a:pt x="2303" y="1549"/>
                  </a:lnTo>
                  <a:cubicBezTo>
                    <a:pt x="2302" y="1550"/>
                    <a:pt x="2301" y="1550"/>
                    <a:pt x="2300" y="1550"/>
                  </a:cubicBezTo>
                  <a:cubicBezTo>
                    <a:pt x="2288" y="1550"/>
                    <a:pt x="2243" y="1505"/>
                    <a:pt x="2206" y="1460"/>
                  </a:cubicBezTo>
                  <a:lnTo>
                    <a:pt x="2206" y="1460"/>
                  </a:lnTo>
                  <a:cubicBezTo>
                    <a:pt x="2246" y="1485"/>
                    <a:pt x="2287" y="1509"/>
                    <a:pt x="2319" y="1541"/>
                  </a:cubicBezTo>
                  <a:cubicBezTo>
                    <a:pt x="2409" y="1618"/>
                    <a:pt x="2458" y="1658"/>
                    <a:pt x="2490" y="1658"/>
                  </a:cubicBezTo>
                  <a:cubicBezTo>
                    <a:pt x="2496" y="1658"/>
                    <a:pt x="2501" y="1657"/>
                    <a:pt x="2506" y="1655"/>
                  </a:cubicBezTo>
                  <a:cubicBezTo>
                    <a:pt x="2512" y="1652"/>
                    <a:pt x="2519" y="1649"/>
                    <a:pt x="2528" y="1649"/>
                  </a:cubicBezTo>
                  <a:cubicBezTo>
                    <a:pt x="2543" y="1649"/>
                    <a:pt x="2561" y="1657"/>
                    <a:pt x="2587" y="1687"/>
                  </a:cubicBezTo>
                  <a:cubicBezTo>
                    <a:pt x="2603" y="1679"/>
                    <a:pt x="2611" y="1679"/>
                    <a:pt x="2579" y="1622"/>
                  </a:cubicBezTo>
                  <a:lnTo>
                    <a:pt x="2587" y="1614"/>
                  </a:lnTo>
                  <a:cubicBezTo>
                    <a:pt x="2609" y="1640"/>
                    <a:pt x="2622" y="1652"/>
                    <a:pt x="2628" y="1652"/>
                  </a:cubicBezTo>
                  <a:cubicBezTo>
                    <a:pt x="2634" y="1652"/>
                    <a:pt x="2629" y="1634"/>
                    <a:pt x="2611" y="1598"/>
                  </a:cubicBezTo>
                  <a:cubicBezTo>
                    <a:pt x="2602" y="1574"/>
                    <a:pt x="2602" y="1567"/>
                    <a:pt x="2606" y="1567"/>
                  </a:cubicBezTo>
                  <a:cubicBezTo>
                    <a:pt x="2612" y="1567"/>
                    <a:pt x="2630" y="1590"/>
                    <a:pt x="2635" y="1590"/>
                  </a:cubicBezTo>
                  <a:cubicBezTo>
                    <a:pt x="2671" y="1640"/>
                    <a:pt x="2691" y="1668"/>
                    <a:pt x="2693" y="1668"/>
                  </a:cubicBezTo>
                  <a:cubicBezTo>
                    <a:pt x="2696" y="1668"/>
                    <a:pt x="2670" y="1624"/>
                    <a:pt x="2611" y="1525"/>
                  </a:cubicBezTo>
                  <a:cubicBezTo>
                    <a:pt x="2581" y="1465"/>
                    <a:pt x="2537" y="1419"/>
                    <a:pt x="2524" y="1419"/>
                  </a:cubicBezTo>
                  <a:cubicBezTo>
                    <a:pt x="2523" y="1419"/>
                    <a:pt x="2522" y="1419"/>
                    <a:pt x="2522" y="1420"/>
                  </a:cubicBezTo>
                  <a:lnTo>
                    <a:pt x="2497" y="1436"/>
                  </a:lnTo>
                  <a:lnTo>
                    <a:pt x="2489" y="1355"/>
                  </a:lnTo>
                  <a:cubicBezTo>
                    <a:pt x="2489" y="1306"/>
                    <a:pt x="2481" y="1258"/>
                    <a:pt x="2457" y="1217"/>
                  </a:cubicBezTo>
                  <a:cubicBezTo>
                    <a:pt x="2457" y="1217"/>
                    <a:pt x="2425" y="1160"/>
                    <a:pt x="2433" y="1152"/>
                  </a:cubicBezTo>
                  <a:lnTo>
                    <a:pt x="2433" y="1152"/>
                  </a:lnTo>
                  <a:lnTo>
                    <a:pt x="2497" y="1274"/>
                  </a:lnTo>
                  <a:cubicBezTo>
                    <a:pt x="2522" y="1339"/>
                    <a:pt x="2546" y="1403"/>
                    <a:pt x="2579" y="1460"/>
                  </a:cubicBezTo>
                  <a:cubicBezTo>
                    <a:pt x="2621" y="1531"/>
                    <a:pt x="2656" y="1578"/>
                    <a:pt x="2665" y="1578"/>
                  </a:cubicBezTo>
                  <a:cubicBezTo>
                    <a:pt x="2672" y="1578"/>
                    <a:pt x="2667" y="1555"/>
                    <a:pt x="2643" y="1501"/>
                  </a:cubicBezTo>
                  <a:cubicBezTo>
                    <a:pt x="2652" y="1501"/>
                    <a:pt x="2652" y="1501"/>
                    <a:pt x="2684" y="1558"/>
                  </a:cubicBezTo>
                  <a:cubicBezTo>
                    <a:pt x="2697" y="1581"/>
                    <a:pt x="2706" y="1594"/>
                    <a:pt x="2709" y="1594"/>
                  </a:cubicBezTo>
                  <a:cubicBezTo>
                    <a:pt x="2714" y="1594"/>
                    <a:pt x="2705" y="1565"/>
                    <a:pt x="2676" y="1493"/>
                  </a:cubicBezTo>
                  <a:cubicBezTo>
                    <a:pt x="2655" y="1427"/>
                    <a:pt x="2647" y="1394"/>
                    <a:pt x="2653" y="1394"/>
                  </a:cubicBezTo>
                  <a:cubicBezTo>
                    <a:pt x="2658" y="1394"/>
                    <a:pt x="2676" y="1425"/>
                    <a:pt x="2708" y="1485"/>
                  </a:cubicBezTo>
                  <a:cubicBezTo>
                    <a:pt x="2744" y="1552"/>
                    <a:pt x="2770" y="1580"/>
                    <a:pt x="2782" y="1580"/>
                  </a:cubicBezTo>
                  <a:cubicBezTo>
                    <a:pt x="2792" y="1580"/>
                    <a:pt x="2792" y="1562"/>
                    <a:pt x="2781" y="1533"/>
                  </a:cubicBezTo>
                  <a:cubicBezTo>
                    <a:pt x="2757" y="1455"/>
                    <a:pt x="2756" y="1424"/>
                    <a:pt x="2766" y="1424"/>
                  </a:cubicBezTo>
                  <a:cubicBezTo>
                    <a:pt x="2773" y="1424"/>
                    <a:pt x="2785" y="1438"/>
                    <a:pt x="2797" y="1460"/>
                  </a:cubicBezTo>
                  <a:cubicBezTo>
                    <a:pt x="2813" y="1492"/>
                    <a:pt x="2823" y="1508"/>
                    <a:pt x="2828" y="1508"/>
                  </a:cubicBezTo>
                  <a:cubicBezTo>
                    <a:pt x="2832" y="1508"/>
                    <a:pt x="2830" y="1490"/>
                    <a:pt x="2822" y="1452"/>
                  </a:cubicBezTo>
                  <a:lnTo>
                    <a:pt x="2822" y="1452"/>
                  </a:lnTo>
                  <a:cubicBezTo>
                    <a:pt x="2839" y="1498"/>
                    <a:pt x="2856" y="1544"/>
                    <a:pt x="2862" y="1544"/>
                  </a:cubicBezTo>
                  <a:cubicBezTo>
                    <a:pt x="2864" y="1544"/>
                    <a:pt x="2865" y="1536"/>
                    <a:pt x="2862" y="1517"/>
                  </a:cubicBezTo>
                  <a:cubicBezTo>
                    <a:pt x="2862" y="1517"/>
                    <a:pt x="2870" y="1509"/>
                    <a:pt x="2846" y="1452"/>
                  </a:cubicBezTo>
                  <a:cubicBezTo>
                    <a:pt x="2846" y="1452"/>
                    <a:pt x="2838" y="1379"/>
                    <a:pt x="2830" y="1314"/>
                  </a:cubicBezTo>
                  <a:cubicBezTo>
                    <a:pt x="2814" y="1314"/>
                    <a:pt x="2797" y="1249"/>
                    <a:pt x="2781" y="1185"/>
                  </a:cubicBezTo>
                  <a:cubicBezTo>
                    <a:pt x="2777" y="1167"/>
                    <a:pt x="2778" y="1157"/>
                    <a:pt x="2785" y="1157"/>
                  </a:cubicBezTo>
                  <a:cubicBezTo>
                    <a:pt x="2801" y="1157"/>
                    <a:pt x="2848" y="1222"/>
                    <a:pt x="2895" y="1363"/>
                  </a:cubicBezTo>
                  <a:lnTo>
                    <a:pt x="2935" y="1493"/>
                  </a:lnTo>
                  <a:cubicBezTo>
                    <a:pt x="2927" y="1428"/>
                    <a:pt x="2911" y="1355"/>
                    <a:pt x="2911" y="1355"/>
                  </a:cubicBezTo>
                  <a:cubicBezTo>
                    <a:pt x="2919" y="1355"/>
                    <a:pt x="2935" y="1355"/>
                    <a:pt x="2943" y="1428"/>
                  </a:cubicBezTo>
                  <a:cubicBezTo>
                    <a:pt x="2960" y="1493"/>
                    <a:pt x="2960" y="1493"/>
                    <a:pt x="2968" y="1493"/>
                  </a:cubicBezTo>
                  <a:cubicBezTo>
                    <a:pt x="2968" y="1493"/>
                    <a:pt x="2976" y="1493"/>
                    <a:pt x="2968" y="1428"/>
                  </a:cubicBezTo>
                  <a:cubicBezTo>
                    <a:pt x="2953" y="1346"/>
                    <a:pt x="2947" y="1313"/>
                    <a:pt x="2950" y="1313"/>
                  </a:cubicBezTo>
                  <a:cubicBezTo>
                    <a:pt x="2952" y="1313"/>
                    <a:pt x="2958" y="1328"/>
                    <a:pt x="2968" y="1355"/>
                  </a:cubicBezTo>
                  <a:cubicBezTo>
                    <a:pt x="2984" y="1424"/>
                    <a:pt x="2994" y="1458"/>
                    <a:pt x="2999" y="1458"/>
                  </a:cubicBezTo>
                  <a:cubicBezTo>
                    <a:pt x="3004" y="1458"/>
                    <a:pt x="3004" y="1424"/>
                    <a:pt x="3000" y="1355"/>
                  </a:cubicBezTo>
                  <a:cubicBezTo>
                    <a:pt x="2988" y="1290"/>
                    <a:pt x="2982" y="1258"/>
                    <a:pt x="2983" y="1258"/>
                  </a:cubicBezTo>
                  <a:lnTo>
                    <a:pt x="2983" y="1258"/>
                  </a:lnTo>
                  <a:cubicBezTo>
                    <a:pt x="2984" y="1258"/>
                    <a:pt x="2992" y="1290"/>
                    <a:pt x="3008" y="1355"/>
                  </a:cubicBezTo>
                  <a:cubicBezTo>
                    <a:pt x="3016" y="1403"/>
                    <a:pt x="3024" y="1452"/>
                    <a:pt x="3049" y="1493"/>
                  </a:cubicBezTo>
                  <a:lnTo>
                    <a:pt x="3041" y="1420"/>
                  </a:lnTo>
                  <a:cubicBezTo>
                    <a:pt x="3031" y="1344"/>
                    <a:pt x="3030" y="1312"/>
                    <a:pt x="3036" y="1312"/>
                  </a:cubicBezTo>
                  <a:cubicBezTo>
                    <a:pt x="3040" y="1312"/>
                    <a:pt x="3047" y="1328"/>
                    <a:pt x="3057" y="1355"/>
                  </a:cubicBezTo>
                  <a:cubicBezTo>
                    <a:pt x="3061" y="1387"/>
                    <a:pt x="3065" y="1403"/>
                    <a:pt x="3070" y="1403"/>
                  </a:cubicBezTo>
                  <a:cubicBezTo>
                    <a:pt x="3075" y="1403"/>
                    <a:pt x="3081" y="1387"/>
                    <a:pt x="3089" y="1355"/>
                  </a:cubicBezTo>
                  <a:cubicBezTo>
                    <a:pt x="3106" y="1355"/>
                    <a:pt x="3122" y="1355"/>
                    <a:pt x="3122" y="1420"/>
                  </a:cubicBezTo>
                  <a:cubicBezTo>
                    <a:pt x="3126" y="1489"/>
                    <a:pt x="3128" y="1523"/>
                    <a:pt x="3129" y="1523"/>
                  </a:cubicBezTo>
                  <a:cubicBezTo>
                    <a:pt x="3130" y="1523"/>
                    <a:pt x="3130" y="1489"/>
                    <a:pt x="3130" y="1420"/>
                  </a:cubicBezTo>
                  <a:cubicBezTo>
                    <a:pt x="3134" y="1383"/>
                    <a:pt x="3136" y="1365"/>
                    <a:pt x="3140" y="1365"/>
                  </a:cubicBezTo>
                  <a:cubicBezTo>
                    <a:pt x="3144" y="1365"/>
                    <a:pt x="3150" y="1383"/>
                    <a:pt x="3162" y="1420"/>
                  </a:cubicBezTo>
                  <a:cubicBezTo>
                    <a:pt x="3170" y="1451"/>
                    <a:pt x="3174" y="1467"/>
                    <a:pt x="3177" y="1467"/>
                  </a:cubicBezTo>
                  <a:cubicBezTo>
                    <a:pt x="3180" y="1467"/>
                    <a:pt x="3182" y="1449"/>
                    <a:pt x="3187" y="1412"/>
                  </a:cubicBezTo>
                  <a:cubicBezTo>
                    <a:pt x="3179" y="1282"/>
                    <a:pt x="3179" y="1209"/>
                    <a:pt x="3162" y="1209"/>
                  </a:cubicBezTo>
                  <a:cubicBezTo>
                    <a:pt x="3154" y="1209"/>
                    <a:pt x="3154" y="1209"/>
                    <a:pt x="3154" y="1144"/>
                  </a:cubicBezTo>
                  <a:lnTo>
                    <a:pt x="3179" y="1144"/>
                  </a:lnTo>
                  <a:cubicBezTo>
                    <a:pt x="3187" y="1144"/>
                    <a:pt x="3195" y="1144"/>
                    <a:pt x="3219" y="1071"/>
                  </a:cubicBezTo>
                  <a:cubicBezTo>
                    <a:pt x="3239" y="1012"/>
                    <a:pt x="3248" y="916"/>
                    <a:pt x="3233" y="916"/>
                  </a:cubicBezTo>
                  <a:cubicBezTo>
                    <a:pt x="3230" y="916"/>
                    <a:pt x="3225" y="921"/>
                    <a:pt x="3219" y="933"/>
                  </a:cubicBezTo>
                  <a:lnTo>
                    <a:pt x="3211" y="868"/>
                  </a:lnTo>
                  <a:cubicBezTo>
                    <a:pt x="3207" y="767"/>
                    <a:pt x="3199" y="716"/>
                    <a:pt x="3192" y="716"/>
                  </a:cubicBezTo>
                  <a:cubicBezTo>
                    <a:pt x="3185" y="716"/>
                    <a:pt x="3179" y="767"/>
                    <a:pt x="3179" y="868"/>
                  </a:cubicBezTo>
                  <a:cubicBezTo>
                    <a:pt x="3183" y="981"/>
                    <a:pt x="3185" y="1031"/>
                    <a:pt x="3183" y="1031"/>
                  </a:cubicBezTo>
                  <a:cubicBezTo>
                    <a:pt x="3182" y="1031"/>
                    <a:pt x="3178" y="999"/>
                    <a:pt x="3170" y="941"/>
                  </a:cubicBezTo>
                  <a:cubicBezTo>
                    <a:pt x="3162" y="804"/>
                    <a:pt x="3154" y="804"/>
                    <a:pt x="3138" y="804"/>
                  </a:cubicBezTo>
                  <a:cubicBezTo>
                    <a:pt x="3122" y="804"/>
                    <a:pt x="3122" y="804"/>
                    <a:pt x="3114" y="739"/>
                  </a:cubicBezTo>
                  <a:cubicBezTo>
                    <a:pt x="3114" y="666"/>
                    <a:pt x="3097" y="601"/>
                    <a:pt x="3081" y="601"/>
                  </a:cubicBezTo>
                  <a:cubicBezTo>
                    <a:pt x="3065" y="601"/>
                    <a:pt x="3065" y="601"/>
                    <a:pt x="3065" y="674"/>
                  </a:cubicBezTo>
                  <a:cubicBezTo>
                    <a:pt x="3075" y="701"/>
                    <a:pt x="3075" y="716"/>
                    <a:pt x="3071" y="716"/>
                  </a:cubicBezTo>
                  <a:cubicBezTo>
                    <a:pt x="3064" y="716"/>
                    <a:pt x="3047" y="685"/>
                    <a:pt x="3033" y="609"/>
                  </a:cubicBezTo>
                  <a:cubicBezTo>
                    <a:pt x="3022" y="578"/>
                    <a:pt x="3016" y="560"/>
                    <a:pt x="3014" y="560"/>
                  </a:cubicBezTo>
                  <a:cubicBezTo>
                    <a:pt x="3011" y="560"/>
                    <a:pt x="3015" y="594"/>
                    <a:pt x="3024" y="674"/>
                  </a:cubicBezTo>
                  <a:cubicBezTo>
                    <a:pt x="3029" y="744"/>
                    <a:pt x="3024" y="778"/>
                    <a:pt x="3015" y="778"/>
                  </a:cubicBezTo>
                  <a:cubicBezTo>
                    <a:pt x="3006" y="778"/>
                    <a:pt x="2992" y="746"/>
                    <a:pt x="2976" y="682"/>
                  </a:cubicBezTo>
                  <a:lnTo>
                    <a:pt x="2943" y="682"/>
                  </a:lnTo>
                  <a:cubicBezTo>
                    <a:pt x="2927" y="682"/>
                    <a:pt x="2943" y="747"/>
                    <a:pt x="2952" y="820"/>
                  </a:cubicBezTo>
                  <a:cubicBezTo>
                    <a:pt x="2961" y="896"/>
                    <a:pt x="2965" y="927"/>
                    <a:pt x="2962" y="927"/>
                  </a:cubicBezTo>
                  <a:cubicBezTo>
                    <a:pt x="2959" y="927"/>
                    <a:pt x="2953" y="911"/>
                    <a:pt x="2943" y="885"/>
                  </a:cubicBezTo>
                  <a:cubicBezTo>
                    <a:pt x="2927" y="844"/>
                    <a:pt x="2919" y="795"/>
                    <a:pt x="2911" y="747"/>
                  </a:cubicBezTo>
                  <a:cubicBezTo>
                    <a:pt x="2903" y="682"/>
                    <a:pt x="2887" y="682"/>
                    <a:pt x="2870" y="682"/>
                  </a:cubicBezTo>
                  <a:cubicBezTo>
                    <a:pt x="2854" y="690"/>
                    <a:pt x="2822" y="690"/>
                    <a:pt x="2838" y="755"/>
                  </a:cubicBezTo>
                  <a:cubicBezTo>
                    <a:pt x="2840" y="774"/>
                    <a:pt x="2841" y="782"/>
                    <a:pt x="2841" y="782"/>
                  </a:cubicBezTo>
                  <a:cubicBezTo>
                    <a:pt x="2841" y="782"/>
                    <a:pt x="2833" y="736"/>
                    <a:pt x="2822" y="690"/>
                  </a:cubicBezTo>
                  <a:cubicBezTo>
                    <a:pt x="2811" y="690"/>
                    <a:pt x="2804" y="661"/>
                    <a:pt x="2803" y="661"/>
                  </a:cubicBezTo>
                  <a:lnTo>
                    <a:pt x="2803" y="661"/>
                  </a:lnTo>
                  <a:cubicBezTo>
                    <a:pt x="2802" y="661"/>
                    <a:pt x="2803" y="668"/>
                    <a:pt x="2806" y="690"/>
                  </a:cubicBezTo>
                  <a:cubicBezTo>
                    <a:pt x="2806" y="690"/>
                    <a:pt x="2789" y="690"/>
                    <a:pt x="2749" y="625"/>
                  </a:cubicBezTo>
                  <a:cubicBezTo>
                    <a:pt x="2741" y="616"/>
                    <a:pt x="2735" y="613"/>
                    <a:pt x="2729" y="613"/>
                  </a:cubicBezTo>
                  <a:cubicBezTo>
                    <a:pt x="2700" y="613"/>
                    <a:pt x="2703" y="730"/>
                    <a:pt x="2762" y="831"/>
                  </a:cubicBezTo>
                  <a:lnTo>
                    <a:pt x="2762" y="831"/>
                  </a:lnTo>
                  <a:cubicBezTo>
                    <a:pt x="2759" y="833"/>
                    <a:pt x="2755" y="834"/>
                    <a:pt x="2749" y="836"/>
                  </a:cubicBezTo>
                  <a:cubicBezTo>
                    <a:pt x="2733" y="844"/>
                    <a:pt x="2749" y="909"/>
                    <a:pt x="2749" y="909"/>
                  </a:cubicBezTo>
                  <a:cubicBezTo>
                    <a:pt x="2765" y="974"/>
                    <a:pt x="2757" y="982"/>
                    <a:pt x="2741" y="982"/>
                  </a:cubicBezTo>
                  <a:cubicBezTo>
                    <a:pt x="2741" y="982"/>
                    <a:pt x="2725" y="917"/>
                    <a:pt x="2708" y="852"/>
                  </a:cubicBezTo>
                  <a:cubicBezTo>
                    <a:pt x="2690" y="737"/>
                    <a:pt x="2666" y="669"/>
                    <a:pt x="2655" y="669"/>
                  </a:cubicBezTo>
                  <a:cubicBezTo>
                    <a:pt x="2647" y="669"/>
                    <a:pt x="2646" y="704"/>
                    <a:pt x="2657" y="781"/>
                  </a:cubicBezTo>
                  <a:lnTo>
                    <a:pt x="2657" y="781"/>
                  </a:lnTo>
                  <a:cubicBezTo>
                    <a:pt x="2653" y="766"/>
                    <a:pt x="2648" y="748"/>
                    <a:pt x="2643" y="731"/>
                  </a:cubicBezTo>
                  <a:cubicBezTo>
                    <a:pt x="2636" y="699"/>
                    <a:pt x="2628" y="683"/>
                    <a:pt x="2621" y="683"/>
                  </a:cubicBezTo>
                  <a:cubicBezTo>
                    <a:pt x="2613" y="683"/>
                    <a:pt x="2607" y="701"/>
                    <a:pt x="2603" y="739"/>
                  </a:cubicBezTo>
                  <a:cubicBezTo>
                    <a:pt x="2595" y="812"/>
                    <a:pt x="2611" y="876"/>
                    <a:pt x="2635" y="941"/>
                  </a:cubicBezTo>
                  <a:cubicBezTo>
                    <a:pt x="2652" y="1006"/>
                    <a:pt x="2643" y="1014"/>
                    <a:pt x="2643" y="1014"/>
                  </a:cubicBezTo>
                  <a:cubicBezTo>
                    <a:pt x="2627" y="1014"/>
                    <a:pt x="2627" y="1014"/>
                    <a:pt x="2603" y="949"/>
                  </a:cubicBezTo>
                  <a:cubicBezTo>
                    <a:pt x="2584" y="888"/>
                    <a:pt x="2566" y="857"/>
                    <a:pt x="2557" y="857"/>
                  </a:cubicBezTo>
                  <a:cubicBezTo>
                    <a:pt x="2548" y="857"/>
                    <a:pt x="2549" y="894"/>
                    <a:pt x="2570" y="966"/>
                  </a:cubicBezTo>
                  <a:lnTo>
                    <a:pt x="2546" y="901"/>
                  </a:lnTo>
                  <a:cubicBezTo>
                    <a:pt x="2530" y="859"/>
                    <a:pt x="2508" y="820"/>
                    <a:pt x="2481" y="820"/>
                  </a:cubicBezTo>
                  <a:cubicBezTo>
                    <a:pt x="2466" y="820"/>
                    <a:pt x="2450" y="832"/>
                    <a:pt x="2433" y="860"/>
                  </a:cubicBezTo>
                  <a:cubicBezTo>
                    <a:pt x="2403" y="865"/>
                    <a:pt x="2377" y="876"/>
                    <a:pt x="2356" y="876"/>
                  </a:cubicBezTo>
                  <a:cubicBezTo>
                    <a:pt x="2338" y="876"/>
                    <a:pt x="2323" y="867"/>
                    <a:pt x="2311" y="836"/>
                  </a:cubicBezTo>
                  <a:cubicBezTo>
                    <a:pt x="2306" y="825"/>
                    <a:pt x="2301" y="821"/>
                    <a:pt x="2298" y="821"/>
                  </a:cubicBezTo>
                  <a:cubicBezTo>
                    <a:pt x="2280" y="821"/>
                    <a:pt x="2286" y="948"/>
                    <a:pt x="2327" y="1063"/>
                  </a:cubicBezTo>
                  <a:cubicBezTo>
                    <a:pt x="2307" y="1023"/>
                    <a:pt x="2294" y="1011"/>
                    <a:pt x="2280" y="1011"/>
                  </a:cubicBezTo>
                  <a:cubicBezTo>
                    <a:pt x="2272" y="1011"/>
                    <a:pt x="2264" y="1016"/>
                    <a:pt x="2254" y="1022"/>
                  </a:cubicBezTo>
                  <a:cubicBezTo>
                    <a:pt x="2240" y="1028"/>
                    <a:pt x="2231" y="1032"/>
                    <a:pt x="2224" y="1032"/>
                  </a:cubicBezTo>
                  <a:cubicBezTo>
                    <a:pt x="2210" y="1032"/>
                    <a:pt x="2202" y="1019"/>
                    <a:pt x="2181" y="982"/>
                  </a:cubicBezTo>
                  <a:cubicBezTo>
                    <a:pt x="2153" y="922"/>
                    <a:pt x="2139" y="892"/>
                    <a:pt x="2137" y="892"/>
                  </a:cubicBezTo>
                  <a:cubicBezTo>
                    <a:pt x="2134" y="892"/>
                    <a:pt x="2144" y="924"/>
                    <a:pt x="2165" y="990"/>
                  </a:cubicBezTo>
                  <a:cubicBezTo>
                    <a:pt x="2194" y="1044"/>
                    <a:pt x="2195" y="1067"/>
                    <a:pt x="2182" y="1067"/>
                  </a:cubicBezTo>
                  <a:cubicBezTo>
                    <a:pt x="2164" y="1067"/>
                    <a:pt x="2121" y="1029"/>
                    <a:pt x="2076" y="966"/>
                  </a:cubicBezTo>
                  <a:cubicBezTo>
                    <a:pt x="2052" y="932"/>
                    <a:pt x="2039" y="921"/>
                    <a:pt x="2026" y="921"/>
                  </a:cubicBezTo>
                  <a:cubicBezTo>
                    <a:pt x="2017" y="921"/>
                    <a:pt x="2008" y="927"/>
                    <a:pt x="1995" y="933"/>
                  </a:cubicBezTo>
                  <a:cubicBezTo>
                    <a:pt x="2019" y="998"/>
                    <a:pt x="1995" y="1006"/>
                    <a:pt x="1970" y="1031"/>
                  </a:cubicBezTo>
                  <a:cubicBezTo>
                    <a:pt x="1938" y="1063"/>
                    <a:pt x="1938" y="1063"/>
                    <a:pt x="2019" y="1168"/>
                  </a:cubicBezTo>
                  <a:cubicBezTo>
                    <a:pt x="2108" y="1274"/>
                    <a:pt x="2100" y="1282"/>
                    <a:pt x="2076" y="1298"/>
                  </a:cubicBezTo>
                  <a:cubicBezTo>
                    <a:pt x="2073" y="1301"/>
                    <a:pt x="2070" y="1304"/>
                    <a:pt x="2065" y="1304"/>
                  </a:cubicBezTo>
                  <a:cubicBezTo>
                    <a:pt x="2056" y="1304"/>
                    <a:pt x="2041" y="1296"/>
                    <a:pt x="2011" y="1266"/>
                  </a:cubicBezTo>
                  <a:cubicBezTo>
                    <a:pt x="2011" y="1266"/>
                    <a:pt x="1971" y="1232"/>
                    <a:pt x="1951" y="1232"/>
                  </a:cubicBezTo>
                  <a:cubicBezTo>
                    <a:pt x="1949" y="1232"/>
                    <a:pt x="1948" y="1232"/>
                    <a:pt x="1946" y="1233"/>
                  </a:cubicBezTo>
                  <a:cubicBezTo>
                    <a:pt x="1943" y="1236"/>
                    <a:pt x="1939" y="1239"/>
                    <a:pt x="1933" y="1239"/>
                  </a:cubicBezTo>
                  <a:cubicBezTo>
                    <a:pt x="1922" y="1239"/>
                    <a:pt x="1907" y="1231"/>
                    <a:pt x="1881" y="1201"/>
                  </a:cubicBezTo>
                  <a:cubicBezTo>
                    <a:pt x="1881" y="1201"/>
                    <a:pt x="1843" y="1177"/>
                    <a:pt x="1818" y="1177"/>
                  </a:cubicBezTo>
                  <a:cubicBezTo>
                    <a:pt x="1810" y="1177"/>
                    <a:pt x="1804" y="1179"/>
                    <a:pt x="1800" y="1185"/>
                  </a:cubicBezTo>
                  <a:cubicBezTo>
                    <a:pt x="1787" y="1194"/>
                    <a:pt x="1773" y="1205"/>
                    <a:pt x="1755" y="1205"/>
                  </a:cubicBezTo>
                  <a:cubicBezTo>
                    <a:pt x="1741" y="1205"/>
                    <a:pt x="1724" y="1198"/>
                    <a:pt x="1703" y="1176"/>
                  </a:cubicBezTo>
                  <a:lnTo>
                    <a:pt x="1703" y="1176"/>
                  </a:lnTo>
                  <a:cubicBezTo>
                    <a:pt x="1687" y="1193"/>
                    <a:pt x="1687" y="1193"/>
                    <a:pt x="1735" y="1233"/>
                  </a:cubicBezTo>
                  <a:cubicBezTo>
                    <a:pt x="1792" y="1282"/>
                    <a:pt x="1825" y="1331"/>
                    <a:pt x="1735" y="1339"/>
                  </a:cubicBezTo>
                  <a:cubicBezTo>
                    <a:pt x="1719" y="1355"/>
                    <a:pt x="1687" y="1395"/>
                    <a:pt x="1743" y="1436"/>
                  </a:cubicBezTo>
                  <a:cubicBezTo>
                    <a:pt x="1740" y="1442"/>
                    <a:pt x="1739" y="1446"/>
                    <a:pt x="1735" y="1446"/>
                  </a:cubicBezTo>
                  <a:cubicBezTo>
                    <a:pt x="1728" y="1446"/>
                    <a:pt x="1715" y="1434"/>
                    <a:pt x="1679" y="1403"/>
                  </a:cubicBezTo>
                  <a:cubicBezTo>
                    <a:pt x="1638" y="1372"/>
                    <a:pt x="1609" y="1358"/>
                    <a:pt x="1595" y="1358"/>
                  </a:cubicBezTo>
                  <a:cubicBezTo>
                    <a:pt x="1573" y="1358"/>
                    <a:pt x="1587" y="1393"/>
                    <a:pt x="1646" y="1452"/>
                  </a:cubicBezTo>
                  <a:cubicBezTo>
                    <a:pt x="1682" y="1478"/>
                    <a:pt x="1692" y="1494"/>
                    <a:pt x="1676" y="1494"/>
                  </a:cubicBezTo>
                  <a:cubicBezTo>
                    <a:pt x="1667" y="1494"/>
                    <a:pt x="1649" y="1488"/>
                    <a:pt x="1622" y="1476"/>
                  </a:cubicBezTo>
                  <a:lnTo>
                    <a:pt x="1622" y="1476"/>
                  </a:lnTo>
                  <a:cubicBezTo>
                    <a:pt x="1622" y="1476"/>
                    <a:pt x="1614" y="1493"/>
                    <a:pt x="1662" y="1541"/>
                  </a:cubicBezTo>
                  <a:cubicBezTo>
                    <a:pt x="1693" y="1572"/>
                    <a:pt x="1705" y="1583"/>
                    <a:pt x="1690" y="1583"/>
                  </a:cubicBezTo>
                  <a:cubicBezTo>
                    <a:pt x="1682" y="1583"/>
                    <a:pt x="1665" y="1580"/>
                    <a:pt x="1638" y="1574"/>
                  </a:cubicBezTo>
                  <a:cubicBezTo>
                    <a:pt x="1610" y="1558"/>
                    <a:pt x="1593" y="1551"/>
                    <a:pt x="1583" y="1551"/>
                  </a:cubicBezTo>
                  <a:cubicBezTo>
                    <a:pt x="1573" y="1551"/>
                    <a:pt x="1569" y="1558"/>
                    <a:pt x="1565" y="1566"/>
                  </a:cubicBezTo>
                  <a:cubicBezTo>
                    <a:pt x="1589" y="1621"/>
                    <a:pt x="1528" y="1752"/>
                    <a:pt x="1465" y="1752"/>
                  </a:cubicBezTo>
                  <a:cubicBezTo>
                    <a:pt x="1463" y="1752"/>
                    <a:pt x="1462" y="1752"/>
                    <a:pt x="1460" y="1752"/>
                  </a:cubicBezTo>
                  <a:lnTo>
                    <a:pt x="1460" y="1752"/>
                  </a:lnTo>
                  <a:cubicBezTo>
                    <a:pt x="1508" y="1793"/>
                    <a:pt x="1508" y="1793"/>
                    <a:pt x="1508" y="1809"/>
                  </a:cubicBezTo>
                  <a:cubicBezTo>
                    <a:pt x="1470" y="1795"/>
                    <a:pt x="1448" y="1789"/>
                    <a:pt x="1438" y="1789"/>
                  </a:cubicBezTo>
                  <a:cubicBezTo>
                    <a:pt x="1414" y="1789"/>
                    <a:pt x="1465" y="1823"/>
                    <a:pt x="1557" y="1858"/>
                  </a:cubicBezTo>
                  <a:lnTo>
                    <a:pt x="1557" y="1849"/>
                  </a:lnTo>
                  <a:lnTo>
                    <a:pt x="1565" y="1833"/>
                  </a:lnTo>
                  <a:cubicBezTo>
                    <a:pt x="1642" y="1867"/>
                    <a:pt x="1665" y="1895"/>
                    <a:pt x="1631" y="1895"/>
                  </a:cubicBezTo>
                  <a:cubicBezTo>
                    <a:pt x="1608" y="1895"/>
                    <a:pt x="1559" y="1882"/>
                    <a:pt x="1484" y="1849"/>
                  </a:cubicBezTo>
                  <a:cubicBezTo>
                    <a:pt x="1428" y="1829"/>
                    <a:pt x="1397" y="1818"/>
                    <a:pt x="1388" y="1818"/>
                  </a:cubicBezTo>
                  <a:cubicBezTo>
                    <a:pt x="1377" y="1818"/>
                    <a:pt x="1406" y="1837"/>
                    <a:pt x="1476" y="1874"/>
                  </a:cubicBezTo>
                  <a:cubicBezTo>
                    <a:pt x="1547" y="1914"/>
                    <a:pt x="1574" y="1933"/>
                    <a:pt x="1549" y="1933"/>
                  </a:cubicBezTo>
                  <a:cubicBezTo>
                    <a:pt x="1535" y="1933"/>
                    <a:pt x="1503" y="1926"/>
                    <a:pt x="1452" y="1914"/>
                  </a:cubicBezTo>
                  <a:cubicBezTo>
                    <a:pt x="1393" y="1891"/>
                    <a:pt x="1363" y="1879"/>
                    <a:pt x="1360" y="1879"/>
                  </a:cubicBezTo>
                  <a:cubicBezTo>
                    <a:pt x="1356" y="1879"/>
                    <a:pt x="1385" y="1893"/>
                    <a:pt x="1443" y="1922"/>
                  </a:cubicBezTo>
                  <a:cubicBezTo>
                    <a:pt x="1602" y="2007"/>
                    <a:pt x="1678" y="2057"/>
                    <a:pt x="1640" y="2057"/>
                  </a:cubicBezTo>
                  <a:cubicBezTo>
                    <a:pt x="1619" y="2057"/>
                    <a:pt x="1566" y="2043"/>
                    <a:pt x="1476" y="2012"/>
                  </a:cubicBezTo>
                  <a:cubicBezTo>
                    <a:pt x="1387" y="1984"/>
                    <a:pt x="1329" y="1971"/>
                    <a:pt x="1298" y="1971"/>
                  </a:cubicBezTo>
                  <a:cubicBezTo>
                    <a:pt x="1284" y="1971"/>
                    <a:pt x="1276" y="1974"/>
                    <a:pt x="1273" y="1979"/>
                  </a:cubicBezTo>
                  <a:cubicBezTo>
                    <a:pt x="1273" y="1995"/>
                    <a:pt x="1338" y="2012"/>
                    <a:pt x="1403" y="2036"/>
                  </a:cubicBezTo>
                  <a:cubicBezTo>
                    <a:pt x="1496" y="2053"/>
                    <a:pt x="1523" y="2067"/>
                    <a:pt x="1478" y="2067"/>
                  </a:cubicBezTo>
                  <a:cubicBezTo>
                    <a:pt x="1461" y="2067"/>
                    <a:pt x="1433" y="2065"/>
                    <a:pt x="1395" y="2060"/>
                  </a:cubicBezTo>
                  <a:cubicBezTo>
                    <a:pt x="1364" y="2058"/>
                    <a:pt x="1338" y="2057"/>
                    <a:pt x="1315" y="2057"/>
                  </a:cubicBezTo>
                  <a:cubicBezTo>
                    <a:pt x="1184" y="2057"/>
                    <a:pt x="1194" y="2096"/>
                    <a:pt x="1298" y="2166"/>
                  </a:cubicBezTo>
                  <a:cubicBezTo>
                    <a:pt x="1370" y="2223"/>
                    <a:pt x="1390" y="2260"/>
                    <a:pt x="1364" y="2260"/>
                  </a:cubicBezTo>
                  <a:cubicBezTo>
                    <a:pt x="1350" y="2260"/>
                    <a:pt x="1322" y="2248"/>
                    <a:pt x="1281" y="2222"/>
                  </a:cubicBezTo>
                  <a:cubicBezTo>
                    <a:pt x="1212" y="2188"/>
                    <a:pt x="1180" y="2171"/>
                    <a:pt x="1173" y="2171"/>
                  </a:cubicBezTo>
                  <a:cubicBezTo>
                    <a:pt x="1168" y="2171"/>
                    <a:pt x="1182" y="2184"/>
                    <a:pt x="1208" y="2206"/>
                  </a:cubicBezTo>
                  <a:cubicBezTo>
                    <a:pt x="1200" y="2239"/>
                    <a:pt x="1192" y="2271"/>
                    <a:pt x="1192" y="2279"/>
                  </a:cubicBezTo>
                  <a:cubicBezTo>
                    <a:pt x="1184" y="2295"/>
                    <a:pt x="1249" y="2328"/>
                    <a:pt x="1314" y="2336"/>
                  </a:cubicBezTo>
                  <a:cubicBezTo>
                    <a:pt x="1296" y="2335"/>
                    <a:pt x="1280" y="2334"/>
                    <a:pt x="1265" y="2334"/>
                  </a:cubicBezTo>
                  <a:cubicBezTo>
                    <a:pt x="1161" y="2334"/>
                    <a:pt x="1119" y="2358"/>
                    <a:pt x="1233" y="2401"/>
                  </a:cubicBezTo>
                  <a:cubicBezTo>
                    <a:pt x="1233" y="2417"/>
                    <a:pt x="1233" y="2433"/>
                    <a:pt x="1233" y="2433"/>
                  </a:cubicBezTo>
                  <a:cubicBezTo>
                    <a:pt x="1233" y="2449"/>
                    <a:pt x="1233" y="2449"/>
                    <a:pt x="1298" y="2474"/>
                  </a:cubicBezTo>
                  <a:cubicBezTo>
                    <a:pt x="1362" y="2490"/>
                    <a:pt x="1289" y="2498"/>
                    <a:pt x="1225" y="2506"/>
                  </a:cubicBezTo>
                  <a:cubicBezTo>
                    <a:pt x="1152" y="2514"/>
                    <a:pt x="1087" y="2530"/>
                    <a:pt x="1152" y="2530"/>
                  </a:cubicBezTo>
                  <a:cubicBezTo>
                    <a:pt x="1216" y="2547"/>
                    <a:pt x="1289" y="2571"/>
                    <a:pt x="1354" y="2595"/>
                  </a:cubicBezTo>
                  <a:cubicBezTo>
                    <a:pt x="1394" y="2605"/>
                    <a:pt x="1382" y="2612"/>
                    <a:pt x="1351" y="2612"/>
                  </a:cubicBezTo>
                  <a:cubicBezTo>
                    <a:pt x="1332" y="2612"/>
                    <a:pt x="1306" y="2610"/>
                    <a:pt x="1281" y="2603"/>
                  </a:cubicBezTo>
                  <a:cubicBezTo>
                    <a:pt x="1269" y="2601"/>
                    <a:pt x="1257" y="2600"/>
                    <a:pt x="1245" y="2600"/>
                  </a:cubicBezTo>
                  <a:cubicBezTo>
                    <a:pt x="1209" y="2600"/>
                    <a:pt x="1174" y="2610"/>
                    <a:pt x="1143" y="2628"/>
                  </a:cubicBezTo>
                  <a:cubicBezTo>
                    <a:pt x="1135" y="2644"/>
                    <a:pt x="1135" y="2676"/>
                    <a:pt x="1200" y="2676"/>
                  </a:cubicBezTo>
                  <a:cubicBezTo>
                    <a:pt x="1273" y="2676"/>
                    <a:pt x="1265" y="2766"/>
                    <a:pt x="1200" y="2790"/>
                  </a:cubicBezTo>
                  <a:cubicBezTo>
                    <a:pt x="1200" y="2790"/>
                    <a:pt x="1200" y="2798"/>
                    <a:pt x="1200" y="2814"/>
                  </a:cubicBezTo>
                  <a:cubicBezTo>
                    <a:pt x="1200" y="2830"/>
                    <a:pt x="1273" y="2847"/>
                    <a:pt x="1273" y="2863"/>
                  </a:cubicBezTo>
                  <a:cubicBezTo>
                    <a:pt x="1273" y="2863"/>
                    <a:pt x="1273" y="2879"/>
                    <a:pt x="1338" y="2887"/>
                  </a:cubicBezTo>
                  <a:cubicBezTo>
                    <a:pt x="1338" y="2903"/>
                    <a:pt x="1338" y="2912"/>
                    <a:pt x="1273" y="2920"/>
                  </a:cubicBezTo>
                  <a:cubicBezTo>
                    <a:pt x="1411" y="2928"/>
                    <a:pt x="1411" y="2928"/>
                    <a:pt x="1273" y="2952"/>
                  </a:cubicBezTo>
                  <a:cubicBezTo>
                    <a:pt x="1135" y="2960"/>
                    <a:pt x="1135" y="2960"/>
                    <a:pt x="1273" y="2968"/>
                  </a:cubicBezTo>
                  <a:cubicBezTo>
                    <a:pt x="1346" y="2976"/>
                    <a:pt x="1346" y="2976"/>
                    <a:pt x="1273" y="3001"/>
                  </a:cubicBezTo>
                  <a:cubicBezTo>
                    <a:pt x="1221" y="3001"/>
                    <a:pt x="1211" y="3011"/>
                    <a:pt x="1246" y="3011"/>
                  </a:cubicBezTo>
                  <a:cubicBezTo>
                    <a:pt x="1255" y="3011"/>
                    <a:pt x="1267" y="3010"/>
                    <a:pt x="1281" y="3009"/>
                  </a:cubicBezTo>
                  <a:cubicBezTo>
                    <a:pt x="1411" y="3009"/>
                    <a:pt x="1484" y="3041"/>
                    <a:pt x="1346" y="3066"/>
                  </a:cubicBezTo>
                  <a:cubicBezTo>
                    <a:pt x="1346" y="3066"/>
                    <a:pt x="1346" y="3082"/>
                    <a:pt x="1419" y="3082"/>
                  </a:cubicBezTo>
                  <a:cubicBezTo>
                    <a:pt x="1467" y="3079"/>
                    <a:pt x="1497" y="3077"/>
                    <a:pt x="1509" y="3077"/>
                  </a:cubicBezTo>
                  <a:cubicBezTo>
                    <a:pt x="1531" y="3077"/>
                    <a:pt x="1501" y="3083"/>
                    <a:pt x="1419" y="3098"/>
                  </a:cubicBezTo>
                  <a:cubicBezTo>
                    <a:pt x="1305" y="3125"/>
                    <a:pt x="1291" y="3141"/>
                    <a:pt x="1368" y="3141"/>
                  </a:cubicBezTo>
                  <a:cubicBezTo>
                    <a:pt x="1384" y="3141"/>
                    <a:pt x="1404" y="3140"/>
                    <a:pt x="1427" y="3139"/>
                  </a:cubicBezTo>
                  <a:cubicBezTo>
                    <a:pt x="1427" y="3139"/>
                    <a:pt x="1492" y="3139"/>
                    <a:pt x="1427" y="3163"/>
                  </a:cubicBezTo>
                  <a:cubicBezTo>
                    <a:pt x="1381" y="3196"/>
                    <a:pt x="1340" y="3273"/>
                    <a:pt x="1398" y="3273"/>
                  </a:cubicBezTo>
                  <a:cubicBezTo>
                    <a:pt x="1410" y="3273"/>
                    <a:pt x="1428" y="3269"/>
                    <a:pt x="1452" y="3260"/>
                  </a:cubicBezTo>
                  <a:lnTo>
                    <a:pt x="1460" y="3293"/>
                  </a:lnTo>
                  <a:cubicBezTo>
                    <a:pt x="1395" y="3333"/>
                    <a:pt x="1403" y="3349"/>
                    <a:pt x="1468" y="3349"/>
                  </a:cubicBezTo>
                  <a:lnTo>
                    <a:pt x="1541" y="3341"/>
                  </a:lnTo>
                  <a:lnTo>
                    <a:pt x="1541" y="3341"/>
                  </a:lnTo>
                  <a:cubicBezTo>
                    <a:pt x="1476" y="3366"/>
                    <a:pt x="1411" y="3398"/>
                    <a:pt x="1411" y="3406"/>
                  </a:cubicBezTo>
                  <a:cubicBezTo>
                    <a:pt x="1415" y="3414"/>
                    <a:pt x="1417" y="3418"/>
                    <a:pt x="1426" y="3418"/>
                  </a:cubicBezTo>
                  <a:cubicBezTo>
                    <a:pt x="1435" y="3418"/>
                    <a:pt x="1452" y="3414"/>
                    <a:pt x="1484" y="3406"/>
                  </a:cubicBezTo>
                  <a:cubicBezTo>
                    <a:pt x="1512" y="3390"/>
                    <a:pt x="1529" y="3384"/>
                    <a:pt x="1538" y="3384"/>
                  </a:cubicBezTo>
                  <a:cubicBezTo>
                    <a:pt x="1547" y="3384"/>
                    <a:pt x="1549" y="3390"/>
                    <a:pt x="1549" y="3398"/>
                  </a:cubicBezTo>
                  <a:cubicBezTo>
                    <a:pt x="1549" y="3414"/>
                    <a:pt x="1492" y="3447"/>
                    <a:pt x="1427" y="3471"/>
                  </a:cubicBezTo>
                  <a:lnTo>
                    <a:pt x="1427" y="3479"/>
                  </a:lnTo>
                  <a:cubicBezTo>
                    <a:pt x="1488" y="3460"/>
                    <a:pt x="1522" y="3454"/>
                    <a:pt x="1534" y="3454"/>
                  </a:cubicBezTo>
                  <a:cubicBezTo>
                    <a:pt x="1549" y="3454"/>
                    <a:pt x="1535" y="3462"/>
                    <a:pt x="1500" y="3471"/>
                  </a:cubicBezTo>
                  <a:cubicBezTo>
                    <a:pt x="1443" y="3512"/>
                    <a:pt x="1443" y="3528"/>
                    <a:pt x="1452" y="3536"/>
                  </a:cubicBezTo>
                  <a:cubicBezTo>
                    <a:pt x="1467" y="3530"/>
                    <a:pt x="1476" y="3528"/>
                    <a:pt x="1480" y="3528"/>
                  </a:cubicBezTo>
                  <a:cubicBezTo>
                    <a:pt x="1489" y="3528"/>
                    <a:pt x="1471" y="3540"/>
                    <a:pt x="1459" y="3540"/>
                  </a:cubicBezTo>
                  <a:cubicBezTo>
                    <a:pt x="1456" y="3540"/>
                    <a:pt x="1453" y="3539"/>
                    <a:pt x="1452" y="3536"/>
                  </a:cubicBezTo>
                  <a:lnTo>
                    <a:pt x="1387" y="3560"/>
                  </a:lnTo>
                  <a:cubicBezTo>
                    <a:pt x="1365" y="3576"/>
                    <a:pt x="1361" y="3582"/>
                    <a:pt x="1368" y="3582"/>
                  </a:cubicBezTo>
                  <a:cubicBezTo>
                    <a:pt x="1380" y="3582"/>
                    <a:pt x="1420" y="3567"/>
                    <a:pt x="1460" y="3552"/>
                  </a:cubicBezTo>
                  <a:lnTo>
                    <a:pt x="1468" y="3576"/>
                  </a:lnTo>
                  <a:cubicBezTo>
                    <a:pt x="1472" y="3585"/>
                    <a:pt x="1474" y="3594"/>
                    <a:pt x="1485" y="3594"/>
                  </a:cubicBezTo>
                  <a:cubicBezTo>
                    <a:pt x="1494" y="3594"/>
                    <a:pt x="1511" y="3587"/>
                    <a:pt x="1541" y="3568"/>
                  </a:cubicBezTo>
                  <a:cubicBezTo>
                    <a:pt x="1587" y="3548"/>
                    <a:pt x="1638" y="3523"/>
                    <a:pt x="1660" y="3523"/>
                  </a:cubicBezTo>
                  <a:cubicBezTo>
                    <a:pt x="1665" y="3523"/>
                    <a:pt x="1669" y="3525"/>
                    <a:pt x="1670" y="3528"/>
                  </a:cubicBezTo>
                  <a:cubicBezTo>
                    <a:pt x="1689" y="3521"/>
                    <a:pt x="1697" y="3518"/>
                    <a:pt x="1699" y="3518"/>
                  </a:cubicBezTo>
                  <a:cubicBezTo>
                    <a:pt x="1703" y="3518"/>
                    <a:pt x="1680" y="3529"/>
                    <a:pt x="1673" y="3529"/>
                  </a:cubicBezTo>
                  <a:cubicBezTo>
                    <a:pt x="1671" y="3529"/>
                    <a:pt x="1670" y="3529"/>
                    <a:pt x="1670" y="3528"/>
                  </a:cubicBezTo>
                  <a:cubicBezTo>
                    <a:pt x="1606" y="3552"/>
                    <a:pt x="1541" y="3576"/>
                    <a:pt x="1549" y="3593"/>
                  </a:cubicBezTo>
                  <a:cubicBezTo>
                    <a:pt x="1557" y="3609"/>
                    <a:pt x="1492" y="3633"/>
                    <a:pt x="1492" y="3633"/>
                  </a:cubicBezTo>
                  <a:cubicBezTo>
                    <a:pt x="1386" y="3666"/>
                    <a:pt x="1421" y="3694"/>
                    <a:pt x="1477" y="3694"/>
                  </a:cubicBezTo>
                  <a:cubicBezTo>
                    <a:pt x="1490" y="3694"/>
                    <a:pt x="1503" y="3693"/>
                    <a:pt x="1516" y="3690"/>
                  </a:cubicBezTo>
                  <a:cubicBezTo>
                    <a:pt x="1565" y="3678"/>
                    <a:pt x="1596" y="3671"/>
                    <a:pt x="1610" y="3671"/>
                  </a:cubicBezTo>
                  <a:cubicBezTo>
                    <a:pt x="1634" y="3671"/>
                    <a:pt x="1609" y="3690"/>
                    <a:pt x="1533" y="3730"/>
                  </a:cubicBezTo>
                  <a:cubicBezTo>
                    <a:pt x="1491" y="3750"/>
                    <a:pt x="1479" y="3759"/>
                    <a:pt x="1489" y="3759"/>
                  </a:cubicBezTo>
                  <a:cubicBezTo>
                    <a:pt x="1507" y="3759"/>
                    <a:pt x="1605" y="3727"/>
                    <a:pt x="1727" y="3674"/>
                  </a:cubicBezTo>
                  <a:lnTo>
                    <a:pt x="1914" y="3593"/>
                  </a:lnTo>
                  <a:lnTo>
                    <a:pt x="1735" y="3690"/>
                  </a:lnTo>
                  <a:cubicBezTo>
                    <a:pt x="1571" y="3786"/>
                    <a:pt x="1518" y="3819"/>
                    <a:pt x="1550" y="3819"/>
                  </a:cubicBezTo>
                  <a:cubicBezTo>
                    <a:pt x="1564" y="3819"/>
                    <a:pt x="1594" y="3813"/>
                    <a:pt x="1638" y="3803"/>
                  </a:cubicBezTo>
                  <a:cubicBezTo>
                    <a:pt x="1662" y="3801"/>
                    <a:pt x="1679" y="3799"/>
                    <a:pt x="1687" y="3799"/>
                  </a:cubicBezTo>
                  <a:cubicBezTo>
                    <a:pt x="1705" y="3799"/>
                    <a:pt x="1692" y="3806"/>
                    <a:pt x="1654" y="3828"/>
                  </a:cubicBezTo>
                  <a:cubicBezTo>
                    <a:pt x="1589" y="3860"/>
                    <a:pt x="1598" y="3876"/>
                    <a:pt x="1622" y="3909"/>
                  </a:cubicBezTo>
                  <a:cubicBezTo>
                    <a:pt x="1636" y="3933"/>
                    <a:pt x="1645" y="3948"/>
                    <a:pt x="1662" y="3948"/>
                  </a:cubicBezTo>
                  <a:cubicBezTo>
                    <a:pt x="1673" y="3948"/>
                    <a:pt x="1688" y="3941"/>
                    <a:pt x="1711" y="3925"/>
                  </a:cubicBezTo>
                  <a:cubicBezTo>
                    <a:pt x="1711" y="3925"/>
                    <a:pt x="1719" y="3933"/>
                    <a:pt x="1727" y="3949"/>
                  </a:cubicBezTo>
                  <a:cubicBezTo>
                    <a:pt x="1679" y="3990"/>
                    <a:pt x="1668" y="4009"/>
                    <a:pt x="1680" y="4009"/>
                  </a:cubicBezTo>
                  <a:cubicBezTo>
                    <a:pt x="1695" y="4009"/>
                    <a:pt x="1743" y="3982"/>
                    <a:pt x="1800" y="3933"/>
                  </a:cubicBezTo>
                  <a:lnTo>
                    <a:pt x="1816" y="3957"/>
                  </a:lnTo>
                  <a:lnTo>
                    <a:pt x="1760" y="3998"/>
                  </a:lnTo>
                  <a:cubicBezTo>
                    <a:pt x="1711" y="4030"/>
                    <a:pt x="1719" y="4063"/>
                    <a:pt x="1792" y="4160"/>
                  </a:cubicBezTo>
                  <a:cubicBezTo>
                    <a:pt x="1839" y="4207"/>
                    <a:pt x="1865" y="4233"/>
                    <a:pt x="1893" y="4233"/>
                  </a:cubicBezTo>
                  <a:cubicBezTo>
                    <a:pt x="1918" y="4233"/>
                    <a:pt x="1944" y="4211"/>
                    <a:pt x="1987" y="4160"/>
                  </a:cubicBezTo>
                  <a:cubicBezTo>
                    <a:pt x="2035" y="4119"/>
                    <a:pt x="2063" y="4099"/>
                    <a:pt x="2070" y="4099"/>
                  </a:cubicBezTo>
                  <a:cubicBezTo>
                    <a:pt x="2079" y="4099"/>
                    <a:pt x="2059" y="4127"/>
                    <a:pt x="2011" y="4184"/>
                  </a:cubicBezTo>
                  <a:cubicBezTo>
                    <a:pt x="1976" y="4220"/>
                    <a:pt x="1949" y="4260"/>
                    <a:pt x="1952" y="4260"/>
                  </a:cubicBezTo>
                  <a:cubicBezTo>
                    <a:pt x="1954" y="4260"/>
                    <a:pt x="1960" y="4254"/>
                    <a:pt x="1970" y="4241"/>
                  </a:cubicBezTo>
                  <a:lnTo>
                    <a:pt x="1970" y="4241"/>
                  </a:lnTo>
                  <a:cubicBezTo>
                    <a:pt x="1970" y="4241"/>
                    <a:pt x="1995" y="4266"/>
                    <a:pt x="1954" y="4322"/>
                  </a:cubicBezTo>
                  <a:cubicBezTo>
                    <a:pt x="1925" y="4393"/>
                    <a:pt x="1926" y="4417"/>
                    <a:pt x="1940" y="4417"/>
                  </a:cubicBezTo>
                  <a:cubicBezTo>
                    <a:pt x="1953" y="4417"/>
                    <a:pt x="1979" y="4395"/>
                    <a:pt x="2003" y="4371"/>
                  </a:cubicBezTo>
                  <a:cubicBezTo>
                    <a:pt x="2033" y="4321"/>
                    <a:pt x="2045" y="4303"/>
                    <a:pt x="2047" y="4303"/>
                  </a:cubicBezTo>
                  <a:cubicBezTo>
                    <a:pt x="2049" y="4303"/>
                    <a:pt x="2030" y="4341"/>
                    <a:pt x="2011" y="4379"/>
                  </a:cubicBezTo>
                  <a:cubicBezTo>
                    <a:pt x="1987" y="4426"/>
                    <a:pt x="1964" y="4474"/>
                    <a:pt x="1968" y="4474"/>
                  </a:cubicBezTo>
                  <a:cubicBezTo>
                    <a:pt x="1970" y="4474"/>
                    <a:pt x="1976" y="4467"/>
                    <a:pt x="1987" y="4452"/>
                  </a:cubicBezTo>
                  <a:cubicBezTo>
                    <a:pt x="2010" y="4436"/>
                    <a:pt x="2042" y="4425"/>
                    <a:pt x="2066" y="4425"/>
                  </a:cubicBezTo>
                  <a:cubicBezTo>
                    <a:pt x="2103" y="4425"/>
                    <a:pt x="2124" y="4449"/>
                    <a:pt x="2076" y="4517"/>
                  </a:cubicBezTo>
                  <a:lnTo>
                    <a:pt x="2108" y="4533"/>
                  </a:lnTo>
                  <a:cubicBezTo>
                    <a:pt x="2125" y="4503"/>
                    <a:pt x="2140" y="4493"/>
                    <a:pt x="2154" y="4493"/>
                  </a:cubicBezTo>
                  <a:cubicBezTo>
                    <a:pt x="2166" y="4493"/>
                    <a:pt x="2178" y="4501"/>
                    <a:pt x="2189" y="4509"/>
                  </a:cubicBezTo>
                  <a:cubicBezTo>
                    <a:pt x="2222" y="4525"/>
                    <a:pt x="2230" y="4533"/>
                    <a:pt x="2198" y="4590"/>
                  </a:cubicBezTo>
                  <a:cubicBezTo>
                    <a:pt x="2170" y="4617"/>
                    <a:pt x="2163" y="4632"/>
                    <a:pt x="2173" y="4632"/>
                  </a:cubicBezTo>
                  <a:cubicBezTo>
                    <a:pt x="2180" y="4632"/>
                    <a:pt x="2197" y="4624"/>
                    <a:pt x="2222" y="4606"/>
                  </a:cubicBezTo>
                  <a:cubicBezTo>
                    <a:pt x="2222" y="4606"/>
                    <a:pt x="2223" y="4606"/>
                    <a:pt x="2224" y="4606"/>
                  </a:cubicBezTo>
                  <a:cubicBezTo>
                    <a:pt x="2242" y="4606"/>
                    <a:pt x="2307" y="4508"/>
                    <a:pt x="2325" y="4508"/>
                  </a:cubicBezTo>
                  <a:cubicBezTo>
                    <a:pt x="2326" y="4508"/>
                    <a:pt x="2327" y="4508"/>
                    <a:pt x="2327" y="4509"/>
                  </a:cubicBezTo>
                  <a:cubicBezTo>
                    <a:pt x="2358" y="4456"/>
                    <a:pt x="2395" y="4403"/>
                    <a:pt x="2406" y="4403"/>
                  </a:cubicBezTo>
                  <a:cubicBezTo>
                    <a:pt x="2407" y="4403"/>
                    <a:pt x="2408" y="4403"/>
                    <a:pt x="2408" y="4403"/>
                  </a:cubicBezTo>
                  <a:lnTo>
                    <a:pt x="2384" y="4468"/>
                  </a:lnTo>
                  <a:lnTo>
                    <a:pt x="2319" y="4590"/>
                  </a:lnTo>
                  <a:cubicBezTo>
                    <a:pt x="2325" y="4593"/>
                    <a:pt x="2329" y="4595"/>
                    <a:pt x="2334" y="4595"/>
                  </a:cubicBezTo>
                  <a:cubicBezTo>
                    <a:pt x="2343" y="4595"/>
                    <a:pt x="2354" y="4584"/>
                    <a:pt x="2376" y="4541"/>
                  </a:cubicBezTo>
                  <a:lnTo>
                    <a:pt x="2376" y="4541"/>
                  </a:lnTo>
                  <a:cubicBezTo>
                    <a:pt x="2360" y="4614"/>
                    <a:pt x="2368" y="4622"/>
                    <a:pt x="2400" y="4630"/>
                  </a:cubicBezTo>
                  <a:cubicBezTo>
                    <a:pt x="2409" y="4633"/>
                    <a:pt x="2418" y="4636"/>
                    <a:pt x="2429" y="4636"/>
                  </a:cubicBezTo>
                  <a:cubicBezTo>
                    <a:pt x="2448" y="4636"/>
                    <a:pt x="2471" y="4627"/>
                    <a:pt x="2497" y="4590"/>
                  </a:cubicBezTo>
                  <a:lnTo>
                    <a:pt x="2497" y="4590"/>
                  </a:lnTo>
                  <a:cubicBezTo>
                    <a:pt x="2474" y="4668"/>
                    <a:pt x="2493" y="4712"/>
                    <a:pt x="2524" y="4712"/>
                  </a:cubicBezTo>
                  <a:cubicBezTo>
                    <a:pt x="2548" y="4712"/>
                    <a:pt x="2578" y="4687"/>
                    <a:pt x="2603" y="4630"/>
                  </a:cubicBezTo>
                  <a:cubicBezTo>
                    <a:pt x="2614" y="4600"/>
                    <a:pt x="2622" y="4586"/>
                    <a:pt x="2626" y="4586"/>
                  </a:cubicBezTo>
                  <a:cubicBezTo>
                    <a:pt x="2631" y="4586"/>
                    <a:pt x="2632" y="4604"/>
                    <a:pt x="2627" y="4638"/>
                  </a:cubicBezTo>
                  <a:cubicBezTo>
                    <a:pt x="2627" y="4677"/>
                    <a:pt x="2627" y="4695"/>
                    <a:pt x="2632" y="4695"/>
                  </a:cubicBezTo>
                  <a:cubicBezTo>
                    <a:pt x="2636" y="4695"/>
                    <a:pt x="2644" y="4681"/>
                    <a:pt x="2660" y="4655"/>
                  </a:cubicBezTo>
                  <a:cubicBezTo>
                    <a:pt x="2668" y="4637"/>
                    <a:pt x="2674" y="4630"/>
                    <a:pt x="2678" y="4630"/>
                  </a:cubicBezTo>
                  <a:cubicBezTo>
                    <a:pt x="2688" y="4630"/>
                    <a:pt x="2684" y="4683"/>
                    <a:pt x="2684" y="4736"/>
                  </a:cubicBezTo>
                  <a:cubicBezTo>
                    <a:pt x="2669" y="4820"/>
                    <a:pt x="2669" y="4853"/>
                    <a:pt x="2679" y="4853"/>
                  </a:cubicBezTo>
                  <a:cubicBezTo>
                    <a:pt x="2685" y="4853"/>
                    <a:pt x="2696" y="4839"/>
                    <a:pt x="2708" y="4817"/>
                  </a:cubicBezTo>
                  <a:cubicBezTo>
                    <a:pt x="2746" y="4773"/>
                    <a:pt x="2769" y="4768"/>
                    <a:pt x="2785" y="4768"/>
                  </a:cubicBezTo>
                  <a:cubicBezTo>
                    <a:pt x="2790" y="4768"/>
                    <a:pt x="2794" y="4768"/>
                    <a:pt x="2797" y="4768"/>
                  </a:cubicBezTo>
                  <a:cubicBezTo>
                    <a:pt x="2838" y="4703"/>
                    <a:pt x="2854" y="4711"/>
                    <a:pt x="2854" y="4638"/>
                  </a:cubicBezTo>
                  <a:cubicBezTo>
                    <a:pt x="2862" y="4590"/>
                    <a:pt x="2879" y="4549"/>
                    <a:pt x="2895" y="4509"/>
                  </a:cubicBezTo>
                  <a:cubicBezTo>
                    <a:pt x="2906" y="4487"/>
                    <a:pt x="2912" y="4480"/>
                    <a:pt x="2915" y="4480"/>
                  </a:cubicBezTo>
                  <a:cubicBezTo>
                    <a:pt x="2921" y="4480"/>
                    <a:pt x="2914" y="4509"/>
                    <a:pt x="2903" y="4509"/>
                  </a:cubicBezTo>
                  <a:cubicBezTo>
                    <a:pt x="2862" y="4574"/>
                    <a:pt x="2879" y="4574"/>
                    <a:pt x="2879" y="4638"/>
                  </a:cubicBezTo>
                  <a:cubicBezTo>
                    <a:pt x="2887" y="4711"/>
                    <a:pt x="2911" y="4711"/>
                    <a:pt x="2927" y="4720"/>
                  </a:cubicBezTo>
                  <a:lnTo>
                    <a:pt x="2984" y="4728"/>
                  </a:lnTo>
                  <a:cubicBezTo>
                    <a:pt x="3005" y="4765"/>
                    <a:pt x="3019" y="4783"/>
                    <a:pt x="3029" y="4783"/>
                  </a:cubicBezTo>
                  <a:cubicBezTo>
                    <a:pt x="3039" y="4783"/>
                    <a:pt x="3045" y="4767"/>
                    <a:pt x="3049" y="4736"/>
                  </a:cubicBezTo>
                  <a:lnTo>
                    <a:pt x="3049" y="4663"/>
                  </a:lnTo>
                  <a:cubicBezTo>
                    <a:pt x="3049" y="4738"/>
                    <a:pt x="3102" y="4779"/>
                    <a:pt x="3151" y="4779"/>
                  </a:cubicBezTo>
                  <a:cubicBezTo>
                    <a:pt x="3192" y="4779"/>
                    <a:pt x="3232" y="4750"/>
                    <a:pt x="3235" y="4687"/>
                  </a:cubicBezTo>
                  <a:lnTo>
                    <a:pt x="3235" y="4760"/>
                  </a:lnTo>
                  <a:cubicBezTo>
                    <a:pt x="3235" y="4825"/>
                    <a:pt x="3252" y="4825"/>
                    <a:pt x="3284" y="4825"/>
                  </a:cubicBezTo>
                  <a:cubicBezTo>
                    <a:pt x="3300" y="4825"/>
                    <a:pt x="3357" y="4752"/>
                    <a:pt x="3406" y="4752"/>
                  </a:cubicBezTo>
                  <a:cubicBezTo>
                    <a:pt x="3462" y="4744"/>
                    <a:pt x="3503" y="4744"/>
                    <a:pt x="3495" y="4671"/>
                  </a:cubicBezTo>
                  <a:cubicBezTo>
                    <a:pt x="3511" y="4671"/>
                    <a:pt x="3511" y="4671"/>
                    <a:pt x="3519" y="4744"/>
                  </a:cubicBezTo>
                  <a:cubicBezTo>
                    <a:pt x="3511" y="4809"/>
                    <a:pt x="3527" y="4809"/>
                    <a:pt x="3543" y="4809"/>
                  </a:cubicBezTo>
                  <a:cubicBezTo>
                    <a:pt x="3560" y="4809"/>
                    <a:pt x="3551" y="4736"/>
                    <a:pt x="3543" y="4671"/>
                  </a:cubicBezTo>
                  <a:cubicBezTo>
                    <a:pt x="3539" y="4638"/>
                    <a:pt x="3539" y="4622"/>
                    <a:pt x="3545" y="4622"/>
                  </a:cubicBezTo>
                  <a:cubicBezTo>
                    <a:pt x="3551" y="4622"/>
                    <a:pt x="3564" y="4638"/>
                    <a:pt x="3584" y="4671"/>
                  </a:cubicBezTo>
                  <a:cubicBezTo>
                    <a:pt x="3604" y="4702"/>
                    <a:pt x="3629" y="4719"/>
                    <a:pt x="3651" y="4719"/>
                  </a:cubicBezTo>
                  <a:cubicBezTo>
                    <a:pt x="3674" y="4719"/>
                    <a:pt x="3693" y="4700"/>
                    <a:pt x="3697" y="4663"/>
                  </a:cubicBezTo>
                  <a:cubicBezTo>
                    <a:pt x="3702" y="4661"/>
                    <a:pt x="3706" y="4659"/>
                    <a:pt x="3710" y="4659"/>
                  </a:cubicBezTo>
                  <a:cubicBezTo>
                    <a:pt x="3722" y="4659"/>
                    <a:pt x="3734" y="4672"/>
                    <a:pt x="3746" y="4720"/>
                  </a:cubicBezTo>
                  <a:cubicBezTo>
                    <a:pt x="3759" y="4754"/>
                    <a:pt x="3779" y="4787"/>
                    <a:pt x="3795" y="4787"/>
                  </a:cubicBezTo>
                  <a:cubicBezTo>
                    <a:pt x="3809" y="4787"/>
                    <a:pt x="3819" y="4763"/>
                    <a:pt x="3819" y="4695"/>
                  </a:cubicBezTo>
                  <a:cubicBezTo>
                    <a:pt x="3827" y="4695"/>
                    <a:pt x="3827" y="4695"/>
                    <a:pt x="3851" y="4760"/>
                  </a:cubicBezTo>
                  <a:cubicBezTo>
                    <a:pt x="3870" y="4797"/>
                    <a:pt x="3883" y="4833"/>
                    <a:pt x="3887" y="4833"/>
                  </a:cubicBezTo>
                  <a:cubicBezTo>
                    <a:pt x="3889" y="4833"/>
                    <a:pt x="3886" y="4812"/>
                    <a:pt x="3876" y="4752"/>
                  </a:cubicBezTo>
                  <a:cubicBezTo>
                    <a:pt x="3881" y="4709"/>
                    <a:pt x="3900" y="4685"/>
                    <a:pt x="3925" y="4685"/>
                  </a:cubicBezTo>
                  <a:cubicBezTo>
                    <a:pt x="3942" y="4685"/>
                    <a:pt x="3961" y="4696"/>
                    <a:pt x="3981" y="4720"/>
                  </a:cubicBezTo>
                  <a:cubicBezTo>
                    <a:pt x="3997" y="4720"/>
                    <a:pt x="4014" y="4711"/>
                    <a:pt x="3989" y="4647"/>
                  </a:cubicBezTo>
                  <a:cubicBezTo>
                    <a:pt x="3980" y="4623"/>
                    <a:pt x="3972" y="4599"/>
                    <a:pt x="3965" y="4582"/>
                  </a:cubicBezTo>
                  <a:lnTo>
                    <a:pt x="3965" y="4582"/>
                  </a:lnTo>
                  <a:cubicBezTo>
                    <a:pt x="3993" y="4646"/>
                    <a:pt x="4009" y="4678"/>
                    <a:pt x="4013" y="4678"/>
                  </a:cubicBezTo>
                  <a:cubicBezTo>
                    <a:pt x="4018" y="4678"/>
                    <a:pt x="4010" y="4644"/>
                    <a:pt x="3989" y="4574"/>
                  </a:cubicBezTo>
                  <a:cubicBezTo>
                    <a:pt x="3977" y="4544"/>
                    <a:pt x="3975" y="4528"/>
                    <a:pt x="3980" y="4528"/>
                  </a:cubicBezTo>
                  <a:cubicBezTo>
                    <a:pt x="3984" y="4528"/>
                    <a:pt x="3994" y="4542"/>
                    <a:pt x="4006" y="4574"/>
                  </a:cubicBezTo>
                  <a:cubicBezTo>
                    <a:pt x="4046" y="4630"/>
                    <a:pt x="4062" y="4630"/>
                    <a:pt x="4062" y="4630"/>
                  </a:cubicBezTo>
                  <a:cubicBezTo>
                    <a:pt x="4079" y="4630"/>
                    <a:pt x="4119" y="4533"/>
                    <a:pt x="4176" y="4501"/>
                  </a:cubicBezTo>
                  <a:cubicBezTo>
                    <a:pt x="4281" y="4444"/>
                    <a:pt x="4314" y="4420"/>
                    <a:pt x="4281" y="4363"/>
                  </a:cubicBezTo>
                  <a:cubicBezTo>
                    <a:pt x="4269" y="4330"/>
                    <a:pt x="4261" y="4316"/>
                    <a:pt x="4263" y="4316"/>
                  </a:cubicBezTo>
                  <a:cubicBezTo>
                    <a:pt x="4265" y="4316"/>
                    <a:pt x="4277" y="4330"/>
                    <a:pt x="4306" y="4355"/>
                  </a:cubicBezTo>
                  <a:cubicBezTo>
                    <a:pt x="4336" y="4385"/>
                    <a:pt x="4353" y="4393"/>
                    <a:pt x="4365" y="4393"/>
                  </a:cubicBezTo>
                  <a:cubicBezTo>
                    <a:pt x="4371" y="4393"/>
                    <a:pt x="4375" y="4390"/>
                    <a:pt x="4378" y="4387"/>
                  </a:cubicBezTo>
                  <a:cubicBezTo>
                    <a:pt x="4384" y="4384"/>
                    <a:pt x="4389" y="4381"/>
                    <a:pt x="4394" y="4381"/>
                  </a:cubicBezTo>
                  <a:cubicBezTo>
                    <a:pt x="4404" y="4381"/>
                    <a:pt x="4417" y="4391"/>
                    <a:pt x="4443" y="4428"/>
                  </a:cubicBezTo>
                  <a:cubicBezTo>
                    <a:pt x="4419" y="4371"/>
                    <a:pt x="4419" y="4363"/>
                    <a:pt x="4427" y="4355"/>
                  </a:cubicBezTo>
                  <a:lnTo>
                    <a:pt x="4427" y="4355"/>
                  </a:lnTo>
                  <a:cubicBezTo>
                    <a:pt x="4445" y="4380"/>
                    <a:pt x="4459" y="4393"/>
                    <a:pt x="4465" y="4393"/>
                  </a:cubicBezTo>
                  <a:cubicBezTo>
                    <a:pt x="4472" y="4393"/>
                    <a:pt x="4469" y="4374"/>
                    <a:pt x="4451" y="4338"/>
                  </a:cubicBezTo>
                  <a:cubicBezTo>
                    <a:pt x="4414" y="4281"/>
                    <a:pt x="4396" y="4252"/>
                    <a:pt x="4398" y="4252"/>
                  </a:cubicBezTo>
                  <a:lnTo>
                    <a:pt x="4398" y="4252"/>
                  </a:lnTo>
                  <a:cubicBezTo>
                    <a:pt x="4400" y="4252"/>
                    <a:pt x="4420" y="4279"/>
                    <a:pt x="4460" y="4330"/>
                  </a:cubicBezTo>
                  <a:cubicBezTo>
                    <a:pt x="4486" y="4362"/>
                    <a:pt x="4529" y="4383"/>
                    <a:pt x="4541" y="4383"/>
                  </a:cubicBezTo>
                  <a:cubicBezTo>
                    <a:pt x="4547" y="4383"/>
                    <a:pt x="4544" y="4377"/>
                    <a:pt x="4524" y="4363"/>
                  </a:cubicBezTo>
                  <a:cubicBezTo>
                    <a:pt x="4484" y="4306"/>
                    <a:pt x="4508" y="4290"/>
                    <a:pt x="4468" y="4225"/>
                  </a:cubicBezTo>
                  <a:cubicBezTo>
                    <a:pt x="4474" y="4222"/>
                    <a:pt x="4479" y="4219"/>
                    <a:pt x="4485" y="4219"/>
                  </a:cubicBezTo>
                  <a:cubicBezTo>
                    <a:pt x="4496" y="4219"/>
                    <a:pt x="4510" y="4227"/>
                    <a:pt x="4541" y="4257"/>
                  </a:cubicBezTo>
                  <a:cubicBezTo>
                    <a:pt x="4550" y="4264"/>
                    <a:pt x="4558" y="4267"/>
                    <a:pt x="4565" y="4267"/>
                  </a:cubicBezTo>
                  <a:cubicBezTo>
                    <a:pt x="4599" y="4267"/>
                    <a:pt x="4599" y="4191"/>
                    <a:pt x="4565" y="4144"/>
                  </a:cubicBezTo>
                  <a:cubicBezTo>
                    <a:pt x="4539" y="4118"/>
                    <a:pt x="4529" y="4103"/>
                    <a:pt x="4533" y="4103"/>
                  </a:cubicBezTo>
                  <a:cubicBezTo>
                    <a:pt x="4537" y="4103"/>
                    <a:pt x="4551" y="4113"/>
                    <a:pt x="4573" y="4136"/>
                  </a:cubicBezTo>
                  <a:cubicBezTo>
                    <a:pt x="4603" y="4166"/>
                    <a:pt x="4621" y="4174"/>
                    <a:pt x="4632" y="4174"/>
                  </a:cubicBezTo>
                  <a:cubicBezTo>
                    <a:pt x="4639" y="4174"/>
                    <a:pt x="4643" y="4171"/>
                    <a:pt x="4646" y="4168"/>
                  </a:cubicBezTo>
                  <a:cubicBezTo>
                    <a:pt x="4632" y="4149"/>
                    <a:pt x="4629" y="4141"/>
                    <a:pt x="4633" y="4141"/>
                  </a:cubicBezTo>
                  <a:cubicBezTo>
                    <a:pt x="4640" y="4141"/>
                    <a:pt x="4674" y="4169"/>
                    <a:pt x="4711" y="4201"/>
                  </a:cubicBezTo>
                  <a:cubicBezTo>
                    <a:pt x="4729" y="4232"/>
                    <a:pt x="4742" y="4244"/>
                    <a:pt x="4754" y="4244"/>
                  </a:cubicBezTo>
                  <a:cubicBezTo>
                    <a:pt x="4764" y="4244"/>
                    <a:pt x="4773" y="4236"/>
                    <a:pt x="4784" y="4225"/>
                  </a:cubicBezTo>
                  <a:cubicBezTo>
                    <a:pt x="4760" y="4176"/>
                    <a:pt x="4768" y="4120"/>
                    <a:pt x="4808" y="4087"/>
                  </a:cubicBezTo>
                  <a:cubicBezTo>
                    <a:pt x="4849" y="4022"/>
                    <a:pt x="4808" y="3974"/>
                    <a:pt x="4711" y="3876"/>
                  </a:cubicBezTo>
                  <a:lnTo>
                    <a:pt x="4606" y="3787"/>
                  </a:lnTo>
                  <a:lnTo>
                    <a:pt x="4606" y="3787"/>
                  </a:lnTo>
                  <a:lnTo>
                    <a:pt x="4719" y="3860"/>
                  </a:lnTo>
                  <a:cubicBezTo>
                    <a:pt x="4776" y="3901"/>
                    <a:pt x="4897" y="3966"/>
                    <a:pt x="4897" y="3966"/>
                  </a:cubicBezTo>
                  <a:cubicBezTo>
                    <a:pt x="4905" y="3949"/>
                    <a:pt x="4849" y="3917"/>
                    <a:pt x="4792" y="3876"/>
                  </a:cubicBezTo>
                  <a:cubicBezTo>
                    <a:pt x="4750" y="3853"/>
                    <a:pt x="4744" y="3838"/>
                    <a:pt x="4772" y="3838"/>
                  </a:cubicBezTo>
                  <a:cubicBezTo>
                    <a:pt x="4782" y="3838"/>
                    <a:pt x="4797" y="3840"/>
                    <a:pt x="4816" y="3844"/>
                  </a:cubicBezTo>
                  <a:cubicBezTo>
                    <a:pt x="4837" y="3848"/>
                    <a:pt x="4852" y="3850"/>
                    <a:pt x="4864" y="3850"/>
                  </a:cubicBezTo>
                  <a:cubicBezTo>
                    <a:pt x="4898" y="3850"/>
                    <a:pt x="4893" y="3832"/>
                    <a:pt x="4857" y="3795"/>
                  </a:cubicBezTo>
                  <a:cubicBezTo>
                    <a:pt x="4862" y="3790"/>
                    <a:pt x="4864" y="3782"/>
                    <a:pt x="4879" y="3782"/>
                  </a:cubicBezTo>
                  <a:cubicBezTo>
                    <a:pt x="4889" y="3782"/>
                    <a:pt x="4904" y="3786"/>
                    <a:pt x="4930" y="3795"/>
                  </a:cubicBezTo>
                  <a:cubicBezTo>
                    <a:pt x="4938" y="3779"/>
                    <a:pt x="4938" y="3779"/>
                    <a:pt x="4881" y="3747"/>
                  </a:cubicBezTo>
                  <a:cubicBezTo>
                    <a:pt x="4838" y="3725"/>
                    <a:pt x="4827" y="3714"/>
                    <a:pt x="4844" y="3714"/>
                  </a:cubicBezTo>
                  <a:cubicBezTo>
                    <a:pt x="4852" y="3714"/>
                    <a:pt x="4868" y="3717"/>
                    <a:pt x="4889" y="3722"/>
                  </a:cubicBezTo>
                  <a:cubicBezTo>
                    <a:pt x="4933" y="3739"/>
                    <a:pt x="4964" y="3745"/>
                    <a:pt x="4984" y="3745"/>
                  </a:cubicBezTo>
                  <a:cubicBezTo>
                    <a:pt x="5025" y="3745"/>
                    <a:pt x="5022" y="3720"/>
                    <a:pt x="4978" y="3698"/>
                  </a:cubicBezTo>
                  <a:cubicBezTo>
                    <a:pt x="4914" y="3674"/>
                    <a:pt x="4922" y="3657"/>
                    <a:pt x="4930" y="3641"/>
                  </a:cubicBezTo>
                  <a:cubicBezTo>
                    <a:pt x="4938" y="3633"/>
                    <a:pt x="4938" y="3617"/>
                    <a:pt x="4889" y="3576"/>
                  </a:cubicBezTo>
                  <a:lnTo>
                    <a:pt x="4897" y="3552"/>
                  </a:lnTo>
                  <a:cubicBezTo>
                    <a:pt x="4898" y="3551"/>
                    <a:pt x="4900" y="3551"/>
                    <a:pt x="4902" y="3551"/>
                  </a:cubicBezTo>
                  <a:cubicBezTo>
                    <a:pt x="4917" y="3551"/>
                    <a:pt x="4961" y="3578"/>
                    <a:pt x="4954" y="3593"/>
                  </a:cubicBezTo>
                  <a:lnTo>
                    <a:pt x="5027" y="3609"/>
                  </a:lnTo>
                  <a:cubicBezTo>
                    <a:pt x="5035" y="3576"/>
                    <a:pt x="5043" y="3568"/>
                    <a:pt x="4987" y="3528"/>
                  </a:cubicBezTo>
                  <a:cubicBezTo>
                    <a:pt x="4921" y="3493"/>
                    <a:pt x="4891" y="3477"/>
                    <a:pt x="4897" y="3477"/>
                  </a:cubicBezTo>
                  <a:cubicBezTo>
                    <a:pt x="4902" y="3477"/>
                    <a:pt x="4934" y="3489"/>
                    <a:pt x="4995" y="3512"/>
                  </a:cubicBezTo>
                  <a:cubicBezTo>
                    <a:pt x="5031" y="3525"/>
                    <a:pt x="5067" y="3536"/>
                    <a:pt x="5082" y="3536"/>
                  </a:cubicBezTo>
                  <a:cubicBezTo>
                    <a:pt x="5094" y="3536"/>
                    <a:pt x="5093" y="3529"/>
                    <a:pt x="5068" y="3512"/>
                  </a:cubicBezTo>
                  <a:cubicBezTo>
                    <a:pt x="5001" y="3480"/>
                    <a:pt x="4993" y="3469"/>
                    <a:pt x="5010" y="3469"/>
                  </a:cubicBezTo>
                  <a:cubicBezTo>
                    <a:pt x="5024" y="3469"/>
                    <a:pt x="5055" y="3476"/>
                    <a:pt x="5084" y="3487"/>
                  </a:cubicBezTo>
                  <a:cubicBezTo>
                    <a:pt x="5135" y="3511"/>
                    <a:pt x="5165" y="3525"/>
                    <a:pt x="5174" y="3525"/>
                  </a:cubicBezTo>
                  <a:cubicBezTo>
                    <a:pt x="5185" y="3525"/>
                    <a:pt x="5157" y="3499"/>
                    <a:pt x="5092" y="3439"/>
                  </a:cubicBezTo>
                  <a:cubicBezTo>
                    <a:pt x="5100" y="3414"/>
                    <a:pt x="5051" y="3333"/>
                    <a:pt x="5068" y="3293"/>
                  </a:cubicBezTo>
                  <a:cubicBezTo>
                    <a:pt x="5084" y="3236"/>
                    <a:pt x="5092" y="3212"/>
                    <a:pt x="5165" y="3212"/>
                  </a:cubicBezTo>
                  <a:cubicBezTo>
                    <a:pt x="5168" y="3212"/>
                    <a:pt x="5171" y="3213"/>
                    <a:pt x="5174" y="3213"/>
                  </a:cubicBezTo>
                  <a:lnTo>
                    <a:pt x="5174" y="3213"/>
                  </a:lnTo>
                  <a:cubicBezTo>
                    <a:pt x="5095" y="3189"/>
                    <a:pt x="5101" y="3173"/>
                    <a:pt x="5108" y="3139"/>
                  </a:cubicBezTo>
                  <a:cubicBezTo>
                    <a:pt x="5189" y="3106"/>
                    <a:pt x="5124" y="3066"/>
                    <a:pt x="5060" y="3041"/>
                  </a:cubicBezTo>
                  <a:cubicBezTo>
                    <a:pt x="5060" y="3057"/>
                    <a:pt x="5051" y="3074"/>
                    <a:pt x="5051" y="3074"/>
                  </a:cubicBezTo>
                  <a:cubicBezTo>
                    <a:pt x="4922" y="3049"/>
                    <a:pt x="4922" y="3041"/>
                    <a:pt x="4995" y="3025"/>
                  </a:cubicBezTo>
                  <a:cubicBezTo>
                    <a:pt x="4995" y="3018"/>
                    <a:pt x="5006" y="3016"/>
                    <a:pt x="5025" y="3016"/>
                  </a:cubicBezTo>
                  <a:cubicBezTo>
                    <a:pt x="5051" y="3016"/>
                    <a:pt x="5090" y="3020"/>
                    <a:pt x="5133" y="3025"/>
                  </a:cubicBezTo>
                  <a:cubicBezTo>
                    <a:pt x="5150" y="3027"/>
                    <a:pt x="5167" y="3028"/>
                    <a:pt x="5184" y="3028"/>
                  </a:cubicBezTo>
                  <a:cubicBezTo>
                    <a:pt x="5228" y="3028"/>
                    <a:pt x="5264" y="3021"/>
                    <a:pt x="5270" y="3009"/>
                  </a:cubicBezTo>
                  <a:cubicBezTo>
                    <a:pt x="5270" y="2997"/>
                    <a:pt x="5270" y="2989"/>
                    <a:pt x="5245" y="2989"/>
                  </a:cubicBezTo>
                  <a:cubicBezTo>
                    <a:pt x="5236" y="2989"/>
                    <a:pt x="5223" y="2990"/>
                    <a:pt x="5205" y="2993"/>
                  </a:cubicBezTo>
                  <a:cubicBezTo>
                    <a:pt x="5133" y="2984"/>
                    <a:pt x="5133" y="2984"/>
                    <a:pt x="5133" y="2968"/>
                  </a:cubicBezTo>
                  <a:cubicBezTo>
                    <a:pt x="5141" y="2952"/>
                    <a:pt x="5141" y="2936"/>
                    <a:pt x="5076" y="2920"/>
                  </a:cubicBezTo>
                  <a:cubicBezTo>
                    <a:pt x="5003" y="2912"/>
                    <a:pt x="5003" y="2895"/>
                    <a:pt x="5011" y="2887"/>
                  </a:cubicBezTo>
                  <a:cubicBezTo>
                    <a:pt x="5076" y="2879"/>
                    <a:pt x="5084" y="2847"/>
                    <a:pt x="5084" y="2847"/>
                  </a:cubicBezTo>
                  <a:lnTo>
                    <a:pt x="5149" y="2847"/>
                  </a:lnTo>
                  <a:cubicBezTo>
                    <a:pt x="5163" y="2849"/>
                    <a:pt x="5177" y="2850"/>
                    <a:pt x="5190" y="2850"/>
                  </a:cubicBezTo>
                  <a:cubicBezTo>
                    <a:pt x="5222" y="2850"/>
                    <a:pt x="5252" y="2844"/>
                    <a:pt x="5287" y="2839"/>
                  </a:cubicBezTo>
                  <a:cubicBezTo>
                    <a:pt x="5287" y="2822"/>
                    <a:pt x="5222" y="2822"/>
                    <a:pt x="5222" y="2822"/>
                  </a:cubicBezTo>
                  <a:cubicBezTo>
                    <a:pt x="5173" y="2822"/>
                    <a:pt x="5149" y="2466"/>
                    <a:pt x="5149" y="2425"/>
                  </a:cubicBezTo>
                  <a:cubicBezTo>
                    <a:pt x="5202" y="2392"/>
                    <a:pt x="5211" y="2354"/>
                    <a:pt x="5178" y="2354"/>
                  </a:cubicBezTo>
                  <a:cubicBezTo>
                    <a:pt x="5171" y="2354"/>
                    <a:pt x="5161" y="2356"/>
                    <a:pt x="5149" y="2360"/>
                  </a:cubicBezTo>
                  <a:cubicBezTo>
                    <a:pt x="5142" y="2362"/>
                    <a:pt x="5135" y="2362"/>
                    <a:pt x="5129" y="2362"/>
                  </a:cubicBezTo>
                  <a:cubicBezTo>
                    <a:pt x="5073" y="2362"/>
                    <a:pt x="5058" y="2296"/>
                    <a:pt x="5043" y="2222"/>
                  </a:cubicBezTo>
                  <a:cubicBezTo>
                    <a:pt x="5029" y="2134"/>
                    <a:pt x="5014" y="2066"/>
                    <a:pt x="4963" y="2066"/>
                  </a:cubicBezTo>
                  <a:cubicBezTo>
                    <a:pt x="4958" y="2066"/>
                    <a:pt x="4952" y="2067"/>
                    <a:pt x="4946" y="2068"/>
                  </a:cubicBezTo>
                  <a:lnTo>
                    <a:pt x="4938" y="2028"/>
                  </a:lnTo>
                  <a:cubicBezTo>
                    <a:pt x="4922" y="2003"/>
                    <a:pt x="4849" y="2003"/>
                    <a:pt x="4849" y="1995"/>
                  </a:cubicBezTo>
                  <a:cubicBezTo>
                    <a:pt x="4829" y="1998"/>
                    <a:pt x="4814" y="1999"/>
                    <a:pt x="4804" y="1999"/>
                  </a:cubicBezTo>
                  <a:cubicBezTo>
                    <a:pt x="4777" y="1999"/>
                    <a:pt x="4787" y="1991"/>
                    <a:pt x="4841" y="1979"/>
                  </a:cubicBezTo>
                  <a:cubicBezTo>
                    <a:pt x="4905" y="1955"/>
                    <a:pt x="4970" y="1930"/>
                    <a:pt x="4962" y="1914"/>
                  </a:cubicBezTo>
                  <a:cubicBezTo>
                    <a:pt x="4960" y="1907"/>
                    <a:pt x="4953" y="1904"/>
                    <a:pt x="4943" y="1904"/>
                  </a:cubicBezTo>
                  <a:cubicBezTo>
                    <a:pt x="4917" y="1904"/>
                    <a:pt x="4871" y="1923"/>
                    <a:pt x="4824" y="1947"/>
                  </a:cubicBezTo>
                  <a:cubicBezTo>
                    <a:pt x="4797" y="1957"/>
                    <a:pt x="4781" y="1960"/>
                    <a:pt x="4772" y="1960"/>
                  </a:cubicBezTo>
                  <a:cubicBezTo>
                    <a:pt x="4760" y="1960"/>
                    <a:pt x="4760" y="1955"/>
                    <a:pt x="4760" y="1955"/>
                  </a:cubicBezTo>
                  <a:cubicBezTo>
                    <a:pt x="4751" y="1947"/>
                    <a:pt x="4751" y="1947"/>
                    <a:pt x="4816" y="1914"/>
                  </a:cubicBezTo>
                  <a:lnTo>
                    <a:pt x="4938" y="1866"/>
                  </a:lnTo>
                  <a:lnTo>
                    <a:pt x="4938" y="1849"/>
                  </a:lnTo>
                  <a:cubicBezTo>
                    <a:pt x="4899" y="1864"/>
                    <a:pt x="4881" y="1867"/>
                    <a:pt x="4872" y="1867"/>
                  </a:cubicBezTo>
                  <a:cubicBezTo>
                    <a:pt x="4866" y="1867"/>
                    <a:pt x="4865" y="1866"/>
                    <a:pt x="4865" y="1866"/>
                  </a:cubicBezTo>
                  <a:cubicBezTo>
                    <a:pt x="4865" y="1849"/>
                    <a:pt x="4865" y="1849"/>
                    <a:pt x="4987" y="1793"/>
                  </a:cubicBezTo>
                  <a:cubicBezTo>
                    <a:pt x="5059" y="1759"/>
                    <a:pt x="5085" y="1740"/>
                    <a:pt x="5069" y="1740"/>
                  </a:cubicBezTo>
                  <a:cubicBezTo>
                    <a:pt x="5058" y="1740"/>
                    <a:pt x="5028" y="1749"/>
                    <a:pt x="4978" y="1768"/>
                  </a:cubicBezTo>
                  <a:lnTo>
                    <a:pt x="4905" y="1768"/>
                  </a:lnTo>
                  <a:cubicBezTo>
                    <a:pt x="4958" y="1735"/>
                    <a:pt x="4958" y="1724"/>
                    <a:pt x="4938" y="1724"/>
                  </a:cubicBezTo>
                  <a:cubicBezTo>
                    <a:pt x="4913" y="1724"/>
                    <a:pt x="4859" y="1739"/>
                    <a:pt x="4824" y="1752"/>
                  </a:cubicBezTo>
                  <a:cubicBezTo>
                    <a:pt x="4893" y="1703"/>
                    <a:pt x="4917" y="1678"/>
                    <a:pt x="4899" y="1678"/>
                  </a:cubicBezTo>
                  <a:cubicBezTo>
                    <a:pt x="4887" y="1678"/>
                    <a:pt x="4857" y="1689"/>
                    <a:pt x="4808" y="1712"/>
                  </a:cubicBezTo>
                  <a:cubicBezTo>
                    <a:pt x="4782" y="1725"/>
                    <a:pt x="4765" y="1731"/>
                    <a:pt x="4758" y="1731"/>
                  </a:cubicBezTo>
                  <a:cubicBezTo>
                    <a:pt x="4747" y="1731"/>
                    <a:pt x="4758" y="1716"/>
                    <a:pt x="4792" y="1687"/>
                  </a:cubicBezTo>
                  <a:cubicBezTo>
                    <a:pt x="4841" y="1639"/>
                    <a:pt x="4833" y="1631"/>
                    <a:pt x="4816" y="1606"/>
                  </a:cubicBezTo>
                  <a:lnTo>
                    <a:pt x="4816" y="1606"/>
                  </a:lnTo>
                  <a:cubicBezTo>
                    <a:pt x="4808" y="1609"/>
                    <a:pt x="4801" y="1611"/>
                    <a:pt x="4793" y="1611"/>
                  </a:cubicBezTo>
                  <a:cubicBezTo>
                    <a:pt x="4739" y="1611"/>
                    <a:pt x="4695" y="1538"/>
                    <a:pt x="4638" y="1452"/>
                  </a:cubicBezTo>
                  <a:cubicBezTo>
                    <a:pt x="4585" y="1381"/>
                    <a:pt x="4535" y="1336"/>
                    <a:pt x="4494" y="1336"/>
                  </a:cubicBezTo>
                  <a:cubicBezTo>
                    <a:pt x="4479" y="1336"/>
                    <a:pt x="4464" y="1342"/>
                    <a:pt x="4451" y="1355"/>
                  </a:cubicBezTo>
                  <a:cubicBezTo>
                    <a:pt x="4443" y="1339"/>
                    <a:pt x="4443" y="1339"/>
                    <a:pt x="4484" y="1282"/>
                  </a:cubicBezTo>
                  <a:cubicBezTo>
                    <a:pt x="4502" y="1260"/>
                    <a:pt x="4511" y="1246"/>
                    <a:pt x="4505" y="1246"/>
                  </a:cubicBezTo>
                  <a:cubicBezTo>
                    <a:pt x="4499" y="1246"/>
                    <a:pt x="4472" y="1266"/>
                    <a:pt x="4419" y="1314"/>
                  </a:cubicBezTo>
                  <a:cubicBezTo>
                    <a:pt x="4387" y="1337"/>
                    <a:pt x="4357" y="1363"/>
                    <a:pt x="4355" y="1363"/>
                  </a:cubicBezTo>
                  <a:cubicBezTo>
                    <a:pt x="4354" y="1363"/>
                    <a:pt x="4369" y="1348"/>
                    <a:pt x="4411" y="1306"/>
                  </a:cubicBezTo>
                  <a:cubicBezTo>
                    <a:pt x="4451" y="1249"/>
                    <a:pt x="4435" y="1233"/>
                    <a:pt x="4395" y="1193"/>
                  </a:cubicBezTo>
                  <a:cubicBezTo>
                    <a:pt x="4383" y="1168"/>
                    <a:pt x="4360" y="1156"/>
                    <a:pt x="4338" y="1156"/>
                  </a:cubicBezTo>
                  <a:cubicBezTo>
                    <a:pt x="4316" y="1156"/>
                    <a:pt x="4293" y="1168"/>
                    <a:pt x="4281" y="1193"/>
                  </a:cubicBezTo>
                  <a:cubicBezTo>
                    <a:pt x="4250" y="1212"/>
                    <a:pt x="4234" y="1222"/>
                    <a:pt x="4231" y="1222"/>
                  </a:cubicBezTo>
                  <a:cubicBezTo>
                    <a:pt x="4227" y="1222"/>
                    <a:pt x="4240" y="1210"/>
                    <a:pt x="4265" y="1185"/>
                  </a:cubicBezTo>
                  <a:cubicBezTo>
                    <a:pt x="4330" y="1108"/>
                    <a:pt x="4335" y="1036"/>
                    <a:pt x="4292" y="1036"/>
                  </a:cubicBezTo>
                  <a:cubicBezTo>
                    <a:pt x="4276" y="1036"/>
                    <a:pt x="4253" y="1047"/>
                    <a:pt x="4224" y="1071"/>
                  </a:cubicBezTo>
                  <a:cubicBezTo>
                    <a:pt x="4208" y="1063"/>
                    <a:pt x="4200" y="1063"/>
                    <a:pt x="4233" y="998"/>
                  </a:cubicBezTo>
                  <a:cubicBezTo>
                    <a:pt x="4229" y="995"/>
                    <a:pt x="4225" y="991"/>
                    <a:pt x="4216" y="991"/>
                  </a:cubicBezTo>
                  <a:cubicBezTo>
                    <a:pt x="4203" y="991"/>
                    <a:pt x="4182" y="998"/>
                    <a:pt x="4143" y="1022"/>
                  </a:cubicBezTo>
                  <a:cubicBezTo>
                    <a:pt x="4127" y="1014"/>
                    <a:pt x="4087" y="982"/>
                    <a:pt x="4062" y="966"/>
                  </a:cubicBezTo>
                  <a:cubicBezTo>
                    <a:pt x="4060" y="965"/>
                    <a:pt x="4058" y="965"/>
                    <a:pt x="4056" y="965"/>
                  </a:cubicBezTo>
                  <a:cubicBezTo>
                    <a:pt x="4024" y="965"/>
                    <a:pt x="3981" y="1014"/>
                    <a:pt x="3981" y="1014"/>
                  </a:cubicBezTo>
                  <a:lnTo>
                    <a:pt x="3965" y="1006"/>
                  </a:lnTo>
                  <a:cubicBezTo>
                    <a:pt x="3997" y="941"/>
                    <a:pt x="3924" y="925"/>
                    <a:pt x="3835" y="885"/>
                  </a:cubicBezTo>
                  <a:cubicBezTo>
                    <a:pt x="3738" y="852"/>
                    <a:pt x="3657" y="820"/>
                    <a:pt x="3657" y="763"/>
                  </a:cubicBezTo>
                  <a:cubicBezTo>
                    <a:pt x="3657" y="763"/>
                    <a:pt x="3656" y="763"/>
                    <a:pt x="3655" y="763"/>
                  </a:cubicBezTo>
                  <a:cubicBezTo>
                    <a:pt x="3650" y="763"/>
                    <a:pt x="3636" y="768"/>
                    <a:pt x="3616" y="820"/>
                  </a:cubicBezTo>
                  <a:cubicBezTo>
                    <a:pt x="3593" y="900"/>
                    <a:pt x="3580" y="933"/>
                    <a:pt x="3572" y="933"/>
                  </a:cubicBezTo>
                  <a:cubicBezTo>
                    <a:pt x="3566" y="933"/>
                    <a:pt x="3563" y="915"/>
                    <a:pt x="3560" y="885"/>
                  </a:cubicBezTo>
                  <a:cubicBezTo>
                    <a:pt x="3564" y="814"/>
                    <a:pt x="3551" y="777"/>
                    <a:pt x="3533" y="777"/>
                  </a:cubicBezTo>
                  <a:cubicBezTo>
                    <a:pt x="3516" y="777"/>
                    <a:pt x="3494" y="810"/>
                    <a:pt x="3479" y="876"/>
                  </a:cubicBezTo>
                  <a:cubicBezTo>
                    <a:pt x="3476" y="895"/>
                    <a:pt x="3475" y="903"/>
                    <a:pt x="3475" y="903"/>
                  </a:cubicBezTo>
                  <a:cubicBezTo>
                    <a:pt x="3475" y="903"/>
                    <a:pt x="3481" y="855"/>
                    <a:pt x="3487" y="804"/>
                  </a:cubicBezTo>
                  <a:cubicBezTo>
                    <a:pt x="3487" y="750"/>
                    <a:pt x="3478" y="727"/>
                    <a:pt x="3467" y="727"/>
                  </a:cubicBezTo>
                  <a:cubicBezTo>
                    <a:pt x="3449" y="727"/>
                    <a:pt x="3424" y="784"/>
                    <a:pt x="3414" y="868"/>
                  </a:cubicBezTo>
                  <a:cubicBezTo>
                    <a:pt x="3408" y="815"/>
                    <a:pt x="3398" y="762"/>
                    <a:pt x="3386" y="762"/>
                  </a:cubicBezTo>
                  <a:cubicBezTo>
                    <a:pt x="3382" y="762"/>
                    <a:pt x="3378" y="770"/>
                    <a:pt x="3373" y="787"/>
                  </a:cubicBezTo>
                  <a:cubicBezTo>
                    <a:pt x="3357" y="787"/>
                    <a:pt x="3357" y="787"/>
                    <a:pt x="3365" y="649"/>
                  </a:cubicBezTo>
                  <a:cubicBezTo>
                    <a:pt x="3365" y="585"/>
                    <a:pt x="3373" y="520"/>
                    <a:pt x="3357" y="5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2"/>
            <p:cNvSpPr/>
            <p:nvPr/>
          </p:nvSpPr>
          <p:spPr>
            <a:xfrm>
              <a:off x="5357557" y="2759767"/>
              <a:ext cx="60297" cy="51988"/>
            </a:xfrm>
            <a:custGeom>
              <a:avLst/>
              <a:gdLst/>
              <a:ahLst/>
              <a:cxnLst/>
              <a:rect l="l" t="t" r="r" b="b"/>
              <a:pathLst>
                <a:path w="3498" h="3016" extrusionOk="0">
                  <a:moveTo>
                    <a:pt x="2123" y="0"/>
                  </a:moveTo>
                  <a:cubicBezTo>
                    <a:pt x="2115" y="0"/>
                    <a:pt x="2123" y="73"/>
                    <a:pt x="2131" y="138"/>
                  </a:cubicBezTo>
                  <a:lnTo>
                    <a:pt x="2139" y="138"/>
                  </a:lnTo>
                  <a:cubicBezTo>
                    <a:pt x="2147" y="90"/>
                    <a:pt x="2147" y="49"/>
                    <a:pt x="2139" y="0"/>
                  </a:cubicBezTo>
                  <a:close/>
                  <a:moveTo>
                    <a:pt x="1605" y="891"/>
                  </a:moveTo>
                  <a:cubicBezTo>
                    <a:pt x="1599" y="891"/>
                    <a:pt x="1594" y="895"/>
                    <a:pt x="1588" y="900"/>
                  </a:cubicBezTo>
                  <a:cubicBezTo>
                    <a:pt x="1580" y="900"/>
                    <a:pt x="1620" y="965"/>
                    <a:pt x="1620" y="965"/>
                  </a:cubicBezTo>
                  <a:cubicBezTo>
                    <a:pt x="1651" y="1002"/>
                    <a:pt x="1663" y="1006"/>
                    <a:pt x="1671" y="1006"/>
                  </a:cubicBezTo>
                  <a:cubicBezTo>
                    <a:pt x="1673" y="1006"/>
                    <a:pt x="1675" y="1006"/>
                    <a:pt x="1677" y="1006"/>
                  </a:cubicBezTo>
                  <a:cubicBezTo>
                    <a:pt x="1689" y="1015"/>
                    <a:pt x="1696" y="1020"/>
                    <a:pt x="1699" y="1020"/>
                  </a:cubicBezTo>
                  <a:cubicBezTo>
                    <a:pt x="1710" y="1020"/>
                    <a:pt x="1684" y="976"/>
                    <a:pt x="1653" y="933"/>
                  </a:cubicBezTo>
                  <a:cubicBezTo>
                    <a:pt x="1627" y="902"/>
                    <a:pt x="1615" y="891"/>
                    <a:pt x="1605" y="891"/>
                  </a:cubicBezTo>
                  <a:close/>
                  <a:moveTo>
                    <a:pt x="1726" y="957"/>
                  </a:moveTo>
                  <a:cubicBezTo>
                    <a:pt x="1758" y="998"/>
                    <a:pt x="1775" y="1038"/>
                    <a:pt x="1791" y="1087"/>
                  </a:cubicBezTo>
                  <a:cubicBezTo>
                    <a:pt x="1758" y="1054"/>
                    <a:pt x="1734" y="1014"/>
                    <a:pt x="1718" y="965"/>
                  </a:cubicBezTo>
                  <a:lnTo>
                    <a:pt x="1726" y="957"/>
                  </a:lnTo>
                  <a:close/>
                  <a:moveTo>
                    <a:pt x="2123" y="884"/>
                  </a:moveTo>
                  <a:lnTo>
                    <a:pt x="2123" y="884"/>
                  </a:lnTo>
                  <a:cubicBezTo>
                    <a:pt x="2147" y="925"/>
                    <a:pt x="2164" y="973"/>
                    <a:pt x="2164" y="1022"/>
                  </a:cubicBezTo>
                  <a:lnTo>
                    <a:pt x="2164" y="1014"/>
                  </a:lnTo>
                  <a:cubicBezTo>
                    <a:pt x="2204" y="1152"/>
                    <a:pt x="2196" y="1152"/>
                    <a:pt x="2188" y="1152"/>
                  </a:cubicBezTo>
                  <a:cubicBezTo>
                    <a:pt x="2188" y="1152"/>
                    <a:pt x="2180" y="1152"/>
                    <a:pt x="2164" y="1087"/>
                  </a:cubicBezTo>
                  <a:lnTo>
                    <a:pt x="2172" y="1087"/>
                  </a:lnTo>
                  <a:cubicBezTo>
                    <a:pt x="2176" y="1106"/>
                    <a:pt x="2178" y="1114"/>
                    <a:pt x="2179" y="1114"/>
                  </a:cubicBezTo>
                  <a:cubicBezTo>
                    <a:pt x="2179" y="1114"/>
                    <a:pt x="2167" y="1066"/>
                    <a:pt x="2156" y="1014"/>
                  </a:cubicBezTo>
                  <a:lnTo>
                    <a:pt x="2123" y="884"/>
                  </a:lnTo>
                  <a:close/>
                  <a:moveTo>
                    <a:pt x="2237" y="1014"/>
                  </a:moveTo>
                  <a:lnTo>
                    <a:pt x="2245" y="1087"/>
                  </a:lnTo>
                  <a:cubicBezTo>
                    <a:pt x="2253" y="1152"/>
                    <a:pt x="2253" y="1152"/>
                    <a:pt x="2245" y="1152"/>
                  </a:cubicBezTo>
                  <a:cubicBezTo>
                    <a:pt x="2245" y="1152"/>
                    <a:pt x="2245" y="1152"/>
                    <a:pt x="2229" y="1087"/>
                  </a:cubicBezTo>
                  <a:cubicBezTo>
                    <a:pt x="2229" y="1087"/>
                    <a:pt x="2229" y="1014"/>
                    <a:pt x="2237" y="1014"/>
                  </a:cubicBezTo>
                  <a:close/>
                  <a:moveTo>
                    <a:pt x="1961" y="1071"/>
                  </a:moveTo>
                  <a:lnTo>
                    <a:pt x="1961" y="1071"/>
                  </a:lnTo>
                  <a:cubicBezTo>
                    <a:pt x="1961" y="1071"/>
                    <a:pt x="1993" y="1127"/>
                    <a:pt x="2026" y="1192"/>
                  </a:cubicBezTo>
                  <a:cubicBezTo>
                    <a:pt x="2047" y="1250"/>
                    <a:pt x="2069" y="1301"/>
                    <a:pt x="2096" y="1357"/>
                  </a:cubicBezTo>
                  <a:lnTo>
                    <a:pt x="2096" y="1357"/>
                  </a:lnTo>
                  <a:cubicBezTo>
                    <a:pt x="2087" y="1345"/>
                    <a:pt x="2077" y="1333"/>
                    <a:pt x="2066" y="1322"/>
                  </a:cubicBezTo>
                  <a:lnTo>
                    <a:pt x="2058" y="1330"/>
                  </a:lnTo>
                  <a:lnTo>
                    <a:pt x="2034" y="1265"/>
                  </a:lnTo>
                  <a:cubicBezTo>
                    <a:pt x="2026" y="1217"/>
                    <a:pt x="2010" y="1176"/>
                    <a:pt x="1985" y="1136"/>
                  </a:cubicBezTo>
                  <a:cubicBezTo>
                    <a:pt x="1985" y="1136"/>
                    <a:pt x="1953" y="1071"/>
                    <a:pt x="1961" y="1071"/>
                  </a:cubicBezTo>
                  <a:close/>
                  <a:moveTo>
                    <a:pt x="2388" y="1104"/>
                  </a:moveTo>
                  <a:cubicBezTo>
                    <a:pt x="2389" y="1104"/>
                    <a:pt x="2387" y="1139"/>
                    <a:pt x="2383" y="1209"/>
                  </a:cubicBezTo>
                  <a:cubicBezTo>
                    <a:pt x="2383" y="1249"/>
                    <a:pt x="2374" y="1298"/>
                    <a:pt x="2366" y="1338"/>
                  </a:cubicBezTo>
                  <a:cubicBezTo>
                    <a:pt x="2364" y="1379"/>
                    <a:pt x="2362" y="1395"/>
                    <a:pt x="2362" y="1395"/>
                  </a:cubicBezTo>
                  <a:cubicBezTo>
                    <a:pt x="2360" y="1395"/>
                    <a:pt x="2363" y="1298"/>
                    <a:pt x="2374" y="1200"/>
                  </a:cubicBezTo>
                  <a:cubicBezTo>
                    <a:pt x="2382" y="1137"/>
                    <a:pt x="2387" y="1104"/>
                    <a:pt x="2388" y="1104"/>
                  </a:cubicBezTo>
                  <a:close/>
                  <a:moveTo>
                    <a:pt x="1507" y="1282"/>
                  </a:moveTo>
                  <a:lnTo>
                    <a:pt x="1604" y="1371"/>
                  </a:lnTo>
                  <a:cubicBezTo>
                    <a:pt x="1697" y="1435"/>
                    <a:pt x="1736" y="1463"/>
                    <a:pt x="1734" y="1463"/>
                  </a:cubicBezTo>
                  <a:cubicBezTo>
                    <a:pt x="1732" y="1463"/>
                    <a:pt x="1706" y="1447"/>
                    <a:pt x="1661" y="1419"/>
                  </a:cubicBezTo>
                  <a:cubicBezTo>
                    <a:pt x="1596" y="1379"/>
                    <a:pt x="1548" y="1346"/>
                    <a:pt x="1499" y="1298"/>
                  </a:cubicBezTo>
                  <a:lnTo>
                    <a:pt x="1507" y="1282"/>
                  </a:lnTo>
                  <a:close/>
                  <a:moveTo>
                    <a:pt x="3129" y="1460"/>
                  </a:moveTo>
                  <a:cubicBezTo>
                    <a:pt x="3103" y="1471"/>
                    <a:pt x="3089" y="1475"/>
                    <a:pt x="3086" y="1475"/>
                  </a:cubicBezTo>
                  <a:cubicBezTo>
                    <a:pt x="3083" y="1475"/>
                    <a:pt x="3097" y="1469"/>
                    <a:pt x="3129" y="1460"/>
                  </a:cubicBezTo>
                  <a:close/>
                  <a:moveTo>
                    <a:pt x="2237" y="1419"/>
                  </a:moveTo>
                  <a:cubicBezTo>
                    <a:pt x="2249" y="1474"/>
                    <a:pt x="2252" y="1488"/>
                    <a:pt x="2253" y="1488"/>
                  </a:cubicBezTo>
                  <a:cubicBezTo>
                    <a:pt x="2253" y="1488"/>
                    <a:pt x="2253" y="1486"/>
                    <a:pt x="2253" y="1484"/>
                  </a:cubicBezTo>
                  <a:lnTo>
                    <a:pt x="2261" y="1484"/>
                  </a:lnTo>
                  <a:lnTo>
                    <a:pt x="2237" y="1419"/>
                  </a:lnTo>
                  <a:close/>
                  <a:moveTo>
                    <a:pt x="1726" y="1419"/>
                  </a:moveTo>
                  <a:lnTo>
                    <a:pt x="1791" y="1460"/>
                  </a:lnTo>
                  <a:cubicBezTo>
                    <a:pt x="1839" y="1492"/>
                    <a:pt x="1839" y="1500"/>
                    <a:pt x="1839" y="1500"/>
                  </a:cubicBezTo>
                  <a:lnTo>
                    <a:pt x="1783" y="1468"/>
                  </a:lnTo>
                  <a:lnTo>
                    <a:pt x="1726" y="1419"/>
                  </a:lnTo>
                  <a:close/>
                  <a:moveTo>
                    <a:pt x="1975" y="1479"/>
                  </a:moveTo>
                  <a:cubicBezTo>
                    <a:pt x="1978" y="1479"/>
                    <a:pt x="1991" y="1490"/>
                    <a:pt x="2010" y="1509"/>
                  </a:cubicBezTo>
                  <a:cubicBezTo>
                    <a:pt x="2058" y="1557"/>
                    <a:pt x="2050" y="1565"/>
                    <a:pt x="2050" y="1565"/>
                  </a:cubicBezTo>
                  <a:cubicBezTo>
                    <a:pt x="1990" y="1506"/>
                    <a:pt x="1970" y="1479"/>
                    <a:pt x="1975" y="1479"/>
                  </a:cubicBezTo>
                  <a:close/>
                  <a:moveTo>
                    <a:pt x="1466" y="1517"/>
                  </a:moveTo>
                  <a:lnTo>
                    <a:pt x="1580" y="1573"/>
                  </a:lnTo>
                  <a:cubicBezTo>
                    <a:pt x="1539" y="1565"/>
                    <a:pt x="1499" y="1549"/>
                    <a:pt x="1458" y="1525"/>
                  </a:cubicBezTo>
                  <a:lnTo>
                    <a:pt x="1466" y="1517"/>
                  </a:lnTo>
                  <a:close/>
                  <a:moveTo>
                    <a:pt x="1880" y="1363"/>
                  </a:moveTo>
                  <a:cubicBezTo>
                    <a:pt x="1929" y="1403"/>
                    <a:pt x="1977" y="1452"/>
                    <a:pt x="2018" y="1500"/>
                  </a:cubicBezTo>
                  <a:cubicBezTo>
                    <a:pt x="2050" y="1541"/>
                    <a:pt x="2075" y="1573"/>
                    <a:pt x="2107" y="1606"/>
                  </a:cubicBezTo>
                  <a:cubicBezTo>
                    <a:pt x="2107" y="1606"/>
                    <a:pt x="2107" y="1606"/>
                    <a:pt x="2058" y="1557"/>
                  </a:cubicBezTo>
                  <a:cubicBezTo>
                    <a:pt x="2018" y="1509"/>
                    <a:pt x="1969" y="1460"/>
                    <a:pt x="1920" y="1411"/>
                  </a:cubicBezTo>
                  <a:cubicBezTo>
                    <a:pt x="1872" y="1363"/>
                    <a:pt x="1872" y="1363"/>
                    <a:pt x="1880" y="1363"/>
                  </a:cubicBezTo>
                  <a:close/>
                  <a:moveTo>
                    <a:pt x="2942" y="1509"/>
                  </a:moveTo>
                  <a:cubicBezTo>
                    <a:pt x="2885" y="1549"/>
                    <a:pt x="2829" y="1581"/>
                    <a:pt x="2772" y="1606"/>
                  </a:cubicBezTo>
                  <a:cubicBezTo>
                    <a:pt x="2772" y="1598"/>
                    <a:pt x="2772" y="1598"/>
                    <a:pt x="2829" y="1565"/>
                  </a:cubicBezTo>
                  <a:cubicBezTo>
                    <a:pt x="2861" y="1541"/>
                    <a:pt x="2901" y="1525"/>
                    <a:pt x="2942" y="1509"/>
                  </a:cubicBezTo>
                  <a:close/>
                  <a:moveTo>
                    <a:pt x="1661" y="1549"/>
                  </a:moveTo>
                  <a:cubicBezTo>
                    <a:pt x="1718" y="1573"/>
                    <a:pt x="1783" y="1598"/>
                    <a:pt x="1839" y="1630"/>
                  </a:cubicBezTo>
                  <a:cubicBezTo>
                    <a:pt x="1864" y="1644"/>
                    <a:pt x="1878" y="1652"/>
                    <a:pt x="1876" y="1652"/>
                  </a:cubicBezTo>
                  <a:cubicBezTo>
                    <a:pt x="1874" y="1652"/>
                    <a:pt x="1844" y="1638"/>
                    <a:pt x="1775" y="1606"/>
                  </a:cubicBezTo>
                  <a:lnTo>
                    <a:pt x="1661" y="1549"/>
                  </a:lnTo>
                  <a:close/>
                  <a:moveTo>
                    <a:pt x="1269" y="1625"/>
                  </a:moveTo>
                  <a:cubicBezTo>
                    <a:pt x="1272" y="1625"/>
                    <a:pt x="1281" y="1626"/>
                    <a:pt x="1296" y="1630"/>
                  </a:cubicBezTo>
                  <a:cubicBezTo>
                    <a:pt x="1296" y="1629"/>
                    <a:pt x="1297" y="1629"/>
                    <a:pt x="1300" y="1629"/>
                  </a:cubicBezTo>
                  <a:cubicBezTo>
                    <a:pt x="1313" y="1629"/>
                    <a:pt x="1361" y="1647"/>
                    <a:pt x="1361" y="1654"/>
                  </a:cubicBezTo>
                  <a:lnTo>
                    <a:pt x="1296" y="1646"/>
                  </a:lnTo>
                  <a:cubicBezTo>
                    <a:pt x="1296" y="1640"/>
                    <a:pt x="1259" y="1625"/>
                    <a:pt x="1269" y="1625"/>
                  </a:cubicBezTo>
                  <a:close/>
                  <a:moveTo>
                    <a:pt x="3186" y="1620"/>
                  </a:moveTo>
                  <a:cubicBezTo>
                    <a:pt x="3195" y="1620"/>
                    <a:pt x="3197" y="1622"/>
                    <a:pt x="3169" y="1630"/>
                  </a:cubicBezTo>
                  <a:lnTo>
                    <a:pt x="3104" y="1646"/>
                  </a:lnTo>
                  <a:cubicBezTo>
                    <a:pt x="3059" y="1652"/>
                    <a:pt x="3015" y="1661"/>
                    <a:pt x="3013" y="1661"/>
                  </a:cubicBezTo>
                  <a:cubicBezTo>
                    <a:pt x="3012" y="1661"/>
                    <a:pt x="3019" y="1659"/>
                    <a:pt x="3039" y="1654"/>
                  </a:cubicBezTo>
                  <a:cubicBezTo>
                    <a:pt x="3039" y="1654"/>
                    <a:pt x="3104" y="1630"/>
                    <a:pt x="3161" y="1622"/>
                  </a:cubicBezTo>
                  <a:cubicBezTo>
                    <a:pt x="3161" y="1622"/>
                    <a:pt x="3177" y="1620"/>
                    <a:pt x="3186" y="1620"/>
                  </a:cubicBezTo>
                  <a:close/>
                  <a:moveTo>
                    <a:pt x="1604" y="1736"/>
                  </a:moveTo>
                  <a:cubicBezTo>
                    <a:pt x="1645" y="1744"/>
                    <a:pt x="1685" y="1752"/>
                    <a:pt x="1734" y="1760"/>
                  </a:cubicBezTo>
                  <a:cubicBezTo>
                    <a:pt x="1759" y="1767"/>
                    <a:pt x="1760" y="1771"/>
                    <a:pt x="1743" y="1771"/>
                  </a:cubicBezTo>
                  <a:cubicBezTo>
                    <a:pt x="1721" y="1771"/>
                    <a:pt x="1671" y="1765"/>
                    <a:pt x="1604" y="1752"/>
                  </a:cubicBezTo>
                  <a:lnTo>
                    <a:pt x="1604" y="1736"/>
                  </a:lnTo>
                  <a:close/>
                  <a:moveTo>
                    <a:pt x="1929" y="1744"/>
                  </a:moveTo>
                  <a:lnTo>
                    <a:pt x="1993" y="1760"/>
                  </a:lnTo>
                  <a:lnTo>
                    <a:pt x="2052" y="1774"/>
                  </a:lnTo>
                  <a:lnTo>
                    <a:pt x="1929" y="1744"/>
                  </a:lnTo>
                  <a:close/>
                  <a:moveTo>
                    <a:pt x="2052" y="1774"/>
                  </a:moveTo>
                  <a:lnTo>
                    <a:pt x="2058" y="1776"/>
                  </a:lnTo>
                  <a:lnTo>
                    <a:pt x="2052" y="1774"/>
                  </a:lnTo>
                  <a:close/>
                  <a:moveTo>
                    <a:pt x="1726" y="1800"/>
                  </a:moveTo>
                  <a:lnTo>
                    <a:pt x="1726" y="1809"/>
                  </a:lnTo>
                  <a:lnTo>
                    <a:pt x="1661" y="1809"/>
                  </a:lnTo>
                  <a:lnTo>
                    <a:pt x="1661" y="1800"/>
                  </a:lnTo>
                  <a:close/>
                  <a:moveTo>
                    <a:pt x="1904" y="1849"/>
                  </a:moveTo>
                  <a:lnTo>
                    <a:pt x="1783" y="1857"/>
                  </a:lnTo>
                  <a:cubicBezTo>
                    <a:pt x="1793" y="1857"/>
                    <a:pt x="1808" y="1861"/>
                    <a:pt x="1821" y="1861"/>
                  </a:cubicBezTo>
                  <a:cubicBezTo>
                    <a:pt x="1828" y="1861"/>
                    <a:pt x="1834" y="1860"/>
                    <a:pt x="1839" y="1857"/>
                  </a:cubicBezTo>
                  <a:lnTo>
                    <a:pt x="1904" y="1857"/>
                  </a:lnTo>
                  <a:lnTo>
                    <a:pt x="1904" y="1849"/>
                  </a:lnTo>
                  <a:close/>
                  <a:moveTo>
                    <a:pt x="3104" y="1865"/>
                  </a:moveTo>
                  <a:cubicBezTo>
                    <a:pt x="3104" y="1865"/>
                    <a:pt x="3161" y="1865"/>
                    <a:pt x="3161" y="1873"/>
                  </a:cubicBezTo>
                  <a:cubicBezTo>
                    <a:pt x="3161" y="1873"/>
                    <a:pt x="3132" y="1877"/>
                    <a:pt x="3096" y="1877"/>
                  </a:cubicBezTo>
                  <a:cubicBezTo>
                    <a:pt x="3078" y="1877"/>
                    <a:pt x="3058" y="1876"/>
                    <a:pt x="3039" y="1873"/>
                  </a:cubicBezTo>
                  <a:cubicBezTo>
                    <a:pt x="3056" y="1865"/>
                    <a:pt x="3080" y="1865"/>
                    <a:pt x="3104" y="1865"/>
                  </a:cubicBezTo>
                  <a:close/>
                  <a:moveTo>
                    <a:pt x="2625" y="1889"/>
                  </a:moveTo>
                  <a:cubicBezTo>
                    <a:pt x="2620" y="1889"/>
                    <a:pt x="2625" y="1891"/>
                    <a:pt x="2650" y="1898"/>
                  </a:cubicBezTo>
                  <a:cubicBezTo>
                    <a:pt x="2650" y="1898"/>
                    <a:pt x="2642" y="1898"/>
                    <a:pt x="2707" y="1906"/>
                  </a:cubicBezTo>
                  <a:cubicBezTo>
                    <a:pt x="2672" y="1896"/>
                    <a:pt x="2634" y="1889"/>
                    <a:pt x="2625" y="1889"/>
                  </a:cubicBezTo>
                  <a:close/>
                  <a:moveTo>
                    <a:pt x="1466" y="1890"/>
                  </a:moveTo>
                  <a:cubicBezTo>
                    <a:pt x="1523" y="1890"/>
                    <a:pt x="1523" y="1898"/>
                    <a:pt x="1523" y="1898"/>
                  </a:cubicBezTo>
                  <a:cubicBezTo>
                    <a:pt x="1523" y="1906"/>
                    <a:pt x="1523" y="1906"/>
                    <a:pt x="1466" y="1914"/>
                  </a:cubicBezTo>
                  <a:cubicBezTo>
                    <a:pt x="1466" y="1914"/>
                    <a:pt x="1438" y="1918"/>
                    <a:pt x="1418" y="1918"/>
                  </a:cubicBezTo>
                  <a:cubicBezTo>
                    <a:pt x="1409" y="1918"/>
                    <a:pt x="1402" y="1917"/>
                    <a:pt x="1402" y="1914"/>
                  </a:cubicBezTo>
                  <a:cubicBezTo>
                    <a:pt x="1402" y="1906"/>
                    <a:pt x="1466" y="1898"/>
                    <a:pt x="1466" y="1898"/>
                  </a:cubicBezTo>
                  <a:lnTo>
                    <a:pt x="1466" y="1890"/>
                  </a:lnTo>
                  <a:close/>
                  <a:moveTo>
                    <a:pt x="2192" y="1906"/>
                  </a:moveTo>
                  <a:lnTo>
                    <a:pt x="2192" y="1906"/>
                  </a:lnTo>
                  <a:cubicBezTo>
                    <a:pt x="2192" y="1906"/>
                    <a:pt x="2169" y="1915"/>
                    <a:pt x="2116" y="1936"/>
                  </a:cubicBezTo>
                  <a:lnTo>
                    <a:pt x="2116" y="1936"/>
                  </a:lnTo>
                  <a:cubicBezTo>
                    <a:pt x="2128" y="1932"/>
                    <a:pt x="2142" y="1927"/>
                    <a:pt x="2156" y="1922"/>
                  </a:cubicBezTo>
                  <a:cubicBezTo>
                    <a:pt x="2179" y="1912"/>
                    <a:pt x="2193" y="1906"/>
                    <a:pt x="2192" y="1906"/>
                  </a:cubicBezTo>
                  <a:close/>
                  <a:moveTo>
                    <a:pt x="3161" y="1932"/>
                  </a:moveTo>
                  <a:cubicBezTo>
                    <a:pt x="3169" y="1932"/>
                    <a:pt x="3185" y="1934"/>
                    <a:pt x="3218" y="1938"/>
                  </a:cubicBezTo>
                  <a:lnTo>
                    <a:pt x="3218" y="1946"/>
                  </a:lnTo>
                  <a:lnTo>
                    <a:pt x="3153" y="1946"/>
                  </a:lnTo>
                  <a:lnTo>
                    <a:pt x="3153" y="1938"/>
                  </a:lnTo>
                  <a:cubicBezTo>
                    <a:pt x="3153" y="1934"/>
                    <a:pt x="3153" y="1932"/>
                    <a:pt x="3161" y="1932"/>
                  </a:cubicBezTo>
                  <a:close/>
                  <a:moveTo>
                    <a:pt x="2191" y="1893"/>
                  </a:moveTo>
                  <a:cubicBezTo>
                    <a:pt x="2186" y="1893"/>
                    <a:pt x="2156" y="1900"/>
                    <a:pt x="2091" y="1922"/>
                  </a:cubicBezTo>
                  <a:cubicBezTo>
                    <a:pt x="2067" y="1928"/>
                    <a:pt x="2047" y="1934"/>
                    <a:pt x="2032" y="1938"/>
                  </a:cubicBezTo>
                  <a:lnTo>
                    <a:pt x="2032" y="1938"/>
                  </a:lnTo>
                  <a:cubicBezTo>
                    <a:pt x="2031" y="1935"/>
                    <a:pt x="2030" y="1933"/>
                    <a:pt x="2029" y="1931"/>
                  </a:cubicBezTo>
                  <a:lnTo>
                    <a:pt x="2029" y="1931"/>
                  </a:lnTo>
                  <a:cubicBezTo>
                    <a:pt x="1969" y="1946"/>
                    <a:pt x="1969" y="1946"/>
                    <a:pt x="1969" y="1946"/>
                  </a:cubicBezTo>
                  <a:cubicBezTo>
                    <a:pt x="1969" y="1949"/>
                    <a:pt x="1969" y="1951"/>
                    <a:pt x="1974" y="1951"/>
                  </a:cubicBezTo>
                  <a:cubicBezTo>
                    <a:pt x="1980" y="1951"/>
                    <a:pt x="1995" y="1947"/>
                    <a:pt x="2032" y="1938"/>
                  </a:cubicBezTo>
                  <a:lnTo>
                    <a:pt x="2032" y="1938"/>
                  </a:lnTo>
                  <a:cubicBezTo>
                    <a:pt x="2033" y="1940"/>
                    <a:pt x="2034" y="1943"/>
                    <a:pt x="2034" y="1946"/>
                  </a:cubicBezTo>
                  <a:cubicBezTo>
                    <a:pt x="2075" y="1930"/>
                    <a:pt x="2115" y="1914"/>
                    <a:pt x="2156" y="1906"/>
                  </a:cubicBezTo>
                  <a:cubicBezTo>
                    <a:pt x="2182" y="1898"/>
                    <a:pt x="2196" y="1893"/>
                    <a:pt x="2191" y="1893"/>
                  </a:cubicBezTo>
                  <a:close/>
                  <a:moveTo>
                    <a:pt x="3250" y="1961"/>
                  </a:moveTo>
                  <a:cubicBezTo>
                    <a:pt x="3247" y="1961"/>
                    <a:pt x="3250" y="1964"/>
                    <a:pt x="3274" y="1971"/>
                  </a:cubicBezTo>
                  <a:cubicBezTo>
                    <a:pt x="3274" y="1966"/>
                    <a:pt x="3256" y="1961"/>
                    <a:pt x="3250" y="1961"/>
                  </a:cubicBezTo>
                  <a:close/>
                  <a:moveTo>
                    <a:pt x="2116" y="1936"/>
                  </a:moveTo>
                  <a:lnTo>
                    <a:pt x="2116" y="1936"/>
                  </a:lnTo>
                  <a:cubicBezTo>
                    <a:pt x="2091" y="1945"/>
                    <a:pt x="2072" y="1950"/>
                    <a:pt x="2068" y="1950"/>
                  </a:cubicBezTo>
                  <a:cubicBezTo>
                    <a:pt x="2065" y="1950"/>
                    <a:pt x="2071" y="1947"/>
                    <a:pt x="2091" y="1938"/>
                  </a:cubicBezTo>
                  <a:lnTo>
                    <a:pt x="2091" y="1938"/>
                  </a:lnTo>
                  <a:cubicBezTo>
                    <a:pt x="2070" y="1942"/>
                    <a:pt x="2050" y="1949"/>
                    <a:pt x="2029" y="1956"/>
                  </a:cubicBezTo>
                  <a:lnTo>
                    <a:pt x="2029" y="1956"/>
                  </a:lnTo>
                  <a:lnTo>
                    <a:pt x="2034" y="1954"/>
                  </a:lnTo>
                  <a:lnTo>
                    <a:pt x="2034" y="1954"/>
                  </a:lnTo>
                  <a:cubicBezTo>
                    <a:pt x="2033" y="1962"/>
                    <a:pt x="2031" y="1968"/>
                    <a:pt x="2028" y="1973"/>
                  </a:cubicBezTo>
                  <a:lnTo>
                    <a:pt x="2028" y="1973"/>
                  </a:lnTo>
                  <a:cubicBezTo>
                    <a:pt x="2046" y="1966"/>
                    <a:pt x="2067" y="1957"/>
                    <a:pt x="2091" y="1946"/>
                  </a:cubicBezTo>
                  <a:cubicBezTo>
                    <a:pt x="2100" y="1943"/>
                    <a:pt x="2108" y="1939"/>
                    <a:pt x="2116" y="1936"/>
                  </a:cubicBezTo>
                  <a:close/>
                  <a:moveTo>
                    <a:pt x="2683" y="1954"/>
                  </a:moveTo>
                  <a:lnTo>
                    <a:pt x="2683" y="1954"/>
                  </a:lnTo>
                  <a:cubicBezTo>
                    <a:pt x="2723" y="1963"/>
                    <a:pt x="2764" y="1979"/>
                    <a:pt x="2804" y="1995"/>
                  </a:cubicBezTo>
                  <a:lnTo>
                    <a:pt x="2747" y="1979"/>
                  </a:lnTo>
                  <a:lnTo>
                    <a:pt x="2683" y="1954"/>
                  </a:lnTo>
                  <a:close/>
                  <a:moveTo>
                    <a:pt x="2028" y="1973"/>
                  </a:moveTo>
                  <a:cubicBezTo>
                    <a:pt x="2004" y="1985"/>
                    <a:pt x="1985" y="1993"/>
                    <a:pt x="1973" y="1999"/>
                  </a:cubicBezTo>
                  <a:lnTo>
                    <a:pt x="1973" y="1999"/>
                  </a:lnTo>
                  <a:cubicBezTo>
                    <a:pt x="1976" y="2000"/>
                    <a:pt x="1979" y="2000"/>
                    <a:pt x="1983" y="2000"/>
                  </a:cubicBezTo>
                  <a:lnTo>
                    <a:pt x="1983" y="2000"/>
                  </a:lnTo>
                  <a:cubicBezTo>
                    <a:pt x="1993" y="1996"/>
                    <a:pt x="2006" y="1991"/>
                    <a:pt x="2021" y="1984"/>
                  </a:cubicBezTo>
                  <a:lnTo>
                    <a:pt x="2021" y="1984"/>
                  </a:lnTo>
                  <a:cubicBezTo>
                    <a:pt x="2024" y="1981"/>
                    <a:pt x="2026" y="1978"/>
                    <a:pt x="2028" y="1973"/>
                  </a:cubicBezTo>
                  <a:close/>
                  <a:moveTo>
                    <a:pt x="3137" y="1995"/>
                  </a:moveTo>
                  <a:cubicBezTo>
                    <a:pt x="3145" y="1995"/>
                    <a:pt x="3145" y="1995"/>
                    <a:pt x="3201" y="2003"/>
                  </a:cubicBezTo>
                  <a:lnTo>
                    <a:pt x="3201" y="2011"/>
                  </a:lnTo>
                  <a:lnTo>
                    <a:pt x="3137" y="2003"/>
                  </a:lnTo>
                  <a:lnTo>
                    <a:pt x="3137" y="1995"/>
                  </a:lnTo>
                  <a:close/>
                  <a:moveTo>
                    <a:pt x="1523" y="2007"/>
                  </a:moveTo>
                  <a:cubicBezTo>
                    <a:pt x="1531" y="2007"/>
                    <a:pt x="1531" y="2011"/>
                    <a:pt x="1531" y="2019"/>
                  </a:cubicBezTo>
                  <a:cubicBezTo>
                    <a:pt x="1531" y="2019"/>
                    <a:pt x="1475" y="2036"/>
                    <a:pt x="1475" y="2036"/>
                  </a:cubicBezTo>
                  <a:cubicBezTo>
                    <a:pt x="1459" y="2039"/>
                    <a:pt x="1451" y="2041"/>
                    <a:pt x="1447" y="2041"/>
                  </a:cubicBezTo>
                  <a:cubicBezTo>
                    <a:pt x="1437" y="2041"/>
                    <a:pt x="1473" y="2025"/>
                    <a:pt x="1466" y="2019"/>
                  </a:cubicBezTo>
                  <a:cubicBezTo>
                    <a:pt x="1499" y="2011"/>
                    <a:pt x="1515" y="2007"/>
                    <a:pt x="1523" y="2007"/>
                  </a:cubicBezTo>
                  <a:close/>
                  <a:moveTo>
                    <a:pt x="2383" y="2011"/>
                  </a:moveTo>
                  <a:lnTo>
                    <a:pt x="2390" y="2053"/>
                  </a:lnTo>
                  <a:lnTo>
                    <a:pt x="2390" y="2053"/>
                  </a:lnTo>
                  <a:cubicBezTo>
                    <a:pt x="2390" y="2039"/>
                    <a:pt x="2388" y="2027"/>
                    <a:pt x="2383" y="2011"/>
                  </a:cubicBezTo>
                  <a:close/>
                  <a:moveTo>
                    <a:pt x="2734" y="2006"/>
                  </a:moveTo>
                  <a:cubicBezTo>
                    <a:pt x="2739" y="2006"/>
                    <a:pt x="2752" y="2012"/>
                    <a:pt x="2788" y="2027"/>
                  </a:cubicBezTo>
                  <a:cubicBezTo>
                    <a:pt x="2812" y="2036"/>
                    <a:pt x="2829" y="2044"/>
                    <a:pt x="2845" y="2060"/>
                  </a:cubicBezTo>
                  <a:lnTo>
                    <a:pt x="2788" y="2036"/>
                  </a:lnTo>
                  <a:cubicBezTo>
                    <a:pt x="2731" y="2011"/>
                    <a:pt x="2731" y="2011"/>
                    <a:pt x="2731" y="2011"/>
                  </a:cubicBezTo>
                  <a:cubicBezTo>
                    <a:pt x="2731" y="2008"/>
                    <a:pt x="2731" y="2006"/>
                    <a:pt x="2734" y="2006"/>
                  </a:cubicBezTo>
                  <a:close/>
                  <a:moveTo>
                    <a:pt x="3080" y="2024"/>
                  </a:moveTo>
                  <a:cubicBezTo>
                    <a:pt x="3083" y="2024"/>
                    <a:pt x="3099" y="2028"/>
                    <a:pt x="3129" y="2036"/>
                  </a:cubicBezTo>
                  <a:cubicBezTo>
                    <a:pt x="3185" y="2044"/>
                    <a:pt x="3193" y="2044"/>
                    <a:pt x="3185" y="2052"/>
                  </a:cubicBezTo>
                  <a:cubicBezTo>
                    <a:pt x="3185" y="2059"/>
                    <a:pt x="3185" y="2063"/>
                    <a:pt x="3179" y="2063"/>
                  </a:cubicBezTo>
                  <a:cubicBezTo>
                    <a:pt x="3172" y="2063"/>
                    <a:pt x="3156" y="2057"/>
                    <a:pt x="3120" y="2044"/>
                  </a:cubicBezTo>
                  <a:cubicBezTo>
                    <a:pt x="3089" y="2030"/>
                    <a:pt x="3075" y="2024"/>
                    <a:pt x="3080" y="2024"/>
                  </a:cubicBezTo>
                  <a:close/>
                  <a:moveTo>
                    <a:pt x="2707" y="2044"/>
                  </a:moveTo>
                  <a:cubicBezTo>
                    <a:pt x="2737" y="2057"/>
                    <a:pt x="2751" y="2065"/>
                    <a:pt x="2749" y="2065"/>
                  </a:cubicBezTo>
                  <a:cubicBezTo>
                    <a:pt x="2747" y="2065"/>
                    <a:pt x="2733" y="2059"/>
                    <a:pt x="2707" y="2044"/>
                  </a:cubicBezTo>
                  <a:close/>
                  <a:moveTo>
                    <a:pt x="1711" y="2063"/>
                  </a:moveTo>
                  <a:cubicBezTo>
                    <a:pt x="1718" y="2063"/>
                    <a:pt x="1690" y="2077"/>
                    <a:pt x="1612" y="2108"/>
                  </a:cubicBezTo>
                  <a:cubicBezTo>
                    <a:pt x="1556" y="2125"/>
                    <a:pt x="1556" y="2125"/>
                    <a:pt x="1556" y="2125"/>
                  </a:cubicBezTo>
                  <a:cubicBezTo>
                    <a:pt x="1548" y="2125"/>
                    <a:pt x="1612" y="2100"/>
                    <a:pt x="1669" y="2076"/>
                  </a:cubicBezTo>
                  <a:cubicBezTo>
                    <a:pt x="1692" y="2067"/>
                    <a:pt x="1707" y="2063"/>
                    <a:pt x="1711" y="2063"/>
                  </a:cubicBezTo>
                  <a:close/>
                  <a:moveTo>
                    <a:pt x="2585" y="2084"/>
                  </a:moveTo>
                  <a:lnTo>
                    <a:pt x="2585" y="2084"/>
                  </a:lnTo>
                  <a:cubicBezTo>
                    <a:pt x="2602" y="2101"/>
                    <a:pt x="2618" y="2115"/>
                    <a:pt x="2632" y="2128"/>
                  </a:cubicBezTo>
                  <a:lnTo>
                    <a:pt x="2632" y="2128"/>
                  </a:lnTo>
                  <a:cubicBezTo>
                    <a:pt x="2617" y="2112"/>
                    <a:pt x="2602" y="2097"/>
                    <a:pt x="2585" y="2084"/>
                  </a:cubicBezTo>
                  <a:close/>
                  <a:moveTo>
                    <a:pt x="1685" y="2117"/>
                  </a:moveTo>
                  <a:lnTo>
                    <a:pt x="1685" y="2125"/>
                  </a:lnTo>
                  <a:cubicBezTo>
                    <a:pt x="1645" y="2141"/>
                    <a:pt x="1604" y="2157"/>
                    <a:pt x="1564" y="2165"/>
                  </a:cubicBezTo>
                  <a:lnTo>
                    <a:pt x="1620" y="2133"/>
                  </a:lnTo>
                  <a:lnTo>
                    <a:pt x="1685" y="2117"/>
                  </a:lnTo>
                  <a:close/>
                  <a:moveTo>
                    <a:pt x="1597" y="2188"/>
                  </a:moveTo>
                  <a:cubicBezTo>
                    <a:pt x="1600" y="2188"/>
                    <a:pt x="1580" y="2199"/>
                    <a:pt x="1574" y="2199"/>
                  </a:cubicBezTo>
                  <a:cubicBezTo>
                    <a:pt x="1573" y="2199"/>
                    <a:pt x="1572" y="2199"/>
                    <a:pt x="1572" y="2198"/>
                  </a:cubicBezTo>
                  <a:cubicBezTo>
                    <a:pt x="1588" y="2191"/>
                    <a:pt x="1595" y="2188"/>
                    <a:pt x="1597" y="2188"/>
                  </a:cubicBezTo>
                  <a:close/>
                  <a:moveTo>
                    <a:pt x="133" y="2183"/>
                  </a:moveTo>
                  <a:cubicBezTo>
                    <a:pt x="110" y="2183"/>
                    <a:pt x="88" y="2186"/>
                    <a:pt x="64" y="2190"/>
                  </a:cubicBezTo>
                  <a:cubicBezTo>
                    <a:pt x="8" y="2197"/>
                    <a:pt x="0" y="2216"/>
                    <a:pt x="87" y="2216"/>
                  </a:cubicBezTo>
                  <a:cubicBezTo>
                    <a:pt x="101" y="2216"/>
                    <a:pt x="118" y="2215"/>
                    <a:pt x="137" y="2214"/>
                  </a:cubicBezTo>
                  <a:cubicBezTo>
                    <a:pt x="202" y="2206"/>
                    <a:pt x="202" y="2206"/>
                    <a:pt x="202" y="2190"/>
                  </a:cubicBezTo>
                  <a:cubicBezTo>
                    <a:pt x="177" y="2186"/>
                    <a:pt x="155" y="2183"/>
                    <a:pt x="133" y="2183"/>
                  </a:cubicBezTo>
                  <a:close/>
                  <a:moveTo>
                    <a:pt x="2342" y="1031"/>
                  </a:moveTo>
                  <a:lnTo>
                    <a:pt x="2342" y="1127"/>
                  </a:lnTo>
                  <a:cubicBezTo>
                    <a:pt x="2342" y="1265"/>
                    <a:pt x="2342" y="1330"/>
                    <a:pt x="2350" y="1403"/>
                  </a:cubicBezTo>
                  <a:cubicBezTo>
                    <a:pt x="2355" y="1446"/>
                    <a:pt x="2357" y="1486"/>
                    <a:pt x="2359" y="1486"/>
                  </a:cubicBezTo>
                  <a:cubicBezTo>
                    <a:pt x="2361" y="1486"/>
                    <a:pt x="2363" y="1465"/>
                    <a:pt x="2366" y="1411"/>
                  </a:cubicBezTo>
                  <a:cubicBezTo>
                    <a:pt x="2374" y="1387"/>
                    <a:pt x="2374" y="1363"/>
                    <a:pt x="2383" y="1346"/>
                  </a:cubicBezTo>
                  <a:cubicBezTo>
                    <a:pt x="2383" y="1363"/>
                    <a:pt x="2383" y="1387"/>
                    <a:pt x="2383" y="1411"/>
                  </a:cubicBezTo>
                  <a:cubicBezTo>
                    <a:pt x="2374" y="1476"/>
                    <a:pt x="2391" y="1484"/>
                    <a:pt x="2399" y="1484"/>
                  </a:cubicBezTo>
                  <a:cubicBezTo>
                    <a:pt x="2415" y="1492"/>
                    <a:pt x="2423" y="1492"/>
                    <a:pt x="2407" y="1565"/>
                  </a:cubicBezTo>
                  <a:cubicBezTo>
                    <a:pt x="2399" y="1630"/>
                    <a:pt x="2399" y="1630"/>
                    <a:pt x="2399" y="1630"/>
                  </a:cubicBezTo>
                  <a:cubicBezTo>
                    <a:pt x="2410" y="1587"/>
                    <a:pt x="2417" y="1576"/>
                    <a:pt x="2423" y="1576"/>
                  </a:cubicBezTo>
                  <a:cubicBezTo>
                    <a:pt x="2426" y="1576"/>
                    <a:pt x="2429" y="1579"/>
                    <a:pt x="2431" y="1581"/>
                  </a:cubicBezTo>
                  <a:cubicBezTo>
                    <a:pt x="2436" y="1584"/>
                    <a:pt x="2440" y="1585"/>
                    <a:pt x="2445" y="1585"/>
                  </a:cubicBezTo>
                  <a:cubicBezTo>
                    <a:pt x="2457" y="1585"/>
                    <a:pt x="2470" y="1574"/>
                    <a:pt x="2488" y="1533"/>
                  </a:cubicBezTo>
                  <a:lnTo>
                    <a:pt x="2496" y="1533"/>
                  </a:lnTo>
                  <a:cubicBezTo>
                    <a:pt x="2464" y="1598"/>
                    <a:pt x="2464" y="1598"/>
                    <a:pt x="2472" y="1606"/>
                  </a:cubicBezTo>
                  <a:cubicBezTo>
                    <a:pt x="2500" y="1556"/>
                    <a:pt x="2504" y="1550"/>
                    <a:pt x="2504" y="1549"/>
                  </a:cubicBezTo>
                  <a:lnTo>
                    <a:pt x="2504" y="1549"/>
                  </a:lnTo>
                  <a:cubicBezTo>
                    <a:pt x="2472" y="1606"/>
                    <a:pt x="2480" y="1606"/>
                    <a:pt x="2480" y="1614"/>
                  </a:cubicBezTo>
                  <a:cubicBezTo>
                    <a:pt x="2480" y="1614"/>
                    <a:pt x="2480" y="1614"/>
                    <a:pt x="2520" y="1557"/>
                  </a:cubicBezTo>
                  <a:lnTo>
                    <a:pt x="2520" y="1557"/>
                  </a:lnTo>
                  <a:cubicBezTo>
                    <a:pt x="2520" y="1557"/>
                    <a:pt x="2537" y="1573"/>
                    <a:pt x="2496" y="1630"/>
                  </a:cubicBezTo>
                  <a:cubicBezTo>
                    <a:pt x="2483" y="1648"/>
                    <a:pt x="2479" y="1655"/>
                    <a:pt x="2480" y="1655"/>
                  </a:cubicBezTo>
                  <a:cubicBezTo>
                    <a:pt x="2482" y="1655"/>
                    <a:pt x="2511" y="1620"/>
                    <a:pt x="2545" y="1581"/>
                  </a:cubicBezTo>
                  <a:cubicBezTo>
                    <a:pt x="2569" y="1549"/>
                    <a:pt x="2593" y="1517"/>
                    <a:pt x="2626" y="1484"/>
                  </a:cubicBezTo>
                  <a:lnTo>
                    <a:pt x="2626" y="1484"/>
                  </a:lnTo>
                  <a:cubicBezTo>
                    <a:pt x="2626" y="1484"/>
                    <a:pt x="2585" y="1533"/>
                    <a:pt x="2545" y="1590"/>
                  </a:cubicBezTo>
                  <a:cubicBezTo>
                    <a:pt x="2504" y="1638"/>
                    <a:pt x="2504" y="1638"/>
                    <a:pt x="2504" y="1646"/>
                  </a:cubicBezTo>
                  <a:cubicBezTo>
                    <a:pt x="2527" y="1619"/>
                    <a:pt x="2540" y="1609"/>
                    <a:pt x="2549" y="1609"/>
                  </a:cubicBezTo>
                  <a:cubicBezTo>
                    <a:pt x="2557" y="1609"/>
                    <a:pt x="2562" y="1615"/>
                    <a:pt x="2569" y="1622"/>
                  </a:cubicBezTo>
                  <a:cubicBezTo>
                    <a:pt x="2573" y="1629"/>
                    <a:pt x="2575" y="1635"/>
                    <a:pt x="2580" y="1635"/>
                  </a:cubicBezTo>
                  <a:cubicBezTo>
                    <a:pt x="2586" y="1635"/>
                    <a:pt x="2598" y="1625"/>
                    <a:pt x="2626" y="1598"/>
                  </a:cubicBezTo>
                  <a:cubicBezTo>
                    <a:pt x="2652" y="1579"/>
                    <a:pt x="2666" y="1569"/>
                    <a:pt x="2669" y="1569"/>
                  </a:cubicBezTo>
                  <a:cubicBezTo>
                    <a:pt x="2672" y="1569"/>
                    <a:pt x="2660" y="1583"/>
                    <a:pt x="2634" y="1614"/>
                  </a:cubicBezTo>
                  <a:cubicBezTo>
                    <a:pt x="2538" y="1700"/>
                    <a:pt x="2502" y="1729"/>
                    <a:pt x="2502" y="1729"/>
                  </a:cubicBezTo>
                  <a:cubicBezTo>
                    <a:pt x="2502" y="1729"/>
                    <a:pt x="2515" y="1718"/>
                    <a:pt x="2537" y="1703"/>
                  </a:cubicBezTo>
                  <a:cubicBezTo>
                    <a:pt x="2537" y="1703"/>
                    <a:pt x="2585" y="1663"/>
                    <a:pt x="2642" y="1622"/>
                  </a:cubicBezTo>
                  <a:cubicBezTo>
                    <a:pt x="2692" y="1584"/>
                    <a:pt x="2718" y="1565"/>
                    <a:pt x="2721" y="1565"/>
                  </a:cubicBezTo>
                  <a:lnTo>
                    <a:pt x="2721" y="1565"/>
                  </a:lnTo>
                  <a:cubicBezTo>
                    <a:pt x="2724" y="1565"/>
                    <a:pt x="2697" y="1588"/>
                    <a:pt x="2642" y="1630"/>
                  </a:cubicBezTo>
                  <a:cubicBezTo>
                    <a:pt x="2591" y="1669"/>
                    <a:pt x="2578" y="1686"/>
                    <a:pt x="2592" y="1686"/>
                  </a:cubicBezTo>
                  <a:cubicBezTo>
                    <a:pt x="2607" y="1686"/>
                    <a:pt x="2652" y="1667"/>
                    <a:pt x="2715" y="1638"/>
                  </a:cubicBezTo>
                  <a:lnTo>
                    <a:pt x="2715" y="1638"/>
                  </a:lnTo>
                  <a:lnTo>
                    <a:pt x="2658" y="1671"/>
                  </a:lnTo>
                  <a:cubicBezTo>
                    <a:pt x="2602" y="1703"/>
                    <a:pt x="2602" y="1711"/>
                    <a:pt x="2602" y="1719"/>
                  </a:cubicBezTo>
                  <a:cubicBezTo>
                    <a:pt x="2640" y="1700"/>
                    <a:pt x="2660" y="1693"/>
                    <a:pt x="2667" y="1693"/>
                  </a:cubicBezTo>
                  <a:cubicBezTo>
                    <a:pt x="2680" y="1693"/>
                    <a:pt x="2644" y="1719"/>
                    <a:pt x="2602" y="1736"/>
                  </a:cubicBezTo>
                  <a:cubicBezTo>
                    <a:pt x="2545" y="1760"/>
                    <a:pt x="2545" y="1760"/>
                    <a:pt x="2545" y="1768"/>
                  </a:cubicBezTo>
                  <a:cubicBezTo>
                    <a:pt x="2586" y="1754"/>
                    <a:pt x="2606" y="1749"/>
                    <a:pt x="2612" y="1749"/>
                  </a:cubicBezTo>
                  <a:cubicBezTo>
                    <a:pt x="2623" y="1749"/>
                    <a:pt x="2582" y="1768"/>
                    <a:pt x="2545" y="1784"/>
                  </a:cubicBezTo>
                  <a:cubicBezTo>
                    <a:pt x="2573" y="1776"/>
                    <a:pt x="2587" y="1774"/>
                    <a:pt x="2594" y="1774"/>
                  </a:cubicBezTo>
                  <a:cubicBezTo>
                    <a:pt x="2602" y="1774"/>
                    <a:pt x="2602" y="1776"/>
                    <a:pt x="2602" y="1776"/>
                  </a:cubicBezTo>
                  <a:cubicBezTo>
                    <a:pt x="2602" y="1776"/>
                    <a:pt x="2602" y="1777"/>
                    <a:pt x="2606" y="1777"/>
                  </a:cubicBezTo>
                  <a:cubicBezTo>
                    <a:pt x="2612" y="1777"/>
                    <a:pt x="2627" y="1774"/>
                    <a:pt x="2666" y="1760"/>
                  </a:cubicBezTo>
                  <a:cubicBezTo>
                    <a:pt x="2707" y="1752"/>
                    <a:pt x="2747" y="1736"/>
                    <a:pt x="2796" y="1736"/>
                  </a:cubicBezTo>
                  <a:lnTo>
                    <a:pt x="2731" y="1752"/>
                  </a:lnTo>
                  <a:cubicBezTo>
                    <a:pt x="2666" y="1768"/>
                    <a:pt x="2666" y="1776"/>
                    <a:pt x="2666" y="1784"/>
                  </a:cubicBezTo>
                  <a:cubicBezTo>
                    <a:pt x="2666" y="1792"/>
                    <a:pt x="2666" y="1800"/>
                    <a:pt x="2602" y="1817"/>
                  </a:cubicBezTo>
                  <a:lnTo>
                    <a:pt x="2666" y="1809"/>
                  </a:lnTo>
                  <a:lnTo>
                    <a:pt x="2666" y="1809"/>
                  </a:lnTo>
                  <a:cubicBezTo>
                    <a:pt x="2602" y="1825"/>
                    <a:pt x="2602" y="1825"/>
                    <a:pt x="2666" y="1825"/>
                  </a:cubicBezTo>
                  <a:lnTo>
                    <a:pt x="2666" y="1833"/>
                  </a:lnTo>
                  <a:cubicBezTo>
                    <a:pt x="2537" y="1841"/>
                    <a:pt x="2537" y="1841"/>
                    <a:pt x="2658" y="1849"/>
                  </a:cubicBezTo>
                  <a:lnTo>
                    <a:pt x="2593" y="1849"/>
                  </a:lnTo>
                  <a:cubicBezTo>
                    <a:pt x="2658" y="1857"/>
                    <a:pt x="2658" y="1865"/>
                    <a:pt x="2593" y="1865"/>
                  </a:cubicBezTo>
                  <a:cubicBezTo>
                    <a:pt x="2650" y="1865"/>
                    <a:pt x="2650" y="1873"/>
                    <a:pt x="2650" y="1873"/>
                  </a:cubicBezTo>
                  <a:cubicBezTo>
                    <a:pt x="2650" y="1873"/>
                    <a:pt x="2650" y="1881"/>
                    <a:pt x="2715" y="1890"/>
                  </a:cubicBezTo>
                  <a:cubicBezTo>
                    <a:pt x="2772" y="1898"/>
                    <a:pt x="2772" y="1898"/>
                    <a:pt x="2772" y="1898"/>
                  </a:cubicBezTo>
                  <a:cubicBezTo>
                    <a:pt x="2731" y="1898"/>
                    <a:pt x="2691" y="1890"/>
                    <a:pt x="2650" y="1881"/>
                  </a:cubicBezTo>
                  <a:cubicBezTo>
                    <a:pt x="2626" y="1879"/>
                    <a:pt x="2611" y="1877"/>
                    <a:pt x="2608" y="1877"/>
                  </a:cubicBezTo>
                  <a:cubicBezTo>
                    <a:pt x="2602" y="1877"/>
                    <a:pt x="2630" y="1882"/>
                    <a:pt x="2707" y="1898"/>
                  </a:cubicBezTo>
                  <a:cubicBezTo>
                    <a:pt x="2776" y="1915"/>
                    <a:pt x="2809" y="1923"/>
                    <a:pt x="2804" y="1923"/>
                  </a:cubicBezTo>
                  <a:cubicBezTo>
                    <a:pt x="2799" y="1923"/>
                    <a:pt x="2767" y="1917"/>
                    <a:pt x="2707" y="1906"/>
                  </a:cubicBezTo>
                  <a:lnTo>
                    <a:pt x="2699" y="1914"/>
                  </a:lnTo>
                  <a:cubicBezTo>
                    <a:pt x="2677" y="1911"/>
                    <a:pt x="2663" y="1910"/>
                    <a:pt x="2653" y="1910"/>
                  </a:cubicBezTo>
                  <a:cubicBezTo>
                    <a:pt x="2634" y="1910"/>
                    <a:pt x="2634" y="1914"/>
                    <a:pt x="2634" y="1914"/>
                  </a:cubicBezTo>
                  <a:cubicBezTo>
                    <a:pt x="2610" y="1911"/>
                    <a:pt x="2595" y="1909"/>
                    <a:pt x="2592" y="1909"/>
                  </a:cubicBezTo>
                  <a:cubicBezTo>
                    <a:pt x="2585" y="1909"/>
                    <a:pt x="2614" y="1915"/>
                    <a:pt x="2691" y="1930"/>
                  </a:cubicBezTo>
                  <a:cubicBezTo>
                    <a:pt x="2726" y="1944"/>
                    <a:pt x="2742" y="1950"/>
                    <a:pt x="2739" y="1950"/>
                  </a:cubicBezTo>
                  <a:cubicBezTo>
                    <a:pt x="2736" y="1950"/>
                    <a:pt x="2720" y="1946"/>
                    <a:pt x="2691" y="1938"/>
                  </a:cubicBezTo>
                  <a:cubicBezTo>
                    <a:pt x="2630" y="1922"/>
                    <a:pt x="2599" y="1916"/>
                    <a:pt x="2591" y="1916"/>
                  </a:cubicBezTo>
                  <a:cubicBezTo>
                    <a:pt x="2583" y="1916"/>
                    <a:pt x="2597" y="1922"/>
                    <a:pt x="2626" y="1930"/>
                  </a:cubicBezTo>
                  <a:cubicBezTo>
                    <a:pt x="2691" y="1946"/>
                    <a:pt x="2683" y="1946"/>
                    <a:pt x="2683" y="1946"/>
                  </a:cubicBezTo>
                  <a:cubicBezTo>
                    <a:pt x="2669" y="1943"/>
                    <a:pt x="2659" y="1941"/>
                    <a:pt x="2651" y="1941"/>
                  </a:cubicBezTo>
                  <a:cubicBezTo>
                    <a:pt x="2625" y="1941"/>
                    <a:pt x="2622" y="1958"/>
                    <a:pt x="2610" y="1971"/>
                  </a:cubicBezTo>
                  <a:cubicBezTo>
                    <a:pt x="2610" y="1971"/>
                    <a:pt x="2666" y="1995"/>
                    <a:pt x="2723" y="2027"/>
                  </a:cubicBezTo>
                  <a:cubicBezTo>
                    <a:pt x="2771" y="2048"/>
                    <a:pt x="2789" y="2056"/>
                    <a:pt x="2788" y="2056"/>
                  </a:cubicBezTo>
                  <a:cubicBezTo>
                    <a:pt x="2787" y="2056"/>
                    <a:pt x="2752" y="2041"/>
                    <a:pt x="2715" y="2027"/>
                  </a:cubicBezTo>
                  <a:cubicBezTo>
                    <a:pt x="2632" y="1988"/>
                    <a:pt x="2589" y="1968"/>
                    <a:pt x="2587" y="1968"/>
                  </a:cubicBezTo>
                  <a:lnTo>
                    <a:pt x="2587" y="1968"/>
                  </a:lnTo>
                  <a:cubicBezTo>
                    <a:pt x="2585" y="1968"/>
                    <a:pt x="2628" y="1990"/>
                    <a:pt x="2715" y="2036"/>
                  </a:cubicBezTo>
                  <a:cubicBezTo>
                    <a:pt x="2689" y="2024"/>
                    <a:pt x="2675" y="2018"/>
                    <a:pt x="2672" y="2018"/>
                  </a:cubicBezTo>
                  <a:cubicBezTo>
                    <a:pt x="2669" y="2018"/>
                    <a:pt x="2681" y="2026"/>
                    <a:pt x="2707" y="2044"/>
                  </a:cubicBezTo>
                  <a:cubicBezTo>
                    <a:pt x="2667" y="2027"/>
                    <a:pt x="2628" y="2006"/>
                    <a:pt x="2627" y="2006"/>
                  </a:cubicBezTo>
                  <a:lnTo>
                    <a:pt x="2627" y="2006"/>
                  </a:lnTo>
                  <a:cubicBezTo>
                    <a:pt x="2626" y="2006"/>
                    <a:pt x="2633" y="2009"/>
                    <a:pt x="2649" y="2019"/>
                  </a:cubicBezTo>
                  <a:lnTo>
                    <a:pt x="2649" y="2019"/>
                  </a:lnTo>
                  <a:cubicBezTo>
                    <a:pt x="2647" y="2018"/>
                    <a:pt x="2637" y="2012"/>
                    <a:pt x="2593" y="1987"/>
                  </a:cubicBezTo>
                  <a:cubicBezTo>
                    <a:pt x="2580" y="1981"/>
                    <a:pt x="2572" y="1978"/>
                    <a:pt x="2569" y="1978"/>
                  </a:cubicBezTo>
                  <a:cubicBezTo>
                    <a:pt x="2561" y="1978"/>
                    <a:pt x="2599" y="2003"/>
                    <a:pt x="2642" y="2027"/>
                  </a:cubicBezTo>
                  <a:cubicBezTo>
                    <a:pt x="2698" y="2066"/>
                    <a:pt x="2722" y="2086"/>
                    <a:pt x="2716" y="2086"/>
                  </a:cubicBezTo>
                  <a:cubicBezTo>
                    <a:pt x="2712" y="2086"/>
                    <a:pt x="2684" y="2070"/>
                    <a:pt x="2634" y="2036"/>
                  </a:cubicBezTo>
                  <a:cubicBezTo>
                    <a:pt x="2595" y="2008"/>
                    <a:pt x="2577" y="1997"/>
                    <a:pt x="2575" y="1997"/>
                  </a:cubicBezTo>
                  <a:lnTo>
                    <a:pt x="2575" y="1997"/>
                  </a:lnTo>
                  <a:cubicBezTo>
                    <a:pt x="2572" y="1997"/>
                    <a:pt x="2616" y="2030"/>
                    <a:pt x="2683" y="2076"/>
                  </a:cubicBezTo>
                  <a:cubicBezTo>
                    <a:pt x="2703" y="2093"/>
                    <a:pt x="2719" y="2106"/>
                    <a:pt x="2731" y="2117"/>
                  </a:cubicBezTo>
                  <a:cubicBezTo>
                    <a:pt x="2674" y="2084"/>
                    <a:pt x="2674" y="2084"/>
                    <a:pt x="2674" y="2084"/>
                  </a:cubicBezTo>
                  <a:cubicBezTo>
                    <a:pt x="2674" y="2084"/>
                    <a:pt x="2674" y="2085"/>
                    <a:pt x="2673" y="2085"/>
                  </a:cubicBezTo>
                  <a:cubicBezTo>
                    <a:pt x="2670" y="2085"/>
                    <a:pt x="2658" y="2081"/>
                    <a:pt x="2618" y="2052"/>
                  </a:cubicBezTo>
                  <a:lnTo>
                    <a:pt x="2618" y="2052"/>
                  </a:lnTo>
                  <a:cubicBezTo>
                    <a:pt x="2618" y="2052"/>
                    <a:pt x="2618" y="2052"/>
                    <a:pt x="2666" y="2092"/>
                  </a:cubicBezTo>
                  <a:cubicBezTo>
                    <a:pt x="2707" y="2130"/>
                    <a:pt x="2719" y="2146"/>
                    <a:pt x="2713" y="2146"/>
                  </a:cubicBezTo>
                  <a:cubicBezTo>
                    <a:pt x="2704" y="2146"/>
                    <a:pt x="2658" y="2115"/>
                    <a:pt x="2602" y="2068"/>
                  </a:cubicBezTo>
                  <a:lnTo>
                    <a:pt x="2602" y="2068"/>
                  </a:lnTo>
                  <a:lnTo>
                    <a:pt x="2650" y="2117"/>
                  </a:lnTo>
                  <a:cubicBezTo>
                    <a:pt x="2706" y="2167"/>
                    <a:pt x="2745" y="2205"/>
                    <a:pt x="2744" y="2205"/>
                  </a:cubicBezTo>
                  <a:cubicBezTo>
                    <a:pt x="2743" y="2205"/>
                    <a:pt x="2727" y="2191"/>
                    <a:pt x="2691" y="2157"/>
                  </a:cubicBezTo>
                  <a:lnTo>
                    <a:pt x="2642" y="2117"/>
                  </a:lnTo>
                  <a:lnTo>
                    <a:pt x="2642" y="2117"/>
                  </a:lnTo>
                  <a:cubicBezTo>
                    <a:pt x="2682" y="2153"/>
                    <a:pt x="2695" y="2169"/>
                    <a:pt x="2689" y="2169"/>
                  </a:cubicBezTo>
                  <a:cubicBezTo>
                    <a:pt x="2684" y="2169"/>
                    <a:pt x="2662" y="2154"/>
                    <a:pt x="2632" y="2128"/>
                  </a:cubicBezTo>
                  <a:lnTo>
                    <a:pt x="2632" y="2128"/>
                  </a:lnTo>
                  <a:cubicBezTo>
                    <a:pt x="2645" y="2142"/>
                    <a:pt x="2659" y="2158"/>
                    <a:pt x="2674" y="2173"/>
                  </a:cubicBezTo>
                  <a:cubicBezTo>
                    <a:pt x="2672" y="2173"/>
                    <a:pt x="2671" y="2174"/>
                    <a:pt x="2669" y="2174"/>
                  </a:cubicBezTo>
                  <a:cubicBezTo>
                    <a:pt x="2663" y="2174"/>
                    <a:pt x="2654" y="2169"/>
                    <a:pt x="2618" y="2133"/>
                  </a:cubicBezTo>
                  <a:cubicBezTo>
                    <a:pt x="2589" y="2104"/>
                    <a:pt x="2557" y="2072"/>
                    <a:pt x="2554" y="2072"/>
                  </a:cubicBezTo>
                  <a:lnTo>
                    <a:pt x="2554" y="2072"/>
                  </a:lnTo>
                  <a:cubicBezTo>
                    <a:pt x="2553" y="2072"/>
                    <a:pt x="2557" y="2078"/>
                    <a:pt x="2569" y="2092"/>
                  </a:cubicBezTo>
                  <a:cubicBezTo>
                    <a:pt x="2569" y="2092"/>
                    <a:pt x="2569" y="2092"/>
                    <a:pt x="2520" y="2044"/>
                  </a:cubicBezTo>
                  <a:lnTo>
                    <a:pt x="2520" y="2052"/>
                  </a:lnTo>
                  <a:cubicBezTo>
                    <a:pt x="2541" y="2076"/>
                    <a:pt x="2549" y="2088"/>
                    <a:pt x="2547" y="2088"/>
                  </a:cubicBezTo>
                  <a:cubicBezTo>
                    <a:pt x="2545" y="2088"/>
                    <a:pt x="2533" y="2076"/>
                    <a:pt x="2512" y="2052"/>
                  </a:cubicBezTo>
                  <a:lnTo>
                    <a:pt x="2512" y="2052"/>
                  </a:lnTo>
                  <a:cubicBezTo>
                    <a:pt x="2512" y="2052"/>
                    <a:pt x="2513" y="2052"/>
                    <a:pt x="2545" y="2108"/>
                  </a:cubicBezTo>
                  <a:cubicBezTo>
                    <a:pt x="2545" y="2108"/>
                    <a:pt x="2537" y="2108"/>
                    <a:pt x="2504" y="2060"/>
                  </a:cubicBezTo>
                  <a:cubicBezTo>
                    <a:pt x="2485" y="2033"/>
                    <a:pt x="2475" y="2020"/>
                    <a:pt x="2473" y="2020"/>
                  </a:cubicBezTo>
                  <a:lnTo>
                    <a:pt x="2473" y="2020"/>
                  </a:lnTo>
                  <a:cubicBezTo>
                    <a:pt x="2471" y="2020"/>
                    <a:pt x="2479" y="2035"/>
                    <a:pt x="2496" y="2060"/>
                  </a:cubicBezTo>
                  <a:cubicBezTo>
                    <a:pt x="2537" y="2108"/>
                    <a:pt x="2537" y="2108"/>
                    <a:pt x="2529" y="2108"/>
                  </a:cubicBezTo>
                  <a:cubicBezTo>
                    <a:pt x="2561" y="2165"/>
                    <a:pt x="2561" y="2165"/>
                    <a:pt x="2561" y="2165"/>
                  </a:cubicBezTo>
                  <a:cubicBezTo>
                    <a:pt x="2545" y="2149"/>
                    <a:pt x="2529" y="2133"/>
                    <a:pt x="2512" y="2117"/>
                  </a:cubicBezTo>
                  <a:cubicBezTo>
                    <a:pt x="2504" y="2117"/>
                    <a:pt x="2504" y="2117"/>
                    <a:pt x="2545" y="2173"/>
                  </a:cubicBezTo>
                  <a:cubicBezTo>
                    <a:pt x="2545" y="2173"/>
                    <a:pt x="2559" y="2199"/>
                    <a:pt x="2557" y="2199"/>
                  </a:cubicBezTo>
                  <a:cubicBezTo>
                    <a:pt x="2556" y="2199"/>
                    <a:pt x="2550" y="2192"/>
                    <a:pt x="2537" y="2173"/>
                  </a:cubicBezTo>
                  <a:cubicBezTo>
                    <a:pt x="2537" y="2173"/>
                    <a:pt x="2496" y="2125"/>
                    <a:pt x="2488" y="2125"/>
                  </a:cubicBezTo>
                  <a:lnTo>
                    <a:pt x="2488" y="2125"/>
                  </a:lnTo>
                  <a:cubicBezTo>
                    <a:pt x="2480" y="2133"/>
                    <a:pt x="2480" y="2133"/>
                    <a:pt x="2512" y="2190"/>
                  </a:cubicBezTo>
                  <a:cubicBezTo>
                    <a:pt x="2541" y="2246"/>
                    <a:pt x="2555" y="2275"/>
                    <a:pt x="2554" y="2275"/>
                  </a:cubicBezTo>
                  <a:cubicBezTo>
                    <a:pt x="2553" y="2275"/>
                    <a:pt x="2537" y="2246"/>
                    <a:pt x="2504" y="2190"/>
                  </a:cubicBezTo>
                  <a:cubicBezTo>
                    <a:pt x="2471" y="2123"/>
                    <a:pt x="2457" y="2096"/>
                    <a:pt x="2456" y="2096"/>
                  </a:cubicBezTo>
                  <a:lnTo>
                    <a:pt x="2456" y="2096"/>
                  </a:lnTo>
                  <a:cubicBezTo>
                    <a:pt x="2456" y="2096"/>
                    <a:pt x="2462" y="2109"/>
                    <a:pt x="2472" y="2133"/>
                  </a:cubicBezTo>
                  <a:cubicBezTo>
                    <a:pt x="2496" y="2190"/>
                    <a:pt x="2496" y="2190"/>
                    <a:pt x="2496" y="2190"/>
                  </a:cubicBezTo>
                  <a:lnTo>
                    <a:pt x="2496" y="2190"/>
                  </a:lnTo>
                  <a:cubicBezTo>
                    <a:pt x="2484" y="2161"/>
                    <a:pt x="2476" y="2147"/>
                    <a:pt x="2474" y="2147"/>
                  </a:cubicBezTo>
                  <a:lnTo>
                    <a:pt x="2474" y="2147"/>
                  </a:lnTo>
                  <a:cubicBezTo>
                    <a:pt x="2472" y="2147"/>
                    <a:pt x="2476" y="2161"/>
                    <a:pt x="2488" y="2190"/>
                  </a:cubicBezTo>
                  <a:cubicBezTo>
                    <a:pt x="2480" y="2190"/>
                    <a:pt x="2480" y="2190"/>
                    <a:pt x="2456" y="2133"/>
                  </a:cubicBezTo>
                  <a:lnTo>
                    <a:pt x="2456" y="2133"/>
                  </a:lnTo>
                  <a:cubicBezTo>
                    <a:pt x="2473" y="2185"/>
                    <a:pt x="2475" y="2204"/>
                    <a:pt x="2471" y="2204"/>
                  </a:cubicBezTo>
                  <a:cubicBezTo>
                    <a:pt x="2464" y="2204"/>
                    <a:pt x="2445" y="2170"/>
                    <a:pt x="2431" y="2133"/>
                  </a:cubicBezTo>
                  <a:lnTo>
                    <a:pt x="2431" y="2133"/>
                  </a:lnTo>
                  <a:cubicBezTo>
                    <a:pt x="2431" y="2157"/>
                    <a:pt x="2439" y="2181"/>
                    <a:pt x="2447" y="2198"/>
                  </a:cubicBezTo>
                  <a:cubicBezTo>
                    <a:pt x="2464" y="2258"/>
                    <a:pt x="2470" y="2289"/>
                    <a:pt x="2468" y="2289"/>
                  </a:cubicBezTo>
                  <a:cubicBezTo>
                    <a:pt x="2466" y="2289"/>
                    <a:pt x="2456" y="2258"/>
                    <a:pt x="2439" y="2198"/>
                  </a:cubicBezTo>
                  <a:lnTo>
                    <a:pt x="2439" y="2198"/>
                  </a:lnTo>
                  <a:cubicBezTo>
                    <a:pt x="2446" y="2225"/>
                    <a:pt x="2446" y="2241"/>
                    <a:pt x="2441" y="2241"/>
                  </a:cubicBezTo>
                  <a:cubicBezTo>
                    <a:pt x="2435" y="2241"/>
                    <a:pt x="2421" y="2211"/>
                    <a:pt x="2407" y="2141"/>
                  </a:cubicBezTo>
                  <a:lnTo>
                    <a:pt x="2390" y="2053"/>
                  </a:lnTo>
                  <a:lnTo>
                    <a:pt x="2390" y="2053"/>
                  </a:lnTo>
                  <a:cubicBezTo>
                    <a:pt x="2391" y="2060"/>
                    <a:pt x="2391" y="2067"/>
                    <a:pt x="2391" y="2076"/>
                  </a:cubicBezTo>
                  <a:cubicBezTo>
                    <a:pt x="2403" y="2124"/>
                    <a:pt x="2401" y="2136"/>
                    <a:pt x="2400" y="2136"/>
                  </a:cubicBezTo>
                  <a:cubicBezTo>
                    <a:pt x="2399" y="2136"/>
                    <a:pt x="2399" y="2135"/>
                    <a:pt x="2399" y="2133"/>
                  </a:cubicBezTo>
                  <a:cubicBezTo>
                    <a:pt x="2391" y="2133"/>
                    <a:pt x="2391" y="2198"/>
                    <a:pt x="2383" y="2198"/>
                  </a:cubicBezTo>
                  <a:cubicBezTo>
                    <a:pt x="2383" y="2198"/>
                    <a:pt x="2374" y="2198"/>
                    <a:pt x="2366" y="2133"/>
                  </a:cubicBezTo>
                  <a:cubicBezTo>
                    <a:pt x="2366" y="2133"/>
                    <a:pt x="2358" y="2133"/>
                    <a:pt x="2358" y="2198"/>
                  </a:cubicBezTo>
                  <a:cubicBezTo>
                    <a:pt x="2358" y="2226"/>
                    <a:pt x="2356" y="2240"/>
                    <a:pt x="2354" y="2240"/>
                  </a:cubicBezTo>
                  <a:cubicBezTo>
                    <a:pt x="2352" y="2240"/>
                    <a:pt x="2350" y="2226"/>
                    <a:pt x="2350" y="2198"/>
                  </a:cubicBezTo>
                  <a:cubicBezTo>
                    <a:pt x="2342" y="2254"/>
                    <a:pt x="2342" y="2254"/>
                    <a:pt x="2342" y="2254"/>
                  </a:cubicBezTo>
                  <a:cubicBezTo>
                    <a:pt x="2342" y="2209"/>
                    <a:pt x="2342" y="2163"/>
                    <a:pt x="2339" y="2163"/>
                  </a:cubicBezTo>
                  <a:cubicBezTo>
                    <a:pt x="2338" y="2163"/>
                    <a:pt x="2336" y="2171"/>
                    <a:pt x="2334" y="2190"/>
                  </a:cubicBezTo>
                  <a:cubicBezTo>
                    <a:pt x="2334" y="2254"/>
                    <a:pt x="2334" y="2254"/>
                    <a:pt x="2326" y="2254"/>
                  </a:cubicBezTo>
                  <a:cubicBezTo>
                    <a:pt x="2321" y="2215"/>
                    <a:pt x="2292" y="2190"/>
                    <a:pt x="2264" y="2190"/>
                  </a:cubicBezTo>
                  <a:cubicBezTo>
                    <a:pt x="2247" y="2190"/>
                    <a:pt x="2230" y="2200"/>
                    <a:pt x="2220" y="2222"/>
                  </a:cubicBezTo>
                  <a:lnTo>
                    <a:pt x="2212" y="2214"/>
                  </a:lnTo>
                  <a:lnTo>
                    <a:pt x="2204" y="2214"/>
                  </a:lnTo>
                  <a:cubicBezTo>
                    <a:pt x="2226" y="2160"/>
                    <a:pt x="2231" y="2141"/>
                    <a:pt x="2228" y="2141"/>
                  </a:cubicBezTo>
                  <a:cubicBezTo>
                    <a:pt x="2224" y="2141"/>
                    <a:pt x="2206" y="2171"/>
                    <a:pt x="2188" y="2198"/>
                  </a:cubicBezTo>
                  <a:cubicBezTo>
                    <a:pt x="2156" y="2254"/>
                    <a:pt x="2156" y="2254"/>
                    <a:pt x="2156" y="2254"/>
                  </a:cubicBezTo>
                  <a:cubicBezTo>
                    <a:pt x="2185" y="2185"/>
                    <a:pt x="2197" y="2155"/>
                    <a:pt x="2194" y="2155"/>
                  </a:cubicBezTo>
                  <a:lnTo>
                    <a:pt x="2194" y="2155"/>
                  </a:lnTo>
                  <a:cubicBezTo>
                    <a:pt x="2192" y="2155"/>
                    <a:pt x="2184" y="2167"/>
                    <a:pt x="2172" y="2190"/>
                  </a:cubicBezTo>
                  <a:cubicBezTo>
                    <a:pt x="2141" y="2244"/>
                    <a:pt x="2122" y="2271"/>
                    <a:pt x="2119" y="2271"/>
                  </a:cubicBezTo>
                  <a:cubicBezTo>
                    <a:pt x="2116" y="2271"/>
                    <a:pt x="2130" y="2240"/>
                    <a:pt x="2164" y="2181"/>
                  </a:cubicBezTo>
                  <a:cubicBezTo>
                    <a:pt x="2193" y="2130"/>
                    <a:pt x="2208" y="2102"/>
                    <a:pt x="2205" y="2102"/>
                  </a:cubicBezTo>
                  <a:lnTo>
                    <a:pt x="2205" y="2102"/>
                  </a:lnTo>
                  <a:cubicBezTo>
                    <a:pt x="2203" y="2102"/>
                    <a:pt x="2176" y="2142"/>
                    <a:pt x="2123" y="2230"/>
                  </a:cubicBezTo>
                  <a:cubicBezTo>
                    <a:pt x="2107" y="2258"/>
                    <a:pt x="2099" y="2273"/>
                    <a:pt x="2098" y="2273"/>
                  </a:cubicBezTo>
                  <a:cubicBezTo>
                    <a:pt x="2097" y="2273"/>
                    <a:pt x="2103" y="2258"/>
                    <a:pt x="2115" y="2230"/>
                  </a:cubicBezTo>
                  <a:cubicBezTo>
                    <a:pt x="2154" y="2162"/>
                    <a:pt x="2170" y="2134"/>
                    <a:pt x="2169" y="2134"/>
                  </a:cubicBezTo>
                  <a:lnTo>
                    <a:pt x="2169" y="2134"/>
                  </a:lnTo>
                  <a:cubicBezTo>
                    <a:pt x="2168" y="2134"/>
                    <a:pt x="2160" y="2146"/>
                    <a:pt x="2147" y="2165"/>
                  </a:cubicBezTo>
                  <a:cubicBezTo>
                    <a:pt x="2112" y="2221"/>
                    <a:pt x="2093" y="2247"/>
                    <a:pt x="2092" y="2247"/>
                  </a:cubicBezTo>
                  <a:cubicBezTo>
                    <a:pt x="2090" y="2247"/>
                    <a:pt x="2106" y="2219"/>
                    <a:pt x="2139" y="2165"/>
                  </a:cubicBezTo>
                  <a:cubicBezTo>
                    <a:pt x="2172" y="2107"/>
                    <a:pt x="2189" y="2079"/>
                    <a:pt x="2187" y="2079"/>
                  </a:cubicBezTo>
                  <a:lnTo>
                    <a:pt x="2187" y="2079"/>
                  </a:lnTo>
                  <a:cubicBezTo>
                    <a:pt x="2185" y="2079"/>
                    <a:pt x="2167" y="2105"/>
                    <a:pt x="2131" y="2157"/>
                  </a:cubicBezTo>
                  <a:cubicBezTo>
                    <a:pt x="2096" y="2208"/>
                    <a:pt x="2074" y="2232"/>
                    <a:pt x="2070" y="2232"/>
                  </a:cubicBezTo>
                  <a:cubicBezTo>
                    <a:pt x="2065" y="2232"/>
                    <a:pt x="2081" y="2204"/>
                    <a:pt x="2123" y="2149"/>
                  </a:cubicBezTo>
                  <a:cubicBezTo>
                    <a:pt x="2118" y="2144"/>
                    <a:pt x="2134" y="2120"/>
                    <a:pt x="2133" y="2120"/>
                  </a:cubicBezTo>
                  <a:lnTo>
                    <a:pt x="2133" y="2120"/>
                  </a:lnTo>
                  <a:cubicBezTo>
                    <a:pt x="2133" y="2120"/>
                    <a:pt x="2128" y="2125"/>
                    <a:pt x="2115" y="2141"/>
                  </a:cubicBezTo>
                  <a:lnTo>
                    <a:pt x="2156" y="2092"/>
                  </a:lnTo>
                  <a:lnTo>
                    <a:pt x="2156" y="2084"/>
                  </a:lnTo>
                  <a:lnTo>
                    <a:pt x="2115" y="2133"/>
                  </a:lnTo>
                  <a:cubicBezTo>
                    <a:pt x="2107" y="2133"/>
                    <a:pt x="2139" y="2068"/>
                    <a:pt x="2131" y="2060"/>
                  </a:cubicBezTo>
                  <a:cubicBezTo>
                    <a:pt x="2124" y="2049"/>
                    <a:pt x="2122" y="2043"/>
                    <a:pt x="2117" y="2043"/>
                  </a:cubicBezTo>
                  <a:cubicBezTo>
                    <a:pt x="2111" y="2043"/>
                    <a:pt x="2102" y="2053"/>
                    <a:pt x="2075" y="2076"/>
                  </a:cubicBezTo>
                  <a:cubicBezTo>
                    <a:pt x="2028" y="2119"/>
                    <a:pt x="2002" y="2139"/>
                    <a:pt x="1998" y="2139"/>
                  </a:cubicBezTo>
                  <a:cubicBezTo>
                    <a:pt x="1993" y="2139"/>
                    <a:pt x="2016" y="2115"/>
                    <a:pt x="2066" y="2068"/>
                  </a:cubicBezTo>
                  <a:cubicBezTo>
                    <a:pt x="2066" y="2068"/>
                    <a:pt x="2115" y="2027"/>
                    <a:pt x="2115" y="2019"/>
                  </a:cubicBezTo>
                  <a:cubicBezTo>
                    <a:pt x="2115" y="2019"/>
                    <a:pt x="2107" y="2011"/>
                    <a:pt x="2164" y="1979"/>
                  </a:cubicBezTo>
                  <a:lnTo>
                    <a:pt x="2164" y="1971"/>
                  </a:lnTo>
                  <a:cubicBezTo>
                    <a:pt x="2111" y="2007"/>
                    <a:pt x="2083" y="2021"/>
                    <a:pt x="2073" y="2021"/>
                  </a:cubicBezTo>
                  <a:cubicBezTo>
                    <a:pt x="2064" y="2021"/>
                    <a:pt x="2075" y="2007"/>
                    <a:pt x="2099" y="1987"/>
                  </a:cubicBezTo>
                  <a:cubicBezTo>
                    <a:pt x="2099" y="1987"/>
                    <a:pt x="2099" y="1986"/>
                    <a:pt x="2095" y="1986"/>
                  </a:cubicBezTo>
                  <a:cubicBezTo>
                    <a:pt x="2090" y="1986"/>
                    <a:pt x="2076" y="1988"/>
                    <a:pt x="2042" y="2003"/>
                  </a:cubicBezTo>
                  <a:cubicBezTo>
                    <a:pt x="2016" y="2014"/>
                    <a:pt x="2002" y="2020"/>
                    <a:pt x="2000" y="2020"/>
                  </a:cubicBezTo>
                  <a:cubicBezTo>
                    <a:pt x="1998" y="2020"/>
                    <a:pt x="2012" y="2012"/>
                    <a:pt x="2042" y="1995"/>
                  </a:cubicBezTo>
                  <a:cubicBezTo>
                    <a:pt x="2078" y="1980"/>
                    <a:pt x="2113" y="1958"/>
                    <a:pt x="2107" y="1958"/>
                  </a:cubicBezTo>
                  <a:cubicBezTo>
                    <a:pt x="2103" y="1958"/>
                    <a:pt x="2084" y="1966"/>
                    <a:pt x="2042" y="1987"/>
                  </a:cubicBezTo>
                  <a:lnTo>
                    <a:pt x="2099" y="1954"/>
                  </a:lnTo>
                  <a:cubicBezTo>
                    <a:pt x="2115" y="1947"/>
                    <a:pt x="2122" y="1944"/>
                    <a:pt x="2122" y="1944"/>
                  </a:cubicBezTo>
                  <a:lnTo>
                    <a:pt x="2122" y="1944"/>
                  </a:lnTo>
                  <a:cubicBezTo>
                    <a:pt x="2122" y="1944"/>
                    <a:pt x="2080" y="1962"/>
                    <a:pt x="2034" y="1979"/>
                  </a:cubicBezTo>
                  <a:cubicBezTo>
                    <a:pt x="2030" y="1981"/>
                    <a:pt x="2025" y="1982"/>
                    <a:pt x="2021" y="1984"/>
                  </a:cubicBezTo>
                  <a:lnTo>
                    <a:pt x="2021" y="1984"/>
                  </a:lnTo>
                  <a:cubicBezTo>
                    <a:pt x="2012" y="1995"/>
                    <a:pt x="1998" y="2000"/>
                    <a:pt x="1985" y="2000"/>
                  </a:cubicBezTo>
                  <a:cubicBezTo>
                    <a:pt x="1984" y="2000"/>
                    <a:pt x="1983" y="2000"/>
                    <a:pt x="1983" y="2000"/>
                  </a:cubicBezTo>
                  <a:lnTo>
                    <a:pt x="1983" y="2000"/>
                  </a:lnTo>
                  <a:cubicBezTo>
                    <a:pt x="1967" y="2006"/>
                    <a:pt x="1957" y="2009"/>
                    <a:pt x="1955" y="2009"/>
                  </a:cubicBezTo>
                  <a:cubicBezTo>
                    <a:pt x="1953" y="2009"/>
                    <a:pt x="1959" y="2006"/>
                    <a:pt x="1973" y="1999"/>
                  </a:cubicBezTo>
                  <a:lnTo>
                    <a:pt x="1973" y="1999"/>
                  </a:lnTo>
                  <a:cubicBezTo>
                    <a:pt x="1964" y="1997"/>
                    <a:pt x="1955" y="1992"/>
                    <a:pt x="1948" y="1985"/>
                  </a:cubicBezTo>
                  <a:lnTo>
                    <a:pt x="1948" y="1985"/>
                  </a:lnTo>
                  <a:cubicBezTo>
                    <a:pt x="1930" y="1990"/>
                    <a:pt x="1921" y="1992"/>
                    <a:pt x="1916" y="1992"/>
                  </a:cubicBezTo>
                  <a:cubicBezTo>
                    <a:pt x="1912" y="1992"/>
                    <a:pt x="1912" y="1990"/>
                    <a:pt x="1912" y="1987"/>
                  </a:cubicBezTo>
                  <a:lnTo>
                    <a:pt x="1943" y="1979"/>
                  </a:lnTo>
                  <a:lnTo>
                    <a:pt x="1943" y="1979"/>
                  </a:lnTo>
                  <a:cubicBezTo>
                    <a:pt x="1945" y="1981"/>
                    <a:pt x="1946" y="1983"/>
                    <a:pt x="1948" y="1985"/>
                  </a:cubicBezTo>
                  <a:lnTo>
                    <a:pt x="1948" y="1985"/>
                  </a:lnTo>
                  <a:cubicBezTo>
                    <a:pt x="1954" y="1983"/>
                    <a:pt x="1961" y="1981"/>
                    <a:pt x="1969" y="1979"/>
                  </a:cubicBezTo>
                  <a:cubicBezTo>
                    <a:pt x="1989" y="1971"/>
                    <a:pt x="2009" y="1963"/>
                    <a:pt x="2029" y="1956"/>
                  </a:cubicBezTo>
                  <a:lnTo>
                    <a:pt x="2029" y="1956"/>
                  </a:lnTo>
                  <a:lnTo>
                    <a:pt x="1943" y="1979"/>
                  </a:lnTo>
                  <a:lnTo>
                    <a:pt x="1943" y="1979"/>
                  </a:lnTo>
                  <a:cubicBezTo>
                    <a:pt x="1939" y="1972"/>
                    <a:pt x="1937" y="1964"/>
                    <a:pt x="1937" y="1954"/>
                  </a:cubicBezTo>
                  <a:cubicBezTo>
                    <a:pt x="1937" y="1945"/>
                    <a:pt x="1938" y="1937"/>
                    <a:pt x="1942" y="1931"/>
                  </a:cubicBezTo>
                  <a:lnTo>
                    <a:pt x="1942" y="1931"/>
                  </a:lnTo>
                  <a:cubicBezTo>
                    <a:pt x="1889" y="1939"/>
                    <a:pt x="1831" y="1948"/>
                    <a:pt x="1783" y="1954"/>
                  </a:cubicBezTo>
                  <a:cubicBezTo>
                    <a:pt x="1724" y="1962"/>
                    <a:pt x="1692" y="1966"/>
                    <a:pt x="1686" y="1966"/>
                  </a:cubicBezTo>
                  <a:cubicBezTo>
                    <a:pt x="1679" y="1966"/>
                    <a:pt x="1711" y="1960"/>
                    <a:pt x="1783" y="1946"/>
                  </a:cubicBezTo>
                  <a:cubicBezTo>
                    <a:pt x="1839" y="1938"/>
                    <a:pt x="1839" y="1930"/>
                    <a:pt x="1839" y="1930"/>
                  </a:cubicBezTo>
                  <a:lnTo>
                    <a:pt x="1839" y="1930"/>
                  </a:lnTo>
                  <a:cubicBezTo>
                    <a:pt x="1827" y="1932"/>
                    <a:pt x="1820" y="1932"/>
                    <a:pt x="1817" y="1932"/>
                  </a:cubicBezTo>
                  <a:cubicBezTo>
                    <a:pt x="1808" y="1932"/>
                    <a:pt x="1824" y="1928"/>
                    <a:pt x="1833" y="1928"/>
                  </a:cubicBezTo>
                  <a:cubicBezTo>
                    <a:pt x="1837" y="1928"/>
                    <a:pt x="1839" y="1928"/>
                    <a:pt x="1839" y="1930"/>
                  </a:cubicBezTo>
                  <a:cubicBezTo>
                    <a:pt x="1904" y="1922"/>
                    <a:pt x="1904" y="1922"/>
                    <a:pt x="1904" y="1922"/>
                  </a:cubicBezTo>
                  <a:lnTo>
                    <a:pt x="1953" y="1916"/>
                  </a:lnTo>
                  <a:lnTo>
                    <a:pt x="1953" y="1916"/>
                  </a:lnTo>
                  <a:cubicBezTo>
                    <a:pt x="1948" y="1920"/>
                    <a:pt x="1944" y="1925"/>
                    <a:pt x="1942" y="1931"/>
                  </a:cubicBezTo>
                  <a:lnTo>
                    <a:pt x="1942" y="1931"/>
                  </a:lnTo>
                  <a:cubicBezTo>
                    <a:pt x="1970" y="1926"/>
                    <a:pt x="1997" y="1922"/>
                    <a:pt x="2019" y="1918"/>
                  </a:cubicBezTo>
                  <a:lnTo>
                    <a:pt x="2019" y="1918"/>
                  </a:lnTo>
                  <a:cubicBezTo>
                    <a:pt x="2023" y="1922"/>
                    <a:pt x="2027" y="1926"/>
                    <a:pt x="2029" y="1931"/>
                  </a:cubicBezTo>
                  <a:lnTo>
                    <a:pt x="2029" y="1931"/>
                  </a:lnTo>
                  <a:cubicBezTo>
                    <a:pt x="2031" y="1931"/>
                    <a:pt x="2032" y="1931"/>
                    <a:pt x="2034" y="1930"/>
                  </a:cubicBezTo>
                  <a:cubicBezTo>
                    <a:pt x="2091" y="1914"/>
                    <a:pt x="2091" y="1914"/>
                    <a:pt x="2091" y="1906"/>
                  </a:cubicBezTo>
                  <a:lnTo>
                    <a:pt x="2091" y="1906"/>
                  </a:lnTo>
                  <a:cubicBezTo>
                    <a:pt x="2091" y="1906"/>
                    <a:pt x="2062" y="1911"/>
                    <a:pt x="2019" y="1918"/>
                  </a:cubicBezTo>
                  <a:lnTo>
                    <a:pt x="2019" y="1918"/>
                  </a:lnTo>
                  <a:cubicBezTo>
                    <a:pt x="2014" y="1913"/>
                    <a:pt x="2008" y="1910"/>
                    <a:pt x="2001" y="1907"/>
                  </a:cubicBezTo>
                  <a:lnTo>
                    <a:pt x="2001" y="1907"/>
                  </a:lnTo>
                  <a:cubicBezTo>
                    <a:pt x="1992" y="1909"/>
                    <a:pt x="1981" y="1912"/>
                    <a:pt x="1969" y="1914"/>
                  </a:cubicBezTo>
                  <a:lnTo>
                    <a:pt x="1953" y="1916"/>
                  </a:lnTo>
                  <a:lnTo>
                    <a:pt x="1953" y="1916"/>
                  </a:lnTo>
                  <a:cubicBezTo>
                    <a:pt x="1962" y="1908"/>
                    <a:pt x="1973" y="1905"/>
                    <a:pt x="1985" y="1905"/>
                  </a:cubicBezTo>
                  <a:cubicBezTo>
                    <a:pt x="1990" y="1905"/>
                    <a:pt x="1996" y="1906"/>
                    <a:pt x="2001" y="1907"/>
                  </a:cubicBezTo>
                  <a:lnTo>
                    <a:pt x="2001" y="1907"/>
                  </a:lnTo>
                  <a:cubicBezTo>
                    <a:pt x="2046" y="1899"/>
                    <a:pt x="2065" y="1894"/>
                    <a:pt x="2059" y="1894"/>
                  </a:cubicBezTo>
                  <a:cubicBezTo>
                    <a:pt x="2054" y="1894"/>
                    <a:pt x="2024" y="1899"/>
                    <a:pt x="1969" y="1906"/>
                  </a:cubicBezTo>
                  <a:cubicBezTo>
                    <a:pt x="1942" y="1909"/>
                    <a:pt x="1927" y="1911"/>
                    <a:pt x="1922" y="1911"/>
                  </a:cubicBezTo>
                  <a:cubicBezTo>
                    <a:pt x="1915" y="1911"/>
                    <a:pt x="1931" y="1907"/>
                    <a:pt x="1969" y="1898"/>
                  </a:cubicBezTo>
                  <a:cubicBezTo>
                    <a:pt x="1994" y="1895"/>
                    <a:pt x="2018" y="1891"/>
                    <a:pt x="2034" y="1889"/>
                  </a:cubicBezTo>
                  <a:lnTo>
                    <a:pt x="2034" y="1889"/>
                  </a:lnTo>
                  <a:cubicBezTo>
                    <a:pt x="2034" y="1889"/>
                    <a:pt x="2034" y="1890"/>
                    <a:pt x="2034" y="1890"/>
                  </a:cubicBezTo>
                  <a:cubicBezTo>
                    <a:pt x="2051" y="1887"/>
                    <a:pt x="2057" y="1886"/>
                    <a:pt x="2057" y="1886"/>
                  </a:cubicBezTo>
                  <a:lnTo>
                    <a:pt x="2057" y="1886"/>
                  </a:lnTo>
                  <a:cubicBezTo>
                    <a:pt x="2057" y="1886"/>
                    <a:pt x="2048" y="1887"/>
                    <a:pt x="2034" y="1889"/>
                  </a:cubicBezTo>
                  <a:lnTo>
                    <a:pt x="2034" y="1889"/>
                  </a:lnTo>
                  <a:cubicBezTo>
                    <a:pt x="2035" y="1888"/>
                    <a:pt x="2041" y="1881"/>
                    <a:pt x="2099" y="1873"/>
                  </a:cubicBezTo>
                  <a:cubicBezTo>
                    <a:pt x="2099" y="1869"/>
                    <a:pt x="2099" y="1867"/>
                    <a:pt x="2091" y="1867"/>
                  </a:cubicBezTo>
                  <a:cubicBezTo>
                    <a:pt x="2083" y="1867"/>
                    <a:pt x="2066" y="1869"/>
                    <a:pt x="2034" y="1873"/>
                  </a:cubicBezTo>
                  <a:lnTo>
                    <a:pt x="1969" y="1873"/>
                  </a:lnTo>
                  <a:cubicBezTo>
                    <a:pt x="1969" y="1865"/>
                    <a:pt x="1969" y="1865"/>
                    <a:pt x="1904" y="1865"/>
                  </a:cubicBezTo>
                  <a:cubicBezTo>
                    <a:pt x="1888" y="1868"/>
                    <a:pt x="1870" y="1869"/>
                    <a:pt x="1854" y="1869"/>
                  </a:cubicBezTo>
                  <a:cubicBezTo>
                    <a:pt x="1815" y="1869"/>
                    <a:pt x="1783" y="1863"/>
                    <a:pt x="1783" y="1857"/>
                  </a:cubicBezTo>
                  <a:cubicBezTo>
                    <a:pt x="1718" y="1849"/>
                    <a:pt x="1718" y="1849"/>
                    <a:pt x="1847" y="1849"/>
                  </a:cubicBezTo>
                  <a:cubicBezTo>
                    <a:pt x="1912" y="1849"/>
                    <a:pt x="1912" y="1841"/>
                    <a:pt x="1912" y="1841"/>
                  </a:cubicBezTo>
                  <a:cubicBezTo>
                    <a:pt x="1912" y="1841"/>
                    <a:pt x="1912" y="1841"/>
                    <a:pt x="1977" y="1833"/>
                  </a:cubicBezTo>
                  <a:lnTo>
                    <a:pt x="1912" y="1833"/>
                  </a:lnTo>
                  <a:lnTo>
                    <a:pt x="1783" y="1825"/>
                  </a:lnTo>
                  <a:lnTo>
                    <a:pt x="1977" y="1825"/>
                  </a:lnTo>
                  <a:cubicBezTo>
                    <a:pt x="1912" y="1825"/>
                    <a:pt x="1847" y="1817"/>
                    <a:pt x="1912" y="1809"/>
                  </a:cubicBezTo>
                  <a:cubicBezTo>
                    <a:pt x="1912" y="1809"/>
                    <a:pt x="1916" y="1805"/>
                    <a:pt x="1935" y="1805"/>
                  </a:cubicBezTo>
                  <a:cubicBezTo>
                    <a:pt x="1945" y="1805"/>
                    <a:pt x="1958" y="1806"/>
                    <a:pt x="1977" y="1809"/>
                  </a:cubicBezTo>
                  <a:cubicBezTo>
                    <a:pt x="2042" y="1809"/>
                    <a:pt x="1985" y="1800"/>
                    <a:pt x="1985" y="1800"/>
                  </a:cubicBezTo>
                  <a:cubicBezTo>
                    <a:pt x="1920" y="1792"/>
                    <a:pt x="1920" y="1784"/>
                    <a:pt x="1985" y="1784"/>
                  </a:cubicBezTo>
                  <a:cubicBezTo>
                    <a:pt x="2044" y="1791"/>
                    <a:pt x="2076" y="1795"/>
                    <a:pt x="2082" y="1795"/>
                  </a:cubicBezTo>
                  <a:cubicBezTo>
                    <a:pt x="2090" y="1795"/>
                    <a:pt x="2060" y="1789"/>
                    <a:pt x="1993" y="1776"/>
                  </a:cubicBezTo>
                  <a:cubicBezTo>
                    <a:pt x="1952" y="1766"/>
                    <a:pt x="1911" y="1756"/>
                    <a:pt x="1920" y="1756"/>
                  </a:cubicBezTo>
                  <a:cubicBezTo>
                    <a:pt x="1924" y="1756"/>
                    <a:pt x="1946" y="1759"/>
                    <a:pt x="1993" y="1768"/>
                  </a:cubicBezTo>
                  <a:cubicBezTo>
                    <a:pt x="2009" y="1772"/>
                    <a:pt x="2016" y="1774"/>
                    <a:pt x="2017" y="1774"/>
                  </a:cubicBezTo>
                  <a:cubicBezTo>
                    <a:pt x="2018" y="1774"/>
                    <a:pt x="1975" y="1761"/>
                    <a:pt x="1929" y="1744"/>
                  </a:cubicBezTo>
                  <a:lnTo>
                    <a:pt x="1929" y="1744"/>
                  </a:lnTo>
                  <a:lnTo>
                    <a:pt x="1929" y="1744"/>
                  </a:lnTo>
                  <a:lnTo>
                    <a:pt x="1685" y="1679"/>
                  </a:lnTo>
                  <a:cubicBezTo>
                    <a:pt x="1599" y="1657"/>
                    <a:pt x="1570" y="1650"/>
                    <a:pt x="1582" y="1650"/>
                  </a:cubicBezTo>
                  <a:cubicBezTo>
                    <a:pt x="1588" y="1650"/>
                    <a:pt x="1604" y="1652"/>
                    <a:pt x="1629" y="1654"/>
                  </a:cubicBezTo>
                  <a:cubicBezTo>
                    <a:pt x="1669" y="1654"/>
                    <a:pt x="1710" y="1663"/>
                    <a:pt x="1750" y="1679"/>
                  </a:cubicBezTo>
                  <a:cubicBezTo>
                    <a:pt x="1815" y="1695"/>
                    <a:pt x="1815" y="1695"/>
                    <a:pt x="1815" y="1695"/>
                  </a:cubicBezTo>
                  <a:lnTo>
                    <a:pt x="1815" y="1703"/>
                  </a:lnTo>
                  <a:cubicBezTo>
                    <a:pt x="1856" y="1719"/>
                    <a:pt x="1896" y="1727"/>
                    <a:pt x="1937" y="1727"/>
                  </a:cubicBezTo>
                  <a:cubicBezTo>
                    <a:pt x="1937" y="1727"/>
                    <a:pt x="1937" y="1727"/>
                    <a:pt x="1937" y="1727"/>
                  </a:cubicBezTo>
                  <a:lnTo>
                    <a:pt x="1937" y="1727"/>
                  </a:lnTo>
                  <a:cubicBezTo>
                    <a:pt x="1969" y="1736"/>
                    <a:pt x="1985" y="1738"/>
                    <a:pt x="1994" y="1738"/>
                  </a:cubicBezTo>
                  <a:cubicBezTo>
                    <a:pt x="2004" y="1738"/>
                    <a:pt x="2006" y="1736"/>
                    <a:pt x="2010" y="1736"/>
                  </a:cubicBezTo>
                  <a:cubicBezTo>
                    <a:pt x="2010" y="1731"/>
                    <a:pt x="2010" y="1727"/>
                    <a:pt x="2018" y="1727"/>
                  </a:cubicBezTo>
                  <a:cubicBezTo>
                    <a:pt x="2026" y="1727"/>
                    <a:pt x="2042" y="1731"/>
                    <a:pt x="2075" y="1744"/>
                  </a:cubicBezTo>
                  <a:cubicBezTo>
                    <a:pt x="2075" y="1736"/>
                    <a:pt x="2075" y="1736"/>
                    <a:pt x="2018" y="1711"/>
                  </a:cubicBezTo>
                  <a:cubicBezTo>
                    <a:pt x="1940" y="1680"/>
                    <a:pt x="1912" y="1666"/>
                    <a:pt x="1919" y="1666"/>
                  </a:cubicBezTo>
                  <a:cubicBezTo>
                    <a:pt x="1923" y="1666"/>
                    <a:pt x="1938" y="1670"/>
                    <a:pt x="1961" y="1679"/>
                  </a:cubicBezTo>
                  <a:cubicBezTo>
                    <a:pt x="2026" y="1705"/>
                    <a:pt x="2077" y="1722"/>
                    <a:pt x="2093" y="1722"/>
                  </a:cubicBezTo>
                  <a:cubicBezTo>
                    <a:pt x="2107" y="1722"/>
                    <a:pt x="2095" y="1709"/>
                    <a:pt x="2042" y="1679"/>
                  </a:cubicBezTo>
                  <a:lnTo>
                    <a:pt x="2042" y="1671"/>
                  </a:lnTo>
                  <a:cubicBezTo>
                    <a:pt x="2069" y="1684"/>
                    <a:pt x="2085" y="1691"/>
                    <a:pt x="2091" y="1691"/>
                  </a:cubicBezTo>
                  <a:cubicBezTo>
                    <a:pt x="2098" y="1691"/>
                    <a:pt x="2087" y="1678"/>
                    <a:pt x="2058" y="1654"/>
                  </a:cubicBezTo>
                  <a:lnTo>
                    <a:pt x="2058" y="1646"/>
                  </a:lnTo>
                  <a:cubicBezTo>
                    <a:pt x="2089" y="1662"/>
                    <a:pt x="2105" y="1670"/>
                    <a:pt x="2108" y="1670"/>
                  </a:cubicBezTo>
                  <a:cubicBezTo>
                    <a:pt x="2111" y="1670"/>
                    <a:pt x="2096" y="1660"/>
                    <a:pt x="2066" y="1638"/>
                  </a:cubicBezTo>
                  <a:cubicBezTo>
                    <a:pt x="2049" y="1623"/>
                    <a:pt x="2031" y="1609"/>
                    <a:pt x="2018" y="1598"/>
                  </a:cubicBezTo>
                  <a:lnTo>
                    <a:pt x="2018" y="1598"/>
                  </a:lnTo>
                  <a:cubicBezTo>
                    <a:pt x="2057" y="1626"/>
                    <a:pt x="2069" y="1634"/>
                    <a:pt x="2076" y="1634"/>
                  </a:cubicBezTo>
                  <a:cubicBezTo>
                    <a:pt x="2078" y="1634"/>
                    <a:pt x="2080" y="1633"/>
                    <a:pt x="2083" y="1630"/>
                  </a:cubicBezTo>
                  <a:cubicBezTo>
                    <a:pt x="2091" y="1622"/>
                    <a:pt x="2091" y="1622"/>
                    <a:pt x="2034" y="1581"/>
                  </a:cubicBezTo>
                  <a:cubicBezTo>
                    <a:pt x="2021" y="1563"/>
                    <a:pt x="2018" y="1556"/>
                    <a:pt x="2022" y="1556"/>
                  </a:cubicBezTo>
                  <a:cubicBezTo>
                    <a:pt x="2030" y="1556"/>
                    <a:pt x="2066" y="1587"/>
                    <a:pt x="2099" y="1614"/>
                  </a:cubicBezTo>
                  <a:cubicBezTo>
                    <a:pt x="2142" y="1657"/>
                    <a:pt x="2166" y="1679"/>
                    <a:pt x="2167" y="1679"/>
                  </a:cubicBezTo>
                  <a:cubicBezTo>
                    <a:pt x="2168" y="1679"/>
                    <a:pt x="2132" y="1643"/>
                    <a:pt x="2050" y="1565"/>
                  </a:cubicBezTo>
                  <a:lnTo>
                    <a:pt x="2050" y="1565"/>
                  </a:lnTo>
                  <a:lnTo>
                    <a:pt x="2147" y="1654"/>
                  </a:lnTo>
                  <a:cubicBezTo>
                    <a:pt x="2131" y="1638"/>
                    <a:pt x="2123" y="1622"/>
                    <a:pt x="2107" y="1606"/>
                  </a:cubicBezTo>
                  <a:lnTo>
                    <a:pt x="2107" y="1606"/>
                  </a:lnTo>
                  <a:cubicBezTo>
                    <a:pt x="2115" y="1614"/>
                    <a:pt x="2120" y="1618"/>
                    <a:pt x="2121" y="1618"/>
                  </a:cubicBezTo>
                  <a:cubicBezTo>
                    <a:pt x="2128" y="1618"/>
                    <a:pt x="2060" y="1531"/>
                    <a:pt x="1993" y="1444"/>
                  </a:cubicBezTo>
                  <a:lnTo>
                    <a:pt x="1993" y="1444"/>
                  </a:lnTo>
                  <a:lnTo>
                    <a:pt x="2034" y="1492"/>
                  </a:lnTo>
                  <a:cubicBezTo>
                    <a:pt x="2083" y="1541"/>
                    <a:pt x="2083" y="1541"/>
                    <a:pt x="2091" y="1541"/>
                  </a:cubicBezTo>
                  <a:cubicBezTo>
                    <a:pt x="2091" y="1533"/>
                    <a:pt x="2099" y="1533"/>
                    <a:pt x="2050" y="1484"/>
                  </a:cubicBezTo>
                  <a:cubicBezTo>
                    <a:pt x="2026" y="1444"/>
                    <a:pt x="1993" y="1411"/>
                    <a:pt x="1969" y="1371"/>
                  </a:cubicBezTo>
                  <a:cubicBezTo>
                    <a:pt x="1937" y="1338"/>
                    <a:pt x="1912" y="1306"/>
                    <a:pt x="1888" y="1265"/>
                  </a:cubicBezTo>
                  <a:lnTo>
                    <a:pt x="1888" y="1265"/>
                  </a:lnTo>
                  <a:cubicBezTo>
                    <a:pt x="1888" y="1265"/>
                    <a:pt x="1937" y="1314"/>
                    <a:pt x="1977" y="1371"/>
                  </a:cubicBezTo>
                  <a:cubicBezTo>
                    <a:pt x="2061" y="1462"/>
                    <a:pt x="2109" y="1517"/>
                    <a:pt x="2121" y="1517"/>
                  </a:cubicBezTo>
                  <a:cubicBezTo>
                    <a:pt x="2122" y="1517"/>
                    <a:pt x="2123" y="1517"/>
                    <a:pt x="2123" y="1517"/>
                  </a:cubicBezTo>
                  <a:cubicBezTo>
                    <a:pt x="2125" y="1517"/>
                    <a:pt x="2126" y="1516"/>
                    <a:pt x="2128" y="1516"/>
                  </a:cubicBezTo>
                  <a:cubicBezTo>
                    <a:pt x="2135" y="1516"/>
                    <a:pt x="2146" y="1521"/>
                    <a:pt x="2172" y="1573"/>
                  </a:cubicBezTo>
                  <a:cubicBezTo>
                    <a:pt x="2180" y="1565"/>
                    <a:pt x="2180" y="1565"/>
                    <a:pt x="2147" y="1509"/>
                  </a:cubicBezTo>
                  <a:lnTo>
                    <a:pt x="2156" y="1509"/>
                  </a:lnTo>
                  <a:cubicBezTo>
                    <a:pt x="2171" y="1536"/>
                    <a:pt x="2179" y="1550"/>
                    <a:pt x="2180" y="1550"/>
                  </a:cubicBezTo>
                  <a:cubicBezTo>
                    <a:pt x="2180" y="1550"/>
                    <a:pt x="2172" y="1534"/>
                    <a:pt x="2156" y="1500"/>
                  </a:cubicBezTo>
                  <a:cubicBezTo>
                    <a:pt x="2147" y="1481"/>
                    <a:pt x="2146" y="1475"/>
                    <a:pt x="2147" y="1475"/>
                  </a:cubicBezTo>
                  <a:lnTo>
                    <a:pt x="2147" y="1475"/>
                  </a:lnTo>
                  <a:cubicBezTo>
                    <a:pt x="2149" y="1475"/>
                    <a:pt x="2164" y="1500"/>
                    <a:pt x="2164" y="1500"/>
                  </a:cubicBezTo>
                  <a:cubicBezTo>
                    <a:pt x="2196" y="1555"/>
                    <a:pt x="2214" y="1585"/>
                    <a:pt x="2216" y="1585"/>
                  </a:cubicBezTo>
                  <a:cubicBezTo>
                    <a:pt x="2217" y="1585"/>
                    <a:pt x="2197" y="1546"/>
                    <a:pt x="2153" y="1461"/>
                  </a:cubicBezTo>
                  <a:lnTo>
                    <a:pt x="2153" y="1461"/>
                  </a:lnTo>
                  <a:cubicBezTo>
                    <a:pt x="2168" y="1488"/>
                    <a:pt x="2178" y="1503"/>
                    <a:pt x="2180" y="1503"/>
                  </a:cubicBezTo>
                  <a:cubicBezTo>
                    <a:pt x="2182" y="1503"/>
                    <a:pt x="2173" y="1483"/>
                    <a:pt x="2147" y="1436"/>
                  </a:cubicBezTo>
                  <a:cubicBezTo>
                    <a:pt x="2156" y="1436"/>
                    <a:pt x="2156" y="1436"/>
                    <a:pt x="2188" y="1492"/>
                  </a:cubicBezTo>
                  <a:cubicBezTo>
                    <a:pt x="2182" y="1476"/>
                    <a:pt x="2174" y="1455"/>
                    <a:pt x="2164" y="1427"/>
                  </a:cubicBezTo>
                  <a:cubicBezTo>
                    <a:pt x="2139" y="1367"/>
                    <a:pt x="2129" y="1336"/>
                    <a:pt x="2131" y="1336"/>
                  </a:cubicBezTo>
                  <a:lnTo>
                    <a:pt x="2131" y="1336"/>
                  </a:lnTo>
                  <a:cubicBezTo>
                    <a:pt x="2133" y="1336"/>
                    <a:pt x="2147" y="1367"/>
                    <a:pt x="2172" y="1427"/>
                  </a:cubicBezTo>
                  <a:cubicBezTo>
                    <a:pt x="2205" y="1503"/>
                    <a:pt x="2222" y="1535"/>
                    <a:pt x="2226" y="1535"/>
                  </a:cubicBezTo>
                  <a:cubicBezTo>
                    <a:pt x="2230" y="1535"/>
                    <a:pt x="2227" y="1519"/>
                    <a:pt x="2220" y="1492"/>
                  </a:cubicBezTo>
                  <a:cubicBezTo>
                    <a:pt x="2192" y="1416"/>
                    <a:pt x="2183" y="1385"/>
                    <a:pt x="2185" y="1385"/>
                  </a:cubicBezTo>
                  <a:lnTo>
                    <a:pt x="2185" y="1385"/>
                  </a:lnTo>
                  <a:cubicBezTo>
                    <a:pt x="2187" y="1385"/>
                    <a:pt x="2194" y="1401"/>
                    <a:pt x="2204" y="1427"/>
                  </a:cubicBezTo>
                  <a:cubicBezTo>
                    <a:pt x="2216" y="1460"/>
                    <a:pt x="2225" y="1476"/>
                    <a:pt x="2227" y="1476"/>
                  </a:cubicBezTo>
                  <a:cubicBezTo>
                    <a:pt x="2229" y="1476"/>
                    <a:pt x="2225" y="1460"/>
                    <a:pt x="2212" y="1428"/>
                  </a:cubicBezTo>
                  <a:lnTo>
                    <a:pt x="2212" y="1428"/>
                  </a:lnTo>
                  <a:cubicBezTo>
                    <a:pt x="2230" y="1473"/>
                    <a:pt x="2247" y="1519"/>
                    <a:pt x="2250" y="1519"/>
                  </a:cubicBezTo>
                  <a:cubicBezTo>
                    <a:pt x="2251" y="1519"/>
                    <a:pt x="2250" y="1511"/>
                    <a:pt x="2245" y="1492"/>
                  </a:cubicBezTo>
                  <a:cubicBezTo>
                    <a:pt x="2245" y="1492"/>
                    <a:pt x="2245" y="1492"/>
                    <a:pt x="2220" y="1427"/>
                  </a:cubicBezTo>
                  <a:lnTo>
                    <a:pt x="2196" y="1290"/>
                  </a:lnTo>
                  <a:cubicBezTo>
                    <a:pt x="2172" y="1249"/>
                    <a:pt x="2164" y="1209"/>
                    <a:pt x="2156" y="1160"/>
                  </a:cubicBezTo>
                  <a:cubicBezTo>
                    <a:pt x="2149" y="1143"/>
                    <a:pt x="2147" y="1134"/>
                    <a:pt x="2149" y="1134"/>
                  </a:cubicBezTo>
                  <a:lnTo>
                    <a:pt x="2149" y="1134"/>
                  </a:lnTo>
                  <a:cubicBezTo>
                    <a:pt x="2153" y="1134"/>
                    <a:pt x="2187" y="1204"/>
                    <a:pt x="2229" y="1354"/>
                  </a:cubicBezTo>
                  <a:lnTo>
                    <a:pt x="2261" y="1484"/>
                  </a:lnTo>
                  <a:lnTo>
                    <a:pt x="2237" y="1354"/>
                  </a:lnTo>
                  <a:lnTo>
                    <a:pt x="2237" y="1354"/>
                  </a:lnTo>
                  <a:cubicBezTo>
                    <a:pt x="2237" y="1354"/>
                    <a:pt x="2245" y="1355"/>
                    <a:pt x="2253" y="1419"/>
                  </a:cubicBezTo>
                  <a:cubicBezTo>
                    <a:pt x="2269" y="1484"/>
                    <a:pt x="2269" y="1484"/>
                    <a:pt x="2269" y="1484"/>
                  </a:cubicBezTo>
                  <a:lnTo>
                    <a:pt x="2269" y="1484"/>
                  </a:lnTo>
                  <a:cubicBezTo>
                    <a:pt x="2269" y="1460"/>
                    <a:pt x="2269" y="1444"/>
                    <a:pt x="2261" y="1419"/>
                  </a:cubicBezTo>
                  <a:cubicBezTo>
                    <a:pt x="2247" y="1340"/>
                    <a:pt x="2241" y="1306"/>
                    <a:pt x="2242" y="1306"/>
                  </a:cubicBezTo>
                  <a:lnTo>
                    <a:pt x="2242" y="1306"/>
                  </a:lnTo>
                  <a:cubicBezTo>
                    <a:pt x="2242" y="1306"/>
                    <a:pt x="2246" y="1324"/>
                    <a:pt x="2253" y="1354"/>
                  </a:cubicBezTo>
                  <a:cubicBezTo>
                    <a:pt x="2269" y="1419"/>
                    <a:pt x="2277" y="1452"/>
                    <a:pt x="2278" y="1452"/>
                  </a:cubicBezTo>
                  <a:cubicBezTo>
                    <a:pt x="2279" y="1452"/>
                    <a:pt x="2273" y="1419"/>
                    <a:pt x="2261" y="1354"/>
                  </a:cubicBezTo>
                  <a:cubicBezTo>
                    <a:pt x="2253" y="1286"/>
                    <a:pt x="2249" y="1251"/>
                    <a:pt x="2250" y="1251"/>
                  </a:cubicBezTo>
                  <a:lnTo>
                    <a:pt x="2250" y="1251"/>
                  </a:lnTo>
                  <a:cubicBezTo>
                    <a:pt x="2251" y="1251"/>
                    <a:pt x="2257" y="1286"/>
                    <a:pt x="2269" y="1354"/>
                  </a:cubicBezTo>
                  <a:cubicBezTo>
                    <a:pt x="2277" y="1419"/>
                    <a:pt x="2293" y="1484"/>
                    <a:pt x="2293" y="1484"/>
                  </a:cubicBezTo>
                  <a:lnTo>
                    <a:pt x="2285" y="1419"/>
                  </a:lnTo>
                  <a:cubicBezTo>
                    <a:pt x="2276" y="1340"/>
                    <a:pt x="2272" y="1306"/>
                    <a:pt x="2273" y="1306"/>
                  </a:cubicBezTo>
                  <a:lnTo>
                    <a:pt x="2273" y="1306"/>
                  </a:lnTo>
                  <a:cubicBezTo>
                    <a:pt x="2275" y="1306"/>
                    <a:pt x="2278" y="1324"/>
                    <a:pt x="2285" y="1354"/>
                  </a:cubicBezTo>
                  <a:cubicBezTo>
                    <a:pt x="2289" y="1387"/>
                    <a:pt x="2291" y="1403"/>
                    <a:pt x="2292" y="1403"/>
                  </a:cubicBezTo>
                  <a:cubicBezTo>
                    <a:pt x="2293" y="1403"/>
                    <a:pt x="2293" y="1387"/>
                    <a:pt x="2293" y="1354"/>
                  </a:cubicBezTo>
                  <a:cubicBezTo>
                    <a:pt x="2302" y="1354"/>
                    <a:pt x="2302" y="1354"/>
                    <a:pt x="2310" y="1419"/>
                  </a:cubicBezTo>
                  <a:cubicBezTo>
                    <a:pt x="2310" y="1387"/>
                    <a:pt x="2310" y="1371"/>
                    <a:pt x="2312" y="1371"/>
                  </a:cubicBezTo>
                  <a:cubicBezTo>
                    <a:pt x="2314" y="1371"/>
                    <a:pt x="2318" y="1387"/>
                    <a:pt x="2326" y="1419"/>
                  </a:cubicBezTo>
                  <a:cubicBezTo>
                    <a:pt x="2326" y="1354"/>
                    <a:pt x="2326" y="1282"/>
                    <a:pt x="2318" y="1217"/>
                  </a:cubicBezTo>
                  <a:cubicBezTo>
                    <a:pt x="2310" y="1217"/>
                    <a:pt x="2310" y="1217"/>
                    <a:pt x="2310" y="1152"/>
                  </a:cubicBezTo>
                  <a:lnTo>
                    <a:pt x="2318" y="1152"/>
                  </a:lnTo>
                  <a:cubicBezTo>
                    <a:pt x="2326" y="1152"/>
                    <a:pt x="2326" y="1152"/>
                    <a:pt x="2334" y="1079"/>
                  </a:cubicBezTo>
                  <a:cubicBezTo>
                    <a:pt x="2337" y="1065"/>
                    <a:pt x="2340" y="1048"/>
                    <a:pt x="2342" y="1031"/>
                  </a:cubicBezTo>
                  <a:close/>
                  <a:moveTo>
                    <a:pt x="2196" y="2206"/>
                  </a:moveTo>
                  <a:lnTo>
                    <a:pt x="2196" y="2206"/>
                  </a:lnTo>
                  <a:cubicBezTo>
                    <a:pt x="2188" y="2246"/>
                    <a:pt x="2172" y="2287"/>
                    <a:pt x="2147" y="2327"/>
                  </a:cubicBezTo>
                  <a:lnTo>
                    <a:pt x="2196" y="2206"/>
                  </a:lnTo>
                  <a:close/>
                  <a:moveTo>
                    <a:pt x="2747" y="2498"/>
                  </a:moveTo>
                  <a:cubicBezTo>
                    <a:pt x="2772" y="2538"/>
                    <a:pt x="2796" y="2571"/>
                    <a:pt x="2812" y="2611"/>
                  </a:cubicBezTo>
                  <a:lnTo>
                    <a:pt x="2804" y="2619"/>
                  </a:lnTo>
                  <a:cubicBezTo>
                    <a:pt x="2772" y="2563"/>
                    <a:pt x="2747" y="2506"/>
                    <a:pt x="2747" y="2506"/>
                  </a:cubicBezTo>
                  <a:lnTo>
                    <a:pt x="2747" y="2498"/>
                  </a:lnTo>
                  <a:close/>
                  <a:moveTo>
                    <a:pt x="1783" y="2530"/>
                  </a:moveTo>
                  <a:cubicBezTo>
                    <a:pt x="1745" y="2576"/>
                    <a:pt x="1707" y="2628"/>
                    <a:pt x="1695" y="2628"/>
                  </a:cubicBezTo>
                  <a:cubicBezTo>
                    <a:pt x="1695" y="2628"/>
                    <a:pt x="1694" y="2628"/>
                    <a:pt x="1693" y="2627"/>
                  </a:cubicBezTo>
                  <a:lnTo>
                    <a:pt x="1734" y="2571"/>
                  </a:lnTo>
                  <a:lnTo>
                    <a:pt x="1775" y="2530"/>
                  </a:lnTo>
                  <a:close/>
                  <a:moveTo>
                    <a:pt x="2131" y="2595"/>
                  </a:moveTo>
                  <a:cubicBezTo>
                    <a:pt x="2115" y="2635"/>
                    <a:pt x="2107" y="2676"/>
                    <a:pt x="2083" y="2717"/>
                  </a:cubicBezTo>
                  <a:lnTo>
                    <a:pt x="2099" y="2652"/>
                  </a:lnTo>
                  <a:lnTo>
                    <a:pt x="2123" y="2595"/>
                  </a:lnTo>
                  <a:close/>
                  <a:moveTo>
                    <a:pt x="1937" y="2571"/>
                  </a:moveTo>
                  <a:cubicBezTo>
                    <a:pt x="1937" y="2571"/>
                    <a:pt x="1936" y="2571"/>
                    <a:pt x="1912" y="2627"/>
                  </a:cubicBezTo>
                  <a:cubicBezTo>
                    <a:pt x="1888" y="2668"/>
                    <a:pt x="1864" y="2700"/>
                    <a:pt x="1839" y="2741"/>
                  </a:cubicBezTo>
                  <a:cubicBezTo>
                    <a:pt x="1872" y="2684"/>
                    <a:pt x="1896" y="2627"/>
                    <a:pt x="1937" y="2571"/>
                  </a:cubicBezTo>
                  <a:close/>
                  <a:moveTo>
                    <a:pt x="2537" y="2635"/>
                  </a:moveTo>
                  <a:cubicBezTo>
                    <a:pt x="2545" y="2635"/>
                    <a:pt x="2545" y="2635"/>
                    <a:pt x="2561" y="2692"/>
                  </a:cubicBezTo>
                  <a:cubicBezTo>
                    <a:pt x="2577" y="2757"/>
                    <a:pt x="2569" y="2765"/>
                    <a:pt x="2561" y="2765"/>
                  </a:cubicBezTo>
                  <a:cubicBezTo>
                    <a:pt x="2545" y="2725"/>
                    <a:pt x="2537" y="2684"/>
                    <a:pt x="2537" y="2635"/>
                  </a:cubicBezTo>
                  <a:close/>
                  <a:moveTo>
                    <a:pt x="2406" y="527"/>
                  </a:moveTo>
                  <a:cubicBezTo>
                    <a:pt x="2399" y="527"/>
                    <a:pt x="2398" y="596"/>
                    <a:pt x="2391" y="657"/>
                  </a:cubicBezTo>
                  <a:lnTo>
                    <a:pt x="2374" y="657"/>
                  </a:lnTo>
                  <a:cubicBezTo>
                    <a:pt x="2374" y="657"/>
                    <a:pt x="2366" y="657"/>
                    <a:pt x="2366" y="722"/>
                  </a:cubicBezTo>
                  <a:cubicBezTo>
                    <a:pt x="2366" y="782"/>
                    <a:pt x="2361" y="787"/>
                    <a:pt x="2355" y="787"/>
                  </a:cubicBezTo>
                  <a:cubicBezTo>
                    <a:pt x="2353" y="787"/>
                    <a:pt x="2352" y="787"/>
                    <a:pt x="2350" y="787"/>
                  </a:cubicBezTo>
                  <a:cubicBezTo>
                    <a:pt x="2350" y="768"/>
                    <a:pt x="2349" y="760"/>
                    <a:pt x="2349" y="760"/>
                  </a:cubicBezTo>
                  <a:lnTo>
                    <a:pt x="2349" y="760"/>
                  </a:lnTo>
                  <a:cubicBezTo>
                    <a:pt x="2347" y="760"/>
                    <a:pt x="2344" y="808"/>
                    <a:pt x="2350" y="860"/>
                  </a:cubicBezTo>
                  <a:cubicBezTo>
                    <a:pt x="2350" y="892"/>
                    <a:pt x="2350" y="929"/>
                    <a:pt x="2346" y="964"/>
                  </a:cubicBezTo>
                  <a:lnTo>
                    <a:pt x="2346" y="964"/>
                  </a:lnTo>
                  <a:cubicBezTo>
                    <a:pt x="2346" y="943"/>
                    <a:pt x="2345" y="928"/>
                    <a:pt x="2342" y="928"/>
                  </a:cubicBezTo>
                  <a:cubicBezTo>
                    <a:pt x="2340" y="928"/>
                    <a:pt x="2337" y="934"/>
                    <a:pt x="2334" y="949"/>
                  </a:cubicBezTo>
                  <a:lnTo>
                    <a:pt x="2326" y="876"/>
                  </a:lnTo>
                  <a:cubicBezTo>
                    <a:pt x="2326" y="775"/>
                    <a:pt x="2322" y="724"/>
                    <a:pt x="2318" y="724"/>
                  </a:cubicBezTo>
                  <a:cubicBezTo>
                    <a:pt x="2314" y="724"/>
                    <a:pt x="2310" y="775"/>
                    <a:pt x="2310" y="876"/>
                  </a:cubicBezTo>
                  <a:cubicBezTo>
                    <a:pt x="2314" y="989"/>
                    <a:pt x="2316" y="1039"/>
                    <a:pt x="2316" y="1039"/>
                  </a:cubicBezTo>
                  <a:cubicBezTo>
                    <a:pt x="2315" y="1039"/>
                    <a:pt x="2313" y="1007"/>
                    <a:pt x="2310" y="949"/>
                  </a:cubicBezTo>
                  <a:cubicBezTo>
                    <a:pt x="2302" y="811"/>
                    <a:pt x="2293" y="811"/>
                    <a:pt x="2285" y="811"/>
                  </a:cubicBezTo>
                  <a:cubicBezTo>
                    <a:pt x="2277" y="811"/>
                    <a:pt x="2277" y="811"/>
                    <a:pt x="2277" y="746"/>
                  </a:cubicBezTo>
                  <a:cubicBezTo>
                    <a:pt x="2277" y="698"/>
                    <a:pt x="2269" y="649"/>
                    <a:pt x="2253" y="609"/>
                  </a:cubicBezTo>
                  <a:cubicBezTo>
                    <a:pt x="2245" y="609"/>
                    <a:pt x="2245" y="609"/>
                    <a:pt x="2245" y="673"/>
                  </a:cubicBezTo>
                  <a:cubicBezTo>
                    <a:pt x="2252" y="704"/>
                    <a:pt x="2253" y="722"/>
                    <a:pt x="2250" y="722"/>
                  </a:cubicBezTo>
                  <a:cubicBezTo>
                    <a:pt x="2247" y="722"/>
                    <a:pt x="2238" y="688"/>
                    <a:pt x="2229" y="609"/>
                  </a:cubicBezTo>
                  <a:cubicBezTo>
                    <a:pt x="2222" y="582"/>
                    <a:pt x="2218" y="567"/>
                    <a:pt x="2216" y="567"/>
                  </a:cubicBezTo>
                  <a:lnTo>
                    <a:pt x="2216" y="567"/>
                  </a:lnTo>
                  <a:cubicBezTo>
                    <a:pt x="2214" y="567"/>
                    <a:pt x="2216" y="600"/>
                    <a:pt x="2220" y="682"/>
                  </a:cubicBezTo>
                  <a:cubicBezTo>
                    <a:pt x="2229" y="746"/>
                    <a:pt x="2229" y="779"/>
                    <a:pt x="2223" y="779"/>
                  </a:cubicBezTo>
                  <a:cubicBezTo>
                    <a:pt x="2218" y="779"/>
                    <a:pt x="2208" y="746"/>
                    <a:pt x="2196" y="682"/>
                  </a:cubicBezTo>
                  <a:lnTo>
                    <a:pt x="2180" y="682"/>
                  </a:lnTo>
                  <a:cubicBezTo>
                    <a:pt x="2180" y="722"/>
                    <a:pt x="2180" y="771"/>
                    <a:pt x="2188" y="811"/>
                  </a:cubicBezTo>
                  <a:cubicBezTo>
                    <a:pt x="2202" y="893"/>
                    <a:pt x="2208" y="926"/>
                    <a:pt x="2207" y="926"/>
                  </a:cubicBezTo>
                  <a:cubicBezTo>
                    <a:pt x="2207" y="926"/>
                    <a:pt x="2203" y="911"/>
                    <a:pt x="2196" y="884"/>
                  </a:cubicBezTo>
                  <a:cubicBezTo>
                    <a:pt x="2180" y="811"/>
                    <a:pt x="2164" y="746"/>
                    <a:pt x="2164" y="746"/>
                  </a:cubicBezTo>
                  <a:cubicBezTo>
                    <a:pt x="2156" y="682"/>
                    <a:pt x="2147" y="682"/>
                    <a:pt x="2139" y="682"/>
                  </a:cubicBezTo>
                  <a:cubicBezTo>
                    <a:pt x="2131" y="682"/>
                    <a:pt x="2115" y="682"/>
                    <a:pt x="2123" y="746"/>
                  </a:cubicBezTo>
                  <a:cubicBezTo>
                    <a:pt x="2115" y="714"/>
                    <a:pt x="2123" y="722"/>
                    <a:pt x="2115" y="682"/>
                  </a:cubicBezTo>
                  <a:cubicBezTo>
                    <a:pt x="2110" y="682"/>
                    <a:pt x="2101" y="653"/>
                    <a:pt x="2100" y="653"/>
                  </a:cubicBezTo>
                  <a:lnTo>
                    <a:pt x="2100" y="653"/>
                  </a:lnTo>
                  <a:cubicBezTo>
                    <a:pt x="2100" y="653"/>
                    <a:pt x="2102" y="660"/>
                    <a:pt x="2107" y="682"/>
                  </a:cubicBezTo>
                  <a:cubicBezTo>
                    <a:pt x="2107" y="682"/>
                    <a:pt x="2099" y="682"/>
                    <a:pt x="2066" y="617"/>
                  </a:cubicBezTo>
                  <a:cubicBezTo>
                    <a:pt x="2060" y="606"/>
                    <a:pt x="2054" y="601"/>
                    <a:pt x="2051" y="601"/>
                  </a:cubicBezTo>
                  <a:cubicBezTo>
                    <a:pt x="2032" y="601"/>
                    <a:pt x="2050" y="718"/>
                    <a:pt x="2091" y="819"/>
                  </a:cubicBezTo>
                  <a:cubicBezTo>
                    <a:pt x="2083" y="827"/>
                    <a:pt x="2099" y="892"/>
                    <a:pt x="2099" y="892"/>
                  </a:cubicBezTo>
                  <a:cubicBezTo>
                    <a:pt x="2115" y="957"/>
                    <a:pt x="2107" y="957"/>
                    <a:pt x="2099" y="957"/>
                  </a:cubicBezTo>
                  <a:cubicBezTo>
                    <a:pt x="2099" y="957"/>
                    <a:pt x="2083" y="892"/>
                    <a:pt x="2066" y="827"/>
                  </a:cubicBezTo>
                  <a:cubicBezTo>
                    <a:pt x="2039" y="712"/>
                    <a:pt x="2016" y="644"/>
                    <a:pt x="2011" y="644"/>
                  </a:cubicBezTo>
                  <a:cubicBezTo>
                    <a:pt x="2008" y="644"/>
                    <a:pt x="2012" y="674"/>
                    <a:pt x="2027" y="739"/>
                  </a:cubicBezTo>
                  <a:lnTo>
                    <a:pt x="2027" y="739"/>
                  </a:lnTo>
                  <a:cubicBezTo>
                    <a:pt x="2023" y="729"/>
                    <a:pt x="2019" y="722"/>
                    <a:pt x="2010" y="698"/>
                  </a:cubicBezTo>
                  <a:cubicBezTo>
                    <a:pt x="2002" y="667"/>
                    <a:pt x="1996" y="653"/>
                    <a:pt x="1992" y="653"/>
                  </a:cubicBezTo>
                  <a:cubicBezTo>
                    <a:pt x="1988" y="653"/>
                    <a:pt x="1985" y="671"/>
                    <a:pt x="1985" y="706"/>
                  </a:cubicBezTo>
                  <a:cubicBezTo>
                    <a:pt x="1993" y="779"/>
                    <a:pt x="2010" y="844"/>
                    <a:pt x="2034" y="909"/>
                  </a:cubicBezTo>
                  <a:cubicBezTo>
                    <a:pt x="2058" y="973"/>
                    <a:pt x="2050" y="973"/>
                    <a:pt x="2050" y="973"/>
                  </a:cubicBezTo>
                  <a:cubicBezTo>
                    <a:pt x="2042" y="973"/>
                    <a:pt x="2042" y="973"/>
                    <a:pt x="2026" y="909"/>
                  </a:cubicBezTo>
                  <a:cubicBezTo>
                    <a:pt x="2002" y="846"/>
                    <a:pt x="1986" y="815"/>
                    <a:pt x="1981" y="815"/>
                  </a:cubicBezTo>
                  <a:cubicBezTo>
                    <a:pt x="1975" y="815"/>
                    <a:pt x="1981" y="850"/>
                    <a:pt x="2002" y="917"/>
                  </a:cubicBezTo>
                  <a:lnTo>
                    <a:pt x="1977" y="852"/>
                  </a:lnTo>
                  <a:cubicBezTo>
                    <a:pt x="1961" y="807"/>
                    <a:pt x="1940" y="763"/>
                    <a:pt x="1924" y="763"/>
                  </a:cubicBezTo>
                  <a:cubicBezTo>
                    <a:pt x="1916" y="763"/>
                    <a:pt x="1909" y="772"/>
                    <a:pt x="1904" y="795"/>
                  </a:cubicBezTo>
                  <a:cubicBezTo>
                    <a:pt x="1891" y="798"/>
                    <a:pt x="1881" y="803"/>
                    <a:pt x="1871" y="803"/>
                  </a:cubicBezTo>
                  <a:cubicBezTo>
                    <a:pt x="1856" y="803"/>
                    <a:pt x="1842" y="793"/>
                    <a:pt x="1823" y="755"/>
                  </a:cubicBezTo>
                  <a:cubicBezTo>
                    <a:pt x="1819" y="743"/>
                    <a:pt x="1816" y="739"/>
                    <a:pt x="1815" y="739"/>
                  </a:cubicBezTo>
                  <a:cubicBezTo>
                    <a:pt x="1808" y="739"/>
                    <a:pt x="1831" y="856"/>
                    <a:pt x="1872" y="957"/>
                  </a:cubicBezTo>
                  <a:cubicBezTo>
                    <a:pt x="1854" y="916"/>
                    <a:pt x="1845" y="905"/>
                    <a:pt x="1835" y="905"/>
                  </a:cubicBezTo>
                  <a:cubicBezTo>
                    <a:pt x="1831" y="905"/>
                    <a:pt x="1828" y="906"/>
                    <a:pt x="1823" y="909"/>
                  </a:cubicBezTo>
                  <a:cubicBezTo>
                    <a:pt x="1816" y="911"/>
                    <a:pt x="1812" y="912"/>
                    <a:pt x="1807" y="912"/>
                  </a:cubicBezTo>
                  <a:cubicBezTo>
                    <a:pt x="1796" y="912"/>
                    <a:pt x="1790" y="901"/>
                    <a:pt x="1766" y="860"/>
                  </a:cubicBezTo>
                  <a:cubicBezTo>
                    <a:pt x="1738" y="800"/>
                    <a:pt x="1724" y="770"/>
                    <a:pt x="1723" y="770"/>
                  </a:cubicBezTo>
                  <a:lnTo>
                    <a:pt x="1723" y="770"/>
                  </a:lnTo>
                  <a:cubicBezTo>
                    <a:pt x="1721" y="770"/>
                    <a:pt x="1734" y="802"/>
                    <a:pt x="1758" y="868"/>
                  </a:cubicBezTo>
                  <a:cubicBezTo>
                    <a:pt x="1784" y="917"/>
                    <a:pt x="1791" y="938"/>
                    <a:pt x="1784" y="938"/>
                  </a:cubicBezTo>
                  <a:cubicBezTo>
                    <a:pt x="1775" y="938"/>
                    <a:pt x="1737" y="892"/>
                    <a:pt x="1693" y="819"/>
                  </a:cubicBezTo>
                  <a:cubicBezTo>
                    <a:pt x="1672" y="783"/>
                    <a:pt x="1662" y="773"/>
                    <a:pt x="1652" y="773"/>
                  </a:cubicBezTo>
                  <a:cubicBezTo>
                    <a:pt x="1647" y="773"/>
                    <a:pt x="1642" y="776"/>
                    <a:pt x="1637" y="779"/>
                  </a:cubicBezTo>
                  <a:cubicBezTo>
                    <a:pt x="1661" y="836"/>
                    <a:pt x="1645" y="844"/>
                    <a:pt x="1637" y="860"/>
                  </a:cubicBezTo>
                  <a:cubicBezTo>
                    <a:pt x="1612" y="876"/>
                    <a:pt x="1612" y="876"/>
                    <a:pt x="1702" y="982"/>
                  </a:cubicBezTo>
                  <a:cubicBezTo>
                    <a:pt x="1783" y="1095"/>
                    <a:pt x="1775" y="1095"/>
                    <a:pt x="1766" y="1103"/>
                  </a:cubicBezTo>
                  <a:cubicBezTo>
                    <a:pt x="1764" y="1105"/>
                    <a:pt x="1762" y="1107"/>
                    <a:pt x="1759" y="1107"/>
                  </a:cubicBezTo>
                  <a:cubicBezTo>
                    <a:pt x="1751" y="1107"/>
                    <a:pt x="1738" y="1097"/>
                    <a:pt x="1710" y="1063"/>
                  </a:cubicBezTo>
                  <a:cubicBezTo>
                    <a:pt x="1710" y="1063"/>
                    <a:pt x="1661" y="1014"/>
                    <a:pt x="1653" y="1014"/>
                  </a:cubicBezTo>
                  <a:cubicBezTo>
                    <a:pt x="1653" y="1017"/>
                    <a:pt x="1652" y="1020"/>
                    <a:pt x="1649" y="1020"/>
                  </a:cubicBezTo>
                  <a:cubicBezTo>
                    <a:pt x="1643" y="1020"/>
                    <a:pt x="1630" y="1010"/>
                    <a:pt x="1604" y="973"/>
                  </a:cubicBezTo>
                  <a:cubicBezTo>
                    <a:pt x="1604" y="973"/>
                    <a:pt x="1557" y="940"/>
                    <a:pt x="1543" y="940"/>
                  </a:cubicBezTo>
                  <a:cubicBezTo>
                    <a:pt x="1541" y="940"/>
                    <a:pt x="1540" y="940"/>
                    <a:pt x="1539" y="941"/>
                  </a:cubicBezTo>
                  <a:cubicBezTo>
                    <a:pt x="1532" y="945"/>
                    <a:pt x="1524" y="950"/>
                    <a:pt x="1514" y="950"/>
                  </a:cubicBezTo>
                  <a:cubicBezTo>
                    <a:pt x="1503" y="950"/>
                    <a:pt x="1488" y="943"/>
                    <a:pt x="1466" y="917"/>
                  </a:cubicBezTo>
                  <a:cubicBezTo>
                    <a:pt x="1458" y="917"/>
                    <a:pt x="1458" y="917"/>
                    <a:pt x="1507" y="973"/>
                  </a:cubicBezTo>
                  <a:cubicBezTo>
                    <a:pt x="1540" y="1013"/>
                    <a:pt x="1573" y="1053"/>
                    <a:pt x="1549" y="1053"/>
                  </a:cubicBezTo>
                  <a:cubicBezTo>
                    <a:pt x="1543" y="1053"/>
                    <a:pt x="1535" y="1051"/>
                    <a:pt x="1523" y="1046"/>
                  </a:cubicBezTo>
                  <a:lnTo>
                    <a:pt x="1523" y="1046"/>
                  </a:lnTo>
                  <a:cubicBezTo>
                    <a:pt x="1507" y="1063"/>
                    <a:pt x="1491" y="1079"/>
                    <a:pt x="1548" y="1127"/>
                  </a:cubicBezTo>
                  <a:cubicBezTo>
                    <a:pt x="1539" y="1127"/>
                    <a:pt x="1539" y="1127"/>
                    <a:pt x="1491" y="1087"/>
                  </a:cubicBezTo>
                  <a:cubicBezTo>
                    <a:pt x="1447" y="1047"/>
                    <a:pt x="1420" y="1028"/>
                    <a:pt x="1411" y="1028"/>
                  </a:cubicBezTo>
                  <a:cubicBezTo>
                    <a:pt x="1400" y="1028"/>
                    <a:pt x="1417" y="1057"/>
                    <a:pt x="1466" y="1111"/>
                  </a:cubicBezTo>
                  <a:cubicBezTo>
                    <a:pt x="1499" y="1135"/>
                    <a:pt x="1511" y="1147"/>
                    <a:pt x="1503" y="1147"/>
                  </a:cubicBezTo>
                  <a:cubicBezTo>
                    <a:pt x="1497" y="1147"/>
                    <a:pt x="1482" y="1141"/>
                    <a:pt x="1458" y="1127"/>
                  </a:cubicBezTo>
                  <a:lnTo>
                    <a:pt x="1458" y="1127"/>
                  </a:lnTo>
                  <a:cubicBezTo>
                    <a:pt x="1458" y="1127"/>
                    <a:pt x="1450" y="1127"/>
                    <a:pt x="1499" y="1176"/>
                  </a:cubicBezTo>
                  <a:cubicBezTo>
                    <a:pt x="1527" y="1205"/>
                    <a:pt x="1539" y="1216"/>
                    <a:pt x="1531" y="1216"/>
                  </a:cubicBezTo>
                  <a:cubicBezTo>
                    <a:pt x="1525" y="1216"/>
                    <a:pt x="1510" y="1211"/>
                    <a:pt x="1483" y="1200"/>
                  </a:cubicBezTo>
                  <a:cubicBezTo>
                    <a:pt x="1449" y="1172"/>
                    <a:pt x="1435" y="1164"/>
                    <a:pt x="1429" y="1164"/>
                  </a:cubicBezTo>
                  <a:cubicBezTo>
                    <a:pt x="1427" y="1164"/>
                    <a:pt x="1426" y="1165"/>
                    <a:pt x="1426" y="1168"/>
                  </a:cubicBezTo>
                  <a:cubicBezTo>
                    <a:pt x="1453" y="1209"/>
                    <a:pt x="1435" y="1273"/>
                    <a:pt x="1389" y="1273"/>
                  </a:cubicBezTo>
                  <a:cubicBezTo>
                    <a:pt x="1381" y="1273"/>
                    <a:pt x="1371" y="1270"/>
                    <a:pt x="1361" y="1265"/>
                  </a:cubicBezTo>
                  <a:lnTo>
                    <a:pt x="1361" y="1265"/>
                  </a:lnTo>
                  <a:cubicBezTo>
                    <a:pt x="1418" y="1306"/>
                    <a:pt x="1418" y="1306"/>
                    <a:pt x="1410" y="1314"/>
                  </a:cubicBezTo>
                  <a:cubicBezTo>
                    <a:pt x="1372" y="1295"/>
                    <a:pt x="1352" y="1287"/>
                    <a:pt x="1347" y="1287"/>
                  </a:cubicBezTo>
                  <a:cubicBezTo>
                    <a:pt x="1337" y="1287"/>
                    <a:pt x="1385" y="1319"/>
                    <a:pt x="1466" y="1363"/>
                  </a:cubicBezTo>
                  <a:lnTo>
                    <a:pt x="1466" y="1354"/>
                  </a:lnTo>
                  <a:lnTo>
                    <a:pt x="1466" y="1346"/>
                  </a:lnTo>
                  <a:cubicBezTo>
                    <a:pt x="1525" y="1380"/>
                    <a:pt x="1551" y="1400"/>
                    <a:pt x="1540" y="1400"/>
                  </a:cubicBezTo>
                  <a:cubicBezTo>
                    <a:pt x="1529" y="1400"/>
                    <a:pt x="1484" y="1382"/>
                    <a:pt x="1402" y="1338"/>
                  </a:cubicBezTo>
                  <a:cubicBezTo>
                    <a:pt x="1345" y="1312"/>
                    <a:pt x="1314" y="1298"/>
                    <a:pt x="1310" y="1298"/>
                  </a:cubicBezTo>
                  <a:cubicBezTo>
                    <a:pt x="1305" y="1298"/>
                    <a:pt x="1333" y="1316"/>
                    <a:pt x="1393" y="1354"/>
                  </a:cubicBezTo>
                  <a:cubicBezTo>
                    <a:pt x="1456" y="1390"/>
                    <a:pt x="1484" y="1409"/>
                    <a:pt x="1476" y="1409"/>
                  </a:cubicBezTo>
                  <a:cubicBezTo>
                    <a:pt x="1470" y="1409"/>
                    <a:pt x="1440" y="1396"/>
                    <a:pt x="1385" y="1371"/>
                  </a:cubicBezTo>
                  <a:cubicBezTo>
                    <a:pt x="1327" y="1343"/>
                    <a:pt x="1296" y="1329"/>
                    <a:pt x="1293" y="1329"/>
                  </a:cubicBezTo>
                  <a:cubicBezTo>
                    <a:pt x="1290" y="1329"/>
                    <a:pt x="1319" y="1345"/>
                    <a:pt x="1377" y="1379"/>
                  </a:cubicBezTo>
                  <a:cubicBezTo>
                    <a:pt x="1516" y="1458"/>
                    <a:pt x="1591" y="1504"/>
                    <a:pt x="1573" y="1504"/>
                  </a:cubicBezTo>
                  <a:cubicBezTo>
                    <a:pt x="1562" y="1504"/>
                    <a:pt x="1513" y="1485"/>
                    <a:pt x="1418" y="1444"/>
                  </a:cubicBezTo>
                  <a:cubicBezTo>
                    <a:pt x="1322" y="1396"/>
                    <a:pt x="1261" y="1377"/>
                    <a:pt x="1239" y="1377"/>
                  </a:cubicBezTo>
                  <a:cubicBezTo>
                    <a:pt x="1235" y="1377"/>
                    <a:pt x="1233" y="1378"/>
                    <a:pt x="1231" y="1379"/>
                  </a:cubicBezTo>
                  <a:cubicBezTo>
                    <a:pt x="1231" y="1387"/>
                    <a:pt x="1296" y="1411"/>
                    <a:pt x="1353" y="1436"/>
                  </a:cubicBezTo>
                  <a:cubicBezTo>
                    <a:pt x="1420" y="1462"/>
                    <a:pt x="1450" y="1474"/>
                    <a:pt x="1443" y="1474"/>
                  </a:cubicBezTo>
                  <a:cubicBezTo>
                    <a:pt x="1438" y="1474"/>
                    <a:pt x="1408" y="1466"/>
                    <a:pt x="1353" y="1452"/>
                  </a:cubicBezTo>
                  <a:cubicBezTo>
                    <a:pt x="1282" y="1434"/>
                    <a:pt x="1236" y="1426"/>
                    <a:pt x="1212" y="1426"/>
                  </a:cubicBezTo>
                  <a:cubicBezTo>
                    <a:pt x="1170" y="1426"/>
                    <a:pt x="1194" y="1451"/>
                    <a:pt x="1272" y="1492"/>
                  </a:cubicBezTo>
                  <a:cubicBezTo>
                    <a:pt x="1339" y="1536"/>
                    <a:pt x="1364" y="1559"/>
                    <a:pt x="1347" y="1559"/>
                  </a:cubicBezTo>
                  <a:cubicBezTo>
                    <a:pt x="1336" y="1559"/>
                    <a:pt x="1305" y="1548"/>
                    <a:pt x="1256" y="1525"/>
                  </a:cubicBezTo>
                  <a:cubicBezTo>
                    <a:pt x="1190" y="1494"/>
                    <a:pt x="1160" y="1480"/>
                    <a:pt x="1155" y="1480"/>
                  </a:cubicBezTo>
                  <a:cubicBezTo>
                    <a:pt x="1151" y="1480"/>
                    <a:pt x="1165" y="1490"/>
                    <a:pt x="1191" y="1509"/>
                  </a:cubicBezTo>
                  <a:cubicBezTo>
                    <a:pt x="1191" y="1525"/>
                    <a:pt x="1183" y="1541"/>
                    <a:pt x="1183" y="1549"/>
                  </a:cubicBezTo>
                  <a:cubicBezTo>
                    <a:pt x="1175" y="1557"/>
                    <a:pt x="1239" y="1581"/>
                    <a:pt x="1304" y="1598"/>
                  </a:cubicBezTo>
                  <a:cubicBezTo>
                    <a:pt x="1256" y="1589"/>
                    <a:pt x="1215" y="1584"/>
                    <a:pt x="1190" y="1584"/>
                  </a:cubicBezTo>
                  <a:cubicBezTo>
                    <a:pt x="1148" y="1584"/>
                    <a:pt x="1150" y="1597"/>
                    <a:pt x="1231" y="1622"/>
                  </a:cubicBezTo>
                  <a:lnTo>
                    <a:pt x="1231" y="1638"/>
                  </a:lnTo>
                  <a:cubicBezTo>
                    <a:pt x="1231" y="1646"/>
                    <a:pt x="1231" y="1646"/>
                    <a:pt x="1288" y="1671"/>
                  </a:cubicBezTo>
                  <a:cubicBezTo>
                    <a:pt x="1326" y="1680"/>
                    <a:pt x="1320" y="1684"/>
                    <a:pt x="1295" y="1684"/>
                  </a:cubicBezTo>
                  <a:cubicBezTo>
                    <a:pt x="1277" y="1684"/>
                    <a:pt x="1250" y="1682"/>
                    <a:pt x="1223" y="1679"/>
                  </a:cubicBezTo>
                  <a:cubicBezTo>
                    <a:pt x="1158" y="1679"/>
                    <a:pt x="1085" y="1679"/>
                    <a:pt x="1158" y="1687"/>
                  </a:cubicBezTo>
                  <a:cubicBezTo>
                    <a:pt x="1223" y="1703"/>
                    <a:pt x="1280" y="1727"/>
                    <a:pt x="1345" y="1736"/>
                  </a:cubicBezTo>
                  <a:cubicBezTo>
                    <a:pt x="1383" y="1745"/>
                    <a:pt x="1376" y="1749"/>
                    <a:pt x="1351" y="1749"/>
                  </a:cubicBezTo>
                  <a:cubicBezTo>
                    <a:pt x="1334" y="1749"/>
                    <a:pt x="1307" y="1747"/>
                    <a:pt x="1280" y="1744"/>
                  </a:cubicBezTo>
                  <a:cubicBezTo>
                    <a:pt x="1260" y="1740"/>
                    <a:pt x="1237" y="1738"/>
                    <a:pt x="1215" y="1738"/>
                  </a:cubicBezTo>
                  <a:cubicBezTo>
                    <a:pt x="1193" y="1738"/>
                    <a:pt x="1170" y="1740"/>
                    <a:pt x="1150" y="1744"/>
                  </a:cubicBezTo>
                  <a:cubicBezTo>
                    <a:pt x="1150" y="1752"/>
                    <a:pt x="1142" y="1776"/>
                    <a:pt x="1215" y="1776"/>
                  </a:cubicBezTo>
                  <a:cubicBezTo>
                    <a:pt x="1272" y="1784"/>
                    <a:pt x="1272" y="1825"/>
                    <a:pt x="1207" y="1833"/>
                  </a:cubicBezTo>
                  <a:lnTo>
                    <a:pt x="1207" y="1857"/>
                  </a:lnTo>
                  <a:cubicBezTo>
                    <a:pt x="1207" y="1865"/>
                    <a:pt x="1272" y="1873"/>
                    <a:pt x="1272" y="1881"/>
                  </a:cubicBezTo>
                  <a:cubicBezTo>
                    <a:pt x="1272" y="1881"/>
                    <a:pt x="1272" y="1890"/>
                    <a:pt x="1337" y="1890"/>
                  </a:cubicBezTo>
                  <a:cubicBezTo>
                    <a:pt x="1337" y="1898"/>
                    <a:pt x="1337" y="1906"/>
                    <a:pt x="1272" y="1914"/>
                  </a:cubicBezTo>
                  <a:cubicBezTo>
                    <a:pt x="1324" y="1914"/>
                    <a:pt x="1355" y="1913"/>
                    <a:pt x="1365" y="1913"/>
                  </a:cubicBezTo>
                  <a:cubicBezTo>
                    <a:pt x="1381" y="1913"/>
                    <a:pt x="1350" y="1916"/>
                    <a:pt x="1272" y="1930"/>
                  </a:cubicBezTo>
                  <a:cubicBezTo>
                    <a:pt x="1142" y="1938"/>
                    <a:pt x="1142" y="1938"/>
                    <a:pt x="1272" y="1938"/>
                  </a:cubicBezTo>
                  <a:cubicBezTo>
                    <a:pt x="1337" y="1938"/>
                    <a:pt x="1337" y="1938"/>
                    <a:pt x="1272" y="1954"/>
                  </a:cubicBezTo>
                  <a:cubicBezTo>
                    <a:pt x="1207" y="1954"/>
                    <a:pt x="1207" y="1963"/>
                    <a:pt x="1272" y="1963"/>
                  </a:cubicBezTo>
                  <a:cubicBezTo>
                    <a:pt x="1296" y="1961"/>
                    <a:pt x="1317" y="1960"/>
                    <a:pt x="1336" y="1960"/>
                  </a:cubicBezTo>
                  <a:cubicBezTo>
                    <a:pt x="1419" y="1960"/>
                    <a:pt x="1443" y="1974"/>
                    <a:pt x="1337" y="1987"/>
                  </a:cubicBezTo>
                  <a:cubicBezTo>
                    <a:pt x="1337" y="1987"/>
                    <a:pt x="1337" y="1990"/>
                    <a:pt x="1356" y="1990"/>
                  </a:cubicBezTo>
                  <a:cubicBezTo>
                    <a:pt x="1366" y="1990"/>
                    <a:pt x="1380" y="1990"/>
                    <a:pt x="1402" y="1987"/>
                  </a:cubicBezTo>
                  <a:cubicBezTo>
                    <a:pt x="1452" y="1984"/>
                    <a:pt x="1481" y="1982"/>
                    <a:pt x="1490" y="1982"/>
                  </a:cubicBezTo>
                  <a:cubicBezTo>
                    <a:pt x="1502" y="1982"/>
                    <a:pt x="1473" y="1985"/>
                    <a:pt x="1402" y="1995"/>
                  </a:cubicBezTo>
                  <a:cubicBezTo>
                    <a:pt x="1315" y="2017"/>
                    <a:pt x="1290" y="2027"/>
                    <a:pt x="1319" y="2027"/>
                  </a:cubicBezTo>
                  <a:cubicBezTo>
                    <a:pt x="1333" y="2027"/>
                    <a:pt x="1361" y="2025"/>
                    <a:pt x="1402" y="2019"/>
                  </a:cubicBezTo>
                  <a:cubicBezTo>
                    <a:pt x="1402" y="2019"/>
                    <a:pt x="1412" y="2018"/>
                    <a:pt x="1421" y="2018"/>
                  </a:cubicBezTo>
                  <a:cubicBezTo>
                    <a:pt x="1434" y="2018"/>
                    <a:pt x="1444" y="2021"/>
                    <a:pt x="1410" y="2036"/>
                  </a:cubicBezTo>
                  <a:cubicBezTo>
                    <a:pt x="1360" y="2054"/>
                    <a:pt x="1319" y="2097"/>
                    <a:pt x="1359" y="2097"/>
                  </a:cubicBezTo>
                  <a:cubicBezTo>
                    <a:pt x="1371" y="2097"/>
                    <a:pt x="1390" y="2093"/>
                    <a:pt x="1418" y="2084"/>
                  </a:cubicBezTo>
                  <a:lnTo>
                    <a:pt x="1418" y="2100"/>
                  </a:lnTo>
                  <a:cubicBezTo>
                    <a:pt x="1380" y="2122"/>
                    <a:pt x="1367" y="2133"/>
                    <a:pt x="1382" y="2133"/>
                  </a:cubicBezTo>
                  <a:cubicBezTo>
                    <a:pt x="1390" y="2133"/>
                    <a:pt x="1404" y="2130"/>
                    <a:pt x="1426" y="2125"/>
                  </a:cubicBezTo>
                  <a:lnTo>
                    <a:pt x="1483" y="2117"/>
                  </a:lnTo>
                  <a:lnTo>
                    <a:pt x="1483" y="2117"/>
                  </a:lnTo>
                  <a:cubicBezTo>
                    <a:pt x="1442" y="2125"/>
                    <a:pt x="1402" y="2141"/>
                    <a:pt x="1369" y="2165"/>
                  </a:cubicBezTo>
                  <a:cubicBezTo>
                    <a:pt x="1369" y="2169"/>
                    <a:pt x="1369" y="2171"/>
                    <a:pt x="1373" y="2171"/>
                  </a:cubicBezTo>
                  <a:cubicBezTo>
                    <a:pt x="1379" y="2171"/>
                    <a:pt x="1393" y="2167"/>
                    <a:pt x="1426" y="2157"/>
                  </a:cubicBezTo>
                  <a:cubicBezTo>
                    <a:pt x="1467" y="2142"/>
                    <a:pt x="1482" y="2136"/>
                    <a:pt x="1488" y="2136"/>
                  </a:cubicBezTo>
                  <a:cubicBezTo>
                    <a:pt x="1491" y="2136"/>
                    <a:pt x="1491" y="2138"/>
                    <a:pt x="1491" y="2141"/>
                  </a:cubicBezTo>
                  <a:cubicBezTo>
                    <a:pt x="1450" y="2165"/>
                    <a:pt x="1418" y="2190"/>
                    <a:pt x="1369" y="2198"/>
                  </a:cubicBezTo>
                  <a:lnTo>
                    <a:pt x="1377" y="2206"/>
                  </a:lnTo>
                  <a:cubicBezTo>
                    <a:pt x="1438" y="2184"/>
                    <a:pt x="1469" y="2176"/>
                    <a:pt x="1474" y="2176"/>
                  </a:cubicBezTo>
                  <a:cubicBezTo>
                    <a:pt x="1478" y="2176"/>
                    <a:pt x="1464" y="2182"/>
                    <a:pt x="1434" y="2190"/>
                  </a:cubicBezTo>
                  <a:cubicBezTo>
                    <a:pt x="1377" y="2222"/>
                    <a:pt x="1385" y="2230"/>
                    <a:pt x="1385" y="2238"/>
                  </a:cubicBezTo>
                  <a:cubicBezTo>
                    <a:pt x="1401" y="2231"/>
                    <a:pt x="1408" y="2229"/>
                    <a:pt x="1410" y="2229"/>
                  </a:cubicBezTo>
                  <a:cubicBezTo>
                    <a:pt x="1414" y="2229"/>
                    <a:pt x="1394" y="2240"/>
                    <a:pt x="1387" y="2240"/>
                  </a:cubicBezTo>
                  <a:cubicBezTo>
                    <a:pt x="1386" y="2240"/>
                    <a:pt x="1385" y="2239"/>
                    <a:pt x="1385" y="2238"/>
                  </a:cubicBezTo>
                  <a:lnTo>
                    <a:pt x="1329" y="2263"/>
                  </a:lnTo>
                  <a:cubicBezTo>
                    <a:pt x="1309" y="2274"/>
                    <a:pt x="1303" y="2278"/>
                    <a:pt x="1306" y="2278"/>
                  </a:cubicBezTo>
                  <a:cubicBezTo>
                    <a:pt x="1311" y="2278"/>
                    <a:pt x="1348" y="2262"/>
                    <a:pt x="1385" y="2246"/>
                  </a:cubicBezTo>
                  <a:lnTo>
                    <a:pt x="1393" y="2263"/>
                  </a:lnTo>
                  <a:cubicBezTo>
                    <a:pt x="1393" y="2263"/>
                    <a:pt x="1394" y="2263"/>
                    <a:pt x="1397" y="2263"/>
                  </a:cubicBezTo>
                  <a:cubicBezTo>
                    <a:pt x="1403" y="2263"/>
                    <a:pt x="1418" y="2260"/>
                    <a:pt x="1450" y="2238"/>
                  </a:cubicBezTo>
                  <a:cubicBezTo>
                    <a:pt x="1491" y="2222"/>
                    <a:pt x="1531" y="2206"/>
                    <a:pt x="1572" y="2198"/>
                  </a:cubicBezTo>
                  <a:lnTo>
                    <a:pt x="1572" y="2198"/>
                  </a:lnTo>
                  <a:cubicBezTo>
                    <a:pt x="1531" y="2206"/>
                    <a:pt x="1491" y="2230"/>
                    <a:pt x="1458" y="2254"/>
                  </a:cubicBezTo>
                  <a:cubicBezTo>
                    <a:pt x="1458" y="2263"/>
                    <a:pt x="1402" y="2287"/>
                    <a:pt x="1402" y="2287"/>
                  </a:cubicBezTo>
                  <a:cubicBezTo>
                    <a:pt x="1329" y="2318"/>
                    <a:pt x="1329" y="2333"/>
                    <a:pt x="1356" y="2333"/>
                  </a:cubicBezTo>
                  <a:cubicBezTo>
                    <a:pt x="1371" y="2333"/>
                    <a:pt x="1394" y="2328"/>
                    <a:pt x="1418" y="2319"/>
                  </a:cubicBezTo>
                  <a:cubicBezTo>
                    <a:pt x="1468" y="2301"/>
                    <a:pt x="1497" y="2291"/>
                    <a:pt x="1505" y="2291"/>
                  </a:cubicBezTo>
                  <a:cubicBezTo>
                    <a:pt x="1515" y="2291"/>
                    <a:pt x="1489" y="2307"/>
                    <a:pt x="1426" y="2344"/>
                  </a:cubicBezTo>
                  <a:cubicBezTo>
                    <a:pt x="1390" y="2362"/>
                    <a:pt x="1378" y="2370"/>
                    <a:pt x="1383" y="2370"/>
                  </a:cubicBezTo>
                  <a:cubicBezTo>
                    <a:pt x="1393" y="2370"/>
                    <a:pt x="1485" y="2332"/>
                    <a:pt x="1596" y="2271"/>
                  </a:cubicBezTo>
                  <a:lnTo>
                    <a:pt x="1766" y="2181"/>
                  </a:lnTo>
                  <a:lnTo>
                    <a:pt x="1766" y="2181"/>
                  </a:lnTo>
                  <a:lnTo>
                    <a:pt x="1604" y="2279"/>
                  </a:lnTo>
                  <a:cubicBezTo>
                    <a:pt x="1463" y="2362"/>
                    <a:pt x="1413" y="2395"/>
                    <a:pt x="1426" y="2395"/>
                  </a:cubicBezTo>
                  <a:cubicBezTo>
                    <a:pt x="1432" y="2395"/>
                    <a:pt x="1458" y="2385"/>
                    <a:pt x="1499" y="2368"/>
                  </a:cubicBezTo>
                  <a:cubicBezTo>
                    <a:pt x="1529" y="2357"/>
                    <a:pt x="1545" y="2351"/>
                    <a:pt x="1548" y="2351"/>
                  </a:cubicBezTo>
                  <a:cubicBezTo>
                    <a:pt x="1551" y="2351"/>
                    <a:pt x="1537" y="2359"/>
                    <a:pt x="1507" y="2376"/>
                  </a:cubicBezTo>
                  <a:cubicBezTo>
                    <a:pt x="1458" y="2417"/>
                    <a:pt x="1458" y="2417"/>
                    <a:pt x="1475" y="2441"/>
                  </a:cubicBezTo>
                  <a:cubicBezTo>
                    <a:pt x="1478" y="2452"/>
                    <a:pt x="1482" y="2458"/>
                    <a:pt x="1490" y="2458"/>
                  </a:cubicBezTo>
                  <a:cubicBezTo>
                    <a:pt x="1499" y="2458"/>
                    <a:pt x="1513" y="2450"/>
                    <a:pt x="1539" y="2433"/>
                  </a:cubicBezTo>
                  <a:lnTo>
                    <a:pt x="1548" y="2441"/>
                  </a:lnTo>
                  <a:cubicBezTo>
                    <a:pt x="1505" y="2480"/>
                    <a:pt x="1492" y="2497"/>
                    <a:pt x="1499" y="2497"/>
                  </a:cubicBezTo>
                  <a:cubicBezTo>
                    <a:pt x="1507" y="2497"/>
                    <a:pt x="1549" y="2467"/>
                    <a:pt x="1604" y="2417"/>
                  </a:cubicBezTo>
                  <a:lnTo>
                    <a:pt x="1612" y="2433"/>
                  </a:lnTo>
                  <a:lnTo>
                    <a:pt x="1564" y="2465"/>
                  </a:lnTo>
                  <a:cubicBezTo>
                    <a:pt x="1515" y="2506"/>
                    <a:pt x="1523" y="2522"/>
                    <a:pt x="1556" y="2579"/>
                  </a:cubicBezTo>
                  <a:cubicBezTo>
                    <a:pt x="1577" y="2600"/>
                    <a:pt x="1591" y="2614"/>
                    <a:pt x="1607" y="2614"/>
                  </a:cubicBezTo>
                  <a:cubicBezTo>
                    <a:pt x="1627" y="2614"/>
                    <a:pt x="1652" y="2592"/>
                    <a:pt x="1702" y="2538"/>
                  </a:cubicBezTo>
                  <a:cubicBezTo>
                    <a:pt x="1744" y="2496"/>
                    <a:pt x="1768" y="2475"/>
                    <a:pt x="1772" y="2475"/>
                  </a:cubicBezTo>
                  <a:cubicBezTo>
                    <a:pt x="1776" y="2475"/>
                    <a:pt x="1756" y="2500"/>
                    <a:pt x="1710" y="2546"/>
                  </a:cubicBezTo>
                  <a:cubicBezTo>
                    <a:pt x="1680" y="2582"/>
                    <a:pt x="1650" y="2622"/>
                    <a:pt x="1656" y="2622"/>
                  </a:cubicBezTo>
                  <a:cubicBezTo>
                    <a:pt x="1657" y="2622"/>
                    <a:pt x="1664" y="2616"/>
                    <a:pt x="1677" y="2603"/>
                  </a:cubicBezTo>
                  <a:lnTo>
                    <a:pt x="1677" y="2603"/>
                  </a:lnTo>
                  <a:cubicBezTo>
                    <a:pt x="1677" y="2603"/>
                    <a:pt x="1685" y="2611"/>
                    <a:pt x="1645" y="2668"/>
                  </a:cubicBezTo>
                  <a:cubicBezTo>
                    <a:pt x="1615" y="2725"/>
                    <a:pt x="1609" y="2744"/>
                    <a:pt x="1616" y="2744"/>
                  </a:cubicBezTo>
                  <a:cubicBezTo>
                    <a:pt x="1623" y="2744"/>
                    <a:pt x="1647" y="2718"/>
                    <a:pt x="1669" y="2692"/>
                  </a:cubicBezTo>
                  <a:cubicBezTo>
                    <a:pt x="1699" y="2649"/>
                    <a:pt x="1711" y="2633"/>
                    <a:pt x="1713" y="2633"/>
                  </a:cubicBezTo>
                  <a:lnTo>
                    <a:pt x="1713" y="2633"/>
                  </a:lnTo>
                  <a:cubicBezTo>
                    <a:pt x="1716" y="2633"/>
                    <a:pt x="1696" y="2667"/>
                    <a:pt x="1677" y="2700"/>
                  </a:cubicBezTo>
                  <a:cubicBezTo>
                    <a:pt x="1653" y="2742"/>
                    <a:pt x="1625" y="2784"/>
                    <a:pt x="1628" y="2784"/>
                  </a:cubicBezTo>
                  <a:cubicBezTo>
                    <a:pt x="1629" y="2784"/>
                    <a:pt x="1634" y="2778"/>
                    <a:pt x="1645" y="2765"/>
                  </a:cubicBezTo>
                  <a:cubicBezTo>
                    <a:pt x="1668" y="2742"/>
                    <a:pt x="1698" y="2724"/>
                    <a:pt x="1713" y="2724"/>
                  </a:cubicBezTo>
                  <a:cubicBezTo>
                    <a:pt x="1730" y="2724"/>
                    <a:pt x="1731" y="2744"/>
                    <a:pt x="1693" y="2798"/>
                  </a:cubicBezTo>
                  <a:lnTo>
                    <a:pt x="1710" y="2806"/>
                  </a:lnTo>
                  <a:cubicBezTo>
                    <a:pt x="1733" y="2774"/>
                    <a:pt x="1745" y="2765"/>
                    <a:pt x="1755" y="2765"/>
                  </a:cubicBezTo>
                  <a:cubicBezTo>
                    <a:pt x="1762" y="2765"/>
                    <a:pt x="1768" y="2770"/>
                    <a:pt x="1775" y="2773"/>
                  </a:cubicBezTo>
                  <a:cubicBezTo>
                    <a:pt x="1783" y="2781"/>
                    <a:pt x="1791" y="2781"/>
                    <a:pt x="1758" y="2838"/>
                  </a:cubicBezTo>
                  <a:cubicBezTo>
                    <a:pt x="1737" y="2869"/>
                    <a:pt x="1729" y="2885"/>
                    <a:pt x="1734" y="2885"/>
                  </a:cubicBezTo>
                  <a:cubicBezTo>
                    <a:pt x="1738" y="2885"/>
                    <a:pt x="1752" y="2873"/>
                    <a:pt x="1775" y="2846"/>
                  </a:cubicBezTo>
                  <a:cubicBezTo>
                    <a:pt x="1775" y="2847"/>
                    <a:pt x="1775" y="2847"/>
                    <a:pt x="1776" y="2847"/>
                  </a:cubicBezTo>
                  <a:cubicBezTo>
                    <a:pt x="1788" y="2847"/>
                    <a:pt x="1856" y="2749"/>
                    <a:pt x="1856" y="2749"/>
                  </a:cubicBezTo>
                  <a:cubicBezTo>
                    <a:pt x="1872" y="2708"/>
                    <a:pt x="1896" y="2676"/>
                    <a:pt x="1929" y="2644"/>
                  </a:cubicBezTo>
                  <a:lnTo>
                    <a:pt x="1929" y="2644"/>
                  </a:lnTo>
                  <a:lnTo>
                    <a:pt x="1904" y="2700"/>
                  </a:lnTo>
                  <a:lnTo>
                    <a:pt x="1839" y="2814"/>
                  </a:lnTo>
                  <a:cubicBezTo>
                    <a:pt x="1842" y="2817"/>
                    <a:pt x="1845" y="2819"/>
                    <a:pt x="1848" y="2819"/>
                  </a:cubicBezTo>
                  <a:cubicBezTo>
                    <a:pt x="1855" y="2819"/>
                    <a:pt x="1864" y="2808"/>
                    <a:pt x="1880" y="2765"/>
                  </a:cubicBezTo>
                  <a:lnTo>
                    <a:pt x="1880" y="2765"/>
                  </a:lnTo>
                  <a:cubicBezTo>
                    <a:pt x="1864" y="2830"/>
                    <a:pt x="1872" y="2838"/>
                    <a:pt x="1880" y="2838"/>
                  </a:cubicBezTo>
                  <a:cubicBezTo>
                    <a:pt x="1886" y="2841"/>
                    <a:pt x="1891" y="2844"/>
                    <a:pt x="1898" y="2844"/>
                  </a:cubicBezTo>
                  <a:cubicBezTo>
                    <a:pt x="1910" y="2844"/>
                    <a:pt x="1924" y="2834"/>
                    <a:pt x="1945" y="2798"/>
                  </a:cubicBezTo>
                  <a:lnTo>
                    <a:pt x="1945" y="2798"/>
                  </a:lnTo>
                  <a:cubicBezTo>
                    <a:pt x="1923" y="2864"/>
                    <a:pt x="1927" y="2899"/>
                    <a:pt x="1943" y="2899"/>
                  </a:cubicBezTo>
                  <a:cubicBezTo>
                    <a:pt x="1957" y="2899"/>
                    <a:pt x="1979" y="2874"/>
                    <a:pt x="2002" y="2822"/>
                  </a:cubicBezTo>
                  <a:cubicBezTo>
                    <a:pt x="2013" y="2791"/>
                    <a:pt x="2021" y="2776"/>
                    <a:pt x="2025" y="2776"/>
                  </a:cubicBezTo>
                  <a:cubicBezTo>
                    <a:pt x="2028" y="2776"/>
                    <a:pt x="2026" y="2793"/>
                    <a:pt x="2018" y="2822"/>
                  </a:cubicBezTo>
                  <a:cubicBezTo>
                    <a:pt x="2014" y="2855"/>
                    <a:pt x="2012" y="2872"/>
                    <a:pt x="2014" y="2872"/>
                  </a:cubicBezTo>
                  <a:cubicBezTo>
                    <a:pt x="2016" y="2872"/>
                    <a:pt x="2022" y="2858"/>
                    <a:pt x="2034" y="2830"/>
                  </a:cubicBezTo>
                  <a:cubicBezTo>
                    <a:pt x="2041" y="2815"/>
                    <a:pt x="2045" y="2808"/>
                    <a:pt x="2047" y="2808"/>
                  </a:cubicBezTo>
                  <a:cubicBezTo>
                    <a:pt x="2053" y="2808"/>
                    <a:pt x="2046" y="2856"/>
                    <a:pt x="2034" y="2903"/>
                  </a:cubicBezTo>
                  <a:cubicBezTo>
                    <a:pt x="2019" y="2982"/>
                    <a:pt x="2016" y="3016"/>
                    <a:pt x="2022" y="3016"/>
                  </a:cubicBezTo>
                  <a:cubicBezTo>
                    <a:pt x="2025" y="3016"/>
                    <a:pt x="2033" y="3002"/>
                    <a:pt x="2042" y="2976"/>
                  </a:cubicBezTo>
                  <a:cubicBezTo>
                    <a:pt x="2075" y="2919"/>
                    <a:pt x="2091" y="2919"/>
                    <a:pt x="2099" y="2919"/>
                  </a:cubicBezTo>
                  <a:cubicBezTo>
                    <a:pt x="2123" y="2887"/>
                    <a:pt x="2139" y="2846"/>
                    <a:pt x="2139" y="2798"/>
                  </a:cubicBezTo>
                  <a:cubicBezTo>
                    <a:pt x="2156" y="2741"/>
                    <a:pt x="2172" y="2676"/>
                    <a:pt x="2172" y="2676"/>
                  </a:cubicBezTo>
                  <a:cubicBezTo>
                    <a:pt x="2180" y="2657"/>
                    <a:pt x="2184" y="2651"/>
                    <a:pt x="2187" y="2651"/>
                  </a:cubicBezTo>
                  <a:cubicBezTo>
                    <a:pt x="2191" y="2651"/>
                    <a:pt x="2185" y="2676"/>
                    <a:pt x="2180" y="2676"/>
                  </a:cubicBezTo>
                  <a:cubicBezTo>
                    <a:pt x="2164" y="2717"/>
                    <a:pt x="2156" y="2757"/>
                    <a:pt x="2156" y="2806"/>
                  </a:cubicBezTo>
                  <a:cubicBezTo>
                    <a:pt x="2156" y="2863"/>
                    <a:pt x="2172" y="2871"/>
                    <a:pt x="2180" y="2871"/>
                  </a:cubicBezTo>
                  <a:lnTo>
                    <a:pt x="2204" y="2879"/>
                  </a:lnTo>
                  <a:cubicBezTo>
                    <a:pt x="2212" y="2911"/>
                    <a:pt x="2218" y="2927"/>
                    <a:pt x="2223" y="2927"/>
                  </a:cubicBezTo>
                  <a:cubicBezTo>
                    <a:pt x="2229" y="2927"/>
                    <a:pt x="2233" y="2911"/>
                    <a:pt x="2237" y="2879"/>
                  </a:cubicBezTo>
                  <a:cubicBezTo>
                    <a:pt x="2242" y="2843"/>
                    <a:pt x="2244" y="2839"/>
                    <a:pt x="2244" y="2834"/>
                  </a:cubicBezTo>
                  <a:lnTo>
                    <a:pt x="2244" y="2834"/>
                  </a:lnTo>
                  <a:cubicBezTo>
                    <a:pt x="2246" y="2890"/>
                    <a:pt x="2269" y="2920"/>
                    <a:pt x="2292" y="2920"/>
                  </a:cubicBezTo>
                  <a:cubicBezTo>
                    <a:pt x="2315" y="2920"/>
                    <a:pt x="2338" y="2891"/>
                    <a:pt x="2342" y="2830"/>
                  </a:cubicBezTo>
                  <a:lnTo>
                    <a:pt x="2342" y="2895"/>
                  </a:lnTo>
                  <a:cubicBezTo>
                    <a:pt x="2342" y="2960"/>
                    <a:pt x="2350" y="2960"/>
                    <a:pt x="2366" y="2960"/>
                  </a:cubicBezTo>
                  <a:cubicBezTo>
                    <a:pt x="2374" y="2960"/>
                    <a:pt x="2407" y="2895"/>
                    <a:pt x="2431" y="2895"/>
                  </a:cubicBezTo>
                  <a:cubicBezTo>
                    <a:pt x="2456" y="2895"/>
                    <a:pt x="2488" y="2895"/>
                    <a:pt x="2472" y="2830"/>
                  </a:cubicBezTo>
                  <a:cubicBezTo>
                    <a:pt x="2480" y="2830"/>
                    <a:pt x="2480" y="2830"/>
                    <a:pt x="2488" y="2895"/>
                  </a:cubicBezTo>
                  <a:cubicBezTo>
                    <a:pt x="2496" y="2952"/>
                    <a:pt x="2504" y="2952"/>
                    <a:pt x="2512" y="2952"/>
                  </a:cubicBezTo>
                  <a:cubicBezTo>
                    <a:pt x="2512" y="2911"/>
                    <a:pt x="2512" y="2871"/>
                    <a:pt x="2496" y="2830"/>
                  </a:cubicBezTo>
                  <a:cubicBezTo>
                    <a:pt x="2492" y="2798"/>
                    <a:pt x="2492" y="2781"/>
                    <a:pt x="2496" y="2781"/>
                  </a:cubicBezTo>
                  <a:cubicBezTo>
                    <a:pt x="2500" y="2781"/>
                    <a:pt x="2508" y="2798"/>
                    <a:pt x="2520" y="2830"/>
                  </a:cubicBezTo>
                  <a:cubicBezTo>
                    <a:pt x="2532" y="2858"/>
                    <a:pt x="2548" y="2872"/>
                    <a:pt x="2561" y="2872"/>
                  </a:cubicBezTo>
                  <a:cubicBezTo>
                    <a:pt x="2574" y="2872"/>
                    <a:pt x="2585" y="2855"/>
                    <a:pt x="2585" y="2822"/>
                  </a:cubicBezTo>
                  <a:cubicBezTo>
                    <a:pt x="2585" y="2822"/>
                    <a:pt x="2593" y="2822"/>
                    <a:pt x="2610" y="2879"/>
                  </a:cubicBezTo>
                  <a:cubicBezTo>
                    <a:pt x="2623" y="2915"/>
                    <a:pt x="2642" y="2949"/>
                    <a:pt x="2651" y="2949"/>
                  </a:cubicBezTo>
                  <a:cubicBezTo>
                    <a:pt x="2659" y="2949"/>
                    <a:pt x="2661" y="2928"/>
                    <a:pt x="2650" y="2871"/>
                  </a:cubicBezTo>
                  <a:cubicBezTo>
                    <a:pt x="2658" y="2871"/>
                    <a:pt x="2658" y="2871"/>
                    <a:pt x="2674" y="2927"/>
                  </a:cubicBezTo>
                  <a:cubicBezTo>
                    <a:pt x="2693" y="2965"/>
                    <a:pt x="2709" y="3002"/>
                    <a:pt x="2712" y="3002"/>
                  </a:cubicBezTo>
                  <a:cubicBezTo>
                    <a:pt x="2713" y="3002"/>
                    <a:pt x="2708" y="2982"/>
                    <a:pt x="2691" y="2927"/>
                  </a:cubicBezTo>
                  <a:cubicBezTo>
                    <a:pt x="2691" y="2892"/>
                    <a:pt x="2698" y="2873"/>
                    <a:pt x="2711" y="2873"/>
                  </a:cubicBezTo>
                  <a:cubicBezTo>
                    <a:pt x="2722" y="2873"/>
                    <a:pt x="2737" y="2886"/>
                    <a:pt x="2756" y="2911"/>
                  </a:cubicBezTo>
                  <a:cubicBezTo>
                    <a:pt x="2764" y="2911"/>
                    <a:pt x="2772" y="2903"/>
                    <a:pt x="2747" y="2846"/>
                  </a:cubicBezTo>
                  <a:lnTo>
                    <a:pt x="2723" y="2790"/>
                  </a:lnTo>
                  <a:lnTo>
                    <a:pt x="2723" y="2790"/>
                  </a:lnTo>
                  <a:cubicBezTo>
                    <a:pt x="2751" y="2845"/>
                    <a:pt x="2765" y="2874"/>
                    <a:pt x="2768" y="2874"/>
                  </a:cubicBezTo>
                  <a:cubicBezTo>
                    <a:pt x="2770" y="2874"/>
                    <a:pt x="2760" y="2843"/>
                    <a:pt x="2739" y="2781"/>
                  </a:cubicBezTo>
                  <a:cubicBezTo>
                    <a:pt x="2727" y="2753"/>
                    <a:pt x="2721" y="2739"/>
                    <a:pt x="2722" y="2739"/>
                  </a:cubicBezTo>
                  <a:lnTo>
                    <a:pt x="2722" y="2739"/>
                  </a:lnTo>
                  <a:cubicBezTo>
                    <a:pt x="2723" y="2739"/>
                    <a:pt x="2731" y="2753"/>
                    <a:pt x="2747" y="2781"/>
                  </a:cubicBezTo>
                  <a:cubicBezTo>
                    <a:pt x="2780" y="2838"/>
                    <a:pt x="2788" y="2838"/>
                    <a:pt x="2788" y="2838"/>
                  </a:cubicBezTo>
                  <a:cubicBezTo>
                    <a:pt x="2796" y="2838"/>
                    <a:pt x="2804" y="2765"/>
                    <a:pt x="2837" y="2741"/>
                  </a:cubicBezTo>
                  <a:cubicBezTo>
                    <a:pt x="2893" y="2717"/>
                    <a:pt x="2910" y="2708"/>
                    <a:pt x="2877" y="2652"/>
                  </a:cubicBezTo>
                  <a:cubicBezTo>
                    <a:pt x="2860" y="2622"/>
                    <a:pt x="2852" y="2608"/>
                    <a:pt x="2854" y="2608"/>
                  </a:cubicBezTo>
                  <a:lnTo>
                    <a:pt x="2854" y="2608"/>
                  </a:lnTo>
                  <a:cubicBezTo>
                    <a:pt x="2856" y="2608"/>
                    <a:pt x="2866" y="2620"/>
                    <a:pt x="2885" y="2644"/>
                  </a:cubicBezTo>
                  <a:cubicBezTo>
                    <a:pt x="2934" y="2692"/>
                    <a:pt x="2942" y="2692"/>
                    <a:pt x="2950" y="2692"/>
                  </a:cubicBezTo>
                  <a:cubicBezTo>
                    <a:pt x="2950" y="2690"/>
                    <a:pt x="2951" y="2688"/>
                    <a:pt x="2953" y="2688"/>
                  </a:cubicBezTo>
                  <a:cubicBezTo>
                    <a:pt x="2958" y="2688"/>
                    <a:pt x="2970" y="2698"/>
                    <a:pt x="2999" y="2733"/>
                  </a:cubicBezTo>
                  <a:cubicBezTo>
                    <a:pt x="2966" y="2676"/>
                    <a:pt x="2966" y="2676"/>
                    <a:pt x="2974" y="2676"/>
                  </a:cubicBezTo>
                  <a:cubicBezTo>
                    <a:pt x="2992" y="2698"/>
                    <a:pt x="3002" y="2708"/>
                    <a:pt x="3005" y="2708"/>
                  </a:cubicBezTo>
                  <a:cubicBezTo>
                    <a:pt x="3009" y="2708"/>
                    <a:pt x="3001" y="2691"/>
                    <a:pt x="2983" y="2660"/>
                  </a:cubicBezTo>
                  <a:cubicBezTo>
                    <a:pt x="2946" y="2607"/>
                    <a:pt x="2928" y="2581"/>
                    <a:pt x="2929" y="2581"/>
                  </a:cubicBezTo>
                  <a:lnTo>
                    <a:pt x="2929" y="2581"/>
                  </a:lnTo>
                  <a:cubicBezTo>
                    <a:pt x="2930" y="2581"/>
                    <a:pt x="2950" y="2607"/>
                    <a:pt x="2991" y="2660"/>
                  </a:cubicBezTo>
                  <a:cubicBezTo>
                    <a:pt x="3018" y="2693"/>
                    <a:pt x="3054" y="2719"/>
                    <a:pt x="3060" y="2719"/>
                  </a:cubicBezTo>
                  <a:cubicBezTo>
                    <a:pt x="3063" y="2719"/>
                    <a:pt x="3060" y="2713"/>
                    <a:pt x="3047" y="2700"/>
                  </a:cubicBezTo>
                  <a:cubicBezTo>
                    <a:pt x="3007" y="2644"/>
                    <a:pt x="3015" y="2635"/>
                    <a:pt x="2983" y="2587"/>
                  </a:cubicBezTo>
                  <a:cubicBezTo>
                    <a:pt x="2983" y="2584"/>
                    <a:pt x="2984" y="2581"/>
                    <a:pt x="2987" y="2581"/>
                  </a:cubicBezTo>
                  <a:cubicBezTo>
                    <a:pt x="2993" y="2581"/>
                    <a:pt x="3006" y="2589"/>
                    <a:pt x="3031" y="2619"/>
                  </a:cubicBezTo>
                  <a:cubicBezTo>
                    <a:pt x="3042" y="2630"/>
                    <a:pt x="3051" y="2635"/>
                    <a:pt x="3056" y="2635"/>
                  </a:cubicBezTo>
                  <a:cubicBezTo>
                    <a:pt x="3074" y="2635"/>
                    <a:pt x="3062" y="2582"/>
                    <a:pt x="3031" y="2538"/>
                  </a:cubicBezTo>
                  <a:cubicBezTo>
                    <a:pt x="3006" y="2517"/>
                    <a:pt x="2996" y="2505"/>
                    <a:pt x="2999" y="2505"/>
                  </a:cubicBezTo>
                  <a:cubicBezTo>
                    <a:pt x="3002" y="2505"/>
                    <a:pt x="3016" y="2515"/>
                    <a:pt x="3039" y="2538"/>
                  </a:cubicBezTo>
                  <a:cubicBezTo>
                    <a:pt x="3067" y="2566"/>
                    <a:pt x="3080" y="2575"/>
                    <a:pt x="3088" y="2575"/>
                  </a:cubicBezTo>
                  <a:cubicBezTo>
                    <a:pt x="3091" y="2575"/>
                    <a:pt x="3094" y="2573"/>
                    <a:pt x="3096" y="2571"/>
                  </a:cubicBezTo>
                  <a:cubicBezTo>
                    <a:pt x="3084" y="2556"/>
                    <a:pt x="3079" y="2550"/>
                    <a:pt x="3080" y="2550"/>
                  </a:cubicBezTo>
                  <a:lnTo>
                    <a:pt x="3080" y="2550"/>
                  </a:lnTo>
                  <a:cubicBezTo>
                    <a:pt x="3080" y="2550"/>
                    <a:pt x="3111" y="2583"/>
                    <a:pt x="3145" y="2611"/>
                  </a:cubicBezTo>
                  <a:cubicBezTo>
                    <a:pt x="3170" y="2642"/>
                    <a:pt x="3183" y="2653"/>
                    <a:pt x="3193" y="2653"/>
                  </a:cubicBezTo>
                  <a:cubicBezTo>
                    <a:pt x="3199" y="2653"/>
                    <a:pt x="3204" y="2650"/>
                    <a:pt x="3210" y="2644"/>
                  </a:cubicBezTo>
                  <a:cubicBezTo>
                    <a:pt x="3169" y="2595"/>
                    <a:pt x="3185" y="2571"/>
                    <a:pt x="3201" y="2546"/>
                  </a:cubicBezTo>
                  <a:cubicBezTo>
                    <a:pt x="3226" y="2514"/>
                    <a:pt x="3185" y="2473"/>
                    <a:pt x="3088" y="2384"/>
                  </a:cubicBezTo>
                  <a:lnTo>
                    <a:pt x="2991" y="2303"/>
                  </a:lnTo>
                  <a:lnTo>
                    <a:pt x="3088" y="2376"/>
                  </a:lnTo>
                  <a:lnTo>
                    <a:pt x="3250" y="2481"/>
                  </a:lnTo>
                  <a:cubicBezTo>
                    <a:pt x="3258" y="2473"/>
                    <a:pt x="3210" y="2441"/>
                    <a:pt x="3153" y="2400"/>
                  </a:cubicBezTo>
                  <a:cubicBezTo>
                    <a:pt x="3123" y="2381"/>
                    <a:pt x="3112" y="2370"/>
                    <a:pt x="3122" y="2370"/>
                  </a:cubicBezTo>
                  <a:cubicBezTo>
                    <a:pt x="3128" y="2370"/>
                    <a:pt x="3143" y="2375"/>
                    <a:pt x="3169" y="2384"/>
                  </a:cubicBezTo>
                  <a:cubicBezTo>
                    <a:pt x="3190" y="2393"/>
                    <a:pt x="3205" y="2398"/>
                    <a:pt x="3212" y="2398"/>
                  </a:cubicBezTo>
                  <a:cubicBezTo>
                    <a:pt x="3224" y="2398"/>
                    <a:pt x="3216" y="2385"/>
                    <a:pt x="3185" y="2360"/>
                  </a:cubicBezTo>
                  <a:cubicBezTo>
                    <a:pt x="3189" y="2360"/>
                    <a:pt x="3190" y="2359"/>
                    <a:pt x="3195" y="2359"/>
                  </a:cubicBezTo>
                  <a:cubicBezTo>
                    <a:pt x="3202" y="2359"/>
                    <a:pt x="3216" y="2361"/>
                    <a:pt x="3250" y="2376"/>
                  </a:cubicBezTo>
                  <a:cubicBezTo>
                    <a:pt x="3258" y="2368"/>
                    <a:pt x="3258" y="2368"/>
                    <a:pt x="3201" y="2336"/>
                  </a:cubicBezTo>
                  <a:cubicBezTo>
                    <a:pt x="3171" y="2318"/>
                    <a:pt x="3157" y="2310"/>
                    <a:pt x="3160" y="2310"/>
                  </a:cubicBezTo>
                  <a:cubicBezTo>
                    <a:pt x="3163" y="2310"/>
                    <a:pt x="3179" y="2316"/>
                    <a:pt x="3210" y="2327"/>
                  </a:cubicBezTo>
                  <a:cubicBezTo>
                    <a:pt x="3258" y="2348"/>
                    <a:pt x="3287" y="2355"/>
                    <a:pt x="3300" y="2355"/>
                  </a:cubicBezTo>
                  <a:cubicBezTo>
                    <a:pt x="3318" y="2355"/>
                    <a:pt x="3307" y="2341"/>
                    <a:pt x="3274" y="2327"/>
                  </a:cubicBezTo>
                  <a:cubicBezTo>
                    <a:pt x="3218" y="2295"/>
                    <a:pt x="3226" y="2295"/>
                    <a:pt x="3226" y="2287"/>
                  </a:cubicBezTo>
                  <a:cubicBezTo>
                    <a:pt x="3234" y="2279"/>
                    <a:pt x="3234" y="2271"/>
                    <a:pt x="3177" y="2238"/>
                  </a:cubicBezTo>
                  <a:lnTo>
                    <a:pt x="3185" y="2222"/>
                  </a:lnTo>
                  <a:cubicBezTo>
                    <a:pt x="3193" y="2222"/>
                    <a:pt x="3242" y="2254"/>
                    <a:pt x="3242" y="2254"/>
                  </a:cubicBezTo>
                  <a:lnTo>
                    <a:pt x="3307" y="2279"/>
                  </a:lnTo>
                  <a:cubicBezTo>
                    <a:pt x="3315" y="2263"/>
                    <a:pt x="3315" y="2254"/>
                    <a:pt x="3258" y="2222"/>
                  </a:cubicBezTo>
                  <a:cubicBezTo>
                    <a:pt x="3199" y="2197"/>
                    <a:pt x="3171" y="2184"/>
                    <a:pt x="3174" y="2184"/>
                  </a:cubicBezTo>
                  <a:cubicBezTo>
                    <a:pt x="3178" y="2184"/>
                    <a:pt x="3208" y="2195"/>
                    <a:pt x="3266" y="2214"/>
                  </a:cubicBezTo>
                  <a:cubicBezTo>
                    <a:pt x="3303" y="2230"/>
                    <a:pt x="3344" y="2242"/>
                    <a:pt x="3352" y="2242"/>
                  </a:cubicBezTo>
                  <a:cubicBezTo>
                    <a:pt x="3356" y="2242"/>
                    <a:pt x="3351" y="2239"/>
                    <a:pt x="3331" y="2230"/>
                  </a:cubicBezTo>
                  <a:cubicBezTo>
                    <a:pt x="3274" y="2202"/>
                    <a:pt x="3260" y="2192"/>
                    <a:pt x="3268" y="2192"/>
                  </a:cubicBezTo>
                  <a:cubicBezTo>
                    <a:pt x="3276" y="2192"/>
                    <a:pt x="3307" y="2202"/>
                    <a:pt x="3339" y="2214"/>
                  </a:cubicBezTo>
                  <a:cubicBezTo>
                    <a:pt x="3390" y="2236"/>
                    <a:pt x="3418" y="2248"/>
                    <a:pt x="3424" y="2248"/>
                  </a:cubicBezTo>
                  <a:cubicBezTo>
                    <a:pt x="3432" y="2248"/>
                    <a:pt x="3405" y="2230"/>
                    <a:pt x="3347" y="2190"/>
                  </a:cubicBezTo>
                  <a:cubicBezTo>
                    <a:pt x="3347" y="2173"/>
                    <a:pt x="3299" y="2125"/>
                    <a:pt x="3307" y="2100"/>
                  </a:cubicBezTo>
                  <a:cubicBezTo>
                    <a:pt x="3314" y="2080"/>
                    <a:pt x="3315" y="2066"/>
                    <a:pt x="3351" y="2066"/>
                  </a:cubicBezTo>
                  <a:cubicBezTo>
                    <a:pt x="3359" y="2066"/>
                    <a:pt x="3368" y="2067"/>
                    <a:pt x="3380" y="2068"/>
                  </a:cubicBezTo>
                  <a:cubicBezTo>
                    <a:pt x="3445" y="2080"/>
                    <a:pt x="3479" y="2084"/>
                    <a:pt x="3488" y="2084"/>
                  </a:cubicBezTo>
                  <a:cubicBezTo>
                    <a:pt x="3497" y="2084"/>
                    <a:pt x="3481" y="2080"/>
                    <a:pt x="3445" y="2076"/>
                  </a:cubicBezTo>
                  <a:cubicBezTo>
                    <a:pt x="3323" y="2052"/>
                    <a:pt x="3323" y="2044"/>
                    <a:pt x="3331" y="2027"/>
                  </a:cubicBezTo>
                  <a:cubicBezTo>
                    <a:pt x="3404" y="2011"/>
                    <a:pt x="3339" y="1987"/>
                    <a:pt x="3274" y="1971"/>
                  </a:cubicBezTo>
                  <a:lnTo>
                    <a:pt x="3274" y="1987"/>
                  </a:lnTo>
                  <a:cubicBezTo>
                    <a:pt x="3145" y="1963"/>
                    <a:pt x="3153" y="1963"/>
                    <a:pt x="3218" y="1954"/>
                  </a:cubicBezTo>
                  <a:cubicBezTo>
                    <a:pt x="3258" y="1954"/>
                    <a:pt x="3299" y="1954"/>
                    <a:pt x="3339" y="1963"/>
                  </a:cubicBezTo>
                  <a:cubicBezTo>
                    <a:pt x="3360" y="1967"/>
                    <a:pt x="3382" y="1969"/>
                    <a:pt x="3404" y="1969"/>
                  </a:cubicBezTo>
                  <a:cubicBezTo>
                    <a:pt x="3426" y="1969"/>
                    <a:pt x="3449" y="1967"/>
                    <a:pt x="3469" y="1963"/>
                  </a:cubicBezTo>
                  <a:cubicBezTo>
                    <a:pt x="3469" y="1954"/>
                    <a:pt x="3469" y="1946"/>
                    <a:pt x="3404" y="1946"/>
                  </a:cubicBezTo>
                  <a:cubicBezTo>
                    <a:pt x="3347" y="1938"/>
                    <a:pt x="3347" y="1938"/>
                    <a:pt x="3347" y="1930"/>
                  </a:cubicBezTo>
                  <a:cubicBezTo>
                    <a:pt x="3347" y="1930"/>
                    <a:pt x="3347" y="1922"/>
                    <a:pt x="3283" y="1906"/>
                  </a:cubicBezTo>
                  <a:cubicBezTo>
                    <a:pt x="3226" y="1906"/>
                    <a:pt x="3226" y="1898"/>
                    <a:pt x="3226" y="1890"/>
                  </a:cubicBezTo>
                  <a:cubicBezTo>
                    <a:pt x="3291" y="1890"/>
                    <a:pt x="3291" y="1873"/>
                    <a:pt x="3291" y="1873"/>
                  </a:cubicBezTo>
                  <a:lnTo>
                    <a:pt x="3356" y="1873"/>
                  </a:lnTo>
                  <a:cubicBezTo>
                    <a:pt x="3396" y="1873"/>
                    <a:pt x="3445" y="1873"/>
                    <a:pt x="3485" y="1865"/>
                  </a:cubicBezTo>
                  <a:cubicBezTo>
                    <a:pt x="3485" y="1857"/>
                    <a:pt x="3420" y="1857"/>
                    <a:pt x="3420" y="1857"/>
                  </a:cubicBezTo>
                  <a:cubicBezTo>
                    <a:pt x="3364" y="1857"/>
                    <a:pt x="3364" y="1671"/>
                    <a:pt x="3364" y="1646"/>
                  </a:cubicBezTo>
                  <a:cubicBezTo>
                    <a:pt x="3406" y="1628"/>
                    <a:pt x="3417" y="1605"/>
                    <a:pt x="3392" y="1605"/>
                  </a:cubicBezTo>
                  <a:cubicBezTo>
                    <a:pt x="3384" y="1605"/>
                    <a:pt x="3372" y="1608"/>
                    <a:pt x="3356" y="1614"/>
                  </a:cubicBezTo>
                  <a:cubicBezTo>
                    <a:pt x="3345" y="1617"/>
                    <a:pt x="3337" y="1618"/>
                    <a:pt x="3330" y="1618"/>
                  </a:cubicBezTo>
                  <a:cubicBezTo>
                    <a:pt x="3296" y="1618"/>
                    <a:pt x="3289" y="1589"/>
                    <a:pt x="3283" y="1549"/>
                  </a:cubicBezTo>
                  <a:cubicBezTo>
                    <a:pt x="3276" y="1510"/>
                    <a:pt x="3270" y="1477"/>
                    <a:pt x="3239" y="1477"/>
                  </a:cubicBezTo>
                  <a:cubicBezTo>
                    <a:pt x="3231" y="1477"/>
                    <a:pt x="3221" y="1479"/>
                    <a:pt x="3210" y="1484"/>
                  </a:cubicBezTo>
                  <a:cubicBezTo>
                    <a:pt x="3210" y="1484"/>
                    <a:pt x="3201" y="1476"/>
                    <a:pt x="3201" y="1468"/>
                  </a:cubicBezTo>
                  <a:cubicBezTo>
                    <a:pt x="3198" y="1462"/>
                    <a:pt x="3189" y="1460"/>
                    <a:pt x="3177" y="1460"/>
                  </a:cubicBezTo>
                  <a:cubicBezTo>
                    <a:pt x="3165" y="1460"/>
                    <a:pt x="3151" y="1462"/>
                    <a:pt x="3140" y="1462"/>
                  </a:cubicBezTo>
                  <a:cubicBezTo>
                    <a:pt x="3135" y="1462"/>
                    <a:pt x="3130" y="1462"/>
                    <a:pt x="3129" y="1460"/>
                  </a:cubicBezTo>
                  <a:cubicBezTo>
                    <a:pt x="3169" y="1444"/>
                    <a:pt x="3210" y="1419"/>
                    <a:pt x="3242" y="1395"/>
                  </a:cubicBezTo>
                  <a:cubicBezTo>
                    <a:pt x="3241" y="1392"/>
                    <a:pt x="3237" y="1391"/>
                    <a:pt x="3233" y="1391"/>
                  </a:cubicBezTo>
                  <a:cubicBezTo>
                    <a:pt x="3213" y="1391"/>
                    <a:pt x="3167" y="1416"/>
                    <a:pt x="3120" y="1436"/>
                  </a:cubicBezTo>
                  <a:cubicBezTo>
                    <a:pt x="3083" y="1457"/>
                    <a:pt x="3070" y="1461"/>
                    <a:pt x="3066" y="1461"/>
                  </a:cubicBezTo>
                  <a:cubicBezTo>
                    <a:pt x="3064" y="1461"/>
                    <a:pt x="3064" y="1460"/>
                    <a:pt x="3064" y="1460"/>
                  </a:cubicBezTo>
                  <a:cubicBezTo>
                    <a:pt x="3064" y="1460"/>
                    <a:pt x="3064" y="1460"/>
                    <a:pt x="3120" y="1427"/>
                  </a:cubicBezTo>
                  <a:lnTo>
                    <a:pt x="3234" y="1363"/>
                  </a:lnTo>
                  <a:lnTo>
                    <a:pt x="3234" y="1354"/>
                  </a:lnTo>
                  <a:cubicBezTo>
                    <a:pt x="3191" y="1376"/>
                    <a:pt x="3176" y="1380"/>
                    <a:pt x="3171" y="1380"/>
                  </a:cubicBezTo>
                  <a:cubicBezTo>
                    <a:pt x="3169" y="1380"/>
                    <a:pt x="3169" y="1379"/>
                    <a:pt x="3169" y="1379"/>
                  </a:cubicBezTo>
                  <a:cubicBezTo>
                    <a:pt x="3169" y="1371"/>
                    <a:pt x="3169" y="1371"/>
                    <a:pt x="3283" y="1306"/>
                  </a:cubicBezTo>
                  <a:cubicBezTo>
                    <a:pt x="3343" y="1271"/>
                    <a:pt x="3371" y="1253"/>
                    <a:pt x="3366" y="1253"/>
                  </a:cubicBezTo>
                  <a:cubicBezTo>
                    <a:pt x="3362" y="1253"/>
                    <a:pt x="3331" y="1267"/>
                    <a:pt x="3274" y="1298"/>
                  </a:cubicBezTo>
                  <a:lnTo>
                    <a:pt x="3218" y="1314"/>
                  </a:lnTo>
                  <a:cubicBezTo>
                    <a:pt x="3258" y="1283"/>
                    <a:pt x="3266" y="1272"/>
                    <a:pt x="3258" y="1272"/>
                  </a:cubicBezTo>
                  <a:cubicBezTo>
                    <a:pt x="3244" y="1272"/>
                    <a:pt x="3185" y="1302"/>
                    <a:pt x="3145" y="1322"/>
                  </a:cubicBezTo>
                  <a:cubicBezTo>
                    <a:pt x="3208" y="1277"/>
                    <a:pt x="3233" y="1254"/>
                    <a:pt x="3224" y="1254"/>
                  </a:cubicBezTo>
                  <a:cubicBezTo>
                    <a:pt x="3217" y="1254"/>
                    <a:pt x="3187" y="1269"/>
                    <a:pt x="3137" y="1298"/>
                  </a:cubicBezTo>
                  <a:cubicBezTo>
                    <a:pt x="3115" y="1316"/>
                    <a:pt x="3101" y="1324"/>
                    <a:pt x="3098" y="1324"/>
                  </a:cubicBezTo>
                  <a:cubicBezTo>
                    <a:pt x="3094" y="1324"/>
                    <a:pt x="3105" y="1312"/>
                    <a:pt x="3137" y="1290"/>
                  </a:cubicBezTo>
                  <a:cubicBezTo>
                    <a:pt x="3185" y="1241"/>
                    <a:pt x="3177" y="1241"/>
                    <a:pt x="3169" y="1225"/>
                  </a:cubicBezTo>
                  <a:lnTo>
                    <a:pt x="3169" y="1225"/>
                  </a:lnTo>
                  <a:cubicBezTo>
                    <a:pt x="3155" y="1233"/>
                    <a:pt x="3143" y="1236"/>
                    <a:pt x="3132" y="1236"/>
                  </a:cubicBezTo>
                  <a:cubicBezTo>
                    <a:pt x="3100" y="1236"/>
                    <a:pt x="3082" y="1204"/>
                    <a:pt x="3064" y="1168"/>
                  </a:cubicBezTo>
                  <a:cubicBezTo>
                    <a:pt x="3038" y="1132"/>
                    <a:pt x="3016" y="1109"/>
                    <a:pt x="2993" y="1109"/>
                  </a:cubicBezTo>
                  <a:cubicBezTo>
                    <a:pt x="2979" y="1109"/>
                    <a:pt x="2965" y="1117"/>
                    <a:pt x="2950" y="1136"/>
                  </a:cubicBezTo>
                  <a:cubicBezTo>
                    <a:pt x="2942" y="1127"/>
                    <a:pt x="2942" y="1127"/>
                    <a:pt x="2983" y="1071"/>
                  </a:cubicBezTo>
                  <a:cubicBezTo>
                    <a:pt x="3000" y="1050"/>
                    <a:pt x="3009" y="1036"/>
                    <a:pt x="3005" y="1036"/>
                  </a:cubicBezTo>
                  <a:cubicBezTo>
                    <a:pt x="3001" y="1036"/>
                    <a:pt x="2976" y="1059"/>
                    <a:pt x="2926" y="1119"/>
                  </a:cubicBezTo>
                  <a:cubicBezTo>
                    <a:pt x="2902" y="1143"/>
                    <a:pt x="2876" y="1171"/>
                    <a:pt x="2876" y="1171"/>
                  </a:cubicBezTo>
                  <a:cubicBezTo>
                    <a:pt x="2875" y="1171"/>
                    <a:pt x="2888" y="1156"/>
                    <a:pt x="2926" y="1111"/>
                  </a:cubicBezTo>
                  <a:cubicBezTo>
                    <a:pt x="2966" y="1054"/>
                    <a:pt x="2958" y="1046"/>
                    <a:pt x="2934" y="1022"/>
                  </a:cubicBezTo>
                  <a:cubicBezTo>
                    <a:pt x="2931" y="1015"/>
                    <a:pt x="2923" y="1010"/>
                    <a:pt x="2913" y="1010"/>
                  </a:cubicBezTo>
                  <a:cubicBezTo>
                    <a:pt x="2899" y="1010"/>
                    <a:pt x="2880" y="1021"/>
                    <a:pt x="2861" y="1054"/>
                  </a:cubicBezTo>
                  <a:cubicBezTo>
                    <a:pt x="2838" y="1078"/>
                    <a:pt x="2825" y="1090"/>
                    <a:pt x="2824" y="1090"/>
                  </a:cubicBezTo>
                  <a:cubicBezTo>
                    <a:pt x="2822" y="1090"/>
                    <a:pt x="2832" y="1076"/>
                    <a:pt x="2853" y="1046"/>
                  </a:cubicBezTo>
                  <a:cubicBezTo>
                    <a:pt x="2908" y="974"/>
                    <a:pt x="2926" y="910"/>
                    <a:pt x="2906" y="910"/>
                  </a:cubicBezTo>
                  <a:cubicBezTo>
                    <a:pt x="2896" y="910"/>
                    <a:pt x="2879" y="924"/>
                    <a:pt x="2853" y="957"/>
                  </a:cubicBezTo>
                  <a:cubicBezTo>
                    <a:pt x="2845" y="957"/>
                    <a:pt x="2837" y="949"/>
                    <a:pt x="2869" y="892"/>
                  </a:cubicBezTo>
                  <a:cubicBezTo>
                    <a:pt x="2867" y="892"/>
                    <a:pt x="2865" y="892"/>
                    <a:pt x="2862" y="892"/>
                  </a:cubicBezTo>
                  <a:cubicBezTo>
                    <a:pt x="2854" y="892"/>
                    <a:pt x="2841" y="896"/>
                    <a:pt x="2804" y="933"/>
                  </a:cubicBezTo>
                  <a:cubicBezTo>
                    <a:pt x="2804" y="925"/>
                    <a:pt x="2780" y="909"/>
                    <a:pt x="2764" y="900"/>
                  </a:cubicBezTo>
                  <a:cubicBezTo>
                    <a:pt x="2747" y="900"/>
                    <a:pt x="2707" y="957"/>
                    <a:pt x="2707" y="957"/>
                  </a:cubicBezTo>
                  <a:lnTo>
                    <a:pt x="2707" y="949"/>
                  </a:lnTo>
                  <a:cubicBezTo>
                    <a:pt x="2731" y="892"/>
                    <a:pt x="2699" y="876"/>
                    <a:pt x="2650" y="860"/>
                  </a:cubicBezTo>
                  <a:cubicBezTo>
                    <a:pt x="2602" y="836"/>
                    <a:pt x="2561" y="819"/>
                    <a:pt x="2561" y="755"/>
                  </a:cubicBezTo>
                  <a:cubicBezTo>
                    <a:pt x="2561" y="755"/>
                    <a:pt x="2553" y="755"/>
                    <a:pt x="2537" y="819"/>
                  </a:cubicBezTo>
                  <a:cubicBezTo>
                    <a:pt x="2518" y="895"/>
                    <a:pt x="2507" y="927"/>
                    <a:pt x="2503" y="927"/>
                  </a:cubicBezTo>
                  <a:cubicBezTo>
                    <a:pt x="2500" y="927"/>
                    <a:pt x="2501" y="911"/>
                    <a:pt x="2504" y="884"/>
                  </a:cubicBezTo>
                  <a:cubicBezTo>
                    <a:pt x="2513" y="813"/>
                    <a:pt x="2508" y="777"/>
                    <a:pt x="2498" y="777"/>
                  </a:cubicBezTo>
                  <a:cubicBezTo>
                    <a:pt x="2489" y="777"/>
                    <a:pt x="2475" y="809"/>
                    <a:pt x="2464" y="876"/>
                  </a:cubicBezTo>
                  <a:cubicBezTo>
                    <a:pt x="2464" y="836"/>
                    <a:pt x="2464" y="844"/>
                    <a:pt x="2472" y="811"/>
                  </a:cubicBezTo>
                  <a:cubicBezTo>
                    <a:pt x="2475" y="757"/>
                    <a:pt x="2472" y="734"/>
                    <a:pt x="2466" y="734"/>
                  </a:cubicBezTo>
                  <a:cubicBezTo>
                    <a:pt x="2456" y="734"/>
                    <a:pt x="2438" y="789"/>
                    <a:pt x="2423" y="868"/>
                  </a:cubicBezTo>
                  <a:cubicBezTo>
                    <a:pt x="2423" y="821"/>
                    <a:pt x="2423" y="770"/>
                    <a:pt x="2417" y="770"/>
                  </a:cubicBezTo>
                  <a:cubicBezTo>
                    <a:pt x="2415" y="770"/>
                    <a:pt x="2411" y="777"/>
                    <a:pt x="2407" y="795"/>
                  </a:cubicBezTo>
                  <a:cubicBezTo>
                    <a:pt x="2399" y="795"/>
                    <a:pt x="2399" y="795"/>
                    <a:pt x="2407" y="665"/>
                  </a:cubicBezTo>
                  <a:cubicBezTo>
                    <a:pt x="2415" y="617"/>
                    <a:pt x="2415" y="568"/>
                    <a:pt x="2407" y="527"/>
                  </a:cubicBezTo>
                  <a:cubicBezTo>
                    <a:pt x="2407" y="527"/>
                    <a:pt x="2406" y="527"/>
                    <a:pt x="2406" y="52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2"/>
            <p:cNvSpPr/>
            <p:nvPr/>
          </p:nvSpPr>
          <p:spPr>
            <a:xfrm>
              <a:off x="4264061" y="1659049"/>
              <a:ext cx="60331" cy="51850"/>
            </a:xfrm>
            <a:custGeom>
              <a:avLst/>
              <a:gdLst/>
              <a:ahLst/>
              <a:cxnLst/>
              <a:rect l="l" t="t" r="r" b="b"/>
              <a:pathLst>
                <a:path w="3500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89"/>
                    <a:pt x="2149" y="41"/>
                    <a:pt x="2149" y="0"/>
                  </a:cubicBezTo>
                  <a:close/>
                  <a:moveTo>
                    <a:pt x="1608" y="886"/>
                  </a:moveTo>
                  <a:cubicBezTo>
                    <a:pt x="1604" y="886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993"/>
                    <a:pt x="1665" y="1003"/>
                    <a:pt x="1671" y="1003"/>
                  </a:cubicBezTo>
                  <a:cubicBezTo>
                    <a:pt x="1674" y="1003"/>
                    <a:pt x="1676" y="1000"/>
                    <a:pt x="1679" y="997"/>
                  </a:cubicBezTo>
                  <a:cubicBezTo>
                    <a:pt x="1694" y="1010"/>
                    <a:pt x="1702" y="1016"/>
                    <a:pt x="1706" y="1016"/>
                  </a:cubicBezTo>
                  <a:cubicBezTo>
                    <a:pt x="1714" y="1016"/>
                    <a:pt x="1685" y="974"/>
                    <a:pt x="1655" y="932"/>
                  </a:cubicBezTo>
                  <a:cubicBezTo>
                    <a:pt x="1629" y="896"/>
                    <a:pt x="1616" y="886"/>
                    <a:pt x="1608" y="886"/>
                  </a:cubicBezTo>
                  <a:close/>
                  <a:moveTo>
                    <a:pt x="1736" y="957"/>
                  </a:moveTo>
                  <a:cubicBezTo>
                    <a:pt x="1760" y="997"/>
                    <a:pt x="1784" y="1038"/>
                    <a:pt x="1793" y="1078"/>
                  </a:cubicBezTo>
                  <a:cubicBezTo>
                    <a:pt x="1760" y="1046"/>
                    <a:pt x="1736" y="1014"/>
                    <a:pt x="1720" y="965"/>
                  </a:cubicBezTo>
                  <a:lnTo>
                    <a:pt x="1736" y="957"/>
                  </a:lnTo>
                  <a:close/>
                  <a:moveTo>
                    <a:pt x="2133" y="884"/>
                  </a:moveTo>
                  <a:cubicBezTo>
                    <a:pt x="2149" y="924"/>
                    <a:pt x="2166" y="965"/>
                    <a:pt x="2174" y="1014"/>
                  </a:cubicBezTo>
                  <a:cubicBezTo>
                    <a:pt x="2206" y="1151"/>
                    <a:pt x="2206" y="1151"/>
                    <a:pt x="2198" y="1151"/>
                  </a:cubicBezTo>
                  <a:cubicBezTo>
                    <a:pt x="2190" y="1151"/>
                    <a:pt x="2182" y="1151"/>
                    <a:pt x="2166" y="1086"/>
                  </a:cubicBezTo>
                  <a:lnTo>
                    <a:pt x="2174" y="1078"/>
                  </a:lnTo>
                  <a:cubicBezTo>
                    <a:pt x="2178" y="1100"/>
                    <a:pt x="2181" y="1109"/>
                    <a:pt x="2182" y="1109"/>
                  </a:cubicBezTo>
                  <a:cubicBezTo>
                    <a:pt x="2184" y="1109"/>
                    <a:pt x="2175" y="1059"/>
                    <a:pt x="2157" y="1014"/>
                  </a:cubicBezTo>
                  <a:lnTo>
                    <a:pt x="2133" y="884"/>
                  </a:lnTo>
                  <a:close/>
                  <a:moveTo>
                    <a:pt x="2239" y="1014"/>
                  </a:moveTo>
                  <a:lnTo>
                    <a:pt x="2255" y="1078"/>
                  </a:lnTo>
                  <a:cubicBezTo>
                    <a:pt x="2263" y="1151"/>
                    <a:pt x="2255" y="1151"/>
                    <a:pt x="2255" y="1151"/>
                  </a:cubicBezTo>
                  <a:cubicBezTo>
                    <a:pt x="2247" y="1151"/>
                    <a:pt x="2247" y="1151"/>
                    <a:pt x="2239" y="1078"/>
                  </a:cubicBezTo>
                  <a:cubicBezTo>
                    <a:pt x="2239" y="1078"/>
                    <a:pt x="2230" y="1014"/>
                    <a:pt x="2239" y="1014"/>
                  </a:cubicBezTo>
                  <a:close/>
                  <a:moveTo>
                    <a:pt x="1963" y="1070"/>
                  </a:moveTo>
                  <a:cubicBezTo>
                    <a:pt x="1963" y="1070"/>
                    <a:pt x="1995" y="1127"/>
                    <a:pt x="2028" y="1192"/>
                  </a:cubicBezTo>
                  <a:cubicBezTo>
                    <a:pt x="2049" y="1249"/>
                    <a:pt x="2071" y="1300"/>
                    <a:pt x="2098" y="1356"/>
                  </a:cubicBezTo>
                  <a:lnTo>
                    <a:pt x="2098" y="1356"/>
                  </a:lnTo>
                  <a:cubicBezTo>
                    <a:pt x="2089" y="1344"/>
                    <a:pt x="2079" y="1332"/>
                    <a:pt x="2068" y="1322"/>
                  </a:cubicBezTo>
                  <a:lnTo>
                    <a:pt x="2060" y="1322"/>
                  </a:lnTo>
                  <a:lnTo>
                    <a:pt x="2036" y="1257"/>
                  </a:lnTo>
                  <a:cubicBezTo>
                    <a:pt x="2028" y="1216"/>
                    <a:pt x="2012" y="1168"/>
                    <a:pt x="1987" y="1127"/>
                  </a:cubicBezTo>
                  <a:cubicBezTo>
                    <a:pt x="1987" y="1127"/>
                    <a:pt x="1955" y="1070"/>
                    <a:pt x="1963" y="1070"/>
                  </a:cubicBezTo>
                  <a:close/>
                  <a:moveTo>
                    <a:pt x="2384" y="1200"/>
                  </a:moveTo>
                  <a:cubicBezTo>
                    <a:pt x="2384" y="1249"/>
                    <a:pt x="2384" y="1289"/>
                    <a:pt x="2376" y="1338"/>
                  </a:cubicBezTo>
                  <a:cubicBezTo>
                    <a:pt x="2372" y="1376"/>
                    <a:pt x="2369" y="1391"/>
                    <a:pt x="2368" y="1391"/>
                  </a:cubicBezTo>
                  <a:cubicBezTo>
                    <a:pt x="2366" y="1391"/>
                    <a:pt x="2373" y="1298"/>
                    <a:pt x="2384" y="1200"/>
                  </a:cubicBezTo>
                  <a:close/>
                  <a:moveTo>
                    <a:pt x="1509" y="1281"/>
                  </a:moveTo>
                  <a:lnTo>
                    <a:pt x="1614" y="1370"/>
                  </a:lnTo>
                  <a:cubicBezTo>
                    <a:pt x="1704" y="1433"/>
                    <a:pt x="1744" y="1461"/>
                    <a:pt x="1743" y="1461"/>
                  </a:cubicBezTo>
                  <a:cubicBezTo>
                    <a:pt x="1741" y="1461"/>
                    <a:pt x="1713" y="1443"/>
                    <a:pt x="1663" y="1411"/>
                  </a:cubicBezTo>
                  <a:cubicBezTo>
                    <a:pt x="1606" y="1378"/>
                    <a:pt x="1549" y="1338"/>
                    <a:pt x="1501" y="1297"/>
                  </a:cubicBezTo>
                  <a:lnTo>
                    <a:pt x="1509" y="1281"/>
                  </a:lnTo>
                  <a:close/>
                  <a:moveTo>
                    <a:pt x="2239" y="1419"/>
                  </a:moveTo>
                  <a:cubicBezTo>
                    <a:pt x="2255" y="1484"/>
                    <a:pt x="2255" y="1484"/>
                    <a:pt x="2263" y="1484"/>
                  </a:cubicBezTo>
                  <a:lnTo>
                    <a:pt x="2247" y="1419"/>
                  </a:lnTo>
                  <a:close/>
                  <a:moveTo>
                    <a:pt x="1736" y="1419"/>
                  </a:moveTo>
                  <a:lnTo>
                    <a:pt x="1793" y="1451"/>
                  </a:lnTo>
                  <a:cubicBezTo>
                    <a:pt x="1849" y="1492"/>
                    <a:pt x="1841" y="1500"/>
                    <a:pt x="1841" y="1500"/>
                  </a:cubicBezTo>
                  <a:lnTo>
                    <a:pt x="1784" y="1459"/>
                  </a:lnTo>
                  <a:lnTo>
                    <a:pt x="1736" y="1419"/>
                  </a:lnTo>
                  <a:close/>
                  <a:moveTo>
                    <a:pt x="2157" y="1500"/>
                  </a:moveTo>
                  <a:lnTo>
                    <a:pt x="2157" y="1500"/>
                  </a:lnTo>
                  <a:cubicBezTo>
                    <a:pt x="2173" y="1531"/>
                    <a:pt x="2181" y="1546"/>
                    <a:pt x="2182" y="1546"/>
                  </a:cubicBezTo>
                  <a:cubicBezTo>
                    <a:pt x="2182" y="1546"/>
                    <a:pt x="2174" y="1529"/>
                    <a:pt x="2157" y="1500"/>
                  </a:cubicBezTo>
                  <a:close/>
                  <a:moveTo>
                    <a:pt x="1468" y="1516"/>
                  </a:moveTo>
                  <a:lnTo>
                    <a:pt x="1590" y="1565"/>
                  </a:lnTo>
                  <a:lnTo>
                    <a:pt x="1590" y="1573"/>
                  </a:lnTo>
                  <a:cubicBezTo>
                    <a:pt x="1541" y="1565"/>
                    <a:pt x="1501" y="1549"/>
                    <a:pt x="1468" y="1524"/>
                  </a:cubicBezTo>
                  <a:lnTo>
                    <a:pt x="1468" y="1516"/>
                  </a:lnTo>
                  <a:close/>
                  <a:moveTo>
                    <a:pt x="2636" y="1476"/>
                  </a:moveTo>
                  <a:cubicBezTo>
                    <a:pt x="2636" y="1476"/>
                    <a:pt x="2587" y="1532"/>
                    <a:pt x="2547" y="1581"/>
                  </a:cubicBezTo>
                  <a:cubicBezTo>
                    <a:pt x="2571" y="1541"/>
                    <a:pt x="2603" y="1508"/>
                    <a:pt x="2636" y="1476"/>
                  </a:cubicBezTo>
                  <a:close/>
                  <a:moveTo>
                    <a:pt x="2944" y="1508"/>
                  </a:moveTo>
                  <a:cubicBezTo>
                    <a:pt x="2895" y="1541"/>
                    <a:pt x="2838" y="1573"/>
                    <a:pt x="2774" y="1597"/>
                  </a:cubicBezTo>
                  <a:cubicBezTo>
                    <a:pt x="2774" y="1597"/>
                    <a:pt x="2774" y="1597"/>
                    <a:pt x="2830" y="1565"/>
                  </a:cubicBezTo>
                  <a:cubicBezTo>
                    <a:pt x="2863" y="1541"/>
                    <a:pt x="2903" y="1524"/>
                    <a:pt x="2944" y="1508"/>
                  </a:cubicBezTo>
                  <a:close/>
                  <a:moveTo>
                    <a:pt x="1663" y="1541"/>
                  </a:moveTo>
                  <a:lnTo>
                    <a:pt x="1663" y="1541"/>
                  </a:lnTo>
                  <a:cubicBezTo>
                    <a:pt x="1728" y="1565"/>
                    <a:pt x="1784" y="1597"/>
                    <a:pt x="1841" y="1630"/>
                  </a:cubicBezTo>
                  <a:cubicBezTo>
                    <a:pt x="1866" y="1644"/>
                    <a:pt x="1880" y="1652"/>
                    <a:pt x="1878" y="1652"/>
                  </a:cubicBezTo>
                  <a:cubicBezTo>
                    <a:pt x="1877" y="1652"/>
                    <a:pt x="1849" y="1638"/>
                    <a:pt x="1784" y="1605"/>
                  </a:cubicBezTo>
                  <a:lnTo>
                    <a:pt x="1663" y="1541"/>
                  </a:lnTo>
                  <a:close/>
                  <a:moveTo>
                    <a:pt x="1277" y="1624"/>
                  </a:moveTo>
                  <a:cubicBezTo>
                    <a:pt x="1281" y="1624"/>
                    <a:pt x="1290" y="1626"/>
                    <a:pt x="1306" y="1630"/>
                  </a:cubicBezTo>
                  <a:cubicBezTo>
                    <a:pt x="1306" y="1629"/>
                    <a:pt x="1307" y="1628"/>
                    <a:pt x="1309" y="1628"/>
                  </a:cubicBezTo>
                  <a:cubicBezTo>
                    <a:pt x="1321" y="1628"/>
                    <a:pt x="1363" y="1647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4"/>
                    <a:pt x="1277" y="1624"/>
                  </a:cubicBezTo>
                  <a:close/>
                  <a:moveTo>
                    <a:pt x="3171" y="1622"/>
                  </a:moveTo>
                  <a:lnTo>
                    <a:pt x="3106" y="1638"/>
                  </a:lnTo>
                  <a:cubicBezTo>
                    <a:pt x="3071" y="1648"/>
                    <a:pt x="3033" y="1655"/>
                    <a:pt x="3022" y="1655"/>
                  </a:cubicBezTo>
                  <a:cubicBezTo>
                    <a:pt x="3016" y="1655"/>
                    <a:pt x="3020" y="1652"/>
                    <a:pt x="3041" y="1646"/>
                  </a:cubicBezTo>
                  <a:cubicBezTo>
                    <a:pt x="3041" y="1646"/>
                    <a:pt x="3106" y="1630"/>
                    <a:pt x="3171" y="1622"/>
                  </a:cubicBezTo>
                  <a:close/>
                  <a:moveTo>
                    <a:pt x="1606" y="1735"/>
                  </a:moveTo>
                  <a:cubicBezTo>
                    <a:pt x="1655" y="1743"/>
                    <a:pt x="1695" y="1751"/>
                    <a:pt x="1736" y="1759"/>
                  </a:cubicBezTo>
                  <a:cubicBezTo>
                    <a:pt x="1761" y="1766"/>
                    <a:pt x="1766" y="1768"/>
                    <a:pt x="1757" y="1768"/>
                  </a:cubicBezTo>
                  <a:cubicBezTo>
                    <a:pt x="1742" y="1768"/>
                    <a:pt x="1686" y="1761"/>
                    <a:pt x="1606" y="1751"/>
                  </a:cubicBezTo>
                  <a:lnTo>
                    <a:pt x="1606" y="1735"/>
                  </a:lnTo>
                  <a:close/>
                  <a:moveTo>
                    <a:pt x="1939" y="1743"/>
                  </a:moveTo>
                  <a:lnTo>
                    <a:pt x="1995" y="1759"/>
                  </a:lnTo>
                  <a:lnTo>
                    <a:pt x="2060" y="1776"/>
                  </a:lnTo>
                  <a:lnTo>
                    <a:pt x="2060" y="1776"/>
                  </a:lnTo>
                  <a:lnTo>
                    <a:pt x="1939" y="1743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2" y="1806"/>
                    <a:pt x="1695" y="1804"/>
                    <a:pt x="1663" y="1800"/>
                  </a:cubicBezTo>
                  <a:close/>
                  <a:moveTo>
                    <a:pt x="1979" y="1824"/>
                  </a:moveTo>
                  <a:cubicBezTo>
                    <a:pt x="2040" y="1828"/>
                    <a:pt x="2072" y="1830"/>
                    <a:pt x="2073" y="1830"/>
                  </a:cubicBezTo>
                  <a:cubicBezTo>
                    <a:pt x="2074" y="1830"/>
                    <a:pt x="2044" y="1828"/>
                    <a:pt x="1979" y="1824"/>
                  </a:cubicBezTo>
                  <a:close/>
                  <a:moveTo>
                    <a:pt x="1914" y="1849"/>
                  </a:moveTo>
                  <a:lnTo>
                    <a:pt x="1784" y="1857"/>
                  </a:lnTo>
                  <a:lnTo>
                    <a:pt x="1849" y="1857"/>
                  </a:lnTo>
                  <a:cubicBezTo>
                    <a:pt x="1874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2625" y="1886"/>
                  </a:moveTo>
                  <a:cubicBezTo>
                    <a:pt x="2625" y="1886"/>
                    <a:pt x="2636" y="1887"/>
                    <a:pt x="2652" y="1889"/>
                  </a:cubicBezTo>
                  <a:lnTo>
                    <a:pt x="2652" y="1889"/>
                  </a:lnTo>
                  <a:cubicBezTo>
                    <a:pt x="2652" y="1889"/>
                    <a:pt x="2652" y="1889"/>
                    <a:pt x="2652" y="1889"/>
                  </a:cubicBezTo>
                  <a:cubicBezTo>
                    <a:pt x="2633" y="1887"/>
                    <a:pt x="2625" y="1886"/>
                    <a:pt x="2625" y="1886"/>
                  </a:cubicBezTo>
                  <a:close/>
                  <a:moveTo>
                    <a:pt x="1533" y="1889"/>
                  </a:moveTo>
                  <a:cubicBezTo>
                    <a:pt x="1533" y="1897"/>
                    <a:pt x="1533" y="1905"/>
                    <a:pt x="1468" y="1913"/>
                  </a:cubicBezTo>
                  <a:cubicBezTo>
                    <a:pt x="1468" y="1913"/>
                    <a:pt x="1403" y="1913"/>
                    <a:pt x="1403" y="1905"/>
                  </a:cubicBezTo>
                  <a:cubicBezTo>
                    <a:pt x="1403" y="1897"/>
                    <a:pt x="1468" y="1889"/>
                    <a:pt x="1468" y="1889"/>
                  </a:cubicBezTo>
                  <a:close/>
                  <a:moveTo>
                    <a:pt x="2194" y="1906"/>
                  </a:moveTo>
                  <a:cubicBezTo>
                    <a:pt x="2193" y="1906"/>
                    <a:pt x="2171" y="1915"/>
                    <a:pt x="2118" y="1936"/>
                  </a:cubicBezTo>
                  <a:lnTo>
                    <a:pt x="2118" y="1936"/>
                  </a:lnTo>
                  <a:cubicBezTo>
                    <a:pt x="2130" y="1932"/>
                    <a:pt x="2144" y="1927"/>
                    <a:pt x="2157" y="1922"/>
                  </a:cubicBezTo>
                  <a:cubicBezTo>
                    <a:pt x="2181" y="1911"/>
                    <a:pt x="2195" y="1906"/>
                    <a:pt x="2194" y="1906"/>
                  </a:cubicBezTo>
                  <a:close/>
                  <a:moveTo>
                    <a:pt x="3220" y="1930"/>
                  </a:moveTo>
                  <a:lnTo>
                    <a:pt x="3220" y="1938"/>
                  </a:lnTo>
                  <a:lnTo>
                    <a:pt x="3155" y="1938"/>
                  </a:lnTo>
                  <a:lnTo>
                    <a:pt x="3163" y="1930"/>
                  </a:lnTo>
                  <a:close/>
                  <a:moveTo>
                    <a:pt x="2194" y="1887"/>
                  </a:moveTo>
                  <a:cubicBezTo>
                    <a:pt x="2193" y="1887"/>
                    <a:pt x="2164" y="1894"/>
                    <a:pt x="2093" y="1913"/>
                  </a:cubicBezTo>
                  <a:cubicBezTo>
                    <a:pt x="2068" y="1922"/>
                    <a:pt x="2049" y="1928"/>
                    <a:pt x="2033" y="1933"/>
                  </a:cubicBezTo>
                  <a:lnTo>
                    <a:pt x="2033" y="1933"/>
                  </a:lnTo>
                  <a:cubicBezTo>
                    <a:pt x="2034" y="1937"/>
                    <a:pt x="2035" y="1941"/>
                    <a:pt x="2036" y="1946"/>
                  </a:cubicBezTo>
                  <a:cubicBezTo>
                    <a:pt x="2076" y="1930"/>
                    <a:pt x="2117" y="1913"/>
                    <a:pt x="2157" y="1897"/>
                  </a:cubicBezTo>
                  <a:cubicBezTo>
                    <a:pt x="2181" y="1891"/>
                    <a:pt x="2195" y="1887"/>
                    <a:pt x="2194" y="1887"/>
                  </a:cubicBezTo>
                  <a:close/>
                  <a:moveTo>
                    <a:pt x="2028" y="1923"/>
                  </a:moveTo>
                  <a:cubicBezTo>
                    <a:pt x="1971" y="1938"/>
                    <a:pt x="1971" y="1946"/>
                    <a:pt x="1971" y="1946"/>
                  </a:cubicBezTo>
                  <a:cubicBezTo>
                    <a:pt x="1971" y="1948"/>
                    <a:pt x="1971" y="1950"/>
                    <a:pt x="1975" y="1950"/>
                  </a:cubicBezTo>
                  <a:cubicBezTo>
                    <a:pt x="1980" y="1950"/>
                    <a:pt x="1995" y="1946"/>
                    <a:pt x="2033" y="1933"/>
                  </a:cubicBezTo>
                  <a:lnTo>
                    <a:pt x="2033" y="1933"/>
                  </a:lnTo>
                  <a:cubicBezTo>
                    <a:pt x="2032" y="1930"/>
                    <a:pt x="2030" y="1926"/>
                    <a:pt x="2028" y="1923"/>
                  </a:cubicBezTo>
                  <a:close/>
                  <a:moveTo>
                    <a:pt x="3252" y="1961"/>
                  </a:moveTo>
                  <a:cubicBezTo>
                    <a:pt x="3249" y="1961"/>
                    <a:pt x="3252" y="1963"/>
                    <a:pt x="3276" y="1970"/>
                  </a:cubicBezTo>
                  <a:cubicBezTo>
                    <a:pt x="3276" y="1966"/>
                    <a:pt x="3257" y="1961"/>
                    <a:pt x="3252" y="1961"/>
                  </a:cubicBezTo>
                  <a:close/>
                  <a:moveTo>
                    <a:pt x="2693" y="1946"/>
                  </a:moveTo>
                  <a:cubicBezTo>
                    <a:pt x="2733" y="1962"/>
                    <a:pt x="2774" y="1970"/>
                    <a:pt x="2814" y="1986"/>
                  </a:cubicBezTo>
                  <a:lnTo>
                    <a:pt x="2749" y="1970"/>
                  </a:lnTo>
                  <a:lnTo>
                    <a:pt x="2693" y="1954"/>
                  </a:lnTo>
                  <a:lnTo>
                    <a:pt x="2693" y="1946"/>
                  </a:lnTo>
                  <a:close/>
                  <a:moveTo>
                    <a:pt x="3151" y="1989"/>
                  </a:moveTo>
                  <a:cubicBezTo>
                    <a:pt x="3158" y="1989"/>
                    <a:pt x="3173" y="1993"/>
                    <a:pt x="3211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1"/>
                    <a:pt x="3147" y="1989"/>
                    <a:pt x="3151" y="1989"/>
                  </a:cubicBezTo>
                  <a:close/>
                  <a:moveTo>
                    <a:pt x="1531" y="2005"/>
                  </a:moveTo>
                  <a:cubicBezTo>
                    <a:pt x="1536" y="2005"/>
                    <a:pt x="1538" y="2007"/>
                    <a:pt x="1541" y="2011"/>
                  </a:cubicBezTo>
                  <a:cubicBezTo>
                    <a:pt x="1541" y="2019"/>
                    <a:pt x="1476" y="2035"/>
                    <a:pt x="1476" y="2035"/>
                  </a:cubicBezTo>
                  <a:cubicBezTo>
                    <a:pt x="1464" y="2037"/>
                    <a:pt x="1456" y="2037"/>
                    <a:pt x="1452" y="2037"/>
                  </a:cubicBezTo>
                  <a:cubicBezTo>
                    <a:pt x="1434" y="2037"/>
                    <a:pt x="1476" y="2025"/>
                    <a:pt x="1476" y="2019"/>
                  </a:cubicBezTo>
                  <a:cubicBezTo>
                    <a:pt x="1510" y="2009"/>
                    <a:pt x="1523" y="2005"/>
                    <a:pt x="1531" y="2005"/>
                  </a:cubicBezTo>
                  <a:close/>
                  <a:moveTo>
                    <a:pt x="2384" y="2011"/>
                  </a:moveTo>
                  <a:lnTo>
                    <a:pt x="2384" y="2011"/>
                  </a:lnTo>
                  <a:cubicBezTo>
                    <a:pt x="2384" y="2011"/>
                    <a:pt x="2388" y="2023"/>
                    <a:pt x="2392" y="2042"/>
                  </a:cubicBezTo>
                  <a:lnTo>
                    <a:pt x="2392" y="2042"/>
                  </a:lnTo>
                  <a:cubicBezTo>
                    <a:pt x="2391" y="2031"/>
                    <a:pt x="2389" y="2020"/>
                    <a:pt x="2384" y="2011"/>
                  </a:cubicBezTo>
                  <a:close/>
                  <a:moveTo>
                    <a:pt x="2733" y="2003"/>
                  </a:moveTo>
                  <a:cubicBezTo>
                    <a:pt x="2741" y="2003"/>
                    <a:pt x="2741" y="2003"/>
                    <a:pt x="2798" y="2027"/>
                  </a:cubicBezTo>
                  <a:cubicBezTo>
                    <a:pt x="2814" y="2035"/>
                    <a:pt x="2838" y="2043"/>
                    <a:pt x="2855" y="2051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2539" y="2035"/>
                  </a:moveTo>
                  <a:lnTo>
                    <a:pt x="2539" y="2035"/>
                  </a:lnTo>
                  <a:cubicBezTo>
                    <a:pt x="2547" y="2043"/>
                    <a:pt x="2555" y="2049"/>
                    <a:pt x="2563" y="2055"/>
                  </a:cubicBezTo>
                  <a:lnTo>
                    <a:pt x="2563" y="2055"/>
                  </a:lnTo>
                  <a:lnTo>
                    <a:pt x="2539" y="2035"/>
                  </a:lnTo>
                  <a:close/>
                  <a:moveTo>
                    <a:pt x="3089" y="2022"/>
                  </a:moveTo>
                  <a:cubicBezTo>
                    <a:pt x="3095" y="2022"/>
                    <a:pt x="3110" y="2024"/>
                    <a:pt x="3130" y="2027"/>
                  </a:cubicBezTo>
                  <a:cubicBezTo>
                    <a:pt x="3195" y="2043"/>
                    <a:pt x="3195" y="2043"/>
                    <a:pt x="3195" y="2051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7" y="2057"/>
                    <a:pt x="3164" y="2053"/>
                    <a:pt x="3130" y="2043"/>
                  </a:cubicBezTo>
                  <a:cubicBezTo>
                    <a:pt x="3089" y="2028"/>
                    <a:pt x="3077" y="2022"/>
                    <a:pt x="3089" y="2022"/>
                  </a:cubicBezTo>
                  <a:close/>
                  <a:moveTo>
                    <a:pt x="2563" y="2055"/>
                  </a:moveTo>
                  <a:lnTo>
                    <a:pt x="2587" y="2076"/>
                  </a:lnTo>
                  <a:cubicBezTo>
                    <a:pt x="2579" y="2068"/>
                    <a:pt x="2571" y="2061"/>
                    <a:pt x="2563" y="2055"/>
                  </a:cubicBezTo>
                  <a:close/>
                  <a:moveTo>
                    <a:pt x="1715" y="2062"/>
                  </a:moveTo>
                  <a:cubicBezTo>
                    <a:pt x="1720" y="2062"/>
                    <a:pt x="1692" y="2077"/>
                    <a:pt x="1614" y="2108"/>
                  </a:cubicBezTo>
                  <a:cubicBezTo>
                    <a:pt x="1581" y="2118"/>
                    <a:pt x="1567" y="2121"/>
                    <a:pt x="1562" y="2121"/>
                  </a:cubicBezTo>
                  <a:cubicBezTo>
                    <a:pt x="1557" y="2121"/>
                    <a:pt x="1557" y="2120"/>
                    <a:pt x="1557" y="2116"/>
                  </a:cubicBezTo>
                  <a:cubicBezTo>
                    <a:pt x="1557" y="2116"/>
                    <a:pt x="1614" y="2092"/>
                    <a:pt x="1679" y="2076"/>
                  </a:cubicBezTo>
                  <a:cubicBezTo>
                    <a:pt x="1699" y="2067"/>
                    <a:pt x="1713" y="2062"/>
                    <a:pt x="1715" y="2062"/>
                  </a:cubicBezTo>
                  <a:close/>
                  <a:moveTo>
                    <a:pt x="1687" y="2116"/>
                  </a:moveTo>
                  <a:lnTo>
                    <a:pt x="1687" y="2116"/>
                  </a:lnTo>
                  <a:cubicBezTo>
                    <a:pt x="1647" y="2140"/>
                    <a:pt x="1614" y="2157"/>
                    <a:pt x="1566" y="2165"/>
                  </a:cubicBezTo>
                  <a:lnTo>
                    <a:pt x="1622" y="2132"/>
                  </a:lnTo>
                  <a:lnTo>
                    <a:pt x="1687" y="2116"/>
                  </a:lnTo>
                  <a:close/>
                  <a:moveTo>
                    <a:pt x="1603" y="2180"/>
                  </a:moveTo>
                  <a:cubicBezTo>
                    <a:pt x="1609" y="2180"/>
                    <a:pt x="1588" y="2190"/>
                    <a:pt x="1578" y="2190"/>
                  </a:cubicBezTo>
                  <a:cubicBezTo>
                    <a:pt x="1576" y="2190"/>
                    <a:pt x="1575" y="2190"/>
                    <a:pt x="1574" y="2189"/>
                  </a:cubicBezTo>
                  <a:cubicBezTo>
                    <a:pt x="1592" y="2182"/>
                    <a:pt x="1601" y="2180"/>
                    <a:pt x="1603" y="2180"/>
                  </a:cubicBezTo>
                  <a:close/>
                  <a:moveTo>
                    <a:pt x="2417" y="2103"/>
                  </a:moveTo>
                  <a:cubicBezTo>
                    <a:pt x="2417" y="2103"/>
                    <a:pt x="2425" y="2135"/>
                    <a:pt x="2441" y="2197"/>
                  </a:cubicBezTo>
                  <a:cubicBezTo>
                    <a:pt x="2425" y="2133"/>
                    <a:pt x="2417" y="2103"/>
                    <a:pt x="2417" y="2103"/>
                  </a:cubicBezTo>
                  <a:close/>
                  <a:moveTo>
                    <a:pt x="2441" y="2197"/>
                  </a:moveTo>
                  <a:cubicBezTo>
                    <a:pt x="2442" y="2199"/>
                    <a:pt x="2442" y="2201"/>
                    <a:pt x="2443" y="2203"/>
                  </a:cubicBezTo>
                  <a:lnTo>
                    <a:pt x="2443" y="2203"/>
                  </a:lnTo>
                  <a:cubicBezTo>
                    <a:pt x="2442" y="2201"/>
                    <a:pt x="2442" y="2199"/>
                    <a:pt x="2441" y="2197"/>
                  </a:cubicBezTo>
                  <a:close/>
                  <a:moveTo>
                    <a:pt x="203" y="2181"/>
                  </a:moveTo>
                  <a:cubicBezTo>
                    <a:pt x="163" y="2181"/>
                    <a:pt x="114" y="2181"/>
                    <a:pt x="74" y="2189"/>
                  </a:cubicBezTo>
                  <a:cubicBezTo>
                    <a:pt x="1" y="2197"/>
                    <a:pt x="1" y="2213"/>
                    <a:pt x="139" y="2213"/>
                  </a:cubicBezTo>
                  <a:cubicBezTo>
                    <a:pt x="212" y="2197"/>
                    <a:pt x="212" y="2197"/>
                    <a:pt x="203" y="2181"/>
                  </a:cubicBezTo>
                  <a:close/>
                  <a:moveTo>
                    <a:pt x="2344" y="1030"/>
                  </a:move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57" y="1440"/>
                    <a:pt x="2361" y="1481"/>
                    <a:pt x="2366" y="1481"/>
                  </a:cubicBezTo>
                  <a:cubicBezTo>
                    <a:pt x="2370" y="1481"/>
                    <a:pt x="2373" y="1460"/>
                    <a:pt x="2376" y="1403"/>
                  </a:cubicBezTo>
                  <a:cubicBezTo>
                    <a:pt x="2376" y="1386"/>
                    <a:pt x="2376" y="1362"/>
                    <a:pt x="2384" y="1338"/>
                  </a:cubicBezTo>
                  <a:cubicBezTo>
                    <a:pt x="2384" y="1362"/>
                    <a:pt x="2384" y="1386"/>
                    <a:pt x="2384" y="1411"/>
                  </a:cubicBezTo>
                  <a:cubicBezTo>
                    <a:pt x="2376" y="1476"/>
                    <a:pt x="2393" y="1476"/>
                    <a:pt x="2401" y="1484"/>
                  </a:cubicBezTo>
                  <a:cubicBezTo>
                    <a:pt x="2417" y="1492"/>
                    <a:pt x="2425" y="1492"/>
                    <a:pt x="2409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1" y="1586"/>
                    <a:pt x="2419" y="1576"/>
                    <a:pt x="2427" y="1576"/>
                  </a:cubicBezTo>
                  <a:cubicBezTo>
                    <a:pt x="2431" y="1576"/>
                    <a:pt x="2436" y="1578"/>
                    <a:pt x="2441" y="1581"/>
                  </a:cubicBezTo>
                  <a:cubicBezTo>
                    <a:pt x="2443" y="1583"/>
                    <a:pt x="2446" y="1585"/>
                    <a:pt x="2449" y="1585"/>
                  </a:cubicBezTo>
                  <a:cubicBezTo>
                    <a:pt x="2458" y="1585"/>
                    <a:pt x="2472" y="1572"/>
                    <a:pt x="2490" y="1524"/>
                  </a:cubicBezTo>
                  <a:lnTo>
                    <a:pt x="2498" y="1532"/>
                  </a:lnTo>
                  <a:cubicBezTo>
                    <a:pt x="2466" y="1597"/>
                    <a:pt x="2474" y="1597"/>
                    <a:pt x="2474" y="1597"/>
                  </a:cubicBezTo>
                  <a:cubicBezTo>
                    <a:pt x="2499" y="1553"/>
                    <a:pt x="2509" y="1548"/>
                    <a:pt x="2513" y="1548"/>
                  </a:cubicBezTo>
                  <a:cubicBezTo>
                    <a:pt x="2514" y="1548"/>
                    <a:pt x="2514" y="1549"/>
                    <a:pt x="2514" y="1549"/>
                  </a:cubicBezTo>
                  <a:cubicBezTo>
                    <a:pt x="2482" y="1605"/>
                    <a:pt x="2482" y="1605"/>
                    <a:pt x="2482" y="1605"/>
                  </a:cubicBezTo>
                  <a:cubicBezTo>
                    <a:pt x="2482" y="1608"/>
                    <a:pt x="2482" y="1609"/>
                    <a:pt x="2484" y="1609"/>
                  </a:cubicBezTo>
                  <a:cubicBezTo>
                    <a:pt x="2488" y="1609"/>
                    <a:pt x="2499" y="1598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9" y="1565"/>
                    <a:pt x="2498" y="1630"/>
                  </a:cubicBezTo>
                  <a:cubicBezTo>
                    <a:pt x="2488" y="1647"/>
                    <a:pt x="2485" y="1653"/>
                    <a:pt x="2486" y="1653"/>
                  </a:cubicBezTo>
                  <a:cubicBezTo>
                    <a:pt x="2490" y="1653"/>
                    <a:pt x="2518" y="1615"/>
                    <a:pt x="2547" y="1581"/>
                  </a:cubicBezTo>
                  <a:lnTo>
                    <a:pt x="2547" y="1581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14" y="1646"/>
                  </a:lnTo>
                  <a:cubicBezTo>
                    <a:pt x="2538" y="1612"/>
                    <a:pt x="2551" y="1602"/>
                    <a:pt x="2559" y="1602"/>
                  </a:cubicBezTo>
                  <a:cubicBezTo>
                    <a:pt x="2564" y="1602"/>
                    <a:pt x="2568" y="1607"/>
                    <a:pt x="2571" y="1613"/>
                  </a:cubicBezTo>
                  <a:cubicBezTo>
                    <a:pt x="2575" y="1621"/>
                    <a:pt x="2577" y="1627"/>
                    <a:pt x="2583" y="1627"/>
                  </a:cubicBezTo>
                  <a:cubicBezTo>
                    <a:pt x="2591" y="1627"/>
                    <a:pt x="2605" y="1619"/>
                    <a:pt x="2636" y="1597"/>
                  </a:cubicBezTo>
                  <a:cubicBezTo>
                    <a:pt x="2658" y="1575"/>
                    <a:pt x="2670" y="1565"/>
                    <a:pt x="2672" y="1565"/>
                  </a:cubicBezTo>
                  <a:cubicBezTo>
                    <a:pt x="2674" y="1565"/>
                    <a:pt x="2662" y="1579"/>
                    <a:pt x="2636" y="1605"/>
                  </a:cubicBezTo>
                  <a:cubicBezTo>
                    <a:pt x="2541" y="1695"/>
                    <a:pt x="2504" y="1726"/>
                    <a:pt x="2506" y="1726"/>
                  </a:cubicBezTo>
                  <a:cubicBezTo>
                    <a:pt x="2507" y="1726"/>
                    <a:pt x="2519" y="1717"/>
                    <a:pt x="2539" y="1703"/>
                  </a:cubicBezTo>
                  <a:cubicBezTo>
                    <a:pt x="2539" y="1703"/>
                    <a:pt x="2587" y="1662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cubicBezTo>
                    <a:pt x="2726" y="1565"/>
                    <a:pt x="2699" y="1587"/>
                    <a:pt x="2644" y="1630"/>
                  </a:cubicBezTo>
                  <a:cubicBezTo>
                    <a:pt x="2591" y="1666"/>
                    <a:pt x="2579" y="1682"/>
                    <a:pt x="2595" y="1682"/>
                  </a:cubicBezTo>
                  <a:cubicBezTo>
                    <a:pt x="2611" y="1682"/>
                    <a:pt x="2656" y="1666"/>
                    <a:pt x="2717" y="1638"/>
                  </a:cubicBezTo>
                  <a:lnTo>
                    <a:pt x="2717" y="1638"/>
                  </a:lnTo>
                  <a:lnTo>
                    <a:pt x="2660" y="1670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6" y="1692"/>
                    <a:pt x="2673" y="1692"/>
                  </a:cubicBezTo>
                  <a:cubicBezTo>
                    <a:pt x="2686" y="1692"/>
                    <a:pt x="2649" y="1719"/>
                    <a:pt x="2611" y="1735"/>
                  </a:cubicBezTo>
                  <a:cubicBezTo>
                    <a:pt x="2547" y="1759"/>
                    <a:pt x="2547" y="1759"/>
                    <a:pt x="2547" y="1759"/>
                  </a:cubicBezTo>
                  <a:cubicBezTo>
                    <a:pt x="2585" y="1747"/>
                    <a:pt x="2605" y="1742"/>
                    <a:pt x="2614" y="1742"/>
                  </a:cubicBezTo>
                  <a:cubicBezTo>
                    <a:pt x="2632" y="1742"/>
                    <a:pt x="2591" y="1765"/>
                    <a:pt x="2547" y="1776"/>
                  </a:cubicBezTo>
                  <a:lnTo>
                    <a:pt x="2547" y="1784"/>
                  </a:lnTo>
                  <a:cubicBezTo>
                    <a:pt x="2586" y="1769"/>
                    <a:pt x="2601" y="1766"/>
                    <a:pt x="2607" y="1766"/>
                  </a:cubicBezTo>
                  <a:cubicBezTo>
                    <a:pt x="2611" y="1766"/>
                    <a:pt x="2611" y="1768"/>
                    <a:pt x="2611" y="1768"/>
                  </a:cubicBezTo>
                  <a:cubicBezTo>
                    <a:pt x="2611" y="1771"/>
                    <a:pt x="2611" y="1773"/>
                    <a:pt x="2616" y="1773"/>
                  </a:cubicBezTo>
                  <a:cubicBezTo>
                    <a:pt x="2621" y="1773"/>
                    <a:pt x="2635" y="1769"/>
                    <a:pt x="2668" y="1759"/>
                  </a:cubicBezTo>
                  <a:cubicBezTo>
                    <a:pt x="2709" y="1743"/>
                    <a:pt x="2757" y="1735"/>
                    <a:pt x="2798" y="1727"/>
                  </a:cubicBezTo>
                  <a:lnTo>
                    <a:pt x="2798" y="1727"/>
                  </a:lnTo>
                  <a:lnTo>
                    <a:pt x="2733" y="1743"/>
                  </a:lnTo>
                  <a:cubicBezTo>
                    <a:pt x="2668" y="1759"/>
                    <a:pt x="2676" y="1768"/>
                    <a:pt x="2668" y="1776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6"/>
                    <a:pt x="2603" y="1824"/>
                    <a:pt x="2668" y="1824"/>
                  </a:cubicBezTo>
                  <a:lnTo>
                    <a:pt x="2668" y="1832"/>
                  </a:lnTo>
                  <a:cubicBezTo>
                    <a:pt x="2539" y="1840"/>
                    <a:pt x="2539" y="1840"/>
                    <a:pt x="2660" y="1840"/>
                  </a:cubicBezTo>
                  <a:cubicBezTo>
                    <a:pt x="2595" y="1840"/>
                    <a:pt x="2595" y="1849"/>
                    <a:pt x="2595" y="1849"/>
                  </a:cubicBezTo>
                  <a:cubicBezTo>
                    <a:pt x="2647" y="1849"/>
                    <a:pt x="2658" y="1859"/>
                    <a:pt x="2626" y="1859"/>
                  </a:cubicBezTo>
                  <a:cubicBezTo>
                    <a:pt x="2619" y="1859"/>
                    <a:pt x="2608" y="1858"/>
                    <a:pt x="2595" y="1857"/>
                  </a:cubicBezTo>
                  <a:lnTo>
                    <a:pt x="2595" y="1857"/>
                  </a:lnTo>
                  <a:cubicBezTo>
                    <a:pt x="2660" y="1865"/>
                    <a:pt x="2652" y="1873"/>
                    <a:pt x="2652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74" y="1889"/>
                    <a:pt x="2774" y="1897"/>
                    <a:pt x="2774" y="1897"/>
                  </a:cubicBezTo>
                  <a:cubicBezTo>
                    <a:pt x="2733" y="1889"/>
                    <a:pt x="2693" y="1889"/>
                    <a:pt x="2652" y="1881"/>
                  </a:cubicBezTo>
                  <a:cubicBezTo>
                    <a:pt x="2629" y="1875"/>
                    <a:pt x="2614" y="1873"/>
                    <a:pt x="2610" y="1873"/>
                  </a:cubicBezTo>
                  <a:cubicBezTo>
                    <a:pt x="2602" y="1873"/>
                    <a:pt x="2630" y="1882"/>
                    <a:pt x="2709" y="1897"/>
                  </a:cubicBezTo>
                  <a:cubicBezTo>
                    <a:pt x="2689" y="1894"/>
                    <a:pt x="2668" y="1892"/>
                    <a:pt x="2652" y="1889"/>
                  </a:cubicBezTo>
                  <a:lnTo>
                    <a:pt x="2652" y="1889"/>
                  </a:lnTo>
                  <a:cubicBezTo>
                    <a:pt x="2651" y="1891"/>
                    <a:pt x="2651" y="1898"/>
                    <a:pt x="2709" y="1905"/>
                  </a:cubicBezTo>
                  <a:lnTo>
                    <a:pt x="2701" y="1913"/>
                  </a:lnTo>
                  <a:cubicBezTo>
                    <a:pt x="2636" y="1905"/>
                    <a:pt x="2636" y="1905"/>
                    <a:pt x="2636" y="1905"/>
                  </a:cubicBezTo>
                  <a:lnTo>
                    <a:pt x="2636" y="1905"/>
                  </a:lnTo>
                  <a:cubicBezTo>
                    <a:pt x="2674" y="1915"/>
                    <a:pt x="2690" y="1919"/>
                    <a:pt x="2683" y="1919"/>
                  </a:cubicBezTo>
                  <a:cubicBezTo>
                    <a:pt x="2678" y="1919"/>
                    <a:pt x="2663" y="1917"/>
                    <a:pt x="2636" y="1913"/>
                  </a:cubicBezTo>
                  <a:cubicBezTo>
                    <a:pt x="2609" y="1907"/>
                    <a:pt x="2593" y="1903"/>
                    <a:pt x="2593" y="1903"/>
                  </a:cubicBezTo>
                  <a:cubicBezTo>
                    <a:pt x="2592" y="1903"/>
                    <a:pt x="2621" y="1911"/>
                    <a:pt x="2693" y="1930"/>
                  </a:cubicBezTo>
                  <a:cubicBezTo>
                    <a:pt x="2733" y="1940"/>
                    <a:pt x="2748" y="1947"/>
                    <a:pt x="2738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cubicBezTo>
                    <a:pt x="2590" y="1911"/>
                    <a:pt x="2604" y="1915"/>
                    <a:pt x="2628" y="1922"/>
                  </a:cubicBezTo>
                  <a:cubicBezTo>
                    <a:pt x="2693" y="1946"/>
                    <a:pt x="2684" y="1946"/>
                    <a:pt x="2684" y="1946"/>
                  </a:cubicBezTo>
                  <a:cubicBezTo>
                    <a:pt x="2668" y="1941"/>
                    <a:pt x="2656" y="1939"/>
                    <a:pt x="2647" y="1939"/>
                  </a:cubicBezTo>
                  <a:cubicBezTo>
                    <a:pt x="2626" y="1939"/>
                    <a:pt x="2623" y="1951"/>
                    <a:pt x="2611" y="1962"/>
                  </a:cubicBezTo>
                  <a:cubicBezTo>
                    <a:pt x="2611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90" y="2054"/>
                  </a:cubicBezTo>
                  <a:cubicBezTo>
                    <a:pt x="2785" y="2054"/>
                    <a:pt x="2752" y="2040"/>
                    <a:pt x="2717" y="2027"/>
                  </a:cubicBezTo>
                  <a:lnTo>
                    <a:pt x="2717" y="2027"/>
                  </a:lnTo>
                  <a:cubicBezTo>
                    <a:pt x="2776" y="2056"/>
                    <a:pt x="2804" y="2071"/>
                    <a:pt x="2802" y="2071"/>
                  </a:cubicBezTo>
                  <a:cubicBezTo>
                    <a:pt x="2800" y="2071"/>
                    <a:pt x="2771" y="2058"/>
                    <a:pt x="2717" y="2035"/>
                  </a:cubicBezTo>
                  <a:cubicBezTo>
                    <a:pt x="2689" y="2019"/>
                    <a:pt x="2674" y="2011"/>
                    <a:pt x="2673" y="2011"/>
                  </a:cubicBezTo>
                  <a:cubicBezTo>
                    <a:pt x="2672" y="2011"/>
                    <a:pt x="2684" y="2019"/>
                    <a:pt x="2709" y="2035"/>
                  </a:cubicBezTo>
                  <a:cubicBezTo>
                    <a:pt x="2739" y="2052"/>
                    <a:pt x="2753" y="2061"/>
                    <a:pt x="2751" y="2061"/>
                  </a:cubicBezTo>
                  <a:cubicBezTo>
                    <a:pt x="2749" y="2061"/>
                    <a:pt x="2735" y="2054"/>
                    <a:pt x="2709" y="2043"/>
                  </a:cubicBezTo>
                  <a:cubicBezTo>
                    <a:pt x="2687" y="2031"/>
                    <a:pt x="2665" y="2019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cubicBezTo>
                    <a:pt x="2628" y="2001"/>
                    <a:pt x="2636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3" y="2008"/>
                    <a:pt x="2595" y="1986"/>
                  </a:cubicBezTo>
                  <a:cubicBezTo>
                    <a:pt x="2579" y="1977"/>
                    <a:pt x="2571" y="1973"/>
                    <a:pt x="2570" y="1973"/>
                  </a:cubicBezTo>
                  <a:cubicBezTo>
                    <a:pt x="2567" y="1973"/>
                    <a:pt x="2603" y="1998"/>
                    <a:pt x="2644" y="2027"/>
                  </a:cubicBezTo>
                  <a:cubicBezTo>
                    <a:pt x="2697" y="2063"/>
                    <a:pt x="2721" y="2082"/>
                    <a:pt x="2719" y="2082"/>
                  </a:cubicBezTo>
                  <a:cubicBezTo>
                    <a:pt x="2717" y="2082"/>
                    <a:pt x="2689" y="2063"/>
                    <a:pt x="2636" y="2027"/>
                  </a:cubicBezTo>
                  <a:cubicBezTo>
                    <a:pt x="2599" y="2004"/>
                    <a:pt x="2581" y="1994"/>
                    <a:pt x="2578" y="1994"/>
                  </a:cubicBezTo>
                  <a:cubicBezTo>
                    <a:pt x="2571" y="1994"/>
                    <a:pt x="2616" y="2028"/>
                    <a:pt x="2684" y="2076"/>
                  </a:cubicBezTo>
                  <a:cubicBezTo>
                    <a:pt x="2743" y="2119"/>
                    <a:pt x="2766" y="2137"/>
                    <a:pt x="2765" y="2137"/>
                  </a:cubicBezTo>
                  <a:cubicBezTo>
                    <a:pt x="2764" y="2137"/>
                    <a:pt x="2753" y="2129"/>
                    <a:pt x="2733" y="2116"/>
                  </a:cubicBezTo>
                  <a:cubicBezTo>
                    <a:pt x="2693" y="2087"/>
                    <a:pt x="2681" y="2083"/>
                    <a:pt x="2678" y="2083"/>
                  </a:cubicBezTo>
                  <a:cubicBezTo>
                    <a:pt x="2676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1"/>
                  </a:cubicBezTo>
                  <a:lnTo>
                    <a:pt x="2620" y="2051"/>
                  </a:lnTo>
                  <a:cubicBezTo>
                    <a:pt x="2620" y="2051"/>
                    <a:pt x="2620" y="2051"/>
                    <a:pt x="2668" y="2092"/>
                  </a:cubicBezTo>
                  <a:cubicBezTo>
                    <a:pt x="2710" y="2126"/>
                    <a:pt x="2722" y="2142"/>
                    <a:pt x="2714" y="2142"/>
                  </a:cubicBezTo>
                  <a:cubicBezTo>
                    <a:pt x="2704" y="2142"/>
                    <a:pt x="2659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08" y="2164"/>
                    <a:pt x="2748" y="2204"/>
                    <a:pt x="2746" y="2204"/>
                  </a:cubicBezTo>
                  <a:cubicBezTo>
                    <a:pt x="2745" y="2204"/>
                    <a:pt x="2729" y="2190"/>
                    <a:pt x="2693" y="2157"/>
                  </a:cubicBezTo>
                  <a:lnTo>
                    <a:pt x="2644" y="2116"/>
                  </a:lnTo>
                  <a:lnTo>
                    <a:pt x="2644" y="2116"/>
                  </a:lnTo>
                  <a:cubicBezTo>
                    <a:pt x="2682" y="2151"/>
                    <a:pt x="2695" y="2166"/>
                    <a:pt x="2692" y="2166"/>
                  </a:cubicBezTo>
                  <a:cubicBezTo>
                    <a:pt x="2687" y="2166"/>
                    <a:pt x="2641" y="2130"/>
                    <a:pt x="2587" y="2076"/>
                  </a:cubicBezTo>
                  <a:lnTo>
                    <a:pt x="2587" y="2076"/>
                  </a:lnTo>
                  <a:cubicBezTo>
                    <a:pt x="2620" y="2108"/>
                    <a:pt x="2644" y="2140"/>
                    <a:pt x="2676" y="2173"/>
                  </a:cubicBezTo>
                  <a:cubicBezTo>
                    <a:pt x="2668" y="2173"/>
                    <a:pt x="2668" y="2173"/>
                    <a:pt x="2620" y="2132"/>
                  </a:cubicBezTo>
                  <a:cubicBezTo>
                    <a:pt x="2591" y="2098"/>
                    <a:pt x="2558" y="2067"/>
                    <a:pt x="2556" y="2067"/>
                  </a:cubicBezTo>
                  <a:cubicBezTo>
                    <a:pt x="2555" y="2067"/>
                    <a:pt x="2559" y="2072"/>
                    <a:pt x="2571" y="2084"/>
                  </a:cubicBezTo>
                  <a:cubicBezTo>
                    <a:pt x="2571" y="2084"/>
                    <a:pt x="2571" y="2084"/>
                    <a:pt x="2570" y="2084"/>
                  </a:cubicBezTo>
                  <a:cubicBezTo>
                    <a:pt x="2568" y="2084"/>
                    <a:pt x="2559" y="2080"/>
                    <a:pt x="2522" y="2043"/>
                  </a:cubicBezTo>
                  <a:lnTo>
                    <a:pt x="2522" y="2043"/>
                  </a:lnTo>
                  <a:cubicBezTo>
                    <a:pt x="2544" y="2070"/>
                    <a:pt x="2552" y="2084"/>
                    <a:pt x="2548" y="2084"/>
                  </a:cubicBezTo>
                  <a:cubicBezTo>
                    <a:pt x="2545" y="2084"/>
                    <a:pt x="2533" y="2074"/>
                    <a:pt x="2514" y="2051"/>
                  </a:cubicBezTo>
                  <a:lnTo>
                    <a:pt x="2514" y="2051"/>
                  </a:lnTo>
                  <a:cubicBezTo>
                    <a:pt x="2514" y="2051"/>
                    <a:pt x="2514" y="2052"/>
                    <a:pt x="2547" y="2100"/>
                  </a:cubicBezTo>
                  <a:cubicBezTo>
                    <a:pt x="2547" y="2102"/>
                    <a:pt x="2546" y="2104"/>
                    <a:pt x="2544" y="2104"/>
                  </a:cubicBezTo>
                  <a:cubicBezTo>
                    <a:pt x="2540" y="2104"/>
                    <a:pt x="2530" y="2092"/>
                    <a:pt x="2506" y="2051"/>
                  </a:cubicBezTo>
                  <a:cubicBezTo>
                    <a:pt x="2486" y="2027"/>
                    <a:pt x="2476" y="2015"/>
                    <a:pt x="2475" y="2015"/>
                  </a:cubicBezTo>
                  <a:cubicBezTo>
                    <a:pt x="2474" y="2015"/>
                    <a:pt x="2482" y="2027"/>
                    <a:pt x="2498" y="2051"/>
                  </a:cubicBezTo>
                  <a:cubicBezTo>
                    <a:pt x="2539" y="2108"/>
                    <a:pt x="2539" y="2108"/>
                    <a:pt x="2530" y="2108"/>
                  </a:cubicBezTo>
                  <a:cubicBezTo>
                    <a:pt x="2563" y="2165"/>
                    <a:pt x="2563" y="2165"/>
                    <a:pt x="2563" y="2165"/>
                  </a:cubicBezTo>
                  <a:cubicBezTo>
                    <a:pt x="2547" y="2149"/>
                    <a:pt x="2530" y="2132"/>
                    <a:pt x="2514" y="2108"/>
                  </a:cubicBezTo>
                  <a:lnTo>
                    <a:pt x="2514" y="2108"/>
                  </a:lnTo>
                  <a:cubicBezTo>
                    <a:pt x="2506" y="2116"/>
                    <a:pt x="2506" y="2116"/>
                    <a:pt x="2547" y="2165"/>
                  </a:cubicBezTo>
                  <a:cubicBezTo>
                    <a:pt x="2547" y="2165"/>
                    <a:pt x="2563" y="2193"/>
                    <a:pt x="2558" y="2193"/>
                  </a:cubicBezTo>
                  <a:cubicBezTo>
                    <a:pt x="2556" y="2193"/>
                    <a:pt x="2551" y="2188"/>
                    <a:pt x="2539" y="2173"/>
                  </a:cubicBezTo>
                  <a:cubicBezTo>
                    <a:pt x="2539" y="2173"/>
                    <a:pt x="2503" y="2123"/>
                    <a:pt x="2492" y="2123"/>
                  </a:cubicBezTo>
                  <a:cubicBezTo>
                    <a:pt x="2491" y="2123"/>
                    <a:pt x="2490" y="2124"/>
                    <a:pt x="2490" y="2124"/>
                  </a:cubicBezTo>
                  <a:cubicBezTo>
                    <a:pt x="2482" y="2124"/>
                    <a:pt x="2482" y="2124"/>
                    <a:pt x="2514" y="2181"/>
                  </a:cubicBezTo>
                  <a:cubicBezTo>
                    <a:pt x="2543" y="2239"/>
                    <a:pt x="2557" y="2269"/>
                    <a:pt x="2556" y="2269"/>
                  </a:cubicBezTo>
                  <a:cubicBezTo>
                    <a:pt x="2554" y="2269"/>
                    <a:pt x="2538" y="2241"/>
                    <a:pt x="2506" y="2181"/>
                  </a:cubicBezTo>
                  <a:cubicBezTo>
                    <a:pt x="2474" y="2116"/>
                    <a:pt x="2460" y="2089"/>
                    <a:pt x="2458" y="2089"/>
                  </a:cubicBezTo>
                  <a:cubicBezTo>
                    <a:pt x="2457" y="2089"/>
                    <a:pt x="2463" y="2104"/>
                    <a:pt x="2474" y="2132"/>
                  </a:cubicBezTo>
                  <a:cubicBezTo>
                    <a:pt x="2498" y="2189"/>
                    <a:pt x="2498" y="2189"/>
                    <a:pt x="2498" y="2189"/>
                  </a:cubicBezTo>
                  <a:cubicBezTo>
                    <a:pt x="2482" y="2161"/>
                    <a:pt x="2474" y="2147"/>
                    <a:pt x="2473" y="2147"/>
                  </a:cubicBezTo>
                  <a:cubicBezTo>
                    <a:pt x="2472" y="2147"/>
                    <a:pt x="2478" y="2161"/>
                    <a:pt x="2490" y="2189"/>
                  </a:cubicBezTo>
                  <a:cubicBezTo>
                    <a:pt x="2482" y="2189"/>
                    <a:pt x="2482" y="2189"/>
                    <a:pt x="2457" y="2132"/>
                  </a:cubicBezTo>
                  <a:lnTo>
                    <a:pt x="2457" y="2132"/>
                  </a:lnTo>
                  <a:cubicBezTo>
                    <a:pt x="2475" y="2184"/>
                    <a:pt x="2477" y="2204"/>
                    <a:pt x="2473" y="2204"/>
                  </a:cubicBezTo>
                  <a:cubicBezTo>
                    <a:pt x="2466" y="2204"/>
                    <a:pt x="2447" y="2169"/>
                    <a:pt x="2433" y="2132"/>
                  </a:cubicBezTo>
                  <a:lnTo>
                    <a:pt x="2433" y="2132"/>
                  </a:lnTo>
                  <a:cubicBezTo>
                    <a:pt x="2433" y="2157"/>
                    <a:pt x="2441" y="2173"/>
                    <a:pt x="2449" y="2197"/>
                  </a:cubicBezTo>
                  <a:cubicBezTo>
                    <a:pt x="2466" y="2258"/>
                    <a:pt x="2472" y="2288"/>
                    <a:pt x="2470" y="2288"/>
                  </a:cubicBezTo>
                  <a:cubicBezTo>
                    <a:pt x="2468" y="2288"/>
                    <a:pt x="2458" y="2260"/>
                    <a:pt x="2443" y="2203"/>
                  </a:cubicBezTo>
                  <a:lnTo>
                    <a:pt x="2443" y="2203"/>
                  </a:lnTo>
                  <a:cubicBezTo>
                    <a:pt x="2448" y="2224"/>
                    <a:pt x="2447" y="2236"/>
                    <a:pt x="2443" y="2236"/>
                  </a:cubicBezTo>
                  <a:cubicBezTo>
                    <a:pt x="2437" y="2236"/>
                    <a:pt x="2423" y="2207"/>
                    <a:pt x="2409" y="2132"/>
                  </a:cubicBezTo>
                  <a:cubicBezTo>
                    <a:pt x="2404" y="2101"/>
                    <a:pt x="2397" y="2066"/>
                    <a:pt x="2392" y="2042"/>
                  </a:cubicBezTo>
                  <a:lnTo>
                    <a:pt x="2392" y="2042"/>
                  </a:lnTo>
                  <a:cubicBezTo>
                    <a:pt x="2393" y="2051"/>
                    <a:pt x="2393" y="2060"/>
                    <a:pt x="2393" y="2068"/>
                  </a:cubicBezTo>
                  <a:cubicBezTo>
                    <a:pt x="2409" y="2132"/>
                    <a:pt x="2401" y="2132"/>
                    <a:pt x="2401" y="2132"/>
                  </a:cubicBezTo>
                  <a:cubicBezTo>
                    <a:pt x="2393" y="2132"/>
                    <a:pt x="2393" y="2197"/>
                    <a:pt x="2384" y="2197"/>
                  </a:cubicBezTo>
                  <a:cubicBezTo>
                    <a:pt x="2384" y="2189"/>
                    <a:pt x="2376" y="2189"/>
                    <a:pt x="2368" y="2132"/>
                  </a:cubicBezTo>
                  <a:cubicBezTo>
                    <a:pt x="2368" y="2132"/>
                    <a:pt x="2368" y="2132"/>
                    <a:pt x="2367" y="2132"/>
                  </a:cubicBezTo>
                  <a:cubicBezTo>
                    <a:pt x="2365" y="2132"/>
                    <a:pt x="2360" y="2137"/>
                    <a:pt x="2360" y="2189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89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8"/>
                    <a:pt x="2344" y="2162"/>
                    <a:pt x="2341" y="2162"/>
                  </a:cubicBezTo>
                  <a:cubicBezTo>
                    <a:pt x="2340" y="2162"/>
                    <a:pt x="2338" y="2170"/>
                    <a:pt x="2336" y="2189"/>
                  </a:cubicBezTo>
                  <a:cubicBezTo>
                    <a:pt x="2336" y="2237"/>
                    <a:pt x="2336" y="2250"/>
                    <a:pt x="2333" y="2250"/>
                  </a:cubicBezTo>
                  <a:cubicBezTo>
                    <a:pt x="2331" y="2250"/>
                    <a:pt x="2330" y="2248"/>
                    <a:pt x="2328" y="2246"/>
                  </a:cubicBezTo>
                  <a:cubicBezTo>
                    <a:pt x="2323" y="2206"/>
                    <a:pt x="2293" y="2182"/>
                    <a:pt x="2266" y="2182"/>
                  </a:cubicBezTo>
                  <a:cubicBezTo>
                    <a:pt x="2248" y="2182"/>
                    <a:pt x="2232" y="2191"/>
                    <a:pt x="2222" y="2213"/>
                  </a:cubicBezTo>
                  <a:lnTo>
                    <a:pt x="2214" y="2213"/>
                  </a:lnTo>
                  <a:lnTo>
                    <a:pt x="2206" y="2205"/>
                  </a:lnTo>
                  <a:cubicBezTo>
                    <a:pt x="2227" y="2152"/>
                    <a:pt x="2233" y="2133"/>
                    <a:pt x="2230" y="2133"/>
                  </a:cubicBezTo>
                  <a:cubicBezTo>
                    <a:pt x="2226" y="2133"/>
                    <a:pt x="2208" y="2165"/>
                    <a:pt x="2190" y="2197"/>
                  </a:cubicBezTo>
                  <a:cubicBezTo>
                    <a:pt x="2157" y="2254"/>
                    <a:pt x="2157" y="2254"/>
                    <a:pt x="2157" y="2254"/>
                  </a:cubicBezTo>
                  <a:cubicBezTo>
                    <a:pt x="2187" y="2179"/>
                    <a:pt x="2199" y="2151"/>
                    <a:pt x="2196" y="2151"/>
                  </a:cubicBezTo>
                  <a:cubicBezTo>
                    <a:pt x="2194" y="2151"/>
                    <a:pt x="2186" y="2162"/>
                    <a:pt x="2174" y="2181"/>
                  </a:cubicBezTo>
                  <a:cubicBezTo>
                    <a:pt x="2141" y="2238"/>
                    <a:pt x="2125" y="2266"/>
                    <a:pt x="2124" y="2266"/>
                  </a:cubicBezTo>
                  <a:cubicBezTo>
                    <a:pt x="2123" y="2266"/>
                    <a:pt x="2137" y="2238"/>
                    <a:pt x="2166" y="2181"/>
                  </a:cubicBezTo>
                  <a:cubicBezTo>
                    <a:pt x="2195" y="2129"/>
                    <a:pt x="2210" y="2101"/>
                    <a:pt x="2207" y="2101"/>
                  </a:cubicBezTo>
                  <a:cubicBezTo>
                    <a:pt x="2205" y="2101"/>
                    <a:pt x="2178" y="2141"/>
                    <a:pt x="2125" y="2230"/>
                  </a:cubicBezTo>
                  <a:cubicBezTo>
                    <a:pt x="2109" y="2253"/>
                    <a:pt x="2101" y="2265"/>
                    <a:pt x="2100" y="2265"/>
                  </a:cubicBezTo>
                  <a:cubicBezTo>
                    <a:pt x="2098" y="2265"/>
                    <a:pt x="2104" y="2251"/>
                    <a:pt x="2117" y="2222"/>
                  </a:cubicBezTo>
                  <a:cubicBezTo>
                    <a:pt x="2130" y="2198"/>
                    <a:pt x="2141" y="2179"/>
                    <a:pt x="2149" y="2165"/>
                  </a:cubicBezTo>
                  <a:lnTo>
                    <a:pt x="2149" y="2165"/>
                  </a:lnTo>
                  <a:cubicBezTo>
                    <a:pt x="2114" y="2217"/>
                    <a:pt x="2095" y="2243"/>
                    <a:pt x="2094" y="2243"/>
                  </a:cubicBezTo>
                  <a:cubicBezTo>
                    <a:pt x="2092" y="2243"/>
                    <a:pt x="2108" y="2215"/>
                    <a:pt x="2141" y="2157"/>
                  </a:cubicBezTo>
                  <a:cubicBezTo>
                    <a:pt x="2173" y="2104"/>
                    <a:pt x="2192" y="2078"/>
                    <a:pt x="2192" y="2078"/>
                  </a:cubicBezTo>
                  <a:lnTo>
                    <a:pt x="2192" y="2078"/>
                  </a:lnTo>
                  <a:cubicBezTo>
                    <a:pt x="2192" y="2078"/>
                    <a:pt x="2173" y="2104"/>
                    <a:pt x="2133" y="2157"/>
                  </a:cubicBezTo>
                  <a:cubicBezTo>
                    <a:pt x="2099" y="2205"/>
                    <a:pt x="2078" y="2228"/>
                    <a:pt x="2072" y="2228"/>
                  </a:cubicBezTo>
                  <a:cubicBezTo>
                    <a:pt x="2066" y="2228"/>
                    <a:pt x="2081" y="2197"/>
                    <a:pt x="2125" y="2140"/>
                  </a:cubicBezTo>
                  <a:cubicBezTo>
                    <a:pt x="2120" y="2140"/>
                    <a:pt x="2136" y="2115"/>
                    <a:pt x="2135" y="2115"/>
                  </a:cubicBezTo>
                  <a:lnTo>
                    <a:pt x="2135" y="2115"/>
                  </a:lnTo>
                  <a:cubicBezTo>
                    <a:pt x="2135" y="2115"/>
                    <a:pt x="2130" y="2122"/>
                    <a:pt x="2117" y="2140"/>
                  </a:cubicBezTo>
                  <a:lnTo>
                    <a:pt x="2157" y="2084"/>
                  </a:lnTo>
                  <a:lnTo>
                    <a:pt x="2117" y="2132"/>
                  </a:lnTo>
                  <a:cubicBezTo>
                    <a:pt x="2109" y="2132"/>
                    <a:pt x="2141" y="2068"/>
                    <a:pt x="2133" y="2051"/>
                  </a:cubicBezTo>
                  <a:cubicBezTo>
                    <a:pt x="2130" y="2044"/>
                    <a:pt x="2128" y="2039"/>
                    <a:pt x="2122" y="2039"/>
                  </a:cubicBezTo>
                  <a:cubicBezTo>
                    <a:pt x="2116" y="2039"/>
                    <a:pt x="2104" y="2048"/>
                    <a:pt x="2076" y="2076"/>
                  </a:cubicBezTo>
                  <a:cubicBezTo>
                    <a:pt x="2030" y="2114"/>
                    <a:pt x="2004" y="2133"/>
                    <a:pt x="2000" y="2133"/>
                  </a:cubicBezTo>
                  <a:cubicBezTo>
                    <a:pt x="1995" y="2133"/>
                    <a:pt x="2017" y="2110"/>
                    <a:pt x="2068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1"/>
                    <a:pt x="2117" y="2011"/>
                    <a:pt x="2166" y="1970"/>
                  </a:cubicBezTo>
                  <a:lnTo>
                    <a:pt x="2166" y="1970"/>
                  </a:lnTo>
                  <a:cubicBezTo>
                    <a:pt x="2115" y="2005"/>
                    <a:pt x="2087" y="2018"/>
                    <a:pt x="2076" y="2018"/>
                  </a:cubicBezTo>
                  <a:cubicBezTo>
                    <a:pt x="2065" y="2018"/>
                    <a:pt x="2075" y="2003"/>
                    <a:pt x="2101" y="1986"/>
                  </a:cubicBezTo>
                  <a:cubicBezTo>
                    <a:pt x="2101" y="1983"/>
                    <a:pt x="2101" y="1982"/>
                    <a:pt x="2098" y="1982"/>
                  </a:cubicBezTo>
                  <a:cubicBezTo>
                    <a:pt x="2093" y="1982"/>
                    <a:pt x="2080" y="1987"/>
                    <a:pt x="2044" y="2003"/>
                  </a:cubicBezTo>
                  <a:cubicBezTo>
                    <a:pt x="2018" y="2014"/>
                    <a:pt x="2003" y="2020"/>
                    <a:pt x="2002" y="2020"/>
                  </a:cubicBezTo>
                  <a:cubicBezTo>
                    <a:pt x="1999" y="2020"/>
                    <a:pt x="2014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cubicBezTo>
                    <a:pt x="2104" y="1954"/>
                    <a:pt x="2086" y="1960"/>
                    <a:pt x="2044" y="1978"/>
                  </a:cubicBezTo>
                  <a:lnTo>
                    <a:pt x="2101" y="1954"/>
                  </a:lnTo>
                  <a:cubicBezTo>
                    <a:pt x="2120" y="1943"/>
                    <a:pt x="2126" y="1938"/>
                    <a:pt x="2123" y="1938"/>
                  </a:cubicBezTo>
                  <a:cubicBezTo>
                    <a:pt x="2117" y="1938"/>
                    <a:pt x="2078" y="1954"/>
                    <a:pt x="2036" y="1970"/>
                  </a:cubicBezTo>
                  <a:lnTo>
                    <a:pt x="2036" y="1970"/>
                  </a:lnTo>
                  <a:cubicBezTo>
                    <a:pt x="2052" y="1963"/>
                    <a:pt x="2071" y="1955"/>
                    <a:pt x="2093" y="1946"/>
                  </a:cubicBezTo>
                  <a:cubicBezTo>
                    <a:pt x="2102" y="1942"/>
                    <a:pt x="2110" y="1939"/>
                    <a:pt x="2118" y="1936"/>
                  </a:cubicBezTo>
                  <a:lnTo>
                    <a:pt x="2118" y="1936"/>
                  </a:lnTo>
                  <a:cubicBezTo>
                    <a:pt x="2093" y="1944"/>
                    <a:pt x="2074" y="1950"/>
                    <a:pt x="2070" y="1950"/>
                  </a:cubicBezTo>
                  <a:cubicBezTo>
                    <a:pt x="2067" y="1950"/>
                    <a:pt x="2073" y="1946"/>
                    <a:pt x="2093" y="1938"/>
                  </a:cubicBezTo>
                  <a:lnTo>
                    <a:pt x="2093" y="1938"/>
                  </a:lnTo>
                  <a:cubicBezTo>
                    <a:pt x="2073" y="1942"/>
                    <a:pt x="2054" y="1945"/>
                    <a:pt x="2035" y="1950"/>
                  </a:cubicBezTo>
                  <a:lnTo>
                    <a:pt x="2035" y="1950"/>
                  </a:lnTo>
                  <a:cubicBezTo>
                    <a:pt x="2030" y="1980"/>
                    <a:pt x="2006" y="1995"/>
                    <a:pt x="1984" y="1995"/>
                  </a:cubicBezTo>
                  <a:cubicBezTo>
                    <a:pt x="1971" y="1995"/>
                    <a:pt x="1958" y="1989"/>
                    <a:pt x="1949" y="1979"/>
                  </a:cubicBezTo>
                  <a:lnTo>
                    <a:pt x="1949" y="1979"/>
                  </a:lnTo>
                  <a:cubicBezTo>
                    <a:pt x="1931" y="1986"/>
                    <a:pt x="1922" y="1988"/>
                    <a:pt x="1918" y="1988"/>
                  </a:cubicBezTo>
                  <a:cubicBezTo>
                    <a:pt x="1914" y="1988"/>
                    <a:pt x="1914" y="1986"/>
                    <a:pt x="1914" y="1986"/>
                  </a:cubicBezTo>
                  <a:lnTo>
                    <a:pt x="1947" y="1976"/>
                  </a:lnTo>
                  <a:lnTo>
                    <a:pt x="1947" y="1976"/>
                  </a:lnTo>
                  <a:cubicBezTo>
                    <a:pt x="1948" y="1977"/>
                    <a:pt x="1949" y="1978"/>
                    <a:pt x="1949" y="1979"/>
                  </a:cubicBezTo>
                  <a:lnTo>
                    <a:pt x="1949" y="1979"/>
                  </a:lnTo>
                  <a:cubicBezTo>
                    <a:pt x="1955" y="1977"/>
                    <a:pt x="1963" y="1974"/>
                    <a:pt x="1971" y="1970"/>
                  </a:cubicBezTo>
                  <a:cubicBezTo>
                    <a:pt x="1992" y="1962"/>
                    <a:pt x="2014" y="1955"/>
                    <a:pt x="2035" y="1950"/>
                  </a:cubicBezTo>
                  <a:lnTo>
                    <a:pt x="2035" y="1950"/>
                  </a:lnTo>
                  <a:cubicBezTo>
                    <a:pt x="2035" y="1949"/>
                    <a:pt x="2036" y="1947"/>
                    <a:pt x="2036" y="1946"/>
                  </a:cubicBezTo>
                  <a:lnTo>
                    <a:pt x="2036" y="1946"/>
                  </a:lnTo>
                  <a:lnTo>
                    <a:pt x="1947" y="1976"/>
                  </a:lnTo>
                  <a:lnTo>
                    <a:pt x="1947" y="1976"/>
                  </a:lnTo>
                  <a:cubicBezTo>
                    <a:pt x="1942" y="1968"/>
                    <a:pt x="1939" y="1958"/>
                    <a:pt x="1939" y="1946"/>
                  </a:cubicBezTo>
                  <a:cubicBezTo>
                    <a:pt x="1939" y="1938"/>
                    <a:pt x="1940" y="1931"/>
                    <a:pt x="1943" y="1925"/>
                  </a:cubicBezTo>
                  <a:lnTo>
                    <a:pt x="1943" y="1925"/>
                  </a:lnTo>
                  <a:cubicBezTo>
                    <a:pt x="1891" y="1932"/>
                    <a:pt x="1832" y="1939"/>
                    <a:pt x="1784" y="1946"/>
                  </a:cubicBezTo>
                  <a:cubicBezTo>
                    <a:pt x="1841" y="1930"/>
                    <a:pt x="1841" y="1930"/>
                    <a:pt x="1841" y="1922"/>
                  </a:cubicBezTo>
                  <a:cubicBezTo>
                    <a:pt x="1863" y="1919"/>
                    <a:pt x="1877" y="1918"/>
                    <a:pt x="1887" y="1918"/>
                  </a:cubicBezTo>
                  <a:cubicBezTo>
                    <a:pt x="1906" y="1918"/>
                    <a:pt x="1906" y="1922"/>
                    <a:pt x="1906" y="1922"/>
                  </a:cubicBezTo>
                  <a:lnTo>
                    <a:pt x="1949" y="1916"/>
                  </a:lnTo>
                  <a:lnTo>
                    <a:pt x="1949" y="1916"/>
                  </a:lnTo>
                  <a:cubicBezTo>
                    <a:pt x="1947" y="1919"/>
                    <a:pt x="1945" y="1922"/>
                    <a:pt x="1943" y="1925"/>
                  </a:cubicBezTo>
                  <a:lnTo>
                    <a:pt x="1943" y="1925"/>
                  </a:lnTo>
                  <a:cubicBezTo>
                    <a:pt x="1972" y="1921"/>
                    <a:pt x="1999" y="1918"/>
                    <a:pt x="2022" y="1915"/>
                  </a:cubicBezTo>
                  <a:lnTo>
                    <a:pt x="2022" y="1915"/>
                  </a:lnTo>
                  <a:cubicBezTo>
                    <a:pt x="2024" y="1917"/>
                    <a:pt x="2027" y="1920"/>
                    <a:pt x="2028" y="1923"/>
                  </a:cubicBezTo>
                  <a:lnTo>
                    <a:pt x="2028" y="1923"/>
                  </a:lnTo>
                  <a:cubicBezTo>
                    <a:pt x="2031" y="1923"/>
                    <a:pt x="2033" y="1922"/>
                    <a:pt x="2036" y="1922"/>
                  </a:cubicBezTo>
                  <a:cubicBezTo>
                    <a:pt x="2092" y="1905"/>
                    <a:pt x="2093" y="1905"/>
                    <a:pt x="2093" y="1905"/>
                  </a:cubicBezTo>
                  <a:lnTo>
                    <a:pt x="2093" y="1905"/>
                  </a:lnTo>
                  <a:cubicBezTo>
                    <a:pt x="2093" y="1905"/>
                    <a:pt x="2064" y="1909"/>
                    <a:pt x="2022" y="1915"/>
                  </a:cubicBezTo>
                  <a:lnTo>
                    <a:pt x="2022" y="1915"/>
                  </a:lnTo>
                  <a:cubicBezTo>
                    <a:pt x="2018" y="1911"/>
                    <a:pt x="2014" y="1908"/>
                    <a:pt x="2010" y="1906"/>
                  </a:cubicBezTo>
                  <a:lnTo>
                    <a:pt x="2010" y="1906"/>
                  </a:lnTo>
                  <a:cubicBezTo>
                    <a:pt x="1999" y="1908"/>
                    <a:pt x="1986" y="1911"/>
                    <a:pt x="1971" y="1913"/>
                  </a:cubicBezTo>
                  <a:lnTo>
                    <a:pt x="1949" y="1916"/>
                  </a:lnTo>
                  <a:lnTo>
                    <a:pt x="1949" y="1916"/>
                  </a:lnTo>
                  <a:cubicBezTo>
                    <a:pt x="1953" y="1912"/>
                    <a:pt x="1958" y="1908"/>
                    <a:pt x="1964" y="1905"/>
                  </a:cubicBezTo>
                  <a:lnTo>
                    <a:pt x="1964" y="1905"/>
                  </a:lnTo>
                  <a:cubicBezTo>
                    <a:pt x="1966" y="1905"/>
                    <a:pt x="1968" y="1905"/>
                    <a:pt x="1971" y="1905"/>
                  </a:cubicBezTo>
                  <a:cubicBezTo>
                    <a:pt x="1981" y="1904"/>
                    <a:pt x="1990" y="1903"/>
                    <a:pt x="1999" y="1902"/>
                  </a:cubicBezTo>
                  <a:lnTo>
                    <a:pt x="1999" y="1902"/>
                  </a:lnTo>
                  <a:cubicBezTo>
                    <a:pt x="2002" y="1903"/>
                    <a:pt x="2006" y="1904"/>
                    <a:pt x="2010" y="1906"/>
                  </a:cubicBezTo>
                  <a:lnTo>
                    <a:pt x="2010" y="1906"/>
                  </a:lnTo>
                  <a:cubicBezTo>
                    <a:pt x="2049" y="1898"/>
                    <a:pt x="2067" y="1894"/>
                    <a:pt x="2061" y="1894"/>
                  </a:cubicBezTo>
                  <a:cubicBezTo>
                    <a:pt x="2057" y="1894"/>
                    <a:pt x="2036" y="1897"/>
                    <a:pt x="1999" y="1902"/>
                  </a:cubicBezTo>
                  <a:lnTo>
                    <a:pt x="1999" y="1902"/>
                  </a:lnTo>
                  <a:cubicBezTo>
                    <a:pt x="1995" y="1901"/>
                    <a:pt x="1991" y="1900"/>
                    <a:pt x="1986" y="1900"/>
                  </a:cubicBezTo>
                  <a:cubicBezTo>
                    <a:pt x="1979" y="1900"/>
                    <a:pt x="1971" y="1902"/>
                    <a:pt x="1964" y="1905"/>
                  </a:cubicBezTo>
                  <a:lnTo>
                    <a:pt x="1964" y="1905"/>
                  </a:lnTo>
                  <a:cubicBezTo>
                    <a:pt x="1906" y="1905"/>
                    <a:pt x="1909" y="1905"/>
                    <a:pt x="1971" y="1897"/>
                  </a:cubicBezTo>
                  <a:cubicBezTo>
                    <a:pt x="2018" y="1885"/>
                    <a:pt x="2062" y="1878"/>
                    <a:pt x="2059" y="1878"/>
                  </a:cubicBezTo>
                  <a:cubicBezTo>
                    <a:pt x="2058" y="1878"/>
                    <a:pt x="2051" y="1879"/>
                    <a:pt x="2036" y="1881"/>
                  </a:cubicBezTo>
                  <a:cubicBezTo>
                    <a:pt x="2036" y="1881"/>
                    <a:pt x="2036" y="1873"/>
                    <a:pt x="2101" y="1865"/>
                  </a:cubicBezTo>
                  <a:lnTo>
                    <a:pt x="2036" y="1865"/>
                  </a:lnTo>
                  <a:cubicBezTo>
                    <a:pt x="2003" y="1869"/>
                    <a:pt x="1987" y="1871"/>
                    <a:pt x="1979" y="1871"/>
                  </a:cubicBezTo>
                  <a:cubicBezTo>
                    <a:pt x="1971" y="1871"/>
                    <a:pt x="1971" y="1869"/>
                    <a:pt x="1971" y="1865"/>
                  </a:cubicBezTo>
                  <a:lnTo>
                    <a:pt x="1906" y="1865"/>
                  </a:lnTo>
                  <a:cubicBezTo>
                    <a:pt x="1894" y="1867"/>
                    <a:pt x="1882" y="1868"/>
                    <a:pt x="1870" y="1868"/>
                  </a:cubicBezTo>
                  <a:cubicBezTo>
                    <a:pt x="1842" y="1868"/>
                    <a:pt x="1813" y="1862"/>
                    <a:pt x="1784" y="1857"/>
                  </a:cubicBezTo>
                  <a:cubicBezTo>
                    <a:pt x="1720" y="1849"/>
                    <a:pt x="1720" y="1849"/>
                    <a:pt x="1849" y="1840"/>
                  </a:cubicBezTo>
                  <a:lnTo>
                    <a:pt x="1914" y="1840"/>
                  </a:lnTo>
                  <a:cubicBezTo>
                    <a:pt x="1914" y="1840"/>
                    <a:pt x="1914" y="1832"/>
                    <a:pt x="1971" y="1832"/>
                  </a:cubicBezTo>
                  <a:cubicBezTo>
                    <a:pt x="2036" y="1832"/>
                    <a:pt x="1979" y="1832"/>
                    <a:pt x="1914" y="1824"/>
                  </a:cubicBezTo>
                  <a:lnTo>
                    <a:pt x="1784" y="1824"/>
                  </a:lnTo>
                  <a:cubicBezTo>
                    <a:pt x="1817" y="1820"/>
                    <a:pt x="1849" y="1818"/>
                    <a:pt x="1882" y="1818"/>
                  </a:cubicBezTo>
                  <a:cubicBezTo>
                    <a:pt x="1914" y="1818"/>
                    <a:pt x="1947" y="1820"/>
                    <a:pt x="1979" y="1824"/>
                  </a:cubicBezTo>
                  <a:cubicBezTo>
                    <a:pt x="1914" y="1816"/>
                    <a:pt x="1849" y="1808"/>
                    <a:pt x="1914" y="1808"/>
                  </a:cubicBezTo>
                  <a:cubicBezTo>
                    <a:pt x="1914" y="1802"/>
                    <a:pt x="1918" y="1797"/>
                    <a:pt x="1941" y="1797"/>
                  </a:cubicBezTo>
                  <a:cubicBezTo>
                    <a:pt x="1950" y="1797"/>
                    <a:pt x="1962" y="1798"/>
                    <a:pt x="1979" y="1800"/>
                  </a:cubicBezTo>
                  <a:cubicBezTo>
                    <a:pt x="2001" y="1803"/>
                    <a:pt x="2009" y="1804"/>
                    <a:pt x="2010" y="1804"/>
                  </a:cubicBezTo>
                  <a:cubicBezTo>
                    <a:pt x="2012" y="1804"/>
                    <a:pt x="1987" y="1800"/>
                    <a:pt x="1987" y="1800"/>
                  </a:cubicBezTo>
                  <a:cubicBezTo>
                    <a:pt x="1922" y="1784"/>
                    <a:pt x="1922" y="1784"/>
                    <a:pt x="1987" y="1784"/>
                  </a:cubicBezTo>
                  <a:cubicBezTo>
                    <a:pt x="2045" y="1787"/>
                    <a:pt x="2077" y="1791"/>
                    <a:pt x="2083" y="1791"/>
                  </a:cubicBezTo>
                  <a:cubicBezTo>
                    <a:pt x="2091" y="1791"/>
                    <a:pt x="2059" y="1785"/>
                    <a:pt x="1987" y="1768"/>
                  </a:cubicBezTo>
                  <a:cubicBezTo>
                    <a:pt x="1953" y="1763"/>
                    <a:pt x="1915" y="1755"/>
                    <a:pt x="1920" y="1755"/>
                  </a:cubicBezTo>
                  <a:cubicBezTo>
                    <a:pt x="1923" y="1755"/>
                    <a:pt x="1944" y="1758"/>
                    <a:pt x="1995" y="1768"/>
                  </a:cubicBezTo>
                  <a:cubicBezTo>
                    <a:pt x="2006" y="1769"/>
                    <a:pt x="2012" y="1770"/>
                    <a:pt x="2016" y="1770"/>
                  </a:cubicBezTo>
                  <a:cubicBezTo>
                    <a:pt x="2031" y="1770"/>
                    <a:pt x="1983" y="1756"/>
                    <a:pt x="1930" y="1743"/>
                  </a:cubicBezTo>
                  <a:lnTo>
                    <a:pt x="1687" y="1678"/>
                  </a:lnTo>
                  <a:cubicBezTo>
                    <a:pt x="1588" y="1654"/>
                    <a:pt x="1565" y="1643"/>
                    <a:pt x="1588" y="1643"/>
                  </a:cubicBezTo>
                  <a:cubicBezTo>
                    <a:pt x="1595" y="1643"/>
                    <a:pt x="1607" y="1644"/>
                    <a:pt x="1622" y="1646"/>
                  </a:cubicBezTo>
                  <a:cubicBezTo>
                    <a:pt x="1671" y="1646"/>
                    <a:pt x="1712" y="1654"/>
                    <a:pt x="1752" y="1670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09" y="1703"/>
                  </a:lnTo>
                  <a:cubicBezTo>
                    <a:pt x="1857" y="1711"/>
                    <a:pt x="1898" y="1719"/>
                    <a:pt x="1939" y="1727"/>
                  </a:cubicBezTo>
                  <a:cubicBezTo>
                    <a:pt x="1968" y="1734"/>
                    <a:pt x="1984" y="1738"/>
                    <a:pt x="1987" y="1738"/>
                  </a:cubicBezTo>
                  <a:cubicBezTo>
                    <a:pt x="1990" y="1738"/>
                    <a:pt x="1974" y="1732"/>
                    <a:pt x="1939" y="1719"/>
                  </a:cubicBezTo>
                  <a:lnTo>
                    <a:pt x="1939" y="1719"/>
                  </a:lnTo>
                  <a:cubicBezTo>
                    <a:pt x="1977" y="1728"/>
                    <a:pt x="1992" y="1732"/>
                    <a:pt x="2000" y="1732"/>
                  </a:cubicBezTo>
                  <a:cubicBezTo>
                    <a:pt x="2006" y="1732"/>
                    <a:pt x="2008" y="1730"/>
                    <a:pt x="2012" y="1727"/>
                  </a:cubicBezTo>
                  <a:cubicBezTo>
                    <a:pt x="2012" y="1724"/>
                    <a:pt x="2012" y="1722"/>
                    <a:pt x="2016" y="1722"/>
                  </a:cubicBezTo>
                  <a:cubicBezTo>
                    <a:pt x="2023" y="1722"/>
                    <a:pt x="2038" y="1726"/>
                    <a:pt x="2076" y="1735"/>
                  </a:cubicBezTo>
                  <a:cubicBezTo>
                    <a:pt x="2076" y="1735"/>
                    <a:pt x="2076" y="1735"/>
                    <a:pt x="2020" y="1703"/>
                  </a:cubicBezTo>
                  <a:cubicBezTo>
                    <a:pt x="1948" y="1674"/>
                    <a:pt x="1919" y="1662"/>
                    <a:pt x="1920" y="1662"/>
                  </a:cubicBezTo>
                  <a:cubicBezTo>
                    <a:pt x="1920" y="1662"/>
                    <a:pt x="1936" y="1668"/>
                    <a:pt x="1963" y="1678"/>
                  </a:cubicBezTo>
                  <a:cubicBezTo>
                    <a:pt x="2026" y="1699"/>
                    <a:pt x="2076" y="1714"/>
                    <a:pt x="2094" y="1714"/>
                  </a:cubicBezTo>
                  <a:cubicBezTo>
                    <a:pt x="2110" y="1714"/>
                    <a:pt x="2099" y="1701"/>
                    <a:pt x="2044" y="1670"/>
                  </a:cubicBezTo>
                  <a:lnTo>
                    <a:pt x="2044" y="1670"/>
                  </a:lnTo>
                  <a:cubicBezTo>
                    <a:pt x="2065" y="1679"/>
                    <a:pt x="2080" y="1684"/>
                    <a:pt x="2087" y="1684"/>
                  </a:cubicBezTo>
                  <a:cubicBezTo>
                    <a:pt x="2099" y="1684"/>
                    <a:pt x="2091" y="1671"/>
                    <a:pt x="2060" y="1646"/>
                  </a:cubicBezTo>
                  <a:lnTo>
                    <a:pt x="2060" y="1646"/>
                  </a:lnTo>
                  <a:cubicBezTo>
                    <a:pt x="2091" y="1661"/>
                    <a:pt x="2107" y="1669"/>
                    <a:pt x="2109" y="1669"/>
                  </a:cubicBezTo>
                  <a:cubicBezTo>
                    <a:pt x="2112" y="1669"/>
                    <a:pt x="2098" y="1659"/>
                    <a:pt x="2068" y="1638"/>
                  </a:cubicBezTo>
                  <a:cubicBezTo>
                    <a:pt x="2033" y="1608"/>
                    <a:pt x="1997" y="1574"/>
                    <a:pt x="2000" y="1574"/>
                  </a:cubicBezTo>
                  <a:cubicBezTo>
                    <a:pt x="2001" y="1574"/>
                    <a:pt x="2007" y="1578"/>
                    <a:pt x="2020" y="1589"/>
                  </a:cubicBezTo>
                  <a:cubicBezTo>
                    <a:pt x="2055" y="1619"/>
                    <a:pt x="2068" y="1628"/>
                    <a:pt x="2075" y="1628"/>
                  </a:cubicBezTo>
                  <a:cubicBezTo>
                    <a:pt x="2080" y="1628"/>
                    <a:pt x="2081" y="1625"/>
                    <a:pt x="2084" y="1622"/>
                  </a:cubicBezTo>
                  <a:cubicBezTo>
                    <a:pt x="2093" y="1613"/>
                    <a:pt x="2093" y="1613"/>
                    <a:pt x="2036" y="1573"/>
                  </a:cubicBezTo>
                  <a:cubicBezTo>
                    <a:pt x="2023" y="1557"/>
                    <a:pt x="2019" y="1551"/>
                    <a:pt x="2021" y="1551"/>
                  </a:cubicBezTo>
                  <a:cubicBezTo>
                    <a:pt x="2026" y="1551"/>
                    <a:pt x="2059" y="1580"/>
                    <a:pt x="2093" y="1613"/>
                  </a:cubicBezTo>
                  <a:cubicBezTo>
                    <a:pt x="2136" y="1653"/>
                    <a:pt x="2162" y="1675"/>
                    <a:pt x="2164" y="1675"/>
                  </a:cubicBezTo>
                  <a:cubicBezTo>
                    <a:pt x="2166" y="1675"/>
                    <a:pt x="2133" y="1641"/>
                    <a:pt x="2052" y="1565"/>
                  </a:cubicBezTo>
                  <a:cubicBezTo>
                    <a:pt x="1992" y="1505"/>
                    <a:pt x="1972" y="1479"/>
                    <a:pt x="1977" y="1479"/>
                  </a:cubicBezTo>
                  <a:cubicBezTo>
                    <a:pt x="1980" y="1479"/>
                    <a:pt x="1993" y="1489"/>
                    <a:pt x="2012" y="1508"/>
                  </a:cubicBezTo>
                  <a:cubicBezTo>
                    <a:pt x="2060" y="1557"/>
                    <a:pt x="2052" y="1557"/>
                    <a:pt x="2052" y="1557"/>
                  </a:cubicBezTo>
                  <a:lnTo>
                    <a:pt x="2149" y="1654"/>
                  </a:lnTo>
                  <a:cubicBezTo>
                    <a:pt x="2133" y="1638"/>
                    <a:pt x="2125" y="1622"/>
                    <a:pt x="2109" y="1605"/>
                  </a:cubicBezTo>
                  <a:cubicBezTo>
                    <a:pt x="2109" y="1605"/>
                    <a:pt x="2109" y="1605"/>
                    <a:pt x="2060" y="1557"/>
                  </a:cubicBezTo>
                  <a:cubicBezTo>
                    <a:pt x="2020" y="1500"/>
                    <a:pt x="1971" y="1451"/>
                    <a:pt x="1922" y="1411"/>
                  </a:cubicBezTo>
                  <a:cubicBezTo>
                    <a:pt x="1874" y="1362"/>
                    <a:pt x="1874" y="1362"/>
                    <a:pt x="1882" y="1354"/>
                  </a:cubicBezTo>
                  <a:lnTo>
                    <a:pt x="1882" y="1354"/>
                  </a:lnTo>
                  <a:cubicBezTo>
                    <a:pt x="1930" y="1403"/>
                    <a:pt x="1979" y="1451"/>
                    <a:pt x="2020" y="1500"/>
                  </a:cubicBezTo>
                  <a:cubicBezTo>
                    <a:pt x="2052" y="1532"/>
                    <a:pt x="2076" y="1565"/>
                    <a:pt x="2109" y="1597"/>
                  </a:cubicBezTo>
                  <a:cubicBezTo>
                    <a:pt x="2118" y="1606"/>
                    <a:pt x="2122" y="1610"/>
                    <a:pt x="2123" y="1610"/>
                  </a:cubicBezTo>
                  <a:cubicBezTo>
                    <a:pt x="2128" y="1610"/>
                    <a:pt x="2060" y="1529"/>
                    <a:pt x="1987" y="1443"/>
                  </a:cubicBezTo>
                  <a:lnTo>
                    <a:pt x="1987" y="1443"/>
                  </a:lnTo>
                  <a:lnTo>
                    <a:pt x="2036" y="1492"/>
                  </a:lnTo>
                  <a:cubicBezTo>
                    <a:pt x="2065" y="1526"/>
                    <a:pt x="2077" y="1536"/>
                    <a:pt x="2085" y="1536"/>
                  </a:cubicBezTo>
                  <a:cubicBezTo>
                    <a:pt x="2088" y="1536"/>
                    <a:pt x="2090" y="1535"/>
                    <a:pt x="2093" y="1532"/>
                  </a:cubicBezTo>
                  <a:cubicBezTo>
                    <a:pt x="2093" y="1532"/>
                    <a:pt x="2101" y="1532"/>
                    <a:pt x="2052" y="1476"/>
                  </a:cubicBezTo>
                  <a:cubicBezTo>
                    <a:pt x="2028" y="1443"/>
                    <a:pt x="1995" y="1411"/>
                    <a:pt x="1971" y="1370"/>
                  </a:cubicBezTo>
                  <a:cubicBezTo>
                    <a:pt x="1939" y="1338"/>
                    <a:pt x="1914" y="1305"/>
                    <a:pt x="1890" y="1265"/>
                  </a:cubicBezTo>
                  <a:lnTo>
                    <a:pt x="1890" y="1265"/>
                  </a:lnTo>
                  <a:cubicBezTo>
                    <a:pt x="1890" y="1265"/>
                    <a:pt x="1939" y="1314"/>
                    <a:pt x="1979" y="1362"/>
                  </a:cubicBezTo>
                  <a:cubicBezTo>
                    <a:pt x="2068" y="1468"/>
                    <a:pt x="2117" y="1516"/>
                    <a:pt x="2125" y="1516"/>
                  </a:cubicBezTo>
                  <a:cubicBezTo>
                    <a:pt x="2127" y="1516"/>
                    <a:pt x="2129" y="1516"/>
                    <a:pt x="2131" y="1516"/>
                  </a:cubicBezTo>
                  <a:cubicBezTo>
                    <a:pt x="2138" y="1516"/>
                    <a:pt x="2148" y="1521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57" y="1500"/>
                  </a:lnTo>
                  <a:cubicBezTo>
                    <a:pt x="2149" y="1481"/>
                    <a:pt x="2148" y="1475"/>
                    <a:pt x="2149" y="1475"/>
                  </a:cubicBezTo>
                  <a:cubicBezTo>
                    <a:pt x="2151" y="1475"/>
                    <a:pt x="2166" y="1500"/>
                    <a:pt x="2166" y="1500"/>
                  </a:cubicBezTo>
                  <a:cubicBezTo>
                    <a:pt x="2198" y="1554"/>
                    <a:pt x="2216" y="1584"/>
                    <a:pt x="2217" y="1584"/>
                  </a:cubicBezTo>
                  <a:cubicBezTo>
                    <a:pt x="2219" y="1584"/>
                    <a:pt x="2195" y="1538"/>
                    <a:pt x="2141" y="1435"/>
                  </a:cubicBezTo>
                  <a:cubicBezTo>
                    <a:pt x="2141" y="1434"/>
                    <a:pt x="2141" y="1434"/>
                    <a:pt x="2140" y="1433"/>
                  </a:cubicBezTo>
                  <a:lnTo>
                    <a:pt x="2140" y="1433"/>
                  </a:lnTo>
                  <a:cubicBezTo>
                    <a:pt x="2164" y="1473"/>
                    <a:pt x="2180" y="1499"/>
                    <a:pt x="2182" y="1499"/>
                  </a:cubicBezTo>
                  <a:cubicBezTo>
                    <a:pt x="2184" y="1499"/>
                    <a:pt x="2175" y="1478"/>
                    <a:pt x="2149" y="1427"/>
                  </a:cubicBezTo>
                  <a:cubicBezTo>
                    <a:pt x="2157" y="1427"/>
                    <a:pt x="2157" y="1427"/>
                    <a:pt x="2190" y="1492"/>
                  </a:cubicBezTo>
                  <a:cubicBezTo>
                    <a:pt x="2184" y="1476"/>
                    <a:pt x="2176" y="1454"/>
                    <a:pt x="2166" y="1427"/>
                  </a:cubicBezTo>
                  <a:cubicBezTo>
                    <a:pt x="2141" y="1365"/>
                    <a:pt x="2131" y="1333"/>
                    <a:pt x="2133" y="1333"/>
                  </a:cubicBezTo>
                  <a:cubicBezTo>
                    <a:pt x="2136" y="1333"/>
                    <a:pt x="2150" y="1363"/>
                    <a:pt x="2174" y="1427"/>
                  </a:cubicBezTo>
                  <a:cubicBezTo>
                    <a:pt x="2207" y="1503"/>
                    <a:pt x="2223" y="1534"/>
                    <a:pt x="2228" y="1534"/>
                  </a:cubicBezTo>
                  <a:cubicBezTo>
                    <a:pt x="2232" y="1534"/>
                    <a:pt x="2229" y="1519"/>
                    <a:pt x="2222" y="1492"/>
                  </a:cubicBezTo>
                  <a:cubicBezTo>
                    <a:pt x="2194" y="1416"/>
                    <a:pt x="2185" y="1384"/>
                    <a:pt x="2187" y="1384"/>
                  </a:cubicBezTo>
                  <a:cubicBezTo>
                    <a:pt x="2189" y="1384"/>
                    <a:pt x="2196" y="1400"/>
                    <a:pt x="2206" y="1427"/>
                  </a:cubicBezTo>
                  <a:cubicBezTo>
                    <a:pt x="2218" y="1458"/>
                    <a:pt x="2226" y="1475"/>
                    <a:pt x="2228" y="1475"/>
                  </a:cubicBezTo>
                  <a:cubicBezTo>
                    <a:pt x="2231" y="1475"/>
                    <a:pt x="2227" y="1456"/>
                    <a:pt x="2214" y="1419"/>
                  </a:cubicBezTo>
                  <a:lnTo>
                    <a:pt x="2214" y="1419"/>
                  </a:lnTo>
                  <a:cubicBezTo>
                    <a:pt x="2231" y="1469"/>
                    <a:pt x="2248" y="1516"/>
                    <a:pt x="2251" y="1516"/>
                  </a:cubicBezTo>
                  <a:cubicBezTo>
                    <a:pt x="2253" y="1516"/>
                    <a:pt x="2252" y="1506"/>
                    <a:pt x="2247" y="1484"/>
                  </a:cubicBezTo>
                  <a:cubicBezTo>
                    <a:pt x="2247" y="1484"/>
                    <a:pt x="2247" y="1484"/>
                    <a:pt x="2222" y="1419"/>
                  </a:cubicBezTo>
                  <a:lnTo>
                    <a:pt x="2198" y="1289"/>
                  </a:lnTo>
                  <a:cubicBezTo>
                    <a:pt x="2174" y="1249"/>
                    <a:pt x="2166" y="1200"/>
                    <a:pt x="2157" y="1159"/>
                  </a:cubicBezTo>
                  <a:cubicBezTo>
                    <a:pt x="2151" y="1142"/>
                    <a:pt x="2149" y="1134"/>
                    <a:pt x="2151" y="1134"/>
                  </a:cubicBezTo>
                  <a:cubicBezTo>
                    <a:pt x="2155" y="1134"/>
                    <a:pt x="2189" y="1202"/>
                    <a:pt x="2230" y="1346"/>
                  </a:cubicBezTo>
                  <a:lnTo>
                    <a:pt x="2263" y="1484"/>
                  </a:lnTo>
                  <a:cubicBezTo>
                    <a:pt x="2255" y="1411"/>
                    <a:pt x="2239" y="1346"/>
                    <a:pt x="2239" y="1346"/>
                  </a:cubicBezTo>
                  <a:lnTo>
                    <a:pt x="2239" y="1346"/>
                  </a:lnTo>
                  <a:cubicBezTo>
                    <a:pt x="2239" y="1346"/>
                    <a:pt x="2247" y="1346"/>
                    <a:pt x="2255" y="1411"/>
                  </a:cubicBezTo>
                  <a:cubicBezTo>
                    <a:pt x="2271" y="1484"/>
                    <a:pt x="2271" y="1484"/>
                    <a:pt x="2271" y="1484"/>
                  </a:cubicBezTo>
                  <a:cubicBezTo>
                    <a:pt x="2271" y="1459"/>
                    <a:pt x="2271" y="1435"/>
                    <a:pt x="2263" y="1419"/>
                  </a:cubicBezTo>
                  <a:cubicBezTo>
                    <a:pt x="2248" y="1337"/>
                    <a:pt x="2243" y="1304"/>
                    <a:pt x="2244" y="1304"/>
                  </a:cubicBezTo>
                  <a:cubicBezTo>
                    <a:pt x="2244" y="1304"/>
                    <a:pt x="2248" y="1320"/>
                    <a:pt x="2255" y="1346"/>
                  </a:cubicBezTo>
                  <a:cubicBezTo>
                    <a:pt x="2271" y="1415"/>
                    <a:pt x="2279" y="1449"/>
                    <a:pt x="2280" y="1449"/>
                  </a:cubicBezTo>
                  <a:cubicBezTo>
                    <a:pt x="2281" y="1449"/>
                    <a:pt x="2275" y="1415"/>
                    <a:pt x="2263" y="1346"/>
                  </a:cubicBezTo>
                  <a:cubicBezTo>
                    <a:pt x="2255" y="1281"/>
                    <a:pt x="2251" y="1249"/>
                    <a:pt x="2252" y="1249"/>
                  </a:cubicBezTo>
                  <a:cubicBezTo>
                    <a:pt x="2253" y="1249"/>
                    <a:pt x="2259" y="1281"/>
                    <a:pt x="2271" y="1346"/>
                  </a:cubicBezTo>
                  <a:cubicBezTo>
                    <a:pt x="2279" y="1419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8" y="1337"/>
                    <a:pt x="2274" y="1304"/>
                    <a:pt x="2275" y="1304"/>
                  </a:cubicBezTo>
                  <a:cubicBezTo>
                    <a:pt x="2277" y="1304"/>
                    <a:pt x="2281" y="1320"/>
                    <a:pt x="2287" y="1346"/>
                  </a:cubicBezTo>
                  <a:cubicBezTo>
                    <a:pt x="2291" y="1382"/>
                    <a:pt x="2293" y="1401"/>
                    <a:pt x="2294" y="1401"/>
                  </a:cubicBezTo>
                  <a:cubicBezTo>
                    <a:pt x="2295" y="1401"/>
                    <a:pt x="2295" y="1382"/>
                    <a:pt x="2295" y="1346"/>
                  </a:cubicBezTo>
                  <a:cubicBezTo>
                    <a:pt x="2303" y="1346"/>
                    <a:pt x="2303" y="1346"/>
                    <a:pt x="2311" y="1419"/>
                  </a:cubicBezTo>
                  <a:cubicBezTo>
                    <a:pt x="2311" y="1382"/>
                    <a:pt x="2311" y="1364"/>
                    <a:pt x="2314" y="1364"/>
                  </a:cubicBezTo>
                  <a:cubicBezTo>
                    <a:pt x="2316" y="1364"/>
                    <a:pt x="2320" y="1382"/>
                    <a:pt x="2328" y="1419"/>
                  </a:cubicBezTo>
                  <a:cubicBezTo>
                    <a:pt x="2328" y="1346"/>
                    <a:pt x="2328" y="1281"/>
                    <a:pt x="2320" y="1216"/>
                  </a:cubicBezTo>
                  <a:cubicBezTo>
                    <a:pt x="2311" y="1216"/>
                    <a:pt x="2311" y="1216"/>
                    <a:pt x="2311" y="1143"/>
                  </a:cubicBezTo>
                  <a:lnTo>
                    <a:pt x="2320" y="1143"/>
                  </a:lnTo>
                  <a:cubicBezTo>
                    <a:pt x="2328" y="1143"/>
                    <a:pt x="2328" y="1143"/>
                    <a:pt x="2336" y="1078"/>
                  </a:cubicBezTo>
                  <a:cubicBezTo>
                    <a:pt x="2339" y="1065"/>
                    <a:pt x="2342" y="1048"/>
                    <a:pt x="2344" y="1030"/>
                  </a:cubicBezTo>
                  <a:close/>
                  <a:moveTo>
                    <a:pt x="2206" y="2205"/>
                  </a:moveTo>
                  <a:lnTo>
                    <a:pt x="2206" y="2205"/>
                  </a:lnTo>
                  <a:cubicBezTo>
                    <a:pt x="2190" y="2246"/>
                    <a:pt x="2174" y="2286"/>
                    <a:pt x="2157" y="2319"/>
                  </a:cubicBezTo>
                  <a:lnTo>
                    <a:pt x="2149" y="2319"/>
                  </a:lnTo>
                  <a:lnTo>
                    <a:pt x="2206" y="2205"/>
                  </a:lnTo>
                  <a:close/>
                  <a:moveTo>
                    <a:pt x="2757" y="2497"/>
                  </a:moveTo>
                  <a:cubicBezTo>
                    <a:pt x="2782" y="2530"/>
                    <a:pt x="2798" y="2570"/>
                    <a:pt x="2814" y="2611"/>
                  </a:cubicBezTo>
                  <a:lnTo>
                    <a:pt x="2806" y="2611"/>
                  </a:lnTo>
                  <a:cubicBezTo>
                    <a:pt x="2782" y="2554"/>
                    <a:pt x="2749" y="2497"/>
                    <a:pt x="2749" y="2497"/>
                  </a:cubicBezTo>
                  <a:close/>
                  <a:moveTo>
                    <a:pt x="1784" y="2522"/>
                  </a:moveTo>
                  <a:lnTo>
                    <a:pt x="1784" y="2530"/>
                  </a:lnTo>
                  <a:cubicBezTo>
                    <a:pt x="1747" y="2575"/>
                    <a:pt x="1709" y="2620"/>
                    <a:pt x="1704" y="2620"/>
                  </a:cubicBezTo>
                  <a:cubicBezTo>
                    <a:pt x="1704" y="2620"/>
                    <a:pt x="1703" y="2619"/>
                    <a:pt x="1703" y="2619"/>
                  </a:cubicBezTo>
                  <a:lnTo>
                    <a:pt x="1736" y="2570"/>
                  </a:lnTo>
                  <a:lnTo>
                    <a:pt x="1784" y="2522"/>
                  </a:lnTo>
                  <a:close/>
                  <a:moveTo>
                    <a:pt x="2194" y="2647"/>
                  </a:moveTo>
                  <a:cubicBezTo>
                    <a:pt x="2196" y="2647"/>
                    <a:pt x="2187" y="2676"/>
                    <a:pt x="2182" y="2676"/>
                  </a:cubicBezTo>
                  <a:cubicBezTo>
                    <a:pt x="2190" y="2654"/>
                    <a:pt x="2193" y="2647"/>
                    <a:pt x="2194" y="2647"/>
                  </a:cubicBezTo>
                  <a:close/>
                  <a:moveTo>
                    <a:pt x="2125" y="2586"/>
                  </a:moveTo>
                  <a:lnTo>
                    <a:pt x="2133" y="2595"/>
                  </a:lnTo>
                  <a:cubicBezTo>
                    <a:pt x="2125" y="2635"/>
                    <a:pt x="2109" y="2676"/>
                    <a:pt x="2093" y="2708"/>
                  </a:cubicBezTo>
                  <a:lnTo>
                    <a:pt x="2101" y="2651"/>
                  </a:lnTo>
                  <a:lnTo>
                    <a:pt x="2125" y="2586"/>
                  </a:lnTo>
                  <a:close/>
                  <a:moveTo>
                    <a:pt x="1939" y="2570"/>
                  </a:moveTo>
                  <a:cubicBezTo>
                    <a:pt x="1947" y="2570"/>
                    <a:pt x="1947" y="2570"/>
                    <a:pt x="1914" y="2627"/>
                  </a:cubicBezTo>
                  <a:cubicBezTo>
                    <a:pt x="1890" y="2667"/>
                    <a:pt x="1874" y="2700"/>
                    <a:pt x="1849" y="2732"/>
                  </a:cubicBezTo>
                  <a:cubicBezTo>
                    <a:pt x="1874" y="2676"/>
                    <a:pt x="1906" y="2619"/>
                    <a:pt x="1939" y="2570"/>
                  </a:cubicBezTo>
                  <a:close/>
                  <a:moveTo>
                    <a:pt x="2548" y="2631"/>
                  </a:moveTo>
                  <a:cubicBezTo>
                    <a:pt x="2556" y="2631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6"/>
                    <a:pt x="2539" y="2676"/>
                    <a:pt x="2539" y="2635"/>
                  </a:cubicBezTo>
                  <a:cubicBezTo>
                    <a:pt x="2543" y="2633"/>
                    <a:pt x="2546" y="2631"/>
                    <a:pt x="2548" y="2631"/>
                  </a:cubicBezTo>
                  <a:close/>
                  <a:moveTo>
                    <a:pt x="2409" y="519"/>
                  </a:moveTo>
                  <a:cubicBezTo>
                    <a:pt x="2401" y="519"/>
                    <a:pt x="2401" y="592"/>
                    <a:pt x="2393" y="657"/>
                  </a:cubicBezTo>
                  <a:lnTo>
                    <a:pt x="2376" y="657"/>
                  </a:lnTo>
                  <a:cubicBezTo>
                    <a:pt x="2376" y="657"/>
                    <a:pt x="2376" y="657"/>
                    <a:pt x="2376" y="657"/>
                  </a:cubicBezTo>
                  <a:cubicBezTo>
                    <a:pt x="2374" y="657"/>
                    <a:pt x="2368" y="662"/>
                    <a:pt x="2368" y="722"/>
                  </a:cubicBezTo>
                  <a:cubicBezTo>
                    <a:pt x="2368" y="786"/>
                    <a:pt x="2360" y="786"/>
                    <a:pt x="2352" y="786"/>
                  </a:cubicBezTo>
                  <a:cubicBezTo>
                    <a:pt x="2352" y="767"/>
                    <a:pt x="2351" y="760"/>
                    <a:pt x="2351" y="760"/>
                  </a:cubicBezTo>
                  <a:cubicBezTo>
                    <a:pt x="2349" y="760"/>
                    <a:pt x="2346" y="805"/>
                    <a:pt x="2352" y="851"/>
                  </a:cubicBezTo>
                  <a:cubicBezTo>
                    <a:pt x="2352" y="890"/>
                    <a:pt x="2352" y="923"/>
                    <a:pt x="2348" y="960"/>
                  </a:cubicBezTo>
                  <a:lnTo>
                    <a:pt x="2348" y="960"/>
                  </a:lnTo>
                  <a:cubicBezTo>
                    <a:pt x="2348" y="939"/>
                    <a:pt x="2346" y="924"/>
                    <a:pt x="2343" y="924"/>
                  </a:cubicBezTo>
                  <a:cubicBezTo>
                    <a:pt x="2341" y="924"/>
                    <a:pt x="2339" y="929"/>
                    <a:pt x="2336" y="941"/>
                  </a:cubicBezTo>
                  <a:lnTo>
                    <a:pt x="2328" y="876"/>
                  </a:lnTo>
                  <a:cubicBezTo>
                    <a:pt x="2328" y="774"/>
                    <a:pt x="2324" y="724"/>
                    <a:pt x="2321" y="724"/>
                  </a:cubicBezTo>
                  <a:cubicBezTo>
                    <a:pt x="2318" y="724"/>
                    <a:pt x="2316" y="774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1" y="941"/>
                  </a:cubicBezTo>
                  <a:cubicBezTo>
                    <a:pt x="2311" y="811"/>
                    <a:pt x="2303" y="811"/>
                    <a:pt x="2295" y="811"/>
                  </a:cubicBezTo>
                  <a:cubicBezTo>
                    <a:pt x="2287" y="811"/>
                    <a:pt x="2287" y="811"/>
                    <a:pt x="2279" y="738"/>
                  </a:cubicBezTo>
                  <a:cubicBezTo>
                    <a:pt x="2287" y="697"/>
                    <a:pt x="2271" y="649"/>
                    <a:pt x="2255" y="608"/>
                  </a:cubicBezTo>
                  <a:cubicBezTo>
                    <a:pt x="2247" y="608"/>
                    <a:pt x="2247" y="608"/>
                    <a:pt x="2255" y="673"/>
                  </a:cubicBezTo>
                  <a:cubicBezTo>
                    <a:pt x="2258" y="701"/>
                    <a:pt x="2259" y="718"/>
                    <a:pt x="2256" y="718"/>
                  </a:cubicBezTo>
                  <a:cubicBezTo>
                    <a:pt x="2253" y="718"/>
                    <a:pt x="2244" y="687"/>
                    <a:pt x="2230" y="608"/>
                  </a:cubicBezTo>
                  <a:cubicBezTo>
                    <a:pt x="2224" y="581"/>
                    <a:pt x="2220" y="566"/>
                    <a:pt x="2219" y="566"/>
                  </a:cubicBezTo>
                  <a:cubicBezTo>
                    <a:pt x="2217" y="566"/>
                    <a:pt x="2221" y="597"/>
                    <a:pt x="2230" y="673"/>
                  </a:cubicBezTo>
                  <a:cubicBezTo>
                    <a:pt x="2234" y="742"/>
                    <a:pt x="2234" y="776"/>
                    <a:pt x="2230" y="776"/>
                  </a:cubicBezTo>
                  <a:cubicBezTo>
                    <a:pt x="2226" y="776"/>
                    <a:pt x="2218" y="742"/>
                    <a:pt x="2206" y="673"/>
                  </a:cubicBezTo>
                  <a:lnTo>
                    <a:pt x="2182" y="673"/>
                  </a:lnTo>
                  <a:cubicBezTo>
                    <a:pt x="2182" y="722"/>
                    <a:pt x="2182" y="770"/>
                    <a:pt x="2198" y="811"/>
                  </a:cubicBezTo>
                  <a:cubicBezTo>
                    <a:pt x="2207" y="891"/>
                    <a:pt x="2211" y="924"/>
                    <a:pt x="2210" y="924"/>
                  </a:cubicBezTo>
                  <a:cubicBezTo>
                    <a:pt x="2209" y="924"/>
                    <a:pt x="2205" y="906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57" y="681"/>
                    <a:pt x="2149" y="681"/>
                    <a:pt x="2141" y="681"/>
                  </a:cubicBezTo>
                  <a:cubicBezTo>
                    <a:pt x="2134" y="681"/>
                    <a:pt x="2121" y="681"/>
                    <a:pt x="2128" y="723"/>
                  </a:cubicBezTo>
                  <a:lnTo>
                    <a:pt x="2128" y="723"/>
                  </a:lnTo>
                  <a:cubicBezTo>
                    <a:pt x="2124" y="707"/>
                    <a:pt x="2123" y="705"/>
                    <a:pt x="2117" y="681"/>
                  </a:cubicBezTo>
                  <a:cubicBezTo>
                    <a:pt x="2111" y="681"/>
                    <a:pt x="2102" y="652"/>
                    <a:pt x="2102" y="652"/>
                  </a:cubicBezTo>
                  <a:lnTo>
                    <a:pt x="2102" y="652"/>
                  </a:lnTo>
                  <a:cubicBezTo>
                    <a:pt x="2102" y="652"/>
                    <a:pt x="2103" y="659"/>
                    <a:pt x="2109" y="681"/>
                  </a:cubicBezTo>
                  <a:cubicBezTo>
                    <a:pt x="2109" y="681"/>
                    <a:pt x="2101" y="681"/>
                    <a:pt x="2068" y="616"/>
                  </a:cubicBezTo>
                  <a:cubicBezTo>
                    <a:pt x="2063" y="605"/>
                    <a:pt x="2058" y="600"/>
                    <a:pt x="2055" y="600"/>
                  </a:cubicBez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4" y="819"/>
                    <a:pt x="2101" y="892"/>
                    <a:pt x="2101" y="892"/>
                  </a:cubicBezTo>
                  <a:cubicBezTo>
                    <a:pt x="2117" y="957"/>
                    <a:pt x="2109" y="957"/>
                    <a:pt x="2109" y="957"/>
                  </a:cubicBezTo>
                  <a:lnTo>
                    <a:pt x="2068" y="827"/>
                  </a:lnTo>
                  <a:cubicBezTo>
                    <a:pt x="2045" y="710"/>
                    <a:pt x="2022" y="642"/>
                    <a:pt x="2015" y="642"/>
                  </a:cubicBezTo>
                  <a:cubicBezTo>
                    <a:pt x="2011" y="642"/>
                    <a:pt x="2015" y="679"/>
                    <a:pt x="2036" y="762"/>
                  </a:cubicBezTo>
                  <a:lnTo>
                    <a:pt x="2020" y="697"/>
                  </a:lnTo>
                  <a:cubicBezTo>
                    <a:pt x="2012" y="666"/>
                    <a:pt x="2004" y="650"/>
                    <a:pt x="1999" y="650"/>
                  </a:cubicBezTo>
                  <a:cubicBezTo>
                    <a:pt x="1993" y="650"/>
                    <a:pt x="1991" y="668"/>
                    <a:pt x="1995" y="705"/>
                  </a:cubicBezTo>
                  <a:cubicBezTo>
                    <a:pt x="2003" y="770"/>
                    <a:pt x="2020" y="843"/>
                    <a:pt x="2044" y="900"/>
                  </a:cubicBezTo>
                  <a:cubicBezTo>
                    <a:pt x="2060" y="973"/>
                    <a:pt x="2052" y="973"/>
                    <a:pt x="2052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8" y="844"/>
                    <a:pt x="1992" y="812"/>
                    <a:pt x="1985" y="812"/>
                  </a:cubicBezTo>
                  <a:cubicBezTo>
                    <a:pt x="1982" y="812"/>
                    <a:pt x="1981" y="824"/>
                    <a:pt x="1986" y="849"/>
                  </a:cubicBezTo>
                  <a:lnTo>
                    <a:pt x="1986" y="849"/>
                  </a:lnTo>
                  <a:cubicBezTo>
                    <a:pt x="1970" y="805"/>
                    <a:pt x="1950" y="762"/>
                    <a:pt x="1934" y="762"/>
                  </a:cubicBezTo>
                  <a:cubicBezTo>
                    <a:pt x="1926" y="762"/>
                    <a:pt x="1919" y="772"/>
                    <a:pt x="1914" y="795"/>
                  </a:cubicBezTo>
                  <a:cubicBezTo>
                    <a:pt x="1901" y="798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4"/>
                  </a:cubicBezTo>
                  <a:cubicBezTo>
                    <a:pt x="1828" y="743"/>
                    <a:pt x="1824" y="738"/>
                    <a:pt x="1821" y="738"/>
                  </a:cubicBezTo>
                  <a:cubicBezTo>
                    <a:pt x="1810" y="738"/>
                    <a:pt x="1835" y="856"/>
                    <a:pt x="1882" y="957"/>
                  </a:cubicBezTo>
                  <a:cubicBezTo>
                    <a:pt x="1858" y="916"/>
                    <a:pt x="1848" y="904"/>
                    <a:pt x="1837" y="904"/>
                  </a:cubicBezTo>
                  <a:cubicBezTo>
                    <a:pt x="1833" y="904"/>
                    <a:pt x="1829" y="906"/>
                    <a:pt x="1825" y="908"/>
                  </a:cubicBezTo>
                  <a:cubicBezTo>
                    <a:pt x="1821" y="910"/>
                    <a:pt x="1817" y="912"/>
                    <a:pt x="1814" y="912"/>
                  </a:cubicBezTo>
                  <a:cubicBezTo>
                    <a:pt x="1806" y="912"/>
                    <a:pt x="1800" y="901"/>
                    <a:pt x="1776" y="859"/>
                  </a:cubicBezTo>
                  <a:cubicBezTo>
                    <a:pt x="1744" y="799"/>
                    <a:pt x="1728" y="768"/>
                    <a:pt x="1727" y="768"/>
                  </a:cubicBezTo>
                  <a:cubicBezTo>
                    <a:pt x="1726" y="768"/>
                    <a:pt x="1740" y="799"/>
                    <a:pt x="1768" y="859"/>
                  </a:cubicBezTo>
                  <a:cubicBezTo>
                    <a:pt x="1791" y="909"/>
                    <a:pt x="1797" y="930"/>
                    <a:pt x="1791" y="930"/>
                  </a:cubicBezTo>
                  <a:cubicBezTo>
                    <a:pt x="1781" y="930"/>
                    <a:pt x="1747" y="886"/>
                    <a:pt x="1703" y="819"/>
                  </a:cubicBezTo>
                  <a:cubicBezTo>
                    <a:pt x="1677" y="782"/>
                    <a:pt x="1665" y="773"/>
                    <a:pt x="1654" y="773"/>
                  </a:cubicBezTo>
                  <a:cubicBezTo>
                    <a:pt x="1649" y="773"/>
                    <a:pt x="1644" y="776"/>
                    <a:pt x="1639" y="778"/>
                  </a:cubicBezTo>
                  <a:cubicBezTo>
                    <a:pt x="1671" y="835"/>
                    <a:pt x="1655" y="843"/>
                    <a:pt x="1639" y="851"/>
                  </a:cubicBezTo>
                  <a:cubicBezTo>
                    <a:pt x="1622" y="876"/>
                    <a:pt x="1622" y="876"/>
                    <a:pt x="1703" y="981"/>
                  </a:cubicBezTo>
                  <a:cubicBezTo>
                    <a:pt x="1784" y="1086"/>
                    <a:pt x="1776" y="1095"/>
                    <a:pt x="1768" y="1103"/>
                  </a:cubicBezTo>
                  <a:cubicBezTo>
                    <a:pt x="1766" y="1103"/>
                    <a:pt x="1765" y="1103"/>
                    <a:pt x="1763" y="1103"/>
                  </a:cubicBezTo>
                  <a:cubicBezTo>
                    <a:pt x="1758" y="1103"/>
                    <a:pt x="1749" y="1098"/>
                    <a:pt x="1712" y="1054"/>
                  </a:cubicBezTo>
                  <a:cubicBezTo>
                    <a:pt x="1712" y="1054"/>
                    <a:pt x="1663" y="1014"/>
                    <a:pt x="1663" y="1014"/>
                  </a:cubicBezTo>
                  <a:cubicBezTo>
                    <a:pt x="1661" y="1016"/>
                    <a:pt x="1658" y="1018"/>
                    <a:pt x="1655" y="1018"/>
                  </a:cubicBezTo>
                  <a:cubicBezTo>
                    <a:pt x="1647" y="1018"/>
                    <a:pt x="1635" y="1008"/>
                    <a:pt x="1606" y="973"/>
                  </a:cubicBezTo>
                  <a:cubicBezTo>
                    <a:pt x="1606" y="973"/>
                    <a:pt x="1570" y="937"/>
                    <a:pt x="1550" y="937"/>
                  </a:cubicBezTo>
                  <a:cubicBezTo>
                    <a:pt x="1547" y="937"/>
                    <a:pt x="1544" y="938"/>
                    <a:pt x="1541" y="941"/>
                  </a:cubicBezTo>
                  <a:cubicBezTo>
                    <a:pt x="1534" y="944"/>
                    <a:pt x="1529" y="949"/>
                    <a:pt x="1521" y="949"/>
                  </a:cubicBezTo>
                  <a:cubicBezTo>
                    <a:pt x="1510" y="949"/>
                    <a:pt x="1496" y="940"/>
                    <a:pt x="1468" y="908"/>
                  </a:cubicBezTo>
                  <a:lnTo>
                    <a:pt x="1468" y="908"/>
                  </a:lnTo>
                  <a:cubicBezTo>
                    <a:pt x="1460" y="916"/>
                    <a:pt x="1460" y="916"/>
                    <a:pt x="1509" y="965"/>
                  </a:cubicBezTo>
                  <a:cubicBezTo>
                    <a:pt x="1549" y="1005"/>
                    <a:pt x="1579" y="1052"/>
                    <a:pt x="1550" y="1052"/>
                  </a:cubicBezTo>
                  <a:cubicBezTo>
                    <a:pt x="1544" y="1052"/>
                    <a:pt x="1536" y="1050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8"/>
                    <a:pt x="1549" y="1119"/>
                  </a:cubicBezTo>
                  <a:cubicBezTo>
                    <a:pt x="1547" y="1121"/>
                    <a:pt x="1545" y="1123"/>
                    <a:pt x="1543" y="1123"/>
                  </a:cubicBezTo>
                  <a:cubicBezTo>
                    <a:pt x="1537" y="1123"/>
                    <a:pt x="1527" y="1113"/>
                    <a:pt x="1493" y="1078"/>
                  </a:cubicBezTo>
                  <a:cubicBezTo>
                    <a:pt x="1450" y="1039"/>
                    <a:pt x="1423" y="1020"/>
                    <a:pt x="1414" y="1020"/>
                  </a:cubicBezTo>
                  <a:cubicBezTo>
                    <a:pt x="1403" y="1020"/>
                    <a:pt x="1422" y="1052"/>
                    <a:pt x="1476" y="1111"/>
                  </a:cubicBezTo>
                  <a:cubicBezTo>
                    <a:pt x="1503" y="1133"/>
                    <a:pt x="1513" y="1146"/>
                    <a:pt x="1507" y="1146"/>
                  </a:cubicBezTo>
                  <a:cubicBezTo>
                    <a:pt x="1501" y="1146"/>
                    <a:pt x="1486" y="1137"/>
                    <a:pt x="1460" y="1119"/>
                  </a:cubicBezTo>
                  <a:lnTo>
                    <a:pt x="1460" y="1119"/>
                  </a:lnTo>
                  <a:cubicBezTo>
                    <a:pt x="1460" y="1119"/>
                    <a:pt x="1460" y="1127"/>
                    <a:pt x="1509" y="1176"/>
                  </a:cubicBezTo>
                  <a:cubicBezTo>
                    <a:pt x="1531" y="1202"/>
                    <a:pt x="1541" y="1214"/>
                    <a:pt x="1536" y="1214"/>
                  </a:cubicBezTo>
                  <a:cubicBezTo>
                    <a:pt x="1532" y="1214"/>
                    <a:pt x="1518" y="1206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4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8"/>
                    <a:pt x="1371" y="1265"/>
                  </a:cubicBezTo>
                  <a:lnTo>
                    <a:pt x="1371" y="1265"/>
                  </a:lnTo>
                  <a:cubicBezTo>
                    <a:pt x="1420" y="1305"/>
                    <a:pt x="1420" y="1305"/>
                    <a:pt x="1420" y="1313"/>
                  </a:cubicBezTo>
                  <a:cubicBezTo>
                    <a:pt x="1379" y="1295"/>
                    <a:pt x="1358" y="1286"/>
                    <a:pt x="1353" y="1286"/>
                  </a:cubicBezTo>
                  <a:cubicBezTo>
                    <a:pt x="1342" y="1286"/>
                    <a:pt x="1393" y="1319"/>
                    <a:pt x="1468" y="1362"/>
                  </a:cubicBezTo>
                  <a:lnTo>
                    <a:pt x="1468" y="1354"/>
                  </a:lnTo>
                  <a:lnTo>
                    <a:pt x="1476" y="1346"/>
                  </a:lnTo>
                  <a:cubicBezTo>
                    <a:pt x="1535" y="1379"/>
                    <a:pt x="1561" y="1400"/>
                    <a:pt x="1548" y="1400"/>
                  </a:cubicBezTo>
                  <a:cubicBezTo>
                    <a:pt x="1537" y="1400"/>
                    <a:pt x="1490" y="1381"/>
                    <a:pt x="1403" y="1338"/>
                  </a:cubicBezTo>
                  <a:cubicBezTo>
                    <a:pt x="1349" y="1310"/>
                    <a:pt x="1320" y="1296"/>
                    <a:pt x="1317" y="1296"/>
                  </a:cubicBezTo>
                  <a:cubicBezTo>
                    <a:pt x="1315" y="1296"/>
                    <a:pt x="1341" y="1312"/>
                    <a:pt x="1395" y="1346"/>
                  </a:cubicBezTo>
                  <a:cubicBezTo>
                    <a:pt x="1458" y="1386"/>
                    <a:pt x="1486" y="1404"/>
                    <a:pt x="1478" y="1404"/>
                  </a:cubicBezTo>
                  <a:cubicBezTo>
                    <a:pt x="1472" y="1404"/>
                    <a:pt x="1442" y="1392"/>
                    <a:pt x="1387" y="1370"/>
                  </a:cubicBezTo>
                  <a:cubicBezTo>
                    <a:pt x="1332" y="1343"/>
                    <a:pt x="1304" y="1329"/>
                    <a:pt x="1302" y="1329"/>
                  </a:cubicBezTo>
                  <a:cubicBezTo>
                    <a:pt x="1300" y="1329"/>
                    <a:pt x="1329" y="1345"/>
                    <a:pt x="1387" y="1378"/>
                  </a:cubicBezTo>
                  <a:cubicBezTo>
                    <a:pt x="1522" y="1455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6" y="1394"/>
                    <a:pt x="1264" y="1376"/>
                    <a:pt x="1246" y="1376"/>
                  </a:cubicBezTo>
                  <a:cubicBezTo>
                    <a:pt x="1243" y="1376"/>
                    <a:pt x="1241" y="1377"/>
                    <a:pt x="1241" y="1378"/>
                  </a:cubicBezTo>
                  <a:cubicBezTo>
                    <a:pt x="1233" y="1386"/>
                    <a:pt x="1298" y="1411"/>
                    <a:pt x="1355" y="1435"/>
                  </a:cubicBezTo>
                  <a:cubicBezTo>
                    <a:pt x="1430" y="1459"/>
                    <a:pt x="1459" y="1471"/>
                    <a:pt x="1446" y="1471"/>
                  </a:cubicBezTo>
                  <a:cubicBezTo>
                    <a:pt x="1437" y="1471"/>
                    <a:pt x="1406" y="1465"/>
                    <a:pt x="1355" y="1451"/>
                  </a:cubicBezTo>
                  <a:cubicBezTo>
                    <a:pt x="1280" y="1433"/>
                    <a:pt x="1233" y="1424"/>
                    <a:pt x="1210" y="1424"/>
                  </a:cubicBezTo>
                  <a:cubicBezTo>
                    <a:pt x="1173" y="1424"/>
                    <a:pt x="1199" y="1447"/>
                    <a:pt x="1274" y="1492"/>
                  </a:cubicBezTo>
                  <a:cubicBezTo>
                    <a:pt x="1341" y="1535"/>
                    <a:pt x="1366" y="1558"/>
                    <a:pt x="1351" y="1558"/>
                  </a:cubicBezTo>
                  <a:cubicBezTo>
                    <a:pt x="1341" y="1558"/>
                    <a:pt x="1312" y="1547"/>
                    <a:pt x="1266" y="1524"/>
                  </a:cubicBezTo>
                  <a:cubicBezTo>
                    <a:pt x="1192" y="1492"/>
                    <a:pt x="1160" y="1478"/>
                    <a:pt x="1158" y="1478"/>
                  </a:cubicBezTo>
                  <a:cubicBezTo>
                    <a:pt x="1157" y="1478"/>
                    <a:pt x="1173" y="1486"/>
                    <a:pt x="1201" y="1500"/>
                  </a:cubicBezTo>
                  <a:cubicBezTo>
                    <a:pt x="1193" y="1524"/>
                    <a:pt x="1185" y="1541"/>
                    <a:pt x="1185" y="1549"/>
                  </a:cubicBezTo>
                  <a:cubicBezTo>
                    <a:pt x="1185" y="1557"/>
                    <a:pt x="1249" y="1581"/>
                    <a:pt x="1306" y="1597"/>
                  </a:cubicBezTo>
                  <a:cubicBezTo>
                    <a:pt x="1252" y="1587"/>
                    <a:pt x="1208" y="1581"/>
                    <a:pt x="1185" y="1581"/>
                  </a:cubicBezTo>
                  <a:cubicBezTo>
                    <a:pt x="1151" y="1581"/>
                    <a:pt x="1157" y="1593"/>
                    <a:pt x="1233" y="1622"/>
                  </a:cubicBezTo>
                  <a:lnTo>
                    <a:pt x="1233" y="1638"/>
                  </a:lnTo>
                  <a:cubicBezTo>
                    <a:pt x="1233" y="1646"/>
                    <a:pt x="1233" y="1646"/>
                    <a:pt x="1298" y="1662"/>
                  </a:cubicBezTo>
                  <a:cubicBezTo>
                    <a:pt x="1332" y="1677"/>
                    <a:pt x="1322" y="1680"/>
                    <a:pt x="1297" y="1680"/>
                  </a:cubicBezTo>
                  <a:cubicBezTo>
                    <a:pt x="1280" y="1680"/>
                    <a:pt x="1256" y="1678"/>
                    <a:pt x="1233" y="1678"/>
                  </a:cubicBezTo>
                  <a:cubicBezTo>
                    <a:pt x="1160" y="1678"/>
                    <a:pt x="1095" y="1678"/>
                    <a:pt x="1160" y="1686"/>
                  </a:cubicBezTo>
                  <a:cubicBezTo>
                    <a:pt x="1233" y="1695"/>
                    <a:pt x="1290" y="1719"/>
                    <a:pt x="1347" y="1735"/>
                  </a:cubicBezTo>
                  <a:cubicBezTo>
                    <a:pt x="1379" y="1743"/>
                    <a:pt x="1379" y="1747"/>
                    <a:pt x="1363" y="1747"/>
                  </a:cubicBezTo>
                  <a:cubicBezTo>
                    <a:pt x="1347" y="1747"/>
                    <a:pt x="1314" y="1743"/>
                    <a:pt x="1282" y="1735"/>
                  </a:cubicBezTo>
                  <a:cubicBezTo>
                    <a:pt x="1270" y="1733"/>
                    <a:pt x="1257" y="1732"/>
                    <a:pt x="1245" y="1732"/>
                  </a:cubicBezTo>
                  <a:cubicBezTo>
                    <a:pt x="1213" y="1732"/>
                    <a:pt x="1181" y="1737"/>
                    <a:pt x="1152" y="1743"/>
                  </a:cubicBezTo>
                  <a:cubicBezTo>
                    <a:pt x="1152" y="1751"/>
                    <a:pt x="1152" y="1768"/>
                    <a:pt x="1217" y="1776"/>
                  </a:cubicBezTo>
                  <a:cubicBezTo>
                    <a:pt x="1282" y="1776"/>
                    <a:pt x="1274" y="1824"/>
                    <a:pt x="1209" y="1832"/>
                  </a:cubicBezTo>
                  <a:lnTo>
                    <a:pt x="1209" y="1849"/>
                  </a:lnTo>
                  <a:cubicBezTo>
                    <a:pt x="1209" y="1857"/>
                    <a:pt x="1274" y="1865"/>
                    <a:pt x="1274" y="1873"/>
                  </a:cubicBezTo>
                  <a:cubicBezTo>
                    <a:pt x="1274" y="1873"/>
                    <a:pt x="1274" y="1881"/>
                    <a:pt x="1339" y="1889"/>
                  </a:cubicBezTo>
                  <a:cubicBezTo>
                    <a:pt x="1339" y="1897"/>
                    <a:pt x="1339" y="1905"/>
                    <a:pt x="1274" y="1905"/>
                  </a:cubicBezTo>
                  <a:cubicBezTo>
                    <a:pt x="1403" y="1905"/>
                    <a:pt x="1403" y="1905"/>
                    <a:pt x="1274" y="1922"/>
                  </a:cubicBezTo>
                  <a:cubicBezTo>
                    <a:pt x="1188" y="1927"/>
                    <a:pt x="1163" y="1933"/>
                    <a:pt x="1198" y="1933"/>
                  </a:cubicBezTo>
                  <a:cubicBezTo>
                    <a:pt x="1213" y="1933"/>
                    <a:pt x="1238" y="1932"/>
                    <a:pt x="1274" y="1930"/>
                  </a:cubicBezTo>
                  <a:cubicBezTo>
                    <a:pt x="1339" y="1938"/>
                    <a:pt x="1339" y="1938"/>
                    <a:pt x="1274" y="1946"/>
                  </a:cubicBezTo>
                  <a:cubicBezTo>
                    <a:pt x="1234" y="1952"/>
                    <a:pt x="1222" y="1957"/>
                    <a:pt x="1238" y="1957"/>
                  </a:cubicBezTo>
                  <a:cubicBezTo>
                    <a:pt x="1245" y="1957"/>
                    <a:pt x="1257" y="1956"/>
                    <a:pt x="1274" y="1954"/>
                  </a:cubicBezTo>
                  <a:cubicBezTo>
                    <a:pt x="1403" y="1954"/>
                    <a:pt x="1468" y="1962"/>
                    <a:pt x="1339" y="1978"/>
                  </a:cubicBezTo>
                  <a:cubicBezTo>
                    <a:pt x="1339" y="1978"/>
                    <a:pt x="1339" y="1986"/>
                    <a:pt x="1403" y="1986"/>
                  </a:cubicBezTo>
                  <a:cubicBezTo>
                    <a:pt x="1457" y="1983"/>
                    <a:pt x="1489" y="1981"/>
                    <a:pt x="1498" y="1981"/>
                  </a:cubicBezTo>
                  <a:cubicBezTo>
                    <a:pt x="1511" y="1981"/>
                    <a:pt x="1479" y="1985"/>
                    <a:pt x="1403" y="1995"/>
                  </a:cubicBezTo>
                  <a:cubicBezTo>
                    <a:pt x="1316" y="2012"/>
                    <a:pt x="1291" y="2025"/>
                    <a:pt x="1330" y="2025"/>
                  </a:cubicBezTo>
                  <a:cubicBezTo>
                    <a:pt x="1345" y="2025"/>
                    <a:pt x="1369" y="2023"/>
                    <a:pt x="1403" y="2019"/>
                  </a:cubicBezTo>
                  <a:cubicBezTo>
                    <a:pt x="1403" y="2019"/>
                    <a:pt x="1420" y="2017"/>
                    <a:pt x="1429" y="2017"/>
                  </a:cubicBezTo>
                  <a:cubicBezTo>
                    <a:pt x="1438" y="2017"/>
                    <a:pt x="1440" y="2019"/>
                    <a:pt x="1412" y="2027"/>
                  </a:cubicBezTo>
                  <a:cubicBezTo>
                    <a:pt x="1360" y="2053"/>
                    <a:pt x="1319" y="2093"/>
                    <a:pt x="1364" y="2093"/>
                  </a:cubicBezTo>
                  <a:cubicBezTo>
                    <a:pt x="1376" y="2093"/>
                    <a:pt x="1394" y="2091"/>
                    <a:pt x="1420" y="2084"/>
                  </a:cubicBezTo>
                  <a:lnTo>
                    <a:pt x="1420" y="2100"/>
                  </a:lnTo>
                  <a:cubicBezTo>
                    <a:pt x="1377" y="2118"/>
                    <a:pt x="1366" y="2127"/>
                    <a:pt x="1391" y="2127"/>
                  </a:cubicBezTo>
                  <a:cubicBezTo>
                    <a:pt x="1399" y="2127"/>
                    <a:pt x="1412" y="2126"/>
                    <a:pt x="1428" y="2124"/>
                  </a:cubicBezTo>
                  <a:lnTo>
                    <a:pt x="1493" y="2116"/>
                  </a:lnTo>
                  <a:lnTo>
                    <a:pt x="1493" y="2116"/>
                  </a:lnTo>
                  <a:cubicBezTo>
                    <a:pt x="1444" y="2124"/>
                    <a:pt x="1403" y="2140"/>
                    <a:pt x="1371" y="2165"/>
                  </a:cubicBezTo>
                  <a:cubicBezTo>
                    <a:pt x="1371" y="2168"/>
                    <a:pt x="1371" y="2170"/>
                    <a:pt x="1376" y="2170"/>
                  </a:cubicBezTo>
                  <a:cubicBezTo>
                    <a:pt x="1382" y="2170"/>
                    <a:pt x="1398" y="2166"/>
                    <a:pt x="1436" y="2157"/>
                  </a:cubicBezTo>
                  <a:cubicBezTo>
                    <a:pt x="1467" y="2139"/>
                    <a:pt x="1481" y="2133"/>
                    <a:pt x="1488" y="2133"/>
                  </a:cubicBezTo>
                  <a:cubicBezTo>
                    <a:pt x="1493" y="2133"/>
                    <a:pt x="1493" y="2137"/>
                    <a:pt x="1493" y="2140"/>
                  </a:cubicBezTo>
                  <a:cubicBezTo>
                    <a:pt x="1460" y="2165"/>
                    <a:pt x="1420" y="2189"/>
                    <a:pt x="1379" y="2197"/>
                  </a:cubicBezTo>
                  <a:lnTo>
                    <a:pt x="1379" y="2205"/>
                  </a:lnTo>
                  <a:cubicBezTo>
                    <a:pt x="1448" y="2183"/>
                    <a:pt x="1478" y="2173"/>
                    <a:pt x="1480" y="2173"/>
                  </a:cubicBezTo>
                  <a:cubicBezTo>
                    <a:pt x="1483" y="2173"/>
                    <a:pt x="1469" y="2179"/>
                    <a:pt x="1444" y="2189"/>
                  </a:cubicBezTo>
                  <a:cubicBezTo>
                    <a:pt x="1387" y="2222"/>
                    <a:pt x="1387" y="2230"/>
                    <a:pt x="1387" y="2238"/>
                  </a:cubicBezTo>
                  <a:cubicBezTo>
                    <a:pt x="1409" y="2230"/>
                    <a:pt x="1417" y="2227"/>
                    <a:pt x="1418" y="2227"/>
                  </a:cubicBezTo>
                  <a:cubicBezTo>
                    <a:pt x="1420" y="2227"/>
                    <a:pt x="1393" y="2238"/>
                    <a:pt x="1387" y="2238"/>
                  </a:cubicBezTo>
                  <a:lnTo>
                    <a:pt x="1330" y="2262"/>
                  </a:lnTo>
                  <a:cubicBezTo>
                    <a:pt x="1314" y="2269"/>
                    <a:pt x="1307" y="2272"/>
                    <a:pt x="1307" y="2272"/>
                  </a:cubicBezTo>
                  <a:cubicBezTo>
                    <a:pt x="1308" y="2272"/>
                    <a:pt x="1349" y="2255"/>
                    <a:pt x="1395" y="2238"/>
                  </a:cubicBezTo>
                  <a:lnTo>
                    <a:pt x="1395" y="2254"/>
                  </a:lnTo>
                  <a:cubicBezTo>
                    <a:pt x="1399" y="2258"/>
                    <a:pt x="1401" y="2261"/>
                    <a:pt x="1407" y="2261"/>
                  </a:cubicBezTo>
                  <a:cubicBezTo>
                    <a:pt x="1415" y="2261"/>
                    <a:pt x="1429" y="2256"/>
                    <a:pt x="1460" y="2238"/>
                  </a:cubicBezTo>
                  <a:cubicBezTo>
                    <a:pt x="1493" y="2222"/>
                    <a:pt x="1533" y="2205"/>
                    <a:pt x="1574" y="2189"/>
                  </a:cubicBezTo>
                  <a:lnTo>
                    <a:pt x="1574" y="2189"/>
                  </a:lnTo>
                  <a:cubicBezTo>
                    <a:pt x="1533" y="2205"/>
                    <a:pt x="1501" y="2230"/>
                    <a:pt x="1460" y="2254"/>
                  </a:cubicBezTo>
                  <a:cubicBezTo>
                    <a:pt x="1468" y="2262"/>
                    <a:pt x="1412" y="2286"/>
                    <a:pt x="1412" y="2286"/>
                  </a:cubicBezTo>
                  <a:cubicBezTo>
                    <a:pt x="1334" y="2317"/>
                    <a:pt x="1336" y="2329"/>
                    <a:pt x="1361" y="2329"/>
                  </a:cubicBezTo>
                  <a:cubicBezTo>
                    <a:pt x="1376" y="2329"/>
                    <a:pt x="1399" y="2325"/>
                    <a:pt x="1420" y="2319"/>
                  </a:cubicBezTo>
                  <a:cubicBezTo>
                    <a:pt x="1473" y="2297"/>
                    <a:pt x="1503" y="2287"/>
                    <a:pt x="1510" y="2287"/>
                  </a:cubicBezTo>
                  <a:cubicBezTo>
                    <a:pt x="1519" y="2287"/>
                    <a:pt x="1491" y="2303"/>
                    <a:pt x="1428" y="2335"/>
                  </a:cubicBezTo>
                  <a:cubicBezTo>
                    <a:pt x="1391" y="2356"/>
                    <a:pt x="1379" y="2365"/>
                    <a:pt x="1385" y="2365"/>
                  </a:cubicBezTo>
                  <a:cubicBezTo>
                    <a:pt x="1398" y="2365"/>
                    <a:pt x="1491" y="2325"/>
                    <a:pt x="1606" y="2270"/>
                  </a:cubicBezTo>
                  <a:lnTo>
                    <a:pt x="1606" y="2270"/>
                  </a:lnTo>
                  <a:cubicBezTo>
                    <a:pt x="1464" y="2360"/>
                    <a:pt x="1414" y="2391"/>
                    <a:pt x="1430" y="2391"/>
                  </a:cubicBezTo>
                  <a:cubicBezTo>
                    <a:pt x="1438" y="2391"/>
                    <a:pt x="1466" y="2382"/>
                    <a:pt x="1509" y="2367"/>
                  </a:cubicBezTo>
                  <a:cubicBezTo>
                    <a:pt x="1535" y="2356"/>
                    <a:pt x="1549" y="2350"/>
                    <a:pt x="1552" y="2350"/>
                  </a:cubicBezTo>
                  <a:cubicBezTo>
                    <a:pt x="1555" y="2350"/>
                    <a:pt x="1543" y="2358"/>
                    <a:pt x="1517" y="2376"/>
                  </a:cubicBezTo>
                  <a:cubicBezTo>
                    <a:pt x="1460" y="2408"/>
                    <a:pt x="1460" y="2416"/>
                    <a:pt x="1476" y="2440"/>
                  </a:cubicBezTo>
                  <a:cubicBezTo>
                    <a:pt x="1484" y="2448"/>
                    <a:pt x="1488" y="2454"/>
                    <a:pt x="1495" y="2454"/>
                  </a:cubicBezTo>
                  <a:cubicBezTo>
                    <a:pt x="1503" y="2454"/>
                    <a:pt x="1515" y="2446"/>
                    <a:pt x="1541" y="2424"/>
                  </a:cubicBezTo>
                  <a:lnTo>
                    <a:pt x="1549" y="2440"/>
                  </a:lnTo>
                  <a:cubicBezTo>
                    <a:pt x="1508" y="2475"/>
                    <a:pt x="1496" y="2490"/>
                    <a:pt x="1503" y="2490"/>
                  </a:cubicBezTo>
                  <a:cubicBezTo>
                    <a:pt x="1513" y="2490"/>
                    <a:pt x="1558" y="2463"/>
                    <a:pt x="1614" y="2416"/>
                  </a:cubicBezTo>
                  <a:lnTo>
                    <a:pt x="1622" y="2424"/>
                  </a:lnTo>
                  <a:lnTo>
                    <a:pt x="1566" y="2465"/>
                  </a:lnTo>
                  <a:cubicBezTo>
                    <a:pt x="1517" y="2505"/>
                    <a:pt x="1525" y="2522"/>
                    <a:pt x="1566" y="2570"/>
                  </a:cubicBezTo>
                  <a:cubicBezTo>
                    <a:pt x="1588" y="2596"/>
                    <a:pt x="1600" y="2612"/>
                    <a:pt x="1615" y="2612"/>
                  </a:cubicBezTo>
                  <a:cubicBezTo>
                    <a:pt x="1633" y="2612"/>
                    <a:pt x="1655" y="2590"/>
                    <a:pt x="1703" y="2538"/>
                  </a:cubicBezTo>
                  <a:cubicBezTo>
                    <a:pt x="1751" y="2494"/>
                    <a:pt x="1775" y="2472"/>
                    <a:pt x="1777" y="2472"/>
                  </a:cubicBezTo>
                  <a:cubicBezTo>
                    <a:pt x="1779" y="2472"/>
                    <a:pt x="1757" y="2496"/>
                    <a:pt x="1712" y="2546"/>
                  </a:cubicBezTo>
                  <a:cubicBezTo>
                    <a:pt x="1682" y="2581"/>
                    <a:pt x="1652" y="2621"/>
                    <a:pt x="1657" y="2621"/>
                  </a:cubicBezTo>
                  <a:cubicBezTo>
                    <a:pt x="1659" y="2621"/>
                    <a:pt x="1666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7"/>
                  </a:cubicBezTo>
                  <a:cubicBezTo>
                    <a:pt x="1620" y="2721"/>
                    <a:pt x="1613" y="2741"/>
                    <a:pt x="1619" y="2741"/>
                  </a:cubicBezTo>
                  <a:cubicBezTo>
                    <a:pt x="1626" y="2741"/>
                    <a:pt x="1650" y="2717"/>
                    <a:pt x="1671" y="2692"/>
                  </a:cubicBezTo>
                  <a:cubicBezTo>
                    <a:pt x="1704" y="2649"/>
                    <a:pt x="1717" y="2633"/>
                    <a:pt x="1718" y="2633"/>
                  </a:cubicBezTo>
                  <a:cubicBezTo>
                    <a:pt x="1720" y="2633"/>
                    <a:pt x="1698" y="2666"/>
                    <a:pt x="1679" y="2700"/>
                  </a:cubicBezTo>
                  <a:cubicBezTo>
                    <a:pt x="1656" y="2735"/>
                    <a:pt x="1628" y="2779"/>
                    <a:pt x="1633" y="2779"/>
                  </a:cubicBezTo>
                  <a:cubicBezTo>
                    <a:pt x="1635" y="2779"/>
                    <a:pt x="1641" y="2772"/>
                    <a:pt x="1655" y="2757"/>
                  </a:cubicBezTo>
                  <a:cubicBezTo>
                    <a:pt x="1674" y="2737"/>
                    <a:pt x="1704" y="2719"/>
                    <a:pt x="1720" y="2719"/>
                  </a:cubicBezTo>
                  <a:cubicBezTo>
                    <a:pt x="1738" y="2719"/>
                    <a:pt x="1741" y="2739"/>
                    <a:pt x="1703" y="2797"/>
                  </a:cubicBezTo>
                  <a:lnTo>
                    <a:pt x="1712" y="2805"/>
                  </a:lnTo>
                  <a:cubicBezTo>
                    <a:pt x="1738" y="2769"/>
                    <a:pt x="1750" y="2759"/>
                    <a:pt x="1760" y="2759"/>
                  </a:cubicBezTo>
                  <a:cubicBezTo>
                    <a:pt x="1766" y="2759"/>
                    <a:pt x="1771" y="2762"/>
                    <a:pt x="1776" y="2765"/>
                  </a:cubicBezTo>
                  <a:cubicBezTo>
                    <a:pt x="1793" y="2781"/>
                    <a:pt x="1801" y="2781"/>
                    <a:pt x="1768" y="2838"/>
                  </a:cubicBezTo>
                  <a:cubicBezTo>
                    <a:pt x="1743" y="2867"/>
                    <a:pt x="1733" y="2881"/>
                    <a:pt x="1736" y="2881"/>
                  </a:cubicBezTo>
                  <a:cubicBezTo>
                    <a:pt x="1739" y="2881"/>
                    <a:pt x="1753" y="2869"/>
                    <a:pt x="1776" y="2846"/>
                  </a:cubicBezTo>
                  <a:cubicBezTo>
                    <a:pt x="1777" y="2846"/>
                    <a:pt x="1777" y="2846"/>
                    <a:pt x="1777" y="2846"/>
                  </a:cubicBezTo>
                  <a:cubicBezTo>
                    <a:pt x="1789" y="2846"/>
                    <a:pt x="1853" y="2748"/>
                    <a:pt x="1864" y="2748"/>
                  </a:cubicBezTo>
                  <a:cubicBezTo>
                    <a:pt x="1865" y="2748"/>
                    <a:pt x="1865" y="2748"/>
                    <a:pt x="1866" y="2749"/>
                  </a:cubicBezTo>
                  <a:cubicBezTo>
                    <a:pt x="1882" y="2708"/>
                    <a:pt x="1906" y="2676"/>
                    <a:pt x="1930" y="2643"/>
                  </a:cubicBezTo>
                  <a:lnTo>
                    <a:pt x="1930" y="2643"/>
                  </a:lnTo>
                  <a:lnTo>
                    <a:pt x="1906" y="2700"/>
                  </a:lnTo>
                  <a:cubicBezTo>
                    <a:pt x="1874" y="2757"/>
                    <a:pt x="1841" y="2813"/>
                    <a:pt x="1841" y="2813"/>
                  </a:cubicBezTo>
                  <a:cubicBezTo>
                    <a:pt x="1843" y="2816"/>
                    <a:pt x="1846" y="2817"/>
                    <a:pt x="1848" y="2817"/>
                  </a:cubicBezTo>
                  <a:cubicBezTo>
                    <a:pt x="1856" y="2817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8"/>
                    <a:pt x="1890" y="2838"/>
                  </a:cubicBezTo>
                  <a:cubicBezTo>
                    <a:pt x="1896" y="2841"/>
                    <a:pt x="1900" y="2843"/>
                    <a:pt x="1905" y="2843"/>
                  </a:cubicBezTo>
                  <a:cubicBezTo>
                    <a:pt x="1915" y="2843"/>
                    <a:pt x="1926" y="2834"/>
                    <a:pt x="1947" y="2797"/>
                  </a:cubicBezTo>
                  <a:lnTo>
                    <a:pt x="1947" y="2797"/>
                  </a:lnTo>
                  <a:cubicBezTo>
                    <a:pt x="1925" y="2862"/>
                    <a:pt x="1931" y="2897"/>
                    <a:pt x="1949" y="2897"/>
                  </a:cubicBezTo>
                  <a:cubicBezTo>
                    <a:pt x="1964" y="2897"/>
                    <a:pt x="1989" y="2870"/>
                    <a:pt x="2012" y="2813"/>
                  </a:cubicBezTo>
                  <a:cubicBezTo>
                    <a:pt x="2019" y="2786"/>
                    <a:pt x="2025" y="2772"/>
                    <a:pt x="2028" y="2772"/>
                  </a:cubicBezTo>
                  <a:cubicBezTo>
                    <a:pt x="2030" y="2772"/>
                    <a:pt x="2028" y="2788"/>
                    <a:pt x="2020" y="2822"/>
                  </a:cubicBezTo>
                  <a:cubicBezTo>
                    <a:pt x="2015" y="2855"/>
                    <a:pt x="2013" y="2871"/>
                    <a:pt x="2016" y="2871"/>
                  </a:cubicBezTo>
                  <a:cubicBezTo>
                    <a:pt x="2018" y="2871"/>
                    <a:pt x="2024" y="2857"/>
                    <a:pt x="2036" y="2830"/>
                  </a:cubicBezTo>
                  <a:cubicBezTo>
                    <a:pt x="2042" y="2814"/>
                    <a:pt x="2047" y="2808"/>
                    <a:pt x="2049" y="2808"/>
                  </a:cubicBezTo>
                  <a:cubicBezTo>
                    <a:pt x="2056" y="2808"/>
                    <a:pt x="2050" y="2855"/>
                    <a:pt x="2044" y="2903"/>
                  </a:cubicBezTo>
                  <a:cubicBezTo>
                    <a:pt x="2024" y="2976"/>
                    <a:pt x="2020" y="3008"/>
                    <a:pt x="2024" y="3008"/>
                  </a:cubicBezTo>
                  <a:cubicBezTo>
                    <a:pt x="2027" y="3008"/>
                    <a:pt x="2034" y="2993"/>
                    <a:pt x="2044" y="2967"/>
                  </a:cubicBezTo>
                  <a:cubicBezTo>
                    <a:pt x="2075" y="2923"/>
                    <a:pt x="2087" y="2918"/>
                    <a:pt x="2095" y="2918"/>
                  </a:cubicBezTo>
                  <a:cubicBezTo>
                    <a:pt x="2097" y="2918"/>
                    <a:pt x="2099" y="2919"/>
                    <a:pt x="2101" y="2919"/>
                  </a:cubicBezTo>
                  <a:cubicBezTo>
                    <a:pt x="2133" y="2886"/>
                    <a:pt x="2141" y="2838"/>
                    <a:pt x="2149" y="2797"/>
                  </a:cubicBezTo>
                  <a:cubicBezTo>
                    <a:pt x="2157" y="2732"/>
                    <a:pt x="2182" y="2676"/>
                    <a:pt x="2182" y="2676"/>
                  </a:cubicBezTo>
                  <a:lnTo>
                    <a:pt x="2182" y="2676"/>
                  </a:lnTo>
                  <a:cubicBezTo>
                    <a:pt x="2166" y="2716"/>
                    <a:pt x="2157" y="2757"/>
                    <a:pt x="2157" y="2797"/>
                  </a:cubicBezTo>
                  <a:cubicBezTo>
                    <a:pt x="2157" y="2862"/>
                    <a:pt x="2174" y="2870"/>
                    <a:pt x="2182" y="2870"/>
                  </a:cubicBezTo>
                  <a:lnTo>
                    <a:pt x="2214" y="2870"/>
                  </a:lnTo>
                  <a:cubicBezTo>
                    <a:pt x="2218" y="2908"/>
                    <a:pt x="2225" y="2926"/>
                    <a:pt x="2230" y="2926"/>
                  </a:cubicBezTo>
                  <a:cubicBezTo>
                    <a:pt x="2235" y="2926"/>
                    <a:pt x="2239" y="2910"/>
                    <a:pt x="2239" y="2878"/>
                  </a:cubicBezTo>
                  <a:cubicBezTo>
                    <a:pt x="2244" y="2843"/>
                    <a:pt x="2245" y="2839"/>
                    <a:pt x="2246" y="2833"/>
                  </a:cubicBezTo>
                  <a:lnTo>
                    <a:pt x="2246" y="2833"/>
                  </a:lnTo>
                  <a:cubicBezTo>
                    <a:pt x="2247" y="2889"/>
                    <a:pt x="2270" y="2919"/>
                    <a:pt x="2294" y="2919"/>
                  </a:cubicBezTo>
                  <a:cubicBezTo>
                    <a:pt x="2317" y="2919"/>
                    <a:pt x="2340" y="2890"/>
                    <a:pt x="2344" y="2830"/>
                  </a:cubicBezTo>
                  <a:lnTo>
                    <a:pt x="2344" y="2895"/>
                  </a:lnTo>
                  <a:cubicBezTo>
                    <a:pt x="2344" y="2959"/>
                    <a:pt x="2352" y="2959"/>
                    <a:pt x="2368" y="2959"/>
                  </a:cubicBezTo>
                  <a:cubicBezTo>
                    <a:pt x="2376" y="2959"/>
                    <a:pt x="2409" y="2895"/>
                    <a:pt x="2433" y="2895"/>
                  </a:cubicBezTo>
                  <a:cubicBezTo>
                    <a:pt x="2466" y="2886"/>
                    <a:pt x="2490" y="2886"/>
                    <a:pt x="2482" y="2830"/>
                  </a:cubicBezTo>
                  <a:cubicBezTo>
                    <a:pt x="2490" y="2830"/>
                    <a:pt x="2490" y="2830"/>
                    <a:pt x="2498" y="2886"/>
                  </a:cubicBezTo>
                  <a:cubicBezTo>
                    <a:pt x="2498" y="2951"/>
                    <a:pt x="2506" y="2951"/>
                    <a:pt x="2514" y="2951"/>
                  </a:cubicBezTo>
                  <a:cubicBezTo>
                    <a:pt x="2514" y="2911"/>
                    <a:pt x="2514" y="2862"/>
                    <a:pt x="2498" y="2822"/>
                  </a:cubicBezTo>
                  <a:cubicBezTo>
                    <a:pt x="2494" y="2793"/>
                    <a:pt x="2494" y="2779"/>
                    <a:pt x="2498" y="2779"/>
                  </a:cubicBezTo>
                  <a:cubicBezTo>
                    <a:pt x="2502" y="2779"/>
                    <a:pt x="2510" y="2793"/>
                    <a:pt x="2522" y="2822"/>
                  </a:cubicBezTo>
                  <a:cubicBezTo>
                    <a:pt x="2534" y="2854"/>
                    <a:pt x="2551" y="2870"/>
                    <a:pt x="2564" y="2870"/>
                  </a:cubicBezTo>
                  <a:cubicBezTo>
                    <a:pt x="2577" y="2870"/>
                    <a:pt x="2587" y="2854"/>
                    <a:pt x="2587" y="2822"/>
                  </a:cubicBezTo>
                  <a:cubicBezTo>
                    <a:pt x="2589" y="2822"/>
                    <a:pt x="2590" y="2821"/>
                    <a:pt x="2592" y="2821"/>
                  </a:cubicBezTo>
                  <a:cubicBezTo>
                    <a:pt x="2599" y="2821"/>
                    <a:pt x="2605" y="2826"/>
                    <a:pt x="2611" y="2878"/>
                  </a:cubicBezTo>
                  <a:cubicBezTo>
                    <a:pt x="2625" y="2910"/>
                    <a:pt x="2644" y="2942"/>
                    <a:pt x="2654" y="2942"/>
                  </a:cubicBezTo>
                  <a:cubicBezTo>
                    <a:pt x="2661" y="2942"/>
                    <a:pt x="2663" y="2923"/>
                    <a:pt x="2652" y="2870"/>
                  </a:cubicBezTo>
                  <a:cubicBezTo>
                    <a:pt x="2660" y="2870"/>
                    <a:pt x="2660" y="2870"/>
                    <a:pt x="2684" y="2927"/>
                  </a:cubicBezTo>
                  <a:cubicBezTo>
                    <a:pt x="2698" y="2964"/>
                    <a:pt x="2713" y="3002"/>
                    <a:pt x="2716" y="3002"/>
                  </a:cubicBezTo>
                  <a:cubicBezTo>
                    <a:pt x="2718" y="3002"/>
                    <a:pt x="2714" y="2982"/>
                    <a:pt x="2701" y="2927"/>
                  </a:cubicBezTo>
                  <a:cubicBezTo>
                    <a:pt x="2696" y="2891"/>
                    <a:pt x="2702" y="2873"/>
                    <a:pt x="2714" y="2873"/>
                  </a:cubicBezTo>
                  <a:cubicBezTo>
                    <a:pt x="2724" y="2873"/>
                    <a:pt x="2739" y="2885"/>
                    <a:pt x="2757" y="2911"/>
                  </a:cubicBezTo>
                  <a:cubicBezTo>
                    <a:pt x="2766" y="2903"/>
                    <a:pt x="2774" y="2903"/>
                    <a:pt x="2749" y="2846"/>
                  </a:cubicBezTo>
                  <a:cubicBezTo>
                    <a:pt x="2733" y="2813"/>
                    <a:pt x="2741" y="2822"/>
                    <a:pt x="2725" y="2781"/>
                  </a:cubicBezTo>
                  <a:lnTo>
                    <a:pt x="2725" y="2781"/>
                  </a:lnTo>
                  <a:cubicBezTo>
                    <a:pt x="2753" y="2842"/>
                    <a:pt x="2768" y="2872"/>
                    <a:pt x="2770" y="2872"/>
                  </a:cubicBezTo>
                  <a:cubicBezTo>
                    <a:pt x="2772" y="2872"/>
                    <a:pt x="2761" y="2842"/>
                    <a:pt x="2741" y="2781"/>
                  </a:cubicBezTo>
                  <a:cubicBezTo>
                    <a:pt x="2729" y="2752"/>
                    <a:pt x="2725" y="2735"/>
                    <a:pt x="2727" y="2735"/>
                  </a:cubicBezTo>
                  <a:cubicBezTo>
                    <a:pt x="2730" y="2735"/>
                    <a:pt x="2738" y="2750"/>
                    <a:pt x="2749" y="2781"/>
                  </a:cubicBezTo>
                  <a:cubicBezTo>
                    <a:pt x="2782" y="2838"/>
                    <a:pt x="2790" y="2838"/>
                    <a:pt x="2790" y="2838"/>
                  </a:cubicBezTo>
                  <a:cubicBezTo>
                    <a:pt x="2798" y="2838"/>
                    <a:pt x="2806" y="2765"/>
                    <a:pt x="2838" y="2740"/>
                  </a:cubicBezTo>
                  <a:cubicBezTo>
                    <a:pt x="2895" y="2716"/>
                    <a:pt x="2911" y="2700"/>
                    <a:pt x="2879" y="2651"/>
                  </a:cubicBezTo>
                  <a:cubicBezTo>
                    <a:pt x="2862" y="2622"/>
                    <a:pt x="2854" y="2608"/>
                    <a:pt x="2857" y="2608"/>
                  </a:cubicBezTo>
                  <a:cubicBezTo>
                    <a:pt x="2860" y="2608"/>
                    <a:pt x="2872" y="2620"/>
                    <a:pt x="2895" y="2643"/>
                  </a:cubicBezTo>
                  <a:cubicBezTo>
                    <a:pt x="2924" y="2678"/>
                    <a:pt x="2936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5" y="2683"/>
                    <a:pt x="2957" y="2683"/>
                  </a:cubicBezTo>
                  <a:cubicBezTo>
                    <a:pt x="2962" y="2683"/>
                    <a:pt x="2969" y="2688"/>
                    <a:pt x="3001" y="2732"/>
                  </a:cubicBezTo>
                  <a:cubicBezTo>
                    <a:pt x="2968" y="2676"/>
                    <a:pt x="2968" y="2676"/>
                    <a:pt x="2976" y="2667"/>
                  </a:cubicBezTo>
                  <a:lnTo>
                    <a:pt x="2976" y="2667"/>
                  </a:lnTo>
                  <a:cubicBezTo>
                    <a:pt x="2995" y="2694"/>
                    <a:pt x="3007" y="2706"/>
                    <a:pt x="3010" y="2706"/>
                  </a:cubicBezTo>
                  <a:cubicBezTo>
                    <a:pt x="3014" y="2706"/>
                    <a:pt x="3006" y="2690"/>
                    <a:pt x="2984" y="2659"/>
                  </a:cubicBezTo>
                  <a:cubicBezTo>
                    <a:pt x="2947" y="2606"/>
                    <a:pt x="2929" y="2579"/>
                    <a:pt x="2931" y="2579"/>
                  </a:cubicBezTo>
                  <a:cubicBezTo>
                    <a:pt x="2933" y="2579"/>
                    <a:pt x="2953" y="2604"/>
                    <a:pt x="2993" y="2651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8"/>
                    <a:pt x="3049" y="2692"/>
                  </a:cubicBezTo>
                  <a:cubicBezTo>
                    <a:pt x="3009" y="2643"/>
                    <a:pt x="3017" y="2635"/>
                    <a:pt x="2984" y="2578"/>
                  </a:cubicBezTo>
                  <a:cubicBezTo>
                    <a:pt x="2984" y="2578"/>
                    <a:pt x="2985" y="2578"/>
                    <a:pt x="2986" y="2578"/>
                  </a:cubicBezTo>
                  <a:cubicBezTo>
                    <a:pt x="2991" y="2578"/>
                    <a:pt x="3003" y="2582"/>
                    <a:pt x="3033" y="2619"/>
                  </a:cubicBezTo>
                  <a:cubicBezTo>
                    <a:pt x="3043" y="2627"/>
                    <a:pt x="3051" y="2631"/>
                    <a:pt x="3056" y="2631"/>
                  </a:cubicBezTo>
                  <a:cubicBezTo>
                    <a:pt x="3077" y="2631"/>
                    <a:pt x="3065" y="2576"/>
                    <a:pt x="3033" y="2538"/>
                  </a:cubicBezTo>
                  <a:cubicBezTo>
                    <a:pt x="3009" y="2513"/>
                    <a:pt x="2999" y="2501"/>
                    <a:pt x="3001" y="2501"/>
                  </a:cubicBezTo>
                  <a:cubicBezTo>
                    <a:pt x="3003" y="2501"/>
                    <a:pt x="3017" y="2513"/>
                    <a:pt x="3041" y="2538"/>
                  </a:cubicBezTo>
                  <a:cubicBezTo>
                    <a:pt x="3069" y="2566"/>
                    <a:pt x="3082" y="2574"/>
                    <a:pt x="3089" y="2574"/>
                  </a:cubicBezTo>
                  <a:cubicBezTo>
                    <a:pt x="3093" y="2574"/>
                    <a:pt x="3095" y="2573"/>
                    <a:pt x="3098" y="2570"/>
                  </a:cubicBezTo>
                  <a:cubicBezTo>
                    <a:pt x="3085" y="2555"/>
                    <a:pt x="3081" y="2548"/>
                    <a:pt x="3083" y="2548"/>
                  </a:cubicBezTo>
                  <a:cubicBezTo>
                    <a:pt x="3088" y="2548"/>
                    <a:pt x="3119" y="2578"/>
                    <a:pt x="3147" y="2611"/>
                  </a:cubicBezTo>
                  <a:cubicBezTo>
                    <a:pt x="3172" y="2641"/>
                    <a:pt x="3184" y="2649"/>
                    <a:pt x="3194" y="2649"/>
                  </a:cubicBezTo>
                  <a:cubicBezTo>
                    <a:pt x="3200" y="2649"/>
                    <a:pt x="3205" y="2646"/>
                    <a:pt x="3211" y="2643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28" y="2513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2993" y="2303"/>
                  </a:lnTo>
                  <a:lnTo>
                    <a:pt x="3098" y="2376"/>
                  </a:lnTo>
                  <a:lnTo>
                    <a:pt x="3252" y="2481"/>
                  </a:lnTo>
                  <a:cubicBezTo>
                    <a:pt x="3260" y="2473"/>
                    <a:pt x="3211" y="2440"/>
                    <a:pt x="3155" y="2400"/>
                  </a:cubicBezTo>
                  <a:cubicBezTo>
                    <a:pt x="3125" y="2380"/>
                    <a:pt x="3114" y="2370"/>
                    <a:pt x="3123" y="2370"/>
                  </a:cubicBezTo>
                  <a:cubicBezTo>
                    <a:pt x="3130" y="2370"/>
                    <a:pt x="3145" y="2374"/>
                    <a:pt x="3171" y="2384"/>
                  </a:cubicBezTo>
                  <a:cubicBezTo>
                    <a:pt x="3195" y="2393"/>
                    <a:pt x="3210" y="2397"/>
                    <a:pt x="3217" y="2397"/>
                  </a:cubicBezTo>
                  <a:cubicBezTo>
                    <a:pt x="3229" y="2397"/>
                    <a:pt x="3218" y="2385"/>
                    <a:pt x="3187" y="2359"/>
                  </a:cubicBezTo>
                  <a:cubicBezTo>
                    <a:pt x="3190" y="2356"/>
                    <a:pt x="3192" y="2355"/>
                    <a:pt x="3196" y="2355"/>
                  </a:cubicBezTo>
                  <a:cubicBezTo>
                    <a:pt x="3203" y="2355"/>
                    <a:pt x="3216" y="2360"/>
                    <a:pt x="3252" y="2376"/>
                  </a:cubicBezTo>
                  <a:cubicBezTo>
                    <a:pt x="3260" y="2367"/>
                    <a:pt x="3260" y="2367"/>
                    <a:pt x="3203" y="2335"/>
                  </a:cubicBezTo>
                  <a:cubicBezTo>
                    <a:pt x="3169" y="2315"/>
                    <a:pt x="3155" y="2305"/>
                    <a:pt x="3164" y="2305"/>
                  </a:cubicBezTo>
                  <a:cubicBezTo>
                    <a:pt x="3170" y="2305"/>
                    <a:pt x="3186" y="2309"/>
                    <a:pt x="3211" y="2319"/>
                  </a:cubicBezTo>
                  <a:cubicBezTo>
                    <a:pt x="3263" y="2345"/>
                    <a:pt x="3293" y="2354"/>
                    <a:pt x="3305" y="2354"/>
                  </a:cubicBezTo>
                  <a:cubicBezTo>
                    <a:pt x="3321" y="2354"/>
                    <a:pt x="3311" y="2340"/>
                    <a:pt x="3284" y="2327"/>
                  </a:cubicBezTo>
                  <a:cubicBezTo>
                    <a:pt x="3228" y="2295"/>
                    <a:pt x="3228" y="2286"/>
                    <a:pt x="3228" y="2278"/>
                  </a:cubicBezTo>
                  <a:cubicBezTo>
                    <a:pt x="3236" y="2278"/>
                    <a:pt x="3236" y="2270"/>
                    <a:pt x="3187" y="2238"/>
                  </a:cubicBezTo>
                  <a:lnTo>
                    <a:pt x="3187" y="2222"/>
                  </a:lnTo>
                  <a:cubicBezTo>
                    <a:pt x="3188" y="2221"/>
                    <a:pt x="3189" y="2220"/>
                    <a:pt x="3191" y="2220"/>
                  </a:cubicBezTo>
                  <a:cubicBezTo>
                    <a:pt x="3207" y="2220"/>
                    <a:pt x="3251" y="2247"/>
                    <a:pt x="3244" y="2254"/>
                  </a:cubicBezTo>
                  <a:lnTo>
                    <a:pt x="3309" y="2278"/>
                  </a:lnTo>
                  <a:cubicBezTo>
                    <a:pt x="3317" y="2262"/>
                    <a:pt x="3317" y="2254"/>
                    <a:pt x="3260" y="2222"/>
                  </a:cubicBezTo>
                  <a:cubicBezTo>
                    <a:pt x="3201" y="2192"/>
                    <a:pt x="3173" y="2178"/>
                    <a:pt x="3176" y="2178"/>
                  </a:cubicBezTo>
                  <a:cubicBezTo>
                    <a:pt x="3179" y="2178"/>
                    <a:pt x="3210" y="2190"/>
                    <a:pt x="3268" y="2213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79" y="2199"/>
                    <a:pt x="3264" y="2190"/>
                    <a:pt x="3269" y="2190"/>
                  </a:cubicBezTo>
                  <a:cubicBezTo>
                    <a:pt x="3275" y="2190"/>
                    <a:pt x="3307" y="2201"/>
                    <a:pt x="3341" y="2213"/>
                  </a:cubicBezTo>
                  <a:cubicBezTo>
                    <a:pt x="3392" y="2235"/>
                    <a:pt x="3420" y="2247"/>
                    <a:pt x="3426" y="2247"/>
                  </a:cubicBezTo>
                  <a:cubicBezTo>
                    <a:pt x="3433" y="2247"/>
                    <a:pt x="3407" y="2229"/>
                    <a:pt x="3349" y="2189"/>
                  </a:cubicBezTo>
                  <a:cubicBezTo>
                    <a:pt x="3349" y="2173"/>
                    <a:pt x="3301" y="2124"/>
                    <a:pt x="3309" y="2100"/>
                  </a:cubicBezTo>
                  <a:cubicBezTo>
                    <a:pt x="3315" y="2080"/>
                    <a:pt x="3317" y="2065"/>
                    <a:pt x="3353" y="2065"/>
                  </a:cubicBezTo>
                  <a:cubicBezTo>
                    <a:pt x="3361" y="2065"/>
                    <a:pt x="3370" y="2066"/>
                    <a:pt x="3382" y="2068"/>
                  </a:cubicBezTo>
                  <a:cubicBezTo>
                    <a:pt x="3447" y="2080"/>
                    <a:pt x="3481" y="2084"/>
                    <a:pt x="3490" y="2084"/>
                  </a:cubicBezTo>
                  <a:cubicBezTo>
                    <a:pt x="3499" y="2084"/>
                    <a:pt x="3483" y="2080"/>
                    <a:pt x="3447" y="2076"/>
                  </a:cubicBezTo>
                  <a:cubicBezTo>
                    <a:pt x="3325" y="2051"/>
                    <a:pt x="3325" y="2043"/>
                    <a:pt x="3333" y="2019"/>
                  </a:cubicBezTo>
                  <a:cubicBezTo>
                    <a:pt x="3406" y="2011"/>
                    <a:pt x="3341" y="1986"/>
                    <a:pt x="3276" y="1970"/>
                  </a:cubicBezTo>
                  <a:cubicBezTo>
                    <a:pt x="3276" y="1978"/>
                    <a:pt x="3276" y="1986"/>
                    <a:pt x="3276" y="1986"/>
                  </a:cubicBezTo>
                  <a:cubicBezTo>
                    <a:pt x="3155" y="1962"/>
                    <a:pt x="3155" y="1962"/>
                    <a:pt x="3220" y="1954"/>
                  </a:cubicBezTo>
                  <a:cubicBezTo>
                    <a:pt x="3260" y="1954"/>
                    <a:pt x="3301" y="1954"/>
                    <a:pt x="3341" y="1962"/>
                  </a:cubicBezTo>
                  <a:cubicBezTo>
                    <a:pt x="3365" y="1966"/>
                    <a:pt x="3388" y="1968"/>
                    <a:pt x="3409" y="1968"/>
                  </a:cubicBezTo>
                  <a:cubicBezTo>
                    <a:pt x="3430" y="1968"/>
                    <a:pt x="3451" y="1966"/>
                    <a:pt x="3471" y="1962"/>
                  </a:cubicBezTo>
                  <a:cubicBezTo>
                    <a:pt x="3471" y="1954"/>
                    <a:pt x="3471" y="1946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3"/>
                    <a:pt x="3284" y="1905"/>
                  </a:cubicBezTo>
                  <a:cubicBezTo>
                    <a:pt x="3228" y="1897"/>
                    <a:pt x="3228" y="1897"/>
                    <a:pt x="3228" y="1889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7" y="1873"/>
                  </a:lnTo>
                  <a:cubicBezTo>
                    <a:pt x="3398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65" y="1857"/>
                    <a:pt x="3365" y="1670"/>
                    <a:pt x="3365" y="1646"/>
                  </a:cubicBezTo>
                  <a:cubicBezTo>
                    <a:pt x="3406" y="1623"/>
                    <a:pt x="3418" y="1604"/>
                    <a:pt x="3400" y="1604"/>
                  </a:cubicBezTo>
                  <a:cubicBezTo>
                    <a:pt x="3393" y="1604"/>
                    <a:pt x="3382" y="1607"/>
                    <a:pt x="3365" y="1613"/>
                  </a:cubicBezTo>
                  <a:cubicBezTo>
                    <a:pt x="3355" y="1616"/>
                    <a:pt x="3347" y="1617"/>
                    <a:pt x="3339" y="1617"/>
                  </a:cubicBezTo>
                  <a:cubicBezTo>
                    <a:pt x="3298" y="1617"/>
                    <a:pt x="3291" y="1583"/>
                    <a:pt x="3284" y="1549"/>
                  </a:cubicBezTo>
                  <a:cubicBezTo>
                    <a:pt x="3278" y="1510"/>
                    <a:pt x="3272" y="1476"/>
                    <a:pt x="3241" y="1476"/>
                  </a:cubicBezTo>
                  <a:cubicBezTo>
                    <a:pt x="3233" y="1476"/>
                    <a:pt x="3223" y="1479"/>
                    <a:pt x="3211" y="1484"/>
                  </a:cubicBezTo>
                  <a:cubicBezTo>
                    <a:pt x="3211" y="1484"/>
                    <a:pt x="3203" y="1476"/>
                    <a:pt x="3203" y="1468"/>
                  </a:cubicBezTo>
                  <a:cubicBezTo>
                    <a:pt x="3203" y="1462"/>
                    <a:pt x="3194" y="1460"/>
                    <a:pt x="3183" y="1460"/>
                  </a:cubicBezTo>
                  <a:cubicBezTo>
                    <a:pt x="3170" y="1460"/>
                    <a:pt x="3154" y="1462"/>
                    <a:pt x="3143" y="1462"/>
                  </a:cubicBezTo>
                  <a:cubicBezTo>
                    <a:pt x="3137" y="1462"/>
                    <a:pt x="3132" y="1461"/>
                    <a:pt x="3130" y="1459"/>
                  </a:cubicBezTo>
                  <a:cubicBezTo>
                    <a:pt x="3107" y="1470"/>
                    <a:pt x="3093" y="1474"/>
                    <a:pt x="3089" y="1474"/>
                  </a:cubicBezTo>
                  <a:cubicBezTo>
                    <a:pt x="3084" y="1474"/>
                    <a:pt x="3097" y="1465"/>
                    <a:pt x="3130" y="1451"/>
                  </a:cubicBezTo>
                  <a:cubicBezTo>
                    <a:pt x="3171" y="1435"/>
                    <a:pt x="3211" y="1419"/>
                    <a:pt x="3244" y="1386"/>
                  </a:cubicBezTo>
                  <a:cubicBezTo>
                    <a:pt x="3244" y="1383"/>
                    <a:pt x="3242" y="1382"/>
                    <a:pt x="3238" y="1382"/>
                  </a:cubicBezTo>
                  <a:cubicBezTo>
                    <a:pt x="3220" y="1382"/>
                    <a:pt x="3169" y="1409"/>
                    <a:pt x="3122" y="1435"/>
                  </a:cubicBezTo>
                  <a:cubicBezTo>
                    <a:pt x="3084" y="1457"/>
                    <a:pt x="3072" y="1460"/>
                    <a:pt x="3068" y="1460"/>
                  </a:cubicBezTo>
                  <a:cubicBezTo>
                    <a:pt x="3066" y="1460"/>
                    <a:pt x="3066" y="1459"/>
                    <a:pt x="3066" y="1459"/>
                  </a:cubicBezTo>
                  <a:cubicBezTo>
                    <a:pt x="3066" y="1451"/>
                    <a:pt x="3066" y="1451"/>
                    <a:pt x="3122" y="1419"/>
                  </a:cubicBezTo>
                  <a:lnTo>
                    <a:pt x="3236" y="1362"/>
                  </a:lnTo>
                  <a:lnTo>
                    <a:pt x="3236" y="1354"/>
                  </a:lnTo>
                  <a:cubicBezTo>
                    <a:pt x="3198" y="1376"/>
                    <a:pt x="3182" y="1379"/>
                    <a:pt x="3175" y="1379"/>
                  </a:cubicBezTo>
                  <a:cubicBezTo>
                    <a:pt x="3172" y="1379"/>
                    <a:pt x="3171" y="1378"/>
                    <a:pt x="3171" y="1378"/>
                  </a:cubicBezTo>
                  <a:cubicBezTo>
                    <a:pt x="3171" y="1370"/>
                    <a:pt x="3171" y="1370"/>
                    <a:pt x="3284" y="1305"/>
                  </a:cubicBezTo>
                  <a:cubicBezTo>
                    <a:pt x="3347" y="1270"/>
                    <a:pt x="3375" y="1251"/>
                    <a:pt x="3367" y="1251"/>
                  </a:cubicBezTo>
                  <a:cubicBezTo>
                    <a:pt x="3361" y="1251"/>
                    <a:pt x="3331" y="1264"/>
                    <a:pt x="3276" y="1289"/>
                  </a:cubicBezTo>
                  <a:lnTo>
                    <a:pt x="3220" y="1313"/>
                  </a:lnTo>
                  <a:cubicBezTo>
                    <a:pt x="3259" y="1283"/>
                    <a:pt x="3268" y="1272"/>
                    <a:pt x="3260" y="1272"/>
                  </a:cubicBezTo>
                  <a:cubicBezTo>
                    <a:pt x="3247" y="1272"/>
                    <a:pt x="3190" y="1301"/>
                    <a:pt x="3155" y="1322"/>
                  </a:cubicBezTo>
                  <a:cubicBezTo>
                    <a:pt x="3213" y="1277"/>
                    <a:pt x="3237" y="1254"/>
                    <a:pt x="3228" y="1254"/>
                  </a:cubicBezTo>
                  <a:cubicBezTo>
                    <a:pt x="3221" y="1254"/>
                    <a:pt x="3193" y="1268"/>
                    <a:pt x="3147" y="1297"/>
                  </a:cubicBezTo>
                  <a:cubicBezTo>
                    <a:pt x="3121" y="1316"/>
                    <a:pt x="3105" y="1324"/>
                    <a:pt x="3101" y="1324"/>
                  </a:cubicBezTo>
                  <a:cubicBezTo>
                    <a:pt x="3096" y="1324"/>
                    <a:pt x="3107" y="1311"/>
                    <a:pt x="3138" y="1289"/>
                  </a:cubicBezTo>
                  <a:cubicBezTo>
                    <a:pt x="3187" y="1241"/>
                    <a:pt x="3179" y="1232"/>
                    <a:pt x="3171" y="1224"/>
                  </a:cubicBezTo>
                  <a:lnTo>
                    <a:pt x="3171" y="1224"/>
                  </a:lnTo>
                  <a:cubicBezTo>
                    <a:pt x="3157" y="1232"/>
                    <a:pt x="3145" y="1236"/>
                    <a:pt x="3134" y="1236"/>
                  </a:cubicBezTo>
                  <a:cubicBezTo>
                    <a:pt x="3102" y="1236"/>
                    <a:pt x="3084" y="1202"/>
                    <a:pt x="3066" y="1159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5"/>
                  </a:cubicBezTo>
                  <a:cubicBezTo>
                    <a:pt x="2944" y="1127"/>
                    <a:pt x="2944" y="1127"/>
                    <a:pt x="2984" y="1070"/>
                  </a:cubicBezTo>
                  <a:cubicBezTo>
                    <a:pt x="3002" y="1049"/>
                    <a:pt x="3011" y="1035"/>
                    <a:pt x="3007" y="1035"/>
                  </a:cubicBezTo>
                  <a:cubicBezTo>
                    <a:pt x="3002" y="1035"/>
                    <a:pt x="2977" y="1057"/>
                    <a:pt x="2928" y="1111"/>
                  </a:cubicBezTo>
                  <a:cubicBezTo>
                    <a:pt x="2968" y="1054"/>
                    <a:pt x="2960" y="1046"/>
                    <a:pt x="2936" y="1022"/>
                  </a:cubicBezTo>
                  <a:cubicBezTo>
                    <a:pt x="2932" y="1014"/>
                    <a:pt x="2923" y="1006"/>
                    <a:pt x="2911" y="1006"/>
                  </a:cubicBezTo>
                  <a:cubicBezTo>
                    <a:pt x="2897" y="1006"/>
                    <a:pt x="2880" y="1016"/>
                    <a:pt x="2863" y="1046"/>
                  </a:cubicBezTo>
                  <a:cubicBezTo>
                    <a:pt x="2838" y="1070"/>
                    <a:pt x="2826" y="1082"/>
                    <a:pt x="2825" y="1082"/>
                  </a:cubicBezTo>
                  <a:cubicBezTo>
                    <a:pt x="2824" y="1082"/>
                    <a:pt x="2834" y="1070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2"/>
                    <a:pt x="2855" y="957"/>
                  </a:cubicBezTo>
                  <a:cubicBezTo>
                    <a:pt x="2847" y="957"/>
                    <a:pt x="2838" y="949"/>
                    <a:pt x="2871" y="892"/>
                  </a:cubicBezTo>
                  <a:cubicBezTo>
                    <a:pt x="2868" y="889"/>
                    <a:pt x="2867" y="888"/>
                    <a:pt x="2864" y="888"/>
                  </a:cubicBezTo>
                  <a:cubicBezTo>
                    <a:pt x="2857" y="888"/>
                    <a:pt x="2845" y="896"/>
                    <a:pt x="2806" y="924"/>
                  </a:cubicBezTo>
                  <a:lnTo>
                    <a:pt x="2766" y="900"/>
                  </a:lnTo>
                  <a:cubicBezTo>
                    <a:pt x="2764" y="899"/>
                    <a:pt x="2763" y="899"/>
                    <a:pt x="2762" y="899"/>
                  </a:cubicBezTo>
                  <a:cubicBezTo>
                    <a:pt x="2745" y="899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1"/>
                  </a:cubicBezTo>
                  <a:cubicBezTo>
                    <a:pt x="2603" y="835"/>
                    <a:pt x="2563" y="819"/>
                    <a:pt x="2563" y="754"/>
                  </a:cubicBezTo>
                  <a:cubicBezTo>
                    <a:pt x="2563" y="754"/>
                    <a:pt x="2555" y="754"/>
                    <a:pt x="2539" y="819"/>
                  </a:cubicBezTo>
                  <a:cubicBezTo>
                    <a:pt x="2520" y="895"/>
                    <a:pt x="2509" y="926"/>
                    <a:pt x="2505" y="926"/>
                  </a:cubicBezTo>
                  <a:cubicBezTo>
                    <a:pt x="2502" y="926"/>
                    <a:pt x="2503" y="911"/>
                    <a:pt x="2506" y="884"/>
                  </a:cubicBezTo>
                  <a:cubicBezTo>
                    <a:pt x="2514" y="813"/>
                    <a:pt x="2510" y="776"/>
                    <a:pt x="2500" y="776"/>
                  </a:cubicBezTo>
                  <a:cubicBezTo>
                    <a:pt x="2491" y="776"/>
                    <a:pt x="2477" y="809"/>
                    <a:pt x="2466" y="876"/>
                  </a:cubicBezTo>
                  <a:cubicBezTo>
                    <a:pt x="2466" y="835"/>
                    <a:pt x="2466" y="843"/>
                    <a:pt x="2474" y="803"/>
                  </a:cubicBezTo>
                  <a:cubicBezTo>
                    <a:pt x="2477" y="752"/>
                    <a:pt x="2474" y="730"/>
                    <a:pt x="2468" y="730"/>
                  </a:cubicBezTo>
                  <a:cubicBezTo>
                    <a:pt x="2459" y="730"/>
                    <a:pt x="2443" y="784"/>
                    <a:pt x="2433" y="868"/>
                  </a:cubicBezTo>
                  <a:cubicBezTo>
                    <a:pt x="2427" y="816"/>
                    <a:pt x="2426" y="768"/>
                    <a:pt x="2422" y="768"/>
                  </a:cubicBezTo>
                  <a:cubicBezTo>
                    <a:pt x="2421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17" y="616"/>
                    <a:pt x="2417" y="568"/>
                    <a:pt x="2409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2"/>
            <p:cNvSpPr/>
            <p:nvPr/>
          </p:nvSpPr>
          <p:spPr>
            <a:xfrm>
              <a:off x="8890037" y="2488087"/>
              <a:ext cx="60331" cy="51850"/>
            </a:xfrm>
            <a:custGeom>
              <a:avLst/>
              <a:gdLst/>
              <a:ahLst/>
              <a:cxnLst/>
              <a:rect l="l" t="t" r="r" b="b"/>
              <a:pathLst>
                <a:path w="3500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89"/>
                    <a:pt x="2149" y="41"/>
                    <a:pt x="2141" y="0"/>
                  </a:cubicBezTo>
                  <a:close/>
                  <a:moveTo>
                    <a:pt x="1608" y="886"/>
                  </a:moveTo>
                  <a:cubicBezTo>
                    <a:pt x="1604" y="886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1001"/>
                    <a:pt x="1666" y="1006"/>
                    <a:pt x="1673" y="1006"/>
                  </a:cubicBezTo>
                  <a:cubicBezTo>
                    <a:pt x="1675" y="1006"/>
                    <a:pt x="1677" y="1005"/>
                    <a:pt x="1679" y="1005"/>
                  </a:cubicBezTo>
                  <a:cubicBezTo>
                    <a:pt x="1692" y="1015"/>
                    <a:pt x="1700" y="1019"/>
                    <a:pt x="1704" y="1019"/>
                  </a:cubicBezTo>
                  <a:cubicBezTo>
                    <a:pt x="1717" y="1019"/>
                    <a:pt x="1686" y="976"/>
                    <a:pt x="1655" y="932"/>
                  </a:cubicBezTo>
                  <a:cubicBezTo>
                    <a:pt x="1629" y="896"/>
                    <a:pt x="1616" y="886"/>
                    <a:pt x="1608" y="886"/>
                  </a:cubicBezTo>
                  <a:close/>
                  <a:moveTo>
                    <a:pt x="1728" y="957"/>
                  </a:moveTo>
                  <a:cubicBezTo>
                    <a:pt x="1760" y="997"/>
                    <a:pt x="1784" y="1038"/>
                    <a:pt x="1793" y="1078"/>
                  </a:cubicBezTo>
                  <a:cubicBezTo>
                    <a:pt x="1760" y="1046"/>
                    <a:pt x="1736" y="1014"/>
                    <a:pt x="1720" y="965"/>
                  </a:cubicBezTo>
                  <a:lnTo>
                    <a:pt x="1728" y="957"/>
                  </a:lnTo>
                  <a:close/>
                  <a:moveTo>
                    <a:pt x="2125" y="884"/>
                  </a:moveTo>
                  <a:cubicBezTo>
                    <a:pt x="2149" y="924"/>
                    <a:pt x="2166" y="965"/>
                    <a:pt x="2174" y="1014"/>
                  </a:cubicBezTo>
                  <a:cubicBezTo>
                    <a:pt x="2206" y="1151"/>
                    <a:pt x="2206" y="1151"/>
                    <a:pt x="2198" y="1151"/>
                  </a:cubicBezTo>
                  <a:cubicBezTo>
                    <a:pt x="2190" y="1151"/>
                    <a:pt x="2182" y="1151"/>
                    <a:pt x="2166" y="1087"/>
                  </a:cubicBezTo>
                  <a:lnTo>
                    <a:pt x="2174" y="1078"/>
                  </a:lnTo>
                  <a:cubicBezTo>
                    <a:pt x="2178" y="1100"/>
                    <a:pt x="2181" y="1109"/>
                    <a:pt x="2182" y="1109"/>
                  </a:cubicBezTo>
                  <a:cubicBezTo>
                    <a:pt x="2184" y="1109"/>
                    <a:pt x="2175" y="1059"/>
                    <a:pt x="2157" y="1014"/>
                  </a:cubicBezTo>
                  <a:lnTo>
                    <a:pt x="2125" y="884"/>
                  </a:lnTo>
                  <a:close/>
                  <a:moveTo>
                    <a:pt x="2238" y="1014"/>
                  </a:moveTo>
                  <a:lnTo>
                    <a:pt x="2255" y="1078"/>
                  </a:lnTo>
                  <a:cubicBezTo>
                    <a:pt x="2263" y="1151"/>
                    <a:pt x="2255" y="1151"/>
                    <a:pt x="2247" y="1151"/>
                  </a:cubicBezTo>
                  <a:cubicBezTo>
                    <a:pt x="2247" y="1151"/>
                    <a:pt x="2247" y="1151"/>
                    <a:pt x="2238" y="1078"/>
                  </a:cubicBezTo>
                  <a:cubicBezTo>
                    <a:pt x="2238" y="1078"/>
                    <a:pt x="2230" y="1014"/>
                    <a:pt x="2238" y="1014"/>
                  </a:cubicBezTo>
                  <a:close/>
                  <a:moveTo>
                    <a:pt x="1963" y="1070"/>
                  </a:moveTo>
                  <a:lnTo>
                    <a:pt x="2020" y="1192"/>
                  </a:lnTo>
                  <a:cubicBezTo>
                    <a:pt x="2048" y="1249"/>
                    <a:pt x="2071" y="1300"/>
                    <a:pt x="2098" y="1356"/>
                  </a:cubicBezTo>
                  <a:lnTo>
                    <a:pt x="2098" y="1356"/>
                  </a:lnTo>
                  <a:cubicBezTo>
                    <a:pt x="2089" y="1344"/>
                    <a:pt x="2079" y="1332"/>
                    <a:pt x="2068" y="1322"/>
                  </a:cubicBezTo>
                  <a:lnTo>
                    <a:pt x="2060" y="1330"/>
                  </a:lnTo>
                  <a:lnTo>
                    <a:pt x="2036" y="1265"/>
                  </a:lnTo>
                  <a:cubicBezTo>
                    <a:pt x="2028" y="1216"/>
                    <a:pt x="2011" y="1176"/>
                    <a:pt x="1987" y="1135"/>
                  </a:cubicBezTo>
                  <a:cubicBezTo>
                    <a:pt x="1987" y="1135"/>
                    <a:pt x="1955" y="1070"/>
                    <a:pt x="1963" y="1070"/>
                  </a:cubicBezTo>
                  <a:close/>
                  <a:moveTo>
                    <a:pt x="2389" y="1097"/>
                  </a:moveTo>
                  <a:lnTo>
                    <a:pt x="2389" y="1097"/>
                  </a:lnTo>
                  <a:cubicBezTo>
                    <a:pt x="2391" y="1097"/>
                    <a:pt x="2388" y="1131"/>
                    <a:pt x="2384" y="1200"/>
                  </a:cubicBezTo>
                  <a:cubicBezTo>
                    <a:pt x="2384" y="1249"/>
                    <a:pt x="2376" y="1289"/>
                    <a:pt x="2376" y="1338"/>
                  </a:cubicBezTo>
                  <a:cubicBezTo>
                    <a:pt x="2372" y="1376"/>
                    <a:pt x="2369" y="1391"/>
                    <a:pt x="2368" y="1391"/>
                  </a:cubicBezTo>
                  <a:cubicBezTo>
                    <a:pt x="2365" y="1391"/>
                    <a:pt x="2371" y="1298"/>
                    <a:pt x="2376" y="1200"/>
                  </a:cubicBezTo>
                  <a:cubicBezTo>
                    <a:pt x="2384" y="1131"/>
                    <a:pt x="2388" y="1097"/>
                    <a:pt x="2389" y="1097"/>
                  </a:cubicBezTo>
                  <a:close/>
                  <a:moveTo>
                    <a:pt x="1509" y="1281"/>
                  </a:moveTo>
                  <a:lnTo>
                    <a:pt x="1614" y="1370"/>
                  </a:lnTo>
                  <a:cubicBezTo>
                    <a:pt x="1704" y="1433"/>
                    <a:pt x="1744" y="1461"/>
                    <a:pt x="1743" y="1461"/>
                  </a:cubicBezTo>
                  <a:cubicBezTo>
                    <a:pt x="1741" y="1461"/>
                    <a:pt x="1713" y="1443"/>
                    <a:pt x="1663" y="1411"/>
                  </a:cubicBezTo>
                  <a:cubicBezTo>
                    <a:pt x="1606" y="1378"/>
                    <a:pt x="1549" y="1338"/>
                    <a:pt x="1501" y="1297"/>
                  </a:cubicBezTo>
                  <a:lnTo>
                    <a:pt x="1509" y="1281"/>
                  </a:lnTo>
                  <a:close/>
                  <a:moveTo>
                    <a:pt x="1736" y="1419"/>
                  </a:moveTo>
                  <a:lnTo>
                    <a:pt x="1793" y="1451"/>
                  </a:lnTo>
                  <a:cubicBezTo>
                    <a:pt x="1849" y="1492"/>
                    <a:pt x="1841" y="1500"/>
                    <a:pt x="1841" y="1500"/>
                  </a:cubicBezTo>
                  <a:lnTo>
                    <a:pt x="1784" y="1459"/>
                  </a:lnTo>
                  <a:lnTo>
                    <a:pt x="1736" y="1419"/>
                  </a:lnTo>
                  <a:close/>
                  <a:moveTo>
                    <a:pt x="1977" y="1479"/>
                  </a:moveTo>
                  <a:cubicBezTo>
                    <a:pt x="1980" y="1479"/>
                    <a:pt x="1993" y="1489"/>
                    <a:pt x="2011" y="1508"/>
                  </a:cubicBezTo>
                  <a:cubicBezTo>
                    <a:pt x="2060" y="1557"/>
                    <a:pt x="2052" y="1557"/>
                    <a:pt x="2052" y="1565"/>
                  </a:cubicBezTo>
                  <a:cubicBezTo>
                    <a:pt x="1992" y="1505"/>
                    <a:pt x="1972" y="1479"/>
                    <a:pt x="1977" y="1479"/>
                  </a:cubicBezTo>
                  <a:close/>
                  <a:moveTo>
                    <a:pt x="1468" y="1516"/>
                  </a:moveTo>
                  <a:lnTo>
                    <a:pt x="1590" y="1565"/>
                  </a:lnTo>
                  <a:lnTo>
                    <a:pt x="1582" y="1573"/>
                  </a:lnTo>
                  <a:cubicBezTo>
                    <a:pt x="1541" y="1565"/>
                    <a:pt x="1501" y="1549"/>
                    <a:pt x="1468" y="1524"/>
                  </a:cubicBezTo>
                  <a:lnTo>
                    <a:pt x="1468" y="1516"/>
                  </a:lnTo>
                  <a:close/>
                  <a:moveTo>
                    <a:pt x="1882" y="1362"/>
                  </a:moveTo>
                  <a:cubicBezTo>
                    <a:pt x="1930" y="1403"/>
                    <a:pt x="1979" y="1451"/>
                    <a:pt x="2020" y="1500"/>
                  </a:cubicBezTo>
                  <a:cubicBezTo>
                    <a:pt x="2052" y="1541"/>
                    <a:pt x="2076" y="1573"/>
                    <a:pt x="2109" y="1605"/>
                  </a:cubicBezTo>
                  <a:cubicBezTo>
                    <a:pt x="2093" y="1589"/>
                    <a:pt x="2076" y="1573"/>
                    <a:pt x="2060" y="1557"/>
                  </a:cubicBezTo>
                  <a:cubicBezTo>
                    <a:pt x="2020" y="1508"/>
                    <a:pt x="1971" y="1459"/>
                    <a:pt x="1922" y="1411"/>
                  </a:cubicBezTo>
                  <a:cubicBezTo>
                    <a:pt x="1874" y="1362"/>
                    <a:pt x="1874" y="1362"/>
                    <a:pt x="1882" y="1362"/>
                  </a:cubicBezTo>
                  <a:close/>
                  <a:moveTo>
                    <a:pt x="2944" y="1508"/>
                  </a:moveTo>
                  <a:lnTo>
                    <a:pt x="2944" y="1508"/>
                  </a:lnTo>
                  <a:cubicBezTo>
                    <a:pt x="2895" y="1541"/>
                    <a:pt x="2830" y="1573"/>
                    <a:pt x="2774" y="1605"/>
                  </a:cubicBezTo>
                  <a:cubicBezTo>
                    <a:pt x="2774" y="1597"/>
                    <a:pt x="2774" y="1597"/>
                    <a:pt x="2830" y="1565"/>
                  </a:cubicBezTo>
                  <a:cubicBezTo>
                    <a:pt x="2863" y="1541"/>
                    <a:pt x="2903" y="1524"/>
                    <a:pt x="2944" y="1508"/>
                  </a:cubicBezTo>
                  <a:close/>
                  <a:moveTo>
                    <a:pt x="3198" y="1616"/>
                  </a:moveTo>
                  <a:cubicBezTo>
                    <a:pt x="3203" y="1616"/>
                    <a:pt x="3199" y="1619"/>
                    <a:pt x="3171" y="1630"/>
                  </a:cubicBezTo>
                  <a:lnTo>
                    <a:pt x="3171" y="1622"/>
                  </a:lnTo>
                  <a:cubicBezTo>
                    <a:pt x="3171" y="1622"/>
                    <a:pt x="3192" y="1616"/>
                    <a:pt x="3198" y="1616"/>
                  </a:cubicBezTo>
                  <a:close/>
                  <a:moveTo>
                    <a:pt x="1663" y="1541"/>
                  </a:moveTo>
                  <a:cubicBezTo>
                    <a:pt x="1728" y="1565"/>
                    <a:pt x="1784" y="1597"/>
                    <a:pt x="1841" y="1630"/>
                  </a:cubicBezTo>
                  <a:cubicBezTo>
                    <a:pt x="1866" y="1644"/>
                    <a:pt x="1880" y="1652"/>
                    <a:pt x="1878" y="1652"/>
                  </a:cubicBezTo>
                  <a:cubicBezTo>
                    <a:pt x="1877" y="1652"/>
                    <a:pt x="1849" y="1638"/>
                    <a:pt x="1784" y="1605"/>
                  </a:cubicBezTo>
                  <a:lnTo>
                    <a:pt x="1663" y="1541"/>
                  </a:lnTo>
                  <a:close/>
                  <a:moveTo>
                    <a:pt x="1298" y="1622"/>
                  </a:moveTo>
                  <a:cubicBezTo>
                    <a:pt x="1306" y="1622"/>
                    <a:pt x="1363" y="1646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4"/>
                    <a:pt x="1274" y="1624"/>
                  </a:cubicBezTo>
                  <a:cubicBezTo>
                    <a:pt x="1277" y="1624"/>
                    <a:pt x="1284" y="1626"/>
                    <a:pt x="1298" y="1630"/>
                  </a:cubicBezTo>
                  <a:lnTo>
                    <a:pt x="1298" y="1622"/>
                  </a:lnTo>
                  <a:close/>
                  <a:moveTo>
                    <a:pt x="3171" y="1622"/>
                  </a:moveTo>
                  <a:lnTo>
                    <a:pt x="3106" y="1646"/>
                  </a:lnTo>
                  <a:cubicBezTo>
                    <a:pt x="3069" y="1651"/>
                    <a:pt x="3034" y="1655"/>
                    <a:pt x="3022" y="1655"/>
                  </a:cubicBezTo>
                  <a:cubicBezTo>
                    <a:pt x="3013" y="1655"/>
                    <a:pt x="3017" y="1653"/>
                    <a:pt x="3041" y="1646"/>
                  </a:cubicBezTo>
                  <a:cubicBezTo>
                    <a:pt x="3041" y="1646"/>
                    <a:pt x="3106" y="1630"/>
                    <a:pt x="3171" y="1622"/>
                  </a:cubicBezTo>
                  <a:close/>
                  <a:moveTo>
                    <a:pt x="1606" y="1735"/>
                  </a:moveTo>
                  <a:cubicBezTo>
                    <a:pt x="1655" y="1743"/>
                    <a:pt x="1695" y="1751"/>
                    <a:pt x="1736" y="1759"/>
                  </a:cubicBezTo>
                  <a:cubicBezTo>
                    <a:pt x="1757" y="1766"/>
                    <a:pt x="1763" y="1768"/>
                    <a:pt x="1753" y="1768"/>
                  </a:cubicBezTo>
                  <a:cubicBezTo>
                    <a:pt x="1739" y="1768"/>
                    <a:pt x="1686" y="1761"/>
                    <a:pt x="1606" y="1751"/>
                  </a:cubicBezTo>
                  <a:lnTo>
                    <a:pt x="1606" y="1735"/>
                  </a:lnTo>
                  <a:close/>
                  <a:moveTo>
                    <a:pt x="1939" y="1743"/>
                  </a:moveTo>
                  <a:lnTo>
                    <a:pt x="1995" y="1759"/>
                  </a:lnTo>
                  <a:lnTo>
                    <a:pt x="2060" y="1776"/>
                  </a:lnTo>
                  <a:lnTo>
                    <a:pt x="2060" y="1776"/>
                  </a:lnTo>
                  <a:lnTo>
                    <a:pt x="1939" y="1743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1" y="1806"/>
                    <a:pt x="1695" y="1804"/>
                    <a:pt x="1663" y="1800"/>
                  </a:cubicBezTo>
                  <a:close/>
                  <a:moveTo>
                    <a:pt x="1914" y="1849"/>
                  </a:moveTo>
                  <a:lnTo>
                    <a:pt x="1784" y="1857"/>
                  </a:lnTo>
                  <a:lnTo>
                    <a:pt x="1849" y="1857"/>
                  </a:lnTo>
                  <a:cubicBezTo>
                    <a:pt x="1866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2625" y="1886"/>
                  </a:moveTo>
                  <a:lnTo>
                    <a:pt x="2625" y="1886"/>
                  </a:lnTo>
                  <a:cubicBezTo>
                    <a:pt x="2625" y="1886"/>
                    <a:pt x="2636" y="1887"/>
                    <a:pt x="2652" y="1889"/>
                  </a:cubicBezTo>
                  <a:lnTo>
                    <a:pt x="2652" y="1889"/>
                  </a:lnTo>
                  <a:cubicBezTo>
                    <a:pt x="2652" y="1889"/>
                    <a:pt x="2652" y="1889"/>
                    <a:pt x="2652" y="1889"/>
                  </a:cubicBezTo>
                  <a:cubicBezTo>
                    <a:pt x="2633" y="1887"/>
                    <a:pt x="2625" y="1886"/>
                    <a:pt x="2625" y="1886"/>
                  </a:cubicBezTo>
                  <a:close/>
                  <a:moveTo>
                    <a:pt x="1468" y="1889"/>
                  </a:moveTo>
                  <a:cubicBezTo>
                    <a:pt x="1533" y="1889"/>
                    <a:pt x="1533" y="1897"/>
                    <a:pt x="1533" y="1897"/>
                  </a:cubicBezTo>
                  <a:cubicBezTo>
                    <a:pt x="1533" y="1897"/>
                    <a:pt x="1533" y="1905"/>
                    <a:pt x="1468" y="1913"/>
                  </a:cubicBezTo>
                  <a:cubicBezTo>
                    <a:pt x="1468" y="1913"/>
                    <a:pt x="1403" y="1913"/>
                    <a:pt x="1403" y="1905"/>
                  </a:cubicBezTo>
                  <a:cubicBezTo>
                    <a:pt x="1403" y="1897"/>
                    <a:pt x="1468" y="1889"/>
                    <a:pt x="1468" y="1889"/>
                  </a:cubicBezTo>
                  <a:close/>
                  <a:moveTo>
                    <a:pt x="2636" y="1913"/>
                  </a:moveTo>
                  <a:cubicBezTo>
                    <a:pt x="2673" y="1918"/>
                    <a:pt x="2689" y="1923"/>
                    <a:pt x="2683" y="1923"/>
                  </a:cubicBezTo>
                  <a:cubicBezTo>
                    <a:pt x="2679" y="1923"/>
                    <a:pt x="2663" y="1920"/>
                    <a:pt x="2636" y="1913"/>
                  </a:cubicBezTo>
                  <a:close/>
                  <a:moveTo>
                    <a:pt x="2194" y="1906"/>
                  </a:moveTo>
                  <a:cubicBezTo>
                    <a:pt x="2193" y="1906"/>
                    <a:pt x="2171" y="1915"/>
                    <a:pt x="2118" y="1936"/>
                  </a:cubicBezTo>
                  <a:lnTo>
                    <a:pt x="2118" y="1936"/>
                  </a:lnTo>
                  <a:cubicBezTo>
                    <a:pt x="2130" y="1932"/>
                    <a:pt x="2143" y="1927"/>
                    <a:pt x="2157" y="1922"/>
                  </a:cubicBezTo>
                  <a:cubicBezTo>
                    <a:pt x="2181" y="1912"/>
                    <a:pt x="2195" y="1906"/>
                    <a:pt x="2194" y="1906"/>
                  </a:cubicBezTo>
                  <a:close/>
                  <a:moveTo>
                    <a:pt x="3169" y="1932"/>
                  </a:moveTo>
                  <a:cubicBezTo>
                    <a:pt x="3177" y="1932"/>
                    <a:pt x="3191" y="1934"/>
                    <a:pt x="3220" y="1938"/>
                  </a:cubicBezTo>
                  <a:lnTo>
                    <a:pt x="3155" y="1938"/>
                  </a:lnTo>
                  <a:cubicBezTo>
                    <a:pt x="3159" y="1934"/>
                    <a:pt x="3161" y="1932"/>
                    <a:pt x="3169" y="1932"/>
                  </a:cubicBezTo>
                  <a:close/>
                  <a:moveTo>
                    <a:pt x="3255" y="1961"/>
                  </a:moveTo>
                  <a:cubicBezTo>
                    <a:pt x="3250" y="1961"/>
                    <a:pt x="3252" y="1963"/>
                    <a:pt x="3276" y="1970"/>
                  </a:cubicBezTo>
                  <a:cubicBezTo>
                    <a:pt x="3281" y="1966"/>
                    <a:pt x="3261" y="1961"/>
                    <a:pt x="3255" y="1961"/>
                  </a:cubicBezTo>
                  <a:close/>
                  <a:moveTo>
                    <a:pt x="2693" y="1946"/>
                  </a:moveTo>
                  <a:cubicBezTo>
                    <a:pt x="2733" y="1962"/>
                    <a:pt x="2774" y="1970"/>
                    <a:pt x="2814" y="1986"/>
                  </a:cubicBezTo>
                  <a:lnTo>
                    <a:pt x="2749" y="1970"/>
                  </a:lnTo>
                  <a:lnTo>
                    <a:pt x="2693" y="1954"/>
                  </a:lnTo>
                  <a:lnTo>
                    <a:pt x="2693" y="1946"/>
                  </a:lnTo>
                  <a:close/>
                  <a:moveTo>
                    <a:pt x="2031" y="1955"/>
                  </a:moveTo>
                  <a:cubicBezTo>
                    <a:pt x="2011" y="1962"/>
                    <a:pt x="1991" y="1970"/>
                    <a:pt x="1971" y="1978"/>
                  </a:cubicBezTo>
                  <a:cubicBezTo>
                    <a:pt x="1938" y="1988"/>
                    <a:pt x="1924" y="1992"/>
                    <a:pt x="1918" y="1992"/>
                  </a:cubicBezTo>
                  <a:cubicBezTo>
                    <a:pt x="1914" y="1992"/>
                    <a:pt x="1914" y="1990"/>
                    <a:pt x="1914" y="1986"/>
                  </a:cubicBezTo>
                  <a:lnTo>
                    <a:pt x="2031" y="1955"/>
                  </a:lnTo>
                  <a:close/>
                  <a:moveTo>
                    <a:pt x="3151" y="1989"/>
                  </a:moveTo>
                  <a:cubicBezTo>
                    <a:pt x="3158" y="1989"/>
                    <a:pt x="3173" y="1993"/>
                    <a:pt x="3211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1"/>
                    <a:pt x="3147" y="1989"/>
                    <a:pt x="3151" y="1989"/>
                  </a:cubicBezTo>
                  <a:close/>
                  <a:moveTo>
                    <a:pt x="1531" y="2005"/>
                  </a:moveTo>
                  <a:cubicBezTo>
                    <a:pt x="1536" y="2005"/>
                    <a:pt x="1538" y="2007"/>
                    <a:pt x="1541" y="2011"/>
                  </a:cubicBezTo>
                  <a:cubicBezTo>
                    <a:pt x="1541" y="2019"/>
                    <a:pt x="1476" y="2035"/>
                    <a:pt x="1476" y="2035"/>
                  </a:cubicBezTo>
                  <a:cubicBezTo>
                    <a:pt x="1464" y="2037"/>
                    <a:pt x="1456" y="2037"/>
                    <a:pt x="1452" y="2037"/>
                  </a:cubicBezTo>
                  <a:cubicBezTo>
                    <a:pt x="1434" y="2037"/>
                    <a:pt x="1476" y="2025"/>
                    <a:pt x="1476" y="2019"/>
                  </a:cubicBezTo>
                  <a:cubicBezTo>
                    <a:pt x="1510" y="2009"/>
                    <a:pt x="1523" y="2005"/>
                    <a:pt x="1531" y="2005"/>
                  </a:cubicBezTo>
                  <a:close/>
                  <a:moveTo>
                    <a:pt x="2384" y="2011"/>
                  </a:moveTo>
                  <a:cubicBezTo>
                    <a:pt x="2384" y="2011"/>
                    <a:pt x="2388" y="2023"/>
                    <a:pt x="2392" y="2042"/>
                  </a:cubicBezTo>
                  <a:lnTo>
                    <a:pt x="2392" y="2042"/>
                  </a:lnTo>
                  <a:cubicBezTo>
                    <a:pt x="2391" y="2030"/>
                    <a:pt x="2389" y="2019"/>
                    <a:pt x="2384" y="2011"/>
                  </a:cubicBezTo>
                  <a:close/>
                  <a:moveTo>
                    <a:pt x="2733" y="2003"/>
                  </a:moveTo>
                  <a:cubicBezTo>
                    <a:pt x="2733" y="2003"/>
                    <a:pt x="2734" y="2003"/>
                    <a:pt x="2798" y="2027"/>
                  </a:cubicBezTo>
                  <a:cubicBezTo>
                    <a:pt x="2814" y="2035"/>
                    <a:pt x="2838" y="2043"/>
                    <a:pt x="2855" y="2051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3089" y="2022"/>
                  </a:moveTo>
                  <a:cubicBezTo>
                    <a:pt x="3095" y="2022"/>
                    <a:pt x="3110" y="2024"/>
                    <a:pt x="3130" y="2027"/>
                  </a:cubicBezTo>
                  <a:cubicBezTo>
                    <a:pt x="3195" y="2043"/>
                    <a:pt x="3195" y="2043"/>
                    <a:pt x="3195" y="2051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7" y="2057"/>
                    <a:pt x="3164" y="2053"/>
                    <a:pt x="3130" y="2043"/>
                  </a:cubicBezTo>
                  <a:cubicBezTo>
                    <a:pt x="3089" y="2028"/>
                    <a:pt x="3077" y="2022"/>
                    <a:pt x="3089" y="2022"/>
                  </a:cubicBezTo>
                  <a:close/>
                  <a:moveTo>
                    <a:pt x="1715" y="2062"/>
                  </a:moveTo>
                  <a:cubicBezTo>
                    <a:pt x="1720" y="2062"/>
                    <a:pt x="1692" y="2077"/>
                    <a:pt x="1614" y="2108"/>
                  </a:cubicBezTo>
                  <a:cubicBezTo>
                    <a:pt x="1581" y="2118"/>
                    <a:pt x="1567" y="2122"/>
                    <a:pt x="1561" y="2122"/>
                  </a:cubicBezTo>
                  <a:cubicBezTo>
                    <a:pt x="1557" y="2122"/>
                    <a:pt x="1557" y="2120"/>
                    <a:pt x="1557" y="2116"/>
                  </a:cubicBezTo>
                  <a:lnTo>
                    <a:pt x="1557" y="2116"/>
                  </a:lnTo>
                  <a:cubicBezTo>
                    <a:pt x="1557" y="2117"/>
                    <a:pt x="1558" y="2117"/>
                    <a:pt x="1559" y="2117"/>
                  </a:cubicBezTo>
                  <a:cubicBezTo>
                    <a:pt x="1570" y="2117"/>
                    <a:pt x="1621" y="2090"/>
                    <a:pt x="1679" y="2076"/>
                  </a:cubicBezTo>
                  <a:cubicBezTo>
                    <a:pt x="1699" y="2067"/>
                    <a:pt x="1712" y="2062"/>
                    <a:pt x="1715" y="2062"/>
                  </a:cubicBezTo>
                  <a:close/>
                  <a:moveTo>
                    <a:pt x="1687" y="2116"/>
                  </a:moveTo>
                  <a:cubicBezTo>
                    <a:pt x="1647" y="2141"/>
                    <a:pt x="1606" y="2157"/>
                    <a:pt x="1566" y="2165"/>
                  </a:cubicBezTo>
                  <a:lnTo>
                    <a:pt x="1622" y="2132"/>
                  </a:lnTo>
                  <a:lnTo>
                    <a:pt x="1687" y="2116"/>
                  </a:lnTo>
                  <a:close/>
                  <a:moveTo>
                    <a:pt x="1603" y="2180"/>
                  </a:moveTo>
                  <a:lnTo>
                    <a:pt x="1603" y="2180"/>
                  </a:lnTo>
                  <a:cubicBezTo>
                    <a:pt x="1609" y="2180"/>
                    <a:pt x="1588" y="2190"/>
                    <a:pt x="1578" y="2190"/>
                  </a:cubicBezTo>
                  <a:cubicBezTo>
                    <a:pt x="1576" y="2190"/>
                    <a:pt x="1575" y="2190"/>
                    <a:pt x="1574" y="2189"/>
                  </a:cubicBezTo>
                  <a:cubicBezTo>
                    <a:pt x="1592" y="2182"/>
                    <a:pt x="1601" y="2180"/>
                    <a:pt x="1603" y="2180"/>
                  </a:cubicBezTo>
                  <a:close/>
                  <a:moveTo>
                    <a:pt x="203" y="2181"/>
                  </a:moveTo>
                  <a:cubicBezTo>
                    <a:pt x="163" y="2181"/>
                    <a:pt x="114" y="2181"/>
                    <a:pt x="66" y="2189"/>
                  </a:cubicBezTo>
                  <a:cubicBezTo>
                    <a:pt x="1" y="2197"/>
                    <a:pt x="1" y="2213"/>
                    <a:pt x="139" y="2213"/>
                  </a:cubicBezTo>
                  <a:cubicBezTo>
                    <a:pt x="212" y="2197"/>
                    <a:pt x="203" y="2197"/>
                    <a:pt x="203" y="2181"/>
                  </a:cubicBezTo>
                  <a:close/>
                  <a:moveTo>
                    <a:pt x="2206" y="2205"/>
                  </a:moveTo>
                  <a:lnTo>
                    <a:pt x="2206" y="2205"/>
                  </a:lnTo>
                  <a:cubicBezTo>
                    <a:pt x="2190" y="2246"/>
                    <a:pt x="2174" y="2286"/>
                    <a:pt x="2157" y="2319"/>
                  </a:cubicBezTo>
                  <a:lnTo>
                    <a:pt x="2149" y="2319"/>
                  </a:lnTo>
                  <a:lnTo>
                    <a:pt x="2206" y="2205"/>
                  </a:lnTo>
                  <a:close/>
                  <a:moveTo>
                    <a:pt x="2757" y="2497"/>
                  </a:moveTo>
                  <a:cubicBezTo>
                    <a:pt x="2782" y="2530"/>
                    <a:pt x="2798" y="2570"/>
                    <a:pt x="2814" y="2611"/>
                  </a:cubicBezTo>
                  <a:lnTo>
                    <a:pt x="2806" y="2611"/>
                  </a:lnTo>
                  <a:lnTo>
                    <a:pt x="2749" y="2497"/>
                  </a:lnTo>
                  <a:close/>
                  <a:moveTo>
                    <a:pt x="1784" y="2522"/>
                  </a:moveTo>
                  <a:lnTo>
                    <a:pt x="1784" y="2530"/>
                  </a:lnTo>
                  <a:cubicBezTo>
                    <a:pt x="1744" y="2578"/>
                    <a:pt x="1703" y="2627"/>
                    <a:pt x="1703" y="2627"/>
                  </a:cubicBezTo>
                  <a:lnTo>
                    <a:pt x="1736" y="2570"/>
                  </a:lnTo>
                  <a:lnTo>
                    <a:pt x="1784" y="2522"/>
                  </a:lnTo>
                  <a:close/>
                  <a:moveTo>
                    <a:pt x="2194" y="2647"/>
                  </a:moveTo>
                  <a:cubicBezTo>
                    <a:pt x="2196" y="2647"/>
                    <a:pt x="2187" y="2676"/>
                    <a:pt x="2182" y="2676"/>
                  </a:cubicBezTo>
                  <a:cubicBezTo>
                    <a:pt x="2190" y="2654"/>
                    <a:pt x="2193" y="2647"/>
                    <a:pt x="2194" y="2647"/>
                  </a:cubicBezTo>
                  <a:close/>
                  <a:moveTo>
                    <a:pt x="2125" y="2586"/>
                  </a:moveTo>
                  <a:lnTo>
                    <a:pt x="2133" y="2595"/>
                  </a:lnTo>
                  <a:cubicBezTo>
                    <a:pt x="2125" y="2635"/>
                    <a:pt x="2109" y="2676"/>
                    <a:pt x="2093" y="2708"/>
                  </a:cubicBezTo>
                  <a:lnTo>
                    <a:pt x="2101" y="2651"/>
                  </a:lnTo>
                  <a:lnTo>
                    <a:pt x="2125" y="2586"/>
                  </a:lnTo>
                  <a:close/>
                  <a:moveTo>
                    <a:pt x="1939" y="2570"/>
                  </a:moveTo>
                  <a:cubicBezTo>
                    <a:pt x="1947" y="2570"/>
                    <a:pt x="1947" y="2570"/>
                    <a:pt x="1914" y="2627"/>
                  </a:cubicBezTo>
                  <a:cubicBezTo>
                    <a:pt x="1890" y="2668"/>
                    <a:pt x="1866" y="2700"/>
                    <a:pt x="1841" y="2732"/>
                  </a:cubicBezTo>
                  <a:cubicBezTo>
                    <a:pt x="1874" y="2676"/>
                    <a:pt x="1906" y="2619"/>
                    <a:pt x="1939" y="2570"/>
                  </a:cubicBezTo>
                  <a:close/>
                  <a:moveTo>
                    <a:pt x="2548" y="2631"/>
                  </a:moveTo>
                  <a:cubicBezTo>
                    <a:pt x="2556" y="2631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6"/>
                    <a:pt x="2538" y="2676"/>
                    <a:pt x="2538" y="2635"/>
                  </a:cubicBezTo>
                  <a:cubicBezTo>
                    <a:pt x="2543" y="2633"/>
                    <a:pt x="2546" y="2631"/>
                    <a:pt x="2548" y="2631"/>
                  </a:cubicBezTo>
                  <a:close/>
                  <a:moveTo>
                    <a:pt x="2409" y="519"/>
                  </a:moveTo>
                  <a:cubicBezTo>
                    <a:pt x="2401" y="519"/>
                    <a:pt x="2401" y="592"/>
                    <a:pt x="2393" y="657"/>
                  </a:cubicBezTo>
                  <a:lnTo>
                    <a:pt x="2376" y="657"/>
                  </a:lnTo>
                  <a:cubicBezTo>
                    <a:pt x="2376" y="657"/>
                    <a:pt x="2376" y="657"/>
                    <a:pt x="2376" y="657"/>
                  </a:cubicBezTo>
                  <a:cubicBezTo>
                    <a:pt x="2374" y="657"/>
                    <a:pt x="2368" y="662"/>
                    <a:pt x="2368" y="722"/>
                  </a:cubicBezTo>
                  <a:cubicBezTo>
                    <a:pt x="2368" y="787"/>
                    <a:pt x="2360" y="787"/>
                    <a:pt x="2352" y="787"/>
                  </a:cubicBezTo>
                  <a:cubicBezTo>
                    <a:pt x="2352" y="768"/>
                    <a:pt x="2351" y="760"/>
                    <a:pt x="2351" y="760"/>
                  </a:cubicBezTo>
                  <a:lnTo>
                    <a:pt x="2351" y="760"/>
                  </a:lnTo>
                  <a:cubicBezTo>
                    <a:pt x="2349" y="760"/>
                    <a:pt x="2346" y="806"/>
                    <a:pt x="2352" y="851"/>
                  </a:cubicBezTo>
                  <a:cubicBezTo>
                    <a:pt x="2352" y="900"/>
                    <a:pt x="2352" y="949"/>
                    <a:pt x="2344" y="989"/>
                  </a:cubicBez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57" y="1444"/>
                    <a:pt x="2361" y="1484"/>
                    <a:pt x="2366" y="1484"/>
                  </a:cubicBezTo>
                  <a:cubicBezTo>
                    <a:pt x="2369" y="1484"/>
                    <a:pt x="2373" y="1462"/>
                    <a:pt x="2376" y="1403"/>
                  </a:cubicBezTo>
                  <a:cubicBezTo>
                    <a:pt x="2376" y="1386"/>
                    <a:pt x="2376" y="1362"/>
                    <a:pt x="2384" y="1338"/>
                  </a:cubicBezTo>
                  <a:cubicBezTo>
                    <a:pt x="2384" y="1362"/>
                    <a:pt x="2384" y="1386"/>
                    <a:pt x="2384" y="1411"/>
                  </a:cubicBezTo>
                  <a:cubicBezTo>
                    <a:pt x="2384" y="1476"/>
                    <a:pt x="2393" y="1484"/>
                    <a:pt x="2401" y="1484"/>
                  </a:cubicBezTo>
                  <a:cubicBezTo>
                    <a:pt x="2417" y="1492"/>
                    <a:pt x="2425" y="1492"/>
                    <a:pt x="2409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1" y="1586"/>
                    <a:pt x="2419" y="1576"/>
                    <a:pt x="2427" y="1576"/>
                  </a:cubicBezTo>
                  <a:cubicBezTo>
                    <a:pt x="2431" y="1576"/>
                    <a:pt x="2436" y="1578"/>
                    <a:pt x="2441" y="1581"/>
                  </a:cubicBezTo>
                  <a:cubicBezTo>
                    <a:pt x="2443" y="1583"/>
                    <a:pt x="2446" y="1585"/>
                    <a:pt x="2450" y="1585"/>
                  </a:cubicBezTo>
                  <a:cubicBezTo>
                    <a:pt x="2459" y="1585"/>
                    <a:pt x="2472" y="1574"/>
                    <a:pt x="2490" y="1532"/>
                  </a:cubicBezTo>
                  <a:lnTo>
                    <a:pt x="2498" y="1532"/>
                  </a:lnTo>
                  <a:cubicBezTo>
                    <a:pt x="2466" y="1597"/>
                    <a:pt x="2474" y="1597"/>
                    <a:pt x="2474" y="1597"/>
                  </a:cubicBezTo>
                  <a:cubicBezTo>
                    <a:pt x="2499" y="1553"/>
                    <a:pt x="2509" y="1548"/>
                    <a:pt x="2513" y="1548"/>
                  </a:cubicBezTo>
                  <a:cubicBezTo>
                    <a:pt x="2514" y="1548"/>
                    <a:pt x="2514" y="1549"/>
                    <a:pt x="2514" y="1549"/>
                  </a:cubicBezTo>
                  <a:cubicBezTo>
                    <a:pt x="2482" y="1605"/>
                    <a:pt x="2482" y="1605"/>
                    <a:pt x="2482" y="1614"/>
                  </a:cubicBezTo>
                  <a:cubicBezTo>
                    <a:pt x="2490" y="1614"/>
                    <a:pt x="2490" y="1614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8" y="1573"/>
                    <a:pt x="2498" y="1630"/>
                  </a:cubicBezTo>
                  <a:cubicBezTo>
                    <a:pt x="2488" y="1647"/>
                    <a:pt x="2485" y="1653"/>
                    <a:pt x="2486" y="1653"/>
                  </a:cubicBezTo>
                  <a:cubicBezTo>
                    <a:pt x="2490" y="1653"/>
                    <a:pt x="2518" y="1615"/>
                    <a:pt x="2547" y="1581"/>
                  </a:cubicBezTo>
                  <a:cubicBezTo>
                    <a:pt x="2571" y="1541"/>
                    <a:pt x="2603" y="1508"/>
                    <a:pt x="2628" y="1476"/>
                  </a:cubicBezTo>
                  <a:lnTo>
                    <a:pt x="2628" y="1476"/>
                  </a:lnTo>
                  <a:lnTo>
                    <a:pt x="2547" y="1589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06" y="1646"/>
                  </a:lnTo>
                  <a:cubicBezTo>
                    <a:pt x="2534" y="1614"/>
                    <a:pt x="2548" y="1605"/>
                    <a:pt x="2557" y="1605"/>
                  </a:cubicBezTo>
                  <a:cubicBezTo>
                    <a:pt x="2564" y="1605"/>
                    <a:pt x="2567" y="1610"/>
                    <a:pt x="2571" y="1614"/>
                  </a:cubicBezTo>
                  <a:cubicBezTo>
                    <a:pt x="2575" y="1621"/>
                    <a:pt x="2577" y="1627"/>
                    <a:pt x="2583" y="1627"/>
                  </a:cubicBezTo>
                  <a:cubicBezTo>
                    <a:pt x="2589" y="1627"/>
                    <a:pt x="2602" y="1619"/>
                    <a:pt x="2628" y="1597"/>
                  </a:cubicBezTo>
                  <a:cubicBezTo>
                    <a:pt x="2655" y="1578"/>
                    <a:pt x="2669" y="1568"/>
                    <a:pt x="2671" y="1568"/>
                  </a:cubicBezTo>
                  <a:lnTo>
                    <a:pt x="2671" y="1568"/>
                  </a:lnTo>
                  <a:cubicBezTo>
                    <a:pt x="2673" y="1568"/>
                    <a:pt x="2661" y="1580"/>
                    <a:pt x="2636" y="1605"/>
                  </a:cubicBezTo>
                  <a:cubicBezTo>
                    <a:pt x="2541" y="1695"/>
                    <a:pt x="2504" y="1726"/>
                    <a:pt x="2506" y="1726"/>
                  </a:cubicBezTo>
                  <a:cubicBezTo>
                    <a:pt x="2507" y="1726"/>
                    <a:pt x="2519" y="1717"/>
                    <a:pt x="2538" y="1703"/>
                  </a:cubicBezTo>
                  <a:cubicBezTo>
                    <a:pt x="2538" y="1703"/>
                    <a:pt x="2587" y="1662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5" y="1565"/>
                    <a:pt x="2699" y="1587"/>
                    <a:pt x="2644" y="1630"/>
                  </a:cubicBezTo>
                  <a:cubicBezTo>
                    <a:pt x="2591" y="1666"/>
                    <a:pt x="2579" y="1682"/>
                    <a:pt x="2595" y="1682"/>
                  </a:cubicBezTo>
                  <a:cubicBezTo>
                    <a:pt x="2611" y="1682"/>
                    <a:pt x="2656" y="1666"/>
                    <a:pt x="2717" y="1638"/>
                  </a:cubicBezTo>
                  <a:lnTo>
                    <a:pt x="2717" y="1638"/>
                  </a:lnTo>
                  <a:lnTo>
                    <a:pt x="2660" y="1670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5" y="1692"/>
                    <a:pt x="2672" y="1692"/>
                  </a:cubicBezTo>
                  <a:cubicBezTo>
                    <a:pt x="2685" y="1692"/>
                    <a:pt x="2646" y="1719"/>
                    <a:pt x="2603" y="1735"/>
                  </a:cubicBezTo>
                  <a:cubicBezTo>
                    <a:pt x="2547" y="1759"/>
                    <a:pt x="2547" y="1759"/>
                    <a:pt x="2547" y="1768"/>
                  </a:cubicBezTo>
                  <a:cubicBezTo>
                    <a:pt x="2589" y="1750"/>
                    <a:pt x="2610" y="1744"/>
                    <a:pt x="2616" y="1744"/>
                  </a:cubicBezTo>
                  <a:cubicBezTo>
                    <a:pt x="2627" y="1744"/>
                    <a:pt x="2589" y="1765"/>
                    <a:pt x="2547" y="1776"/>
                  </a:cubicBezTo>
                  <a:lnTo>
                    <a:pt x="2547" y="1784"/>
                  </a:lnTo>
                  <a:cubicBezTo>
                    <a:pt x="2586" y="1769"/>
                    <a:pt x="2601" y="1766"/>
                    <a:pt x="2607" y="1766"/>
                  </a:cubicBezTo>
                  <a:cubicBezTo>
                    <a:pt x="2611" y="1766"/>
                    <a:pt x="2611" y="1768"/>
                    <a:pt x="2611" y="1768"/>
                  </a:cubicBezTo>
                  <a:cubicBezTo>
                    <a:pt x="2611" y="1771"/>
                    <a:pt x="2611" y="1773"/>
                    <a:pt x="2615" y="1773"/>
                  </a:cubicBezTo>
                  <a:cubicBezTo>
                    <a:pt x="2621" y="1773"/>
                    <a:pt x="2635" y="1769"/>
                    <a:pt x="2668" y="1759"/>
                  </a:cubicBezTo>
                  <a:cubicBezTo>
                    <a:pt x="2709" y="1743"/>
                    <a:pt x="2749" y="1735"/>
                    <a:pt x="2798" y="1727"/>
                  </a:cubicBezTo>
                  <a:lnTo>
                    <a:pt x="2798" y="1727"/>
                  </a:lnTo>
                  <a:lnTo>
                    <a:pt x="2733" y="1743"/>
                  </a:lnTo>
                  <a:cubicBezTo>
                    <a:pt x="2668" y="1759"/>
                    <a:pt x="2668" y="1768"/>
                    <a:pt x="2668" y="1784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6"/>
                    <a:pt x="2603" y="1824"/>
                    <a:pt x="2668" y="1824"/>
                  </a:cubicBezTo>
                  <a:lnTo>
                    <a:pt x="2668" y="1832"/>
                  </a:lnTo>
                  <a:cubicBezTo>
                    <a:pt x="2538" y="1841"/>
                    <a:pt x="2538" y="1841"/>
                    <a:pt x="2660" y="1841"/>
                  </a:cubicBezTo>
                  <a:cubicBezTo>
                    <a:pt x="2595" y="1841"/>
                    <a:pt x="2595" y="1849"/>
                    <a:pt x="2595" y="1849"/>
                  </a:cubicBezTo>
                  <a:cubicBezTo>
                    <a:pt x="2647" y="1849"/>
                    <a:pt x="2658" y="1859"/>
                    <a:pt x="2626" y="1859"/>
                  </a:cubicBezTo>
                  <a:cubicBezTo>
                    <a:pt x="2619" y="1859"/>
                    <a:pt x="2608" y="1858"/>
                    <a:pt x="2595" y="1857"/>
                  </a:cubicBezTo>
                  <a:lnTo>
                    <a:pt x="2595" y="1857"/>
                  </a:lnTo>
                  <a:cubicBezTo>
                    <a:pt x="2652" y="1865"/>
                    <a:pt x="2652" y="1873"/>
                    <a:pt x="2652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74" y="1889"/>
                    <a:pt x="2774" y="1897"/>
                    <a:pt x="2774" y="1897"/>
                  </a:cubicBezTo>
                  <a:cubicBezTo>
                    <a:pt x="2733" y="1889"/>
                    <a:pt x="2693" y="1889"/>
                    <a:pt x="2652" y="1881"/>
                  </a:cubicBezTo>
                  <a:cubicBezTo>
                    <a:pt x="2628" y="1878"/>
                    <a:pt x="2613" y="1876"/>
                    <a:pt x="2610" y="1876"/>
                  </a:cubicBezTo>
                  <a:cubicBezTo>
                    <a:pt x="2603" y="1876"/>
                    <a:pt x="2632" y="1882"/>
                    <a:pt x="2709" y="1897"/>
                  </a:cubicBezTo>
                  <a:cubicBezTo>
                    <a:pt x="2689" y="1894"/>
                    <a:pt x="2668" y="1892"/>
                    <a:pt x="2652" y="1889"/>
                  </a:cubicBezTo>
                  <a:lnTo>
                    <a:pt x="2652" y="1889"/>
                  </a:lnTo>
                  <a:cubicBezTo>
                    <a:pt x="2651" y="1891"/>
                    <a:pt x="2651" y="1898"/>
                    <a:pt x="2709" y="1905"/>
                  </a:cubicBezTo>
                  <a:lnTo>
                    <a:pt x="2709" y="1913"/>
                  </a:lnTo>
                  <a:cubicBezTo>
                    <a:pt x="2672" y="1909"/>
                    <a:pt x="2654" y="1907"/>
                    <a:pt x="2645" y="1907"/>
                  </a:cubicBezTo>
                  <a:cubicBezTo>
                    <a:pt x="2636" y="1907"/>
                    <a:pt x="2636" y="1909"/>
                    <a:pt x="2636" y="1913"/>
                  </a:cubicBezTo>
                  <a:cubicBezTo>
                    <a:pt x="2609" y="1907"/>
                    <a:pt x="2593" y="1903"/>
                    <a:pt x="2593" y="1903"/>
                  </a:cubicBezTo>
                  <a:lnTo>
                    <a:pt x="2593" y="1903"/>
                  </a:lnTo>
                  <a:cubicBezTo>
                    <a:pt x="2592" y="1903"/>
                    <a:pt x="2621" y="1911"/>
                    <a:pt x="2693" y="1930"/>
                  </a:cubicBezTo>
                  <a:cubicBezTo>
                    <a:pt x="2733" y="1940"/>
                    <a:pt x="2748" y="1947"/>
                    <a:pt x="2738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lnTo>
                    <a:pt x="2591" y="1911"/>
                  </a:lnTo>
                  <a:cubicBezTo>
                    <a:pt x="2590" y="1911"/>
                    <a:pt x="2604" y="1915"/>
                    <a:pt x="2628" y="1922"/>
                  </a:cubicBezTo>
                  <a:cubicBezTo>
                    <a:pt x="2693" y="1946"/>
                    <a:pt x="2684" y="1946"/>
                    <a:pt x="2684" y="1946"/>
                  </a:cubicBezTo>
                  <a:cubicBezTo>
                    <a:pt x="2668" y="1941"/>
                    <a:pt x="2656" y="1939"/>
                    <a:pt x="2647" y="1939"/>
                  </a:cubicBezTo>
                  <a:cubicBezTo>
                    <a:pt x="2626" y="1939"/>
                    <a:pt x="2623" y="1951"/>
                    <a:pt x="2611" y="1962"/>
                  </a:cubicBezTo>
                  <a:cubicBezTo>
                    <a:pt x="2611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89" y="2054"/>
                  </a:cubicBezTo>
                  <a:cubicBezTo>
                    <a:pt x="2785" y="2054"/>
                    <a:pt x="2752" y="2040"/>
                    <a:pt x="2717" y="2027"/>
                  </a:cubicBezTo>
                  <a:lnTo>
                    <a:pt x="2717" y="2027"/>
                  </a:lnTo>
                  <a:cubicBezTo>
                    <a:pt x="2776" y="2056"/>
                    <a:pt x="2804" y="2071"/>
                    <a:pt x="2802" y="2071"/>
                  </a:cubicBezTo>
                  <a:cubicBezTo>
                    <a:pt x="2800" y="2071"/>
                    <a:pt x="2771" y="2058"/>
                    <a:pt x="2717" y="2035"/>
                  </a:cubicBezTo>
                  <a:cubicBezTo>
                    <a:pt x="2688" y="2019"/>
                    <a:pt x="2674" y="2011"/>
                    <a:pt x="2673" y="2011"/>
                  </a:cubicBezTo>
                  <a:lnTo>
                    <a:pt x="2673" y="2011"/>
                  </a:lnTo>
                  <a:cubicBezTo>
                    <a:pt x="2672" y="2011"/>
                    <a:pt x="2684" y="2019"/>
                    <a:pt x="2709" y="2035"/>
                  </a:cubicBezTo>
                  <a:cubicBezTo>
                    <a:pt x="2739" y="2052"/>
                    <a:pt x="2753" y="2061"/>
                    <a:pt x="2751" y="2061"/>
                  </a:cubicBezTo>
                  <a:cubicBezTo>
                    <a:pt x="2749" y="2061"/>
                    <a:pt x="2735" y="2055"/>
                    <a:pt x="2709" y="2043"/>
                  </a:cubicBezTo>
                  <a:cubicBezTo>
                    <a:pt x="2687" y="2031"/>
                    <a:pt x="2665" y="2019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lnTo>
                    <a:pt x="2629" y="2001"/>
                  </a:lnTo>
                  <a:cubicBezTo>
                    <a:pt x="2628" y="2001"/>
                    <a:pt x="2636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2" y="2008"/>
                    <a:pt x="2595" y="1986"/>
                  </a:cubicBezTo>
                  <a:cubicBezTo>
                    <a:pt x="2579" y="1977"/>
                    <a:pt x="2571" y="1973"/>
                    <a:pt x="2570" y="1973"/>
                  </a:cubicBezTo>
                  <a:lnTo>
                    <a:pt x="2570" y="1973"/>
                  </a:lnTo>
                  <a:cubicBezTo>
                    <a:pt x="2567" y="1973"/>
                    <a:pt x="2603" y="1998"/>
                    <a:pt x="2644" y="2027"/>
                  </a:cubicBezTo>
                  <a:cubicBezTo>
                    <a:pt x="2698" y="2065"/>
                    <a:pt x="2722" y="2083"/>
                    <a:pt x="2719" y="2083"/>
                  </a:cubicBezTo>
                  <a:cubicBezTo>
                    <a:pt x="2715" y="2083"/>
                    <a:pt x="2687" y="2067"/>
                    <a:pt x="2636" y="2035"/>
                  </a:cubicBezTo>
                  <a:cubicBezTo>
                    <a:pt x="2597" y="2008"/>
                    <a:pt x="2579" y="1997"/>
                    <a:pt x="2577" y="1997"/>
                  </a:cubicBezTo>
                  <a:lnTo>
                    <a:pt x="2577" y="1997"/>
                  </a:lnTo>
                  <a:cubicBezTo>
                    <a:pt x="2574" y="1997"/>
                    <a:pt x="2618" y="2030"/>
                    <a:pt x="2684" y="2076"/>
                  </a:cubicBezTo>
                  <a:cubicBezTo>
                    <a:pt x="2743" y="2119"/>
                    <a:pt x="2766" y="2137"/>
                    <a:pt x="2765" y="2137"/>
                  </a:cubicBezTo>
                  <a:cubicBezTo>
                    <a:pt x="2764" y="2137"/>
                    <a:pt x="2753" y="2129"/>
                    <a:pt x="2733" y="2116"/>
                  </a:cubicBezTo>
                  <a:cubicBezTo>
                    <a:pt x="2693" y="2087"/>
                    <a:pt x="2681" y="2083"/>
                    <a:pt x="2678" y="2083"/>
                  </a:cubicBezTo>
                  <a:cubicBezTo>
                    <a:pt x="2676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1"/>
                  </a:cubicBezTo>
                  <a:lnTo>
                    <a:pt x="2620" y="2051"/>
                  </a:lnTo>
                  <a:cubicBezTo>
                    <a:pt x="2620" y="2051"/>
                    <a:pt x="2620" y="2052"/>
                    <a:pt x="2668" y="2092"/>
                  </a:cubicBezTo>
                  <a:cubicBezTo>
                    <a:pt x="2710" y="2126"/>
                    <a:pt x="2722" y="2142"/>
                    <a:pt x="2714" y="2142"/>
                  </a:cubicBezTo>
                  <a:cubicBezTo>
                    <a:pt x="2704" y="2142"/>
                    <a:pt x="2659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08" y="2164"/>
                    <a:pt x="2748" y="2204"/>
                    <a:pt x="2746" y="2204"/>
                  </a:cubicBezTo>
                  <a:cubicBezTo>
                    <a:pt x="2745" y="2204"/>
                    <a:pt x="2729" y="2190"/>
                    <a:pt x="2693" y="2157"/>
                  </a:cubicBezTo>
                  <a:lnTo>
                    <a:pt x="2644" y="2116"/>
                  </a:lnTo>
                  <a:lnTo>
                    <a:pt x="2644" y="2116"/>
                  </a:lnTo>
                  <a:cubicBezTo>
                    <a:pt x="2682" y="2151"/>
                    <a:pt x="2695" y="2166"/>
                    <a:pt x="2692" y="2166"/>
                  </a:cubicBezTo>
                  <a:cubicBezTo>
                    <a:pt x="2687" y="2166"/>
                    <a:pt x="2641" y="2130"/>
                    <a:pt x="2587" y="2076"/>
                  </a:cubicBezTo>
                  <a:cubicBezTo>
                    <a:pt x="2571" y="2059"/>
                    <a:pt x="2555" y="2051"/>
                    <a:pt x="2539" y="2035"/>
                  </a:cubicBezTo>
                  <a:lnTo>
                    <a:pt x="2539" y="2035"/>
                  </a:lnTo>
                  <a:lnTo>
                    <a:pt x="2587" y="2084"/>
                  </a:lnTo>
                  <a:cubicBezTo>
                    <a:pt x="2620" y="2108"/>
                    <a:pt x="2644" y="2141"/>
                    <a:pt x="2676" y="2173"/>
                  </a:cubicBezTo>
                  <a:cubicBezTo>
                    <a:pt x="2668" y="2173"/>
                    <a:pt x="2668" y="2173"/>
                    <a:pt x="2620" y="2132"/>
                  </a:cubicBezTo>
                  <a:cubicBezTo>
                    <a:pt x="2591" y="2098"/>
                    <a:pt x="2558" y="2067"/>
                    <a:pt x="2556" y="2067"/>
                  </a:cubicBezTo>
                  <a:lnTo>
                    <a:pt x="2556" y="2067"/>
                  </a:lnTo>
                  <a:cubicBezTo>
                    <a:pt x="2555" y="2067"/>
                    <a:pt x="2559" y="2072"/>
                    <a:pt x="2571" y="2084"/>
                  </a:cubicBezTo>
                  <a:cubicBezTo>
                    <a:pt x="2571" y="2084"/>
                    <a:pt x="2571" y="2084"/>
                    <a:pt x="2570" y="2084"/>
                  </a:cubicBezTo>
                  <a:cubicBezTo>
                    <a:pt x="2568" y="2084"/>
                    <a:pt x="2559" y="2080"/>
                    <a:pt x="2522" y="2043"/>
                  </a:cubicBezTo>
                  <a:lnTo>
                    <a:pt x="2522" y="2043"/>
                  </a:lnTo>
                  <a:cubicBezTo>
                    <a:pt x="2543" y="2073"/>
                    <a:pt x="2551" y="2087"/>
                    <a:pt x="2548" y="2087"/>
                  </a:cubicBezTo>
                  <a:cubicBezTo>
                    <a:pt x="2546" y="2087"/>
                    <a:pt x="2534" y="2075"/>
                    <a:pt x="2514" y="2051"/>
                  </a:cubicBezTo>
                  <a:lnTo>
                    <a:pt x="2514" y="2051"/>
                  </a:lnTo>
                  <a:cubicBezTo>
                    <a:pt x="2514" y="2051"/>
                    <a:pt x="2515" y="2052"/>
                    <a:pt x="2547" y="2100"/>
                  </a:cubicBezTo>
                  <a:cubicBezTo>
                    <a:pt x="2547" y="2102"/>
                    <a:pt x="2546" y="2104"/>
                    <a:pt x="2544" y="2104"/>
                  </a:cubicBezTo>
                  <a:cubicBezTo>
                    <a:pt x="2540" y="2104"/>
                    <a:pt x="2529" y="2094"/>
                    <a:pt x="2506" y="2059"/>
                  </a:cubicBezTo>
                  <a:cubicBezTo>
                    <a:pt x="2486" y="2031"/>
                    <a:pt x="2476" y="2017"/>
                    <a:pt x="2475" y="2017"/>
                  </a:cubicBezTo>
                  <a:lnTo>
                    <a:pt x="2475" y="2017"/>
                  </a:lnTo>
                  <a:cubicBezTo>
                    <a:pt x="2474" y="2017"/>
                    <a:pt x="2482" y="2031"/>
                    <a:pt x="2498" y="2059"/>
                  </a:cubicBezTo>
                  <a:cubicBezTo>
                    <a:pt x="2538" y="2108"/>
                    <a:pt x="2538" y="2108"/>
                    <a:pt x="2530" y="2108"/>
                  </a:cubicBezTo>
                  <a:cubicBezTo>
                    <a:pt x="2563" y="2165"/>
                    <a:pt x="2563" y="2165"/>
                    <a:pt x="2563" y="2165"/>
                  </a:cubicBezTo>
                  <a:cubicBezTo>
                    <a:pt x="2547" y="2149"/>
                    <a:pt x="2530" y="2132"/>
                    <a:pt x="2514" y="2116"/>
                  </a:cubicBezTo>
                  <a:cubicBezTo>
                    <a:pt x="2506" y="2116"/>
                    <a:pt x="2506" y="2116"/>
                    <a:pt x="2547" y="2173"/>
                  </a:cubicBezTo>
                  <a:cubicBezTo>
                    <a:pt x="2547" y="2172"/>
                    <a:pt x="2547" y="2172"/>
                    <a:pt x="2547" y="2172"/>
                  </a:cubicBezTo>
                  <a:cubicBezTo>
                    <a:pt x="2549" y="2172"/>
                    <a:pt x="2562" y="2193"/>
                    <a:pt x="2558" y="2193"/>
                  </a:cubicBezTo>
                  <a:cubicBezTo>
                    <a:pt x="2556" y="2193"/>
                    <a:pt x="2551" y="2188"/>
                    <a:pt x="2538" y="2173"/>
                  </a:cubicBezTo>
                  <a:cubicBezTo>
                    <a:pt x="2538" y="2173"/>
                    <a:pt x="2503" y="2123"/>
                    <a:pt x="2492" y="2123"/>
                  </a:cubicBezTo>
                  <a:cubicBezTo>
                    <a:pt x="2491" y="2123"/>
                    <a:pt x="2490" y="2124"/>
                    <a:pt x="2490" y="2124"/>
                  </a:cubicBezTo>
                  <a:cubicBezTo>
                    <a:pt x="2482" y="2124"/>
                    <a:pt x="2482" y="2124"/>
                    <a:pt x="2514" y="2181"/>
                  </a:cubicBezTo>
                  <a:cubicBezTo>
                    <a:pt x="2544" y="2240"/>
                    <a:pt x="2558" y="2270"/>
                    <a:pt x="2556" y="2270"/>
                  </a:cubicBezTo>
                  <a:cubicBezTo>
                    <a:pt x="2554" y="2270"/>
                    <a:pt x="2537" y="2244"/>
                    <a:pt x="2506" y="2189"/>
                  </a:cubicBezTo>
                  <a:cubicBezTo>
                    <a:pt x="2472" y="2122"/>
                    <a:pt x="2459" y="2092"/>
                    <a:pt x="2458" y="2092"/>
                  </a:cubicBezTo>
                  <a:lnTo>
                    <a:pt x="2458" y="2092"/>
                  </a:lnTo>
                  <a:cubicBezTo>
                    <a:pt x="2458" y="2092"/>
                    <a:pt x="2464" y="2106"/>
                    <a:pt x="2474" y="2132"/>
                  </a:cubicBezTo>
                  <a:cubicBezTo>
                    <a:pt x="2498" y="2189"/>
                    <a:pt x="2498" y="2189"/>
                    <a:pt x="2498" y="2189"/>
                  </a:cubicBezTo>
                  <a:lnTo>
                    <a:pt x="2498" y="2189"/>
                  </a:lnTo>
                  <a:cubicBezTo>
                    <a:pt x="2486" y="2161"/>
                    <a:pt x="2478" y="2147"/>
                    <a:pt x="2476" y="2147"/>
                  </a:cubicBezTo>
                  <a:lnTo>
                    <a:pt x="2476" y="2147"/>
                  </a:lnTo>
                  <a:cubicBezTo>
                    <a:pt x="2474" y="2147"/>
                    <a:pt x="2478" y="2161"/>
                    <a:pt x="2490" y="2189"/>
                  </a:cubicBezTo>
                  <a:cubicBezTo>
                    <a:pt x="2482" y="2189"/>
                    <a:pt x="2482" y="2189"/>
                    <a:pt x="2457" y="2132"/>
                  </a:cubicBezTo>
                  <a:lnTo>
                    <a:pt x="2457" y="2132"/>
                  </a:lnTo>
                  <a:cubicBezTo>
                    <a:pt x="2475" y="2185"/>
                    <a:pt x="2477" y="2204"/>
                    <a:pt x="2473" y="2204"/>
                  </a:cubicBezTo>
                  <a:cubicBezTo>
                    <a:pt x="2466" y="2204"/>
                    <a:pt x="2447" y="2169"/>
                    <a:pt x="2433" y="2132"/>
                  </a:cubicBezTo>
                  <a:lnTo>
                    <a:pt x="2433" y="2132"/>
                  </a:lnTo>
                  <a:cubicBezTo>
                    <a:pt x="2433" y="2157"/>
                    <a:pt x="2441" y="2173"/>
                    <a:pt x="2449" y="2197"/>
                  </a:cubicBezTo>
                  <a:cubicBezTo>
                    <a:pt x="2466" y="2258"/>
                    <a:pt x="2472" y="2288"/>
                    <a:pt x="2470" y="2288"/>
                  </a:cubicBezTo>
                  <a:cubicBezTo>
                    <a:pt x="2468" y="2288"/>
                    <a:pt x="2457" y="2258"/>
                    <a:pt x="2441" y="2197"/>
                  </a:cubicBezTo>
                  <a:lnTo>
                    <a:pt x="2441" y="2197"/>
                  </a:lnTo>
                  <a:cubicBezTo>
                    <a:pt x="2448" y="2224"/>
                    <a:pt x="2448" y="2240"/>
                    <a:pt x="2443" y="2240"/>
                  </a:cubicBezTo>
                  <a:cubicBezTo>
                    <a:pt x="2437" y="2240"/>
                    <a:pt x="2423" y="2208"/>
                    <a:pt x="2409" y="2132"/>
                  </a:cubicBezTo>
                  <a:cubicBezTo>
                    <a:pt x="2404" y="2100"/>
                    <a:pt x="2397" y="2066"/>
                    <a:pt x="2392" y="2042"/>
                  </a:cubicBezTo>
                  <a:lnTo>
                    <a:pt x="2392" y="2042"/>
                  </a:lnTo>
                  <a:cubicBezTo>
                    <a:pt x="2393" y="2052"/>
                    <a:pt x="2393" y="2064"/>
                    <a:pt x="2393" y="2076"/>
                  </a:cubicBezTo>
                  <a:cubicBezTo>
                    <a:pt x="2409" y="2132"/>
                    <a:pt x="2409" y="2132"/>
                    <a:pt x="2401" y="2132"/>
                  </a:cubicBezTo>
                  <a:cubicBezTo>
                    <a:pt x="2393" y="2132"/>
                    <a:pt x="2393" y="2197"/>
                    <a:pt x="2384" y="2197"/>
                  </a:cubicBezTo>
                  <a:cubicBezTo>
                    <a:pt x="2384" y="2197"/>
                    <a:pt x="2376" y="2197"/>
                    <a:pt x="2368" y="2132"/>
                  </a:cubicBezTo>
                  <a:cubicBezTo>
                    <a:pt x="2368" y="2132"/>
                    <a:pt x="2360" y="2132"/>
                    <a:pt x="2360" y="2189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89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8"/>
                    <a:pt x="2344" y="2162"/>
                    <a:pt x="2341" y="2162"/>
                  </a:cubicBezTo>
                  <a:cubicBezTo>
                    <a:pt x="2340" y="2162"/>
                    <a:pt x="2338" y="2170"/>
                    <a:pt x="2336" y="2189"/>
                  </a:cubicBezTo>
                  <a:cubicBezTo>
                    <a:pt x="2336" y="2254"/>
                    <a:pt x="2336" y="2254"/>
                    <a:pt x="2328" y="2254"/>
                  </a:cubicBezTo>
                  <a:cubicBezTo>
                    <a:pt x="2323" y="2214"/>
                    <a:pt x="2293" y="2190"/>
                    <a:pt x="2266" y="2190"/>
                  </a:cubicBezTo>
                  <a:cubicBezTo>
                    <a:pt x="2248" y="2190"/>
                    <a:pt x="2232" y="2200"/>
                    <a:pt x="2222" y="2222"/>
                  </a:cubicBezTo>
                  <a:lnTo>
                    <a:pt x="2222" y="2213"/>
                  </a:lnTo>
                  <a:lnTo>
                    <a:pt x="2214" y="2205"/>
                  </a:lnTo>
                  <a:cubicBezTo>
                    <a:pt x="2232" y="2155"/>
                    <a:pt x="2236" y="2137"/>
                    <a:pt x="2231" y="2137"/>
                  </a:cubicBezTo>
                  <a:lnTo>
                    <a:pt x="2231" y="2137"/>
                  </a:lnTo>
                  <a:cubicBezTo>
                    <a:pt x="2226" y="2137"/>
                    <a:pt x="2208" y="2166"/>
                    <a:pt x="2190" y="2197"/>
                  </a:cubicBezTo>
                  <a:cubicBezTo>
                    <a:pt x="2157" y="2254"/>
                    <a:pt x="2157" y="2254"/>
                    <a:pt x="2157" y="2254"/>
                  </a:cubicBezTo>
                  <a:cubicBezTo>
                    <a:pt x="2187" y="2185"/>
                    <a:pt x="2199" y="2155"/>
                    <a:pt x="2196" y="2155"/>
                  </a:cubicBezTo>
                  <a:lnTo>
                    <a:pt x="2196" y="2155"/>
                  </a:lnTo>
                  <a:cubicBezTo>
                    <a:pt x="2194" y="2155"/>
                    <a:pt x="2186" y="2167"/>
                    <a:pt x="2174" y="2189"/>
                  </a:cubicBezTo>
                  <a:cubicBezTo>
                    <a:pt x="2142" y="2241"/>
                    <a:pt x="2126" y="2267"/>
                    <a:pt x="2124" y="2267"/>
                  </a:cubicBezTo>
                  <a:cubicBezTo>
                    <a:pt x="2122" y="2267"/>
                    <a:pt x="2137" y="2239"/>
                    <a:pt x="2166" y="2181"/>
                  </a:cubicBezTo>
                  <a:cubicBezTo>
                    <a:pt x="2195" y="2129"/>
                    <a:pt x="2211" y="2101"/>
                    <a:pt x="2210" y="2101"/>
                  </a:cubicBezTo>
                  <a:lnTo>
                    <a:pt x="2210" y="2101"/>
                  </a:lnTo>
                  <a:cubicBezTo>
                    <a:pt x="2209" y="2101"/>
                    <a:pt x="2182" y="2141"/>
                    <a:pt x="2125" y="2230"/>
                  </a:cubicBezTo>
                  <a:cubicBezTo>
                    <a:pt x="2109" y="2258"/>
                    <a:pt x="2101" y="2272"/>
                    <a:pt x="2100" y="2272"/>
                  </a:cubicBezTo>
                  <a:cubicBezTo>
                    <a:pt x="2099" y="2272"/>
                    <a:pt x="2105" y="2258"/>
                    <a:pt x="2117" y="2230"/>
                  </a:cubicBezTo>
                  <a:cubicBezTo>
                    <a:pt x="2156" y="2161"/>
                    <a:pt x="2172" y="2134"/>
                    <a:pt x="2171" y="2134"/>
                  </a:cubicBezTo>
                  <a:lnTo>
                    <a:pt x="2171" y="2134"/>
                  </a:lnTo>
                  <a:cubicBezTo>
                    <a:pt x="2170" y="2134"/>
                    <a:pt x="2162" y="2146"/>
                    <a:pt x="2149" y="2165"/>
                  </a:cubicBezTo>
                  <a:cubicBezTo>
                    <a:pt x="2113" y="2221"/>
                    <a:pt x="2095" y="2247"/>
                    <a:pt x="2094" y="2247"/>
                  </a:cubicBezTo>
                  <a:cubicBezTo>
                    <a:pt x="2092" y="2247"/>
                    <a:pt x="2108" y="2219"/>
                    <a:pt x="2141" y="2165"/>
                  </a:cubicBezTo>
                  <a:cubicBezTo>
                    <a:pt x="2174" y="2107"/>
                    <a:pt x="2193" y="2079"/>
                    <a:pt x="2192" y="2079"/>
                  </a:cubicBezTo>
                  <a:lnTo>
                    <a:pt x="2192" y="2079"/>
                  </a:lnTo>
                  <a:cubicBezTo>
                    <a:pt x="2191" y="2079"/>
                    <a:pt x="2173" y="2105"/>
                    <a:pt x="2133" y="2157"/>
                  </a:cubicBezTo>
                  <a:cubicBezTo>
                    <a:pt x="2099" y="2206"/>
                    <a:pt x="2077" y="2229"/>
                    <a:pt x="2072" y="2229"/>
                  </a:cubicBezTo>
                  <a:cubicBezTo>
                    <a:pt x="2066" y="2229"/>
                    <a:pt x="2082" y="2200"/>
                    <a:pt x="2125" y="2149"/>
                  </a:cubicBezTo>
                  <a:cubicBezTo>
                    <a:pt x="2120" y="2143"/>
                    <a:pt x="2136" y="2119"/>
                    <a:pt x="2135" y="2119"/>
                  </a:cubicBezTo>
                  <a:lnTo>
                    <a:pt x="2135" y="2119"/>
                  </a:lnTo>
                  <a:cubicBezTo>
                    <a:pt x="2135" y="2119"/>
                    <a:pt x="2130" y="2125"/>
                    <a:pt x="2117" y="2141"/>
                  </a:cubicBezTo>
                  <a:lnTo>
                    <a:pt x="2157" y="2084"/>
                  </a:lnTo>
                  <a:lnTo>
                    <a:pt x="2117" y="2132"/>
                  </a:lnTo>
                  <a:cubicBezTo>
                    <a:pt x="2109" y="2132"/>
                    <a:pt x="2141" y="2068"/>
                    <a:pt x="2133" y="2059"/>
                  </a:cubicBezTo>
                  <a:cubicBezTo>
                    <a:pt x="2129" y="2048"/>
                    <a:pt x="2127" y="2040"/>
                    <a:pt x="2121" y="2040"/>
                  </a:cubicBezTo>
                  <a:cubicBezTo>
                    <a:pt x="2114" y="2040"/>
                    <a:pt x="2102" y="2050"/>
                    <a:pt x="2076" y="2076"/>
                  </a:cubicBezTo>
                  <a:cubicBezTo>
                    <a:pt x="2029" y="2115"/>
                    <a:pt x="2003" y="2135"/>
                    <a:pt x="1999" y="2135"/>
                  </a:cubicBezTo>
                  <a:cubicBezTo>
                    <a:pt x="1996" y="2135"/>
                    <a:pt x="2018" y="2113"/>
                    <a:pt x="2068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9"/>
                    <a:pt x="2117" y="2011"/>
                    <a:pt x="2166" y="1970"/>
                  </a:cubicBezTo>
                  <a:lnTo>
                    <a:pt x="2166" y="1970"/>
                  </a:lnTo>
                  <a:cubicBezTo>
                    <a:pt x="2113" y="2007"/>
                    <a:pt x="2084" y="2021"/>
                    <a:pt x="2075" y="2021"/>
                  </a:cubicBezTo>
                  <a:cubicBezTo>
                    <a:pt x="2066" y="2021"/>
                    <a:pt x="2076" y="2007"/>
                    <a:pt x="2101" y="1986"/>
                  </a:cubicBezTo>
                  <a:cubicBezTo>
                    <a:pt x="2101" y="1983"/>
                    <a:pt x="2101" y="1982"/>
                    <a:pt x="2098" y="1982"/>
                  </a:cubicBezTo>
                  <a:cubicBezTo>
                    <a:pt x="2093" y="1982"/>
                    <a:pt x="2080" y="1987"/>
                    <a:pt x="2044" y="2003"/>
                  </a:cubicBezTo>
                  <a:cubicBezTo>
                    <a:pt x="2018" y="2014"/>
                    <a:pt x="2003" y="2020"/>
                    <a:pt x="2002" y="2020"/>
                  </a:cubicBezTo>
                  <a:cubicBezTo>
                    <a:pt x="1999" y="2020"/>
                    <a:pt x="2013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lnTo>
                    <a:pt x="2109" y="1954"/>
                  </a:lnTo>
                  <a:cubicBezTo>
                    <a:pt x="2104" y="1954"/>
                    <a:pt x="2086" y="1960"/>
                    <a:pt x="2044" y="1978"/>
                  </a:cubicBezTo>
                  <a:lnTo>
                    <a:pt x="2101" y="1954"/>
                  </a:lnTo>
                  <a:cubicBezTo>
                    <a:pt x="2117" y="1947"/>
                    <a:pt x="2124" y="1944"/>
                    <a:pt x="2124" y="1944"/>
                  </a:cubicBezTo>
                  <a:lnTo>
                    <a:pt x="2124" y="1944"/>
                  </a:lnTo>
                  <a:cubicBezTo>
                    <a:pt x="2123" y="1944"/>
                    <a:pt x="2082" y="1961"/>
                    <a:pt x="2036" y="1978"/>
                  </a:cubicBezTo>
                  <a:cubicBezTo>
                    <a:pt x="1989" y="1999"/>
                    <a:pt x="1961" y="2009"/>
                    <a:pt x="1957" y="2009"/>
                  </a:cubicBezTo>
                  <a:cubicBezTo>
                    <a:pt x="1952" y="2009"/>
                    <a:pt x="1993" y="1989"/>
                    <a:pt x="2093" y="1946"/>
                  </a:cubicBezTo>
                  <a:cubicBezTo>
                    <a:pt x="2102" y="1942"/>
                    <a:pt x="2110" y="1939"/>
                    <a:pt x="2118" y="1936"/>
                  </a:cubicBezTo>
                  <a:lnTo>
                    <a:pt x="2118" y="1936"/>
                  </a:lnTo>
                  <a:cubicBezTo>
                    <a:pt x="2093" y="1944"/>
                    <a:pt x="2074" y="1950"/>
                    <a:pt x="2070" y="1950"/>
                  </a:cubicBezTo>
                  <a:cubicBezTo>
                    <a:pt x="2067" y="1950"/>
                    <a:pt x="2073" y="1946"/>
                    <a:pt x="2093" y="1938"/>
                  </a:cubicBezTo>
                  <a:lnTo>
                    <a:pt x="2093" y="1938"/>
                  </a:lnTo>
                  <a:cubicBezTo>
                    <a:pt x="2074" y="1942"/>
                    <a:pt x="2055" y="1947"/>
                    <a:pt x="2036" y="1954"/>
                  </a:cubicBezTo>
                  <a:lnTo>
                    <a:pt x="2036" y="1954"/>
                  </a:lnTo>
                  <a:lnTo>
                    <a:pt x="2036" y="1946"/>
                  </a:lnTo>
                  <a:cubicBezTo>
                    <a:pt x="2076" y="1930"/>
                    <a:pt x="2117" y="1913"/>
                    <a:pt x="2157" y="1905"/>
                  </a:cubicBezTo>
                  <a:cubicBezTo>
                    <a:pt x="2182" y="1895"/>
                    <a:pt x="2196" y="1889"/>
                    <a:pt x="2194" y="1889"/>
                  </a:cubicBezTo>
                  <a:lnTo>
                    <a:pt x="2194" y="1889"/>
                  </a:lnTo>
                  <a:cubicBezTo>
                    <a:pt x="2191" y="1889"/>
                    <a:pt x="2161" y="1899"/>
                    <a:pt x="2093" y="1922"/>
                  </a:cubicBezTo>
                  <a:cubicBezTo>
                    <a:pt x="2011" y="1943"/>
                    <a:pt x="1984" y="1950"/>
                    <a:pt x="1975" y="1950"/>
                  </a:cubicBezTo>
                  <a:cubicBezTo>
                    <a:pt x="1971" y="1950"/>
                    <a:pt x="1971" y="1949"/>
                    <a:pt x="1971" y="1946"/>
                  </a:cubicBezTo>
                  <a:cubicBezTo>
                    <a:pt x="1971" y="1946"/>
                    <a:pt x="1971" y="1938"/>
                    <a:pt x="2036" y="1930"/>
                  </a:cubicBezTo>
                  <a:cubicBezTo>
                    <a:pt x="2093" y="1913"/>
                    <a:pt x="2093" y="1913"/>
                    <a:pt x="2093" y="1905"/>
                  </a:cubicBezTo>
                  <a:lnTo>
                    <a:pt x="2093" y="1905"/>
                  </a:lnTo>
                  <a:cubicBezTo>
                    <a:pt x="2092" y="1905"/>
                    <a:pt x="1906" y="1930"/>
                    <a:pt x="1784" y="1946"/>
                  </a:cubicBezTo>
                  <a:cubicBezTo>
                    <a:pt x="1841" y="1938"/>
                    <a:pt x="1841" y="1930"/>
                    <a:pt x="1841" y="1930"/>
                  </a:cubicBezTo>
                  <a:lnTo>
                    <a:pt x="1841" y="1930"/>
                  </a:lnTo>
                  <a:cubicBezTo>
                    <a:pt x="1829" y="1931"/>
                    <a:pt x="1822" y="1932"/>
                    <a:pt x="1819" y="1932"/>
                  </a:cubicBezTo>
                  <a:cubicBezTo>
                    <a:pt x="1809" y="1932"/>
                    <a:pt x="1826" y="1927"/>
                    <a:pt x="1835" y="1927"/>
                  </a:cubicBezTo>
                  <a:cubicBezTo>
                    <a:pt x="1839" y="1927"/>
                    <a:pt x="1841" y="1928"/>
                    <a:pt x="1841" y="1930"/>
                  </a:cubicBezTo>
                  <a:cubicBezTo>
                    <a:pt x="1874" y="1922"/>
                    <a:pt x="1890" y="1920"/>
                    <a:pt x="1898" y="1920"/>
                  </a:cubicBezTo>
                  <a:cubicBezTo>
                    <a:pt x="1906" y="1920"/>
                    <a:pt x="1906" y="1922"/>
                    <a:pt x="1906" y="1922"/>
                  </a:cubicBezTo>
                  <a:lnTo>
                    <a:pt x="1971" y="1913"/>
                  </a:lnTo>
                  <a:cubicBezTo>
                    <a:pt x="2038" y="1900"/>
                    <a:pt x="2068" y="1894"/>
                    <a:pt x="2061" y="1894"/>
                  </a:cubicBezTo>
                  <a:cubicBezTo>
                    <a:pt x="2056" y="1894"/>
                    <a:pt x="2026" y="1898"/>
                    <a:pt x="1971" y="1905"/>
                  </a:cubicBezTo>
                  <a:cubicBezTo>
                    <a:pt x="1952" y="1908"/>
                    <a:pt x="1939" y="1909"/>
                    <a:pt x="1931" y="1909"/>
                  </a:cubicBezTo>
                  <a:cubicBezTo>
                    <a:pt x="1912" y="1909"/>
                    <a:pt x="1925" y="1903"/>
                    <a:pt x="1971" y="1897"/>
                  </a:cubicBezTo>
                  <a:cubicBezTo>
                    <a:pt x="2023" y="1891"/>
                    <a:pt x="2071" y="1879"/>
                    <a:pt x="2057" y="1879"/>
                  </a:cubicBezTo>
                  <a:cubicBezTo>
                    <a:pt x="2055" y="1879"/>
                    <a:pt x="2053" y="1879"/>
                    <a:pt x="2050" y="1879"/>
                  </a:cubicBezTo>
                  <a:lnTo>
                    <a:pt x="2050" y="1879"/>
                  </a:lnTo>
                  <a:cubicBezTo>
                    <a:pt x="2060" y="1878"/>
                    <a:pt x="2075" y="1876"/>
                    <a:pt x="2101" y="1873"/>
                  </a:cubicBezTo>
                  <a:cubicBezTo>
                    <a:pt x="2101" y="1869"/>
                    <a:pt x="2101" y="1867"/>
                    <a:pt x="2093" y="1867"/>
                  </a:cubicBezTo>
                  <a:cubicBezTo>
                    <a:pt x="2084" y="1867"/>
                    <a:pt x="2068" y="1869"/>
                    <a:pt x="2036" y="1873"/>
                  </a:cubicBezTo>
                  <a:cubicBezTo>
                    <a:pt x="1971" y="1873"/>
                    <a:pt x="1971" y="1873"/>
                    <a:pt x="1971" y="1865"/>
                  </a:cubicBezTo>
                  <a:lnTo>
                    <a:pt x="1906" y="1865"/>
                  </a:lnTo>
                  <a:cubicBezTo>
                    <a:pt x="1889" y="1868"/>
                    <a:pt x="1872" y="1870"/>
                    <a:pt x="1856" y="1870"/>
                  </a:cubicBezTo>
                  <a:cubicBezTo>
                    <a:pt x="1832" y="1870"/>
                    <a:pt x="1808" y="1866"/>
                    <a:pt x="1784" y="1857"/>
                  </a:cubicBezTo>
                  <a:cubicBezTo>
                    <a:pt x="1720" y="1849"/>
                    <a:pt x="1720" y="1849"/>
                    <a:pt x="1849" y="1849"/>
                  </a:cubicBezTo>
                  <a:cubicBezTo>
                    <a:pt x="1914" y="1849"/>
                    <a:pt x="1914" y="1841"/>
                    <a:pt x="1914" y="1841"/>
                  </a:cubicBezTo>
                  <a:cubicBezTo>
                    <a:pt x="1914" y="1841"/>
                    <a:pt x="1914" y="1832"/>
                    <a:pt x="1979" y="1832"/>
                  </a:cubicBezTo>
                  <a:lnTo>
                    <a:pt x="1914" y="1832"/>
                  </a:lnTo>
                  <a:lnTo>
                    <a:pt x="1784" y="1824"/>
                  </a:lnTo>
                  <a:lnTo>
                    <a:pt x="1979" y="1824"/>
                  </a:lnTo>
                  <a:cubicBezTo>
                    <a:pt x="1914" y="1816"/>
                    <a:pt x="1849" y="1808"/>
                    <a:pt x="1914" y="1808"/>
                  </a:cubicBezTo>
                  <a:cubicBezTo>
                    <a:pt x="1914" y="1804"/>
                    <a:pt x="1916" y="1802"/>
                    <a:pt x="1925" y="1802"/>
                  </a:cubicBezTo>
                  <a:cubicBezTo>
                    <a:pt x="1934" y="1802"/>
                    <a:pt x="1951" y="1804"/>
                    <a:pt x="1979" y="1808"/>
                  </a:cubicBezTo>
                  <a:cubicBezTo>
                    <a:pt x="2044" y="1808"/>
                    <a:pt x="1987" y="1800"/>
                    <a:pt x="1987" y="1800"/>
                  </a:cubicBezTo>
                  <a:cubicBezTo>
                    <a:pt x="1922" y="1792"/>
                    <a:pt x="1922" y="1784"/>
                    <a:pt x="1987" y="1784"/>
                  </a:cubicBezTo>
                  <a:cubicBezTo>
                    <a:pt x="2052" y="1788"/>
                    <a:pt x="2084" y="1792"/>
                    <a:pt x="2085" y="1792"/>
                  </a:cubicBezTo>
                  <a:cubicBezTo>
                    <a:pt x="2086" y="1792"/>
                    <a:pt x="2056" y="1788"/>
                    <a:pt x="1995" y="1776"/>
                  </a:cubicBezTo>
                  <a:cubicBezTo>
                    <a:pt x="1954" y="1765"/>
                    <a:pt x="1913" y="1755"/>
                    <a:pt x="1921" y="1755"/>
                  </a:cubicBezTo>
                  <a:cubicBezTo>
                    <a:pt x="1926" y="1755"/>
                    <a:pt x="1948" y="1759"/>
                    <a:pt x="1995" y="1768"/>
                  </a:cubicBezTo>
                  <a:cubicBezTo>
                    <a:pt x="2011" y="1772"/>
                    <a:pt x="2018" y="1774"/>
                    <a:pt x="2019" y="1774"/>
                  </a:cubicBezTo>
                  <a:cubicBezTo>
                    <a:pt x="2020" y="1774"/>
                    <a:pt x="1977" y="1761"/>
                    <a:pt x="1930" y="1743"/>
                  </a:cubicBezTo>
                  <a:lnTo>
                    <a:pt x="1687" y="1678"/>
                  </a:lnTo>
                  <a:cubicBezTo>
                    <a:pt x="1557" y="1646"/>
                    <a:pt x="1557" y="1646"/>
                    <a:pt x="1630" y="1646"/>
                  </a:cubicBezTo>
                  <a:cubicBezTo>
                    <a:pt x="1671" y="1654"/>
                    <a:pt x="1711" y="1662"/>
                    <a:pt x="1752" y="1678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7" y="1719"/>
                    <a:pt x="1898" y="1727"/>
                    <a:pt x="1939" y="1727"/>
                  </a:cubicBezTo>
                  <a:cubicBezTo>
                    <a:pt x="1939" y="1727"/>
                    <a:pt x="1939" y="1727"/>
                    <a:pt x="1939" y="1727"/>
                  </a:cubicBezTo>
                  <a:lnTo>
                    <a:pt x="1939" y="1727"/>
                  </a:lnTo>
                  <a:cubicBezTo>
                    <a:pt x="1971" y="1731"/>
                    <a:pt x="1987" y="1733"/>
                    <a:pt x="1996" y="1733"/>
                  </a:cubicBezTo>
                  <a:cubicBezTo>
                    <a:pt x="2005" y="1733"/>
                    <a:pt x="2007" y="1731"/>
                    <a:pt x="2011" y="1727"/>
                  </a:cubicBezTo>
                  <a:cubicBezTo>
                    <a:pt x="2011" y="1727"/>
                    <a:pt x="2011" y="1726"/>
                    <a:pt x="2016" y="1726"/>
                  </a:cubicBezTo>
                  <a:cubicBezTo>
                    <a:pt x="2022" y="1726"/>
                    <a:pt x="2037" y="1729"/>
                    <a:pt x="2076" y="1743"/>
                  </a:cubicBezTo>
                  <a:cubicBezTo>
                    <a:pt x="2076" y="1735"/>
                    <a:pt x="2076" y="1735"/>
                    <a:pt x="2020" y="1711"/>
                  </a:cubicBezTo>
                  <a:cubicBezTo>
                    <a:pt x="1946" y="1676"/>
                    <a:pt x="1917" y="1663"/>
                    <a:pt x="1920" y="1663"/>
                  </a:cubicBezTo>
                  <a:lnTo>
                    <a:pt x="1920" y="1663"/>
                  </a:lnTo>
                  <a:cubicBezTo>
                    <a:pt x="1922" y="1663"/>
                    <a:pt x="1937" y="1669"/>
                    <a:pt x="1963" y="1678"/>
                  </a:cubicBezTo>
                  <a:cubicBezTo>
                    <a:pt x="2026" y="1703"/>
                    <a:pt x="2075" y="1720"/>
                    <a:pt x="2093" y="1720"/>
                  </a:cubicBezTo>
                  <a:cubicBezTo>
                    <a:pt x="2110" y="1720"/>
                    <a:pt x="2099" y="1706"/>
                    <a:pt x="2044" y="1670"/>
                  </a:cubicBezTo>
                  <a:lnTo>
                    <a:pt x="2044" y="1670"/>
                  </a:lnTo>
                  <a:cubicBezTo>
                    <a:pt x="2072" y="1681"/>
                    <a:pt x="2088" y="1687"/>
                    <a:pt x="2093" y="1687"/>
                  </a:cubicBezTo>
                  <a:cubicBezTo>
                    <a:pt x="2099" y="1687"/>
                    <a:pt x="2088" y="1677"/>
                    <a:pt x="2060" y="1654"/>
                  </a:cubicBezTo>
                  <a:lnTo>
                    <a:pt x="2060" y="1646"/>
                  </a:lnTo>
                  <a:cubicBezTo>
                    <a:pt x="2091" y="1661"/>
                    <a:pt x="2107" y="1669"/>
                    <a:pt x="2109" y="1669"/>
                  </a:cubicBezTo>
                  <a:cubicBezTo>
                    <a:pt x="2112" y="1669"/>
                    <a:pt x="2098" y="1659"/>
                    <a:pt x="2068" y="1638"/>
                  </a:cubicBezTo>
                  <a:cubicBezTo>
                    <a:pt x="2050" y="1623"/>
                    <a:pt x="2033" y="1608"/>
                    <a:pt x="2020" y="1597"/>
                  </a:cubicBezTo>
                  <a:lnTo>
                    <a:pt x="2020" y="1597"/>
                  </a:lnTo>
                  <a:cubicBezTo>
                    <a:pt x="2060" y="1626"/>
                    <a:pt x="2072" y="1630"/>
                    <a:pt x="2078" y="1630"/>
                  </a:cubicBezTo>
                  <a:cubicBezTo>
                    <a:pt x="2080" y="1630"/>
                    <a:pt x="2082" y="1630"/>
                    <a:pt x="2084" y="1630"/>
                  </a:cubicBezTo>
                  <a:cubicBezTo>
                    <a:pt x="2093" y="1622"/>
                    <a:pt x="2093" y="1622"/>
                    <a:pt x="2036" y="1573"/>
                  </a:cubicBezTo>
                  <a:cubicBezTo>
                    <a:pt x="2023" y="1557"/>
                    <a:pt x="2020" y="1551"/>
                    <a:pt x="2023" y="1551"/>
                  </a:cubicBezTo>
                  <a:lnTo>
                    <a:pt x="2023" y="1551"/>
                  </a:lnTo>
                  <a:cubicBezTo>
                    <a:pt x="2031" y="1551"/>
                    <a:pt x="2068" y="1580"/>
                    <a:pt x="2101" y="1614"/>
                  </a:cubicBezTo>
                  <a:cubicBezTo>
                    <a:pt x="2140" y="1653"/>
                    <a:pt x="2164" y="1675"/>
                    <a:pt x="2165" y="1675"/>
                  </a:cubicBezTo>
                  <a:cubicBezTo>
                    <a:pt x="2166" y="1675"/>
                    <a:pt x="2133" y="1641"/>
                    <a:pt x="2052" y="1565"/>
                  </a:cubicBezTo>
                  <a:lnTo>
                    <a:pt x="2052" y="1565"/>
                  </a:lnTo>
                  <a:lnTo>
                    <a:pt x="2149" y="1654"/>
                  </a:lnTo>
                  <a:cubicBezTo>
                    <a:pt x="2133" y="1638"/>
                    <a:pt x="2125" y="1622"/>
                    <a:pt x="2109" y="1605"/>
                  </a:cubicBezTo>
                  <a:lnTo>
                    <a:pt x="2109" y="1605"/>
                  </a:lnTo>
                  <a:cubicBezTo>
                    <a:pt x="2117" y="1614"/>
                    <a:pt x="2122" y="1618"/>
                    <a:pt x="2123" y="1618"/>
                  </a:cubicBezTo>
                  <a:cubicBezTo>
                    <a:pt x="2129" y="1618"/>
                    <a:pt x="2079" y="1552"/>
                    <a:pt x="2022" y="1478"/>
                  </a:cubicBezTo>
                  <a:lnTo>
                    <a:pt x="2022" y="1478"/>
                  </a:lnTo>
                  <a:cubicBezTo>
                    <a:pt x="2026" y="1482"/>
                    <a:pt x="2030" y="1486"/>
                    <a:pt x="2036" y="1492"/>
                  </a:cubicBezTo>
                  <a:cubicBezTo>
                    <a:pt x="2084" y="1541"/>
                    <a:pt x="2084" y="1541"/>
                    <a:pt x="2093" y="1541"/>
                  </a:cubicBezTo>
                  <a:cubicBezTo>
                    <a:pt x="2093" y="1532"/>
                    <a:pt x="2101" y="1532"/>
                    <a:pt x="2052" y="1484"/>
                  </a:cubicBezTo>
                  <a:cubicBezTo>
                    <a:pt x="2028" y="1443"/>
                    <a:pt x="1995" y="1411"/>
                    <a:pt x="1971" y="1370"/>
                  </a:cubicBezTo>
                  <a:cubicBezTo>
                    <a:pt x="1939" y="1338"/>
                    <a:pt x="1914" y="1305"/>
                    <a:pt x="1890" y="1265"/>
                  </a:cubicBezTo>
                  <a:lnTo>
                    <a:pt x="1890" y="1265"/>
                  </a:lnTo>
                  <a:cubicBezTo>
                    <a:pt x="1890" y="1265"/>
                    <a:pt x="1939" y="1314"/>
                    <a:pt x="1979" y="1362"/>
                  </a:cubicBezTo>
                  <a:cubicBezTo>
                    <a:pt x="2063" y="1461"/>
                    <a:pt x="2111" y="1517"/>
                    <a:pt x="2123" y="1517"/>
                  </a:cubicBezTo>
                  <a:cubicBezTo>
                    <a:pt x="2124" y="1517"/>
                    <a:pt x="2124" y="1517"/>
                    <a:pt x="2125" y="1516"/>
                  </a:cubicBezTo>
                  <a:cubicBezTo>
                    <a:pt x="2125" y="1516"/>
                    <a:pt x="2126" y="1516"/>
                    <a:pt x="2127" y="1516"/>
                  </a:cubicBezTo>
                  <a:cubicBezTo>
                    <a:pt x="2133" y="1516"/>
                    <a:pt x="2148" y="1521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49" y="1508"/>
                  </a:lnTo>
                  <a:cubicBezTo>
                    <a:pt x="2169" y="1536"/>
                    <a:pt x="2179" y="1550"/>
                    <a:pt x="2181" y="1550"/>
                  </a:cubicBezTo>
                  <a:cubicBezTo>
                    <a:pt x="2182" y="1550"/>
                    <a:pt x="2174" y="1534"/>
                    <a:pt x="2157" y="1500"/>
                  </a:cubicBezTo>
                  <a:cubicBezTo>
                    <a:pt x="2149" y="1481"/>
                    <a:pt x="2148" y="1475"/>
                    <a:pt x="2149" y="1475"/>
                  </a:cubicBezTo>
                  <a:lnTo>
                    <a:pt x="2149" y="1475"/>
                  </a:lnTo>
                  <a:cubicBezTo>
                    <a:pt x="2151" y="1475"/>
                    <a:pt x="2166" y="1500"/>
                    <a:pt x="2166" y="1500"/>
                  </a:cubicBezTo>
                  <a:cubicBezTo>
                    <a:pt x="2198" y="1554"/>
                    <a:pt x="2215" y="1584"/>
                    <a:pt x="2215" y="1584"/>
                  </a:cubicBezTo>
                  <a:cubicBezTo>
                    <a:pt x="2215" y="1584"/>
                    <a:pt x="2195" y="1547"/>
                    <a:pt x="2155" y="1464"/>
                  </a:cubicBezTo>
                  <a:lnTo>
                    <a:pt x="2155" y="1464"/>
                  </a:lnTo>
                  <a:cubicBezTo>
                    <a:pt x="2169" y="1489"/>
                    <a:pt x="2177" y="1503"/>
                    <a:pt x="2178" y="1503"/>
                  </a:cubicBezTo>
                  <a:cubicBezTo>
                    <a:pt x="2180" y="1503"/>
                    <a:pt x="2171" y="1482"/>
                    <a:pt x="2149" y="1435"/>
                  </a:cubicBezTo>
                  <a:cubicBezTo>
                    <a:pt x="2157" y="1435"/>
                    <a:pt x="2157" y="1435"/>
                    <a:pt x="2190" y="1492"/>
                  </a:cubicBezTo>
                  <a:cubicBezTo>
                    <a:pt x="2184" y="1476"/>
                    <a:pt x="2176" y="1454"/>
                    <a:pt x="2166" y="1427"/>
                  </a:cubicBezTo>
                  <a:cubicBezTo>
                    <a:pt x="2141" y="1366"/>
                    <a:pt x="2129" y="1336"/>
                    <a:pt x="2130" y="1336"/>
                  </a:cubicBezTo>
                  <a:lnTo>
                    <a:pt x="2130" y="1336"/>
                  </a:lnTo>
                  <a:cubicBezTo>
                    <a:pt x="2131" y="1336"/>
                    <a:pt x="2145" y="1366"/>
                    <a:pt x="2174" y="1427"/>
                  </a:cubicBezTo>
                  <a:cubicBezTo>
                    <a:pt x="2207" y="1503"/>
                    <a:pt x="2223" y="1534"/>
                    <a:pt x="2228" y="1534"/>
                  </a:cubicBezTo>
                  <a:cubicBezTo>
                    <a:pt x="2232" y="1534"/>
                    <a:pt x="2229" y="1519"/>
                    <a:pt x="2222" y="1492"/>
                  </a:cubicBezTo>
                  <a:cubicBezTo>
                    <a:pt x="2194" y="1416"/>
                    <a:pt x="2185" y="1384"/>
                    <a:pt x="2187" y="1384"/>
                  </a:cubicBezTo>
                  <a:lnTo>
                    <a:pt x="2187" y="1384"/>
                  </a:lnTo>
                  <a:cubicBezTo>
                    <a:pt x="2189" y="1384"/>
                    <a:pt x="2196" y="1400"/>
                    <a:pt x="2206" y="1427"/>
                  </a:cubicBezTo>
                  <a:cubicBezTo>
                    <a:pt x="2218" y="1459"/>
                    <a:pt x="2224" y="1476"/>
                    <a:pt x="2225" y="1476"/>
                  </a:cubicBezTo>
                  <a:cubicBezTo>
                    <a:pt x="2226" y="1476"/>
                    <a:pt x="2222" y="1459"/>
                    <a:pt x="2214" y="1427"/>
                  </a:cubicBezTo>
                  <a:lnTo>
                    <a:pt x="2214" y="1427"/>
                  </a:lnTo>
                  <a:cubicBezTo>
                    <a:pt x="2231" y="1473"/>
                    <a:pt x="2249" y="1519"/>
                    <a:pt x="2251" y="1519"/>
                  </a:cubicBezTo>
                  <a:cubicBezTo>
                    <a:pt x="2253" y="1519"/>
                    <a:pt x="2251" y="1511"/>
                    <a:pt x="2247" y="1492"/>
                  </a:cubicBezTo>
                  <a:cubicBezTo>
                    <a:pt x="2247" y="1492"/>
                    <a:pt x="2247" y="1492"/>
                    <a:pt x="2222" y="1427"/>
                  </a:cubicBezTo>
                  <a:cubicBezTo>
                    <a:pt x="2222" y="1427"/>
                    <a:pt x="2206" y="1354"/>
                    <a:pt x="2190" y="1289"/>
                  </a:cubicBezTo>
                  <a:cubicBezTo>
                    <a:pt x="2174" y="1249"/>
                    <a:pt x="2166" y="1208"/>
                    <a:pt x="2149" y="1159"/>
                  </a:cubicBezTo>
                  <a:cubicBezTo>
                    <a:pt x="2145" y="1143"/>
                    <a:pt x="2145" y="1134"/>
                    <a:pt x="2147" y="1134"/>
                  </a:cubicBezTo>
                  <a:lnTo>
                    <a:pt x="2147" y="1134"/>
                  </a:lnTo>
                  <a:cubicBezTo>
                    <a:pt x="2155" y="1134"/>
                    <a:pt x="2188" y="1204"/>
                    <a:pt x="2230" y="1354"/>
                  </a:cubicBezTo>
                  <a:lnTo>
                    <a:pt x="2247" y="1419"/>
                  </a:lnTo>
                  <a:lnTo>
                    <a:pt x="2238" y="1419"/>
                  </a:lnTo>
                  <a:cubicBezTo>
                    <a:pt x="2255" y="1484"/>
                    <a:pt x="2255" y="1484"/>
                    <a:pt x="2263" y="1484"/>
                  </a:cubicBezTo>
                  <a:lnTo>
                    <a:pt x="2238" y="1354"/>
                  </a:lnTo>
                  <a:lnTo>
                    <a:pt x="2238" y="1354"/>
                  </a:lnTo>
                  <a:cubicBezTo>
                    <a:pt x="2239" y="1354"/>
                    <a:pt x="2247" y="1354"/>
                    <a:pt x="2255" y="1419"/>
                  </a:cubicBezTo>
                  <a:cubicBezTo>
                    <a:pt x="2271" y="1484"/>
                    <a:pt x="2271" y="1484"/>
                    <a:pt x="2271" y="1484"/>
                  </a:cubicBezTo>
                  <a:cubicBezTo>
                    <a:pt x="2271" y="1459"/>
                    <a:pt x="2271" y="1443"/>
                    <a:pt x="2263" y="1419"/>
                  </a:cubicBezTo>
                  <a:cubicBezTo>
                    <a:pt x="2249" y="1339"/>
                    <a:pt x="2243" y="1306"/>
                    <a:pt x="2243" y="1306"/>
                  </a:cubicBezTo>
                  <a:lnTo>
                    <a:pt x="2243" y="1306"/>
                  </a:lnTo>
                  <a:cubicBezTo>
                    <a:pt x="2244" y="1306"/>
                    <a:pt x="2248" y="1323"/>
                    <a:pt x="2255" y="1354"/>
                  </a:cubicBezTo>
                  <a:cubicBezTo>
                    <a:pt x="2267" y="1419"/>
                    <a:pt x="2275" y="1451"/>
                    <a:pt x="2277" y="1451"/>
                  </a:cubicBezTo>
                  <a:cubicBezTo>
                    <a:pt x="2279" y="1451"/>
                    <a:pt x="2275" y="1419"/>
                    <a:pt x="2263" y="1354"/>
                  </a:cubicBezTo>
                  <a:cubicBezTo>
                    <a:pt x="2255" y="1285"/>
                    <a:pt x="2251" y="1251"/>
                    <a:pt x="2252" y="1251"/>
                  </a:cubicBezTo>
                  <a:lnTo>
                    <a:pt x="2252" y="1251"/>
                  </a:lnTo>
                  <a:cubicBezTo>
                    <a:pt x="2253" y="1251"/>
                    <a:pt x="2259" y="1285"/>
                    <a:pt x="2271" y="1354"/>
                  </a:cubicBezTo>
                  <a:cubicBezTo>
                    <a:pt x="2279" y="1419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3" y="1339"/>
                    <a:pt x="2270" y="1306"/>
                    <a:pt x="2273" y="1306"/>
                  </a:cubicBezTo>
                  <a:lnTo>
                    <a:pt x="2273" y="1306"/>
                  </a:lnTo>
                  <a:cubicBezTo>
                    <a:pt x="2275" y="1306"/>
                    <a:pt x="2280" y="1323"/>
                    <a:pt x="2287" y="1354"/>
                  </a:cubicBezTo>
                  <a:cubicBezTo>
                    <a:pt x="2291" y="1386"/>
                    <a:pt x="2293" y="1403"/>
                    <a:pt x="2294" y="1403"/>
                  </a:cubicBezTo>
                  <a:cubicBezTo>
                    <a:pt x="2295" y="1403"/>
                    <a:pt x="2295" y="1386"/>
                    <a:pt x="2295" y="1354"/>
                  </a:cubicBezTo>
                  <a:cubicBezTo>
                    <a:pt x="2303" y="1354"/>
                    <a:pt x="2303" y="1354"/>
                    <a:pt x="2311" y="1419"/>
                  </a:cubicBezTo>
                  <a:cubicBezTo>
                    <a:pt x="2311" y="1386"/>
                    <a:pt x="2311" y="1370"/>
                    <a:pt x="2312" y="1370"/>
                  </a:cubicBezTo>
                  <a:cubicBezTo>
                    <a:pt x="2313" y="1370"/>
                    <a:pt x="2316" y="1386"/>
                    <a:pt x="2320" y="1419"/>
                  </a:cubicBezTo>
                  <a:cubicBezTo>
                    <a:pt x="2324" y="1455"/>
                    <a:pt x="2326" y="1474"/>
                    <a:pt x="2327" y="1474"/>
                  </a:cubicBezTo>
                  <a:cubicBezTo>
                    <a:pt x="2328" y="1474"/>
                    <a:pt x="2328" y="1455"/>
                    <a:pt x="2328" y="1419"/>
                  </a:cubicBezTo>
                  <a:cubicBezTo>
                    <a:pt x="2328" y="1354"/>
                    <a:pt x="2328" y="1281"/>
                    <a:pt x="2320" y="1216"/>
                  </a:cubicBezTo>
                  <a:cubicBezTo>
                    <a:pt x="2311" y="1216"/>
                    <a:pt x="2311" y="1216"/>
                    <a:pt x="2311" y="1151"/>
                  </a:cubicBezTo>
                  <a:lnTo>
                    <a:pt x="2320" y="1151"/>
                  </a:lnTo>
                  <a:cubicBezTo>
                    <a:pt x="2320" y="1151"/>
                    <a:pt x="2328" y="1151"/>
                    <a:pt x="2336" y="1078"/>
                  </a:cubicBezTo>
                  <a:cubicBezTo>
                    <a:pt x="2342" y="1027"/>
                    <a:pt x="2349" y="928"/>
                    <a:pt x="2343" y="928"/>
                  </a:cubicBezTo>
                  <a:lnTo>
                    <a:pt x="2343" y="928"/>
                  </a:lnTo>
                  <a:cubicBezTo>
                    <a:pt x="2341" y="928"/>
                    <a:pt x="2339" y="934"/>
                    <a:pt x="2336" y="949"/>
                  </a:cubicBezTo>
                  <a:lnTo>
                    <a:pt x="2336" y="941"/>
                  </a:lnTo>
                  <a:lnTo>
                    <a:pt x="2328" y="876"/>
                  </a:lnTo>
                  <a:cubicBezTo>
                    <a:pt x="2328" y="774"/>
                    <a:pt x="2324" y="724"/>
                    <a:pt x="2321" y="724"/>
                  </a:cubicBezTo>
                  <a:cubicBezTo>
                    <a:pt x="2318" y="724"/>
                    <a:pt x="2316" y="774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1" y="941"/>
                  </a:cubicBezTo>
                  <a:cubicBezTo>
                    <a:pt x="2311" y="811"/>
                    <a:pt x="2303" y="811"/>
                    <a:pt x="2295" y="811"/>
                  </a:cubicBezTo>
                  <a:cubicBezTo>
                    <a:pt x="2287" y="811"/>
                    <a:pt x="2287" y="811"/>
                    <a:pt x="2279" y="738"/>
                  </a:cubicBezTo>
                  <a:cubicBezTo>
                    <a:pt x="2279" y="697"/>
                    <a:pt x="2271" y="649"/>
                    <a:pt x="2255" y="608"/>
                  </a:cubicBezTo>
                  <a:cubicBezTo>
                    <a:pt x="2247" y="608"/>
                    <a:pt x="2247" y="608"/>
                    <a:pt x="2255" y="673"/>
                  </a:cubicBezTo>
                  <a:cubicBezTo>
                    <a:pt x="2258" y="700"/>
                    <a:pt x="2257" y="716"/>
                    <a:pt x="2254" y="716"/>
                  </a:cubicBezTo>
                  <a:cubicBezTo>
                    <a:pt x="2249" y="716"/>
                    <a:pt x="2240" y="684"/>
                    <a:pt x="2230" y="608"/>
                  </a:cubicBezTo>
                  <a:cubicBezTo>
                    <a:pt x="2224" y="578"/>
                    <a:pt x="2220" y="562"/>
                    <a:pt x="2219" y="562"/>
                  </a:cubicBezTo>
                  <a:lnTo>
                    <a:pt x="2219" y="562"/>
                  </a:lnTo>
                  <a:cubicBezTo>
                    <a:pt x="2217" y="562"/>
                    <a:pt x="2221" y="596"/>
                    <a:pt x="2230" y="673"/>
                  </a:cubicBezTo>
                  <a:cubicBezTo>
                    <a:pt x="2234" y="742"/>
                    <a:pt x="2234" y="776"/>
                    <a:pt x="2229" y="776"/>
                  </a:cubicBezTo>
                  <a:cubicBezTo>
                    <a:pt x="2224" y="776"/>
                    <a:pt x="2214" y="742"/>
                    <a:pt x="2198" y="673"/>
                  </a:cubicBezTo>
                  <a:lnTo>
                    <a:pt x="2182" y="673"/>
                  </a:lnTo>
                  <a:cubicBezTo>
                    <a:pt x="2182" y="722"/>
                    <a:pt x="2182" y="770"/>
                    <a:pt x="2198" y="811"/>
                  </a:cubicBezTo>
                  <a:cubicBezTo>
                    <a:pt x="2207" y="891"/>
                    <a:pt x="2211" y="924"/>
                    <a:pt x="2210" y="924"/>
                  </a:cubicBezTo>
                  <a:cubicBezTo>
                    <a:pt x="2209" y="924"/>
                    <a:pt x="2205" y="906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57" y="681"/>
                    <a:pt x="2149" y="681"/>
                    <a:pt x="2141" y="681"/>
                  </a:cubicBezTo>
                  <a:cubicBezTo>
                    <a:pt x="2134" y="681"/>
                    <a:pt x="2121" y="681"/>
                    <a:pt x="2128" y="723"/>
                  </a:cubicBezTo>
                  <a:lnTo>
                    <a:pt x="2128" y="723"/>
                  </a:lnTo>
                  <a:cubicBezTo>
                    <a:pt x="2124" y="707"/>
                    <a:pt x="2123" y="705"/>
                    <a:pt x="2117" y="681"/>
                  </a:cubicBezTo>
                  <a:cubicBezTo>
                    <a:pt x="2111" y="681"/>
                    <a:pt x="2102" y="652"/>
                    <a:pt x="2102" y="652"/>
                  </a:cubicBezTo>
                  <a:lnTo>
                    <a:pt x="2102" y="652"/>
                  </a:lnTo>
                  <a:cubicBezTo>
                    <a:pt x="2102" y="652"/>
                    <a:pt x="2103" y="659"/>
                    <a:pt x="2109" y="681"/>
                  </a:cubicBezTo>
                  <a:cubicBezTo>
                    <a:pt x="2109" y="681"/>
                    <a:pt x="2101" y="681"/>
                    <a:pt x="2068" y="616"/>
                  </a:cubicBezTo>
                  <a:cubicBezTo>
                    <a:pt x="2063" y="605"/>
                    <a:pt x="2058" y="600"/>
                    <a:pt x="2055" y="600"/>
                  </a:cubicBezTo>
                  <a:lnTo>
                    <a:pt x="2055" y="600"/>
                  </a:ln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4" y="819"/>
                    <a:pt x="2101" y="884"/>
                    <a:pt x="2101" y="884"/>
                  </a:cubicBezTo>
                  <a:cubicBezTo>
                    <a:pt x="2117" y="957"/>
                    <a:pt x="2109" y="957"/>
                    <a:pt x="2109" y="957"/>
                  </a:cubicBezTo>
                  <a:cubicBezTo>
                    <a:pt x="2109" y="957"/>
                    <a:pt x="2084" y="892"/>
                    <a:pt x="2068" y="827"/>
                  </a:cubicBezTo>
                  <a:cubicBezTo>
                    <a:pt x="2045" y="710"/>
                    <a:pt x="2022" y="642"/>
                    <a:pt x="2015" y="642"/>
                  </a:cubicBezTo>
                  <a:lnTo>
                    <a:pt x="2015" y="642"/>
                  </a:lnTo>
                  <a:cubicBezTo>
                    <a:pt x="2011" y="642"/>
                    <a:pt x="2015" y="680"/>
                    <a:pt x="2036" y="762"/>
                  </a:cubicBezTo>
                  <a:lnTo>
                    <a:pt x="2020" y="697"/>
                  </a:lnTo>
                  <a:cubicBezTo>
                    <a:pt x="2012" y="666"/>
                    <a:pt x="2004" y="650"/>
                    <a:pt x="1999" y="650"/>
                  </a:cubicBezTo>
                  <a:cubicBezTo>
                    <a:pt x="1993" y="650"/>
                    <a:pt x="1991" y="668"/>
                    <a:pt x="1995" y="705"/>
                  </a:cubicBezTo>
                  <a:cubicBezTo>
                    <a:pt x="2003" y="770"/>
                    <a:pt x="2020" y="843"/>
                    <a:pt x="2044" y="900"/>
                  </a:cubicBezTo>
                  <a:cubicBezTo>
                    <a:pt x="2060" y="965"/>
                    <a:pt x="2052" y="973"/>
                    <a:pt x="2052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3" y="843"/>
                    <a:pt x="1987" y="811"/>
                    <a:pt x="1982" y="811"/>
                  </a:cubicBezTo>
                  <a:lnTo>
                    <a:pt x="1982" y="811"/>
                  </a:lnTo>
                  <a:cubicBezTo>
                    <a:pt x="1977" y="811"/>
                    <a:pt x="1983" y="843"/>
                    <a:pt x="2003" y="908"/>
                  </a:cubicBezTo>
                  <a:lnTo>
                    <a:pt x="1979" y="851"/>
                  </a:lnTo>
                  <a:cubicBezTo>
                    <a:pt x="1968" y="807"/>
                    <a:pt x="1949" y="762"/>
                    <a:pt x="1933" y="762"/>
                  </a:cubicBezTo>
                  <a:cubicBezTo>
                    <a:pt x="1926" y="762"/>
                    <a:pt x="1919" y="772"/>
                    <a:pt x="1914" y="795"/>
                  </a:cubicBezTo>
                  <a:cubicBezTo>
                    <a:pt x="1901" y="798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4"/>
                  </a:cubicBezTo>
                  <a:cubicBezTo>
                    <a:pt x="1827" y="743"/>
                    <a:pt x="1823" y="738"/>
                    <a:pt x="1821" y="738"/>
                  </a:cubicBezTo>
                  <a:lnTo>
                    <a:pt x="1821" y="738"/>
                  </a:lnTo>
                  <a:cubicBezTo>
                    <a:pt x="1810" y="738"/>
                    <a:pt x="1835" y="850"/>
                    <a:pt x="1882" y="957"/>
                  </a:cubicBezTo>
                  <a:cubicBezTo>
                    <a:pt x="1858" y="916"/>
                    <a:pt x="1847" y="904"/>
                    <a:pt x="1837" y="904"/>
                  </a:cubicBezTo>
                  <a:cubicBezTo>
                    <a:pt x="1833" y="904"/>
                    <a:pt x="1829" y="906"/>
                    <a:pt x="1825" y="908"/>
                  </a:cubicBezTo>
                  <a:cubicBezTo>
                    <a:pt x="1821" y="910"/>
                    <a:pt x="1817" y="912"/>
                    <a:pt x="1814" y="912"/>
                  </a:cubicBezTo>
                  <a:cubicBezTo>
                    <a:pt x="1806" y="912"/>
                    <a:pt x="1800" y="901"/>
                    <a:pt x="1776" y="859"/>
                  </a:cubicBezTo>
                  <a:cubicBezTo>
                    <a:pt x="1744" y="799"/>
                    <a:pt x="1728" y="768"/>
                    <a:pt x="1727" y="768"/>
                  </a:cubicBezTo>
                  <a:lnTo>
                    <a:pt x="1727" y="768"/>
                  </a:lnTo>
                  <a:cubicBezTo>
                    <a:pt x="1726" y="768"/>
                    <a:pt x="1740" y="799"/>
                    <a:pt x="1768" y="859"/>
                  </a:cubicBezTo>
                  <a:cubicBezTo>
                    <a:pt x="1791" y="909"/>
                    <a:pt x="1797" y="930"/>
                    <a:pt x="1791" y="930"/>
                  </a:cubicBezTo>
                  <a:cubicBezTo>
                    <a:pt x="1781" y="930"/>
                    <a:pt x="1747" y="886"/>
                    <a:pt x="1703" y="819"/>
                  </a:cubicBezTo>
                  <a:cubicBezTo>
                    <a:pt x="1677" y="782"/>
                    <a:pt x="1665" y="773"/>
                    <a:pt x="1654" y="773"/>
                  </a:cubicBezTo>
                  <a:cubicBezTo>
                    <a:pt x="1649" y="773"/>
                    <a:pt x="1644" y="776"/>
                    <a:pt x="1639" y="778"/>
                  </a:cubicBezTo>
                  <a:cubicBezTo>
                    <a:pt x="1671" y="835"/>
                    <a:pt x="1655" y="843"/>
                    <a:pt x="1639" y="851"/>
                  </a:cubicBezTo>
                  <a:cubicBezTo>
                    <a:pt x="1622" y="868"/>
                    <a:pt x="1622" y="868"/>
                    <a:pt x="1703" y="981"/>
                  </a:cubicBezTo>
                  <a:cubicBezTo>
                    <a:pt x="1784" y="1087"/>
                    <a:pt x="1776" y="1095"/>
                    <a:pt x="1768" y="1103"/>
                  </a:cubicBezTo>
                  <a:cubicBezTo>
                    <a:pt x="1766" y="1103"/>
                    <a:pt x="1765" y="1103"/>
                    <a:pt x="1763" y="1103"/>
                  </a:cubicBezTo>
                  <a:cubicBezTo>
                    <a:pt x="1758" y="1103"/>
                    <a:pt x="1749" y="1098"/>
                    <a:pt x="1711" y="1054"/>
                  </a:cubicBezTo>
                  <a:cubicBezTo>
                    <a:pt x="1711" y="1054"/>
                    <a:pt x="1663" y="1014"/>
                    <a:pt x="1663" y="1014"/>
                  </a:cubicBezTo>
                  <a:cubicBezTo>
                    <a:pt x="1660" y="1016"/>
                    <a:pt x="1658" y="1018"/>
                    <a:pt x="1655" y="1018"/>
                  </a:cubicBezTo>
                  <a:cubicBezTo>
                    <a:pt x="1647" y="1018"/>
                    <a:pt x="1635" y="1008"/>
                    <a:pt x="1606" y="973"/>
                  </a:cubicBezTo>
                  <a:cubicBezTo>
                    <a:pt x="1606" y="973"/>
                    <a:pt x="1570" y="937"/>
                    <a:pt x="1550" y="937"/>
                  </a:cubicBezTo>
                  <a:cubicBezTo>
                    <a:pt x="1547" y="937"/>
                    <a:pt x="1544" y="938"/>
                    <a:pt x="1541" y="941"/>
                  </a:cubicBezTo>
                  <a:cubicBezTo>
                    <a:pt x="1535" y="944"/>
                    <a:pt x="1530" y="947"/>
                    <a:pt x="1524" y="947"/>
                  </a:cubicBezTo>
                  <a:cubicBezTo>
                    <a:pt x="1513" y="947"/>
                    <a:pt x="1499" y="938"/>
                    <a:pt x="1468" y="908"/>
                  </a:cubicBezTo>
                  <a:lnTo>
                    <a:pt x="1468" y="908"/>
                  </a:lnTo>
                  <a:cubicBezTo>
                    <a:pt x="1460" y="916"/>
                    <a:pt x="1460" y="916"/>
                    <a:pt x="1509" y="965"/>
                  </a:cubicBezTo>
                  <a:cubicBezTo>
                    <a:pt x="1549" y="1006"/>
                    <a:pt x="1579" y="1052"/>
                    <a:pt x="1550" y="1052"/>
                  </a:cubicBezTo>
                  <a:cubicBezTo>
                    <a:pt x="1544" y="1052"/>
                    <a:pt x="1536" y="1050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8"/>
                    <a:pt x="1549" y="1119"/>
                  </a:cubicBezTo>
                  <a:cubicBezTo>
                    <a:pt x="1547" y="1121"/>
                    <a:pt x="1545" y="1123"/>
                    <a:pt x="1543" y="1123"/>
                  </a:cubicBezTo>
                  <a:cubicBezTo>
                    <a:pt x="1537" y="1123"/>
                    <a:pt x="1527" y="1113"/>
                    <a:pt x="1493" y="1078"/>
                  </a:cubicBezTo>
                  <a:cubicBezTo>
                    <a:pt x="1450" y="1039"/>
                    <a:pt x="1423" y="1021"/>
                    <a:pt x="1414" y="1021"/>
                  </a:cubicBezTo>
                  <a:lnTo>
                    <a:pt x="1414" y="1021"/>
                  </a:lnTo>
                  <a:cubicBezTo>
                    <a:pt x="1403" y="1021"/>
                    <a:pt x="1422" y="1052"/>
                    <a:pt x="1476" y="1111"/>
                  </a:cubicBezTo>
                  <a:cubicBezTo>
                    <a:pt x="1503" y="1133"/>
                    <a:pt x="1513" y="1146"/>
                    <a:pt x="1506" y="1146"/>
                  </a:cubicBezTo>
                  <a:cubicBezTo>
                    <a:pt x="1501" y="1146"/>
                    <a:pt x="1486" y="1137"/>
                    <a:pt x="1460" y="1119"/>
                  </a:cubicBezTo>
                  <a:lnTo>
                    <a:pt x="1460" y="1119"/>
                  </a:lnTo>
                  <a:cubicBezTo>
                    <a:pt x="1460" y="1119"/>
                    <a:pt x="1460" y="1127"/>
                    <a:pt x="1509" y="1176"/>
                  </a:cubicBezTo>
                  <a:cubicBezTo>
                    <a:pt x="1531" y="1202"/>
                    <a:pt x="1541" y="1215"/>
                    <a:pt x="1536" y="1215"/>
                  </a:cubicBezTo>
                  <a:cubicBezTo>
                    <a:pt x="1532" y="1215"/>
                    <a:pt x="1518" y="1206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4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8"/>
                    <a:pt x="1371" y="1265"/>
                  </a:cubicBezTo>
                  <a:lnTo>
                    <a:pt x="1371" y="1265"/>
                  </a:lnTo>
                  <a:cubicBezTo>
                    <a:pt x="1420" y="1305"/>
                    <a:pt x="1420" y="1305"/>
                    <a:pt x="1420" y="1314"/>
                  </a:cubicBezTo>
                  <a:cubicBezTo>
                    <a:pt x="1379" y="1295"/>
                    <a:pt x="1358" y="1286"/>
                    <a:pt x="1353" y="1286"/>
                  </a:cubicBezTo>
                  <a:lnTo>
                    <a:pt x="1353" y="1286"/>
                  </a:lnTo>
                  <a:cubicBezTo>
                    <a:pt x="1342" y="1286"/>
                    <a:pt x="1393" y="1319"/>
                    <a:pt x="1468" y="1362"/>
                  </a:cubicBezTo>
                  <a:lnTo>
                    <a:pt x="1468" y="1354"/>
                  </a:lnTo>
                  <a:lnTo>
                    <a:pt x="1476" y="1346"/>
                  </a:lnTo>
                  <a:cubicBezTo>
                    <a:pt x="1535" y="1379"/>
                    <a:pt x="1561" y="1400"/>
                    <a:pt x="1548" y="1400"/>
                  </a:cubicBezTo>
                  <a:cubicBezTo>
                    <a:pt x="1537" y="1400"/>
                    <a:pt x="1490" y="1381"/>
                    <a:pt x="1403" y="1338"/>
                  </a:cubicBezTo>
                  <a:cubicBezTo>
                    <a:pt x="1349" y="1310"/>
                    <a:pt x="1320" y="1296"/>
                    <a:pt x="1317" y="1296"/>
                  </a:cubicBezTo>
                  <a:lnTo>
                    <a:pt x="1317" y="1296"/>
                  </a:lnTo>
                  <a:cubicBezTo>
                    <a:pt x="1315" y="1296"/>
                    <a:pt x="1341" y="1312"/>
                    <a:pt x="1395" y="1346"/>
                  </a:cubicBezTo>
                  <a:cubicBezTo>
                    <a:pt x="1458" y="1386"/>
                    <a:pt x="1486" y="1404"/>
                    <a:pt x="1478" y="1404"/>
                  </a:cubicBezTo>
                  <a:cubicBezTo>
                    <a:pt x="1472" y="1404"/>
                    <a:pt x="1442" y="1392"/>
                    <a:pt x="1387" y="1370"/>
                  </a:cubicBezTo>
                  <a:cubicBezTo>
                    <a:pt x="1332" y="1343"/>
                    <a:pt x="1302" y="1329"/>
                    <a:pt x="1299" y="1329"/>
                  </a:cubicBezTo>
                  <a:lnTo>
                    <a:pt x="1299" y="1329"/>
                  </a:lnTo>
                  <a:cubicBezTo>
                    <a:pt x="1296" y="1329"/>
                    <a:pt x="1324" y="1345"/>
                    <a:pt x="1387" y="1378"/>
                  </a:cubicBezTo>
                  <a:cubicBezTo>
                    <a:pt x="1522" y="1455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6" y="1394"/>
                    <a:pt x="1264" y="1376"/>
                    <a:pt x="1246" y="1376"/>
                  </a:cubicBezTo>
                  <a:cubicBezTo>
                    <a:pt x="1243" y="1376"/>
                    <a:pt x="1241" y="1377"/>
                    <a:pt x="1241" y="1378"/>
                  </a:cubicBezTo>
                  <a:cubicBezTo>
                    <a:pt x="1233" y="1386"/>
                    <a:pt x="1298" y="1411"/>
                    <a:pt x="1355" y="1435"/>
                  </a:cubicBezTo>
                  <a:cubicBezTo>
                    <a:pt x="1426" y="1459"/>
                    <a:pt x="1455" y="1471"/>
                    <a:pt x="1443" y="1471"/>
                  </a:cubicBezTo>
                  <a:cubicBezTo>
                    <a:pt x="1435" y="1471"/>
                    <a:pt x="1406" y="1465"/>
                    <a:pt x="1355" y="1451"/>
                  </a:cubicBezTo>
                  <a:cubicBezTo>
                    <a:pt x="1280" y="1433"/>
                    <a:pt x="1233" y="1424"/>
                    <a:pt x="1210" y="1424"/>
                  </a:cubicBezTo>
                  <a:cubicBezTo>
                    <a:pt x="1173" y="1424"/>
                    <a:pt x="1199" y="1447"/>
                    <a:pt x="1274" y="1492"/>
                  </a:cubicBezTo>
                  <a:cubicBezTo>
                    <a:pt x="1343" y="1532"/>
                    <a:pt x="1367" y="1556"/>
                    <a:pt x="1349" y="1556"/>
                  </a:cubicBezTo>
                  <a:cubicBezTo>
                    <a:pt x="1338" y="1556"/>
                    <a:pt x="1310" y="1546"/>
                    <a:pt x="1266" y="1524"/>
                  </a:cubicBezTo>
                  <a:cubicBezTo>
                    <a:pt x="1192" y="1492"/>
                    <a:pt x="1160" y="1478"/>
                    <a:pt x="1158" y="1478"/>
                  </a:cubicBezTo>
                  <a:lnTo>
                    <a:pt x="1158" y="1478"/>
                  </a:lnTo>
                  <a:cubicBezTo>
                    <a:pt x="1157" y="1478"/>
                    <a:pt x="1173" y="1486"/>
                    <a:pt x="1201" y="1500"/>
                  </a:cubicBezTo>
                  <a:cubicBezTo>
                    <a:pt x="1193" y="1516"/>
                    <a:pt x="1184" y="1541"/>
                    <a:pt x="1184" y="1549"/>
                  </a:cubicBezTo>
                  <a:cubicBezTo>
                    <a:pt x="1184" y="1557"/>
                    <a:pt x="1249" y="1581"/>
                    <a:pt x="1306" y="1597"/>
                  </a:cubicBezTo>
                  <a:cubicBezTo>
                    <a:pt x="1252" y="1587"/>
                    <a:pt x="1208" y="1581"/>
                    <a:pt x="1184" y="1581"/>
                  </a:cubicBezTo>
                  <a:cubicBezTo>
                    <a:pt x="1151" y="1581"/>
                    <a:pt x="1157" y="1593"/>
                    <a:pt x="1233" y="1622"/>
                  </a:cubicBezTo>
                  <a:lnTo>
                    <a:pt x="1233" y="1638"/>
                  </a:lnTo>
                  <a:cubicBezTo>
                    <a:pt x="1233" y="1646"/>
                    <a:pt x="1233" y="1646"/>
                    <a:pt x="1298" y="1662"/>
                  </a:cubicBezTo>
                  <a:cubicBezTo>
                    <a:pt x="1332" y="1677"/>
                    <a:pt x="1322" y="1680"/>
                    <a:pt x="1295" y="1680"/>
                  </a:cubicBezTo>
                  <a:cubicBezTo>
                    <a:pt x="1277" y="1680"/>
                    <a:pt x="1251" y="1678"/>
                    <a:pt x="1225" y="1678"/>
                  </a:cubicBezTo>
                  <a:cubicBezTo>
                    <a:pt x="1160" y="1678"/>
                    <a:pt x="1095" y="1678"/>
                    <a:pt x="1160" y="1686"/>
                  </a:cubicBezTo>
                  <a:cubicBezTo>
                    <a:pt x="1225" y="1695"/>
                    <a:pt x="1290" y="1719"/>
                    <a:pt x="1347" y="1735"/>
                  </a:cubicBezTo>
                  <a:cubicBezTo>
                    <a:pt x="1379" y="1743"/>
                    <a:pt x="1379" y="1747"/>
                    <a:pt x="1363" y="1747"/>
                  </a:cubicBezTo>
                  <a:cubicBezTo>
                    <a:pt x="1347" y="1747"/>
                    <a:pt x="1314" y="1743"/>
                    <a:pt x="1282" y="1735"/>
                  </a:cubicBezTo>
                  <a:cubicBezTo>
                    <a:pt x="1270" y="1733"/>
                    <a:pt x="1257" y="1732"/>
                    <a:pt x="1244" y="1732"/>
                  </a:cubicBezTo>
                  <a:cubicBezTo>
                    <a:pt x="1213" y="1732"/>
                    <a:pt x="1181" y="1737"/>
                    <a:pt x="1152" y="1743"/>
                  </a:cubicBezTo>
                  <a:cubicBezTo>
                    <a:pt x="1152" y="1751"/>
                    <a:pt x="1152" y="1768"/>
                    <a:pt x="1217" y="1776"/>
                  </a:cubicBezTo>
                  <a:cubicBezTo>
                    <a:pt x="1282" y="1776"/>
                    <a:pt x="1274" y="1824"/>
                    <a:pt x="1209" y="1832"/>
                  </a:cubicBezTo>
                  <a:lnTo>
                    <a:pt x="1209" y="1849"/>
                  </a:lnTo>
                  <a:cubicBezTo>
                    <a:pt x="1209" y="1857"/>
                    <a:pt x="1274" y="1865"/>
                    <a:pt x="1274" y="1873"/>
                  </a:cubicBezTo>
                  <a:cubicBezTo>
                    <a:pt x="1274" y="1873"/>
                    <a:pt x="1274" y="1881"/>
                    <a:pt x="1339" y="1889"/>
                  </a:cubicBezTo>
                  <a:cubicBezTo>
                    <a:pt x="1339" y="1897"/>
                    <a:pt x="1339" y="1905"/>
                    <a:pt x="1274" y="1905"/>
                  </a:cubicBezTo>
                  <a:cubicBezTo>
                    <a:pt x="1403" y="1905"/>
                    <a:pt x="1403" y="1905"/>
                    <a:pt x="1274" y="1922"/>
                  </a:cubicBezTo>
                  <a:cubicBezTo>
                    <a:pt x="1182" y="1927"/>
                    <a:pt x="1155" y="1933"/>
                    <a:pt x="1193" y="1933"/>
                  </a:cubicBezTo>
                  <a:cubicBezTo>
                    <a:pt x="1209" y="1933"/>
                    <a:pt x="1236" y="1932"/>
                    <a:pt x="1274" y="1930"/>
                  </a:cubicBezTo>
                  <a:cubicBezTo>
                    <a:pt x="1339" y="1938"/>
                    <a:pt x="1339" y="1938"/>
                    <a:pt x="1274" y="1946"/>
                  </a:cubicBezTo>
                  <a:cubicBezTo>
                    <a:pt x="1234" y="1952"/>
                    <a:pt x="1222" y="1957"/>
                    <a:pt x="1238" y="1957"/>
                  </a:cubicBezTo>
                  <a:cubicBezTo>
                    <a:pt x="1245" y="1957"/>
                    <a:pt x="1257" y="1956"/>
                    <a:pt x="1274" y="1954"/>
                  </a:cubicBezTo>
                  <a:cubicBezTo>
                    <a:pt x="1403" y="1954"/>
                    <a:pt x="1468" y="1962"/>
                    <a:pt x="1339" y="1978"/>
                  </a:cubicBezTo>
                  <a:cubicBezTo>
                    <a:pt x="1339" y="1978"/>
                    <a:pt x="1339" y="1986"/>
                    <a:pt x="1403" y="1986"/>
                  </a:cubicBezTo>
                  <a:cubicBezTo>
                    <a:pt x="1457" y="1983"/>
                    <a:pt x="1489" y="1981"/>
                    <a:pt x="1498" y="1981"/>
                  </a:cubicBezTo>
                  <a:cubicBezTo>
                    <a:pt x="1511" y="1981"/>
                    <a:pt x="1479" y="1985"/>
                    <a:pt x="1403" y="1995"/>
                  </a:cubicBezTo>
                  <a:cubicBezTo>
                    <a:pt x="1316" y="2012"/>
                    <a:pt x="1291" y="2025"/>
                    <a:pt x="1330" y="2025"/>
                  </a:cubicBezTo>
                  <a:cubicBezTo>
                    <a:pt x="1345" y="2025"/>
                    <a:pt x="1369" y="2023"/>
                    <a:pt x="1403" y="2019"/>
                  </a:cubicBezTo>
                  <a:cubicBezTo>
                    <a:pt x="1403" y="2019"/>
                    <a:pt x="1420" y="2017"/>
                    <a:pt x="1429" y="2017"/>
                  </a:cubicBezTo>
                  <a:cubicBezTo>
                    <a:pt x="1438" y="2017"/>
                    <a:pt x="1440" y="2019"/>
                    <a:pt x="1411" y="2027"/>
                  </a:cubicBezTo>
                  <a:cubicBezTo>
                    <a:pt x="1360" y="2053"/>
                    <a:pt x="1319" y="2093"/>
                    <a:pt x="1364" y="2093"/>
                  </a:cubicBezTo>
                  <a:cubicBezTo>
                    <a:pt x="1376" y="2093"/>
                    <a:pt x="1394" y="2091"/>
                    <a:pt x="1420" y="2084"/>
                  </a:cubicBezTo>
                  <a:lnTo>
                    <a:pt x="1420" y="2092"/>
                  </a:lnTo>
                  <a:cubicBezTo>
                    <a:pt x="1376" y="2117"/>
                    <a:pt x="1366" y="2127"/>
                    <a:pt x="1393" y="2127"/>
                  </a:cubicBezTo>
                  <a:cubicBezTo>
                    <a:pt x="1401" y="2127"/>
                    <a:pt x="1412" y="2126"/>
                    <a:pt x="1428" y="2124"/>
                  </a:cubicBezTo>
                  <a:lnTo>
                    <a:pt x="1493" y="2116"/>
                  </a:lnTo>
                  <a:lnTo>
                    <a:pt x="1493" y="2116"/>
                  </a:lnTo>
                  <a:cubicBezTo>
                    <a:pt x="1444" y="2124"/>
                    <a:pt x="1403" y="2141"/>
                    <a:pt x="1371" y="2165"/>
                  </a:cubicBezTo>
                  <a:cubicBezTo>
                    <a:pt x="1371" y="2168"/>
                    <a:pt x="1371" y="2170"/>
                    <a:pt x="1376" y="2170"/>
                  </a:cubicBezTo>
                  <a:cubicBezTo>
                    <a:pt x="1382" y="2170"/>
                    <a:pt x="1398" y="2166"/>
                    <a:pt x="1436" y="2157"/>
                  </a:cubicBezTo>
                  <a:cubicBezTo>
                    <a:pt x="1467" y="2139"/>
                    <a:pt x="1481" y="2133"/>
                    <a:pt x="1488" y="2133"/>
                  </a:cubicBezTo>
                  <a:cubicBezTo>
                    <a:pt x="1493" y="2133"/>
                    <a:pt x="1493" y="2137"/>
                    <a:pt x="1493" y="2141"/>
                  </a:cubicBezTo>
                  <a:cubicBezTo>
                    <a:pt x="1460" y="2165"/>
                    <a:pt x="1420" y="2181"/>
                    <a:pt x="1379" y="2197"/>
                  </a:cubicBezTo>
                  <a:lnTo>
                    <a:pt x="1379" y="2205"/>
                  </a:lnTo>
                  <a:cubicBezTo>
                    <a:pt x="1443" y="2180"/>
                    <a:pt x="1474" y="2170"/>
                    <a:pt x="1480" y="2170"/>
                  </a:cubicBezTo>
                  <a:lnTo>
                    <a:pt x="1480" y="2170"/>
                  </a:lnTo>
                  <a:cubicBezTo>
                    <a:pt x="1485" y="2170"/>
                    <a:pt x="1471" y="2178"/>
                    <a:pt x="1444" y="2189"/>
                  </a:cubicBezTo>
                  <a:cubicBezTo>
                    <a:pt x="1387" y="2222"/>
                    <a:pt x="1387" y="2230"/>
                    <a:pt x="1387" y="2238"/>
                  </a:cubicBezTo>
                  <a:cubicBezTo>
                    <a:pt x="1409" y="2230"/>
                    <a:pt x="1417" y="2227"/>
                    <a:pt x="1418" y="2227"/>
                  </a:cubicBezTo>
                  <a:lnTo>
                    <a:pt x="1418" y="2227"/>
                  </a:lnTo>
                  <a:cubicBezTo>
                    <a:pt x="1420" y="2227"/>
                    <a:pt x="1393" y="2238"/>
                    <a:pt x="1387" y="2238"/>
                  </a:cubicBezTo>
                  <a:lnTo>
                    <a:pt x="1330" y="2254"/>
                  </a:lnTo>
                  <a:cubicBezTo>
                    <a:pt x="1311" y="2265"/>
                    <a:pt x="1305" y="2270"/>
                    <a:pt x="1308" y="2270"/>
                  </a:cubicBezTo>
                  <a:cubicBezTo>
                    <a:pt x="1314" y="2270"/>
                    <a:pt x="1353" y="2254"/>
                    <a:pt x="1395" y="2238"/>
                  </a:cubicBezTo>
                  <a:cubicBezTo>
                    <a:pt x="1395" y="2238"/>
                    <a:pt x="1395" y="2246"/>
                    <a:pt x="1395" y="2254"/>
                  </a:cubicBezTo>
                  <a:cubicBezTo>
                    <a:pt x="1399" y="2258"/>
                    <a:pt x="1401" y="2261"/>
                    <a:pt x="1407" y="2261"/>
                  </a:cubicBezTo>
                  <a:cubicBezTo>
                    <a:pt x="1415" y="2261"/>
                    <a:pt x="1429" y="2256"/>
                    <a:pt x="1460" y="2238"/>
                  </a:cubicBezTo>
                  <a:cubicBezTo>
                    <a:pt x="1493" y="2213"/>
                    <a:pt x="1533" y="2205"/>
                    <a:pt x="1574" y="2189"/>
                  </a:cubicBezTo>
                  <a:lnTo>
                    <a:pt x="1574" y="2189"/>
                  </a:lnTo>
                  <a:cubicBezTo>
                    <a:pt x="1533" y="2205"/>
                    <a:pt x="1501" y="2230"/>
                    <a:pt x="1460" y="2254"/>
                  </a:cubicBezTo>
                  <a:cubicBezTo>
                    <a:pt x="1468" y="2262"/>
                    <a:pt x="1411" y="2286"/>
                    <a:pt x="1411" y="2286"/>
                  </a:cubicBezTo>
                  <a:cubicBezTo>
                    <a:pt x="1334" y="2317"/>
                    <a:pt x="1336" y="2329"/>
                    <a:pt x="1361" y="2329"/>
                  </a:cubicBezTo>
                  <a:cubicBezTo>
                    <a:pt x="1376" y="2329"/>
                    <a:pt x="1399" y="2325"/>
                    <a:pt x="1420" y="2319"/>
                  </a:cubicBezTo>
                  <a:cubicBezTo>
                    <a:pt x="1473" y="2297"/>
                    <a:pt x="1503" y="2287"/>
                    <a:pt x="1510" y="2287"/>
                  </a:cubicBezTo>
                  <a:lnTo>
                    <a:pt x="1510" y="2287"/>
                  </a:lnTo>
                  <a:cubicBezTo>
                    <a:pt x="1519" y="2287"/>
                    <a:pt x="1491" y="2303"/>
                    <a:pt x="1428" y="2335"/>
                  </a:cubicBezTo>
                  <a:cubicBezTo>
                    <a:pt x="1392" y="2356"/>
                    <a:pt x="1379" y="2365"/>
                    <a:pt x="1385" y="2365"/>
                  </a:cubicBezTo>
                  <a:cubicBezTo>
                    <a:pt x="1397" y="2365"/>
                    <a:pt x="1490" y="2323"/>
                    <a:pt x="1606" y="2262"/>
                  </a:cubicBezTo>
                  <a:lnTo>
                    <a:pt x="1768" y="2173"/>
                  </a:lnTo>
                  <a:lnTo>
                    <a:pt x="1606" y="2270"/>
                  </a:lnTo>
                  <a:cubicBezTo>
                    <a:pt x="1469" y="2357"/>
                    <a:pt x="1418" y="2389"/>
                    <a:pt x="1429" y="2389"/>
                  </a:cubicBezTo>
                  <a:cubicBezTo>
                    <a:pt x="1435" y="2389"/>
                    <a:pt x="1463" y="2378"/>
                    <a:pt x="1509" y="2359"/>
                  </a:cubicBezTo>
                  <a:cubicBezTo>
                    <a:pt x="1532" y="2353"/>
                    <a:pt x="1546" y="2349"/>
                    <a:pt x="1551" y="2349"/>
                  </a:cubicBezTo>
                  <a:cubicBezTo>
                    <a:pt x="1557" y="2349"/>
                    <a:pt x="1545" y="2357"/>
                    <a:pt x="1517" y="2376"/>
                  </a:cubicBezTo>
                  <a:cubicBezTo>
                    <a:pt x="1460" y="2408"/>
                    <a:pt x="1460" y="2416"/>
                    <a:pt x="1476" y="2440"/>
                  </a:cubicBezTo>
                  <a:cubicBezTo>
                    <a:pt x="1484" y="2448"/>
                    <a:pt x="1488" y="2454"/>
                    <a:pt x="1495" y="2454"/>
                  </a:cubicBezTo>
                  <a:cubicBezTo>
                    <a:pt x="1503" y="2454"/>
                    <a:pt x="1515" y="2446"/>
                    <a:pt x="1541" y="2424"/>
                  </a:cubicBezTo>
                  <a:lnTo>
                    <a:pt x="1549" y="2440"/>
                  </a:lnTo>
                  <a:cubicBezTo>
                    <a:pt x="1508" y="2475"/>
                    <a:pt x="1496" y="2490"/>
                    <a:pt x="1503" y="2490"/>
                  </a:cubicBezTo>
                  <a:cubicBezTo>
                    <a:pt x="1513" y="2490"/>
                    <a:pt x="1558" y="2463"/>
                    <a:pt x="1614" y="2416"/>
                  </a:cubicBezTo>
                  <a:lnTo>
                    <a:pt x="1622" y="2424"/>
                  </a:lnTo>
                  <a:lnTo>
                    <a:pt x="1566" y="2465"/>
                  </a:lnTo>
                  <a:cubicBezTo>
                    <a:pt x="1517" y="2505"/>
                    <a:pt x="1525" y="2522"/>
                    <a:pt x="1566" y="2570"/>
                  </a:cubicBezTo>
                  <a:cubicBezTo>
                    <a:pt x="1588" y="2596"/>
                    <a:pt x="1600" y="2612"/>
                    <a:pt x="1615" y="2612"/>
                  </a:cubicBezTo>
                  <a:cubicBezTo>
                    <a:pt x="1633" y="2612"/>
                    <a:pt x="1655" y="2590"/>
                    <a:pt x="1703" y="2538"/>
                  </a:cubicBezTo>
                  <a:cubicBezTo>
                    <a:pt x="1751" y="2494"/>
                    <a:pt x="1775" y="2472"/>
                    <a:pt x="1777" y="2472"/>
                  </a:cubicBezTo>
                  <a:lnTo>
                    <a:pt x="1777" y="2472"/>
                  </a:lnTo>
                  <a:cubicBezTo>
                    <a:pt x="1779" y="2472"/>
                    <a:pt x="1757" y="2496"/>
                    <a:pt x="1711" y="2546"/>
                  </a:cubicBezTo>
                  <a:cubicBezTo>
                    <a:pt x="1682" y="2581"/>
                    <a:pt x="1657" y="2621"/>
                    <a:pt x="1661" y="2621"/>
                  </a:cubicBezTo>
                  <a:cubicBezTo>
                    <a:pt x="1662" y="2621"/>
                    <a:pt x="1668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8"/>
                  </a:cubicBezTo>
                  <a:cubicBezTo>
                    <a:pt x="1620" y="2721"/>
                    <a:pt x="1613" y="2741"/>
                    <a:pt x="1619" y="2741"/>
                  </a:cubicBezTo>
                  <a:cubicBezTo>
                    <a:pt x="1626" y="2741"/>
                    <a:pt x="1650" y="2717"/>
                    <a:pt x="1671" y="2692"/>
                  </a:cubicBezTo>
                  <a:cubicBezTo>
                    <a:pt x="1706" y="2647"/>
                    <a:pt x="1718" y="2630"/>
                    <a:pt x="1718" y="2630"/>
                  </a:cubicBezTo>
                  <a:lnTo>
                    <a:pt x="1718" y="2630"/>
                  </a:lnTo>
                  <a:cubicBezTo>
                    <a:pt x="1719" y="2630"/>
                    <a:pt x="1698" y="2659"/>
                    <a:pt x="1679" y="2692"/>
                  </a:cubicBezTo>
                  <a:cubicBezTo>
                    <a:pt x="1655" y="2733"/>
                    <a:pt x="1632" y="2779"/>
                    <a:pt x="1636" y="2779"/>
                  </a:cubicBezTo>
                  <a:cubicBezTo>
                    <a:pt x="1638" y="2779"/>
                    <a:pt x="1644" y="2772"/>
                    <a:pt x="1655" y="2757"/>
                  </a:cubicBezTo>
                  <a:cubicBezTo>
                    <a:pt x="1674" y="2737"/>
                    <a:pt x="1704" y="2719"/>
                    <a:pt x="1720" y="2719"/>
                  </a:cubicBezTo>
                  <a:cubicBezTo>
                    <a:pt x="1738" y="2719"/>
                    <a:pt x="1741" y="2739"/>
                    <a:pt x="1703" y="2797"/>
                  </a:cubicBezTo>
                  <a:lnTo>
                    <a:pt x="1711" y="2805"/>
                  </a:lnTo>
                  <a:cubicBezTo>
                    <a:pt x="1738" y="2769"/>
                    <a:pt x="1750" y="2759"/>
                    <a:pt x="1760" y="2759"/>
                  </a:cubicBezTo>
                  <a:cubicBezTo>
                    <a:pt x="1766" y="2759"/>
                    <a:pt x="1771" y="2762"/>
                    <a:pt x="1776" y="2765"/>
                  </a:cubicBezTo>
                  <a:cubicBezTo>
                    <a:pt x="1793" y="2781"/>
                    <a:pt x="1801" y="2781"/>
                    <a:pt x="1768" y="2838"/>
                  </a:cubicBezTo>
                  <a:cubicBezTo>
                    <a:pt x="1743" y="2867"/>
                    <a:pt x="1733" y="2881"/>
                    <a:pt x="1736" y="2881"/>
                  </a:cubicBezTo>
                  <a:cubicBezTo>
                    <a:pt x="1739" y="2881"/>
                    <a:pt x="1753" y="2869"/>
                    <a:pt x="1776" y="2846"/>
                  </a:cubicBezTo>
                  <a:cubicBezTo>
                    <a:pt x="1777" y="2846"/>
                    <a:pt x="1777" y="2846"/>
                    <a:pt x="1777" y="2846"/>
                  </a:cubicBezTo>
                  <a:cubicBezTo>
                    <a:pt x="1789" y="2846"/>
                    <a:pt x="1853" y="2748"/>
                    <a:pt x="1864" y="2748"/>
                  </a:cubicBezTo>
                  <a:cubicBezTo>
                    <a:pt x="1865" y="2748"/>
                    <a:pt x="1865" y="2748"/>
                    <a:pt x="1866" y="2749"/>
                  </a:cubicBezTo>
                  <a:cubicBezTo>
                    <a:pt x="1882" y="2708"/>
                    <a:pt x="1906" y="2676"/>
                    <a:pt x="1930" y="2643"/>
                  </a:cubicBezTo>
                  <a:lnTo>
                    <a:pt x="1930" y="2643"/>
                  </a:lnTo>
                  <a:lnTo>
                    <a:pt x="1906" y="2700"/>
                  </a:lnTo>
                  <a:lnTo>
                    <a:pt x="1841" y="2813"/>
                  </a:lnTo>
                  <a:cubicBezTo>
                    <a:pt x="1843" y="2816"/>
                    <a:pt x="1846" y="2817"/>
                    <a:pt x="1848" y="2817"/>
                  </a:cubicBezTo>
                  <a:cubicBezTo>
                    <a:pt x="1856" y="2817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8"/>
                    <a:pt x="1890" y="2838"/>
                  </a:cubicBezTo>
                  <a:cubicBezTo>
                    <a:pt x="1896" y="2841"/>
                    <a:pt x="1901" y="2844"/>
                    <a:pt x="1907" y="2844"/>
                  </a:cubicBezTo>
                  <a:cubicBezTo>
                    <a:pt x="1919" y="2844"/>
                    <a:pt x="1931" y="2834"/>
                    <a:pt x="1947" y="2797"/>
                  </a:cubicBezTo>
                  <a:lnTo>
                    <a:pt x="1947" y="2797"/>
                  </a:lnTo>
                  <a:cubicBezTo>
                    <a:pt x="1925" y="2862"/>
                    <a:pt x="1931" y="2897"/>
                    <a:pt x="1949" y="2897"/>
                  </a:cubicBezTo>
                  <a:cubicBezTo>
                    <a:pt x="1964" y="2897"/>
                    <a:pt x="1989" y="2870"/>
                    <a:pt x="2011" y="2813"/>
                  </a:cubicBezTo>
                  <a:cubicBezTo>
                    <a:pt x="2019" y="2786"/>
                    <a:pt x="2025" y="2772"/>
                    <a:pt x="2027" y="2772"/>
                  </a:cubicBezTo>
                  <a:lnTo>
                    <a:pt x="2027" y="2772"/>
                  </a:lnTo>
                  <a:cubicBezTo>
                    <a:pt x="2030" y="2772"/>
                    <a:pt x="2028" y="2788"/>
                    <a:pt x="2020" y="2822"/>
                  </a:cubicBezTo>
                  <a:cubicBezTo>
                    <a:pt x="2015" y="2855"/>
                    <a:pt x="2013" y="2871"/>
                    <a:pt x="2016" y="2871"/>
                  </a:cubicBezTo>
                  <a:cubicBezTo>
                    <a:pt x="2018" y="2871"/>
                    <a:pt x="2024" y="2857"/>
                    <a:pt x="2036" y="2830"/>
                  </a:cubicBezTo>
                  <a:cubicBezTo>
                    <a:pt x="2042" y="2814"/>
                    <a:pt x="2047" y="2808"/>
                    <a:pt x="2049" y="2808"/>
                  </a:cubicBezTo>
                  <a:lnTo>
                    <a:pt x="2049" y="2808"/>
                  </a:lnTo>
                  <a:cubicBezTo>
                    <a:pt x="2056" y="2808"/>
                    <a:pt x="2050" y="2853"/>
                    <a:pt x="2044" y="2895"/>
                  </a:cubicBezTo>
                  <a:cubicBezTo>
                    <a:pt x="2024" y="2973"/>
                    <a:pt x="2019" y="3007"/>
                    <a:pt x="2024" y="3007"/>
                  </a:cubicBezTo>
                  <a:cubicBezTo>
                    <a:pt x="2027" y="3007"/>
                    <a:pt x="2034" y="2993"/>
                    <a:pt x="2044" y="2967"/>
                  </a:cubicBezTo>
                  <a:cubicBezTo>
                    <a:pt x="2075" y="2923"/>
                    <a:pt x="2087" y="2918"/>
                    <a:pt x="2095" y="2918"/>
                  </a:cubicBezTo>
                  <a:cubicBezTo>
                    <a:pt x="2097" y="2918"/>
                    <a:pt x="2099" y="2919"/>
                    <a:pt x="2101" y="2919"/>
                  </a:cubicBezTo>
                  <a:cubicBezTo>
                    <a:pt x="2133" y="2886"/>
                    <a:pt x="2141" y="2838"/>
                    <a:pt x="2149" y="2797"/>
                  </a:cubicBezTo>
                  <a:cubicBezTo>
                    <a:pt x="2157" y="2733"/>
                    <a:pt x="2182" y="2676"/>
                    <a:pt x="2182" y="2676"/>
                  </a:cubicBezTo>
                  <a:lnTo>
                    <a:pt x="2182" y="2676"/>
                  </a:lnTo>
                  <a:cubicBezTo>
                    <a:pt x="2166" y="2716"/>
                    <a:pt x="2157" y="2757"/>
                    <a:pt x="2157" y="2797"/>
                  </a:cubicBezTo>
                  <a:cubicBezTo>
                    <a:pt x="2157" y="2862"/>
                    <a:pt x="2174" y="2870"/>
                    <a:pt x="2182" y="2870"/>
                  </a:cubicBezTo>
                  <a:lnTo>
                    <a:pt x="2214" y="2870"/>
                  </a:lnTo>
                  <a:cubicBezTo>
                    <a:pt x="2218" y="2908"/>
                    <a:pt x="2225" y="2926"/>
                    <a:pt x="2230" y="2926"/>
                  </a:cubicBezTo>
                  <a:cubicBezTo>
                    <a:pt x="2235" y="2926"/>
                    <a:pt x="2238" y="2910"/>
                    <a:pt x="2238" y="2878"/>
                  </a:cubicBezTo>
                  <a:cubicBezTo>
                    <a:pt x="2243" y="2844"/>
                    <a:pt x="2245" y="2836"/>
                    <a:pt x="2246" y="2830"/>
                  </a:cubicBezTo>
                  <a:lnTo>
                    <a:pt x="2246" y="2830"/>
                  </a:lnTo>
                  <a:cubicBezTo>
                    <a:pt x="2247" y="2888"/>
                    <a:pt x="2270" y="2919"/>
                    <a:pt x="2294" y="2919"/>
                  </a:cubicBezTo>
                  <a:cubicBezTo>
                    <a:pt x="2317" y="2919"/>
                    <a:pt x="2340" y="2890"/>
                    <a:pt x="2344" y="2830"/>
                  </a:cubicBezTo>
                  <a:lnTo>
                    <a:pt x="2344" y="2895"/>
                  </a:lnTo>
                  <a:cubicBezTo>
                    <a:pt x="2344" y="2959"/>
                    <a:pt x="2352" y="2959"/>
                    <a:pt x="2368" y="2959"/>
                  </a:cubicBezTo>
                  <a:cubicBezTo>
                    <a:pt x="2376" y="2959"/>
                    <a:pt x="2409" y="2895"/>
                    <a:pt x="2433" y="2895"/>
                  </a:cubicBezTo>
                  <a:cubicBezTo>
                    <a:pt x="2466" y="2886"/>
                    <a:pt x="2490" y="2886"/>
                    <a:pt x="2482" y="2822"/>
                  </a:cubicBezTo>
                  <a:cubicBezTo>
                    <a:pt x="2490" y="2822"/>
                    <a:pt x="2490" y="2822"/>
                    <a:pt x="2498" y="2886"/>
                  </a:cubicBezTo>
                  <a:cubicBezTo>
                    <a:pt x="2498" y="2951"/>
                    <a:pt x="2506" y="2951"/>
                    <a:pt x="2514" y="2951"/>
                  </a:cubicBezTo>
                  <a:cubicBezTo>
                    <a:pt x="2514" y="2911"/>
                    <a:pt x="2514" y="2862"/>
                    <a:pt x="2498" y="2822"/>
                  </a:cubicBezTo>
                  <a:cubicBezTo>
                    <a:pt x="2494" y="2793"/>
                    <a:pt x="2494" y="2779"/>
                    <a:pt x="2498" y="2779"/>
                  </a:cubicBezTo>
                  <a:cubicBezTo>
                    <a:pt x="2502" y="2779"/>
                    <a:pt x="2510" y="2793"/>
                    <a:pt x="2522" y="2822"/>
                  </a:cubicBezTo>
                  <a:cubicBezTo>
                    <a:pt x="2534" y="2854"/>
                    <a:pt x="2551" y="2870"/>
                    <a:pt x="2564" y="2870"/>
                  </a:cubicBezTo>
                  <a:cubicBezTo>
                    <a:pt x="2577" y="2870"/>
                    <a:pt x="2587" y="2854"/>
                    <a:pt x="2587" y="2822"/>
                  </a:cubicBezTo>
                  <a:cubicBezTo>
                    <a:pt x="2589" y="2822"/>
                    <a:pt x="2590" y="2821"/>
                    <a:pt x="2592" y="2821"/>
                  </a:cubicBezTo>
                  <a:cubicBezTo>
                    <a:pt x="2599" y="2821"/>
                    <a:pt x="2607" y="2826"/>
                    <a:pt x="2620" y="2878"/>
                  </a:cubicBezTo>
                  <a:cubicBezTo>
                    <a:pt x="2629" y="2910"/>
                    <a:pt x="2646" y="2942"/>
                    <a:pt x="2654" y="2942"/>
                  </a:cubicBezTo>
                  <a:cubicBezTo>
                    <a:pt x="2661" y="2942"/>
                    <a:pt x="2663" y="2923"/>
                    <a:pt x="2652" y="2870"/>
                  </a:cubicBezTo>
                  <a:lnTo>
                    <a:pt x="2652" y="2870"/>
                  </a:lnTo>
                  <a:cubicBezTo>
                    <a:pt x="2660" y="2870"/>
                    <a:pt x="2660" y="2870"/>
                    <a:pt x="2684" y="2927"/>
                  </a:cubicBezTo>
                  <a:cubicBezTo>
                    <a:pt x="2698" y="2964"/>
                    <a:pt x="2713" y="3002"/>
                    <a:pt x="2716" y="3002"/>
                  </a:cubicBezTo>
                  <a:cubicBezTo>
                    <a:pt x="2718" y="3002"/>
                    <a:pt x="2714" y="2982"/>
                    <a:pt x="2701" y="2927"/>
                  </a:cubicBezTo>
                  <a:cubicBezTo>
                    <a:pt x="2696" y="2891"/>
                    <a:pt x="2702" y="2873"/>
                    <a:pt x="2714" y="2873"/>
                  </a:cubicBezTo>
                  <a:cubicBezTo>
                    <a:pt x="2724" y="2873"/>
                    <a:pt x="2739" y="2885"/>
                    <a:pt x="2757" y="2911"/>
                  </a:cubicBezTo>
                  <a:cubicBezTo>
                    <a:pt x="2765" y="2903"/>
                    <a:pt x="2774" y="2903"/>
                    <a:pt x="2749" y="2846"/>
                  </a:cubicBezTo>
                  <a:cubicBezTo>
                    <a:pt x="2733" y="2813"/>
                    <a:pt x="2741" y="2822"/>
                    <a:pt x="2725" y="2781"/>
                  </a:cubicBezTo>
                  <a:lnTo>
                    <a:pt x="2725" y="2781"/>
                  </a:lnTo>
                  <a:cubicBezTo>
                    <a:pt x="2753" y="2842"/>
                    <a:pt x="2768" y="2872"/>
                    <a:pt x="2770" y="2872"/>
                  </a:cubicBezTo>
                  <a:cubicBezTo>
                    <a:pt x="2772" y="2872"/>
                    <a:pt x="2761" y="2842"/>
                    <a:pt x="2741" y="2781"/>
                  </a:cubicBezTo>
                  <a:cubicBezTo>
                    <a:pt x="2729" y="2752"/>
                    <a:pt x="2725" y="2735"/>
                    <a:pt x="2727" y="2735"/>
                  </a:cubicBezTo>
                  <a:lnTo>
                    <a:pt x="2727" y="2735"/>
                  </a:lnTo>
                  <a:cubicBezTo>
                    <a:pt x="2730" y="2735"/>
                    <a:pt x="2738" y="2750"/>
                    <a:pt x="2749" y="2781"/>
                  </a:cubicBezTo>
                  <a:cubicBezTo>
                    <a:pt x="2782" y="2838"/>
                    <a:pt x="2790" y="2838"/>
                    <a:pt x="2790" y="2838"/>
                  </a:cubicBezTo>
                  <a:cubicBezTo>
                    <a:pt x="2798" y="2838"/>
                    <a:pt x="2806" y="2765"/>
                    <a:pt x="2838" y="2740"/>
                  </a:cubicBezTo>
                  <a:cubicBezTo>
                    <a:pt x="2895" y="2716"/>
                    <a:pt x="2911" y="2700"/>
                    <a:pt x="2879" y="2651"/>
                  </a:cubicBezTo>
                  <a:cubicBezTo>
                    <a:pt x="2862" y="2622"/>
                    <a:pt x="2854" y="2608"/>
                    <a:pt x="2857" y="2608"/>
                  </a:cubicBezTo>
                  <a:lnTo>
                    <a:pt x="2857" y="2608"/>
                  </a:lnTo>
                  <a:cubicBezTo>
                    <a:pt x="2860" y="2608"/>
                    <a:pt x="2872" y="2620"/>
                    <a:pt x="2895" y="2643"/>
                  </a:cubicBezTo>
                  <a:cubicBezTo>
                    <a:pt x="2924" y="2678"/>
                    <a:pt x="2936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5" y="2683"/>
                    <a:pt x="2957" y="2683"/>
                  </a:cubicBezTo>
                  <a:cubicBezTo>
                    <a:pt x="2962" y="2683"/>
                    <a:pt x="2969" y="2688"/>
                    <a:pt x="3001" y="2732"/>
                  </a:cubicBezTo>
                  <a:cubicBezTo>
                    <a:pt x="2968" y="2676"/>
                    <a:pt x="2968" y="2676"/>
                    <a:pt x="2976" y="2668"/>
                  </a:cubicBezTo>
                  <a:lnTo>
                    <a:pt x="2976" y="2668"/>
                  </a:lnTo>
                  <a:cubicBezTo>
                    <a:pt x="2995" y="2694"/>
                    <a:pt x="3007" y="2706"/>
                    <a:pt x="3010" y="2706"/>
                  </a:cubicBezTo>
                  <a:cubicBezTo>
                    <a:pt x="3014" y="2706"/>
                    <a:pt x="3006" y="2690"/>
                    <a:pt x="2984" y="2659"/>
                  </a:cubicBezTo>
                  <a:cubicBezTo>
                    <a:pt x="2947" y="2606"/>
                    <a:pt x="2929" y="2579"/>
                    <a:pt x="2931" y="2579"/>
                  </a:cubicBezTo>
                  <a:lnTo>
                    <a:pt x="2931" y="2579"/>
                  </a:lnTo>
                  <a:cubicBezTo>
                    <a:pt x="2933" y="2579"/>
                    <a:pt x="2953" y="2604"/>
                    <a:pt x="2993" y="2651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8"/>
                    <a:pt x="3049" y="2692"/>
                  </a:cubicBezTo>
                  <a:cubicBezTo>
                    <a:pt x="3009" y="2643"/>
                    <a:pt x="3017" y="2635"/>
                    <a:pt x="2984" y="2578"/>
                  </a:cubicBezTo>
                  <a:cubicBezTo>
                    <a:pt x="2984" y="2578"/>
                    <a:pt x="2985" y="2578"/>
                    <a:pt x="2986" y="2578"/>
                  </a:cubicBezTo>
                  <a:cubicBezTo>
                    <a:pt x="2990" y="2578"/>
                    <a:pt x="3003" y="2582"/>
                    <a:pt x="3033" y="2619"/>
                  </a:cubicBezTo>
                  <a:cubicBezTo>
                    <a:pt x="3043" y="2627"/>
                    <a:pt x="3051" y="2631"/>
                    <a:pt x="3056" y="2631"/>
                  </a:cubicBezTo>
                  <a:cubicBezTo>
                    <a:pt x="3077" y="2631"/>
                    <a:pt x="3065" y="2577"/>
                    <a:pt x="3033" y="2538"/>
                  </a:cubicBezTo>
                  <a:cubicBezTo>
                    <a:pt x="3008" y="2512"/>
                    <a:pt x="2998" y="2500"/>
                    <a:pt x="3001" y="2500"/>
                  </a:cubicBezTo>
                  <a:lnTo>
                    <a:pt x="3001" y="2500"/>
                  </a:lnTo>
                  <a:cubicBezTo>
                    <a:pt x="3004" y="2500"/>
                    <a:pt x="3018" y="2510"/>
                    <a:pt x="3041" y="2530"/>
                  </a:cubicBezTo>
                  <a:cubicBezTo>
                    <a:pt x="3072" y="2566"/>
                    <a:pt x="3084" y="2571"/>
                    <a:pt x="3091" y="2571"/>
                  </a:cubicBezTo>
                  <a:cubicBezTo>
                    <a:pt x="3094" y="2571"/>
                    <a:pt x="3096" y="2570"/>
                    <a:pt x="3098" y="2570"/>
                  </a:cubicBezTo>
                  <a:cubicBezTo>
                    <a:pt x="3085" y="2555"/>
                    <a:pt x="3081" y="2548"/>
                    <a:pt x="3083" y="2548"/>
                  </a:cubicBezTo>
                  <a:lnTo>
                    <a:pt x="3083" y="2548"/>
                  </a:lnTo>
                  <a:cubicBezTo>
                    <a:pt x="3088" y="2548"/>
                    <a:pt x="3119" y="2578"/>
                    <a:pt x="3147" y="2611"/>
                  </a:cubicBezTo>
                  <a:cubicBezTo>
                    <a:pt x="3172" y="2641"/>
                    <a:pt x="3184" y="2649"/>
                    <a:pt x="3194" y="2649"/>
                  </a:cubicBezTo>
                  <a:cubicBezTo>
                    <a:pt x="3200" y="2649"/>
                    <a:pt x="3205" y="2646"/>
                    <a:pt x="3211" y="2643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28" y="2513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1"/>
                  </a:lnTo>
                  <a:cubicBezTo>
                    <a:pt x="3260" y="2473"/>
                    <a:pt x="3211" y="2440"/>
                    <a:pt x="3155" y="2400"/>
                  </a:cubicBezTo>
                  <a:cubicBezTo>
                    <a:pt x="3125" y="2380"/>
                    <a:pt x="3114" y="2370"/>
                    <a:pt x="3123" y="2370"/>
                  </a:cubicBezTo>
                  <a:cubicBezTo>
                    <a:pt x="3130" y="2370"/>
                    <a:pt x="3145" y="2374"/>
                    <a:pt x="3171" y="2384"/>
                  </a:cubicBezTo>
                  <a:cubicBezTo>
                    <a:pt x="3195" y="2393"/>
                    <a:pt x="3210" y="2397"/>
                    <a:pt x="3217" y="2397"/>
                  </a:cubicBezTo>
                  <a:cubicBezTo>
                    <a:pt x="3229" y="2397"/>
                    <a:pt x="3218" y="2385"/>
                    <a:pt x="3187" y="2359"/>
                  </a:cubicBezTo>
                  <a:cubicBezTo>
                    <a:pt x="3190" y="2356"/>
                    <a:pt x="3192" y="2355"/>
                    <a:pt x="3196" y="2355"/>
                  </a:cubicBezTo>
                  <a:cubicBezTo>
                    <a:pt x="3203" y="2355"/>
                    <a:pt x="3216" y="2360"/>
                    <a:pt x="3252" y="2376"/>
                  </a:cubicBezTo>
                  <a:cubicBezTo>
                    <a:pt x="3260" y="2368"/>
                    <a:pt x="3260" y="2368"/>
                    <a:pt x="3203" y="2335"/>
                  </a:cubicBezTo>
                  <a:cubicBezTo>
                    <a:pt x="3169" y="2315"/>
                    <a:pt x="3158" y="2305"/>
                    <a:pt x="3168" y="2305"/>
                  </a:cubicBezTo>
                  <a:cubicBezTo>
                    <a:pt x="3174" y="2305"/>
                    <a:pt x="3189" y="2309"/>
                    <a:pt x="3211" y="2319"/>
                  </a:cubicBezTo>
                  <a:cubicBezTo>
                    <a:pt x="3263" y="2345"/>
                    <a:pt x="3294" y="2354"/>
                    <a:pt x="3308" y="2354"/>
                  </a:cubicBezTo>
                  <a:cubicBezTo>
                    <a:pt x="3325" y="2354"/>
                    <a:pt x="3315" y="2340"/>
                    <a:pt x="3284" y="2327"/>
                  </a:cubicBezTo>
                  <a:cubicBezTo>
                    <a:pt x="3228" y="2295"/>
                    <a:pt x="3228" y="2286"/>
                    <a:pt x="3228" y="2278"/>
                  </a:cubicBezTo>
                  <a:cubicBezTo>
                    <a:pt x="3236" y="2278"/>
                    <a:pt x="3236" y="2270"/>
                    <a:pt x="3187" y="2238"/>
                  </a:cubicBezTo>
                  <a:lnTo>
                    <a:pt x="3187" y="2222"/>
                  </a:lnTo>
                  <a:cubicBezTo>
                    <a:pt x="3188" y="2221"/>
                    <a:pt x="3189" y="2220"/>
                    <a:pt x="3191" y="2220"/>
                  </a:cubicBezTo>
                  <a:cubicBezTo>
                    <a:pt x="3207" y="2220"/>
                    <a:pt x="3251" y="2247"/>
                    <a:pt x="3244" y="2254"/>
                  </a:cubicBezTo>
                  <a:lnTo>
                    <a:pt x="3309" y="2278"/>
                  </a:lnTo>
                  <a:cubicBezTo>
                    <a:pt x="3317" y="2262"/>
                    <a:pt x="3317" y="2254"/>
                    <a:pt x="3260" y="2222"/>
                  </a:cubicBezTo>
                  <a:cubicBezTo>
                    <a:pt x="3201" y="2192"/>
                    <a:pt x="3173" y="2178"/>
                    <a:pt x="3176" y="2178"/>
                  </a:cubicBezTo>
                  <a:lnTo>
                    <a:pt x="3176" y="2178"/>
                  </a:lnTo>
                  <a:cubicBezTo>
                    <a:pt x="3179" y="2178"/>
                    <a:pt x="3210" y="2190"/>
                    <a:pt x="3268" y="2213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79" y="2199"/>
                    <a:pt x="3264" y="2190"/>
                    <a:pt x="3269" y="2190"/>
                  </a:cubicBezTo>
                  <a:lnTo>
                    <a:pt x="3269" y="2190"/>
                  </a:lnTo>
                  <a:cubicBezTo>
                    <a:pt x="3275" y="2190"/>
                    <a:pt x="3307" y="2201"/>
                    <a:pt x="3341" y="2213"/>
                  </a:cubicBezTo>
                  <a:cubicBezTo>
                    <a:pt x="3392" y="2235"/>
                    <a:pt x="3420" y="2247"/>
                    <a:pt x="3426" y="2247"/>
                  </a:cubicBezTo>
                  <a:cubicBezTo>
                    <a:pt x="3433" y="2247"/>
                    <a:pt x="3407" y="2229"/>
                    <a:pt x="3349" y="2189"/>
                  </a:cubicBezTo>
                  <a:cubicBezTo>
                    <a:pt x="3349" y="2173"/>
                    <a:pt x="3301" y="2124"/>
                    <a:pt x="3309" y="2100"/>
                  </a:cubicBezTo>
                  <a:cubicBezTo>
                    <a:pt x="3315" y="2080"/>
                    <a:pt x="3322" y="2065"/>
                    <a:pt x="3356" y="2065"/>
                  </a:cubicBezTo>
                  <a:cubicBezTo>
                    <a:pt x="3363" y="2065"/>
                    <a:pt x="3372" y="2066"/>
                    <a:pt x="3382" y="2068"/>
                  </a:cubicBezTo>
                  <a:cubicBezTo>
                    <a:pt x="3447" y="2080"/>
                    <a:pt x="3481" y="2084"/>
                    <a:pt x="3490" y="2084"/>
                  </a:cubicBezTo>
                  <a:cubicBezTo>
                    <a:pt x="3499" y="2084"/>
                    <a:pt x="3483" y="2080"/>
                    <a:pt x="3447" y="2076"/>
                  </a:cubicBezTo>
                  <a:cubicBezTo>
                    <a:pt x="3325" y="2051"/>
                    <a:pt x="3325" y="2043"/>
                    <a:pt x="3333" y="2019"/>
                  </a:cubicBezTo>
                  <a:cubicBezTo>
                    <a:pt x="3406" y="2011"/>
                    <a:pt x="3341" y="1986"/>
                    <a:pt x="3276" y="1970"/>
                  </a:cubicBezTo>
                  <a:cubicBezTo>
                    <a:pt x="3276" y="1978"/>
                    <a:pt x="3276" y="1986"/>
                    <a:pt x="3276" y="1986"/>
                  </a:cubicBezTo>
                  <a:cubicBezTo>
                    <a:pt x="3155" y="1962"/>
                    <a:pt x="3155" y="1962"/>
                    <a:pt x="3220" y="1954"/>
                  </a:cubicBezTo>
                  <a:cubicBezTo>
                    <a:pt x="3260" y="1954"/>
                    <a:pt x="3301" y="1954"/>
                    <a:pt x="3341" y="1962"/>
                  </a:cubicBezTo>
                  <a:cubicBezTo>
                    <a:pt x="3365" y="1966"/>
                    <a:pt x="3388" y="1968"/>
                    <a:pt x="3409" y="1968"/>
                  </a:cubicBezTo>
                  <a:cubicBezTo>
                    <a:pt x="3430" y="1968"/>
                    <a:pt x="3451" y="1966"/>
                    <a:pt x="3471" y="1962"/>
                  </a:cubicBezTo>
                  <a:cubicBezTo>
                    <a:pt x="3471" y="1954"/>
                    <a:pt x="3479" y="1946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3"/>
                    <a:pt x="3293" y="1905"/>
                  </a:cubicBezTo>
                  <a:cubicBezTo>
                    <a:pt x="3228" y="1897"/>
                    <a:pt x="3228" y="1897"/>
                    <a:pt x="3228" y="1889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7" y="1873"/>
                  </a:lnTo>
                  <a:cubicBezTo>
                    <a:pt x="3398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65" y="1857"/>
                    <a:pt x="3365" y="1670"/>
                    <a:pt x="3365" y="1646"/>
                  </a:cubicBezTo>
                  <a:cubicBezTo>
                    <a:pt x="3406" y="1623"/>
                    <a:pt x="3418" y="1604"/>
                    <a:pt x="3400" y="1604"/>
                  </a:cubicBezTo>
                  <a:cubicBezTo>
                    <a:pt x="3393" y="1604"/>
                    <a:pt x="3382" y="1607"/>
                    <a:pt x="3365" y="1614"/>
                  </a:cubicBezTo>
                  <a:cubicBezTo>
                    <a:pt x="3355" y="1616"/>
                    <a:pt x="3347" y="1617"/>
                    <a:pt x="3339" y="1617"/>
                  </a:cubicBezTo>
                  <a:cubicBezTo>
                    <a:pt x="3298" y="1617"/>
                    <a:pt x="3291" y="1583"/>
                    <a:pt x="3284" y="1549"/>
                  </a:cubicBezTo>
                  <a:cubicBezTo>
                    <a:pt x="3278" y="1510"/>
                    <a:pt x="3272" y="1477"/>
                    <a:pt x="3241" y="1477"/>
                  </a:cubicBezTo>
                  <a:cubicBezTo>
                    <a:pt x="3233" y="1477"/>
                    <a:pt x="3223" y="1479"/>
                    <a:pt x="3211" y="1484"/>
                  </a:cubicBezTo>
                  <a:lnTo>
                    <a:pt x="3203" y="1468"/>
                  </a:lnTo>
                  <a:cubicBezTo>
                    <a:pt x="3203" y="1462"/>
                    <a:pt x="3194" y="1460"/>
                    <a:pt x="3183" y="1460"/>
                  </a:cubicBezTo>
                  <a:cubicBezTo>
                    <a:pt x="3170" y="1460"/>
                    <a:pt x="3154" y="1462"/>
                    <a:pt x="3143" y="1462"/>
                  </a:cubicBezTo>
                  <a:cubicBezTo>
                    <a:pt x="3137" y="1462"/>
                    <a:pt x="3132" y="1461"/>
                    <a:pt x="3130" y="1459"/>
                  </a:cubicBezTo>
                  <a:cubicBezTo>
                    <a:pt x="3107" y="1470"/>
                    <a:pt x="3093" y="1474"/>
                    <a:pt x="3089" y="1474"/>
                  </a:cubicBezTo>
                  <a:cubicBezTo>
                    <a:pt x="3084" y="1474"/>
                    <a:pt x="3097" y="1465"/>
                    <a:pt x="3130" y="1451"/>
                  </a:cubicBezTo>
                  <a:cubicBezTo>
                    <a:pt x="3171" y="1435"/>
                    <a:pt x="3211" y="1419"/>
                    <a:pt x="3244" y="1386"/>
                  </a:cubicBezTo>
                  <a:cubicBezTo>
                    <a:pt x="3244" y="1384"/>
                    <a:pt x="3242" y="1382"/>
                    <a:pt x="3238" y="1382"/>
                  </a:cubicBezTo>
                  <a:cubicBezTo>
                    <a:pt x="3220" y="1382"/>
                    <a:pt x="3169" y="1409"/>
                    <a:pt x="3122" y="1435"/>
                  </a:cubicBezTo>
                  <a:cubicBezTo>
                    <a:pt x="3084" y="1457"/>
                    <a:pt x="3072" y="1460"/>
                    <a:pt x="3068" y="1460"/>
                  </a:cubicBezTo>
                  <a:cubicBezTo>
                    <a:pt x="3065" y="1460"/>
                    <a:pt x="3065" y="1459"/>
                    <a:pt x="3065" y="1459"/>
                  </a:cubicBezTo>
                  <a:cubicBezTo>
                    <a:pt x="3065" y="1451"/>
                    <a:pt x="3065" y="1451"/>
                    <a:pt x="3122" y="1419"/>
                  </a:cubicBezTo>
                  <a:lnTo>
                    <a:pt x="3236" y="1362"/>
                  </a:lnTo>
                  <a:lnTo>
                    <a:pt x="3236" y="1354"/>
                  </a:lnTo>
                  <a:cubicBezTo>
                    <a:pt x="3198" y="1376"/>
                    <a:pt x="3182" y="1379"/>
                    <a:pt x="3175" y="1379"/>
                  </a:cubicBezTo>
                  <a:cubicBezTo>
                    <a:pt x="3172" y="1379"/>
                    <a:pt x="3171" y="1378"/>
                    <a:pt x="3171" y="1378"/>
                  </a:cubicBezTo>
                  <a:cubicBezTo>
                    <a:pt x="3171" y="1370"/>
                    <a:pt x="3171" y="1370"/>
                    <a:pt x="3284" y="1305"/>
                  </a:cubicBezTo>
                  <a:cubicBezTo>
                    <a:pt x="3347" y="1270"/>
                    <a:pt x="3375" y="1251"/>
                    <a:pt x="3367" y="1251"/>
                  </a:cubicBezTo>
                  <a:lnTo>
                    <a:pt x="3367" y="1251"/>
                  </a:lnTo>
                  <a:cubicBezTo>
                    <a:pt x="3361" y="1251"/>
                    <a:pt x="3331" y="1264"/>
                    <a:pt x="3276" y="1289"/>
                  </a:cubicBezTo>
                  <a:lnTo>
                    <a:pt x="3220" y="1314"/>
                  </a:lnTo>
                  <a:cubicBezTo>
                    <a:pt x="3259" y="1283"/>
                    <a:pt x="3268" y="1272"/>
                    <a:pt x="3260" y="1272"/>
                  </a:cubicBezTo>
                  <a:cubicBezTo>
                    <a:pt x="3247" y="1272"/>
                    <a:pt x="3190" y="1301"/>
                    <a:pt x="3155" y="1322"/>
                  </a:cubicBezTo>
                  <a:cubicBezTo>
                    <a:pt x="3213" y="1277"/>
                    <a:pt x="3237" y="1254"/>
                    <a:pt x="3228" y="1254"/>
                  </a:cubicBezTo>
                  <a:lnTo>
                    <a:pt x="3228" y="1254"/>
                  </a:lnTo>
                  <a:cubicBezTo>
                    <a:pt x="3221" y="1254"/>
                    <a:pt x="3193" y="1268"/>
                    <a:pt x="3147" y="1297"/>
                  </a:cubicBezTo>
                  <a:cubicBezTo>
                    <a:pt x="3121" y="1316"/>
                    <a:pt x="3105" y="1324"/>
                    <a:pt x="3101" y="1324"/>
                  </a:cubicBezTo>
                  <a:cubicBezTo>
                    <a:pt x="3096" y="1324"/>
                    <a:pt x="3107" y="1311"/>
                    <a:pt x="3138" y="1289"/>
                  </a:cubicBezTo>
                  <a:cubicBezTo>
                    <a:pt x="3187" y="1241"/>
                    <a:pt x="3179" y="1232"/>
                    <a:pt x="3171" y="1224"/>
                  </a:cubicBezTo>
                  <a:lnTo>
                    <a:pt x="3171" y="1224"/>
                  </a:lnTo>
                  <a:cubicBezTo>
                    <a:pt x="3157" y="1232"/>
                    <a:pt x="3145" y="1236"/>
                    <a:pt x="3134" y="1236"/>
                  </a:cubicBezTo>
                  <a:cubicBezTo>
                    <a:pt x="3102" y="1236"/>
                    <a:pt x="3084" y="1202"/>
                    <a:pt x="3065" y="1159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5"/>
                  </a:cubicBezTo>
                  <a:cubicBezTo>
                    <a:pt x="2944" y="1127"/>
                    <a:pt x="2944" y="1127"/>
                    <a:pt x="2984" y="1070"/>
                  </a:cubicBezTo>
                  <a:cubicBezTo>
                    <a:pt x="3002" y="1049"/>
                    <a:pt x="3011" y="1035"/>
                    <a:pt x="3007" y="1035"/>
                  </a:cubicBezTo>
                  <a:lnTo>
                    <a:pt x="3007" y="1035"/>
                  </a:lnTo>
                  <a:cubicBezTo>
                    <a:pt x="3002" y="1035"/>
                    <a:pt x="2977" y="1057"/>
                    <a:pt x="2928" y="1111"/>
                  </a:cubicBezTo>
                  <a:cubicBezTo>
                    <a:pt x="2968" y="1054"/>
                    <a:pt x="2960" y="1046"/>
                    <a:pt x="2936" y="1022"/>
                  </a:cubicBezTo>
                  <a:cubicBezTo>
                    <a:pt x="2932" y="1014"/>
                    <a:pt x="2923" y="1006"/>
                    <a:pt x="2911" y="1006"/>
                  </a:cubicBezTo>
                  <a:cubicBezTo>
                    <a:pt x="2897" y="1006"/>
                    <a:pt x="2880" y="1016"/>
                    <a:pt x="2863" y="1046"/>
                  </a:cubicBezTo>
                  <a:cubicBezTo>
                    <a:pt x="2838" y="1070"/>
                    <a:pt x="2826" y="1082"/>
                    <a:pt x="2825" y="1082"/>
                  </a:cubicBezTo>
                  <a:cubicBezTo>
                    <a:pt x="2824" y="1082"/>
                    <a:pt x="2834" y="1070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2"/>
                    <a:pt x="2855" y="957"/>
                  </a:cubicBezTo>
                  <a:cubicBezTo>
                    <a:pt x="2847" y="957"/>
                    <a:pt x="2838" y="949"/>
                    <a:pt x="2871" y="892"/>
                  </a:cubicBezTo>
                  <a:cubicBezTo>
                    <a:pt x="2868" y="889"/>
                    <a:pt x="2867" y="888"/>
                    <a:pt x="2864" y="888"/>
                  </a:cubicBezTo>
                  <a:cubicBezTo>
                    <a:pt x="2857" y="888"/>
                    <a:pt x="2845" y="896"/>
                    <a:pt x="2806" y="924"/>
                  </a:cubicBezTo>
                  <a:lnTo>
                    <a:pt x="2765" y="900"/>
                  </a:lnTo>
                  <a:cubicBezTo>
                    <a:pt x="2764" y="899"/>
                    <a:pt x="2763" y="899"/>
                    <a:pt x="2762" y="899"/>
                  </a:cubicBezTo>
                  <a:cubicBezTo>
                    <a:pt x="2745" y="899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1"/>
                  </a:cubicBezTo>
                  <a:cubicBezTo>
                    <a:pt x="2603" y="835"/>
                    <a:pt x="2563" y="819"/>
                    <a:pt x="2571" y="754"/>
                  </a:cubicBezTo>
                  <a:lnTo>
                    <a:pt x="2571" y="754"/>
                  </a:lnTo>
                  <a:cubicBezTo>
                    <a:pt x="2571" y="754"/>
                    <a:pt x="2563" y="754"/>
                    <a:pt x="2538" y="819"/>
                  </a:cubicBezTo>
                  <a:cubicBezTo>
                    <a:pt x="2519" y="895"/>
                    <a:pt x="2509" y="926"/>
                    <a:pt x="2505" y="926"/>
                  </a:cubicBezTo>
                  <a:cubicBezTo>
                    <a:pt x="2502" y="926"/>
                    <a:pt x="2503" y="911"/>
                    <a:pt x="2506" y="884"/>
                  </a:cubicBezTo>
                  <a:cubicBezTo>
                    <a:pt x="2514" y="813"/>
                    <a:pt x="2510" y="776"/>
                    <a:pt x="2500" y="776"/>
                  </a:cubicBezTo>
                  <a:cubicBezTo>
                    <a:pt x="2491" y="776"/>
                    <a:pt x="2477" y="809"/>
                    <a:pt x="2466" y="876"/>
                  </a:cubicBezTo>
                  <a:cubicBezTo>
                    <a:pt x="2466" y="835"/>
                    <a:pt x="2466" y="843"/>
                    <a:pt x="2474" y="803"/>
                  </a:cubicBezTo>
                  <a:cubicBezTo>
                    <a:pt x="2477" y="752"/>
                    <a:pt x="2474" y="730"/>
                    <a:pt x="2468" y="730"/>
                  </a:cubicBezTo>
                  <a:cubicBezTo>
                    <a:pt x="2459" y="730"/>
                    <a:pt x="2443" y="784"/>
                    <a:pt x="2433" y="868"/>
                  </a:cubicBezTo>
                  <a:cubicBezTo>
                    <a:pt x="2427" y="816"/>
                    <a:pt x="2426" y="768"/>
                    <a:pt x="2422" y="768"/>
                  </a:cubicBezTo>
                  <a:cubicBezTo>
                    <a:pt x="2421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25" y="616"/>
                    <a:pt x="2417" y="568"/>
                    <a:pt x="2409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2"/>
            <p:cNvSpPr/>
            <p:nvPr/>
          </p:nvSpPr>
          <p:spPr>
            <a:xfrm>
              <a:off x="8949024" y="2363563"/>
              <a:ext cx="85464" cy="79310"/>
            </a:xfrm>
            <a:custGeom>
              <a:avLst/>
              <a:gdLst/>
              <a:ahLst/>
              <a:cxnLst/>
              <a:rect l="l" t="t" r="r" b="b"/>
              <a:pathLst>
                <a:path w="4958" h="4601" extrusionOk="0">
                  <a:moveTo>
                    <a:pt x="4553" y="7"/>
                  </a:moveTo>
                  <a:cubicBezTo>
                    <a:pt x="4535" y="7"/>
                    <a:pt x="4497" y="53"/>
                    <a:pt x="4459" y="105"/>
                  </a:cubicBezTo>
                  <a:lnTo>
                    <a:pt x="4476" y="122"/>
                  </a:lnTo>
                  <a:cubicBezTo>
                    <a:pt x="4508" y="89"/>
                    <a:pt x="4541" y="57"/>
                    <a:pt x="4573" y="24"/>
                  </a:cubicBezTo>
                  <a:lnTo>
                    <a:pt x="4557" y="8"/>
                  </a:lnTo>
                  <a:cubicBezTo>
                    <a:pt x="4556" y="8"/>
                    <a:pt x="4554" y="7"/>
                    <a:pt x="4553" y="7"/>
                  </a:cubicBezTo>
                  <a:close/>
                  <a:moveTo>
                    <a:pt x="2992" y="73"/>
                  </a:moveTo>
                  <a:cubicBezTo>
                    <a:pt x="2976" y="73"/>
                    <a:pt x="2960" y="138"/>
                    <a:pt x="2960" y="138"/>
                  </a:cubicBezTo>
                  <a:cubicBezTo>
                    <a:pt x="2960" y="211"/>
                    <a:pt x="2976" y="211"/>
                    <a:pt x="2992" y="211"/>
                  </a:cubicBezTo>
                  <a:cubicBezTo>
                    <a:pt x="3000" y="233"/>
                    <a:pt x="3006" y="243"/>
                    <a:pt x="3012" y="243"/>
                  </a:cubicBezTo>
                  <a:cubicBezTo>
                    <a:pt x="3026" y="243"/>
                    <a:pt x="3035" y="196"/>
                    <a:pt x="3041" y="146"/>
                  </a:cubicBezTo>
                  <a:cubicBezTo>
                    <a:pt x="3041" y="81"/>
                    <a:pt x="3024" y="81"/>
                    <a:pt x="2992" y="73"/>
                  </a:cubicBezTo>
                  <a:close/>
                  <a:moveTo>
                    <a:pt x="3089" y="219"/>
                  </a:moveTo>
                  <a:lnTo>
                    <a:pt x="3122" y="227"/>
                  </a:lnTo>
                  <a:cubicBezTo>
                    <a:pt x="3114" y="292"/>
                    <a:pt x="3073" y="357"/>
                    <a:pt x="3065" y="357"/>
                  </a:cubicBezTo>
                  <a:cubicBezTo>
                    <a:pt x="3049" y="357"/>
                    <a:pt x="3057" y="284"/>
                    <a:pt x="3089" y="219"/>
                  </a:cubicBezTo>
                  <a:close/>
                  <a:moveTo>
                    <a:pt x="21" y="497"/>
                  </a:moveTo>
                  <a:cubicBezTo>
                    <a:pt x="1" y="497"/>
                    <a:pt x="14" y="528"/>
                    <a:pt x="89" y="592"/>
                  </a:cubicBezTo>
                  <a:cubicBezTo>
                    <a:pt x="120" y="609"/>
                    <a:pt x="134" y="617"/>
                    <a:pt x="143" y="617"/>
                  </a:cubicBezTo>
                  <a:cubicBezTo>
                    <a:pt x="151" y="617"/>
                    <a:pt x="155" y="611"/>
                    <a:pt x="162" y="600"/>
                  </a:cubicBezTo>
                  <a:cubicBezTo>
                    <a:pt x="130" y="568"/>
                    <a:pt x="89" y="535"/>
                    <a:pt x="57" y="511"/>
                  </a:cubicBezTo>
                  <a:cubicBezTo>
                    <a:pt x="41" y="502"/>
                    <a:pt x="28" y="497"/>
                    <a:pt x="21" y="497"/>
                  </a:cubicBezTo>
                  <a:close/>
                  <a:moveTo>
                    <a:pt x="2343" y="333"/>
                  </a:moveTo>
                  <a:cubicBezTo>
                    <a:pt x="2343" y="333"/>
                    <a:pt x="2351" y="405"/>
                    <a:pt x="2351" y="470"/>
                  </a:cubicBezTo>
                  <a:cubicBezTo>
                    <a:pt x="2370" y="584"/>
                    <a:pt x="2378" y="636"/>
                    <a:pt x="2374" y="636"/>
                  </a:cubicBezTo>
                  <a:cubicBezTo>
                    <a:pt x="2371" y="636"/>
                    <a:pt x="2361" y="604"/>
                    <a:pt x="2343" y="543"/>
                  </a:cubicBezTo>
                  <a:cubicBezTo>
                    <a:pt x="2319" y="478"/>
                    <a:pt x="2311" y="414"/>
                    <a:pt x="2319" y="341"/>
                  </a:cubicBezTo>
                  <a:lnTo>
                    <a:pt x="2343" y="333"/>
                  </a:lnTo>
                  <a:close/>
                  <a:moveTo>
                    <a:pt x="1577" y="577"/>
                  </a:moveTo>
                  <a:cubicBezTo>
                    <a:pt x="1580" y="577"/>
                    <a:pt x="1585" y="583"/>
                    <a:pt x="1597" y="600"/>
                  </a:cubicBezTo>
                  <a:cubicBezTo>
                    <a:pt x="1598" y="600"/>
                    <a:pt x="1599" y="599"/>
                    <a:pt x="1600" y="599"/>
                  </a:cubicBezTo>
                  <a:cubicBezTo>
                    <a:pt x="1615" y="599"/>
                    <a:pt x="1629" y="658"/>
                    <a:pt x="1614" y="673"/>
                  </a:cubicBezTo>
                  <a:lnTo>
                    <a:pt x="1573" y="616"/>
                  </a:lnTo>
                  <a:cubicBezTo>
                    <a:pt x="1585" y="611"/>
                    <a:pt x="1572" y="577"/>
                    <a:pt x="1577" y="577"/>
                  </a:cubicBezTo>
                  <a:close/>
                  <a:moveTo>
                    <a:pt x="1930" y="551"/>
                  </a:moveTo>
                  <a:cubicBezTo>
                    <a:pt x="1946" y="592"/>
                    <a:pt x="1962" y="641"/>
                    <a:pt x="1979" y="681"/>
                  </a:cubicBezTo>
                  <a:lnTo>
                    <a:pt x="1970" y="689"/>
                  </a:lnTo>
                  <a:cubicBezTo>
                    <a:pt x="1938" y="624"/>
                    <a:pt x="1897" y="568"/>
                    <a:pt x="1914" y="560"/>
                  </a:cubicBezTo>
                  <a:lnTo>
                    <a:pt x="1930" y="551"/>
                  </a:lnTo>
                  <a:close/>
                  <a:moveTo>
                    <a:pt x="2441" y="592"/>
                  </a:moveTo>
                  <a:lnTo>
                    <a:pt x="2473" y="657"/>
                  </a:lnTo>
                  <a:cubicBezTo>
                    <a:pt x="2489" y="722"/>
                    <a:pt x="2473" y="730"/>
                    <a:pt x="2465" y="730"/>
                  </a:cubicBezTo>
                  <a:lnTo>
                    <a:pt x="2449" y="665"/>
                  </a:lnTo>
                  <a:lnTo>
                    <a:pt x="2441" y="592"/>
                  </a:lnTo>
                  <a:close/>
                  <a:moveTo>
                    <a:pt x="3843" y="584"/>
                  </a:moveTo>
                  <a:cubicBezTo>
                    <a:pt x="3851" y="592"/>
                    <a:pt x="3827" y="665"/>
                    <a:pt x="3795" y="722"/>
                  </a:cubicBezTo>
                  <a:cubicBezTo>
                    <a:pt x="3753" y="811"/>
                    <a:pt x="3738" y="835"/>
                    <a:pt x="3726" y="835"/>
                  </a:cubicBezTo>
                  <a:cubicBezTo>
                    <a:pt x="3722" y="835"/>
                    <a:pt x="3718" y="831"/>
                    <a:pt x="3714" y="827"/>
                  </a:cubicBezTo>
                  <a:cubicBezTo>
                    <a:pt x="3705" y="819"/>
                    <a:pt x="3689" y="811"/>
                    <a:pt x="3730" y="754"/>
                  </a:cubicBezTo>
                  <a:lnTo>
                    <a:pt x="3738" y="762"/>
                  </a:lnTo>
                  <a:cubicBezTo>
                    <a:pt x="3728" y="780"/>
                    <a:pt x="3725" y="787"/>
                    <a:pt x="3726" y="787"/>
                  </a:cubicBezTo>
                  <a:cubicBezTo>
                    <a:pt x="3729" y="787"/>
                    <a:pt x="3754" y="750"/>
                    <a:pt x="3770" y="705"/>
                  </a:cubicBezTo>
                  <a:lnTo>
                    <a:pt x="3843" y="584"/>
                  </a:lnTo>
                  <a:close/>
                  <a:moveTo>
                    <a:pt x="3910" y="808"/>
                  </a:moveTo>
                  <a:cubicBezTo>
                    <a:pt x="3913" y="808"/>
                    <a:pt x="3915" y="809"/>
                    <a:pt x="3916" y="811"/>
                  </a:cubicBezTo>
                  <a:lnTo>
                    <a:pt x="3884" y="868"/>
                  </a:lnTo>
                  <a:cubicBezTo>
                    <a:pt x="3858" y="904"/>
                    <a:pt x="3845" y="914"/>
                    <a:pt x="3837" y="914"/>
                  </a:cubicBezTo>
                  <a:cubicBezTo>
                    <a:pt x="3833" y="914"/>
                    <a:pt x="3830" y="911"/>
                    <a:pt x="3827" y="908"/>
                  </a:cubicBezTo>
                  <a:cubicBezTo>
                    <a:pt x="3819" y="900"/>
                    <a:pt x="3819" y="900"/>
                    <a:pt x="3851" y="843"/>
                  </a:cubicBezTo>
                  <a:cubicBezTo>
                    <a:pt x="3851" y="843"/>
                    <a:pt x="3893" y="808"/>
                    <a:pt x="3910" y="808"/>
                  </a:cubicBezTo>
                  <a:close/>
                  <a:moveTo>
                    <a:pt x="2116" y="689"/>
                  </a:moveTo>
                  <a:cubicBezTo>
                    <a:pt x="2124" y="689"/>
                    <a:pt x="2141" y="754"/>
                    <a:pt x="2189" y="884"/>
                  </a:cubicBezTo>
                  <a:cubicBezTo>
                    <a:pt x="2193" y="915"/>
                    <a:pt x="2195" y="933"/>
                    <a:pt x="2192" y="933"/>
                  </a:cubicBezTo>
                  <a:cubicBezTo>
                    <a:pt x="2188" y="933"/>
                    <a:pt x="2177" y="901"/>
                    <a:pt x="2149" y="827"/>
                  </a:cubicBezTo>
                  <a:lnTo>
                    <a:pt x="2116" y="689"/>
                  </a:lnTo>
                  <a:close/>
                  <a:moveTo>
                    <a:pt x="1735" y="924"/>
                  </a:moveTo>
                  <a:cubicBezTo>
                    <a:pt x="1784" y="973"/>
                    <a:pt x="1833" y="1022"/>
                    <a:pt x="1824" y="1030"/>
                  </a:cubicBezTo>
                  <a:cubicBezTo>
                    <a:pt x="1837" y="1047"/>
                    <a:pt x="1840" y="1055"/>
                    <a:pt x="1836" y="1055"/>
                  </a:cubicBezTo>
                  <a:cubicBezTo>
                    <a:pt x="1827" y="1055"/>
                    <a:pt x="1781" y="1014"/>
                    <a:pt x="1719" y="941"/>
                  </a:cubicBezTo>
                  <a:lnTo>
                    <a:pt x="1735" y="924"/>
                  </a:lnTo>
                  <a:close/>
                  <a:moveTo>
                    <a:pt x="1695" y="1054"/>
                  </a:moveTo>
                  <a:lnTo>
                    <a:pt x="1760" y="1095"/>
                  </a:lnTo>
                  <a:lnTo>
                    <a:pt x="1743" y="1103"/>
                  </a:lnTo>
                  <a:cubicBezTo>
                    <a:pt x="1741" y="1105"/>
                    <a:pt x="1739" y="1107"/>
                    <a:pt x="1737" y="1107"/>
                  </a:cubicBezTo>
                  <a:cubicBezTo>
                    <a:pt x="1731" y="1107"/>
                    <a:pt x="1720" y="1098"/>
                    <a:pt x="1687" y="1070"/>
                  </a:cubicBezTo>
                  <a:lnTo>
                    <a:pt x="1695" y="1054"/>
                  </a:lnTo>
                  <a:close/>
                  <a:moveTo>
                    <a:pt x="3535" y="1038"/>
                  </a:moveTo>
                  <a:cubicBezTo>
                    <a:pt x="3503" y="1095"/>
                    <a:pt x="3503" y="1095"/>
                    <a:pt x="3511" y="1103"/>
                  </a:cubicBezTo>
                  <a:lnTo>
                    <a:pt x="3519" y="1111"/>
                  </a:lnTo>
                  <a:lnTo>
                    <a:pt x="3543" y="1046"/>
                  </a:lnTo>
                  <a:lnTo>
                    <a:pt x="3535" y="1038"/>
                  </a:lnTo>
                  <a:close/>
                  <a:moveTo>
                    <a:pt x="1327" y="1082"/>
                  </a:moveTo>
                  <a:cubicBezTo>
                    <a:pt x="1350" y="1082"/>
                    <a:pt x="1387" y="1103"/>
                    <a:pt x="1387" y="1103"/>
                  </a:cubicBezTo>
                  <a:lnTo>
                    <a:pt x="1387" y="1095"/>
                  </a:lnTo>
                  <a:cubicBezTo>
                    <a:pt x="1443" y="1135"/>
                    <a:pt x="1435" y="1151"/>
                    <a:pt x="1435" y="1151"/>
                  </a:cubicBezTo>
                  <a:cubicBezTo>
                    <a:pt x="1431" y="1155"/>
                    <a:pt x="1427" y="1162"/>
                    <a:pt x="1417" y="1162"/>
                  </a:cubicBezTo>
                  <a:cubicBezTo>
                    <a:pt x="1407" y="1162"/>
                    <a:pt x="1391" y="1155"/>
                    <a:pt x="1362" y="1135"/>
                  </a:cubicBezTo>
                  <a:cubicBezTo>
                    <a:pt x="1362" y="1135"/>
                    <a:pt x="1306" y="1095"/>
                    <a:pt x="1314" y="1087"/>
                  </a:cubicBezTo>
                  <a:cubicBezTo>
                    <a:pt x="1317" y="1083"/>
                    <a:pt x="1322" y="1082"/>
                    <a:pt x="1327" y="1082"/>
                  </a:cubicBezTo>
                  <a:close/>
                  <a:moveTo>
                    <a:pt x="4102" y="1100"/>
                  </a:moveTo>
                  <a:lnTo>
                    <a:pt x="4102" y="1100"/>
                  </a:lnTo>
                  <a:cubicBezTo>
                    <a:pt x="4104" y="1100"/>
                    <a:pt x="4080" y="1122"/>
                    <a:pt x="4030" y="1168"/>
                  </a:cubicBezTo>
                  <a:cubicBezTo>
                    <a:pt x="3978" y="1212"/>
                    <a:pt x="3933" y="1250"/>
                    <a:pt x="3919" y="1250"/>
                  </a:cubicBezTo>
                  <a:cubicBezTo>
                    <a:pt x="3918" y="1250"/>
                    <a:pt x="3917" y="1249"/>
                    <a:pt x="3916" y="1249"/>
                  </a:cubicBezTo>
                  <a:cubicBezTo>
                    <a:pt x="3886" y="1270"/>
                    <a:pt x="3871" y="1279"/>
                    <a:pt x="3867" y="1279"/>
                  </a:cubicBezTo>
                  <a:cubicBezTo>
                    <a:pt x="3857" y="1279"/>
                    <a:pt x="3933" y="1213"/>
                    <a:pt x="4022" y="1159"/>
                  </a:cubicBezTo>
                  <a:cubicBezTo>
                    <a:pt x="4073" y="1120"/>
                    <a:pt x="4099" y="1100"/>
                    <a:pt x="4102" y="1100"/>
                  </a:cubicBezTo>
                  <a:close/>
                  <a:moveTo>
                    <a:pt x="1703" y="1249"/>
                  </a:moveTo>
                  <a:cubicBezTo>
                    <a:pt x="1695" y="1265"/>
                    <a:pt x="1752" y="1305"/>
                    <a:pt x="1752" y="1305"/>
                  </a:cubicBezTo>
                  <a:cubicBezTo>
                    <a:pt x="1752" y="1305"/>
                    <a:pt x="1798" y="1339"/>
                    <a:pt x="1813" y="1339"/>
                  </a:cubicBezTo>
                  <a:cubicBezTo>
                    <a:pt x="1814" y="1339"/>
                    <a:pt x="1816" y="1339"/>
                    <a:pt x="1816" y="1338"/>
                  </a:cubicBezTo>
                  <a:lnTo>
                    <a:pt x="1824" y="1330"/>
                  </a:lnTo>
                  <a:cubicBezTo>
                    <a:pt x="1784" y="1297"/>
                    <a:pt x="1743" y="1273"/>
                    <a:pt x="1703" y="1249"/>
                  </a:cubicBezTo>
                  <a:close/>
                  <a:moveTo>
                    <a:pt x="1233" y="1330"/>
                  </a:moveTo>
                  <a:cubicBezTo>
                    <a:pt x="1306" y="1346"/>
                    <a:pt x="1306" y="1346"/>
                    <a:pt x="1289" y="1370"/>
                  </a:cubicBezTo>
                  <a:cubicBezTo>
                    <a:pt x="1288" y="1374"/>
                    <a:pt x="1284" y="1375"/>
                    <a:pt x="1280" y="1375"/>
                  </a:cubicBezTo>
                  <a:cubicBezTo>
                    <a:pt x="1261" y="1375"/>
                    <a:pt x="1224" y="1354"/>
                    <a:pt x="1224" y="1354"/>
                  </a:cubicBezTo>
                  <a:cubicBezTo>
                    <a:pt x="1181" y="1332"/>
                    <a:pt x="1196" y="1332"/>
                    <a:pt x="1212" y="1332"/>
                  </a:cubicBezTo>
                  <a:lnTo>
                    <a:pt x="1212" y="1332"/>
                  </a:lnTo>
                  <a:cubicBezTo>
                    <a:pt x="1221" y="1332"/>
                    <a:pt x="1230" y="1332"/>
                    <a:pt x="1233" y="1330"/>
                  </a:cubicBezTo>
                  <a:close/>
                  <a:moveTo>
                    <a:pt x="949" y="1605"/>
                  </a:moveTo>
                  <a:lnTo>
                    <a:pt x="949" y="1605"/>
                  </a:lnTo>
                  <a:cubicBezTo>
                    <a:pt x="978" y="1616"/>
                    <a:pt x="979" y="1621"/>
                    <a:pt x="973" y="1621"/>
                  </a:cubicBezTo>
                  <a:cubicBezTo>
                    <a:pt x="964" y="1621"/>
                    <a:pt x="944" y="1614"/>
                    <a:pt x="949" y="1605"/>
                  </a:cubicBezTo>
                  <a:close/>
                  <a:moveTo>
                    <a:pt x="1184" y="1581"/>
                  </a:moveTo>
                  <a:lnTo>
                    <a:pt x="1184" y="1581"/>
                  </a:lnTo>
                  <a:cubicBezTo>
                    <a:pt x="1224" y="1589"/>
                    <a:pt x="1273" y="1605"/>
                    <a:pt x="1314" y="1622"/>
                  </a:cubicBezTo>
                  <a:cubicBezTo>
                    <a:pt x="1348" y="1635"/>
                    <a:pt x="1362" y="1643"/>
                    <a:pt x="1348" y="1643"/>
                  </a:cubicBezTo>
                  <a:cubicBezTo>
                    <a:pt x="1335" y="1643"/>
                    <a:pt x="1301" y="1637"/>
                    <a:pt x="1241" y="1622"/>
                  </a:cubicBezTo>
                  <a:cubicBezTo>
                    <a:pt x="1176" y="1597"/>
                    <a:pt x="1176" y="1597"/>
                    <a:pt x="1184" y="1581"/>
                  </a:cubicBezTo>
                  <a:close/>
                  <a:moveTo>
                    <a:pt x="1143" y="1670"/>
                  </a:moveTo>
                  <a:lnTo>
                    <a:pt x="1216" y="1678"/>
                  </a:lnTo>
                  <a:lnTo>
                    <a:pt x="1273" y="1711"/>
                  </a:lnTo>
                  <a:lnTo>
                    <a:pt x="1273" y="1727"/>
                  </a:lnTo>
                  <a:cubicBezTo>
                    <a:pt x="1208" y="1703"/>
                    <a:pt x="1143" y="1686"/>
                    <a:pt x="1143" y="1670"/>
                  </a:cubicBezTo>
                  <a:close/>
                  <a:moveTo>
                    <a:pt x="1119" y="1735"/>
                  </a:moveTo>
                  <a:lnTo>
                    <a:pt x="1119" y="1735"/>
                  </a:lnTo>
                  <a:cubicBezTo>
                    <a:pt x="1152" y="1743"/>
                    <a:pt x="1152" y="1747"/>
                    <a:pt x="1143" y="1747"/>
                  </a:cubicBezTo>
                  <a:cubicBezTo>
                    <a:pt x="1135" y="1747"/>
                    <a:pt x="1119" y="1743"/>
                    <a:pt x="1119" y="1735"/>
                  </a:cubicBezTo>
                  <a:close/>
                  <a:moveTo>
                    <a:pt x="2043" y="1703"/>
                  </a:moveTo>
                  <a:lnTo>
                    <a:pt x="2035" y="1719"/>
                  </a:lnTo>
                  <a:cubicBezTo>
                    <a:pt x="2073" y="1741"/>
                    <a:pt x="2086" y="1748"/>
                    <a:pt x="2092" y="1748"/>
                  </a:cubicBezTo>
                  <a:cubicBezTo>
                    <a:pt x="2096" y="1748"/>
                    <a:pt x="2097" y="1746"/>
                    <a:pt x="2100" y="1743"/>
                  </a:cubicBezTo>
                  <a:cubicBezTo>
                    <a:pt x="2108" y="1735"/>
                    <a:pt x="2108" y="1735"/>
                    <a:pt x="2043" y="1703"/>
                  </a:cubicBezTo>
                  <a:close/>
                  <a:moveTo>
                    <a:pt x="965" y="2595"/>
                  </a:moveTo>
                  <a:lnTo>
                    <a:pt x="1038" y="2603"/>
                  </a:lnTo>
                  <a:lnTo>
                    <a:pt x="1038" y="2611"/>
                  </a:lnTo>
                  <a:cubicBezTo>
                    <a:pt x="996" y="2615"/>
                    <a:pt x="956" y="2620"/>
                    <a:pt x="931" y="2620"/>
                  </a:cubicBezTo>
                  <a:cubicBezTo>
                    <a:pt x="912" y="2620"/>
                    <a:pt x="900" y="2618"/>
                    <a:pt x="900" y="2611"/>
                  </a:cubicBezTo>
                  <a:lnTo>
                    <a:pt x="965" y="2595"/>
                  </a:lnTo>
                  <a:close/>
                  <a:moveTo>
                    <a:pt x="4252" y="2759"/>
                  </a:moveTo>
                  <a:cubicBezTo>
                    <a:pt x="4260" y="2759"/>
                    <a:pt x="4276" y="2763"/>
                    <a:pt x="4314" y="2773"/>
                  </a:cubicBezTo>
                  <a:cubicBezTo>
                    <a:pt x="4378" y="2781"/>
                    <a:pt x="4443" y="2813"/>
                    <a:pt x="4443" y="2822"/>
                  </a:cubicBezTo>
                  <a:cubicBezTo>
                    <a:pt x="4370" y="2822"/>
                    <a:pt x="4305" y="2797"/>
                    <a:pt x="4241" y="2765"/>
                  </a:cubicBezTo>
                  <a:cubicBezTo>
                    <a:pt x="4244" y="2761"/>
                    <a:pt x="4246" y="2759"/>
                    <a:pt x="4252" y="2759"/>
                  </a:cubicBezTo>
                  <a:close/>
                  <a:moveTo>
                    <a:pt x="1152" y="2919"/>
                  </a:moveTo>
                  <a:cubicBezTo>
                    <a:pt x="1152" y="2927"/>
                    <a:pt x="1152" y="2927"/>
                    <a:pt x="1087" y="2951"/>
                  </a:cubicBezTo>
                  <a:cubicBezTo>
                    <a:pt x="1046" y="2959"/>
                    <a:pt x="997" y="2968"/>
                    <a:pt x="949" y="2968"/>
                  </a:cubicBezTo>
                  <a:cubicBezTo>
                    <a:pt x="949" y="2959"/>
                    <a:pt x="1087" y="2935"/>
                    <a:pt x="1152" y="2919"/>
                  </a:cubicBezTo>
                  <a:close/>
                  <a:moveTo>
                    <a:pt x="1662" y="2959"/>
                  </a:moveTo>
                  <a:lnTo>
                    <a:pt x="1662" y="2976"/>
                  </a:lnTo>
                  <a:cubicBezTo>
                    <a:pt x="1606" y="2997"/>
                    <a:pt x="1556" y="3018"/>
                    <a:pt x="1538" y="3018"/>
                  </a:cubicBezTo>
                  <a:cubicBezTo>
                    <a:pt x="1536" y="3018"/>
                    <a:pt x="1534" y="3017"/>
                    <a:pt x="1533" y="3016"/>
                  </a:cubicBezTo>
                  <a:lnTo>
                    <a:pt x="1533" y="3000"/>
                  </a:lnTo>
                  <a:cubicBezTo>
                    <a:pt x="1573" y="2984"/>
                    <a:pt x="1614" y="2976"/>
                    <a:pt x="1662" y="2959"/>
                  </a:cubicBezTo>
                  <a:close/>
                  <a:moveTo>
                    <a:pt x="4318" y="3207"/>
                  </a:moveTo>
                  <a:cubicBezTo>
                    <a:pt x="4321" y="3207"/>
                    <a:pt x="4330" y="3211"/>
                    <a:pt x="4346" y="3219"/>
                  </a:cubicBezTo>
                  <a:cubicBezTo>
                    <a:pt x="4387" y="3243"/>
                    <a:pt x="4427" y="3267"/>
                    <a:pt x="4459" y="3292"/>
                  </a:cubicBezTo>
                  <a:cubicBezTo>
                    <a:pt x="4459" y="3292"/>
                    <a:pt x="4487" y="3319"/>
                    <a:pt x="4477" y="3319"/>
                  </a:cubicBezTo>
                  <a:cubicBezTo>
                    <a:pt x="4473" y="3319"/>
                    <a:pt x="4466" y="3316"/>
                    <a:pt x="4451" y="3308"/>
                  </a:cubicBezTo>
                  <a:lnTo>
                    <a:pt x="4395" y="3276"/>
                  </a:lnTo>
                  <a:cubicBezTo>
                    <a:pt x="4352" y="3239"/>
                    <a:pt x="4310" y="3207"/>
                    <a:pt x="4318" y="3207"/>
                  </a:cubicBezTo>
                  <a:close/>
                  <a:moveTo>
                    <a:pt x="1346" y="3276"/>
                  </a:moveTo>
                  <a:lnTo>
                    <a:pt x="1354" y="3292"/>
                  </a:lnTo>
                  <a:cubicBezTo>
                    <a:pt x="1308" y="3318"/>
                    <a:pt x="1256" y="3345"/>
                    <a:pt x="1234" y="3345"/>
                  </a:cubicBezTo>
                  <a:cubicBezTo>
                    <a:pt x="1229" y="3345"/>
                    <a:pt x="1226" y="3343"/>
                    <a:pt x="1224" y="3340"/>
                  </a:cubicBezTo>
                  <a:lnTo>
                    <a:pt x="1281" y="3300"/>
                  </a:lnTo>
                  <a:lnTo>
                    <a:pt x="1346" y="3276"/>
                  </a:lnTo>
                  <a:close/>
                  <a:moveTo>
                    <a:pt x="3519" y="3576"/>
                  </a:moveTo>
                  <a:cubicBezTo>
                    <a:pt x="3551" y="3640"/>
                    <a:pt x="3592" y="3697"/>
                    <a:pt x="3576" y="3705"/>
                  </a:cubicBezTo>
                  <a:lnTo>
                    <a:pt x="3535" y="3649"/>
                  </a:lnTo>
                  <a:lnTo>
                    <a:pt x="3511" y="3584"/>
                  </a:lnTo>
                  <a:lnTo>
                    <a:pt x="3519" y="3576"/>
                  </a:lnTo>
                  <a:close/>
                  <a:moveTo>
                    <a:pt x="4016" y="3648"/>
                  </a:moveTo>
                  <a:cubicBezTo>
                    <a:pt x="4029" y="3648"/>
                    <a:pt x="4070" y="3689"/>
                    <a:pt x="4070" y="3689"/>
                  </a:cubicBezTo>
                  <a:cubicBezTo>
                    <a:pt x="4070" y="3689"/>
                    <a:pt x="4119" y="3730"/>
                    <a:pt x="4111" y="3738"/>
                  </a:cubicBezTo>
                  <a:cubicBezTo>
                    <a:pt x="4070" y="3713"/>
                    <a:pt x="4038" y="3689"/>
                    <a:pt x="4005" y="3657"/>
                  </a:cubicBezTo>
                  <a:lnTo>
                    <a:pt x="4014" y="3649"/>
                  </a:lnTo>
                  <a:cubicBezTo>
                    <a:pt x="4014" y="3648"/>
                    <a:pt x="4015" y="3648"/>
                    <a:pt x="4016" y="3648"/>
                  </a:cubicBezTo>
                  <a:close/>
                  <a:moveTo>
                    <a:pt x="3443" y="3685"/>
                  </a:moveTo>
                  <a:cubicBezTo>
                    <a:pt x="3448" y="3685"/>
                    <a:pt x="3452" y="3698"/>
                    <a:pt x="3470" y="3746"/>
                  </a:cubicBezTo>
                  <a:cubicBezTo>
                    <a:pt x="3470" y="3746"/>
                    <a:pt x="3495" y="3811"/>
                    <a:pt x="3487" y="3811"/>
                  </a:cubicBezTo>
                  <a:lnTo>
                    <a:pt x="3454" y="3754"/>
                  </a:lnTo>
                  <a:cubicBezTo>
                    <a:pt x="3422" y="3689"/>
                    <a:pt x="3438" y="3689"/>
                    <a:pt x="3438" y="3689"/>
                  </a:cubicBezTo>
                  <a:cubicBezTo>
                    <a:pt x="3440" y="3687"/>
                    <a:pt x="3442" y="3685"/>
                    <a:pt x="3443" y="3685"/>
                  </a:cubicBezTo>
                  <a:close/>
                  <a:moveTo>
                    <a:pt x="4025" y="3823"/>
                  </a:moveTo>
                  <a:cubicBezTo>
                    <a:pt x="4033" y="3823"/>
                    <a:pt x="4042" y="3833"/>
                    <a:pt x="4070" y="3867"/>
                  </a:cubicBezTo>
                  <a:lnTo>
                    <a:pt x="4062" y="3876"/>
                  </a:lnTo>
                  <a:lnTo>
                    <a:pt x="4005" y="3835"/>
                  </a:lnTo>
                  <a:lnTo>
                    <a:pt x="4014" y="3827"/>
                  </a:lnTo>
                  <a:cubicBezTo>
                    <a:pt x="4018" y="3825"/>
                    <a:pt x="4022" y="3823"/>
                    <a:pt x="4025" y="3823"/>
                  </a:cubicBezTo>
                  <a:close/>
                  <a:moveTo>
                    <a:pt x="3920" y="3904"/>
                  </a:moveTo>
                  <a:cubicBezTo>
                    <a:pt x="3928" y="3904"/>
                    <a:pt x="3936" y="3914"/>
                    <a:pt x="3965" y="3949"/>
                  </a:cubicBezTo>
                  <a:lnTo>
                    <a:pt x="3949" y="3957"/>
                  </a:lnTo>
                  <a:lnTo>
                    <a:pt x="3900" y="3908"/>
                  </a:lnTo>
                  <a:lnTo>
                    <a:pt x="3908" y="3908"/>
                  </a:lnTo>
                  <a:cubicBezTo>
                    <a:pt x="3913" y="3906"/>
                    <a:pt x="3916" y="3904"/>
                    <a:pt x="3920" y="3904"/>
                  </a:cubicBezTo>
                  <a:close/>
                  <a:moveTo>
                    <a:pt x="4060" y="3930"/>
                  </a:moveTo>
                  <a:cubicBezTo>
                    <a:pt x="4057" y="3930"/>
                    <a:pt x="4059" y="3936"/>
                    <a:pt x="4070" y="3957"/>
                  </a:cubicBezTo>
                  <a:cubicBezTo>
                    <a:pt x="4081" y="3951"/>
                    <a:pt x="4064" y="3930"/>
                    <a:pt x="4060" y="3930"/>
                  </a:cubicBezTo>
                  <a:close/>
                  <a:moveTo>
                    <a:pt x="3810" y="3907"/>
                  </a:moveTo>
                  <a:cubicBezTo>
                    <a:pt x="3816" y="3907"/>
                    <a:pt x="3828" y="3921"/>
                    <a:pt x="3843" y="3949"/>
                  </a:cubicBezTo>
                  <a:cubicBezTo>
                    <a:pt x="3884" y="4005"/>
                    <a:pt x="3884" y="4005"/>
                    <a:pt x="3868" y="4013"/>
                  </a:cubicBezTo>
                  <a:cubicBezTo>
                    <a:pt x="3861" y="4016"/>
                    <a:pt x="3857" y="4017"/>
                    <a:pt x="3853" y="4017"/>
                  </a:cubicBezTo>
                  <a:cubicBezTo>
                    <a:pt x="3842" y="4017"/>
                    <a:pt x="3837" y="4005"/>
                    <a:pt x="3819" y="3957"/>
                  </a:cubicBezTo>
                  <a:cubicBezTo>
                    <a:pt x="3806" y="3923"/>
                    <a:pt x="3805" y="3907"/>
                    <a:pt x="3810" y="3907"/>
                  </a:cubicBezTo>
                  <a:close/>
                  <a:moveTo>
                    <a:pt x="1958" y="3972"/>
                  </a:moveTo>
                  <a:cubicBezTo>
                    <a:pt x="1960" y="3972"/>
                    <a:pt x="1961" y="3972"/>
                    <a:pt x="1962" y="3973"/>
                  </a:cubicBezTo>
                  <a:cubicBezTo>
                    <a:pt x="1987" y="3989"/>
                    <a:pt x="1987" y="3989"/>
                    <a:pt x="1946" y="4046"/>
                  </a:cubicBezTo>
                  <a:cubicBezTo>
                    <a:pt x="1928" y="4078"/>
                    <a:pt x="1912" y="4087"/>
                    <a:pt x="1899" y="4087"/>
                  </a:cubicBezTo>
                  <a:cubicBezTo>
                    <a:pt x="1889" y="4087"/>
                    <a:pt x="1880" y="4082"/>
                    <a:pt x="1873" y="4078"/>
                  </a:cubicBezTo>
                  <a:cubicBezTo>
                    <a:pt x="1896" y="4018"/>
                    <a:pt x="1939" y="3972"/>
                    <a:pt x="1958" y="3972"/>
                  </a:cubicBezTo>
                  <a:close/>
                  <a:moveTo>
                    <a:pt x="4053" y="4183"/>
                  </a:moveTo>
                  <a:lnTo>
                    <a:pt x="4053" y="4183"/>
                  </a:lnTo>
                  <a:cubicBezTo>
                    <a:pt x="4058" y="4191"/>
                    <a:pt x="4064" y="4199"/>
                    <a:pt x="4070" y="4208"/>
                  </a:cubicBezTo>
                  <a:cubicBezTo>
                    <a:pt x="4073" y="4211"/>
                    <a:pt x="4075" y="4213"/>
                    <a:pt x="4078" y="4215"/>
                  </a:cubicBezTo>
                  <a:lnTo>
                    <a:pt x="4078" y="4215"/>
                  </a:lnTo>
                  <a:cubicBezTo>
                    <a:pt x="4071" y="4207"/>
                    <a:pt x="4063" y="4196"/>
                    <a:pt x="4053" y="4183"/>
                  </a:cubicBezTo>
                  <a:close/>
                  <a:moveTo>
                    <a:pt x="4078" y="4215"/>
                  </a:moveTo>
                  <a:lnTo>
                    <a:pt x="4078" y="4215"/>
                  </a:lnTo>
                  <a:cubicBezTo>
                    <a:pt x="4092" y="4234"/>
                    <a:pt x="4100" y="4242"/>
                    <a:pt x="4100" y="4242"/>
                  </a:cubicBezTo>
                  <a:cubicBezTo>
                    <a:pt x="4101" y="4242"/>
                    <a:pt x="4093" y="4232"/>
                    <a:pt x="4078" y="4215"/>
                  </a:cubicBezTo>
                  <a:close/>
                  <a:moveTo>
                    <a:pt x="2497" y="4143"/>
                  </a:moveTo>
                  <a:cubicBezTo>
                    <a:pt x="2481" y="4208"/>
                    <a:pt x="2465" y="4273"/>
                    <a:pt x="2457" y="4273"/>
                  </a:cubicBezTo>
                  <a:lnTo>
                    <a:pt x="2441" y="4265"/>
                  </a:lnTo>
                  <a:cubicBezTo>
                    <a:pt x="2457" y="4224"/>
                    <a:pt x="2473" y="4184"/>
                    <a:pt x="2489" y="4143"/>
                  </a:cubicBezTo>
                  <a:close/>
                  <a:moveTo>
                    <a:pt x="2789" y="0"/>
                  </a:moveTo>
                  <a:cubicBezTo>
                    <a:pt x="2773" y="0"/>
                    <a:pt x="2773" y="0"/>
                    <a:pt x="2781" y="73"/>
                  </a:cubicBezTo>
                  <a:cubicBezTo>
                    <a:pt x="2787" y="120"/>
                    <a:pt x="2780" y="171"/>
                    <a:pt x="2751" y="171"/>
                  </a:cubicBezTo>
                  <a:cubicBezTo>
                    <a:pt x="2740" y="171"/>
                    <a:pt x="2726" y="164"/>
                    <a:pt x="2708" y="146"/>
                  </a:cubicBezTo>
                  <a:cubicBezTo>
                    <a:pt x="2676" y="146"/>
                    <a:pt x="2627" y="154"/>
                    <a:pt x="2635" y="219"/>
                  </a:cubicBezTo>
                  <a:cubicBezTo>
                    <a:pt x="2619" y="219"/>
                    <a:pt x="2619" y="219"/>
                    <a:pt x="2611" y="154"/>
                  </a:cubicBezTo>
                  <a:cubicBezTo>
                    <a:pt x="2603" y="87"/>
                    <a:pt x="2589" y="55"/>
                    <a:pt x="2577" y="55"/>
                  </a:cubicBezTo>
                  <a:cubicBezTo>
                    <a:pt x="2563" y="55"/>
                    <a:pt x="2550" y="91"/>
                    <a:pt x="2546" y="162"/>
                  </a:cubicBezTo>
                  <a:cubicBezTo>
                    <a:pt x="2550" y="195"/>
                    <a:pt x="2550" y="211"/>
                    <a:pt x="2545" y="211"/>
                  </a:cubicBezTo>
                  <a:cubicBezTo>
                    <a:pt x="2540" y="211"/>
                    <a:pt x="2530" y="195"/>
                    <a:pt x="2514" y="162"/>
                  </a:cubicBezTo>
                  <a:cubicBezTo>
                    <a:pt x="2514" y="162"/>
                    <a:pt x="2497" y="170"/>
                    <a:pt x="2497" y="235"/>
                  </a:cubicBezTo>
                  <a:cubicBezTo>
                    <a:pt x="2493" y="273"/>
                    <a:pt x="2493" y="291"/>
                    <a:pt x="2488" y="291"/>
                  </a:cubicBezTo>
                  <a:cubicBezTo>
                    <a:pt x="2483" y="291"/>
                    <a:pt x="2472" y="275"/>
                    <a:pt x="2449" y="243"/>
                  </a:cubicBezTo>
                  <a:cubicBezTo>
                    <a:pt x="2437" y="195"/>
                    <a:pt x="2425" y="183"/>
                    <a:pt x="2416" y="183"/>
                  </a:cubicBezTo>
                  <a:cubicBezTo>
                    <a:pt x="2413" y="183"/>
                    <a:pt x="2410" y="184"/>
                    <a:pt x="2408" y="187"/>
                  </a:cubicBezTo>
                  <a:cubicBezTo>
                    <a:pt x="2392" y="230"/>
                    <a:pt x="2315" y="262"/>
                    <a:pt x="2255" y="262"/>
                  </a:cubicBezTo>
                  <a:cubicBezTo>
                    <a:pt x="2225" y="262"/>
                    <a:pt x="2200" y="254"/>
                    <a:pt x="2189" y="235"/>
                  </a:cubicBezTo>
                  <a:cubicBezTo>
                    <a:pt x="2189" y="300"/>
                    <a:pt x="2189" y="300"/>
                    <a:pt x="2181" y="308"/>
                  </a:cubicBezTo>
                  <a:cubicBezTo>
                    <a:pt x="2157" y="263"/>
                    <a:pt x="2143" y="244"/>
                    <a:pt x="2137" y="244"/>
                  </a:cubicBezTo>
                  <a:lnTo>
                    <a:pt x="2137" y="244"/>
                  </a:lnTo>
                  <a:cubicBezTo>
                    <a:pt x="2128" y="244"/>
                    <a:pt x="2143" y="300"/>
                    <a:pt x="2173" y="381"/>
                  </a:cubicBezTo>
                  <a:lnTo>
                    <a:pt x="2181" y="381"/>
                  </a:lnTo>
                  <a:lnTo>
                    <a:pt x="2197" y="373"/>
                  </a:lnTo>
                  <a:cubicBezTo>
                    <a:pt x="2220" y="434"/>
                    <a:pt x="2223" y="468"/>
                    <a:pt x="2213" y="468"/>
                  </a:cubicBezTo>
                  <a:cubicBezTo>
                    <a:pt x="2201" y="468"/>
                    <a:pt x="2171" y="424"/>
                    <a:pt x="2133" y="324"/>
                  </a:cubicBezTo>
                  <a:cubicBezTo>
                    <a:pt x="2101" y="262"/>
                    <a:pt x="2085" y="231"/>
                    <a:pt x="2080" y="231"/>
                  </a:cubicBezTo>
                  <a:lnTo>
                    <a:pt x="2080" y="231"/>
                  </a:lnTo>
                  <a:cubicBezTo>
                    <a:pt x="2075" y="231"/>
                    <a:pt x="2083" y="266"/>
                    <a:pt x="2100" y="333"/>
                  </a:cubicBezTo>
                  <a:cubicBezTo>
                    <a:pt x="2121" y="400"/>
                    <a:pt x="2127" y="435"/>
                    <a:pt x="2118" y="435"/>
                  </a:cubicBezTo>
                  <a:cubicBezTo>
                    <a:pt x="2110" y="435"/>
                    <a:pt x="2090" y="407"/>
                    <a:pt x="2060" y="349"/>
                  </a:cubicBezTo>
                  <a:cubicBezTo>
                    <a:pt x="2036" y="285"/>
                    <a:pt x="2023" y="252"/>
                    <a:pt x="2021" y="252"/>
                  </a:cubicBezTo>
                  <a:lnTo>
                    <a:pt x="2021" y="252"/>
                  </a:lnTo>
                  <a:cubicBezTo>
                    <a:pt x="2019" y="252"/>
                    <a:pt x="2027" y="287"/>
                    <a:pt x="2043" y="357"/>
                  </a:cubicBezTo>
                  <a:cubicBezTo>
                    <a:pt x="2086" y="507"/>
                    <a:pt x="2103" y="595"/>
                    <a:pt x="2089" y="595"/>
                  </a:cubicBezTo>
                  <a:cubicBezTo>
                    <a:pt x="2078" y="595"/>
                    <a:pt x="2051" y="548"/>
                    <a:pt x="2003" y="446"/>
                  </a:cubicBezTo>
                  <a:cubicBezTo>
                    <a:pt x="1950" y="332"/>
                    <a:pt x="1904" y="275"/>
                    <a:pt x="1891" y="275"/>
                  </a:cubicBezTo>
                  <a:cubicBezTo>
                    <a:pt x="1891" y="275"/>
                    <a:pt x="1890" y="275"/>
                    <a:pt x="1889" y="276"/>
                  </a:cubicBezTo>
                  <a:cubicBezTo>
                    <a:pt x="1873" y="276"/>
                    <a:pt x="1897" y="341"/>
                    <a:pt x="1930" y="405"/>
                  </a:cubicBezTo>
                  <a:cubicBezTo>
                    <a:pt x="1968" y="464"/>
                    <a:pt x="1984" y="495"/>
                    <a:pt x="1978" y="495"/>
                  </a:cubicBezTo>
                  <a:cubicBezTo>
                    <a:pt x="1973" y="495"/>
                    <a:pt x="1949" y="468"/>
                    <a:pt x="1906" y="414"/>
                  </a:cubicBezTo>
                  <a:cubicBezTo>
                    <a:pt x="1838" y="335"/>
                    <a:pt x="1794" y="298"/>
                    <a:pt x="1771" y="298"/>
                  </a:cubicBezTo>
                  <a:cubicBezTo>
                    <a:pt x="1746" y="298"/>
                    <a:pt x="1743" y="339"/>
                    <a:pt x="1760" y="414"/>
                  </a:cubicBezTo>
                  <a:cubicBezTo>
                    <a:pt x="1769" y="494"/>
                    <a:pt x="1760" y="537"/>
                    <a:pt x="1746" y="537"/>
                  </a:cubicBezTo>
                  <a:cubicBezTo>
                    <a:pt x="1734" y="537"/>
                    <a:pt x="1717" y="508"/>
                    <a:pt x="1703" y="446"/>
                  </a:cubicBezTo>
                  <a:cubicBezTo>
                    <a:pt x="1675" y="372"/>
                    <a:pt x="1663" y="340"/>
                    <a:pt x="1660" y="340"/>
                  </a:cubicBezTo>
                  <a:lnTo>
                    <a:pt x="1660" y="340"/>
                  </a:lnTo>
                  <a:cubicBezTo>
                    <a:pt x="1657" y="340"/>
                    <a:pt x="1659" y="358"/>
                    <a:pt x="1662" y="389"/>
                  </a:cubicBezTo>
                  <a:lnTo>
                    <a:pt x="1597" y="430"/>
                  </a:lnTo>
                  <a:cubicBezTo>
                    <a:pt x="1581" y="446"/>
                    <a:pt x="1606" y="503"/>
                    <a:pt x="1646" y="560"/>
                  </a:cubicBezTo>
                  <a:cubicBezTo>
                    <a:pt x="1597" y="506"/>
                    <a:pt x="1554" y="473"/>
                    <a:pt x="1533" y="473"/>
                  </a:cubicBezTo>
                  <a:cubicBezTo>
                    <a:pt x="1516" y="473"/>
                    <a:pt x="1515" y="496"/>
                    <a:pt x="1541" y="551"/>
                  </a:cubicBezTo>
                  <a:lnTo>
                    <a:pt x="1516" y="576"/>
                  </a:lnTo>
                  <a:cubicBezTo>
                    <a:pt x="1500" y="584"/>
                    <a:pt x="1500" y="584"/>
                    <a:pt x="1533" y="649"/>
                  </a:cubicBezTo>
                  <a:cubicBezTo>
                    <a:pt x="1547" y="669"/>
                    <a:pt x="1549" y="677"/>
                    <a:pt x="1543" y="677"/>
                  </a:cubicBezTo>
                  <a:cubicBezTo>
                    <a:pt x="1532" y="677"/>
                    <a:pt x="1493" y="651"/>
                    <a:pt x="1452" y="624"/>
                  </a:cubicBezTo>
                  <a:cubicBezTo>
                    <a:pt x="1414" y="603"/>
                    <a:pt x="1376" y="578"/>
                    <a:pt x="1367" y="578"/>
                  </a:cubicBezTo>
                  <a:lnTo>
                    <a:pt x="1367" y="578"/>
                  </a:lnTo>
                  <a:cubicBezTo>
                    <a:pt x="1362" y="578"/>
                    <a:pt x="1365" y="584"/>
                    <a:pt x="1379" y="600"/>
                  </a:cubicBezTo>
                  <a:cubicBezTo>
                    <a:pt x="1427" y="657"/>
                    <a:pt x="1460" y="714"/>
                    <a:pt x="1492" y="778"/>
                  </a:cubicBezTo>
                  <a:cubicBezTo>
                    <a:pt x="1506" y="798"/>
                    <a:pt x="1508" y="806"/>
                    <a:pt x="1504" y="806"/>
                  </a:cubicBezTo>
                  <a:cubicBezTo>
                    <a:pt x="1496" y="806"/>
                    <a:pt x="1462" y="775"/>
                    <a:pt x="1435" y="738"/>
                  </a:cubicBezTo>
                  <a:cubicBezTo>
                    <a:pt x="1403" y="705"/>
                    <a:pt x="1354" y="681"/>
                    <a:pt x="1314" y="673"/>
                  </a:cubicBezTo>
                  <a:lnTo>
                    <a:pt x="1314" y="673"/>
                  </a:lnTo>
                  <a:cubicBezTo>
                    <a:pt x="1297" y="681"/>
                    <a:pt x="1273" y="705"/>
                    <a:pt x="1330" y="754"/>
                  </a:cubicBezTo>
                  <a:cubicBezTo>
                    <a:pt x="1370" y="788"/>
                    <a:pt x="1333" y="843"/>
                    <a:pt x="1282" y="843"/>
                  </a:cubicBezTo>
                  <a:cubicBezTo>
                    <a:pt x="1271" y="843"/>
                    <a:pt x="1260" y="841"/>
                    <a:pt x="1249" y="835"/>
                  </a:cubicBezTo>
                  <a:lnTo>
                    <a:pt x="1233" y="860"/>
                  </a:lnTo>
                  <a:cubicBezTo>
                    <a:pt x="1216" y="876"/>
                    <a:pt x="1265" y="932"/>
                    <a:pt x="1257" y="941"/>
                  </a:cubicBezTo>
                  <a:cubicBezTo>
                    <a:pt x="1257" y="941"/>
                    <a:pt x="1241" y="957"/>
                    <a:pt x="1289" y="1005"/>
                  </a:cubicBezTo>
                  <a:cubicBezTo>
                    <a:pt x="1286" y="1013"/>
                    <a:pt x="1282" y="1019"/>
                    <a:pt x="1273" y="1019"/>
                  </a:cubicBezTo>
                  <a:cubicBezTo>
                    <a:pt x="1263" y="1019"/>
                    <a:pt x="1247" y="1011"/>
                    <a:pt x="1216" y="989"/>
                  </a:cubicBezTo>
                  <a:lnTo>
                    <a:pt x="1216" y="989"/>
                  </a:lnTo>
                  <a:cubicBezTo>
                    <a:pt x="1267" y="1040"/>
                    <a:pt x="1292" y="1062"/>
                    <a:pt x="1286" y="1062"/>
                  </a:cubicBezTo>
                  <a:cubicBezTo>
                    <a:pt x="1280" y="1062"/>
                    <a:pt x="1250" y="1044"/>
                    <a:pt x="1192" y="1014"/>
                  </a:cubicBezTo>
                  <a:cubicBezTo>
                    <a:pt x="1142" y="979"/>
                    <a:pt x="1116" y="961"/>
                    <a:pt x="1112" y="961"/>
                  </a:cubicBezTo>
                  <a:lnTo>
                    <a:pt x="1112" y="961"/>
                  </a:lnTo>
                  <a:cubicBezTo>
                    <a:pt x="1109" y="961"/>
                    <a:pt x="1133" y="983"/>
                    <a:pt x="1184" y="1030"/>
                  </a:cubicBezTo>
                  <a:cubicBezTo>
                    <a:pt x="1212" y="1058"/>
                    <a:pt x="1224" y="1070"/>
                    <a:pt x="1216" y="1070"/>
                  </a:cubicBezTo>
                  <a:cubicBezTo>
                    <a:pt x="1210" y="1070"/>
                    <a:pt x="1195" y="1064"/>
                    <a:pt x="1168" y="1054"/>
                  </a:cubicBezTo>
                  <a:cubicBezTo>
                    <a:pt x="1145" y="1038"/>
                    <a:pt x="1130" y="1031"/>
                    <a:pt x="1124" y="1031"/>
                  </a:cubicBezTo>
                  <a:cubicBezTo>
                    <a:pt x="1115" y="1031"/>
                    <a:pt x="1126" y="1046"/>
                    <a:pt x="1160" y="1070"/>
                  </a:cubicBezTo>
                  <a:cubicBezTo>
                    <a:pt x="1235" y="1134"/>
                    <a:pt x="1273" y="1186"/>
                    <a:pt x="1244" y="1186"/>
                  </a:cubicBezTo>
                  <a:cubicBezTo>
                    <a:pt x="1232" y="1186"/>
                    <a:pt x="1210" y="1178"/>
                    <a:pt x="1176" y="1159"/>
                  </a:cubicBezTo>
                  <a:lnTo>
                    <a:pt x="1176" y="1159"/>
                  </a:lnTo>
                  <a:cubicBezTo>
                    <a:pt x="1176" y="1160"/>
                    <a:pt x="1168" y="1168"/>
                    <a:pt x="1224" y="1216"/>
                  </a:cubicBezTo>
                  <a:cubicBezTo>
                    <a:pt x="1280" y="1259"/>
                    <a:pt x="1306" y="1279"/>
                    <a:pt x="1302" y="1279"/>
                  </a:cubicBezTo>
                  <a:cubicBezTo>
                    <a:pt x="1298" y="1279"/>
                    <a:pt x="1270" y="1263"/>
                    <a:pt x="1216" y="1232"/>
                  </a:cubicBezTo>
                  <a:cubicBezTo>
                    <a:pt x="1161" y="1208"/>
                    <a:pt x="1128" y="1196"/>
                    <a:pt x="1117" y="1196"/>
                  </a:cubicBezTo>
                  <a:cubicBezTo>
                    <a:pt x="1102" y="1196"/>
                    <a:pt x="1127" y="1218"/>
                    <a:pt x="1192" y="1265"/>
                  </a:cubicBezTo>
                  <a:cubicBezTo>
                    <a:pt x="1192" y="1265"/>
                    <a:pt x="1223" y="1296"/>
                    <a:pt x="1202" y="1296"/>
                  </a:cubicBezTo>
                  <a:cubicBezTo>
                    <a:pt x="1197" y="1296"/>
                    <a:pt x="1189" y="1294"/>
                    <a:pt x="1176" y="1289"/>
                  </a:cubicBezTo>
                  <a:cubicBezTo>
                    <a:pt x="1103" y="1289"/>
                    <a:pt x="989" y="1338"/>
                    <a:pt x="1119" y="1387"/>
                  </a:cubicBezTo>
                  <a:lnTo>
                    <a:pt x="1111" y="1411"/>
                  </a:lnTo>
                  <a:cubicBezTo>
                    <a:pt x="1038" y="1411"/>
                    <a:pt x="1030" y="1427"/>
                    <a:pt x="1087" y="1468"/>
                  </a:cubicBezTo>
                  <a:lnTo>
                    <a:pt x="1143" y="1508"/>
                  </a:lnTo>
                  <a:cubicBezTo>
                    <a:pt x="1094" y="1483"/>
                    <a:pt x="1040" y="1473"/>
                    <a:pt x="1017" y="1473"/>
                  </a:cubicBezTo>
                  <a:cubicBezTo>
                    <a:pt x="1010" y="1473"/>
                    <a:pt x="1006" y="1474"/>
                    <a:pt x="1006" y="1476"/>
                  </a:cubicBezTo>
                  <a:cubicBezTo>
                    <a:pt x="997" y="1492"/>
                    <a:pt x="997" y="1492"/>
                    <a:pt x="1062" y="1516"/>
                  </a:cubicBezTo>
                  <a:cubicBezTo>
                    <a:pt x="1127" y="1532"/>
                    <a:pt x="1119" y="1541"/>
                    <a:pt x="1119" y="1557"/>
                  </a:cubicBezTo>
                  <a:cubicBezTo>
                    <a:pt x="1117" y="1562"/>
                    <a:pt x="1109" y="1563"/>
                    <a:pt x="1097" y="1563"/>
                  </a:cubicBezTo>
                  <a:cubicBezTo>
                    <a:pt x="1070" y="1563"/>
                    <a:pt x="1021" y="1552"/>
                    <a:pt x="981" y="1541"/>
                  </a:cubicBezTo>
                  <a:lnTo>
                    <a:pt x="973" y="1549"/>
                  </a:lnTo>
                  <a:cubicBezTo>
                    <a:pt x="1063" y="1582"/>
                    <a:pt x="1087" y="1600"/>
                    <a:pt x="1071" y="1600"/>
                  </a:cubicBezTo>
                  <a:cubicBezTo>
                    <a:pt x="1065" y="1600"/>
                    <a:pt x="1050" y="1597"/>
                    <a:pt x="1030" y="1589"/>
                  </a:cubicBezTo>
                  <a:cubicBezTo>
                    <a:pt x="1018" y="1588"/>
                    <a:pt x="1007" y="1587"/>
                    <a:pt x="999" y="1587"/>
                  </a:cubicBezTo>
                  <a:cubicBezTo>
                    <a:pt x="962" y="1587"/>
                    <a:pt x="955" y="1599"/>
                    <a:pt x="949" y="1605"/>
                  </a:cubicBezTo>
                  <a:lnTo>
                    <a:pt x="884" y="1589"/>
                  </a:lnTo>
                  <a:cubicBezTo>
                    <a:pt x="874" y="1588"/>
                    <a:pt x="867" y="1588"/>
                    <a:pt x="861" y="1588"/>
                  </a:cubicBezTo>
                  <a:cubicBezTo>
                    <a:pt x="829" y="1588"/>
                    <a:pt x="885" y="1608"/>
                    <a:pt x="941" y="1622"/>
                  </a:cubicBezTo>
                  <a:cubicBezTo>
                    <a:pt x="941" y="1622"/>
                    <a:pt x="941" y="1638"/>
                    <a:pt x="933" y="1654"/>
                  </a:cubicBezTo>
                  <a:cubicBezTo>
                    <a:pt x="933" y="1670"/>
                    <a:pt x="925" y="1678"/>
                    <a:pt x="997" y="1686"/>
                  </a:cubicBezTo>
                  <a:cubicBezTo>
                    <a:pt x="1062" y="1703"/>
                    <a:pt x="1127" y="1727"/>
                    <a:pt x="1119" y="1735"/>
                  </a:cubicBezTo>
                  <a:cubicBezTo>
                    <a:pt x="1066" y="1722"/>
                    <a:pt x="1013" y="1709"/>
                    <a:pt x="996" y="1709"/>
                  </a:cubicBezTo>
                  <a:cubicBezTo>
                    <a:pt x="992" y="1709"/>
                    <a:pt x="989" y="1709"/>
                    <a:pt x="989" y="1711"/>
                  </a:cubicBezTo>
                  <a:cubicBezTo>
                    <a:pt x="987" y="1716"/>
                    <a:pt x="978" y="1718"/>
                    <a:pt x="967" y="1718"/>
                  </a:cubicBezTo>
                  <a:cubicBezTo>
                    <a:pt x="945" y="1718"/>
                    <a:pt x="916" y="1711"/>
                    <a:pt x="916" y="1711"/>
                  </a:cubicBezTo>
                  <a:cubicBezTo>
                    <a:pt x="887" y="1700"/>
                    <a:pt x="867" y="1696"/>
                    <a:pt x="854" y="1696"/>
                  </a:cubicBezTo>
                  <a:cubicBezTo>
                    <a:pt x="809" y="1696"/>
                    <a:pt x="850" y="1749"/>
                    <a:pt x="900" y="1768"/>
                  </a:cubicBezTo>
                  <a:cubicBezTo>
                    <a:pt x="981" y="1811"/>
                    <a:pt x="1008" y="1829"/>
                    <a:pt x="976" y="1829"/>
                  </a:cubicBezTo>
                  <a:cubicBezTo>
                    <a:pt x="961" y="1829"/>
                    <a:pt x="930" y="1824"/>
                    <a:pt x="884" y="1816"/>
                  </a:cubicBezTo>
                  <a:cubicBezTo>
                    <a:pt x="863" y="1812"/>
                    <a:pt x="848" y="1810"/>
                    <a:pt x="840" y="1810"/>
                  </a:cubicBezTo>
                  <a:cubicBezTo>
                    <a:pt x="799" y="1810"/>
                    <a:pt x="916" y="1857"/>
                    <a:pt x="1079" y="1897"/>
                  </a:cubicBezTo>
                  <a:lnTo>
                    <a:pt x="1281" y="1946"/>
                  </a:lnTo>
                  <a:lnTo>
                    <a:pt x="1281" y="1946"/>
                  </a:lnTo>
                  <a:lnTo>
                    <a:pt x="1079" y="1905"/>
                  </a:lnTo>
                  <a:cubicBezTo>
                    <a:pt x="976" y="1893"/>
                    <a:pt x="912" y="1887"/>
                    <a:pt x="878" y="1887"/>
                  </a:cubicBezTo>
                  <a:cubicBezTo>
                    <a:pt x="821" y="1887"/>
                    <a:pt x="851" y="1905"/>
                    <a:pt x="933" y="1946"/>
                  </a:cubicBezTo>
                  <a:cubicBezTo>
                    <a:pt x="977" y="1974"/>
                    <a:pt x="991" y="1983"/>
                    <a:pt x="971" y="1983"/>
                  </a:cubicBezTo>
                  <a:cubicBezTo>
                    <a:pt x="963" y="1983"/>
                    <a:pt x="947" y="1981"/>
                    <a:pt x="925" y="1978"/>
                  </a:cubicBezTo>
                  <a:cubicBezTo>
                    <a:pt x="911" y="1977"/>
                    <a:pt x="899" y="1976"/>
                    <a:pt x="890" y="1976"/>
                  </a:cubicBezTo>
                  <a:cubicBezTo>
                    <a:pt x="857" y="1976"/>
                    <a:pt x="852" y="1989"/>
                    <a:pt x="852" y="2027"/>
                  </a:cubicBezTo>
                  <a:cubicBezTo>
                    <a:pt x="843" y="2076"/>
                    <a:pt x="843" y="2092"/>
                    <a:pt x="908" y="2092"/>
                  </a:cubicBezTo>
                  <a:lnTo>
                    <a:pt x="908" y="2124"/>
                  </a:lnTo>
                  <a:cubicBezTo>
                    <a:pt x="786" y="2132"/>
                    <a:pt x="824" y="2158"/>
                    <a:pt x="931" y="2158"/>
                  </a:cubicBezTo>
                  <a:cubicBezTo>
                    <a:pt x="944" y="2158"/>
                    <a:pt x="958" y="2158"/>
                    <a:pt x="973" y="2157"/>
                  </a:cubicBezTo>
                  <a:lnTo>
                    <a:pt x="973" y="2181"/>
                  </a:lnTo>
                  <a:lnTo>
                    <a:pt x="908" y="2181"/>
                  </a:lnTo>
                  <a:cubicBezTo>
                    <a:pt x="835" y="2181"/>
                    <a:pt x="835" y="2213"/>
                    <a:pt x="827" y="2343"/>
                  </a:cubicBezTo>
                  <a:cubicBezTo>
                    <a:pt x="827" y="2489"/>
                    <a:pt x="827" y="2505"/>
                    <a:pt x="965" y="2505"/>
                  </a:cubicBezTo>
                  <a:cubicBezTo>
                    <a:pt x="1103" y="2513"/>
                    <a:pt x="1103" y="2522"/>
                    <a:pt x="965" y="2530"/>
                  </a:cubicBezTo>
                  <a:cubicBezTo>
                    <a:pt x="906" y="2536"/>
                    <a:pt x="852" y="2548"/>
                    <a:pt x="868" y="2548"/>
                  </a:cubicBezTo>
                  <a:cubicBezTo>
                    <a:pt x="872" y="2548"/>
                    <a:pt x="880" y="2547"/>
                    <a:pt x="892" y="2546"/>
                  </a:cubicBezTo>
                  <a:lnTo>
                    <a:pt x="892" y="2546"/>
                  </a:lnTo>
                  <a:cubicBezTo>
                    <a:pt x="892" y="2546"/>
                    <a:pt x="900" y="2578"/>
                    <a:pt x="827" y="2603"/>
                  </a:cubicBezTo>
                  <a:cubicBezTo>
                    <a:pt x="724" y="2648"/>
                    <a:pt x="744" y="2662"/>
                    <a:pt x="793" y="2662"/>
                  </a:cubicBezTo>
                  <a:cubicBezTo>
                    <a:pt x="805" y="2662"/>
                    <a:pt x="820" y="2661"/>
                    <a:pt x="835" y="2659"/>
                  </a:cubicBezTo>
                  <a:cubicBezTo>
                    <a:pt x="881" y="2651"/>
                    <a:pt x="902" y="2647"/>
                    <a:pt x="908" y="2647"/>
                  </a:cubicBezTo>
                  <a:cubicBezTo>
                    <a:pt x="920" y="2647"/>
                    <a:pt x="878" y="2660"/>
                    <a:pt x="835" y="2676"/>
                  </a:cubicBezTo>
                  <a:cubicBezTo>
                    <a:pt x="779" y="2697"/>
                    <a:pt x="723" y="2718"/>
                    <a:pt x="751" y="2718"/>
                  </a:cubicBezTo>
                  <a:cubicBezTo>
                    <a:pt x="755" y="2718"/>
                    <a:pt x="762" y="2717"/>
                    <a:pt x="770" y="2716"/>
                  </a:cubicBezTo>
                  <a:cubicBezTo>
                    <a:pt x="835" y="2724"/>
                    <a:pt x="916" y="2805"/>
                    <a:pt x="787" y="2830"/>
                  </a:cubicBezTo>
                  <a:lnTo>
                    <a:pt x="787" y="2862"/>
                  </a:lnTo>
                  <a:cubicBezTo>
                    <a:pt x="799" y="2859"/>
                    <a:pt x="809" y="2858"/>
                    <a:pt x="817" y="2858"/>
                  </a:cubicBezTo>
                  <a:cubicBezTo>
                    <a:pt x="855" y="2858"/>
                    <a:pt x="861" y="2884"/>
                    <a:pt x="868" y="2911"/>
                  </a:cubicBezTo>
                  <a:cubicBezTo>
                    <a:pt x="876" y="2943"/>
                    <a:pt x="876" y="2959"/>
                    <a:pt x="811" y="2976"/>
                  </a:cubicBezTo>
                  <a:cubicBezTo>
                    <a:pt x="738" y="2976"/>
                    <a:pt x="746" y="2992"/>
                    <a:pt x="819" y="3008"/>
                  </a:cubicBezTo>
                  <a:cubicBezTo>
                    <a:pt x="819" y="3013"/>
                    <a:pt x="830" y="3014"/>
                    <a:pt x="845" y="3014"/>
                  </a:cubicBezTo>
                  <a:cubicBezTo>
                    <a:pt x="870" y="3014"/>
                    <a:pt x="907" y="3010"/>
                    <a:pt x="931" y="3010"/>
                  </a:cubicBezTo>
                  <a:cubicBezTo>
                    <a:pt x="946" y="3010"/>
                    <a:pt x="957" y="3012"/>
                    <a:pt x="957" y="3016"/>
                  </a:cubicBezTo>
                  <a:cubicBezTo>
                    <a:pt x="1002" y="3006"/>
                    <a:pt x="1044" y="2999"/>
                    <a:pt x="1071" y="2999"/>
                  </a:cubicBezTo>
                  <a:cubicBezTo>
                    <a:pt x="1088" y="2999"/>
                    <a:pt x="1100" y="3002"/>
                    <a:pt x="1103" y="3008"/>
                  </a:cubicBezTo>
                  <a:lnTo>
                    <a:pt x="1030" y="3024"/>
                  </a:lnTo>
                  <a:lnTo>
                    <a:pt x="900" y="3065"/>
                  </a:lnTo>
                  <a:cubicBezTo>
                    <a:pt x="905" y="3075"/>
                    <a:pt x="910" y="3085"/>
                    <a:pt x="930" y="3085"/>
                  </a:cubicBezTo>
                  <a:cubicBezTo>
                    <a:pt x="941" y="3085"/>
                    <a:pt x="957" y="3082"/>
                    <a:pt x="981" y="3073"/>
                  </a:cubicBezTo>
                  <a:lnTo>
                    <a:pt x="981" y="3073"/>
                  </a:lnTo>
                  <a:cubicBezTo>
                    <a:pt x="916" y="3113"/>
                    <a:pt x="925" y="3130"/>
                    <a:pt x="933" y="3154"/>
                  </a:cubicBezTo>
                  <a:cubicBezTo>
                    <a:pt x="939" y="3180"/>
                    <a:pt x="946" y="3207"/>
                    <a:pt x="988" y="3207"/>
                  </a:cubicBezTo>
                  <a:cubicBezTo>
                    <a:pt x="997" y="3207"/>
                    <a:pt x="1008" y="3206"/>
                    <a:pt x="1022" y="3203"/>
                  </a:cubicBezTo>
                  <a:lnTo>
                    <a:pt x="1022" y="3203"/>
                  </a:lnTo>
                  <a:cubicBezTo>
                    <a:pt x="923" y="3255"/>
                    <a:pt x="931" y="3329"/>
                    <a:pt x="1003" y="3329"/>
                  </a:cubicBezTo>
                  <a:cubicBezTo>
                    <a:pt x="1019" y="3329"/>
                    <a:pt x="1039" y="3325"/>
                    <a:pt x="1062" y="3316"/>
                  </a:cubicBezTo>
                  <a:cubicBezTo>
                    <a:pt x="1083" y="3308"/>
                    <a:pt x="1098" y="3305"/>
                    <a:pt x="1107" y="3305"/>
                  </a:cubicBezTo>
                  <a:cubicBezTo>
                    <a:pt x="1126" y="3305"/>
                    <a:pt x="1117" y="3321"/>
                    <a:pt x="1079" y="3349"/>
                  </a:cubicBezTo>
                  <a:cubicBezTo>
                    <a:pt x="1044" y="3373"/>
                    <a:pt x="1030" y="3383"/>
                    <a:pt x="1042" y="3383"/>
                  </a:cubicBezTo>
                  <a:cubicBezTo>
                    <a:pt x="1049" y="3383"/>
                    <a:pt x="1067" y="3379"/>
                    <a:pt x="1095" y="3373"/>
                  </a:cubicBezTo>
                  <a:cubicBezTo>
                    <a:pt x="1103" y="3371"/>
                    <a:pt x="1110" y="3370"/>
                    <a:pt x="1115" y="3370"/>
                  </a:cubicBezTo>
                  <a:cubicBezTo>
                    <a:pt x="1145" y="3370"/>
                    <a:pt x="1096" y="3412"/>
                    <a:pt x="1054" y="3454"/>
                  </a:cubicBezTo>
                  <a:cubicBezTo>
                    <a:pt x="967" y="3510"/>
                    <a:pt x="952" y="3533"/>
                    <a:pt x="979" y="3533"/>
                  </a:cubicBezTo>
                  <a:cubicBezTo>
                    <a:pt x="987" y="3533"/>
                    <a:pt x="999" y="3531"/>
                    <a:pt x="1014" y="3527"/>
                  </a:cubicBezTo>
                  <a:cubicBezTo>
                    <a:pt x="1022" y="3526"/>
                    <a:pt x="1029" y="3526"/>
                    <a:pt x="1036" y="3526"/>
                  </a:cubicBezTo>
                  <a:cubicBezTo>
                    <a:pt x="1090" y="3526"/>
                    <a:pt x="1104" y="3552"/>
                    <a:pt x="1111" y="3559"/>
                  </a:cubicBezTo>
                  <a:cubicBezTo>
                    <a:pt x="1184" y="3551"/>
                    <a:pt x="1192" y="3567"/>
                    <a:pt x="1241" y="3519"/>
                  </a:cubicBezTo>
                  <a:cubicBezTo>
                    <a:pt x="1281" y="3495"/>
                    <a:pt x="1322" y="3470"/>
                    <a:pt x="1362" y="3454"/>
                  </a:cubicBezTo>
                  <a:cubicBezTo>
                    <a:pt x="1371" y="3453"/>
                    <a:pt x="1377" y="3453"/>
                    <a:pt x="1382" y="3453"/>
                  </a:cubicBezTo>
                  <a:cubicBezTo>
                    <a:pt x="1418" y="3453"/>
                    <a:pt x="1388" y="3472"/>
                    <a:pt x="1375" y="3472"/>
                  </a:cubicBezTo>
                  <a:cubicBezTo>
                    <a:pt x="1373" y="3472"/>
                    <a:pt x="1371" y="3471"/>
                    <a:pt x="1370" y="3470"/>
                  </a:cubicBezTo>
                  <a:cubicBezTo>
                    <a:pt x="1297" y="3478"/>
                    <a:pt x="1306" y="3495"/>
                    <a:pt x="1257" y="3543"/>
                  </a:cubicBezTo>
                  <a:cubicBezTo>
                    <a:pt x="1208" y="3592"/>
                    <a:pt x="1224" y="3616"/>
                    <a:pt x="1233" y="3632"/>
                  </a:cubicBezTo>
                  <a:lnTo>
                    <a:pt x="1265" y="3681"/>
                  </a:lnTo>
                  <a:cubicBezTo>
                    <a:pt x="1249" y="3734"/>
                    <a:pt x="1247" y="3759"/>
                    <a:pt x="1263" y="3759"/>
                  </a:cubicBezTo>
                  <a:cubicBezTo>
                    <a:pt x="1272" y="3759"/>
                    <a:pt x="1286" y="3752"/>
                    <a:pt x="1306" y="3738"/>
                  </a:cubicBezTo>
                  <a:cubicBezTo>
                    <a:pt x="1317" y="3728"/>
                    <a:pt x="1326" y="3720"/>
                    <a:pt x="1335" y="3713"/>
                  </a:cubicBezTo>
                  <a:lnTo>
                    <a:pt x="1335" y="3713"/>
                  </a:lnTo>
                  <a:cubicBezTo>
                    <a:pt x="1289" y="3785"/>
                    <a:pt x="1339" y="3871"/>
                    <a:pt x="1412" y="3871"/>
                  </a:cubicBezTo>
                  <a:cubicBezTo>
                    <a:pt x="1434" y="3871"/>
                    <a:pt x="1459" y="3863"/>
                    <a:pt x="1484" y="3843"/>
                  </a:cubicBezTo>
                  <a:lnTo>
                    <a:pt x="1484" y="3843"/>
                  </a:lnTo>
                  <a:cubicBezTo>
                    <a:pt x="1471" y="3856"/>
                    <a:pt x="1453" y="3874"/>
                    <a:pt x="1435" y="3892"/>
                  </a:cubicBezTo>
                  <a:cubicBezTo>
                    <a:pt x="1387" y="3940"/>
                    <a:pt x="1395" y="3949"/>
                    <a:pt x="1419" y="3973"/>
                  </a:cubicBezTo>
                  <a:cubicBezTo>
                    <a:pt x="1427" y="3981"/>
                    <a:pt x="1516" y="3973"/>
                    <a:pt x="1557" y="4005"/>
                  </a:cubicBezTo>
                  <a:cubicBezTo>
                    <a:pt x="1582" y="4030"/>
                    <a:pt x="1607" y="4052"/>
                    <a:pt x="1632" y="4052"/>
                  </a:cubicBezTo>
                  <a:cubicBezTo>
                    <a:pt x="1647" y="4052"/>
                    <a:pt x="1663" y="4043"/>
                    <a:pt x="1679" y="4022"/>
                  </a:cubicBezTo>
                  <a:lnTo>
                    <a:pt x="1679" y="4022"/>
                  </a:lnTo>
                  <a:cubicBezTo>
                    <a:pt x="1687" y="4030"/>
                    <a:pt x="1687" y="4030"/>
                    <a:pt x="1654" y="4086"/>
                  </a:cubicBezTo>
                  <a:cubicBezTo>
                    <a:pt x="1597" y="4135"/>
                    <a:pt x="1614" y="4143"/>
                    <a:pt x="1622" y="4151"/>
                  </a:cubicBezTo>
                  <a:cubicBezTo>
                    <a:pt x="1623" y="4152"/>
                    <a:pt x="1624" y="4152"/>
                    <a:pt x="1625" y="4152"/>
                  </a:cubicBezTo>
                  <a:cubicBezTo>
                    <a:pt x="1643" y="4152"/>
                    <a:pt x="1681" y="4099"/>
                    <a:pt x="1711" y="4054"/>
                  </a:cubicBezTo>
                  <a:cubicBezTo>
                    <a:pt x="1729" y="4029"/>
                    <a:pt x="1742" y="4017"/>
                    <a:pt x="1750" y="4017"/>
                  </a:cubicBezTo>
                  <a:cubicBezTo>
                    <a:pt x="1759" y="4017"/>
                    <a:pt x="1761" y="4037"/>
                    <a:pt x="1752" y="4078"/>
                  </a:cubicBezTo>
                  <a:cubicBezTo>
                    <a:pt x="1740" y="4129"/>
                    <a:pt x="1764" y="4164"/>
                    <a:pt x="1799" y="4164"/>
                  </a:cubicBezTo>
                  <a:cubicBezTo>
                    <a:pt x="1815" y="4164"/>
                    <a:pt x="1832" y="4158"/>
                    <a:pt x="1849" y="4143"/>
                  </a:cubicBezTo>
                  <a:lnTo>
                    <a:pt x="1849" y="4143"/>
                  </a:lnTo>
                  <a:cubicBezTo>
                    <a:pt x="1865" y="4151"/>
                    <a:pt x="1881" y="4159"/>
                    <a:pt x="1841" y="4224"/>
                  </a:cubicBezTo>
                  <a:cubicBezTo>
                    <a:pt x="1830" y="4266"/>
                    <a:pt x="1823" y="4316"/>
                    <a:pt x="1846" y="4316"/>
                  </a:cubicBezTo>
                  <a:cubicBezTo>
                    <a:pt x="1859" y="4316"/>
                    <a:pt x="1880" y="4301"/>
                    <a:pt x="1914" y="4265"/>
                  </a:cubicBezTo>
                  <a:lnTo>
                    <a:pt x="1914" y="4265"/>
                  </a:lnTo>
                  <a:cubicBezTo>
                    <a:pt x="1922" y="4273"/>
                    <a:pt x="1922" y="4273"/>
                    <a:pt x="1889" y="4330"/>
                  </a:cubicBezTo>
                  <a:cubicBezTo>
                    <a:pt x="1880" y="4369"/>
                    <a:pt x="1864" y="4408"/>
                    <a:pt x="1871" y="4408"/>
                  </a:cubicBezTo>
                  <a:cubicBezTo>
                    <a:pt x="1875" y="4408"/>
                    <a:pt x="1890" y="4391"/>
                    <a:pt x="1922" y="4346"/>
                  </a:cubicBezTo>
                  <a:cubicBezTo>
                    <a:pt x="1942" y="4329"/>
                    <a:pt x="1960" y="4321"/>
                    <a:pt x="1975" y="4321"/>
                  </a:cubicBezTo>
                  <a:cubicBezTo>
                    <a:pt x="2002" y="4321"/>
                    <a:pt x="2019" y="4347"/>
                    <a:pt x="2019" y="4394"/>
                  </a:cubicBezTo>
                  <a:cubicBezTo>
                    <a:pt x="2024" y="4397"/>
                    <a:pt x="2030" y="4400"/>
                    <a:pt x="2036" y="4400"/>
                  </a:cubicBezTo>
                  <a:cubicBezTo>
                    <a:pt x="2047" y="4400"/>
                    <a:pt x="2060" y="4389"/>
                    <a:pt x="2076" y="4346"/>
                  </a:cubicBezTo>
                  <a:lnTo>
                    <a:pt x="2108" y="4289"/>
                  </a:lnTo>
                  <a:lnTo>
                    <a:pt x="2108" y="4289"/>
                  </a:lnTo>
                  <a:cubicBezTo>
                    <a:pt x="2088" y="4355"/>
                    <a:pt x="2078" y="4387"/>
                    <a:pt x="2081" y="4387"/>
                  </a:cubicBezTo>
                  <a:cubicBezTo>
                    <a:pt x="2084" y="4387"/>
                    <a:pt x="2101" y="4357"/>
                    <a:pt x="2133" y="4297"/>
                  </a:cubicBezTo>
                  <a:cubicBezTo>
                    <a:pt x="2144" y="4267"/>
                    <a:pt x="2154" y="4252"/>
                    <a:pt x="2158" y="4252"/>
                  </a:cubicBezTo>
                  <a:lnTo>
                    <a:pt x="2158" y="4252"/>
                  </a:lnTo>
                  <a:cubicBezTo>
                    <a:pt x="2163" y="4252"/>
                    <a:pt x="2162" y="4271"/>
                    <a:pt x="2149" y="4305"/>
                  </a:cubicBezTo>
                  <a:cubicBezTo>
                    <a:pt x="2133" y="4378"/>
                    <a:pt x="2149" y="4378"/>
                    <a:pt x="2149" y="4378"/>
                  </a:cubicBezTo>
                  <a:cubicBezTo>
                    <a:pt x="2151" y="4379"/>
                    <a:pt x="2154" y="4380"/>
                    <a:pt x="2158" y="4380"/>
                  </a:cubicBezTo>
                  <a:cubicBezTo>
                    <a:pt x="2178" y="4380"/>
                    <a:pt x="2223" y="4369"/>
                    <a:pt x="2270" y="4369"/>
                  </a:cubicBezTo>
                  <a:cubicBezTo>
                    <a:pt x="2292" y="4369"/>
                    <a:pt x="2315" y="4371"/>
                    <a:pt x="2335" y="4378"/>
                  </a:cubicBezTo>
                  <a:cubicBezTo>
                    <a:pt x="2388" y="4397"/>
                    <a:pt x="2427" y="4409"/>
                    <a:pt x="2454" y="4409"/>
                  </a:cubicBezTo>
                  <a:cubicBezTo>
                    <a:pt x="2485" y="4409"/>
                    <a:pt x="2501" y="4393"/>
                    <a:pt x="2506" y="4354"/>
                  </a:cubicBezTo>
                  <a:cubicBezTo>
                    <a:pt x="2521" y="4327"/>
                    <a:pt x="2529" y="4312"/>
                    <a:pt x="2533" y="4312"/>
                  </a:cubicBezTo>
                  <a:cubicBezTo>
                    <a:pt x="2538" y="4312"/>
                    <a:pt x="2538" y="4329"/>
                    <a:pt x="2538" y="4362"/>
                  </a:cubicBezTo>
                  <a:cubicBezTo>
                    <a:pt x="2538" y="4435"/>
                    <a:pt x="2554" y="4435"/>
                    <a:pt x="2570" y="4443"/>
                  </a:cubicBezTo>
                  <a:cubicBezTo>
                    <a:pt x="2587" y="4443"/>
                    <a:pt x="2595" y="4443"/>
                    <a:pt x="2587" y="4516"/>
                  </a:cubicBezTo>
                  <a:cubicBezTo>
                    <a:pt x="2611" y="4451"/>
                    <a:pt x="2611" y="4451"/>
                    <a:pt x="2627" y="4451"/>
                  </a:cubicBezTo>
                  <a:cubicBezTo>
                    <a:pt x="2623" y="4484"/>
                    <a:pt x="2625" y="4500"/>
                    <a:pt x="2631" y="4500"/>
                  </a:cubicBezTo>
                  <a:cubicBezTo>
                    <a:pt x="2637" y="4500"/>
                    <a:pt x="2647" y="4484"/>
                    <a:pt x="2660" y="4451"/>
                  </a:cubicBezTo>
                  <a:cubicBezTo>
                    <a:pt x="2672" y="4387"/>
                    <a:pt x="2678" y="4355"/>
                    <a:pt x="2680" y="4355"/>
                  </a:cubicBezTo>
                  <a:lnTo>
                    <a:pt x="2680" y="4355"/>
                  </a:lnTo>
                  <a:cubicBezTo>
                    <a:pt x="2682" y="4355"/>
                    <a:pt x="2680" y="4389"/>
                    <a:pt x="2676" y="4459"/>
                  </a:cubicBezTo>
                  <a:cubicBezTo>
                    <a:pt x="2670" y="4505"/>
                    <a:pt x="2688" y="4555"/>
                    <a:pt x="2697" y="4555"/>
                  </a:cubicBezTo>
                  <a:cubicBezTo>
                    <a:pt x="2701" y="4555"/>
                    <a:pt x="2703" y="4546"/>
                    <a:pt x="2700" y="4524"/>
                  </a:cubicBezTo>
                  <a:cubicBezTo>
                    <a:pt x="2700" y="4459"/>
                    <a:pt x="2733" y="4459"/>
                    <a:pt x="2749" y="4394"/>
                  </a:cubicBezTo>
                  <a:cubicBezTo>
                    <a:pt x="2765" y="4394"/>
                    <a:pt x="2781" y="4394"/>
                    <a:pt x="2781" y="4467"/>
                  </a:cubicBezTo>
                  <a:cubicBezTo>
                    <a:pt x="2784" y="4486"/>
                    <a:pt x="2792" y="4494"/>
                    <a:pt x="2803" y="4494"/>
                  </a:cubicBezTo>
                  <a:cubicBezTo>
                    <a:pt x="2831" y="4494"/>
                    <a:pt x="2873" y="4448"/>
                    <a:pt x="2878" y="4403"/>
                  </a:cubicBezTo>
                  <a:cubicBezTo>
                    <a:pt x="2878" y="4366"/>
                    <a:pt x="2883" y="4348"/>
                    <a:pt x="2887" y="4348"/>
                  </a:cubicBezTo>
                  <a:cubicBezTo>
                    <a:pt x="2891" y="4348"/>
                    <a:pt x="2895" y="4366"/>
                    <a:pt x="2895" y="4403"/>
                  </a:cubicBezTo>
                  <a:cubicBezTo>
                    <a:pt x="2903" y="4467"/>
                    <a:pt x="2911" y="4467"/>
                    <a:pt x="2927" y="4467"/>
                  </a:cubicBezTo>
                  <a:cubicBezTo>
                    <a:pt x="2932" y="4446"/>
                    <a:pt x="2935" y="4437"/>
                    <a:pt x="2938" y="4437"/>
                  </a:cubicBezTo>
                  <a:cubicBezTo>
                    <a:pt x="2944" y="4437"/>
                    <a:pt x="2946" y="4487"/>
                    <a:pt x="2951" y="4532"/>
                  </a:cubicBezTo>
                  <a:cubicBezTo>
                    <a:pt x="2945" y="4587"/>
                    <a:pt x="2953" y="4601"/>
                    <a:pt x="2971" y="4601"/>
                  </a:cubicBezTo>
                  <a:cubicBezTo>
                    <a:pt x="2977" y="4601"/>
                    <a:pt x="2984" y="4599"/>
                    <a:pt x="2992" y="4597"/>
                  </a:cubicBezTo>
                  <a:cubicBezTo>
                    <a:pt x="3000" y="4532"/>
                    <a:pt x="3065" y="4532"/>
                    <a:pt x="3114" y="4524"/>
                  </a:cubicBezTo>
                  <a:cubicBezTo>
                    <a:pt x="3195" y="4516"/>
                    <a:pt x="3195" y="4443"/>
                    <a:pt x="3203" y="4305"/>
                  </a:cubicBezTo>
                  <a:lnTo>
                    <a:pt x="3195" y="4167"/>
                  </a:lnTo>
                  <a:lnTo>
                    <a:pt x="3219" y="4305"/>
                  </a:lnTo>
                  <a:cubicBezTo>
                    <a:pt x="3227" y="4370"/>
                    <a:pt x="3268" y="4500"/>
                    <a:pt x="3268" y="4500"/>
                  </a:cubicBezTo>
                  <a:lnTo>
                    <a:pt x="3268" y="4500"/>
                  </a:lnTo>
                  <a:cubicBezTo>
                    <a:pt x="3284" y="4500"/>
                    <a:pt x="3276" y="4435"/>
                    <a:pt x="3260" y="4362"/>
                  </a:cubicBezTo>
                  <a:cubicBezTo>
                    <a:pt x="3251" y="4329"/>
                    <a:pt x="3251" y="4312"/>
                    <a:pt x="3260" y="4312"/>
                  </a:cubicBezTo>
                  <a:cubicBezTo>
                    <a:pt x="3269" y="4312"/>
                    <a:pt x="3285" y="4327"/>
                    <a:pt x="3308" y="4354"/>
                  </a:cubicBezTo>
                  <a:cubicBezTo>
                    <a:pt x="3328" y="4385"/>
                    <a:pt x="3342" y="4402"/>
                    <a:pt x="3351" y="4402"/>
                  </a:cubicBezTo>
                  <a:cubicBezTo>
                    <a:pt x="3361" y="4402"/>
                    <a:pt x="3365" y="4383"/>
                    <a:pt x="3365" y="4346"/>
                  </a:cubicBezTo>
                  <a:cubicBezTo>
                    <a:pt x="3369" y="4344"/>
                    <a:pt x="3373" y="4342"/>
                    <a:pt x="3377" y="4342"/>
                  </a:cubicBezTo>
                  <a:cubicBezTo>
                    <a:pt x="3388" y="4342"/>
                    <a:pt x="3400" y="4355"/>
                    <a:pt x="3430" y="4403"/>
                  </a:cubicBezTo>
                  <a:cubicBezTo>
                    <a:pt x="3438" y="4394"/>
                    <a:pt x="3438" y="4394"/>
                    <a:pt x="3422" y="4330"/>
                  </a:cubicBezTo>
                  <a:cubicBezTo>
                    <a:pt x="3413" y="4296"/>
                    <a:pt x="3414" y="4280"/>
                    <a:pt x="3420" y="4280"/>
                  </a:cubicBezTo>
                  <a:lnTo>
                    <a:pt x="3420" y="4280"/>
                  </a:lnTo>
                  <a:cubicBezTo>
                    <a:pt x="3427" y="4280"/>
                    <a:pt x="3438" y="4294"/>
                    <a:pt x="3454" y="4322"/>
                  </a:cubicBezTo>
                  <a:cubicBezTo>
                    <a:pt x="3481" y="4392"/>
                    <a:pt x="3507" y="4419"/>
                    <a:pt x="3523" y="4419"/>
                  </a:cubicBezTo>
                  <a:cubicBezTo>
                    <a:pt x="3536" y="4419"/>
                    <a:pt x="3543" y="4400"/>
                    <a:pt x="3535" y="4370"/>
                  </a:cubicBezTo>
                  <a:cubicBezTo>
                    <a:pt x="3511" y="4305"/>
                    <a:pt x="3527" y="4305"/>
                    <a:pt x="3543" y="4297"/>
                  </a:cubicBezTo>
                  <a:cubicBezTo>
                    <a:pt x="3551" y="4297"/>
                    <a:pt x="3568" y="4289"/>
                    <a:pt x="3560" y="4224"/>
                  </a:cubicBezTo>
                  <a:lnTo>
                    <a:pt x="3592" y="4216"/>
                  </a:lnTo>
                  <a:cubicBezTo>
                    <a:pt x="3592" y="4216"/>
                    <a:pt x="3593" y="4215"/>
                    <a:pt x="3593" y="4215"/>
                  </a:cubicBezTo>
                  <a:cubicBezTo>
                    <a:pt x="3602" y="4215"/>
                    <a:pt x="3615" y="4273"/>
                    <a:pt x="3600" y="4281"/>
                  </a:cubicBezTo>
                  <a:lnTo>
                    <a:pt x="3641" y="4338"/>
                  </a:lnTo>
                  <a:cubicBezTo>
                    <a:pt x="3665" y="4330"/>
                    <a:pt x="3681" y="4322"/>
                    <a:pt x="3673" y="4257"/>
                  </a:cubicBezTo>
                  <a:cubicBezTo>
                    <a:pt x="3652" y="4191"/>
                    <a:pt x="3642" y="4158"/>
                    <a:pt x="3644" y="4158"/>
                  </a:cubicBezTo>
                  <a:lnTo>
                    <a:pt x="3644" y="4158"/>
                  </a:lnTo>
                  <a:cubicBezTo>
                    <a:pt x="3645" y="4158"/>
                    <a:pt x="3657" y="4189"/>
                    <a:pt x="3681" y="4249"/>
                  </a:cubicBezTo>
                  <a:cubicBezTo>
                    <a:pt x="3703" y="4293"/>
                    <a:pt x="3730" y="4334"/>
                    <a:pt x="3738" y="4334"/>
                  </a:cubicBezTo>
                  <a:cubicBezTo>
                    <a:pt x="3742" y="4334"/>
                    <a:pt x="3743" y="4326"/>
                    <a:pt x="3738" y="4305"/>
                  </a:cubicBezTo>
                  <a:cubicBezTo>
                    <a:pt x="3720" y="4243"/>
                    <a:pt x="3718" y="4220"/>
                    <a:pt x="3724" y="4220"/>
                  </a:cubicBezTo>
                  <a:lnTo>
                    <a:pt x="3724" y="4220"/>
                  </a:lnTo>
                  <a:cubicBezTo>
                    <a:pt x="3732" y="4220"/>
                    <a:pt x="3753" y="4254"/>
                    <a:pt x="3770" y="4289"/>
                  </a:cubicBezTo>
                  <a:cubicBezTo>
                    <a:pt x="3790" y="4352"/>
                    <a:pt x="3800" y="4384"/>
                    <a:pt x="3805" y="4384"/>
                  </a:cubicBezTo>
                  <a:cubicBezTo>
                    <a:pt x="3811" y="4384"/>
                    <a:pt x="3811" y="4348"/>
                    <a:pt x="3811" y="4273"/>
                  </a:cubicBezTo>
                  <a:cubicBezTo>
                    <a:pt x="3843" y="4257"/>
                    <a:pt x="3860" y="4167"/>
                    <a:pt x="3900" y="4151"/>
                  </a:cubicBezTo>
                  <a:cubicBezTo>
                    <a:pt x="3931" y="4133"/>
                    <a:pt x="3953" y="4121"/>
                    <a:pt x="3974" y="4121"/>
                  </a:cubicBezTo>
                  <a:cubicBezTo>
                    <a:pt x="3991" y="4121"/>
                    <a:pt x="4008" y="4129"/>
                    <a:pt x="4030" y="4151"/>
                  </a:cubicBezTo>
                  <a:cubicBezTo>
                    <a:pt x="4038" y="4163"/>
                    <a:pt x="4046" y="4174"/>
                    <a:pt x="4053" y="4183"/>
                  </a:cubicBezTo>
                  <a:lnTo>
                    <a:pt x="4053" y="4183"/>
                  </a:lnTo>
                  <a:cubicBezTo>
                    <a:pt x="3992" y="4093"/>
                    <a:pt x="4009" y="4084"/>
                    <a:pt x="4046" y="4062"/>
                  </a:cubicBezTo>
                  <a:lnTo>
                    <a:pt x="4046" y="4062"/>
                  </a:lnTo>
                  <a:cubicBezTo>
                    <a:pt x="4058" y="4068"/>
                    <a:pt x="4068" y="4070"/>
                    <a:pt x="4076" y="4070"/>
                  </a:cubicBezTo>
                  <a:cubicBezTo>
                    <a:pt x="4113" y="4070"/>
                    <a:pt x="4097" y="4011"/>
                    <a:pt x="4070" y="3957"/>
                  </a:cubicBezTo>
                  <a:lnTo>
                    <a:pt x="4046" y="3973"/>
                  </a:lnTo>
                  <a:cubicBezTo>
                    <a:pt x="3994" y="3905"/>
                    <a:pt x="3978" y="3877"/>
                    <a:pt x="3992" y="3877"/>
                  </a:cubicBezTo>
                  <a:cubicBezTo>
                    <a:pt x="3999" y="3877"/>
                    <a:pt x="4015" y="3886"/>
                    <a:pt x="4038" y="3900"/>
                  </a:cubicBezTo>
                  <a:cubicBezTo>
                    <a:pt x="4038" y="3899"/>
                    <a:pt x="4039" y="3899"/>
                    <a:pt x="4040" y="3899"/>
                  </a:cubicBezTo>
                  <a:cubicBezTo>
                    <a:pt x="4053" y="3899"/>
                    <a:pt x="4098" y="3944"/>
                    <a:pt x="4135" y="3989"/>
                  </a:cubicBezTo>
                  <a:cubicBezTo>
                    <a:pt x="4176" y="4037"/>
                    <a:pt x="4224" y="4074"/>
                    <a:pt x="4242" y="4074"/>
                  </a:cubicBezTo>
                  <a:cubicBezTo>
                    <a:pt x="4245" y="4074"/>
                    <a:pt x="4247" y="4073"/>
                    <a:pt x="4249" y="4070"/>
                  </a:cubicBezTo>
                  <a:cubicBezTo>
                    <a:pt x="4265" y="4062"/>
                    <a:pt x="4281" y="4054"/>
                    <a:pt x="4216" y="4013"/>
                  </a:cubicBezTo>
                  <a:cubicBezTo>
                    <a:pt x="4176" y="3965"/>
                    <a:pt x="4176" y="3965"/>
                    <a:pt x="4184" y="3957"/>
                  </a:cubicBezTo>
                  <a:cubicBezTo>
                    <a:pt x="4200" y="3940"/>
                    <a:pt x="4208" y="3932"/>
                    <a:pt x="4168" y="3876"/>
                  </a:cubicBezTo>
                  <a:cubicBezTo>
                    <a:pt x="4119" y="3827"/>
                    <a:pt x="4135" y="3819"/>
                    <a:pt x="4143" y="3811"/>
                  </a:cubicBezTo>
                  <a:lnTo>
                    <a:pt x="4143" y="3811"/>
                  </a:lnTo>
                  <a:cubicBezTo>
                    <a:pt x="4172" y="3827"/>
                    <a:pt x="4192" y="3831"/>
                    <a:pt x="4205" y="3831"/>
                  </a:cubicBezTo>
                  <a:cubicBezTo>
                    <a:pt x="4218" y="3831"/>
                    <a:pt x="4224" y="3827"/>
                    <a:pt x="4224" y="3827"/>
                  </a:cubicBezTo>
                  <a:lnTo>
                    <a:pt x="4273" y="3867"/>
                  </a:lnTo>
                  <a:cubicBezTo>
                    <a:pt x="4305" y="3900"/>
                    <a:pt x="4346" y="3932"/>
                    <a:pt x="4387" y="3949"/>
                  </a:cubicBezTo>
                  <a:cubicBezTo>
                    <a:pt x="4395" y="3940"/>
                    <a:pt x="4346" y="3892"/>
                    <a:pt x="4346" y="3892"/>
                  </a:cubicBezTo>
                  <a:cubicBezTo>
                    <a:pt x="4297" y="3851"/>
                    <a:pt x="4541" y="3567"/>
                    <a:pt x="4557" y="3527"/>
                  </a:cubicBezTo>
                  <a:cubicBezTo>
                    <a:pt x="4563" y="3528"/>
                    <a:pt x="4569" y="3528"/>
                    <a:pt x="4575" y="3528"/>
                  </a:cubicBezTo>
                  <a:cubicBezTo>
                    <a:pt x="4633" y="3528"/>
                    <a:pt x="4648" y="3492"/>
                    <a:pt x="4589" y="3470"/>
                  </a:cubicBezTo>
                  <a:cubicBezTo>
                    <a:pt x="4532" y="3438"/>
                    <a:pt x="4573" y="3373"/>
                    <a:pt x="4614" y="3292"/>
                  </a:cubicBezTo>
                  <a:cubicBezTo>
                    <a:pt x="4662" y="3203"/>
                    <a:pt x="4695" y="3130"/>
                    <a:pt x="4630" y="3105"/>
                  </a:cubicBezTo>
                  <a:lnTo>
                    <a:pt x="4646" y="3065"/>
                  </a:lnTo>
                  <a:cubicBezTo>
                    <a:pt x="4654" y="3040"/>
                    <a:pt x="4605" y="2992"/>
                    <a:pt x="4605" y="2976"/>
                  </a:cubicBezTo>
                  <a:cubicBezTo>
                    <a:pt x="4569" y="2957"/>
                    <a:pt x="4556" y="2947"/>
                    <a:pt x="4562" y="2947"/>
                  </a:cubicBezTo>
                  <a:lnTo>
                    <a:pt x="4562" y="2947"/>
                  </a:lnTo>
                  <a:cubicBezTo>
                    <a:pt x="4568" y="2947"/>
                    <a:pt x="4585" y="2953"/>
                    <a:pt x="4614" y="2968"/>
                  </a:cubicBezTo>
                  <a:cubicBezTo>
                    <a:pt x="4663" y="2980"/>
                    <a:pt x="4713" y="2997"/>
                    <a:pt x="4734" y="2997"/>
                  </a:cubicBezTo>
                  <a:cubicBezTo>
                    <a:pt x="4740" y="2997"/>
                    <a:pt x="4743" y="2996"/>
                    <a:pt x="4743" y="2992"/>
                  </a:cubicBezTo>
                  <a:cubicBezTo>
                    <a:pt x="4751" y="2959"/>
                    <a:pt x="4687" y="2943"/>
                    <a:pt x="4622" y="2927"/>
                  </a:cubicBezTo>
                  <a:cubicBezTo>
                    <a:pt x="4557" y="2911"/>
                    <a:pt x="4565" y="2895"/>
                    <a:pt x="4565" y="2895"/>
                  </a:cubicBezTo>
                  <a:cubicBezTo>
                    <a:pt x="4565" y="2887"/>
                    <a:pt x="4565" y="2883"/>
                    <a:pt x="4571" y="2883"/>
                  </a:cubicBezTo>
                  <a:cubicBezTo>
                    <a:pt x="4578" y="2883"/>
                    <a:pt x="4594" y="2889"/>
                    <a:pt x="4630" y="2903"/>
                  </a:cubicBezTo>
                  <a:lnTo>
                    <a:pt x="4759" y="2935"/>
                  </a:lnTo>
                  <a:lnTo>
                    <a:pt x="4768" y="2919"/>
                  </a:lnTo>
                  <a:cubicBezTo>
                    <a:pt x="4703" y="2903"/>
                    <a:pt x="4703" y="2886"/>
                    <a:pt x="4703" y="2886"/>
                  </a:cubicBezTo>
                  <a:cubicBezTo>
                    <a:pt x="4706" y="2883"/>
                    <a:pt x="4708" y="2882"/>
                    <a:pt x="4715" y="2882"/>
                  </a:cubicBezTo>
                  <a:cubicBezTo>
                    <a:pt x="4728" y="2882"/>
                    <a:pt x="4758" y="2887"/>
                    <a:pt x="4841" y="2903"/>
                  </a:cubicBezTo>
                  <a:cubicBezTo>
                    <a:pt x="4888" y="2915"/>
                    <a:pt x="4919" y="2920"/>
                    <a:pt x="4933" y="2920"/>
                  </a:cubicBezTo>
                  <a:cubicBezTo>
                    <a:pt x="4958" y="2920"/>
                    <a:pt x="4931" y="2904"/>
                    <a:pt x="4849" y="2878"/>
                  </a:cubicBezTo>
                  <a:lnTo>
                    <a:pt x="4792" y="2830"/>
                  </a:lnTo>
                  <a:lnTo>
                    <a:pt x="4792" y="2830"/>
                  </a:lnTo>
                  <a:cubicBezTo>
                    <a:pt x="4809" y="2832"/>
                    <a:pt x="4822" y="2833"/>
                    <a:pt x="4831" y="2833"/>
                  </a:cubicBezTo>
                  <a:cubicBezTo>
                    <a:pt x="4899" y="2833"/>
                    <a:pt x="4792" y="2786"/>
                    <a:pt x="4735" y="2765"/>
                  </a:cubicBezTo>
                  <a:lnTo>
                    <a:pt x="4735" y="2765"/>
                  </a:lnTo>
                  <a:cubicBezTo>
                    <a:pt x="4758" y="2766"/>
                    <a:pt x="4777" y="2767"/>
                    <a:pt x="4793" y="2767"/>
                  </a:cubicBezTo>
                  <a:cubicBezTo>
                    <a:pt x="4869" y="2767"/>
                    <a:pt x="4851" y="2750"/>
                    <a:pt x="4743" y="2716"/>
                  </a:cubicBezTo>
                  <a:cubicBezTo>
                    <a:pt x="4678" y="2708"/>
                    <a:pt x="4678" y="2700"/>
                    <a:pt x="4751" y="2692"/>
                  </a:cubicBezTo>
                  <a:cubicBezTo>
                    <a:pt x="4816" y="2684"/>
                    <a:pt x="4824" y="2668"/>
                    <a:pt x="4824" y="2643"/>
                  </a:cubicBezTo>
                  <a:cubicBezTo>
                    <a:pt x="4759" y="2619"/>
                    <a:pt x="4768" y="2530"/>
                    <a:pt x="4776" y="2392"/>
                  </a:cubicBezTo>
                  <a:cubicBezTo>
                    <a:pt x="4776" y="2246"/>
                    <a:pt x="4784" y="2157"/>
                    <a:pt x="4711" y="2157"/>
                  </a:cubicBezTo>
                  <a:cubicBezTo>
                    <a:pt x="4711" y="2141"/>
                    <a:pt x="4711" y="2141"/>
                    <a:pt x="4784" y="2124"/>
                  </a:cubicBezTo>
                  <a:cubicBezTo>
                    <a:pt x="4849" y="2124"/>
                    <a:pt x="4849" y="2108"/>
                    <a:pt x="4711" y="2100"/>
                  </a:cubicBezTo>
                  <a:cubicBezTo>
                    <a:pt x="4678" y="2096"/>
                    <a:pt x="4644" y="2096"/>
                    <a:pt x="4635" y="2096"/>
                  </a:cubicBezTo>
                  <a:cubicBezTo>
                    <a:pt x="4626" y="2096"/>
                    <a:pt x="4642" y="2096"/>
                    <a:pt x="4711" y="2092"/>
                  </a:cubicBezTo>
                  <a:cubicBezTo>
                    <a:pt x="4776" y="2084"/>
                    <a:pt x="4776" y="2051"/>
                    <a:pt x="4776" y="1995"/>
                  </a:cubicBezTo>
                  <a:cubicBezTo>
                    <a:pt x="4768" y="1958"/>
                    <a:pt x="4768" y="1903"/>
                    <a:pt x="4716" y="1903"/>
                  </a:cubicBezTo>
                  <a:cubicBezTo>
                    <a:pt x="4709" y="1903"/>
                    <a:pt x="4702" y="1904"/>
                    <a:pt x="4695" y="1905"/>
                  </a:cubicBezTo>
                  <a:cubicBezTo>
                    <a:pt x="4622" y="1889"/>
                    <a:pt x="4622" y="1889"/>
                    <a:pt x="4695" y="1889"/>
                  </a:cubicBezTo>
                  <a:cubicBezTo>
                    <a:pt x="4832" y="1881"/>
                    <a:pt x="4889" y="1792"/>
                    <a:pt x="4743" y="1776"/>
                  </a:cubicBezTo>
                  <a:cubicBezTo>
                    <a:pt x="4743" y="1759"/>
                    <a:pt x="4735" y="1743"/>
                    <a:pt x="4800" y="1727"/>
                  </a:cubicBezTo>
                  <a:cubicBezTo>
                    <a:pt x="4800" y="1719"/>
                    <a:pt x="4800" y="1703"/>
                    <a:pt x="4719" y="1678"/>
                  </a:cubicBezTo>
                  <a:cubicBezTo>
                    <a:pt x="4719" y="1662"/>
                    <a:pt x="4703" y="1605"/>
                    <a:pt x="4695" y="1573"/>
                  </a:cubicBezTo>
                  <a:cubicBezTo>
                    <a:pt x="4687" y="1549"/>
                    <a:pt x="4614" y="1541"/>
                    <a:pt x="4614" y="1541"/>
                  </a:cubicBezTo>
                  <a:lnTo>
                    <a:pt x="4605" y="1524"/>
                  </a:lnTo>
                  <a:cubicBezTo>
                    <a:pt x="4670" y="1500"/>
                    <a:pt x="4646" y="1435"/>
                    <a:pt x="4605" y="1338"/>
                  </a:cubicBezTo>
                  <a:cubicBezTo>
                    <a:pt x="4557" y="1241"/>
                    <a:pt x="4516" y="1159"/>
                    <a:pt x="4565" y="1111"/>
                  </a:cubicBezTo>
                  <a:cubicBezTo>
                    <a:pt x="4565" y="1111"/>
                    <a:pt x="4564" y="1110"/>
                    <a:pt x="4558" y="1110"/>
                  </a:cubicBezTo>
                  <a:cubicBezTo>
                    <a:pt x="4549" y="1110"/>
                    <a:pt x="4531" y="1112"/>
                    <a:pt x="4492" y="1127"/>
                  </a:cubicBezTo>
                  <a:cubicBezTo>
                    <a:pt x="4433" y="1154"/>
                    <a:pt x="4401" y="1167"/>
                    <a:pt x="4389" y="1167"/>
                  </a:cubicBezTo>
                  <a:cubicBezTo>
                    <a:pt x="4376" y="1167"/>
                    <a:pt x="4386" y="1152"/>
                    <a:pt x="4411" y="1127"/>
                  </a:cubicBezTo>
                  <a:cubicBezTo>
                    <a:pt x="4483" y="1066"/>
                    <a:pt x="4490" y="1021"/>
                    <a:pt x="4450" y="1021"/>
                  </a:cubicBezTo>
                  <a:cubicBezTo>
                    <a:pt x="4431" y="1021"/>
                    <a:pt x="4401" y="1031"/>
                    <a:pt x="4362" y="1054"/>
                  </a:cubicBezTo>
                  <a:lnTo>
                    <a:pt x="4419" y="1014"/>
                  </a:lnTo>
                  <a:cubicBezTo>
                    <a:pt x="4471" y="961"/>
                    <a:pt x="4472" y="937"/>
                    <a:pt x="4444" y="937"/>
                  </a:cubicBezTo>
                  <a:cubicBezTo>
                    <a:pt x="4420" y="937"/>
                    <a:pt x="4374" y="955"/>
                    <a:pt x="4322" y="989"/>
                  </a:cubicBezTo>
                  <a:cubicBezTo>
                    <a:pt x="4354" y="951"/>
                    <a:pt x="4386" y="907"/>
                    <a:pt x="4369" y="907"/>
                  </a:cubicBezTo>
                  <a:cubicBezTo>
                    <a:pt x="4365" y="907"/>
                    <a:pt x="4358" y="910"/>
                    <a:pt x="4346" y="916"/>
                  </a:cubicBezTo>
                  <a:cubicBezTo>
                    <a:pt x="4338" y="900"/>
                    <a:pt x="4338" y="900"/>
                    <a:pt x="4435" y="811"/>
                  </a:cubicBezTo>
                  <a:cubicBezTo>
                    <a:pt x="4492" y="770"/>
                    <a:pt x="4541" y="722"/>
                    <a:pt x="4532" y="714"/>
                  </a:cubicBezTo>
                  <a:cubicBezTo>
                    <a:pt x="4530" y="711"/>
                    <a:pt x="4527" y="710"/>
                    <a:pt x="4524" y="710"/>
                  </a:cubicBezTo>
                  <a:cubicBezTo>
                    <a:pt x="4503" y="710"/>
                    <a:pt x="4461" y="751"/>
                    <a:pt x="4419" y="787"/>
                  </a:cubicBezTo>
                  <a:lnTo>
                    <a:pt x="4395" y="762"/>
                  </a:lnTo>
                  <a:cubicBezTo>
                    <a:pt x="4395" y="762"/>
                    <a:pt x="4394" y="762"/>
                    <a:pt x="4393" y="762"/>
                  </a:cubicBezTo>
                  <a:cubicBezTo>
                    <a:pt x="4388" y="762"/>
                    <a:pt x="4374" y="766"/>
                    <a:pt x="4338" y="803"/>
                  </a:cubicBezTo>
                  <a:cubicBezTo>
                    <a:pt x="4309" y="827"/>
                    <a:pt x="4292" y="834"/>
                    <a:pt x="4281" y="834"/>
                  </a:cubicBezTo>
                  <a:cubicBezTo>
                    <a:pt x="4273" y="834"/>
                    <a:pt x="4268" y="830"/>
                    <a:pt x="4265" y="827"/>
                  </a:cubicBezTo>
                  <a:cubicBezTo>
                    <a:pt x="4281" y="811"/>
                    <a:pt x="4286" y="803"/>
                    <a:pt x="4283" y="803"/>
                  </a:cubicBezTo>
                  <a:lnTo>
                    <a:pt x="4283" y="803"/>
                  </a:lnTo>
                  <a:cubicBezTo>
                    <a:pt x="4277" y="803"/>
                    <a:pt x="4243" y="830"/>
                    <a:pt x="4216" y="868"/>
                  </a:cubicBezTo>
                  <a:cubicBezTo>
                    <a:pt x="4171" y="913"/>
                    <a:pt x="4126" y="958"/>
                    <a:pt x="4113" y="958"/>
                  </a:cubicBezTo>
                  <a:cubicBezTo>
                    <a:pt x="4112" y="958"/>
                    <a:pt x="4111" y="957"/>
                    <a:pt x="4111" y="957"/>
                  </a:cubicBezTo>
                  <a:lnTo>
                    <a:pt x="4014" y="1054"/>
                  </a:lnTo>
                  <a:cubicBezTo>
                    <a:pt x="3949" y="1111"/>
                    <a:pt x="3884" y="1184"/>
                    <a:pt x="3835" y="1257"/>
                  </a:cubicBezTo>
                  <a:cubicBezTo>
                    <a:pt x="3819" y="1310"/>
                    <a:pt x="3796" y="1357"/>
                    <a:pt x="3812" y="1357"/>
                  </a:cubicBezTo>
                  <a:cubicBezTo>
                    <a:pt x="3821" y="1357"/>
                    <a:pt x="3840" y="1344"/>
                    <a:pt x="3876" y="1314"/>
                  </a:cubicBezTo>
                  <a:cubicBezTo>
                    <a:pt x="3876" y="1314"/>
                    <a:pt x="3921" y="1288"/>
                    <a:pt x="3936" y="1288"/>
                  </a:cubicBezTo>
                  <a:cubicBezTo>
                    <a:pt x="3938" y="1288"/>
                    <a:pt x="3940" y="1288"/>
                    <a:pt x="3941" y="1289"/>
                  </a:cubicBezTo>
                  <a:cubicBezTo>
                    <a:pt x="3949" y="1297"/>
                    <a:pt x="3900" y="1346"/>
                    <a:pt x="3900" y="1346"/>
                  </a:cubicBezTo>
                  <a:cubicBezTo>
                    <a:pt x="3851" y="1387"/>
                    <a:pt x="3876" y="1419"/>
                    <a:pt x="3900" y="1459"/>
                  </a:cubicBezTo>
                  <a:cubicBezTo>
                    <a:pt x="3924" y="1508"/>
                    <a:pt x="3941" y="1541"/>
                    <a:pt x="3884" y="1581"/>
                  </a:cubicBezTo>
                  <a:cubicBezTo>
                    <a:pt x="3835" y="1622"/>
                    <a:pt x="3835" y="1630"/>
                    <a:pt x="3835" y="1630"/>
                  </a:cubicBezTo>
                  <a:cubicBezTo>
                    <a:pt x="3848" y="1623"/>
                    <a:pt x="3859" y="1619"/>
                    <a:pt x="3869" y="1619"/>
                  </a:cubicBezTo>
                  <a:cubicBezTo>
                    <a:pt x="3906" y="1619"/>
                    <a:pt x="3930" y="1660"/>
                    <a:pt x="3949" y="1711"/>
                  </a:cubicBezTo>
                  <a:cubicBezTo>
                    <a:pt x="3969" y="1766"/>
                    <a:pt x="3984" y="1821"/>
                    <a:pt x="4028" y="1821"/>
                  </a:cubicBezTo>
                  <a:cubicBezTo>
                    <a:pt x="4036" y="1821"/>
                    <a:pt x="4045" y="1820"/>
                    <a:pt x="4054" y="1816"/>
                  </a:cubicBezTo>
                  <a:lnTo>
                    <a:pt x="4062" y="1832"/>
                  </a:lnTo>
                  <a:cubicBezTo>
                    <a:pt x="3997" y="1857"/>
                    <a:pt x="3997" y="1873"/>
                    <a:pt x="4005" y="1897"/>
                  </a:cubicBezTo>
                  <a:cubicBezTo>
                    <a:pt x="4070" y="1897"/>
                    <a:pt x="4078" y="1914"/>
                    <a:pt x="4078" y="1914"/>
                  </a:cubicBezTo>
                  <a:cubicBezTo>
                    <a:pt x="4014" y="1930"/>
                    <a:pt x="4014" y="1938"/>
                    <a:pt x="4014" y="1954"/>
                  </a:cubicBezTo>
                  <a:cubicBezTo>
                    <a:pt x="4019" y="1970"/>
                    <a:pt x="4021" y="1979"/>
                    <a:pt x="4039" y="1979"/>
                  </a:cubicBezTo>
                  <a:cubicBezTo>
                    <a:pt x="4049" y="1979"/>
                    <a:pt x="4064" y="1976"/>
                    <a:pt x="4087" y="1970"/>
                  </a:cubicBezTo>
                  <a:lnTo>
                    <a:pt x="4087" y="1970"/>
                  </a:lnTo>
                  <a:cubicBezTo>
                    <a:pt x="4095" y="2019"/>
                    <a:pt x="4070" y="2059"/>
                    <a:pt x="4030" y="2084"/>
                  </a:cubicBezTo>
                  <a:cubicBezTo>
                    <a:pt x="3965" y="2100"/>
                    <a:pt x="4030" y="2100"/>
                    <a:pt x="4095" y="2100"/>
                  </a:cubicBezTo>
                  <a:cubicBezTo>
                    <a:pt x="4116" y="2098"/>
                    <a:pt x="4137" y="2097"/>
                    <a:pt x="4155" y="2097"/>
                  </a:cubicBezTo>
                  <a:cubicBezTo>
                    <a:pt x="4200" y="2097"/>
                    <a:pt x="4232" y="2102"/>
                    <a:pt x="4232" y="2108"/>
                  </a:cubicBezTo>
                  <a:lnTo>
                    <a:pt x="4103" y="2124"/>
                  </a:lnTo>
                  <a:cubicBezTo>
                    <a:pt x="4073" y="2121"/>
                    <a:pt x="4055" y="2119"/>
                    <a:pt x="4044" y="2119"/>
                  </a:cubicBezTo>
                  <a:cubicBezTo>
                    <a:pt x="4030" y="2119"/>
                    <a:pt x="4030" y="2123"/>
                    <a:pt x="4030" y="2132"/>
                  </a:cubicBezTo>
                  <a:lnTo>
                    <a:pt x="4030" y="2149"/>
                  </a:lnTo>
                  <a:cubicBezTo>
                    <a:pt x="4095" y="2157"/>
                    <a:pt x="4095" y="2165"/>
                    <a:pt x="4095" y="2295"/>
                  </a:cubicBezTo>
                  <a:cubicBezTo>
                    <a:pt x="4087" y="2436"/>
                    <a:pt x="4087" y="2482"/>
                    <a:pt x="4144" y="2482"/>
                  </a:cubicBezTo>
                  <a:cubicBezTo>
                    <a:pt x="4148" y="2482"/>
                    <a:pt x="4154" y="2482"/>
                    <a:pt x="4160" y="2481"/>
                  </a:cubicBezTo>
                  <a:cubicBezTo>
                    <a:pt x="4224" y="2481"/>
                    <a:pt x="4224" y="2489"/>
                    <a:pt x="4151" y="2522"/>
                  </a:cubicBezTo>
                  <a:cubicBezTo>
                    <a:pt x="3941" y="2562"/>
                    <a:pt x="3941" y="2554"/>
                    <a:pt x="4005" y="2570"/>
                  </a:cubicBezTo>
                  <a:cubicBezTo>
                    <a:pt x="4020" y="2568"/>
                    <a:pt x="4034" y="2567"/>
                    <a:pt x="4048" y="2567"/>
                  </a:cubicBezTo>
                  <a:cubicBezTo>
                    <a:pt x="4082" y="2567"/>
                    <a:pt x="4115" y="2573"/>
                    <a:pt x="4143" y="2578"/>
                  </a:cubicBezTo>
                  <a:cubicBezTo>
                    <a:pt x="4255" y="2585"/>
                    <a:pt x="4276" y="2597"/>
                    <a:pt x="4207" y="2597"/>
                  </a:cubicBezTo>
                  <a:cubicBezTo>
                    <a:pt x="4191" y="2597"/>
                    <a:pt x="4170" y="2596"/>
                    <a:pt x="4143" y="2595"/>
                  </a:cubicBezTo>
                  <a:cubicBezTo>
                    <a:pt x="4136" y="2594"/>
                    <a:pt x="4129" y="2593"/>
                    <a:pt x="4122" y="2593"/>
                  </a:cubicBezTo>
                  <a:cubicBezTo>
                    <a:pt x="4010" y="2593"/>
                    <a:pt x="4053" y="2718"/>
                    <a:pt x="4176" y="2757"/>
                  </a:cubicBezTo>
                  <a:cubicBezTo>
                    <a:pt x="4159" y="2753"/>
                    <a:pt x="4138" y="2747"/>
                    <a:pt x="4111" y="2740"/>
                  </a:cubicBezTo>
                  <a:cubicBezTo>
                    <a:pt x="4088" y="2735"/>
                    <a:pt x="4072" y="2733"/>
                    <a:pt x="4061" y="2733"/>
                  </a:cubicBezTo>
                  <a:cubicBezTo>
                    <a:pt x="4037" y="2733"/>
                    <a:pt x="4035" y="2745"/>
                    <a:pt x="4030" y="2773"/>
                  </a:cubicBezTo>
                  <a:lnTo>
                    <a:pt x="4022" y="2797"/>
                  </a:lnTo>
                  <a:cubicBezTo>
                    <a:pt x="4120" y="2828"/>
                    <a:pt x="4092" y="2854"/>
                    <a:pt x="4045" y="2854"/>
                  </a:cubicBezTo>
                  <a:cubicBezTo>
                    <a:pt x="4030" y="2854"/>
                    <a:pt x="4013" y="2852"/>
                    <a:pt x="3997" y="2846"/>
                  </a:cubicBezTo>
                  <a:cubicBezTo>
                    <a:pt x="3965" y="2838"/>
                    <a:pt x="3949" y="2834"/>
                    <a:pt x="3940" y="2834"/>
                  </a:cubicBezTo>
                  <a:cubicBezTo>
                    <a:pt x="3930" y="2834"/>
                    <a:pt x="3928" y="2838"/>
                    <a:pt x="3924" y="2846"/>
                  </a:cubicBezTo>
                  <a:cubicBezTo>
                    <a:pt x="4005" y="2898"/>
                    <a:pt x="3988" y="2925"/>
                    <a:pt x="3948" y="2925"/>
                  </a:cubicBezTo>
                  <a:cubicBezTo>
                    <a:pt x="3931" y="2925"/>
                    <a:pt x="3911" y="2920"/>
                    <a:pt x="3892" y="2911"/>
                  </a:cubicBezTo>
                  <a:lnTo>
                    <a:pt x="3884" y="2927"/>
                  </a:lnTo>
                  <a:cubicBezTo>
                    <a:pt x="3941" y="2959"/>
                    <a:pt x="3932" y="2984"/>
                    <a:pt x="3924" y="2992"/>
                  </a:cubicBezTo>
                  <a:cubicBezTo>
                    <a:pt x="3916" y="3016"/>
                    <a:pt x="3908" y="3024"/>
                    <a:pt x="3973" y="3049"/>
                  </a:cubicBezTo>
                  <a:cubicBezTo>
                    <a:pt x="4030" y="3081"/>
                    <a:pt x="4095" y="3113"/>
                    <a:pt x="4087" y="3122"/>
                  </a:cubicBezTo>
                  <a:lnTo>
                    <a:pt x="4030" y="3089"/>
                  </a:lnTo>
                  <a:cubicBezTo>
                    <a:pt x="4008" y="3078"/>
                    <a:pt x="3992" y="3074"/>
                    <a:pt x="3979" y="3074"/>
                  </a:cubicBezTo>
                  <a:cubicBezTo>
                    <a:pt x="3953" y="3074"/>
                    <a:pt x="3941" y="3092"/>
                    <a:pt x="3924" y="3113"/>
                  </a:cubicBezTo>
                  <a:cubicBezTo>
                    <a:pt x="3908" y="3141"/>
                    <a:pt x="3895" y="3161"/>
                    <a:pt x="3869" y="3161"/>
                  </a:cubicBezTo>
                  <a:cubicBezTo>
                    <a:pt x="3856" y="3161"/>
                    <a:pt x="3840" y="3156"/>
                    <a:pt x="3819" y="3146"/>
                  </a:cubicBezTo>
                  <a:lnTo>
                    <a:pt x="3819" y="3146"/>
                  </a:lnTo>
                  <a:lnTo>
                    <a:pt x="3868" y="3195"/>
                  </a:lnTo>
                  <a:cubicBezTo>
                    <a:pt x="3900" y="3222"/>
                    <a:pt x="3911" y="3237"/>
                    <a:pt x="3905" y="3237"/>
                  </a:cubicBezTo>
                  <a:cubicBezTo>
                    <a:pt x="3899" y="3237"/>
                    <a:pt x="3884" y="3228"/>
                    <a:pt x="3860" y="3211"/>
                  </a:cubicBezTo>
                  <a:cubicBezTo>
                    <a:pt x="3842" y="3202"/>
                    <a:pt x="3827" y="3198"/>
                    <a:pt x="3816" y="3198"/>
                  </a:cubicBezTo>
                  <a:cubicBezTo>
                    <a:pt x="3786" y="3198"/>
                    <a:pt x="3781" y="3226"/>
                    <a:pt x="3811" y="3267"/>
                  </a:cubicBezTo>
                  <a:lnTo>
                    <a:pt x="3795" y="3284"/>
                  </a:lnTo>
                  <a:cubicBezTo>
                    <a:pt x="3748" y="3250"/>
                    <a:pt x="3718" y="3235"/>
                    <a:pt x="3705" y="3235"/>
                  </a:cubicBezTo>
                  <a:cubicBezTo>
                    <a:pt x="3687" y="3235"/>
                    <a:pt x="3705" y="3267"/>
                    <a:pt x="3762" y="3324"/>
                  </a:cubicBezTo>
                  <a:cubicBezTo>
                    <a:pt x="3727" y="3294"/>
                    <a:pt x="3710" y="3286"/>
                    <a:pt x="3701" y="3286"/>
                  </a:cubicBezTo>
                  <a:cubicBezTo>
                    <a:pt x="3695" y="3286"/>
                    <a:pt x="3692" y="3289"/>
                    <a:pt x="3689" y="3292"/>
                  </a:cubicBezTo>
                  <a:cubicBezTo>
                    <a:pt x="3710" y="3333"/>
                    <a:pt x="3708" y="3358"/>
                    <a:pt x="3690" y="3358"/>
                  </a:cubicBezTo>
                  <a:cubicBezTo>
                    <a:pt x="3681" y="3358"/>
                    <a:pt x="3666" y="3350"/>
                    <a:pt x="3649" y="3332"/>
                  </a:cubicBezTo>
                  <a:lnTo>
                    <a:pt x="3649" y="3332"/>
                  </a:lnTo>
                  <a:cubicBezTo>
                    <a:pt x="3689" y="3389"/>
                    <a:pt x="3689" y="3397"/>
                    <a:pt x="3681" y="3397"/>
                  </a:cubicBezTo>
                  <a:cubicBezTo>
                    <a:pt x="3673" y="3405"/>
                    <a:pt x="3665" y="3405"/>
                    <a:pt x="3705" y="3462"/>
                  </a:cubicBezTo>
                  <a:cubicBezTo>
                    <a:pt x="3746" y="3519"/>
                    <a:pt x="3738" y="3527"/>
                    <a:pt x="3738" y="3527"/>
                  </a:cubicBezTo>
                  <a:cubicBezTo>
                    <a:pt x="3737" y="3527"/>
                    <a:pt x="3737" y="3528"/>
                    <a:pt x="3736" y="3528"/>
                  </a:cubicBezTo>
                  <a:cubicBezTo>
                    <a:pt x="3726" y="3528"/>
                    <a:pt x="3695" y="3467"/>
                    <a:pt x="3657" y="3413"/>
                  </a:cubicBezTo>
                  <a:cubicBezTo>
                    <a:pt x="3642" y="3393"/>
                    <a:pt x="3631" y="3382"/>
                    <a:pt x="3627" y="3382"/>
                  </a:cubicBezTo>
                  <a:lnTo>
                    <a:pt x="3627" y="3382"/>
                  </a:lnTo>
                  <a:cubicBezTo>
                    <a:pt x="3620" y="3382"/>
                    <a:pt x="3632" y="3414"/>
                    <a:pt x="3673" y="3486"/>
                  </a:cubicBezTo>
                  <a:cubicBezTo>
                    <a:pt x="3706" y="3548"/>
                    <a:pt x="3722" y="3579"/>
                    <a:pt x="3721" y="3579"/>
                  </a:cubicBezTo>
                  <a:cubicBezTo>
                    <a:pt x="3719" y="3579"/>
                    <a:pt x="3701" y="3550"/>
                    <a:pt x="3665" y="3495"/>
                  </a:cubicBezTo>
                  <a:cubicBezTo>
                    <a:pt x="3642" y="3454"/>
                    <a:pt x="3615" y="3414"/>
                    <a:pt x="3613" y="3414"/>
                  </a:cubicBezTo>
                  <a:lnTo>
                    <a:pt x="3613" y="3414"/>
                  </a:lnTo>
                  <a:cubicBezTo>
                    <a:pt x="3612" y="3414"/>
                    <a:pt x="3615" y="3421"/>
                    <a:pt x="3624" y="3438"/>
                  </a:cubicBezTo>
                  <a:cubicBezTo>
                    <a:pt x="3624" y="3438"/>
                    <a:pt x="3608" y="3446"/>
                    <a:pt x="3657" y="3503"/>
                  </a:cubicBezTo>
                  <a:lnTo>
                    <a:pt x="3633" y="3519"/>
                  </a:lnTo>
                  <a:cubicBezTo>
                    <a:pt x="3592" y="3484"/>
                    <a:pt x="3576" y="3474"/>
                    <a:pt x="3571" y="3474"/>
                  </a:cubicBezTo>
                  <a:cubicBezTo>
                    <a:pt x="3568" y="3474"/>
                    <a:pt x="3568" y="3476"/>
                    <a:pt x="3568" y="3478"/>
                  </a:cubicBezTo>
                  <a:cubicBezTo>
                    <a:pt x="3580" y="3512"/>
                    <a:pt x="3586" y="3528"/>
                    <a:pt x="3584" y="3528"/>
                  </a:cubicBezTo>
                  <a:cubicBezTo>
                    <a:pt x="3581" y="3528"/>
                    <a:pt x="3571" y="3514"/>
                    <a:pt x="3551" y="3486"/>
                  </a:cubicBezTo>
                  <a:cubicBezTo>
                    <a:pt x="3535" y="3463"/>
                    <a:pt x="3524" y="3450"/>
                    <a:pt x="3521" y="3450"/>
                  </a:cubicBezTo>
                  <a:lnTo>
                    <a:pt x="3521" y="3450"/>
                  </a:lnTo>
                  <a:cubicBezTo>
                    <a:pt x="3518" y="3450"/>
                    <a:pt x="3532" y="3479"/>
                    <a:pt x="3576" y="3551"/>
                  </a:cubicBezTo>
                  <a:cubicBezTo>
                    <a:pt x="3593" y="3582"/>
                    <a:pt x="3599" y="3598"/>
                    <a:pt x="3593" y="3598"/>
                  </a:cubicBezTo>
                  <a:cubicBezTo>
                    <a:pt x="3588" y="3598"/>
                    <a:pt x="3574" y="3586"/>
                    <a:pt x="3551" y="3559"/>
                  </a:cubicBezTo>
                  <a:cubicBezTo>
                    <a:pt x="3513" y="3493"/>
                    <a:pt x="3495" y="3465"/>
                    <a:pt x="3493" y="3465"/>
                  </a:cubicBezTo>
                  <a:lnTo>
                    <a:pt x="3493" y="3465"/>
                  </a:lnTo>
                  <a:cubicBezTo>
                    <a:pt x="3491" y="3465"/>
                    <a:pt x="3497" y="3479"/>
                    <a:pt x="3511" y="3503"/>
                  </a:cubicBezTo>
                  <a:cubicBezTo>
                    <a:pt x="3543" y="3567"/>
                    <a:pt x="3527" y="3576"/>
                    <a:pt x="3527" y="3576"/>
                  </a:cubicBezTo>
                  <a:cubicBezTo>
                    <a:pt x="3514" y="3550"/>
                    <a:pt x="3496" y="3541"/>
                    <a:pt x="3474" y="3541"/>
                  </a:cubicBezTo>
                  <a:cubicBezTo>
                    <a:pt x="3440" y="3541"/>
                    <a:pt x="3397" y="3561"/>
                    <a:pt x="3349" y="3576"/>
                  </a:cubicBezTo>
                  <a:cubicBezTo>
                    <a:pt x="3349" y="3624"/>
                    <a:pt x="3357" y="3665"/>
                    <a:pt x="3373" y="3705"/>
                  </a:cubicBezTo>
                  <a:cubicBezTo>
                    <a:pt x="3394" y="3761"/>
                    <a:pt x="3401" y="3781"/>
                    <a:pt x="3400" y="3781"/>
                  </a:cubicBezTo>
                  <a:cubicBezTo>
                    <a:pt x="3399" y="3781"/>
                    <a:pt x="3383" y="3746"/>
                    <a:pt x="3365" y="3713"/>
                  </a:cubicBezTo>
                  <a:cubicBezTo>
                    <a:pt x="3325" y="3617"/>
                    <a:pt x="3301" y="3571"/>
                    <a:pt x="3295" y="3571"/>
                  </a:cubicBezTo>
                  <a:lnTo>
                    <a:pt x="3295" y="3571"/>
                  </a:lnTo>
                  <a:cubicBezTo>
                    <a:pt x="3290" y="3571"/>
                    <a:pt x="3304" y="3619"/>
                    <a:pt x="3341" y="3713"/>
                  </a:cubicBezTo>
                  <a:cubicBezTo>
                    <a:pt x="3369" y="3779"/>
                    <a:pt x="3384" y="3812"/>
                    <a:pt x="3382" y="3812"/>
                  </a:cubicBezTo>
                  <a:cubicBezTo>
                    <a:pt x="3381" y="3812"/>
                    <a:pt x="3364" y="3781"/>
                    <a:pt x="3333" y="3722"/>
                  </a:cubicBezTo>
                  <a:cubicBezTo>
                    <a:pt x="3317" y="3690"/>
                    <a:pt x="3309" y="3674"/>
                    <a:pt x="3306" y="3674"/>
                  </a:cubicBezTo>
                  <a:lnTo>
                    <a:pt x="3306" y="3674"/>
                  </a:lnTo>
                  <a:cubicBezTo>
                    <a:pt x="3304" y="3674"/>
                    <a:pt x="3308" y="3692"/>
                    <a:pt x="3316" y="3730"/>
                  </a:cubicBezTo>
                  <a:cubicBezTo>
                    <a:pt x="3324" y="3762"/>
                    <a:pt x="3326" y="3778"/>
                    <a:pt x="3323" y="3778"/>
                  </a:cubicBezTo>
                  <a:cubicBezTo>
                    <a:pt x="3320" y="3778"/>
                    <a:pt x="3312" y="3762"/>
                    <a:pt x="3300" y="3730"/>
                  </a:cubicBezTo>
                  <a:cubicBezTo>
                    <a:pt x="3283" y="3684"/>
                    <a:pt x="3262" y="3638"/>
                    <a:pt x="3256" y="3638"/>
                  </a:cubicBezTo>
                  <a:lnTo>
                    <a:pt x="3256" y="3638"/>
                  </a:lnTo>
                  <a:cubicBezTo>
                    <a:pt x="3254" y="3638"/>
                    <a:pt x="3255" y="3646"/>
                    <a:pt x="3260" y="3665"/>
                  </a:cubicBezTo>
                  <a:cubicBezTo>
                    <a:pt x="3260" y="3665"/>
                    <a:pt x="3259" y="3665"/>
                    <a:pt x="3259" y="3665"/>
                  </a:cubicBezTo>
                  <a:cubicBezTo>
                    <a:pt x="3256" y="3665"/>
                    <a:pt x="3247" y="3660"/>
                    <a:pt x="3227" y="3608"/>
                  </a:cubicBezTo>
                  <a:cubicBezTo>
                    <a:pt x="3218" y="3589"/>
                    <a:pt x="3212" y="3581"/>
                    <a:pt x="3208" y="3581"/>
                  </a:cubicBezTo>
                  <a:lnTo>
                    <a:pt x="3208" y="3581"/>
                  </a:lnTo>
                  <a:cubicBezTo>
                    <a:pt x="3199" y="3581"/>
                    <a:pt x="3205" y="3629"/>
                    <a:pt x="3211" y="3681"/>
                  </a:cubicBezTo>
                  <a:cubicBezTo>
                    <a:pt x="3211" y="3751"/>
                    <a:pt x="3209" y="3785"/>
                    <a:pt x="3204" y="3785"/>
                  </a:cubicBezTo>
                  <a:cubicBezTo>
                    <a:pt x="3198" y="3785"/>
                    <a:pt x="3190" y="3753"/>
                    <a:pt x="3178" y="3689"/>
                  </a:cubicBezTo>
                  <a:cubicBezTo>
                    <a:pt x="3169" y="3637"/>
                    <a:pt x="3159" y="3615"/>
                    <a:pt x="3151" y="3615"/>
                  </a:cubicBezTo>
                  <a:cubicBezTo>
                    <a:pt x="3137" y="3615"/>
                    <a:pt x="3128" y="3676"/>
                    <a:pt x="3138" y="3762"/>
                  </a:cubicBezTo>
                  <a:cubicBezTo>
                    <a:pt x="3148" y="3844"/>
                    <a:pt x="3151" y="3877"/>
                    <a:pt x="3150" y="3877"/>
                  </a:cubicBezTo>
                  <a:cubicBezTo>
                    <a:pt x="3148" y="3877"/>
                    <a:pt x="3145" y="3861"/>
                    <a:pt x="3138" y="3835"/>
                  </a:cubicBezTo>
                  <a:cubicBezTo>
                    <a:pt x="3130" y="3762"/>
                    <a:pt x="3114" y="3762"/>
                    <a:pt x="3114" y="3762"/>
                  </a:cubicBezTo>
                  <a:cubicBezTo>
                    <a:pt x="3111" y="3764"/>
                    <a:pt x="3109" y="3766"/>
                    <a:pt x="3107" y="3766"/>
                  </a:cubicBezTo>
                  <a:cubicBezTo>
                    <a:pt x="3101" y="3766"/>
                    <a:pt x="3093" y="3753"/>
                    <a:pt x="3081" y="3705"/>
                  </a:cubicBezTo>
                  <a:cubicBezTo>
                    <a:pt x="3081" y="3705"/>
                    <a:pt x="3073" y="3705"/>
                    <a:pt x="3057" y="3770"/>
                  </a:cubicBezTo>
                  <a:cubicBezTo>
                    <a:pt x="3057" y="3824"/>
                    <a:pt x="3049" y="3847"/>
                    <a:pt x="3039" y="3847"/>
                  </a:cubicBezTo>
                  <a:cubicBezTo>
                    <a:pt x="3022" y="3847"/>
                    <a:pt x="2999" y="3792"/>
                    <a:pt x="2984" y="3713"/>
                  </a:cubicBezTo>
                  <a:lnTo>
                    <a:pt x="2968" y="3778"/>
                  </a:lnTo>
                  <a:cubicBezTo>
                    <a:pt x="2968" y="3864"/>
                    <a:pt x="2968" y="3925"/>
                    <a:pt x="2964" y="3925"/>
                  </a:cubicBezTo>
                  <a:cubicBezTo>
                    <a:pt x="2961" y="3925"/>
                    <a:pt x="2958" y="3903"/>
                    <a:pt x="2951" y="3851"/>
                  </a:cubicBezTo>
                  <a:cubicBezTo>
                    <a:pt x="2946" y="3806"/>
                    <a:pt x="2940" y="3756"/>
                    <a:pt x="2940" y="3756"/>
                  </a:cubicBezTo>
                  <a:lnTo>
                    <a:pt x="2940" y="3756"/>
                  </a:lnTo>
                  <a:cubicBezTo>
                    <a:pt x="2940" y="3756"/>
                    <a:pt x="2941" y="3765"/>
                    <a:pt x="2943" y="3786"/>
                  </a:cubicBezTo>
                  <a:cubicBezTo>
                    <a:pt x="2943" y="3835"/>
                    <a:pt x="2935" y="3857"/>
                    <a:pt x="2925" y="3857"/>
                  </a:cubicBezTo>
                  <a:cubicBezTo>
                    <a:pt x="2907" y="3857"/>
                    <a:pt x="2884" y="3799"/>
                    <a:pt x="2878" y="3713"/>
                  </a:cubicBezTo>
                  <a:cubicBezTo>
                    <a:pt x="2878" y="3649"/>
                    <a:pt x="2878" y="3649"/>
                    <a:pt x="2862" y="3649"/>
                  </a:cubicBezTo>
                  <a:lnTo>
                    <a:pt x="2870" y="3722"/>
                  </a:lnTo>
                  <a:cubicBezTo>
                    <a:pt x="2870" y="3786"/>
                    <a:pt x="2878" y="3851"/>
                    <a:pt x="2862" y="3851"/>
                  </a:cubicBezTo>
                  <a:cubicBezTo>
                    <a:pt x="2854" y="3851"/>
                    <a:pt x="2838" y="3851"/>
                    <a:pt x="2838" y="3786"/>
                  </a:cubicBezTo>
                  <a:cubicBezTo>
                    <a:pt x="2826" y="3739"/>
                    <a:pt x="2823" y="3688"/>
                    <a:pt x="2822" y="3688"/>
                  </a:cubicBezTo>
                  <a:cubicBezTo>
                    <a:pt x="2822" y="3688"/>
                    <a:pt x="2822" y="3696"/>
                    <a:pt x="2822" y="3713"/>
                  </a:cubicBezTo>
                  <a:cubicBezTo>
                    <a:pt x="2822" y="3713"/>
                    <a:pt x="2814" y="3713"/>
                    <a:pt x="2806" y="3649"/>
                  </a:cubicBezTo>
                  <a:lnTo>
                    <a:pt x="2781" y="3649"/>
                  </a:lnTo>
                  <a:cubicBezTo>
                    <a:pt x="2777" y="3680"/>
                    <a:pt x="2771" y="3696"/>
                    <a:pt x="2767" y="3696"/>
                  </a:cubicBezTo>
                  <a:cubicBezTo>
                    <a:pt x="2763" y="3696"/>
                    <a:pt x="2761" y="3678"/>
                    <a:pt x="2765" y="3640"/>
                  </a:cubicBezTo>
                  <a:lnTo>
                    <a:pt x="2765" y="3640"/>
                  </a:lnTo>
                  <a:cubicBezTo>
                    <a:pt x="2765" y="3640"/>
                    <a:pt x="2749" y="3641"/>
                    <a:pt x="2733" y="3705"/>
                  </a:cubicBezTo>
                  <a:cubicBezTo>
                    <a:pt x="2716" y="3705"/>
                    <a:pt x="2708" y="3705"/>
                    <a:pt x="2716" y="3632"/>
                  </a:cubicBezTo>
                  <a:lnTo>
                    <a:pt x="2716" y="3632"/>
                  </a:lnTo>
                  <a:cubicBezTo>
                    <a:pt x="2704" y="3687"/>
                    <a:pt x="2697" y="3701"/>
                    <a:pt x="2690" y="3701"/>
                  </a:cubicBezTo>
                  <a:cubicBezTo>
                    <a:pt x="2688" y="3701"/>
                    <a:pt x="2686" y="3699"/>
                    <a:pt x="2684" y="3697"/>
                  </a:cubicBezTo>
                  <a:lnTo>
                    <a:pt x="2668" y="3697"/>
                  </a:lnTo>
                  <a:cubicBezTo>
                    <a:pt x="2660" y="3762"/>
                    <a:pt x="2660" y="3762"/>
                    <a:pt x="2651" y="3762"/>
                  </a:cubicBezTo>
                  <a:cubicBezTo>
                    <a:pt x="2643" y="3754"/>
                    <a:pt x="2627" y="3681"/>
                    <a:pt x="2619" y="3681"/>
                  </a:cubicBezTo>
                  <a:cubicBezTo>
                    <a:pt x="2613" y="3679"/>
                    <a:pt x="2608" y="3677"/>
                    <a:pt x="2605" y="3677"/>
                  </a:cubicBezTo>
                  <a:cubicBezTo>
                    <a:pt x="2594" y="3677"/>
                    <a:pt x="2593" y="3691"/>
                    <a:pt x="2587" y="3746"/>
                  </a:cubicBezTo>
                  <a:cubicBezTo>
                    <a:pt x="2592" y="3746"/>
                    <a:pt x="2587" y="3772"/>
                    <a:pt x="2583" y="3772"/>
                  </a:cubicBezTo>
                  <a:cubicBezTo>
                    <a:pt x="2581" y="3772"/>
                    <a:pt x="2578" y="3764"/>
                    <a:pt x="2578" y="3738"/>
                  </a:cubicBezTo>
                  <a:cubicBezTo>
                    <a:pt x="2570" y="3738"/>
                    <a:pt x="2554" y="3657"/>
                    <a:pt x="2530" y="3649"/>
                  </a:cubicBezTo>
                  <a:cubicBezTo>
                    <a:pt x="2521" y="3646"/>
                    <a:pt x="2515" y="3645"/>
                    <a:pt x="2510" y="3645"/>
                  </a:cubicBezTo>
                  <a:cubicBezTo>
                    <a:pt x="2496" y="3645"/>
                    <a:pt x="2491" y="3657"/>
                    <a:pt x="2473" y="3705"/>
                  </a:cubicBezTo>
                  <a:cubicBezTo>
                    <a:pt x="2457" y="3768"/>
                    <a:pt x="2445" y="3799"/>
                    <a:pt x="2442" y="3799"/>
                  </a:cubicBezTo>
                  <a:cubicBezTo>
                    <a:pt x="2438" y="3799"/>
                    <a:pt x="2444" y="3764"/>
                    <a:pt x="2465" y="3697"/>
                  </a:cubicBezTo>
                  <a:cubicBezTo>
                    <a:pt x="2479" y="3615"/>
                    <a:pt x="2482" y="3582"/>
                    <a:pt x="2477" y="3582"/>
                  </a:cubicBezTo>
                  <a:lnTo>
                    <a:pt x="2477" y="3582"/>
                  </a:lnTo>
                  <a:cubicBezTo>
                    <a:pt x="2474" y="3582"/>
                    <a:pt x="2467" y="3598"/>
                    <a:pt x="2457" y="3624"/>
                  </a:cubicBezTo>
                  <a:cubicBezTo>
                    <a:pt x="2424" y="3681"/>
                    <a:pt x="2424" y="3681"/>
                    <a:pt x="2416" y="3681"/>
                  </a:cubicBezTo>
                  <a:cubicBezTo>
                    <a:pt x="2430" y="3645"/>
                    <a:pt x="2433" y="3627"/>
                    <a:pt x="2426" y="3627"/>
                  </a:cubicBezTo>
                  <a:lnTo>
                    <a:pt x="2426" y="3627"/>
                  </a:lnTo>
                  <a:cubicBezTo>
                    <a:pt x="2419" y="3627"/>
                    <a:pt x="2406" y="3639"/>
                    <a:pt x="2384" y="3665"/>
                  </a:cubicBezTo>
                  <a:cubicBezTo>
                    <a:pt x="2376" y="3657"/>
                    <a:pt x="2376" y="3657"/>
                    <a:pt x="2408" y="3600"/>
                  </a:cubicBezTo>
                  <a:lnTo>
                    <a:pt x="2384" y="3592"/>
                  </a:lnTo>
                  <a:cubicBezTo>
                    <a:pt x="2360" y="3630"/>
                    <a:pt x="2341" y="3644"/>
                    <a:pt x="2327" y="3644"/>
                  </a:cubicBezTo>
                  <a:cubicBezTo>
                    <a:pt x="2300" y="3644"/>
                    <a:pt x="2295" y="3586"/>
                    <a:pt x="2311" y="3543"/>
                  </a:cubicBezTo>
                  <a:lnTo>
                    <a:pt x="2311" y="3543"/>
                  </a:lnTo>
                  <a:cubicBezTo>
                    <a:pt x="2311" y="3543"/>
                    <a:pt x="2303" y="3543"/>
                    <a:pt x="2254" y="3592"/>
                  </a:cubicBezTo>
                  <a:cubicBezTo>
                    <a:pt x="2218" y="3648"/>
                    <a:pt x="2198" y="3676"/>
                    <a:pt x="2195" y="3676"/>
                  </a:cubicBezTo>
                  <a:cubicBezTo>
                    <a:pt x="2191" y="3676"/>
                    <a:pt x="2205" y="3646"/>
                    <a:pt x="2238" y="3584"/>
                  </a:cubicBezTo>
                  <a:cubicBezTo>
                    <a:pt x="2271" y="3522"/>
                    <a:pt x="2289" y="3491"/>
                    <a:pt x="2289" y="3491"/>
                  </a:cubicBezTo>
                  <a:lnTo>
                    <a:pt x="2289" y="3491"/>
                  </a:lnTo>
                  <a:cubicBezTo>
                    <a:pt x="2288" y="3491"/>
                    <a:pt x="2270" y="3520"/>
                    <a:pt x="2230" y="3576"/>
                  </a:cubicBezTo>
                  <a:cubicBezTo>
                    <a:pt x="2217" y="3594"/>
                    <a:pt x="2202" y="3603"/>
                    <a:pt x="2192" y="3603"/>
                  </a:cubicBezTo>
                  <a:cubicBezTo>
                    <a:pt x="2171" y="3603"/>
                    <a:pt x="2167" y="3565"/>
                    <a:pt x="2222" y="3495"/>
                  </a:cubicBezTo>
                  <a:lnTo>
                    <a:pt x="2295" y="3373"/>
                  </a:lnTo>
                  <a:lnTo>
                    <a:pt x="2295" y="3373"/>
                  </a:lnTo>
                  <a:cubicBezTo>
                    <a:pt x="2263" y="3417"/>
                    <a:pt x="2251" y="3422"/>
                    <a:pt x="2248" y="3422"/>
                  </a:cubicBezTo>
                  <a:cubicBezTo>
                    <a:pt x="2246" y="3422"/>
                    <a:pt x="2246" y="3422"/>
                    <a:pt x="2246" y="3422"/>
                  </a:cubicBezTo>
                  <a:cubicBezTo>
                    <a:pt x="2222" y="3455"/>
                    <a:pt x="2210" y="3466"/>
                    <a:pt x="2198" y="3466"/>
                  </a:cubicBezTo>
                  <a:cubicBezTo>
                    <a:pt x="2190" y="3466"/>
                    <a:pt x="2183" y="3461"/>
                    <a:pt x="2173" y="3454"/>
                  </a:cubicBezTo>
                  <a:cubicBezTo>
                    <a:pt x="2171" y="3453"/>
                    <a:pt x="2169" y="3453"/>
                    <a:pt x="2166" y="3453"/>
                  </a:cubicBezTo>
                  <a:cubicBezTo>
                    <a:pt x="2148" y="3453"/>
                    <a:pt x="2113" y="3467"/>
                    <a:pt x="2091" y="3467"/>
                  </a:cubicBezTo>
                  <a:cubicBezTo>
                    <a:pt x="2085" y="3467"/>
                    <a:pt x="2079" y="3465"/>
                    <a:pt x="2076" y="3462"/>
                  </a:cubicBezTo>
                  <a:cubicBezTo>
                    <a:pt x="2060" y="3446"/>
                    <a:pt x="2035" y="3430"/>
                    <a:pt x="2076" y="3373"/>
                  </a:cubicBezTo>
                  <a:cubicBezTo>
                    <a:pt x="2073" y="3370"/>
                    <a:pt x="2069" y="3366"/>
                    <a:pt x="2063" y="3366"/>
                  </a:cubicBezTo>
                  <a:cubicBezTo>
                    <a:pt x="2053" y="3366"/>
                    <a:pt x="2036" y="3373"/>
                    <a:pt x="2003" y="3397"/>
                  </a:cubicBezTo>
                  <a:cubicBezTo>
                    <a:pt x="1982" y="3418"/>
                    <a:pt x="1968" y="3427"/>
                    <a:pt x="1961" y="3427"/>
                  </a:cubicBezTo>
                  <a:cubicBezTo>
                    <a:pt x="1952" y="3427"/>
                    <a:pt x="1958" y="3409"/>
                    <a:pt x="1987" y="3381"/>
                  </a:cubicBezTo>
                  <a:lnTo>
                    <a:pt x="1979" y="3373"/>
                  </a:lnTo>
                  <a:cubicBezTo>
                    <a:pt x="1941" y="3395"/>
                    <a:pt x="1924" y="3398"/>
                    <a:pt x="1918" y="3398"/>
                  </a:cubicBezTo>
                  <a:cubicBezTo>
                    <a:pt x="1915" y="3398"/>
                    <a:pt x="1914" y="3397"/>
                    <a:pt x="1914" y="3397"/>
                  </a:cubicBezTo>
                  <a:cubicBezTo>
                    <a:pt x="1950" y="3361"/>
                    <a:pt x="1981" y="3325"/>
                    <a:pt x="1972" y="3325"/>
                  </a:cubicBezTo>
                  <a:lnTo>
                    <a:pt x="1972" y="3325"/>
                  </a:lnTo>
                  <a:cubicBezTo>
                    <a:pt x="1969" y="3325"/>
                    <a:pt x="1961" y="3330"/>
                    <a:pt x="1946" y="3340"/>
                  </a:cubicBezTo>
                  <a:cubicBezTo>
                    <a:pt x="1919" y="3368"/>
                    <a:pt x="1907" y="3377"/>
                    <a:pt x="1898" y="3377"/>
                  </a:cubicBezTo>
                  <a:cubicBezTo>
                    <a:pt x="1892" y="3377"/>
                    <a:pt x="1888" y="3372"/>
                    <a:pt x="1881" y="3365"/>
                  </a:cubicBezTo>
                  <a:cubicBezTo>
                    <a:pt x="1913" y="3310"/>
                    <a:pt x="1761" y="3056"/>
                    <a:pt x="1700" y="3056"/>
                  </a:cubicBezTo>
                  <a:cubicBezTo>
                    <a:pt x="1698" y="3056"/>
                    <a:pt x="1696" y="3056"/>
                    <a:pt x="1695" y="3057"/>
                  </a:cubicBezTo>
                  <a:lnTo>
                    <a:pt x="1687" y="3032"/>
                  </a:lnTo>
                  <a:cubicBezTo>
                    <a:pt x="1679" y="3016"/>
                    <a:pt x="1670" y="3000"/>
                    <a:pt x="1670" y="3000"/>
                  </a:cubicBezTo>
                  <a:cubicBezTo>
                    <a:pt x="1800" y="2943"/>
                    <a:pt x="1719" y="2927"/>
                    <a:pt x="1646" y="2919"/>
                  </a:cubicBezTo>
                  <a:cubicBezTo>
                    <a:pt x="1621" y="2925"/>
                    <a:pt x="1605" y="2928"/>
                    <a:pt x="1594" y="2928"/>
                  </a:cubicBezTo>
                  <a:cubicBezTo>
                    <a:pt x="1576" y="2928"/>
                    <a:pt x="1573" y="2921"/>
                    <a:pt x="1573" y="2911"/>
                  </a:cubicBezTo>
                  <a:cubicBezTo>
                    <a:pt x="1703" y="2870"/>
                    <a:pt x="1695" y="2838"/>
                    <a:pt x="1622" y="2838"/>
                  </a:cubicBezTo>
                  <a:cubicBezTo>
                    <a:pt x="1568" y="2851"/>
                    <a:pt x="1535" y="2858"/>
                    <a:pt x="1524" y="2858"/>
                  </a:cubicBezTo>
                  <a:cubicBezTo>
                    <a:pt x="1509" y="2858"/>
                    <a:pt x="1538" y="2845"/>
                    <a:pt x="1614" y="2822"/>
                  </a:cubicBezTo>
                  <a:cubicBezTo>
                    <a:pt x="1701" y="2796"/>
                    <a:pt x="1730" y="2780"/>
                    <a:pt x="1688" y="2780"/>
                  </a:cubicBezTo>
                  <a:cubicBezTo>
                    <a:pt x="1663" y="2780"/>
                    <a:pt x="1615" y="2785"/>
                    <a:pt x="1541" y="2797"/>
                  </a:cubicBezTo>
                  <a:cubicBezTo>
                    <a:pt x="1517" y="2800"/>
                    <a:pt x="1502" y="2802"/>
                    <a:pt x="1496" y="2802"/>
                  </a:cubicBezTo>
                  <a:cubicBezTo>
                    <a:pt x="1485" y="2802"/>
                    <a:pt x="1500" y="2796"/>
                    <a:pt x="1541" y="2781"/>
                  </a:cubicBezTo>
                  <a:cubicBezTo>
                    <a:pt x="1631" y="2747"/>
                    <a:pt x="1659" y="2733"/>
                    <a:pt x="1642" y="2733"/>
                  </a:cubicBezTo>
                  <a:cubicBezTo>
                    <a:pt x="1635" y="2733"/>
                    <a:pt x="1620" y="2736"/>
                    <a:pt x="1597" y="2740"/>
                  </a:cubicBezTo>
                  <a:cubicBezTo>
                    <a:pt x="1556" y="2748"/>
                    <a:pt x="1527" y="2752"/>
                    <a:pt x="1511" y="2752"/>
                  </a:cubicBezTo>
                  <a:cubicBezTo>
                    <a:pt x="1478" y="2752"/>
                    <a:pt x="1504" y="2736"/>
                    <a:pt x="1597" y="2708"/>
                  </a:cubicBezTo>
                  <a:cubicBezTo>
                    <a:pt x="1671" y="2681"/>
                    <a:pt x="1703" y="2671"/>
                    <a:pt x="1692" y="2671"/>
                  </a:cubicBezTo>
                  <a:cubicBezTo>
                    <a:pt x="1683" y="2671"/>
                    <a:pt x="1649" y="2677"/>
                    <a:pt x="1589" y="2684"/>
                  </a:cubicBezTo>
                  <a:cubicBezTo>
                    <a:pt x="1571" y="2686"/>
                    <a:pt x="1554" y="2687"/>
                    <a:pt x="1541" y="2687"/>
                  </a:cubicBezTo>
                  <a:cubicBezTo>
                    <a:pt x="1454" y="2687"/>
                    <a:pt x="1469" y="2647"/>
                    <a:pt x="1581" y="2619"/>
                  </a:cubicBezTo>
                  <a:cubicBezTo>
                    <a:pt x="1581" y="2612"/>
                    <a:pt x="1629" y="2600"/>
                    <a:pt x="1609" y="2600"/>
                  </a:cubicBezTo>
                  <a:cubicBezTo>
                    <a:pt x="1604" y="2600"/>
                    <a:pt x="1595" y="2601"/>
                    <a:pt x="1581" y="2603"/>
                  </a:cubicBezTo>
                  <a:lnTo>
                    <a:pt x="1646" y="2586"/>
                  </a:lnTo>
                  <a:lnTo>
                    <a:pt x="1646" y="2570"/>
                  </a:lnTo>
                  <a:lnTo>
                    <a:pt x="1581" y="2570"/>
                  </a:lnTo>
                  <a:cubicBezTo>
                    <a:pt x="1581" y="2554"/>
                    <a:pt x="1646" y="2522"/>
                    <a:pt x="1646" y="2424"/>
                  </a:cubicBezTo>
                  <a:cubicBezTo>
                    <a:pt x="1653" y="2272"/>
                    <a:pt x="1654" y="2226"/>
                    <a:pt x="1614" y="2226"/>
                  </a:cubicBezTo>
                  <a:cubicBezTo>
                    <a:pt x="1607" y="2226"/>
                    <a:pt x="1599" y="2227"/>
                    <a:pt x="1589" y="2230"/>
                  </a:cubicBezTo>
                  <a:cubicBezTo>
                    <a:pt x="1563" y="2233"/>
                    <a:pt x="1542" y="2234"/>
                    <a:pt x="1525" y="2234"/>
                  </a:cubicBezTo>
                  <a:cubicBezTo>
                    <a:pt x="1457" y="2234"/>
                    <a:pt x="1478" y="2210"/>
                    <a:pt x="1589" y="2197"/>
                  </a:cubicBezTo>
                  <a:cubicBezTo>
                    <a:pt x="1589" y="2189"/>
                    <a:pt x="1662" y="2173"/>
                    <a:pt x="1662" y="2157"/>
                  </a:cubicBezTo>
                  <a:cubicBezTo>
                    <a:pt x="1662" y="2143"/>
                    <a:pt x="1662" y="2123"/>
                    <a:pt x="1709" y="2123"/>
                  </a:cubicBezTo>
                  <a:cubicBezTo>
                    <a:pt x="1717" y="2123"/>
                    <a:pt x="1725" y="2123"/>
                    <a:pt x="1735" y="2124"/>
                  </a:cubicBezTo>
                  <a:lnTo>
                    <a:pt x="1735" y="2116"/>
                  </a:lnTo>
                  <a:cubicBezTo>
                    <a:pt x="1597" y="2092"/>
                    <a:pt x="1614" y="2027"/>
                    <a:pt x="1687" y="2011"/>
                  </a:cubicBezTo>
                  <a:cubicBezTo>
                    <a:pt x="1687" y="1995"/>
                    <a:pt x="1687" y="1986"/>
                    <a:pt x="1630" y="1954"/>
                  </a:cubicBezTo>
                  <a:cubicBezTo>
                    <a:pt x="1587" y="1932"/>
                    <a:pt x="1572" y="1925"/>
                    <a:pt x="1589" y="1925"/>
                  </a:cubicBezTo>
                  <a:cubicBezTo>
                    <a:pt x="1597" y="1925"/>
                    <a:pt x="1614" y="1927"/>
                    <a:pt x="1638" y="1930"/>
                  </a:cubicBezTo>
                  <a:cubicBezTo>
                    <a:pt x="1650" y="1933"/>
                    <a:pt x="1662" y="1934"/>
                    <a:pt x="1673" y="1934"/>
                  </a:cubicBezTo>
                  <a:cubicBezTo>
                    <a:pt x="1725" y="1934"/>
                    <a:pt x="1761" y="1906"/>
                    <a:pt x="1654" y="1873"/>
                  </a:cubicBezTo>
                  <a:lnTo>
                    <a:pt x="1654" y="1873"/>
                  </a:lnTo>
                  <a:lnTo>
                    <a:pt x="1719" y="1889"/>
                  </a:lnTo>
                  <a:cubicBezTo>
                    <a:pt x="1729" y="1890"/>
                    <a:pt x="1736" y="1891"/>
                    <a:pt x="1741" y="1891"/>
                  </a:cubicBezTo>
                  <a:cubicBezTo>
                    <a:pt x="1775" y="1891"/>
                    <a:pt x="1718" y="1870"/>
                    <a:pt x="1662" y="1849"/>
                  </a:cubicBezTo>
                  <a:cubicBezTo>
                    <a:pt x="1595" y="1827"/>
                    <a:pt x="1562" y="1815"/>
                    <a:pt x="1576" y="1815"/>
                  </a:cubicBezTo>
                  <a:cubicBezTo>
                    <a:pt x="1588" y="1815"/>
                    <a:pt x="1639" y="1825"/>
                    <a:pt x="1735" y="1849"/>
                  </a:cubicBezTo>
                  <a:cubicBezTo>
                    <a:pt x="1804" y="1874"/>
                    <a:pt x="1836" y="1884"/>
                    <a:pt x="1842" y="1884"/>
                  </a:cubicBezTo>
                  <a:cubicBezTo>
                    <a:pt x="1847" y="1884"/>
                    <a:pt x="1831" y="1876"/>
                    <a:pt x="1800" y="1865"/>
                  </a:cubicBezTo>
                  <a:cubicBezTo>
                    <a:pt x="1754" y="1838"/>
                    <a:pt x="1702" y="1812"/>
                    <a:pt x="1724" y="1812"/>
                  </a:cubicBezTo>
                  <a:cubicBezTo>
                    <a:pt x="1729" y="1812"/>
                    <a:pt x="1738" y="1813"/>
                    <a:pt x="1752" y="1816"/>
                  </a:cubicBezTo>
                  <a:cubicBezTo>
                    <a:pt x="1752" y="1808"/>
                    <a:pt x="1752" y="1800"/>
                    <a:pt x="1630" y="1751"/>
                  </a:cubicBezTo>
                  <a:cubicBezTo>
                    <a:pt x="1565" y="1727"/>
                    <a:pt x="1565" y="1719"/>
                    <a:pt x="1573" y="1711"/>
                  </a:cubicBezTo>
                  <a:lnTo>
                    <a:pt x="1573" y="1711"/>
                  </a:lnTo>
                  <a:cubicBezTo>
                    <a:pt x="1614" y="1727"/>
                    <a:pt x="1654" y="1743"/>
                    <a:pt x="1695" y="1768"/>
                  </a:cubicBezTo>
                  <a:cubicBezTo>
                    <a:pt x="1695" y="1770"/>
                    <a:pt x="1695" y="1771"/>
                    <a:pt x="1695" y="1771"/>
                  </a:cubicBezTo>
                  <a:cubicBezTo>
                    <a:pt x="1695" y="1771"/>
                    <a:pt x="1697" y="1763"/>
                    <a:pt x="1703" y="1751"/>
                  </a:cubicBezTo>
                  <a:cubicBezTo>
                    <a:pt x="1712" y="1750"/>
                    <a:pt x="1721" y="1749"/>
                    <a:pt x="1730" y="1749"/>
                  </a:cubicBezTo>
                  <a:cubicBezTo>
                    <a:pt x="1769" y="1749"/>
                    <a:pt x="1808" y="1762"/>
                    <a:pt x="1841" y="1776"/>
                  </a:cubicBezTo>
                  <a:cubicBezTo>
                    <a:pt x="1864" y="1784"/>
                    <a:pt x="1880" y="1789"/>
                    <a:pt x="1885" y="1789"/>
                  </a:cubicBezTo>
                  <a:cubicBezTo>
                    <a:pt x="1894" y="1789"/>
                    <a:pt x="1867" y="1774"/>
                    <a:pt x="1784" y="1743"/>
                  </a:cubicBezTo>
                  <a:cubicBezTo>
                    <a:pt x="1662" y="1686"/>
                    <a:pt x="1662" y="1686"/>
                    <a:pt x="1670" y="1670"/>
                  </a:cubicBezTo>
                  <a:cubicBezTo>
                    <a:pt x="1670" y="1666"/>
                    <a:pt x="1672" y="1662"/>
                    <a:pt x="1682" y="1662"/>
                  </a:cubicBezTo>
                  <a:cubicBezTo>
                    <a:pt x="1691" y="1662"/>
                    <a:pt x="1707" y="1666"/>
                    <a:pt x="1735" y="1678"/>
                  </a:cubicBezTo>
                  <a:cubicBezTo>
                    <a:pt x="1773" y="1697"/>
                    <a:pt x="1789" y="1705"/>
                    <a:pt x="1797" y="1705"/>
                  </a:cubicBezTo>
                  <a:cubicBezTo>
                    <a:pt x="1803" y="1705"/>
                    <a:pt x="1805" y="1701"/>
                    <a:pt x="1808" y="1695"/>
                  </a:cubicBezTo>
                  <a:cubicBezTo>
                    <a:pt x="1824" y="1670"/>
                    <a:pt x="1662" y="1549"/>
                    <a:pt x="1549" y="1468"/>
                  </a:cubicBezTo>
                  <a:cubicBezTo>
                    <a:pt x="1486" y="1434"/>
                    <a:pt x="1456" y="1418"/>
                    <a:pt x="1459" y="1418"/>
                  </a:cubicBezTo>
                  <a:lnTo>
                    <a:pt x="1459" y="1418"/>
                  </a:lnTo>
                  <a:cubicBezTo>
                    <a:pt x="1462" y="1418"/>
                    <a:pt x="1494" y="1432"/>
                    <a:pt x="1557" y="1459"/>
                  </a:cubicBezTo>
                  <a:cubicBezTo>
                    <a:pt x="1588" y="1477"/>
                    <a:pt x="1605" y="1483"/>
                    <a:pt x="1613" y="1483"/>
                  </a:cubicBezTo>
                  <a:cubicBezTo>
                    <a:pt x="1620" y="1483"/>
                    <a:pt x="1622" y="1479"/>
                    <a:pt x="1622" y="1476"/>
                  </a:cubicBezTo>
                  <a:cubicBezTo>
                    <a:pt x="1599" y="1459"/>
                    <a:pt x="1596" y="1454"/>
                    <a:pt x="1600" y="1454"/>
                  </a:cubicBezTo>
                  <a:lnTo>
                    <a:pt x="1600" y="1454"/>
                  </a:lnTo>
                  <a:cubicBezTo>
                    <a:pt x="1606" y="1454"/>
                    <a:pt x="1627" y="1466"/>
                    <a:pt x="1622" y="1476"/>
                  </a:cubicBezTo>
                  <a:cubicBezTo>
                    <a:pt x="1687" y="1508"/>
                    <a:pt x="1679" y="1516"/>
                    <a:pt x="1670" y="1524"/>
                  </a:cubicBezTo>
                  <a:lnTo>
                    <a:pt x="1735" y="1565"/>
                  </a:lnTo>
                  <a:cubicBezTo>
                    <a:pt x="1787" y="1589"/>
                    <a:pt x="1817" y="1601"/>
                    <a:pt x="1826" y="1601"/>
                  </a:cubicBezTo>
                  <a:cubicBezTo>
                    <a:pt x="1838" y="1601"/>
                    <a:pt x="1812" y="1579"/>
                    <a:pt x="1752" y="1532"/>
                  </a:cubicBezTo>
                  <a:cubicBezTo>
                    <a:pt x="1720" y="1510"/>
                    <a:pt x="1706" y="1500"/>
                    <a:pt x="1711" y="1500"/>
                  </a:cubicBezTo>
                  <a:lnTo>
                    <a:pt x="1711" y="1500"/>
                  </a:lnTo>
                  <a:cubicBezTo>
                    <a:pt x="1715" y="1500"/>
                    <a:pt x="1731" y="1506"/>
                    <a:pt x="1760" y="1516"/>
                  </a:cubicBezTo>
                  <a:cubicBezTo>
                    <a:pt x="1802" y="1532"/>
                    <a:pt x="1845" y="1552"/>
                    <a:pt x="1853" y="1552"/>
                  </a:cubicBezTo>
                  <a:cubicBezTo>
                    <a:pt x="1857" y="1552"/>
                    <a:pt x="1852" y="1546"/>
                    <a:pt x="1833" y="1532"/>
                  </a:cubicBezTo>
                  <a:cubicBezTo>
                    <a:pt x="1833" y="1532"/>
                    <a:pt x="1835" y="1528"/>
                    <a:pt x="1845" y="1528"/>
                  </a:cubicBezTo>
                  <a:cubicBezTo>
                    <a:pt x="1855" y="1528"/>
                    <a:pt x="1873" y="1532"/>
                    <a:pt x="1906" y="1549"/>
                  </a:cubicBezTo>
                  <a:cubicBezTo>
                    <a:pt x="1922" y="1532"/>
                    <a:pt x="1922" y="1524"/>
                    <a:pt x="1865" y="1484"/>
                  </a:cubicBezTo>
                  <a:cubicBezTo>
                    <a:pt x="1808" y="1443"/>
                    <a:pt x="1816" y="1435"/>
                    <a:pt x="1824" y="1427"/>
                  </a:cubicBezTo>
                  <a:cubicBezTo>
                    <a:pt x="1833" y="1419"/>
                    <a:pt x="1841" y="1411"/>
                    <a:pt x="1784" y="1370"/>
                  </a:cubicBezTo>
                  <a:cubicBezTo>
                    <a:pt x="1727" y="1330"/>
                    <a:pt x="1679" y="1281"/>
                    <a:pt x="1695" y="1257"/>
                  </a:cubicBezTo>
                  <a:cubicBezTo>
                    <a:pt x="1680" y="1230"/>
                    <a:pt x="1671" y="1216"/>
                    <a:pt x="1679" y="1216"/>
                  </a:cubicBezTo>
                  <a:lnTo>
                    <a:pt x="1679" y="1216"/>
                  </a:lnTo>
                  <a:cubicBezTo>
                    <a:pt x="1687" y="1216"/>
                    <a:pt x="1716" y="1234"/>
                    <a:pt x="1776" y="1273"/>
                  </a:cubicBezTo>
                  <a:cubicBezTo>
                    <a:pt x="1809" y="1297"/>
                    <a:pt x="1823" y="1304"/>
                    <a:pt x="1830" y="1304"/>
                  </a:cubicBezTo>
                  <a:cubicBezTo>
                    <a:pt x="1835" y="1304"/>
                    <a:pt x="1837" y="1301"/>
                    <a:pt x="1841" y="1297"/>
                  </a:cubicBezTo>
                  <a:cubicBezTo>
                    <a:pt x="1841" y="1297"/>
                    <a:pt x="1841" y="1297"/>
                    <a:pt x="1844" y="1297"/>
                  </a:cubicBezTo>
                  <a:cubicBezTo>
                    <a:pt x="1850" y="1297"/>
                    <a:pt x="1867" y="1301"/>
                    <a:pt x="1914" y="1330"/>
                  </a:cubicBezTo>
                  <a:cubicBezTo>
                    <a:pt x="1927" y="1337"/>
                    <a:pt x="1934" y="1340"/>
                    <a:pt x="1937" y="1340"/>
                  </a:cubicBezTo>
                  <a:cubicBezTo>
                    <a:pt x="1948" y="1340"/>
                    <a:pt x="1909" y="1304"/>
                    <a:pt x="1865" y="1273"/>
                  </a:cubicBezTo>
                  <a:lnTo>
                    <a:pt x="1768" y="1184"/>
                  </a:lnTo>
                  <a:lnTo>
                    <a:pt x="1768" y="1184"/>
                  </a:lnTo>
                  <a:cubicBezTo>
                    <a:pt x="1824" y="1216"/>
                    <a:pt x="1889" y="1257"/>
                    <a:pt x="1938" y="1297"/>
                  </a:cubicBezTo>
                  <a:cubicBezTo>
                    <a:pt x="1991" y="1338"/>
                    <a:pt x="2017" y="1360"/>
                    <a:pt x="2018" y="1360"/>
                  </a:cubicBezTo>
                  <a:cubicBezTo>
                    <a:pt x="2019" y="1360"/>
                    <a:pt x="1995" y="1338"/>
                    <a:pt x="1946" y="1289"/>
                  </a:cubicBezTo>
                  <a:cubicBezTo>
                    <a:pt x="1901" y="1257"/>
                    <a:pt x="1866" y="1215"/>
                    <a:pt x="1886" y="1215"/>
                  </a:cubicBezTo>
                  <a:cubicBezTo>
                    <a:pt x="1891" y="1215"/>
                    <a:pt x="1900" y="1218"/>
                    <a:pt x="1914" y="1224"/>
                  </a:cubicBezTo>
                  <a:cubicBezTo>
                    <a:pt x="1924" y="1214"/>
                    <a:pt x="1932" y="1208"/>
                    <a:pt x="1941" y="1208"/>
                  </a:cubicBezTo>
                  <a:cubicBezTo>
                    <a:pt x="1953" y="1208"/>
                    <a:pt x="1967" y="1218"/>
                    <a:pt x="1995" y="1241"/>
                  </a:cubicBezTo>
                  <a:cubicBezTo>
                    <a:pt x="2012" y="1255"/>
                    <a:pt x="2019" y="1260"/>
                    <a:pt x="2022" y="1260"/>
                  </a:cubicBezTo>
                  <a:cubicBezTo>
                    <a:pt x="2027" y="1260"/>
                    <a:pt x="2003" y="1232"/>
                    <a:pt x="2003" y="1232"/>
                  </a:cubicBezTo>
                  <a:cubicBezTo>
                    <a:pt x="1979" y="1199"/>
                    <a:pt x="1972" y="1183"/>
                    <a:pt x="1983" y="1183"/>
                  </a:cubicBezTo>
                  <a:cubicBezTo>
                    <a:pt x="1991" y="1183"/>
                    <a:pt x="2008" y="1191"/>
                    <a:pt x="2035" y="1208"/>
                  </a:cubicBezTo>
                  <a:cubicBezTo>
                    <a:pt x="2093" y="1243"/>
                    <a:pt x="2124" y="1263"/>
                    <a:pt x="2130" y="1263"/>
                  </a:cubicBezTo>
                  <a:cubicBezTo>
                    <a:pt x="2137" y="1263"/>
                    <a:pt x="2114" y="1239"/>
                    <a:pt x="2068" y="1184"/>
                  </a:cubicBezTo>
                  <a:cubicBezTo>
                    <a:pt x="2044" y="1151"/>
                    <a:pt x="2020" y="1120"/>
                    <a:pt x="2023" y="1120"/>
                  </a:cubicBezTo>
                  <a:lnTo>
                    <a:pt x="2023" y="1120"/>
                  </a:lnTo>
                  <a:cubicBezTo>
                    <a:pt x="2024" y="1120"/>
                    <a:pt x="2039" y="1135"/>
                    <a:pt x="2076" y="1176"/>
                  </a:cubicBezTo>
                  <a:cubicBezTo>
                    <a:pt x="2089" y="1188"/>
                    <a:pt x="2096" y="1194"/>
                    <a:pt x="2099" y="1194"/>
                  </a:cubicBezTo>
                  <a:cubicBezTo>
                    <a:pt x="2108" y="1194"/>
                    <a:pt x="2086" y="1151"/>
                    <a:pt x="2068" y="1103"/>
                  </a:cubicBezTo>
                  <a:lnTo>
                    <a:pt x="2068" y="1103"/>
                  </a:lnTo>
                  <a:lnTo>
                    <a:pt x="2149" y="1208"/>
                  </a:lnTo>
                  <a:lnTo>
                    <a:pt x="2108" y="1151"/>
                  </a:lnTo>
                  <a:lnTo>
                    <a:pt x="2068" y="1103"/>
                  </a:lnTo>
                  <a:lnTo>
                    <a:pt x="2068" y="1103"/>
                  </a:lnTo>
                  <a:cubicBezTo>
                    <a:pt x="2068" y="1103"/>
                    <a:pt x="2068" y="1103"/>
                    <a:pt x="2068" y="1103"/>
                  </a:cubicBezTo>
                  <a:lnTo>
                    <a:pt x="2068" y="1103"/>
                  </a:lnTo>
                  <a:lnTo>
                    <a:pt x="2068" y="1103"/>
                  </a:lnTo>
                  <a:cubicBezTo>
                    <a:pt x="2035" y="1046"/>
                    <a:pt x="1954" y="932"/>
                    <a:pt x="1914" y="876"/>
                  </a:cubicBezTo>
                  <a:cubicBezTo>
                    <a:pt x="1865" y="807"/>
                    <a:pt x="1845" y="780"/>
                    <a:pt x="1852" y="780"/>
                  </a:cubicBezTo>
                  <a:lnTo>
                    <a:pt x="1852" y="780"/>
                  </a:lnTo>
                  <a:cubicBezTo>
                    <a:pt x="1856" y="780"/>
                    <a:pt x="1872" y="792"/>
                    <a:pt x="1897" y="811"/>
                  </a:cubicBezTo>
                  <a:cubicBezTo>
                    <a:pt x="1898" y="810"/>
                    <a:pt x="1899" y="810"/>
                    <a:pt x="1900" y="810"/>
                  </a:cubicBezTo>
                  <a:cubicBezTo>
                    <a:pt x="1913" y="810"/>
                    <a:pt x="1957" y="856"/>
                    <a:pt x="1987" y="908"/>
                  </a:cubicBezTo>
                  <a:cubicBezTo>
                    <a:pt x="2027" y="965"/>
                    <a:pt x="2019" y="973"/>
                    <a:pt x="2019" y="973"/>
                  </a:cubicBezTo>
                  <a:lnTo>
                    <a:pt x="2011" y="973"/>
                  </a:lnTo>
                  <a:cubicBezTo>
                    <a:pt x="2049" y="1026"/>
                    <a:pt x="2087" y="1079"/>
                    <a:pt x="2098" y="1079"/>
                  </a:cubicBezTo>
                  <a:cubicBezTo>
                    <a:pt x="2099" y="1079"/>
                    <a:pt x="2100" y="1079"/>
                    <a:pt x="2100" y="1078"/>
                  </a:cubicBezTo>
                  <a:cubicBezTo>
                    <a:pt x="2124" y="1102"/>
                    <a:pt x="2138" y="1114"/>
                    <a:pt x="2141" y="1114"/>
                  </a:cubicBezTo>
                  <a:cubicBezTo>
                    <a:pt x="2145" y="1114"/>
                    <a:pt x="2137" y="1100"/>
                    <a:pt x="2116" y="1070"/>
                  </a:cubicBezTo>
                  <a:lnTo>
                    <a:pt x="2116" y="1070"/>
                  </a:lnTo>
                  <a:cubicBezTo>
                    <a:pt x="2147" y="1101"/>
                    <a:pt x="2164" y="1109"/>
                    <a:pt x="2177" y="1109"/>
                  </a:cubicBezTo>
                  <a:cubicBezTo>
                    <a:pt x="2185" y="1109"/>
                    <a:pt x="2191" y="1106"/>
                    <a:pt x="2197" y="1103"/>
                  </a:cubicBezTo>
                  <a:cubicBezTo>
                    <a:pt x="2203" y="1100"/>
                    <a:pt x="2210" y="1097"/>
                    <a:pt x="2218" y="1097"/>
                  </a:cubicBezTo>
                  <a:cubicBezTo>
                    <a:pt x="2233" y="1097"/>
                    <a:pt x="2252" y="1107"/>
                    <a:pt x="2279" y="1143"/>
                  </a:cubicBezTo>
                  <a:cubicBezTo>
                    <a:pt x="2295" y="1135"/>
                    <a:pt x="2303" y="1135"/>
                    <a:pt x="2270" y="1070"/>
                  </a:cubicBezTo>
                  <a:cubicBezTo>
                    <a:pt x="2236" y="997"/>
                    <a:pt x="2226" y="965"/>
                    <a:pt x="2230" y="965"/>
                  </a:cubicBezTo>
                  <a:lnTo>
                    <a:pt x="2230" y="965"/>
                  </a:lnTo>
                  <a:cubicBezTo>
                    <a:pt x="2232" y="965"/>
                    <a:pt x="2241" y="979"/>
                    <a:pt x="2254" y="1005"/>
                  </a:cubicBezTo>
                  <a:cubicBezTo>
                    <a:pt x="2290" y="1068"/>
                    <a:pt x="2345" y="1106"/>
                    <a:pt x="2382" y="1106"/>
                  </a:cubicBezTo>
                  <a:cubicBezTo>
                    <a:pt x="2413" y="1106"/>
                    <a:pt x="2431" y="1080"/>
                    <a:pt x="2416" y="1022"/>
                  </a:cubicBezTo>
                  <a:lnTo>
                    <a:pt x="2441" y="1014"/>
                  </a:lnTo>
                  <a:cubicBezTo>
                    <a:pt x="2458" y="1038"/>
                    <a:pt x="2479" y="1051"/>
                    <a:pt x="2496" y="1051"/>
                  </a:cubicBezTo>
                  <a:cubicBezTo>
                    <a:pt x="2518" y="1051"/>
                    <a:pt x="2534" y="1030"/>
                    <a:pt x="2530" y="989"/>
                  </a:cubicBezTo>
                  <a:lnTo>
                    <a:pt x="2562" y="989"/>
                  </a:lnTo>
                  <a:cubicBezTo>
                    <a:pt x="2582" y="1017"/>
                    <a:pt x="2594" y="1031"/>
                    <a:pt x="2600" y="1031"/>
                  </a:cubicBezTo>
                  <a:cubicBezTo>
                    <a:pt x="2607" y="1031"/>
                    <a:pt x="2607" y="1015"/>
                    <a:pt x="2603" y="981"/>
                  </a:cubicBezTo>
                  <a:cubicBezTo>
                    <a:pt x="2603" y="929"/>
                    <a:pt x="2595" y="881"/>
                    <a:pt x="2596" y="881"/>
                  </a:cubicBezTo>
                  <a:lnTo>
                    <a:pt x="2596" y="881"/>
                  </a:lnTo>
                  <a:cubicBezTo>
                    <a:pt x="2596" y="881"/>
                    <a:pt x="2598" y="889"/>
                    <a:pt x="2603" y="908"/>
                  </a:cubicBezTo>
                  <a:cubicBezTo>
                    <a:pt x="2616" y="968"/>
                    <a:pt x="2629" y="973"/>
                    <a:pt x="2660" y="973"/>
                  </a:cubicBezTo>
                  <a:cubicBezTo>
                    <a:pt x="2667" y="973"/>
                    <a:pt x="2675" y="973"/>
                    <a:pt x="2684" y="973"/>
                  </a:cubicBezTo>
                  <a:cubicBezTo>
                    <a:pt x="2724" y="965"/>
                    <a:pt x="2724" y="965"/>
                    <a:pt x="2700" y="900"/>
                  </a:cubicBezTo>
                  <a:cubicBezTo>
                    <a:pt x="2713" y="877"/>
                    <a:pt x="2722" y="868"/>
                    <a:pt x="2729" y="868"/>
                  </a:cubicBezTo>
                  <a:cubicBezTo>
                    <a:pt x="2746" y="868"/>
                    <a:pt x="2751" y="915"/>
                    <a:pt x="2757" y="965"/>
                  </a:cubicBezTo>
                  <a:cubicBezTo>
                    <a:pt x="2760" y="1023"/>
                    <a:pt x="2766" y="1055"/>
                    <a:pt x="2770" y="1055"/>
                  </a:cubicBezTo>
                  <a:cubicBezTo>
                    <a:pt x="2775" y="1055"/>
                    <a:pt x="2778" y="1005"/>
                    <a:pt x="2773" y="892"/>
                  </a:cubicBezTo>
                  <a:cubicBezTo>
                    <a:pt x="2773" y="810"/>
                    <a:pt x="2782" y="777"/>
                    <a:pt x="2790" y="777"/>
                  </a:cubicBezTo>
                  <a:cubicBezTo>
                    <a:pt x="2796" y="777"/>
                    <a:pt x="2802" y="793"/>
                    <a:pt x="2806" y="819"/>
                  </a:cubicBezTo>
                  <a:cubicBezTo>
                    <a:pt x="2806" y="892"/>
                    <a:pt x="2797" y="892"/>
                    <a:pt x="2781" y="892"/>
                  </a:cubicBezTo>
                  <a:lnTo>
                    <a:pt x="2797" y="1030"/>
                  </a:lnTo>
                  <a:cubicBezTo>
                    <a:pt x="2806" y="1030"/>
                    <a:pt x="2806" y="1030"/>
                    <a:pt x="2814" y="957"/>
                  </a:cubicBezTo>
                  <a:cubicBezTo>
                    <a:pt x="2814" y="957"/>
                    <a:pt x="2822" y="957"/>
                    <a:pt x="2830" y="892"/>
                  </a:cubicBezTo>
                  <a:cubicBezTo>
                    <a:pt x="2838" y="819"/>
                    <a:pt x="2830" y="754"/>
                    <a:pt x="2814" y="681"/>
                  </a:cubicBezTo>
                  <a:cubicBezTo>
                    <a:pt x="2797" y="616"/>
                    <a:pt x="2806" y="616"/>
                    <a:pt x="2822" y="616"/>
                  </a:cubicBezTo>
                  <a:cubicBezTo>
                    <a:pt x="2854" y="681"/>
                    <a:pt x="2862" y="754"/>
                    <a:pt x="2846" y="819"/>
                  </a:cubicBezTo>
                  <a:cubicBezTo>
                    <a:pt x="2838" y="819"/>
                    <a:pt x="2846" y="892"/>
                    <a:pt x="2846" y="957"/>
                  </a:cubicBezTo>
                  <a:cubicBezTo>
                    <a:pt x="2847" y="968"/>
                    <a:pt x="2850" y="973"/>
                    <a:pt x="2854" y="973"/>
                  </a:cubicBezTo>
                  <a:cubicBezTo>
                    <a:pt x="2870" y="973"/>
                    <a:pt x="2903" y="861"/>
                    <a:pt x="2903" y="754"/>
                  </a:cubicBezTo>
                  <a:cubicBezTo>
                    <a:pt x="2903" y="723"/>
                    <a:pt x="2903" y="706"/>
                    <a:pt x="2903" y="706"/>
                  </a:cubicBezTo>
                  <a:cubicBezTo>
                    <a:pt x="2904" y="706"/>
                    <a:pt x="2906" y="739"/>
                    <a:pt x="2911" y="819"/>
                  </a:cubicBezTo>
                  <a:cubicBezTo>
                    <a:pt x="2911" y="892"/>
                    <a:pt x="2927" y="892"/>
                    <a:pt x="2935" y="892"/>
                  </a:cubicBezTo>
                  <a:cubicBezTo>
                    <a:pt x="2951" y="892"/>
                    <a:pt x="2960" y="892"/>
                    <a:pt x="2968" y="827"/>
                  </a:cubicBezTo>
                  <a:cubicBezTo>
                    <a:pt x="2968" y="754"/>
                    <a:pt x="2968" y="689"/>
                    <a:pt x="2976" y="689"/>
                  </a:cubicBezTo>
                  <a:cubicBezTo>
                    <a:pt x="2968" y="641"/>
                    <a:pt x="2968" y="600"/>
                    <a:pt x="2976" y="551"/>
                  </a:cubicBezTo>
                  <a:cubicBezTo>
                    <a:pt x="2984" y="600"/>
                    <a:pt x="2992" y="641"/>
                    <a:pt x="3000" y="689"/>
                  </a:cubicBezTo>
                  <a:cubicBezTo>
                    <a:pt x="3008" y="827"/>
                    <a:pt x="3016" y="900"/>
                    <a:pt x="3049" y="908"/>
                  </a:cubicBezTo>
                  <a:cubicBezTo>
                    <a:pt x="3065" y="908"/>
                    <a:pt x="3097" y="916"/>
                    <a:pt x="3089" y="989"/>
                  </a:cubicBezTo>
                  <a:cubicBezTo>
                    <a:pt x="3105" y="989"/>
                    <a:pt x="3114" y="989"/>
                    <a:pt x="3130" y="924"/>
                  </a:cubicBezTo>
                  <a:lnTo>
                    <a:pt x="3146" y="932"/>
                  </a:lnTo>
                  <a:cubicBezTo>
                    <a:pt x="3142" y="967"/>
                    <a:pt x="3147" y="985"/>
                    <a:pt x="3154" y="985"/>
                  </a:cubicBezTo>
                  <a:cubicBezTo>
                    <a:pt x="3161" y="985"/>
                    <a:pt x="3171" y="971"/>
                    <a:pt x="3178" y="941"/>
                  </a:cubicBezTo>
                  <a:cubicBezTo>
                    <a:pt x="3186" y="921"/>
                    <a:pt x="3190" y="914"/>
                    <a:pt x="3193" y="914"/>
                  </a:cubicBezTo>
                  <a:cubicBezTo>
                    <a:pt x="3199" y="914"/>
                    <a:pt x="3197" y="949"/>
                    <a:pt x="3203" y="949"/>
                  </a:cubicBezTo>
                  <a:cubicBezTo>
                    <a:pt x="3195" y="1012"/>
                    <a:pt x="3191" y="1046"/>
                    <a:pt x="3194" y="1046"/>
                  </a:cubicBezTo>
                  <a:cubicBezTo>
                    <a:pt x="3197" y="1046"/>
                    <a:pt x="3209" y="998"/>
                    <a:pt x="3235" y="892"/>
                  </a:cubicBezTo>
                  <a:cubicBezTo>
                    <a:pt x="3251" y="843"/>
                    <a:pt x="3251" y="795"/>
                    <a:pt x="3243" y="746"/>
                  </a:cubicBezTo>
                  <a:lnTo>
                    <a:pt x="3211" y="738"/>
                  </a:lnTo>
                  <a:lnTo>
                    <a:pt x="3260" y="681"/>
                  </a:lnTo>
                  <a:cubicBezTo>
                    <a:pt x="3260" y="682"/>
                    <a:pt x="3261" y="682"/>
                    <a:pt x="3261" y="682"/>
                  </a:cubicBezTo>
                  <a:cubicBezTo>
                    <a:pt x="3273" y="682"/>
                    <a:pt x="3317" y="621"/>
                    <a:pt x="3333" y="560"/>
                  </a:cubicBezTo>
                  <a:cubicBezTo>
                    <a:pt x="3333" y="560"/>
                    <a:pt x="3354" y="502"/>
                    <a:pt x="3363" y="502"/>
                  </a:cubicBezTo>
                  <a:cubicBezTo>
                    <a:pt x="3364" y="502"/>
                    <a:pt x="3364" y="502"/>
                    <a:pt x="3365" y="503"/>
                  </a:cubicBezTo>
                  <a:cubicBezTo>
                    <a:pt x="3365" y="503"/>
                    <a:pt x="3349" y="568"/>
                    <a:pt x="3324" y="632"/>
                  </a:cubicBezTo>
                  <a:cubicBezTo>
                    <a:pt x="3300" y="697"/>
                    <a:pt x="3276" y="754"/>
                    <a:pt x="3251" y="827"/>
                  </a:cubicBezTo>
                  <a:cubicBezTo>
                    <a:pt x="3236" y="909"/>
                    <a:pt x="3230" y="968"/>
                    <a:pt x="3241" y="968"/>
                  </a:cubicBezTo>
                  <a:cubicBezTo>
                    <a:pt x="3246" y="968"/>
                    <a:pt x="3258" y="948"/>
                    <a:pt x="3276" y="900"/>
                  </a:cubicBezTo>
                  <a:lnTo>
                    <a:pt x="3276" y="900"/>
                  </a:lnTo>
                  <a:cubicBezTo>
                    <a:pt x="3284" y="908"/>
                    <a:pt x="3284" y="908"/>
                    <a:pt x="3268" y="973"/>
                  </a:cubicBezTo>
                  <a:cubicBezTo>
                    <a:pt x="3261" y="1001"/>
                    <a:pt x="3258" y="1019"/>
                    <a:pt x="3262" y="1019"/>
                  </a:cubicBezTo>
                  <a:cubicBezTo>
                    <a:pt x="3268" y="1019"/>
                    <a:pt x="3284" y="989"/>
                    <a:pt x="3316" y="916"/>
                  </a:cubicBezTo>
                  <a:cubicBezTo>
                    <a:pt x="3343" y="858"/>
                    <a:pt x="3359" y="830"/>
                    <a:pt x="3364" y="830"/>
                  </a:cubicBezTo>
                  <a:lnTo>
                    <a:pt x="3364" y="830"/>
                  </a:lnTo>
                  <a:cubicBezTo>
                    <a:pt x="3370" y="830"/>
                    <a:pt x="3362" y="864"/>
                    <a:pt x="3341" y="932"/>
                  </a:cubicBezTo>
                  <a:cubicBezTo>
                    <a:pt x="3325" y="1020"/>
                    <a:pt x="3333" y="1058"/>
                    <a:pt x="3346" y="1058"/>
                  </a:cubicBezTo>
                  <a:cubicBezTo>
                    <a:pt x="3354" y="1058"/>
                    <a:pt x="3364" y="1045"/>
                    <a:pt x="3373" y="1022"/>
                  </a:cubicBezTo>
                  <a:cubicBezTo>
                    <a:pt x="3403" y="957"/>
                    <a:pt x="3427" y="931"/>
                    <a:pt x="3438" y="931"/>
                  </a:cubicBezTo>
                  <a:cubicBezTo>
                    <a:pt x="3448" y="931"/>
                    <a:pt x="3449" y="951"/>
                    <a:pt x="3438" y="981"/>
                  </a:cubicBezTo>
                  <a:cubicBezTo>
                    <a:pt x="3429" y="1017"/>
                    <a:pt x="3427" y="1035"/>
                    <a:pt x="3435" y="1035"/>
                  </a:cubicBezTo>
                  <a:cubicBezTo>
                    <a:pt x="3440" y="1035"/>
                    <a:pt x="3452" y="1023"/>
                    <a:pt x="3470" y="997"/>
                  </a:cubicBezTo>
                  <a:lnTo>
                    <a:pt x="3470" y="997"/>
                  </a:lnTo>
                  <a:cubicBezTo>
                    <a:pt x="3447" y="1045"/>
                    <a:pt x="3427" y="1092"/>
                    <a:pt x="3434" y="1092"/>
                  </a:cubicBezTo>
                  <a:cubicBezTo>
                    <a:pt x="3437" y="1092"/>
                    <a:pt x="3443" y="1086"/>
                    <a:pt x="3454" y="1070"/>
                  </a:cubicBezTo>
                  <a:cubicBezTo>
                    <a:pt x="3454" y="1070"/>
                    <a:pt x="3462" y="1070"/>
                    <a:pt x="3487" y="1005"/>
                  </a:cubicBezTo>
                  <a:lnTo>
                    <a:pt x="3576" y="900"/>
                  </a:lnTo>
                  <a:cubicBezTo>
                    <a:pt x="3560" y="892"/>
                    <a:pt x="3592" y="835"/>
                    <a:pt x="3624" y="770"/>
                  </a:cubicBezTo>
                  <a:cubicBezTo>
                    <a:pt x="3631" y="759"/>
                    <a:pt x="3637" y="753"/>
                    <a:pt x="3641" y="753"/>
                  </a:cubicBezTo>
                  <a:lnTo>
                    <a:pt x="3641" y="753"/>
                  </a:lnTo>
                  <a:cubicBezTo>
                    <a:pt x="3659" y="753"/>
                    <a:pt x="3655" y="840"/>
                    <a:pt x="3584" y="989"/>
                  </a:cubicBezTo>
                  <a:lnTo>
                    <a:pt x="3535" y="1119"/>
                  </a:lnTo>
                  <a:lnTo>
                    <a:pt x="3608" y="1005"/>
                  </a:lnTo>
                  <a:lnTo>
                    <a:pt x="3608" y="1005"/>
                  </a:lnTo>
                  <a:cubicBezTo>
                    <a:pt x="3616" y="1005"/>
                    <a:pt x="3624" y="1014"/>
                    <a:pt x="3592" y="1070"/>
                  </a:cubicBezTo>
                  <a:cubicBezTo>
                    <a:pt x="3551" y="1127"/>
                    <a:pt x="3551" y="1127"/>
                    <a:pt x="3560" y="1135"/>
                  </a:cubicBezTo>
                  <a:cubicBezTo>
                    <a:pt x="3560" y="1135"/>
                    <a:pt x="3560" y="1136"/>
                    <a:pt x="3561" y="1136"/>
                  </a:cubicBezTo>
                  <a:cubicBezTo>
                    <a:pt x="3565" y="1136"/>
                    <a:pt x="3577" y="1131"/>
                    <a:pt x="3608" y="1087"/>
                  </a:cubicBezTo>
                  <a:cubicBezTo>
                    <a:pt x="3650" y="1022"/>
                    <a:pt x="3668" y="994"/>
                    <a:pt x="3669" y="994"/>
                  </a:cubicBezTo>
                  <a:lnTo>
                    <a:pt x="3669" y="994"/>
                  </a:lnTo>
                  <a:cubicBezTo>
                    <a:pt x="3671" y="994"/>
                    <a:pt x="3663" y="1010"/>
                    <a:pt x="3649" y="1038"/>
                  </a:cubicBezTo>
                  <a:cubicBezTo>
                    <a:pt x="3614" y="1098"/>
                    <a:pt x="3601" y="1128"/>
                    <a:pt x="3608" y="1128"/>
                  </a:cubicBezTo>
                  <a:cubicBezTo>
                    <a:pt x="3615" y="1128"/>
                    <a:pt x="3639" y="1104"/>
                    <a:pt x="3681" y="1054"/>
                  </a:cubicBezTo>
                  <a:cubicBezTo>
                    <a:pt x="3717" y="998"/>
                    <a:pt x="3735" y="970"/>
                    <a:pt x="3737" y="970"/>
                  </a:cubicBezTo>
                  <a:lnTo>
                    <a:pt x="3737" y="970"/>
                  </a:lnTo>
                  <a:cubicBezTo>
                    <a:pt x="3738" y="970"/>
                    <a:pt x="3722" y="1000"/>
                    <a:pt x="3689" y="1062"/>
                  </a:cubicBezTo>
                  <a:cubicBezTo>
                    <a:pt x="3649" y="1119"/>
                    <a:pt x="3616" y="1176"/>
                    <a:pt x="3624" y="1184"/>
                  </a:cubicBezTo>
                  <a:lnTo>
                    <a:pt x="3665" y="1127"/>
                  </a:lnTo>
                  <a:cubicBezTo>
                    <a:pt x="3710" y="1069"/>
                    <a:pt x="3732" y="1045"/>
                    <a:pt x="3738" y="1045"/>
                  </a:cubicBezTo>
                  <a:lnTo>
                    <a:pt x="3738" y="1045"/>
                  </a:lnTo>
                  <a:cubicBezTo>
                    <a:pt x="3743" y="1045"/>
                    <a:pt x="3736" y="1061"/>
                    <a:pt x="3722" y="1087"/>
                  </a:cubicBezTo>
                  <a:cubicBezTo>
                    <a:pt x="3698" y="1120"/>
                    <a:pt x="3691" y="1136"/>
                    <a:pt x="3700" y="1136"/>
                  </a:cubicBezTo>
                  <a:cubicBezTo>
                    <a:pt x="3707" y="1136"/>
                    <a:pt x="3722" y="1128"/>
                    <a:pt x="3746" y="1111"/>
                  </a:cubicBezTo>
                  <a:lnTo>
                    <a:pt x="3746" y="1111"/>
                  </a:lnTo>
                  <a:cubicBezTo>
                    <a:pt x="3762" y="1127"/>
                    <a:pt x="3770" y="1127"/>
                    <a:pt x="3730" y="1184"/>
                  </a:cubicBezTo>
                  <a:cubicBezTo>
                    <a:pt x="3684" y="1238"/>
                    <a:pt x="3662" y="1264"/>
                    <a:pt x="3664" y="1264"/>
                  </a:cubicBezTo>
                  <a:cubicBezTo>
                    <a:pt x="3666" y="1264"/>
                    <a:pt x="3690" y="1240"/>
                    <a:pt x="3738" y="1192"/>
                  </a:cubicBezTo>
                  <a:cubicBezTo>
                    <a:pt x="3760" y="1169"/>
                    <a:pt x="3773" y="1157"/>
                    <a:pt x="3776" y="1157"/>
                  </a:cubicBezTo>
                  <a:lnTo>
                    <a:pt x="3776" y="1157"/>
                  </a:lnTo>
                  <a:cubicBezTo>
                    <a:pt x="3780" y="1157"/>
                    <a:pt x="3771" y="1173"/>
                    <a:pt x="3754" y="1208"/>
                  </a:cubicBezTo>
                  <a:cubicBezTo>
                    <a:pt x="3737" y="1239"/>
                    <a:pt x="3728" y="1253"/>
                    <a:pt x="3733" y="1253"/>
                  </a:cubicBezTo>
                  <a:cubicBezTo>
                    <a:pt x="3736" y="1253"/>
                    <a:pt x="3748" y="1243"/>
                    <a:pt x="3770" y="1224"/>
                  </a:cubicBezTo>
                  <a:cubicBezTo>
                    <a:pt x="3860" y="1119"/>
                    <a:pt x="3908" y="1070"/>
                    <a:pt x="3900" y="1062"/>
                  </a:cubicBezTo>
                  <a:cubicBezTo>
                    <a:pt x="3892" y="1054"/>
                    <a:pt x="3892" y="1054"/>
                    <a:pt x="3941" y="1005"/>
                  </a:cubicBezTo>
                  <a:lnTo>
                    <a:pt x="3957" y="1022"/>
                  </a:lnTo>
                  <a:cubicBezTo>
                    <a:pt x="3960" y="1025"/>
                    <a:pt x="3964" y="1029"/>
                    <a:pt x="3973" y="1029"/>
                  </a:cubicBezTo>
                  <a:cubicBezTo>
                    <a:pt x="3984" y="1029"/>
                    <a:pt x="4002" y="1023"/>
                    <a:pt x="4038" y="1005"/>
                  </a:cubicBezTo>
                  <a:cubicBezTo>
                    <a:pt x="4095" y="977"/>
                    <a:pt x="4178" y="904"/>
                    <a:pt x="4146" y="904"/>
                  </a:cubicBezTo>
                  <a:cubicBezTo>
                    <a:pt x="4142" y="904"/>
                    <a:pt x="4136" y="905"/>
                    <a:pt x="4127" y="908"/>
                  </a:cubicBezTo>
                  <a:lnTo>
                    <a:pt x="4168" y="851"/>
                  </a:lnTo>
                  <a:cubicBezTo>
                    <a:pt x="4242" y="772"/>
                    <a:pt x="4272" y="729"/>
                    <a:pt x="4260" y="729"/>
                  </a:cubicBezTo>
                  <a:lnTo>
                    <a:pt x="4260" y="729"/>
                  </a:lnTo>
                  <a:cubicBezTo>
                    <a:pt x="4250" y="729"/>
                    <a:pt x="4210" y="760"/>
                    <a:pt x="4143" y="827"/>
                  </a:cubicBezTo>
                  <a:cubicBezTo>
                    <a:pt x="4069" y="910"/>
                    <a:pt x="4035" y="948"/>
                    <a:pt x="4033" y="948"/>
                  </a:cubicBezTo>
                  <a:cubicBezTo>
                    <a:pt x="4031" y="948"/>
                    <a:pt x="4053" y="920"/>
                    <a:pt x="4095" y="868"/>
                  </a:cubicBezTo>
                  <a:cubicBezTo>
                    <a:pt x="4184" y="770"/>
                    <a:pt x="4176" y="762"/>
                    <a:pt x="4160" y="746"/>
                  </a:cubicBezTo>
                  <a:cubicBezTo>
                    <a:pt x="4151" y="738"/>
                    <a:pt x="4151" y="738"/>
                    <a:pt x="4192" y="689"/>
                  </a:cubicBezTo>
                  <a:cubicBezTo>
                    <a:pt x="4241" y="632"/>
                    <a:pt x="4273" y="576"/>
                    <a:pt x="4257" y="560"/>
                  </a:cubicBezTo>
                  <a:cubicBezTo>
                    <a:pt x="4254" y="557"/>
                    <a:pt x="4253" y="555"/>
                    <a:pt x="4250" y="555"/>
                  </a:cubicBezTo>
                  <a:cubicBezTo>
                    <a:pt x="4245" y="555"/>
                    <a:pt x="4235" y="566"/>
                    <a:pt x="4200" y="600"/>
                  </a:cubicBezTo>
                  <a:cubicBezTo>
                    <a:pt x="4191" y="625"/>
                    <a:pt x="4182" y="638"/>
                    <a:pt x="4178" y="638"/>
                  </a:cubicBezTo>
                  <a:cubicBezTo>
                    <a:pt x="4171" y="638"/>
                    <a:pt x="4179" y="603"/>
                    <a:pt x="4224" y="527"/>
                  </a:cubicBezTo>
                  <a:cubicBezTo>
                    <a:pt x="4235" y="499"/>
                    <a:pt x="4241" y="483"/>
                    <a:pt x="4238" y="483"/>
                  </a:cubicBezTo>
                  <a:lnTo>
                    <a:pt x="4238" y="483"/>
                  </a:lnTo>
                  <a:cubicBezTo>
                    <a:pt x="4234" y="483"/>
                    <a:pt x="4214" y="511"/>
                    <a:pt x="4168" y="576"/>
                  </a:cubicBezTo>
                  <a:cubicBezTo>
                    <a:pt x="4131" y="623"/>
                    <a:pt x="4107" y="646"/>
                    <a:pt x="4096" y="646"/>
                  </a:cubicBezTo>
                  <a:cubicBezTo>
                    <a:pt x="4083" y="646"/>
                    <a:pt x="4091" y="611"/>
                    <a:pt x="4127" y="543"/>
                  </a:cubicBezTo>
                  <a:lnTo>
                    <a:pt x="4103" y="519"/>
                  </a:lnTo>
                  <a:cubicBezTo>
                    <a:pt x="4102" y="518"/>
                    <a:pt x="4102" y="518"/>
                    <a:pt x="4101" y="518"/>
                  </a:cubicBezTo>
                  <a:cubicBezTo>
                    <a:pt x="4089" y="518"/>
                    <a:pt x="4051" y="571"/>
                    <a:pt x="4014" y="624"/>
                  </a:cubicBezTo>
                  <a:cubicBezTo>
                    <a:pt x="3967" y="689"/>
                    <a:pt x="3948" y="717"/>
                    <a:pt x="3945" y="717"/>
                  </a:cubicBezTo>
                  <a:cubicBezTo>
                    <a:pt x="3943" y="717"/>
                    <a:pt x="3951" y="701"/>
                    <a:pt x="3965" y="673"/>
                  </a:cubicBezTo>
                  <a:cubicBezTo>
                    <a:pt x="3981" y="624"/>
                    <a:pt x="4005" y="584"/>
                    <a:pt x="4030" y="551"/>
                  </a:cubicBezTo>
                  <a:cubicBezTo>
                    <a:pt x="4070" y="495"/>
                    <a:pt x="4054" y="487"/>
                    <a:pt x="4038" y="470"/>
                  </a:cubicBezTo>
                  <a:cubicBezTo>
                    <a:pt x="4034" y="467"/>
                    <a:pt x="4026" y="462"/>
                    <a:pt x="4016" y="462"/>
                  </a:cubicBezTo>
                  <a:cubicBezTo>
                    <a:pt x="4002" y="462"/>
                    <a:pt x="3983" y="471"/>
                    <a:pt x="3965" y="503"/>
                  </a:cubicBezTo>
                  <a:lnTo>
                    <a:pt x="3997" y="446"/>
                  </a:lnTo>
                  <a:cubicBezTo>
                    <a:pt x="3992" y="441"/>
                    <a:pt x="4005" y="413"/>
                    <a:pt x="4004" y="413"/>
                  </a:cubicBezTo>
                  <a:lnTo>
                    <a:pt x="4004" y="413"/>
                  </a:lnTo>
                  <a:cubicBezTo>
                    <a:pt x="4003" y="413"/>
                    <a:pt x="4000" y="419"/>
                    <a:pt x="3989" y="438"/>
                  </a:cubicBezTo>
                  <a:cubicBezTo>
                    <a:pt x="3989" y="438"/>
                    <a:pt x="3973" y="430"/>
                    <a:pt x="3981" y="349"/>
                  </a:cubicBezTo>
                  <a:cubicBezTo>
                    <a:pt x="3983" y="332"/>
                    <a:pt x="3978" y="324"/>
                    <a:pt x="3969" y="324"/>
                  </a:cubicBezTo>
                  <a:cubicBezTo>
                    <a:pt x="3941" y="324"/>
                    <a:pt x="3870" y="405"/>
                    <a:pt x="3851" y="511"/>
                  </a:cubicBezTo>
                  <a:lnTo>
                    <a:pt x="3851" y="511"/>
                  </a:lnTo>
                  <a:cubicBezTo>
                    <a:pt x="3847" y="509"/>
                    <a:pt x="3842" y="506"/>
                    <a:pt x="3835" y="503"/>
                  </a:cubicBezTo>
                  <a:cubicBezTo>
                    <a:pt x="3835" y="502"/>
                    <a:pt x="3834" y="502"/>
                    <a:pt x="3833" y="502"/>
                  </a:cubicBezTo>
                  <a:cubicBezTo>
                    <a:pt x="3823" y="502"/>
                    <a:pt x="3795" y="551"/>
                    <a:pt x="3795" y="551"/>
                  </a:cubicBezTo>
                  <a:cubicBezTo>
                    <a:pt x="3768" y="595"/>
                    <a:pt x="3755" y="605"/>
                    <a:pt x="3747" y="605"/>
                  </a:cubicBezTo>
                  <a:cubicBezTo>
                    <a:pt x="3743" y="605"/>
                    <a:pt x="3741" y="603"/>
                    <a:pt x="3738" y="600"/>
                  </a:cubicBezTo>
                  <a:lnTo>
                    <a:pt x="3803" y="478"/>
                  </a:lnTo>
                  <a:cubicBezTo>
                    <a:pt x="3866" y="376"/>
                    <a:pt x="3894" y="309"/>
                    <a:pt x="3882" y="309"/>
                  </a:cubicBezTo>
                  <a:lnTo>
                    <a:pt x="3882" y="309"/>
                  </a:lnTo>
                  <a:cubicBezTo>
                    <a:pt x="3874" y="309"/>
                    <a:pt x="3848" y="338"/>
                    <a:pt x="3803" y="405"/>
                  </a:cubicBezTo>
                  <a:cubicBezTo>
                    <a:pt x="3793" y="422"/>
                    <a:pt x="3789" y="429"/>
                    <a:pt x="3789" y="429"/>
                  </a:cubicBezTo>
                  <a:cubicBezTo>
                    <a:pt x="3789" y="429"/>
                    <a:pt x="3812" y="387"/>
                    <a:pt x="3835" y="341"/>
                  </a:cubicBezTo>
                  <a:cubicBezTo>
                    <a:pt x="3853" y="309"/>
                    <a:pt x="3856" y="292"/>
                    <a:pt x="3845" y="292"/>
                  </a:cubicBezTo>
                  <a:cubicBezTo>
                    <a:pt x="3837" y="292"/>
                    <a:pt x="3820" y="303"/>
                    <a:pt x="3795" y="324"/>
                  </a:cubicBezTo>
                  <a:cubicBezTo>
                    <a:pt x="3794" y="324"/>
                    <a:pt x="3793" y="324"/>
                    <a:pt x="3793" y="324"/>
                  </a:cubicBezTo>
                  <a:cubicBezTo>
                    <a:pt x="3774" y="324"/>
                    <a:pt x="3704" y="432"/>
                    <a:pt x="3673" y="487"/>
                  </a:cubicBezTo>
                  <a:cubicBezTo>
                    <a:pt x="3654" y="538"/>
                    <a:pt x="3639" y="544"/>
                    <a:pt x="3634" y="544"/>
                  </a:cubicBezTo>
                  <a:cubicBezTo>
                    <a:pt x="3633" y="544"/>
                    <a:pt x="3633" y="543"/>
                    <a:pt x="3633" y="543"/>
                  </a:cubicBezTo>
                  <a:cubicBezTo>
                    <a:pt x="3624" y="535"/>
                    <a:pt x="3624" y="535"/>
                    <a:pt x="3649" y="478"/>
                  </a:cubicBezTo>
                  <a:cubicBezTo>
                    <a:pt x="3679" y="409"/>
                    <a:pt x="3686" y="375"/>
                    <a:pt x="3675" y="375"/>
                  </a:cubicBezTo>
                  <a:lnTo>
                    <a:pt x="3675" y="375"/>
                  </a:lnTo>
                  <a:cubicBezTo>
                    <a:pt x="3666" y="375"/>
                    <a:pt x="3642" y="401"/>
                    <a:pt x="3608" y="454"/>
                  </a:cubicBezTo>
                  <a:lnTo>
                    <a:pt x="3641" y="397"/>
                  </a:lnTo>
                  <a:cubicBezTo>
                    <a:pt x="3661" y="343"/>
                    <a:pt x="3675" y="284"/>
                    <a:pt x="3624" y="284"/>
                  </a:cubicBezTo>
                  <a:cubicBezTo>
                    <a:pt x="3614" y="284"/>
                    <a:pt x="3600" y="286"/>
                    <a:pt x="3584" y="292"/>
                  </a:cubicBezTo>
                  <a:cubicBezTo>
                    <a:pt x="3519" y="268"/>
                    <a:pt x="3478" y="251"/>
                    <a:pt x="3503" y="187"/>
                  </a:cubicBezTo>
                  <a:cubicBezTo>
                    <a:pt x="3506" y="173"/>
                    <a:pt x="3504" y="167"/>
                    <a:pt x="3498" y="167"/>
                  </a:cubicBezTo>
                  <a:cubicBezTo>
                    <a:pt x="3476" y="167"/>
                    <a:pt x="3400" y="253"/>
                    <a:pt x="3349" y="349"/>
                  </a:cubicBezTo>
                  <a:cubicBezTo>
                    <a:pt x="3373" y="284"/>
                    <a:pt x="3357" y="284"/>
                    <a:pt x="3324" y="276"/>
                  </a:cubicBezTo>
                  <a:cubicBezTo>
                    <a:pt x="3284" y="260"/>
                    <a:pt x="3284" y="260"/>
                    <a:pt x="3300" y="195"/>
                  </a:cubicBezTo>
                  <a:cubicBezTo>
                    <a:pt x="3324" y="130"/>
                    <a:pt x="3337" y="97"/>
                    <a:pt x="3335" y="97"/>
                  </a:cubicBezTo>
                  <a:lnTo>
                    <a:pt x="3335" y="97"/>
                  </a:lnTo>
                  <a:cubicBezTo>
                    <a:pt x="3333" y="97"/>
                    <a:pt x="3316" y="130"/>
                    <a:pt x="3284" y="195"/>
                  </a:cubicBezTo>
                  <a:cubicBezTo>
                    <a:pt x="3266" y="238"/>
                    <a:pt x="3252" y="257"/>
                    <a:pt x="3242" y="257"/>
                  </a:cubicBezTo>
                  <a:cubicBezTo>
                    <a:pt x="3224" y="257"/>
                    <a:pt x="3220" y="197"/>
                    <a:pt x="3235" y="114"/>
                  </a:cubicBezTo>
                  <a:cubicBezTo>
                    <a:pt x="3251" y="41"/>
                    <a:pt x="3235" y="41"/>
                    <a:pt x="3195" y="33"/>
                  </a:cubicBezTo>
                  <a:cubicBezTo>
                    <a:pt x="3175" y="84"/>
                    <a:pt x="3151" y="90"/>
                    <a:pt x="3125" y="90"/>
                  </a:cubicBezTo>
                  <a:cubicBezTo>
                    <a:pt x="3118" y="90"/>
                    <a:pt x="3112" y="89"/>
                    <a:pt x="3105" y="89"/>
                  </a:cubicBezTo>
                  <a:cubicBezTo>
                    <a:pt x="3096" y="88"/>
                    <a:pt x="3088" y="86"/>
                    <a:pt x="3082" y="86"/>
                  </a:cubicBezTo>
                  <a:cubicBezTo>
                    <a:pt x="3057" y="86"/>
                    <a:pt x="3055" y="108"/>
                    <a:pt x="3049" y="219"/>
                  </a:cubicBezTo>
                  <a:cubicBezTo>
                    <a:pt x="3033" y="349"/>
                    <a:pt x="3024" y="349"/>
                    <a:pt x="2992" y="349"/>
                  </a:cubicBezTo>
                  <a:cubicBezTo>
                    <a:pt x="2984" y="349"/>
                    <a:pt x="2968" y="341"/>
                    <a:pt x="2968" y="276"/>
                  </a:cubicBezTo>
                  <a:cubicBezTo>
                    <a:pt x="2968" y="276"/>
                    <a:pt x="2960" y="203"/>
                    <a:pt x="2943" y="203"/>
                  </a:cubicBezTo>
                  <a:cubicBezTo>
                    <a:pt x="2927" y="203"/>
                    <a:pt x="2911" y="203"/>
                    <a:pt x="2911" y="138"/>
                  </a:cubicBezTo>
                  <a:cubicBezTo>
                    <a:pt x="2911" y="138"/>
                    <a:pt x="2895" y="73"/>
                    <a:pt x="2862" y="65"/>
                  </a:cubicBezTo>
                  <a:cubicBezTo>
                    <a:pt x="2856" y="65"/>
                    <a:pt x="2850" y="65"/>
                    <a:pt x="2845" y="65"/>
                  </a:cubicBezTo>
                  <a:cubicBezTo>
                    <a:pt x="2819" y="65"/>
                    <a:pt x="2796" y="60"/>
                    <a:pt x="2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2"/>
            <p:cNvSpPr/>
            <p:nvPr/>
          </p:nvSpPr>
          <p:spPr>
            <a:xfrm>
              <a:off x="6442209" y="2408553"/>
              <a:ext cx="85550" cy="79258"/>
            </a:xfrm>
            <a:custGeom>
              <a:avLst/>
              <a:gdLst/>
              <a:ahLst/>
              <a:cxnLst/>
              <a:rect l="l" t="t" r="r" b="b"/>
              <a:pathLst>
                <a:path w="4963" h="4598" extrusionOk="0">
                  <a:moveTo>
                    <a:pt x="4549" y="6"/>
                  </a:moveTo>
                  <a:cubicBezTo>
                    <a:pt x="4530" y="6"/>
                    <a:pt x="4494" y="56"/>
                    <a:pt x="4459" y="106"/>
                  </a:cubicBezTo>
                  <a:lnTo>
                    <a:pt x="4475" y="114"/>
                  </a:lnTo>
                  <a:cubicBezTo>
                    <a:pt x="4515" y="90"/>
                    <a:pt x="4548" y="58"/>
                    <a:pt x="4572" y="25"/>
                  </a:cubicBezTo>
                  <a:lnTo>
                    <a:pt x="4556" y="9"/>
                  </a:lnTo>
                  <a:cubicBezTo>
                    <a:pt x="4554" y="7"/>
                    <a:pt x="4552" y="6"/>
                    <a:pt x="4549" y="6"/>
                  </a:cubicBezTo>
                  <a:close/>
                  <a:moveTo>
                    <a:pt x="2999" y="74"/>
                  </a:moveTo>
                  <a:cubicBezTo>
                    <a:pt x="2983" y="74"/>
                    <a:pt x="2959" y="139"/>
                    <a:pt x="2959" y="139"/>
                  </a:cubicBezTo>
                  <a:cubicBezTo>
                    <a:pt x="2959" y="212"/>
                    <a:pt x="2975" y="212"/>
                    <a:pt x="2991" y="212"/>
                  </a:cubicBezTo>
                  <a:cubicBezTo>
                    <a:pt x="2998" y="233"/>
                    <a:pt x="3005" y="242"/>
                    <a:pt x="3011" y="242"/>
                  </a:cubicBezTo>
                  <a:cubicBezTo>
                    <a:pt x="3024" y="242"/>
                    <a:pt x="3034" y="192"/>
                    <a:pt x="3040" y="147"/>
                  </a:cubicBezTo>
                  <a:cubicBezTo>
                    <a:pt x="3048" y="82"/>
                    <a:pt x="3032" y="74"/>
                    <a:pt x="2999" y="74"/>
                  </a:cubicBezTo>
                  <a:close/>
                  <a:moveTo>
                    <a:pt x="3096" y="220"/>
                  </a:moveTo>
                  <a:lnTo>
                    <a:pt x="3121" y="228"/>
                  </a:lnTo>
                  <a:cubicBezTo>
                    <a:pt x="3113" y="293"/>
                    <a:pt x="3080" y="358"/>
                    <a:pt x="3064" y="358"/>
                  </a:cubicBezTo>
                  <a:cubicBezTo>
                    <a:pt x="3056" y="358"/>
                    <a:pt x="3056" y="285"/>
                    <a:pt x="3096" y="220"/>
                  </a:cubicBezTo>
                  <a:close/>
                  <a:moveTo>
                    <a:pt x="17" y="496"/>
                  </a:moveTo>
                  <a:cubicBezTo>
                    <a:pt x="1" y="496"/>
                    <a:pt x="16" y="523"/>
                    <a:pt x="88" y="585"/>
                  </a:cubicBezTo>
                  <a:cubicBezTo>
                    <a:pt x="120" y="607"/>
                    <a:pt x="134" y="617"/>
                    <a:pt x="143" y="617"/>
                  </a:cubicBezTo>
                  <a:cubicBezTo>
                    <a:pt x="150" y="617"/>
                    <a:pt x="154" y="611"/>
                    <a:pt x="161" y="601"/>
                  </a:cubicBezTo>
                  <a:cubicBezTo>
                    <a:pt x="129" y="568"/>
                    <a:pt x="97" y="536"/>
                    <a:pt x="56" y="512"/>
                  </a:cubicBezTo>
                  <a:cubicBezTo>
                    <a:pt x="38" y="502"/>
                    <a:pt x="25" y="496"/>
                    <a:pt x="17" y="496"/>
                  </a:cubicBezTo>
                  <a:close/>
                  <a:moveTo>
                    <a:pt x="2351" y="333"/>
                  </a:moveTo>
                  <a:cubicBezTo>
                    <a:pt x="2351" y="333"/>
                    <a:pt x="2351" y="406"/>
                    <a:pt x="2359" y="471"/>
                  </a:cubicBezTo>
                  <a:cubicBezTo>
                    <a:pt x="2372" y="584"/>
                    <a:pt x="2378" y="634"/>
                    <a:pt x="2375" y="634"/>
                  </a:cubicBezTo>
                  <a:cubicBezTo>
                    <a:pt x="2373" y="634"/>
                    <a:pt x="2365" y="602"/>
                    <a:pt x="2351" y="544"/>
                  </a:cubicBezTo>
                  <a:cubicBezTo>
                    <a:pt x="2326" y="479"/>
                    <a:pt x="2310" y="414"/>
                    <a:pt x="2318" y="341"/>
                  </a:cubicBezTo>
                  <a:lnTo>
                    <a:pt x="2351" y="333"/>
                  </a:lnTo>
                  <a:close/>
                  <a:moveTo>
                    <a:pt x="1579" y="578"/>
                  </a:moveTo>
                  <a:cubicBezTo>
                    <a:pt x="1583" y="578"/>
                    <a:pt x="1590" y="584"/>
                    <a:pt x="1605" y="601"/>
                  </a:cubicBezTo>
                  <a:cubicBezTo>
                    <a:pt x="1605" y="600"/>
                    <a:pt x="1606" y="600"/>
                    <a:pt x="1606" y="600"/>
                  </a:cubicBezTo>
                  <a:cubicBezTo>
                    <a:pt x="1615" y="600"/>
                    <a:pt x="1628" y="658"/>
                    <a:pt x="1621" y="666"/>
                  </a:cubicBezTo>
                  <a:lnTo>
                    <a:pt x="1572" y="617"/>
                  </a:lnTo>
                  <a:cubicBezTo>
                    <a:pt x="1584" y="611"/>
                    <a:pt x="1571" y="578"/>
                    <a:pt x="1579" y="578"/>
                  </a:cubicBezTo>
                  <a:close/>
                  <a:moveTo>
                    <a:pt x="1929" y="552"/>
                  </a:moveTo>
                  <a:cubicBezTo>
                    <a:pt x="1953" y="593"/>
                    <a:pt x="1969" y="641"/>
                    <a:pt x="1986" y="682"/>
                  </a:cubicBezTo>
                  <a:lnTo>
                    <a:pt x="1969" y="690"/>
                  </a:lnTo>
                  <a:cubicBezTo>
                    <a:pt x="1937" y="625"/>
                    <a:pt x="1905" y="568"/>
                    <a:pt x="1913" y="560"/>
                  </a:cubicBezTo>
                  <a:lnTo>
                    <a:pt x="1929" y="552"/>
                  </a:lnTo>
                  <a:close/>
                  <a:moveTo>
                    <a:pt x="2440" y="593"/>
                  </a:moveTo>
                  <a:lnTo>
                    <a:pt x="2472" y="657"/>
                  </a:lnTo>
                  <a:cubicBezTo>
                    <a:pt x="2488" y="722"/>
                    <a:pt x="2480" y="722"/>
                    <a:pt x="2464" y="730"/>
                  </a:cubicBezTo>
                  <a:lnTo>
                    <a:pt x="2448" y="666"/>
                  </a:lnTo>
                  <a:lnTo>
                    <a:pt x="2440" y="593"/>
                  </a:lnTo>
                  <a:close/>
                  <a:moveTo>
                    <a:pt x="3842" y="585"/>
                  </a:moveTo>
                  <a:cubicBezTo>
                    <a:pt x="3859" y="593"/>
                    <a:pt x="3834" y="657"/>
                    <a:pt x="3794" y="722"/>
                  </a:cubicBezTo>
                  <a:cubicBezTo>
                    <a:pt x="3752" y="811"/>
                    <a:pt x="3741" y="835"/>
                    <a:pt x="3728" y="835"/>
                  </a:cubicBezTo>
                  <a:cubicBezTo>
                    <a:pt x="3724" y="835"/>
                    <a:pt x="3719" y="832"/>
                    <a:pt x="3713" y="828"/>
                  </a:cubicBezTo>
                  <a:cubicBezTo>
                    <a:pt x="3705" y="820"/>
                    <a:pt x="3696" y="812"/>
                    <a:pt x="3729" y="755"/>
                  </a:cubicBezTo>
                  <a:lnTo>
                    <a:pt x="3737" y="763"/>
                  </a:lnTo>
                  <a:cubicBezTo>
                    <a:pt x="3727" y="780"/>
                    <a:pt x="3725" y="788"/>
                    <a:pt x="3727" y="788"/>
                  </a:cubicBezTo>
                  <a:cubicBezTo>
                    <a:pt x="3732" y="788"/>
                    <a:pt x="3761" y="751"/>
                    <a:pt x="3777" y="706"/>
                  </a:cubicBezTo>
                  <a:lnTo>
                    <a:pt x="3842" y="585"/>
                  </a:lnTo>
                  <a:close/>
                  <a:moveTo>
                    <a:pt x="3913" y="803"/>
                  </a:moveTo>
                  <a:cubicBezTo>
                    <a:pt x="3914" y="803"/>
                    <a:pt x="3915" y="803"/>
                    <a:pt x="3915" y="803"/>
                  </a:cubicBezTo>
                  <a:lnTo>
                    <a:pt x="3891" y="868"/>
                  </a:lnTo>
                  <a:cubicBezTo>
                    <a:pt x="3865" y="905"/>
                    <a:pt x="3849" y="915"/>
                    <a:pt x="3838" y="915"/>
                  </a:cubicBezTo>
                  <a:cubicBezTo>
                    <a:pt x="3833" y="915"/>
                    <a:pt x="3829" y="912"/>
                    <a:pt x="3826" y="909"/>
                  </a:cubicBezTo>
                  <a:cubicBezTo>
                    <a:pt x="3818" y="901"/>
                    <a:pt x="3818" y="901"/>
                    <a:pt x="3859" y="844"/>
                  </a:cubicBezTo>
                  <a:cubicBezTo>
                    <a:pt x="3859" y="844"/>
                    <a:pt x="3900" y="803"/>
                    <a:pt x="3913" y="803"/>
                  </a:cubicBezTo>
                  <a:close/>
                  <a:moveTo>
                    <a:pt x="2115" y="690"/>
                  </a:moveTo>
                  <a:lnTo>
                    <a:pt x="2115" y="690"/>
                  </a:lnTo>
                  <a:cubicBezTo>
                    <a:pt x="2132" y="690"/>
                    <a:pt x="2148" y="755"/>
                    <a:pt x="2196" y="885"/>
                  </a:cubicBezTo>
                  <a:cubicBezTo>
                    <a:pt x="2200" y="912"/>
                    <a:pt x="2202" y="928"/>
                    <a:pt x="2199" y="928"/>
                  </a:cubicBezTo>
                  <a:cubicBezTo>
                    <a:pt x="2196" y="928"/>
                    <a:pt x="2184" y="898"/>
                    <a:pt x="2156" y="828"/>
                  </a:cubicBezTo>
                  <a:cubicBezTo>
                    <a:pt x="2140" y="763"/>
                    <a:pt x="2115" y="690"/>
                    <a:pt x="2115" y="690"/>
                  </a:cubicBezTo>
                  <a:close/>
                  <a:moveTo>
                    <a:pt x="1742" y="925"/>
                  </a:moveTo>
                  <a:cubicBezTo>
                    <a:pt x="1783" y="974"/>
                    <a:pt x="1832" y="1022"/>
                    <a:pt x="1824" y="1030"/>
                  </a:cubicBezTo>
                  <a:cubicBezTo>
                    <a:pt x="1836" y="1048"/>
                    <a:pt x="1839" y="1056"/>
                    <a:pt x="1835" y="1056"/>
                  </a:cubicBezTo>
                  <a:cubicBezTo>
                    <a:pt x="1826" y="1056"/>
                    <a:pt x="1780" y="1014"/>
                    <a:pt x="1718" y="941"/>
                  </a:cubicBezTo>
                  <a:lnTo>
                    <a:pt x="1742" y="925"/>
                  </a:lnTo>
                  <a:close/>
                  <a:moveTo>
                    <a:pt x="3534" y="1039"/>
                  </a:moveTo>
                  <a:cubicBezTo>
                    <a:pt x="3502" y="1095"/>
                    <a:pt x="3502" y="1095"/>
                    <a:pt x="3510" y="1103"/>
                  </a:cubicBezTo>
                  <a:lnTo>
                    <a:pt x="3518" y="1103"/>
                  </a:lnTo>
                  <a:lnTo>
                    <a:pt x="3542" y="1047"/>
                  </a:lnTo>
                  <a:lnTo>
                    <a:pt x="3534" y="1039"/>
                  </a:lnTo>
                  <a:close/>
                  <a:moveTo>
                    <a:pt x="1702" y="1055"/>
                  </a:moveTo>
                  <a:lnTo>
                    <a:pt x="1759" y="1095"/>
                  </a:lnTo>
                  <a:lnTo>
                    <a:pt x="1751" y="1103"/>
                  </a:lnTo>
                  <a:cubicBezTo>
                    <a:pt x="1748" y="1106"/>
                    <a:pt x="1746" y="1108"/>
                    <a:pt x="1743" y="1108"/>
                  </a:cubicBezTo>
                  <a:cubicBezTo>
                    <a:pt x="1737" y="1108"/>
                    <a:pt x="1725" y="1099"/>
                    <a:pt x="1686" y="1071"/>
                  </a:cubicBezTo>
                  <a:lnTo>
                    <a:pt x="1702" y="1055"/>
                  </a:lnTo>
                  <a:close/>
                  <a:moveTo>
                    <a:pt x="1327" y="1077"/>
                  </a:moveTo>
                  <a:cubicBezTo>
                    <a:pt x="1346" y="1077"/>
                    <a:pt x="1394" y="1095"/>
                    <a:pt x="1394" y="1095"/>
                  </a:cubicBezTo>
                  <a:cubicBezTo>
                    <a:pt x="1451" y="1136"/>
                    <a:pt x="1442" y="1152"/>
                    <a:pt x="1442" y="1152"/>
                  </a:cubicBezTo>
                  <a:cubicBezTo>
                    <a:pt x="1439" y="1156"/>
                    <a:pt x="1435" y="1159"/>
                    <a:pt x="1427" y="1159"/>
                  </a:cubicBezTo>
                  <a:cubicBezTo>
                    <a:pt x="1417" y="1159"/>
                    <a:pt x="1401" y="1154"/>
                    <a:pt x="1369" y="1136"/>
                  </a:cubicBezTo>
                  <a:cubicBezTo>
                    <a:pt x="1369" y="1136"/>
                    <a:pt x="1313" y="1095"/>
                    <a:pt x="1321" y="1079"/>
                  </a:cubicBezTo>
                  <a:cubicBezTo>
                    <a:pt x="1322" y="1078"/>
                    <a:pt x="1324" y="1077"/>
                    <a:pt x="1327" y="1077"/>
                  </a:cubicBezTo>
                  <a:close/>
                  <a:moveTo>
                    <a:pt x="4107" y="1100"/>
                  </a:moveTo>
                  <a:lnTo>
                    <a:pt x="4107" y="1100"/>
                  </a:lnTo>
                  <a:cubicBezTo>
                    <a:pt x="4109" y="1100"/>
                    <a:pt x="4083" y="1123"/>
                    <a:pt x="4029" y="1168"/>
                  </a:cubicBezTo>
                  <a:cubicBezTo>
                    <a:pt x="3984" y="1213"/>
                    <a:pt x="3933" y="1250"/>
                    <a:pt x="3925" y="1250"/>
                  </a:cubicBezTo>
                  <a:cubicBezTo>
                    <a:pt x="3924" y="1250"/>
                    <a:pt x="3923" y="1250"/>
                    <a:pt x="3923" y="1249"/>
                  </a:cubicBezTo>
                  <a:cubicBezTo>
                    <a:pt x="3891" y="1271"/>
                    <a:pt x="3875" y="1280"/>
                    <a:pt x="3870" y="1280"/>
                  </a:cubicBezTo>
                  <a:cubicBezTo>
                    <a:pt x="3859" y="1280"/>
                    <a:pt x="3938" y="1214"/>
                    <a:pt x="4021" y="1160"/>
                  </a:cubicBezTo>
                  <a:cubicBezTo>
                    <a:pt x="4076" y="1121"/>
                    <a:pt x="4104" y="1100"/>
                    <a:pt x="4107" y="1100"/>
                  </a:cubicBezTo>
                  <a:close/>
                  <a:moveTo>
                    <a:pt x="1710" y="1249"/>
                  </a:moveTo>
                  <a:lnTo>
                    <a:pt x="1710" y="1249"/>
                  </a:lnTo>
                  <a:cubicBezTo>
                    <a:pt x="1702" y="1257"/>
                    <a:pt x="1751" y="1298"/>
                    <a:pt x="1751" y="1298"/>
                  </a:cubicBezTo>
                  <a:cubicBezTo>
                    <a:pt x="1751" y="1298"/>
                    <a:pt x="1792" y="1334"/>
                    <a:pt x="1809" y="1334"/>
                  </a:cubicBezTo>
                  <a:cubicBezTo>
                    <a:pt x="1812" y="1334"/>
                    <a:pt x="1814" y="1333"/>
                    <a:pt x="1815" y="1330"/>
                  </a:cubicBezTo>
                  <a:lnTo>
                    <a:pt x="1824" y="1322"/>
                  </a:lnTo>
                  <a:cubicBezTo>
                    <a:pt x="1783" y="1298"/>
                    <a:pt x="1751" y="1274"/>
                    <a:pt x="1710" y="1249"/>
                  </a:cubicBezTo>
                  <a:close/>
                  <a:moveTo>
                    <a:pt x="1240" y="1322"/>
                  </a:moveTo>
                  <a:cubicBezTo>
                    <a:pt x="1305" y="1347"/>
                    <a:pt x="1305" y="1347"/>
                    <a:pt x="1288" y="1371"/>
                  </a:cubicBezTo>
                  <a:cubicBezTo>
                    <a:pt x="1287" y="1372"/>
                    <a:pt x="1285" y="1373"/>
                    <a:pt x="1282" y="1373"/>
                  </a:cubicBezTo>
                  <a:cubicBezTo>
                    <a:pt x="1265" y="1373"/>
                    <a:pt x="1224" y="1355"/>
                    <a:pt x="1224" y="1355"/>
                  </a:cubicBezTo>
                  <a:cubicBezTo>
                    <a:pt x="1167" y="1322"/>
                    <a:pt x="1232" y="1339"/>
                    <a:pt x="1240" y="1322"/>
                  </a:cubicBezTo>
                  <a:close/>
                  <a:moveTo>
                    <a:pt x="956" y="1606"/>
                  </a:moveTo>
                  <a:cubicBezTo>
                    <a:pt x="985" y="1617"/>
                    <a:pt x="986" y="1621"/>
                    <a:pt x="980" y="1621"/>
                  </a:cubicBezTo>
                  <a:cubicBezTo>
                    <a:pt x="971" y="1621"/>
                    <a:pt x="952" y="1615"/>
                    <a:pt x="956" y="1606"/>
                  </a:cubicBezTo>
                  <a:close/>
                  <a:moveTo>
                    <a:pt x="1183" y="1582"/>
                  </a:moveTo>
                  <a:lnTo>
                    <a:pt x="1183" y="1582"/>
                  </a:lnTo>
                  <a:cubicBezTo>
                    <a:pt x="1232" y="1590"/>
                    <a:pt x="1272" y="1606"/>
                    <a:pt x="1313" y="1622"/>
                  </a:cubicBezTo>
                  <a:lnTo>
                    <a:pt x="1321" y="1622"/>
                  </a:lnTo>
                  <a:cubicBezTo>
                    <a:pt x="1349" y="1634"/>
                    <a:pt x="1363" y="1643"/>
                    <a:pt x="1353" y="1643"/>
                  </a:cubicBezTo>
                  <a:cubicBezTo>
                    <a:pt x="1343" y="1643"/>
                    <a:pt x="1309" y="1634"/>
                    <a:pt x="1240" y="1614"/>
                  </a:cubicBezTo>
                  <a:cubicBezTo>
                    <a:pt x="1175" y="1598"/>
                    <a:pt x="1175" y="1598"/>
                    <a:pt x="1183" y="1582"/>
                  </a:cubicBezTo>
                  <a:close/>
                  <a:moveTo>
                    <a:pt x="1151" y="1671"/>
                  </a:moveTo>
                  <a:lnTo>
                    <a:pt x="1215" y="1679"/>
                  </a:lnTo>
                  <a:lnTo>
                    <a:pt x="1280" y="1712"/>
                  </a:lnTo>
                  <a:lnTo>
                    <a:pt x="1272" y="1728"/>
                  </a:lnTo>
                  <a:cubicBezTo>
                    <a:pt x="1207" y="1703"/>
                    <a:pt x="1142" y="1687"/>
                    <a:pt x="1151" y="1671"/>
                  </a:cubicBezTo>
                  <a:close/>
                  <a:moveTo>
                    <a:pt x="1126" y="1736"/>
                  </a:moveTo>
                  <a:lnTo>
                    <a:pt x="1126" y="1736"/>
                  </a:lnTo>
                  <a:cubicBezTo>
                    <a:pt x="1159" y="1744"/>
                    <a:pt x="1157" y="1748"/>
                    <a:pt x="1148" y="1748"/>
                  </a:cubicBezTo>
                  <a:cubicBezTo>
                    <a:pt x="1138" y="1748"/>
                    <a:pt x="1122" y="1744"/>
                    <a:pt x="1126" y="1736"/>
                  </a:cubicBezTo>
                  <a:close/>
                  <a:moveTo>
                    <a:pt x="2051" y="1703"/>
                  </a:moveTo>
                  <a:lnTo>
                    <a:pt x="2042" y="1720"/>
                  </a:lnTo>
                  <a:cubicBezTo>
                    <a:pt x="2080" y="1741"/>
                    <a:pt x="2093" y="1748"/>
                    <a:pt x="2097" y="1748"/>
                  </a:cubicBezTo>
                  <a:cubicBezTo>
                    <a:pt x="2099" y="1748"/>
                    <a:pt x="2099" y="1747"/>
                    <a:pt x="2099" y="1744"/>
                  </a:cubicBezTo>
                  <a:cubicBezTo>
                    <a:pt x="2107" y="1736"/>
                    <a:pt x="2115" y="1728"/>
                    <a:pt x="2051" y="1703"/>
                  </a:cubicBezTo>
                  <a:close/>
                  <a:moveTo>
                    <a:pt x="1701" y="1768"/>
                  </a:moveTo>
                  <a:cubicBezTo>
                    <a:pt x="1699" y="1770"/>
                    <a:pt x="1698" y="1771"/>
                    <a:pt x="1699" y="1771"/>
                  </a:cubicBezTo>
                  <a:cubicBezTo>
                    <a:pt x="1699" y="1771"/>
                    <a:pt x="1700" y="1770"/>
                    <a:pt x="1702" y="1768"/>
                  </a:cubicBezTo>
                  <a:cubicBezTo>
                    <a:pt x="1702" y="1768"/>
                    <a:pt x="1701" y="1768"/>
                    <a:pt x="1701" y="1768"/>
                  </a:cubicBezTo>
                  <a:close/>
                  <a:moveTo>
                    <a:pt x="972" y="2587"/>
                  </a:moveTo>
                  <a:lnTo>
                    <a:pt x="1037" y="2595"/>
                  </a:lnTo>
                  <a:lnTo>
                    <a:pt x="1037" y="2611"/>
                  </a:lnTo>
                  <a:cubicBezTo>
                    <a:pt x="1000" y="2616"/>
                    <a:pt x="959" y="2621"/>
                    <a:pt x="932" y="2621"/>
                  </a:cubicBezTo>
                  <a:cubicBezTo>
                    <a:pt x="912" y="2621"/>
                    <a:pt x="899" y="2618"/>
                    <a:pt x="899" y="2611"/>
                  </a:cubicBezTo>
                  <a:lnTo>
                    <a:pt x="972" y="2587"/>
                  </a:lnTo>
                  <a:close/>
                  <a:moveTo>
                    <a:pt x="4256" y="2759"/>
                  </a:moveTo>
                  <a:cubicBezTo>
                    <a:pt x="4264" y="2759"/>
                    <a:pt x="4280" y="2761"/>
                    <a:pt x="4313" y="2766"/>
                  </a:cubicBezTo>
                  <a:cubicBezTo>
                    <a:pt x="4386" y="2782"/>
                    <a:pt x="4442" y="2814"/>
                    <a:pt x="4442" y="2822"/>
                  </a:cubicBezTo>
                  <a:cubicBezTo>
                    <a:pt x="4377" y="2822"/>
                    <a:pt x="4304" y="2798"/>
                    <a:pt x="4248" y="2766"/>
                  </a:cubicBezTo>
                  <a:cubicBezTo>
                    <a:pt x="4248" y="2761"/>
                    <a:pt x="4248" y="2759"/>
                    <a:pt x="4256" y="2759"/>
                  </a:cubicBezTo>
                  <a:close/>
                  <a:moveTo>
                    <a:pt x="1151" y="2920"/>
                  </a:moveTo>
                  <a:lnTo>
                    <a:pt x="1151" y="2920"/>
                  </a:lnTo>
                  <a:cubicBezTo>
                    <a:pt x="1159" y="2928"/>
                    <a:pt x="1159" y="2928"/>
                    <a:pt x="1094" y="2952"/>
                  </a:cubicBezTo>
                  <a:cubicBezTo>
                    <a:pt x="1045" y="2960"/>
                    <a:pt x="997" y="2968"/>
                    <a:pt x="956" y="2968"/>
                  </a:cubicBezTo>
                  <a:cubicBezTo>
                    <a:pt x="948" y="2960"/>
                    <a:pt x="1086" y="2936"/>
                    <a:pt x="1151" y="2920"/>
                  </a:cubicBezTo>
                  <a:close/>
                  <a:moveTo>
                    <a:pt x="1661" y="2960"/>
                  </a:moveTo>
                  <a:lnTo>
                    <a:pt x="1661" y="2968"/>
                  </a:lnTo>
                  <a:cubicBezTo>
                    <a:pt x="1612" y="2996"/>
                    <a:pt x="1557" y="3018"/>
                    <a:pt x="1538" y="3018"/>
                  </a:cubicBezTo>
                  <a:cubicBezTo>
                    <a:pt x="1535" y="3018"/>
                    <a:pt x="1533" y="3018"/>
                    <a:pt x="1532" y="3017"/>
                  </a:cubicBezTo>
                  <a:lnTo>
                    <a:pt x="1532" y="3001"/>
                  </a:lnTo>
                  <a:cubicBezTo>
                    <a:pt x="1572" y="2984"/>
                    <a:pt x="1621" y="2976"/>
                    <a:pt x="1661" y="2960"/>
                  </a:cubicBezTo>
                  <a:close/>
                  <a:moveTo>
                    <a:pt x="4322" y="3208"/>
                  </a:moveTo>
                  <a:cubicBezTo>
                    <a:pt x="4324" y="3208"/>
                    <a:pt x="4331" y="3211"/>
                    <a:pt x="4345" y="3220"/>
                  </a:cubicBezTo>
                  <a:cubicBezTo>
                    <a:pt x="4386" y="3236"/>
                    <a:pt x="4426" y="3268"/>
                    <a:pt x="4459" y="3293"/>
                  </a:cubicBezTo>
                  <a:cubicBezTo>
                    <a:pt x="4459" y="3293"/>
                    <a:pt x="4490" y="3320"/>
                    <a:pt x="4479" y="3320"/>
                  </a:cubicBezTo>
                  <a:cubicBezTo>
                    <a:pt x="4475" y="3320"/>
                    <a:pt x="4467" y="3317"/>
                    <a:pt x="4450" y="3309"/>
                  </a:cubicBezTo>
                  <a:lnTo>
                    <a:pt x="4394" y="3276"/>
                  </a:lnTo>
                  <a:cubicBezTo>
                    <a:pt x="4357" y="3240"/>
                    <a:pt x="4316" y="3208"/>
                    <a:pt x="4322" y="3208"/>
                  </a:cubicBezTo>
                  <a:close/>
                  <a:moveTo>
                    <a:pt x="1353" y="3276"/>
                  </a:moveTo>
                  <a:lnTo>
                    <a:pt x="1353" y="3293"/>
                  </a:lnTo>
                  <a:cubicBezTo>
                    <a:pt x="1307" y="3319"/>
                    <a:pt x="1261" y="3345"/>
                    <a:pt x="1241" y="3345"/>
                  </a:cubicBezTo>
                  <a:cubicBezTo>
                    <a:pt x="1236" y="3345"/>
                    <a:pt x="1233" y="3344"/>
                    <a:pt x="1232" y="3341"/>
                  </a:cubicBezTo>
                  <a:lnTo>
                    <a:pt x="1288" y="3301"/>
                  </a:lnTo>
                  <a:lnTo>
                    <a:pt x="1353" y="3276"/>
                  </a:lnTo>
                  <a:close/>
                  <a:moveTo>
                    <a:pt x="3526" y="3576"/>
                  </a:moveTo>
                  <a:cubicBezTo>
                    <a:pt x="3559" y="3633"/>
                    <a:pt x="3591" y="3698"/>
                    <a:pt x="3583" y="3698"/>
                  </a:cubicBezTo>
                  <a:lnTo>
                    <a:pt x="3542" y="3649"/>
                  </a:lnTo>
                  <a:lnTo>
                    <a:pt x="3518" y="3584"/>
                  </a:lnTo>
                  <a:lnTo>
                    <a:pt x="3526" y="3576"/>
                  </a:lnTo>
                  <a:close/>
                  <a:moveTo>
                    <a:pt x="4016" y="3648"/>
                  </a:moveTo>
                  <a:cubicBezTo>
                    <a:pt x="4031" y="3648"/>
                    <a:pt x="4077" y="3682"/>
                    <a:pt x="4077" y="3682"/>
                  </a:cubicBezTo>
                  <a:cubicBezTo>
                    <a:pt x="4077" y="3682"/>
                    <a:pt x="4126" y="3730"/>
                    <a:pt x="4118" y="3738"/>
                  </a:cubicBezTo>
                  <a:cubicBezTo>
                    <a:pt x="4077" y="3714"/>
                    <a:pt x="4037" y="3690"/>
                    <a:pt x="4005" y="3657"/>
                  </a:cubicBezTo>
                  <a:lnTo>
                    <a:pt x="4013" y="3649"/>
                  </a:lnTo>
                  <a:cubicBezTo>
                    <a:pt x="4013" y="3649"/>
                    <a:pt x="4014" y="3648"/>
                    <a:pt x="4016" y="3648"/>
                  </a:cubicBezTo>
                  <a:close/>
                  <a:moveTo>
                    <a:pt x="3442" y="3686"/>
                  </a:moveTo>
                  <a:cubicBezTo>
                    <a:pt x="3447" y="3686"/>
                    <a:pt x="3454" y="3699"/>
                    <a:pt x="3478" y="3747"/>
                  </a:cubicBezTo>
                  <a:cubicBezTo>
                    <a:pt x="3478" y="3747"/>
                    <a:pt x="3502" y="3811"/>
                    <a:pt x="3486" y="3811"/>
                  </a:cubicBezTo>
                  <a:lnTo>
                    <a:pt x="3453" y="3755"/>
                  </a:lnTo>
                  <a:cubicBezTo>
                    <a:pt x="3429" y="3690"/>
                    <a:pt x="3437" y="3690"/>
                    <a:pt x="3437" y="3690"/>
                  </a:cubicBezTo>
                  <a:cubicBezTo>
                    <a:pt x="3439" y="3688"/>
                    <a:pt x="3441" y="3686"/>
                    <a:pt x="3442" y="3686"/>
                  </a:cubicBezTo>
                  <a:close/>
                  <a:moveTo>
                    <a:pt x="4027" y="3824"/>
                  </a:moveTo>
                  <a:cubicBezTo>
                    <a:pt x="4033" y="3824"/>
                    <a:pt x="4043" y="3834"/>
                    <a:pt x="4077" y="3868"/>
                  </a:cubicBezTo>
                  <a:lnTo>
                    <a:pt x="4061" y="3876"/>
                  </a:lnTo>
                  <a:lnTo>
                    <a:pt x="4005" y="3836"/>
                  </a:lnTo>
                  <a:lnTo>
                    <a:pt x="4021" y="3828"/>
                  </a:lnTo>
                  <a:cubicBezTo>
                    <a:pt x="4023" y="3825"/>
                    <a:pt x="4025" y="3824"/>
                    <a:pt x="4027" y="3824"/>
                  </a:cubicBezTo>
                  <a:close/>
                  <a:moveTo>
                    <a:pt x="3915" y="3901"/>
                  </a:moveTo>
                  <a:cubicBezTo>
                    <a:pt x="3923" y="3901"/>
                    <a:pt x="3923" y="3901"/>
                    <a:pt x="3964" y="3949"/>
                  </a:cubicBezTo>
                  <a:lnTo>
                    <a:pt x="3956" y="3957"/>
                  </a:lnTo>
                  <a:lnTo>
                    <a:pt x="3899" y="3909"/>
                  </a:lnTo>
                  <a:lnTo>
                    <a:pt x="3915" y="3901"/>
                  </a:lnTo>
                  <a:close/>
                  <a:moveTo>
                    <a:pt x="4065" y="3927"/>
                  </a:moveTo>
                  <a:cubicBezTo>
                    <a:pt x="4064" y="3927"/>
                    <a:pt x="4066" y="3934"/>
                    <a:pt x="4077" y="3957"/>
                  </a:cubicBezTo>
                  <a:cubicBezTo>
                    <a:pt x="4083" y="3952"/>
                    <a:pt x="4068" y="3927"/>
                    <a:pt x="4065" y="3927"/>
                  </a:cubicBezTo>
                  <a:close/>
                  <a:moveTo>
                    <a:pt x="3815" y="3904"/>
                  </a:moveTo>
                  <a:cubicBezTo>
                    <a:pt x="3820" y="3904"/>
                    <a:pt x="3831" y="3919"/>
                    <a:pt x="3850" y="3949"/>
                  </a:cubicBezTo>
                  <a:cubicBezTo>
                    <a:pt x="3883" y="4006"/>
                    <a:pt x="3883" y="4006"/>
                    <a:pt x="3875" y="4006"/>
                  </a:cubicBezTo>
                  <a:cubicBezTo>
                    <a:pt x="3867" y="4011"/>
                    <a:pt x="3861" y="4015"/>
                    <a:pt x="3857" y="4015"/>
                  </a:cubicBezTo>
                  <a:cubicBezTo>
                    <a:pt x="3848" y="4015"/>
                    <a:pt x="3842" y="4001"/>
                    <a:pt x="3826" y="3957"/>
                  </a:cubicBezTo>
                  <a:cubicBezTo>
                    <a:pt x="3813" y="3923"/>
                    <a:pt x="3809" y="3904"/>
                    <a:pt x="3815" y="3904"/>
                  </a:cubicBezTo>
                  <a:close/>
                  <a:moveTo>
                    <a:pt x="1959" y="3973"/>
                  </a:moveTo>
                  <a:cubicBezTo>
                    <a:pt x="1960" y="3973"/>
                    <a:pt x="1961" y="3973"/>
                    <a:pt x="1961" y="3974"/>
                  </a:cubicBezTo>
                  <a:cubicBezTo>
                    <a:pt x="1986" y="3982"/>
                    <a:pt x="1986" y="3982"/>
                    <a:pt x="1953" y="4047"/>
                  </a:cubicBezTo>
                  <a:cubicBezTo>
                    <a:pt x="1935" y="4079"/>
                    <a:pt x="1916" y="4087"/>
                    <a:pt x="1902" y="4087"/>
                  </a:cubicBezTo>
                  <a:cubicBezTo>
                    <a:pt x="1892" y="4087"/>
                    <a:pt x="1884" y="4082"/>
                    <a:pt x="1880" y="4079"/>
                  </a:cubicBezTo>
                  <a:cubicBezTo>
                    <a:pt x="1903" y="4019"/>
                    <a:pt x="1946" y="3973"/>
                    <a:pt x="1959" y="3973"/>
                  </a:cubicBezTo>
                  <a:close/>
                  <a:moveTo>
                    <a:pt x="4060" y="4194"/>
                  </a:moveTo>
                  <a:cubicBezTo>
                    <a:pt x="4063" y="4198"/>
                    <a:pt x="4066" y="4203"/>
                    <a:pt x="4069" y="4209"/>
                  </a:cubicBezTo>
                  <a:cubicBezTo>
                    <a:pt x="4072" y="4211"/>
                    <a:pt x="4075" y="4214"/>
                    <a:pt x="4078" y="4216"/>
                  </a:cubicBezTo>
                  <a:lnTo>
                    <a:pt x="4078" y="4216"/>
                  </a:lnTo>
                  <a:cubicBezTo>
                    <a:pt x="4073" y="4210"/>
                    <a:pt x="4067" y="4202"/>
                    <a:pt x="4060" y="4194"/>
                  </a:cubicBezTo>
                  <a:close/>
                  <a:moveTo>
                    <a:pt x="4078" y="4216"/>
                  </a:moveTo>
                  <a:lnTo>
                    <a:pt x="4078" y="4216"/>
                  </a:lnTo>
                  <a:cubicBezTo>
                    <a:pt x="4093" y="4235"/>
                    <a:pt x="4102" y="4243"/>
                    <a:pt x="4103" y="4243"/>
                  </a:cubicBezTo>
                  <a:cubicBezTo>
                    <a:pt x="4104" y="4243"/>
                    <a:pt x="4096" y="4232"/>
                    <a:pt x="4078" y="4216"/>
                  </a:cubicBezTo>
                  <a:close/>
                  <a:moveTo>
                    <a:pt x="2488" y="4136"/>
                  </a:moveTo>
                  <a:lnTo>
                    <a:pt x="2505" y="4144"/>
                  </a:lnTo>
                  <a:cubicBezTo>
                    <a:pt x="2488" y="4209"/>
                    <a:pt x="2472" y="4274"/>
                    <a:pt x="2456" y="4274"/>
                  </a:cubicBezTo>
                  <a:lnTo>
                    <a:pt x="2448" y="4265"/>
                  </a:lnTo>
                  <a:cubicBezTo>
                    <a:pt x="2456" y="4225"/>
                    <a:pt x="2472" y="4184"/>
                    <a:pt x="2488" y="4136"/>
                  </a:cubicBezTo>
                  <a:close/>
                  <a:moveTo>
                    <a:pt x="2796" y="1"/>
                  </a:moveTo>
                  <a:cubicBezTo>
                    <a:pt x="2780" y="1"/>
                    <a:pt x="2780" y="1"/>
                    <a:pt x="2780" y="74"/>
                  </a:cubicBezTo>
                  <a:cubicBezTo>
                    <a:pt x="2786" y="121"/>
                    <a:pt x="2783" y="168"/>
                    <a:pt x="2753" y="168"/>
                  </a:cubicBezTo>
                  <a:cubicBezTo>
                    <a:pt x="2742" y="168"/>
                    <a:pt x="2727" y="162"/>
                    <a:pt x="2707" y="147"/>
                  </a:cubicBezTo>
                  <a:cubicBezTo>
                    <a:pt x="2675" y="147"/>
                    <a:pt x="2626" y="147"/>
                    <a:pt x="2634" y="220"/>
                  </a:cubicBezTo>
                  <a:cubicBezTo>
                    <a:pt x="2618" y="220"/>
                    <a:pt x="2618" y="220"/>
                    <a:pt x="2610" y="155"/>
                  </a:cubicBezTo>
                  <a:cubicBezTo>
                    <a:pt x="2602" y="87"/>
                    <a:pt x="2590" y="52"/>
                    <a:pt x="2579" y="52"/>
                  </a:cubicBezTo>
                  <a:cubicBezTo>
                    <a:pt x="2568" y="52"/>
                    <a:pt x="2557" y="89"/>
                    <a:pt x="2553" y="163"/>
                  </a:cubicBezTo>
                  <a:cubicBezTo>
                    <a:pt x="2557" y="195"/>
                    <a:pt x="2555" y="212"/>
                    <a:pt x="2549" y="212"/>
                  </a:cubicBezTo>
                  <a:cubicBezTo>
                    <a:pt x="2543" y="212"/>
                    <a:pt x="2533" y="195"/>
                    <a:pt x="2521" y="163"/>
                  </a:cubicBezTo>
                  <a:cubicBezTo>
                    <a:pt x="2521" y="163"/>
                    <a:pt x="2505" y="163"/>
                    <a:pt x="2496" y="236"/>
                  </a:cubicBezTo>
                  <a:cubicBezTo>
                    <a:pt x="2496" y="272"/>
                    <a:pt x="2496" y="289"/>
                    <a:pt x="2491" y="289"/>
                  </a:cubicBezTo>
                  <a:cubicBezTo>
                    <a:pt x="2486" y="289"/>
                    <a:pt x="2476" y="272"/>
                    <a:pt x="2456" y="244"/>
                  </a:cubicBezTo>
                  <a:cubicBezTo>
                    <a:pt x="2440" y="179"/>
                    <a:pt x="2423" y="179"/>
                    <a:pt x="2407" y="179"/>
                  </a:cubicBezTo>
                  <a:cubicBezTo>
                    <a:pt x="2396" y="228"/>
                    <a:pt x="2319" y="263"/>
                    <a:pt x="2258" y="263"/>
                  </a:cubicBezTo>
                  <a:cubicBezTo>
                    <a:pt x="2228" y="263"/>
                    <a:pt x="2202" y="254"/>
                    <a:pt x="2188" y="236"/>
                  </a:cubicBezTo>
                  <a:lnTo>
                    <a:pt x="2188" y="236"/>
                  </a:lnTo>
                  <a:cubicBezTo>
                    <a:pt x="2196" y="301"/>
                    <a:pt x="2196" y="301"/>
                    <a:pt x="2180" y="309"/>
                  </a:cubicBezTo>
                  <a:cubicBezTo>
                    <a:pt x="2159" y="264"/>
                    <a:pt x="2146" y="244"/>
                    <a:pt x="2140" y="244"/>
                  </a:cubicBezTo>
                  <a:cubicBezTo>
                    <a:pt x="2130" y="244"/>
                    <a:pt x="2142" y="300"/>
                    <a:pt x="2172" y="382"/>
                  </a:cubicBezTo>
                  <a:lnTo>
                    <a:pt x="2188" y="374"/>
                  </a:lnTo>
                  <a:lnTo>
                    <a:pt x="2205" y="374"/>
                  </a:lnTo>
                  <a:cubicBezTo>
                    <a:pt x="2224" y="434"/>
                    <a:pt x="2225" y="468"/>
                    <a:pt x="2213" y="468"/>
                  </a:cubicBezTo>
                  <a:cubicBezTo>
                    <a:pt x="2200" y="468"/>
                    <a:pt x="2170" y="424"/>
                    <a:pt x="2132" y="325"/>
                  </a:cubicBezTo>
                  <a:cubicBezTo>
                    <a:pt x="2104" y="261"/>
                    <a:pt x="2089" y="229"/>
                    <a:pt x="2086" y="229"/>
                  </a:cubicBezTo>
                  <a:lnTo>
                    <a:pt x="2086" y="229"/>
                  </a:lnTo>
                  <a:cubicBezTo>
                    <a:pt x="2083" y="229"/>
                    <a:pt x="2091" y="263"/>
                    <a:pt x="2107" y="333"/>
                  </a:cubicBezTo>
                  <a:cubicBezTo>
                    <a:pt x="2124" y="401"/>
                    <a:pt x="2130" y="436"/>
                    <a:pt x="2121" y="436"/>
                  </a:cubicBezTo>
                  <a:cubicBezTo>
                    <a:pt x="2113" y="436"/>
                    <a:pt x="2093" y="407"/>
                    <a:pt x="2059" y="349"/>
                  </a:cubicBezTo>
                  <a:cubicBezTo>
                    <a:pt x="2034" y="285"/>
                    <a:pt x="2022" y="252"/>
                    <a:pt x="2021" y="252"/>
                  </a:cubicBezTo>
                  <a:lnTo>
                    <a:pt x="2021" y="252"/>
                  </a:lnTo>
                  <a:cubicBezTo>
                    <a:pt x="2020" y="252"/>
                    <a:pt x="2030" y="285"/>
                    <a:pt x="2051" y="349"/>
                  </a:cubicBezTo>
                  <a:cubicBezTo>
                    <a:pt x="2093" y="505"/>
                    <a:pt x="2111" y="595"/>
                    <a:pt x="2094" y="595"/>
                  </a:cubicBezTo>
                  <a:cubicBezTo>
                    <a:pt x="2082" y="595"/>
                    <a:pt x="2053" y="548"/>
                    <a:pt x="2002" y="447"/>
                  </a:cubicBezTo>
                  <a:cubicBezTo>
                    <a:pt x="1949" y="325"/>
                    <a:pt x="1910" y="268"/>
                    <a:pt x="1892" y="268"/>
                  </a:cubicBezTo>
                  <a:cubicBezTo>
                    <a:pt x="1890" y="268"/>
                    <a:pt x="1889" y="268"/>
                    <a:pt x="1888" y="268"/>
                  </a:cubicBezTo>
                  <a:cubicBezTo>
                    <a:pt x="1872" y="276"/>
                    <a:pt x="1905" y="341"/>
                    <a:pt x="1929" y="398"/>
                  </a:cubicBezTo>
                  <a:cubicBezTo>
                    <a:pt x="1971" y="461"/>
                    <a:pt x="1987" y="491"/>
                    <a:pt x="1980" y="491"/>
                  </a:cubicBezTo>
                  <a:cubicBezTo>
                    <a:pt x="1974" y="491"/>
                    <a:pt x="1948" y="465"/>
                    <a:pt x="1905" y="414"/>
                  </a:cubicBezTo>
                  <a:cubicBezTo>
                    <a:pt x="1837" y="335"/>
                    <a:pt x="1795" y="299"/>
                    <a:pt x="1773" y="299"/>
                  </a:cubicBezTo>
                  <a:cubicBezTo>
                    <a:pt x="1749" y="299"/>
                    <a:pt x="1746" y="339"/>
                    <a:pt x="1759" y="414"/>
                  </a:cubicBezTo>
                  <a:cubicBezTo>
                    <a:pt x="1768" y="494"/>
                    <a:pt x="1762" y="538"/>
                    <a:pt x="1748" y="538"/>
                  </a:cubicBezTo>
                  <a:cubicBezTo>
                    <a:pt x="1737" y="538"/>
                    <a:pt x="1720" y="509"/>
                    <a:pt x="1702" y="447"/>
                  </a:cubicBezTo>
                  <a:cubicBezTo>
                    <a:pt x="1679" y="369"/>
                    <a:pt x="1669" y="335"/>
                    <a:pt x="1666" y="335"/>
                  </a:cubicBezTo>
                  <a:lnTo>
                    <a:pt x="1666" y="335"/>
                  </a:lnTo>
                  <a:cubicBezTo>
                    <a:pt x="1664" y="335"/>
                    <a:pt x="1666" y="355"/>
                    <a:pt x="1669" y="390"/>
                  </a:cubicBezTo>
                  <a:lnTo>
                    <a:pt x="1597" y="430"/>
                  </a:lnTo>
                  <a:cubicBezTo>
                    <a:pt x="1580" y="439"/>
                    <a:pt x="1605" y="503"/>
                    <a:pt x="1653" y="560"/>
                  </a:cubicBezTo>
                  <a:cubicBezTo>
                    <a:pt x="1601" y="504"/>
                    <a:pt x="1556" y="471"/>
                    <a:pt x="1535" y="471"/>
                  </a:cubicBezTo>
                  <a:cubicBezTo>
                    <a:pt x="1517" y="471"/>
                    <a:pt x="1518" y="496"/>
                    <a:pt x="1548" y="552"/>
                  </a:cubicBezTo>
                  <a:lnTo>
                    <a:pt x="1515" y="576"/>
                  </a:lnTo>
                  <a:cubicBezTo>
                    <a:pt x="1507" y="585"/>
                    <a:pt x="1507" y="585"/>
                    <a:pt x="1540" y="649"/>
                  </a:cubicBezTo>
                  <a:cubicBezTo>
                    <a:pt x="1551" y="670"/>
                    <a:pt x="1552" y="677"/>
                    <a:pt x="1545" y="677"/>
                  </a:cubicBezTo>
                  <a:cubicBezTo>
                    <a:pt x="1532" y="677"/>
                    <a:pt x="1495" y="651"/>
                    <a:pt x="1459" y="625"/>
                  </a:cubicBezTo>
                  <a:cubicBezTo>
                    <a:pt x="1417" y="599"/>
                    <a:pt x="1379" y="576"/>
                    <a:pt x="1369" y="576"/>
                  </a:cubicBezTo>
                  <a:cubicBezTo>
                    <a:pt x="1364" y="576"/>
                    <a:pt x="1368" y="583"/>
                    <a:pt x="1386" y="601"/>
                  </a:cubicBezTo>
                  <a:cubicBezTo>
                    <a:pt x="1426" y="657"/>
                    <a:pt x="1467" y="714"/>
                    <a:pt x="1499" y="779"/>
                  </a:cubicBezTo>
                  <a:cubicBezTo>
                    <a:pt x="1510" y="798"/>
                    <a:pt x="1511" y="806"/>
                    <a:pt x="1506" y="806"/>
                  </a:cubicBezTo>
                  <a:cubicBezTo>
                    <a:pt x="1495" y="806"/>
                    <a:pt x="1461" y="776"/>
                    <a:pt x="1434" y="739"/>
                  </a:cubicBezTo>
                  <a:cubicBezTo>
                    <a:pt x="1402" y="706"/>
                    <a:pt x="1361" y="682"/>
                    <a:pt x="1313" y="674"/>
                  </a:cubicBezTo>
                  <a:lnTo>
                    <a:pt x="1313" y="674"/>
                  </a:lnTo>
                  <a:cubicBezTo>
                    <a:pt x="1305" y="682"/>
                    <a:pt x="1280" y="706"/>
                    <a:pt x="1329" y="747"/>
                  </a:cubicBezTo>
                  <a:cubicBezTo>
                    <a:pt x="1369" y="787"/>
                    <a:pt x="1337" y="844"/>
                    <a:pt x="1288" y="844"/>
                  </a:cubicBezTo>
                  <a:cubicBezTo>
                    <a:pt x="1278" y="844"/>
                    <a:pt x="1267" y="841"/>
                    <a:pt x="1256" y="836"/>
                  </a:cubicBezTo>
                  <a:lnTo>
                    <a:pt x="1232" y="860"/>
                  </a:lnTo>
                  <a:cubicBezTo>
                    <a:pt x="1224" y="876"/>
                    <a:pt x="1264" y="925"/>
                    <a:pt x="1256" y="941"/>
                  </a:cubicBezTo>
                  <a:cubicBezTo>
                    <a:pt x="1256" y="941"/>
                    <a:pt x="1248" y="949"/>
                    <a:pt x="1288" y="1006"/>
                  </a:cubicBezTo>
                  <a:cubicBezTo>
                    <a:pt x="1284" y="1010"/>
                    <a:pt x="1280" y="1016"/>
                    <a:pt x="1270" y="1016"/>
                  </a:cubicBezTo>
                  <a:cubicBezTo>
                    <a:pt x="1260" y="1016"/>
                    <a:pt x="1244" y="1010"/>
                    <a:pt x="1215" y="990"/>
                  </a:cubicBezTo>
                  <a:lnTo>
                    <a:pt x="1215" y="990"/>
                  </a:lnTo>
                  <a:cubicBezTo>
                    <a:pt x="1272" y="1038"/>
                    <a:pt x="1299" y="1060"/>
                    <a:pt x="1291" y="1060"/>
                  </a:cubicBezTo>
                  <a:cubicBezTo>
                    <a:pt x="1285" y="1060"/>
                    <a:pt x="1255" y="1044"/>
                    <a:pt x="1199" y="1014"/>
                  </a:cubicBezTo>
                  <a:cubicBezTo>
                    <a:pt x="1145" y="976"/>
                    <a:pt x="1117" y="955"/>
                    <a:pt x="1113" y="955"/>
                  </a:cubicBezTo>
                  <a:lnTo>
                    <a:pt x="1113" y="955"/>
                  </a:lnTo>
                  <a:cubicBezTo>
                    <a:pt x="1110" y="955"/>
                    <a:pt x="1136" y="980"/>
                    <a:pt x="1191" y="1030"/>
                  </a:cubicBezTo>
                  <a:cubicBezTo>
                    <a:pt x="1215" y="1059"/>
                    <a:pt x="1225" y="1071"/>
                    <a:pt x="1216" y="1071"/>
                  </a:cubicBezTo>
                  <a:cubicBezTo>
                    <a:pt x="1209" y="1071"/>
                    <a:pt x="1194" y="1065"/>
                    <a:pt x="1167" y="1055"/>
                  </a:cubicBezTo>
                  <a:cubicBezTo>
                    <a:pt x="1143" y="1038"/>
                    <a:pt x="1128" y="1031"/>
                    <a:pt x="1122" y="1031"/>
                  </a:cubicBezTo>
                  <a:cubicBezTo>
                    <a:pt x="1115" y="1031"/>
                    <a:pt x="1126" y="1044"/>
                    <a:pt x="1159" y="1063"/>
                  </a:cubicBezTo>
                  <a:cubicBezTo>
                    <a:pt x="1234" y="1127"/>
                    <a:pt x="1272" y="1182"/>
                    <a:pt x="1246" y="1182"/>
                  </a:cubicBezTo>
                  <a:cubicBezTo>
                    <a:pt x="1236" y="1182"/>
                    <a:pt x="1216" y="1173"/>
                    <a:pt x="1183" y="1152"/>
                  </a:cubicBezTo>
                  <a:lnTo>
                    <a:pt x="1183" y="1152"/>
                  </a:lnTo>
                  <a:cubicBezTo>
                    <a:pt x="1183" y="1152"/>
                    <a:pt x="1175" y="1168"/>
                    <a:pt x="1224" y="1217"/>
                  </a:cubicBezTo>
                  <a:cubicBezTo>
                    <a:pt x="1278" y="1259"/>
                    <a:pt x="1304" y="1279"/>
                    <a:pt x="1301" y="1279"/>
                  </a:cubicBezTo>
                  <a:cubicBezTo>
                    <a:pt x="1299" y="1279"/>
                    <a:pt x="1271" y="1261"/>
                    <a:pt x="1215" y="1225"/>
                  </a:cubicBezTo>
                  <a:cubicBezTo>
                    <a:pt x="1167" y="1202"/>
                    <a:pt x="1135" y="1191"/>
                    <a:pt x="1122" y="1191"/>
                  </a:cubicBezTo>
                  <a:cubicBezTo>
                    <a:pt x="1101" y="1191"/>
                    <a:pt x="1123" y="1217"/>
                    <a:pt x="1191" y="1266"/>
                  </a:cubicBezTo>
                  <a:cubicBezTo>
                    <a:pt x="1191" y="1266"/>
                    <a:pt x="1222" y="1297"/>
                    <a:pt x="1201" y="1297"/>
                  </a:cubicBezTo>
                  <a:cubicBezTo>
                    <a:pt x="1196" y="1297"/>
                    <a:pt x="1188" y="1295"/>
                    <a:pt x="1175" y="1290"/>
                  </a:cubicBezTo>
                  <a:cubicBezTo>
                    <a:pt x="1170" y="1289"/>
                    <a:pt x="1165" y="1289"/>
                    <a:pt x="1160" y="1289"/>
                  </a:cubicBezTo>
                  <a:cubicBezTo>
                    <a:pt x="1089" y="1289"/>
                    <a:pt x="1005" y="1341"/>
                    <a:pt x="1126" y="1379"/>
                  </a:cubicBezTo>
                  <a:lnTo>
                    <a:pt x="1110" y="1412"/>
                  </a:lnTo>
                  <a:cubicBezTo>
                    <a:pt x="1098" y="1410"/>
                    <a:pt x="1088" y="1409"/>
                    <a:pt x="1079" y="1409"/>
                  </a:cubicBezTo>
                  <a:cubicBezTo>
                    <a:pt x="1036" y="1409"/>
                    <a:pt x="1038" y="1426"/>
                    <a:pt x="1086" y="1460"/>
                  </a:cubicBezTo>
                  <a:lnTo>
                    <a:pt x="1142" y="1501"/>
                  </a:lnTo>
                  <a:cubicBezTo>
                    <a:pt x="1096" y="1483"/>
                    <a:pt x="1049" y="1470"/>
                    <a:pt x="1023" y="1470"/>
                  </a:cubicBezTo>
                  <a:cubicBezTo>
                    <a:pt x="1014" y="1470"/>
                    <a:pt x="1007" y="1472"/>
                    <a:pt x="1005" y="1476"/>
                  </a:cubicBezTo>
                  <a:cubicBezTo>
                    <a:pt x="997" y="1493"/>
                    <a:pt x="997" y="1493"/>
                    <a:pt x="1061" y="1517"/>
                  </a:cubicBezTo>
                  <a:cubicBezTo>
                    <a:pt x="1134" y="1525"/>
                    <a:pt x="1126" y="1541"/>
                    <a:pt x="1118" y="1557"/>
                  </a:cubicBezTo>
                  <a:cubicBezTo>
                    <a:pt x="1116" y="1559"/>
                    <a:pt x="1111" y="1560"/>
                    <a:pt x="1102" y="1560"/>
                  </a:cubicBezTo>
                  <a:cubicBezTo>
                    <a:pt x="1078" y="1560"/>
                    <a:pt x="1029" y="1551"/>
                    <a:pt x="980" y="1533"/>
                  </a:cubicBezTo>
                  <a:lnTo>
                    <a:pt x="972" y="1549"/>
                  </a:lnTo>
                  <a:cubicBezTo>
                    <a:pt x="1063" y="1583"/>
                    <a:pt x="1086" y="1597"/>
                    <a:pt x="1073" y="1597"/>
                  </a:cubicBezTo>
                  <a:cubicBezTo>
                    <a:pt x="1067" y="1597"/>
                    <a:pt x="1054" y="1595"/>
                    <a:pt x="1037" y="1590"/>
                  </a:cubicBezTo>
                  <a:cubicBezTo>
                    <a:pt x="1018" y="1588"/>
                    <a:pt x="1003" y="1587"/>
                    <a:pt x="991" y="1587"/>
                  </a:cubicBezTo>
                  <a:cubicBezTo>
                    <a:pt x="960" y="1587"/>
                    <a:pt x="956" y="1594"/>
                    <a:pt x="956" y="1606"/>
                  </a:cubicBezTo>
                  <a:lnTo>
                    <a:pt x="891" y="1582"/>
                  </a:lnTo>
                  <a:cubicBezTo>
                    <a:pt x="818" y="1582"/>
                    <a:pt x="883" y="1598"/>
                    <a:pt x="948" y="1622"/>
                  </a:cubicBezTo>
                  <a:cubicBezTo>
                    <a:pt x="948" y="1622"/>
                    <a:pt x="940" y="1639"/>
                    <a:pt x="940" y="1647"/>
                  </a:cubicBezTo>
                  <a:cubicBezTo>
                    <a:pt x="932" y="1663"/>
                    <a:pt x="924" y="1679"/>
                    <a:pt x="997" y="1687"/>
                  </a:cubicBezTo>
                  <a:cubicBezTo>
                    <a:pt x="1061" y="1703"/>
                    <a:pt x="1126" y="1720"/>
                    <a:pt x="1126" y="1736"/>
                  </a:cubicBezTo>
                  <a:cubicBezTo>
                    <a:pt x="1076" y="1723"/>
                    <a:pt x="1027" y="1706"/>
                    <a:pt x="1003" y="1706"/>
                  </a:cubicBezTo>
                  <a:cubicBezTo>
                    <a:pt x="995" y="1706"/>
                    <a:pt x="990" y="1708"/>
                    <a:pt x="988" y="1712"/>
                  </a:cubicBezTo>
                  <a:cubicBezTo>
                    <a:pt x="986" y="1717"/>
                    <a:pt x="977" y="1719"/>
                    <a:pt x="966" y="1719"/>
                  </a:cubicBezTo>
                  <a:cubicBezTo>
                    <a:pt x="944" y="1719"/>
                    <a:pt x="915" y="1712"/>
                    <a:pt x="915" y="1712"/>
                  </a:cubicBezTo>
                  <a:cubicBezTo>
                    <a:pt x="885" y="1697"/>
                    <a:pt x="866" y="1692"/>
                    <a:pt x="854" y="1692"/>
                  </a:cubicBezTo>
                  <a:cubicBezTo>
                    <a:pt x="818" y="1692"/>
                    <a:pt x="857" y="1744"/>
                    <a:pt x="899" y="1768"/>
                  </a:cubicBezTo>
                  <a:cubicBezTo>
                    <a:pt x="990" y="1808"/>
                    <a:pt x="1013" y="1828"/>
                    <a:pt x="975" y="1828"/>
                  </a:cubicBezTo>
                  <a:cubicBezTo>
                    <a:pt x="958" y="1828"/>
                    <a:pt x="930" y="1824"/>
                    <a:pt x="891" y="1817"/>
                  </a:cubicBezTo>
                  <a:cubicBezTo>
                    <a:pt x="865" y="1811"/>
                    <a:pt x="849" y="1808"/>
                    <a:pt x="841" y="1808"/>
                  </a:cubicBezTo>
                  <a:cubicBezTo>
                    <a:pt x="804" y="1808"/>
                    <a:pt x="919" y="1858"/>
                    <a:pt x="1078" y="1898"/>
                  </a:cubicBezTo>
                  <a:lnTo>
                    <a:pt x="1280" y="1947"/>
                  </a:lnTo>
                  <a:lnTo>
                    <a:pt x="1280" y="1947"/>
                  </a:lnTo>
                  <a:lnTo>
                    <a:pt x="1078" y="1906"/>
                  </a:lnTo>
                  <a:cubicBezTo>
                    <a:pt x="978" y="1894"/>
                    <a:pt x="914" y="1888"/>
                    <a:pt x="880" y="1888"/>
                  </a:cubicBezTo>
                  <a:cubicBezTo>
                    <a:pt x="823" y="1888"/>
                    <a:pt x="850" y="1906"/>
                    <a:pt x="932" y="1947"/>
                  </a:cubicBezTo>
                  <a:cubicBezTo>
                    <a:pt x="975" y="1968"/>
                    <a:pt x="989" y="1975"/>
                    <a:pt x="975" y="1975"/>
                  </a:cubicBezTo>
                  <a:cubicBezTo>
                    <a:pt x="968" y="1975"/>
                    <a:pt x="953" y="1974"/>
                    <a:pt x="932" y="1971"/>
                  </a:cubicBezTo>
                  <a:cubicBezTo>
                    <a:pt x="920" y="1970"/>
                    <a:pt x="910" y="1969"/>
                    <a:pt x="902" y="1969"/>
                  </a:cubicBezTo>
                  <a:cubicBezTo>
                    <a:pt x="858" y="1969"/>
                    <a:pt x="857" y="1987"/>
                    <a:pt x="851" y="2028"/>
                  </a:cubicBezTo>
                  <a:cubicBezTo>
                    <a:pt x="851" y="2076"/>
                    <a:pt x="842" y="2093"/>
                    <a:pt x="915" y="2093"/>
                  </a:cubicBezTo>
                  <a:cubicBezTo>
                    <a:pt x="915" y="2093"/>
                    <a:pt x="915" y="2109"/>
                    <a:pt x="907" y="2125"/>
                  </a:cubicBezTo>
                  <a:cubicBezTo>
                    <a:pt x="785" y="2132"/>
                    <a:pt x="829" y="2159"/>
                    <a:pt x="938" y="2159"/>
                  </a:cubicBezTo>
                  <a:cubicBezTo>
                    <a:pt x="951" y="2159"/>
                    <a:pt x="965" y="2158"/>
                    <a:pt x="980" y="2157"/>
                  </a:cubicBezTo>
                  <a:lnTo>
                    <a:pt x="980" y="2157"/>
                  </a:lnTo>
                  <a:lnTo>
                    <a:pt x="972" y="2182"/>
                  </a:lnTo>
                  <a:lnTo>
                    <a:pt x="907" y="2182"/>
                  </a:lnTo>
                  <a:cubicBezTo>
                    <a:pt x="834" y="2182"/>
                    <a:pt x="834" y="2214"/>
                    <a:pt x="834" y="2344"/>
                  </a:cubicBezTo>
                  <a:cubicBezTo>
                    <a:pt x="827" y="2471"/>
                    <a:pt x="826" y="2500"/>
                    <a:pt x="917" y="2500"/>
                  </a:cubicBezTo>
                  <a:cubicBezTo>
                    <a:pt x="931" y="2500"/>
                    <a:pt x="946" y="2499"/>
                    <a:pt x="964" y="2498"/>
                  </a:cubicBezTo>
                  <a:cubicBezTo>
                    <a:pt x="1102" y="2514"/>
                    <a:pt x="1102" y="2522"/>
                    <a:pt x="964" y="2530"/>
                  </a:cubicBezTo>
                  <a:cubicBezTo>
                    <a:pt x="908" y="2530"/>
                    <a:pt x="847" y="2548"/>
                    <a:pt x="876" y="2548"/>
                  </a:cubicBezTo>
                  <a:cubicBezTo>
                    <a:pt x="881" y="2548"/>
                    <a:pt x="889" y="2548"/>
                    <a:pt x="899" y="2547"/>
                  </a:cubicBezTo>
                  <a:lnTo>
                    <a:pt x="899" y="2547"/>
                  </a:lnTo>
                  <a:cubicBezTo>
                    <a:pt x="899" y="2547"/>
                    <a:pt x="899" y="2579"/>
                    <a:pt x="834" y="2595"/>
                  </a:cubicBezTo>
                  <a:cubicBezTo>
                    <a:pt x="724" y="2647"/>
                    <a:pt x="749" y="2663"/>
                    <a:pt x="796" y="2663"/>
                  </a:cubicBezTo>
                  <a:cubicBezTo>
                    <a:pt x="808" y="2663"/>
                    <a:pt x="821" y="2662"/>
                    <a:pt x="834" y="2660"/>
                  </a:cubicBezTo>
                  <a:cubicBezTo>
                    <a:pt x="882" y="2649"/>
                    <a:pt x="904" y="2644"/>
                    <a:pt x="911" y="2644"/>
                  </a:cubicBezTo>
                  <a:cubicBezTo>
                    <a:pt x="923" y="2644"/>
                    <a:pt x="877" y="2660"/>
                    <a:pt x="834" y="2676"/>
                  </a:cubicBezTo>
                  <a:cubicBezTo>
                    <a:pt x="778" y="2697"/>
                    <a:pt x="722" y="2718"/>
                    <a:pt x="750" y="2718"/>
                  </a:cubicBezTo>
                  <a:cubicBezTo>
                    <a:pt x="754" y="2718"/>
                    <a:pt x="761" y="2718"/>
                    <a:pt x="770" y="2717"/>
                  </a:cubicBezTo>
                  <a:cubicBezTo>
                    <a:pt x="842" y="2725"/>
                    <a:pt x="915" y="2806"/>
                    <a:pt x="786" y="2830"/>
                  </a:cubicBezTo>
                  <a:lnTo>
                    <a:pt x="794" y="2863"/>
                  </a:lnTo>
                  <a:cubicBezTo>
                    <a:pt x="806" y="2860"/>
                    <a:pt x="816" y="2858"/>
                    <a:pt x="824" y="2858"/>
                  </a:cubicBezTo>
                  <a:cubicBezTo>
                    <a:pt x="861" y="2858"/>
                    <a:pt x="867" y="2885"/>
                    <a:pt x="867" y="2911"/>
                  </a:cubicBezTo>
                  <a:cubicBezTo>
                    <a:pt x="875" y="2944"/>
                    <a:pt x="875" y="2960"/>
                    <a:pt x="810" y="2976"/>
                  </a:cubicBezTo>
                  <a:cubicBezTo>
                    <a:pt x="745" y="2976"/>
                    <a:pt x="745" y="2993"/>
                    <a:pt x="818" y="3009"/>
                  </a:cubicBezTo>
                  <a:cubicBezTo>
                    <a:pt x="820" y="3013"/>
                    <a:pt x="832" y="3015"/>
                    <a:pt x="848" y="3015"/>
                  </a:cubicBezTo>
                  <a:cubicBezTo>
                    <a:pt x="873" y="3015"/>
                    <a:pt x="909" y="3011"/>
                    <a:pt x="935" y="3011"/>
                  </a:cubicBezTo>
                  <a:cubicBezTo>
                    <a:pt x="950" y="3011"/>
                    <a:pt x="962" y="3012"/>
                    <a:pt x="964" y="3017"/>
                  </a:cubicBezTo>
                  <a:cubicBezTo>
                    <a:pt x="1005" y="3001"/>
                    <a:pt x="1046" y="2996"/>
                    <a:pt x="1073" y="2996"/>
                  </a:cubicBezTo>
                  <a:cubicBezTo>
                    <a:pt x="1088" y="2996"/>
                    <a:pt x="1099" y="2998"/>
                    <a:pt x="1102" y="3001"/>
                  </a:cubicBezTo>
                  <a:lnTo>
                    <a:pt x="1037" y="3025"/>
                  </a:lnTo>
                  <a:lnTo>
                    <a:pt x="907" y="3065"/>
                  </a:lnTo>
                  <a:cubicBezTo>
                    <a:pt x="907" y="3076"/>
                    <a:pt x="910" y="3082"/>
                    <a:pt x="928" y="3082"/>
                  </a:cubicBezTo>
                  <a:cubicBezTo>
                    <a:pt x="939" y="3082"/>
                    <a:pt x="956" y="3080"/>
                    <a:pt x="980" y="3074"/>
                  </a:cubicBezTo>
                  <a:lnTo>
                    <a:pt x="980" y="3074"/>
                  </a:lnTo>
                  <a:cubicBezTo>
                    <a:pt x="915" y="3106"/>
                    <a:pt x="924" y="3122"/>
                    <a:pt x="932" y="3155"/>
                  </a:cubicBezTo>
                  <a:cubicBezTo>
                    <a:pt x="939" y="3183"/>
                    <a:pt x="952" y="3205"/>
                    <a:pt x="998" y="3205"/>
                  </a:cubicBezTo>
                  <a:cubicBezTo>
                    <a:pt x="1005" y="3205"/>
                    <a:pt x="1012" y="3204"/>
                    <a:pt x="1021" y="3203"/>
                  </a:cubicBezTo>
                  <a:lnTo>
                    <a:pt x="1021" y="3203"/>
                  </a:lnTo>
                  <a:cubicBezTo>
                    <a:pt x="922" y="3256"/>
                    <a:pt x="930" y="3330"/>
                    <a:pt x="1006" y="3330"/>
                  </a:cubicBezTo>
                  <a:cubicBezTo>
                    <a:pt x="1024" y="3330"/>
                    <a:pt x="1045" y="3326"/>
                    <a:pt x="1069" y="3317"/>
                  </a:cubicBezTo>
                  <a:cubicBezTo>
                    <a:pt x="1090" y="3308"/>
                    <a:pt x="1104" y="3304"/>
                    <a:pt x="1111" y="3304"/>
                  </a:cubicBezTo>
                  <a:cubicBezTo>
                    <a:pt x="1124" y="3304"/>
                    <a:pt x="1114" y="3318"/>
                    <a:pt x="1078" y="3349"/>
                  </a:cubicBezTo>
                  <a:cubicBezTo>
                    <a:pt x="1048" y="3374"/>
                    <a:pt x="1036" y="3384"/>
                    <a:pt x="1047" y="3384"/>
                  </a:cubicBezTo>
                  <a:cubicBezTo>
                    <a:pt x="1053" y="3384"/>
                    <a:pt x="1069" y="3380"/>
                    <a:pt x="1094" y="3374"/>
                  </a:cubicBezTo>
                  <a:cubicBezTo>
                    <a:pt x="1103" y="3371"/>
                    <a:pt x="1109" y="3370"/>
                    <a:pt x="1114" y="3370"/>
                  </a:cubicBezTo>
                  <a:cubicBezTo>
                    <a:pt x="1143" y="3370"/>
                    <a:pt x="1095" y="3412"/>
                    <a:pt x="1053" y="3447"/>
                  </a:cubicBezTo>
                  <a:cubicBezTo>
                    <a:pt x="965" y="3509"/>
                    <a:pt x="950" y="3533"/>
                    <a:pt x="978" y="3533"/>
                  </a:cubicBezTo>
                  <a:cubicBezTo>
                    <a:pt x="986" y="3533"/>
                    <a:pt x="998" y="3531"/>
                    <a:pt x="1013" y="3528"/>
                  </a:cubicBezTo>
                  <a:cubicBezTo>
                    <a:pt x="1023" y="3527"/>
                    <a:pt x="1032" y="3526"/>
                    <a:pt x="1040" y="3526"/>
                  </a:cubicBezTo>
                  <a:cubicBezTo>
                    <a:pt x="1090" y="3526"/>
                    <a:pt x="1103" y="3546"/>
                    <a:pt x="1110" y="3560"/>
                  </a:cubicBezTo>
                  <a:cubicBezTo>
                    <a:pt x="1191" y="3552"/>
                    <a:pt x="1191" y="3568"/>
                    <a:pt x="1248" y="3511"/>
                  </a:cubicBezTo>
                  <a:cubicBezTo>
                    <a:pt x="1280" y="3495"/>
                    <a:pt x="1321" y="3471"/>
                    <a:pt x="1369" y="3455"/>
                  </a:cubicBezTo>
                  <a:cubicBezTo>
                    <a:pt x="1381" y="3452"/>
                    <a:pt x="1388" y="3451"/>
                    <a:pt x="1393" y="3451"/>
                  </a:cubicBezTo>
                  <a:cubicBezTo>
                    <a:pt x="1412" y="3451"/>
                    <a:pt x="1391" y="3467"/>
                    <a:pt x="1382" y="3467"/>
                  </a:cubicBezTo>
                  <a:cubicBezTo>
                    <a:pt x="1379" y="3467"/>
                    <a:pt x="1378" y="3466"/>
                    <a:pt x="1378" y="3463"/>
                  </a:cubicBezTo>
                  <a:cubicBezTo>
                    <a:pt x="1305" y="3479"/>
                    <a:pt x="1313" y="3487"/>
                    <a:pt x="1256" y="3544"/>
                  </a:cubicBezTo>
                  <a:cubicBezTo>
                    <a:pt x="1207" y="3592"/>
                    <a:pt x="1224" y="3617"/>
                    <a:pt x="1240" y="3633"/>
                  </a:cubicBezTo>
                  <a:lnTo>
                    <a:pt x="1272" y="3682"/>
                  </a:lnTo>
                  <a:cubicBezTo>
                    <a:pt x="1252" y="3732"/>
                    <a:pt x="1251" y="3754"/>
                    <a:pt x="1264" y="3754"/>
                  </a:cubicBezTo>
                  <a:cubicBezTo>
                    <a:pt x="1272" y="3754"/>
                    <a:pt x="1286" y="3746"/>
                    <a:pt x="1305" y="3730"/>
                  </a:cubicBezTo>
                  <a:lnTo>
                    <a:pt x="1361" y="3690"/>
                  </a:lnTo>
                  <a:lnTo>
                    <a:pt x="1361" y="3690"/>
                  </a:lnTo>
                  <a:cubicBezTo>
                    <a:pt x="1280" y="3765"/>
                    <a:pt x="1334" y="3864"/>
                    <a:pt x="1412" y="3864"/>
                  </a:cubicBezTo>
                  <a:cubicBezTo>
                    <a:pt x="1434" y="3864"/>
                    <a:pt x="1459" y="3856"/>
                    <a:pt x="1483" y="3836"/>
                  </a:cubicBezTo>
                  <a:lnTo>
                    <a:pt x="1483" y="3836"/>
                  </a:lnTo>
                  <a:lnTo>
                    <a:pt x="1434" y="3884"/>
                  </a:lnTo>
                  <a:cubicBezTo>
                    <a:pt x="1386" y="3933"/>
                    <a:pt x="1394" y="3949"/>
                    <a:pt x="1418" y="3965"/>
                  </a:cubicBezTo>
                  <a:cubicBezTo>
                    <a:pt x="1434" y="3982"/>
                    <a:pt x="1524" y="3974"/>
                    <a:pt x="1556" y="4006"/>
                  </a:cubicBezTo>
                  <a:cubicBezTo>
                    <a:pt x="1585" y="4031"/>
                    <a:pt x="1609" y="4049"/>
                    <a:pt x="1632" y="4049"/>
                  </a:cubicBezTo>
                  <a:cubicBezTo>
                    <a:pt x="1647" y="4049"/>
                    <a:pt x="1662" y="4041"/>
                    <a:pt x="1678" y="4022"/>
                  </a:cubicBezTo>
                  <a:lnTo>
                    <a:pt x="1678" y="4022"/>
                  </a:lnTo>
                  <a:cubicBezTo>
                    <a:pt x="1694" y="4030"/>
                    <a:pt x="1694" y="4030"/>
                    <a:pt x="1653" y="4087"/>
                  </a:cubicBezTo>
                  <a:cubicBezTo>
                    <a:pt x="1597" y="4128"/>
                    <a:pt x="1613" y="4136"/>
                    <a:pt x="1629" y="4152"/>
                  </a:cubicBezTo>
                  <a:cubicBezTo>
                    <a:pt x="1629" y="4152"/>
                    <a:pt x="1630" y="4153"/>
                    <a:pt x="1631" y="4153"/>
                  </a:cubicBezTo>
                  <a:cubicBezTo>
                    <a:pt x="1642" y="4153"/>
                    <a:pt x="1680" y="4100"/>
                    <a:pt x="1718" y="4047"/>
                  </a:cubicBezTo>
                  <a:cubicBezTo>
                    <a:pt x="1735" y="4022"/>
                    <a:pt x="1747" y="4010"/>
                    <a:pt x="1753" y="4010"/>
                  </a:cubicBezTo>
                  <a:cubicBezTo>
                    <a:pt x="1761" y="4010"/>
                    <a:pt x="1760" y="4032"/>
                    <a:pt x="1751" y="4079"/>
                  </a:cubicBezTo>
                  <a:cubicBezTo>
                    <a:pt x="1745" y="4130"/>
                    <a:pt x="1767" y="4161"/>
                    <a:pt x="1803" y="4161"/>
                  </a:cubicBezTo>
                  <a:cubicBezTo>
                    <a:pt x="1819" y="4161"/>
                    <a:pt x="1837" y="4156"/>
                    <a:pt x="1856" y="4144"/>
                  </a:cubicBezTo>
                  <a:lnTo>
                    <a:pt x="1856" y="4144"/>
                  </a:lnTo>
                  <a:cubicBezTo>
                    <a:pt x="1864" y="4152"/>
                    <a:pt x="1880" y="4160"/>
                    <a:pt x="1848" y="4217"/>
                  </a:cubicBezTo>
                  <a:cubicBezTo>
                    <a:pt x="1832" y="4259"/>
                    <a:pt x="1826" y="4308"/>
                    <a:pt x="1849" y="4308"/>
                  </a:cubicBezTo>
                  <a:cubicBezTo>
                    <a:pt x="1861" y="4308"/>
                    <a:pt x="1882" y="4294"/>
                    <a:pt x="1913" y="4257"/>
                  </a:cubicBezTo>
                  <a:lnTo>
                    <a:pt x="1913" y="4257"/>
                  </a:lnTo>
                  <a:cubicBezTo>
                    <a:pt x="1929" y="4265"/>
                    <a:pt x="1929" y="4265"/>
                    <a:pt x="1896" y="4330"/>
                  </a:cubicBezTo>
                  <a:cubicBezTo>
                    <a:pt x="1887" y="4369"/>
                    <a:pt x="1871" y="4409"/>
                    <a:pt x="1876" y="4409"/>
                  </a:cubicBezTo>
                  <a:cubicBezTo>
                    <a:pt x="1879" y="4409"/>
                    <a:pt x="1892" y="4392"/>
                    <a:pt x="1921" y="4347"/>
                  </a:cubicBezTo>
                  <a:cubicBezTo>
                    <a:pt x="1944" y="4329"/>
                    <a:pt x="1964" y="4321"/>
                    <a:pt x="1980" y="4321"/>
                  </a:cubicBezTo>
                  <a:cubicBezTo>
                    <a:pt x="2009" y="4321"/>
                    <a:pt x="2026" y="4348"/>
                    <a:pt x="2026" y="4395"/>
                  </a:cubicBezTo>
                  <a:cubicBezTo>
                    <a:pt x="2032" y="4398"/>
                    <a:pt x="2036" y="4401"/>
                    <a:pt x="2041" y="4401"/>
                  </a:cubicBezTo>
                  <a:cubicBezTo>
                    <a:pt x="2051" y="4401"/>
                    <a:pt x="2061" y="4390"/>
                    <a:pt x="2083" y="4347"/>
                  </a:cubicBezTo>
                  <a:cubicBezTo>
                    <a:pt x="2091" y="4326"/>
                    <a:pt x="2099" y="4305"/>
                    <a:pt x="2105" y="4290"/>
                  </a:cubicBezTo>
                  <a:lnTo>
                    <a:pt x="2105" y="4290"/>
                  </a:lnTo>
                  <a:cubicBezTo>
                    <a:pt x="2086" y="4355"/>
                    <a:pt x="2076" y="4387"/>
                    <a:pt x="2080" y="4387"/>
                  </a:cubicBezTo>
                  <a:cubicBezTo>
                    <a:pt x="2084" y="4387"/>
                    <a:pt x="2100" y="4357"/>
                    <a:pt x="2132" y="4298"/>
                  </a:cubicBezTo>
                  <a:cubicBezTo>
                    <a:pt x="2147" y="4267"/>
                    <a:pt x="2157" y="4253"/>
                    <a:pt x="2160" y="4253"/>
                  </a:cubicBezTo>
                  <a:lnTo>
                    <a:pt x="2160" y="4253"/>
                  </a:lnTo>
                  <a:cubicBezTo>
                    <a:pt x="2165" y="4253"/>
                    <a:pt x="2161" y="4272"/>
                    <a:pt x="2148" y="4306"/>
                  </a:cubicBezTo>
                  <a:cubicBezTo>
                    <a:pt x="2140" y="4371"/>
                    <a:pt x="2156" y="4379"/>
                    <a:pt x="2156" y="4379"/>
                  </a:cubicBezTo>
                  <a:cubicBezTo>
                    <a:pt x="2157" y="4380"/>
                    <a:pt x="2159" y="4380"/>
                    <a:pt x="2162" y="4380"/>
                  </a:cubicBezTo>
                  <a:cubicBezTo>
                    <a:pt x="2179" y="4380"/>
                    <a:pt x="2222" y="4370"/>
                    <a:pt x="2269" y="4370"/>
                  </a:cubicBezTo>
                  <a:cubicBezTo>
                    <a:pt x="2291" y="4370"/>
                    <a:pt x="2314" y="4372"/>
                    <a:pt x="2334" y="4379"/>
                  </a:cubicBezTo>
                  <a:cubicBezTo>
                    <a:pt x="2386" y="4394"/>
                    <a:pt x="2425" y="4404"/>
                    <a:pt x="2452" y="4404"/>
                  </a:cubicBezTo>
                  <a:cubicBezTo>
                    <a:pt x="2486" y="4404"/>
                    <a:pt x="2504" y="4390"/>
                    <a:pt x="2513" y="4355"/>
                  </a:cubicBezTo>
                  <a:cubicBezTo>
                    <a:pt x="2524" y="4323"/>
                    <a:pt x="2531" y="4307"/>
                    <a:pt x="2534" y="4307"/>
                  </a:cubicBezTo>
                  <a:cubicBezTo>
                    <a:pt x="2537" y="4307"/>
                    <a:pt x="2537" y="4325"/>
                    <a:pt x="2537" y="4363"/>
                  </a:cubicBezTo>
                  <a:cubicBezTo>
                    <a:pt x="2537" y="4428"/>
                    <a:pt x="2553" y="4436"/>
                    <a:pt x="2569" y="4436"/>
                  </a:cubicBezTo>
                  <a:cubicBezTo>
                    <a:pt x="2586" y="4444"/>
                    <a:pt x="2602" y="4444"/>
                    <a:pt x="2594" y="4509"/>
                  </a:cubicBezTo>
                  <a:cubicBezTo>
                    <a:pt x="2618" y="4444"/>
                    <a:pt x="2618" y="4444"/>
                    <a:pt x="2626" y="4444"/>
                  </a:cubicBezTo>
                  <a:cubicBezTo>
                    <a:pt x="2622" y="4481"/>
                    <a:pt x="2624" y="4500"/>
                    <a:pt x="2631" y="4500"/>
                  </a:cubicBezTo>
                  <a:cubicBezTo>
                    <a:pt x="2637" y="4500"/>
                    <a:pt x="2647" y="4483"/>
                    <a:pt x="2659" y="4452"/>
                  </a:cubicBezTo>
                  <a:cubicBezTo>
                    <a:pt x="2675" y="4387"/>
                    <a:pt x="2683" y="4355"/>
                    <a:pt x="2685" y="4355"/>
                  </a:cubicBezTo>
                  <a:lnTo>
                    <a:pt x="2685" y="4355"/>
                  </a:lnTo>
                  <a:cubicBezTo>
                    <a:pt x="2687" y="4355"/>
                    <a:pt x="2683" y="4387"/>
                    <a:pt x="2675" y="4452"/>
                  </a:cubicBezTo>
                  <a:cubicBezTo>
                    <a:pt x="2669" y="4504"/>
                    <a:pt x="2688" y="4555"/>
                    <a:pt x="2696" y="4555"/>
                  </a:cubicBezTo>
                  <a:cubicBezTo>
                    <a:pt x="2700" y="4555"/>
                    <a:pt x="2702" y="4546"/>
                    <a:pt x="2699" y="4525"/>
                  </a:cubicBezTo>
                  <a:cubicBezTo>
                    <a:pt x="2707" y="4460"/>
                    <a:pt x="2732" y="4460"/>
                    <a:pt x="2756" y="4395"/>
                  </a:cubicBezTo>
                  <a:cubicBezTo>
                    <a:pt x="2764" y="4395"/>
                    <a:pt x="2780" y="4395"/>
                    <a:pt x="2780" y="4460"/>
                  </a:cubicBezTo>
                  <a:cubicBezTo>
                    <a:pt x="2785" y="4483"/>
                    <a:pt x="2796" y="4492"/>
                    <a:pt x="2808" y="4492"/>
                  </a:cubicBezTo>
                  <a:cubicBezTo>
                    <a:pt x="2836" y="4492"/>
                    <a:pt x="2874" y="4446"/>
                    <a:pt x="2886" y="4395"/>
                  </a:cubicBezTo>
                  <a:cubicBezTo>
                    <a:pt x="2882" y="4363"/>
                    <a:pt x="2884" y="4347"/>
                    <a:pt x="2887" y="4347"/>
                  </a:cubicBezTo>
                  <a:cubicBezTo>
                    <a:pt x="2890" y="4347"/>
                    <a:pt x="2894" y="4363"/>
                    <a:pt x="2894" y="4395"/>
                  </a:cubicBezTo>
                  <a:cubicBezTo>
                    <a:pt x="2902" y="4468"/>
                    <a:pt x="2918" y="4468"/>
                    <a:pt x="2934" y="4468"/>
                  </a:cubicBezTo>
                  <a:cubicBezTo>
                    <a:pt x="2937" y="4447"/>
                    <a:pt x="2939" y="4438"/>
                    <a:pt x="2941" y="4438"/>
                  </a:cubicBezTo>
                  <a:cubicBezTo>
                    <a:pt x="2946" y="4438"/>
                    <a:pt x="2950" y="4487"/>
                    <a:pt x="2950" y="4533"/>
                  </a:cubicBezTo>
                  <a:cubicBezTo>
                    <a:pt x="2942" y="4598"/>
                    <a:pt x="2959" y="4598"/>
                    <a:pt x="2991" y="4598"/>
                  </a:cubicBezTo>
                  <a:cubicBezTo>
                    <a:pt x="2999" y="4525"/>
                    <a:pt x="3064" y="4525"/>
                    <a:pt x="3113" y="4517"/>
                  </a:cubicBezTo>
                  <a:cubicBezTo>
                    <a:pt x="3194" y="4509"/>
                    <a:pt x="3202" y="4444"/>
                    <a:pt x="3202" y="4306"/>
                  </a:cubicBezTo>
                  <a:lnTo>
                    <a:pt x="3194" y="4168"/>
                  </a:lnTo>
                  <a:lnTo>
                    <a:pt x="3218" y="4298"/>
                  </a:lnTo>
                  <a:cubicBezTo>
                    <a:pt x="3234" y="4371"/>
                    <a:pt x="3275" y="4501"/>
                    <a:pt x="3275" y="4501"/>
                  </a:cubicBezTo>
                  <a:cubicBezTo>
                    <a:pt x="3291" y="4492"/>
                    <a:pt x="3275" y="4428"/>
                    <a:pt x="3259" y="4363"/>
                  </a:cubicBezTo>
                  <a:cubicBezTo>
                    <a:pt x="3254" y="4328"/>
                    <a:pt x="3255" y="4310"/>
                    <a:pt x="3263" y="4310"/>
                  </a:cubicBezTo>
                  <a:cubicBezTo>
                    <a:pt x="3271" y="4310"/>
                    <a:pt x="3284" y="4324"/>
                    <a:pt x="3307" y="4355"/>
                  </a:cubicBezTo>
                  <a:cubicBezTo>
                    <a:pt x="3326" y="4385"/>
                    <a:pt x="3340" y="4399"/>
                    <a:pt x="3349" y="4399"/>
                  </a:cubicBezTo>
                  <a:cubicBezTo>
                    <a:pt x="3359" y="4399"/>
                    <a:pt x="3364" y="4381"/>
                    <a:pt x="3364" y="4347"/>
                  </a:cubicBezTo>
                  <a:cubicBezTo>
                    <a:pt x="3368" y="4344"/>
                    <a:pt x="3373" y="4343"/>
                    <a:pt x="3378" y="4343"/>
                  </a:cubicBezTo>
                  <a:cubicBezTo>
                    <a:pt x="3390" y="4343"/>
                    <a:pt x="3405" y="4354"/>
                    <a:pt x="3429" y="4395"/>
                  </a:cubicBezTo>
                  <a:cubicBezTo>
                    <a:pt x="3445" y="4395"/>
                    <a:pt x="3445" y="4395"/>
                    <a:pt x="3429" y="4330"/>
                  </a:cubicBezTo>
                  <a:cubicBezTo>
                    <a:pt x="3416" y="4296"/>
                    <a:pt x="3414" y="4277"/>
                    <a:pt x="3421" y="4277"/>
                  </a:cubicBezTo>
                  <a:cubicBezTo>
                    <a:pt x="3426" y="4277"/>
                    <a:pt x="3438" y="4292"/>
                    <a:pt x="3453" y="4322"/>
                  </a:cubicBezTo>
                  <a:cubicBezTo>
                    <a:pt x="3484" y="4393"/>
                    <a:pt x="3512" y="4420"/>
                    <a:pt x="3528" y="4420"/>
                  </a:cubicBezTo>
                  <a:cubicBezTo>
                    <a:pt x="3541" y="4420"/>
                    <a:pt x="3545" y="4401"/>
                    <a:pt x="3534" y="4371"/>
                  </a:cubicBezTo>
                  <a:cubicBezTo>
                    <a:pt x="3510" y="4306"/>
                    <a:pt x="3526" y="4306"/>
                    <a:pt x="3542" y="4298"/>
                  </a:cubicBezTo>
                  <a:cubicBezTo>
                    <a:pt x="3559" y="4290"/>
                    <a:pt x="3575" y="4290"/>
                    <a:pt x="3559" y="4217"/>
                  </a:cubicBezTo>
                  <a:lnTo>
                    <a:pt x="3591" y="4209"/>
                  </a:lnTo>
                  <a:cubicBezTo>
                    <a:pt x="3607" y="4209"/>
                    <a:pt x="3615" y="4274"/>
                    <a:pt x="3599" y="4282"/>
                  </a:cubicBezTo>
                  <a:lnTo>
                    <a:pt x="3640" y="4338"/>
                  </a:lnTo>
                  <a:cubicBezTo>
                    <a:pt x="3672" y="4330"/>
                    <a:pt x="3680" y="4322"/>
                    <a:pt x="3672" y="4249"/>
                  </a:cubicBezTo>
                  <a:cubicBezTo>
                    <a:pt x="3652" y="4184"/>
                    <a:pt x="3642" y="4152"/>
                    <a:pt x="3644" y="4152"/>
                  </a:cubicBezTo>
                  <a:lnTo>
                    <a:pt x="3644" y="4152"/>
                  </a:lnTo>
                  <a:cubicBezTo>
                    <a:pt x="3646" y="4152"/>
                    <a:pt x="3660" y="4184"/>
                    <a:pt x="3688" y="4249"/>
                  </a:cubicBezTo>
                  <a:cubicBezTo>
                    <a:pt x="3705" y="4292"/>
                    <a:pt x="3728" y="4332"/>
                    <a:pt x="3739" y="4332"/>
                  </a:cubicBezTo>
                  <a:cubicBezTo>
                    <a:pt x="3745" y="4332"/>
                    <a:pt x="3748" y="4322"/>
                    <a:pt x="3745" y="4298"/>
                  </a:cubicBezTo>
                  <a:cubicBezTo>
                    <a:pt x="3724" y="4241"/>
                    <a:pt x="3720" y="4220"/>
                    <a:pt x="3724" y="4220"/>
                  </a:cubicBezTo>
                  <a:lnTo>
                    <a:pt x="3724" y="4220"/>
                  </a:lnTo>
                  <a:cubicBezTo>
                    <a:pt x="3731" y="4220"/>
                    <a:pt x="3751" y="4253"/>
                    <a:pt x="3769" y="4290"/>
                  </a:cubicBezTo>
                  <a:cubicBezTo>
                    <a:pt x="3789" y="4352"/>
                    <a:pt x="3801" y="4384"/>
                    <a:pt x="3807" y="4384"/>
                  </a:cubicBezTo>
                  <a:cubicBezTo>
                    <a:pt x="3814" y="4384"/>
                    <a:pt x="3814" y="4346"/>
                    <a:pt x="3810" y="4265"/>
                  </a:cubicBezTo>
                  <a:cubicBezTo>
                    <a:pt x="3842" y="4257"/>
                    <a:pt x="3867" y="4168"/>
                    <a:pt x="3907" y="4144"/>
                  </a:cubicBezTo>
                  <a:cubicBezTo>
                    <a:pt x="3933" y="4131"/>
                    <a:pt x="3952" y="4120"/>
                    <a:pt x="3971" y="4120"/>
                  </a:cubicBezTo>
                  <a:cubicBezTo>
                    <a:pt x="3988" y="4120"/>
                    <a:pt x="4006" y="4129"/>
                    <a:pt x="4029" y="4152"/>
                  </a:cubicBezTo>
                  <a:cubicBezTo>
                    <a:pt x="4040" y="4168"/>
                    <a:pt x="4051" y="4182"/>
                    <a:pt x="4060" y="4194"/>
                  </a:cubicBezTo>
                  <a:lnTo>
                    <a:pt x="4060" y="4194"/>
                  </a:lnTo>
                  <a:cubicBezTo>
                    <a:pt x="3997" y="4094"/>
                    <a:pt x="4006" y="4086"/>
                    <a:pt x="4045" y="4063"/>
                  </a:cubicBezTo>
                  <a:lnTo>
                    <a:pt x="4045" y="4063"/>
                  </a:lnTo>
                  <a:cubicBezTo>
                    <a:pt x="4056" y="4066"/>
                    <a:pt x="4065" y="4068"/>
                    <a:pt x="4073" y="4068"/>
                  </a:cubicBezTo>
                  <a:cubicBezTo>
                    <a:pt x="4121" y="4068"/>
                    <a:pt x="4106" y="4006"/>
                    <a:pt x="4077" y="3957"/>
                  </a:cubicBezTo>
                  <a:lnTo>
                    <a:pt x="4077" y="3957"/>
                  </a:lnTo>
                  <a:lnTo>
                    <a:pt x="4053" y="3974"/>
                  </a:lnTo>
                  <a:cubicBezTo>
                    <a:pt x="3993" y="3902"/>
                    <a:pt x="3977" y="3876"/>
                    <a:pt x="3996" y="3876"/>
                  </a:cubicBezTo>
                  <a:cubicBezTo>
                    <a:pt x="4004" y="3876"/>
                    <a:pt x="4021" y="3882"/>
                    <a:pt x="4045" y="3892"/>
                  </a:cubicBezTo>
                  <a:cubicBezTo>
                    <a:pt x="4046" y="3892"/>
                    <a:pt x="4046" y="3892"/>
                    <a:pt x="4047" y="3892"/>
                  </a:cubicBezTo>
                  <a:cubicBezTo>
                    <a:pt x="4058" y="3892"/>
                    <a:pt x="4097" y="3944"/>
                    <a:pt x="4142" y="3990"/>
                  </a:cubicBezTo>
                  <a:cubicBezTo>
                    <a:pt x="4179" y="4034"/>
                    <a:pt x="4230" y="4072"/>
                    <a:pt x="4251" y="4072"/>
                  </a:cubicBezTo>
                  <a:cubicBezTo>
                    <a:pt x="4253" y="4072"/>
                    <a:pt x="4254" y="4072"/>
                    <a:pt x="4256" y="4071"/>
                  </a:cubicBezTo>
                  <a:cubicBezTo>
                    <a:pt x="4264" y="4063"/>
                    <a:pt x="4280" y="4047"/>
                    <a:pt x="4223" y="4014"/>
                  </a:cubicBezTo>
                  <a:cubicBezTo>
                    <a:pt x="4175" y="3957"/>
                    <a:pt x="4175" y="3957"/>
                    <a:pt x="4183" y="3949"/>
                  </a:cubicBezTo>
                  <a:cubicBezTo>
                    <a:pt x="4199" y="3941"/>
                    <a:pt x="4207" y="3933"/>
                    <a:pt x="4175" y="3868"/>
                  </a:cubicBezTo>
                  <a:cubicBezTo>
                    <a:pt x="4126" y="3820"/>
                    <a:pt x="4134" y="3811"/>
                    <a:pt x="4142" y="3803"/>
                  </a:cubicBezTo>
                  <a:lnTo>
                    <a:pt x="4142" y="3803"/>
                  </a:lnTo>
                  <a:cubicBezTo>
                    <a:pt x="4168" y="3822"/>
                    <a:pt x="4187" y="3827"/>
                    <a:pt x="4200" y="3827"/>
                  </a:cubicBezTo>
                  <a:cubicBezTo>
                    <a:pt x="4216" y="3827"/>
                    <a:pt x="4223" y="3820"/>
                    <a:pt x="4223" y="3820"/>
                  </a:cubicBezTo>
                  <a:lnTo>
                    <a:pt x="4272" y="3868"/>
                  </a:lnTo>
                  <a:cubicBezTo>
                    <a:pt x="4313" y="3901"/>
                    <a:pt x="4345" y="3925"/>
                    <a:pt x="4386" y="3949"/>
                  </a:cubicBezTo>
                  <a:cubicBezTo>
                    <a:pt x="4394" y="3941"/>
                    <a:pt x="4345" y="3892"/>
                    <a:pt x="4345" y="3892"/>
                  </a:cubicBezTo>
                  <a:cubicBezTo>
                    <a:pt x="4304" y="3852"/>
                    <a:pt x="4540" y="3568"/>
                    <a:pt x="4556" y="3520"/>
                  </a:cubicBezTo>
                  <a:cubicBezTo>
                    <a:pt x="4563" y="3520"/>
                    <a:pt x="4570" y="3521"/>
                    <a:pt x="4576" y="3521"/>
                  </a:cubicBezTo>
                  <a:cubicBezTo>
                    <a:pt x="4641" y="3521"/>
                    <a:pt x="4655" y="3486"/>
                    <a:pt x="4596" y="3471"/>
                  </a:cubicBezTo>
                  <a:cubicBezTo>
                    <a:pt x="4532" y="3430"/>
                    <a:pt x="4572" y="3374"/>
                    <a:pt x="4621" y="3293"/>
                  </a:cubicBezTo>
                  <a:cubicBezTo>
                    <a:pt x="4669" y="3195"/>
                    <a:pt x="4694" y="3130"/>
                    <a:pt x="4629" y="3106"/>
                  </a:cubicBezTo>
                  <a:cubicBezTo>
                    <a:pt x="4629" y="3106"/>
                    <a:pt x="4637" y="3090"/>
                    <a:pt x="4645" y="3065"/>
                  </a:cubicBezTo>
                  <a:cubicBezTo>
                    <a:pt x="4661" y="3033"/>
                    <a:pt x="4604" y="2993"/>
                    <a:pt x="4604" y="2976"/>
                  </a:cubicBezTo>
                  <a:cubicBezTo>
                    <a:pt x="4569" y="2956"/>
                    <a:pt x="4556" y="2942"/>
                    <a:pt x="4566" y="2942"/>
                  </a:cubicBezTo>
                  <a:cubicBezTo>
                    <a:pt x="4573" y="2942"/>
                    <a:pt x="4588" y="2948"/>
                    <a:pt x="4613" y="2960"/>
                  </a:cubicBezTo>
                  <a:cubicBezTo>
                    <a:pt x="4666" y="2980"/>
                    <a:pt x="4719" y="2995"/>
                    <a:pt x="4741" y="2995"/>
                  </a:cubicBezTo>
                  <a:cubicBezTo>
                    <a:pt x="4746" y="2995"/>
                    <a:pt x="4749" y="2994"/>
                    <a:pt x="4750" y="2993"/>
                  </a:cubicBezTo>
                  <a:cubicBezTo>
                    <a:pt x="4759" y="2960"/>
                    <a:pt x="4694" y="2944"/>
                    <a:pt x="4629" y="2920"/>
                  </a:cubicBezTo>
                  <a:cubicBezTo>
                    <a:pt x="4556" y="2903"/>
                    <a:pt x="4564" y="2895"/>
                    <a:pt x="4564" y="2895"/>
                  </a:cubicBezTo>
                  <a:cubicBezTo>
                    <a:pt x="4568" y="2887"/>
                    <a:pt x="4568" y="2883"/>
                    <a:pt x="4576" y="2883"/>
                  </a:cubicBezTo>
                  <a:cubicBezTo>
                    <a:pt x="4584" y="2883"/>
                    <a:pt x="4600" y="2887"/>
                    <a:pt x="4637" y="2895"/>
                  </a:cubicBezTo>
                  <a:lnTo>
                    <a:pt x="4767" y="2928"/>
                  </a:lnTo>
                  <a:lnTo>
                    <a:pt x="4767" y="2920"/>
                  </a:lnTo>
                  <a:cubicBezTo>
                    <a:pt x="4702" y="2903"/>
                    <a:pt x="4710" y="2887"/>
                    <a:pt x="4710" y="2887"/>
                  </a:cubicBezTo>
                  <a:cubicBezTo>
                    <a:pt x="4710" y="2880"/>
                    <a:pt x="4710" y="2876"/>
                    <a:pt x="4719" y="2876"/>
                  </a:cubicBezTo>
                  <a:cubicBezTo>
                    <a:pt x="4732" y="2876"/>
                    <a:pt x="4764" y="2884"/>
                    <a:pt x="4840" y="2903"/>
                  </a:cubicBezTo>
                  <a:cubicBezTo>
                    <a:pt x="4888" y="2915"/>
                    <a:pt x="4920" y="2920"/>
                    <a:pt x="4935" y="2920"/>
                  </a:cubicBezTo>
                  <a:cubicBezTo>
                    <a:pt x="4962" y="2920"/>
                    <a:pt x="4934" y="2902"/>
                    <a:pt x="4856" y="2871"/>
                  </a:cubicBezTo>
                  <a:lnTo>
                    <a:pt x="4791" y="2830"/>
                  </a:lnTo>
                  <a:lnTo>
                    <a:pt x="4791" y="2830"/>
                  </a:lnTo>
                  <a:cubicBezTo>
                    <a:pt x="4800" y="2831"/>
                    <a:pt x="4808" y="2831"/>
                    <a:pt x="4815" y="2831"/>
                  </a:cubicBezTo>
                  <a:cubicBezTo>
                    <a:pt x="4912" y="2831"/>
                    <a:pt x="4795" y="2780"/>
                    <a:pt x="4734" y="2757"/>
                  </a:cubicBezTo>
                  <a:lnTo>
                    <a:pt x="4734" y="2757"/>
                  </a:lnTo>
                  <a:cubicBezTo>
                    <a:pt x="4758" y="2759"/>
                    <a:pt x="4778" y="2759"/>
                    <a:pt x="4794" y="2759"/>
                  </a:cubicBezTo>
                  <a:cubicBezTo>
                    <a:pt x="4871" y="2759"/>
                    <a:pt x="4856" y="2744"/>
                    <a:pt x="4742" y="2717"/>
                  </a:cubicBezTo>
                  <a:cubicBezTo>
                    <a:pt x="4677" y="2709"/>
                    <a:pt x="4677" y="2693"/>
                    <a:pt x="4750" y="2693"/>
                  </a:cubicBezTo>
                  <a:cubicBezTo>
                    <a:pt x="4823" y="2684"/>
                    <a:pt x="4823" y="2668"/>
                    <a:pt x="4823" y="2636"/>
                  </a:cubicBezTo>
                  <a:cubicBezTo>
                    <a:pt x="4759" y="2611"/>
                    <a:pt x="4775" y="2522"/>
                    <a:pt x="4775" y="2393"/>
                  </a:cubicBezTo>
                  <a:cubicBezTo>
                    <a:pt x="4783" y="2252"/>
                    <a:pt x="4783" y="2157"/>
                    <a:pt x="4725" y="2157"/>
                  </a:cubicBezTo>
                  <a:cubicBezTo>
                    <a:pt x="4723" y="2157"/>
                    <a:pt x="4721" y="2157"/>
                    <a:pt x="4718" y="2157"/>
                  </a:cubicBezTo>
                  <a:cubicBezTo>
                    <a:pt x="4718" y="2141"/>
                    <a:pt x="4718" y="2141"/>
                    <a:pt x="4783" y="2125"/>
                  </a:cubicBezTo>
                  <a:cubicBezTo>
                    <a:pt x="4848" y="2125"/>
                    <a:pt x="4848" y="2109"/>
                    <a:pt x="4718" y="2101"/>
                  </a:cubicBezTo>
                  <a:cubicBezTo>
                    <a:pt x="4645" y="2093"/>
                    <a:pt x="4580" y="2093"/>
                    <a:pt x="4710" y="2084"/>
                  </a:cubicBezTo>
                  <a:cubicBezTo>
                    <a:pt x="4783" y="2084"/>
                    <a:pt x="4783" y="2052"/>
                    <a:pt x="4775" y="1995"/>
                  </a:cubicBezTo>
                  <a:cubicBezTo>
                    <a:pt x="4775" y="1952"/>
                    <a:pt x="4768" y="1903"/>
                    <a:pt x="4723" y="1903"/>
                  </a:cubicBezTo>
                  <a:cubicBezTo>
                    <a:pt x="4716" y="1903"/>
                    <a:pt x="4709" y="1904"/>
                    <a:pt x="4702" y="1906"/>
                  </a:cubicBezTo>
                  <a:cubicBezTo>
                    <a:pt x="4629" y="1890"/>
                    <a:pt x="4629" y="1890"/>
                    <a:pt x="4694" y="1890"/>
                  </a:cubicBezTo>
                  <a:cubicBezTo>
                    <a:pt x="4831" y="1882"/>
                    <a:pt x="4888" y="1784"/>
                    <a:pt x="4742" y="1776"/>
                  </a:cubicBezTo>
                  <a:cubicBezTo>
                    <a:pt x="4742" y="1760"/>
                    <a:pt x="4742" y="1744"/>
                    <a:pt x="4807" y="1728"/>
                  </a:cubicBezTo>
                  <a:cubicBezTo>
                    <a:pt x="4807" y="1712"/>
                    <a:pt x="4799" y="1695"/>
                    <a:pt x="4726" y="1671"/>
                  </a:cubicBezTo>
                  <a:cubicBezTo>
                    <a:pt x="4718" y="1655"/>
                    <a:pt x="4702" y="1598"/>
                    <a:pt x="4694" y="1574"/>
                  </a:cubicBezTo>
                  <a:cubicBezTo>
                    <a:pt x="4686" y="1541"/>
                    <a:pt x="4613" y="1541"/>
                    <a:pt x="4613" y="1541"/>
                  </a:cubicBezTo>
                  <a:lnTo>
                    <a:pt x="4604" y="1525"/>
                  </a:lnTo>
                  <a:cubicBezTo>
                    <a:pt x="4669" y="1501"/>
                    <a:pt x="4645" y="1428"/>
                    <a:pt x="4604" y="1330"/>
                  </a:cubicBezTo>
                  <a:cubicBezTo>
                    <a:pt x="4564" y="1241"/>
                    <a:pt x="4515" y="1160"/>
                    <a:pt x="4564" y="1112"/>
                  </a:cubicBezTo>
                  <a:cubicBezTo>
                    <a:pt x="4564" y="1112"/>
                    <a:pt x="4561" y="1106"/>
                    <a:pt x="4547" y="1106"/>
                  </a:cubicBezTo>
                  <a:cubicBezTo>
                    <a:pt x="4536" y="1106"/>
                    <a:pt x="4519" y="1109"/>
                    <a:pt x="4491" y="1120"/>
                  </a:cubicBezTo>
                  <a:cubicBezTo>
                    <a:pt x="4434" y="1150"/>
                    <a:pt x="4402" y="1162"/>
                    <a:pt x="4389" y="1162"/>
                  </a:cubicBezTo>
                  <a:cubicBezTo>
                    <a:pt x="4374" y="1162"/>
                    <a:pt x="4384" y="1146"/>
                    <a:pt x="4410" y="1120"/>
                  </a:cubicBezTo>
                  <a:cubicBezTo>
                    <a:pt x="4482" y="1059"/>
                    <a:pt x="4490" y="1013"/>
                    <a:pt x="4449" y="1013"/>
                  </a:cubicBezTo>
                  <a:cubicBezTo>
                    <a:pt x="4430" y="1013"/>
                    <a:pt x="4400" y="1023"/>
                    <a:pt x="4361" y="1047"/>
                  </a:cubicBezTo>
                  <a:lnTo>
                    <a:pt x="4418" y="1006"/>
                  </a:lnTo>
                  <a:cubicBezTo>
                    <a:pt x="4469" y="959"/>
                    <a:pt x="4471" y="937"/>
                    <a:pt x="4445" y="937"/>
                  </a:cubicBezTo>
                  <a:cubicBezTo>
                    <a:pt x="4421" y="937"/>
                    <a:pt x="4375" y="955"/>
                    <a:pt x="4321" y="990"/>
                  </a:cubicBezTo>
                  <a:cubicBezTo>
                    <a:pt x="4360" y="945"/>
                    <a:pt x="4393" y="899"/>
                    <a:pt x="4372" y="899"/>
                  </a:cubicBezTo>
                  <a:cubicBezTo>
                    <a:pt x="4367" y="899"/>
                    <a:pt x="4358" y="902"/>
                    <a:pt x="4345" y="909"/>
                  </a:cubicBezTo>
                  <a:cubicBezTo>
                    <a:pt x="4337" y="901"/>
                    <a:pt x="4337" y="901"/>
                    <a:pt x="4442" y="812"/>
                  </a:cubicBezTo>
                  <a:cubicBezTo>
                    <a:pt x="4491" y="763"/>
                    <a:pt x="4540" y="722"/>
                    <a:pt x="4532" y="706"/>
                  </a:cubicBezTo>
                  <a:cubicBezTo>
                    <a:pt x="4531" y="705"/>
                    <a:pt x="4530" y="705"/>
                    <a:pt x="4529" y="705"/>
                  </a:cubicBezTo>
                  <a:cubicBezTo>
                    <a:pt x="4515" y="705"/>
                    <a:pt x="4470" y="743"/>
                    <a:pt x="4418" y="787"/>
                  </a:cubicBezTo>
                  <a:cubicBezTo>
                    <a:pt x="4418" y="787"/>
                    <a:pt x="4410" y="771"/>
                    <a:pt x="4402" y="763"/>
                  </a:cubicBezTo>
                  <a:cubicBezTo>
                    <a:pt x="4402" y="763"/>
                    <a:pt x="4399" y="760"/>
                    <a:pt x="4393" y="760"/>
                  </a:cubicBezTo>
                  <a:cubicBezTo>
                    <a:pt x="4384" y="760"/>
                    <a:pt x="4366" y="766"/>
                    <a:pt x="4337" y="795"/>
                  </a:cubicBezTo>
                  <a:cubicBezTo>
                    <a:pt x="4309" y="823"/>
                    <a:pt x="4295" y="832"/>
                    <a:pt x="4286" y="832"/>
                  </a:cubicBezTo>
                  <a:cubicBezTo>
                    <a:pt x="4279" y="832"/>
                    <a:pt x="4276" y="827"/>
                    <a:pt x="4272" y="820"/>
                  </a:cubicBezTo>
                  <a:cubicBezTo>
                    <a:pt x="4287" y="804"/>
                    <a:pt x="4291" y="798"/>
                    <a:pt x="4289" y="798"/>
                  </a:cubicBezTo>
                  <a:lnTo>
                    <a:pt x="4289" y="798"/>
                  </a:lnTo>
                  <a:cubicBezTo>
                    <a:pt x="4283" y="798"/>
                    <a:pt x="4246" y="829"/>
                    <a:pt x="4223" y="868"/>
                  </a:cubicBezTo>
                  <a:cubicBezTo>
                    <a:pt x="4178" y="913"/>
                    <a:pt x="4133" y="958"/>
                    <a:pt x="4114" y="958"/>
                  </a:cubicBezTo>
                  <a:cubicBezTo>
                    <a:pt x="4112" y="958"/>
                    <a:pt x="4111" y="958"/>
                    <a:pt x="4110" y="957"/>
                  </a:cubicBezTo>
                  <a:lnTo>
                    <a:pt x="4021" y="1047"/>
                  </a:lnTo>
                  <a:cubicBezTo>
                    <a:pt x="3948" y="1112"/>
                    <a:pt x="3891" y="1185"/>
                    <a:pt x="3834" y="1257"/>
                  </a:cubicBezTo>
                  <a:cubicBezTo>
                    <a:pt x="3818" y="1306"/>
                    <a:pt x="3798" y="1355"/>
                    <a:pt x="3818" y="1355"/>
                  </a:cubicBezTo>
                  <a:cubicBezTo>
                    <a:pt x="3828" y="1355"/>
                    <a:pt x="3848" y="1344"/>
                    <a:pt x="3883" y="1314"/>
                  </a:cubicBezTo>
                  <a:cubicBezTo>
                    <a:pt x="3883" y="1314"/>
                    <a:pt x="3930" y="1281"/>
                    <a:pt x="3944" y="1281"/>
                  </a:cubicBezTo>
                  <a:cubicBezTo>
                    <a:pt x="3946" y="1281"/>
                    <a:pt x="3947" y="1281"/>
                    <a:pt x="3948" y="1282"/>
                  </a:cubicBezTo>
                  <a:cubicBezTo>
                    <a:pt x="3948" y="1290"/>
                    <a:pt x="3907" y="1347"/>
                    <a:pt x="3907" y="1347"/>
                  </a:cubicBezTo>
                  <a:cubicBezTo>
                    <a:pt x="3850" y="1387"/>
                    <a:pt x="3875" y="1420"/>
                    <a:pt x="3899" y="1460"/>
                  </a:cubicBezTo>
                  <a:cubicBezTo>
                    <a:pt x="3932" y="1509"/>
                    <a:pt x="3940" y="1533"/>
                    <a:pt x="3891" y="1582"/>
                  </a:cubicBezTo>
                  <a:cubicBezTo>
                    <a:pt x="3834" y="1622"/>
                    <a:pt x="3834" y="1630"/>
                    <a:pt x="3834" y="1630"/>
                  </a:cubicBezTo>
                  <a:cubicBezTo>
                    <a:pt x="3848" y="1623"/>
                    <a:pt x="3861" y="1620"/>
                    <a:pt x="3871" y="1620"/>
                  </a:cubicBezTo>
                  <a:cubicBezTo>
                    <a:pt x="3910" y="1620"/>
                    <a:pt x="3929" y="1661"/>
                    <a:pt x="3948" y="1712"/>
                  </a:cubicBezTo>
                  <a:cubicBezTo>
                    <a:pt x="3969" y="1762"/>
                    <a:pt x="3985" y="1819"/>
                    <a:pt x="4034" y="1819"/>
                  </a:cubicBezTo>
                  <a:cubicBezTo>
                    <a:pt x="4040" y="1819"/>
                    <a:pt x="4046" y="1819"/>
                    <a:pt x="4053" y="1817"/>
                  </a:cubicBezTo>
                  <a:lnTo>
                    <a:pt x="4061" y="1833"/>
                  </a:lnTo>
                  <a:cubicBezTo>
                    <a:pt x="3996" y="1857"/>
                    <a:pt x="3996" y="1874"/>
                    <a:pt x="4005" y="1890"/>
                  </a:cubicBezTo>
                  <a:cubicBezTo>
                    <a:pt x="4069" y="1890"/>
                    <a:pt x="4077" y="1914"/>
                    <a:pt x="4077" y="1914"/>
                  </a:cubicBezTo>
                  <a:cubicBezTo>
                    <a:pt x="4013" y="1930"/>
                    <a:pt x="4013" y="1939"/>
                    <a:pt x="4013" y="1955"/>
                  </a:cubicBezTo>
                  <a:cubicBezTo>
                    <a:pt x="4019" y="1967"/>
                    <a:pt x="4020" y="1974"/>
                    <a:pt x="4046" y="1974"/>
                  </a:cubicBezTo>
                  <a:cubicBezTo>
                    <a:pt x="4055" y="1974"/>
                    <a:pt x="4068" y="1973"/>
                    <a:pt x="4086" y="1971"/>
                  </a:cubicBezTo>
                  <a:lnTo>
                    <a:pt x="4086" y="1971"/>
                  </a:lnTo>
                  <a:cubicBezTo>
                    <a:pt x="4094" y="2011"/>
                    <a:pt x="4069" y="2060"/>
                    <a:pt x="4029" y="2076"/>
                  </a:cubicBezTo>
                  <a:cubicBezTo>
                    <a:pt x="3964" y="2101"/>
                    <a:pt x="4029" y="2101"/>
                    <a:pt x="4102" y="2101"/>
                  </a:cubicBezTo>
                  <a:cubicBezTo>
                    <a:pt x="4121" y="2098"/>
                    <a:pt x="4140" y="2097"/>
                    <a:pt x="4159" y="2097"/>
                  </a:cubicBezTo>
                  <a:cubicBezTo>
                    <a:pt x="4203" y="2097"/>
                    <a:pt x="4240" y="2103"/>
                    <a:pt x="4240" y="2109"/>
                  </a:cubicBezTo>
                  <a:lnTo>
                    <a:pt x="4102" y="2117"/>
                  </a:lnTo>
                  <a:cubicBezTo>
                    <a:pt x="4029" y="2117"/>
                    <a:pt x="4029" y="2117"/>
                    <a:pt x="4029" y="2133"/>
                  </a:cubicBezTo>
                  <a:lnTo>
                    <a:pt x="4037" y="2149"/>
                  </a:lnTo>
                  <a:cubicBezTo>
                    <a:pt x="4102" y="2157"/>
                    <a:pt x="4102" y="2166"/>
                    <a:pt x="4094" y="2295"/>
                  </a:cubicBezTo>
                  <a:cubicBezTo>
                    <a:pt x="4094" y="2449"/>
                    <a:pt x="4094" y="2482"/>
                    <a:pt x="4159" y="2482"/>
                  </a:cubicBezTo>
                  <a:cubicBezTo>
                    <a:pt x="4223" y="2482"/>
                    <a:pt x="4223" y="2490"/>
                    <a:pt x="4159" y="2514"/>
                  </a:cubicBezTo>
                  <a:cubicBezTo>
                    <a:pt x="3948" y="2563"/>
                    <a:pt x="3948" y="2555"/>
                    <a:pt x="4013" y="2571"/>
                  </a:cubicBezTo>
                  <a:cubicBezTo>
                    <a:pt x="4033" y="2567"/>
                    <a:pt x="4055" y="2565"/>
                    <a:pt x="4078" y="2565"/>
                  </a:cubicBezTo>
                  <a:cubicBezTo>
                    <a:pt x="4102" y="2565"/>
                    <a:pt x="4126" y="2567"/>
                    <a:pt x="4150" y="2571"/>
                  </a:cubicBezTo>
                  <a:cubicBezTo>
                    <a:pt x="4280" y="2587"/>
                    <a:pt x="4280" y="2595"/>
                    <a:pt x="4142" y="2595"/>
                  </a:cubicBezTo>
                  <a:cubicBezTo>
                    <a:pt x="4135" y="2594"/>
                    <a:pt x="4128" y="2594"/>
                    <a:pt x="4121" y="2594"/>
                  </a:cubicBezTo>
                  <a:cubicBezTo>
                    <a:pt x="4018" y="2594"/>
                    <a:pt x="4060" y="2712"/>
                    <a:pt x="4175" y="2757"/>
                  </a:cubicBezTo>
                  <a:lnTo>
                    <a:pt x="4110" y="2741"/>
                  </a:lnTo>
                  <a:cubicBezTo>
                    <a:pt x="4088" y="2736"/>
                    <a:pt x="4074" y="2733"/>
                    <a:pt x="4064" y="2733"/>
                  </a:cubicBezTo>
                  <a:cubicBezTo>
                    <a:pt x="4043" y="2733"/>
                    <a:pt x="4040" y="2744"/>
                    <a:pt x="4029" y="2766"/>
                  </a:cubicBezTo>
                  <a:lnTo>
                    <a:pt x="4021" y="2790"/>
                  </a:lnTo>
                  <a:cubicBezTo>
                    <a:pt x="4123" y="2822"/>
                    <a:pt x="4089" y="2854"/>
                    <a:pt x="4042" y="2854"/>
                  </a:cubicBezTo>
                  <a:cubicBezTo>
                    <a:pt x="4030" y="2854"/>
                    <a:pt x="4016" y="2852"/>
                    <a:pt x="4005" y="2847"/>
                  </a:cubicBezTo>
                  <a:cubicBezTo>
                    <a:pt x="3968" y="2838"/>
                    <a:pt x="3950" y="2834"/>
                    <a:pt x="3940" y="2834"/>
                  </a:cubicBezTo>
                  <a:cubicBezTo>
                    <a:pt x="3930" y="2834"/>
                    <a:pt x="3927" y="2838"/>
                    <a:pt x="3923" y="2847"/>
                  </a:cubicBezTo>
                  <a:cubicBezTo>
                    <a:pt x="4011" y="2899"/>
                    <a:pt x="3990" y="2922"/>
                    <a:pt x="3947" y="2922"/>
                  </a:cubicBezTo>
                  <a:cubicBezTo>
                    <a:pt x="3930" y="2922"/>
                    <a:pt x="3909" y="2918"/>
                    <a:pt x="3891" y="2911"/>
                  </a:cubicBezTo>
                  <a:lnTo>
                    <a:pt x="3883" y="2920"/>
                  </a:lnTo>
                  <a:cubicBezTo>
                    <a:pt x="3948" y="2960"/>
                    <a:pt x="3932" y="2976"/>
                    <a:pt x="3932" y="2984"/>
                  </a:cubicBezTo>
                  <a:cubicBezTo>
                    <a:pt x="3915" y="3009"/>
                    <a:pt x="3907" y="3017"/>
                    <a:pt x="3972" y="3041"/>
                  </a:cubicBezTo>
                  <a:cubicBezTo>
                    <a:pt x="4037" y="3074"/>
                    <a:pt x="4094" y="3106"/>
                    <a:pt x="4086" y="3122"/>
                  </a:cubicBezTo>
                  <a:lnTo>
                    <a:pt x="4029" y="3082"/>
                  </a:lnTo>
                  <a:cubicBezTo>
                    <a:pt x="4010" y="3072"/>
                    <a:pt x="3996" y="3068"/>
                    <a:pt x="3985" y="3068"/>
                  </a:cubicBezTo>
                  <a:cubicBezTo>
                    <a:pt x="3958" y="3068"/>
                    <a:pt x="3949" y="3091"/>
                    <a:pt x="3932" y="3114"/>
                  </a:cubicBezTo>
                  <a:cubicBezTo>
                    <a:pt x="3911" y="3140"/>
                    <a:pt x="3897" y="3156"/>
                    <a:pt x="3875" y="3156"/>
                  </a:cubicBezTo>
                  <a:cubicBezTo>
                    <a:pt x="3862" y="3156"/>
                    <a:pt x="3847" y="3150"/>
                    <a:pt x="3826" y="3138"/>
                  </a:cubicBezTo>
                  <a:lnTo>
                    <a:pt x="3826" y="3138"/>
                  </a:lnTo>
                  <a:lnTo>
                    <a:pt x="3875" y="3187"/>
                  </a:lnTo>
                  <a:cubicBezTo>
                    <a:pt x="3902" y="3215"/>
                    <a:pt x="3912" y="3229"/>
                    <a:pt x="3904" y="3229"/>
                  </a:cubicBezTo>
                  <a:cubicBezTo>
                    <a:pt x="3899" y="3229"/>
                    <a:pt x="3883" y="3221"/>
                    <a:pt x="3859" y="3203"/>
                  </a:cubicBezTo>
                  <a:cubicBezTo>
                    <a:pt x="3843" y="3194"/>
                    <a:pt x="3829" y="3190"/>
                    <a:pt x="3818" y="3190"/>
                  </a:cubicBezTo>
                  <a:cubicBezTo>
                    <a:pt x="3790" y="3190"/>
                    <a:pt x="3780" y="3219"/>
                    <a:pt x="3810" y="3260"/>
                  </a:cubicBezTo>
                  <a:lnTo>
                    <a:pt x="3794" y="3276"/>
                  </a:lnTo>
                  <a:cubicBezTo>
                    <a:pt x="3748" y="3247"/>
                    <a:pt x="3718" y="3233"/>
                    <a:pt x="3705" y="3233"/>
                  </a:cubicBezTo>
                  <a:cubicBezTo>
                    <a:pt x="3685" y="3233"/>
                    <a:pt x="3703" y="3263"/>
                    <a:pt x="3761" y="3317"/>
                  </a:cubicBezTo>
                  <a:cubicBezTo>
                    <a:pt x="3728" y="3293"/>
                    <a:pt x="3714" y="3286"/>
                    <a:pt x="3707" y="3286"/>
                  </a:cubicBezTo>
                  <a:cubicBezTo>
                    <a:pt x="3702" y="3286"/>
                    <a:pt x="3700" y="3289"/>
                    <a:pt x="3696" y="3293"/>
                  </a:cubicBezTo>
                  <a:cubicBezTo>
                    <a:pt x="3716" y="3332"/>
                    <a:pt x="3715" y="3357"/>
                    <a:pt x="3700" y="3357"/>
                  </a:cubicBezTo>
                  <a:cubicBezTo>
                    <a:pt x="3690" y="3357"/>
                    <a:pt x="3675" y="3347"/>
                    <a:pt x="3656" y="3325"/>
                  </a:cubicBezTo>
                  <a:lnTo>
                    <a:pt x="3648" y="3333"/>
                  </a:lnTo>
                  <a:cubicBezTo>
                    <a:pt x="3696" y="3390"/>
                    <a:pt x="3688" y="3390"/>
                    <a:pt x="3680" y="3398"/>
                  </a:cubicBezTo>
                  <a:cubicBezTo>
                    <a:pt x="3680" y="3398"/>
                    <a:pt x="3672" y="3406"/>
                    <a:pt x="3713" y="3463"/>
                  </a:cubicBezTo>
                  <a:cubicBezTo>
                    <a:pt x="3745" y="3520"/>
                    <a:pt x="3737" y="3520"/>
                    <a:pt x="3737" y="3520"/>
                  </a:cubicBezTo>
                  <a:cubicBezTo>
                    <a:pt x="3737" y="3520"/>
                    <a:pt x="3737" y="3520"/>
                    <a:pt x="3736" y="3520"/>
                  </a:cubicBezTo>
                  <a:cubicBezTo>
                    <a:pt x="3732" y="3520"/>
                    <a:pt x="3694" y="3467"/>
                    <a:pt x="3656" y="3414"/>
                  </a:cubicBezTo>
                  <a:cubicBezTo>
                    <a:pt x="3643" y="3392"/>
                    <a:pt x="3633" y="3380"/>
                    <a:pt x="3629" y="3380"/>
                  </a:cubicBezTo>
                  <a:cubicBezTo>
                    <a:pt x="3623" y="3380"/>
                    <a:pt x="3632" y="3412"/>
                    <a:pt x="3672" y="3487"/>
                  </a:cubicBezTo>
                  <a:cubicBezTo>
                    <a:pt x="3644" y="3448"/>
                    <a:pt x="3620" y="3410"/>
                    <a:pt x="3616" y="3410"/>
                  </a:cubicBezTo>
                  <a:lnTo>
                    <a:pt x="3616" y="3410"/>
                  </a:lnTo>
                  <a:cubicBezTo>
                    <a:pt x="3614" y="3410"/>
                    <a:pt x="3616" y="3418"/>
                    <a:pt x="3623" y="3438"/>
                  </a:cubicBezTo>
                  <a:cubicBezTo>
                    <a:pt x="3623" y="3438"/>
                    <a:pt x="3615" y="3447"/>
                    <a:pt x="3656" y="3503"/>
                  </a:cubicBezTo>
                  <a:lnTo>
                    <a:pt x="3632" y="3511"/>
                  </a:lnTo>
                  <a:cubicBezTo>
                    <a:pt x="3598" y="3483"/>
                    <a:pt x="3584" y="3475"/>
                    <a:pt x="3575" y="3475"/>
                  </a:cubicBezTo>
                  <a:cubicBezTo>
                    <a:pt x="3572" y="3475"/>
                    <a:pt x="3569" y="3476"/>
                    <a:pt x="3567" y="3479"/>
                  </a:cubicBezTo>
                  <a:cubicBezTo>
                    <a:pt x="3584" y="3508"/>
                    <a:pt x="3592" y="3523"/>
                    <a:pt x="3589" y="3523"/>
                  </a:cubicBezTo>
                  <a:cubicBezTo>
                    <a:pt x="3586" y="3523"/>
                    <a:pt x="3574" y="3510"/>
                    <a:pt x="3550" y="3487"/>
                  </a:cubicBezTo>
                  <a:cubicBezTo>
                    <a:pt x="3537" y="3464"/>
                    <a:pt x="3528" y="3450"/>
                    <a:pt x="3527" y="3450"/>
                  </a:cubicBezTo>
                  <a:lnTo>
                    <a:pt x="3527" y="3450"/>
                  </a:lnTo>
                  <a:cubicBezTo>
                    <a:pt x="3525" y="3450"/>
                    <a:pt x="3540" y="3477"/>
                    <a:pt x="3583" y="3544"/>
                  </a:cubicBezTo>
                  <a:cubicBezTo>
                    <a:pt x="3596" y="3580"/>
                    <a:pt x="3600" y="3598"/>
                    <a:pt x="3594" y="3598"/>
                  </a:cubicBezTo>
                  <a:cubicBezTo>
                    <a:pt x="3589" y="3598"/>
                    <a:pt x="3577" y="3586"/>
                    <a:pt x="3559" y="3560"/>
                  </a:cubicBezTo>
                  <a:cubicBezTo>
                    <a:pt x="3517" y="3491"/>
                    <a:pt x="3496" y="3464"/>
                    <a:pt x="3494" y="3464"/>
                  </a:cubicBezTo>
                  <a:lnTo>
                    <a:pt x="3494" y="3464"/>
                  </a:lnTo>
                  <a:cubicBezTo>
                    <a:pt x="3492" y="3464"/>
                    <a:pt x="3501" y="3479"/>
                    <a:pt x="3518" y="3503"/>
                  </a:cubicBezTo>
                  <a:cubicBezTo>
                    <a:pt x="3542" y="3568"/>
                    <a:pt x="3534" y="3568"/>
                    <a:pt x="3534" y="3568"/>
                  </a:cubicBezTo>
                  <a:cubicBezTo>
                    <a:pt x="3521" y="3545"/>
                    <a:pt x="3501" y="3537"/>
                    <a:pt x="3476" y="3537"/>
                  </a:cubicBezTo>
                  <a:cubicBezTo>
                    <a:pt x="3441" y="3537"/>
                    <a:pt x="3396" y="3554"/>
                    <a:pt x="3348" y="3568"/>
                  </a:cubicBezTo>
                  <a:cubicBezTo>
                    <a:pt x="3348" y="3617"/>
                    <a:pt x="3356" y="3665"/>
                    <a:pt x="3380" y="3706"/>
                  </a:cubicBezTo>
                  <a:cubicBezTo>
                    <a:pt x="3397" y="3761"/>
                    <a:pt x="3403" y="3781"/>
                    <a:pt x="3401" y="3781"/>
                  </a:cubicBezTo>
                  <a:cubicBezTo>
                    <a:pt x="3399" y="3781"/>
                    <a:pt x="3383" y="3743"/>
                    <a:pt x="3364" y="3706"/>
                  </a:cubicBezTo>
                  <a:cubicBezTo>
                    <a:pt x="3328" y="3615"/>
                    <a:pt x="3306" y="3570"/>
                    <a:pt x="3301" y="3570"/>
                  </a:cubicBezTo>
                  <a:lnTo>
                    <a:pt x="3301" y="3570"/>
                  </a:lnTo>
                  <a:cubicBezTo>
                    <a:pt x="3296" y="3570"/>
                    <a:pt x="3311" y="3619"/>
                    <a:pt x="3348" y="3714"/>
                  </a:cubicBezTo>
                  <a:cubicBezTo>
                    <a:pt x="3376" y="3779"/>
                    <a:pt x="3388" y="3811"/>
                    <a:pt x="3386" y="3811"/>
                  </a:cubicBezTo>
                  <a:cubicBezTo>
                    <a:pt x="3384" y="3811"/>
                    <a:pt x="3368" y="3779"/>
                    <a:pt x="3340" y="3714"/>
                  </a:cubicBezTo>
                  <a:cubicBezTo>
                    <a:pt x="3324" y="3687"/>
                    <a:pt x="3316" y="3673"/>
                    <a:pt x="3313" y="3673"/>
                  </a:cubicBezTo>
                  <a:lnTo>
                    <a:pt x="3313" y="3673"/>
                  </a:lnTo>
                  <a:cubicBezTo>
                    <a:pt x="3309" y="3673"/>
                    <a:pt x="3311" y="3689"/>
                    <a:pt x="3315" y="3722"/>
                  </a:cubicBezTo>
                  <a:cubicBezTo>
                    <a:pt x="3323" y="3755"/>
                    <a:pt x="3325" y="3771"/>
                    <a:pt x="3323" y="3771"/>
                  </a:cubicBezTo>
                  <a:cubicBezTo>
                    <a:pt x="3321" y="3771"/>
                    <a:pt x="3315" y="3755"/>
                    <a:pt x="3307" y="3722"/>
                  </a:cubicBezTo>
                  <a:cubicBezTo>
                    <a:pt x="3284" y="3682"/>
                    <a:pt x="3262" y="3638"/>
                    <a:pt x="3259" y="3638"/>
                  </a:cubicBezTo>
                  <a:lnTo>
                    <a:pt x="3259" y="3638"/>
                  </a:lnTo>
                  <a:cubicBezTo>
                    <a:pt x="3257" y="3638"/>
                    <a:pt x="3259" y="3646"/>
                    <a:pt x="3267" y="3665"/>
                  </a:cubicBezTo>
                  <a:cubicBezTo>
                    <a:pt x="3267" y="3665"/>
                    <a:pt x="3250" y="3665"/>
                    <a:pt x="3226" y="3609"/>
                  </a:cubicBezTo>
                  <a:cubicBezTo>
                    <a:pt x="3217" y="3590"/>
                    <a:pt x="3211" y="3582"/>
                    <a:pt x="3209" y="3582"/>
                  </a:cubicBezTo>
                  <a:lnTo>
                    <a:pt x="3209" y="3582"/>
                  </a:lnTo>
                  <a:cubicBezTo>
                    <a:pt x="3202" y="3582"/>
                    <a:pt x="3210" y="3628"/>
                    <a:pt x="3210" y="3674"/>
                  </a:cubicBezTo>
                  <a:cubicBezTo>
                    <a:pt x="3214" y="3748"/>
                    <a:pt x="3212" y="3784"/>
                    <a:pt x="3206" y="3784"/>
                  </a:cubicBezTo>
                  <a:cubicBezTo>
                    <a:pt x="3200" y="3784"/>
                    <a:pt x="3190" y="3750"/>
                    <a:pt x="3178" y="3682"/>
                  </a:cubicBezTo>
                  <a:cubicBezTo>
                    <a:pt x="3172" y="3634"/>
                    <a:pt x="3163" y="3614"/>
                    <a:pt x="3156" y="3614"/>
                  </a:cubicBezTo>
                  <a:cubicBezTo>
                    <a:pt x="3144" y="3614"/>
                    <a:pt x="3135" y="3675"/>
                    <a:pt x="3145" y="3763"/>
                  </a:cubicBezTo>
                  <a:cubicBezTo>
                    <a:pt x="3150" y="3839"/>
                    <a:pt x="3152" y="3870"/>
                    <a:pt x="3151" y="3870"/>
                  </a:cubicBezTo>
                  <a:cubicBezTo>
                    <a:pt x="3150" y="3870"/>
                    <a:pt x="3148" y="3854"/>
                    <a:pt x="3145" y="3828"/>
                  </a:cubicBezTo>
                  <a:cubicBezTo>
                    <a:pt x="3129" y="3763"/>
                    <a:pt x="3121" y="3763"/>
                    <a:pt x="3121" y="3763"/>
                  </a:cubicBezTo>
                  <a:cubicBezTo>
                    <a:pt x="3105" y="3763"/>
                    <a:pt x="3096" y="3763"/>
                    <a:pt x="3080" y="3698"/>
                  </a:cubicBezTo>
                  <a:cubicBezTo>
                    <a:pt x="3080" y="3698"/>
                    <a:pt x="3072" y="3698"/>
                    <a:pt x="3064" y="3771"/>
                  </a:cubicBezTo>
                  <a:cubicBezTo>
                    <a:pt x="3061" y="3824"/>
                    <a:pt x="3053" y="3847"/>
                    <a:pt x="3042" y="3847"/>
                  </a:cubicBezTo>
                  <a:cubicBezTo>
                    <a:pt x="3026" y="3847"/>
                    <a:pt x="3003" y="3790"/>
                    <a:pt x="2983" y="3706"/>
                  </a:cubicBezTo>
                  <a:lnTo>
                    <a:pt x="2967" y="3779"/>
                  </a:lnTo>
                  <a:cubicBezTo>
                    <a:pt x="2972" y="3865"/>
                    <a:pt x="2971" y="3922"/>
                    <a:pt x="2965" y="3922"/>
                  </a:cubicBezTo>
                  <a:cubicBezTo>
                    <a:pt x="2962" y="3922"/>
                    <a:pt x="2957" y="3901"/>
                    <a:pt x="2950" y="3852"/>
                  </a:cubicBezTo>
                  <a:cubicBezTo>
                    <a:pt x="2945" y="3800"/>
                    <a:pt x="2943" y="3752"/>
                    <a:pt x="2943" y="3752"/>
                  </a:cubicBezTo>
                  <a:cubicBezTo>
                    <a:pt x="2942" y="3752"/>
                    <a:pt x="2942" y="3760"/>
                    <a:pt x="2942" y="3779"/>
                  </a:cubicBezTo>
                  <a:cubicBezTo>
                    <a:pt x="2946" y="3832"/>
                    <a:pt x="2939" y="3855"/>
                    <a:pt x="2929" y="3855"/>
                  </a:cubicBezTo>
                  <a:cubicBezTo>
                    <a:pt x="2914" y="3855"/>
                    <a:pt x="2891" y="3798"/>
                    <a:pt x="2886" y="3714"/>
                  </a:cubicBezTo>
                  <a:cubicBezTo>
                    <a:pt x="2878" y="3649"/>
                    <a:pt x="2878" y="3649"/>
                    <a:pt x="2869" y="3649"/>
                  </a:cubicBezTo>
                  <a:lnTo>
                    <a:pt x="2869" y="3714"/>
                  </a:lnTo>
                  <a:cubicBezTo>
                    <a:pt x="2878" y="3787"/>
                    <a:pt x="2878" y="3852"/>
                    <a:pt x="2869" y="3852"/>
                  </a:cubicBezTo>
                  <a:cubicBezTo>
                    <a:pt x="2853" y="3852"/>
                    <a:pt x="2845" y="3852"/>
                    <a:pt x="2837" y="3787"/>
                  </a:cubicBezTo>
                  <a:cubicBezTo>
                    <a:pt x="2825" y="3735"/>
                    <a:pt x="2822" y="3687"/>
                    <a:pt x="2821" y="3687"/>
                  </a:cubicBezTo>
                  <a:cubicBezTo>
                    <a:pt x="2821" y="3687"/>
                    <a:pt x="2821" y="3695"/>
                    <a:pt x="2821" y="3714"/>
                  </a:cubicBezTo>
                  <a:cubicBezTo>
                    <a:pt x="2821" y="3714"/>
                    <a:pt x="2813" y="3714"/>
                    <a:pt x="2805" y="3649"/>
                  </a:cubicBezTo>
                  <a:cubicBezTo>
                    <a:pt x="2796" y="3649"/>
                    <a:pt x="2788" y="3641"/>
                    <a:pt x="2780" y="3641"/>
                  </a:cubicBezTo>
                  <a:cubicBezTo>
                    <a:pt x="2776" y="3677"/>
                    <a:pt x="2770" y="3693"/>
                    <a:pt x="2766" y="3693"/>
                  </a:cubicBezTo>
                  <a:cubicBezTo>
                    <a:pt x="2762" y="3693"/>
                    <a:pt x="2760" y="3675"/>
                    <a:pt x="2764" y="3641"/>
                  </a:cubicBezTo>
                  <a:lnTo>
                    <a:pt x="2764" y="3641"/>
                  </a:lnTo>
                  <a:cubicBezTo>
                    <a:pt x="2764" y="3641"/>
                    <a:pt x="2756" y="3641"/>
                    <a:pt x="2740" y="3706"/>
                  </a:cubicBezTo>
                  <a:cubicBezTo>
                    <a:pt x="2723" y="3706"/>
                    <a:pt x="2715" y="3698"/>
                    <a:pt x="2723" y="3633"/>
                  </a:cubicBezTo>
                  <a:cubicBezTo>
                    <a:pt x="2728" y="3601"/>
                    <a:pt x="2730" y="3584"/>
                    <a:pt x="2729" y="3584"/>
                  </a:cubicBezTo>
                  <a:lnTo>
                    <a:pt x="2729" y="3584"/>
                  </a:lnTo>
                  <a:cubicBezTo>
                    <a:pt x="2728" y="3584"/>
                    <a:pt x="2723" y="3601"/>
                    <a:pt x="2715" y="3633"/>
                  </a:cubicBezTo>
                  <a:cubicBezTo>
                    <a:pt x="2707" y="3698"/>
                    <a:pt x="2699" y="3698"/>
                    <a:pt x="2691" y="3698"/>
                  </a:cubicBezTo>
                  <a:lnTo>
                    <a:pt x="2675" y="3690"/>
                  </a:lnTo>
                  <a:cubicBezTo>
                    <a:pt x="2663" y="3745"/>
                    <a:pt x="2660" y="3758"/>
                    <a:pt x="2655" y="3758"/>
                  </a:cubicBezTo>
                  <a:cubicBezTo>
                    <a:pt x="2654" y="3758"/>
                    <a:pt x="2653" y="3757"/>
                    <a:pt x="2651" y="3755"/>
                  </a:cubicBezTo>
                  <a:cubicBezTo>
                    <a:pt x="2642" y="3755"/>
                    <a:pt x="2634" y="3682"/>
                    <a:pt x="2618" y="3682"/>
                  </a:cubicBezTo>
                  <a:cubicBezTo>
                    <a:pt x="2612" y="3680"/>
                    <a:pt x="2607" y="3678"/>
                    <a:pt x="2603" y="3678"/>
                  </a:cubicBezTo>
                  <a:cubicBezTo>
                    <a:pt x="2593" y="3678"/>
                    <a:pt x="2592" y="3691"/>
                    <a:pt x="2586" y="3738"/>
                  </a:cubicBezTo>
                  <a:cubicBezTo>
                    <a:pt x="2591" y="3744"/>
                    <a:pt x="2586" y="3773"/>
                    <a:pt x="2582" y="3773"/>
                  </a:cubicBezTo>
                  <a:cubicBezTo>
                    <a:pt x="2580" y="3773"/>
                    <a:pt x="2578" y="3764"/>
                    <a:pt x="2578" y="3738"/>
                  </a:cubicBezTo>
                  <a:cubicBezTo>
                    <a:pt x="2569" y="3738"/>
                    <a:pt x="2561" y="3657"/>
                    <a:pt x="2537" y="3649"/>
                  </a:cubicBezTo>
                  <a:cubicBezTo>
                    <a:pt x="2523" y="3644"/>
                    <a:pt x="2514" y="3640"/>
                    <a:pt x="2508" y="3640"/>
                  </a:cubicBezTo>
                  <a:cubicBezTo>
                    <a:pt x="2494" y="3640"/>
                    <a:pt x="2488" y="3655"/>
                    <a:pt x="2472" y="3698"/>
                  </a:cubicBezTo>
                  <a:cubicBezTo>
                    <a:pt x="2456" y="3766"/>
                    <a:pt x="2446" y="3798"/>
                    <a:pt x="2444" y="3798"/>
                  </a:cubicBezTo>
                  <a:cubicBezTo>
                    <a:pt x="2442" y="3798"/>
                    <a:pt x="2448" y="3764"/>
                    <a:pt x="2464" y="3698"/>
                  </a:cubicBezTo>
                  <a:cubicBezTo>
                    <a:pt x="2484" y="3614"/>
                    <a:pt x="2488" y="3581"/>
                    <a:pt x="2484" y="3581"/>
                  </a:cubicBezTo>
                  <a:lnTo>
                    <a:pt x="2484" y="3581"/>
                  </a:lnTo>
                  <a:cubicBezTo>
                    <a:pt x="2481" y="3581"/>
                    <a:pt x="2474" y="3595"/>
                    <a:pt x="2464" y="3617"/>
                  </a:cubicBezTo>
                  <a:cubicBezTo>
                    <a:pt x="2440" y="3665"/>
                    <a:pt x="2434" y="3677"/>
                    <a:pt x="2426" y="3677"/>
                  </a:cubicBezTo>
                  <a:cubicBezTo>
                    <a:pt x="2423" y="3677"/>
                    <a:pt x="2420" y="3676"/>
                    <a:pt x="2415" y="3674"/>
                  </a:cubicBezTo>
                  <a:cubicBezTo>
                    <a:pt x="2428" y="3640"/>
                    <a:pt x="2432" y="3624"/>
                    <a:pt x="2427" y="3624"/>
                  </a:cubicBezTo>
                  <a:cubicBezTo>
                    <a:pt x="2423" y="3624"/>
                    <a:pt x="2411" y="3638"/>
                    <a:pt x="2391" y="3665"/>
                  </a:cubicBezTo>
                  <a:cubicBezTo>
                    <a:pt x="2383" y="3657"/>
                    <a:pt x="2383" y="3657"/>
                    <a:pt x="2407" y="3592"/>
                  </a:cubicBezTo>
                  <a:lnTo>
                    <a:pt x="2391" y="3584"/>
                  </a:lnTo>
                  <a:cubicBezTo>
                    <a:pt x="2366" y="3624"/>
                    <a:pt x="2345" y="3639"/>
                    <a:pt x="2330" y="3639"/>
                  </a:cubicBezTo>
                  <a:cubicBezTo>
                    <a:pt x="2302" y="3639"/>
                    <a:pt x="2294" y="3586"/>
                    <a:pt x="2310" y="3544"/>
                  </a:cubicBezTo>
                  <a:cubicBezTo>
                    <a:pt x="2310" y="3544"/>
                    <a:pt x="2310" y="3543"/>
                    <a:pt x="2309" y="3543"/>
                  </a:cubicBezTo>
                  <a:cubicBezTo>
                    <a:pt x="2305" y="3543"/>
                    <a:pt x="2293" y="3548"/>
                    <a:pt x="2261" y="3592"/>
                  </a:cubicBezTo>
                  <a:cubicBezTo>
                    <a:pt x="2226" y="3647"/>
                    <a:pt x="2204" y="3674"/>
                    <a:pt x="2199" y="3674"/>
                  </a:cubicBezTo>
                  <a:cubicBezTo>
                    <a:pt x="2193" y="3674"/>
                    <a:pt x="2207" y="3643"/>
                    <a:pt x="2245" y="3584"/>
                  </a:cubicBezTo>
                  <a:cubicBezTo>
                    <a:pt x="2278" y="3523"/>
                    <a:pt x="2294" y="3492"/>
                    <a:pt x="2293" y="3492"/>
                  </a:cubicBezTo>
                  <a:lnTo>
                    <a:pt x="2293" y="3492"/>
                  </a:lnTo>
                  <a:cubicBezTo>
                    <a:pt x="2291" y="3492"/>
                    <a:pt x="2273" y="3521"/>
                    <a:pt x="2237" y="3576"/>
                  </a:cubicBezTo>
                  <a:cubicBezTo>
                    <a:pt x="2221" y="3595"/>
                    <a:pt x="2206" y="3604"/>
                    <a:pt x="2195" y="3604"/>
                  </a:cubicBezTo>
                  <a:cubicBezTo>
                    <a:pt x="2171" y="3604"/>
                    <a:pt x="2169" y="3564"/>
                    <a:pt x="2229" y="3487"/>
                  </a:cubicBezTo>
                  <a:lnTo>
                    <a:pt x="2294" y="3374"/>
                  </a:lnTo>
                  <a:lnTo>
                    <a:pt x="2294" y="3374"/>
                  </a:lnTo>
                  <a:cubicBezTo>
                    <a:pt x="2253" y="3422"/>
                    <a:pt x="2245" y="3422"/>
                    <a:pt x="2245" y="3422"/>
                  </a:cubicBezTo>
                  <a:cubicBezTo>
                    <a:pt x="2226" y="3456"/>
                    <a:pt x="2213" y="3467"/>
                    <a:pt x="2201" y="3467"/>
                  </a:cubicBezTo>
                  <a:cubicBezTo>
                    <a:pt x="2194" y="3467"/>
                    <a:pt x="2187" y="3461"/>
                    <a:pt x="2180" y="3455"/>
                  </a:cubicBezTo>
                  <a:cubicBezTo>
                    <a:pt x="2177" y="3451"/>
                    <a:pt x="2171" y="3450"/>
                    <a:pt x="2164" y="3450"/>
                  </a:cubicBezTo>
                  <a:cubicBezTo>
                    <a:pt x="2140" y="3450"/>
                    <a:pt x="2101" y="3464"/>
                    <a:pt x="2082" y="3464"/>
                  </a:cubicBezTo>
                  <a:cubicBezTo>
                    <a:pt x="2079" y="3464"/>
                    <a:pt x="2077" y="3464"/>
                    <a:pt x="2075" y="3463"/>
                  </a:cubicBezTo>
                  <a:cubicBezTo>
                    <a:pt x="2059" y="3447"/>
                    <a:pt x="2042" y="3430"/>
                    <a:pt x="2075" y="3365"/>
                  </a:cubicBezTo>
                  <a:cubicBezTo>
                    <a:pt x="2073" y="3365"/>
                    <a:pt x="2071" y="3365"/>
                    <a:pt x="2068" y="3365"/>
                  </a:cubicBezTo>
                  <a:cubicBezTo>
                    <a:pt x="2062" y="3365"/>
                    <a:pt x="2051" y="3369"/>
                    <a:pt x="2010" y="3398"/>
                  </a:cubicBezTo>
                  <a:cubicBezTo>
                    <a:pt x="1988" y="3414"/>
                    <a:pt x="1972" y="3421"/>
                    <a:pt x="1964" y="3421"/>
                  </a:cubicBezTo>
                  <a:cubicBezTo>
                    <a:pt x="1950" y="3421"/>
                    <a:pt x="1956" y="3403"/>
                    <a:pt x="1986" y="3374"/>
                  </a:cubicBezTo>
                  <a:lnTo>
                    <a:pt x="1986" y="3374"/>
                  </a:lnTo>
                  <a:cubicBezTo>
                    <a:pt x="1942" y="3395"/>
                    <a:pt x="1924" y="3399"/>
                    <a:pt x="1917" y="3399"/>
                  </a:cubicBezTo>
                  <a:cubicBezTo>
                    <a:pt x="1914" y="3399"/>
                    <a:pt x="1913" y="3398"/>
                    <a:pt x="1913" y="3398"/>
                  </a:cubicBezTo>
                  <a:cubicBezTo>
                    <a:pt x="1950" y="3360"/>
                    <a:pt x="1988" y="3323"/>
                    <a:pt x="1977" y="3323"/>
                  </a:cubicBezTo>
                  <a:cubicBezTo>
                    <a:pt x="1973" y="3323"/>
                    <a:pt x="1966" y="3326"/>
                    <a:pt x="1953" y="3333"/>
                  </a:cubicBezTo>
                  <a:cubicBezTo>
                    <a:pt x="1923" y="3363"/>
                    <a:pt x="1908" y="3372"/>
                    <a:pt x="1898" y="3372"/>
                  </a:cubicBezTo>
                  <a:cubicBezTo>
                    <a:pt x="1891" y="3372"/>
                    <a:pt x="1886" y="3369"/>
                    <a:pt x="1880" y="3365"/>
                  </a:cubicBezTo>
                  <a:cubicBezTo>
                    <a:pt x="1911" y="3311"/>
                    <a:pt x="1764" y="3056"/>
                    <a:pt x="1709" y="3056"/>
                  </a:cubicBezTo>
                  <a:cubicBezTo>
                    <a:pt x="1706" y="3056"/>
                    <a:pt x="1704" y="3056"/>
                    <a:pt x="1702" y="3057"/>
                  </a:cubicBezTo>
                  <a:lnTo>
                    <a:pt x="1686" y="3025"/>
                  </a:lnTo>
                  <a:lnTo>
                    <a:pt x="1678" y="3001"/>
                  </a:lnTo>
                  <a:cubicBezTo>
                    <a:pt x="1799" y="2944"/>
                    <a:pt x="1718" y="2928"/>
                    <a:pt x="1645" y="2920"/>
                  </a:cubicBezTo>
                  <a:cubicBezTo>
                    <a:pt x="1625" y="2925"/>
                    <a:pt x="1611" y="2926"/>
                    <a:pt x="1601" y="2926"/>
                  </a:cubicBezTo>
                  <a:cubicBezTo>
                    <a:pt x="1580" y="2926"/>
                    <a:pt x="1578" y="2917"/>
                    <a:pt x="1572" y="2911"/>
                  </a:cubicBezTo>
                  <a:cubicBezTo>
                    <a:pt x="1702" y="2863"/>
                    <a:pt x="1694" y="2838"/>
                    <a:pt x="1621" y="2838"/>
                  </a:cubicBezTo>
                  <a:cubicBezTo>
                    <a:pt x="1571" y="2851"/>
                    <a:pt x="1541" y="2856"/>
                    <a:pt x="1529" y="2856"/>
                  </a:cubicBezTo>
                  <a:cubicBezTo>
                    <a:pt x="1510" y="2856"/>
                    <a:pt x="1541" y="2842"/>
                    <a:pt x="1621" y="2822"/>
                  </a:cubicBezTo>
                  <a:cubicBezTo>
                    <a:pt x="1703" y="2797"/>
                    <a:pt x="1733" y="2781"/>
                    <a:pt x="1693" y="2781"/>
                  </a:cubicBezTo>
                  <a:cubicBezTo>
                    <a:pt x="1669" y="2781"/>
                    <a:pt x="1622" y="2786"/>
                    <a:pt x="1548" y="2798"/>
                  </a:cubicBezTo>
                  <a:cubicBezTo>
                    <a:pt x="1524" y="2801"/>
                    <a:pt x="1507" y="2802"/>
                    <a:pt x="1499" y="2802"/>
                  </a:cubicBezTo>
                  <a:cubicBezTo>
                    <a:pt x="1482" y="2802"/>
                    <a:pt x="1497" y="2795"/>
                    <a:pt x="1540" y="2774"/>
                  </a:cubicBezTo>
                  <a:cubicBezTo>
                    <a:pt x="1628" y="2746"/>
                    <a:pt x="1656" y="2733"/>
                    <a:pt x="1645" y="2733"/>
                  </a:cubicBezTo>
                  <a:cubicBezTo>
                    <a:pt x="1639" y="2733"/>
                    <a:pt x="1625" y="2736"/>
                    <a:pt x="1605" y="2741"/>
                  </a:cubicBezTo>
                  <a:cubicBezTo>
                    <a:pt x="1561" y="2746"/>
                    <a:pt x="1531" y="2749"/>
                    <a:pt x="1515" y="2749"/>
                  </a:cubicBezTo>
                  <a:cubicBezTo>
                    <a:pt x="1480" y="2749"/>
                    <a:pt x="1508" y="2736"/>
                    <a:pt x="1597" y="2709"/>
                  </a:cubicBezTo>
                  <a:cubicBezTo>
                    <a:pt x="1679" y="2678"/>
                    <a:pt x="1709" y="2667"/>
                    <a:pt x="1687" y="2667"/>
                  </a:cubicBezTo>
                  <a:cubicBezTo>
                    <a:pt x="1674" y="2667"/>
                    <a:pt x="1644" y="2670"/>
                    <a:pt x="1597" y="2676"/>
                  </a:cubicBezTo>
                  <a:cubicBezTo>
                    <a:pt x="1577" y="2679"/>
                    <a:pt x="1561" y="2680"/>
                    <a:pt x="1547" y="2680"/>
                  </a:cubicBezTo>
                  <a:cubicBezTo>
                    <a:pt x="1459" y="2680"/>
                    <a:pt x="1470" y="2641"/>
                    <a:pt x="1588" y="2620"/>
                  </a:cubicBezTo>
                  <a:cubicBezTo>
                    <a:pt x="1588" y="2613"/>
                    <a:pt x="1631" y="2601"/>
                    <a:pt x="1613" y="2601"/>
                  </a:cubicBezTo>
                  <a:cubicBezTo>
                    <a:pt x="1608" y="2601"/>
                    <a:pt x="1601" y="2602"/>
                    <a:pt x="1588" y="2603"/>
                  </a:cubicBezTo>
                  <a:lnTo>
                    <a:pt x="1653" y="2579"/>
                  </a:lnTo>
                  <a:lnTo>
                    <a:pt x="1653" y="2563"/>
                  </a:lnTo>
                  <a:lnTo>
                    <a:pt x="1580" y="2571"/>
                  </a:lnTo>
                  <a:cubicBezTo>
                    <a:pt x="1580" y="2555"/>
                    <a:pt x="1645" y="2514"/>
                    <a:pt x="1653" y="2425"/>
                  </a:cubicBezTo>
                  <a:cubicBezTo>
                    <a:pt x="1660" y="2273"/>
                    <a:pt x="1661" y="2227"/>
                    <a:pt x="1616" y="2227"/>
                  </a:cubicBezTo>
                  <a:cubicBezTo>
                    <a:pt x="1608" y="2227"/>
                    <a:pt x="1599" y="2228"/>
                    <a:pt x="1588" y="2230"/>
                  </a:cubicBezTo>
                  <a:cubicBezTo>
                    <a:pt x="1562" y="2233"/>
                    <a:pt x="1541" y="2235"/>
                    <a:pt x="1525" y="2235"/>
                  </a:cubicBezTo>
                  <a:cubicBezTo>
                    <a:pt x="1456" y="2235"/>
                    <a:pt x="1477" y="2211"/>
                    <a:pt x="1588" y="2198"/>
                  </a:cubicBezTo>
                  <a:cubicBezTo>
                    <a:pt x="1588" y="2190"/>
                    <a:pt x="1661" y="2174"/>
                    <a:pt x="1661" y="2149"/>
                  </a:cubicBezTo>
                  <a:cubicBezTo>
                    <a:pt x="1661" y="2136"/>
                    <a:pt x="1667" y="2123"/>
                    <a:pt x="1704" y="2123"/>
                  </a:cubicBezTo>
                  <a:cubicBezTo>
                    <a:pt x="1712" y="2123"/>
                    <a:pt x="1722" y="2124"/>
                    <a:pt x="1734" y="2125"/>
                  </a:cubicBezTo>
                  <a:lnTo>
                    <a:pt x="1734" y="2117"/>
                  </a:lnTo>
                  <a:cubicBezTo>
                    <a:pt x="1605" y="2084"/>
                    <a:pt x="1613" y="2028"/>
                    <a:pt x="1686" y="2011"/>
                  </a:cubicBezTo>
                  <a:cubicBezTo>
                    <a:pt x="1694" y="1995"/>
                    <a:pt x="1694" y="1987"/>
                    <a:pt x="1629" y="1955"/>
                  </a:cubicBezTo>
                  <a:cubicBezTo>
                    <a:pt x="1591" y="1933"/>
                    <a:pt x="1578" y="1926"/>
                    <a:pt x="1593" y="1926"/>
                  </a:cubicBezTo>
                  <a:cubicBezTo>
                    <a:pt x="1601" y="1926"/>
                    <a:pt x="1615" y="1928"/>
                    <a:pt x="1637" y="1930"/>
                  </a:cubicBezTo>
                  <a:cubicBezTo>
                    <a:pt x="1645" y="1931"/>
                    <a:pt x="1654" y="1932"/>
                    <a:pt x="1662" y="1932"/>
                  </a:cubicBezTo>
                  <a:cubicBezTo>
                    <a:pt x="1719" y="1932"/>
                    <a:pt x="1766" y="1909"/>
                    <a:pt x="1653" y="1874"/>
                  </a:cubicBezTo>
                  <a:lnTo>
                    <a:pt x="1653" y="1874"/>
                  </a:lnTo>
                  <a:lnTo>
                    <a:pt x="1726" y="1882"/>
                  </a:lnTo>
                  <a:cubicBezTo>
                    <a:pt x="1739" y="1885"/>
                    <a:pt x="1746" y="1886"/>
                    <a:pt x="1750" y="1886"/>
                  </a:cubicBezTo>
                  <a:cubicBezTo>
                    <a:pt x="1766" y="1886"/>
                    <a:pt x="1714" y="1862"/>
                    <a:pt x="1661" y="1849"/>
                  </a:cubicBezTo>
                  <a:cubicBezTo>
                    <a:pt x="1591" y="1827"/>
                    <a:pt x="1561" y="1813"/>
                    <a:pt x="1580" y="1813"/>
                  </a:cubicBezTo>
                  <a:cubicBezTo>
                    <a:pt x="1595" y="1813"/>
                    <a:pt x="1645" y="1823"/>
                    <a:pt x="1734" y="1849"/>
                  </a:cubicBezTo>
                  <a:cubicBezTo>
                    <a:pt x="1804" y="1871"/>
                    <a:pt x="1839" y="1879"/>
                    <a:pt x="1846" y="1879"/>
                  </a:cubicBezTo>
                  <a:cubicBezTo>
                    <a:pt x="1852" y="1879"/>
                    <a:pt x="1837" y="1873"/>
                    <a:pt x="1807" y="1866"/>
                  </a:cubicBezTo>
                  <a:cubicBezTo>
                    <a:pt x="1754" y="1839"/>
                    <a:pt x="1707" y="1813"/>
                    <a:pt x="1726" y="1813"/>
                  </a:cubicBezTo>
                  <a:cubicBezTo>
                    <a:pt x="1731" y="1813"/>
                    <a:pt x="1739" y="1814"/>
                    <a:pt x="1751" y="1817"/>
                  </a:cubicBezTo>
                  <a:cubicBezTo>
                    <a:pt x="1751" y="1809"/>
                    <a:pt x="1759" y="1801"/>
                    <a:pt x="1629" y="1752"/>
                  </a:cubicBezTo>
                  <a:cubicBezTo>
                    <a:pt x="1564" y="1728"/>
                    <a:pt x="1572" y="1720"/>
                    <a:pt x="1572" y="1703"/>
                  </a:cubicBezTo>
                  <a:lnTo>
                    <a:pt x="1572" y="1703"/>
                  </a:lnTo>
                  <a:cubicBezTo>
                    <a:pt x="1620" y="1719"/>
                    <a:pt x="1661" y="1744"/>
                    <a:pt x="1701" y="1768"/>
                  </a:cubicBezTo>
                  <a:lnTo>
                    <a:pt x="1701" y="1768"/>
                  </a:lnTo>
                  <a:cubicBezTo>
                    <a:pt x="1703" y="1764"/>
                    <a:pt x="1707" y="1759"/>
                    <a:pt x="1710" y="1752"/>
                  </a:cubicBezTo>
                  <a:cubicBezTo>
                    <a:pt x="1720" y="1750"/>
                    <a:pt x="1731" y="1749"/>
                    <a:pt x="1742" y="1749"/>
                  </a:cubicBezTo>
                  <a:cubicBezTo>
                    <a:pt x="1774" y="1749"/>
                    <a:pt x="1809" y="1758"/>
                    <a:pt x="1840" y="1776"/>
                  </a:cubicBezTo>
                  <a:cubicBezTo>
                    <a:pt x="1866" y="1785"/>
                    <a:pt x="1883" y="1790"/>
                    <a:pt x="1887" y="1790"/>
                  </a:cubicBezTo>
                  <a:cubicBezTo>
                    <a:pt x="1896" y="1790"/>
                    <a:pt x="1866" y="1775"/>
                    <a:pt x="1783" y="1744"/>
                  </a:cubicBezTo>
                  <a:cubicBezTo>
                    <a:pt x="1661" y="1687"/>
                    <a:pt x="1661" y="1687"/>
                    <a:pt x="1669" y="1671"/>
                  </a:cubicBezTo>
                  <a:cubicBezTo>
                    <a:pt x="1674" y="1663"/>
                    <a:pt x="1676" y="1657"/>
                    <a:pt x="1685" y="1657"/>
                  </a:cubicBezTo>
                  <a:cubicBezTo>
                    <a:pt x="1694" y="1657"/>
                    <a:pt x="1710" y="1663"/>
                    <a:pt x="1742" y="1679"/>
                  </a:cubicBezTo>
                  <a:cubicBezTo>
                    <a:pt x="1776" y="1698"/>
                    <a:pt x="1789" y="1706"/>
                    <a:pt x="1798" y="1706"/>
                  </a:cubicBezTo>
                  <a:cubicBezTo>
                    <a:pt x="1805" y="1706"/>
                    <a:pt x="1809" y="1702"/>
                    <a:pt x="1815" y="1695"/>
                  </a:cubicBezTo>
                  <a:cubicBezTo>
                    <a:pt x="1824" y="1671"/>
                    <a:pt x="1661" y="1541"/>
                    <a:pt x="1548" y="1468"/>
                  </a:cubicBezTo>
                  <a:cubicBezTo>
                    <a:pt x="1488" y="1434"/>
                    <a:pt x="1459" y="1415"/>
                    <a:pt x="1464" y="1415"/>
                  </a:cubicBezTo>
                  <a:cubicBezTo>
                    <a:pt x="1469" y="1415"/>
                    <a:pt x="1499" y="1430"/>
                    <a:pt x="1556" y="1460"/>
                  </a:cubicBezTo>
                  <a:cubicBezTo>
                    <a:pt x="1584" y="1476"/>
                    <a:pt x="1601" y="1482"/>
                    <a:pt x="1611" y="1482"/>
                  </a:cubicBezTo>
                  <a:cubicBezTo>
                    <a:pt x="1621" y="1482"/>
                    <a:pt x="1625" y="1476"/>
                    <a:pt x="1629" y="1468"/>
                  </a:cubicBezTo>
                  <a:cubicBezTo>
                    <a:pt x="1608" y="1456"/>
                    <a:pt x="1603" y="1452"/>
                    <a:pt x="1606" y="1452"/>
                  </a:cubicBezTo>
                  <a:cubicBezTo>
                    <a:pt x="1611" y="1452"/>
                    <a:pt x="1634" y="1463"/>
                    <a:pt x="1629" y="1468"/>
                  </a:cubicBezTo>
                  <a:cubicBezTo>
                    <a:pt x="1686" y="1509"/>
                    <a:pt x="1678" y="1517"/>
                    <a:pt x="1678" y="1525"/>
                  </a:cubicBezTo>
                  <a:lnTo>
                    <a:pt x="1734" y="1557"/>
                  </a:lnTo>
                  <a:cubicBezTo>
                    <a:pt x="1790" y="1583"/>
                    <a:pt x="1822" y="1597"/>
                    <a:pt x="1829" y="1597"/>
                  </a:cubicBezTo>
                  <a:cubicBezTo>
                    <a:pt x="1838" y="1597"/>
                    <a:pt x="1812" y="1577"/>
                    <a:pt x="1751" y="1533"/>
                  </a:cubicBezTo>
                  <a:cubicBezTo>
                    <a:pt x="1724" y="1506"/>
                    <a:pt x="1712" y="1494"/>
                    <a:pt x="1717" y="1494"/>
                  </a:cubicBezTo>
                  <a:cubicBezTo>
                    <a:pt x="1722" y="1494"/>
                    <a:pt x="1738" y="1502"/>
                    <a:pt x="1767" y="1517"/>
                  </a:cubicBezTo>
                  <a:cubicBezTo>
                    <a:pt x="1804" y="1533"/>
                    <a:pt x="1845" y="1549"/>
                    <a:pt x="1852" y="1549"/>
                  </a:cubicBezTo>
                  <a:cubicBezTo>
                    <a:pt x="1856" y="1549"/>
                    <a:pt x="1851" y="1544"/>
                    <a:pt x="1832" y="1533"/>
                  </a:cubicBezTo>
                  <a:cubicBezTo>
                    <a:pt x="1832" y="1533"/>
                    <a:pt x="1837" y="1528"/>
                    <a:pt x="1852" y="1528"/>
                  </a:cubicBezTo>
                  <a:cubicBezTo>
                    <a:pt x="1863" y="1528"/>
                    <a:pt x="1880" y="1531"/>
                    <a:pt x="1905" y="1541"/>
                  </a:cubicBezTo>
                  <a:cubicBezTo>
                    <a:pt x="1921" y="1533"/>
                    <a:pt x="1929" y="1525"/>
                    <a:pt x="1872" y="1484"/>
                  </a:cubicBezTo>
                  <a:cubicBezTo>
                    <a:pt x="1815" y="1444"/>
                    <a:pt x="1824" y="1436"/>
                    <a:pt x="1824" y="1428"/>
                  </a:cubicBezTo>
                  <a:cubicBezTo>
                    <a:pt x="1832" y="1420"/>
                    <a:pt x="1840" y="1412"/>
                    <a:pt x="1783" y="1371"/>
                  </a:cubicBezTo>
                  <a:cubicBezTo>
                    <a:pt x="1734" y="1330"/>
                    <a:pt x="1686" y="1274"/>
                    <a:pt x="1702" y="1257"/>
                  </a:cubicBezTo>
                  <a:cubicBezTo>
                    <a:pt x="1682" y="1230"/>
                    <a:pt x="1672" y="1214"/>
                    <a:pt x="1680" y="1214"/>
                  </a:cubicBezTo>
                  <a:cubicBezTo>
                    <a:pt x="1688" y="1214"/>
                    <a:pt x="1716" y="1232"/>
                    <a:pt x="1775" y="1274"/>
                  </a:cubicBezTo>
                  <a:cubicBezTo>
                    <a:pt x="1808" y="1298"/>
                    <a:pt x="1825" y="1305"/>
                    <a:pt x="1835" y="1305"/>
                  </a:cubicBezTo>
                  <a:cubicBezTo>
                    <a:pt x="1841" y="1305"/>
                    <a:pt x="1845" y="1301"/>
                    <a:pt x="1848" y="1298"/>
                  </a:cubicBezTo>
                  <a:cubicBezTo>
                    <a:pt x="1848" y="1298"/>
                    <a:pt x="1849" y="1297"/>
                    <a:pt x="1852" y="1297"/>
                  </a:cubicBezTo>
                  <a:cubicBezTo>
                    <a:pt x="1859" y="1297"/>
                    <a:pt x="1875" y="1301"/>
                    <a:pt x="1913" y="1322"/>
                  </a:cubicBezTo>
                  <a:cubicBezTo>
                    <a:pt x="1929" y="1331"/>
                    <a:pt x="1938" y="1334"/>
                    <a:pt x="1941" y="1334"/>
                  </a:cubicBezTo>
                  <a:cubicBezTo>
                    <a:pt x="1949" y="1334"/>
                    <a:pt x="1908" y="1304"/>
                    <a:pt x="1872" y="1274"/>
                  </a:cubicBezTo>
                  <a:lnTo>
                    <a:pt x="1767" y="1185"/>
                  </a:lnTo>
                  <a:lnTo>
                    <a:pt x="1767" y="1185"/>
                  </a:lnTo>
                  <a:cubicBezTo>
                    <a:pt x="1832" y="1209"/>
                    <a:pt x="1888" y="1249"/>
                    <a:pt x="1937" y="1298"/>
                  </a:cubicBezTo>
                  <a:cubicBezTo>
                    <a:pt x="1992" y="1338"/>
                    <a:pt x="2021" y="1358"/>
                    <a:pt x="2023" y="1358"/>
                  </a:cubicBezTo>
                  <a:cubicBezTo>
                    <a:pt x="2025" y="1358"/>
                    <a:pt x="1999" y="1336"/>
                    <a:pt x="1945" y="1290"/>
                  </a:cubicBezTo>
                  <a:cubicBezTo>
                    <a:pt x="1905" y="1250"/>
                    <a:pt x="1871" y="1210"/>
                    <a:pt x="1895" y="1210"/>
                  </a:cubicBezTo>
                  <a:cubicBezTo>
                    <a:pt x="1901" y="1210"/>
                    <a:pt x="1909" y="1212"/>
                    <a:pt x="1921" y="1217"/>
                  </a:cubicBezTo>
                  <a:cubicBezTo>
                    <a:pt x="1928" y="1210"/>
                    <a:pt x="1933" y="1204"/>
                    <a:pt x="1941" y="1204"/>
                  </a:cubicBezTo>
                  <a:cubicBezTo>
                    <a:pt x="1952" y="1204"/>
                    <a:pt x="1966" y="1214"/>
                    <a:pt x="1994" y="1241"/>
                  </a:cubicBezTo>
                  <a:cubicBezTo>
                    <a:pt x="2010" y="1253"/>
                    <a:pt x="2019" y="1257"/>
                    <a:pt x="2022" y="1257"/>
                  </a:cubicBezTo>
                  <a:cubicBezTo>
                    <a:pt x="2030" y="1257"/>
                    <a:pt x="2010" y="1233"/>
                    <a:pt x="2010" y="1233"/>
                  </a:cubicBezTo>
                  <a:cubicBezTo>
                    <a:pt x="1985" y="1198"/>
                    <a:pt x="1979" y="1182"/>
                    <a:pt x="1992" y="1182"/>
                  </a:cubicBezTo>
                  <a:cubicBezTo>
                    <a:pt x="2001" y="1182"/>
                    <a:pt x="2017" y="1188"/>
                    <a:pt x="2042" y="1201"/>
                  </a:cubicBezTo>
                  <a:cubicBezTo>
                    <a:pt x="2097" y="1240"/>
                    <a:pt x="2125" y="1262"/>
                    <a:pt x="2131" y="1262"/>
                  </a:cubicBezTo>
                  <a:cubicBezTo>
                    <a:pt x="2137" y="1262"/>
                    <a:pt x="2117" y="1236"/>
                    <a:pt x="2075" y="1176"/>
                  </a:cubicBezTo>
                  <a:cubicBezTo>
                    <a:pt x="2046" y="1148"/>
                    <a:pt x="2021" y="1117"/>
                    <a:pt x="2024" y="1117"/>
                  </a:cubicBezTo>
                  <a:lnTo>
                    <a:pt x="2024" y="1117"/>
                  </a:lnTo>
                  <a:cubicBezTo>
                    <a:pt x="2026" y="1117"/>
                    <a:pt x="2043" y="1133"/>
                    <a:pt x="2083" y="1176"/>
                  </a:cubicBezTo>
                  <a:cubicBezTo>
                    <a:pt x="2096" y="1189"/>
                    <a:pt x="2102" y="1195"/>
                    <a:pt x="2105" y="1195"/>
                  </a:cubicBezTo>
                  <a:cubicBezTo>
                    <a:pt x="2111" y="1195"/>
                    <a:pt x="2085" y="1151"/>
                    <a:pt x="2067" y="1103"/>
                  </a:cubicBezTo>
                  <a:cubicBezTo>
                    <a:pt x="2034" y="1039"/>
                    <a:pt x="1953" y="933"/>
                    <a:pt x="1913" y="876"/>
                  </a:cubicBezTo>
                  <a:cubicBezTo>
                    <a:pt x="1867" y="805"/>
                    <a:pt x="1850" y="779"/>
                    <a:pt x="1857" y="779"/>
                  </a:cubicBezTo>
                  <a:cubicBezTo>
                    <a:pt x="1862" y="779"/>
                    <a:pt x="1875" y="788"/>
                    <a:pt x="1896" y="803"/>
                  </a:cubicBezTo>
                  <a:cubicBezTo>
                    <a:pt x="1897" y="803"/>
                    <a:pt x="1898" y="803"/>
                    <a:pt x="1899" y="803"/>
                  </a:cubicBezTo>
                  <a:cubicBezTo>
                    <a:pt x="1911" y="803"/>
                    <a:pt x="1956" y="856"/>
                    <a:pt x="1994" y="909"/>
                  </a:cubicBezTo>
                  <a:cubicBezTo>
                    <a:pt x="2034" y="966"/>
                    <a:pt x="2018" y="966"/>
                    <a:pt x="2018" y="966"/>
                  </a:cubicBezTo>
                  <a:lnTo>
                    <a:pt x="2010" y="974"/>
                  </a:lnTo>
                  <a:cubicBezTo>
                    <a:pt x="2048" y="1027"/>
                    <a:pt x="2086" y="1080"/>
                    <a:pt x="2104" y="1080"/>
                  </a:cubicBezTo>
                  <a:cubicBezTo>
                    <a:pt x="2105" y="1080"/>
                    <a:pt x="2106" y="1080"/>
                    <a:pt x="2107" y="1079"/>
                  </a:cubicBezTo>
                  <a:cubicBezTo>
                    <a:pt x="2127" y="1102"/>
                    <a:pt x="2139" y="1115"/>
                    <a:pt x="2142" y="1115"/>
                  </a:cubicBezTo>
                  <a:cubicBezTo>
                    <a:pt x="2146" y="1115"/>
                    <a:pt x="2140" y="1100"/>
                    <a:pt x="2124" y="1071"/>
                  </a:cubicBezTo>
                  <a:lnTo>
                    <a:pt x="2124" y="1071"/>
                  </a:lnTo>
                  <a:cubicBezTo>
                    <a:pt x="2149" y="1101"/>
                    <a:pt x="2165" y="1110"/>
                    <a:pt x="2177" y="1110"/>
                  </a:cubicBezTo>
                  <a:cubicBezTo>
                    <a:pt x="2184" y="1110"/>
                    <a:pt x="2190" y="1106"/>
                    <a:pt x="2196" y="1103"/>
                  </a:cubicBezTo>
                  <a:cubicBezTo>
                    <a:pt x="2202" y="1101"/>
                    <a:pt x="2209" y="1098"/>
                    <a:pt x="2217" y="1098"/>
                  </a:cubicBezTo>
                  <a:cubicBezTo>
                    <a:pt x="2232" y="1098"/>
                    <a:pt x="2251" y="1107"/>
                    <a:pt x="2278" y="1144"/>
                  </a:cubicBezTo>
                  <a:cubicBezTo>
                    <a:pt x="2294" y="1136"/>
                    <a:pt x="2302" y="1128"/>
                    <a:pt x="2278" y="1071"/>
                  </a:cubicBezTo>
                  <a:cubicBezTo>
                    <a:pt x="2239" y="998"/>
                    <a:pt x="2226" y="966"/>
                    <a:pt x="2229" y="966"/>
                  </a:cubicBezTo>
                  <a:lnTo>
                    <a:pt x="2229" y="966"/>
                  </a:lnTo>
                  <a:cubicBezTo>
                    <a:pt x="2231" y="966"/>
                    <a:pt x="2240" y="980"/>
                    <a:pt x="2253" y="1006"/>
                  </a:cubicBezTo>
                  <a:cubicBezTo>
                    <a:pt x="2293" y="1067"/>
                    <a:pt x="2349" y="1105"/>
                    <a:pt x="2387" y="1105"/>
                  </a:cubicBezTo>
                  <a:cubicBezTo>
                    <a:pt x="2419" y="1105"/>
                    <a:pt x="2438" y="1078"/>
                    <a:pt x="2423" y="1014"/>
                  </a:cubicBezTo>
                  <a:lnTo>
                    <a:pt x="2440" y="1014"/>
                  </a:lnTo>
                  <a:cubicBezTo>
                    <a:pt x="2457" y="1038"/>
                    <a:pt x="2476" y="1049"/>
                    <a:pt x="2494" y="1049"/>
                  </a:cubicBezTo>
                  <a:cubicBezTo>
                    <a:pt x="2518" y="1049"/>
                    <a:pt x="2537" y="1028"/>
                    <a:pt x="2537" y="990"/>
                  </a:cubicBezTo>
                  <a:lnTo>
                    <a:pt x="2561" y="982"/>
                  </a:lnTo>
                  <a:cubicBezTo>
                    <a:pt x="2581" y="1013"/>
                    <a:pt x="2593" y="1029"/>
                    <a:pt x="2600" y="1029"/>
                  </a:cubicBezTo>
                  <a:cubicBezTo>
                    <a:pt x="2608" y="1029"/>
                    <a:pt x="2610" y="1011"/>
                    <a:pt x="2610" y="974"/>
                  </a:cubicBezTo>
                  <a:cubicBezTo>
                    <a:pt x="2607" y="950"/>
                    <a:pt x="2604" y="926"/>
                    <a:pt x="2602" y="909"/>
                  </a:cubicBezTo>
                  <a:lnTo>
                    <a:pt x="2602" y="909"/>
                  </a:lnTo>
                  <a:cubicBezTo>
                    <a:pt x="2614" y="957"/>
                    <a:pt x="2630" y="969"/>
                    <a:pt x="2654" y="969"/>
                  </a:cubicBezTo>
                  <a:cubicBezTo>
                    <a:pt x="2663" y="969"/>
                    <a:pt x="2672" y="968"/>
                    <a:pt x="2683" y="966"/>
                  </a:cubicBezTo>
                  <a:cubicBezTo>
                    <a:pt x="2723" y="957"/>
                    <a:pt x="2723" y="966"/>
                    <a:pt x="2707" y="893"/>
                  </a:cubicBezTo>
                  <a:cubicBezTo>
                    <a:pt x="2717" y="874"/>
                    <a:pt x="2725" y="866"/>
                    <a:pt x="2732" y="866"/>
                  </a:cubicBezTo>
                  <a:cubicBezTo>
                    <a:pt x="2748" y="866"/>
                    <a:pt x="2758" y="912"/>
                    <a:pt x="2764" y="957"/>
                  </a:cubicBezTo>
                  <a:cubicBezTo>
                    <a:pt x="2764" y="1020"/>
                    <a:pt x="2769" y="1054"/>
                    <a:pt x="2773" y="1054"/>
                  </a:cubicBezTo>
                  <a:cubicBezTo>
                    <a:pt x="2778" y="1054"/>
                    <a:pt x="2781" y="1004"/>
                    <a:pt x="2772" y="893"/>
                  </a:cubicBezTo>
                  <a:cubicBezTo>
                    <a:pt x="2772" y="811"/>
                    <a:pt x="2781" y="778"/>
                    <a:pt x="2789" y="778"/>
                  </a:cubicBezTo>
                  <a:cubicBezTo>
                    <a:pt x="2795" y="778"/>
                    <a:pt x="2801" y="793"/>
                    <a:pt x="2805" y="820"/>
                  </a:cubicBezTo>
                  <a:cubicBezTo>
                    <a:pt x="2813" y="885"/>
                    <a:pt x="2796" y="885"/>
                    <a:pt x="2788" y="893"/>
                  </a:cubicBezTo>
                  <a:cubicBezTo>
                    <a:pt x="2788" y="893"/>
                    <a:pt x="2796" y="957"/>
                    <a:pt x="2805" y="1022"/>
                  </a:cubicBezTo>
                  <a:cubicBezTo>
                    <a:pt x="2813" y="1022"/>
                    <a:pt x="2813" y="1022"/>
                    <a:pt x="2813" y="957"/>
                  </a:cubicBezTo>
                  <a:cubicBezTo>
                    <a:pt x="2813" y="957"/>
                    <a:pt x="2829" y="957"/>
                    <a:pt x="2837" y="885"/>
                  </a:cubicBezTo>
                  <a:cubicBezTo>
                    <a:pt x="2837" y="820"/>
                    <a:pt x="2837" y="747"/>
                    <a:pt x="2821" y="682"/>
                  </a:cubicBezTo>
                  <a:cubicBezTo>
                    <a:pt x="2796" y="617"/>
                    <a:pt x="2813" y="617"/>
                    <a:pt x="2829" y="617"/>
                  </a:cubicBezTo>
                  <a:cubicBezTo>
                    <a:pt x="2853" y="682"/>
                    <a:pt x="2861" y="747"/>
                    <a:pt x="2853" y="820"/>
                  </a:cubicBezTo>
                  <a:cubicBezTo>
                    <a:pt x="2837" y="820"/>
                    <a:pt x="2845" y="885"/>
                    <a:pt x="2853" y="957"/>
                  </a:cubicBezTo>
                  <a:cubicBezTo>
                    <a:pt x="2853" y="969"/>
                    <a:pt x="2855" y="974"/>
                    <a:pt x="2857" y="974"/>
                  </a:cubicBezTo>
                  <a:cubicBezTo>
                    <a:pt x="2868" y="974"/>
                    <a:pt x="2897" y="880"/>
                    <a:pt x="2907" y="778"/>
                  </a:cubicBezTo>
                  <a:lnTo>
                    <a:pt x="2907" y="778"/>
                  </a:lnTo>
                  <a:cubicBezTo>
                    <a:pt x="2908" y="790"/>
                    <a:pt x="2909" y="804"/>
                    <a:pt x="2910" y="820"/>
                  </a:cubicBezTo>
                  <a:cubicBezTo>
                    <a:pt x="2910" y="885"/>
                    <a:pt x="2926" y="885"/>
                    <a:pt x="2942" y="885"/>
                  </a:cubicBezTo>
                  <a:cubicBezTo>
                    <a:pt x="2945" y="885"/>
                    <a:pt x="2948" y="885"/>
                    <a:pt x="2950" y="885"/>
                  </a:cubicBezTo>
                  <a:cubicBezTo>
                    <a:pt x="2961" y="885"/>
                    <a:pt x="2967" y="879"/>
                    <a:pt x="2967" y="820"/>
                  </a:cubicBezTo>
                  <a:cubicBezTo>
                    <a:pt x="2967" y="758"/>
                    <a:pt x="2974" y="689"/>
                    <a:pt x="2982" y="689"/>
                  </a:cubicBezTo>
                  <a:cubicBezTo>
                    <a:pt x="2982" y="689"/>
                    <a:pt x="2983" y="690"/>
                    <a:pt x="2983" y="690"/>
                  </a:cubicBezTo>
                  <a:cubicBezTo>
                    <a:pt x="2975" y="641"/>
                    <a:pt x="2967" y="593"/>
                    <a:pt x="2975" y="552"/>
                  </a:cubicBezTo>
                  <a:lnTo>
                    <a:pt x="2975" y="552"/>
                  </a:lnTo>
                  <a:cubicBezTo>
                    <a:pt x="2991" y="593"/>
                    <a:pt x="2999" y="641"/>
                    <a:pt x="2999" y="690"/>
                  </a:cubicBezTo>
                  <a:cubicBezTo>
                    <a:pt x="3015" y="828"/>
                    <a:pt x="3023" y="901"/>
                    <a:pt x="3056" y="901"/>
                  </a:cubicBezTo>
                  <a:cubicBezTo>
                    <a:pt x="3072" y="909"/>
                    <a:pt x="3096" y="917"/>
                    <a:pt x="3096" y="982"/>
                  </a:cubicBezTo>
                  <a:cubicBezTo>
                    <a:pt x="3101" y="984"/>
                    <a:pt x="3104" y="985"/>
                    <a:pt x="3108" y="985"/>
                  </a:cubicBezTo>
                  <a:cubicBezTo>
                    <a:pt x="3117" y="985"/>
                    <a:pt x="3125" y="973"/>
                    <a:pt x="3137" y="925"/>
                  </a:cubicBezTo>
                  <a:lnTo>
                    <a:pt x="3153" y="933"/>
                  </a:lnTo>
                  <a:cubicBezTo>
                    <a:pt x="3149" y="968"/>
                    <a:pt x="3151" y="986"/>
                    <a:pt x="3157" y="986"/>
                  </a:cubicBezTo>
                  <a:cubicBezTo>
                    <a:pt x="3162" y="986"/>
                    <a:pt x="3170" y="972"/>
                    <a:pt x="3178" y="941"/>
                  </a:cubicBezTo>
                  <a:cubicBezTo>
                    <a:pt x="3188" y="920"/>
                    <a:pt x="3194" y="913"/>
                    <a:pt x="3198" y="913"/>
                  </a:cubicBezTo>
                  <a:cubicBezTo>
                    <a:pt x="3206" y="913"/>
                    <a:pt x="3204" y="944"/>
                    <a:pt x="3210" y="949"/>
                  </a:cubicBezTo>
                  <a:cubicBezTo>
                    <a:pt x="3199" y="1012"/>
                    <a:pt x="3193" y="1046"/>
                    <a:pt x="3194" y="1046"/>
                  </a:cubicBezTo>
                  <a:cubicBezTo>
                    <a:pt x="3196" y="1046"/>
                    <a:pt x="3208" y="996"/>
                    <a:pt x="3234" y="885"/>
                  </a:cubicBezTo>
                  <a:cubicBezTo>
                    <a:pt x="3259" y="844"/>
                    <a:pt x="3259" y="787"/>
                    <a:pt x="3242" y="747"/>
                  </a:cubicBezTo>
                  <a:lnTo>
                    <a:pt x="3210" y="730"/>
                  </a:lnTo>
                  <a:lnTo>
                    <a:pt x="3259" y="682"/>
                  </a:lnTo>
                  <a:cubicBezTo>
                    <a:pt x="3275" y="682"/>
                    <a:pt x="3315" y="625"/>
                    <a:pt x="3340" y="560"/>
                  </a:cubicBezTo>
                  <a:cubicBezTo>
                    <a:pt x="3340" y="560"/>
                    <a:pt x="3356" y="495"/>
                    <a:pt x="3372" y="495"/>
                  </a:cubicBezTo>
                  <a:lnTo>
                    <a:pt x="3372" y="495"/>
                  </a:lnTo>
                  <a:lnTo>
                    <a:pt x="3332" y="633"/>
                  </a:lnTo>
                  <a:cubicBezTo>
                    <a:pt x="3299" y="690"/>
                    <a:pt x="3275" y="755"/>
                    <a:pt x="3259" y="820"/>
                  </a:cubicBezTo>
                  <a:cubicBezTo>
                    <a:pt x="3238" y="907"/>
                    <a:pt x="3234" y="968"/>
                    <a:pt x="3244" y="968"/>
                  </a:cubicBezTo>
                  <a:cubicBezTo>
                    <a:pt x="3250" y="968"/>
                    <a:pt x="3260" y="948"/>
                    <a:pt x="3275" y="901"/>
                  </a:cubicBezTo>
                  <a:cubicBezTo>
                    <a:pt x="3283" y="909"/>
                    <a:pt x="3283" y="909"/>
                    <a:pt x="3275" y="974"/>
                  </a:cubicBezTo>
                  <a:cubicBezTo>
                    <a:pt x="3265" y="1001"/>
                    <a:pt x="3260" y="1017"/>
                    <a:pt x="3263" y="1017"/>
                  </a:cubicBezTo>
                  <a:cubicBezTo>
                    <a:pt x="3266" y="1017"/>
                    <a:pt x="3283" y="987"/>
                    <a:pt x="3315" y="917"/>
                  </a:cubicBezTo>
                  <a:cubicBezTo>
                    <a:pt x="3342" y="859"/>
                    <a:pt x="3360" y="831"/>
                    <a:pt x="3367" y="831"/>
                  </a:cubicBezTo>
                  <a:cubicBezTo>
                    <a:pt x="3375" y="831"/>
                    <a:pt x="3369" y="865"/>
                    <a:pt x="3348" y="933"/>
                  </a:cubicBezTo>
                  <a:cubicBezTo>
                    <a:pt x="3327" y="1017"/>
                    <a:pt x="3333" y="1053"/>
                    <a:pt x="3346" y="1053"/>
                  </a:cubicBezTo>
                  <a:cubicBezTo>
                    <a:pt x="3354" y="1053"/>
                    <a:pt x="3363" y="1042"/>
                    <a:pt x="3372" y="1022"/>
                  </a:cubicBezTo>
                  <a:cubicBezTo>
                    <a:pt x="3402" y="954"/>
                    <a:pt x="3425" y="926"/>
                    <a:pt x="3438" y="926"/>
                  </a:cubicBezTo>
                  <a:cubicBezTo>
                    <a:pt x="3450" y="926"/>
                    <a:pt x="3453" y="948"/>
                    <a:pt x="3445" y="982"/>
                  </a:cubicBezTo>
                  <a:cubicBezTo>
                    <a:pt x="3432" y="1017"/>
                    <a:pt x="3428" y="1033"/>
                    <a:pt x="3434" y="1033"/>
                  </a:cubicBezTo>
                  <a:cubicBezTo>
                    <a:pt x="3439" y="1033"/>
                    <a:pt x="3451" y="1021"/>
                    <a:pt x="3469" y="998"/>
                  </a:cubicBezTo>
                  <a:lnTo>
                    <a:pt x="3469" y="998"/>
                  </a:lnTo>
                  <a:cubicBezTo>
                    <a:pt x="3446" y="1039"/>
                    <a:pt x="3431" y="1085"/>
                    <a:pt x="3440" y="1085"/>
                  </a:cubicBezTo>
                  <a:cubicBezTo>
                    <a:pt x="3443" y="1085"/>
                    <a:pt x="3450" y="1078"/>
                    <a:pt x="3461" y="1063"/>
                  </a:cubicBezTo>
                  <a:cubicBezTo>
                    <a:pt x="3461" y="1063"/>
                    <a:pt x="3462" y="1063"/>
                    <a:pt x="3462" y="1063"/>
                  </a:cubicBezTo>
                  <a:cubicBezTo>
                    <a:pt x="3465" y="1063"/>
                    <a:pt x="3474" y="1058"/>
                    <a:pt x="3494" y="1006"/>
                  </a:cubicBezTo>
                  <a:lnTo>
                    <a:pt x="3575" y="893"/>
                  </a:lnTo>
                  <a:cubicBezTo>
                    <a:pt x="3567" y="893"/>
                    <a:pt x="3599" y="828"/>
                    <a:pt x="3632" y="771"/>
                  </a:cubicBezTo>
                  <a:cubicBezTo>
                    <a:pt x="3639" y="757"/>
                    <a:pt x="3645" y="750"/>
                    <a:pt x="3649" y="750"/>
                  </a:cubicBezTo>
                  <a:cubicBezTo>
                    <a:pt x="3663" y="750"/>
                    <a:pt x="3654" y="838"/>
                    <a:pt x="3591" y="990"/>
                  </a:cubicBezTo>
                  <a:lnTo>
                    <a:pt x="3534" y="1112"/>
                  </a:lnTo>
                  <a:lnTo>
                    <a:pt x="3607" y="998"/>
                  </a:lnTo>
                  <a:lnTo>
                    <a:pt x="3607" y="998"/>
                  </a:lnTo>
                  <a:cubicBezTo>
                    <a:pt x="3615" y="1006"/>
                    <a:pt x="3632" y="1014"/>
                    <a:pt x="3591" y="1071"/>
                  </a:cubicBezTo>
                  <a:cubicBezTo>
                    <a:pt x="3559" y="1128"/>
                    <a:pt x="3559" y="1128"/>
                    <a:pt x="3567" y="1136"/>
                  </a:cubicBezTo>
                  <a:cubicBezTo>
                    <a:pt x="3567" y="1136"/>
                    <a:pt x="3575" y="1136"/>
                    <a:pt x="3607" y="1079"/>
                  </a:cubicBezTo>
                  <a:cubicBezTo>
                    <a:pt x="3649" y="1014"/>
                    <a:pt x="3667" y="987"/>
                    <a:pt x="3670" y="987"/>
                  </a:cubicBezTo>
                  <a:lnTo>
                    <a:pt x="3670" y="987"/>
                  </a:lnTo>
                  <a:cubicBezTo>
                    <a:pt x="3672" y="987"/>
                    <a:pt x="3666" y="1003"/>
                    <a:pt x="3656" y="1030"/>
                  </a:cubicBezTo>
                  <a:cubicBezTo>
                    <a:pt x="3621" y="1096"/>
                    <a:pt x="3607" y="1128"/>
                    <a:pt x="3614" y="1128"/>
                  </a:cubicBezTo>
                  <a:cubicBezTo>
                    <a:pt x="3621" y="1128"/>
                    <a:pt x="3643" y="1104"/>
                    <a:pt x="3680" y="1055"/>
                  </a:cubicBezTo>
                  <a:cubicBezTo>
                    <a:pt x="3721" y="998"/>
                    <a:pt x="3741" y="970"/>
                    <a:pt x="3742" y="970"/>
                  </a:cubicBezTo>
                  <a:lnTo>
                    <a:pt x="3742" y="970"/>
                  </a:lnTo>
                  <a:cubicBezTo>
                    <a:pt x="3743" y="970"/>
                    <a:pt x="3725" y="998"/>
                    <a:pt x="3688" y="1055"/>
                  </a:cubicBezTo>
                  <a:cubicBezTo>
                    <a:pt x="3656" y="1112"/>
                    <a:pt x="3623" y="1176"/>
                    <a:pt x="3632" y="1185"/>
                  </a:cubicBezTo>
                  <a:lnTo>
                    <a:pt x="3672" y="1128"/>
                  </a:lnTo>
                  <a:cubicBezTo>
                    <a:pt x="3712" y="1066"/>
                    <a:pt x="3735" y="1040"/>
                    <a:pt x="3742" y="1040"/>
                  </a:cubicBezTo>
                  <a:cubicBezTo>
                    <a:pt x="3748" y="1040"/>
                    <a:pt x="3744" y="1058"/>
                    <a:pt x="3729" y="1087"/>
                  </a:cubicBezTo>
                  <a:cubicBezTo>
                    <a:pt x="3707" y="1118"/>
                    <a:pt x="3697" y="1132"/>
                    <a:pt x="3703" y="1132"/>
                  </a:cubicBezTo>
                  <a:cubicBezTo>
                    <a:pt x="3707" y="1132"/>
                    <a:pt x="3723" y="1122"/>
                    <a:pt x="3753" y="1103"/>
                  </a:cubicBezTo>
                  <a:lnTo>
                    <a:pt x="3753" y="1103"/>
                  </a:lnTo>
                  <a:cubicBezTo>
                    <a:pt x="3769" y="1120"/>
                    <a:pt x="3777" y="1128"/>
                    <a:pt x="3729" y="1176"/>
                  </a:cubicBezTo>
                  <a:cubicBezTo>
                    <a:pt x="3688" y="1233"/>
                    <a:pt x="3668" y="1259"/>
                    <a:pt x="3669" y="1259"/>
                  </a:cubicBezTo>
                  <a:cubicBezTo>
                    <a:pt x="3670" y="1259"/>
                    <a:pt x="3692" y="1233"/>
                    <a:pt x="3737" y="1185"/>
                  </a:cubicBezTo>
                  <a:cubicBezTo>
                    <a:pt x="3758" y="1167"/>
                    <a:pt x="3772" y="1157"/>
                    <a:pt x="3778" y="1157"/>
                  </a:cubicBezTo>
                  <a:cubicBezTo>
                    <a:pt x="3785" y="1157"/>
                    <a:pt x="3779" y="1173"/>
                    <a:pt x="3761" y="1209"/>
                  </a:cubicBezTo>
                  <a:cubicBezTo>
                    <a:pt x="3740" y="1238"/>
                    <a:pt x="3730" y="1252"/>
                    <a:pt x="3733" y="1252"/>
                  </a:cubicBezTo>
                  <a:cubicBezTo>
                    <a:pt x="3736" y="1252"/>
                    <a:pt x="3750" y="1240"/>
                    <a:pt x="3777" y="1217"/>
                  </a:cubicBezTo>
                  <a:cubicBezTo>
                    <a:pt x="3867" y="1120"/>
                    <a:pt x="3915" y="1071"/>
                    <a:pt x="3899" y="1063"/>
                  </a:cubicBezTo>
                  <a:cubicBezTo>
                    <a:pt x="3891" y="1055"/>
                    <a:pt x="3891" y="1055"/>
                    <a:pt x="3940" y="1006"/>
                  </a:cubicBezTo>
                  <a:lnTo>
                    <a:pt x="3956" y="1022"/>
                  </a:lnTo>
                  <a:cubicBezTo>
                    <a:pt x="3959" y="1026"/>
                    <a:pt x="3963" y="1030"/>
                    <a:pt x="3972" y="1030"/>
                  </a:cubicBezTo>
                  <a:cubicBezTo>
                    <a:pt x="3983" y="1030"/>
                    <a:pt x="4001" y="1024"/>
                    <a:pt x="4037" y="1006"/>
                  </a:cubicBezTo>
                  <a:cubicBezTo>
                    <a:pt x="4093" y="978"/>
                    <a:pt x="4173" y="902"/>
                    <a:pt x="4152" y="902"/>
                  </a:cubicBezTo>
                  <a:cubicBezTo>
                    <a:pt x="4149" y="902"/>
                    <a:pt x="4143" y="904"/>
                    <a:pt x="4134" y="909"/>
                  </a:cubicBezTo>
                  <a:lnTo>
                    <a:pt x="4167" y="852"/>
                  </a:lnTo>
                  <a:cubicBezTo>
                    <a:pt x="4246" y="773"/>
                    <a:pt x="4275" y="730"/>
                    <a:pt x="4263" y="730"/>
                  </a:cubicBezTo>
                  <a:cubicBezTo>
                    <a:pt x="4253" y="730"/>
                    <a:pt x="4214" y="761"/>
                    <a:pt x="4150" y="828"/>
                  </a:cubicBezTo>
                  <a:cubicBezTo>
                    <a:pt x="4076" y="911"/>
                    <a:pt x="4042" y="949"/>
                    <a:pt x="4039" y="949"/>
                  </a:cubicBezTo>
                  <a:cubicBezTo>
                    <a:pt x="4036" y="949"/>
                    <a:pt x="4056" y="921"/>
                    <a:pt x="4094" y="868"/>
                  </a:cubicBezTo>
                  <a:cubicBezTo>
                    <a:pt x="4183" y="771"/>
                    <a:pt x="4175" y="763"/>
                    <a:pt x="4167" y="747"/>
                  </a:cubicBezTo>
                  <a:cubicBezTo>
                    <a:pt x="4150" y="739"/>
                    <a:pt x="4150" y="739"/>
                    <a:pt x="4199" y="690"/>
                  </a:cubicBezTo>
                  <a:cubicBezTo>
                    <a:pt x="4240" y="633"/>
                    <a:pt x="4272" y="576"/>
                    <a:pt x="4264" y="560"/>
                  </a:cubicBezTo>
                  <a:cubicBezTo>
                    <a:pt x="4259" y="558"/>
                    <a:pt x="4256" y="556"/>
                    <a:pt x="4253" y="556"/>
                  </a:cubicBezTo>
                  <a:cubicBezTo>
                    <a:pt x="4244" y="556"/>
                    <a:pt x="4236" y="566"/>
                    <a:pt x="4207" y="601"/>
                  </a:cubicBezTo>
                  <a:cubicBezTo>
                    <a:pt x="4195" y="625"/>
                    <a:pt x="4184" y="638"/>
                    <a:pt x="4179" y="638"/>
                  </a:cubicBezTo>
                  <a:cubicBezTo>
                    <a:pt x="4170" y="638"/>
                    <a:pt x="4178" y="603"/>
                    <a:pt x="4223" y="528"/>
                  </a:cubicBezTo>
                  <a:cubicBezTo>
                    <a:pt x="4238" y="499"/>
                    <a:pt x="4246" y="483"/>
                    <a:pt x="4243" y="483"/>
                  </a:cubicBezTo>
                  <a:lnTo>
                    <a:pt x="4243" y="483"/>
                  </a:lnTo>
                  <a:cubicBezTo>
                    <a:pt x="4239" y="483"/>
                    <a:pt x="4217" y="509"/>
                    <a:pt x="4167" y="568"/>
                  </a:cubicBezTo>
                  <a:cubicBezTo>
                    <a:pt x="4130" y="619"/>
                    <a:pt x="4106" y="642"/>
                    <a:pt x="4096" y="642"/>
                  </a:cubicBezTo>
                  <a:cubicBezTo>
                    <a:pt x="4083" y="642"/>
                    <a:pt x="4094" y="607"/>
                    <a:pt x="4134" y="544"/>
                  </a:cubicBezTo>
                  <a:lnTo>
                    <a:pt x="4110" y="520"/>
                  </a:lnTo>
                  <a:cubicBezTo>
                    <a:pt x="4109" y="519"/>
                    <a:pt x="4108" y="519"/>
                    <a:pt x="4106" y="519"/>
                  </a:cubicBezTo>
                  <a:cubicBezTo>
                    <a:pt x="4088" y="519"/>
                    <a:pt x="4051" y="572"/>
                    <a:pt x="4013" y="625"/>
                  </a:cubicBezTo>
                  <a:cubicBezTo>
                    <a:pt x="3971" y="686"/>
                    <a:pt x="3953" y="712"/>
                    <a:pt x="3950" y="712"/>
                  </a:cubicBezTo>
                  <a:cubicBezTo>
                    <a:pt x="3948" y="712"/>
                    <a:pt x="3954" y="698"/>
                    <a:pt x="3964" y="674"/>
                  </a:cubicBezTo>
                  <a:cubicBezTo>
                    <a:pt x="3980" y="625"/>
                    <a:pt x="4005" y="585"/>
                    <a:pt x="4029" y="552"/>
                  </a:cubicBezTo>
                  <a:cubicBezTo>
                    <a:pt x="4069" y="495"/>
                    <a:pt x="4053" y="479"/>
                    <a:pt x="4045" y="471"/>
                  </a:cubicBezTo>
                  <a:cubicBezTo>
                    <a:pt x="4038" y="468"/>
                    <a:pt x="4030" y="463"/>
                    <a:pt x="4019" y="463"/>
                  </a:cubicBezTo>
                  <a:cubicBezTo>
                    <a:pt x="4005" y="463"/>
                    <a:pt x="3987" y="471"/>
                    <a:pt x="3964" y="503"/>
                  </a:cubicBezTo>
                  <a:lnTo>
                    <a:pt x="4005" y="447"/>
                  </a:lnTo>
                  <a:cubicBezTo>
                    <a:pt x="3994" y="441"/>
                    <a:pt x="4008" y="414"/>
                    <a:pt x="4007" y="414"/>
                  </a:cubicBezTo>
                  <a:lnTo>
                    <a:pt x="4007" y="414"/>
                  </a:lnTo>
                  <a:cubicBezTo>
                    <a:pt x="4006" y="414"/>
                    <a:pt x="4002" y="420"/>
                    <a:pt x="3988" y="439"/>
                  </a:cubicBezTo>
                  <a:cubicBezTo>
                    <a:pt x="3988" y="439"/>
                    <a:pt x="3980" y="430"/>
                    <a:pt x="3988" y="349"/>
                  </a:cubicBezTo>
                  <a:cubicBezTo>
                    <a:pt x="3988" y="332"/>
                    <a:pt x="3982" y="323"/>
                    <a:pt x="3972" y="323"/>
                  </a:cubicBezTo>
                  <a:cubicBezTo>
                    <a:pt x="3941" y="323"/>
                    <a:pt x="3875" y="401"/>
                    <a:pt x="3850" y="512"/>
                  </a:cubicBezTo>
                  <a:lnTo>
                    <a:pt x="3842" y="503"/>
                  </a:lnTo>
                  <a:cubicBezTo>
                    <a:pt x="3841" y="503"/>
                    <a:pt x="3840" y="503"/>
                    <a:pt x="3839" y="503"/>
                  </a:cubicBezTo>
                  <a:cubicBezTo>
                    <a:pt x="3822" y="503"/>
                    <a:pt x="3794" y="552"/>
                    <a:pt x="3794" y="552"/>
                  </a:cubicBezTo>
                  <a:cubicBezTo>
                    <a:pt x="3772" y="595"/>
                    <a:pt x="3758" y="606"/>
                    <a:pt x="3748" y="606"/>
                  </a:cubicBezTo>
                  <a:cubicBezTo>
                    <a:pt x="3743" y="606"/>
                    <a:pt x="3740" y="603"/>
                    <a:pt x="3737" y="601"/>
                  </a:cubicBezTo>
                  <a:lnTo>
                    <a:pt x="3802" y="479"/>
                  </a:lnTo>
                  <a:cubicBezTo>
                    <a:pt x="3870" y="376"/>
                    <a:pt x="3898" y="306"/>
                    <a:pt x="3885" y="306"/>
                  </a:cubicBezTo>
                  <a:cubicBezTo>
                    <a:pt x="3877" y="306"/>
                    <a:pt x="3852" y="336"/>
                    <a:pt x="3810" y="406"/>
                  </a:cubicBezTo>
                  <a:lnTo>
                    <a:pt x="3842" y="341"/>
                  </a:lnTo>
                  <a:cubicBezTo>
                    <a:pt x="3861" y="308"/>
                    <a:pt x="3864" y="292"/>
                    <a:pt x="3849" y="292"/>
                  </a:cubicBezTo>
                  <a:cubicBezTo>
                    <a:pt x="3839" y="292"/>
                    <a:pt x="3821" y="300"/>
                    <a:pt x="3794" y="317"/>
                  </a:cubicBezTo>
                  <a:cubicBezTo>
                    <a:pt x="3793" y="317"/>
                    <a:pt x="3793" y="317"/>
                    <a:pt x="3793" y="317"/>
                  </a:cubicBezTo>
                  <a:cubicBezTo>
                    <a:pt x="3780" y="317"/>
                    <a:pt x="3704" y="432"/>
                    <a:pt x="3680" y="487"/>
                  </a:cubicBezTo>
                  <a:cubicBezTo>
                    <a:pt x="3654" y="539"/>
                    <a:pt x="3644" y="544"/>
                    <a:pt x="3641" y="544"/>
                  </a:cubicBezTo>
                  <a:cubicBezTo>
                    <a:pt x="3640" y="544"/>
                    <a:pt x="3640" y="544"/>
                    <a:pt x="3640" y="544"/>
                  </a:cubicBezTo>
                  <a:cubicBezTo>
                    <a:pt x="3623" y="536"/>
                    <a:pt x="3623" y="536"/>
                    <a:pt x="3656" y="479"/>
                  </a:cubicBezTo>
                  <a:cubicBezTo>
                    <a:pt x="3686" y="410"/>
                    <a:pt x="3691" y="375"/>
                    <a:pt x="3679" y="375"/>
                  </a:cubicBezTo>
                  <a:cubicBezTo>
                    <a:pt x="3669" y="375"/>
                    <a:pt x="3646" y="402"/>
                    <a:pt x="3615" y="455"/>
                  </a:cubicBezTo>
                  <a:lnTo>
                    <a:pt x="3640" y="390"/>
                  </a:lnTo>
                  <a:cubicBezTo>
                    <a:pt x="3667" y="343"/>
                    <a:pt x="3677" y="285"/>
                    <a:pt x="3624" y="285"/>
                  </a:cubicBezTo>
                  <a:cubicBezTo>
                    <a:pt x="3613" y="285"/>
                    <a:pt x="3600" y="287"/>
                    <a:pt x="3583" y="293"/>
                  </a:cubicBezTo>
                  <a:cubicBezTo>
                    <a:pt x="3526" y="268"/>
                    <a:pt x="3478" y="252"/>
                    <a:pt x="3502" y="187"/>
                  </a:cubicBezTo>
                  <a:cubicBezTo>
                    <a:pt x="3507" y="174"/>
                    <a:pt x="3506" y="167"/>
                    <a:pt x="3502" y="167"/>
                  </a:cubicBezTo>
                  <a:cubicBezTo>
                    <a:pt x="3484" y="167"/>
                    <a:pt x="3407" y="253"/>
                    <a:pt x="3356" y="349"/>
                  </a:cubicBezTo>
                  <a:cubicBezTo>
                    <a:pt x="3372" y="285"/>
                    <a:pt x="3356" y="285"/>
                    <a:pt x="3332" y="276"/>
                  </a:cubicBezTo>
                  <a:cubicBezTo>
                    <a:pt x="3283" y="260"/>
                    <a:pt x="3283" y="260"/>
                    <a:pt x="3299" y="195"/>
                  </a:cubicBezTo>
                  <a:cubicBezTo>
                    <a:pt x="3324" y="129"/>
                    <a:pt x="3336" y="97"/>
                    <a:pt x="3333" y="97"/>
                  </a:cubicBezTo>
                  <a:lnTo>
                    <a:pt x="3333" y="97"/>
                  </a:lnTo>
                  <a:cubicBezTo>
                    <a:pt x="3331" y="97"/>
                    <a:pt x="3315" y="127"/>
                    <a:pt x="3283" y="187"/>
                  </a:cubicBezTo>
                  <a:cubicBezTo>
                    <a:pt x="3268" y="235"/>
                    <a:pt x="3254" y="255"/>
                    <a:pt x="3244" y="255"/>
                  </a:cubicBezTo>
                  <a:cubicBezTo>
                    <a:pt x="3226" y="255"/>
                    <a:pt x="3219" y="194"/>
                    <a:pt x="3234" y="106"/>
                  </a:cubicBezTo>
                  <a:cubicBezTo>
                    <a:pt x="3250" y="41"/>
                    <a:pt x="3234" y="41"/>
                    <a:pt x="3202" y="33"/>
                  </a:cubicBezTo>
                  <a:cubicBezTo>
                    <a:pt x="3180" y="76"/>
                    <a:pt x="3162" y="87"/>
                    <a:pt x="3143" y="87"/>
                  </a:cubicBezTo>
                  <a:cubicBezTo>
                    <a:pt x="3133" y="87"/>
                    <a:pt x="3123" y="85"/>
                    <a:pt x="3113" y="82"/>
                  </a:cubicBezTo>
                  <a:cubicBezTo>
                    <a:pt x="3064" y="82"/>
                    <a:pt x="3064" y="82"/>
                    <a:pt x="3048" y="212"/>
                  </a:cubicBezTo>
                  <a:cubicBezTo>
                    <a:pt x="3040" y="349"/>
                    <a:pt x="3023" y="349"/>
                    <a:pt x="2999" y="349"/>
                  </a:cubicBezTo>
                  <a:cubicBezTo>
                    <a:pt x="2983" y="349"/>
                    <a:pt x="2975" y="341"/>
                    <a:pt x="2975" y="276"/>
                  </a:cubicBezTo>
                  <a:cubicBezTo>
                    <a:pt x="2975" y="276"/>
                    <a:pt x="2959" y="203"/>
                    <a:pt x="2942" y="203"/>
                  </a:cubicBezTo>
                  <a:cubicBezTo>
                    <a:pt x="2934" y="203"/>
                    <a:pt x="2918" y="203"/>
                    <a:pt x="2918" y="139"/>
                  </a:cubicBezTo>
                  <a:cubicBezTo>
                    <a:pt x="2918" y="139"/>
                    <a:pt x="2902" y="66"/>
                    <a:pt x="2861" y="66"/>
                  </a:cubicBezTo>
                  <a:cubicBezTo>
                    <a:pt x="2855" y="66"/>
                    <a:pt x="2850" y="66"/>
                    <a:pt x="2844" y="66"/>
                  </a:cubicBezTo>
                  <a:cubicBezTo>
                    <a:pt x="2818" y="66"/>
                    <a:pt x="2796" y="60"/>
                    <a:pt x="27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2"/>
            <p:cNvSpPr/>
            <p:nvPr/>
          </p:nvSpPr>
          <p:spPr>
            <a:xfrm>
              <a:off x="4310051" y="1789279"/>
              <a:ext cx="85601" cy="79275"/>
            </a:xfrm>
            <a:custGeom>
              <a:avLst/>
              <a:gdLst/>
              <a:ahLst/>
              <a:cxnLst/>
              <a:rect l="l" t="t" r="r" b="b"/>
              <a:pathLst>
                <a:path w="4966" h="4599" extrusionOk="0">
                  <a:moveTo>
                    <a:pt x="4553" y="1"/>
                  </a:moveTo>
                  <a:cubicBezTo>
                    <a:pt x="4535" y="1"/>
                    <a:pt x="4497" y="46"/>
                    <a:pt x="4460" y="99"/>
                  </a:cubicBezTo>
                  <a:lnTo>
                    <a:pt x="4476" y="115"/>
                  </a:lnTo>
                  <a:cubicBezTo>
                    <a:pt x="4516" y="83"/>
                    <a:pt x="4549" y="50"/>
                    <a:pt x="4573" y="18"/>
                  </a:cubicBezTo>
                  <a:lnTo>
                    <a:pt x="4557" y="1"/>
                  </a:lnTo>
                  <a:cubicBezTo>
                    <a:pt x="4556" y="1"/>
                    <a:pt x="4554" y="1"/>
                    <a:pt x="4553" y="1"/>
                  </a:cubicBezTo>
                  <a:close/>
                  <a:moveTo>
                    <a:pt x="3000" y="66"/>
                  </a:moveTo>
                  <a:cubicBezTo>
                    <a:pt x="2984" y="66"/>
                    <a:pt x="2960" y="131"/>
                    <a:pt x="2960" y="131"/>
                  </a:cubicBezTo>
                  <a:cubicBezTo>
                    <a:pt x="2960" y="204"/>
                    <a:pt x="2976" y="204"/>
                    <a:pt x="2992" y="204"/>
                  </a:cubicBezTo>
                  <a:cubicBezTo>
                    <a:pt x="3000" y="227"/>
                    <a:pt x="3006" y="236"/>
                    <a:pt x="3012" y="236"/>
                  </a:cubicBezTo>
                  <a:cubicBezTo>
                    <a:pt x="3026" y="236"/>
                    <a:pt x="3035" y="190"/>
                    <a:pt x="3041" y="139"/>
                  </a:cubicBezTo>
                  <a:cubicBezTo>
                    <a:pt x="3049" y="74"/>
                    <a:pt x="3033" y="74"/>
                    <a:pt x="3000" y="66"/>
                  </a:cubicBezTo>
                  <a:close/>
                  <a:moveTo>
                    <a:pt x="3122" y="220"/>
                  </a:moveTo>
                  <a:cubicBezTo>
                    <a:pt x="3114" y="293"/>
                    <a:pt x="3081" y="350"/>
                    <a:pt x="3065" y="350"/>
                  </a:cubicBezTo>
                  <a:cubicBezTo>
                    <a:pt x="3057" y="350"/>
                    <a:pt x="3057" y="277"/>
                    <a:pt x="3097" y="220"/>
                  </a:cubicBezTo>
                  <a:close/>
                  <a:moveTo>
                    <a:pt x="21" y="490"/>
                  </a:moveTo>
                  <a:cubicBezTo>
                    <a:pt x="1" y="490"/>
                    <a:pt x="14" y="521"/>
                    <a:pt x="89" y="585"/>
                  </a:cubicBezTo>
                  <a:cubicBezTo>
                    <a:pt x="120" y="603"/>
                    <a:pt x="134" y="611"/>
                    <a:pt x="143" y="611"/>
                  </a:cubicBezTo>
                  <a:cubicBezTo>
                    <a:pt x="151" y="611"/>
                    <a:pt x="155" y="605"/>
                    <a:pt x="162" y="593"/>
                  </a:cubicBezTo>
                  <a:cubicBezTo>
                    <a:pt x="130" y="561"/>
                    <a:pt x="98" y="528"/>
                    <a:pt x="57" y="504"/>
                  </a:cubicBezTo>
                  <a:cubicBezTo>
                    <a:pt x="41" y="495"/>
                    <a:pt x="28" y="490"/>
                    <a:pt x="21" y="490"/>
                  </a:cubicBezTo>
                  <a:close/>
                  <a:moveTo>
                    <a:pt x="2351" y="334"/>
                  </a:moveTo>
                  <a:cubicBezTo>
                    <a:pt x="2351" y="334"/>
                    <a:pt x="2351" y="399"/>
                    <a:pt x="2360" y="472"/>
                  </a:cubicBezTo>
                  <a:cubicBezTo>
                    <a:pt x="2373" y="584"/>
                    <a:pt x="2379" y="634"/>
                    <a:pt x="2375" y="634"/>
                  </a:cubicBezTo>
                  <a:cubicBezTo>
                    <a:pt x="2371" y="634"/>
                    <a:pt x="2361" y="602"/>
                    <a:pt x="2343" y="545"/>
                  </a:cubicBezTo>
                  <a:cubicBezTo>
                    <a:pt x="2319" y="480"/>
                    <a:pt x="2311" y="407"/>
                    <a:pt x="2319" y="334"/>
                  </a:cubicBezTo>
                  <a:close/>
                  <a:moveTo>
                    <a:pt x="1577" y="570"/>
                  </a:moveTo>
                  <a:cubicBezTo>
                    <a:pt x="1580" y="570"/>
                    <a:pt x="1585" y="576"/>
                    <a:pt x="1597" y="593"/>
                  </a:cubicBezTo>
                  <a:cubicBezTo>
                    <a:pt x="1598" y="593"/>
                    <a:pt x="1599" y="593"/>
                    <a:pt x="1600" y="593"/>
                  </a:cubicBezTo>
                  <a:cubicBezTo>
                    <a:pt x="1615" y="593"/>
                    <a:pt x="1629" y="659"/>
                    <a:pt x="1622" y="666"/>
                  </a:cubicBezTo>
                  <a:lnTo>
                    <a:pt x="1573" y="610"/>
                  </a:lnTo>
                  <a:cubicBezTo>
                    <a:pt x="1585" y="604"/>
                    <a:pt x="1572" y="570"/>
                    <a:pt x="1577" y="570"/>
                  </a:cubicBezTo>
                  <a:close/>
                  <a:moveTo>
                    <a:pt x="1930" y="553"/>
                  </a:moveTo>
                  <a:cubicBezTo>
                    <a:pt x="1954" y="593"/>
                    <a:pt x="1970" y="634"/>
                    <a:pt x="1987" y="674"/>
                  </a:cubicBezTo>
                  <a:lnTo>
                    <a:pt x="1970" y="682"/>
                  </a:lnTo>
                  <a:cubicBezTo>
                    <a:pt x="1938" y="626"/>
                    <a:pt x="1906" y="561"/>
                    <a:pt x="1914" y="553"/>
                  </a:cubicBezTo>
                  <a:close/>
                  <a:moveTo>
                    <a:pt x="2441" y="585"/>
                  </a:moveTo>
                  <a:lnTo>
                    <a:pt x="2473" y="650"/>
                  </a:lnTo>
                  <a:cubicBezTo>
                    <a:pt x="2489" y="715"/>
                    <a:pt x="2473" y="723"/>
                    <a:pt x="2465" y="723"/>
                  </a:cubicBezTo>
                  <a:lnTo>
                    <a:pt x="2449" y="658"/>
                  </a:lnTo>
                  <a:lnTo>
                    <a:pt x="2441" y="585"/>
                  </a:lnTo>
                  <a:close/>
                  <a:moveTo>
                    <a:pt x="3843" y="585"/>
                  </a:moveTo>
                  <a:lnTo>
                    <a:pt x="3843" y="585"/>
                  </a:lnTo>
                  <a:cubicBezTo>
                    <a:pt x="3860" y="593"/>
                    <a:pt x="3835" y="658"/>
                    <a:pt x="3795" y="715"/>
                  </a:cubicBezTo>
                  <a:cubicBezTo>
                    <a:pt x="3753" y="804"/>
                    <a:pt x="3742" y="828"/>
                    <a:pt x="3729" y="828"/>
                  </a:cubicBezTo>
                  <a:cubicBezTo>
                    <a:pt x="3725" y="828"/>
                    <a:pt x="3720" y="825"/>
                    <a:pt x="3714" y="820"/>
                  </a:cubicBezTo>
                  <a:cubicBezTo>
                    <a:pt x="3705" y="812"/>
                    <a:pt x="3697" y="812"/>
                    <a:pt x="3730" y="747"/>
                  </a:cubicBezTo>
                  <a:lnTo>
                    <a:pt x="3738" y="755"/>
                  </a:lnTo>
                  <a:cubicBezTo>
                    <a:pt x="3728" y="773"/>
                    <a:pt x="3726" y="781"/>
                    <a:pt x="3728" y="781"/>
                  </a:cubicBezTo>
                  <a:cubicBezTo>
                    <a:pt x="3733" y="781"/>
                    <a:pt x="3762" y="743"/>
                    <a:pt x="3778" y="699"/>
                  </a:cubicBezTo>
                  <a:lnTo>
                    <a:pt x="3843" y="585"/>
                  </a:lnTo>
                  <a:close/>
                  <a:moveTo>
                    <a:pt x="3914" y="803"/>
                  </a:moveTo>
                  <a:cubicBezTo>
                    <a:pt x="3915" y="803"/>
                    <a:pt x="3916" y="803"/>
                    <a:pt x="3916" y="804"/>
                  </a:cubicBezTo>
                  <a:lnTo>
                    <a:pt x="3892" y="861"/>
                  </a:lnTo>
                  <a:cubicBezTo>
                    <a:pt x="3866" y="898"/>
                    <a:pt x="3850" y="907"/>
                    <a:pt x="3839" y="907"/>
                  </a:cubicBezTo>
                  <a:cubicBezTo>
                    <a:pt x="3834" y="907"/>
                    <a:pt x="3830" y="904"/>
                    <a:pt x="3827" y="901"/>
                  </a:cubicBezTo>
                  <a:cubicBezTo>
                    <a:pt x="3819" y="893"/>
                    <a:pt x="3819" y="893"/>
                    <a:pt x="3860" y="845"/>
                  </a:cubicBezTo>
                  <a:cubicBezTo>
                    <a:pt x="3860" y="845"/>
                    <a:pt x="3901" y="803"/>
                    <a:pt x="3914" y="803"/>
                  </a:cubicBezTo>
                  <a:close/>
                  <a:moveTo>
                    <a:pt x="2119" y="690"/>
                  </a:moveTo>
                  <a:cubicBezTo>
                    <a:pt x="2134" y="690"/>
                    <a:pt x="2152" y="755"/>
                    <a:pt x="2197" y="877"/>
                  </a:cubicBezTo>
                  <a:cubicBezTo>
                    <a:pt x="2201" y="908"/>
                    <a:pt x="2203" y="926"/>
                    <a:pt x="2200" y="926"/>
                  </a:cubicBezTo>
                  <a:cubicBezTo>
                    <a:pt x="2197" y="926"/>
                    <a:pt x="2185" y="894"/>
                    <a:pt x="2157" y="820"/>
                  </a:cubicBezTo>
                  <a:cubicBezTo>
                    <a:pt x="2141" y="755"/>
                    <a:pt x="2116" y="691"/>
                    <a:pt x="2116" y="691"/>
                  </a:cubicBezTo>
                  <a:cubicBezTo>
                    <a:pt x="2117" y="690"/>
                    <a:pt x="2118" y="690"/>
                    <a:pt x="2119" y="690"/>
                  </a:cubicBezTo>
                  <a:close/>
                  <a:moveTo>
                    <a:pt x="1735" y="918"/>
                  </a:moveTo>
                  <a:cubicBezTo>
                    <a:pt x="1784" y="966"/>
                    <a:pt x="1833" y="1015"/>
                    <a:pt x="1824" y="1023"/>
                  </a:cubicBezTo>
                  <a:cubicBezTo>
                    <a:pt x="1837" y="1040"/>
                    <a:pt x="1840" y="1049"/>
                    <a:pt x="1836" y="1049"/>
                  </a:cubicBezTo>
                  <a:cubicBezTo>
                    <a:pt x="1827" y="1049"/>
                    <a:pt x="1781" y="1007"/>
                    <a:pt x="1719" y="934"/>
                  </a:cubicBezTo>
                  <a:lnTo>
                    <a:pt x="1735" y="918"/>
                  </a:lnTo>
                  <a:close/>
                  <a:moveTo>
                    <a:pt x="1703" y="1055"/>
                  </a:moveTo>
                  <a:lnTo>
                    <a:pt x="1760" y="1088"/>
                  </a:lnTo>
                  <a:lnTo>
                    <a:pt x="1752" y="1096"/>
                  </a:lnTo>
                  <a:cubicBezTo>
                    <a:pt x="1749" y="1098"/>
                    <a:pt x="1747" y="1100"/>
                    <a:pt x="1744" y="1100"/>
                  </a:cubicBezTo>
                  <a:cubicBezTo>
                    <a:pt x="1738" y="1100"/>
                    <a:pt x="1726" y="1092"/>
                    <a:pt x="1687" y="1064"/>
                  </a:cubicBezTo>
                  <a:lnTo>
                    <a:pt x="1703" y="1055"/>
                  </a:lnTo>
                  <a:close/>
                  <a:moveTo>
                    <a:pt x="3535" y="1031"/>
                  </a:moveTo>
                  <a:cubicBezTo>
                    <a:pt x="3503" y="1088"/>
                    <a:pt x="3503" y="1088"/>
                    <a:pt x="3511" y="1096"/>
                  </a:cubicBezTo>
                  <a:lnTo>
                    <a:pt x="3519" y="1104"/>
                  </a:lnTo>
                  <a:lnTo>
                    <a:pt x="3543" y="1039"/>
                  </a:lnTo>
                  <a:lnTo>
                    <a:pt x="3535" y="1031"/>
                  </a:lnTo>
                  <a:close/>
                  <a:moveTo>
                    <a:pt x="1332" y="1075"/>
                  </a:moveTo>
                  <a:cubicBezTo>
                    <a:pt x="1353" y="1075"/>
                    <a:pt x="1395" y="1096"/>
                    <a:pt x="1395" y="1096"/>
                  </a:cubicBezTo>
                  <a:cubicBezTo>
                    <a:pt x="1452" y="1137"/>
                    <a:pt x="1443" y="1145"/>
                    <a:pt x="1443" y="1145"/>
                  </a:cubicBezTo>
                  <a:cubicBezTo>
                    <a:pt x="1439" y="1149"/>
                    <a:pt x="1433" y="1155"/>
                    <a:pt x="1422" y="1155"/>
                  </a:cubicBezTo>
                  <a:cubicBezTo>
                    <a:pt x="1411" y="1155"/>
                    <a:pt x="1395" y="1149"/>
                    <a:pt x="1370" y="1128"/>
                  </a:cubicBezTo>
                  <a:cubicBezTo>
                    <a:pt x="1370" y="1128"/>
                    <a:pt x="1314" y="1088"/>
                    <a:pt x="1322" y="1080"/>
                  </a:cubicBezTo>
                  <a:cubicBezTo>
                    <a:pt x="1323" y="1077"/>
                    <a:pt x="1327" y="1075"/>
                    <a:pt x="1332" y="1075"/>
                  </a:cubicBezTo>
                  <a:close/>
                  <a:moveTo>
                    <a:pt x="2076" y="1096"/>
                  </a:moveTo>
                  <a:lnTo>
                    <a:pt x="2157" y="1201"/>
                  </a:lnTo>
                  <a:lnTo>
                    <a:pt x="2157" y="1201"/>
                  </a:lnTo>
                  <a:lnTo>
                    <a:pt x="2116" y="1145"/>
                  </a:lnTo>
                  <a:lnTo>
                    <a:pt x="2076" y="1096"/>
                  </a:lnTo>
                  <a:close/>
                  <a:moveTo>
                    <a:pt x="4108" y="1093"/>
                  </a:moveTo>
                  <a:cubicBezTo>
                    <a:pt x="4110" y="1093"/>
                    <a:pt x="4084" y="1115"/>
                    <a:pt x="4030" y="1161"/>
                  </a:cubicBezTo>
                  <a:cubicBezTo>
                    <a:pt x="3985" y="1205"/>
                    <a:pt x="3934" y="1243"/>
                    <a:pt x="3919" y="1243"/>
                  </a:cubicBezTo>
                  <a:cubicBezTo>
                    <a:pt x="3918" y="1243"/>
                    <a:pt x="3917" y="1243"/>
                    <a:pt x="3916" y="1242"/>
                  </a:cubicBezTo>
                  <a:cubicBezTo>
                    <a:pt x="3886" y="1264"/>
                    <a:pt x="3871" y="1273"/>
                    <a:pt x="3868" y="1273"/>
                  </a:cubicBezTo>
                  <a:cubicBezTo>
                    <a:pt x="3860" y="1273"/>
                    <a:pt x="3939" y="1206"/>
                    <a:pt x="4022" y="1153"/>
                  </a:cubicBezTo>
                  <a:cubicBezTo>
                    <a:pt x="4077" y="1113"/>
                    <a:pt x="4105" y="1093"/>
                    <a:pt x="4108" y="1093"/>
                  </a:cubicBezTo>
                  <a:close/>
                  <a:moveTo>
                    <a:pt x="1711" y="1242"/>
                  </a:moveTo>
                  <a:cubicBezTo>
                    <a:pt x="1703" y="1258"/>
                    <a:pt x="1752" y="1299"/>
                    <a:pt x="1752" y="1299"/>
                  </a:cubicBezTo>
                  <a:cubicBezTo>
                    <a:pt x="1752" y="1299"/>
                    <a:pt x="1798" y="1332"/>
                    <a:pt x="1813" y="1332"/>
                  </a:cubicBezTo>
                  <a:cubicBezTo>
                    <a:pt x="1814" y="1332"/>
                    <a:pt x="1816" y="1332"/>
                    <a:pt x="1816" y="1331"/>
                  </a:cubicBezTo>
                  <a:lnTo>
                    <a:pt x="1824" y="1323"/>
                  </a:lnTo>
                  <a:cubicBezTo>
                    <a:pt x="1784" y="1291"/>
                    <a:pt x="1752" y="1266"/>
                    <a:pt x="1711" y="1242"/>
                  </a:cubicBezTo>
                  <a:close/>
                  <a:moveTo>
                    <a:pt x="1241" y="1323"/>
                  </a:moveTo>
                  <a:cubicBezTo>
                    <a:pt x="1306" y="1339"/>
                    <a:pt x="1306" y="1339"/>
                    <a:pt x="1289" y="1364"/>
                  </a:cubicBezTo>
                  <a:cubicBezTo>
                    <a:pt x="1288" y="1367"/>
                    <a:pt x="1284" y="1368"/>
                    <a:pt x="1280" y="1368"/>
                  </a:cubicBezTo>
                  <a:cubicBezTo>
                    <a:pt x="1261" y="1368"/>
                    <a:pt x="1225" y="1347"/>
                    <a:pt x="1225" y="1347"/>
                  </a:cubicBezTo>
                  <a:cubicBezTo>
                    <a:pt x="1181" y="1326"/>
                    <a:pt x="1199" y="1326"/>
                    <a:pt x="1218" y="1326"/>
                  </a:cubicBezTo>
                  <a:lnTo>
                    <a:pt x="1218" y="1326"/>
                  </a:lnTo>
                  <a:cubicBezTo>
                    <a:pt x="1228" y="1326"/>
                    <a:pt x="1238" y="1326"/>
                    <a:pt x="1241" y="1323"/>
                  </a:cubicBezTo>
                  <a:close/>
                  <a:moveTo>
                    <a:pt x="957" y="1599"/>
                  </a:moveTo>
                  <a:lnTo>
                    <a:pt x="957" y="1599"/>
                  </a:lnTo>
                  <a:cubicBezTo>
                    <a:pt x="986" y="1610"/>
                    <a:pt x="987" y="1614"/>
                    <a:pt x="981" y="1614"/>
                  </a:cubicBezTo>
                  <a:cubicBezTo>
                    <a:pt x="972" y="1614"/>
                    <a:pt x="953" y="1608"/>
                    <a:pt x="957" y="1599"/>
                  </a:cubicBezTo>
                  <a:close/>
                  <a:moveTo>
                    <a:pt x="1184" y="1574"/>
                  </a:moveTo>
                  <a:lnTo>
                    <a:pt x="1184" y="1574"/>
                  </a:lnTo>
                  <a:cubicBezTo>
                    <a:pt x="1233" y="1582"/>
                    <a:pt x="1273" y="1599"/>
                    <a:pt x="1314" y="1615"/>
                  </a:cubicBezTo>
                  <a:cubicBezTo>
                    <a:pt x="1348" y="1628"/>
                    <a:pt x="1365" y="1636"/>
                    <a:pt x="1351" y="1636"/>
                  </a:cubicBezTo>
                  <a:cubicBezTo>
                    <a:pt x="1339" y="1636"/>
                    <a:pt x="1305" y="1630"/>
                    <a:pt x="1241" y="1615"/>
                  </a:cubicBezTo>
                  <a:cubicBezTo>
                    <a:pt x="1176" y="1591"/>
                    <a:pt x="1176" y="1591"/>
                    <a:pt x="1184" y="1574"/>
                  </a:cubicBezTo>
                  <a:close/>
                  <a:moveTo>
                    <a:pt x="1152" y="1664"/>
                  </a:moveTo>
                  <a:lnTo>
                    <a:pt x="1216" y="1672"/>
                  </a:lnTo>
                  <a:lnTo>
                    <a:pt x="1281" y="1704"/>
                  </a:lnTo>
                  <a:lnTo>
                    <a:pt x="1273" y="1720"/>
                  </a:lnTo>
                  <a:cubicBezTo>
                    <a:pt x="1208" y="1696"/>
                    <a:pt x="1143" y="1680"/>
                    <a:pt x="1152" y="1664"/>
                  </a:cubicBezTo>
                  <a:close/>
                  <a:moveTo>
                    <a:pt x="2051" y="1696"/>
                  </a:moveTo>
                  <a:cubicBezTo>
                    <a:pt x="2043" y="1704"/>
                    <a:pt x="2035" y="1712"/>
                    <a:pt x="2035" y="1712"/>
                  </a:cubicBezTo>
                  <a:cubicBezTo>
                    <a:pt x="2079" y="1734"/>
                    <a:pt x="2093" y="1741"/>
                    <a:pt x="2098" y="1741"/>
                  </a:cubicBezTo>
                  <a:cubicBezTo>
                    <a:pt x="2100" y="1741"/>
                    <a:pt x="2100" y="1739"/>
                    <a:pt x="2100" y="1736"/>
                  </a:cubicBezTo>
                  <a:cubicBezTo>
                    <a:pt x="2108" y="1728"/>
                    <a:pt x="2108" y="1728"/>
                    <a:pt x="2051" y="1696"/>
                  </a:cubicBezTo>
                  <a:close/>
                  <a:moveTo>
                    <a:pt x="1127" y="1728"/>
                  </a:moveTo>
                  <a:lnTo>
                    <a:pt x="1127" y="1728"/>
                  </a:lnTo>
                  <a:cubicBezTo>
                    <a:pt x="1156" y="1739"/>
                    <a:pt x="1158" y="1744"/>
                    <a:pt x="1151" y="1744"/>
                  </a:cubicBezTo>
                  <a:cubicBezTo>
                    <a:pt x="1143" y="1744"/>
                    <a:pt x="1123" y="1737"/>
                    <a:pt x="1127" y="1728"/>
                  </a:cubicBezTo>
                  <a:close/>
                  <a:moveTo>
                    <a:pt x="1702" y="1760"/>
                  </a:moveTo>
                  <a:cubicBezTo>
                    <a:pt x="1700" y="1763"/>
                    <a:pt x="1699" y="1764"/>
                    <a:pt x="1700" y="1764"/>
                  </a:cubicBezTo>
                  <a:cubicBezTo>
                    <a:pt x="1700" y="1764"/>
                    <a:pt x="1701" y="1763"/>
                    <a:pt x="1703" y="1761"/>
                  </a:cubicBezTo>
                  <a:cubicBezTo>
                    <a:pt x="1703" y="1761"/>
                    <a:pt x="1702" y="1760"/>
                    <a:pt x="1702" y="1760"/>
                  </a:cubicBezTo>
                  <a:close/>
                  <a:moveTo>
                    <a:pt x="973" y="2588"/>
                  </a:moveTo>
                  <a:lnTo>
                    <a:pt x="1038" y="2596"/>
                  </a:lnTo>
                  <a:lnTo>
                    <a:pt x="1038" y="2604"/>
                  </a:lnTo>
                  <a:cubicBezTo>
                    <a:pt x="1001" y="2609"/>
                    <a:pt x="960" y="2613"/>
                    <a:pt x="933" y="2613"/>
                  </a:cubicBezTo>
                  <a:cubicBezTo>
                    <a:pt x="913" y="2613"/>
                    <a:pt x="900" y="2611"/>
                    <a:pt x="900" y="2604"/>
                  </a:cubicBezTo>
                  <a:lnTo>
                    <a:pt x="973" y="2588"/>
                  </a:lnTo>
                  <a:close/>
                  <a:moveTo>
                    <a:pt x="4253" y="2753"/>
                  </a:moveTo>
                  <a:cubicBezTo>
                    <a:pt x="4260" y="2753"/>
                    <a:pt x="4276" y="2757"/>
                    <a:pt x="4314" y="2766"/>
                  </a:cubicBezTo>
                  <a:cubicBezTo>
                    <a:pt x="4387" y="2782"/>
                    <a:pt x="4443" y="2807"/>
                    <a:pt x="4443" y="2815"/>
                  </a:cubicBezTo>
                  <a:cubicBezTo>
                    <a:pt x="4370" y="2815"/>
                    <a:pt x="4305" y="2790"/>
                    <a:pt x="4249" y="2758"/>
                  </a:cubicBezTo>
                  <a:cubicBezTo>
                    <a:pt x="4249" y="2755"/>
                    <a:pt x="4249" y="2753"/>
                    <a:pt x="4253" y="2753"/>
                  </a:cubicBezTo>
                  <a:close/>
                  <a:moveTo>
                    <a:pt x="1152" y="2912"/>
                  </a:moveTo>
                  <a:cubicBezTo>
                    <a:pt x="1160" y="2928"/>
                    <a:pt x="1160" y="2928"/>
                    <a:pt x="1087" y="2945"/>
                  </a:cubicBezTo>
                  <a:cubicBezTo>
                    <a:pt x="1046" y="2953"/>
                    <a:pt x="997" y="2961"/>
                    <a:pt x="957" y="2969"/>
                  </a:cubicBezTo>
                  <a:cubicBezTo>
                    <a:pt x="949" y="2953"/>
                    <a:pt x="1087" y="2928"/>
                    <a:pt x="1152" y="2912"/>
                  </a:cubicBezTo>
                  <a:close/>
                  <a:moveTo>
                    <a:pt x="1662" y="2953"/>
                  </a:moveTo>
                  <a:lnTo>
                    <a:pt x="1662" y="2969"/>
                  </a:lnTo>
                  <a:cubicBezTo>
                    <a:pt x="1613" y="2990"/>
                    <a:pt x="1558" y="3011"/>
                    <a:pt x="1539" y="3011"/>
                  </a:cubicBezTo>
                  <a:cubicBezTo>
                    <a:pt x="1536" y="3011"/>
                    <a:pt x="1534" y="3010"/>
                    <a:pt x="1533" y="3009"/>
                  </a:cubicBezTo>
                  <a:lnTo>
                    <a:pt x="1533" y="2993"/>
                  </a:lnTo>
                  <a:cubicBezTo>
                    <a:pt x="1573" y="2977"/>
                    <a:pt x="1614" y="2969"/>
                    <a:pt x="1662" y="2953"/>
                  </a:cubicBezTo>
                  <a:close/>
                  <a:moveTo>
                    <a:pt x="4322" y="3200"/>
                  </a:moveTo>
                  <a:cubicBezTo>
                    <a:pt x="4324" y="3200"/>
                    <a:pt x="4332" y="3204"/>
                    <a:pt x="4346" y="3212"/>
                  </a:cubicBezTo>
                  <a:cubicBezTo>
                    <a:pt x="4387" y="3236"/>
                    <a:pt x="4427" y="3261"/>
                    <a:pt x="4460" y="3285"/>
                  </a:cubicBezTo>
                  <a:cubicBezTo>
                    <a:pt x="4460" y="3285"/>
                    <a:pt x="4491" y="3312"/>
                    <a:pt x="4480" y="3312"/>
                  </a:cubicBezTo>
                  <a:cubicBezTo>
                    <a:pt x="4476" y="3312"/>
                    <a:pt x="4468" y="3309"/>
                    <a:pt x="4451" y="3301"/>
                  </a:cubicBezTo>
                  <a:lnTo>
                    <a:pt x="4395" y="3269"/>
                  </a:lnTo>
                  <a:cubicBezTo>
                    <a:pt x="4352" y="3232"/>
                    <a:pt x="4314" y="3200"/>
                    <a:pt x="4322" y="3200"/>
                  </a:cubicBezTo>
                  <a:close/>
                  <a:moveTo>
                    <a:pt x="1354" y="3269"/>
                  </a:moveTo>
                  <a:lnTo>
                    <a:pt x="1354" y="3285"/>
                  </a:lnTo>
                  <a:cubicBezTo>
                    <a:pt x="1308" y="3312"/>
                    <a:pt x="1262" y="3338"/>
                    <a:pt x="1242" y="3338"/>
                  </a:cubicBezTo>
                  <a:cubicBezTo>
                    <a:pt x="1237" y="3338"/>
                    <a:pt x="1234" y="3337"/>
                    <a:pt x="1233" y="3334"/>
                  </a:cubicBezTo>
                  <a:lnTo>
                    <a:pt x="1281" y="3293"/>
                  </a:lnTo>
                  <a:lnTo>
                    <a:pt x="1354" y="3269"/>
                  </a:lnTo>
                  <a:close/>
                  <a:moveTo>
                    <a:pt x="3527" y="3569"/>
                  </a:moveTo>
                  <a:cubicBezTo>
                    <a:pt x="3560" y="3634"/>
                    <a:pt x="3592" y="3690"/>
                    <a:pt x="3584" y="3699"/>
                  </a:cubicBezTo>
                  <a:lnTo>
                    <a:pt x="3543" y="3642"/>
                  </a:lnTo>
                  <a:lnTo>
                    <a:pt x="3519" y="3577"/>
                  </a:lnTo>
                  <a:lnTo>
                    <a:pt x="3527" y="3569"/>
                  </a:lnTo>
                  <a:close/>
                  <a:moveTo>
                    <a:pt x="4016" y="3641"/>
                  </a:moveTo>
                  <a:cubicBezTo>
                    <a:pt x="4030" y="3641"/>
                    <a:pt x="4078" y="3682"/>
                    <a:pt x="4078" y="3682"/>
                  </a:cubicBezTo>
                  <a:cubicBezTo>
                    <a:pt x="4078" y="3682"/>
                    <a:pt x="4127" y="3723"/>
                    <a:pt x="4119" y="3739"/>
                  </a:cubicBezTo>
                  <a:cubicBezTo>
                    <a:pt x="4078" y="3707"/>
                    <a:pt x="4038" y="3682"/>
                    <a:pt x="4005" y="3650"/>
                  </a:cubicBezTo>
                  <a:lnTo>
                    <a:pt x="4014" y="3642"/>
                  </a:lnTo>
                  <a:cubicBezTo>
                    <a:pt x="4014" y="3641"/>
                    <a:pt x="4015" y="3641"/>
                    <a:pt x="4016" y="3641"/>
                  </a:cubicBezTo>
                  <a:close/>
                  <a:moveTo>
                    <a:pt x="3438" y="3682"/>
                  </a:moveTo>
                  <a:cubicBezTo>
                    <a:pt x="3446" y="3682"/>
                    <a:pt x="3446" y="3682"/>
                    <a:pt x="3470" y="3739"/>
                  </a:cubicBezTo>
                  <a:cubicBezTo>
                    <a:pt x="3470" y="3739"/>
                    <a:pt x="3503" y="3804"/>
                    <a:pt x="3487" y="3804"/>
                  </a:cubicBezTo>
                  <a:lnTo>
                    <a:pt x="3454" y="3747"/>
                  </a:lnTo>
                  <a:cubicBezTo>
                    <a:pt x="3430" y="3682"/>
                    <a:pt x="3438" y="3682"/>
                    <a:pt x="3438" y="3682"/>
                  </a:cubicBezTo>
                  <a:close/>
                  <a:moveTo>
                    <a:pt x="4028" y="3816"/>
                  </a:moveTo>
                  <a:cubicBezTo>
                    <a:pt x="4033" y="3816"/>
                    <a:pt x="4042" y="3826"/>
                    <a:pt x="4070" y="3861"/>
                  </a:cubicBezTo>
                  <a:lnTo>
                    <a:pt x="4062" y="3869"/>
                  </a:lnTo>
                  <a:lnTo>
                    <a:pt x="4005" y="3828"/>
                  </a:lnTo>
                  <a:lnTo>
                    <a:pt x="4022" y="3820"/>
                  </a:lnTo>
                  <a:cubicBezTo>
                    <a:pt x="4024" y="3818"/>
                    <a:pt x="4026" y="3816"/>
                    <a:pt x="4028" y="3816"/>
                  </a:cubicBezTo>
                  <a:close/>
                  <a:moveTo>
                    <a:pt x="3922" y="3897"/>
                  </a:moveTo>
                  <a:cubicBezTo>
                    <a:pt x="3927" y="3897"/>
                    <a:pt x="3936" y="3909"/>
                    <a:pt x="3965" y="3950"/>
                  </a:cubicBezTo>
                  <a:lnTo>
                    <a:pt x="3957" y="3950"/>
                  </a:lnTo>
                  <a:lnTo>
                    <a:pt x="3900" y="3909"/>
                  </a:lnTo>
                  <a:lnTo>
                    <a:pt x="3916" y="3901"/>
                  </a:lnTo>
                  <a:cubicBezTo>
                    <a:pt x="3919" y="3899"/>
                    <a:pt x="3920" y="3897"/>
                    <a:pt x="3922" y="3897"/>
                  </a:cubicBezTo>
                  <a:close/>
                  <a:moveTo>
                    <a:pt x="4066" y="3923"/>
                  </a:moveTo>
                  <a:cubicBezTo>
                    <a:pt x="4065" y="3923"/>
                    <a:pt x="4067" y="3930"/>
                    <a:pt x="4078" y="3950"/>
                  </a:cubicBezTo>
                  <a:cubicBezTo>
                    <a:pt x="4084" y="3945"/>
                    <a:pt x="4069" y="3923"/>
                    <a:pt x="4066" y="3923"/>
                  </a:cubicBezTo>
                  <a:close/>
                  <a:moveTo>
                    <a:pt x="3815" y="3900"/>
                  </a:moveTo>
                  <a:cubicBezTo>
                    <a:pt x="3820" y="3900"/>
                    <a:pt x="3832" y="3914"/>
                    <a:pt x="3851" y="3942"/>
                  </a:cubicBezTo>
                  <a:cubicBezTo>
                    <a:pt x="3884" y="3999"/>
                    <a:pt x="3884" y="3999"/>
                    <a:pt x="3876" y="4007"/>
                  </a:cubicBezTo>
                  <a:cubicBezTo>
                    <a:pt x="3869" y="4011"/>
                    <a:pt x="3864" y="4014"/>
                    <a:pt x="3860" y="4014"/>
                  </a:cubicBezTo>
                  <a:cubicBezTo>
                    <a:pt x="3850" y="4014"/>
                    <a:pt x="3845" y="3997"/>
                    <a:pt x="3827" y="3950"/>
                  </a:cubicBezTo>
                  <a:cubicBezTo>
                    <a:pt x="3815" y="3916"/>
                    <a:pt x="3811" y="3900"/>
                    <a:pt x="3815" y="3900"/>
                  </a:cubicBezTo>
                  <a:close/>
                  <a:moveTo>
                    <a:pt x="1960" y="3965"/>
                  </a:moveTo>
                  <a:cubicBezTo>
                    <a:pt x="1961" y="3965"/>
                    <a:pt x="1962" y="3966"/>
                    <a:pt x="1962" y="3966"/>
                  </a:cubicBezTo>
                  <a:cubicBezTo>
                    <a:pt x="1987" y="3982"/>
                    <a:pt x="1987" y="3982"/>
                    <a:pt x="1954" y="4039"/>
                  </a:cubicBezTo>
                  <a:cubicBezTo>
                    <a:pt x="1931" y="4071"/>
                    <a:pt x="1913" y="4080"/>
                    <a:pt x="1901" y="4080"/>
                  </a:cubicBezTo>
                  <a:cubicBezTo>
                    <a:pt x="1891" y="4080"/>
                    <a:pt x="1885" y="4075"/>
                    <a:pt x="1881" y="4072"/>
                  </a:cubicBezTo>
                  <a:cubicBezTo>
                    <a:pt x="1904" y="4011"/>
                    <a:pt x="1947" y="3965"/>
                    <a:pt x="1960" y="3965"/>
                  </a:cubicBezTo>
                  <a:close/>
                  <a:moveTo>
                    <a:pt x="4061" y="4186"/>
                  </a:moveTo>
                  <a:lnTo>
                    <a:pt x="4061" y="4186"/>
                  </a:lnTo>
                  <a:cubicBezTo>
                    <a:pt x="4064" y="4191"/>
                    <a:pt x="4067" y="4196"/>
                    <a:pt x="4070" y="4201"/>
                  </a:cubicBezTo>
                  <a:cubicBezTo>
                    <a:pt x="4073" y="4204"/>
                    <a:pt x="4076" y="4206"/>
                    <a:pt x="4079" y="4209"/>
                  </a:cubicBezTo>
                  <a:lnTo>
                    <a:pt x="4079" y="4209"/>
                  </a:lnTo>
                  <a:cubicBezTo>
                    <a:pt x="4074" y="4202"/>
                    <a:pt x="4068" y="4195"/>
                    <a:pt x="4061" y="4186"/>
                  </a:cubicBezTo>
                  <a:close/>
                  <a:moveTo>
                    <a:pt x="4079" y="4209"/>
                  </a:moveTo>
                  <a:cubicBezTo>
                    <a:pt x="4094" y="4227"/>
                    <a:pt x="4103" y="4235"/>
                    <a:pt x="4104" y="4235"/>
                  </a:cubicBezTo>
                  <a:cubicBezTo>
                    <a:pt x="4105" y="4235"/>
                    <a:pt x="4097" y="4225"/>
                    <a:pt x="4079" y="4209"/>
                  </a:cubicBezTo>
                  <a:close/>
                  <a:moveTo>
                    <a:pt x="2506" y="4136"/>
                  </a:moveTo>
                  <a:cubicBezTo>
                    <a:pt x="2489" y="4201"/>
                    <a:pt x="2473" y="4266"/>
                    <a:pt x="2457" y="4266"/>
                  </a:cubicBezTo>
                  <a:lnTo>
                    <a:pt x="2441" y="4266"/>
                  </a:lnTo>
                  <a:cubicBezTo>
                    <a:pt x="2457" y="4217"/>
                    <a:pt x="2473" y="4177"/>
                    <a:pt x="2489" y="4136"/>
                  </a:cubicBezTo>
                  <a:close/>
                  <a:moveTo>
                    <a:pt x="2797" y="1"/>
                  </a:moveTo>
                  <a:cubicBezTo>
                    <a:pt x="2781" y="1"/>
                    <a:pt x="2781" y="1"/>
                    <a:pt x="2781" y="66"/>
                  </a:cubicBezTo>
                  <a:cubicBezTo>
                    <a:pt x="2787" y="113"/>
                    <a:pt x="2784" y="165"/>
                    <a:pt x="2755" y="165"/>
                  </a:cubicBezTo>
                  <a:cubicBezTo>
                    <a:pt x="2744" y="165"/>
                    <a:pt x="2728" y="157"/>
                    <a:pt x="2708" y="139"/>
                  </a:cubicBezTo>
                  <a:cubicBezTo>
                    <a:pt x="2676" y="139"/>
                    <a:pt x="2627" y="147"/>
                    <a:pt x="2635" y="212"/>
                  </a:cubicBezTo>
                  <a:cubicBezTo>
                    <a:pt x="2619" y="212"/>
                    <a:pt x="2619" y="212"/>
                    <a:pt x="2611" y="147"/>
                  </a:cubicBezTo>
                  <a:cubicBezTo>
                    <a:pt x="2603" y="80"/>
                    <a:pt x="2591" y="48"/>
                    <a:pt x="2580" y="48"/>
                  </a:cubicBezTo>
                  <a:cubicBezTo>
                    <a:pt x="2567" y="48"/>
                    <a:pt x="2554" y="85"/>
                    <a:pt x="2546" y="155"/>
                  </a:cubicBezTo>
                  <a:cubicBezTo>
                    <a:pt x="2554" y="188"/>
                    <a:pt x="2554" y="204"/>
                    <a:pt x="2549" y="204"/>
                  </a:cubicBezTo>
                  <a:cubicBezTo>
                    <a:pt x="2544" y="204"/>
                    <a:pt x="2534" y="188"/>
                    <a:pt x="2522" y="155"/>
                  </a:cubicBezTo>
                  <a:cubicBezTo>
                    <a:pt x="2522" y="155"/>
                    <a:pt x="2506" y="164"/>
                    <a:pt x="2497" y="228"/>
                  </a:cubicBezTo>
                  <a:cubicBezTo>
                    <a:pt x="2497" y="266"/>
                    <a:pt x="2497" y="284"/>
                    <a:pt x="2492" y="284"/>
                  </a:cubicBezTo>
                  <a:cubicBezTo>
                    <a:pt x="2487" y="284"/>
                    <a:pt x="2477" y="268"/>
                    <a:pt x="2457" y="237"/>
                  </a:cubicBezTo>
                  <a:cubicBezTo>
                    <a:pt x="2445" y="189"/>
                    <a:pt x="2433" y="176"/>
                    <a:pt x="2421" y="176"/>
                  </a:cubicBezTo>
                  <a:cubicBezTo>
                    <a:pt x="2417" y="176"/>
                    <a:pt x="2412" y="178"/>
                    <a:pt x="2408" y="180"/>
                  </a:cubicBezTo>
                  <a:cubicBezTo>
                    <a:pt x="2397" y="223"/>
                    <a:pt x="2322" y="255"/>
                    <a:pt x="2260" y="255"/>
                  </a:cubicBezTo>
                  <a:cubicBezTo>
                    <a:pt x="2230" y="255"/>
                    <a:pt x="2203" y="247"/>
                    <a:pt x="2189" y="228"/>
                  </a:cubicBezTo>
                  <a:lnTo>
                    <a:pt x="2189" y="228"/>
                  </a:lnTo>
                  <a:cubicBezTo>
                    <a:pt x="2197" y="301"/>
                    <a:pt x="2197" y="301"/>
                    <a:pt x="2181" y="301"/>
                  </a:cubicBezTo>
                  <a:cubicBezTo>
                    <a:pt x="2160" y="256"/>
                    <a:pt x="2147" y="237"/>
                    <a:pt x="2141" y="237"/>
                  </a:cubicBezTo>
                  <a:cubicBezTo>
                    <a:pt x="2131" y="237"/>
                    <a:pt x="2143" y="293"/>
                    <a:pt x="2173" y="374"/>
                  </a:cubicBezTo>
                  <a:lnTo>
                    <a:pt x="2189" y="374"/>
                  </a:lnTo>
                  <a:lnTo>
                    <a:pt x="2206" y="366"/>
                  </a:lnTo>
                  <a:cubicBezTo>
                    <a:pt x="2225" y="428"/>
                    <a:pt x="2226" y="464"/>
                    <a:pt x="2214" y="464"/>
                  </a:cubicBezTo>
                  <a:cubicBezTo>
                    <a:pt x="2200" y="464"/>
                    <a:pt x="2171" y="420"/>
                    <a:pt x="2133" y="318"/>
                  </a:cubicBezTo>
                  <a:cubicBezTo>
                    <a:pt x="2105" y="258"/>
                    <a:pt x="2090" y="227"/>
                    <a:pt x="2087" y="227"/>
                  </a:cubicBezTo>
                  <a:cubicBezTo>
                    <a:pt x="2084" y="227"/>
                    <a:pt x="2092" y="260"/>
                    <a:pt x="2108" y="326"/>
                  </a:cubicBezTo>
                  <a:cubicBezTo>
                    <a:pt x="2125" y="394"/>
                    <a:pt x="2131" y="428"/>
                    <a:pt x="2122" y="428"/>
                  </a:cubicBezTo>
                  <a:cubicBezTo>
                    <a:pt x="2114" y="428"/>
                    <a:pt x="2094" y="400"/>
                    <a:pt x="2060" y="342"/>
                  </a:cubicBezTo>
                  <a:cubicBezTo>
                    <a:pt x="2036" y="278"/>
                    <a:pt x="2023" y="246"/>
                    <a:pt x="2022" y="246"/>
                  </a:cubicBezTo>
                  <a:cubicBezTo>
                    <a:pt x="2021" y="246"/>
                    <a:pt x="2031" y="280"/>
                    <a:pt x="2051" y="350"/>
                  </a:cubicBezTo>
                  <a:cubicBezTo>
                    <a:pt x="2094" y="500"/>
                    <a:pt x="2109" y="588"/>
                    <a:pt x="2092" y="588"/>
                  </a:cubicBezTo>
                  <a:cubicBezTo>
                    <a:pt x="2080" y="588"/>
                    <a:pt x="2051" y="542"/>
                    <a:pt x="2003" y="439"/>
                  </a:cubicBezTo>
                  <a:cubicBezTo>
                    <a:pt x="1950" y="325"/>
                    <a:pt x="1911" y="268"/>
                    <a:pt x="1893" y="268"/>
                  </a:cubicBezTo>
                  <a:cubicBezTo>
                    <a:pt x="1891" y="268"/>
                    <a:pt x="1890" y="268"/>
                    <a:pt x="1889" y="269"/>
                  </a:cubicBezTo>
                  <a:cubicBezTo>
                    <a:pt x="1873" y="277"/>
                    <a:pt x="1906" y="334"/>
                    <a:pt x="1930" y="399"/>
                  </a:cubicBezTo>
                  <a:cubicBezTo>
                    <a:pt x="1968" y="457"/>
                    <a:pt x="1984" y="488"/>
                    <a:pt x="1978" y="488"/>
                  </a:cubicBezTo>
                  <a:cubicBezTo>
                    <a:pt x="1973" y="488"/>
                    <a:pt x="1949" y="462"/>
                    <a:pt x="1906" y="407"/>
                  </a:cubicBezTo>
                  <a:cubicBezTo>
                    <a:pt x="1839" y="329"/>
                    <a:pt x="1796" y="294"/>
                    <a:pt x="1772" y="294"/>
                  </a:cubicBezTo>
                  <a:cubicBezTo>
                    <a:pt x="1746" y="294"/>
                    <a:pt x="1743" y="335"/>
                    <a:pt x="1760" y="407"/>
                  </a:cubicBezTo>
                  <a:cubicBezTo>
                    <a:pt x="1769" y="487"/>
                    <a:pt x="1763" y="531"/>
                    <a:pt x="1749" y="531"/>
                  </a:cubicBezTo>
                  <a:cubicBezTo>
                    <a:pt x="1738" y="531"/>
                    <a:pt x="1721" y="501"/>
                    <a:pt x="1703" y="439"/>
                  </a:cubicBezTo>
                  <a:cubicBezTo>
                    <a:pt x="1680" y="365"/>
                    <a:pt x="1670" y="333"/>
                    <a:pt x="1667" y="333"/>
                  </a:cubicBezTo>
                  <a:cubicBezTo>
                    <a:pt x="1665" y="333"/>
                    <a:pt x="1667" y="351"/>
                    <a:pt x="1670" y="383"/>
                  </a:cubicBezTo>
                  <a:lnTo>
                    <a:pt x="1597" y="431"/>
                  </a:lnTo>
                  <a:cubicBezTo>
                    <a:pt x="1581" y="439"/>
                    <a:pt x="1606" y="504"/>
                    <a:pt x="1654" y="553"/>
                  </a:cubicBezTo>
                  <a:cubicBezTo>
                    <a:pt x="1602" y="501"/>
                    <a:pt x="1557" y="467"/>
                    <a:pt x="1535" y="467"/>
                  </a:cubicBezTo>
                  <a:cubicBezTo>
                    <a:pt x="1516" y="467"/>
                    <a:pt x="1514" y="492"/>
                    <a:pt x="1541" y="553"/>
                  </a:cubicBezTo>
                  <a:lnTo>
                    <a:pt x="1516" y="569"/>
                  </a:lnTo>
                  <a:cubicBezTo>
                    <a:pt x="1508" y="577"/>
                    <a:pt x="1508" y="577"/>
                    <a:pt x="1541" y="642"/>
                  </a:cubicBezTo>
                  <a:cubicBezTo>
                    <a:pt x="1552" y="662"/>
                    <a:pt x="1552" y="670"/>
                    <a:pt x="1546" y="670"/>
                  </a:cubicBezTo>
                  <a:cubicBezTo>
                    <a:pt x="1533" y="670"/>
                    <a:pt x="1496" y="644"/>
                    <a:pt x="1460" y="618"/>
                  </a:cubicBezTo>
                  <a:cubicBezTo>
                    <a:pt x="1416" y="596"/>
                    <a:pt x="1377" y="571"/>
                    <a:pt x="1370" y="571"/>
                  </a:cubicBezTo>
                  <a:cubicBezTo>
                    <a:pt x="1366" y="571"/>
                    <a:pt x="1370" y="577"/>
                    <a:pt x="1387" y="593"/>
                  </a:cubicBezTo>
                  <a:cubicBezTo>
                    <a:pt x="1427" y="650"/>
                    <a:pt x="1468" y="707"/>
                    <a:pt x="1500" y="772"/>
                  </a:cubicBezTo>
                  <a:cubicBezTo>
                    <a:pt x="1511" y="791"/>
                    <a:pt x="1512" y="799"/>
                    <a:pt x="1506" y="799"/>
                  </a:cubicBezTo>
                  <a:cubicBezTo>
                    <a:pt x="1496" y="799"/>
                    <a:pt x="1462" y="769"/>
                    <a:pt x="1435" y="731"/>
                  </a:cubicBezTo>
                  <a:cubicBezTo>
                    <a:pt x="1403" y="699"/>
                    <a:pt x="1362" y="674"/>
                    <a:pt x="1314" y="666"/>
                  </a:cubicBezTo>
                  <a:lnTo>
                    <a:pt x="1314" y="666"/>
                  </a:lnTo>
                  <a:cubicBezTo>
                    <a:pt x="1306" y="674"/>
                    <a:pt x="1281" y="699"/>
                    <a:pt x="1330" y="747"/>
                  </a:cubicBezTo>
                  <a:cubicBezTo>
                    <a:pt x="1370" y="781"/>
                    <a:pt x="1338" y="837"/>
                    <a:pt x="1289" y="837"/>
                  </a:cubicBezTo>
                  <a:cubicBezTo>
                    <a:pt x="1279" y="837"/>
                    <a:pt x="1268" y="834"/>
                    <a:pt x="1257" y="828"/>
                  </a:cubicBezTo>
                  <a:lnTo>
                    <a:pt x="1233" y="853"/>
                  </a:lnTo>
                  <a:cubicBezTo>
                    <a:pt x="1225" y="869"/>
                    <a:pt x="1265" y="926"/>
                    <a:pt x="1257" y="934"/>
                  </a:cubicBezTo>
                  <a:cubicBezTo>
                    <a:pt x="1257" y="934"/>
                    <a:pt x="1249" y="950"/>
                    <a:pt x="1289" y="999"/>
                  </a:cubicBezTo>
                  <a:cubicBezTo>
                    <a:pt x="1286" y="1006"/>
                    <a:pt x="1282" y="1012"/>
                    <a:pt x="1273" y="1012"/>
                  </a:cubicBezTo>
                  <a:cubicBezTo>
                    <a:pt x="1263" y="1012"/>
                    <a:pt x="1247" y="1004"/>
                    <a:pt x="1216" y="982"/>
                  </a:cubicBezTo>
                  <a:lnTo>
                    <a:pt x="1216" y="982"/>
                  </a:lnTo>
                  <a:cubicBezTo>
                    <a:pt x="1273" y="1035"/>
                    <a:pt x="1299" y="1059"/>
                    <a:pt x="1293" y="1059"/>
                  </a:cubicBezTo>
                  <a:cubicBezTo>
                    <a:pt x="1287" y="1059"/>
                    <a:pt x="1257" y="1041"/>
                    <a:pt x="1200" y="1007"/>
                  </a:cubicBezTo>
                  <a:cubicBezTo>
                    <a:pt x="1146" y="972"/>
                    <a:pt x="1118" y="954"/>
                    <a:pt x="1114" y="954"/>
                  </a:cubicBezTo>
                  <a:cubicBezTo>
                    <a:pt x="1110" y="954"/>
                    <a:pt x="1137" y="976"/>
                    <a:pt x="1192" y="1023"/>
                  </a:cubicBezTo>
                  <a:cubicBezTo>
                    <a:pt x="1216" y="1052"/>
                    <a:pt x="1226" y="1063"/>
                    <a:pt x="1217" y="1063"/>
                  </a:cubicBezTo>
                  <a:cubicBezTo>
                    <a:pt x="1210" y="1063"/>
                    <a:pt x="1195" y="1057"/>
                    <a:pt x="1168" y="1047"/>
                  </a:cubicBezTo>
                  <a:cubicBezTo>
                    <a:pt x="1145" y="1031"/>
                    <a:pt x="1130" y="1024"/>
                    <a:pt x="1124" y="1024"/>
                  </a:cubicBezTo>
                  <a:cubicBezTo>
                    <a:pt x="1115" y="1024"/>
                    <a:pt x="1126" y="1039"/>
                    <a:pt x="1160" y="1064"/>
                  </a:cubicBezTo>
                  <a:cubicBezTo>
                    <a:pt x="1235" y="1127"/>
                    <a:pt x="1273" y="1183"/>
                    <a:pt x="1247" y="1183"/>
                  </a:cubicBezTo>
                  <a:cubicBezTo>
                    <a:pt x="1237" y="1183"/>
                    <a:pt x="1216" y="1174"/>
                    <a:pt x="1184" y="1153"/>
                  </a:cubicBezTo>
                  <a:lnTo>
                    <a:pt x="1184" y="1153"/>
                  </a:lnTo>
                  <a:cubicBezTo>
                    <a:pt x="1184" y="1153"/>
                    <a:pt x="1176" y="1161"/>
                    <a:pt x="1225" y="1209"/>
                  </a:cubicBezTo>
                  <a:cubicBezTo>
                    <a:pt x="1280" y="1252"/>
                    <a:pt x="1306" y="1272"/>
                    <a:pt x="1302" y="1272"/>
                  </a:cubicBezTo>
                  <a:cubicBezTo>
                    <a:pt x="1298" y="1272"/>
                    <a:pt x="1270" y="1256"/>
                    <a:pt x="1216" y="1226"/>
                  </a:cubicBezTo>
                  <a:cubicBezTo>
                    <a:pt x="1167" y="1203"/>
                    <a:pt x="1135" y="1192"/>
                    <a:pt x="1122" y="1192"/>
                  </a:cubicBezTo>
                  <a:cubicBezTo>
                    <a:pt x="1103" y="1192"/>
                    <a:pt x="1125" y="1215"/>
                    <a:pt x="1192" y="1258"/>
                  </a:cubicBezTo>
                  <a:cubicBezTo>
                    <a:pt x="1192" y="1258"/>
                    <a:pt x="1228" y="1294"/>
                    <a:pt x="1197" y="1294"/>
                  </a:cubicBezTo>
                  <a:cubicBezTo>
                    <a:pt x="1192" y="1294"/>
                    <a:pt x="1185" y="1293"/>
                    <a:pt x="1176" y="1291"/>
                  </a:cubicBezTo>
                  <a:cubicBezTo>
                    <a:pt x="1170" y="1290"/>
                    <a:pt x="1165" y="1290"/>
                    <a:pt x="1159" y="1290"/>
                  </a:cubicBezTo>
                  <a:cubicBezTo>
                    <a:pt x="1089" y="1290"/>
                    <a:pt x="1007" y="1335"/>
                    <a:pt x="1127" y="1380"/>
                  </a:cubicBezTo>
                  <a:lnTo>
                    <a:pt x="1111" y="1404"/>
                  </a:lnTo>
                  <a:cubicBezTo>
                    <a:pt x="1038" y="1404"/>
                    <a:pt x="1030" y="1420"/>
                    <a:pt x="1087" y="1461"/>
                  </a:cubicBezTo>
                  <a:lnTo>
                    <a:pt x="1143" y="1501"/>
                  </a:lnTo>
                  <a:cubicBezTo>
                    <a:pt x="1100" y="1480"/>
                    <a:pt x="1057" y="1469"/>
                    <a:pt x="1031" y="1469"/>
                  </a:cubicBezTo>
                  <a:cubicBezTo>
                    <a:pt x="1017" y="1469"/>
                    <a:pt x="1008" y="1472"/>
                    <a:pt x="1006" y="1477"/>
                  </a:cubicBezTo>
                  <a:cubicBezTo>
                    <a:pt x="997" y="1485"/>
                    <a:pt x="997" y="1485"/>
                    <a:pt x="1062" y="1509"/>
                  </a:cubicBezTo>
                  <a:cubicBezTo>
                    <a:pt x="1135" y="1526"/>
                    <a:pt x="1127" y="1542"/>
                    <a:pt x="1119" y="1550"/>
                  </a:cubicBezTo>
                  <a:cubicBezTo>
                    <a:pt x="1117" y="1555"/>
                    <a:pt x="1109" y="1557"/>
                    <a:pt x="1099" y="1557"/>
                  </a:cubicBezTo>
                  <a:cubicBezTo>
                    <a:pt x="1073" y="1557"/>
                    <a:pt x="1027" y="1545"/>
                    <a:pt x="981" y="1534"/>
                  </a:cubicBezTo>
                  <a:lnTo>
                    <a:pt x="973" y="1542"/>
                  </a:lnTo>
                  <a:cubicBezTo>
                    <a:pt x="1063" y="1575"/>
                    <a:pt x="1087" y="1594"/>
                    <a:pt x="1074" y="1594"/>
                  </a:cubicBezTo>
                  <a:cubicBezTo>
                    <a:pt x="1069" y="1594"/>
                    <a:pt x="1056" y="1590"/>
                    <a:pt x="1038" y="1582"/>
                  </a:cubicBezTo>
                  <a:cubicBezTo>
                    <a:pt x="1024" y="1581"/>
                    <a:pt x="1013" y="1580"/>
                    <a:pt x="1003" y="1580"/>
                  </a:cubicBezTo>
                  <a:cubicBezTo>
                    <a:pt x="962" y="1580"/>
                    <a:pt x="957" y="1592"/>
                    <a:pt x="957" y="1599"/>
                  </a:cubicBezTo>
                  <a:lnTo>
                    <a:pt x="892" y="1582"/>
                  </a:lnTo>
                  <a:cubicBezTo>
                    <a:pt x="882" y="1581"/>
                    <a:pt x="875" y="1581"/>
                    <a:pt x="870" y="1581"/>
                  </a:cubicBezTo>
                  <a:cubicBezTo>
                    <a:pt x="837" y="1581"/>
                    <a:pt x="893" y="1601"/>
                    <a:pt x="949" y="1615"/>
                  </a:cubicBezTo>
                  <a:lnTo>
                    <a:pt x="941" y="1647"/>
                  </a:lnTo>
                  <a:cubicBezTo>
                    <a:pt x="933" y="1664"/>
                    <a:pt x="933" y="1672"/>
                    <a:pt x="997" y="1680"/>
                  </a:cubicBezTo>
                  <a:cubicBezTo>
                    <a:pt x="1062" y="1696"/>
                    <a:pt x="1127" y="1720"/>
                    <a:pt x="1127" y="1728"/>
                  </a:cubicBezTo>
                  <a:cubicBezTo>
                    <a:pt x="1074" y="1715"/>
                    <a:pt x="1021" y="1702"/>
                    <a:pt x="999" y="1702"/>
                  </a:cubicBezTo>
                  <a:cubicBezTo>
                    <a:pt x="994" y="1702"/>
                    <a:pt x="991" y="1703"/>
                    <a:pt x="989" y="1704"/>
                  </a:cubicBezTo>
                  <a:cubicBezTo>
                    <a:pt x="987" y="1709"/>
                    <a:pt x="978" y="1711"/>
                    <a:pt x="967" y="1711"/>
                  </a:cubicBezTo>
                  <a:cubicBezTo>
                    <a:pt x="945" y="1711"/>
                    <a:pt x="916" y="1704"/>
                    <a:pt x="916" y="1704"/>
                  </a:cubicBezTo>
                  <a:cubicBezTo>
                    <a:pt x="889" y="1693"/>
                    <a:pt x="871" y="1689"/>
                    <a:pt x="859" y="1689"/>
                  </a:cubicBezTo>
                  <a:cubicBezTo>
                    <a:pt x="817" y="1689"/>
                    <a:pt x="856" y="1742"/>
                    <a:pt x="900" y="1761"/>
                  </a:cubicBezTo>
                  <a:cubicBezTo>
                    <a:pt x="987" y="1804"/>
                    <a:pt x="1012" y="1822"/>
                    <a:pt x="981" y="1822"/>
                  </a:cubicBezTo>
                  <a:cubicBezTo>
                    <a:pt x="965" y="1822"/>
                    <a:pt x="935" y="1818"/>
                    <a:pt x="892" y="1809"/>
                  </a:cubicBezTo>
                  <a:cubicBezTo>
                    <a:pt x="869" y="1805"/>
                    <a:pt x="854" y="1804"/>
                    <a:pt x="845" y="1804"/>
                  </a:cubicBezTo>
                  <a:cubicBezTo>
                    <a:pt x="799" y="1804"/>
                    <a:pt x="917" y="1850"/>
                    <a:pt x="1087" y="1891"/>
                  </a:cubicBezTo>
                  <a:lnTo>
                    <a:pt x="1281" y="1939"/>
                  </a:lnTo>
                  <a:lnTo>
                    <a:pt x="1079" y="1907"/>
                  </a:lnTo>
                  <a:cubicBezTo>
                    <a:pt x="968" y="1893"/>
                    <a:pt x="901" y="1885"/>
                    <a:pt x="871" y="1885"/>
                  </a:cubicBezTo>
                  <a:cubicBezTo>
                    <a:pt x="828" y="1885"/>
                    <a:pt x="857" y="1901"/>
                    <a:pt x="933" y="1939"/>
                  </a:cubicBezTo>
                  <a:cubicBezTo>
                    <a:pt x="977" y="1967"/>
                    <a:pt x="991" y="1976"/>
                    <a:pt x="974" y="1976"/>
                  </a:cubicBezTo>
                  <a:cubicBezTo>
                    <a:pt x="967" y="1976"/>
                    <a:pt x="953" y="1974"/>
                    <a:pt x="933" y="1972"/>
                  </a:cubicBezTo>
                  <a:cubicBezTo>
                    <a:pt x="920" y="1970"/>
                    <a:pt x="910" y="1970"/>
                    <a:pt x="902" y="1970"/>
                  </a:cubicBezTo>
                  <a:cubicBezTo>
                    <a:pt x="859" y="1970"/>
                    <a:pt x="858" y="1986"/>
                    <a:pt x="852" y="2020"/>
                  </a:cubicBezTo>
                  <a:cubicBezTo>
                    <a:pt x="852" y="2069"/>
                    <a:pt x="843" y="2085"/>
                    <a:pt x="916" y="2085"/>
                  </a:cubicBezTo>
                  <a:cubicBezTo>
                    <a:pt x="916" y="2085"/>
                    <a:pt x="916" y="2101"/>
                    <a:pt x="908" y="2118"/>
                  </a:cubicBezTo>
                  <a:cubicBezTo>
                    <a:pt x="800" y="2124"/>
                    <a:pt x="827" y="2154"/>
                    <a:pt x="920" y="2154"/>
                  </a:cubicBezTo>
                  <a:cubicBezTo>
                    <a:pt x="938" y="2154"/>
                    <a:pt x="959" y="2153"/>
                    <a:pt x="981" y="2150"/>
                  </a:cubicBezTo>
                  <a:lnTo>
                    <a:pt x="981" y="2150"/>
                  </a:lnTo>
                  <a:lnTo>
                    <a:pt x="973" y="2182"/>
                  </a:lnTo>
                  <a:lnTo>
                    <a:pt x="908" y="2174"/>
                  </a:lnTo>
                  <a:cubicBezTo>
                    <a:pt x="843" y="2174"/>
                    <a:pt x="835" y="2207"/>
                    <a:pt x="835" y="2336"/>
                  </a:cubicBezTo>
                  <a:cubicBezTo>
                    <a:pt x="827" y="2491"/>
                    <a:pt x="827" y="2499"/>
                    <a:pt x="965" y="2499"/>
                  </a:cubicBezTo>
                  <a:cubicBezTo>
                    <a:pt x="1103" y="2507"/>
                    <a:pt x="1103" y="2523"/>
                    <a:pt x="965" y="2523"/>
                  </a:cubicBezTo>
                  <a:cubicBezTo>
                    <a:pt x="900" y="2531"/>
                    <a:pt x="827" y="2547"/>
                    <a:pt x="900" y="2547"/>
                  </a:cubicBezTo>
                  <a:cubicBezTo>
                    <a:pt x="900" y="2547"/>
                    <a:pt x="900" y="2572"/>
                    <a:pt x="835" y="2596"/>
                  </a:cubicBezTo>
                  <a:cubicBezTo>
                    <a:pt x="719" y="2644"/>
                    <a:pt x="753" y="2663"/>
                    <a:pt x="805" y="2663"/>
                  </a:cubicBezTo>
                  <a:cubicBezTo>
                    <a:pt x="815" y="2663"/>
                    <a:pt x="825" y="2662"/>
                    <a:pt x="835" y="2661"/>
                  </a:cubicBezTo>
                  <a:cubicBezTo>
                    <a:pt x="885" y="2649"/>
                    <a:pt x="907" y="2645"/>
                    <a:pt x="912" y="2645"/>
                  </a:cubicBezTo>
                  <a:cubicBezTo>
                    <a:pt x="922" y="2645"/>
                    <a:pt x="877" y="2658"/>
                    <a:pt x="835" y="2669"/>
                  </a:cubicBezTo>
                  <a:cubicBezTo>
                    <a:pt x="783" y="2689"/>
                    <a:pt x="730" y="2714"/>
                    <a:pt x="747" y="2714"/>
                  </a:cubicBezTo>
                  <a:cubicBezTo>
                    <a:pt x="751" y="2714"/>
                    <a:pt x="758" y="2712"/>
                    <a:pt x="770" y="2709"/>
                  </a:cubicBezTo>
                  <a:cubicBezTo>
                    <a:pt x="843" y="2726"/>
                    <a:pt x="925" y="2799"/>
                    <a:pt x="787" y="2823"/>
                  </a:cubicBezTo>
                  <a:lnTo>
                    <a:pt x="795" y="2855"/>
                  </a:lnTo>
                  <a:cubicBezTo>
                    <a:pt x="803" y="2854"/>
                    <a:pt x="811" y="2854"/>
                    <a:pt x="818" y="2854"/>
                  </a:cubicBezTo>
                  <a:cubicBezTo>
                    <a:pt x="862" y="2854"/>
                    <a:pt x="868" y="2876"/>
                    <a:pt x="868" y="2904"/>
                  </a:cubicBezTo>
                  <a:cubicBezTo>
                    <a:pt x="876" y="2936"/>
                    <a:pt x="876" y="2953"/>
                    <a:pt x="811" y="2969"/>
                  </a:cubicBezTo>
                  <a:cubicBezTo>
                    <a:pt x="746" y="2969"/>
                    <a:pt x="746" y="2985"/>
                    <a:pt x="819" y="3001"/>
                  </a:cubicBezTo>
                  <a:cubicBezTo>
                    <a:pt x="821" y="3006"/>
                    <a:pt x="833" y="3007"/>
                    <a:pt x="849" y="3007"/>
                  </a:cubicBezTo>
                  <a:cubicBezTo>
                    <a:pt x="874" y="3007"/>
                    <a:pt x="910" y="3004"/>
                    <a:pt x="936" y="3004"/>
                  </a:cubicBezTo>
                  <a:cubicBezTo>
                    <a:pt x="951" y="3004"/>
                    <a:pt x="963" y="3005"/>
                    <a:pt x="965" y="3009"/>
                  </a:cubicBezTo>
                  <a:cubicBezTo>
                    <a:pt x="1005" y="2999"/>
                    <a:pt x="1045" y="2992"/>
                    <a:pt x="1072" y="2992"/>
                  </a:cubicBezTo>
                  <a:cubicBezTo>
                    <a:pt x="1088" y="2992"/>
                    <a:pt x="1100" y="2995"/>
                    <a:pt x="1103" y="3001"/>
                  </a:cubicBezTo>
                  <a:lnTo>
                    <a:pt x="1038" y="3018"/>
                  </a:lnTo>
                  <a:lnTo>
                    <a:pt x="908" y="3058"/>
                  </a:lnTo>
                  <a:cubicBezTo>
                    <a:pt x="908" y="3068"/>
                    <a:pt x="912" y="3079"/>
                    <a:pt x="930" y="3079"/>
                  </a:cubicBezTo>
                  <a:cubicBezTo>
                    <a:pt x="941" y="3079"/>
                    <a:pt x="957" y="3075"/>
                    <a:pt x="981" y="3066"/>
                  </a:cubicBezTo>
                  <a:lnTo>
                    <a:pt x="981" y="3066"/>
                  </a:lnTo>
                  <a:cubicBezTo>
                    <a:pt x="925" y="3107"/>
                    <a:pt x="925" y="3123"/>
                    <a:pt x="933" y="3147"/>
                  </a:cubicBezTo>
                  <a:cubicBezTo>
                    <a:pt x="940" y="3176"/>
                    <a:pt x="954" y="3205"/>
                    <a:pt x="1003" y="3205"/>
                  </a:cubicBezTo>
                  <a:cubicBezTo>
                    <a:pt x="1009" y="3205"/>
                    <a:pt x="1015" y="3205"/>
                    <a:pt x="1022" y="3204"/>
                  </a:cubicBezTo>
                  <a:lnTo>
                    <a:pt x="1022" y="3204"/>
                  </a:lnTo>
                  <a:cubicBezTo>
                    <a:pt x="921" y="3258"/>
                    <a:pt x="932" y="3328"/>
                    <a:pt x="1011" y="3328"/>
                  </a:cubicBezTo>
                  <a:cubicBezTo>
                    <a:pt x="1028" y="3328"/>
                    <a:pt x="1048" y="3325"/>
                    <a:pt x="1070" y="3318"/>
                  </a:cubicBezTo>
                  <a:cubicBezTo>
                    <a:pt x="1094" y="3306"/>
                    <a:pt x="1109" y="3300"/>
                    <a:pt x="1116" y="3300"/>
                  </a:cubicBezTo>
                  <a:cubicBezTo>
                    <a:pt x="1128" y="3300"/>
                    <a:pt x="1114" y="3316"/>
                    <a:pt x="1079" y="3342"/>
                  </a:cubicBezTo>
                  <a:cubicBezTo>
                    <a:pt x="1048" y="3373"/>
                    <a:pt x="1036" y="3384"/>
                    <a:pt x="1049" y="3384"/>
                  </a:cubicBezTo>
                  <a:cubicBezTo>
                    <a:pt x="1056" y="3384"/>
                    <a:pt x="1071" y="3380"/>
                    <a:pt x="1095" y="3374"/>
                  </a:cubicBezTo>
                  <a:cubicBezTo>
                    <a:pt x="1105" y="3372"/>
                    <a:pt x="1112" y="3371"/>
                    <a:pt x="1117" y="3371"/>
                  </a:cubicBezTo>
                  <a:cubicBezTo>
                    <a:pt x="1145" y="3371"/>
                    <a:pt x="1102" y="3406"/>
                    <a:pt x="1054" y="3447"/>
                  </a:cubicBezTo>
                  <a:cubicBezTo>
                    <a:pt x="967" y="3503"/>
                    <a:pt x="952" y="3526"/>
                    <a:pt x="979" y="3526"/>
                  </a:cubicBezTo>
                  <a:cubicBezTo>
                    <a:pt x="987" y="3526"/>
                    <a:pt x="999" y="3524"/>
                    <a:pt x="1014" y="3520"/>
                  </a:cubicBezTo>
                  <a:cubicBezTo>
                    <a:pt x="1095" y="3520"/>
                    <a:pt x="1103" y="3545"/>
                    <a:pt x="1111" y="3561"/>
                  </a:cubicBezTo>
                  <a:cubicBezTo>
                    <a:pt x="1192" y="3553"/>
                    <a:pt x="1192" y="3561"/>
                    <a:pt x="1249" y="3512"/>
                  </a:cubicBezTo>
                  <a:cubicBezTo>
                    <a:pt x="1289" y="3488"/>
                    <a:pt x="1330" y="3472"/>
                    <a:pt x="1370" y="3447"/>
                  </a:cubicBezTo>
                  <a:cubicBezTo>
                    <a:pt x="1378" y="3446"/>
                    <a:pt x="1384" y="3446"/>
                    <a:pt x="1388" y="3446"/>
                  </a:cubicBezTo>
                  <a:cubicBezTo>
                    <a:pt x="1420" y="3446"/>
                    <a:pt x="1394" y="3465"/>
                    <a:pt x="1383" y="3465"/>
                  </a:cubicBezTo>
                  <a:cubicBezTo>
                    <a:pt x="1381" y="3465"/>
                    <a:pt x="1379" y="3464"/>
                    <a:pt x="1379" y="3463"/>
                  </a:cubicBezTo>
                  <a:cubicBezTo>
                    <a:pt x="1306" y="3480"/>
                    <a:pt x="1314" y="3488"/>
                    <a:pt x="1265" y="3536"/>
                  </a:cubicBezTo>
                  <a:cubicBezTo>
                    <a:pt x="1208" y="3585"/>
                    <a:pt x="1233" y="3617"/>
                    <a:pt x="1241" y="3626"/>
                  </a:cubicBezTo>
                  <a:lnTo>
                    <a:pt x="1273" y="3674"/>
                  </a:lnTo>
                  <a:cubicBezTo>
                    <a:pt x="1252" y="3727"/>
                    <a:pt x="1252" y="3752"/>
                    <a:pt x="1267" y="3752"/>
                  </a:cubicBezTo>
                  <a:cubicBezTo>
                    <a:pt x="1276" y="3752"/>
                    <a:pt x="1289" y="3745"/>
                    <a:pt x="1306" y="3731"/>
                  </a:cubicBezTo>
                  <a:cubicBezTo>
                    <a:pt x="1327" y="3713"/>
                    <a:pt x="1344" y="3698"/>
                    <a:pt x="1357" y="3687"/>
                  </a:cubicBezTo>
                  <a:lnTo>
                    <a:pt x="1357" y="3687"/>
                  </a:lnTo>
                  <a:cubicBezTo>
                    <a:pt x="1282" y="3763"/>
                    <a:pt x="1338" y="3864"/>
                    <a:pt x="1415" y="3864"/>
                  </a:cubicBezTo>
                  <a:cubicBezTo>
                    <a:pt x="1437" y="3864"/>
                    <a:pt x="1461" y="3856"/>
                    <a:pt x="1484" y="3836"/>
                  </a:cubicBezTo>
                  <a:lnTo>
                    <a:pt x="1484" y="3836"/>
                  </a:lnTo>
                  <a:cubicBezTo>
                    <a:pt x="1471" y="3849"/>
                    <a:pt x="1453" y="3867"/>
                    <a:pt x="1435" y="3885"/>
                  </a:cubicBezTo>
                  <a:cubicBezTo>
                    <a:pt x="1387" y="3934"/>
                    <a:pt x="1403" y="3942"/>
                    <a:pt x="1419" y="3966"/>
                  </a:cubicBezTo>
                  <a:cubicBezTo>
                    <a:pt x="1435" y="3974"/>
                    <a:pt x="1524" y="3974"/>
                    <a:pt x="1557" y="3999"/>
                  </a:cubicBezTo>
                  <a:cubicBezTo>
                    <a:pt x="1587" y="4023"/>
                    <a:pt x="1614" y="4045"/>
                    <a:pt x="1639" y="4045"/>
                  </a:cubicBezTo>
                  <a:cubicBezTo>
                    <a:pt x="1655" y="4045"/>
                    <a:pt x="1671" y="4037"/>
                    <a:pt x="1687" y="4015"/>
                  </a:cubicBezTo>
                  <a:lnTo>
                    <a:pt x="1687" y="4015"/>
                  </a:lnTo>
                  <a:cubicBezTo>
                    <a:pt x="1695" y="4031"/>
                    <a:pt x="1695" y="4023"/>
                    <a:pt x="1654" y="4080"/>
                  </a:cubicBezTo>
                  <a:cubicBezTo>
                    <a:pt x="1597" y="4128"/>
                    <a:pt x="1614" y="4136"/>
                    <a:pt x="1630" y="4144"/>
                  </a:cubicBezTo>
                  <a:cubicBezTo>
                    <a:pt x="1630" y="4145"/>
                    <a:pt x="1631" y="4145"/>
                    <a:pt x="1632" y="4145"/>
                  </a:cubicBezTo>
                  <a:cubicBezTo>
                    <a:pt x="1644" y="4145"/>
                    <a:pt x="1682" y="4100"/>
                    <a:pt x="1719" y="4047"/>
                  </a:cubicBezTo>
                  <a:cubicBezTo>
                    <a:pt x="1737" y="4022"/>
                    <a:pt x="1748" y="4010"/>
                    <a:pt x="1754" y="4010"/>
                  </a:cubicBezTo>
                  <a:cubicBezTo>
                    <a:pt x="1762" y="4010"/>
                    <a:pt x="1761" y="4030"/>
                    <a:pt x="1752" y="4072"/>
                  </a:cubicBezTo>
                  <a:cubicBezTo>
                    <a:pt x="1746" y="4125"/>
                    <a:pt x="1770" y="4161"/>
                    <a:pt x="1808" y="4161"/>
                  </a:cubicBezTo>
                  <a:cubicBezTo>
                    <a:pt x="1823" y="4161"/>
                    <a:pt x="1839" y="4156"/>
                    <a:pt x="1857" y="4144"/>
                  </a:cubicBezTo>
                  <a:lnTo>
                    <a:pt x="1857" y="4144"/>
                  </a:lnTo>
                  <a:cubicBezTo>
                    <a:pt x="1865" y="4153"/>
                    <a:pt x="1881" y="4161"/>
                    <a:pt x="1849" y="4217"/>
                  </a:cubicBezTo>
                  <a:cubicBezTo>
                    <a:pt x="1833" y="4260"/>
                    <a:pt x="1827" y="4309"/>
                    <a:pt x="1850" y="4309"/>
                  </a:cubicBezTo>
                  <a:cubicBezTo>
                    <a:pt x="1862" y="4309"/>
                    <a:pt x="1883" y="4295"/>
                    <a:pt x="1914" y="4258"/>
                  </a:cubicBezTo>
                  <a:lnTo>
                    <a:pt x="1914" y="4258"/>
                  </a:lnTo>
                  <a:cubicBezTo>
                    <a:pt x="1930" y="4266"/>
                    <a:pt x="1930" y="4266"/>
                    <a:pt x="1897" y="4323"/>
                  </a:cubicBezTo>
                  <a:cubicBezTo>
                    <a:pt x="1888" y="4366"/>
                    <a:pt x="1873" y="4403"/>
                    <a:pt x="1877" y="4403"/>
                  </a:cubicBezTo>
                  <a:cubicBezTo>
                    <a:pt x="1880" y="4403"/>
                    <a:pt x="1892" y="4386"/>
                    <a:pt x="1922" y="4339"/>
                  </a:cubicBezTo>
                  <a:cubicBezTo>
                    <a:pt x="1944" y="4325"/>
                    <a:pt x="1964" y="4318"/>
                    <a:pt x="1980" y="4318"/>
                  </a:cubicBezTo>
                  <a:cubicBezTo>
                    <a:pt x="2010" y="4318"/>
                    <a:pt x="2027" y="4343"/>
                    <a:pt x="2027" y="4396"/>
                  </a:cubicBezTo>
                  <a:cubicBezTo>
                    <a:pt x="2031" y="4396"/>
                    <a:pt x="2034" y="4396"/>
                    <a:pt x="2037" y="4396"/>
                  </a:cubicBezTo>
                  <a:cubicBezTo>
                    <a:pt x="2048" y="4396"/>
                    <a:pt x="2059" y="4391"/>
                    <a:pt x="2084" y="4347"/>
                  </a:cubicBezTo>
                  <a:lnTo>
                    <a:pt x="2108" y="4282"/>
                  </a:lnTo>
                  <a:lnTo>
                    <a:pt x="2108" y="4282"/>
                  </a:lnTo>
                  <a:cubicBezTo>
                    <a:pt x="2088" y="4348"/>
                    <a:pt x="2078" y="4381"/>
                    <a:pt x="2082" y="4381"/>
                  </a:cubicBezTo>
                  <a:cubicBezTo>
                    <a:pt x="2087" y="4381"/>
                    <a:pt x="2105" y="4350"/>
                    <a:pt x="2141" y="4290"/>
                  </a:cubicBezTo>
                  <a:cubicBezTo>
                    <a:pt x="2152" y="4263"/>
                    <a:pt x="2160" y="4249"/>
                    <a:pt x="2163" y="4249"/>
                  </a:cubicBezTo>
                  <a:cubicBezTo>
                    <a:pt x="2165" y="4249"/>
                    <a:pt x="2161" y="4265"/>
                    <a:pt x="2149" y="4299"/>
                  </a:cubicBezTo>
                  <a:cubicBezTo>
                    <a:pt x="2141" y="4372"/>
                    <a:pt x="2157" y="4380"/>
                    <a:pt x="2157" y="4380"/>
                  </a:cubicBezTo>
                  <a:cubicBezTo>
                    <a:pt x="2169" y="4380"/>
                    <a:pt x="2219" y="4362"/>
                    <a:pt x="2274" y="4362"/>
                  </a:cubicBezTo>
                  <a:cubicBezTo>
                    <a:pt x="2294" y="4362"/>
                    <a:pt x="2315" y="4365"/>
                    <a:pt x="2335" y="4372"/>
                  </a:cubicBezTo>
                  <a:cubicBezTo>
                    <a:pt x="2390" y="4391"/>
                    <a:pt x="2429" y="4403"/>
                    <a:pt x="2458" y="4403"/>
                  </a:cubicBezTo>
                  <a:cubicBezTo>
                    <a:pt x="2488" y="4403"/>
                    <a:pt x="2505" y="4389"/>
                    <a:pt x="2514" y="4355"/>
                  </a:cubicBezTo>
                  <a:cubicBezTo>
                    <a:pt x="2526" y="4323"/>
                    <a:pt x="2532" y="4307"/>
                    <a:pt x="2535" y="4307"/>
                  </a:cubicBezTo>
                  <a:cubicBezTo>
                    <a:pt x="2538" y="4307"/>
                    <a:pt x="2538" y="4323"/>
                    <a:pt x="2538" y="4355"/>
                  </a:cubicBezTo>
                  <a:cubicBezTo>
                    <a:pt x="2538" y="4428"/>
                    <a:pt x="2554" y="4428"/>
                    <a:pt x="2570" y="4436"/>
                  </a:cubicBezTo>
                  <a:cubicBezTo>
                    <a:pt x="2587" y="4436"/>
                    <a:pt x="2603" y="4436"/>
                    <a:pt x="2595" y="4509"/>
                  </a:cubicBezTo>
                  <a:cubicBezTo>
                    <a:pt x="2619" y="4444"/>
                    <a:pt x="2619" y="4444"/>
                    <a:pt x="2635" y="4444"/>
                  </a:cubicBezTo>
                  <a:cubicBezTo>
                    <a:pt x="2627" y="4479"/>
                    <a:pt x="2627" y="4497"/>
                    <a:pt x="2633" y="4497"/>
                  </a:cubicBezTo>
                  <a:cubicBezTo>
                    <a:pt x="2639" y="4497"/>
                    <a:pt x="2648" y="4483"/>
                    <a:pt x="2660" y="4453"/>
                  </a:cubicBezTo>
                  <a:cubicBezTo>
                    <a:pt x="2676" y="4384"/>
                    <a:pt x="2684" y="4349"/>
                    <a:pt x="2686" y="4349"/>
                  </a:cubicBezTo>
                  <a:cubicBezTo>
                    <a:pt x="2688" y="4349"/>
                    <a:pt x="2684" y="4384"/>
                    <a:pt x="2676" y="4453"/>
                  </a:cubicBezTo>
                  <a:cubicBezTo>
                    <a:pt x="2670" y="4500"/>
                    <a:pt x="2694" y="4551"/>
                    <a:pt x="2701" y="4551"/>
                  </a:cubicBezTo>
                  <a:cubicBezTo>
                    <a:pt x="2704" y="4551"/>
                    <a:pt x="2705" y="4543"/>
                    <a:pt x="2700" y="4526"/>
                  </a:cubicBezTo>
                  <a:cubicBezTo>
                    <a:pt x="2708" y="4453"/>
                    <a:pt x="2741" y="4461"/>
                    <a:pt x="2757" y="4388"/>
                  </a:cubicBezTo>
                  <a:cubicBezTo>
                    <a:pt x="2765" y="4396"/>
                    <a:pt x="2781" y="4396"/>
                    <a:pt x="2781" y="4461"/>
                  </a:cubicBezTo>
                  <a:cubicBezTo>
                    <a:pt x="2786" y="4480"/>
                    <a:pt x="2796" y="4488"/>
                    <a:pt x="2807" y="4488"/>
                  </a:cubicBezTo>
                  <a:cubicBezTo>
                    <a:pt x="2835" y="4488"/>
                    <a:pt x="2875" y="4442"/>
                    <a:pt x="2887" y="4396"/>
                  </a:cubicBezTo>
                  <a:cubicBezTo>
                    <a:pt x="2883" y="4359"/>
                    <a:pt x="2885" y="4341"/>
                    <a:pt x="2889" y="4341"/>
                  </a:cubicBezTo>
                  <a:cubicBezTo>
                    <a:pt x="2893" y="4341"/>
                    <a:pt x="2899" y="4359"/>
                    <a:pt x="2903" y="4396"/>
                  </a:cubicBezTo>
                  <a:cubicBezTo>
                    <a:pt x="2903" y="4461"/>
                    <a:pt x="2919" y="4461"/>
                    <a:pt x="2935" y="4461"/>
                  </a:cubicBezTo>
                  <a:cubicBezTo>
                    <a:pt x="2938" y="4442"/>
                    <a:pt x="2940" y="4434"/>
                    <a:pt x="2942" y="4434"/>
                  </a:cubicBezTo>
                  <a:cubicBezTo>
                    <a:pt x="2947" y="4434"/>
                    <a:pt x="2951" y="4480"/>
                    <a:pt x="2951" y="4526"/>
                  </a:cubicBezTo>
                  <a:cubicBezTo>
                    <a:pt x="2943" y="4599"/>
                    <a:pt x="2960" y="4599"/>
                    <a:pt x="2992" y="4599"/>
                  </a:cubicBezTo>
                  <a:cubicBezTo>
                    <a:pt x="3000" y="4526"/>
                    <a:pt x="3065" y="4526"/>
                    <a:pt x="3114" y="4517"/>
                  </a:cubicBezTo>
                  <a:cubicBezTo>
                    <a:pt x="3195" y="4509"/>
                    <a:pt x="3203" y="4436"/>
                    <a:pt x="3203" y="4299"/>
                  </a:cubicBezTo>
                  <a:lnTo>
                    <a:pt x="3195" y="4161"/>
                  </a:lnTo>
                  <a:lnTo>
                    <a:pt x="3219" y="4299"/>
                  </a:lnTo>
                  <a:cubicBezTo>
                    <a:pt x="3235" y="4363"/>
                    <a:pt x="3276" y="4493"/>
                    <a:pt x="3276" y="4493"/>
                  </a:cubicBezTo>
                  <a:cubicBezTo>
                    <a:pt x="3292" y="4493"/>
                    <a:pt x="3276" y="4428"/>
                    <a:pt x="3260" y="4355"/>
                  </a:cubicBezTo>
                  <a:cubicBezTo>
                    <a:pt x="3255" y="4322"/>
                    <a:pt x="3256" y="4306"/>
                    <a:pt x="3263" y="4306"/>
                  </a:cubicBezTo>
                  <a:cubicBezTo>
                    <a:pt x="3271" y="4306"/>
                    <a:pt x="3285" y="4320"/>
                    <a:pt x="3308" y="4347"/>
                  </a:cubicBezTo>
                  <a:cubicBezTo>
                    <a:pt x="3328" y="4379"/>
                    <a:pt x="3342" y="4395"/>
                    <a:pt x="3351" y="4395"/>
                  </a:cubicBezTo>
                  <a:cubicBezTo>
                    <a:pt x="3361" y="4395"/>
                    <a:pt x="3365" y="4377"/>
                    <a:pt x="3365" y="4339"/>
                  </a:cubicBezTo>
                  <a:cubicBezTo>
                    <a:pt x="3368" y="4339"/>
                    <a:pt x="3371" y="4339"/>
                    <a:pt x="3375" y="4339"/>
                  </a:cubicBezTo>
                  <a:cubicBezTo>
                    <a:pt x="3388" y="4339"/>
                    <a:pt x="3404" y="4344"/>
                    <a:pt x="3430" y="4396"/>
                  </a:cubicBezTo>
                  <a:cubicBezTo>
                    <a:pt x="3446" y="4388"/>
                    <a:pt x="3446" y="4388"/>
                    <a:pt x="3430" y="4323"/>
                  </a:cubicBezTo>
                  <a:cubicBezTo>
                    <a:pt x="3417" y="4289"/>
                    <a:pt x="3416" y="4273"/>
                    <a:pt x="3421" y="4273"/>
                  </a:cubicBezTo>
                  <a:cubicBezTo>
                    <a:pt x="3427" y="4273"/>
                    <a:pt x="3438" y="4287"/>
                    <a:pt x="3454" y="4315"/>
                  </a:cubicBezTo>
                  <a:cubicBezTo>
                    <a:pt x="3485" y="4385"/>
                    <a:pt x="3513" y="4413"/>
                    <a:pt x="3529" y="4413"/>
                  </a:cubicBezTo>
                  <a:cubicBezTo>
                    <a:pt x="3542" y="4413"/>
                    <a:pt x="3546" y="4393"/>
                    <a:pt x="3535" y="4363"/>
                  </a:cubicBezTo>
                  <a:cubicBezTo>
                    <a:pt x="3511" y="4299"/>
                    <a:pt x="3527" y="4299"/>
                    <a:pt x="3543" y="4290"/>
                  </a:cubicBezTo>
                  <a:cubicBezTo>
                    <a:pt x="3560" y="4290"/>
                    <a:pt x="3576" y="4282"/>
                    <a:pt x="3560" y="4217"/>
                  </a:cubicBezTo>
                  <a:lnTo>
                    <a:pt x="3592" y="4209"/>
                  </a:lnTo>
                  <a:cubicBezTo>
                    <a:pt x="3593" y="4209"/>
                    <a:pt x="3594" y="4209"/>
                    <a:pt x="3594" y="4209"/>
                  </a:cubicBezTo>
                  <a:cubicBezTo>
                    <a:pt x="3609" y="4209"/>
                    <a:pt x="3615" y="4274"/>
                    <a:pt x="3600" y="4274"/>
                  </a:cubicBezTo>
                  <a:lnTo>
                    <a:pt x="3641" y="4331"/>
                  </a:lnTo>
                  <a:cubicBezTo>
                    <a:pt x="3673" y="4323"/>
                    <a:pt x="3681" y="4315"/>
                    <a:pt x="3673" y="4250"/>
                  </a:cubicBezTo>
                  <a:cubicBezTo>
                    <a:pt x="3652" y="4184"/>
                    <a:pt x="3642" y="4152"/>
                    <a:pt x="3645" y="4152"/>
                  </a:cubicBezTo>
                  <a:cubicBezTo>
                    <a:pt x="3647" y="4152"/>
                    <a:pt x="3661" y="4182"/>
                    <a:pt x="3689" y="4242"/>
                  </a:cubicBezTo>
                  <a:cubicBezTo>
                    <a:pt x="3706" y="4286"/>
                    <a:pt x="3730" y="4327"/>
                    <a:pt x="3741" y="4327"/>
                  </a:cubicBezTo>
                  <a:cubicBezTo>
                    <a:pt x="3746" y="4327"/>
                    <a:pt x="3749" y="4319"/>
                    <a:pt x="3746" y="4299"/>
                  </a:cubicBezTo>
                  <a:cubicBezTo>
                    <a:pt x="3724" y="4240"/>
                    <a:pt x="3722" y="4220"/>
                    <a:pt x="3728" y="4220"/>
                  </a:cubicBezTo>
                  <a:cubicBezTo>
                    <a:pt x="3736" y="4220"/>
                    <a:pt x="3757" y="4251"/>
                    <a:pt x="3770" y="4282"/>
                  </a:cubicBezTo>
                  <a:cubicBezTo>
                    <a:pt x="3790" y="4345"/>
                    <a:pt x="3800" y="4378"/>
                    <a:pt x="3805" y="4378"/>
                  </a:cubicBezTo>
                  <a:cubicBezTo>
                    <a:pt x="3811" y="4378"/>
                    <a:pt x="3811" y="4341"/>
                    <a:pt x="3811" y="4266"/>
                  </a:cubicBezTo>
                  <a:cubicBezTo>
                    <a:pt x="3843" y="4250"/>
                    <a:pt x="3868" y="4161"/>
                    <a:pt x="3908" y="4144"/>
                  </a:cubicBezTo>
                  <a:cubicBezTo>
                    <a:pt x="3935" y="4127"/>
                    <a:pt x="3954" y="4114"/>
                    <a:pt x="3974" y="4114"/>
                  </a:cubicBezTo>
                  <a:cubicBezTo>
                    <a:pt x="3991" y="4114"/>
                    <a:pt x="4008" y="4123"/>
                    <a:pt x="4030" y="4144"/>
                  </a:cubicBezTo>
                  <a:cubicBezTo>
                    <a:pt x="4041" y="4161"/>
                    <a:pt x="4052" y="4175"/>
                    <a:pt x="4061" y="4186"/>
                  </a:cubicBezTo>
                  <a:lnTo>
                    <a:pt x="4061" y="4186"/>
                  </a:lnTo>
                  <a:cubicBezTo>
                    <a:pt x="3998" y="4087"/>
                    <a:pt x="4007" y="4079"/>
                    <a:pt x="4046" y="4055"/>
                  </a:cubicBezTo>
                  <a:lnTo>
                    <a:pt x="4046" y="4055"/>
                  </a:lnTo>
                  <a:cubicBezTo>
                    <a:pt x="4060" y="4061"/>
                    <a:pt x="4071" y="4063"/>
                    <a:pt x="4079" y="4063"/>
                  </a:cubicBezTo>
                  <a:cubicBezTo>
                    <a:pt x="4121" y="4063"/>
                    <a:pt x="4105" y="4004"/>
                    <a:pt x="4078" y="3950"/>
                  </a:cubicBezTo>
                  <a:lnTo>
                    <a:pt x="4054" y="3966"/>
                  </a:lnTo>
                  <a:cubicBezTo>
                    <a:pt x="3997" y="3898"/>
                    <a:pt x="3979" y="3871"/>
                    <a:pt x="3994" y="3871"/>
                  </a:cubicBezTo>
                  <a:cubicBezTo>
                    <a:pt x="4002" y="3871"/>
                    <a:pt x="4020" y="3879"/>
                    <a:pt x="4046" y="3893"/>
                  </a:cubicBezTo>
                  <a:cubicBezTo>
                    <a:pt x="4047" y="3893"/>
                    <a:pt x="4047" y="3892"/>
                    <a:pt x="4048" y="3892"/>
                  </a:cubicBezTo>
                  <a:cubicBezTo>
                    <a:pt x="4060" y="3892"/>
                    <a:pt x="4098" y="3937"/>
                    <a:pt x="4143" y="3982"/>
                  </a:cubicBezTo>
                  <a:cubicBezTo>
                    <a:pt x="4180" y="4034"/>
                    <a:pt x="4231" y="4073"/>
                    <a:pt x="4252" y="4073"/>
                  </a:cubicBezTo>
                  <a:cubicBezTo>
                    <a:pt x="4254" y="4073"/>
                    <a:pt x="4255" y="4072"/>
                    <a:pt x="4257" y="4072"/>
                  </a:cubicBezTo>
                  <a:cubicBezTo>
                    <a:pt x="4265" y="4055"/>
                    <a:pt x="4281" y="4047"/>
                    <a:pt x="4224" y="4007"/>
                  </a:cubicBezTo>
                  <a:cubicBezTo>
                    <a:pt x="4176" y="3958"/>
                    <a:pt x="4176" y="3958"/>
                    <a:pt x="4184" y="3950"/>
                  </a:cubicBezTo>
                  <a:cubicBezTo>
                    <a:pt x="4200" y="3934"/>
                    <a:pt x="4208" y="3926"/>
                    <a:pt x="4176" y="3869"/>
                  </a:cubicBezTo>
                  <a:cubicBezTo>
                    <a:pt x="4127" y="3820"/>
                    <a:pt x="4135" y="3812"/>
                    <a:pt x="4143" y="3804"/>
                  </a:cubicBezTo>
                  <a:lnTo>
                    <a:pt x="4143" y="3804"/>
                  </a:lnTo>
                  <a:cubicBezTo>
                    <a:pt x="4172" y="3820"/>
                    <a:pt x="4192" y="3824"/>
                    <a:pt x="4205" y="3824"/>
                  </a:cubicBezTo>
                  <a:cubicBezTo>
                    <a:pt x="4218" y="3824"/>
                    <a:pt x="4224" y="3820"/>
                    <a:pt x="4224" y="3820"/>
                  </a:cubicBezTo>
                  <a:lnTo>
                    <a:pt x="4273" y="3869"/>
                  </a:lnTo>
                  <a:cubicBezTo>
                    <a:pt x="4314" y="3893"/>
                    <a:pt x="4346" y="3926"/>
                    <a:pt x="4387" y="3942"/>
                  </a:cubicBezTo>
                  <a:cubicBezTo>
                    <a:pt x="4395" y="3934"/>
                    <a:pt x="4346" y="3885"/>
                    <a:pt x="4346" y="3885"/>
                  </a:cubicBezTo>
                  <a:cubicBezTo>
                    <a:pt x="4305" y="3845"/>
                    <a:pt x="4541" y="3561"/>
                    <a:pt x="4557" y="3520"/>
                  </a:cubicBezTo>
                  <a:cubicBezTo>
                    <a:pt x="4564" y="3521"/>
                    <a:pt x="4571" y="3521"/>
                    <a:pt x="4577" y="3521"/>
                  </a:cubicBezTo>
                  <a:cubicBezTo>
                    <a:pt x="4641" y="3521"/>
                    <a:pt x="4656" y="3486"/>
                    <a:pt x="4597" y="3463"/>
                  </a:cubicBezTo>
                  <a:cubicBezTo>
                    <a:pt x="4532" y="3431"/>
                    <a:pt x="4573" y="3366"/>
                    <a:pt x="4622" y="3285"/>
                  </a:cubicBezTo>
                  <a:cubicBezTo>
                    <a:pt x="4670" y="3196"/>
                    <a:pt x="4695" y="3123"/>
                    <a:pt x="4630" y="3099"/>
                  </a:cubicBezTo>
                  <a:cubicBezTo>
                    <a:pt x="4630" y="3099"/>
                    <a:pt x="4638" y="3090"/>
                    <a:pt x="4646" y="3058"/>
                  </a:cubicBezTo>
                  <a:cubicBezTo>
                    <a:pt x="4662" y="3034"/>
                    <a:pt x="4605" y="2985"/>
                    <a:pt x="4605" y="2969"/>
                  </a:cubicBezTo>
                  <a:cubicBezTo>
                    <a:pt x="4574" y="2951"/>
                    <a:pt x="4560" y="2940"/>
                    <a:pt x="4565" y="2940"/>
                  </a:cubicBezTo>
                  <a:cubicBezTo>
                    <a:pt x="4569" y="2940"/>
                    <a:pt x="4585" y="2947"/>
                    <a:pt x="4614" y="2961"/>
                  </a:cubicBezTo>
                  <a:cubicBezTo>
                    <a:pt x="4663" y="2973"/>
                    <a:pt x="4713" y="2990"/>
                    <a:pt x="4737" y="2990"/>
                  </a:cubicBezTo>
                  <a:cubicBezTo>
                    <a:pt x="4745" y="2990"/>
                    <a:pt x="4749" y="2989"/>
                    <a:pt x="4751" y="2985"/>
                  </a:cubicBezTo>
                  <a:cubicBezTo>
                    <a:pt x="4759" y="2953"/>
                    <a:pt x="4695" y="2936"/>
                    <a:pt x="4630" y="2920"/>
                  </a:cubicBezTo>
                  <a:cubicBezTo>
                    <a:pt x="4557" y="2904"/>
                    <a:pt x="4565" y="2888"/>
                    <a:pt x="4565" y="2888"/>
                  </a:cubicBezTo>
                  <a:cubicBezTo>
                    <a:pt x="4565" y="2884"/>
                    <a:pt x="4565" y="2882"/>
                    <a:pt x="4570" y="2882"/>
                  </a:cubicBezTo>
                  <a:cubicBezTo>
                    <a:pt x="4577" y="2882"/>
                    <a:pt x="4595" y="2886"/>
                    <a:pt x="4638" y="2896"/>
                  </a:cubicBezTo>
                  <a:lnTo>
                    <a:pt x="4768" y="2928"/>
                  </a:lnTo>
                  <a:lnTo>
                    <a:pt x="4768" y="2912"/>
                  </a:lnTo>
                  <a:cubicBezTo>
                    <a:pt x="4703" y="2896"/>
                    <a:pt x="4711" y="2880"/>
                    <a:pt x="4711" y="2880"/>
                  </a:cubicBezTo>
                  <a:cubicBezTo>
                    <a:pt x="4711" y="2877"/>
                    <a:pt x="4711" y="2875"/>
                    <a:pt x="4716" y="2875"/>
                  </a:cubicBezTo>
                  <a:cubicBezTo>
                    <a:pt x="4725" y="2875"/>
                    <a:pt x="4754" y="2882"/>
                    <a:pt x="4841" y="2904"/>
                  </a:cubicBezTo>
                  <a:cubicBezTo>
                    <a:pt x="4885" y="2912"/>
                    <a:pt x="4915" y="2915"/>
                    <a:pt x="4931" y="2915"/>
                  </a:cubicBezTo>
                  <a:cubicBezTo>
                    <a:pt x="4965" y="2915"/>
                    <a:pt x="4937" y="2899"/>
                    <a:pt x="4849" y="2872"/>
                  </a:cubicBezTo>
                  <a:lnTo>
                    <a:pt x="4792" y="2823"/>
                  </a:lnTo>
                  <a:lnTo>
                    <a:pt x="4792" y="2823"/>
                  </a:lnTo>
                  <a:cubicBezTo>
                    <a:pt x="4809" y="2825"/>
                    <a:pt x="4822" y="2826"/>
                    <a:pt x="4831" y="2826"/>
                  </a:cubicBezTo>
                  <a:cubicBezTo>
                    <a:pt x="4899" y="2826"/>
                    <a:pt x="4792" y="2779"/>
                    <a:pt x="4735" y="2758"/>
                  </a:cubicBezTo>
                  <a:lnTo>
                    <a:pt x="4735" y="2758"/>
                  </a:lnTo>
                  <a:cubicBezTo>
                    <a:pt x="4759" y="2759"/>
                    <a:pt x="4779" y="2760"/>
                    <a:pt x="4795" y="2760"/>
                  </a:cubicBezTo>
                  <a:cubicBezTo>
                    <a:pt x="4871" y="2760"/>
                    <a:pt x="4857" y="2744"/>
                    <a:pt x="4743" y="2718"/>
                  </a:cubicBezTo>
                  <a:cubicBezTo>
                    <a:pt x="4678" y="2701"/>
                    <a:pt x="4678" y="2693"/>
                    <a:pt x="4751" y="2685"/>
                  </a:cubicBezTo>
                  <a:cubicBezTo>
                    <a:pt x="4824" y="2677"/>
                    <a:pt x="4824" y="2661"/>
                    <a:pt x="4824" y="2636"/>
                  </a:cubicBezTo>
                  <a:cubicBezTo>
                    <a:pt x="4759" y="2612"/>
                    <a:pt x="4776" y="2523"/>
                    <a:pt x="4776" y="2385"/>
                  </a:cubicBezTo>
                  <a:cubicBezTo>
                    <a:pt x="4784" y="2239"/>
                    <a:pt x="4784" y="2150"/>
                    <a:pt x="4719" y="2150"/>
                  </a:cubicBezTo>
                  <a:cubicBezTo>
                    <a:pt x="4719" y="2134"/>
                    <a:pt x="4719" y="2142"/>
                    <a:pt x="4784" y="2118"/>
                  </a:cubicBezTo>
                  <a:cubicBezTo>
                    <a:pt x="4849" y="2118"/>
                    <a:pt x="4849" y="2101"/>
                    <a:pt x="4719" y="2093"/>
                  </a:cubicBezTo>
                  <a:cubicBezTo>
                    <a:pt x="4682" y="2089"/>
                    <a:pt x="4648" y="2089"/>
                    <a:pt x="4639" y="2089"/>
                  </a:cubicBezTo>
                  <a:cubicBezTo>
                    <a:pt x="4630" y="2089"/>
                    <a:pt x="4646" y="2089"/>
                    <a:pt x="4711" y="2085"/>
                  </a:cubicBezTo>
                  <a:cubicBezTo>
                    <a:pt x="4784" y="2077"/>
                    <a:pt x="4784" y="2045"/>
                    <a:pt x="4776" y="1988"/>
                  </a:cubicBezTo>
                  <a:cubicBezTo>
                    <a:pt x="4776" y="1950"/>
                    <a:pt x="4769" y="1898"/>
                    <a:pt x="4708" y="1898"/>
                  </a:cubicBezTo>
                  <a:cubicBezTo>
                    <a:pt x="4704" y="1898"/>
                    <a:pt x="4699" y="1898"/>
                    <a:pt x="4695" y="1899"/>
                  </a:cubicBezTo>
                  <a:cubicBezTo>
                    <a:pt x="4630" y="1882"/>
                    <a:pt x="4630" y="1882"/>
                    <a:pt x="4695" y="1882"/>
                  </a:cubicBezTo>
                  <a:cubicBezTo>
                    <a:pt x="4832" y="1874"/>
                    <a:pt x="4889" y="1785"/>
                    <a:pt x="4743" y="1769"/>
                  </a:cubicBezTo>
                  <a:cubicBezTo>
                    <a:pt x="4743" y="1753"/>
                    <a:pt x="4743" y="1745"/>
                    <a:pt x="4808" y="1720"/>
                  </a:cubicBezTo>
                  <a:cubicBezTo>
                    <a:pt x="4808" y="1712"/>
                    <a:pt x="4800" y="1696"/>
                    <a:pt x="4727" y="1672"/>
                  </a:cubicBezTo>
                  <a:lnTo>
                    <a:pt x="4695" y="1566"/>
                  </a:lnTo>
                  <a:cubicBezTo>
                    <a:pt x="4687" y="1542"/>
                    <a:pt x="4614" y="1534"/>
                    <a:pt x="4614" y="1534"/>
                  </a:cubicBezTo>
                  <a:cubicBezTo>
                    <a:pt x="4610" y="1526"/>
                    <a:pt x="4608" y="1520"/>
                    <a:pt x="4607" y="1517"/>
                  </a:cubicBezTo>
                  <a:lnTo>
                    <a:pt x="4607" y="1517"/>
                  </a:lnTo>
                  <a:cubicBezTo>
                    <a:pt x="4670" y="1500"/>
                    <a:pt x="4646" y="1428"/>
                    <a:pt x="4605" y="1331"/>
                  </a:cubicBezTo>
                  <a:cubicBezTo>
                    <a:pt x="4557" y="1234"/>
                    <a:pt x="4516" y="1161"/>
                    <a:pt x="4565" y="1104"/>
                  </a:cubicBezTo>
                  <a:cubicBezTo>
                    <a:pt x="4565" y="1104"/>
                    <a:pt x="4564" y="1103"/>
                    <a:pt x="4558" y="1103"/>
                  </a:cubicBezTo>
                  <a:cubicBezTo>
                    <a:pt x="4549" y="1103"/>
                    <a:pt x="4531" y="1106"/>
                    <a:pt x="4492" y="1120"/>
                  </a:cubicBezTo>
                  <a:cubicBezTo>
                    <a:pt x="4433" y="1148"/>
                    <a:pt x="4401" y="1160"/>
                    <a:pt x="4389" y="1160"/>
                  </a:cubicBezTo>
                  <a:cubicBezTo>
                    <a:pt x="4376" y="1160"/>
                    <a:pt x="4386" y="1146"/>
                    <a:pt x="4411" y="1120"/>
                  </a:cubicBezTo>
                  <a:cubicBezTo>
                    <a:pt x="4483" y="1060"/>
                    <a:pt x="4490" y="1014"/>
                    <a:pt x="4450" y="1014"/>
                  </a:cubicBezTo>
                  <a:cubicBezTo>
                    <a:pt x="4431" y="1014"/>
                    <a:pt x="4401" y="1024"/>
                    <a:pt x="4362" y="1047"/>
                  </a:cubicBezTo>
                  <a:lnTo>
                    <a:pt x="4419" y="1007"/>
                  </a:lnTo>
                  <a:cubicBezTo>
                    <a:pt x="4471" y="955"/>
                    <a:pt x="4472" y="930"/>
                    <a:pt x="4444" y="930"/>
                  </a:cubicBezTo>
                  <a:cubicBezTo>
                    <a:pt x="4420" y="930"/>
                    <a:pt x="4374" y="949"/>
                    <a:pt x="4322" y="982"/>
                  </a:cubicBezTo>
                  <a:cubicBezTo>
                    <a:pt x="4360" y="944"/>
                    <a:pt x="4394" y="900"/>
                    <a:pt x="4373" y="900"/>
                  </a:cubicBezTo>
                  <a:cubicBezTo>
                    <a:pt x="4368" y="900"/>
                    <a:pt x="4359" y="903"/>
                    <a:pt x="4346" y="910"/>
                  </a:cubicBezTo>
                  <a:cubicBezTo>
                    <a:pt x="4338" y="893"/>
                    <a:pt x="4338" y="893"/>
                    <a:pt x="4443" y="804"/>
                  </a:cubicBezTo>
                  <a:cubicBezTo>
                    <a:pt x="4492" y="764"/>
                    <a:pt x="4541" y="715"/>
                    <a:pt x="4532" y="707"/>
                  </a:cubicBezTo>
                  <a:cubicBezTo>
                    <a:pt x="4531" y="705"/>
                    <a:pt x="4529" y="704"/>
                    <a:pt x="4527" y="704"/>
                  </a:cubicBezTo>
                  <a:cubicBezTo>
                    <a:pt x="4509" y="704"/>
                    <a:pt x="4461" y="745"/>
                    <a:pt x="4419" y="780"/>
                  </a:cubicBezTo>
                  <a:lnTo>
                    <a:pt x="4403" y="755"/>
                  </a:lnTo>
                  <a:cubicBezTo>
                    <a:pt x="4403" y="755"/>
                    <a:pt x="4402" y="755"/>
                    <a:pt x="4399" y="755"/>
                  </a:cubicBezTo>
                  <a:cubicBezTo>
                    <a:pt x="4393" y="755"/>
                    <a:pt x="4374" y="760"/>
                    <a:pt x="4338" y="796"/>
                  </a:cubicBezTo>
                  <a:cubicBezTo>
                    <a:pt x="4309" y="820"/>
                    <a:pt x="4295" y="827"/>
                    <a:pt x="4286" y="827"/>
                  </a:cubicBezTo>
                  <a:cubicBezTo>
                    <a:pt x="4280" y="827"/>
                    <a:pt x="4276" y="824"/>
                    <a:pt x="4273" y="820"/>
                  </a:cubicBezTo>
                  <a:cubicBezTo>
                    <a:pt x="4290" y="804"/>
                    <a:pt x="4293" y="797"/>
                    <a:pt x="4289" y="797"/>
                  </a:cubicBezTo>
                  <a:cubicBezTo>
                    <a:pt x="4281" y="797"/>
                    <a:pt x="4246" y="823"/>
                    <a:pt x="4224" y="861"/>
                  </a:cubicBezTo>
                  <a:cubicBezTo>
                    <a:pt x="4179" y="906"/>
                    <a:pt x="4134" y="951"/>
                    <a:pt x="4121" y="951"/>
                  </a:cubicBezTo>
                  <a:cubicBezTo>
                    <a:pt x="4120" y="951"/>
                    <a:pt x="4120" y="951"/>
                    <a:pt x="4119" y="950"/>
                  </a:cubicBezTo>
                  <a:lnTo>
                    <a:pt x="4022" y="1047"/>
                  </a:lnTo>
                  <a:cubicBezTo>
                    <a:pt x="3949" y="1104"/>
                    <a:pt x="3892" y="1177"/>
                    <a:pt x="3835" y="1258"/>
                  </a:cubicBezTo>
                  <a:cubicBezTo>
                    <a:pt x="3819" y="1306"/>
                    <a:pt x="3800" y="1350"/>
                    <a:pt x="3818" y="1350"/>
                  </a:cubicBezTo>
                  <a:cubicBezTo>
                    <a:pt x="3827" y="1350"/>
                    <a:pt x="3847" y="1338"/>
                    <a:pt x="3884" y="1307"/>
                  </a:cubicBezTo>
                  <a:cubicBezTo>
                    <a:pt x="3884" y="1307"/>
                    <a:pt x="3929" y="1281"/>
                    <a:pt x="3944" y="1281"/>
                  </a:cubicBezTo>
                  <a:cubicBezTo>
                    <a:pt x="3946" y="1281"/>
                    <a:pt x="3948" y="1282"/>
                    <a:pt x="3949" y="1282"/>
                  </a:cubicBezTo>
                  <a:cubicBezTo>
                    <a:pt x="3949" y="1291"/>
                    <a:pt x="3908" y="1339"/>
                    <a:pt x="3908" y="1339"/>
                  </a:cubicBezTo>
                  <a:cubicBezTo>
                    <a:pt x="3851" y="1380"/>
                    <a:pt x="3876" y="1412"/>
                    <a:pt x="3900" y="1453"/>
                  </a:cubicBezTo>
                  <a:cubicBezTo>
                    <a:pt x="3932" y="1501"/>
                    <a:pt x="3941" y="1534"/>
                    <a:pt x="3892" y="1574"/>
                  </a:cubicBezTo>
                  <a:cubicBezTo>
                    <a:pt x="3835" y="1615"/>
                    <a:pt x="3843" y="1623"/>
                    <a:pt x="3843" y="1623"/>
                  </a:cubicBezTo>
                  <a:cubicBezTo>
                    <a:pt x="3856" y="1616"/>
                    <a:pt x="3867" y="1613"/>
                    <a:pt x="3876" y="1613"/>
                  </a:cubicBezTo>
                  <a:cubicBezTo>
                    <a:pt x="3911" y="1613"/>
                    <a:pt x="3930" y="1653"/>
                    <a:pt x="3949" y="1704"/>
                  </a:cubicBezTo>
                  <a:cubicBezTo>
                    <a:pt x="3969" y="1759"/>
                    <a:pt x="3984" y="1815"/>
                    <a:pt x="4028" y="1815"/>
                  </a:cubicBezTo>
                  <a:cubicBezTo>
                    <a:pt x="4036" y="1815"/>
                    <a:pt x="4045" y="1813"/>
                    <a:pt x="4054" y="1809"/>
                  </a:cubicBezTo>
                  <a:lnTo>
                    <a:pt x="4062" y="1834"/>
                  </a:lnTo>
                  <a:cubicBezTo>
                    <a:pt x="3997" y="1850"/>
                    <a:pt x="3997" y="1866"/>
                    <a:pt x="4005" y="1891"/>
                  </a:cubicBezTo>
                  <a:cubicBezTo>
                    <a:pt x="4078" y="1891"/>
                    <a:pt x="4078" y="1907"/>
                    <a:pt x="4078" y="1907"/>
                  </a:cubicBezTo>
                  <a:cubicBezTo>
                    <a:pt x="4014" y="1923"/>
                    <a:pt x="4014" y="1931"/>
                    <a:pt x="4022" y="1955"/>
                  </a:cubicBezTo>
                  <a:cubicBezTo>
                    <a:pt x="4022" y="1965"/>
                    <a:pt x="4022" y="1972"/>
                    <a:pt x="4037" y="1972"/>
                  </a:cubicBezTo>
                  <a:cubicBezTo>
                    <a:pt x="4046" y="1972"/>
                    <a:pt x="4062" y="1970"/>
                    <a:pt x="4087" y="1964"/>
                  </a:cubicBezTo>
                  <a:lnTo>
                    <a:pt x="4087" y="1964"/>
                  </a:lnTo>
                  <a:cubicBezTo>
                    <a:pt x="4095" y="2012"/>
                    <a:pt x="4070" y="2053"/>
                    <a:pt x="4030" y="2077"/>
                  </a:cubicBezTo>
                  <a:cubicBezTo>
                    <a:pt x="3965" y="2093"/>
                    <a:pt x="4038" y="2093"/>
                    <a:pt x="4103" y="2093"/>
                  </a:cubicBezTo>
                  <a:cubicBezTo>
                    <a:pt x="4168" y="2093"/>
                    <a:pt x="4241" y="2093"/>
                    <a:pt x="4241" y="2101"/>
                  </a:cubicBezTo>
                  <a:lnTo>
                    <a:pt x="4103" y="2118"/>
                  </a:lnTo>
                  <a:cubicBezTo>
                    <a:pt x="4076" y="2114"/>
                    <a:pt x="4060" y="2112"/>
                    <a:pt x="4051" y="2112"/>
                  </a:cubicBezTo>
                  <a:cubicBezTo>
                    <a:pt x="4038" y="2112"/>
                    <a:pt x="4038" y="2116"/>
                    <a:pt x="4038" y="2126"/>
                  </a:cubicBezTo>
                  <a:lnTo>
                    <a:pt x="4038" y="2142"/>
                  </a:lnTo>
                  <a:cubicBezTo>
                    <a:pt x="4103" y="2150"/>
                    <a:pt x="4103" y="2158"/>
                    <a:pt x="4095" y="2288"/>
                  </a:cubicBezTo>
                  <a:cubicBezTo>
                    <a:pt x="4095" y="2430"/>
                    <a:pt x="4095" y="2475"/>
                    <a:pt x="4145" y="2475"/>
                  </a:cubicBezTo>
                  <a:cubicBezTo>
                    <a:pt x="4150" y="2475"/>
                    <a:pt x="4154" y="2475"/>
                    <a:pt x="4160" y="2474"/>
                  </a:cubicBezTo>
                  <a:cubicBezTo>
                    <a:pt x="4224" y="2474"/>
                    <a:pt x="4224" y="2482"/>
                    <a:pt x="4160" y="2515"/>
                  </a:cubicBezTo>
                  <a:cubicBezTo>
                    <a:pt x="3949" y="2555"/>
                    <a:pt x="3949" y="2547"/>
                    <a:pt x="4014" y="2563"/>
                  </a:cubicBezTo>
                  <a:cubicBezTo>
                    <a:pt x="4054" y="2563"/>
                    <a:pt x="4103" y="2563"/>
                    <a:pt x="4151" y="2572"/>
                  </a:cubicBezTo>
                  <a:cubicBezTo>
                    <a:pt x="4256" y="2578"/>
                    <a:pt x="4276" y="2590"/>
                    <a:pt x="4207" y="2590"/>
                  </a:cubicBezTo>
                  <a:cubicBezTo>
                    <a:pt x="4191" y="2590"/>
                    <a:pt x="4170" y="2589"/>
                    <a:pt x="4143" y="2588"/>
                  </a:cubicBezTo>
                  <a:cubicBezTo>
                    <a:pt x="4136" y="2587"/>
                    <a:pt x="4130" y="2586"/>
                    <a:pt x="4123" y="2586"/>
                  </a:cubicBezTo>
                  <a:cubicBezTo>
                    <a:pt x="4018" y="2586"/>
                    <a:pt x="4061" y="2712"/>
                    <a:pt x="4176" y="2750"/>
                  </a:cubicBezTo>
                  <a:lnTo>
                    <a:pt x="4176" y="2750"/>
                  </a:lnTo>
                  <a:cubicBezTo>
                    <a:pt x="4159" y="2746"/>
                    <a:pt x="4138" y="2741"/>
                    <a:pt x="4111" y="2734"/>
                  </a:cubicBezTo>
                  <a:cubicBezTo>
                    <a:pt x="4093" y="2729"/>
                    <a:pt x="4081" y="2727"/>
                    <a:pt x="4071" y="2727"/>
                  </a:cubicBezTo>
                  <a:cubicBezTo>
                    <a:pt x="4045" y="2727"/>
                    <a:pt x="4042" y="2742"/>
                    <a:pt x="4030" y="2766"/>
                  </a:cubicBezTo>
                  <a:lnTo>
                    <a:pt x="4022" y="2790"/>
                  </a:lnTo>
                  <a:cubicBezTo>
                    <a:pt x="4120" y="2821"/>
                    <a:pt x="4092" y="2848"/>
                    <a:pt x="4048" y="2848"/>
                  </a:cubicBezTo>
                  <a:cubicBezTo>
                    <a:pt x="4034" y="2848"/>
                    <a:pt x="4019" y="2845"/>
                    <a:pt x="4005" y="2839"/>
                  </a:cubicBezTo>
                  <a:cubicBezTo>
                    <a:pt x="3969" y="2831"/>
                    <a:pt x="3951" y="2827"/>
                    <a:pt x="3941" y="2827"/>
                  </a:cubicBezTo>
                  <a:cubicBezTo>
                    <a:pt x="3930" y="2827"/>
                    <a:pt x="3928" y="2831"/>
                    <a:pt x="3924" y="2839"/>
                  </a:cubicBezTo>
                  <a:cubicBezTo>
                    <a:pt x="4011" y="2891"/>
                    <a:pt x="3991" y="2918"/>
                    <a:pt x="3949" y="2918"/>
                  </a:cubicBezTo>
                  <a:cubicBezTo>
                    <a:pt x="3932" y="2918"/>
                    <a:pt x="3911" y="2913"/>
                    <a:pt x="3892" y="2904"/>
                  </a:cubicBezTo>
                  <a:lnTo>
                    <a:pt x="3884" y="2920"/>
                  </a:lnTo>
                  <a:cubicBezTo>
                    <a:pt x="3949" y="2961"/>
                    <a:pt x="3932" y="2977"/>
                    <a:pt x="3932" y="2985"/>
                  </a:cubicBezTo>
                  <a:cubicBezTo>
                    <a:pt x="3916" y="3009"/>
                    <a:pt x="3908" y="3018"/>
                    <a:pt x="3973" y="3042"/>
                  </a:cubicBezTo>
                  <a:cubicBezTo>
                    <a:pt x="4038" y="3074"/>
                    <a:pt x="4095" y="3107"/>
                    <a:pt x="4087" y="3115"/>
                  </a:cubicBezTo>
                  <a:lnTo>
                    <a:pt x="4030" y="3082"/>
                  </a:lnTo>
                  <a:cubicBezTo>
                    <a:pt x="4008" y="3072"/>
                    <a:pt x="3993" y="3067"/>
                    <a:pt x="3981" y="3067"/>
                  </a:cubicBezTo>
                  <a:cubicBezTo>
                    <a:pt x="3958" y="3067"/>
                    <a:pt x="3949" y="3085"/>
                    <a:pt x="3932" y="3107"/>
                  </a:cubicBezTo>
                  <a:cubicBezTo>
                    <a:pt x="3912" y="3138"/>
                    <a:pt x="3897" y="3156"/>
                    <a:pt x="3875" y="3156"/>
                  </a:cubicBezTo>
                  <a:cubicBezTo>
                    <a:pt x="3862" y="3156"/>
                    <a:pt x="3847" y="3151"/>
                    <a:pt x="3827" y="3139"/>
                  </a:cubicBezTo>
                  <a:lnTo>
                    <a:pt x="3827" y="3139"/>
                  </a:lnTo>
                  <a:lnTo>
                    <a:pt x="3876" y="3188"/>
                  </a:lnTo>
                  <a:cubicBezTo>
                    <a:pt x="3903" y="3215"/>
                    <a:pt x="3913" y="3230"/>
                    <a:pt x="3905" y="3230"/>
                  </a:cubicBezTo>
                  <a:cubicBezTo>
                    <a:pt x="3900" y="3230"/>
                    <a:pt x="3884" y="3222"/>
                    <a:pt x="3860" y="3204"/>
                  </a:cubicBezTo>
                  <a:cubicBezTo>
                    <a:pt x="3844" y="3195"/>
                    <a:pt x="3830" y="3191"/>
                    <a:pt x="3819" y="3191"/>
                  </a:cubicBezTo>
                  <a:cubicBezTo>
                    <a:pt x="3790" y="3191"/>
                    <a:pt x="3781" y="3220"/>
                    <a:pt x="3811" y="3261"/>
                  </a:cubicBezTo>
                  <a:lnTo>
                    <a:pt x="3795" y="3277"/>
                  </a:lnTo>
                  <a:cubicBezTo>
                    <a:pt x="3748" y="3244"/>
                    <a:pt x="3718" y="3228"/>
                    <a:pt x="3705" y="3228"/>
                  </a:cubicBezTo>
                  <a:cubicBezTo>
                    <a:pt x="3687" y="3228"/>
                    <a:pt x="3705" y="3260"/>
                    <a:pt x="3762" y="3318"/>
                  </a:cubicBezTo>
                  <a:cubicBezTo>
                    <a:pt x="3732" y="3287"/>
                    <a:pt x="3717" y="3279"/>
                    <a:pt x="3709" y="3279"/>
                  </a:cubicBezTo>
                  <a:cubicBezTo>
                    <a:pt x="3704" y="3279"/>
                    <a:pt x="3700" y="3282"/>
                    <a:pt x="3697" y="3285"/>
                  </a:cubicBezTo>
                  <a:cubicBezTo>
                    <a:pt x="3718" y="3326"/>
                    <a:pt x="3716" y="3351"/>
                    <a:pt x="3699" y="3351"/>
                  </a:cubicBezTo>
                  <a:cubicBezTo>
                    <a:pt x="3689" y="3351"/>
                    <a:pt x="3674" y="3343"/>
                    <a:pt x="3657" y="3326"/>
                  </a:cubicBezTo>
                  <a:lnTo>
                    <a:pt x="3649" y="3326"/>
                  </a:lnTo>
                  <a:cubicBezTo>
                    <a:pt x="3697" y="3382"/>
                    <a:pt x="3689" y="3390"/>
                    <a:pt x="3681" y="3390"/>
                  </a:cubicBezTo>
                  <a:cubicBezTo>
                    <a:pt x="3681" y="3399"/>
                    <a:pt x="3673" y="3399"/>
                    <a:pt x="3714" y="3455"/>
                  </a:cubicBezTo>
                  <a:cubicBezTo>
                    <a:pt x="3746" y="3512"/>
                    <a:pt x="3738" y="3520"/>
                    <a:pt x="3738" y="3520"/>
                  </a:cubicBezTo>
                  <a:cubicBezTo>
                    <a:pt x="3738" y="3521"/>
                    <a:pt x="3738" y="3521"/>
                    <a:pt x="3738" y="3521"/>
                  </a:cubicBezTo>
                  <a:cubicBezTo>
                    <a:pt x="3733" y="3521"/>
                    <a:pt x="3695" y="3461"/>
                    <a:pt x="3657" y="3415"/>
                  </a:cubicBezTo>
                  <a:cubicBezTo>
                    <a:pt x="3644" y="3390"/>
                    <a:pt x="3634" y="3377"/>
                    <a:pt x="3630" y="3377"/>
                  </a:cubicBezTo>
                  <a:cubicBezTo>
                    <a:pt x="3624" y="3377"/>
                    <a:pt x="3633" y="3410"/>
                    <a:pt x="3673" y="3480"/>
                  </a:cubicBezTo>
                  <a:cubicBezTo>
                    <a:pt x="3706" y="3542"/>
                    <a:pt x="3722" y="3572"/>
                    <a:pt x="3722" y="3572"/>
                  </a:cubicBezTo>
                  <a:cubicBezTo>
                    <a:pt x="3721" y="3572"/>
                    <a:pt x="3705" y="3544"/>
                    <a:pt x="3673" y="3488"/>
                  </a:cubicBezTo>
                  <a:cubicBezTo>
                    <a:pt x="3644" y="3448"/>
                    <a:pt x="3620" y="3408"/>
                    <a:pt x="3616" y="3408"/>
                  </a:cubicBezTo>
                  <a:cubicBezTo>
                    <a:pt x="3615" y="3408"/>
                    <a:pt x="3617" y="3414"/>
                    <a:pt x="3624" y="3431"/>
                  </a:cubicBezTo>
                  <a:cubicBezTo>
                    <a:pt x="3624" y="3431"/>
                    <a:pt x="3616" y="3439"/>
                    <a:pt x="3657" y="3496"/>
                  </a:cubicBezTo>
                  <a:lnTo>
                    <a:pt x="3633" y="3512"/>
                  </a:lnTo>
                  <a:cubicBezTo>
                    <a:pt x="3596" y="3476"/>
                    <a:pt x="3582" y="3471"/>
                    <a:pt x="3574" y="3471"/>
                  </a:cubicBezTo>
                  <a:cubicBezTo>
                    <a:pt x="3572" y="3471"/>
                    <a:pt x="3570" y="3472"/>
                    <a:pt x="3568" y="3472"/>
                  </a:cubicBezTo>
                  <a:cubicBezTo>
                    <a:pt x="3584" y="3505"/>
                    <a:pt x="3593" y="3521"/>
                    <a:pt x="3590" y="3521"/>
                  </a:cubicBezTo>
                  <a:cubicBezTo>
                    <a:pt x="3587" y="3521"/>
                    <a:pt x="3575" y="3507"/>
                    <a:pt x="3551" y="3480"/>
                  </a:cubicBezTo>
                  <a:cubicBezTo>
                    <a:pt x="3538" y="3457"/>
                    <a:pt x="3529" y="3443"/>
                    <a:pt x="3528" y="3443"/>
                  </a:cubicBezTo>
                  <a:cubicBezTo>
                    <a:pt x="3526" y="3443"/>
                    <a:pt x="3541" y="3472"/>
                    <a:pt x="3584" y="3545"/>
                  </a:cubicBezTo>
                  <a:cubicBezTo>
                    <a:pt x="3597" y="3575"/>
                    <a:pt x="3601" y="3591"/>
                    <a:pt x="3595" y="3591"/>
                  </a:cubicBezTo>
                  <a:cubicBezTo>
                    <a:pt x="3590" y="3591"/>
                    <a:pt x="3578" y="3579"/>
                    <a:pt x="3560" y="3553"/>
                  </a:cubicBezTo>
                  <a:cubicBezTo>
                    <a:pt x="3518" y="3488"/>
                    <a:pt x="3497" y="3460"/>
                    <a:pt x="3495" y="3460"/>
                  </a:cubicBezTo>
                  <a:cubicBezTo>
                    <a:pt x="3493" y="3460"/>
                    <a:pt x="3502" y="3476"/>
                    <a:pt x="3519" y="3504"/>
                  </a:cubicBezTo>
                  <a:cubicBezTo>
                    <a:pt x="3543" y="3561"/>
                    <a:pt x="3535" y="3569"/>
                    <a:pt x="3535" y="3569"/>
                  </a:cubicBezTo>
                  <a:cubicBezTo>
                    <a:pt x="3522" y="3543"/>
                    <a:pt x="3503" y="3534"/>
                    <a:pt x="3479" y="3534"/>
                  </a:cubicBezTo>
                  <a:cubicBezTo>
                    <a:pt x="3443" y="3534"/>
                    <a:pt x="3397" y="3554"/>
                    <a:pt x="3349" y="3569"/>
                  </a:cubicBezTo>
                  <a:cubicBezTo>
                    <a:pt x="3349" y="3617"/>
                    <a:pt x="3357" y="3658"/>
                    <a:pt x="3381" y="3699"/>
                  </a:cubicBezTo>
                  <a:cubicBezTo>
                    <a:pt x="3399" y="3754"/>
                    <a:pt x="3404" y="3774"/>
                    <a:pt x="3402" y="3774"/>
                  </a:cubicBezTo>
                  <a:cubicBezTo>
                    <a:pt x="3399" y="3774"/>
                    <a:pt x="3383" y="3739"/>
                    <a:pt x="3365" y="3707"/>
                  </a:cubicBezTo>
                  <a:cubicBezTo>
                    <a:pt x="3329" y="3611"/>
                    <a:pt x="3307" y="3565"/>
                    <a:pt x="3302" y="3565"/>
                  </a:cubicBezTo>
                  <a:cubicBezTo>
                    <a:pt x="3297" y="3565"/>
                    <a:pt x="3311" y="3615"/>
                    <a:pt x="3349" y="3715"/>
                  </a:cubicBezTo>
                  <a:cubicBezTo>
                    <a:pt x="3377" y="3776"/>
                    <a:pt x="3391" y="3806"/>
                    <a:pt x="3390" y="3806"/>
                  </a:cubicBezTo>
                  <a:cubicBezTo>
                    <a:pt x="3389" y="3806"/>
                    <a:pt x="3373" y="3776"/>
                    <a:pt x="3341" y="3715"/>
                  </a:cubicBezTo>
                  <a:cubicBezTo>
                    <a:pt x="3325" y="3683"/>
                    <a:pt x="3317" y="3667"/>
                    <a:pt x="3314" y="3667"/>
                  </a:cubicBezTo>
                  <a:cubicBezTo>
                    <a:pt x="3310" y="3667"/>
                    <a:pt x="3312" y="3685"/>
                    <a:pt x="3316" y="3723"/>
                  </a:cubicBezTo>
                  <a:cubicBezTo>
                    <a:pt x="3324" y="3755"/>
                    <a:pt x="3326" y="3772"/>
                    <a:pt x="3324" y="3772"/>
                  </a:cubicBezTo>
                  <a:cubicBezTo>
                    <a:pt x="3322" y="3772"/>
                    <a:pt x="3316" y="3755"/>
                    <a:pt x="3308" y="3723"/>
                  </a:cubicBezTo>
                  <a:cubicBezTo>
                    <a:pt x="3285" y="3677"/>
                    <a:pt x="3262" y="3631"/>
                    <a:pt x="3259" y="3631"/>
                  </a:cubicBezTo>
                  <a:cubicBezTo>
                    <a:pt x="3258" y="3631"/>
                    <a:pt x="3261" y="3639"/>
                    <a:pt x="3268" y="3658"/>
                  </a:cubicBezTo>
                  <a:cubicBezTo>
                    <a:pt x="3268" y="3658"/>
                    <a:pt x="3267" y="3658"/>
                    <a:pt x="3266" y="3658"/>
                  </a:cubicBezTo>
                  <a:cubicBezTo>
                    <a:pt x="3261" y="3658"/>
                    <a:pt x="3247" y="3653"/>
                    <a:pt x="3227" y="3601"/>
                  </a:cubicBezTo>
                  <a:cubicBezTo>
                    <a:pt x="3218" y="3583"/>
                    <a:pt x="3212" y="3575"/>
                    <a:pt x="3210" y="3575"/>
                  </a:cubicBezTo>
                  <a:cubicBezTo>
                    <a:pt x="3203" y="3575"/>
                    <a:pt x="3211" y="3622"/>
                    <a:pt x="3211" y="3674"/>
                  </a:cubicBezTo>
                  <a:cubicBezTo>
                    <a:pt x="3215" y="3744"/>
                    <a:pt x="3213" y="3779"/>
                    <a:pt x="3208" y="3779"/>
                  </a:cubicBezTo>
                  <a:cubicBezTo>
                    <a:pt x="3203" y="3779"/>
                    <a:pt x="3195" y="3746"/>
                    <a:pt x="3187" y="3682"/>
                  </a:cubicBezTo>
                  <a:cubicBezTo>
                    <a:pt x="3177" y="3631"/>
                    <a:pt x="3167" y="3609"/>
                    <a:pt x="3159" y="3609"/>
                  </a:cubicBezTo>
                  <a:cubicBezTo>
                    <a:pt x="3145" y="3609"/>
                    <a:pt x="3136" y="3669"/>
                    <a:pt x="3146" y="3755"/>
                  </a:cubicBezTo>
                  <a:cubicBezTo>
                    <a:pt x="3151" y="3837"/>
                    <a:pt x="3153" y="3870"/>
                    <a:pt x="3152" y="3870"/>
                  </a:cubicBezTo>
                  <a:cubicBezTo>
                    <a:pt x="3151" y="3870"/>
                    <a:pt x="3149" y="3855"/>
                    <a:pt x="3146" y="3828"/>
                  </a:cubicBezTo>
                  <a:cubicBezTo>
                    <a:pt x="3130" y="3755"/>
                    <a:pt x="3122" y="3755"/>
                    <a:pt x="3122" y="3755"/>
                  </a:cubicBezTo>
                  <a:cubicBezTo>
                    <a:pt x="3117" y="3757"/>
                    <a:pt x="3114" y="3759"/>
                    <a:pt x="3111" y="3759"/>
                  </a:cubicBezTo>
                  <a:cubicBezTo>
                    <a:pt x="3101" y="3759"/>
                    <a:pt x="3095" y="3746"/>
                    <a:pt x="3089" y="3699"/>
                  </a:cubicBezTo>
                  <a:cubicBezTo>
                    <a:pt x="3089" y="3699"/>
                    <a:pt x="3073" y="3699"/>
                    <a:pt x="3065" y="3763"/>
                  </a:cubicBezTo>
                  <a:cubicBezTo>
                    <a:pt x="3065" y="3818"/>
                    <a:pt x="3057" y="3840"/>
                    <a:pt x="3046" y="3840"/>
                  </a:cubicBezTo>
                  <a:cubicBezTo>
                    <a:pt x="3029" y="3840"/>
                    <a:pt x="3004" y="3786"/>
                    <a:pt x="2984" y="3707"/>
                  </a:cubicBezTo>
                  <a:lnTo>
                    <a:pt x="2968" y="3772"/>
                  </a:lnTo>
                  <a:cubicBezTo>
                    <a:pt x="2973" y="3858"/>
                    <a:pt x="2971" y="3918"/>
                    <a:pt x="2966" y="3918"/>
                  </a:cubicBezTo>
                  <a:cubicBezTo>
                    <a:pt x="2963" y="3918"/>
                    <a:pt x="2958" y="3896"/>
                    <a:pt x="2951" y="3845"/>
                  </a:cubicBezTo>
                  <a:cubicBezTo>
                    <a:pt x="2946" y="3799"/>
                    <a:pt x="2944" y="3749"/>
                    <a:pt x="2944" y="3749"/>
                  </a:cubicBezTo>
                  <a:cubicBezTo>
                    <a:pt x="2943" y="3749"/>
                    <a:pt x="2943" y="3758"/>
                    <a:pt x="2943" y="3780"/>
                  </a:cubicBezTo>
                  <a:cubicBezTo>
                    <a:pt x="2946" y="3829"/>
                    <a:pt x="2940" y="3850"/>
                    <a:pt x="2931" y="3850"/>
                  </a:cubicBezTo>
                  <a:cubicBezTo>
                    <a:pt x="2915" y="3850"/>
                    <a:pt x="2892" y="3795"/>
                    <a:pt x="2887" y="3715"/>
                  </a:cubicBezTo>
                  <a:cubicBezTo>
                    <a:pt x="2878" y="3642"/>
                    <a:pt x="2878" y="3642"/>
                    <a:pt x="2870" y="3642"/>
                  </a:cubicBezTo>
                  <a:lnTo>
                    <a:pt x="2870" y="3715"/>
                  </a:lnTo>
                  <a:cubicBezTo>
                    <a:pt x="2878" y="3780"/>
                    <a:pt x="2878" y="3845"/>
                    <a:pt x="2870" y="3845"/>
                  </a:cubicBezTo>
                  <a:cubicBezTo>
                    <a:pt x="2854" y="3845"/>
                    <a:pt x="2846" y="3845"/>
                    <a:pt x="2838" y="3780"/>
                  </a:cubicBezTo>
                  <a:cubicBezTo>
                    <a:pt x="2827" y="3734"/>
                    <a:pt x="2823" y="3684"/>
                    <a:pt x="2822" y="3684"/>
                  </a:cubicBezTo>
                  <a:cubicBezTo>
                    <a:pt x="2822" y="3684"/>
                    <a:pt x="2822" y="3693"/>
                    <a:pt x="2822" y="3715"/>
                  </a:cubicBezTo>
                  <a:cubicBezTo>
                    <a:pt x="2822" y="3715"/>
                    <a:pt x="2814" y="3707"/>
                    <a:pt x="2806" y="3642"/>
                  </a:cubicBezTo>
                  <a:lnTo>
                    <a:pt x="2781" y="3642"/>
                  </a:lnTo>
                  <a:cubicBezTo>
                    <a:pt x="2777" y="3673"/>
                    <a:pt x="2771" y="3689"/>
                    <a:pt x="2767" y="3689"/>
                  </a:cubicBezTo>
                  <a:cubicBezTo>
                    <a:pt x="2763" y="3689"/>
                    <a:pt x="2761" y="3671"/>
                    <a:pt x="2765" y="3634"/>
                  </a:cubicBezTo>
                  <a:lnTo>
                    <a:pt x="2765" y="3634"/>
                  </a:lnTo>
                  <a:cubicBezTo>
                    <a:pt x="2765" y="3634"/>
                    <a:pt x="2757" y="3634"/>
                    <a:pt x="2741" y="3699"/>
                  </a:cubicBezTo>
                  <a:cubicBezTo>
                    <a:pt x="2724" y="3699"/>
                    <a:pt x="2716" y="3699"/>
                    <a:pt x="2724" y="3626"/>
                  </a:cubicBezTo>
                  <a:cubicBezTo>
                    <a:pt x="2728" y="3593"/>
                    <a:pt x="2731" y="3577"/>
                    <a:pt x="2730" y="3577"/>
                  </a:cubicBezTo>
                  <a:cubicBezTo>
                    <a:pt x="2728" y="3577"/>
                    <a:pt x="2724" y="3593"/>
                    <a:pt x="2716" y="3626"/>
                  </a:cubicBezTo>
                  <a:cubicBezTo>
                    <a:pt x="2710" y="3680"/>
                    <a:pt x="2704" y="3694"/>
                    <a:pt x="2698" y="3694"/>
                  </a:cubicBezTo>
                  <a:cubicBezTo>
                    <a:pt x="2696" y="3694"/>
                    <a:pt x="2694" y="3692"/>
                    <a:pt x="2692" y="3690"/>
                  </a:cubicBezTo>
                  <a:lnTo>
                    <a:pt x="2676" y="3690"/>
                  </a:lnTo>
                  <a:cubicBezTo>
                    <a:pt x="2660" y="3755"/>
                    <a:pt x="2660" y="3755"/>
                    <a:pt x="2651" y="3755"/>
                  </a:cubicBezTo>
                  <a:cubicBezTo>
                    <a:pt x="2643" y="3747"/>
                    <a:pt x="2635" y="3674"/>
                    <a:pt x="2627" y="3674"/>
                  </a:cubicBezTo>
                  <a:cubicBezTo>
                    <a:pt x="2619" y="3672"/>
                    <a:pt x="2613" y="3671"/>
                    <a:pt x="2608" y="3671"/>
                  </a:cubicBezTo>
                  <a:cubicBezTo>
                    <a:pt x="2594" y="3671"/>
                    <a:pt x="2593" y="3684"/>
                    <a:pt x="2587" y="3739"/>
                  </a:cubicBezTo>
                  <a:cubicBezTo>
                    <a:pt x="2597" y="3739"/>
                    <a:pt x="2594" y="3766"/>
                    <a:pt x="2589" y="3766"/>
                  </a:cubicBezTo>
                  <a:cubicBezTo>
                    <a:pt x="2585" y="3766"/>
                    <a:pt x="2581" y="3757"/>
                    <a:pt x="2579" y="3731"/>
                  </a:cubicBezTo>
                  <a:cubicBezTo>
                    <a:pt x="2570" y="3731"/>
                    <a:pt x="2562" y="3658"/>
                    <a:pt x="2538" y="3642"/>
                  </a:cubicBezTo>
                  <a:cubicBezTo>
                    <a:pt x="2527" y="3640"/>
                    <a:pt x="2520" y="3638"/>
                    <a:pt x="2513" y="3638"/>
                  </a:cubicBezTo>
                  <a:cubicBezTo>
                    <a:pt x="2496" y="3638"/>
                    <a:pt x="2491" y="3651"/>
                    <a:pt x="2473" y="3699"/>
                  </a:cubicBezTo>
                  <a:cubicBezTo>
                    <a:pt x="2457" y="3762"/>
                    <a:pt x="2447" y="3795"/>
                    <a:pt x="2445" y="3795"/>
                  </a:cubicBezTo>
                  <a:cubicBezTo>
                    <a:pt x="2443" y="3795"/>
                    <a:pt x="2449" y="3760"/>
                    <a:pt x="2465" y="3690"/>
                  </a:cubicBezTo>
                  <a:cubicBezTo>
                    <a:pt x="2484" y="3609"/>
                    <a:pt x="2489" y="3575"/>
                    <a:pt x="2485" y="3575"/>
                  </a:cubicBezTo>
                  <a:cubicBezTo>
                    <a:pt x="2482" y="3575"/>
                    <a:pt x="2475" y="3591"/>
                    <a:pt x="2465" y="3617"/>
                  </a:cubicBezTo>
                  <a:cubicBezTo>
                    <a:pt x="2433" y="3674"/>
                    <a:pt x="2433" y="3674"/>
                    <a:pt x="2416" y="3674"/>
                  </a:cubicBezTo>
                  <a:cubicBezTo>
                    <a:pt x="2430" y="3639"/>
                    <a:pt x="2433" y="3620"/>
                    <a:pt x="2427" y="3620"/>
                  </a:cubicBezTo>
                  <a:cubicBezTo>
                    <a:pt x="2422" y="3620"/>
                    <a:pt x="2410" y="3632"/>
                    <a:pt x="2392" y="3658"/>
                  </a:cubicBezTo>
                  <a:cubicBezTo>
                    <a:pt x="2384" y="3658"/>
                    <a:pt x="2384" y="3650"/>
                    <a:pt x="2408" y="3593"/>
                  </a:cubicBezTo>
                  <a:lnTo>
                    <a:pt x="2392" y="3585"/>
                  </a:lnTo>
                  <a:cubicBezTo>
                    <a:pt x="2368" y="3623"/>
                    <a:pt x="2348" y="3637"/>
                    <a:pt x="2333" y="3637"/>
                  </a:cubicBezTo>
                  <a:cubicBezTo>
                    <a:pt x="2304" y="3637"/>
                    <a:pt x="2295" y="3580"/>
                    <a:pt x="2311" y="3536"/>
                  </a:cubicBezTo>
                  <a:lnTo>
                    <a:pt x="2311" y="3536"/>
                  </a:lnTo>
                  <a:cubicBezTo>
                    <a:pt x="2311" y="3536"/>
                    <a:pt x="2303" y="3536"/>
                    <a:pt x="2262" y="3585"/>
                  </a:cubicBezTo>
                  <a:cubicBezTo>
                    <a:pt x="2226" y="3641"/>
                    <a:pt x="2204" y="3669"/>
                    <a:pt x="2200" y="3669"/>
                  </a:cubicBezTo>
                  <a:cubicBezTo>
                    <a:pt x="2195" y="3669"/>
                    <a:pt x="2209" y="3639"/>
                    <a:pt x="2246" y="3577"/>
                  </a:cubicBezTo>
                  <a:cubicBezTo>
                    <a:pt x="2279" y="3515"/>
                    <a:pt x="2295" y="3485"/>
                    <a:pt x="2294" y="3485"/>
                  </a:cubicBezTo>
                  <a:cubicBezTo>
                    <a:pt x="2292" y="3485"/>
                    <a:pt x="2274" y="3513"/>
                    <a:pt x="2238" y="3569"/>
                  </a:cubicBezTo>
                  <a:cubicBezTo>
                    <a:pt x="2222" y="3587"/>
                    <a:pt x="2207" y="3596"/>
                    <a:pt x="2197" y="3596"/>
                  </a:cubicBezTo>
                  <a:cubicBezTo>
                    <a:pt x="2176" y="3596"/>
                    <a:pt x="2175" y="3559"/>
                    <a:pt x="2230" y="3488"/>
                  </a:cubicBezTo>
                  <a:lnTo>
                    <a:pt x="2295" y="3366"/>
                  </a:lnTo>
                  <a:lnTo>
                    <a:pt x="2295" y="3366"/>
                  </a:lnTo>
                  <a:cubicBezTo>
                    <a:pt x="2263" y="3410"/>
                    <a:pt x="2251" y="3415"/>
                    <a:pt x="2248" y="3415"/>
                  </a:cubicBezTo>
                  <a:cubicBezTo>
                    <a:pt x="2246" y="3415"/>
                    <a:pt x="2246" y="3415"/>
                    <a:pt x="2246" y="3415"/>
                  </a:cubicBezTo>
                  <a:cubicBezTo>
                    <a:pt x="2226" y="3449"/>
                    <a:pt x="2216" y="3463"/>
                    <a:pt x="2205" y="3463"/>
                  </a:cubicBezTo>
                  <a:cubicBezTo>
                    <a:pt x="2198" y="3463"/>
                    <a:pt x="2191" y="3457"/>
                    <a:pt x="2181" y="3447"/>
                  </a:cubicBezTo>
                  <a:cubicBezTo>
                    <a:pt x="2179" y="3446"/>
                    <a:pt x="2177" y="3446"/>
                    <a:pt x="2174" y="3446"/>
                  </a:cubicBezTo>
                  <a:cubicBezTo>
                    <a:pt x="2155" y="3446"/>
                    <a:pt x="2116" y="3460"/>
                    <a:pt x="2092" y="3460"/>
                  </a:cubicBezTo>
                  <a:cubicBezTo>
                    <a:pt x="2085" y="3460"/>
                    <a:pt x="2079" y="3459"/>
                    <a:pt x="2076" y="3455"/>
                  </a:cubicBezTo>
                  <a:cubicBezTo>
                    <a:pt x="2060" y="3439"/>
                    <a:pt x="2043" y="3423"/>
                    <a:pt x="2076" y="3366"/>
                  </a:cubicBezTo>
                  <a:cubicBezTo>
                    <a:pt x="2076" y="3363"/>
                    <a:pt x="2074" y="3360"/>
                    <a:pt x="2069" y="3360"/>
                  </a:cubicBezTo>
                  <a:cubicBezTo>
                    <a:pt x="2061" y="3360"/>
                    <a:pt x="2045" y="3366"/>
                    <a:pt x="2011" y="3390"/>
                  </a:cubicBezTo>
                  <a:cubicBezTo>
                    <a:pt x="1987" y="3411"/>
                    <a:pt x="1972" y="3420"/>
                    <a:pt x="1965" y="3420"/>
                  </a:cubicBezTo>
                  <a:cubicBezTo>
                    <a:pt x="1956" y="3420"/>
                    <a:pt x="1963" y="3403"/>
                    <a:pt x="1987" y="3374"/>
                  </a:cubicBezTo>
                  <a:lnTo>
                    <a:pt x="1987" y="3366"/>
                  </a:lnTo>
                  <a:cubicBezTo>
                    <a:pt x="1943" y="3388"/>
                    <a:pt x="1925" y="3391"/>
                    <a:pt x="1918" y="3391"/>
                  </a:cubicBezTo>
                  <a:cubicBezTo>
                    <a:pt x="1915" y="3391"/>
                    <a:pt x="1914" y="3390"/>
                    <a:pt x="1914" y="3390"/>
                  </a:cubicBezTo>
                  <a:cubicBezTo>
                    <a:pt x="1951" y="3360"/>
                    <a:pt x="1987" y="3320"/>
                    <a:pt x="1978" y="3320"/>
                  </a:cubicBezTo>
                  <a:cubicBezTo>
                    <a:pt x="1976" y="3320"/>
                    <a:pt x="1968" y="3324"/>
                    <a:pt x="1954" y="3334"/>
                  </a:cubicBezTo>
                  <a:cubicBezTo>
                    <a:pt x="1927" y="3361"/>
                    <a:pt x="1912" y="3371"/>
                    <a:pt x="1903" y="3371"/>
                  </a:cubicBezTo>
                  <a:cubicBezTo>
                    <a:pt x="1896" y="3371"/>
                    <a:pt x="1893" y="3365"/>
                    <a:pt x="1889" y="3358"/>
                  </a:cubicBezTo>
                  <a:cubicBezTo>
                    <a:pt x="1913" y="3303"/>
                    <a:pt x="1768" y="3049"/>
                    <a:pt x="1708" y="3049"/>
                  </a:cubicBezTo>
                  <a:cubicBezTo>
                    <a:pt x="1706" y="3049"/>
                    <a:pt x="1705" y="3049"/>
                    <a:pt x="1703" y="3050"/>
                  </a:cubicBezTo>
                  <a:lnTo>
                    <a:pt x="1687" y="3026"/>
                  </a:lnTo>
                  <a:lnTo>
                    <a:pt x="1679" y="2993"/>
                  </a:lnTo>
                  <a:cubicBezTo>
                    <a:pt x="1800" y="2936"/>
                    <a:pt x="1719" y="2920"/>
                    <a:pt x="1646" y="2912"/>
                  </a:cubicBezTo>
                  <a:cubicBezTo>
                    <a:pt x="1619" y="2919"/>
                    <a:pt x="1603" y="2921"/>
                    <a:pt x="1593" y="2921"/>
                  </a:cubicBezTo>
                  <a:cubicBezTo>
                    <a:pt x="1580" y="2921"/>
                    <a:pt x="1578" y="2917"/>
                    <a:pt x="1573" y="2912"/>
                  </a:cubicBezTo>
                  <a:cubicBezTo>
                    <a:pt x="1689" y="2868"/>
                    <a:pt x="1695" y="2838"/>
                    <a:pt x="1642" y="2838"/>
                  </a:cubicBezTo>
                  <a:cubicBezTo>
                    <a:pt x="1636" y="2838"/>
                    <a:pt x="1629" y="2838"/>
                    <a:pt x="1622" y="2839"/>
                  </a:cubicBezTo>
                  <a:cubicBezTo>
                    <a:pt x="1573" y="2848"/>
                    <a:pt x="1543" y="2853"/>
                    <a:pt x="1531" y="2853"/>
                  </a:cubicBezTo>
                  <a:cubicBezTo>
                    <a:pt x="1510" y="2853"/>
                    <a:pt x="1541" y="2840"/>
                    <a:pt x="1622" y="2815"/>
                  </a:cubicBezTo>
                  <a:cubicBezTo>
                    <a:pt x="1704" y="2789"/>
                    <a:pt x="1734" y="2773"/>
                    <a:pt x="1694" y="2773"/>
                  </a:cubicBezTo>
                  <a:cubicBezTo>
                    <a:pt x="1670" y="2773"/>
                    <a:pt x="1623" y="2779"/>
                    <a:pt x="1549" y="2790"/>
                  </a:cubicBezTo>
                  <a:cubicBezTo>
                    <a:pt x="1522" y="2793"/>
                    <a:pt x="1505" y="2795"/>
                    <a:pt x="1498" y="2795"/>
                  </a:cubicBezTo>
                  <a:cubicBezTo>
                    <a:pt x="1485" y="2795"/>
                    <a:pt x="1500" y="2790"/>
                    <a:pt x="1541" y="2774"/>
                  </a:cubicBezTo>
                  <a:cubicBezTo>
                    <a:pt x="1631" y="2740"/>
                    <a:pt x="1659" y="2726"/>
                    <a:pt x="1645" y="2726"/>
                  </a:cubicBezTo>
                  <a:cubicBezTo>
                    <a:pt x="1639" y="2726"/>
                    <a:pt x="1625" y="2729"/>
                    <a:pt x="1606" y="2734"/>
                  </a:cubicBezTo>
                  <a:cubicBezTo>
                    <a:pt x="1561" y="2742"/>
                    <a:pt x="1531" y="2745"/>
                    <a:pt x="1515" y="2745"/>
                  </a:cubicBezTo>
                  <a:cubicBezTo>
                    <a:pt x="1481" y="2745"/>
                    <a:pt x="1509" y="2729"/>
                    <a:pt x="1597" y="2701"/>
                  </a:cubicBezTo>
                  <a:cubicBezTo>
                    <a:pt x="1677" y="2676"/>
                    <a:pt x="1708" y="2667"/>
                    <a:pt x="1690" y="2667"/>
                  </a:cubicBezTo>
                  <a:cubicBezTo>
                    <a:pt x="1679" y="2667"/>
                    <a:pt x="1648" y="2671"/>
                    <a:pt x="1597" y="2677"/>
                  </a:cubicBezTo>
                  <a:cubicBezTo>
                    <a:pt x="1579" y="2679"/>
                    <a:pt x="1562" y="2680"/>
                    <a:pt x="1548" y="2680"/>
                  </a:cubicBezTo>
                  <a:cubicBezTo>
                    <a:pt x="1460" y="2680"/>
                    <a:pt x="1470" y="2640"/>
                    <a:pt x="1589" y="2612"/>
                  </a:cubicBezTo>
                  <a:cubicBezTo>
                    <a:pt x="1589" y="2606"/>
                    <a:pt x="1632" y="2594"/>
                    <a:pt x="1614" y="2594"/>
                  </a:cubicBezTo>
                  <a:cubicBezTo>
                    <a:pt x="1609" y="2594"/>
                    <a:pt x="1602" y="2594"/>
                    <a:pt x="1589" y="2596"/>
                  </a:cubicBezTo>
                  <a:lnTo>
                    <a:pt x="1654" y="2580"/>
                  </a:lnTo>
                  <a:cubicBezTo>
                    <a:pt x="1654" y="2572"/>
                    <a:pt x="1654" y="2563"/>
                    <a:pt x="1654" y="2563"/>
                  </a:cubicBezTo>
                  <a:lnTo>
                    <a:pt x="1581" y="2563"/>
                  </a:lnTo>
                  <a:cubicBezTo>
                    <a:pt x="1581" y="2547"/>
                    <a:pt x="1646" y="2515"/>
                    <a:pt x="1654" y="2418"/>
                  </a:cubicBezTo>
                  <a:cubicBezTo>
                    <a:pt x="1661" y="2265"/>
                    <a:pt x="1662" y="2219"/>
                    <a:pt x="1617" y="2219"/>
                  </a:cubicBezTo>
                  <a:cubicBezTo>
                    <a:pt x="1609" y="2219"/>
                    <a:pt x="1600" y="2221"/>
                    <a:pt x="1589" y="2223"/>
                  </a:cubicBezTo>
                  <a:cubicBezTo>
                    <a:pt x="1563" y="2226"/>
                    <a:pt x="1542" y="2227"/>
                    <a:pt x="1525" y="2227"/>
                  </a:cubicBezTo>
                  <a:cubicBezTo>
                    <a:pt x="1457" y="2227"/>
                    <a:pt x="1478" y="2204"/>
                    <a:pt x="1589" y="2191"/>
                  </a:cubicBezTo>
                  <a:cubicBezTo>
                    <a:pt x="1589" y="2182"/>
                    <a:pt x="1662" y="2166"/>
                    <a:pt x="1662" y="2150"/>
                  </a:cubicBezTo>
                  <a:cubicBezTo>
                    <a:pt x="1662" y="2136"/>
                    <a:pt x="1668" y="2116"/>
                    <a:pt x="1712" y="2116"/>
                  </a:cubicBezTo>
                  <a:cubicBezTo>
                    <a:pt x="1719" y="2116"/>
                    <a:pt x="1726" y="2116"/>
                    <a:pt x="1735" y="2118"/>
                  </a:cubicBezTo>
                  <a:lnTo>
                    <a:pt x="1735" y="2109"/>
                  </a:lnTo>
                  <a:cubicBezTo>
                    <a:pt x="1606" y="2085"/>
                    <a:pt x="1614" y="2020"/>
                    <a:pt x="1687" y="2012"/>
                  </a:cubicBezTo>
                  <a:cubicBezTo>
                    <a:pt x="1695" y="1988"/>
                    <a:pt x="1695" y="1980"/>
                    <a:pt x="1630" y="1947"/>
                  </a:cubicBezTo>
                  <a:cubicBezTo>
                    <a:pt x="1592" y="1926"/>
                    <a:pt x="1579" y="1918"/>
                    <a:pt x="1594" y="1918"/>
                  </a:cubicBezTo>
                  <a:cubicBezTo>
                    <a:pt x="1602" y="1918"/>
                    <a:pt x="1616" y="1920"/>
                    <a:pt x="1638" y="1923"/>
                  </a:cubicBezTo>
                  <a:cubicBezTo>
                    <a:pt x="1650" y="1926"/>
                    <a:pt x="1662" y="1927"/>
                    <a:pt x="1673" y="1927"/>
                  </a:cubicBezTo>
                  <a:cubicBezTo>
                    <a:pt x="1725" y="1927"/>
                    <a:pt x="1761" y="1899"/>
                    <a:pt x="1654" y="1866"/>
                  </a:cubicBezTo>
                  <a:lnTo>
                    <a:pt x="1654" y="1866"/>
                  </a:lnTo>
                  <a:lnTo>
                    <a:pt x="1727" y="1882"/>
                  </a:lnTo>
                  <a:cubicBezTo>
                    <a:pt x="1736" y="1884"/>
                    <a:pt x="1742" y="1884"/>
                    <a:pt x="1747" y="1884"/>
                  </a:cubicBezTo>
                  <a:cubicBezTo>
                    <a:pt x="1775" y="1884"/>
                    <a:pt x="1718" y="1863"/>
                    <a:pt x="1662" y="1842"/>
                  </a:cubicBezTo>
                  <a:cubicBezTo>
                    <a:pt x="1597" y="1822"/>
                    <a:pt x="1567" y="1809"/>
                    <a:pt x="1577" y="1809"/>
                  </a:cubicBezTo>
                  <a:cubicBezTo>
                    <a:pt x="1587" y="1809"/>
                    <a:pt x="1638" y="1822"/>
                    <a:pt x="1735" y="1850"/>
                  </a:cubicBezTo>
                  <a:cubicBezTo>
                    <a:pt x="1800" y="1870"/>
                    <a:pt x="1835" y="1878"/>
                    <a:pt x="1845" y="1878"/>
                  </a:cubicBezTo>
                  <a:cubicBezTo>
                    <a:pt x="1855" y="1878"/>
                    <a:pt x="1841" y="1870"/>
                    <a:pt x="1808" y="1858"/>
                  </a:cubicBezTo>
                  <a:cubicBezTo>
                    <a:pt x="1750" y="1836"/>
                    <a:pt x="1699" y="1808"/>
                    <a:pt x="1735" y="1808"/>
                  </a:cubicBezTo>
                  <a:cubicBezTo>
                    <a:pt x="1739" y="1808"/>
                    <a:pt x="1745" y="1809"/>
                    <a:pt x="1752" y="1809"/>
                  </a:cubicBezTo>
                  <a:cubicBezTo>
                    <a:pt x="1752" y="1801"/>
                    <a:pt x="1760" y="1793"/>
                    <a:pt x="1630" y="1745"/>
                  </a:cubicBezTo>
                  <a:cubicBezTo>
                    <a:pt x="1565" y="1720"/>
                    <a:pt x="1573" y="1712"/>
                    <a:pt x="1573" y="1704"/>
                  </a:cubicBezTo>
                  <a:lnTo>
                    <a:pt x="1573" y="1704"/>
                  </a:lnTo>
                  <a:cubicBezTo>
                    <a:pt x="1621" y="1720"/>
                    <a:pt x="1662" y="1736"/>
                    <a:pt x="1702" y="1760"/>
                  </a:cubicBezTo>
                  <a:lnTo>
                    <a:pt x="1702" y="1760"/>
                  </a:lnTo>
                  <a:cubicBezTo>
                    <a:pt x="1704" y="1757"/>
                    <a:pt x="1708" y="1751"/>
                    <a:pt x="1711" y="1745"/>
                  </a:cubicBezTo>
                  <a:cubicBezTo>
                    <a:pt x="1718" y="1743"/>
                    <a:pt x="1726" y="1742"/>
                    <a:pt x="1734" y="1742"/>
                  </a:cubicBezTo>
                  <a:cubicBezTo>
                    <a:pt x="1769" y="1742"/>
                    <a:pt x="1808" y="1756"/>
                    <a:pt x="1841" y="1769"/>
                  </a:cubicBezTo>
                  <a:cubicBezTo>
                    <a:pt x="1867" y="1778"/>
                    <a:pt x="1884" y="1782"/>
                    <a:pt x="1888" y="1782"/>
                  </a:cubicBezTo>
                  <a:cubicBezTo>
                    <a:pt x="1897" y="1782"/>
                    <a:pt x="1867" y="1768"/>
                    <a:pt x="1784" y="1736"/>
                  </a:cubicBezTo>
                  <a:cubicBezTo>
                    <a:pt x="1662" y="1680"/>
                    <a:pt x="1662" y="1680"/>
                    <a:pt x="1670" y="1664"/>
                  </a:cubicBezTo>
                  <a:cubicBezTo>
                    <a:pt x="1674" y="1659"/>
                    <a:pt x="1677" y="1655"/>
                    <a:pt x="1686" y="1655"/>
                  </a:cubicBezTo>
                  <a:cubicBezTo>
                    <a:pt x="1695" y="1655"/>
                    <a:pt x="1711" y="1659"/>
                    <a:pt x="1743" y="1672"/>
                  </a:cubicBezTo>
                  <a:cubicBezTo>
                    <a:pt x="1777" y="1691"/>
                    <a:pt x="1790" y="1699"/>
                    <a:pt x="1799" y="1699"/>
                  </a:cubicBezTo>
                  <a:cubicBezTo>
                    <a:pt x="1806" y="1699"/>
                    <a:pt x="1810" y="1695"/>
                    <a:pt x="1816" y="1688"/>
                  </a:cubicBezTo>
                  <a:cubicBezTo>
                    <a:pt x="1824" y="1664"/>
                    <a:pt x="1662" y="1542"/>
                    <a:pt x="1549" y="1461"/>
                  </a:cubicBezTo>
                  <a:cubicBezTo>
                    <a:pt x="1490" y="1427"/>
                    <a:pt x="1462" y="1411"/>
                    <a:pt x="1465" y="1411"/>
                  </a:cubicBezTo>
                  <a:cubicBezTo>
                    <a:pt x="1468" y="1411"/>
                    <a:pt x="1498" y="1425"/>
                    <a:pt x="1557" y="1453"/>
                  </a:cubicBezTo>
                  <a:cubicBezTo>
                    <a:pt x="1588" y="1471"/>
                    <a:pt x="1605" y="1476"/>
                    <a:pt x="1615" y="1476"/>
                  </a:cubicBezTo>
                  <a:cubicBezTo>
                    <a:pt x="1623" y="1476"/>
                    <a:pt x="1626" y="1473"/>
                    <a:pt x="1630" y="1469"/>
                  </a:cubicBezTo>
                  <a:cubicBezTo>
                    <a:pt x="1607" y="1453"/>
                    <a:pt x="1604" y="1447"/>
                    <a:pt x="1608" y="1447"/>
                  </a:cubicBezTo>
                  <a:cubicBezTo>
                    <a:pt x="1614" y="1447"/>
                    <a:pt x="1635" y="1459"/>
                    <a:pt x="1630" y="1469"/>
                  </a:cubicBezTo>
                  <a:cubicBezTo>
                    <a:pt x="1687" y="1501"/>
                    <a:pt x="1679" y="1509"/>
                    <a:pt x="1679" y="1518"/>
                  </a:cubicBezTo>
                  <a:lnTo>
                    <a:pt x="1735" y="1558"/>
                  </a:lnTo>
                  <a:cubicBezTo>
                    <a:pt x="1787" y="1582"/>
                    <a:pt x="1818" y="1595"/>
                    <a:pt x="1828" y="1595"/>
                  </a:cubicBezTo>
                  <a:cubicBezTo>
                    <a:pt x="1842" y="1595"/>
                    <a:pt x="1817" y="1572"/>
                    <a:pt x="1752" y="1526"/>
                  </a:cubicBezTo>
                  <a:cubicBezTo>
                    <a:pt x="1724" y="1503"/>
                    <a:pt x="1712" y="1493"/>
                    <a:pt x="1719" y="1493"/>
                  </a:cubicBezTo>
                  <a:cubicBezTo>
                    <a:pt x="1723" y="1493"/>
                    <a:pt x="1739" y="1499"/>
                    <a:pt x="1768" y="1509"/>
                  </a:cubicBezTo>
                  <a:cubicBezTo>
                    <a:pt x="1810" y="1525"/>
                    <a:pt x="1849" y="1545"/>
                    <a:pt x="1855" y="1545"/>
                  </a:cubicBezTo>
                  <a:cubicBezTo>
                    <a:pt x="1858" y="1545"/>
                    <a:pt x="1852" y="1540"/>
                    <a:pt x="1833" y="1526"/>
                  </a:cubicBezTo>
                  <a:cubicBezTo>
                    <a:pt x="1833" y="1526"/>
                    <a:pt x="1837" y="1522"/>
                    <a:pt x="1848" y="1522"/>
                  </a:cubicBezTo>
                  <a:cubicBezTo>
                    <a:pt x="1859" y="1522"/>
                    <a:pt x="1877" y="1526"/>
                    <a:pt x="1906" y="1542"/>
                  </a:cubicBezTo>
                  <a:cubicBezTo>
                    <a:pt x="1922" y="1526"/>
                    <a:pt x="1930" y="1518"/>
                    <a:pt x="1873" y="1477"/>
                  </a:cubicBezTo>
                  <a:cubicBezTo>
                    <a:pt x="1816" y="1437"/>
                    <a:pt x="1824" y="1428"/>
                    <a:pt x="1833" y="1420"/>
                  </a:cubicBezTo>
                  <a:cubicBezTo>
                    <a:pt x="1833" y="1412"/>
                    <a:pt x="1841" y="1404"/>
                    <a:pt x="1784" y="1364"/>
                  </a:cubicBezTo>
                  <a:cubicBezTo>
                    <a:pt x="1735" y="1323"/>
                    <a:pt x="1687" y="1274"/>
                    <a:pt x="1703" y="1258"/>
                  </a:cubicBezTo>
                  <a:cubicBezTo>
                    <a:pt x="1683" y="1227"/>
                    <a:pt x="1673" y="1210"/>
                    <a:pt x="1681" y="1210"/>
                  </a:cubicBezTo>
                  <a:cubicBezTo>
                    <a:pt x="1689" y="1210"/>
                    <a:pt x="1717" y="1229"/>
                    <a:pt x="1776" y="1266"/>
                  </a:cubicBezTo>
                  <a:cubicBezTo>
                    <a:pt x="1809" y="1290"/>
                    <a:pt x="1826" y="1297"/>
                    <a:pt x="1836" y="1297"/>
                  </a:cubicBezTo>
                  <a:cubicBezTo>
                    <a:pt x="1842" y="1297"/>
                    <a:pt x="1845" y="1294"/>
                    <a:pt x="1849" y="1291"/>
                  </a:cubicBezTo>
                  <a:cubicBezTo>
                    <a:pt x="1849" y="1291"/>
                    <a:pt x="1849" y="1290"/>
                    <a:pt x="1852" y="1290"/>
                  </a:cubicBezTo>
                  <a:cubicBezTo>
                    <a:pt x="1857" y="1290"/>
                    <a:pt x="1873" y="1294"/>
                    <a:pt x="1914" y="1323"/>
                  </a:cubicBezTo>
                  <a:cubicBezTo>
                    <a:pt x="1930" y="1331"/>
                    <a:pt x="1938" y="1335"/>
                    <a:pt x="1942" y="1335"/>
                  </a:cubicBezTo>
                  <a:cubicBezTo>
                    <a:pt x="1951" y="1335"/>
                    <a:pt x="1910" y="1303"/>
                    <a:pt x="1873" y="1266"/>
                  </a:cubicBezTo>
                  <a:lnTo>
                    <a:pt x="1768" y="1177"/>
                  </a:lnTo>
                  <a:lnTo>
                    <a:pt x="1768" y="1177"/>
                  </a:lnTo>
                  <a:cubicBezTo>
                    <a:pt x="1833" y="1209"/>
                    <a:pt x="1889" y="1250"/>
                    <a:pt x="1938" y="1291"/>
                  </a:cubicBezTo>
                  <a:cubicBezTo>
                    <a:pt x="1995" y="1331"/>
                    <a:pt x="2023" y="1353"/>
                    <a:pt x="2024" y="1353"/>
                  </a:cubicBezTo>
                  <a:cubicBezTo>
                    <a:pt x="2025" y="1353"/>
                    <a:pt x="1999" y="1331"/>
                    <a:pt x="1946" y="1282"/>
                  </a:cubicBezTo>
                  <a:cubicBezTo>
                    <a:pt x="1908" y="1250"/>
                    <a:pt x="1874" y="1208"/>
                    <a:pt x="1894" y="1208"/>
                  </a:cubicBezTo>
                  <a:cubicBezTo>
                    <a:pt x="1899" y="1208"/>
                    <a:pt x="1908" y="1211"/>
                    <a:pt x="1922" y="1218"/>
                  </a:cubicBezTo>
                  <a:cubicBezTo>
                    <a:pt x="1929" y="1210"/>
                    <a:pt x="1935" y="1204"/>
                    <a:pt x="1944" y="1204"/>
                  </a:cubicBezTo>
                  <a:cubicBezTo>
                    <a:pt x="1954" y="1204"/>
                    <a:pt x="1969" y="1212"/>
                    <a:pt x="1995" y="1234"/>
                  </a:cubicBezTo>
                  <a:cubicBezTo>
                    <a:pt x="2012" y="1248"/>
                    <a:pt x="2020" y="1254"/>
                    <a:pt x="2023" y="1254"/>
                  </a:cubicBezTo>
                  <a:cubicBezTo>
                    <a:pt x="2031" y="1254"/>
                    <a:pt x="2011" y="1226"/>
                    <a:pt x="2011" y="1226"/>
                  </a:cubicBezTo>
                  <a:cubicBezTo>
                    <a:pt x="1987" y="1193"/>
                    <a:pt x="1980" y="1176"/>
                    <a:pt x="1991" y="1176"/>
                  </a:cubicBezTo>
                  <a:cubicBezTo>
                    <a:pt x="1999" y="1176"/>
                    <a:pt x="2016" y="1184"/>
                    <a:pt x="2043" y="1201"/>
                  </a:cubicBezTo>
                  <a:cubicBezTo>
                    <a:pt x="2098" y="1236"/>
                    <a:pt x="2126" y="1256"/>
                    <a:pt x="2132" y="1256"/>
                  </a:cubicBezTo>
                  <a:cubicBezTo>
                    <a:pt x="2138" y="1256"/>
                    <a:pt x="2118" y="1232"/>
                    <a:pt x="2076" y="1177"/>
                  </a:cubicBezTo>
                  <a:cubicBezTo>
                    <a:pt x="2047" y="1144"/>
                    <a:pt x="2022" y="1113"/>
                    <a:pt x="2025" y="1113"/>
                  </a:cubicBezTo>
                  <a:cubicBezTo>
                    <a:pt x="2027" y="1113"/>
                    <a:pt x="2044" y="1129"/>
                    <a:pt x="2084" y="1169"/>
                  </a:cubicBezTo>
                  <a:cubicBezTo>
                    <a:pt x="2097" y="1182"/>
                    <a:pt x="2103" y="1187"/>
                    <a:pt x="2106" y="1187"/>
                  </a:cubicBezTo>
                  <a:cubicBezTo>
                    <a:pt x="2112" y="1187"/>
                    <a:pt x="2086" y="1144"/>
                    <a:pt x="2068" y="1096"/>
                  </a:cubicBezTo>
                  <a:cubicBezTo>
                    <a:pt x="2035" y="1039"/>
                    <a:pt x="1954" y="926"/>
                    <a:pt x="1914" y="869"/>
                  </a:cubicBezTo>
                  <a:cubicBezTo>
                    <a:pt x="1868" y="803"/>
                    <a:pt x="1851" y="775"/>
                    <a:pt x="1858" y="775"/>
                  </a:cubicBezTo>
                  <a:cubicBezTo>
                    <a:pt x="1863" y="775"/>
                    <a:pt x="1876" y="786"/>
                    <a:pt x="1897" y="804"/>
                  </a:cubicBezTo>
                  <a:cubicBezTo>
                    <a:pt x="1898" y="804"/>
                    <a:pt x="1899" y="803"/>
                    <a:pt x="1900" y="803"/>
                  </a:cubicBezTo>
                  <a:cubicBezTo>
                    <a:pt x="1913" y="803"/>
                    <a:pt x="1957" y="849"/>
                    <a:pt x="1995" y="901"/>
                  </a:cubicBezTo>
                  <a:cubicBezTo>
                    <a:pt x="2035" y="958"/>
                    <a:pt x="2019" y="966"/>
                    <a:pt x="2019" y="966"/>
                  </a:cubicBezTo>
                  <a:lnTo>
                    <a:pt x="2011" y="966"/>
                  </a:lnTo>
                  <a:cubicBezTo>
                    <a:pt x="2049" y="1019"/>
                    <a:pt x="2087" y="1072"/>
                    <a:pt x="2105" y="1072"/>
                  </a:cubicBezTo>
                  <a:cubicBezTo>
                    <a:pt x="2106" y="1072"/>
                    <a:pt x="2107" y="1072"/>
                    <a:pt x="2108" y="1072"/>
                  </a:cubicBezTo>
                  <a:cubicBezTo>
                    <a:pt x="2128" y="1095"/>
                    <a:pt x="2140" y="1107"/>
                    <a:pt x="2143" y="1107"/>
                  </a:cubicBezTo>
                  <a:cubicBezTo>
                    <a:pt x="2147" y="1107"/>
                    <a:pt x="2141" y="1093"/>
                    <a:pt x="2124" y="1064"/>
                  </a:cubicBezTo>
                  <a:lnTo>
                    <a:pt x="2124" y="1064"/>
                  </a:lnTo>
                  <a:cubicBezTo>
                    <a:pt x="2150" y="1094"/>
                    <a:pt x="2166" y="1106"/>
                    <a:pt x="2178" y="1106"/>
                  </a:cubicBezTo>
                  <a:cubicBezTo>
                    <a:pt x="2186" y="1106"/>
                    <a:pt x="2192" y="1102"/>
                    <a:pt x="2197" y="1096"/>
                  </a:cubicBezTo>
                  <a:cubicBezTo>
                    <a:pt x="2203" y="1093"/>
                    <a:pt x="2210" y="1090"/>
                    <a:pt x="2218" y="1090"/>
                  </a:cubicBezTo>
                  <a:cubicBezTo>
                    <a:pt x="2233" y="1090"/>
                    <a:pt x="2252" y="1100"/>
                    <a:pt x="2279" y="1137"/>
                  </a:cubicBezTo>
                  <a:cubicBezTo>
                    <a:pt x="2295" y="1128"/>
                    <a:pt x="2303" y="1128"/>
                    <a:pt x="2279" y="1064"/>
                  </a:cubicBezTo>
                  <a:cubicBezTo>
                    <a:pt x="2240" y="991"/>
                    <a:pt x="2230" y="962"/>
                    <a:pt x="2233" y="962"/>
                  </a:cubicBezTo>
                  <a:cubicBezTo>
                    <a:pt x="2236" y="962"/>
                    <a:pt x="2244" y="976"/>
                    <a:pt x="2254" y="999"/>
                  </a:cubicBezTo>
                  <a:cubicBezTo>
                    <a:pt x="2294" y="1061"/>
                    <a:pt x="2351" y="1099"/>
                    <a:pt x="2390" y="1099"/>
                  </a:cubicBezTo>
                  <a:cubicBezTo>
                    <a:pt x="2421" y="1099"/>
                    <a:pt x="2439" y="1073"/>
                    <a:pt x="2424" y="1015"/>
                  </a:cubicBezTo>
                  <a:lnTo>
                    <a:pt x="2441" y="1007"/>
                  </a:lnTo>
                  <a:cubicBezTo>
                    <a:pt x="2459" y="1032"/>
                    <a:pt x="2480" y="1045"/>
                    <a:pt x="2499" y="1045"/>
                  </a:cubicBezTo>
                  <a:cubicBezTo>
                    <a:pt x="2521" y="1045"/>
                    <a:pt x="2538" y="1026"/>
                    <a:pt x="2538" y="991"/>
                  </a:cubicBezTo>
                  <a:lnTo>
                    <a:pt x="2562" y="982"/>
                  </a:lnTo>
                  <a:cubicBezTo>
                    <a:pt x="2582" y="1010"/>
                    <a:pt x="2594" y="1024"/>
                    <a:pt x="2601" y="1024"/>
                  </a:cubicBezTo>
                  <a:cubicBezTo>
                    <a:pt x="2609" y="1024"/>
                    <a:pt x="2611" y="1008"/>
                    <a:pt x="2611" y="974"/>
                  </a:cubicBezTo>
                  <a:cubicBezTo>
                    <a:pt x="2605" y="923"/>
                    <a:pt x="2599" y="875"/>
                    <a:pt x="2599" y="875"/>
                  </a:cubicBezTo>
                  <a:lnTo>
                    <a:pt x="2599" y="875"/>
                  </a:lnTo>
                  <a:cubicBezTo>
                    <a:pt x="2599" y="875"/>
                    <a:pt x="2600" y="883"/>
                    <a:pt x="2603" y="901"/>
                  </a:cubicBezTo>
                  <a:cubicBezTo>
                    <a:pt x="2616" y="961"/>
                    <a:pt x="2635" y="967"/>
                    <a:pt x="2663" y="967"/>
                  </a:cubicBezTo>
                  <a:cubicBezTo>
                    <a:pt x="2670" y="967"/>
                    <a:pt x="2677" y="966"/>
                    <a:pt x="2684" y="966"/>
                  </a:cubicBezTo>
                  <a:cubicBezTo>
                    <a:pt x="2724" y="958"/>
                    <a:pt x="2724" y="958"/>
                    <a:pt x="2708" y="893"/>
                  </a:cubicBezTo>
                  <a:cubicBezTo>
                    <a:pt x="2718" y="871"/>
                    <a:pt x="2727" y="861"/>
                    <a:pt x="2734" y="861"/>
                  </a:cubicBezTo>
                  <a:cubicBezTo>
                    <a:pt x="2750" y="861"/>
                    <a:pt x="2759" y="908"/>
                    <a:pt x="2765" y="958"/>
                  </a:cubicBezTo>
                  <a:cubicBezTo>
                    <a:pt x="2765" y="1016"/>
                    <a:pt x="2770" y="1048"/>
                    <a:pt x="2774" y="1048"/>
                  </a:cubicBezTo>
                  <a:cubicBezTo>
                    <a:pt x="2779" y="1048"/>
                    <a:pt x="2782" y="998"/>
                    <a:pt x="2773" y="885"/>
                  </a:cubicBezTo>
                  <a:cubicBezTo>
                    <a:pt x="2773" y="803"/>
                    <a:pt x="2782" y="770"/>
                    <a:pt x="2790" y="770"/>
                  </a:cubicBezTo>
                  <a:cubicBezTo>
                    <a:pt x="2796" y="770"/>
                    <a:pt x="2802" y="786"/>
                    <a:pt x="2806" y="812"/>
                  </a:cubicBezTo>
                  <a:cubicBezTo>
                    <a:pt x="2814" y="885"/>
                    <a:pt x="2797" y="885"/>
                    <a:pt x="2789" y="885"/>
                  </a:cubicBezTo>
                  <a:cubicBezTo>
                    <a:pt x="2789" y="885"/>
                    <a:pt x="2797" y="950"/>
                    <a:pt x="2806" y="1023"/>
                  </a:cubicBezTo>
                  <a:cubicBezTo>
                    <a:pt x="2814" y="1023"/>
                    <a:pt x="2814" y="1023"/>
                    <a:pt x="2814" y="950"/>
                  </a:cubicBezTo>
                  <a:cubicBezTo>
                    <a:pt x="2814" y="950"/>
                    <a:pt x="2830" y="950"/>
                    <a:pt x="2838" y="885"/>
                  </a:cubicBezTo>
                  <a:cubicBezTo>
                    <a:pt x="2838" y="812"/>
                    <a:pt x="2838" y="747"/>
                    <a:pt x="2822" y="682"/>
                  </a:cubicBezTo>
                  <a:cubicBezTo>
                    <a:pt x="2797" y="610"/>
                    <a:pt x="2814" y="610"/>
                    <a:pt x="2830" y="610"/>
                  </a:cubicBezTo>
                  <a:cubicBezTo>
                    <a:pt x="2854" y="674"/>
                    <a:pt x="2862" y="747"/>
                    <a:pt x="2854" y="812"/>
                  </a:cubicBezTo>
                  <a:cubicBezTo>
                    <a:pt x="2838" y="812"/>
                    <a:pt x="2846" y="885"/>
                    <a:pt x="2854" y="950"/>
                  </a:cubicBezTo>
                  <a:cubicBezTo>
                    <a:pt x="2854" y="961"/>
                    <a:pt x="2856" y="967"/>
                    <a:pt x="2858" y="967"/>
                  </a:cubicBezTo>
                  <a:cubicBezTo>
                    <a:pt x="2870" y="967"/>
                    <a:pt x="2904" y="854"/>
                    <a:pt x="2911" y="747"/>
                  </a:cubicBezTo>
                  <a:lnTo>
                    <a:pt x="2911" y="812"/>
                  </a:lnTo>
                  <a:cubicBezTo>
                    <a:pt x="2911" y="885"/>
                    <a:pt x="2927" y="885"/>
                    <a:pt x="2943" y="885"/>
                  </a:cubicBezTo>
                  <a:cubicBezTo>
                    <a:pt x="2960" y="885"/>
                    <a:pt x="2968" y="885"/>
                    <a:pt x="2968" y="820"/>
                  </a:cubicBezTo>
                  <a:cubicBezTo>
                    <a:pt x="2968" y="747"/>
                    <a:pt x="2976" y="682"/>
                    <a:pt x="2984" y="682"/>
                  </a:cubicBezTo>
                  <a:cubicBezTo>
                    <a:pt x="2976" y="634"/>
                    <a:pt x="2968" y="593"/>
                    <a:pt x="2976" y="545"/>
                  </a:cubicBezTo>
                  <a:lnTo>
                    <a:pt x="2976" y="545"/>
                  </a:lnTo>
                  <a:cubicBezTo>
                    <a:pt x="2992" y="593"/>
                    <a:pt x="3000" y="634"/>
                    <a:pt x="3000" y="682"/>
                  </a:cubicBezTo>
                  <a:cubicBezTo>
                    <a:pt x="3016" y="820"/>
                    <a:pt x="3024" y="893"/>
                    <a:pt x="3057" y="901"/>
                  </a:cubicBezTo>
                  <a:cubicBezTo>
                    <a:pt x="3073" y="901"/>
                    <a:pt x="3097" y="910"/>
                    <a:pt x="3097" y="982"/>
                  </a:cubicBezTo>
                  <a:cubicBezTo>
                    <a:pt x="3100" y="982"/>
                    <a:pt x="3103" y="983"/>
                    <a:pt x="3106" y="983"/>
                  </a:cubicBezTo>
                  <a:cubicBezTo>
                    <a:pt x="3117" y="983"/>
                    <a:pt x="3125" y="977"/>
                    <a:pt x="3138" y="918"/>
                  </a:cubicBezTo>
                  <a:lnTo>
                    <a:pt x="3154" y="926"/>
                  </a:lnTo>
                  <a:cubicBezTo>
                    <a:pt x="3150" y="960"/>
                    <a:pt x="3152" y="979"/>
                    <a:pt x="3158" y="979"/>
                  </a:cubicBezTo>
                  <a:cubicBezTo>
                    <a:pt x="3163" y="979"/>
                    <a:pt x="3171" y="964"/>
                    <a:pt x="3178" y="934"/>
                  </a:cubicBezTo>
                  <a:cubicBezTo>
                    <a:pt x="3188" y="914"/>
                    <a:pt x="3195" y="907"/>
                    <a:pt x="3199" y="907"/>
                  </a:cubicBezTo>
                  <a:cubicBezTo>
                    <a:pt x="3207" y="907"/>
                    <a:pt x="3205" y="942"/>
                    <a:pt x="3211" y="942"/>
                  </a:cubicBezTo>
                  <a:cubicBezTo>
                    <a:pt x="3200" y="1005"/>
                    <a:pt x="3194" y="1039"/>
                    <a:pt x="3195" y="1039"/>
                  </a:cubicBezTo>
                  <a:cubicBezTo>
                    <a:pt x="3197" y="1039"/>
                    <a:pt x="3209" y="991"/>
                    <a:pt x="3235" y="885"/>
                  </a:cubicBezTo>
                  <a:cubicBezTo>
                    <a:pt x="3260" y="837"/>
                    <a:pt x="3260" y="788"/>
                    <a:pt x="3243" y="739"/>
                  </a:cubicBezTo>
                  <a:lnTo>
                    <a:pt x="3211" y="731"/>
                  </a:lnTo>
                  <a:lnTo>
                    <a:pt x="3268" y="674"/>
                  </a:lnTo>
                  <a:cubicBezTo>
                    <a:pt x="3268" y="675"/>
                    <a:pt x="3269" y="675"/>
                    <a:pt x="3269" y="675"/>
                  </a:cubicBezTo>
                  <a:cubicBezTo>
                    <a:pt x="3280" y="675"/>
                    <a:pt x="3318" y="614"/>
                    <a:pt x="3341" y="553"/>
                  </a:cubicBezTo>
                  <a:cubicBezTo>
                    <a:pt x="3341" y="553"/>
                    <a:pt x="3355" y="495"/>
                    <a:pt x="3370" y="495"/>
                  </a:cubicBezTo>
                  <a:cubicBezTo>
                    <a:pt x="3371" y="495"/>
                    <a:pt x="3372" y="496"/>
                    <a:pt x="3373" y="496"/>
                  </a:cubicBezTo>
                  <a:lnTo>
                    <a:pt x="3333" y="626"/>
                  </a:lnTo>
                  <a:cubicBezTo>
                    <a:pt x="3300" y="691"/>
                    <a:pt x="3276" y="747"/>
                    <a:pt x="3260" y="820"/>
                  </a:cubicBezTo>
                  <a:cubicBezTo>
                    <a:pt x="3239" y="904"/>
                    <a:pt x="3235" y="964"/>
                    <a:pt x="3245" y="964"/>
                  </a:cubicBezTo>
                  <a:cubicBezTo>
                    <a:pt x="3251" y="964"/>
                    <a:pt x="3261" y="945"/>
                    <a:pt x="3276" y="901"/>
                  </a:cubicBezTo>
                  <a:cubicBezTo>
                    <a:pt x="3284" y="901"/>
                    <a:pt x="3284" y="901"/>
                    <a:pt x="3276" y="966"/>
                  </a:cubicBezTo>
                  <a:cubicBezTo>
                    <a:pt x="3265" y="995"/>
                    <a:pt x="3261" y="1012"/>
                    <a:pt x="3264" y="1012"/>
                  </a:cubicBezTo>
                  <a:cubicBezTo>
                    <a:pt x="3268" y="1012"/>
                    <a:pt x="3284" y="983"/>
                    <a:pt x="3316" y="910"/>
                  </a:cubicBezTo>
                  <a:cubicBezTo>
                    <a:pt x="3343" y="852"/>
                    <a:pt x="3361" y="823"/>
                    <a:pt x="3368" y="823"/>
                  </a:cubicBezTo>
                  <a:cubicBezTo>
                    <a:pt x="3376" y="823"/>
                    <a:pt x="3370" y="858"/>
                    <a:pt x="3349" y="926"/>
                  </a:cubicBezTo>
                  <a:cubicBezTo>
                    <a:pt x="3328" y="1013"/>
                    <a:pt x="3334" y="1052"/>
                    <a:pt x="3349" y="1052"/>
                  </a:cubicBezTo>
                  <a:cubicBezTo>
                    <a:pt x="3357" y="1052"/>
                    <a:pt x="3369" y="1039"/>
                    <a:pt x="3381" y="1015"/>
                  </a:cubicBezTo>
                  <a:cubicBezTo>
                    <a:pt x="3407" y="950"/>
                    <a:pt x="3428" y="924"/>
                    <a:pt x="3440" y="924"/>
                  </a:cubicBezTo>
                  <a:cubicBezTo>
                    <a:pt x="3451" y="924"/>
                    <a:pt x="3454" y="944"/>
                    <a:pt x="3446" y="974"/>
                  </a:cubicBezTo>
                  <a:cubicBezTo>
                    <a:pt x="3433" y="1010"/>
                    <a:pt x="3429" y="1029"/>
                    <a:pt x="3435" y="1029"/>
                  </a:cubicBezTo>
                  <a:cubicBezTo>
                    <a:pt x="3440" y="1029"/>
                    <a:pt x="3452" y="1016"/>
                    <a:pt x="3470" y="991"/>
                  </a:cubicBezTo>
                  <a:lnTo>
                    <a:pt x="3470" y="991"/>
                  </a:lnTo>
                  <a:cubicBezTo>
                    <a:pt x="3453" y="1038"/>
                    <a:pt x="3435" y="1085"/>
                    <a:pt x="3442" y="1085"/>
                  </a:cubicBezTo>
                  <a:cubicBezTo>
                    <a:pt x="3445" y="1085"/>
                    <a:pt x="3451" y="1079"/>
                    <a:pt x="3462" y="1064"/>
                  </a:cubicBezTo>
                  <a:cubicBezTo>
                    <a:pt x="3462" y="1064"/>
                    <a:pt x="3463" y="1064"/>
                    <a:pt x="3463" y="1064"/>
                  </a:cubicBezTo>
                  <a:cubicBezTo>
                    <a:pt x="3466" y="1064"/>
                    <a:pt x="3475" y="1058"/>
                    <a:pt x="3495" y="999"/>
                  </a:cubicBezTo>
                  <a:lnTo>
                    <a:pt x="3576" y="893"/>
                  </a:lnTo>
                  <a:cubicBezTo>
                    <a:pt x="3568" y="885"/>
                    <a:pt x="3600" y="828"/>
                    <a:pt x="3633" y="764"/>
                  </a:cubicBezTo>
                  <a:cubicBezTo>
                    <a:pt x="3639" y="752"/>
                    <a:pt x="3645" y="747"/>
                    <a:pt x="3649" y="747"/>
                  </a:cubicBezTo>
                  <a:cubicBezTo>
                    <a:pt x="3665" y="747"/>
                    <a:pt x="3657" y="834"/>
                    <a:pt x="3592" y="982"/>
                  </a:cubicBezTo>
                  <a:lnTo>
                    <a:pt x="3543" y="1112"/>
                  </a:lnTo>
                  <a:cubicBezTo>
                    <a:pt x="3576" y="1055"/>
                    <a:pt x="3608" y="999"/>
                    <a:pt x="3608" y="999"/>
                  </a:cubicBezTo>
                  <a:cubicBezTo>
                    <a:pt x="3616" y="999"/>
                    <a:pt x="3633" y="1007"/>
                    <a:pt x="3592" y="1064"/>
                  </a:cubicBezTo>
                  <a:cubicBezTo>
                    <a:pt x="3560" y="1128"/>
                    <a:pt x="3560" y="1120"/>
                    <a:pt x="3568" y="1128"/>
                  </a:cubicBezTo>
                  <a:cubicBezTo>
                    <a:pt x="3568" y="1128"/>
                    <a:pt x="3568" y="1129"/>
                    <a:pt x="3569" y="1129"/>
                  </a:cubicBezTo>
                  <a:cubicBezTo>
                    <a:pt x="3572" y="1129"/>
                    <a:pt x="3583" y="1124"/>
                    <a:pt x="3608" y="1080"/>
                  </a:cubicBezTo>
                  <a:cubicBezTo>
                    <a:pt x="3650" y="1015"/>
                    <a:pt x="3668" y="987"/>
                    <a:pt x="3671" y="987"/>
                  </a:cubicBezTo>
                  <a:cubicBezTo>
                    <a:pt x="3673" y="987"/>
                    <a:pt x="3667" y="1003"/>
                    <a:pt x="3657" y="1031"/>
                  </a:cubicBezTo>
                  <a:cubicBezTo>
                    <a:pt x="3623" y="1091"/>
                    <a:pt x="3609" y="1122"/>
                    <a:pt x="3615" y="1122"/>
                  </a:cubicBezTo>
                  <a:cubicBezTo>
                    <a:pt x="3621" y="1122"/>
                    <a:pt x="3643" y="1097"/>
                    <a:pt x="3681" y="1047"/>
                  </a:cubicBezTo>
                  <a:cubicBezTo>
                    <a:pt x="3721" y="992"/>
                    <a:pt x="3741" y="963"/>
                    <a:pt x="3743" y="963"/>
                  </a:cubicBezTo>
                  <a:cubicBezTo>
                    <a:pt x="3745" y="963"/>
                    <a:pt x="3726" y="994"/>
                    <a:pt x="3689" y="1055"/>
                  </a:cubicBezTo>
                  <a:cubicBezTo>
                    <a:pt x="3657" y="1112"/>
                    <a:pt x="3624" y="1169"/>
                    <a:pt x="3633" y="1177"/>
                  </a:cubicBezTo>
                  <a:lnTo>
                    <a:pt x="3673" y="1120"/>
                  </a:lnTo>
                  <a:cubicBezTo>
                    <a:pt x="3713" y="1062"/>
                    <a:pt x="3736" y="1039"/>
                    <a:pt x="3743" y="1039"/>
                  </a:cubicBezTo>
                  <a:cubicBezTo>
                    <a:pt x="3749" y="1039"/>
                    <a:pt x="3744" y="1054"/>
                    <a:pt x="3730" y="1080"/>
                  </a:cubicBezTo>
                  <a:cubicBezTo>
                    <a:pt x="3706" y="1113"/>
                    <a:pt x="3696" y="1129"/>
                    <a:pt x="3705" y="1129"/>
                  </a:cubicBezTo>
                  <a:cubicBezTo>
                    <a:pt x="3711" y="1129"/>
                    <a:pt x="3727" y="1121"/>
                    <a:pt x="3754" y="1104"/>
                  </a:cubicBezTo>
                  <a:lnTo>
                    <a:pt x="3754" y="1104"/>
                  </a:lnTo>
                  <a:cubicBezTo>
                    <a:pt x="3770" y="1120"/>
                    <a:pt x="3778" y="1120"/>
                    <a:pt x="3730" y="1177"/>
                  </a:cubicBezTo>
                  <a:cubicBezTo>
                    <a:pt x="3688" y="1231"/>
                    <a:pt x="3668" y="1257"/>
                    <a:pt x="3670" y="1257"/>
                  </a:cubicBezTo>
                  <a:cubicBezTo>
                    <a:pt x="3672" y="1257"/>
                    <a:pt x="3694" y="1233"/>
                    <a:pt x="3738" y="1185"/>
                  </a:cubicBezTo>
                  <a:cubicBezTo>
                    <a:pt x="3760" y="1163"/>
                    <a:pt x="3774" y="1150"/>
                    <a:pt x="3779" y="1150"/>
                  </a:cubicBezTo>
                  <a:cubicBezTo>
                    <a:pt x="3785" y="1150"/>
                    <a:pt x="3780" y="1167"/>
                    <a:pt x="3762" y="1201"/>
                  </a:cubicBezTo>
                  <a:cubicBezTo>
                    <a:pt x="3740" y="1232"/>
                    <a:pt x="3730" y="1246"/>
                    <a:pt x="3735" y="1246"/>
                  </a:cubicBezTo>
                  <a:cubicBezTo>
                    <a:pt x="3738" y="1246"/>
                    <a:pt x="3752" y="1236"/>
                    <a:pt x="3778" y="1218"/>
                  </a:cubicBezTo>
                  <a:cubicBezTo>
                    <a:pt x="3868" y="1112"/>
                    <a:pt x="3916" y="1064"/>
                    <a:pt x="3908" y="1055"/>
                  </a:cubicBezTo>
                  <a:cubicBezTo>
                    <a:pt x="3900" y="1047"/>
                    <a:pt x="3900" y="1047"/>
                    <a:pt x="3941" y="999"/>
                  </a:cubicBezTo>
                  <a:lnTo>
                    <a:pt x="3957" y="1015"/>
                  </a:lnTo>
                  <a:cubicBezTo>
                    <a:pt x="3960" y="1019"/>
                    <a:pt x="3964" y="1022"/>
                    <a:pt x="3973" y="1022"/>
                  </a:cubicBezTo>
                  <a:cubicBezTo>
                    <a:pt x="3984" y="1022"/>
                    <a:pt x="4002" y="1017"/>
                    <a:pt x="4038" y="999"/>
                  </a:cubicBezTo>
                  <a:cubicBezTo>
                    <a:pt x="4095" y="970"/>
                    <a:pt x="4178" y="897"/>
                    <a:pt x="4152" y="897"/>
                  </a:cubicBezTo>
                  <a:cubicBezTo>
                    <a:pt x="4148" y="897"/>
                    <a:pt x="4143" y="899"/>
                    <a:pt x="4135" y="901"/>
                  </a:cubicBezTo>
                  <a:lnTo>
                    <a:pt x="4168" y="845"/>
                  </a:lnTo>
                  <a:cubicBezTo>
                    <a:pt x="4245" y="767"/>
                    <a:pt x="4275" y="724"/>
                    <a:pt x="4264" y="724"/>
                  </a:cubicBezTo>
                  <a:cubicBezTo>
                    <a:pt x="4255" y="724"/>
                    <a:pt x="4216" y="757"/>
                    <a:pt x="4151" y="828"/>
                  </a:cubicBezTo>
                  <a:cubicBezTo>
                    <a:pt x="4077" y="907"/>
                    <a:pt x="4043" y="944"/>
                    <a:pt x="4040" y="944"/>
                  </a:cubicBezTo>
                  <a:cubicBezTo>
                    <a:pt x="4037" y="944"/>
                    <a:pt x="4057" y="917"/>
                    <a:pt x="4095" y="869"/>
                  </a:cubicBezTo>
                  <a:cubicBezTo>
                    <a:pt x="4184" y="764"/>
                    <a:pt x="4176" y="755"/>
                    <a:pt x="4168" y="747"/>
                  </a:cubicBezTo>
                  <a:cubicBezTo>
                    <a:pt x="4151" y="731"/>
                    <a:pt x="4151" y="731"/>
                    <a:pt x="4200" y="682"/>
                  </a:cubicBezTo>
                  <a:cubicBezTo>
                    <a:pt x="4241" y="634"/>
                    <a:pt x="4273" y="569"/>
                    <a:pt x="4265" y="553"/>
                  </a:cubicBezTo>
                  <a:cubicBezTo>
                    <a:pt x="4260" y="551"/>
                    <a:pt x="4257" y="549"/>
                    <a:pt x="4254" y="549"/>
                  </a:cubicBezTo>
                  <a:cubicBezTo>
                    <a:pt x="4246" y="549"/>
                    <a:pt x="4238" y="560"/>
                    <a:pt x="4208" y="601"/>
                  </a:cubicBezTo>
                  <a:cubicBezTo>
                    <a:pt x="4196" y="622"/>
                    <a:pt x="4186" y="633"/>
                    <a:pt x="4180" y="633"/>
                  </a:cubicBezTo>
                  <a:cubicBezTo>
                    <a:pt x="4171" y="633"/>
                    <a:pt x="4178" y="598"/>
                    <a:pt x="4224" y="520"/>
                  </a:cubicBezTo>
                  <a:cubicBezTo>
                    <a:pt x="4238" y="496"/>
                    <a:pt x="4246" y="482"/>
                    <a:pt x="4244" y="482"/>
                  </a:cubicBezTo>
                  <a:cubicBezTo>
                    <a:pt x="4241" y="482"/>
                    <a:pt x="4219" y="508"/>
                    <a:pt x="4168" y="569"/>
                  </a:cubicBezTo>
                  <a:cubicBezTo>
                    <a:pt x="4131" y="616"/>
                    <a:pt x="4107" y="639"/>
                    <a:pt x="4097" y="639"/>
                  </a:cubicBezTo>
                  <a:cubicBezTo>
                    <a:pt x="4084" y="639"/>
                    <a:pt x="4095" y="604"/>
                    <a:pt x="4135" y="537"/>
                  </a:cubicBezTo>
                  <a:lnTo>
                    <a:pt x="4111" y="520"/>
                  </a:lnTo>
                  <a:cubicBezTo>
                    <a:pt x="4109" y="518"/>
                    <a:pt x="4107" y="518"/>
                    <a:pt x="4104" y="518"/>
                  </a:cubicBezTo>
                  <a:cubicBezTo>
                    <a:pt x="4085" y="518"/>
                    <a:pt x="4049" y="568"/>
                    <a:pt x="4014" y="618"/>
                  </a:cubicBezTo>
                  <a:cubicBezTo>
                    <a:pt x="3972" y="682"/>
                    <a:pt x="3954" y="710"/>
                    <a:pt x="3951" y="710"/>
                  </a:cubicBezTo>
                  <a:cubicBezTo>
                    <a:pt x="3948" y="710"/>
                    <a:pt x="3954" y="694"/>
                    <a:pt x="3965" y="666"/>
                  </a:cubicBezTo>
                  <a:cubicBezTo>
                    <a:pt x="3981" y="626"/>
                    <a:pt x="4005" y="585"/>
                    <a:pt x="4030" y="545"/>
                  </a:cubicBezTo>
                  <a:cubicBezTo>
                    <a:pt x="4070" y="488"/>
                    <a:pt x="4054" y="480"/>
                    <a:pt x="4046" y="472"/>
                  </a:cubicBezTo>
                  <a:cubicBezTo>
                    <a:pt x="4038" y="464"/>
                    <a:pt x="4029" y="456"/>
                    <a:pt x="4017" y="456"/>
                  </a:cubicBezTo>
                  <a:cubicBezTo>
                    <a:pt x="4006" y="456"/>
                    <a:pt x="3993" y="463"/>
                    <a:pt x="3977" y="480"/>
                  </a:cubicBezTo>
                  <a:lnTo>
                    <a:pt x="3977" y="480"/>
                  </a:lnTo>
                  <a:cubicBezTo>
                    <a:pt x="3986" y="468"/>
                    <a:pt x="3995" y="454"/>
                    <a:pt x="4005" y="439"/>
                  </a:cubicBezTo>
                  <a:cubicBezTo>
                    <a:pt x="3995" y="434"/>
                    <a:pt x="4009" y="406"/>
                    <a:pt x="4008" y="406"/>
                  </a:cubicBezTo>
                  <a:cubicBezTo>
                    <a:pt x="4007" y="406"/>
                    <a:pt x="4002" y="413"/>
                    <a:pt x="3989" y="431"/>
                  </a:cubicBezTo>
                  <a:cubicBezTo>
                    <a:pt x="3989" y="431"/>
                    <a:pt x="3981" y="423"/>
                    <a:pt x="3989" y="350"/>
                  </a:cubicBezTo>
                  <a:cubicBezTo>
                    <a:pt x="3989" y="330"/>
                    <a:pt x="3983" y="321"/>
                    <a:pt x="3972" y="321"/>
                  </a:cubicBezTo>
                  <a:cubicBezTo>
                    <a:pt x="3941" y="321"/>
                    <a:pt x="3877" y="400"/>
                    <a:pt x="3852" y="502"/>
                  </a:cubicBezTo>
                  <a:lnTo>
                    <a:pt x="3852" y="502"/>
                  </a:lnTo>
                  <a:cubicBezTo>
                    <a:pt x="3850" y="500"/>
                    <a:pt x="3847" y="498"/>
                    <a:pt x="3843" y="496"/>
                  </a:cubicBezTo>
                  <a:cubicBezTo>
                    <a:pt x="3842" y="496"/>
                    <a:pt x="3841" y="495"/>
                    <a:pt x="3840" y="495"/>
                  </a:cubicBezTo>
                  <a:cubicBezTo>
                    <a:pt x="3823" y="495"/>
                    <a:pt x="3795" y="553"/>
                    <a:pt x="3795" y="553"/>
                  </a:cubicBezTo>
                  <a:cubicBezTo>
                    <a:pt x="3774" y="589"/>
                    <a:pt x="3760" y="599"/>
                    <a:pt x="3750" y="599"/>
                  </a:cubicBezTo>
                  <a:cubicBezTo>
                    <a:pt x="3745" y="599"/>
                    <a:pt x="3741" y="596"/>
                    <a:pt x="3738" y="593"/>
                  </a:cubicBezTo>
                  <a:lnTo>
                    <a:pt x="3803" y="472"/>
                  </a:lnTo>
                  <a:cubicBezTo>
                    <a:pt x="3871" y="369"/>
                    <a:pt x="3898" y="302"/>
                    <a:pt x="3886" y="302"/>
                  </a:cubicBezTo>
                  <a:cubicBezTo>
                    <a:pt x="3879" y="302"/>
                    <a:pt x="3856" y="327"/>
                    <a:pt x="3819" y="386"/>
                  </a:cubicBezTo>
                  <a:lnTo>
                    <a:pt x="3819" y="386"/>
                  </a:lnTo>
                  <a:cubicBezTo>
                    <a:pt x="3826" y="372"/>
                    <a:pt x="3835" y="357"/>
                    <a:pt x="3843" y="342"/>
                  </a:cubicBezTo>
                  <a:cubicBezTo>
                    <a:pt x="3862" y="305"/>
                    <a:pt x="3864" y="286"/>
                    <a:pt x="3851" y="286"/>
                  </a:cubicBezTo>
                  <a:cubicBezTo>
                    <a:pt x="3841" y="286"/>
                    <a:pt x="3822" y="297"/>
                    <a:pt x="3795" y="318"/>
                  </a:cubicBezTo>
                  <a:cubicBezTo>
                    <a:pt x="3794" y="317"/>
                    <a:pt x="3794" y="317"/>
                    <a:pt x="3794" y="317"/>
                  </a:cubicBezTo>
                  <a:cubicBezTo>
                    <a:pt x="3781" y="317"/>
                    <a:pt x="3705" y="425"/>
                    <a:pt x="3681" y="480"/>
                  </a:cubicBezTo>
                  <a:cubicBezTo>
                    <a:pt x="3655" y="532"/>
                    <a:pt x="3645" y="537"/>
                    <a:pt x="3642" y="537"/>
                  </a:cubicBezTo>
                  <a:cubicBezTo>
                    <a:pt x="3641" y="537"/>
                    <a:pt x="3641" y="537"/>
                    <a:pt x="3641" y="537"/>
                  </a:cubicBezTo>
                  <a:cubicBezTo>
                    <a:pt x="3624" y="528"/>
                    <a:pt x="3624" y="528"/>
                    <a:pt x="3657" y="472"/>
                  </a:cubicBezTo>
                  <a:cubicBezTo>
                    <a:pt x="3688" y="406"/>
                    <a:pt x="3692" y="371"/>
                    <a:pt x="3679" y="371"/>
                  </a:cubicBezTo>
                  <a:cubicBezTo>
                    <a:pt x="3669" y="371"/>
                    <a:pt x="3646" y="395"/>
                    <a:pt x="3616" y="447"/>
                  </a:cubicBezTo>
                  <a:lnTo>
                    <a:pt x="3641" y="391"/>
                  </a:lnTo>
                  <a:cubicBezTo>
                    <a:pt x="3668" y="337"/>
                    <a:pt x="3678" y="277"/>
                    <a:pt x="3625" y="277"/>
                  </a:cubicBezTo>
                  <a:cubicBezTo>
                    <a:pt x="3614" y="277"/>
                    <a:pt x="3600" y="280"/>
                    <a:pt x="3584" y="285"/>
                  </a:cubicBezTo>
                  <a:cubicBezTo>
                    <a:pt x="3527" y="261"/>
                    <a:pt x="3478" y="245"/>
                    <a:pt x="3503" y="180"/>
                  </a:cubicBezTo>
                  <a:cubicBezTo>
                    <a:pt x="3508" y="166"/>
                    <a:pt x="3507" y="160"/>
                    <a:pt x="3503" y="160"/>
                  </a:cubicBezTo>
                  <a:cubicBezTo>
                    <a:pt x="3485" y="160"/>
                    <a:pt x="3408" y="247"/>
                    <a:pt x="3357" y="350"/>
                  </a:cubicBezTo>
                  <a:cubicBezTo>
                    <a:pt x="3373" y="285"/>
                    <a:pt x="3357" y="277"/>
                    <a:pt x="3333" y="269"/>
                  </a:cubicBezTo>
                  <a:cubicBezTo>
                    <a:pt x="3284" y="253"/>
                    <a:pt x="3284" y="253"/>
                    <a:pt x="3300" y="188"/>
                  </a:cubicBezTo>
                  <a:cubicBezTo>
                    <a:pt x="3324" y="123"/>
                    <a:pt x="3337" y="91"/>
                    <a:pt x="3335" y="91"/>
                  </a:cubicBezTo>
                  <a:cubicBezTo>
                    <a:pt x="3333" y="91"/>
                    <a:pt x="3316" y="123"/>
                    <a:pt x="3284" y="188"/>
                  </a:cubicBezTo>
                  <a:cubicBezTo>
                    <a:pt x="3269" y="234"/>
                    <a:pt x="3256" y="254"/>
                    <a:pt x="3246" y="254"/>
                  </a:cubicBezTo>
                  <a:cubicBezTo>
                    <a:pt x="3227" y="254"/>
                    <a:pt x="3220" y="190"/>
                    <a:pt x="3235" y="107"/>
                  </a:cubicBezTo>
                  <a:cubicBezTo>
                    <a:pt x="3251" y="34"/>
                    <a:pt x="3235" y="34"/>
                    <a:pt x="3203" y="26"/>
                  </a:cubicBezTo>
                  <a:cubicBezTo>
                    <a:pt x="3177" y="78"/>
                    <a:pt x="3156" y="83"/>
                    <a:pt x="3132" y="83"/>
                  </a:cubicBezTo>
                  <a:cubicBezTo>
                    <a:pt x="3126" y="83"/>
                    <a:pt x="3120" y="83"/>
                    <a:pt x="3114" y="83"/>
                  </a:cubicBezTo>
                  <a:cubicBezTo>
                    <a:pt x="3104" y="81"/>
                    <a:pt x="3096" y="80"/>
                    <a:pt x="3090" y="80"/>
                  </a:cubicBezTo>
                  <a:cubicBezTo>
                    <a:pt x="3064" y="80"/>
                    <a:pt x="3062" y="101"/>
                    <a:pt x="3049" y="212"/>
                  </a:cubicBezTo>
                  <a:cubicBezTo>
                    <a:pt x="3041" y="342"/>
                    <a:pt x="3024" y="342"/>
                    <a:pt x="3000" y="342"/>
                  </a:cubicBezTo>
                  <a:cubicBezTo>
                    <a:pt x="2984" y="342"/>
                    <a:pt x="2968" y="342"/>
                    <a:pt x="2976" y="269"/>
                  </a:cubicBezTo>
                  <a:cubicBezTo>
                    <a:pt x="2976" y="269"/>
                    <a:pt x="2960" y="204"/>
                    <a:pt x="2943" y="204"/>
                  </a:cubicBezTo>
                  <a:cubicBezTo>
                    <a:pt x="2927" y="204"/>
                    <a:pt x="2919" y="204"/>
                    <a:pt x="2919" y="131"/>
                  </a:cubicBezTo>
                  <a:cubicBezTo>
                    <a:pt x="2919" y="131"/>
                    <a:pt x="2903" y="66"/>
                    <a:pt x="2862" y="66"/>
                  </a:cubicBezTo>
                  <a:cubicBezTo>
                    <a:pt x="2830" y="66"/>
                    <a:pt x="2797" y="66"/>
                    <a:pt x="27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2"/>
            <p:cNvSpPr/>
            <p:nvPr/>
          </p:nvSpPr>
          <p:spPr>
            <a:xfrm>
              <a:off x="8210673" y="2565087"/>
              <a:ext cx="60262" cy="51850"/>
            </a:xfrm>
            <a:custGeom>
              <a:avLst/>
              <a:gdLst/>
              <a:ahLst/>
              <a:cxnLst/>
              <a:rect l="l" t="t" r="r" b="b"/>
              <a:pathLst>
                <a:path w="3496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90"/>
                    <a:pt x="2149" y="41"/>
                    <a:pt x="2149" y="0"/>
                  </a:cubicBezTo>
                  <a:close/>
                  <a:moveTo>
                    <a:pt x="1608" y="887"/>
                  </a:moveTo>
                  <a:cubicBezTo>
                    <a:pt x="1604" y="887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994"/>
                    <a:pt x="1665" y="1003"/>
                    <a:pt x="1671" y="1003"/>
                  </a:cubicBezTo>
                  <a:cubicBezTo>
                    <a:pt x="1674" y="1003"/>
                    <a:pt x="1676" y="1001"/>
                    <a:pt x="1679" y="998"/>
                  </a:cubicBezTo>
                  <a:cubicBezTo>
                    <a:pt x="1694" y="1011"/>
                    <a:pt x="1703" y="1016"/>
                    <a:pt x="1706" y="1016"/>
                  </a:cubicBezTo>
                  <a:cubicBezTo>
                    <a:pt x="1714" y="1016"/>
                    <a:pt x="1685" y="974"/>
                    <a:pt x="1655" y="933"/>
                  </a:cubicBezTo>
                  <a:cubicBezTo>
                    <a:pt x="1629" y="896"/>
                    <a:pt x="1616" y="887"/>
                    <a:pt x="1608" y="887"/>
                  </a:cubicBezTo>
                  <a:close/>
                  <a:moveTo>
                    <a:pt x="1736" y="957"/>
                  </a:moveTo>
                  <a:cubicBezTo>
                    <a:pt x="1760" y="990"/>
                    <a:pt x="1785" y="1038"/>
                    <a:pt x="1793" y="1079"/>
                  </a:cubicBezTo>
                  <a:cubicBezTo>
                    <a:pt x="1760" y="1046"/>
                    <a:pt x="1736" y="1006"/>
                    <a:pt x="1720" y="965"/>
                  </a:cubicBezTo>
                  <a:lnTo>
                    <a:pt x="1736" y="957"/>
                  </a:lnTo>
                  <a:close/>
                  <a:moveTo>
                    <a:pt x="2239" y="1014"/>
                  </a:moveTo>
                  <a:lnTo>
                    <a:pt x="2255" y="1079"/>
                  </a:lnTo>
                  <a:cubicBezTo>
                    <a:pt x="2263" y="1144"/>
                    <a:pt x="2255" y="1144"/>
                    <a:pt x="2255" y="1144"/>
                  </a:cubicBezTo>
                  <a:cubicBezTo>
                    <a:pt x="2247" y="1144"/>
                    <a:pt x="2247" y="1144"/>
                    <a:pt x="2239" y="1079"/>
                  </a:cubicBezTo>
                  <a:cubicBezTo>
                    <a:pt x="2239" y="1079"/>
                    <a:pt x="2231" y="1014"/>
                    <a:pt x="2239" y="1014"/>
                  </a:cubicBezTo>
                  <a:close/>
                  <a:moveTo>
                    <a:pt x="2133" y="884"/>
                  </a:moveTo>
                  <a:lnTo>
                    <a:pt x="2133" y="884"/>
                  </a:lnTo>
                  <a:cubicBezTo>
                    <a:pt x="2149" y="925"/>
                    <a:pt x="2166" y="965"/>
                    <a:pt x="2174" y="1014"/>
                  </a:cubicBezTo>
                  <a:cubicBezTo>
                    <a:pt x="2206" y="1144"/>
                    <a:pt x="2206" y="1144"/>
                    <a:pt x="2198" y="1144"/>
                  </a:cubicBezTo>
                  <a:cubicBezTo>
                    <a:pt x="2197" y="1144"/>
                    <a:pt x="2195" y="1144"/>
                    <a:pt x="2194" y="1144"/>
                  </a:cubicBezTo>
                  <a:cubicBezTo>
                    <a:pt x="2189" y="1144"/>
                    <a:pt x="2187" y="1138"/>
                    <a:pt x="2174" y="1079"/>
                  </a:cubicBezTo>
                  <a:lnTo>
                    <a:pt x="2174" y="1079"/>
                  </a:lnTo>
                  <a:cubicBezTo>
                    <a:pt x="2179" y="1098"/>
                    <a:pt x="2181" y="1106"/>
                    <a:pt x="2182" y="1106"/>
                  </a:cubicBezTo>
                  <a:cubicBezTo>
                    <a:pt x="2184" y="1106"/>
                    <a:pt x="2175" y="1060"/>
                    <a:pt x="2158" y="1014"/>
                  </a:cubicBezTo>
                  <a:lnTo>
                    <a:pt x="2133" y="884"/>
                  </a:lnTo>
                  <a:close/>
                  <a:moveTo>
                    <a:pt x="1963" y="1071"/>
                  </a:moveTo>
                  <a:lnTo>
                    <a:pt x="2028" y="1192"/>
                  </a:lnTo>
                  <a:cubicBezTo>
                    <a:pt x="2052" y="1249"/>
                    <a:pt x="2085" y="1314"/>
                    <a:pt x="2109" y="1371"/>
                  </a:cubicBezTo>
                  <a:cubicBezTo>
                    <a:pt x="2112" y="1375"/>
                    <a:pt x="2114" y="1380"/>
                    <a:pt x="2117" y="1385"/>
                  </a:cubicBezTo>
                  <a:lnTo>
                    <a:pt x="2117" y="1385"/>
                  </a:lnTo>
                  <a:cubicBezTo>
                    <a:pt x="2103" y="1362"/>
                    <a:pt x="2087" y="1341"/>
                    <a:pt x="2068" y="1322"/>
                  </a:cubicBezTo>
                  <a:lnTo>
                    <a:pt x="2060" y="1322"/>
                  </a:lnTo>
                  <a:lnTo>
                    <a:pt x="2036" y="1257"/>
                  </a:lnTo>
                  <a:cubicBezTo>
                    <a:pt x="2028" y="1217"/>
                    <a:pt x="2012" y="1168"/>
                    <a:pt x="1987" y="1127"/>
                  </a:cubicBezTo>
                  <a:cubicBezTo>
                    <a:pt x="1987" y="1127"/>
                    <a:pt x="1963" y="1071"/>
                    <a:pt x="1963" y="1071"/>
                  </a:cubicBezTo>
                  <a:close/>
                  <a:moveTo>
                    <a:pt x="2385" y="1200"/>
                  </a:moveTo>
                  <a:cubicBezTo>
                    <a:pt x="2385" y="1249"/>
                    <a:pt x="2385" y="1290"/>
                    <a:pt x="2376" y="1338"/>
                  </a:cubicBezTo>
                  <a:cubicBezTo>
                    <a:pt x="2372" y="1375"/>
                    <a:pt x="2369" y="1390"/>
                    <a:pt x="2368" y="1390"/>
                  </a:cubicBezTo>
                  <a:cubicBezTo>
                    <a:pt x="2366" y="1390"/>
                    <a:pt x="2373" y="1293"/>
                    <a:pt x="2385" y="1200"/>
                  </a:cubicBezTo>
                  <a:close/>
                  <a:moveTo>
                    <a:pt x="1477" y="1346"/>
                  </a:moveTo>
                  <a:cubicBezTo>
                    <a:pt x="1533" y="1379"/>
                    <a:pt x="1560" y="1399"/>
                    <a:pt x="1551" y="1399"/>
                  </a:cubicBezTo>
                  <a:cubicBezTo>
                    <a:pt x="1544" y="1399"/>
                    <a:pt x="1517" y="1388"/>
                    <a:pt x="1468" y="1362"/>
                  </a:cubicBezTo>
                  <a:lnTo>
                    <a:pt x="1468" y="1362"/>
                  </a:lnTo>
                  <a:lnTo>
                    <a:pt x="1468" y="1354"/>
                  </a:lnTo>
                  <a:lnTo>
                    <a:pt x="1477" y="1346"/>
                  </a:lnTo>
                  <a:close/>
                  <a:moveTo>
                    <a:pt x="1509" y="1281"/>
                  </a:moveTo>
                  <a:lnTo>
                    <a:pt x="1614" y="1363"/>
                  </a:lnTo>
                  <a:cubicBezTo>
                    <a:pt x="1706" y="1431"/>
                    <a:pt x="1746" y="1461"/>
                    <a:pt x="1743" y="1461"/>
                  </a:cubicBezTo>
                  <a:cubicBezTo>
                    <a:pt x="1740" y="1461"/>
                    <a:pt x="1713" y="1443"/>
                    <a:pt x="1663" y="1411"/>
                  </a:cubicBezTo>
                  <a:cubicBezTo>
                    <a:pt x="1606" y="1379"/>
                    <a:pt x="1549" y="1338"/>
                    <a:pt x="1501" y="1290"/>
                  </a:cubicBezTo>
                  <a:cubicBezTo>
                    <a:pt x="1509" y="1290"/>
                    <a:pt x="1509" y="1281"/>
                    <a:pt x="1509" y="1281"/>
                  </a:cubicBezTo>
                  <a:close/>
                  <a:moveTo>
                    <a:pt x="2328" y="1419"/>
                  </a:moveTo>
                  <a:cubicBezTo>
                    <a:pt x="2328" y="1452"/>
                    <a:pt x="2330" y="1468"/>
                    <a:pt x="2331" y="1468"/>
                  </a:cubicBezTo>
                  <a:cubicBezTo>
                    <a:pt x="2332" y="1468"/>
                    <a:pt x="2332" y="1452"/>
                    <a:pt x="2328" y="1419"/>
                  </a:cubicBezTo>
                  <a:close/>
                  <a:moveTo>
                    <a:pt x="2239" y="1419"/>
                  </a:moveTo>
                  <a:cubicBezTo>
                    <a:pt x="2263" y="1484"/>
                    <a:pt x="2263" y="1484"/>
                    <a:pt x="2263" y="1484"/>
                  </a:cubicBezTo>
                  <a:lnTo>
                    <a:pt x="2247" y="1419"/>
                  </a:lnTo>
                  <a:close/>
                  <a:moveTo>
                    <a:pt x="2263" y="1411"/>
                  </a:moveTo>
                  <a:lnTo>
                    <a:pt x="2263" y="1411"/>
                  </a:lnTo>
                  <a:cubicBezTo>
                    <a:pt x="2271" y="1484"/>
                    <a:pt x="2271" y="1484"/>
                    <a:pt x="2279" y="1484"/>
                  </a:cubicBezTo>
                  <a:cubicBezTo>
                    <a:pt x="2279" y="1460"/>
                    <a:pt x="2271" y="1435"/>
                    <a:pt x="2263" y="1411"/>
                  </a:cubicBezTo>
                  <a:close/>
                  <a:moveTo>
                    <a:pt x="1736" y="1419"/>
                  </a:moveTo>
                  <a:lnTo>
                    <a:pt x="1793" y="1452"/>
                  </a:lnTo>
                  <a:cubicBezTo>
                    <a:pt x="1849" y="1492"/>
                    <a:pt x="1841" y="1492"/>
                    <a:pt x="1841" y="1500"/>
                  </a:cubicBezTo>
                  <a:lnTo>
                    <a:pt x="1785" y="1460"/>
                  </a:lnTo>
                  <a:lnTo>
                    <a:pt x="1736" y="1419"/>
                  </a:lnTo>
                  <a:close/>
                  <a:moveTo>
                    <a:pt x="1468" y="1517"/>
                  </a:moveTo>
                  <a:lnTo>
                    <a:pt x="1590" y="1565"/>
                  </a:lnTo>
                  <a:lnTo>
                    <a:pt x="1590" y="1573"/>
                  </a:lnTo>
                  <a:cubicBezTo>
                    <a:pt x="1549" y="1565"/>
                    <a:pt x="1509" y="1549"/>
                    <a:pt x="1468" y="1525"/>
                  </a:cubicBezTo>
                  <a:lnTo>
                    <a:pt x="1468" y="1517"/>
                  </a:lnTo>
                  <a:close/>
                  <a:moveTo>
                    <a:pt x="2636" y="1476"/>
                  </a:moveTo>
                  <a:lnTo>
                    <a:pt x="2547" y="1581"/>
                  </a:lnTo>
                  <a:cubicBezTo>
                    <a:pt x="2571" y="1541"/>
                    <a:pt x="2603" y="1508"/>
                    <a:pt x="2636" y="1476"/>
                  </a:cubicBezTo>
                  <a:close/>
                  <a:moveTo>
                    <a:pt x="2944" y="1508"/>
                  </a:moveTo>
                  <a:lnTo>
                    <a:pt x="2944" y="1508"/>
                  </a:lnTo>
                  <a:cubicBezTo>
                    <a:pt x="2895" y="1541"/>
                    <a:pt x="2839" y="1573"/>
                    <a:pt x="2774" y="1598"/>
                  </a:cubicBezTo>
                  <a:cubicBezTo>
                    <a:pt x="2774" y="1598"/>
                    <a:pt x="2774" y="1598"/>
                    <a:pt x="2831" y="1565"/>
                  </a:cubicBezTo>
                  <a:cubicBezTo>
                    <a:pt x="2871" y="1541"/>
                    <a:pt x="2903" y="1525"/>
                    <a:pt x="2944" y="1508"/>
                  </a:cubicBezTo>
                  <a:close/>
                  <a:moveTo>
                    <a:pt x="1663" y="1541"/>
                  </a:moveTo>
                  <a:cubicBezTo>
                    <a:pt x="1728" y="1565"/>
                    <a:pt x="1785" y="1598"/>
                    <a:pt x="1841" y="1630"/>
                  </a:cubicBezTo>
                  <a:cubicBezTo>
                    <a:pt x="1866" y="1644"/>
                    <a:pt x="1880" y="1652"/>
                    <a:pt x="1879" y="1652"/>
                  </a:cubicBezTo>
                  <a:cubicBezTo>
                    <a:pt x="1877" y="1652"/>
                    <a:pt x="1849" y="1638"/>
                    <a:pt x="1785" y="1606"/>
                  </a:cubicBezTo>
                  <a:lnTo>
                    <a:pt x="1663" y="1541"/>
                  </a:lnTo>
                  <a:close/>
                  <a:moveTo>
                    <a:pt x="1308" y="1621"/>
                  </a:moveTo>
                  <a:cubicBezTo>
                    <a:pt x="1318" y="1621"/>
                    <a:pt x="1363" y="1647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5"/>
                    <a:pt x="1278" y="1625"/>
                  </a:cubicBezTo>
                  <a:cubicBezTo>
                    <a:pt x="1281" y="1625"/>
                    <a:pt x="1290" y="1626"/>
                    <a:pt x="1306" y="1630"/>
                  </a:cubicBezTo>
                  <a:lnTo>
                    <a:pt x="1306" y="1622"/>
                  </a:lnTo>
                  <a:cubicBezTo>
                    <a:pt x="1306" y="1621"/>
                    <a:pt x="1307" y="1621"/>
                    <a:pt x="1308" y="1621"/>
                  </a:cubicBezTo>
                  <a:close/>
                  <a:moveTo>
                    <a:pt x="3171" y="1622"/>
                  </a:moveTo>
                  <a:lnTo>
                    <a:pt x="3106" y="1638"/>
                  </a:lnTo>
                  <a:cubicBezTo>
                    <a:pt x="3071" y="1648"/>
                    <a:pt x="3033" y="1655"/>
                    <a:pt x="3024" y="1655"/>
                  </a:cubicBezTo>
                  <a:cubicBezTo>
                    <a:pt x="3019" y="1655"/>
                    <a:pt x="3025" y="1652"/>
                    <a:pt x="3049" y="1646"/>
                  </a:cubicBezTo>
                  <a:cubicBezTo>
                    <a:pt x="3049" y="1646"/>
                    <a:pt x="3106" y="1630"/>
                    <a:pt x="3171" y="1622"/>
                  </a:cubicBezTo>
                  <a:close/>
                  <a:moveTo>
                    <a:pt x="1921" y="1755"/>
                  </a:moveTo>
                  <a:cubicBezTo>
                    <a:pt x="1924" y="1755"/>
                    <a:pt x="1945" y="1758"/>
                    <a:pt x="1995" y="1768"/>
                  </a:cubicBezTo>
                  <a:cubicBezTo>
                    <a:pt x="1956" y="1763"/>
                    <a:pt x="1917" y="1755"/>
                    <a:pt x="1921" y="1755"/>
                  </a:cubicBezTo>
                  <a:close/>
                  <a:moveTo>
                    <a:pt x="1614" y="1735"/>
                  </a:moveTo>
                  <a:cubicBezTo>
                    <a:pt x="1655" y="1735"/>
                    <a:pt x="1695" y="1744"/>
                    <a:pt x="1736" y="1760"/>
                  </a:cubicBezTo>
                  <a:cubicBezTo>
                    <a:pt x="1759" y="1766"/>
                    <a:pt x="1766" y="1768"/>
                    <a:pt x="1759" y="1768"/>
                  </a:cubicBezTo>
                  <a:cubicBezTo>
                    <a:pt x="1747" y="1768"/>
                    <a:pt x="1690" y="1759"/>
                    <a:pt x="1606" y="1744"/>
                  </a:cubicBezTo>
                  <a:lnTo>
                    <a:pt x="1614" y="1735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2" y="1806"/>
                    <a:pt x="1695" y="1804"/>
                    <a:pt x="1663" y="1800"/>
                  </a:cubicBezTo>
                  <a:close/>
                  <a:moveTo>
                    <a:pt x="1914" y="1849"/>
                  </a:moveTo>
                  <a:lnTo>
                    <a:pt x="1785" y="1857"/>
                  </a:lnTo>
                  <a:lnTo>
                    <a:pt x="1849" y="1857"/>
                  </a:lnTo>
                  <a:cubicBezTo>
                    <a:pt x="1874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1533" y="1890"/>
                  </a:moveTo>
                  <a:cubicBezTo>
                    <a:pt x="1533" y="1898"/>
                    <a:pt x="1533" y="1906"/>
                    <a:pt x="1468" y="1906"/>
                  </a:cubicBezTo>
                  <a:cubicBezTo>
                    <a:pt x="1468" y="1906"/>
                    <a:pt x="1440" y="1909"/>
                    <a:pt x="1420" y="1909"/>
                  </a:cubicBezTo>
                  <a:cubicBezTo>
                    <a:pt x="1411" y="1909"/>
                    <a:pt x="1404" y="1908"/>
                    <a:pt x="1404" y="1906"/>
                  </a:cubicBezTo>
                  <a:cubicBezTo>
                    <a:pt x="1404" y="1898"/>
                    <a:pt x="1468" y="1890"/>
                    <a:pt x="1468" y="1890"/>
                  </a:cubicBezTo>
                  <a:close/>
                  <a:moveTo>
                    <a:pt x="3228" y="1930"/>
                  </a:moveTo>
                  <a:lnTo>
                    <a:pt x="3220" y="1938"/>
                  </a:lnTo>
                  <a:lnTo>
                    <a:pt x="3155" y="1938"/>
                  </a:lnTo>
                  <a:lnTo>
                    <a:pt x="3163" y="1930"/>
                  </a:lnTo>
                  <a:close/>
                  <a:moveTo>
                    <a:pt x="1785" y="1946"/>
                  </a:moveTo>
                  <a:cubicBezTo>
                    <a:pt x="1724" y="1958"/>
                    <a:pt x="1691" y="1965"/>
                    <a:pt x="1690" y="1965"/>
                  </a:cubicBezTo>
                  <a:cubicBezTo>
                    <a:pt x="1689" y="1965"/>
                    <a:pt x="1720" y="1958"/>
                    <a:pt x="1785" y="1946"/>
                  </a:cubicBezTo>
                  <a:close/>
                  <a:moveTo>
                    <a:pt x="3257" y="1961"/>
                  </a:moveTo>
                  <a:cubicBezTo>
                    <a:pt x="3253" y="1961"/>
                    <a:pt x="3257" y="1964"/>
                    <a:pt x="3285" y="1971"/>
                  </a:cubicBezTo>
                  <a:cubicBezTo>
                    <a:pt x="3285" y="1966"/>
                    <a:pt x="3263" y="1961"/>
                    <a:pt x="3257" y="1961"/>
                  </a:cubicBezTo>
                  <a:close/>
                  <a:moveTo>
                    <a:pt x="3151" y="1990"/>
                  </a:moveTo>
                  <a:cubicBezTo>
                    <a:pt x="3158" y="1990"/>
                    <a:pt x="3174" y="1994"/>
                    <a:pt x="3212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2"/>
                    <a:pt x="3147" y="1990"/>
                    <a:pt x="3151" y="1990"/>
                  </a:cubicBezTo>
                  <a:close/>
                  <a:moveTo>
                    <a:pt x="2385" y="2011"/>
                  </a:moveTo>
                  <a:cubicBezTo>
                    <a:pt x="2385" y="2011"/>
                    <a:pt x="2387" y="2020"/>
                    <a:pt x="2391" y="2034"/>
                  </a:cubicBezTo>
                  <a:lnTo>
                    <a:pt x="2391" y="2034"/>
                  </a:lnTo>
                  <a:cubicBezTo>
                    <a:pt x="2390" y="2026"/>
                    <a:pt x="2388" y="2018"/>
                    <a:pt x="2385" y="2011"/>
                  </a:cubicBezTo>
                  <a:close/>
                  <a:moveTo>
                    <a:pt x="1531" y="2006"/>
                  </a:moveTo>
                  <a:cubicBezTo>
                    <a:pt x="1536" y="2006"/>
                    <a:pt x="1538" y="2008"/>
                    <a:pt x="1541" y="2011"/>
                  </a:cubicBezTo>
                  <a:cubicBezTo>
                    <a:pt x="1541" y="2019"/>
                    <a:pt x="1477" y="2027"/>
                    <a:pt x="1477" y="2027"/>
                  </a:cubicBezTo>
                  <a:cubicBezTo>
                    <a:pt x="1459" y="2032"/>
                    <a:pt x="1452" y="2034"/>
                    <a:pt x="1451" y="2034"/>
                  </a:cubicBezTo>
                  <a:cubicBezTo>
                    <a:pt x="1450" y="2034"/>
                    <a:pt x="1477" y="2025"/>
                    <a:pt x="1477" y="2019"/>
                  </a:cubicBezTo>
                  <a:cubicBezTo>
                    <a:pt x="1510" y="2010"/>
                    <a:pt x="1524" y="2006"/>
                    <a:pt x="1531" y="2006"/>
                  </a:cubicBezTo>
                  <a:close/>
                  <a:moveTo>
                    <a:pt x="2733" y="2003"/>
                  </a:moveTo>
                  <a:cubicBezTo>
                    <a:pt x="2741" y="2003"/>
                    <a:pt x="2741" y="2003"/>
                    <a:pt x="2798" y="2027"/>
                  </a:cubicBezTo>
                  <a:cubicBezTo>
                    <a:pt x="2814" y="2035"/>
                    <a:pt x="2839" y="2044"/>
                    <a:pt x="2855" y="2052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2539" y="2035"/>
                  </a:moveTo>
                  <a:lnTo>
                    <a:pt x="2539" y="2035"/>
                  </a:lnTo>
                  <a:cubicBezTo>
                    <a:pt x="2547" y="2044"/>
                    <a:pt x="2555" y="2050"/>
                    <a:pt x="2563" y="2056"/>
                  </a:cubicBezTo>
                  <a:lnTo>
                    <a:pt x="2539" y="2035"/>
                  </a:lnTo>
                  <a:close/>
                  <a:moveTo>
                    <a:pt x="3092" y="2019"/>
                  </a:moveTo>
                  <a:cubicBezTo>
                    <a:pt x="3097" y="2019"/>
                    <a:pt x="3110" y="2022"/>
                    <a:pt x="3131" y="2027"/>
                  </a:cubicBezTo>
                  <a:cubicBezTo>
                    <a:pt x="3195" y="2044"/>
                    <a:pt x="3195" y="2044"/>
                    <a:pt x="3195" y="2052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8" y="2057"/>
                    <a:pt x="3164" y="2053"/>
                    <a:pt x="3131" y="2044"/>
                  </a:cubicBezTo>
                  <a:cubicBezTo>
                    <a:pt x="3094" y="2028"/>
                    <a:pt x="3081" y="2019"/>
                    <a:pt x="3092" y="2019"/>
                  </a:cubicBezTo>
                  <a:close/>
                  <a:moveTo>
                    <a:pt x="2563" y="2056"/>
                  </a:moveTo>
                  <a:lnTo>
                    <a:pt x="2587" y="2076"/>
                  </a:lnTo>
                  <a:cubicBezTo>
                    <a:pt x="2579" y="2068"/>
                    <a:pt x="2571" y="2062"/>
                    <a:pt x="2563" y="2056"/>
                  </a:cubicBezTo>
                  <a:close/>
                  <a:moveTo>
                    <a:pt x="3466" y="2078"/>
                  </a:moveTo>
                  <a:cubicBezTo>
                    <a:pt x="3483" y="2082"/>
                    <a:pt x="3491" y="2083"/>
                    <a:pt x="3493" y="2083"/>
                  </a:cubicBezTo>
                  <a:cubicBezTo>
                    <a:pt x="3495" y="2083"/>
                    <a:pt x="3486" y="2081"/>
                    <a:pt x="3466" y="2078"/>
                  </a:cubicBezTo>
                  <a:close/>
                  <a:moveTo>
                    <a:pt x="2559" y="2068"/>
                  </a:moveTo>
                  <a:lnTo>
                    <a:pt x="2559" y="2068"/>
                  </a:lnTo>
                  <a:cubicBezTo>
                    <a:pt x="2559" y="2068"/>
                    <a:pt x="2566" y="2074"/>
                    <a:pt x="2577" y="2085"/>
                  </a:cubicBezTo>
                  <a:lnTo>
                    <a:pt x="2577" y="2085"/>
                  </a:lnTo>
                  <a:cubicBezTo>
                    <a:pt x="2579" y="2085"/>
                    <a:pt x="2579" y="2084"/>
                    <a:pt x="2579" y="2084"/>
                  </a:cubicBezTo>
                  <a:cubicBezTo>
                    <a:pt x="2565" y="2072"/>
                    <a:pt x="2559" y="2068"/>
                    <a:pt x="2559" y="2068"/>
                  </a:cubicBezTo>
                  <a:close/>
                  <a:moveTo>
                    <a:pt x="1714" y="2060"/>
                  </a:moveTo>
                  <a:cubicBezTo>
                    <a:pt x="1725" y="2060"/>
                    <a:pt x="1700" y="2073"/>
                    <a:pt x="1622" y="2100"/>
                  </a:cubicBezTo>
                  <a:cubicBezTo>
                    <a:pt x="1581" y="2116"/>
                    <a:pt x="1566" y="2121"/>
                    <a:pt x="1561" y="2121"/>
                  </a:cubicBezTo>
                  <a:cubicBezTo>
                    <a:pt x="1558" y="2121"/>
                    <a:pt x="1558" y="2120"/>
                    <a:pt x="1558" y="2117"/>
                  </a:cubicBezTo>
                  <a:cubicBezTo>
                    <a:pt x="1558" y="2117"/>
                    <a:pt x="1614" y="2092"/>
                    <a:pt x="1679" y="2076"/>
                  </a:cubicBezTo>
                  <a:lnTo>
                    <a:pt x="1679" y="2068"/>
                  </a:lnTo>
                  <a:cubicBezTo>
                    <a:pt x="1697" y="2063"/>
                    <a:pt x="1709" y="2060"/>
                    <a:pt x="1714" y="2060"/>
                  </a:cubicBezTo>
                  <a:close/>
                  <a:moveTo>
                    <a:pt x="1687" y="2117"/>
                  </a:moveTo>
                  <a:lnTo>
                    <a:pt x="1687" y="2117"/>
                  </a:lnTo>
                  <a:cubicBezTo>
                    <a:pt x="1655" y="2141"/>
                    <a:pt x="1614" y="2157"/>
                    <a:pt x="1566" y="2165"/>
                  </a:cubicBezTo>
                  <a:lnTo>
                    <a:pt x="1631" y="2133"/>
                  </a:lnTo>
                  <a:lnTo>
                    <a:pt x="1687" y="2117"/>
                  </a:lnTo>
                  <a:close/>
                  <a:moveTo>
                    <a:pt x="1607" y="2180"/>
                  </a:moveTo>
                  <a:cubicBezTo>
                    <a:pt x="1610" y="2180"/>
                    <a:pt x="1590" y="2191"/>
                    <a:pt x="1584" y="2191"/>
                  </a:cubicBezTo>
                  <a:cubicBezTo>
                    <a:pt x="1583" y="2191"/>
                    <a:pt x="1582" y="2190"/>
                    <a:pt x="1582" y="2190"/>
                  </a:cubicBezTo>
                  <a:cubicBezTo>
                    <a:pt x="1598" y="2183"/>
                    <a:pt x="1605" y="2180"/>
                    <a:pt x="1607" y="2180"/>
                  </a:cubicBezTo>
                  <a:close/>
                  <a:moveTo>
                    <a:pt x="204" y="2181"/>
                  </a:moveTo>
                  <a:cubicBezTo>
                    <a:pt x="163" y="2181"/>
                    <a:pt x="114" y="2181"/>
                    <a:pt x="74" y="2190"/>
                  </a:cubicBezTo>
                  <a:cubicBezTo>
                    <a:pt x="1" y="2198"/>
                    <a:pt x="1" y="2214"/>
                    <a:pt x="139" y="2214"/>
                  </a:cubicBezTo>
                  <a:cubicBezTo>
                    <a:pt x="212" y="2198"/>
                    <a:pt x="212" y="2198"/>
                    <a:pt x="204" y="2181"/>
                  </a:cubicBezTo>
                  <a:close/>
                  <a:moveTo>
                    <a:pt x="2514" y="2181"/>
                  </a:moveTo>
                  <a:cubicBezTo>
                    <a:pt x="2547" y="2239"/>
                    <a:pt x="2561" y="2270"/>
                    <a:pt x="2560" y="2270"/>
                  </a:cubicBezTo>
                  <a:cubicBezTo>
                    <a:pt x="2558" y="2270"/>
                    <a:pt x="2542" y="2241"/>
                    <a:pt x="2514" y="2181"/>
                  </a:cubicBezTo>
                  <a:close/>
                  <a:moveTo>
                    <a:pt x="2344" y="1079"/>
                  </a:move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62" y="1441"/>
                    <a:pt x="2366" y="1481"/>
                    <a:pt x="2369" y="1481"/>
                  </a:cubicBezTo>
                  <a:cubicBezTo>
                    <a:pt x="2371" y="1481"/>
                    <a:pt x="2373" y="1461"/>
                    <a:pt x="2376" y="1403"/>
                  </a:cubicBezTo>
                  <a:cubicBezTo>
                    <a:pt x="2376" y="1387"/>
                    <a:pt x="2385" y="1363"/>
                    <a:pt x="2385" y="1338"/>
                  </a:cubicBezTo>
                  <a:cubicBezTo>
                    <a:pt x="2393" y="1363"/>
                    <a:pt x="2393" y="1387"/>
                    <a:pt x="2385" y="1411"/>
                  </a:cubicBezTo>
                  <a:cubicBezTo>
                    <a:pt x="2385" y="1476"/>
                    <a:pt x="2393" y="1476"/>
                    <a:pt x="2401" y="1484"/>
                  </a:cubicBezTo>
                  <a:cubicBezTo>
                    <a:pt x="2417" y="1492"/>
                    <a:pt x="2425" y="1492"/>
                    <a:pt x="2417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2" y="1587"/>
                    <a:pt x="2419" y="1576"/>
                    <a:pt x="2427" y="1576"/>
                  </a:cubicBezTo>
                  <a:cubicBezTo>
                    <a:pt x="2431" y="1576"/>
                    <a:pt x="2436" y="1579"/>
                    <a:pt x="2441" y="1581"/>
                  </a:cubicBezTo>
                  <a:cubicBezTo>
                    <a:pt x="2443" y="1584"/>
                    <a:pt x="2446" y="1585"/>
                    <a:pt x="2449" y="1585"/>
                  </a:cubicBezTo>
                  <a:cubicBezTo>
                    <a:pt x="2458" y="1585"/>
                    <a:pt x="2472" y="1573"/>
                    <a:pt x="2490" y="1525"/>
                  </a:cubicBezTo>
                  <a:lnTo>
                    <a:pt x="2498" y="1533"/>
                  </a:lnTo>
                  <a:cubicBezTo>
                    <a:pt x="2466" y="1598"/>
                    <a:pt x="2474" y="1598"/>
                    <a:pt x="2474" y="1598"/>
                  </a:cubicBezTo>
                  <a:cubicBezTo>
                    <a:pt x="2499" y="1554"/>
                    <a:pt x="2510" y="1549"/>
                    <a:pt x="2513" y="1549"/>
                  </a:cubicBezTo>
                  <a:cubicBezTo>
                    <a:pt x="2514" y="1549"/>
                    <a:pt x="2514" y="1549"/>
                    <a:pt x="2514" y="1549"/>
                  </a:cubicBezTo>
                  <a:cubicBezTo>
                    <a:pt x="2482" y="1606"/>
                    <a:pt x="2482" y="1606"/>
                    <a:pt x="2482" y="1606"/>
                  </a:cubicBezTo>
                  <a:cubicBezTo>
                    <a:pt x="2484" y="1608"/>
                    <a:pt x="2486" y="1610"/>
                    <a:pt x="2488" y="1610"/>
                  </a:cubicBezTo>
                  <a:cubicBezTo>
                    <a:pt x="2492" y="1610"/>
                    <a:pt x="2499" y="1598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9" y="1565"/>
                    <a:pt x="2506" y="1630"/>
                  </a:cubicBezTo>
                  <a:cubicBezTo>
                    <a:pt x="2494" y="1647"/>
                    <a:pt x="2489" y="1654"/>
                    <a:pt x="2489" y="1654"/>
                  </a:cubicBezTo>
                  <a:cubicBezTo>
                    <a:pt x="2490" y="1654"/>
                    <a:pt x="2518" y="1616"/>
                    <a:pt x="2547" y="1581"/>
                  </a:cubicBezTo>
                  <a:lnTo>
                    <a:pt x="2547" y="1581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14" y="1646"/>
                  </a:lnTo>
                  <a:cubicBezTo>
                    <a:pt x="2538" y="1613"/>
                    <a:pt x="2551" y="1602"/>
                    <a:pt x="2559" y="1602"/>
                  </a:cubicBezTo>
                  <a:cubicBezTo>
                    <a:pt x="2564" y="1602"/>
                    <a:pt x="2568" y="1607"/>
                    <a:pt x="2571" y="1614"/>
                  </a:cubicBezTo>
                  <a:cubicBezTo>
                    <a:pt x="2575" y="1621"/>
                    <a:pt x="2577" y="1627"/>
                    <a:pt x="2584" y="1627"/>
                  </a:cubicBezTo>
                  <a:cubicBezTo>
                    <a:pt x="2591" y="1627"/>
                    <a:pt x="2605" y="1619"/>
                    <a:pt x="2636" y="1598"/>
                  </a:cubicBezTo>
                  <a:cubicBezTo>
                    <a:pt x="2658" y="1575"/>
                    <a:pt x="2670" y="1565"/>
                    <a:pt x="2672" y="1565"/>
                  </a:cubicBezTo>
                  <a:lnTo>
                    <a:pt x="2672" y="1565"/>
                  </a:lnTo>
                  <a:cubicBezTo>
                    <a:pt x="2674" y="1565"/>
                    <a:pt x="2662" y="1579"/>
                    <a:pt x="2636" y="1606"/>
                  </a:cubicBezTo>
                  <a:cubicBezTo>
                    <a:pt x="2541" y="1695"/>
                    <a:pt x="2505" y="1727"/>
                    <a:pt x="2506" y="1727"/>
                  </a:cubicBezTo>
                  <a:cubicBezTo>
                    <a:pt x="2507" y="1727"/>
                    <a:pt x="2519" y="1717"/>
                    <a:pt x="2539" y="1703"/>
                  </a:cubicBezTo>
                  <a:cubicBezTo>
                    <a:pt x="2539" y="1703"/>
                    <a:pt x="2595" y="1663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6" y="1565"/>
                    <a:pt x="2699" y="1588"/>
                    <a:pt x="2644" y="1630"/>
                  </a:cubicBezTo>
                  <a:cubicBezTo>
                    <a:pt x="2591" y="1667"/>
                    <a:pt x="2581" y="1683"/>
                    <a:pt x="2598" y="1683"/>
                  </a:cubicBezTo>
                  <a:cubicBezTo>
                    <a:pt x="2616" y="1683"/>
                    <a:pt x="2660" y="1667"/>
                    <a:pt x="2717" y="1638"/>
                  </a:cubicBezTo>
                  <a:lnTo>
                    <a:pt x="2717" y="1638"/>
                  </a:lnTo>
                  <a:lnTo>
                    <a:pt x="2660" y="1671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6" y="1693"/>
                    <a:pt x="2673" y="1693"/>
                  </a:cubicBezTo>
                  <a:cubicBezTo>
                    <a:pt x="2686" y="1693"/>
                    <a:pt x="2649" y="1719"/>
                    <a:pt x="2612" y="1735"/>
                  </a:cubicBezTo>
                  <a:cubicBezTo>
                    <a:pt x="2547" y="1760"/>
                    <a:pt x="2547" y="1760"/>
                    <a:pt x="2547" y="1768"/>
                  </a:cubicBezTo>
                  <a:cubicBezTo>
                    <a:pt x="2589" y="1751"/>
                    <a:pt x="2610" y="1745"/>
                    <a:pt x="2616" y="1745"/>
                  </a:cubicBezTo>
                  <a:cubicBezTo>
                    <a:pt x="2627" y="1745"/>
                    <a:pt x="2589" y="1765"/>
                    <a:pt x="2547" y="1776"/>
                  </a:cubicBezTo>
                  <a:lnTo>
                    <a:pt x="2547" y="1784"/>
                  </a:lnTo>
                  <a:cubicBezTo>
                    <a:pt x="2586" y="1770"/>
                    <a:pt x="2601" y="1767"/>
                    <a:pt x="2607" y="1767"/>
                  </a:cubicBezTo>
                  <a:cubicBezTo>
                    <a:pt x="2612" y="1767"/>
                    <a:pt x="2612" y="1768"/>
                    <a:pt x="2612" y="1768"/>
                  </a:cubicBezTo>
                  <a:cubicBezTo>
                    <a:pt x="2612" y="1771"/>
                    <a:pt x="2612" y="1773"/>
                    <a:pt x="2616" y="1773"/>
                  </a:cubicBezTo>
                  <a:cubicBezTo>
                    <a:pt x="2623" y="1773"/>
                    <a:pt x="2638" y="1769"/>
                    <a:pt x="2676" y="1760"/>
                  </a:cubicBezTo>
                  <a:cubicBezTo>
                    <a:pt x="2717" y="1744"/>
                    <a:pt x="2758" y="1735"/>
                    <a:pt x="2798" y="1727"/>
                  </a:cubicBezTo>
                  <a:lnTo>
                    <a:pt x="2798" y="1727"/>
                  </a:lnTo>
                  <a:lnTo>
                    <a:pt x="2733" y="1744"/>
                  </a:lnTo>
                  <a:cubicBezTo>
                    <a:pt x="2668" y="1760"/>
                    <a:pt x="2676" y="1768"/>
                    <a:pt x="2668" y="1776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7"/>
                    <a:pt x="2603" y="1825"/>
                    <a:pt x="2668" y="1825"/>
                  </a:cubicBezTo>
                  <a:lnTo>
                    <a:pt x="2668" y="1833"/>
                  </a:lnTo>
                  <a:cubicBezTo>
                    <a:pt x="2539" y="1841"/>
                    <a:pt x="2539" y="1841"/>
                    <a:pt x="2668" y="1841"/>
                  </a:cubicBezTo>
                  <a:cubicBezTo>
                    <a:pt x="2603" y="1841"/>
                    <a:pt x="2603" y="1849"/>
                    <a:pt x="2603" y="1849"/>
                  </a:cubicBezTo>
                  <a:cubicBezTo>
                    <a:pt x="2649" y="1849"/>
                    <a:pt x="2658" y="1859"/>
                    <a:pt x="2627" y="1859"/>
                  </a:cubicBezTo>
                  <a:cubicBezTo>
                    <a:pt x="2619" y="1859"/>
                    <a:pt x="2608" y="1859"/>
                    <a:pt x="2595" y="1857"/>
                  </a:cubicBezTo>
                  <a:lnTo>
                    <a:pt x="2595" y="1857"/>
                  </a:lnTo>
                  <a:cubicBezTo>
                    <a:pt x="2660" y="1865"/>
                    <a:pt x="2660" y="1873"/>
                    <a:pt x="2660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82" y="1890"/>
                    <a:pt x="2782" y="1898"/>
                    <a:pt x="2782" y="1898"/>
                  </a:cubicBezTo>
                  <a:cubicBezTo>
                    <a:pt x="2733" y="1890"/>
                    <a:pt x="2693" y="1890"/>
                    <a:pt x="2652" y="1881"/>
                  </a:cubicBezTo>
                  <a:cubicBezTo>
                    <a:pt x="2631" y="1878"/>
                    <a:pt x="2617" y="1877"/>
                    <a:pt x="2614" y="1877"/>
                  </a:cubicBezTo>
                  <a:cubicBezTo>
                    <a:pt x="2608" y="1877"/>
                    <a:pt x="2635" y="1882"/>
                    <a:pt x="2717" y="1898"/>
                  </a:cubicBezTo>
                  <a:cubicBezTo>
                    <a:pt x="2693" y="1895"/>
                    <a:pt x="2670" y="1892"/>
                    <a:pt x="2652" y="1890"/>
                  </a:cubicBezTo>
                  <a:lnTo>
                    <a:pt x="2652" y="1890"/>
                  </a:lnTo>
                  <a:cubicBezTo>
                    <a:pt x="2652" y="1890"/>
                    <a:pt x="2652" y="1898"/>
                    <a:pt x="2709" y="1906"/>
                  </a:cubicBezTo>
                  <a:lnTo>
                    <a:pt x="2709" y="1914"/>
                  </a:lnTo>
                  <a:cubicBezTo>
                    <a:pt x="2644" y="1906"/>
                    <a:pt x="2644" y="1906"/>
                    <a:pt x="2636" y="1906"/>
                  </a:cubicBezTo>
                  <a:cubicBezTo>
                    <a:pt x="2676" y="1916"/>
                    <a:pt x="2691" y="1923"/>
                    <a:pt x="2682" y="1923"/>
                  </a:cubicBezTo>
                  <a:cubicBezTo>
                    <a:pt x="2676" y="1923"/>
                    <a:pt x="2661" y="1920"/>
                    <a:pt x="2636" y="1914"/>
                  </a:cubicBezTo>
                  <a:lnTo>
                    <a:pt x="2636" y="1914"/>
                  </a:lnTo>
                  <a:cubicBezTo>
                    <a:pt x="2652" y="1918"/>
                    <a:pt x="2674" y="1923"/>
                    <a:pt x="2701" y="1930"/>
                  </a:cubicBezTo>
                  <a:cubicBezTo>
                    <a:pt x="2736" y="1940"/>
                    <a:pt x="2749" y="1947"/>
                    <a:pt x="2739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lnTo>
                    <a:pt x="2591" y="1911"/>
                  </a:lnTo>
                  <a:cubicBezTo>
                    <a:pt x="2591" y="1911"/>
                    <a:pt x="2604" y="1915"/>
                    <a:pt x="2628" y="1922"/>
                  </a:cubicBezTo>
                  <a:cubicBezTo>
                    <a:pt x="2693" y="1946"/>
                    <a:pt x="2693" y="1946"/>
                    <a:pt x="2693" y="1946"/>
                  </a:cubicBezTo>
                  <a:cubicBezTo>
                    <a:pt x="2733" y="1954"/>
                    <a:pt x="2774" y="1971"/>
                    <a:pt x="2814" y="1987"/>
                  </a:cubicBezTo>
                  <a:lnTo>
                    <a:pt x="2749" y="1971"/>
                  </a:lnTo>
                  <a:lnTo>
                    <a:pt x="2693" y="1954"/>
                  </a:lnTo>
                  <a:lnTo>
                    <a:pt x="2693" y="1946"/>
                  </a:lnTo>
                  <a:cubicBezTo>
                    <a:pt x="2674" y="1942"/>
                    <a:pt x="2660" y="1940"/>
                    <a:pt x="2650" y="1940"/>
                  </a:cubicBezTo>
                  <a:cubicBezTo>
                    <a:pt x="2626" y="1940"/>
                    <a:pt x="2623" y="1951"/>
                    <a:pt x="2612" y="1962"/>
                  </a:cubicBezTo>
                  <a:cubicBezTo>
                    <a:pt x="2612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90" y="2054"/>
                  </a:cubicBezTo>
                  <a:cubicBezTo>
                    <a:pt x="2787" y="2054"/>
                    <a:pt x="2756" y="2041"/>
                    <a:pt x="2725" y="2027"/>
                  </a:cubicBezTo>
                  <a:cubicBezTo>
                    <a:pt x="2636" y="1987"/>
                    <a:pt x="2591" y="1967"/>
                    <a:pt x="2590" y="1967"/>
                  </a:cubicBezTo>
                  <a:lnTo>
                    <a:pt x="2590" y="1967"/>
                  </a:lnTo>
                  <a:cubicBezTo>
                    <a:pt x="2589" y="1967"/>
                    <a:pt x="2632" y="1987"/>
                    <a:pt x="2717" y="2027"/>
                  </a:cubicBezTo>
                  <a:cubicBezTo>
                    <a:pt x="2780" y="2057"/>
                    <a:pt x="2811" y="2071"/>
                    <a:pt x="2808" y="2071"/>
                  </a:cubicBezTo>
                  <a:cubicBezTo>
                    <a:pt x="2806" y="2071"/>
                    <a:pt x="2775" y="2059"/>
                    <a:pt x="2717" y="2035"/>
                  </a:cubicBezTo>
                  <a:lnTo>
                    <a:pt x="2717" y="2035"/>
                  </a:lnTo>
                  <a:cubicBezTo>
                    <a:pt x="2747" y="2053"/>
                    <a:pt x="2759" y="2061"/>
                    <a:pt x="2755" y="2061"/>
                  </a:cubicBezTo>
                  <a:cubicBezTo>
                    <a:pt x="2751" y="2061"/>
                    <a:pt x="2735" y="2055"/>
                    <a:pt x="2709" y="2044"/>
                  </a:cubicBezTo>
                  <a:cubicBezTo>
                    <a:pt x="2687" y="2031"/>
                    <a:pt x="2665" y="2020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lnTo>
                    <a:pt x="2629" y="2001"/>
                  </a:lnTo>
                  <a:cubicBezTo>
                    <a:pt x="2628" y="2001"/>
                    <a:pt x="2637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3" y="2008"/>
                    <a:pt x="2595" y="1987"/>
                  </a:cubicBezTo>
                  <a:cubicBezTo>
                    <a:pt x="2579" y="1978"/>
                    <a:pt x="2572" y="1974"/>
                    <a:pt x="2572" y="1974"/>
                  </a:cubicBezTo>
                  <a:lnTo>
                    <a:pt x="2572" y="1974"/>
                  </a:lnTo>
                  <a:cubicBezTo>
                    <a:pt x="2570" y="1974"/>
                    <a:pt x="2609" y="1998"/>
                    <a:pt x="2644" y="2027"/>
                  </a:cubicBezTo>
                  <a:cubicBezTo>
                    <a:pt x="2697" y="2064"/>
                    <a:pt x="2723" y="2082"/>
                    <a:pt x="2722" y="2082"/>
                  </a:cubicBezTo>
                  <a:cubicBezTo>
                    <a:pt x="2721" y="2082"/>
                    <a:pt x="2693" y="2064"/>
                    <a:pt x="2636" y="2027"/>
                  </a:cubicBezTo>
                  <a:cubicBezTo>
                    <a:pt x="2599" y="2005"/>
                    <a:pt x="2581" y="1995"/>
                    <a:pt x="2578" y="1995"/>
                  </a:cubicBezTo>
                  <a:lnTo>
                    <a:pt x="2578" y="1995"/>
                  </a:lnTo>
                  <a:cubicBezTo>
                    <a:pt x="2572" y="1995"/>
                    <a:pt x="2616" y="2029"/>
                    <a:pt x="2685" y="2076"/>
                  </a:cubicBezTo>
                  <a:cubicBezTo>
                    <a:pt x="2743" y="2120"/>
                    <a:pt x="2766" y="2137"/>
                    <a:pt x="2765" y="2137"/>
                  </a:cubicBezTo>
                  <a:cubicBezTo>
                    <a:pt x="2764" y="2137"/>
                    <a:pt x="2753" y="2130"/>
                    <a:pt x="2733" y="2117"/>
                  </a:cubicBezTo>
                  <a:cubicBezTo>
                    <a:pt x="2698" y="2088"/>
                    <a:pt x="2684" y="2083"/>
                    <a:pt x="2679" y="2083"/>
                  </a:cubicBezTo>
                  <a:cubicBezTo>
                    <a:pt x="2677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2"/>
                  </a:cubicBezTo>
                  <a:lnTo>
                    <a:pt x="2620" y="2052"/>
                  </a:lnTo>
                  <a:cubicBezTo>
                    <a:pt x="2636" y="2068"/>
                    <a:pt x="2652" y="2076"/>
                    <a:pt x="2668" y="2092"/>
                  </a:cubicBezTo>
                  <a:cubicBezTo>
                    <a:pt x="2710" y="2127"/>
                    <a:pt x="2723" y="2142"/>
                    <a:pt x="2717" y="2142"/>
                  </a:cubicBezTo>
                  <a:cubicBezTo>
                    <a:pt x="2708" y="2142"/>
                    <a:pt x="2664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13" y="2164"/>
                    <a:pt x="2752" y="2204"/>
                    <a:pt x="2748" y="2204"/>
                  </a:cubicBezTo>
                  <a:cubicBezTo>
                    <a:pt x="2746" y="2204"/>
                    <a:pt x="2729" y="2190"/>
                    <a:pt x="2693" y="2157"/>
                  </a:cubicBezTo>
                  <a:lnTo>
                    <a:pt x="2644" y="2117"/>
                  </a:lnTo>
                  <a:lnTo>
                    <a:pt x="2644" y="2117"/>
                  </a:lnTo>
                  <a:cubicBezTo>
                    <a:pt x="2682" y="2151"/>
                    <a:pt x="2695" y="2167"/>
                    <a:pt x="2692" y="2167"/>
                  </a:cubicBezTo>
                  <a:cubicBezTo>
                    <a:pt x="2687" y="2167"/>
                    <a:pt x="2642" y="2130"/>
                    <a:pt x="2587" y="2076"/>
                  </a:cubicBezTo>
                  <a:lnTo>
                    <a:pt x="2587" y="2076"/>
                  </a:lnTo>
                  <a:cubicBezTo>
                    <a:pt x="2620" y="2109"/>
                    <a:pt x="2652" y="2141"/>
                    <a:pt x="2676" y="2173"/>
                  </a:cubicBezTo>
                  <a:cubicBezTo>
                    <a:pt x="2676" y="2173"/>
                    <a:pt x="2668" y="2173"/>
                    <a:pt x="2628" y="2133"/>
                  </a:cubicBezTo>
                  <a:cubicBezTo>
                    <a:pt x="2609" y="2114"/>
                    <a:pt x="2591" y="2097"/>
                    <a:pt x="2577" y="2085"/>
                  </a:cubicBezTo>
                  <a:lnTo>
                    <a:pt x="2577" y="2085"/>
                  </a:lnTo>
                  <a:cubicBezTo>
                    <a:pt x="2577" y="2085"/>
                    <a:pt x="2577" y="2085"/>
                    <a:pt x="2577" y="2085"/>
                  </a:cubicBezTo>
                  <a:cubicBezTo>
                    <a:pt x="2573" y="2085"/>
                    <a:pt x="2561" y="2080"/>
                    <a:pt x="2531" y="2044"/>
                  </a:cubicBezTo>
                  <a:lnTo>
                    <a:pt x="2522" y="2044"/>
                  </a:lnTo>
                  <a:cubicBezTo>
                    <a:pt x="2544" y="2070"/>
                    <a:pt x="2552" y="2084"/>
                    <a:pt x="2548" y="2084"/>
                  </a:cubicBezTo>
                  <a:cubicBezTo>
                    <a:pt x="2545" y="2084"/>
                    <a:pt x="2533" y="2074"/>
                    <a:pt x="2514" y="2052"/>
                  </a:cubicBezTo>
                  <a:lnTo>
                    <a:pt x="2514" y="2052"/>
                  </a:lnTo>
                  <a:cubicBezTo>
                    <a:pt x="2514" y="2052"/>
                    <a:pt x="2515" y="2052"/>
                    <a:pt x="2547" y="2100"/>
                  </a:cubicBezTo>
                  <a:cubicBezTo>
                    <a:pt x="2547" y="2103"/>
                    <a:pt x="2547" y="2104"/>
                    <a:pt x="2546" y="2104"/>
                  </a:cubicBezTo>
                  <a:cubicBezTo>
                    <a:pt x="2544" y="2104"/>
                    <a:pt x="2536" y="2093"/>
                    <a:pt x="2506" y="2052"/>
                  </a:cubicBezTo>
                  <a:lnTo>
                    <a:pt x="2506" y="2052"/>
                  </a:lnTo>
                  <a:cubicBezTo>
                    <a:pt x="2539" y="2108"/>
                    <a:pt x="2539" y="2108"/>
                    <a:pt x="2539" y="2108"/>
                  </a:cubicBezTo>
                  <a:lnTo>
                    <a:pt x="2531" y="2108"/>
                  </a:lnTo>
                  <a:cubicBezTo>
                    <a:pt x="2571" y="2165"/>
                    <a:pt x="2571" y="2165"/>
                    <a:pt x="2563" y="2165"/>
                  </a:cubicBezTo>
                  <a:cubicBezTo>
                    <a:pt x="2547" y="2149"/>
                    <a:pt x="2531" y="2133"/>
                    <a:pt x="2514" y="2108"/>
                  </a:cubicBezTo>
                  <a:lnTo>
                    <a:pt x="2514" y="2108"/>
                  </a:lnTo>
                  <a:cubicBezTo>
                    <a:pt x="2506" y="2117"/>
                    <a:pt x="2506" y="2117"/>
                    <a:pt x="2547" y="2165"/>
                  </a:cubicBezTo>
                  <a:cubicBezTo>
                    <a:pt x="2547" y="2165"/>
                    <a:pt x="2563" y="2193"/>
                    <a:pt x="2561" y="2193"/>
                  </a:cubicBezTo>
                  <a:cubicBezTo>
                    <a:pt x="2560" y="2193"/>
                    <a:pt x="2556" y="2188"/>
                    <a:pt x="2547" y="2173"/>
                  </a:cubicBezTo>
                  <a:cubicBezTo>
                    <a:pt x="2539" y="2173"/>
                    <a:pt x="2503" y="2124"/>
                    <a:pt x="2499" y="2124"/>
                  </a:cubicBezTo>
                  <a:cubicBezTo>
                    <a:pt x="2498" y="2124"/>
                    <a:pt x="2498" y="2124"/>
                    <a:pt x="2498" y="2125"/>
                  </a:cubicBezTo>
                  <a:cubicBezTo>
                    <a:pt x="2490" y="2125"/>
                    <a:pt x="2490" y="2125"/>
                    <a:pt x="2514" y="2181"/>
                  </a:cubicBezTo>
                  <a:cubicBezTo>
                    <a:pt x="2476" y="2115"/>
                    <a:pt x="2461" y="2087"/>
                    <a:pt x="2459" y="2087"/>
                  </a:cubicBezTo>
                  <a:lnTo>
                    <a:pt x="2459" y="2087"/>
                  </a:lnTo>
                  <a:cubicBezTo>
                    <a:pt x="2458" y="2087"/>
                    <a:pt x="2464" y="2101"/>
                    <a:pt x="2474" y="2125"/>
                  </a:cubicBezTo>
                  <a:cubicBezTo>
                    <a:pt x="2498" y="2190"/>
                    <a:pt x="2498" y="2190"/>
                    <a:pt x="2498" y="2190"/>
                  </a:cubicBezTo>
                  <a:cubicBezTo>
                    <a:pt x="2486" y="2161"/>
                    <a:pt x="2480" y="2147"/>
                    <a:pt x="2479" y="2147"/>
                  </a:cubicBezTo>
                  <a:lnTo>
                    <a:pt x="2479" y="2147"/>
                  </a:lnTo>
                  <a:cubicBezTo>
                    <a:pt x="2478" y="2147"/>
                    <a:pt x="2482" y="2161"/>
                    <a:pt x="2490" y="2190"/>
                  </a:cubicBezTo>
                  <a:cubicBezTo>
                    <a:pt x="2490" y="2190"/>
                    <a:pt x="2490" y="2190"/>
                    <a:pt x="2466" y="2133"/>
                  </a:cubicBezTo>
                  <a:lnTo>
                    <a:pt x="2458" y="2133"/>
                  </a:lnTo>
                  <a:cubicBezTo>
                    <a:pt x="2475" y="2182"/>
                    <a:pt x="2477" y="2201"/>
                    <a:pt x="2472" y="2201"/>
                  </a:cubicBezTo>
                  <a:cubicBezTo>
                    <a:pt x="2466" y="2201"/>
                    <a:pt x="2447" y="2169"/>
                    <a:pt x="2433" y="2133"/>
                  </a:cubicBezTo>
                  <a:lnTo>
                    <a:pt x="2433" y="2133"/>
                  </a:lnTo>
                  <a:cubicBezTo>
                    <a:pt x="2441" y="2157"/>
                    <a:pt x="2441" y="2173"/>
                    <a:pt x="2449" y="2198"/>
                  </a:cubicBezTo>
                  <a:cubicBezTo>
                    <a:pt x="2466" y="2258"/>
                    <a:pt x="2474" y="2289"/>
                    <a:pt x="2473" y="2289"/>
                  </a:cubicBezTo>
                  <a:cubicBezTo>
                    <a:pt x="2472" y="2289"/>
                    <a:pt x="2462" y="2258"/>
                    <a:pt x="2441" y="2198"/>
                  </a:cubicBezTo>
                  <a:lnTo>
                    <a:pt x="2441" y="2198"/>
                  </a:lnTo>
                  <a:cubicBezTo>
                    <a:pt x="2448" y="2222"/>
                    <a:pt x="2449" y="2237"/>
                    <a:pt x="2446" y="2237"/>
                  </a:cubicBezTo>
                  <a:cubicBezTo>
                    <a:pt x="2442" y="2237"/>
                    <a:pt x="2431" y="2208"/>
                    <a:pt x="2417" y="2133"/>
                  </a:cubicBezTo>
                  <a:cubicBezTo>
                    <a:pt x="2407" y="2093"/>
                    <a:pt x="2397" y="2057"/>
                    <a:pt x="2391" y="2034"/>
                  </a:cubicBezTo>
                  <a:lnTo>
                    <a:pt x="2391" y="2034"/>
                  </a:lnTo>
                  <a:cubicBezTo>
                    <a:pt x="2393" y="2046"/>
                    <a:pt x="2393" y="2058"/>
                    <a:pt x="2393" y="2068"/>
                  </a:cubicBezTo>
                  <a:cubicBezTo>
                    <a:pt x="2409" y="2133"/>
                    <a:pt x="2409" y="2133"/>
                    <a:pt x="2401" y="2133"/>
                  </a:cubicBezTo>
                  <a:cubicBezTo>
                    <a:pt x="2393" y="2133"/>
                    <a:pt x="2393" y="2190"/>
                    <a:pt x="2393" y="2190"/>
                  </a:cubicBezTo>
                  <a:cubicBezTo>
                    <a:pt x="2393" y="2190"/>
                    <a:pt x="2393" y="2190"/>
                    <a:pt x="2393" y="2190"/>
                  </a:cubicBezTo>
                  <a:cubicBezTo>
                    <a:pt x="2385" y="2190"/>
                    <a:pt x="2376" y="2190"/>
                    <a:pt x="2368" y="2133"/>
                  </a:cubicBezTo>
                  <a:cubicBezTo>
                    <a:pt x="2368" y="2133"/>
                    <a:pt x="2368" y="2132"/>
                    <a:pt x="2368" y="2132"/>
                  </a:cubicBezTo>
                  <a:cubicBezTo>
                    <a:pt x="2368" y="2132"/>
                    <a:pt x="2367" y="2138"/>
                    <a:pt x="2360" y="2190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90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9"/>
                    <a:pt x="2344" y="2163"/>
                    <a:pt x="2341" y="2163"/>
                  </a:cubicBezTo>
                  <a:cubicBezTo>
                    <a:pt x="2340" y="2163"/>
                    <a:pt x="2338" y="2171"/>
                    <a:pt x="2336" y="2190"/>
                  </a:cubicBezTo>
                  <a:cubicBezTo>
                    <a:pt x="2336" y="2237"/>
                    <a:pt x="2336" y="2250"/>
                    <a:pt x="2333" y="2250"/>
                  </a:cubicBezTo>
                  <a:cubicBezTo>
                    <a:pt x="2332" y="2250"/>
                    <a:pt x="2330" y="2248"/>
                    <a:pt x="2328" y="2246"/>
                  </a:cubicBezTo>
                  <a:cubicBezTo>
                    <a:pt x="2323" y="2207"/>
                    <a:pt x="2294" y="2182"/>
                    <a:pt x="2268" y="2182"/>
                  </a:cubicBezTo>
                  <a:cubicBezTo>
                    <a:pt x="2252" y="2182"/>
                    <a:pt x="2237" y="2192"/>
                    <a:pt x="2231" y="2214"/>
                  </a:cubicBezTo>
                  <a:lnTo>
                    <a:pt x="2222" y="2214"/>
                  </a:lnTo>
                  <a:lnTo>
                    <a:pt x="2214" y="2206"/>
                  </a:lnTo>
                  <a:cubicBezTo>
                    <a:pt x="2232" y="2153"/>
                    <a:pt x="2236" y="2134"/>
                    <a:pt x="2232" y="2134"/>
                  </a:cubicBezTo>
                  <a:lnTo>
                    <a:pt x="2232" y="2134"/>
                  </a:lnTo>
                  <a:cubicBezTo>
                    <a:pt x="2227" y="2134"/>
                    <a:pt x="2208" y="2166"/>
                    <a:pt x="2190" y="2198"/>
                  </a:cubicBezTo>
                  <a:cubicBezTo>
                    <a:pt x="2166" y="2254"/>
                    <a:pt x="2158" y="2254"/>
                    <a:pt x="2158" y="2254"/>
                  </a:cubicBezTo>
                  <a:cubicBezTo>
                    <a:pt x="2192" y="2180"/>
                    <a:pt x="2203" y="2151"/>
                    <a:pt x="2198" y="2151"/>
                  </a:cubicBezTo>
                  <a:lnTo>
                    <a:pt x="2198" y="2151"/>
                  </a:lnTo>
                  <a:cubicBezTo>
                    <a:pt x="2195" y="2151"/>
                    <a:pt x="2186" y="2163"/>
                    <a:pt x="2174" y="2181"/>
                  </a:cubicBezTo>
                  <a:cubicBezTo>
                    <a:pt x="2141" y="2238"/>
                    <a:pt x="2125" y="2267"/>
                    <a:pt x="2124" y="2267"/>
                  </a:cubicBezTo>
                  <a:cubicBezTo>
                    <a:pt x="2123" y="2267"/>
                    <a:pt x="2137" y="2238"/>
                    <a:pt x="2166" y="2181"/>
                  </a:cubicBezTo>
                  <a:cubicBezTo>
                    <a:pt x="2195" y="2130"/>
                    <a:pt x="2211" y="2102"/>
                    <a:pt x="2210" y="2102"/>
                  </a:cubicBezTo>
                  <a:lnTo>
                    <a:pt x="2210" y="2102"/>
                  </a:lnTo>
                  <a:cubicBezTo>
                    <a:pt x="2209" y="2102"/>
                    <a:pt x="2183" y="2142"/>
                    <a:pt x="2125" y="2230"/>
                  </a:cubicBezTo>
                  <a:cubicBezTo>
                    <a:pt x="2110" y="2253"/>
                    <a:pt x="2101" y="2266"/>
                    <a:pt x="2101" y="2266"/>
                  </a:cubicBezTo>
                  <a:cubicBezTo>
                    <a:pt x="2100" y="2266"/>
                    <a:pt x="2108" y="2251"/>
                    <a:pt x="2125" y="2222"/>
                  </a:cubicBezTo>
                  <a:cubicBezTo>
                    <a:pt x="2158" y="2155"/>
                    <a:pt x="2172" y="2128"/>
                    <a:pt x="2171" y="2128"/>
                  </a:cubicBezTo>
                  <a:lnTo>
                    <a:pt x="2171" y="2128"/>
                  </a:lnTo>
                  <a:cubicBezTo>
                    <a:pt x="2171" y="2128"/>
                    <a:pt x="2163" y="2142"/>
                    <a:pt x="2149" y="2165"/>
                  </a:cubicBezTo>
                  <a:cubicBezTo>
                    <a:pt x="2118" y="2217"/>
                    <a:pt x="2099" y="2243"/>
                    <a:pt x="2097" y="2243"/>
                  </a:cubicBezTo>
                  <a:cubicBezTo>
                    <a:pt x="2094" y="2243"/>
                    <a:pt x="2108" y="2215"/>
                    <a:pt x="2141" y="2157"/>
                  </a:cubicBezTo>
                  <a:cubicBezTo>
                    <a:pt x="2173" y="2105"/>
                    <a:pt x="2191" y="2079"/>
                    <a:pt x="2192" y="2078"/>
                  </a:cubicBezTo>
                  <a:lnTo>
                    <a:pt x="2192" y="2078"/>
                  </a:lnTo>
                  <a:cubicBezTo>
                    <a:pt x="2191" y="2079"/>
                    <a:pt x="2173" y="2105"/>
                    <a:pt x="2133" y="2157"/>
                  </a:cubicBezTo>
                  <a:cubicBezTo>
                    <a:pt x="2100" y="2206"/>
                    <a:pt x="2080" y="2228"/>
                    <a:pt x="2075" y="2228"/>
                  </a:cubicBezTo>
                  <a:cubicBezTo>
                    <a:pt x="2070" y="2228"/>
                    <a:pt x="2086" y="2198"/>
                    <a:pt x="2125" y="2141"/>
                  </a:cubicBezTo>
                  <a:cubicBezTo>
                    <a:pt x="2125" y="2141"/>
                    <a:pt x="2140" y="2116"/>
                    <a:pt x="2137" y="2116"/>
                  </a:cubicBezTo>
                  <a:lnTo>
                    <a:pt x="2137" y="2116"/>
                  </a:lnTo>
                  <a:cubicBezTo>
                    <a:pt x="2136" y="2116"/>
                    <a:pt x="2131" y="2122"/>
                    <a:pt x="2117" y="2141"/>
                  </a:cubicBezTo>
                  <a:lnTo>
                    <a:pt x="2158" y="2084"/>
                  </a:lnTo>
                  <a:lnTo>
                    <a:pt x="2117" y="2133"/>
                  </a:lnTo>
                  <a:cubicBezTo>
                    <a:pt x="2117" y="2133"/>
                    <a:pt x="2149" y="2068"/>
                    <a:pt x="2141" y="2052"/>
                  </a:cubicBezTo>
                  <a:cubicBezTo>
                    <a:pt x="2134" y="2045"/>
                    <a:pt x="2130" y="2039"/>
                    <a:pt x="2124" y="2039"/>
                  </a:cubicBezTo>
                  <a:cubicBezTo>
                    <a:pt x="2116" y="2039"/>
                    <a:pt x="2104" y="2048"/>
                    <a:pt x="2076" y="2076"/>
                  </a:cubicBezTo>
                  <a:cubicBezTo>
                    <a:pt x="2030" y="2115"/>
                    <a:pt x="2004" y="2133"/>
                    <a:pt x="2001" y="2133"/>
                  </a:cubicBezTo>
                  <a:cubicBezTo>
                    <a:pt x="1997" y="2133"/>
                    <a:pt x="2021" y="2110"/>
                    <a:pt x="2076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1"/>
                    <a:pt x="2117" y="2011"/>
                    <a:pt x="2166" y="1971"/>
                  </a:cubicBezTo>
                  <a:lnTo>
                    <a:pt x="2166" y="1971"/>
                  </a:lnTo>
                  <a:cubicBezTo>
                    <a:pt x="2115" y="2006"/>
                    <a:pt x="2087" y="2018"/>
                    <a:pt x="2078" y="2018"/>
                  </a:cubicBezTo>
                  <a:cubicBezTo>
                    <a:pt x="2067" y="2018"/>
                    <a:pt x="2079" y="2004"/>
                    <a:pt x="2109" y="1987"/>
                  </a:cubicBezTo>
                  <a:cubicBezTo>
                    <a:pt x="2106" y="1984"/>
                    <a:pt x="2104" y="1982"/>
                    <a:pt x="2100" y="1982"/>
                  </a:cubicBezTo>
                  <a:cubicBezTo>
                    <a:pt x="2093" y="1982"/>
                    <a:pt x="2080" y="1988"/>
                    <a:pt x="2044" y="2003"/>
                  </a:cubicBezTo>
                  <a:cubicBezTo>
                    <a:pt x="2018" y="2014"/>
                    <a:pt x="2004" y="2020"/>
                    <a:pt x="2002" y="2020"/>
                  </a:cubicBezTo>
                  <a:cubicBezTo>
                    <a:pt x="2000" y="2020"/>
                    <a:pt x="2014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lnTo>
                    <a:pt x="2109" y="1954"/>
                  </a:lnTo>
                  <a:cubicBezTo>
                    <a:pt x="2104" y="1954"/>
                    <a:pt x="2086" y="1961"/>
                    <a:pt x="2044" y="1979"/>
                  </a:cubicBezTo>
                  <a:lnTo>
                    <a:pt x="2101" y="1954"/>
                  </a:lnTo>
                  <a:cubicBezTo>
                    <a:pt x="2120" y="1943"/>
                    <a:pt x="2126" y="1939"/>
                    <a:pt x="2123" y="1939"/>
                  </a:cubicBezTo>
                  <a:lnTo>
                    <a:pt x="2123" y="1939"/>
                  </a:lnTo>
                  <a:cubicBezTo>
                    <a:pt x="2121" y="1939"/>
                    <a:pt x="2115" y="1941"/>
                    <a:pt x="2107" y="1944"/>
                  </a:cubicBezTo>
                  <a:lnTo>
                    <a:pt x="2107" y="1944"/>
                  </a:lnTo>
                  <a:cubicBezTo>
                    <a:pt x="2128" y="1935"/>
                    <a:pt x="2144" y="1928"/>
                    <a:pt x="2157" y="1922"/>
                  </a:cubicBezTo>
                  <a:lnTo>
                    <a:pt x="2157" y="1922"/>
                  </a:lnTo>
                  <a:cubicBezTo>
                    <a:pt x="2121" y="1938"/>
                    <a:pt x="2080" y="1950"/>
                    <a:pt x="2072" y="1950"/>
                  </a:cubicBezTo>
                  <a:cubicBezTo>
                    <a:pt x="2068" y="1950"/>
                    <a:pt x="2073" y="1947"/>
                    <a:pt x="2093" y="1938"/>
                  </a:cubicBezTo>
                  <a:lnTo>
                    <a:pt x="2093" y="1938"/>
                  </a:lnTo>
                  <a:cubicBezTo>
                    <a:pt x="2052" y="1946"/>
                    <a:pt x="2012" y="1954"/>
                    <a:pt x="1979" y="1971"/>
                  </a:cubicBezTo>
                  <a:cubicBezTo>
                    <a:pt x="1940" y="1985"/>
                    <a:pt x="1925" y="1988"/>
                    <a:pt x="1918" y="1988"/>
                  </a:cubicBezTo>
                  <a:cubicBezTo>
                    <a:pt x="1914" y="1988"/>
                    <a:pt x="1914" y="1987"/>
                    <a:pt x="1914" y="1987"/>
                  </a:cubicBezTo>
                  <a:lnTo>
                    <a:pt x="2036" y="1946"/>
                  </a:lnTo>
                  <a:cubicBezTo>
                    <a:pt x="2076" y="1930"/>
                    <a:pt x="2117" y="1914"/>
                    <a:pt x="2158" y="1898"/>
                  </a:cubicBezTo>
                  <a:cubicBezTo>
                    <a:pt x="2181" y="1891"/>
                    <a:pt x="2195" y="1887"/>
                    <a:pt x="2194" y="1887"/>
                  </a:cubicBezTo>
                  <a:lnTo>
                    <a:pt x="2194" y="1887"/>
                  </a:lnTo>
                  <a:cubicBezTo>
                    <a:pt x="2193" y="1887"/>
                    <a:pt x="2164" y="1895"/>
                    <a:pt x="2093" y="1914"/>
                  </a:cubicBezTo>
                  <a:cubicBezTo>
                    <a:pt x="2009" y="1942"/>
                    <a:pt x="1983" y="1951"/>
                    <a:pt x="1975" y="1951"/>
                  </a:cubicBezTo>
                  <a:cubicBezTo>
                    <a:pt x="1971" y="1951"/>
                    <a:pt x="1971" y="1949"/>
                    <a:pt x="1971" y="1946"/>
                  </a:cubicBezTo>
                  <a:cubicBezTo>
                    <a:pt x="1971" y="1946"/>
                    <a:pt x="1971" y="1938"/>
                    <a:pt x="2036" y="1922"/>
                  </a:cubicBezTo>
                  <a:cubicBezTo>
                    <a:pt x="2092" y="1906"/>
                    <a:pt x="2093" y="1906"/>
                    <a:pt x="2093" y="1906"/>
                  </a:cubicBezTo>
                  <a:lnTo>
                    <a:pt x="2093" y="1906"/>
                  </a:lnTo>
                  <a:cubicBezTo>
                    <a:pt x="2093" y="1906"/>
                    <a:pt x="1906" y="1930"/>
                    <a:pt x="1785" y="1946"/>
                  </a:cubicBezTo>
                  <a:cubicBezTo>
                    <a:pt x="1849" y="1930"/>
                    <a:pt x="1849" y="1930"/>
                    <a:pt x="1849" y="1922"/>
                  </a:cubicBezTo>
                  <a:cubicBezTo>
                    <a:pt x="1868" y="1919"/>
                    <a:pt x="1881" y="1918"/>
                    <a:pt x="1889" y="1918"/>
                  </a:cubicBezTo>
                  <a:cubicBezTo>
                    <a:pt x="1906" y="1918"/>
                    <a:pt x="1906" y="1922"/>
                    <a:pt x="1906" y="1922"/>
                  </a:cubicBezTo>
                  <a:lnTo>
                    <a:pt x="1971" y="1914"/>
                  </a:lnTo>
                  <a:cubicBezTo>
                    <a:pt x="2038" y="1900"/>
                    <a:pt x="2071" y="1894"/>
                    <a:pt x="2065" y="1894"/>
                  </a:cubicBezTo>
                  <a:cubicBezTo>
                    <a:pt x="2060" y="1894"/>
                    <a:pt x="2029" y="1898"/>
                    <a:pt x="1971" y="1906"/>
                  </a:cubicBezTo>
                  <a:cubicBezTo>
                    <a:pt x="1906" y="1906"/>
                    <a:pt x="1906" y="1906"/>
                    <a:pt x="1971" y="1898"/>
                  </a:cubicBezTo>
                  <a:cubicBezTo>
                    <a:pt x="2019" y="1886"/>
                    <a:pt x="2066" y="1878"/>
                    <a:pt x="2063" y="1878"/>
                  </a:cubicBezTo>
                  <a:lnTo>
                    <a:pt x="2063" y="1878"/>
                  </a:lnTo>
                  <a:cubicBezTo>
                    <a:pt x="2061" y="1878"/>
                    <a:pt x="2053" y="1879"/>
                    <a:pt x="2036" y="1881"/>
                  </a:cubicBezTo>
                  <a:cubicBezTo>
                    <a:pt x="2036" y="1881"/>
                    <a:pt x="2038" y="1881"/>
                    <a:pt x="2101" y="1873"/>
                  </a:cubicBezTo>
                  <a:cubicBezTo>
                    <a:pt x="2101" y="1865"/>
                    <a:pt x="2101" y="1865"/>
                    <a:pt x="2036" y="1865"/>
                  </a:cubicBezTo>
                  <a:cubicBezTo>
                    <a:pt x="2004" y="1869"/>
                    <a:pt x="1987" y="1871"/>
                    <a:pt x="1979" y="1871"/>
                  </a:cubicBezTo>
                  <a:cubicBezTo>
                    <a:pt x="1971" y="1871"/>
                    <a:pt x="1971" y="1869"/>
                    <a:pt x="1971" y="1865"/>
                  </a:cubicBezTo>
                  <a:lnTo>
                    <a:pt x="1914" y="1865"/>
                  </a:lnTo>
                  <a:cubicBezTo>
                    <a:pt x="1849" y="1865"/>
                    <a:pt x="1785" y="1865"/>
                    <a:pt x="1785" y="1857"/>
                  </a:cubicBezTo>
                  <a:cubicBezTo>
                    <a:pt x="1720" y="1849"/>
                    <a:pt x="1720" y="1849"/>
                    <a:pt x="1849" y="1841"/>
                  </a:cubicBezTo>
                  <a:lnTo>
                    <a:pt x="1914" y="1841"/>
                  </a:lnTo>
                  <a:cubicBezTo>
                    <a:pt x="1914" y="1841"/>
                    <a:pt x="1914" y="1833"/>
                    <a:pt x="1979" y="1833"/>
                  </a:cubicBezTo>
                  <a:cubicBezTo>
                    <a:pt x="2044" y="1833"/>
                    <a:pt x="1979" y="1833"/>
                    <a:pt x="1914" y="1825"/>
                  </a:cubicBezTo>
                  <a:lnTo>
                    <a:pt x="1785" y="1825"/>
                  </a:lnTo>
                  <a:cubicBezTo>
                    <a:pt x="1817" y="1821"/>
                    <a:pt x="1849" y="1819"/>
                    <a:pt x="1882" y="1819"/>
                  </a:cubicBezTo>
                  <a:cubicBezTo>
                    <a:pt x="1914" y="1819"/>
                    <a:pt x="1947" y="1821"/>
                    <a:pt x="1979" y="1825"/>
                  </a:cubicBezTo>
                  <a:cubicBezTo>
                    <a:pt x="1914" y="1817"/>
                    <a:pt x="1858" y="1808"/>
                    <a:pt x="1922" y="1808"/>
                  </a:cubicBezTo>
                  <a:cubicBezTo>
                    <a:pt x="1922" y="1803"/>
                    <a:pt x="1922" y="1797"/>
                    <a:pt x="1945" y="1797"/>
                  </a:cubicBezTo>
                  <a:cubicBezTo>
                    <a:pt x="1955" y="1797"/>
                    <a:pt x="1968" y="1798"/>
                    <a:pt x="1987" y="1800"/>
                  </a:cubicBezTo>
                  <a:cubicBezTo>
                    <a:pt x="1922" y="1784"/>
                    <a:pt x="1922" y="1784"/>
                    <a:pt x="1987" y="1784"/>
                  </a:cubicBezTo>
                  <a:cubicBezTo>
                    <a:pt x="2045" y="1788"/>
                    <a:pt x="2077" y="1791"/>
                    <a:pt x="2084" y="1791"/>
                  </a:cubicBezTo>
                  <a:cubicBezTo>
                    <a:pt x="2093" y="1791"/>
                    <a:pt x="2063" y="1786"/>
                    <a:pt x="1995" y="1768"/>
                  </a:cubicBezTo>
                  <a:lnTo>
                    <a:pt x="1995" y="1768"/>
                  </a:lnTo>
                  <a:cubicBezTo>
                    <a:pt x="2012" y="1770"/>
                    <a:pt x="2020" y="1771"/>
                    <a:pt x="2022" y="1771"/>
                  </a:cubicBezTo>
                  <a:cubicBezTo>
                    <a:pt x="2028" y="1771"/>
                    <a:pt x="1981" y="1762"/>
                    <a:pt x="1939" y="1744"/>
                  </a:cubicBezTo>
                  <a:lnTo>
                    <a:pt x="1939" y="1744"/>
                  </a:lnTo>
                  <a:lnTo>
                    <a:pt x="2060" y="1776"/>
                  </a:lnTo>
                  <a:lnTo>
                    <a:pt x="2004" y="1760"/>
                  </a:lnTo>
                  <a:lnTo>
                    <a:pt x="1939" y="1744"/>
                  </a:lnTo>
                  <a:lnTo>
                    <a:pt x="1939" y="1744"/>
                  </a:lnTo>
                  <a:cubicBezTo>
                    <a:pt x="1939" y="1744"/>
                    <a:pt x="1939" y="1744"/>
                    <a:pt x="1939" y="1744"/>
                  </a:cubicBezTo>
                  <a:lnTo>
                    <a:pt x="1939" y="1744"/>
                  </a:lnTo>
                  <a:lnTo>
                    <a:pt x="1939" y="1744"/>
                  </a:lnTo>
                  <a:lnTo>
                    <a:pt x="1687" y="1679"/>
                  </a:lnTo>
                  <a:cubicBezTo>
                    <a:pt x="1594" y="1654"/>
                    <a:pt x="1572" y="1643"/>
                    <a:pt x="1596" y="1643"/>
                  </a:cubicBezTo>
                  <a:cubicBezTo>
                    <a:pt x="1604" y="1643"/>
                    <a:pt x="1615" y="1644"/>
                    <a:pt x="1631" y="1646"/>
                  </a:cubicBezTo>
                  <a:cubicBezTo>
                    <a:pt x="1671" y="1646"/>
                    <a:pt x="1712" y="1654"/>
                    <a:pt x="1752" y="1671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8" y="1711"/>
                    <a:pt x="1898" y="1719"/>
                    <a:pt x="1939" y="1727"/>
                  </a:cubicBezTo>
                  <a:cubicBezTo>
                    <a:pt x="1968" y="1735"/>
                    <a:pt x="1984" y="1739"/>
                    <a:pt x="1988" y="1739"/>
                  </a:cubicBezTo>
                  <a:cubicBezTo>
                    <a:pt x="1992" y="1739"/>
                    <a:pt x="1978" y="1733"/>
                    <a:pt x="1947" y="1719"/>
                  </a:cubicBezTo>
                  <a:lnTo>
                    <a:pt x="1947" y="1719"/>
                  </a:lnTo>
                  <a:cubicBezTo>
                    <a:pt x="1980" y="1729"/>
                    <a:pt x="1997" y="1733"/>
                    <a:pt x="2005" y="1733"/>
                  </a:cubicBezTo>
                  <a:cubicBezTo>
                    <a:pt x="2010" y="1733"/>
                    <a:pt x="2012" y="1731"/>
                    <a:pt x="2012" y="1727"/>
                  </a:cubicBezTo>
                  <a:cubicBezTo>
                    <a:pt x="2012" y="1724"/>
                    <a:pt x="2013" y="1722"/>
                    <a:pt x="2019" y="1722"/>
                  </a:cubicBezTo>
                  <a:cubicBezTo>
                    <a:pt x="2027" y="1722"/>
                    <a:pt x="2043" y="1726"/>
                    <a:pt x="2076" y="1735"/>
                  </a:cubicBezTo>
                  <a:cubicBezTo>
                    <a:pt x="2085" y="1735"/>
                    <a:pt x="2085" y="1735"/>
                    <a:pt x="2020" y="1703"/>
                  </a:cubicBezTo>
                  <a:cubicBezTo>
                    <a:pt x="1948" y="1675"/>
                    <a:pt x="1922" y="1663"/>
                    <a:pt x="1923" y="1663"/>
                  </a:cubicBezTo>
                  <a:lnTo>
                    <a:pt x="1923" y="1663"/>
                  </a:lnTo>
                  <a:cubicBezTo>
                    <a:pt x="1924" y="1663"/>
                    <a:pt x="1939" y="1669"/>
                    <a:pt x="1963" y="1679"/>
                  </a:cubicBezTo>
                  <a:cubicBezTo>
                    <a:pt x="2026" y="1700"/>
                    <a:pt x="2076" y="1714"/>
                    <a:pt x="2094" y="1714"/>
                  </a:cubicBezTo>
                  <a:cubicBezTo>
                    <a:pt x="2110" y="1714"/>
                    <a:pt x="2099" y="1702"/>
                    <a:pt x="2044" y="1671"/>
                  </a:cubicBezTo>
                  <a:lnTo>
                    <a:pt x="2044" y="1671"/>
                  </a:lnTo>
                  <a:cubicBezTo>
                    <a:pt x="2068" y="1680"/>
                    <a:pt x="2085" y="1684"/>
                    <a:pt x="2093" y="1684"/>
                  </a:cubicBezTo>
                  <a:cubicBezTo>
                    <a:pt x="2106" y="1684"/>
                    <a:pt x="2096" y="1672"/>
                    <a:pt x="2060" y="1646"/>
                  </a:cubicBezTo>
                  <a:lnTo>
                    <a:pt x="2068" y="1646"/>
                  </a:lnTo>
                  <a:cubicBezTo>
                    <a:pt x="2095" y="1662"/>
                    <a:pt x="2109" y="1670"/>
                    <a:pt x="2112" y="1670"/>
                  </a:cubicBezTo>
                  <a:cubicBezTo>
                    <a:pt x="2114" y="1670"/>
                    <a:pt x="2102" y="1660"/>
                    <a:pt x="2076" y="1638"/>
                  </a:cubicBezTo>
                  <a:cubicBezTo>
                    <a:pt x="2067" y="1631"/>
                    <a:pt x="2057" y="1624"/>
                    <a:pt x="2048" y="1617"/>
                  </a:cubicBezTo>
                  <a:lnTo>
                    <a:pt x="2048" y="1617"/>
                  </a:lnTo>
                  <a:cubicBezTo>
                    <a:pt x="2062" y="1626"/>
                    <a:pt x="2070" y="1629"/>
                    <a:pt x="2074" y="1629"/>
                  </a:cubicBezTo>
                  <a:cubicBezTo>
                    <a:pt x="2079" y="1629"/>
                    <a:pt x="2081" y="1625"/>
                    <a:pt x="2085" y="1622"/>
                  </a:cubicBezTo>
                  <a:cubicBezTo>
                    <a:pt x="2093" y="1614"/>
                    <a:pt x="2093" y="1614"/>
                    <a:pt x="2044" y="1573"/>
                  </a:cubicBezTo>
                  <a:cubicBezTo>
                    <a:pt x="2031" y="1558"/>
                    <a:pt x="2027" y="1551"/>
                    <a:pt x="2030" y="1551"/>
                  </a:cubicBezTo>
                  <a:lnTo>
                    <a:pt x="2030" y="1551"/>
                  </a:lnTo>
                  <a:cubicBezTo>
                    <a:pt x="2035" y="1551"/>
                    <a:pt x="2068" y="1581"/>
                    <a:pt x="2101" y="1614"/>
                  </a:cubicBezTo>
                  <a:cubicBezTo>
                    <a:pt x="2144" y="1654"/>
                    <a:pt x="2168" y="1676"/>
                    <a:pt x="2169" y="1676"/>
                  </a:cubicBezTo>
                  <a:cubicBezTo>
                    <a:pt x="2169" y="1676"/>
                    <a:pt x="2133" y="1642"/>
                    <a:pt x="2052" y="1565"/>
                  </a:cubicBezTo>
                  <a:cubicBezTo>
                    <a:pt x="1997" y="1505"/>
                    <a:pt x="1976" y="1479"/>
                    <a:pt x="1979" y="1479"/>
                  </a:cubicBezTo>
                  <a:lnTo>
                    <a:pt x="1979" y="1479"/>
                  </a:lnTo>
                  <a:cubicBezTo>
                    <a:pt x="1981" y="1479"/>
                    <a:pt x="1993" y="1490"/>
                    <a:pt x="2012" y="1508"/>
                  </a:cubicBezTo>
                  <a:cubicBezTo>
                    <a:pt x="2060" y="1557"/>
                    <a:pt x="2060" y="1557"/>
                    <a:pt x="2052" y="1557"/>
                  </a:cubicBezTo>
                  <a:lnTo>
                    <a:pt x="2149" y="1654"/>
                  </a:lnTo>
                  <a:cubicBezTo>
                    <a:pt x="2141" y="1638"/>
                    <a:pt x="2125" y="1622"/>
                    <a:pt x="2109" y="1606"/>
                  </a:cubicBezTo>
                  <a:cubicBezTo>
                    <a:pt x="2093" y="1581"/>
                    <a:pt x="2085" y="1565"/>
                    <a:pt x="2068" y="1549"/>
                  </a:cubicBezTo>
                  <a:cubicBezTo>
                    <a:pt x="2020" y="1500"/>
                    <a:pt x="1971" y="1452"/>
                    <a:pt x="1922" y="1411"/>
                  </a:cubicBezTo>
                  <a:cubicBezTo>
                    <a:pt x="1874" y="1363"/>
                    <a:pt x="1874" y="1363"/>
                    <a:pt x="1882" y="1354"/>
                  </a:cubicBezTo>
                  <a:lnTo>
                    <a:pt x="1882" y="1354"/>
                  </a:lnTo>
                  <a:cubicBezTo>
                    <a:pt x="1931" y="1403"/>
                    <a:pt x="1979" y="1452"/>
                    <a:pt x="2028" y="1500"/>
                  </a:cubicBezTo>
                  <a:cubicBezTo>
                    <a:pt x="2052" y="1533"/>
                    <a:pt x="2085" y="1565"/>
                    <a:pt x="2117" y="1598"/>
                  </a:cubicBezTo>
                  <a:cubicBezTo>
                    <a:pt x="2124" y="1607"/>
                    <a:pt x="2128" y="1611"/>
                    <a:pt x="2128" y="1611"/>
                  </a:cubicBezTo>
                  <a:cubicBezTo>
                    <a:pt x="2128" y="1611"/>
                    <a:pt x="2062" y="1530"/>
                    <a:pt x="1995" y="1444"/>
                  </a:cubicBezTo>
                  <a:lnTo>
                    <a:pt x="1995" y="1444"/>
                  </a:lnTo>
                  <a:lnTo>
                    <a:pt x="2036" y="1492"/>
                  </a:lnTo>
                  <a:cubicBezTo>
                    <a:pt x="2070" y="1527"/>
                    <a:pt x="2081" y="1537"/>
                    <a:pt x="2086" y="1537"/>
                  </a:cubicBezTo>
                  <a:cubicBezTo>
                    <a:pt x="2089" y="1537"/>
                    <a:pt x="2090" y="1535"/>
                    <a:pt x="2093" y="1533"/>
                  </a:cubicBezTo>
                  <a:cubicBezTo>
                    <a:pt x="2101" y="1533"/>
                    <a:pt x="2101" y="1533"/>
                    <a:pt x="2060" y="1476"/>
                  </a:cubicBezTo>
                  <a:cubicBezTo>
                    <a:pt x="2028" y="1444"/>
                    <a:pt x="2004" y="1403"/>
                    <a:pt x="1979" y="1371"/>
                  </a:cubicBezTo>
                  <a:cubicBezTo>
                    <a:pt x="1947" y="1338"/>
                    <a:pt x="1914" y="1306"/>
                    <a:pt x="1890" y="1265"/>
                  </a:cubicBezTo>
                  <a:lnTo>
                    <a:pt x="1890" y="1265"/>
                  </a:lnTo>
                  <a:cubicBezTo>
                    <a:pt x="1922" y="1298"/>
                    <a:pt x="1955" y="1330"/>
                    <a:pt x="1979" y="1363"/>
                  </a:cubicBezTo>
                  <a:cubicBezTo>
                    <a:pt x="2068" y="1468"/>
                    <a:pt x="2117" y="1517"/>
                    <a:pt x="2125" y="1517"/>
                  </a:cubicBezTo>
                  <a:cubicBezTo>
                    <a:pt x="2127" y="1514"/>
                    <a:pt x="2130" y="1513"/>
                    <a:pt x="2132" y="1513"/>
                  </a:cubicBezTo>
                  <a:cubicBezTo>
                    <a:pt x="2140" y="1513"/>
                    <a:pt x="2150" y="1524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58" y="1500"/>
                  </a:lnTo>
                  <a:cubicBezTo>
                    <a:pt x="2173" y="1532"/>
                    <a:pt x="2183" y="1546"/>
                    <a:pt x="2186" y="1546"/>
                  </a:cubicBezTo>
                  <a:cubicBezTo>
                    <a:pt x="2188" y="1546"/>
                    <a:pt x="2182" y="1530"/>
                    <a:pt x="2166" y="1500"/>
                  </a:cubicBezTo>
                  <a:cubicBezTo>
                    <a:pt x="2155" y="1481"/>
                    <a:pt x="2151" y="1475"/>
                    <a:pt x="2152" y="1475"/>
                  </a:cubicBezTo>
                  <a:lnTo>
                    <a:pt x="2152" y="1475"/>
                  </a:lnTo>
                  <a:cubicBezTo>
                    <a:pt x="2152" y="1475"/>
                    <a:pt x="2168" y="1500"/>
                    <a:pt x="2174" y="1500"/>
                  </a:cubicBezTo>
                  <a:cubicBezTo>
                    <a:pt x="2203" y="1551"/>
                    <a:pt x="2219" y="1579"/>
                    <a:pt x="2219" y="1579"/>
                  </a:cubicBezTo>
                  <a:cubicBezTo>
                    <a:pt x="2219" y="1579"/>
                    <a:pt x="2195" y="1535"/>
                    <a:pt x="2141" y="1435"/>
                  </a:cubicBezTo>
                  <a:cubicBezTo>
                    <a:pt x="2138" y="1426"/>
                    <a:pt x="2134" y="1417"/>
                    <a:pt x="2129" y="1408"/>
                  </a:cubicBezTo>
                  <a:lnTo>
                    <a:pt x="2129" y="1408"/>
                  </a:lnTo>
                  <a:cubicBezTo>
                    <a:pt x="2159" y="1462"/>
                    <a:pt x="2180" y="1499"/>
                    <a:pt x="2184" y="1499"/>
                  </a:cubicBezTo>
                  <a:cubicBezTo>
                    <a:pt x="2187" y="1499"/>
                    <a:pt x="2179" y="1477"/>
                    <a:pt x="2158" y="1427"/>
                  </a:cubicBezTo>
                  <a:lnTo>
                    <a:pt x="2158" y="1427"/>
                  </a:lnTo>
                  <a:cubicBezTo>
                    <a:pt x="2158" y="1427"/>
                    <a:pt x="2158" y="1429"/>
                    <a:pt x="2190" y="1492"/>
                  </a:cubicBezTo>
                  <a:cubicBezTo>
                    <a:pt x="2200" y="1516"/>
                    <a:pt x="2208" y="1531"/>
                    <a:pt x="2208" y="1531"/>
                  </a:cubicBezTo>
                  <a:cubicBezTo>
                    <a:pt x="2210" y="1531"/>
                    <a:pt x="2199" y="1503"/>
                    <a:pt x="2166" y="1427"/>
                  </a:cubicBezTo>
                  <a:cubicBezTo>
                    <a:pt x="2141" y="1366"/>
                    <a:pt x="2131" y="1333"/>
                    <a:pt x="2134" y="1333"/>
                  </a:cubicBezTo>
                  <a:lnTo>
                    <a:pt x="2134" y="1333"/>
                  </a:lnTo>
                  <a:cubicBezTo>
                    <a:pt x="2138" y="1333"/>
                    <a:pt x="2154" y="1364"/>
                    <a:pt x="2182" y="1427"/>
                  </a:cubicBezTo>
                  <a:cubicBezTo>
                    <a:pt x="2215" y="1503"/>
                    <a:pt x="2232" y="1535"/>
                    <a:pt x="2235" y="1535"/>
                  </a:cubicBezTo>
                  <a:cubicBezTo>
                    <a:pt x="2237" y="1535"/>
                    <a:pt x="2233" y="1519"/>
                    <a:pt x="2222" y="1492"/>
                  </a:cubicBezTo>
                  <a:cubicBezTo>
                    <a:pt x="2194" y="1416"/>
                    <a:pt x="2188" y="1385"/>
                    <a:pt x="2192" y="1385"/>
                  </a:cubicBezTo>
                  <a:lnTo>
                    <a:pt x="2192" y="1385"/>
                  </a:lnTo>
                  <a:cubicBezTo>
                    <a:pt x="2196" y="1385"/>
                    <a:pt x="2204" y="1401"/>
                    <a:pt x="2214" y="1427"/>
                  </a:cubicBezTo>
                  <a:cubicBezTo>
                    <a:pt x="2226" y="1459"/>
                    <a:pt x="2232" y="1475"/>
                    <a:pt x="2233" y="1475"/>
                  </a:cubicBezTo>
                  <a:cubicBezTo>
                    <a:pt x="2235" y="1475"/>
                    <a:pt x="2231" y="1457"/>
                    <a:pt x="2222" y="1419"/>
                  </a:cubicBezTo>
                  <a:lnTo>
                    <a:pt x="2222" y="1419"/>
                  </a:lnTo>
                  <a:cubicBezTo>
                    <a:pt x="2234" y="1465"/>
                    <a:pt x="2249" y="1515"/>
                    <a:pt x="2252" y="1515"/>
                  </a:cubicBezTo>
                  <a:cubicBezTo>
                    <a:pt x="2253" y="1515"/>
                    <a:pt x="2252" y="1506"/>
                    <a:pt x="2247" y="1484"/>
                  </a:cubicBezTo>
                  <a:cubicBezTo>
                    <a:pt x="2247" y="1484"/>
                    <a:pt x="2247" y="1484"/>
                    <a:pt x="2222" y="1419"/>
                  </a:cubicBezTo>
                  <a:lnTo>
                    <a:pt x="2222" y="1419"/>
                  </a:lnTo>
                  <a:cubicBezTo>
                    <a:pt x="2222" y="1419"/>
                    <a:pt x="2222" y="1419"/>
                    <a:pt x="2222" y="1419"/>
                  </a:cubicBezTo>
                  <a:cubicBezTo>
                    <a:pt x="2222" y="1419"/>
                    <a:pt x="2214" y="1354"/>
                    <a:pt x="2198" y="1290"/>
                  </a:cubicBezTo>
                  <a:cubicBezTo>
                    <a:pt x="2182" y="1249"/>
                    <a:pt x="2166" y="1200"/>
                    <a:pt x="2158" y="1160"/>
                  </a:cubicBezTo>
                  <a:cubicBezTo>
                    <a:pt x="2151" y="1143"/>
                    <a:pt x="2150" y="1134"/>
                    <a:pt x="2152" y="1134"/>
                  </a:cubicBezTo>
                  <a:lnTo>
                    <a:pt x="2152" y="1134"/>
                  </a:lnTo>
                  <a:cubicBezTo>
                    <a:pt x="2159" y="1134"/>
                    <a:pt x="2195" y="1203"/>
                    <a:pt x="2231" y="1346"/>
                  </a:cubicBezTo>
                  <a:lnTo>
                    <a:pt x="2271" y="1484"/>
                  </a:lnTo>
                  <a:cubicBezTo>
                    <a:pt x="2255" y="1411"/>
                    <a:pt x="2239" y="1346"/>
                    <a:pt x="2239" y="1346"/>
                  </a:cubicBezTo>
                  <a:lnTo>
                    <a:pt x="2239" y="1346"/>
                  </a:lnTo>
                  <a:cubicBezTo>
                    <a:pt x="2239" y="1346"/>
                    <a:pt x="2247" y="1346"/>
                    <a:pt x="2263" y="1411"/>
                  </a:cubicBezTo>
                  <a:cubicBezTo>
                    <a:pt x="2249" y="1335"/>
                    <a:pt x="2243" y="1304"/>
                    <a:pt x="2244" y="1304"/>
                  </a:cubicBezTo>
                  <a:lnTo>
                    <a:pt x="2244" y="1304"/>
                  </a:lnTo>
                  <a:cubicBezTo>
                    <a:pt x="2244" y="1304"/>
                    <a:pt x="2248" y="1319"/>
                    <a:pt x="2255" y="1346"/>
                  </a:cubicBezTo>
                  <a:cubicBezTo>
                    <a:pt x="2271" y="1415"/>
                    <a:pt x="2279" y="1450"/>
                    <a:pt x="2281" y="1450"/>
                  </a:cubicBezTo>
                  <a:cubicBezTo>
                    <a:pt x="2283" y="1450"/>
                    <a:pt x="2280" y="1419"/>
                    <a:pt x="2272" y="1358"/>
                  </a:cubicBezTo>
                  <a:lnTo>
                    <a:pt x="2272" y="1358"/>
                  </a:lnTo>
                  <a:cubicBezTo>
                    <a:pt x="2281" y="1426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8" y="1338"/>
                    <a:pt x="2274" y="1304"/>
                    <a:pt x="2276" y="1304"/>
                  </a:cubicBezTo>
                  <a:lnTo>
                    <a:pt x="2276" y="1304"/>
                  </a:lnTo>
                  <a:cubicBezTo>
                    <a:pt x="2277" y="1304"/>
                    <a:pt x="2281" y="1320"/>
                    <a:pt x="2287" y="1346"/>
                  </a:cubicBezTo>
                  <a:cubicBezTo>
                    <a:pt x="2291" y="1383"/>
                    <a:pt x="2293" y="1401"/>
                    <a:pt x="2294" y="1401"/>
                  </a:cubicBezTo>
                  <a:cubicBezTo>
                    <a:pt x="2295" y="1401"/>
                    <a:pt x="2295" y="1383"/>
                    <a:pt x="2295" y="1346"/>
                  </a:cubicBezTo>
                  <a:cubicBezTo>
                    <a:pt x="2304" y="1346"/>
                    <a:pt x="2312" y="1346"/>
                    <a:pt x="2312" y="1419"/>
                  </a:cubicBezTo>
                  <a:cubicBezTo>
                    <a:pt x="2320" y="1484"/>
                    <a:pt x="2322" y="1517"/>
                    <a:pt x="2322" y="1517"/>
                  </a:cubicBezTo>
                  <a:cubicBezTo>
                    <a:pt x="2322" y="1517"/>
                    <a:pt x="2320" y="1484"/>
                    <a:pt x="2320" y="1419"/>
                  </a:cubicBezTo>
                  <a:cubicBezTo>
                    <a:pt x="2316" y="1383"/>
                    <a:pt x="2314" y="1365"/>
                    <a:pt x="2315" y="1365"/>
                  </a:cubicBezTo>
                  <a:lnTo>
                    <a:pt x="2315" y="1365"/>
                  </a:lnTo>
                  <a:cubicBezTo>
                    <a:pt x="2316" y="1365"/>
                    <a:pt x="2320" y="1383"/>
                    <a:pt x="2328" y="1419"/>
                  </a:cubicBezTo>
                  <a:cubicBezTo>
                    <a:pt x="2336" y="1346"/>
                    <a:pt x="2328" y="1281"/>
                    <a:pt x="2320" y="1217"/>
                  </a:cubicBezTo>
                  <a:cubicBezTo>
                    <a:pt x="2312" y="1217"/>
                    <a:pt x="2312" y="1217"/>
                    <a:pt x="2312" y="1144"/>
                  </a:cubicBezTo>
                  <a:lnTo>
                    <a:pt x="2320" y="1144"/>
                  </a:lnTo>
                  <a:cubicBezTo>
                    <a:pt x="2328" y="1144"/>
                    <a:pt x="2328" y="1144"/>
                    <a:pt x="2344" y="1079"/>
                  </a:cubicBezTo>
                  <a:close/>
                  <a:moveTo>
                    <a:pt x="2206" y="2206"/>
                  </a:moveTo>
                  <a:lnTo>
                    <a:pt x="2206" y="2206"/>
                  </a:lnTo>
                  <a:cubicBezTo>
                    <a:pt x="2190" y="2246"/>
                    <a:pt x="2174" y="2287"/>
                    <a:pt x="2158" y="2319"/>
                  </a:cubicBezTo>
                  <a:lnTo>
                    <a:pt x="2149" y="2319"/>
                  </a:lnTo>
                  <a:lnTo>
                    <a:pt x="2206" y="2206"/>
                  </a:lnTo>
                  <a:close/>
                  <a:moveTo>
                    <a:pt x="2758" y="2498"/>
                  </a:moveTo>
                  <a:cubicBezTo>
                    <a:pt x="2782" y="2530"/>
                    <a:pt x="2798" y="2571"/>
                    <a:pt x="2814" y="2611"/>
                  </a:cubicBezTo>
                  <a:lnTo>
                    <a:pt x="2749" y="2498"/>
                  </a:lnTo>
                  <a:close/>
                  <a:moveTo>
                    <a:pt x="1785" y="2522"/>
                  </a:moveTo>
                  <a:lnTo>
                    <a:pt x="1793" y="2530"/>
                  </a:lnTo>
                  <a:cubicBezTo>
                    <a:pt x="1755" y="2575"/>
                    <a:pt x="1711" y="2620"/>
                    <a:pt x="1704" y="2620"/>
                  </a:cubicBezTo>
                  <a:cubicBezTo>
                    <a:pt x="1704" y="2620"/>
                    <a:pt x="1704" y="2620"/>
                    <a:pt x="1704" y="2619"/>
                  </a:cubicBezTo>
                  <a:lnTo>
                    <a:pt x="1736" y="2571"/>
                  </a:lnTo>
                  <a:lnTo>
                    <a:pt x="1785" y="2522"/>
                  </a:lnTo>
                  <a:close/>
                  <a:moveTo>
                    <a:pt x="1723" y="2630"/>
                  </a:moveTo>
                  <a:lnTo>
                    <a:pt x="1723" y="2630"/>
                  </a:lnTo>
                  <a:cubicBezTo>
                    <a:pt x="1723" y="2630"/>
                    <a:pt x="1702" y="2660"/>
                    <a:pt x="1679" y="2692"/>
                  </a:cubicBezTo>
                  <a:cubicBezTo>
                    <a:pt x="1711" y="2647"/>
                    <a:pt x="1722" y="2630"/>
                    <a:pt x="1723" y="2630"/>
                  </a:cubicBezTo>
                  <a:close/>
                  <a:moveTo>
                    <a:pt x="2133" y="2587"/>
                  </a:moveTo>
                  <a:cubicBezTo>
                    <a:pt x="2125" y="2635"/>
                    <a:pt x="2109" y="2676"/>
                    <a:pt x="2093" y="2708"/>
                  </a:cubicBezTo>
                  <a:lnTo>
                    <a:pt x="2101" y="2644"/>
                  </a:lnTo>
                  <a:lnTo>
                    <a:pt x="2125" y="2587"/>
                  </a:lnTo>
                  <a:close/>
                  <a:moveTo>
                    <a:pt x="1939" y="2571"/>
                  </a:moveTo>
                  <a:cubicBezTo>
                    <a:pt x="1947" y="2571"/>
                    <a:pt x="1947" y="2571"/>
                    <a:pt x="1914" y="2627"/>
                  </a:cubicBezTo>
                  <a:cubicBezTo>
                    <a:pt x="1890" y="2660"/>
                    <a:pt x="1874" y="2700"/>
                    <a:pt x="1849" y="2733"/>
                  </a:cubicBezTo>
                  <a:cubicBezTo>
                    <a:pt x="1874" y="2676"/>
                    <a:pt x="1906" y="2619"/>
                    <a:pt x="1939" y="2571"/>
                  </a:cubicBezTo>
                  <a:close/>
                  <a:moveTo>
                    <a:pt x="2549" y="2632"/>
                  </a:moveTo>
                  <a:cubicBezTo>
                    <a:pt x="2556" y="2632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7"/>
                    <a:pt x="2539" y="2676"/>
                    <a:pt x="2539" y="2635"/>
                  </a:cubicBezTo>
                  <a:cubicBezTo>
                    <a:pt x="2543" y="2633"/>
                    <a:pt x="2546" y="2632"/>
                    <a:pt x="2549" y="2632"/>
                  </a:cubicBezTo>
                  <a:close/>
                  <a:moveTo>
                    <a:pt x="2417" y="519"/>
                  </a:moveTo>
                  <a:cubicBezTo>
                    <a:pt x="2401" y="519"/>
                    <a:pt x="2401" y="584"/>
                    <a:pt x="2401" y="657"/>
                  </a:cubicBezTo>
                  <a:lnTo>
                    <a:pt x="2385" y="657"/>
                  </a:lnTo>
                  <a:cubicBezTo>
                    <a:pt x="2385" y="657"/>
                    <a:pt x="2384" y="657"/>
                    <a:pt x="2384" y="657"/>
                  </a:cubicBezTo>
                  <a:cubicBezTo>
                    <a:pt x="2382" y="657"/>
                    <a:pt x="2375" y="662"/>
                    <a:pt x="2368" y="722"/>
                  </a:cubicBezTo>
                  <a:cubicBezTo>
                    <a:pt x="2368" y="787"/>
                    <a:pt x="2360" y="787"/>
                    <a:pt x="2352" y="787"/>
                  </a:cubicBezTo>
                  <a:cubicBezTo>
                    <a:pt x="2352" y="765"/>
                    <a:pt x="2351" y="756"/>
                    <a:pt x="2351" y="756"/>
                  </a:cubicBezTo>
                  <a:lnTo>
                    <a:pt x="2351" y="756"/>
                  </a:lnTo>
                  <a:cubicBezTo>
                    <a:pt x="2349" y="756"/>
                    <a:pt x="2346" y="806"/>
                    <a:pt x="2352" y="852"/>
                  </a:cubicBezTo>
                  <a:cubicBezTo>
                    <a:pt x="2359" y="890"/>
                    <a:pt x="2355" y="923"/>
                    <a:pt x="2349" y="959"/>
                  </a:cubicBezTo>
                  <a:lnTo>
                    <a:pt x="2349" y="959"/>
                  </a:lnTo>
                  <a:cubicBezTo>
                    <a:pt x="2349" y="938"/>
                    <a:pt x="2347" y="923"/>
                    <a:pt x="2343" y="923"/>
                  </a:cubicBezTo>
                  <a:cubicBezTo>
                    <a:pt x="2343" y="923"/>
                    <a:pt x="2343" y="924"/>
                    <a:pt x="2342" y="924"/>
                  </a:cubicBezTo>
                  <a:lnTo>
                    <a:pt x="2342" y="924"/>
                  </a:lnTo>
                  <a:lnTo>
                    <a:pt x="2336" y="876"/>
                  </a:lnTo>
                  <a:cubicBezTo>
                    <a:pt x="2332" y="775"/>
                    <a:pt x="2326" y="724"/>
                    <a:pt x="2322" y="724"/>
                  </a:cubicBezTo>
                  <a:cubicBezTo>
                    <a:pt x="2318" y="724"/>
                    <a:pt x="2316" y="775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2" y="941"/>
                  </a:cubicBezTo>
                  <a:cubicBezTo>
                    <a:pt x="2312" y="818"/>
                    <a:pt x="2305" y="811"/>
                    <a:pt x="2298" y="811"/>
                  </a:cubicBezTo>
                  <a:cubicBezTo>
                    <a:pt x="2297" y="811"/>
                    <a:pt x="2296" y="811"/>
                    <a:pt x="2295" y="811"/>
                  </a:cubicBezTo>
                  <a:cubicBezTo>
                    <a:pt x="2287" y="811"/>
                    <a:pt x="2287" y="811"/>
                    <a:pt x="2287" y="738"/>
                  </a:cubicBezTo>
                  <a:cubicBezTo>
                    <a:pt x="2287" y="690"/>
                    <a:pt x="2279" y="649"/>
                    <a:pt x="2255" y="609"/>
                  </a:cubicBezTo>
                  <a:cubicBezTo>
                    <a:pt x="2247" y="609"/>
                    <a:pt x="2247" y="609"/>
                    <a:pt x="2255" y="673"/>
                  </a:cubicBezTo>
                  <a:cubicBezTo>
                    <a:pt x="2262" y="700"/>
                    <a:pt x="2263" y="716"/>
                    <a:pt x="2260" y="716"/>
                  </a:cubicBezTo>
                  <a:cubicBezTo>
                    <a:pt x="2256" y="716"/>
                    <a:pt x="2245" y="684"/>
                    <a:pt x="2231" y="609"/>
                  </a:cubicBezTo>
                  <a:cubicBezTo>
                    <a:pt x="2224" y="578"/>
                    <a:pt x="2220" y="560"/>
                    <a:pt x="2219" y="560"/>
                  </a:cubicBezTo>
                  <a:lnTo>
                    <a:pt x="2219" y="560"/>
                  </a:lnTo>
                  <a:cubicBezTo>
                    <a:pt x="2217" y="560"/>
                    <a:pt x="2221" y="594"/>
                    <a:pt x="2231" y="673"/>
                  </a:cubicBezTo>
                  <a:cubicBezTo>
                    <a:pt x="2239" y="742"/>
                    <a:pt x="2239" y="777"/>
                    <a:pt x="2234" y="777"/>
                  </a:cubicBezTo>
                  <a:cubicBezTo>
                    <a:pt x="2229" y="777"/>
                    <a:pt x="2218" y="742"/>
                    <a:pt x="2206" y="673"/>
                  </a:cubicBezTo>
                  <a:lnTo>
                    <a:pt x="2190" y="673"/>
                  </a:lnTo>
                  <a:cubicBezTo>
                    <a:pt x="2182" y="722"/>
                    <a:pt x="2190" y="763"/>
                    <a:pt x="2198" y="811"/>
                  </a:cubicBezTo>
                  <a:cubicBezTo>
                    <a:pt x="2208" y="887"/>
                    <a:pt x="2214" y="919"/>
                    <a:pt x="2213" y="919"/>
                  </a:cubicBezTo>
                  <a:cubicBezTo>
                    <a:pt x="2213" y="919"/>
                    <a:pt x="2208" y="903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66" y="673"/>
                    <a:pt x="2158" y="673"/>
                    <a:pt x="2141" y="673"/>
                  </a:cubicBezTo>
                  <a:cubicBezTo>
                    <a:pt x="2133" y="681"/>
                    <a:pt x="2117" y="681"/>
                    <a:pt x="2133" y="746"/>
                  </a:cubicBezTo>
                  <a:lnTo>
                    <a:pt x="2117" y="681"/>
                  </a:lnTo>
                  <a:cubicBezTo>
                    <a:pt x="2112" y="681"/>
                    <a:pt x="2106" y="649"/>
                    <a:pt x="2106" y="649"/>
                  </a:cubicBezTo>
                  <a:lnTo>
                    <a:pt x="2106" y="649"/>
                  </a:lnTo>
                  <a:cubicBezTo>
                    <a:pt x="2105" y="649"/>
                    <a:pt x="2106" y="657"/>
                    <a:pt x="2109" y="681"/>
                  </a:cubicBezTo>
                  <a:cubicBezTo>
                    <a:pt x="2109" y="681"/>
                    <a:pt x="2101" y="681"/>
                    <a:pt x="2068" y="617"/>
                  </a:cubicBezTo>
                  <a:cubicBezTo>
                    <a:pt x="2063" y="605"/>
                    <a:pt x="2058" y="600"/>
                    <a:pt x="2055" y="600"/>
                  </a:cubicBezTo>
                  <a:lnTo>
                    <a:pt x="2055" y="600"/>
                  </a:ln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5" y="819"/>
                    <a:pt x="2101" y="884"/>
                    <a:pt x="2101" y="884"/>
                  </a:cubicBezTo>
                  <a:cubicBezTo>
                    <a:pt x="2117" y="957"/>
                    <a:pt x="2117" y="957"/>
                    <a:pt x="2109" y="957"/>
                  </a:cubicBezTo>
                  <a:lnTo>
                    <a:pt x="2076" y="827"/>
                  </a:lnTo>
                  <a:cubicBezTo>
                    <a:pt x="2048" y="710"/>
                    <a:pt x="2026" y="639"/>
                    <a:pt x="2019" y="639"/>
                  </a:cubicBezTo>
                  <a:lnTo>
                    <a:pt x="2019" y="639"/>
                  </a:lnTo>
                  <a:cubicBezTo>
                    <a:pt x="2015" y="639"/>
                    <a:pt x="2019" y="677"/>
                    <a:pt x="2036" y="763"/>
                  </a:cubicBezTo>
                  <a:cubicBezTo>
                    <a:pt x="2028" y="730"/>
                    <a:pt x="2028" y="730"/>
                    <a:pt x="2020" y="698"/>
                  </a:cubicBezTo>
                  <a:cubicBezTo>
                    <a:pt x="2012" y="666"/>
                    <a:pt x="2006" y="650"/>
                    <a:pt x="2002" y="650"/>
                  </a:cubicBezTo>
                  <a:cubicBezTo>
                    <a:pt x="1998" y="650"/>
                    <a:pt x="1995" y="668"/>
                    <a:pt x="1995" y="706"/>
                  </a:cubicBezTo>
                  <a:cubicBezTo>
                    <a:pt x="2004" y="771"/>
                    <a:pt x="2020" y="836"/>
                    <a:pt x="2044" y="900"/>
                  </a:cubicBezTo>
                  <a:cubicBezTo>
                    <a:pt x="2060" y="965"/>
                    <a:pt x="2060" y="973"/>
                    <a:pt x="2060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8" y="844"/>
                    <a:pt x="1993" y="811"/>
                    <a:pt x="1989" y="811"/>
                  </a:cubicBezTo>
                  <a:lnTo>
                    <a:pt x="1989" y="811"/>
                  </a:lnTo>
                  <a:cubicBezTo>
                    <a:pt x="1985" y="811"/>
                    <a:pt x="1991" y="844"/>
                    <a:pt x="2012" y="908"/>
                  </a:cubicBezTo>
                  <a:lnTo>
                    <a:pt x="1987" y="844"/>
                  </a:lnTo>
                  <a:cubicBezTo>
                    <a:pt x="1971" y="800"/>
                    <a:pt x="1951" y="761"/>
                    <a:pt x="1935" y="761"/>
                  </a:cubicBezTo>
                  <a:cubicBezTo>
                    <a:pt x="1927" y="761"/>
                    <a:pt x="1920" y="771"/>
                    <a:pt x="1914" y="795"/>
                  </a:cubicBezTo>
                  <a:cubicBezTo>
                    <a:pt x="1903" y="798"/>
                    <a:pt x="1893" y="801"/>
                    <a:pt x="1885" y="801"/>
                  </a:cubicBezTo>
                  <a:cubicBezTo>
                    <a:pt x="1868" y="801"/>
                    <a:pt x="1854" y="791"/>
                    <a:pt x="1833" y="754"/>
                  </a:cubicBezTo>
                  <a:cubicBezTo>
                    <a:pt x="1828" y="743"/>
                    <a:pt x="1824" y="738"/>
                    <a:pt x="1822" y="738"/>
                  </a:cubicBezTo>
                  <a:lnTo>
                    <a:pt x="1822" y="738"/>
                  </a:lnTo>
                  <a:cubicBezTo>
                    <a:pt x="1813" y="738"/>
                    <a:pt x="1842" y="850"/>
                    <a:pt x="1882" y="957"/>
                  </a:cubicBezTo>
                  <a:cubicBezTo>
                    <a:pt x="1860" y="914"/>
                    <a:pt x="1849" y="903"/>
                    <a:pt x="1842" y="903"/>
                  </a:cubicBezTo>
                  <a:cubicBezTo>
                    <a:pt x="1839" y="903"/>
                    <a:pt x="1836" y="906"/>
                    <a:pt x="1833" y="908"/>
                  </a:cubicBezTo>
                  <a:cubicBezTo>
                    <a:pt x="1827" y="911"/>
                    <a:pt x="1822" y="912"/>
                    <a:pt x="1818" y="912"/>
                  </a:cubicBezTo>
                  <a:cubicBezTo>
                    <a:pt x="1806" y="912"/>
                    <a:pt x="1800" y="901"/>
                    <a:pt x="1777" y="860"/>
                  </a:cubicBezTo>
                  <a:cubicBezTo>
                    <a:pt x="1744" y="799"/>
                    <a:pt x="1728" y="769"/>
                    <a:pt x="1727" y="769"/>
                  </a:cubicBezTo>
                  <a:lnTo>
                    <a:pt x="1727" y="769"/>
                  </a:lnTo>
                  <a:cubicBezTo>
                    <a:pt x="1726" y="769"/>
                    <a:pt x="1740" y="799"/>
                    <a:pt x="1768" y="860"/>
                  </a:cubicBezTo>
                  <a:cubicBezTo>
                    <a:pt x="1795" y="910"/>
                    <a:pt x="1801" y="931"/>
                    <a:pt x="1794" y="931"/>
                  </a:cubicBezTo>
                  <a:cubicBezTo>
                    <a:pt x="1784" y="931"/>
                    <a:pt x="1747" y="886"/>
                    <a:pt x="1704" y="819"/>
                  </a:cubicBezTo>
                  <a:cubicBezTo>
                    <a:pt x="1674" y="778"/>
                    <a:pt x="1662" y="767"/>
                    <a:pt x="1651" y="767"/>
                  </a:cubicBezTo>
                  <a:cubicBezTo>
                    <a:pt x="1647" y="767"/>
                    <a:pt x="1643" y="768"/>
                    <a:pt x="1639" y="771"/>
                  </a:cubicBezTo>
                  <a:cubicBezTo>
                    <a:pt x="1671" y="836"/>
                    <a:pt x="1655" y="844"/>
                    <a:pt x="1647" y="852"/>
                  </a:cubicBezTo>
                  <a:cubicBezTo>
                    <a:pt x="1622" y="868"/>
                    <a:pt x="1622" y="868"/>
                    <a:pt x="1704" y="981"/>
                  </a:cubicBezTo>
                  <a:cubicBezTo>
                    <a:pt x="1785" y="1087"/>
                    <a:pt x="1777" y="1095"/>
                    <a:pt x="1768" y="1103"/>
                  </a:cubicBezTo>
                  <a:cubicBezTo>
                    <a:pt x="1768" y="1103"/>
                    <a:pt x="1768" y="1103"/>
                    <a:pt x="1767" y="1103"/>
                  </a:cubicBezTo>
                  <a:cubicBezTo>
                    <a:pt x="1763" y="1103"/>
                    <a:pt x="1751" y="1099"/>
                    <a:pt x="1720" y="1054"/>
                  </a:cubicBezTo>
                  <a:cubicBezTo>
                    <a:pt x="1720" y="1054"/>
                    <a:pt x="1678" y="1013"/>
                    <a:pt x="1666" y="1013"/>
                  </a:cubicBezTo>
                  <a:cubicBezTo>
                    <a:pt x="1664" y="1013"/>
                    <a:pt x="1664" y="1013"/>
                    <a:pt x="1663" y="1014"/>
                  </a:cubicBezTo>
                  <a:cubicBezTo>
                    <a:pt x="1661" y="1016"/>
                    <a:pt x="1659" y="1018"/>
                    <a:pt x="1657" y="1018"/>
                  </a:cubicBezTo>
                  <a:cubicBezTo>
                    <a:pt x="1651" y="1018"/>
                    <a:pt x="1641" y="1008"/>
                    <a:pt x="1606" y="973"/>
                  </a:cubicBezTo>
                  <a:cubicBezTo>
                    <a:pt x="1606" y="973"/>
                    <a:pt x="1571" y="938"/>
                    <a:pt x="1550" y="938"/>
                  </a:cubicBezTo>
                  <a:cubicBezTo>
                    <a:pt x="1547" y="938"/>
                    <a:pt x="1544" y="939"/>
                    <a:pt x="1541" y="941"/>
                  </a:cubicBezTo>
                  <a:cubicBezTo>
                    <a:pt x="1538" y="944"/>
                    <a:pt x="1534" y="947"/>
                    <a:pt x="1527" y="947"/>
                  </a:cubicBezTo>
                  <a:cubicBezTo>
                    <a:pt x="1516" y="947"/>
                    <a:pt x="1499" y="939"/>
                    <a:pt x="1468" y="908"/>
                  </a:cubicBezTo>
                  <a:lnTo>
                    <a:pt x="1468" y="908"/>
                  </a:lnTo>
                  <a:cubicBezTo>
                    <a:pt x="1460" y="917"/>
                    <a:pt x="1460" y="917"/>
                    <a:pt x="1509" y="965"/>
                  </a:cubicBezTo>
                  <a:cubicBezTo>
                    <a:pt x="1551" y="1007"/>
                    <a:pt x="1587" y="1050"/>
                    <a:pt x="1549" y="1050"/>
                  </a:cubicBezTo>
                  <a:cubicBezTo>
                    <a:pt x="1543" y="1050"/>
                    <a:pt x="1535" y="1048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9"/>
                    <a:pt x="1549" y="1119"/>
                  </a:cubicBezTo>
                  <a:cubicBezTo>
                    <a:pt x="1549" y="1122"/>
                    <a:pt x="1549" y="1123"/>
                    <a:pt x="1548" y="1123"/>
                  </a:cubicBezTo>
                  <a:cubicBezTo>
                    <a:pt x="1545" y="1123"/>
                    <a:pt x="1533" y="1113"/>
                    <a:pt x="1493" y="1079"/>
                  </a:cubicBezTo>
                  <a:cubicBezTo>
                    <a:pt x="1450" y="1040"/>
                    <a:pt x="1423" y="1021"/>
                    <a:pt x="1414" y="1021"/>
                  </a:cubicBezTo>
                  <a:cubicBezTo>
                    <a:pt x="1403" y="1021"/>
                    <a:pt x="1422" y="1052"/>
                    <a:pt x="1477" y="1111"/>
                  </a:cubicBezTo>
                  <a:cubicBezTo>
                    <a:pt x="1503" y="1133"/>
                    <a:pt x="1515" y="1146"/>
                    <a:pt x="1511" y="1146"/>
                  </a:cubicBezTo>
                  <a:cubicBezTo>
                    <a:pt x="1508" y="1146"/>
                    <a:pt x="1494" y="1138"/>
                    <a:pt x="1468" y="1119"/>
                  </a:cubicBezTo>
                  <a:lnTo>
                    <a:pt x="1468" y="1119"/>
                  </a:lnTo>
                  <a:cubicBezTo>
                    <a:pt x="1468" y="1119"/>
                    <a:pt x="1460" y="1127"/>
                    <a:pt x="1509" y="1176"/>
                  </a:cubicBezTo>
                  <a:cubicBezTo>
                    <a:pt x="1536" y="1203"/>
                    <a:pt x="1548" y="1215"/>
                    <a:pt x="1542" y="1215"/>
                  </a:cubicBezTo>
                  <a:cubicBezTo>
                    <a:pt x="1538" y="1215"/>
                    <a:pt x="1522" y="1207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5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9"/>
                    <a:pt x="1371" y="1265"/>
                  </a:cubicBezTo>
                  <a:lnTo>
                    <a:pt x="1371" y="1265"/>
                  </a:lnTo>
                  <a:cubicBezTo>
                    <a:pt x="1420" y="1306"/>
                    <a:pt x="1420" y="1306"/>
                    <a:pt x="1420" y="1314"/>
                  </a:cubicBezTo>
                  <a:cubicBezTo>
                    <a:pt x="1379" y="1295"/>
                    <a:pt x="1359" y="1287"/>
                    <a:pt x="1353" y="1287"/>
                  </a:cubicBezTo>
                  <a:cubicBezTo>
                    <a:pt x="1344" y="1287"/>
                    <a:pt x="1380" y="1311"/>
                    <a:pt x="1439" y="1346"/>
                  </a:cubicBezTo>
                  <a:lnTo>
                    <a:pt x="1439" y="1346"/>
                  </a:lnTo>
                  <a:cubicBezTo>
                    <a:pt x="1431" y="1341"/>
                    <a:pt x="1421" y="1336"/>
                    <a:pt x="1412" y="1330"/>
                  </a:cubicBezTo>
                  <a:cubicBezTo>
                    <a:pt x="1355" y="1308"/>
                    <a:pt x="1325" y="1295"/>
                    <a:pt x="1320" y="1295"/>
                  </a:cubicBezTo>
                  <a:lnTo>
                    <a:pt x="1320" y="1295"/>
                  </a:lnTo>
                  <a:cubicBezTo>
                    <a:pt x="1314" y="1295"/>
                    <a:pt x="1343" y="1312"/>
                    <a:pt x="1404" y="1346"/>
                  </a:cubicBezTo>
                  <a:cubicBezTo>
                    <a:pt x="1462" y="1386"/>
                    <a:pt x="1488" y="1405"/>
                    <a:pt x="1479" y="1405"/>
                  </a:cubicBezTo>
                  <a:cubicBezTo>
                    <a:pt x="1472" y="1405"/>
                    <a:pt x="1442" y="1392"/>
                    <a:pt x="1387" y="1371"/>
                  </a:cubicBezTo>
                  <a:cubicBezTo>
                    <a:pt x="1332" y="1343"/>
                    <a:pt x="1304" y="1329"/>
                    <a:pt x="1302" y="1329"/>
                  </a:cubicBezTo>
                  <a:lnTo>
                    <a:pt x="1302" y="1329"/>
                  </a:lnTo>
                  <a:cubicBezTo>
                    <a:pt x="1300" y="1329"/>
                    <a:pt x="1329" y="1345"/>
                    <a:pt x="1387" y="1379"/>
                  </a:cubicBezTo>
                  <a:cubicBezTo>
                    <a:pt x="1522" y="1456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2" y="1393"/>
                    <a:pt x="1259" y="1369"/>
                    <a:pt x="1245" y="1369"/>
                  </a:cubicBezTo>
                  <a:cubicBezTo>
                    <a:pt x="1242" y="1369"/>
                    <a:pt x="1241" y="1370"/>
                    <a:pt x="1241" y="1371"/>
                  </a:cubicBezTo>
                  <a:cubicBezTo>
                    <a:pt x="1241" y="1387"/>
                    <a:pt x="1298" y="1411"/>
                    <a:pt x="1363" y="1435"/>
                  </a:cubicBezTo>
                  <a:cubicBezTo>
                    <a:pt x="1434" y="1459"/>
                    <a:pt x="1463" y="1472"/>
                    <a:pt x="1450" y="1472"/>
                  </a:cubicBezTo>
                  <a:cubicBezTo>
                    <a:pt x="1441" y="1472"/>
                    <a:pt x="1409" y="1465"/>
                    <a:pt x="1355" y="1452"/>
                  </a:cubicBezTo>
                  <a:cubicBezTo>
                    <a:pt x="1283" y="1433"/>
                    <a:pt x="1237" y="1424"/>
                    <a:pt x="1214" y="1424"/>
                  </a:cubicBezTo>
                  <a:cubicBezTo>
                    <a:pt x="1176" y="1424"/>
                    <a:pt x="1199" y="1447"/>
                    <a:pt x="1274" y="1492"/>
                  </a:cubicBezTo>
                  <a:cubicBezTo>
                    <a:pt x="1343" y="1532"/>
                    <a:pt x="1367" y="1556"/>
                    <a:pt x="1349" y="1556"/>
                  </a:cubicBezTo>
                  <a:cubicBezTo>
                    <a:pt x="1338" y="1556"/>
                    <a:pt x="1310" y="1547"/>
                    <a:pt x="1266" y="1525"/>
                  </a:cubicBezTo>
                  <a:cubicBezTo>
                    <a:pt x="1196" y="1492"/>
                    <a:pt x="1167" y="1478"/>
                    <a:pt x="1164" y="1478"/>
                  </a:cubicBezTo>
                  <a:lnTo>
                    <a:pt x="1164" y="1478"/>
                  </a:lnTo>
                  <a:cubicBezTo>
                    <a:pt x="1163" y="1478"/>
                    <a:pt x="1176" y="1486"/>
                    <a:pt x="1201" y="1500"/>
                  </a:cubicBezTo>
                  <a:cubicBezTo>
                    <a:pt x="1193" y="1517"/>
                    <a:pt x="1193" y="1533"/>
                    <a:pt x="1185" y="1549"/>
                  </a:cubicBezTo>
                  <a:cubicBezTo>
                    <a:pt x="1185" y="1557"/>
                    <a:pt x="1250" y="1581"/>
                    <a:pt x="1306" y="1598"/>
                  </a:cubicBezTo>
                  <a:cubicBezTo>
                    <a:pt x="1256" y="1588"/>
                    <a:pt x="1214" y="1582"/>
                    <a:pt x="1191" y="1582"/>
                  </a:cubicBezTo>
                  <a:cubicBezTo>
                    <a:pt x="1159" y="1582"/>
                    <a:pt x="1165" y="1593"/>
                    <a:pt x="1241" y="1622"/>
                  </a:cubicBezTo>
                  <a:cubicBezTo>
                    <a:pt x="1241" y="1630"/>
                    <a:pt x="1233" y="1638"/>
                    <a:pt x="1233" y="1638"/>
                  </a:cubicBezTo>
                  <a:cubicBezTo>
                    <a:pt x="1233" y="1646"/>
                    <a:pt x="1233" y="1646"/>
                    <a:pt x="1298" y="1663"/>
                  </a:cubicBezTo>
                  <a:cubicBezTo>
                    <a:pt x="1337" y="1677"/>
                    <a:pt x="1329" y="1680"/>
                    <a:pt x="1303" y="1680"/>
                  </a:cubicBezTo>
                  <a:cubicBezTo>
                    <a:pt x="1285" y="1680"/>
                    <a:pt x="1259" y="1679"/>
                    <a:pt x="1233" y="1679"/>
                  </a:cubicBezTo>
                  <a:cubicBezTo>
                    <a:pt x="1160" y="1679"/>
                    <a:pt x="1095" y="1679"/>
                    <a:pt x="1160" y="1687"/>
                  </a:cubicBezTo>
                  <a:cubicBezTo>
                    <a:pt x="1233" y="1695"/>
                    <a:pt x="1290" y="1719"/>
                    <a:pt x="1355" y="1735"/>
                  </a:cubicBezTo>
                  <a:cubicBezTo>
                    <a:pt x="1383" y="1744"/>
                    <a:pt x="1381" y="1748"/>
                    <a:pt x="1365" y="1748"/>
                  </a:cubicBezTo>
                  <a:cubicBezTo>
                    <a:pt x="1349" y="1748"/>
                    <a:pt x="1318" y="1744"/>
                    <a:pt x="1290" y="1735"/>
                  </a:cubicBezTo>
                  <a:cubicBezTo>
                    <a:pt x="1270" y="1732"/>
                    <a:pt x="1251" y="1730"/>
                    <a:pt x="1233" y="1730"/>
                  </a:cubicBezTo>
                  <a:cubicBezTo>
                    <a:pt x="1206" y="1730"/>
                    <a:pt x="1181" y="1734"/>
                    <a:pt x="1152" y="1744"/>
                  </a:cubicBezTo>
                  <a:cubicBezTo>
                    <a:pt x="1152" y="1752"/>
                    <a:pt x="1152" y="1768"/>
                    <a:pt x="1217" y="1776"/>
                  </a:cubicBezTo>
                  <a:cubicBezTo>
                    <a:pt x="1282" y="1776"/>
                    <a:pt x="1274" y="1825"/>
                    <a:pt x="1217" y="1833"/>
                  </a:cubicBezTo>
                  <a:lnTo>
                    <a:pt x="1217" y="1849"/>
                  </a:lnTo>
                  <a:cubicBezTo>
                    <a:pt x="1217" y="1857"/>
                    <a:pt x="1282" y="1865"/>
                    <a:pt x="1282" y="1873"/>
                  </a:cubicBezTo>
                  <a:cubicBezTo>
                    <a:pt x="1282" y="1873"/>
                    <a:pt x="1282" y="1881"/>
                    <a:pt x="1339" y="1890"/>
                  </a:cubicBezTo>
                  <a:cubicBezTo>
                    <a:pt x="1339" y="1898"/>
                    <a:pt x="1339" y="1906"/>
                    <a:pt x="1282" y="1906"/>
                  </a:cubicBezTo>
                  <a:cubicBezTo>
                    <a:pt x="1404" y="1906"/>
                    <a:pt x="1404" y="1906"/>
                    <a:pt x="1282" y="1922"/>
                  </a:cubicBezTo>
                  <a:cubicBezTo>
                    <a:pt x="1152" y="1930"/>
                    <a:pt x="1152" y="1930"/>
                    <a:pt x="1282" y="1930"/>
                  </a:cubicBezTo>
                  <a:cubicBezTo>
                    <a:pt x="1347" y="1938"/>
                    <a:pt x="1347" y="1930"/>
                    <a:pt x="1282" y="1946"/>
                  </a:cubicBezTo>
                  <a:cubicBezTo>
                    <a:pt x="1236" y="1952"/>
                    <a:pt x="1223" y="1958"/>
                    <a:pt x="1242" y="1958"/>
                  </a:cubicBezTo>
                  <a:cubicBezTo>
                    <a:pt x="1250" y="1958"/>
                    <a:pt x="1263" y="1957"/>
                    <a:pt x="1282" y="1954"/>
                  </a:cubicBezTo>
                  <a:cubicBezTo>
                    <a:pt x="1404" y="1954"/>
                    <a:pt x="1468" y="1962"/>
                    <a:pt x="1347" y="1979"/>
                  </a:cubicBezTo>
                  <a:cubicBezTo>
                    <a:pt x="1347" y="1979"/>
                    <a:pt x="1347" y="1987"/>
                    <a:pt x="1404" y="1987"/>
                  </a:cubicBezTo>
                  <a:cubicBezTo>
                    <a:pt x="1468" y="1983"/>
                    <a:pt x="1500" y="1979"/>
                    <a:pt x="1501" y="1979"/>
                  </a:cubicBezTo>
                  <a:lnTo>
                    <a:pt x="1501" y="1979"/>
                  </a:lnTo>
                  <a:cubicBezTo>
                    <a:pt x="1500" y="1979"/>
                    <a:pt x="1468" y="1983"/>
                    <a:pt x="1404" y="1995"/>
                  </a:cubicBezTo>
                  <a:cubicBezTo>
                    <a:pt x="1312" y="2013"/>
                    <a:pt x="1290" y="2022"/>
                    <a:pt x="1339" y="2022"/>
                  </a:cubicBezTo>
                  <a:cubicBezTo>
                    <a:pt x="1355" y="2022"/>
                    <a:pt x="1379" y="2021"/>
                    <a:pt x="1412" y="2019"/>
                  </a:cubicBezTo>
                  <a:cubicBezTo>
                    <a:pt x="1412" y="2019"/>
                    <a:pt x="1428" y="2017"/>
                    <a:pt x="1436" y="2017"/>
                  </a:cubicBezTo>
                  <a:cubicBezTo>
                    <a:pt x="1444" y="2017"/>
                    <a:pt x="1444" y="2019"/>
                    <a:pt x="1412" y="2027"/>
                  </a:cubicBezTo>
                  <a:cubicBezTo>
                    <a:pt x="1366" y="2047"/>
                    <a:pt x="1320" y="2093"/>
                    <a:pt x="1368" y="2093"/>
                  </a:cubicBezTo>
                  <a:cubicBezTo>
                    <a:pt x="1379" y="2093"/>
                    <a:pt x="1396" y="2090"/>
                    <a:pt x="1420" y="2084"/>
                  </a:cubicBezTo>
                  <a:lnTo>
                    <a:pt x="1428" y="2092"/>
                  </a:lnTo>
                  <a:cubicBezTo>
                    <a:pt x="1378" y="2117"/>
                    <a:pt x="1371" y="2128"/>
                    <a:pt x="1396" y="2128"/>
                  </a:cubicBezTo>
                  <a:cubicBezTo>
                    <a:pt x="1404" y="2128"/>
                    <a:pt x="1414" y="2127"/>
                    <a:pt x="1428" y="2125"/>
                  </a:cubicBezTo>
                  <a:lnTo>
                    <a:pt x="1493" y="2117"/>
                  </a:lnTo>
                  <a:lnTo>
                    <a:pt x="1493" y="2117"/>
                  </a:lnTo>
                  <a:cubicBezTo>
                    <a:pt x="1452" y="2125"/>
                    <a:pt x="1412" y="2141"/>
                    <a:pt x="1371" y="2165"/>
                  </a:cubicBezTo>
                  <a:cubicBezTo>
                    <a:pt x="1371" y="2169"/>
                    <a:pt x="1371" y="2171"/>
                    <a:pt x="1376" y="2171"/>
                  </a:cubicBezTo>
                  <a:cubicBezTo>
                    <a:pt x="1382" y="2171"/>
                    <a:pt x="1398" y="2167"/>
                    <a:pt x="1436" y="2157"/>
                  </a:cubicBezTo>
                  <a:cubicBezTo>
                    <a:pt x="1467" y="2139"/>
                    <a:pt x="1481" y="2134"/>
                    <a:pt x="1488" y="2134"/>
                  </a:cubicBezTo>
                  <a:cubicBezTo>
                    <a:pt x="1493" y="2134"/>
                    <a:pt x="1493" y="2137"/>
                    <a:pt x="1493" y="2141"/>
                  </a:cubicBezTo>
                  <a:cubicBezTo>
                    <a:pt x="1460" y="2165"/>
                    <a:pt x="1420" y="2181"/>
                    <a:pt x="1379" y="2198"/>
                  </a:cubicBezTo>
                  <a:lnTo>
                    <a:pt x="1379" y="2206"/>
                  </a:lnTo>
                  <a:cubicBezTo>
                    <a:pt x="1443" y="2180"/>
                    <a:pt x="1474" y="2170"/>
                    <a:pt x="1480" y="2170"/>
                  </a:cubicBezTo>
                  <a:cubicBezTo>
                    <a:pt x="1485" y="2170"/>
                    <a:pt x="1471" y="2178"/>
                    <a:pt x="1444" y="2190"/>
                  </a:cubicBezTo>
                  <a:cubicBezTo>
                    <a:pt x="1387" y="2222"/>
                    <a:pt x="1387" y="2230"/>
                    <a:pt x="1395" y="2230"/>
                  </a:cubicBezTo>
                  <a:cubicBezTo>
                    <a:pt x="1411" y="2223"/>
                    <a:pt x="1418" y="2221"/>
                    <a:pt x="1420" y="2221"/>
                  </a:cubicBezTo>
                  <a:lnTo>
                    <a:pt x="1420" y="2221"/>
                  </a:lnTo>
                  <a:cubicBezTo>
                    <a:pt x="1424" y="2221"/>
                    <a:pt x="1404" y="2231"/>
                    <a:pt x="1397" y="2231"/>
                  </a:cubicBezTo>
                  <a:cubicBezTo>
                    <a:pt x="1396" y="2231"/>
                    <a:pt x="1395" y="2231"/>
                    <a:pt x="1395" y="2230"/>
                  </a:cubicBezTo>
                  <a:lnTo>
                    <a:pt x="1331" y="2254"/>
                  </a:lnTo>
                  <a:cubicBezTo>
                    <a:pt x="1311" y="2266"/>
                    <a:pt x="1306" y="2270"/>
                    <a:pt x="1310" y="2270"/>
                  </a:cubicBezTo>
                  <a:cubicBezTo>
                    <a:pt x="1318" y="2270"/>
                    <a:pt x="1358" y="2254"/>
                    <a:pt x="1395" y="2238"/>
                  </a:cubicBezTo>
                  <a:lnTo>
                    <a:pt x="1404" y="2254"/>
                  </a:lnTo>
                  <a:cubicBezTo>
                    <a:pt x="1404" y="2258"/>
                    <a:pt x="1404" y="2262"/>
                    <a:pt x="1409" y="2262"/>
                  </a:cubicBezTo>
                  <a:cubicBezTo>
                    <a:pt x="1415" y="2262"/>
                    <a:pt x="1429" y="2256"/>
                    <a:pt x="1460" y="2238"/>
                  </a:cubicBezTo>
                  <a:cubicBezTo>
                    <a:pt x="1501" y="2214"/>
                    <a:pt x="1541" y="2206"/>
                    <a:pt x="1582" y="2190"/>
                  </a:cubicBezTo>
                  <a:lnTo>
                    <a:pt x="1582" y="2190"/>
                  </a:lnTo>
                  <a:cubicBezTo>
                    <a:pt x="1541" y="2206"/>
                    <a:pt x="1501" y="2222"/>
                    <a:pt x="1468" y="2254"/>
                  </a:cubicBezTo>
                  <a:cubicBezTo>
                    <a:pt x="1468" y="2254"/>
                    <a:pt x="1412" y="2287"/>
                    <a:pt x="1412" y="2287"/>
                  </a:cubicBezTo>
                  <a:cubicBezTo>
                    <a:pt x="1336" y="2312"/>
                    <a:pt x="1336" y="2325"/>
                    <a:pt x="1360" y="2325"/>
                  </a:cubicBezTo>
                  <a:cubicBezTo>
                    <a:pt x="1375" y="2325"/>
                    <a:pt x="1398" y="2320"/>
                    <a:pt x="1420" y="2311"/>
                  </a:cubicBezTo>
                  <a:cubicBezTo>
                    <a:pt x="1470" y="2294"/>
                    <a:pt x="1500" y="2286"/>
                    <a:pt x="1509" y="2286"/>
                  </a:cubicBezTo>
                  <a:cubicBezTo>
                    <a:pt x="1522" y="2286"/>
                    <a:pt x="1494" y="2302"/>
                    <a:pt x="1428" y="2335"/>
                  </a:cubicBezTo>
                  <a:cubicBezTo>
                    <a:pt x="1392" y="2356"/>
                    <a:pt x="1379" y="2365"/>
                    <a:pt x="1385" y="2365"/>
                  </a:cubicBezTo>
                  <a:cubicBezTo>
                    <a:pt x="1397" y="2365"/>
                    <a:pt x="1490" y="2323"/>
                    <a:pt x="1606" y="2262"/>
                  </a:cubicBezTo>
                  <a:lnTo>
                    <a:pt x="1777" y="2173"/>
                  </a:lnTo>
                  <a:lnTo>
                    <a:pt x="1606" y="2271"/>
                  </a:lnTo>
                  <a:cubicBezTo>
                    <a:pt x="1469" y="2357"/>
                    <a:pt x="1418" y="2389"/>
                    <a:pt x="1429" y="2389"/>
                  </a:cubicBezTo>
                  <a:cubicBezTo>
                    <a:pt x="1435" y="2389"/>
                    <a:pt x="1464" y="2378"/>
                    <a:pt x="1509" y="2360"/>
                  </a:cubicBezTo>
                  <a:cubicBezTo>
                    <a:pt x="1536" y="2353"/>
                    <a:pt x="1552" y="2349"/>
                    <a:pt x="1557" y="2349"/>
                  </a:cubicBezTo>
                  <a:cubicBezTo>
                    <a:pt x="1564" y="2349"/>
                    <a:pt x="1550" y="2357"/>
                    <a:pt x="1517" y="2376"/>
                  </a:cubicBezTo>
                  <a:cubicBezTo>
                    <a:pt x="1460" y="2408"/>
                    <a:pt x="1468" y="2417"/>
                    <a:pt x="1477" y="2441"/>
                  </a:cubicBezTo>
                  <a:cubicBezTo>
                    <a:pt x="1484" y="2448"/>
                    <a:pt x="1488" y="2454"/>
                    <a:pt x="1496" y="2454"/>
                  </a:cubicBezTo>
                  <a:cubicBezTo>
                    <a:pt x="1505" y="2454"/>
                    <a:pt x="1519" y="2446"/>
                    <a:pt x="1549" y="2425"/>
                  </a:cubicBezTo>
                  <a:cubicBezTo>
                    <a:pt x="1549" y="2425"/>
                    <a:pt x="1549" y="2433"/>
                    <a:pt x="1558" y="2441"/>
                  </a:cubicBezTo>
                  <a:cubicBezTo>
                    <a:pt x="1516" y="2475"/>
                    <a:pt x="1503" y="2491"/>
                    <a:pt x="1508" y="2491"/>
                  </a:cubicBezTo>
                  <a:cubicBezTo>
                    <a:pt x="1516" y="2491"/>
                    <a:pt x="1559" y="2463"/>
                    <a:pt x="1614" y="2417"/>
                  </a:cubicBezTo>
                  <a:lnTo>
                    <a:pt x="1622" y="2425"/>
                  </a:lnTo>
                  <a:lnTo>
                    <a:pt x="1574" y="2465"/>
                  </a:lnTo>
                  <a:cubicBezTo>
                    <a:pt x="1525" y="2506"/>
                    <a:pt x="1525" y="2522"/>
                    <a:pt x="1566" y="2571"/>
                  </a:cubicBezTo>
                  <a:cubicBezTo>
                    <a:pt x="1587" y="2596"/>
                    <a:pt x="1601" y="2610"/>
                    <a:pt x="1616" y="2610"/>
                  </a:cubicBezTo>
                  <a:cubicBezTo>
                    <a:pt x="1636" y="2610"/>
                    <a:pt x="1658" y="2588"/>
                    <a:pt x="1704" y="2538"/>
                  </a:cubicBezTo>
                  <a:cubicBezTo>
                    <a:pt x="1751" y="2495"/>
                    <a:pt x="1775" y="2472"/>
                    <a:pt x="1778" y="2472"/>
                  </a:cubicBezTo>
                  <a:lnTo>
                    <a:pt x="1778" y="2472"/>
                  </a:lnTo>
                  <a:cubicBezTo>
                    <a:pt x="1781" y="2472"/>
                    <a:pt x="1761" y="2497"/>
                    <a:pt x="1720" y="2546"/>
                  </a:cubicBezTo>
                  <a:cubicBezTo>
                    <a:pt x="1684" y="2582"/>
                    <a:pt x="1657" y="2622"/>
                    <a:pt x="1661" y="2622"/>
                  </a:cubicBezTo>
                  <a:cubicBezTo>
                    <a:pt x="1663" y="2622"/>
                    <a:pt x="1668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8"/>
                  </a:cubicBezTo>
                  <a:cubicBezTo>
                    <a:pt x="1624" y="2722"/>
                    <a:pt x="1619" y="2741"/>
                    <a:pt x="1626" y="2741"/>
                  </a:cubicBezTo>
                  <a:cubicBezTo>
                    <a:pt x="1634" y="2741"/>
                    <a:pt x="1658" y="2718"/>
                    <a:pt x="1679" y="2692"/>
                  </a:cubicBezTo>
                  <a:lnTo>
                    <a:pt x="1679" y="2692"/>
                  </a:lnTo>
                  <a:cubicBezTo>
                    <a:pt x="1656" y="2733"/>
                    <a:pt x="1632" y="2779"/>
                    <a:pt x="1637" y="2779"/>
                  </a:cubicBezTo>
                  <a:cubicBezTo>
                    <a:pt x="1638" y="2779"/>
                    <a:pt x="1644" y="2773"/>
                    <a:pt x="1655" y="2757"/>
                  </a:cubicBezTo>
                  <a:cubicBezTo>
                    <a:pt x="1675" y="2737"/>
                    <a:pt x="1706" y="2719"/>
                    <a:pt x="1722" y="2719"/>
                  </a:cubicBezTo>
                  <a:cubicBezTo>
                    <a:pt x="1738" y="2719"/>
                    <a:pt x="1740" y="2737"/>
                    <a:pt x="1704" y="2789"/>
                  </a:cubicBezTo>
                  <a:lnTo>
                    <a:pt x="1720" y="2806"/>
                  </a:lnTo>
                  <a:cubicBezTo>
                    <a:pt x="1741" y="2769"/>
                    <a:pt x="1755" y="2759"/>
                    <a:pt x="1765" y="2759"/>
                  </a:cubicBezTo>
                  <a:cubicBezTo>
                    <a:pt x="1770" y="2759"/>
                    <a:pt x="1774" y="2762"/>
                    <a:pt x="1777" y="2765"/>
                  </a:cubicBezTo>
                  <a:cubicBezTo>
                    <a:pt x="1793" y="2773"/>
                    <a:pt x="1801" y="2781"/>
                    <a:pt x="1768" y="2838"/>
                  </a:cubicBezTo>
                  <a:cubicBezTo>
                    <a:pt x="1746" y="2864"/>
                    <a:pt x="1739" y="2879"/>
                    <a:pt x="1744" y="2879"/>
                  </a:cubicBezTo>
                  <a:cubicBezTo>
                    <a:pt x="1749" y="2879"/>
                    <a:pt x="1762" y="2869"/>
                    <a:pt x="1785" y="2846"/>
                  </a:cubicBezTo>
                  <a:cubicBezTo>
                    <a:pt x="1785" y="2847"/>
                    <a:pt x="1785" y="2847"/>
                    <a:pt x="1786" y="2847"/>
                  </a:cubicBezTo>
                  <a:cubicBezTo>
                    <a:pt x="1797" y="2847"/>
                    <a:pt x="1854" y="2749"/>
                    <a:pt x="1865" y="2749"/>
                  </a:cubicBezTo>
                  <a:cubicBezTo>
                    <a:pt x="1865" y="2749"/>
                    <a:pt x="1865" y="2749"/>
                    <a:pt x="1866" y="2749"/>
                  </a:cubicBezTo>
                  <a:cubicBezTo>
                    <a:pt x="1882" y="2708"/>
                    <a:pt x="1906" y="2676"/>
                    <a:pt x="1939" y="2644"/>
                  </a:cubicBezTo>
                  <a:lnTo>
                    <a:pt x="1939" y="2644"/>
                  </a:lnTo>
                  <a:lnTo>
                    <a:pt x="1906" y="2700"/>
                  </a:lnTo>
                  <a:lnTo>
                    <a:pt x="1849" y="2814"/>
                  </a:lnTo>
                  <a:cubicBezTo>
                    <a:pt x="1852" y="2816"/>
                    <a:pt x="1853" y="2818"/>
                    <a:pt x="1855" y="2818"/>
                  </a:cubicBezTo>
                  <a:cubicBezTo>
                    <a:pt x="1860" y="2818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0"/>
                    <a:pt x="1890" y="2838"/>
                  </a:cubicBezTo>
                  <a:cubicBezTo>
                    <a:pt x="1896" y="2841"/>
                    <a:pt x="1901" y="2844"/>
                    <a:pt x="1908" y="2844"/>
                  </a:cubicBezTo>
                  <a:cubicBezTo>
                    <a:pt x="1920" y="2844"/>
                    <a:pt x="1934" y="2834"/>
                    <a:pt x="1955" y="2798"/>
                  </a:cubicBezTo>
                  <a:lnTo>
                    <a:pt x="1955" y="2798"/>
                  </a:lnTo>
                  <a:cubicBezTo>
                    <a:pt x="1929" y="2862"/>
                    <a:pt x="1933" y="2897"/>
                    <a:pt x="1950" y="2897"/>
                  </a:cubicBezTo>
                  <a:cubicBezTo>
                    <a:pt x="1964" y="2897"/>
                    <a:pt x="1989" y="2871"/>
                    <a:pt x="2012" y="2814"/>
                  </a:cubicBezTo>
                  <a:cubicBezTo>
                    <a:pt x="2019" y="2786"/>
                    <a:pt x="2025" y="2772"/>
                    <a:pt x="2029" y="2772"/>
                  </a:cubicBezTo>
                  <a:lnTo>
                    <a:pt x="2029" y="2772"/>
                  </a:lnTo>
                  <a:cubicBezTo>
                    <a:pt x="2032" y="2772"/>
                    <a:pt x="2032" y="2788"/>
                    <a:pt x="2028" y="2822"/>
                  </a:cubicBezTo>
                  <a:cubicBezTo>
                    <a:pt x="2019" y="2855"/>
                    <a:pt x="2015" y="2872"/>
                    <a:pt x="2017" y="2872"/>
                  </a:cubicBezTo>
                  <a:cubicBezTo>
                    <a:pt x="2018" y="2872"/>
                    <a:pt x="2024" y="2857"/>
                    <a:pt x="2036" y="2830"/>
                  </a:cubicBezTo>
                  <a:cubicBezTo>
                    <a:pt x="2045" y="2814"/>
                    <a:pt x="2051" y="2807"/>
                    <a:pt x="2053" y="2807"/>
                  </a:cubicBezTo>
                  <a:lnTo>
                    <a:pt x="2053" y="2807"/>
                  </a:lnTo>
                  <a:cubicBezTo>
                    <a:pt x="2060" y="2807"/>
                    <a:pt x="2050" y="2849"/>
                    <a:pt x="2044" y="2895"/>
                  </a:cubicBezTo>
                  <a:cubicBezTo>
                    <a:pt x="2024" y="2974"/>
                    <a:pt x="2020" y="3008"/>
                    <a:pt x="2026" y="3008"/>
                  </a:cubicBezTo>
                  <a:cubicBezTo>
                    <a:pt x="2030" y="3008"/>
                    <a:pt x="2039" y="2993"/>
                    <a:pt x="2052" y="2968"/>
                  </a:cubicBezTo>
                  <a:cubicBezTo>
                    <a:pt x="2077" y="2924"/>
                    <a:pt x="2093" y="2919"/>
                    <a:pt x="2102" y="2919"/>
                  </a:cubicBezTo>
                  <a:cubicBezTo>
                    <a:pt x="2105" y="2919"/>
                    <a:pt x="2107" y="2919"/>
                    <a:pt x="2109" y="2919"/>
                  </a:cubicBezTo>
                  <a:cubicBezTo>
                    <a:pt x="2133" y="2887"/>
                    <a:pt x="2149" y="2838"/>
                    <a:pt x="2149" y="2798"/>
                  </a:cubicBezTo>
                  <a:cubicBezTo>
                    <a:pt x="2166" y="2733"/>
                    <a:pt x="2182" y="2676"/>
                    <a:pt x="2182" y="2676"/>
                  </a:cubicBezTo>
                  <a:cubicBezTo>
                    <a:pt x="2190" y="2654"/>
                    <a:pt x="2194" y="2647"/>
                    <a:pt x="2195" y="2647"/>
                  </a:cubicBezTo>
                  <a:lnTo>
                    <a:pt x="2195" y="2647"/>
                  </a:lnTo>
                  <a:cubicBezTo>
                    <a:pt x="2197" y="2647"/>
                    <a:pt x="2190" y="2676"/>
                    <a:pt x="2190" y="2676"/>
                  </a:cubicBezTo>
                  <a:cubicBezTo>
                    <a:pt x="2166" y="2717"/>
                    <a:pt x="2158" y="2757"/>
                    <a:pt x="2166" y="2798"/>
                  </a:cubicBezTo>
                  <a:cubicBezTo>
                    <a:pt x="2158" y="2862"/>
                    <a:pt x="2174" y="2862"/>
                    <a:pt x="2182" y="2871"/>
                  </a:cubicBezTo>
                  <a:lnTo>
                    <a:pt x="2214" y="2871"/>
                  </a:lnTo>
                  <a:cubicBezTo>
                    <a:pt x="2223" y="2905"/>
                    <a:pt x="2229" y="2923"/>
                    <a:pt x="2235" y="2923"/>
                  </a:cubicBezTo>
                  <a:cubicBezTo>
                    <a:pt x="2239" y="2923"/>
                    <a:pt x="2243" y="2909"/>
                    <a:pt x="2247" y="2879"/>
                  </a:cubicBezTo>
                  <a:cubicBezTo>
                    <a:pt x="2247" y="2822"/>
                    <a:pt x="2247" y="2838"/>
                    <a:pt x="2247" y="2814"/>
                  </a:cubicBezTo>
                  <a:cubicBezTo>
                    <a:pt x="2247" y="2883"/>
                    <a:pt x="2274" y="2920"/>
                    <a:pt x="2300" y="2920"/>
                  </a:cubicBezTo>
                  <a:cubicBezTo>
                    <a:pt x="2323" y="2920"/>
                    <a:pt x="2344" y="2891"/>
                    <a:pt x="2344" y="2830"/>
                  </a:cubicBezTo>
                  <a:lnTo>
                    <a:pt x="2344" y="2895"/>
                  </a:lnTo>
                  <a:cubicBezTo>
                    <a:pt x="2344" y="2960"/>
                    <a:pt x="2352" y="2960"/>
                    <a:pt x="2368" y="2960"/>
                  </a:cubicBezTo>
                  <a:cubicBezTo>
                    <a:pt x="2376" y="2960"/>
                    <a:pt x="2409" y="2895"/>
                    <a:pt x="2433" y="2887"/>
                  </a:cubicBezTo>
                  <a:cubicBezTo>
                    <a:pt x="2466" y="2887"/>
                    <a:pt x="2490" y="2887"/>
                    <a:pt x="2482" y="2822"/>
                  </a:cubicBezTo>
                  <a:cubicBezTo>
                    <a:pt x="2490" y="2822"/>
                    <a:pt x="2490" y="2822"/>
                    <a:pt x="2498" y="2887"/>
                  </a:cubicBezTo>
                  <a:cubicBezTo>
                    <a:pt x="2498" y="2952"/>
                    <a:pt x="2506" y="2952"/>
                    <a:pt x="2514" y="2952"/>
                  </a:cubicBezTo>
                  <a:cubicBezTo>
                    <a:pt x="2522" y="2911"/>
                    <a:pt x="2514" y="2862"/>
                    <a:pt x="2506" y="2822"/>
                  </a:cubicBezTo>
                  <a:cubicBezTo>
                    <a:pt x="2498" y="2794"/>
                    <a:pt x="2496" y="2779"/>
                    <a:pt x="2500" y="2779"/>
                  </a:cubicBezTo>
                  <a:lnTo>
                    <a:pt x="2500" y="2779"/>
                  </a:lnTo>
                  <a:cubicBezTo>
                    <a:pt x="2504" y="2779"/>
                    <a:pt x="2514" y="2794"/>
                    <a:pt x="2531" y="2822"/>
                  </a:cubicBezTo>
                  <a:cubicBezTo>
                    <a:pt x="2543" y="2854"/>
                    <a:pt x="2557" y="2871"/>
                    <a:pt x="2568" y="2871"/>
                  </a:cubicBezTo>
                  <a:cubicBezTo>
                    <a:pt x="2579" y="2871"/>
                    <a:pt x="2587" y="2854"/>
                    <a:pt x="2587" y="2822"/>
                  </a:cubicBezTo>
                  <a:cubicBezTo>
                    <a:pt x="2589" y="2822"/>
                    <a:pt x="2591" y="2822"/>
                    <a:pt x="2592" y="2822"/>
                  </a:cubicBezTo>
                  <a:cubicBezTo>
                    <a:pt x="2599" y="2822"/>
                    <a:pt x="2607" y="2827"/>
                    <a:pt x="2620" y="2879"/>
                  </a:cubicBezTo>
                  <a:cubicBezTo>
                    <a:pt x="2633" y="2911"/>
                    <a:pt x="2650" y="2943"/>
                    <a:pt x="2658" y="2943"/>
                  </a:cubicBezTo>
                  <a:cubicBezTo>
                    <a:pt x="2665" y="2943"/>
                    <a:pt x="2667" y="2924"/>
                    <a:pt x="2660" y="2871"/>
                  </a:cubicBezTo>
                  <a:cubicBezTo>
                    <a:pt x="2662" y="2868"/>
                    <a:pt x="2664" y="2867"/>
                    <a:pt x="2665" y="2867"/>
                  </a:cubicBezTo>
                  <a:cubicBezTo>
                    <a:pt x="2669" y="2867"/>
                    <a:pt x="2673" y="2879"/>
                    <a:pt x="2685" y="2927"/>
                  </a:cubicBezTo>
                  <a:cubicBezTo>
                    <a:pt x="2698" y="2964"/>
                    <a:pt x="2712" y="3001"/>
                    <a:pt x="2716" y="3001"/>
                  </a:cubicBezTo>
                  <a:cubicBezTo>
                    <a:pt x="2718" y="3001"/>
                    <a:pt x="2715" y="2979"/>
                    <a:pt x="2701" y="2919"/>
                  </a:cubicBezTo>
                  <a:cubicBezTo>
                    <a:pt x="2701" y="2886"/>
                    <a:pt x="2705" y="2869"/>
                    <a:pt x="2715" y="2869"/>
                  </a:cubicBezTo>
                  <a:cubicBezTo>
                    <a:pt x="2724" y="2869"/>
                    <a:pt x="2738" y="2884"/>
                    <a:pt x="2758" y="2911"/>
                  </a:cubicBezTo>
                  <a:cubicBezTo>
                    <a:pt x="2766" y="2903"/>
                    <a:pt x="2774" y="2903"/>
                    <a:pt x="2749" y="2846"/>
                  </a:cubicBezTo>
                  <a:cubicBezTo>
                    <a:pt x="2745" y="2830"/>
                    <a:pt x="2743" y="2822"/>
                    <a:pt x="2741" y="2814"/>
                  </a:cubicBezTo>
                  <a:lnTo>
                    <a:pt x="2741" y="2814"/>
                  </a:lnTo>
                  <a:cubicBezTo>
                    <a:pt x="2759" y="2853"/>
                    <a:pt x="2768" y="2873"/>
                    <a:pt x="2770" y="2873"/>
                  </a:cubicBezTo>
                  <a:cubicBezTo>
                    <a:pt x="2772" y="2873"/>
                    <a:pt x="2762" y="2842"/>
                    <a:pt x="2741" y="2781"/>
                  </a:cubicBezTo>
                  <a:cubicBezTo>
                    <a:pt x="2729" y="2752"/>
                    <a:pt x="2725" y="2736"/>
                    <a:pt x="2727" y="2736"/>
                  </a:cubicBezTo>
                  <a:lnTo>
                    <a:pt x="2727" y="2736"/>
                  </a:lnTo>
                  <a:cubicBezTo>
                    <a:pt x="2730" y="2736"/>
                    <a:pt x="2738" y="2750"/>
                    <a:pt x="2749" y="2781"/>
                  </a:cubicBezTo>
                  <a:cubicBezTo>
                    <a:pt x="2775" y="2826"/>
                    <a:pt x="2785" y="2830"/>
                    <a:pt x="2789" y="2830"/>
                  </a:cubicBezTo>
                  <a:cubicBezTo>
                    <a:pt x="2790" y="2830"/>
                    <a:pt x="2790" y="2830"/>
                    <a:pt x="2790" y="2830"/>
                  </a:cubicBezTo>
                  <a:cubicBezTo>
                    <a:pt x="2798" y="2830"/>
                    <a:pt x="2806" y="2757"/>
                    <a:pt x="2839" y="2741"/>
                  </a:cubicBezTo>
                  <a:cubicBezTo>
                    <a:pt x="2895" y="2717"/>
                    <a:pt x="2920" y="2700"/>
                    <a:pt x="2879" y="2652"/>
                  </a:cubicBezTo>
                  <a:cubicBezTo>
                    <a:pt x="2867" y="2622"/>
                    <a:pt x="2860" y="2608"/>
                    <a:pt x="2863" y="2608"/>
                  </a:cubicBezTo>
                  <a:lnTo>
                    <a:pt x="2863" y="2608"/>
                  </a:lnTo>
                  <a:cubicBezTo>
                    <a:pt x="2866" y="2608"/>
                    <a:pt x="2876" y="2620"/>
                    <a:pt x="2895" y="2644"/>
                  </a:cubicBezTo>
                  <a:cubicBezTo>
                    <a:pt x="2924" y="2678"/>
                    <a:pt x="2937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6" y="2684"/>
                    <a:pt x="2958" y="2684"/>
                  </a:cubicBezTo>
                  <a:cubicBezTo>
                    <a:pt x="2965" y="2684"/>
                    <a:pt x="2976" y="2689"/>
                    <a:pt x="3001" y="2733"/>
                  </a:cubicBezTo>
                  <a:cubicBezTo>
                    <a:pt x="2976" y="2676"/>
                    <a:pt x="2968" y="2676"/>
                    <a:pt x="2976" y="2668"/>
                  </a:cubicBezTo>
                  <a:lnTo>
                    <a:pt x="2976" y="2668"/>
                  </a:lnTo>
                  <a:cubicBezTo>
                    <a:pt x="2996" y="2691"/>
                    <a:pt x="3008" y="2703"/>
                    <a:pt x="3012" y="2703"/>
                  </a:cubicBezTo>
                  <a:cubicBezTo>
                    <a:pt x="3015" y="2703"/>
                    <a:pt x="3010" y="2689"/>
                    <a:pt x="2993" y="2660"/>
                  </a:cubicBezTo>
                  <a:cubicBezTo>
                    <a:pt x="2971" y="2629"/>
                    <a:pt x="2956" y="2607"/>
                    <a:pt x="2946" y="2594"/>
                  </a:cubicBezTo>
                  <a:lnTo>
                    <a:pt x="2946" y="2594"/>
                  </a:lnTo>
                  <a:cubicBezTo>
                    <a:pt x="2955" y="2606"/>
                    <a:pt x="2971" y="2625"/>
                    <a:pt x="2993" y="2652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9"/>
                    <a:pt x="3049" y="2692"/>
                  </a:cubicBezTo>
                  <a:cubicBezTo>
                    <a:pt x="3009" y="2644"/>
                    <a:pt x="3017" y="2635"/>
                    <a:pt x="2985" y="2579"/>
                  </a:cubicBezTo>
                  <a:cubicBezTo>
                    <a:pt x="2987" y="2579"/>
                    <a:pt x="2988" y="2578"/>
                    <a:pt x="2990" y="2578"/>
                  </a:cubicBezTo>
                  <a:cubicBezTo>
                    <a:pt x="2996" y="2578"/>
                    <a:pt x="3005" y="2583"/>
                    <a:pt x="3041" y="2619"/>
                  </a:cubicBezTo>
                  <a:cubicBezTo>
                    <a:pt x="3051" y="2627"/>
                    <a:pt x="3058" y="2631"/>
                    <a:pt x="3063" y="2631"/>
                  </a:cubicBezTo>
                  <a:cubicBezTo>
                    <a:pt x="3082" y="2631"/>
                    <a:pt x="3065" y="2577"/>
                    <a:pt x="3033" y="2538"/>
                  </a:cubicBezTo>
                  <a:cubicBezTo>
                    <a:pt x="3012" y="2513"/>
                    <a:pt x="3002" y="2501"/>
                    <a:pt x="3004" y="2501"/>
                  </a:cubicBezTo>
                  <a:lnTo>
                    <a:pt x="3004" y="2501"/>
                  </a:lnTo>
                  <a:cubicBezTo>
                    <a:pt x="3006" y="2501"/>
                    <a:pt x="3018" y="2511"/>
                    <a:pt x="3041" y="2530"/>
                  </a:cubicBezTo>
                  <a:cubicBezTo>
                    <a:pt x="3078" y="2567"/>
                    <a:pt x="3087" y="2571"/>
                    <a:pt x="3093" y="2571"/>
                  </a:cubicBezTo>
                  <a:cubicBezTo>
                    <a:pt x="3095" y="2571"/>
                    <a:pt x="3096" y="2571"/>
                    <a:pt x="3098" y="2571"/>
                  </a:cubicBezTo>
                  <a:cubicBezTo>
                    <a:pt x="3085" y="2555"/>
                    <a:pt x="3081" y="2549"/>
                    <a:pt x="3083" y="2549"/>
                  </a:cubicBezTo>
                  <a:lnTo>
                    <a:pt x="3083" y="2549"/>
                  </a:lnTo>
                  <a:cubicBezTo>
                    <a:pt x="3088" y="2549"/>
                    <a:pt x="3119" y="2578"/>
                    <a:pt x="3147" y="2611"/>
                  </a:cubicBezTo>
                  <a:cubicBezTo>
                    <a:pt x="3172" y="2641"/>
                    <a:pt x="3185" y="2650"/>
                    <a:pt x="3194" y="2650"/>
                  </a:cubicBezTo>
                  <a:cubicBezTo>
                    <a:pt x="3200" y="2650"/>
                    <a:pt x="3205" y="2647"/>
                    <a:pt x="3212" y="2644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36" y="2514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1"/>
                  </a:lnTo>
                  <a:cubicBezTo>
                    <a:pt x="3260" y="2473"/>
                    <a:pt x="3212" y="2441"/>
                    <a:pt x="3155" y="2400"/>
                  </a:cubicBezTo>
                  <a:cubicBezTo>
                    <a:pt x="3125" y="2381"/>
                    <a:pt x="3114" y="2370"/>
                    <a:pt x="3124" y="2370"/>
                  </a:cubicBezTo>
                  <a:cubicBezTo>
                    <a:pt x="3130" y="2370"/>
                    <a:pt x="3145" y="2375"/>
                    <a:pt x="3171" y="2384"/>
                  </a:cubicBezTo>
                  <a:cubicBezTo>
                    <a:pt x="3195" y="2393"/>
                    <a:pt x="3212" y="2398"/>
                    <a:pt x="3220" y="2398"/>
                  </a:cubicBezTo>
                  <a:cubicBezTo>
                    <a:pt x="3233" y="2398"/>
                    <a:pt x="3223" y="2385"/>
                    <a:pt x="3187" y="2360"/>
                  </a:cubicBezTo>
                  <a:cubicBezTo>
                    <a:pt x="3190" y="2357"/>
                    <a:pt x="3192" y="2355"/>
                    <a:pt x="3196" y="2355"/>
                  </a:cubicBezTo>
                  <a:cubicBezTo>
                    <a:pt x="3204" y="2355"/>
                    <a:pt x="3219" y="2361"/>
                    <a:pt x="3260" y="2376"/>
                  </a:cubicBezTo>
                  <a:cubicBezTo>
                    <a:pt x="3260" y="2368"/>
                    <a:pt x="3260" y="2368"/>
                    <a:pt x="3203" y="2335"/>
                  </a:cubicBezTo>
                  <a:cubicBezTo>
                    <a:pt x="3169" y="2316"/>
                    <a:pt x="3159" y="2305"/>
                    <a:pt x="3168" y="2305"/>
                  </a:cubicBezTo>
                  <a:cubicBezTo>
                    <a:pt x="3174" y="2305"/>
                    <a:pt x="3189" y="2310"/>
                    <a:pt x="3212" y="2319"/>
                  </a:cubicBezTo>
                  <a:cubicBezTo>
                    <a:pt x="3263" y="2345"/>
                    <a:pt x="3294" y="2354"/>
                    <a:pt x="3308" y="2354"/>
                  </a:cubicBezTo>
                  <a:cubicBezTo>
                    <a:pt x="3325" y="2354"/>
                    <a:pt x="3316" y="2341"/>
                    <a:pt x="3285" y="2327"/>
                  </a:cubicBezTo>
                  <a:cubicBezTo>
                    <a:pt x="3228" y="2295"/>
                    <a:pt x="3228" y="2287"/>
                    <a:pt x="3236" y="2279"/>
                  </a:cubicBezTo>
                  <a:cubicBezTo>
                    <a:pt x="3236" y="2279"/>
                    <a:pt x="3244" y="2271"/>
                    <a:pt x="3187" y="2238"/>
                  </a:cubicBezTo>
                  <a:lnTo>
                    <a:pt x="3195" y="2222"/>
                  </a:lnTo>
                  <a:cubicBezTo>
                    <a:pt x="3195" y="2221"/>
                    <a:pt x="3196" y="2221"/>
                    <a:pt x="3197" y="2221"/>
                  </a:cubicBezTo>
                  <a:cubicBezTo>
                    <a:pt x="3207" y="2221"/>
                    <a:pt x="3251" y="2247"/>
                    <a:pt x="3244" y="2254"/>
                  </a:cubicBezTo>
                  <a:lnTo>
                    <a:pt x="3309" y="2271"/>
                  </a:lnTo>
                  <a:cubicBezTo>
                    <a:pt x="3317" y="2262"/>
                    <a:pt x="3317" y="2254"/>
                    <a:pt x="3268" y="2222"/>
                  </a:cubicBezTo>
                  <a:cubicBezTo>
                    <a:pt x="3205" y="2192"/>
                    <a:pt x="3175" y="2178"/>
                    <a:pt x="3177" y="2178"/>
                  </a:cubicBezTo>
                  <a:lnTo>
                    <a:pt x="3177" y="2178"/>
                  </a:lnTo>
                  <a:cubicBezTo>
                    <a:pt x="3180" y="2178"/>
                    <a:pt x="3210" y="2190"/>
                    <a:pt x="3268" y="2214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80" y="2199"/>
                    <a:pt x="3266" y="2190"/>
                    <a:pt x="3272" y="2190"/>
                  </a:cubicBezTo>
                  <a:cubicBezTo>
                    <a:pt x="3279" y="2190"/>
                    <a:pt x="3311" y="2201"/>
                    <a:pt x="3341" y="2214"/>
                  </a:cubicBezTo>
                  <a:cubicBezTo>
                    <a:pt x="3392" y="2236"/>
                    <a:pt x="3422" y="2248"/>
                    <a:pt x="3429" y="2248"/>
                  </a:cubicBezTo>
                  <a:cubicBezTo>
                    <a:pt x="3438" y="2248"/>
                    <a:pt x="3412" y="2230"/>
                    <a:pt x="3349" y="2190"/>
                  </a:cubicBezTo>
                  <a:cubicBezTo>
                    <a:pt x="3358" y="2173"/>
                    <a:pt x="3301" y="2125"/>
                    <a:pt x="3309" y="2100"/>
                  </a:cubicBezTo>
                  <a:cubicBezTo>
                    <a:pt x="3316" y="2078"/>
                    <a:pt x="3324" y="2062"/>
                    <a:pt x="3376" y="2060"/>
                  </a:cubicBezTo>
                  <a:lnTo>
                    <a:pt x="3376" y="2060"/>
                  </a:lnTo>
                  <a:cubicBezTo>
                    <a:pt x="3393" y="2065"/>
                    <a:pt x="3416" y="2070"/>
                    <a:pt x="3447" y="2076"/>
                  </a:cubicBezTo>
                  <a:cubicBezTo>
                    <a:pt x="3454" y="2077"/>
                    <a:pt x="3461" y="2078"/>
                    <a:pt x="3466" y="2078"/>
                  </a:cubicBezTo>
                  <a:lnTo>
                    <a:pt x="3466" y="2078"/>
                  </a:lnTo>
                  <a:cubicBezTo>
                    <a:pt x="3449" y="2075"/>
                    <a:pt x="3424" y="2069"/>
                    <a:pt x="3390" y="2060"/>
                  </a:cubicBezTo>
                  <a:cubicBezTo>
                    <a:pt x="3385" y="2060"/>
                    <a:pt x="3380" y="2060"/>
                    <a:pt x="3376" y="2060"/>
                  </a:cubicBezTo>
                  <a:lnTo>
                    <a:pt x="3376" y="2060"/>
                  </a:lnTo>
                  <a:cubicBezTo>
                    <a:pt x="3326" y="2047"/>
                    <a:pt x="3327" y="2037"/>
                    <a:pt x="3333" y="2019"/>
                  </a:cubicBezTo>
                  <a:cubicBezTo>
                    <a:pt x="3406" y="2011"/>
                    <a:pt x="3341" y="1987"/>
                    <a:pt x="3285" y="1971"/>
                  </a:cubicBezTo>
                  <a:lnTo>
                    <a:pt x="3276" y="1979"/>
                  </a:lnTo>
                  <a:cubicBezTo>
                    <a:pt x="3155" y="1962"/>
                    <a:pt x="3155" y="1962"/>
                    <a:pt x="3220" y="1954"/>
                  </a:cubicBezTo>
                  <a:cubicBezTo>
                    <a:pt x="3232" y="1952"/>
                    <a:pt x="3243" y="1951"/>
                    <a:pt x="3256" y="1951"/>
                  </a:cubicBezTo>
                  <a:cubicBezTo>
                    <a:pt x="3285" y="1951"/>
                    <a:pt x="3315" y="1957"/>
                    <a:pt x="3349" y="1962"/>
                  </a:cubicBezTo>
                  <a:cubicBezTo>
                    <a:pt x="3370" y="1967"/>
                    <a:pt x="3390" y="1969"/>
                    <a:pt x="3410" y="1969"/>
                  </a:cubicBezTo>
                  <a:cubicBezTo>
                    <a:pt x="3430" y="1969"/>
                    <a:pt x="3451" y="1967"/>
                    <a:pt x="3471" y="1962"/>
                  </a:cubicBezTo>
                  <a:cubicBezTo>
                    <a:pt x="3477" y="1951"/>
                    <a:pt x="3479" y="1943"/>
                    <a:pt x="3454" y="1943"/>
                  </a:cubicBezTo>
                  <a:cubicBezTo>
                    <a:pt x="3444" y="1943"/>
                    <a:pt x="3432" y="1944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4"/>
                    <a:pt x="3293" y="1906"/>
                  </a:cubicBezTo>
                  <a:cubicBezTo>
                    <a:pt x="3228" y="1898"/>
                    <a:pt x="3228" y="1898"/>
                    <a:pt x="3228" y="1890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8" y="1873"/>
                  </a:lnTo>
                  <a:cubicBezTo>
                    <a:pt x="3406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74" y="1857"/>
                    <a:pt x="3366" y="1671"/>
                    <a:pt x="3366" y="1646"/>
                  </a:cubicBezTo>
                  <a:cubicBezTo>
                    <a:pt x="3412" y="1623"/>
                    <a:pt x="3425" y="1604"/>
                    <a:pt x="3405" y="1604"/>
                  </a:cubicBezTo>
                  <a:cubicBezTo>
                    <a:pt x="3397" y="1604"/>
                    <a:pt x="3384" y="1607"/>
                    <a:pt x="3366" y="1614"/>
                  </a:cubicBezTo>
                  <a:cubicBezTo>
                    <a:pt x="3356" y="1616"/>
                    <a:pt x="3347" y="1618"/>
                    <a:pt x="3339" y="1618"/>
                  </a:cubicBezTo>
                  <a:cubicBezTo>
                    <a:pt x="3298" y="1618"/>
                    <a:pt x="3291" y="1583"/>
                    <a:pt x="3285" y="1549"/>
                  </a:cubicBezTo>
                  <a:cubicBezTo>
                    <a:pt x="3278" y="1510"/>
                    <a:pt x="3272" y="1477"/>
                    <a:pt x="3241" y="1477"/>
                  </a:cubicBezTo>
                  <a:cubicBezTo>
                    <a:pt x="3233" y="1477"/>
                    <a:pt x="3223" y="1479"/>
                    <a:pt x="3212" y="1484"/>
                  </a:cubicBezTo>
                  <a:cubicBezTo>
                    <a:pt x="3212" y="1484"/>
                    <a:pt x="3212" y="1476"/>
                    <a:pt x="3203" y="1460"/>
                  </a:cubicBezTo>
                  <a:cubicBezTo>
                    <a:pt x="3203" y="1458"/>
                    <a:pt x="3201" y="1457"/>
                    <a:pt x="3196" y="1457"/>
                  </a:cubicBezTo>
                  <a:cubicBezTo>
                    <a:pt x="3184" y="1457"/>
                    <a:pt x="3159" y="1462"/>
                    <a:pt x="3146" y="1462"/>
                  </a:cubicBezTo>
                  <a:cubicBezTo>
                    <a:pt x="3142" y="1462"/>
                    <a:pt x="3139" y="1462"/>
                    <a:pt x="3139" y="1460"/>
                  </a:cubicBezTo>
                  <a:cubicBezTo>
                    <a:pt x="3111" y="1470"/>
                    <a:pt x="3096" y="1475"/>
                    <a:pt x="3091" y="1475"/>
                  </a:cubicBezTo>
                  <a:cubicBezTo>
                    <a:pt x="3084" y="1475"/>
                    <a:pt x="3098" y="1466"/>
                    <a:pt x="3131" y="1452"/>
                  </a:cubicBezTo>
                  <a:cubicBezTo>
                    <a:pt x="3171" y="1435"/>
                    <a:pt x="3212" y="1419"/>
                    <a:pt x="3244" y="1387"/>
                  </a:cubicBezTo>
                  <a:cubicBezTo>
                    <a:pt x="3244" y="1384"/>
                    <a:pt x="3242" y="1383"/>
                    <a:pt x="3239" y="1383"/>
                  </a:cubicBezTo>
                  <a:cubicBezTo>
                    <a:pt x="3223" y="1383"/>
                    <a:pt x="3175" y="1409"/>
                    <a:pt x="3122" y="1435"/>
                  </a:cubicBezTo>
                  <a:cubicBezTo>
                    <a:pt x="3085" y="1457"/>
                    <a:pt x="3072" y="1461"/>
                    <a:pt x="3068" y="1461"/>
                  </a:cubicBezTo>
                  <a:cubicBezTo>
                    <a:pt x="3066" y="1461"/>
                    <a:pt x="3066" y="1460"/>
                    <a:pt x="3066" y="1460"/>
                  </a:cubicBezTo>
                  <a:cubicBezTo>
                    <a:pt x="3066" y="1452"/>
                    <a:pt x="3066" y="1452"/>
                    <a:pt x="3122" y="1419"/>
                  </a:cubicBezTo>
                  <a:lnTo>
                    <a:pt x="3236" y="1363"/>
                  </a:lnTo>
                  <a:lnTo>
                    <a:pt x="3236" y="1354"/>
                  </a:lnTo>
                  <a:cubicBezTo>
                    <a:pt x="3198" y="1376"/>
                    <a:pt x="3182" y="1380"/>
                    <a:pt x="3175" y="1380"/>
                  </a:cubicBezTo>
                  <a:cubicBezTo>
                    <a:pt x="3172" y="1380"/>
                    <a:pt x="3171" y="1379"/>
                    <a:pt x="3171" y="1379"/>
                  </a:cubicBezTo>
                  <a:cubicBezTo>
                    <a:pt x="3171" y="1371"/>
                    <a:pt x="3171" y="1371"/>
                    <a:pt x="3285" y="1306"/>
                  </a:cubicBezTo>
                  <a:cubicBezTo>
                    <a:pt x="3347" y="1270"/>
                    <a:pt x="3375" y="1252"/>
                    <a:pt x="3367" y="1252"/>
                  </a:cubicBezTo>
                  <a:lnTo>
                    <a:pt x="3367" y="1252"/>
                  </a:lnTo>
                  <a:cubicBezTo>
                    <a:pt x="3361" y="1252"/>
                    <a:pt x="3331" y="1264"/>
                    <a:pt x="3276" y="1290"/>
                  </a:cubicBezTo>
                  <a:lnTo>
                    <a:pt x="3220" y="1314"/>
                  </a:lnTo>
                  <a:cubicBezTo>
                    <a:pt x="3260" y="1283"/>
                    <a:pt x="3268" y="1272"/>
                    <a:pt x="3260" y="1272"/>
                  </a:cubicBezTo>
                  <a:cubicBezTo>
                    <a:pt x="3247" y="1272"/>
                    <a:pt x="3190" y="1302"/>
                    <a:pt x="3155" y="1322"/>
                  </a:cubicBezTo>
                  <a:cubicBezTo>
                    <a:pt x="3213" y="1277"/>
                    <a:pt x="3239" y="1254"/>
                    <a:pt x="3232" y="1254"/>
                  </a:cubicBezTo>
                  <a:lnTo>
                    <a:pt x="3232" y="1254"/>
                  </a:lnTo>
                  <a:cubicBezTo>
                    <a:pt x="3225" y="1254"/>
                    <a:pt x="3197" y="1269"/>
                    <a:pt x="3147" y="1298"/>
                  </a:cubicBezTo>
                  <a:cubicBezTo>
                    <a:pt x="3121" y="1316"/>
                    <a:pt x="3107" y="1324"/>
                    <a:pt x="3104" y="1324"/>
                  </a:cubicBezTo>
                  <a:cubicBezTo>
                    <a:pt x="3100" y="1324"/>
                    <a:pt x="3112" y="1312"/>
                    <a:pt x="3139" y="1290"/>
                  </a:cubicBezTo>
                  <a:cubicBezTo>
                    <a:pt x="3187" y="1241"/>
                    <a:pt x="3187" y="1233"/>
                    <a:pt x="3179" y="1225"/>
                  </a:cubicBezTo>
                  <a:lnTo>
                    <a:pt x="3179" y="1225"/>
                  </a:lnTo>
                  <a:cubicBezTo>
                    <a:pt x="3165" y="1233"/>
                    <a:pt x="3153" y="1236"/>
                    <a:pt x="3143" y="1236"/>
                  </a:cubicBezTo>
                  <a:cubicBezTo>
                    <a:pt x="3110" y="1236"/>
                    <a:pt x="3090" y="1203"/>
                    <a:pt x="3066" y="1160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6"/>
                  </a:cubicBezTo>
                  <a:cubicBezTo>
                    <a:pt x="2944" y="1127"/>
                    <a:pt x="2944" y="1127"/>
                    <a:pt x="2985" y="1071"/>
                  </a:cubicBezTo>
                  <a:cubicBezTo>
                    <a:pt x="3003" y="1049"/>
                    <a:pt x="3013" y="1035"/>
                    <a:pt x="3010" y="1035"/>
                  </a:cubicBezTo>
                  <a:lnTo>
                    <a:pt x="3010" y="1035"/>
                  </a:lnTo>
                  <a:cubicBezTo>
                    <a:pt x="3008" y="1035"/>
                    <a:pt x="2986" y="1057"/>
                    <a:pt x="2936" y="1111"/>
                  </a:cubicBezTo>
                  <a:cubicBezTo>
                    <a:pt x="2907" y="1140"/>
                    <a:pt x="2882" y="1171"/>
                    <a:pt x="2882" y="1171"/>
                  </a:cubicBezTo>
                  <a:cubicBezTo>
                    <a:pt x="2881" y="1171"/>
                    <a:pt x="2894" y="1155"/>
                    <a:pt x="2928" y="1111"/>
                  </a:cubicBezTo>
                  <a:cubicBezTo>
                    <a:pt x="2968" y="1054"/>
                    <a:pt x="2960" y="1046"/>
                    <a:pt x="2944" y="1022"/>
                  </a:cubicBezTo>
                  <a:cubicBezTo>
                    <a:pt x="2936" y="1014"/>
                    <a:pt x="2927" y="1007"/>
                    <a:pt x="2915" y="1007"/>
                  </a:cubicBezTo>
                  <a:cubicBezTo>
                    <a:pt x="2901" y="1007"/>
                    <a:pt x="2884" y="1016"/>
                    <a:pt x="2863" y="1046"/>
                  </a:cubicBezTo>
                  <a:cubicBezTo>
                    <a:pt x="2839" y="1071"/>
                    <a:pt x="2826" y="1083"/>
                    <a:pt x="2825" y="1083"/>
                  </a:cubicBezTo>
                  <a:cubicBezTo>
                    <a:pt x="2824" y="1083"/>
                    <a:pt x="2835" y="1071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3"/>
                    <a:pt x="2855" y="957"/>
                  </a:cubicBezTo>
                  <a:cubicBezTo>
                    <a:pt x="2847" y="957"/>
                    <a:pt x="2839" y="949"/>
                    <a:pt x="2871" y="892"/>
                  </a:cubicBezTo>
                  <a:cubicBezTo>
                    <a:pt x="2871" y="890"/>
                    <a:pt x="2870" y="888"/>
                    <a:pt x="2868" y="888"/>
                  </a:cubicBezTo>
                  <a:cubicBezTo>
                    <a:pt x="2862" y="888"/>
                    <a:pt x="2848" y="897"/>
                    <a:pt x="2814" y="925"/>
                  </a:cubicBezTo>
                  <a:lnTo>
                    <a:pt x="2766" y="900"/>
                  </a:lnTo>
                  <a:cubicBezTo>
                    <a:pt x="2765" y="900"/>
                    <a:pt x="2764" y="900"/>
                    <a:pt x="2764" y="900"/>
                  </a:cubicBezTo>
                  <a:cubicBezTo>
                    <a:pt x="2752" y="900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2"/>
                  </a:cubicBezTo>
                  <a:cubicBezTo>
                    <a:pt x="2603" y="836"/>
                    <a:pt x="2563" y="819"/>
                    <a:pt x="2571" y="754"/>
                  </a:cubicBezTo>
                  <a:lnTo>
                    <a:pt x="2571" y="754"/>
                  </a:lnTo>
                  <a:cubicBezTo>
                    <a:pt x="2571" y="754"/>
                    <a:pt x="2563" y="755"/>
                    <a:pt x="2539" y="819"/>
                  </a:cubicBezTo>
                  <a:cubicBezTo>
                    <a:pt x="2520" y="893"/>
                    <a:pt x="2512" y="925"/>
                    <a:pt x="2509" y="925"/>
                  </a:cubicBezTo>
                  <a:cubicBezTo>
                    <a:pt x="2506" y="925"/>
                    <a:pt x="2506" y="907"/>
                    <a:pt x="2506" y="876"/>
                  </a:cubicBezTo>
                  <a:cubicBezTo>
                    <a:pt x="2514" y="810"/>
                    <a:pt x="2510" y="776"/>
                    <a:pt x="2501" y="776"/>
                  </a:cubicBezTo>
                  <a:cubicBezTo>
                    <a:pt x="2493" y="776"/>
                    <a:pt x="2483" y="797"/>
                    <a:pt x="2472" y="843"/>
                  </a:cubicBezTo>
                  <a:lnTo>
                    <a:pt x="2472" y="843"/>
                  </a:lnTo>
                  <a:cubicBezTo>
                    <a:pt x="2474" y="833"/>
                    <a:pt x="2474" y="826"/>
                    <a:pt x="2474" y="803"/>
                  </a:cubicBezTo>
                  <a:cubicBezTo>
                    <a:pt x="2477" y="750"/>
                    <a:pt x="2474" y="727"/>
                    <a:pt x="2468" y="727"/>
                  </a:cubicBezTo>
                  <a:cubicBezTo>
                    <a:pt x="2459" y="727"/>
                    <a:pt x="2443" y="784"/>
                    <a:pt x="2433" y="868"/>
                  </a:cubicBezTo>
                  <a:cubicBezTo>
                    <a:pt x="2433" y="816"/>
                    <a:pt x="2429" y="768"/>
                    <a:pt x="2424" y="768"/>
                  </a:cubicBezTo>
                  <a:cubicBezTo>
                    <a:pt x="2422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25" y="617"/>
                    <a:pt x="2425" y="568"/>
                    <a:pt x="2417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2"/>
            <p:cNvSpPr/>
            <p:nvPr/>
          </p:nvSpPr>
          <p:spPr>
            <a:xfrm>
              <a:off x="8769168" y="3612282"/>
              <a:ext cx="75604" cy="67778"/>
            </a:xfrm>
            <a:custGeom>
              <a:avLst/>
              <a:gdLst/>
              <a:ahLst/>
              <a:cxnLst/>
              <a:rect l="l" t="t" r="r" b="b"/>
              <a:pathLst>
                <a:path w="4386" h="3932" extrusionOk="0">
                  <a:moveTo>
                    <a:pt x="2521" y="1"/>
                  </a:moveTo>
                  <a:cubicBezTo>
                    <a:pt x="2505" y="1"/>
                    <a:pt x="2513" y="65"/>
                    <a:pt x="2521" y="138"/>
                  </a:cubicBezTo>
                  <a:lnTo>
                    <a:pt x="2537" y="138"/>
                  </a:lnTo>
                  <a:cubicBezTo>
                    <a:pt x="2545" y="90"/>
                    <a:pt x="2545" y="41"/>
                    <a:pt x="2537" y="1"/>
                  </a:cubicBezTo>
                  <a:close/>
                  <a:moveTo>
                    <a:pt x="1761" y="986"/>
                  </a:moveTo>
                  <a:cubicBezTo>
                    <a:pt x="1755" y="986"/>
                    <a:pt x="1749" y="991"/>
                    <a:pt x="1743" y="998"/>
                  </a:cubicBezTo>
                  <a:cubicBezTo>
                    <a:pt x="1726" y="1006"/>
                    <a:pt x="1767" y="1063"/>
                    <a:pt x="1767" y="1063"/>
                  </a:cubicBezTo>
                  <a:cubicBezTo>
                    <a:pt x="1802" y="1097"/>
                    <a:pt x="1816" y="1107"/>
                    <a:pt x="1824" y="1107"/>
                  </a:cubicBezTo>
                  <a:cubicBezTo>
                    <a:pt x="1827" y="1107"/>
                    <a:pt x="1830" y="1106"/>
                    <a:pt x="1832" y="1103"/>
                  </a:cubicBezTo>
                  <a:cubicBezTo>
                    <a:pt x="1844" y="1110"/>
                    <a:pt x="1851" y="1113"/>
                    <a:pt x="1856" y="1113"/>
                  </a:cubicBezTo>
                  <a:cubicBezTo>
                    <a:pt x="1875" y="1113"/>
                    <a:pt x="1846" y="1069"/>
                    <a:pt x="1808" y="1030"/>
                  </a:cubicBezTo>
                  <a:cubicBezTo>
                    <a:pt x="1784" y="997"/>
                    <a:pt x="1771" y="986"/>
                    <a:pt x="1761" y="986"/>
                  </a:cubicBezTo>
                  <a:close/>
                  <a:moveTo>
                    <a:pt x="2618" y="1014"/>
                  </a:moveTo>
                  <a:lnTo>
                    <a:pt x="2635" y="1087"/>
                  </a:lnTo>
                  <a:cubicBezTo>
                    <a:pt x="2643" y="1152"/>
                    <a:pt x="2635" y="1152"/>
                    <a:pt x="2626" y="1152"/>
                  </a:cubicBezTo>
                  <a:cubicBezTo>
                    <a:pt x="2610" y="1152"/>
                    <a:pt x="2610" y="1152"/>
                    <a:pt x="2602" y="1087"/>
                  </a:cubicBezTo>
                  <a:cubicBezTo>
                    <a:pt x="2602" y="1087"/>
                    <a:pt x="2602" y="1014"/>
                    <a:pt x="2618" y="1014"/>
                  </a:cubicBezTo>
                  <a:close/>
                  <a:moveTo>
                    <a:pt x="2464" y="884"/>
                  </a:moveTo>
                  <a:cubicBezTo>
                    <a:pt x="2472" y="884"/>
                    <a:pt x="2497" y="957"/>
                    <a:pt x="2505" y="1022"/>
                  </a:cubicBezTo>
                  <a:cubicBezTo>
                    <a:pt x="2545" y="1152"/>
                    <a:pt x="2545" y="1152"/>
                    <a:pt x="2529" y="1152"/>
                  </a:cubicBezTo>
                  <a:cubicBezTo>
                    <a:pt x="2528" y="1152"/>
                    <a:pt x="2526" y="1152"/>
                    <a:pt x="2525" y="1152"/>
                  </a:cubicBezTo>
                  <a:cubicBezTo>
                    <a:pt x="2518" y="1152"/>
                    <a:pt x="2510" y="1147"/>
                    <a:pt x="2497" y="1087"/>
                  </a:cubicBezTo>
                  <a:lnTo>
                    <a:pt x="2505" y="1087"/>
                  </a:lnTo>
                  <a:cubicBezTo>
                    <a:pt x="2510" y="1106"/>
                    <a:pt x="2512" y="1114"/>
                    <a:pt x="2513" y="1114"/>
                  </a:cubicBezTo>
                  <a:cubicBezTo>
                    <a:pt x="2515" y="1114"/>
                    <a:pt x="2506" y="1068"/>
                    <a:pt x="2489" y="1022"/>
                  </a:cubicBezTo>
                  <a:lnTo>
                    <a:pt x="2464" y="884"/>
                  </a:lnTo>
                  <a:close/>
                  <a:moveTo>
                    <a:pt x="1905" y="1038"/>
                  </a:moveTo>
                  <a:cubicBezTo>
                    <a:pt x="1937" y="1071"/>
                    <a:pt x="1954" y="1119"/>
                    <a:pt x="1962" y="1168"/>
                  </a:cubicBezTo>
                  <a:cubicBezTo>
                    <a:pt x="1954" y="1168"/>
                    <a:pt x="1913" y="1119"/>
                    <a:pt x="1889" y="1047"/>
                  </a:cubicBezTo>
                  <a:lnTo>
                    <a:pt x="1905" y="1038"/>
                  </a:lnTo>
                  <a:close/>
                  <a:moveTo>
                    <a:pt x="2861" y="1097"/>
                  </a:moveTo>
                  <a:cubicBezTo>
                    <a:pt x="2862" y="1097"/>
                    <a:pt x="2862" y="1132"/>
                    <a:pt x="2862" y="1201"/>
                  </a:cubicBezTo>
                  <a:cubicBezTo>
                    <a:pt x="2862" y="1249"/>
                    <a:pt x="2853" y="1290"/>
                    <a:pt x="2845" y="1338"/>
                  </a:cubicBezTo>
                  <a:cubicBezTo>
                    <a:pt x="2838" y="1375"/>
                    <a:pt x="2834" y="1390"/>
                    <a:pt x="2832" y="1390"/>
                  </a:cubicBezTo>
                  <a:cubicBezTo>
                    <a:pt x="2827" y="1390"/>
                    <a:pt x="2836" y="1293"/>
                    <a:pt x="2853" y="1201"/>
                  </a:cubicBezTo>
                  <a:cubicBezTo>
                    <a:pt x="2858" y="1132"/>
                    <a:pt x="2860" y="1097"/>
                    <a:pt x="2861" y="1097"/>
                  </a:cubicBezTo>
                  <a:close/>
                  <a:moveTo>
                    <a:pt x="2205" y="1111"/>
                  </a:moveTo>
                  <a:lnTo>
                    <a:pt x="2262" y="1233"/>
                  </a:lnTo>
                  <a:cubicBezTo>
                    <a:pt x="2286" y="1298"/>
                    <a:pt x="2318" y="1354"/>
                    <a:pt x="2350" y="1419"/>
                  </a:cubicBezTo>
                  <a:lnTo>
                    <a:pt x="2350" y="1419"/>
                  </a:lnTo>
                  <a:cubicBezTo>
                    <a:pt x="2336" y="1399"/>
                    <a:pt x="2319" y="1380"/>
                    <a:pt x="2302" y="1363"/>
                  </a:cubicBezTo>
                  <a:lnTo>
                    <a:pt x="2286" y="1379"/>
                  </a:lnTo>
                  <a:lnTo>
                    <a:pt x="2270" y="1306"/>
                  </a:lnTo>
                  <a:cubicBezTo>
                    <a:pt x="2262" y="1257"/>
                    <a:pt x="2245" y="1217"/>
                    <a:pt x="2221" y="1176"/>
                  </a:cubicBezTo>
                  <a:cubicBezTo>
                    <a:pt x="2221" y="1176"/>
                    <a:pt x="2197" y="1111"/>
                    <a:pt x="2205" y="1111"/>
                  </a:cubicBezTo>
                  <a:close/>
                  <a:moveTo>
                    <a:pt x="2553" y="1428"/>
                  </a:moveTo>
                  <a:cubicBezTo>
                    <a:pt x="2570" y="1492"/>
                    <a:pt x="2570" y="1492"/>
                    <a:pt x="2578" y="1492"/>
                  </a:cubicBezTo>
                  <a:lnTo>
                    <a:pt x="2586" y="1492"/>
                  </a:lnTo>
                  <a:lnTo>
                    <a:pt x="2562" y="1428"/>
                  </a:lnTo>
                  <a:close/>
                  <a:moveTo>
                    <a:pt x="1572" y="1492"/>
                  </a:moveTo>
                  <a:lnTo>
                    <a:pt x="1686" y="1574"/>
                  </a:lnTo>
                  <a:cubicBezTo>
                    <a:pt x="1781" y="1637"/>
                    <a:pt x="1823" y="1663"/>
                    <a:pt x="1820" y="1663"/>
                  </a:cubicBezTo>
                  <a:cubicBezTo>
                    <a:pt x="1818" y="1663"/>
                    <a:pt x="1788" y="1647"/>
                    <a:pt x="1735" y="1622"/>
                  </a:cubicBezTo>
                  <a:cubicBezTo>
                    <a:pt x="1670" y="1590"/>
                    <a:pt x="1613" y="1557"/>
                    <a:pt x="1564" y="1509"/>
                  </a:cubicBezTo>
                  <a:lnTo>
                    <a:pt x="1572" y="1492"/>
                  </a:lnTo>
                  <a:close/>
                  <a:moveTo>
                    <a:pt x="2125" y="1591"/>
                  </a:moveTo>
                  <a:cubicBezTo>
                    <a:pt x="2129" y="1591"/>
                    <a:pt x="2143" y="1599"/>
                    <a:pt x="2164" y="1614"/>
                  </a:cubicBezTo>
                  <a:cubicBezTo>
                    <a:pt x="2213" y="1663"/>
                    <a:pt x="2205" y="1663"/>
                    <a:pt x="2205" y="1671"/>
                  </a:cubicBezTo>
                  <a:cubicBezTo>
                    <a:pt x="2139" y="1615"/>
                    <a:pt x="2117" y="1591"/>
                    <a:pt x="2125" y="1591"/>
                  </a:cubicBezTo>
                  <a:close/>
                  <a:moveTo>
                    <a:pt x="1816" y="1606"/>
                  </a:moveTo>
                  <a:lnTo>
                    <a:pt x="1881" y="1630"/>
                  </a:lnTo>
                  <a:cubicBezTo>
                    <a:pt x="1945" y="1671"/>
                    <a:pt x="1937" y="1671"/>
                    <a:pt x="1937" y="1679"/>
                  </a:cubicBezTo>
                  <a:lnTo>
                    <a:pt x="1872" y="1646"/>
                  </a:lnTo>
                  <a:lnTo>
                    <a:pt x="1816" y="1606"/>
                  </a:lnTo>
                  <a:close/>
                  <a:moveTo>
                    <a:pt x="3762" y="1728"/>
                  </a:moveTo>
                  <a:lnTo>
                    <a:pt x="3762" y="1728"/>
                  </a:lnTo>
                  <a:cubicBezTo>
                    <a:pt x="3705" y="1760"/>
                    <a:pt x="3640" y="1792"/>
                    <a:pt x="3575" y="1809"/>
                  </a:cubicBezTo>
                  <a:cubicBezTo>
                    <a:pt x="3567" y="1801"/>
                    <a:pt x="3567" y="1801"/>
                    <a:pt x="3632" y="1768"/>
                  </a:cubicBezTo>
                  <a:cubicBezTo>
                    <a:pt x="3672" y="1744"/>
                    <a:pt x="3713" y="1736"/>
                    <a:pt x="3762" y="1728"/>
                  </a:cubicBezTo>
                  <a:close/>
                  <a:moveTo>
                    <a:pt x="1491" y="1825"/>
                  </a:moveTo>
                  <a:cubicBezTo>
                    <a:pt x="1540" y="1841"/>
                    <a:pt x="1581" y="1857"/>
                    <a:pt x="1621" y="1873"/>
                  </a:cubicBezTo>
                  <a:lnTo>
                    <a:pt x="1621" y="1882"/>
                  </a:lnTo>
                  <a:cubicBezTo>
                    <a:pt x="1556" y="1865"/>
                    <a:pt x="1491" y="1849"/>
                    <a:pt x="1491" y="1833"/>
                  </a:cubicBezTo>
                  <a:lnTo>
                    <a:pt x="1491" y="1825"/>
                  </a:lnTo>
                  <a:close/>
                  <a:moveTo>
                    <a:pt x="1710" y="1809"/>
                  </a:moveTo>
                  <a:cubicBezTo>
                    <a:pt x="1775" y="1825"/>
                    <a:pt x="1840" y="1857"/>
                    <a:pt x="1905" y="1890"/>
                  </a:cubicBezTo>
                  <a:lnTo>
                    <a:pt x="1905" y="1882"/>
                  </a:lnTo>
                  <a:cubicBezTo>
                    <a:pt x="1932" y="1901"/>
                    <a:pt x="1946" y="1911"/>
                    <a:pt x="1940" y="1911"/>
                  </a:cubicBezTo>
                  <a:cubicBezTo>
                    <a:pt x="1934" y="1911"/>
                    <a:pt x="1904" y="1899"/>
                    <a:pt x="1840" y="1873"/>
                  </a:cubicBezTo>
                  <a:lnTo>
                    <a:pt x="1710" y="1809"/>
                  </a:lnTo>
                  <a:close/>
                  <a:moveTo>
                    <a:pt x="4062" y="1961"/>
                  </a:moveTo>
                  <a:cubicBezTo>
                    <a:pt x="4070" y="1961"/>
                    <a:pt x="4070" y="1963"/>
                    <a:pt x="4037" y="1971"/>
                  </a:cubicBezTo>
                  <a:lnTo>
                    <a:pt x="3972" y="1979"/>
                  </a:lnTo>
                  <a:cubicBezTo>
                    <a:pt x="3930" y="1984"/>
                    <a:pt x="3891" y="1988"/>
                    <a:pt x="3877" y="1988"/>
                  </a:cubicBezTo>
                  <a:cubicBezTo>
                    <a:pt x="3868" y="1988"/>
                    <a:pt x="3872" y="1986"/>
                    <a:pt x="3899" y="1979"/>
                  </a:cubicBezTo>
                  <a:cubicBezTo>
                    <a:pt x="3940" y="1971"/>
                    <a:pt x="3989" y="1963"/>
                    <a:pt x="4037" y="1963"/>
                  </a:cubicBezTo>
                  <a:cubicBezTo>
                    <a:pt x="4037" y="1963"/>
                    <a:pt x="4053" y="1961"/>
                    <a:pt x="4062" y="1961"/>
                  </a:cubicBezTo>
                  <a:close/>
                  <a:moveTo>
                    <a:pt x="1311" y="2007"/>
                  </a:moveTo>
                  <a:cubicBezTo>
                    <a:pt x="1327" y="2007"/>
                    <a:pt x="1370" y="2031"/>
                    <a:pt x="1370" y="2044"/>
                  </a:cubicBezTo>
                  <a:lnTo>
                    <a:pt x="1297" y="2036"/>
                  </a:lnTo>
                  <a:cubicBezTo>
                    <a:pt x="1297" y="2022"/>
                    <a:pt x="1254" y="2009"/>
                    <a:pt x="1277" y="2009"/>
                  </a:cubicBezTo>
                  <a:cubicBezTo>
                    <a:pt x="1283" y="2009"/>
                    <a:pt x="1291" y="2010"/>
                    <a:pt x="1305" y="2011"/>
                  </a:cubicBezTo>
                  <a:cubicBezTo>
                    <a:pt x="1305" y="2008"/>
                    <a:pt x="1307" y="2007"/>
                    <a:pt x="1311" y="2007"/>
                  </a:cubicBezTo>
                  <a:close/>
                  <a:moveTo>
                    <a:pt x="1629" y="2133"/>
                  </a:moveTo>
                  <a:cubicBezTo>
                    <a:pt x="1678" y="2133"/>
                    <a:pt x="1718" y="2141"/>
                    <a:pt x="1767" y="2157"/>
                  </a:cubicBezTo>
                  <a:cubicBezTo>
                    <a:pt x="1796" y="2165"/>
                    <a:pt x="1797" y="2169"/>
                    <a:pt x="1778" y="2169"/>
                  </a:cubicBezTo>
                  <a:cubicBezTo>
                    <a:pt x="1755" y="2169"/>
                    <a:pt x="1701" y="2163"/>
                    <a:pt x="1629" y="2149"/>
                  </a:cubicBezTo>
                  <a:cubicBezTo>
                    <a:pt x="1629" y="2141"/>
                    <a:pt x="1629" y="2141"/>
                    <a:pt x="1629" y="2133"/>
                  </a:cubicBezTo>
                  <a:close/>
                  <a:moveTo>
                    <a:pt x="1759" y="2222"/>
                  </a:moveTo>
                  <a:lnTo>
                    <a:pt x="1751" y="2230"/>
                  </a:lnTo>
                  <a:cubicBezTo>
                    <a:pt x="1751" y="2238"/>
                    <a:pt x="1751" y="2238"/>
                    <a:pt x="1686" y="2238"/>
                  </a:cubicBezTo>
                  <a:lnTo>
                    <a:pt x="1686" y="2230"/>
                  </a:lnTo>
                  <a:lnTo>
                    <a:pt x="1759" y="2222"/>
                  </a:lnTo>
                  <a:close/>
                  <a:moveTo>
                    <a:pt x="3972" y="2344"/>
                  </a:moveTo>
                  <a:cubicBezTo>
                    <a:pt x="3972" y="2344"/>
                    <a:pt x="4045" y="2352"/>
                    <a:pt x="4037" y="2360"/>
                  </a:cubicBezTo>
                  <a:lnTo>
                    <a:pt x="3907" y="2360"/>
                  </a:lnTo>
                  <a:lnTo>
                    <a:pt x="3907" y="2352"/>
                  </a:lnTo>
                  <a:cubicBezTo>
                    <a:pt x="3907" y="2344"/>
                    <a:pt x="3972" y="2344"/>
                    <a:pt x="3972" y="2344"/>
                  </a:cubicBezTo>
                  <a:close/>
                  <a:moveTo>
                    <a:pt x="2419" y="2371"/>
                  </a:moveTo>
                  <a:cubicBezTo>
                    <a:pt x="2413" y="2371"/>
                    <a:pt x="2397" y="2375"/>
                    <a:pt x="2359" y="2384"/>
                  </a:cubicBezTo>
                  <a:lnTo>
                    <a:pt x="2359" y="2392"/>
                  </a:lnTo>
                  <a:cubicBezTo>
                    <a:pt x="2424" y="2384"/>
                    <a:pt x="2424" y="2384"/>
                    <a:pt x="2424" y="2376"/>
                  </a:cubicBezTo>
                  <a:cubicBezTo>
                    <a:pt x="2424" y="2373"/>
                    <a:pt x="2424" y="2371"/>
                    <a:pt x="2419" y="2371"/>
                  </a:cubicBezTo>
                  <a:close/>
                  <a:moveTo>
                    <a:pt x="1475" y="2384"/>
                  </a:moveTo>
                  <a:cubicBezTo>
                    <a:pt x="1548" y="2384"/>
                    <a:pt x="1548" y="2392"/>
                    <a:pt x="1548" y="2392"/>
                  </a:cubicBezTo>
                  <a:cubicBezTo>
                    <a:pt x="1548" y="2400"/>
                    <a:pt x="1548" y="2417"/>
                    <a:pt x="1483" y="2417"/>
                  </a:cubicBezTo>
                  <a:cubicBezTo>
                    <a:pt x="1483" y="2417"/>
                    <a:pt x="1451" y="2420"/>
                    <a:pt x="1429" y="2420"/>
                  </a:cubicBezTo>
                  <a:cubicBezTo>
                    <a:pt x="1418" y="2420"/>
                    <a:pt x="1410" y="2419"/>
                    <a:pt x="1410" y="2417"/>
                  </a:cubicBezTo>
                  <a:cubicBezTo>
                    <a:pt x="1410" y="2400"/>
                    <a:pt x="1475" y="2392"/>
                    <a:pt x="1475" y="2392"/>
                  </a:cubicBezTo>
                  <a:lnTo>
                    <a:pt x="1475" y="2384"/>
                  </a:lnTo>
                  <a:close/>
                  <a:moveTo>
                    <a:pt x="4037" y="2451"/>
                  </a:moveTo>
                  <a:cubicBezTo>
                    <a:pt x="4045" y="2451"/>
                    <a:pt x="4062" y="2453"/>
                    <a:pt x="4094" y="2457"/>
                  </a:cubicBezTo>
                  <a:lnTo>
                    <a:pt x="4094" y="2465"/>
                  </a:lnTo>
                  <a:lnTo>
                    <a:pt x="4029" y="2465"/>
                  </a:lnTo>
                  <a:lnTo>
                    <a:pt x="4029" y="2457"/>
                  </a:lnTo>
                  <a:cubicBezTo>
                    <a:pt x="4029" y="2453"/>
                    <a:pt x="4029" y="2451"/>
                    <a:pt x="4037" y="2451"/>
                  </a:cubicBezTo>
                  <a:close/>
                  <a:moveTo>
                    <a:pt x="4135" y="2491"/>
                  </a:moveTo>
                  <a:cubicBezTo>
                    <a:pt x="4128" y="2491"/>
                    <a:pt x="4130" y="2495"/>
                    <a:pt x="4159" y="2506"/>
                  </a:cubicBezTo>
                  <a:cubicBezTo>
                    <a:pt x="4163" y="2497"/>
                    <a:pt x="4143" y="2491"/>
                    <a:pt x="4135" y="2491"/>
                  </a:cubicBezTo>
                  <a:close/>
                  <a:moveTo>
                    <a:pt x="4021" y="2548"/>
                  </a:moveTo>
                  <a:cubicBezTo>
                    <a:pt x="4029" y="2548"/>
                    <a:pt x="4045" y="2550"/>
                    <a:pt x="4078" y="2555"/>
                  </a:cubicBezTo>
                  <a:lnTo>
                    <a:pt x="4078" y="2563"/>
                  </a:lnTo>
                  <a:lnTo>
                    <a:pt x="4005" y="2563"/>
                  </a:lnTo>
                  <a:lnTo>
                    <a:pt x="4013" y="2555"/>
                  </a:lnTo>
                  <a:cubicBezTo>
                    <a:pt x="4013" y="2550"/>
                    <a:pt x="4013" y="2548"/>
                    <a:pt x="4021" y="2548"/>
                  </a:cubicBezTo>
                  <a:close/>
                  <a:moveTo>
                    <a:pt x="3510" y="2555"/>
                  </a:moveTo>
                  <a:cubicBezTo>
                    <a:pt x="3559" y="2563"/>
                    <a:pt x="3599" y="2579"/>
                    <a:pt x="3640" y="2595"/>
                  </a:cubicBezTo>
                  <a:lnTo>
                    <a:pt x="3575" y="2587"/>
                  </a:lnTo>
                  <a:lnTo>
                    <a:pt x="3510" y="2563"/>
                  </a:lnTo>
                  <a:lnTo>
                    <a:pt x="3510" y="2555"/>
                  </a:lnTo>
                  <a:close/>
                  <a:moveTo>
                    <a:pt x="1552" y="2568"/>
                  </a:moveTo>
                  <a:cubicBezTo>
                    <a:pt x="1559" y="2568"/>
                    <a:pt x="1561" y="2572"/>
                    <a:pt x="1564" y="2579"/>
                  </a:cubicBezTo>
                  <a:cubicBezTo>
                    <a:pt x="1564" y="2595"/>
                    <a:pt x="1499" y="2603"/>
                    <a:pt x="1499" y="2603"/>
                  </a:cubicBezTo>
                  <a:cubicBezTo>
                    <a:pt x="1482" y="2607"/>
                    <a:pt x="1472" y="2609"/>
                    <a:pt x="1468" y="2609"/>
                  </a:cubicBezTo>
                  <a:cubicBezTo>
                    <a:pt x="1454" y="2609"/>
                    <a:pt x="1491" y="2593"/>
                    <a:pt x="1491" y="2587"/>
                  </a:cubicBezTo>
                  <a:cubicBezTo>
                    <a:pt x="1527" y="2574"/>
                    <a:pt x="1543" y="2568"/>
                    <a:pt x="1552" y="2568"/>
                  </a:cubicBezTo>
                  <a:close/>
                  <a:moveTo>
                    <a:pt x="3946" y="2603"/>
                  </a:moveTo>
                  <a:cubicBezTo>
                    <a:pt x="3954" y="2603"/>
                    <a:pt x="3971" y="2606"/>
                    <a:pt x="3997" y="2611"/>
                  </a:cubicBezTo>
                  <a:cubicBezTo>
                    <a:pt x="4062" y="2628"/>
                    <a:pt x="4062" y="2628"/>
                    <a:pt x="4053" y="2636"/>
                  </a:cubicBezTo>
                  <a:cubicBezTo>
                    <a:pt x="4053" y="2643"/>
                    <a:pt x="4053" y="2647"/>
                    <a:pt x="4048" y="2647"/>
                  </a:cubicBezTo>
                  <a:cubicBezTo>
                    <a:pt x="4040" y="2647"/>
                    <a:pt x="4024" y="2641"/>
                    <a:pt x="3989" y="2628"/>
                  </a:cubicBezTo>
                  <a:cubicBezTo>
                    <a:pt x="3947" y="2612"/>
                    <a:pt x="3932" y="2603"/>
                    <a:pt x="3946" y="2603"/>
                  </a:cubicBezTo>
                  <a:close/>
                  <a:moveTo>
                    <a:pt x="4284" y="2638"/>
                  </a:moveTo>
                  <a:cubicBezTo>
                    <a:pt x="4298" y="2642"/>
                    <a:pt x="4316" y="2647"/>
                    <a:pt x="4337" y="2652"/>
                  </a:cubicBezTo>
                  <a:cubicBezTo>
                    <a:pt x="4366" y="2652"/>
                    <a:pt x="4383" y="2653"/>
                    <a:pt x="4383" y="2653"/>
                  </a:cubicBezTo>
                  <a:cubicBezTo>
                    <a:pt x="4384" y="2653"/>
                    <a:pt x="4353" y="2650"/>
                    <a:pt x="4284" y="2638"/>
                  </a:cubicBezTo>
                  <a:close/>
                  <a:moveTo>
                    <a:pt x="3543" y="2652"/>
                  </a:moveTo>
                  <a:cubicBezTo>
                    <a:pt x="3551" y="2652"/>
                    <a:pt x="3551" y="2652"/>
                    <a:pt x="3607" y="2676"/>
                  </a:cubicBezTo>
                  <a:cubicBezTo>
                    <a:pt x="3607" y="2676"/>
                    <a:pt x="3672" y="2700"/>
                    <a:pt x="3672" y="2700"/>
                  </a:cubicBezTo>
                  <a:lnTo>
                    <a:pt x="3607" y="2684"/>
                  </a:lnTo>
                  <a:cubicBezTo>
                    <a:pt x="3543" y="2660"/>
                    <a:pt x="3543" y="2652"/>
                    <a:pt x="3543" y="2652"/>
                  </a:cubicBezTo>
                  <a:close/>
                  <a:moveTo>
                    <a:pt x="1763" y="2687"/>
                  </a:moveTo>
                  <a:cubicBezTo>
                    <a:pt x="1771" y="2687"/>
                    <a:pt x="1745" y="2702"/>
                    <a:pt x="1662" y="2733"/>
                  </a:cubicBezTo>
                  <a:cubicBezTo>
                    <a:pt x="1621" y="2748"/>
                    <a:pt x="1605" y="2754"/>
                    <a:pt x="1600" y="2754"/>
                  </a:cubicBezTo>
                  <a:cubicBezTo>
                    <a:pt x="1597" y="2754"/>
                    <a:pt x="1597" y="2752"/>
                    <a:pt x="1597" y="2749"/>
                  </a:cubicBezTo>
                  <a:cubicBezTo>
                    <a:pt x="1637" y="2725"/>
                    <a:pt x="1678" y="2709"/>
                    <a:pt x="1718" y="2700"/>
                  </a:cubicBezTo>
                  <a:cubicBezTo>
                    <a:pt x="1742" y="2692"/>
                    <a:pt x="1758" y="2687"/>
                    <a:pt x="1763" y="2687"/>
                  </a:cubicBezTo>
                  <a:close/>
                  <a:moveTo>
                    <a:pt x="133" y="2735"/>
                  </a:moveTo>
                  <a:cubicBezTo>
                    <a:pt x="111" y="2735"/>
                    <a:pt x="89" y="2737"/>
                    <a:pt x="64" y="2741"/>
                  </a:cubicBezTo>
                  <a:cubicBezTo>
                    <a:pt x="9" y="2748"/>
                    <a:pt x="1" y="2767"/>
                    <a:pt x="87" y="2767"/>
                  </a:cubicBezTo>
                  <a:cubicBezTo>
                    <a:pt x="102" y="2767"/>
                    <a:pt x="118" y="2766"/>
                    <a:pt x="137" y="2765"/>
                  </a:cubicBezTo>
                  <a:cubicBezTo>
                    <a:pt x="202" y="2757"/>
                    <a:pt x="202" y="2757"/>
                    <a:pt x="202" y="2741"/>
                  </a:cubicBezTo>
                  <a:cubicBezTo>
                    <a:pt x="178" y="2737"/>
                    <a:pt x="156" y="2735"/>
                    <a:pt x="133" y="2735"/>
                  </a:cubicBezTo>
                  <a:close/>
                  <a:moveTo>
                    <a:pt x="1743" y="2765"/>
                  </a:moveTo>
                  <a:lnTo>
                    <a:pt x="1743" y="2773"/>
                  </a:lnTo>
                  <a:cubicBezTo>
                    <a:pt x="1687" y="2795"/>
                    <a:pt x="1636" y="2816"/>
                    <a:pt x="1619" y="2816"/>
                  </a:cubicBezTo>
                  <a:cubicBezTo>
                    <a:pt x="1616" y="2816"/>
                    <a:pt x="1614" y="2815"/>
                    <a:pt x="1613" y="2814"/>
                  </a:cubicBezTo>
                  <a:lnTo>
                    <a:pt x="1678" y="2782"/>
                  </a:lnTo>
                  <a:lnTo>
                    <a:pt x="1743" y="2765"/>
                  </a:lnTo>
                  <a:close/>
                  <a:moveTo>
                    <a:pt x="2481" y="3057"/>
                  </a:moveTo>
                  <a:cubicBezTo>
                    <a:pt x="2464" y="3106"/>
                    <a:pt x="2448" y="3146"/>
                    <a:pt x="2424" y="3187"/>
                  </a:cubicBezTo>
                  <a:lnTo>
                    <a:pt x="2416" y="3179"/>
                  </a:lnTo>
                  <a:cubicBezTo>
                    <a:pt x="2448" y="3122"/>
                    <a:pt x="2472" y="3057"/>
                    <a:pt x="2472" y="3057"/>
                  </a:cubicBezTo>
                  <a:close/>
                  <a:moveTo>
                    <a:pt x="1945" y="3349"/>
                  </a:moveTo>
                  <a:lnTo>
                    <a:pt x="1954" y="3357"/>
                  </a:lnTo>
                  <a:cubicBezTo>
                    <a:pt x="1908" y="3403"/>
                    <a:pt x="1870" y="3455"/>
                    <a:pt x="1858" y="3455"/>
                  </a:cubicBezTo>
                  <a:cubicBezTo>
                    <a:pt x="1857" y="3455"/>
                    <a:pt x="1857" y="3455"/>
                    <a:pt x="1856" y="3455"/>
                  </a:cubicBezTo>
                  <a:lnTo>
                    <a:pt x="1897" y="3390"/>
                  </a:lnTo>
                  <a:lnTo>
                    <a:pt x="1945" y="3349"/>
                  </a:lnTo>
                  <a:close/>
                  <a:moveTo>
                    <a:pt x="3429" y="3349"/>
                  </a:moveTo>
                  <a:cubicBezTo>
                    <a:pt x="3470" y="3406"/>
                    <a:pt x="3502" y="3463"/>
                    <a:pt x="3494" y="3471"/>
                  </a:cubicBezTo>
                  <a:lnTo>
                    <a:pt x="3486" y="3471"/>
                  </a:lnTo>
                  <a:cubicBezTo>
                    <a:pt x="3462" y="3430"/>
                    <a:pt x="3437" y="3390"/>
                    <a:pt x="3421" y="3349"/>
                  </a:cubicBezTo>
                  <a:close/>
                  <a:moveTo>
                    <a:pt x="2164" y="3430"/>
                  </a:moveTo>
                  <a:cubicBezTo>
                    <a:pt x="2172" y="3430"/>
                    <a:pt x="2172" y="3430"/>
                    <a:pt x="2140" y="3495"/>
                  </a:cubicBezTo>
                  <a:cubicBezTo>
                    <a:pt x="2116" y="3536"/>
                    <a:pt x="2091" y="3568"/>
                    <a:pt x="2067" y="3609"/>
                  </a:cubicBezTo>
                  <a:cubicBezTo>
                    <a:pt x="2091" y="3544"/>
                    <a:pt x="2124" y="3487"/>
                    <a:pt x="2164" y="3430"/>
                  </a:cubicBezTo>
                  <a:close/>
                  <a:moveTo>
                    <a:pt x="2440" y="3479"/>
                  </a:moveTo>
                  <a:lnTo>
                    <a:pt x="2448" y="3487"/>
                  </a:lnTo>
                  <a:cubicBezTo>
                    <a:pt x="2433" y="3548"/>
                    <a:pt x="2410" y="3609"/>
                    <a:pt x="2401" y="3609"/>
                  </a:cubicBezTo>
                  <a:cubicBezTo>
                    <a:pt x="2400" y="3609"/>
                    <a:pt x="2400" y="3609"/>
                    <a:pt x="2399" y="3609"/>
                  </a:cubicBezTo>
                  <a:lnTo>
                    <a:pt x="2408" y="3544"/>
                  </a:lnTo>
                  <a:lnTo>
                    <a:pt x="2440" y="3479"/>
                  </a:lnTo>
                  <a:close/>
                  <a:moveTo>
                    <a:pt x="3111" y="3532"/>
                  </a:moveTo>
                  <a:cubicBezTo>
                    <a:pt x="3122" y="3532"/>
                    <a:pt x="3123" y="3544"/>
                    <a:pt x="3129" y="3592"/>
                  </a:cubicBezTo>
                  <a:cubicBezTo>
                    <a:pt x="3145" y="3665"/>
                    <a:pt x="3129" y="3665"/>
                    <a:pt x="3121" y="3673"/>
                  </a:cubicBezTo>
                  <a:cubicBezTo>
                    <a:pt x="3097" y="3625"/>
                    <a:pt x="3089" y="3584"/>
                    <a:pt x="3097" y="3536"/>
                  </a:cubicBezTo>
                  <a:cubicBezTo>
                    <a:pt x="3103" y="3533"/>
                    <a:pt x="3108" y="3532"/>
                    <a:pt x="3111" y="3532"/>
                  </a:cubicBezTo>
                  <a:close/>
                  <a:moveTo>
                    <a:pt x="2886" y="520"/>
                  </a:moveTo>
                  <a:cubicBezTo>
                    <a:pt x="2870" y="520"/>
                    <a:pt x="2870" y="584"/>
                    <a:pt x="2870" y="649"/>
                  </a:cubicBezTo>
                  <a:lnTo>
                    <a:pt x="2845" y="649"/>
                  </a:lnTo>
                  <a:cubicBezTo>
                    <a:pt x="2845" y="649"/>
                    <a:pt x="2829" y="649"/>
                    <a:pt x="2829" y="714"/>
                  </a:cubicBezTo>
                  <a:cubicBezTo>
                    <a:pt x="2829" y="774"/>
                    <a:pt x="2818" y="779"/>
                    <a:pt x="2810" y="779"/>
                  </a:cubicBezTo>
                  <a:cubicBezTo>
                    <a:pt x="2808" y="779"/>
                    <a:pt x="2806" y="779"/>
                    <a:pt x="2805" y="779"/>
                  </a:cubicBezTo>
                  <a:cubicBezTo>
                    <a:pt x="2805" y="760"/>
                    <a:pt x="2804" y="752"/>
                    <a:pt x="2803" y="752"/>
                  </a:cubicBezTo>
                  <a:lnTo>
                    <a:pt x="2803" y="752"/>
                  </a:lnTo>
                  <a:cubicBezTo>
                    <a:pt x="2801" y="752"/>
                    <a:pt x="2799" y="800"/>
                    <a:pt x="2805" y="852"/>
                  </a:cubicBezTo>
                  <a:cubicBezTo>
                    <a:pt x="2805" y="917"/>
                    <a:pt x="2805" y="982"/>
                    <a:pt x="2797" y="982"/>
                  </a:cubicBezTo>
                  <a:lnTo>
                    <a:pt x="2797" y="1119"/>
                  </a:lnTo>
                  <a:cubicBezTo>
                    <a:pt x="2789" y="1209"/>
                    <a:pt x="2797" y="1306"/>
                    <a:pt x="2805" y="1395"/>
                  </a:cubicBezTo>
                  <a:cubicBezTo>
                    <a:pt x="2824" y="1438"/>
                    <a:pt x="2835" y="1481"/>
                    <a:pt x="2842" y="1481"/>
                  </a:cubicBezTo>
                  <a:cubicBezTo>
                    <a:pt x="2847" y="1481"/>
                    <a:pt x="2850" y="1460"/>
                    <a:pt x="2853" y="1403"/>
                  </a:cubicBezTo>
                  <a:cubicBezTo>
                    <a:pt x="2853" y="1403"/>
                    <a:pt x="2870" y="1338"/>
                    <a:pt x="2878" y="1338"/>
                  </a:cubicBezTo>
                  <a:cubicBezTo>
                    <a:pt x="2886" y="1338"/>
                    <a:pt x="2886" y="1411"/>
                    <a:pt x="2886" y="1411"/>
                  </a:cubicBezTo>
                  <a:cubicBezTo>
                    <a:pt x="2878" y="1476"/>
                    <a:pt x="2902" y="1484"/>
                    <a:pt x="2935" y="1492"/>
                  </a:cubicBezTo>
                  <a:cubicBezTo>
                    <a:pt x="2975" y="1492"/>
                    <a:pt x="2999" y="1492"/>
                    <a:pt x="2983" y="1565"/>
                  </a:cubicBezTo>
                  <a:cubicBezTo>
                    <a:pt x="2975" y="1638"/>
                    <a:pt x="2975" y="1638"/>
                    <a:pt x="2975" y="1638"/>
                  </a:cubicBezTo>
                  <a:cubicBezTo>
                    <a:pt x="2985" y="1600"/>
                    <a:pt x="2997" y="1590"/>
                    <a:pt x="3013" y="1590"/>
                  </a:cubicBezTo>
                  <a:cubicBezTo>
                    <a:pt x="3023" y="1590"/>
                    <a:pt x="3035" y="1595"/>
                    <a:pt x="3048" y="1598"/>
                  </a:cubicBezTo>
                  <a:cubicBezTo>
                    <a:pt x="3061" y="1604"/>
                    <a:pt x="3075" y="1610"/>
                    <a:pt x="3087" y="1610"/>
                  </a:cubicBezTo>
                  <a:cubicBezTo>
                    <a:pt x="3106" y="1610"/>
                    <a:pt x="3123" y="1599"/>
                    <a:pt x="3137" y="1565"/>
                  </a:cubicBezTo>
                  <a:lnTo>
                    <a:pt x="3145" y="1565"/>
                  </a:lnTo>
                  <a:cubicBezTo>
                    <a:pt x="3121" y="1630"/>
                    <a:pt x="3121" y="1638"/>
                    <a:pt x="3129" y="1638"/>
                  </a:cubicBezTo>
                  <a:cubicBezTo>
                    <a:pt x="3160" y="1602"/>
                    <a:pt x="3172" y="1597"/>
                    <a:pt x="3176" y="1597"/>
                  </a:cubicBezTo>
                  <a:cubicBezTo>
                    <a:pt x="3177" y="1597"/>
                    <a:pt x="3178" y="1598"/>
                    <a:pt x="3178" y="1598"/>
                  </a:cubicBezTo>
                  <a:cubicBezTo>
                    <a:pt x="3145" y="1655"/>
                    <a:pt x="3145" y="1655"/>
                    <a:pt x="3153" y="1663"/>
                  </a:cubicBezTo>
                  <a:cubicBezTo>
                    <a:pt x="3155" y="1663"/>
                    <a:pt x="3157" y="1663"/>
                    <a:pt x="3158" y="1663"/>
                  </a:cubicBezTo>
                  <a:cubicBezTo>
                    <a:pt x="3164" y="1663"/>
                    <a:pt x="3171" y="1658"/>
                    <a:pt x="3202" y="1614"/>
                  </a:cubicBezTo>
                  <a:cubicBezTo>
                    <a:pt x="3202" y="1614"/>
                    <a:pt x="3235" y="1622"/>
                    <a:pt x="3202" y="1695"/>
                  </a:cubicBezTo>
                  <a:cubicBezTo>
                    <a:pt x="3189" y="1713"/>
                    <a:pt x="3184" y="1721"/>
                    <a:pt x="3186" y="1721"/>
                  </a:cubicBezTo>
                  <a:cubicBezTo>
                    <a:pt x="3188" y="1721"/>
                    <a:pt x="3218" y="1688"/>
                    <a:pt x="3251" y="1655"/>
                  </a:cubicBezTo>
                  <a:cubicBezTo>
                    <a:pt x="3275" y="1614"/>
                    <a:pt x="3308" y="1582"/>
                    <a:pt x="3340" y="1557"/>
                  </a:cubicBezTo>
                  <a:lnTo>
                    <a:pt x="3340" y="1557"/>
                  </a:lnTo>
                  <a:cubicBezTo>
                    <a:pt x="3340" y="1557"/>
                    <a:pt x="3299" y="1606"/>
                    <a:pt x="3251" y="1663"/>
                  </a:cubicBezTo>
                  <a:cubicBezTo>
                    <a:pt x="3210" y="1711"/>
                    <a:pt x="3210" y="1711"/>
                    <a:pt x="3210" y="1711"/>
                  </a:cubicBezTo>
                  <a:lnTo>
                    <a:pt x="3218" y="1719"/>
                  </a:lnTo>
                  <a:cubicBezTo>
                    <a:pt x="3241" y="1696"/>
                    <a:pt x="3255" y="1688"/>
                    <a:pt x="3266" y="1688"/>
                  </a:cubicBezTo>
                  <a:cubicBezTo>
                    <a:pt x="3278" y="1688"/>
                    <a:pt x="3287" y="1699"/>
                    <a:pt x="3299" y="1711"/>
                  </a:cubicBezTo>
                  <a:cubicBezTo>
                    <a:pt x="3319" y="1731"/>
                    <a:pt x="3326" y="1747"/>
                    <a:pt x="3341" y="1747"/>
                  </a:cubicBezTo>
                  <a:cubicBezTo>
                    <a:pt x="3352" y="1747"/>
                    <a:pt x="3365" y="1739"/>
                    <a:pt x="3389" y="1719"/>
                  </a:cubicBezTo>
                  <a:cubicBezTo>
                    <a:pt x="3409" y="1703"/>
                    <a:pt x="3422" y="1694"/>
                    <a:pt x="3427" y="1694"/>
                  </a:cubicBezTo>
                  <a:cubicBezTo>
                    <a:pt x="3434" y="1694"/>
                    <a:pt x="3425" y="1711"/>
                    <a:pt x="3397" y="1744"/>
                  </a:cubicBezTo>
                  <a:cubicBezTo>
                    <a:pt x="3293" y="1837"/>
                    <a:pt x="3259" y="1863"/>
                    <a:pt x="3265" y="1863"/>
                  </a:cubicBezTo>
                  <a:cubicBezTo>
                    <a:pt x="3268" y="1863"/>
                    <a:pt x="3281" y="1857"/>
                    <a:pt x="3299" y="1849"/>
                  </a:cubicBezTo>
                  <a:cubicBezTo>
                    <a:pt x="3340" y="1817"/>
                    <a:pt x="3372" y="1792"/>
                    <a:pt x="3413" y="1768"/>
                  </a:cubicBezTo>
                  <a:cubicBezTo>
                    <a:pt x="3467" y="1734"/>
                    <a:pt x="3497" y="1717"/>
                    <a:pt x="3501" y="1717"/>
                  </a:cubicBezTo>
                  <a:lnTo>
                    <a:pt x="3501" y="1717"/>
                  </a:lnTo>
                  <a:cubicBezTo>
                    <a:pt x="3507" y="1717"/>
                    <a:pt x="3481" y="1738"/>
                    <a:pt x="3421" y="1776"/>
                  </a:cubicBezTo>
                  <a:cubicBezTo>
                    <a:pt x="3342" y="1827"/>
                    <a:pt x="3357" y="1862"/>
                    <a:pt x="3418" y="1862"/>
                  </a:cubicBezTo>
                  <a:cubicBezTo>
                    <a:pt x="3435" y="1862"/>
                    <a:pt x="3456" y="1860"/>
                    <a:pt x="3479" y="1854"/>
                  </a:cubicBezTo>
                  <a:lnTo>
                    <a:pt x="3479" y="1854"/>
                  </a:lnTo>
                  <a:cubicBezTo>
                    <a:pt x="3471" y="1857"/>
                    <a:pt x="3462" y="1861"/>
                    <a:pt x="3453" y="1865"/>
                  </a:cubicBezTo>
                  <a:cubicBezTo>
                    <a:pt x="3389" y="1898"/>
                    <a:pt x="3397" y="1906"/>
                    <a:pt x="3405" y="1922"/>
                  </a:cubicBezTo>
                  <a:lnTo>
                    <a:pt x="3405" y="1938"/>
                  </a:lnTo>
                  <a:cubicBezTo>
                    <a:pt x="3442" y="1925"/>
                    <a:pt x="3464" y="1919"/>
                    <a:pt x="3476" y="1919"/>
                  </a:cubicBezTo>
                  <a:cubicBezTo>
                    <a:pt x="3506" y="1919"/>
                    <a:pt x="3468" y="1953"/>
                    <a:pt x="3421" y="1971"/>
                  </a:cubicBezTo>
                  <a:cubicBezTo>
                    <a:pt x="3356" y="1995"/>
                    <a:pt x="3356" y="1995"/>
                    <a:pt x="3356" y="2003"/>
                  </a:cubicBezTo>
                  <a:cubicBezTo>
                    <a:pt x="3374" y="2001"/>
                    <a:pt x="3389" y="2000"/>
                    <a:pt x="3400" y="2000"/>
                  </a:cubicBezTo>
                  <a:cubicBezTo>
                    <a:pt x="3470" y="2000"/>
                    <a:pt x="3420" y="2038"/>
                    <a:pt x="3364" y="2052"/>
                  </a:cubicBezTo>
                  <a:lnTo>
                    <a:pt x="3364" y="2060"/>
                  </a:lnTo>
                  <a:cubicBezTo>
                    <a:pt x="3383" y="2058"/>
                    <a:pt x="3397" y="2057"/>
                    <a:pt x="3406" y="2057"/>
                  </a:cubicBezTo>
                  <a:cubicBezTo>
                    <a:pt x="3429" y="2057"/>
                    <a:pt x="3429" y="2062"/>
                    <a:pt x="3429" y="2068"/>
                  </a:cubicBezTo>
                  <a:cubicBezTo>
                    <a:pt x="3434" y="2078"/>
                    <a:pt x="3436" y="2085"/>
                    <a:pt x="3452" y="2085"/>
                  </a:cubicBezTo>
                  <a:cubicBezTo>
                    <a:pt x="3462" y="2085"/>
                    <a:pt x="3477" y="2082"/>
                    <a:pt x="3502" y="2076"/>
                  </a:cubicBezTo>
                  <a:cubicBezTo>
                    <a:pt x="3551" y="2060"/>
                    <a:pt x="3591" y="2052"/>
                    <a:pt x="3640" y="2052"/>
                  </a:cubicBezTo>
                  <a:lnTo>
                    <a:pt x="3575" y="2068"/>
                  </a:lnTo>
                  <a:cubicBezTo>
                    <a:pt x="3502" y="2084"/>
                    <a:pt x="3510" y="2101"/>
                    <a:pt x="3510" y="2125"/>
                  </a:cubicBezTo>
                  <a:cubicBezTo>
                    <a:pt x="3510" y="2157"/>
                    <a:pt x="3510" y="2173"/>
                    <a:pt x="3437" y="2182"/>
                  </a:cubicBezTo>
                  <a:lnTo>
                    <a:pt x="3510" y="2182"/>
                  </a:lnTo>
                  <a:cubicBezTo>
                    <a:pt x="3575" y="2182"/>
                    <a:pt x="3575" y="2190"/>
                    <a:pt x="3510" y="2198"/>
                  </a:cubicBezTo>
                  <a:cubicBezTo>
                    <a:pt x="3437" y="2206"/>
                    <a:pt x="3437" y="2230"/>
                    <a:pt x="3510" y="2246"/>
                  </a:cubicBezTo>
                  <a:cubicBezTo>
                    <a:pt x="3510" y="2246"/>
                    <a:pt x="3510" y="2255"/>
                    <a:pt x="3510" y="2255"/>
                  </a:cubicBezTo>
                  <a:cubicBezTo>
                    <a:pt x="3372" y="2263"/>
                    <a:pt x="3372" y="2279"/>
                    <a:pt x="3510" y="2287"/>
                  </a:cubicBezTo>
                  <a:cubicBezTo>
                    <a:pt x="3437" y="2287"/>
                    <a:pt x="3437" y="2295"/>
                    <a:pt x="3437" y="2295"/>
                  </a:cubicBezTo>
                  <a:cubicBezTo>
                    <a:pt x="3495" y="2310"/>
                    <a:pt x="3495" y="2337"/>
                    <a:pt x="3448" y="2337"/>
                  </a:cubicBezTo>
                  <a:cubicBezTo>
                    <a:pt x="3442" y="2337"/>
                    <a:pt x="3436" y="2337"/>
                    <a:pt x="3429" y="2336"/>
                  </a:cubicBezTo>
                  <a:lnTo>
                    <a:pt x="3429" y="2344"/>
                  </a:lnTo>
                  <a:cubicBezTo>
                    <a:pt x="3494" y="2352"/>
                    <a:pt x="3494" y="2360"/>
                    <a:pt x="3494" y="2368"/>
                  </a:cubicBezTo>
                  <a:cubicBezTo>
                    <a:pt x="3494" y="2368"/>
                    <a:pt x="3494" y="2376"/>
                    <a:pt x="3559" y="2392"/>
                  </a:cubicBezTo>
                  <a:cubicBezTo>
                    <a:pt x="3624" y="2409"/>
                    <a:pt x="3624" y="2417"/>
                    <a:pt x="3624" y="2417"/>
                  </a:cubicBezTo>
                  <a:cubicBezTo>
                    <a:pt x="3575" y="2409"/>
                    <a:pt x="3535" y="2400"/>
                    <a:pt x="3486" y="2392"/>
                  </a:cubicBezTo>
                  <a:cubicBezTo>
                    <a:pt x="3465" y="2385"/>
                    <a:pt x="3451" y="2381"/>
                    <a:pt x="3446" y="2381"/>
                  </a:cubicBezTo>
                  <a:cubicBezTo>
                    <a:pt x="3434" y="2381"/>
                    <a:pt x="3463" y="2397"/>
                    <a:pt x="3551" y="2425"/>
                  </a:cubicBezTo>
                  <a:cubicBezTo>
                    <a:pt x="3623" y="2446"/>
                    <a:pt x="3658" y="2456"/>
                    <a:pt x="3654" y="2456"/>
                  </a:cubicBezTo>
                  <a:cubicBezTo>
                    <a:pt x="3650" y="2456"/>
                    <a:pt x="3616" y="2448"/>
                    <a:pt x="3551" y="2433"/>
                  </a:cubicBezTo>
                  <a:cubicBezTo>
                    <a:pt x="3510" y="2423"/>
                    <a:pt x="3469" y="2412"/>
                    <a:pt x="3460" y="2412"/>
                  </a:cubicBezTo>
                  <a:cubicBezTo>
                    <a:pt x="3456" y="2412"/>
                    <a:pt x="3462" y="2416"/>
                    <a:pt x="3486" y="2425"/>
                  </a:cubicBezTo>
                  <a:cubicBezTo>
                    <a:pt x="3486" y="2425"/>
                    <a:pt x="3486" y="2433"/>
                    <a:pt x="3551" y="2449"/>
                  </a:cubicBezTo>
                  <a:lnTo>
                    <a:pt x="3543" y="2465"/>
                  </a:lnTo>
                  <a:cubicBezTo>
                    <a:pt x="3470" y="2465"/>
                    <a:pt x="3470" y="2473"/>
                    <a:pt x="3470" y="2473"/>
                  </a:cubicBezTo>
                  <a:cubicBezTo>
                    <a:pt x="3511" y="2489"/>
                    <a:pt x="3526" y="2495"/>
                    <a:pt x="3513" y="2495"/>
                  </a:cubicBezTo>
                  <a:cubicBezTo>
                    <a:pt x="3505" y="2495"/>
                    <a:pt x="3488" y="2493"/>
                    <a:pt x="3462" y="2490"/>
                  </a:cubicBezTo>
                  <a:cubicBezTo>
                    <a:pt x="3439" y="2484"/>
                    <a:pt x="3424" y="2481"/>
                    <a:pt x="3420" y="2481"/>
                  </a:cubicBezTo>
                  <a:cubicBezTo>
                    <a:pt x="3413" y="2481"/>
                    <a:pt x="3443" y="2490"/>
                    <a:pt x="3526" y="2506"/>
                  </a:cubicBezTo>
                  <a:cubicBezTo>
                    <a:pt x="3575" y="2524"/>
                    <a:pt x="3587" y="2533"/>
                    <a:pt x="3559" y="2533"/>
                  </a:cubicBezTo>
                  <a:cubicBezTo>
                    <a:pt x="3550" y="2533"/>
                    <a:pt x="3537" y="2532"/>
                    <a:pt x="3518" y="2530"/>
                  </a:cubicBezTo>
                  <a:cubicBezTo>
                    <a:pt x="3491" y="2523"/>
                    <a:pt x="3470" y="2518"/>
                    <a:pt x="3453" y="2514"/>
                  </a:cubicBezTo>
                  <a:lnTo>
                    <a:pt x="3453" y="2514"/>
                  </a:lnTo>
                  <a:cubicBezTo>
                    <a:pt x="3518" y="2538"/>
                    <a:pt x="3518" y="2546"/>
                    <a:pt x="3518" y="2546"/>
                  </a:cubicBezTo>
                  <a:cubicBezTo>
                    <a:pt x="3510" y="2544"/>
                    <a:pt x="3502" y="2544"/>
                    <a:pt x="3495" y="2544"/>
                  </a:cubicBezTo>
                  <a:cubicBezTo>
                    <a:pt x="3443" y="2544"/>
                    <a:pt x="3433" y="2592"/>
                    <a:pt x="3405" y="2628"/>
                  </a:cubicBezTo>
                  <a:cubicBezTo>
                    <a:pt x="3445" y="2652"/>
                    <a:pt x="3486" y="2676"/>
                    <a:pt x="3526" y="2692"/>
                  </a:cubicBezTo>
                  <a:cubicBezTo>
                    <a:pt x="3437" y="2659"/>
                    <a:pt x="3388" y="2642"/>
                    <a:pt x="3381" y="2642"/>
                  </a:cubicBezTo>
                  <a:cubicBezTo>
                    <a:pt x="3371" y="2642"/>
                    <a:pt x="3418" y="2665"/>
                    <a:pt x="3518" y="2709"/>
                  </a:cubicBezTo>
                  <a:cubicBezTo>
                    <a:pt x="3488" y="2701"/>
                    <a:pt x="3472" y="2695"/>
                    <a:pt x="3469" y="2695"/>
                  </a:cubicBezTo>
                  <a:lnTo>
                    <a:pt x="3469" y="2695"/>
                  </a:lnTo>
                  <a:cubicBezTo>
                    <a:pt x="3466" y="2695"/>
                    <a:pt x="3480" y="2703"/>
                    <a:pt x="3510" y="2725"/>
                  </a:cubicBezTo>
                  <a:cubicBezTo>
                    <a:pt x="3541" y="2742"/>
                    <a:pt x="3555" y="2750"/>
                    <a:pt x="3551" y="2750"/>
                  </a:cubicBezTo>
                  <a:cubicBezTo>
                    <a:pt x="3548" y="2750"/>
                    <a:pt x="3532" y="2744"/>
                    <a:pt x="3502" y="2733"/>
                  </a:cubicBezTo>
                  <a:cubicBezTo>
                    <a:pt x="3462" y="2716"/>
                    <a:pt x="3419" y="2695"/>
                    <a:pt x="3415" y="2695"/>
                  </a:cubicBezTo>
                  <a:lnTo>
                    <a:pt x="3415" y="2695"/>
                  </a:lnTo>
                  <a:cubicBezTo>
                    <a:pt x="3414" y="2695"/>
                    <a:pt x="3420" y="2699"/>
                    <a:pt x="3437" y="2709"/>
                  </a:cubicBezTo>
                  <a:cubicBezTo>
                    <a:pt x="3437" y="2709"/>
                    <a:pt x="3437" y="2710"/>
                    <a:pt x="3433" y="2710"/>
                  </a:cubicBezTo>
                  <a:cubicBezTo>
                    <a:pt x="3427" y="2710"/>
                    <a:pt x="3411" y="2707"/>
                    <a:pt x="3372" y="2692"/>
                  </a:cubicBezTo>
                  <a:cubicBezTo>
                    <a:pt x="3356" y="2684"/>
                    <a:pt x="3348" y="2681"/>
                    <a:pt x="3346" y="2681"/>
                  </a:cubicBezTo>
                  <a:lnTo>
                    <a:pt x="3346" y="2681"/>
                  </a:lnTo>
                  <a:cubicBezTo>
                    <a:pt x="3340" y="2681"/>
                    <a:pt x="3387" y="2711"/>
                    <a:pt x="3429" y="2741"/>
                  </a:cubicBezTo>
                  <a:cubicBezTo>
                    <a:pt x="3483" y="2783"/>
                    <a:pt x="3507" y="2803"/>
                    <a:pt x="3503" y="2803"/>
                  </a:cubicBezTo>
                  <a:cubicBezTo>
                    <a:pt x="3498" y="2803"/>
                    <a:pt x="3468" y="2785"/>
                    <a:pt x="3413" y="2749"/>
                  </a:cubicBezTo>
                  <a:cubicBezTo>
                    <a:pt x="3374" y="2724"/>
                    <a:pt x="3353" y="2713"/>
                    <a:pt x="3347" y="2713"/>
                  </a:cubicBezTo>
                  <a:cubicBezTo>
                    <a:pt x="3336" y="2713"/>
                    <a:pt x="3379" y="2753"/>
                    <a:pt x="3453" y="2806"/>
                  </a:cubicBezTo>
                  <a:cubicBezTo>
                    <a:pt x="3477" y="2823"/>
                    <a:pt x="3496" y="2836"/>
                    <a:pt x="3510" y="2846"/>
                  </a:cubicBezTo>
                  <a:lnTo>
                    <a:pt x="3510" y="2846"/>
                  </a:lnTo>
                  <a:cubicBezTo>
                    <a:pt x="3453" y="2814"/>
                    <a:pt x="3445" y="2814"/>
                    <a:pt x="3445" y="2814"/>
                  </a:cubicBezTo>
                  <a:cubicBezTo>
                    <a:pt x="3445" y="2817"/>
                    <a:pt x="3444" y="2818"/>
                    <a:pt x="3441" y="2818"/>
                  </a:cubicBezTo>
                  <a:cubicBezTo>
                    <a:pt x="3435" y="2818"/>
                    <a:pt x="3418" y="2811"/>
                    <a:pt x="3380" y="2790"/>
                  </a:cubicBezTo>
                  <a:lnTo>
                    <a:pt x="3380" y="2790"/>
                  </a:lnTo>
                  <a:cubicBezTo>
                    <a:pt x="3380" y="2790"/>
                    <a:pt x="3381" y="2790"/>
                    <a:pt x="3429" y="2838"/>
                  </a:cubicBezTo>
                  <a:cubicBezTo>
                    <a:pt x="3472" y="2878"/>
                    <a:pt x="3483" y="2895"/>
                    <a:pt x="3473" y="2895"/>
                  </a:cubicBezTo>
                  <a:cubicBezTo>
                    <a:pt x="3460" y="2895"/>
                    <a:pt x="3411" y="2867"/>
                    <a:pt x="3348" y="2822"/>
                  </a:cubicBezTo>
                  <a:lnTo>
                    <a:pt x="3348" y="2822"/>
                  </a:lnTo>
                  <a:lnTo>
                    <a:pt x="3397" y="2879"/>
                  </a:lnTo>
                  <a:cubicBezTo>
                    <a:pt x="3463" y="2935"/>
                    <a:pt x="3507" y="2975"/>
                    <a:pt x="3504" y="2975"/>
                  </a:cubicBezTo>
                  <a:cubicBezTo>
                    <a:pt x="3502" y="2975"/>
                    <a:pt x="3485" y="2961"/>
                    <a:pt x="3445" y="2927"/>
                  </a:cubicBezTo>
                  <a:lnTo>
                    <a:pt x="3389" y="2887"/>
                  </a:lnTo>
                  <a:lnTo>
                    <a:pt x="3389" y="2887"/>
                  </a:lnTo>
                  <a:cubicBezTo>
                    <a:pt x="3433" y="2928"/>
                    <a:pt x="3444" y="2946"/>
                    <a:pt x="3435" y="2946"/>
                  </a:cubicBezTo>
                  <a:cubicBezTo>
                    <a:pt x="3423" y="2946"/>
                    <a:pt x="3372" y="2911"/>
                    <a:pt x="3316" y="2855"/>
                  </a:cubicBezTo>
                  <a:cubicBezTo>
                    <a:pt x="3281" y="2820"/>
                    <a:pt x="3271" y="2810"/>
                    <a:pt x="3268" y="2810"/>
                  </a:cubicBezTo>
                  <a:cubicBezTo>
                    <a:pt x="3267" y="2810"/>
                    <a:pt x="3267" y="2812"/>
                    <a:pt x="3267" y="2814"/>
                  </a:cubicBezTo>
                  <a:lnTo>
                    <a:pt x="3316" y="2863"/>
                  </a:lnTo>
                  <a:cubicBezTo>
                    <a:pt x="3348" y="2887"/>
                    <a:pt x="3380" y="2919"/>
                    <a:pt x="3405" y="2952"/>
                  </a:cubicBezTo>
                  <a:cubicBezTo>
                    <a:pt x="3405" y="2954"/>
                    <a:pt x="3404" y="2956"/>
                    <a:pt x="3402" y="2956"/>
                  </a:cubicBezTo>
                  <a:cubicBezTo>
                    <a:pt x="3397" y="2956"/>
                    <a:pt x="3383" y="2946"/>
                    <a:pt x="3348" y="2911"/>
                  </a:cubicBezTo>
                  <a:cubicBezTo>
                    <a:pt x="3314" y="2883"/>
                    <a:pt x="3276" y="2850"/>
                    <a:pt x="3273" y="2850"/>
                  </a:cubicBezTo>
                  <a:lnTo>
                    <a:pt x="3273" y="2850"/>
                  </a:lnTo>
                  <a:cubicBezTo>
                    <a:pt x="3272" y="2850"/>
                    <a:pt x="3277" y="2856"/>
                    <a:pt x="3291" y="2871"/>
                  </a:cubicBezTo>
                  <a:cubicBezTo>
                    <a:pt x="3291" y="2871"/>
                    <a:pt x="3291" y="2871"/>
                    <a:pt x="3291" y="2871"/>
                  </a:cubicBezTo>
                  <a:cubicBezTo>
                    <a:pt x="3288" y="2871"/>
                    <a:pt x="3279" y="2867"/>
                    <a:pt x="3243" y="2830"/>
                  </a:cubicBezTo>
                  <a:lnTo>
                    <a:pt x="3226" y="2838"/>
                  </a:lnTo>
                  <a:cubicBezTo>
                    <a:pt x="3248" y="2869"/>
                    <a:pt x="3256" y="2885"/>
                    <a:pt x="3252" y="2885"/>
                  </a:cubicBezTo>
                  <a:cubicBezTo>
                    <a:pt x="3249" y="2885"/>
                    <a:pt x="3237" y="2873"/>
                    <a:pt x="3218" y="2846"/>
                  </a:cubicBezTo>
                  <a:lnTo>
                    <a:pt x="3218" y="2846"/>
                  </a:lnTo>
                  <a:cubicBezTo>
                    <a:pt x="3218" y="2846"/>
                    <a:pt x="3210" y="2855"/>
                    <a:pt x="3251" y="2911"/>
                  </a:cubicBezTo>
                  <a:cubicBezTo>
                    <a:pt x="3249" y="2914"/>
                    <a:pt x="3247" y="2915"/>
                    <a:pt x="3245" y="2915"/>
                  </a:cubicBezTo>
                  <a:cubicBezTo>
                    <a:pt x="3240" y="2915"/>
                    <a:pt x="3232" y="2904"/>
                    <a:pt x="3202" y="2863"/>
                  </a:cubicBezTo>
                  <a:cubicBezTo>
                    <a:pt x="3179" y="2839"/>
                    <a:pt x="3168" y="2827"/>
                    <a:pt x="3168" y="2827"/>
                  </a:cubicBezTo>
                  <a:lnTo>
                    <a:pt x="3168" y="2827"/>
                  </a:lnTo>
                  <a:cubicBezTo>
                    <a:pt x="3167" y="2827"/>
                    <a:pt x="3177" y="2841"/>
                    <a:pt x="3194" y="2871"/>
                  </a:cubicBezTo>
                  <a:cubicBezTo>
                    <a:pt x="3235" y="2919"/>
                    <a:pt x="3226" y="2919"/>
                    <a:pt x="3226" y="2927"/>
                  </a:cubicBezTo>
                  <a:lnTo>
                    <a:pt x="3218" y="2927"/>
                  </a:lnTo>
                  <a:cubicBezTo>
                    <a:pt x="3259" y="2984"/>
                    <a:pt x="3259" y="2984"/>
                    <a:pt x="3251" y="2984"/>
                  </a:cubicBezTo>
                  <a:cubicBezTo>
                    <a:pt x="3243" y="2984"/>
                    <a:pt x="3194" y="2936"/>
                    <a:pt x="3186" y="2936"/>
                  </a:cubicBezTo>
                  <a:lnTo>
                    <a:pt x="3186" y="2936"/>
                  </a:lnTo>
                  <a:cubicBezTo>
                    <a:pt x="3178" y="2944"/>
                    <a:pt x="3178" y="2944"/>
                    <a:pt x="3218" y="3000"/>
                  </a:cubicBezTo>
                  <a:cubicBezTo>
                    <a:pt x="3218" y="3000"/>
                    <a:pt x="3236" y="3026"/>
                    <a:pt x="3234" y="3026"/>
                  </a:cubicBezTo>
                  <a:cubicBezTo>
                    <a:pt x="3233" y="3026"/>
                    <a:pt x="3226" y="3019"/>
                    <a:pt x="3210" y="3000"/>
                  </a:cubicBezTo>
                  <a:cubicBezTo>
                    <a:pt x="3203" y="3000"/>
                    <a:pt x="3168" y="2959"/>
                    <a:pt x="3149" y="2959"/>
                  </a:cubicBezTo>
                  <a:cubicBezTo>
                    <a:pt x="3148" y="2959"/>
                    <a:pt x="3147" y="2959"/>
                    <a:pt x="3145" y="2960"/>
                  </a:cubicBezTo>
                  <a:cubicBezTo>
                    <a:pt x="3129" y="2968"/>
                    <a:pt x="3129" y="2968"/>
                    <a:pt x="3162" y="3025"/>
                  </a:cubicBezTo>
                  <a:cubicBezTo>
                    <a:pt x="3195" y="3088"/>
                    <a:pt x="3209" y="3120"/>
                    <a:pt x="3206" y="3120"/>
                  </a:cubicBezTo>
                  <a:cubicBezTo>
                    <a:pt x="3203" y="3120"/>
                    <a:pt x="3185" y="3092"/>
                    <a:pt x="3153" y="3033"/>
                  </a:cubicBezTo>
                  <a:cubicBezTo>
                    <a:pt x="3116" y="2963"/>
                    <a:pt x="3100" y="2933"/>
                    <a:pt x="3098" y="2933"/>
                  </a:cubicBezTo>
                  <a:lnTo>
                    <a:pt x="3098" y="2933"/>
                  </a:lnTo>
                  <a:cubicBezTo>
                    <a:pt x="3097" y="2933"/>
                    <a:pt x="3103" y="2949"/>
                    <a:pt x="3113" y="2976"/>
                  </a:cubicBezTo>
                  <a:cubicBezTo>
                    <a:pt x="3137" y="3033"/>
                    <a:pt x="3137" y="3033"/>
                    <a:pt x="3129" y="3033"/>
                  </a:cubicBezTo>
                  <a:cubicBezTo>
                    <a:pt x="3117" y="3005"/>
                    <a:pt x="3109" y="2991"/>
                    <a:pt x="3106" y="2991"/>
                  </a:cubicBezTo>
                  <a:lnTo>
                    <a:pt x="3106" y="2991"/>
                  </a:lnTo>
                  <a:cubicBezTo>
                    <a:pt x="3103" y="2991"/>
                    <a:pt x="3105" y="3007"/>
                    <a:pt x="3113" y="3041"/>
                  </a:cubicBezTo>
                  <a:cubicBezTo>
                    <a:pt x="3105" y="3041"/>
                    <a:pt x="3105" y="3041"/>
                    <a:pt x="3080" y="2976"/>
                  </a:cubicBezTo>
                  <a:lnTo>
                    <a:pt x="3072" y="2976"/>
                  </a:lnTo>
                  <a:cubicBezTo>
                    <a:pt x="3087" y="3033"/>
                    <a:pt x="3084" y="3054"/>
                    <a:pt x="3074" y="3054"/>
                  </a:cubicBezTo>
                  <a:cubicBezTo>
                    <a:pt x="3061" y="3054"/>
                    <a:pt x="3037" y="3021"/>
                    <a:pt x="3024" y="2984"/>
                  </a:cubicBezTo>
                  <a:lnTo>
                    <a:pt x="3024" y="2984"/>
                  </a:lnTo>
                  <a:cubicBezTo>
                    <a:pt x="3024" y="2984"/>
                    <a:pt x="3024" y="2992"/>
                    <a:pt x="3032" y="3057"/>
                  </a:cubicBezTo>
                  <a:cubicBezTo>
                    <a:pt x="3048" y="3123"/>
                    <a:pt x="3054" y="3158"/>
                    <a:pt x="3052" y="3158"/>
                  </a:cubicBezTo>
                  <a:cubicBezTo>
                    <a:pt x="3050" y="3158"/>
                    <a:pt x="3040" y="3125"/>
                    <a:pt x="3024" y="3057"/>
                  </a:cubicBezTo>
                  <a:cubicBezTo>
                    <a:pt x="3008" y="2993"/>
                    <a:pt x="3000" y="2961"/>
                    <a:pt x="2998" y="2961"/>
                  </a:cubicBezTo>
                  <a:lnTo>
                    <a:pt x="2998" y="2961"/>
                  </a:lnTo>
                  <a:cubicBezTo>
                    <a:pt x="2997" y="2961"/>
                    <a:pt x="3003" y="2995"/>
                    <a:pt x="3016" y="3065"/>
                  </a:cubicBezTo>
                  <a:cubicBezTo>
                    <a:pt x="3023" y="3093"/>
                    <a:pt x="3021" y="3110"/>
                    <a:pt x="3014" y="3110"/>
                  </a:cubicBezTo>
                  <a:cubicBezTo>
                    <a:pt x="3006" y="3110"/>
                    <a:pt x="2989" y="3079"/>
                    <a:pt x="2975" y="3000"/>
                  </a:cubicBezTo>
                  <a:cubicBezTo>
                    <a:pt x="2967" y="2936"/>
                    <a:pt x="2951" y="2871"/>
                    <a:pt x="2951" y="2871"/>
                  </a:cubicBezTo>
                  <a:lnTo>
                    <a:pt x="2951" y="2871"/>
                  </a:lnTo>
                  <a:cubicBezTo>
                    <a:pt x="2959" y="2936"/>
                    <a:pt x="2951" y="2936"/>
                    <a:pt x="2951" y="2936"/>
                  </a:cubicBezTo>
                  <a:cubicBezTo>
                    <a:pt x="2967" y="3000"/>
                    <a:pt x="2959" y="3000"/>
                    <a:pt x="2943" y="3000"/>
                  </a:cubicBezTo>
                  <a:cubicBezTo>
                    <a:pt x="2926" y="3000"/>
                    <a:pt x="2910" y="3065"/>
                    <a:pt x="2894" y="3065"/>
                  </a:cubicBezTo>
                  <a:cubicBezTo>
                    <a:pt x="2886" y="3065"/>
                    <a:pt x="2862" y="3065"/>
                    <a:pt x="2853" y="3000"/>
                  </a:cubicBezTo>
                  <a:cubicBezTo>
                    <a:pt x="2845" y="3000"/>
                    <a:pt x="2845" y="3000"/>
                    <a:pt x="2829" y="3065"/>
                  </a:cubicBezTo>
                  <a:cubicBezTo>
                    <a:pt x="2829" y="3103"/>
                    <a:pt x="2825" y="3121"/>
                    <a:pt x="2821" y="3121"/>
                  </a:cubicBezTo>
                  <a:cubicBezTo>
                    <a:pt x="2817" y="3121"/>
                    <a:pt x="2813" y="3105"/>
                    <a:pt x="2813" y="3073"/>
                  </a:cubicBezTo>
                  <a:lnTo>
                    <a:pt x="2805" y="3073"/>
                  </a:lnTo>
                  <a:cubicBezTo>
                    <a:pt x="2797" y="3138"/>
                    <a:pt x="2789" y="3138"/>
                    <a:pt x="2789" y="3138"/>
                  </a:cubicBezTo>
                  <a:cubicBezTo>
                    <a:pt x="2789" y="3091"/>
                    <a:pt x="2784" y="3040"/>
                    <a:pt x="2779" y="3040"/>
                  </a:cubicBezTo>
                  <a:cubicBezTo>
                    <a:pt x="2777" y="3040"/>
                    <a:pt x="2775" y="3047"/>
                    <a:pt x="2772" y="3065"/>
                  </a:cubicBezTo>
                  <a:cubicBezTo>
                    <a:pt x="2772" y="3125"/>
                    <a:pt x="2767" y="3130"/>
                    <a:pt x="2761" y="3130"/>
                  </a:cubicBezTo>
                  <a:cubicBezTo>
                    <a:pt x="2759" y="3130"/>
                    <a:pt x="2758" y="3130"/>
                    <a:pt x="2756" y="3130"/>
                  </a:cubicBezTo>
                  <a:cubicBezTo>
                    <a:pt x="2740" y="3081"/>
                    <a:pt x="2646" y="3050"/>
                    <a:pt x="2584" y="3050"/>
                  </a:cubicBezTo>
                  <a:cubicBezTo>
                    <a:pt x="2554" y="3050"/>
                    <a:pt x="2532" y="3058"/>
                    <a:pt x="2529" y="3073"/>
                  </a:cubicBezTo>
                  <a:lnTo>
                    <a:pt x="2513" y="3065"/>
                  </a:lnTo>
                  <a:lnTo>
                    <a:pt x="2497" y="3065"/>
                  </a:lnTo>
                  <a:cubicBezTo>
                    <a:pt x="2515" y="3007"/>
                    <a:pt x="2517" y="2986"/>
                    <a:pt x="2510" y="2986"/>
                  </a:cubicBezTo>
                  <a:cubicBezTo>
                    <a:pt x="2501" y="2986"/>
                    <a:pt x="2479" y="3018"/>
                    <a:pt x="2456" y="3049"/>
                  </a:cubicBezTo>
                  <a:cubicBezTo>
                    <a:pt x="2424" y="3106"/>
                    <a:pt x="2416" y="3106"/>
                    <a:pt x="2408" y="3106"/>
                  </a:cubicBezTo>
                  <a:cubicBezTo>
                    <a:pt x="2444" y="3028"/>
                    <a:pt x="2454" y="2993"/>
                    <a:pt x="2445" y="2993"/>
                  </a:cubicBezTo>
                  <a:lnTo>
                    <a:pt x="2445" y="2993"/>
                  </a:lnTo>
                  <a:cubicBezTo>
                    <a:pt x="2441" y="2993"/>
                    <a:pt x="2430" y="3004"/>
                    <a:pt x="2416" y="3025"/>
                  </a:cubicBezTo>
                  <a:cubicBezTo>
                    <a:pt x="2384" y="3084"/>
                    <a:pt x="2366" y="3112"/>
                    <a:pt x="2363" y="3112"/>
                  </a:cubicBezTo>
                  <a:cubicBezTo>
                    <a:pt x="2360" y="3112"/>
                    <a:pt x="2374" y="3080"/>
                    <a:pt x="2408" y="3017"/>
                  </a:cubicBezTo>
                  <a:cubicBezTo>
                    <a:pt x="2437" y="2961"/>
                    <a:pt x="2452" y="2931"/>
                    <a:pt x="2448" y="2931"/>
                  </a:cubicBezTo>
                  <a:lnTo>
                    <a:pt x="2448" y="2931"/>
                  </a:lnTo>
                  <a:cubicBezTo>
                    <a:pt x="2445" y="2931"/>
                    <a:pt x="2416" y="2973"/>
                    <a:pt x="2359" y="3065"/>
                  </a:cubicBezTo>
                  <a:cubicBezTo>
                    <a:pt x="2339" y="3093"/>
                    <a:pt x="2329" y="3107"/>
                    <a:pt x="2328" y="3107"/>
                  </a:cubicBezTo>
                  <a:cubicBezTo>
                    <a:pt x="2326" y="3107"/>
                    <a:pt x="2334" y="3091"/>
                    <a:pt x="2351" y="3057"/>
                  </a:cubicBezTo>
                  <a:cubicBezTo>
                    <a:pt x="2389" y="2985"/>
                    <a:pt x="2402" y="2956"/>
                    <a:pt x="2399" y="2956"/>
                  </a:cubicBezTo>
                  <a:lnTo>
                    <a:pt x="2399" y="2956"/>
                  </a:lnTo>
                  <a:cubicBezTo>
                    <a:pt x="2397" y="2956"/>
                    <a:pt x="2388" y="2969"/>
                    <a:pt x="2375" y="2992"/>
                  </a:cubicBezTo>
                  <a:cubicBezTo>
                    <a:pt x="2340" y="3047"/>
                    <a:pt x="2320" y="3074"/>
                    <a:pt x="2316" y="3074"/>
                  </a:cubicBezTo>
                  <a:cubicBezTo>
                    <a:pt x="2311" y="3074"/>
                    <a:pt x="2325" y="3043"/>
                    <a:pt x="2359" y="2984"/>
                  </a:cubicBezTo>
                  <a:cubicBezTo>
                    <a:pt x="2396" y="2922"/>
                    <a:pt x="2414" y="2892"/>
                    <a:pt x="2413" y="2892"/>
                  </a:cubicBezTo>
                  <a:lnTo>
                    <a:pt x="2413" y="2892"/>
                  </a:lnTo>
                  <a:cubicBezTo>
                    <a:pt x="2411" y="2892"/>
                    <a:pt x="2391" y="2920"/>
                    <a:pt x="2351" y="2976"/>
                  </a:cubicBezTo>
                  <a:cubicBezTo>
                    <a:pt x="2312" y="3026"/>
                    <a:pt x="2287" y="3050"/>
                    <a:pt x="2279" y="3050"/>
                  </a:cubicBezTo>
                  <a:cubicBezTo>
                    <a:pt x="2270" y="3050"/>
                    <a:pt x="2284" y="3020"/>
                    <a:pt x="2326" y="2960"/>
                  </a:cubicBezTo>
                  <a:cubicBezTo>
                    <a:pt x="2321" y="2960"/>
                    <a:pt x="2339" y="2929"/>
                    <a:pt x="2336" y="2929"/>
                  </a:cubicBezTo>
                  <a:lnTo>
                    <a:pt x="2336" y="2929"/>
                  </a:lnTo>
                  <a:cubicBezTo>
                    <a:pt x="2336" y="2929"/>
                    <a:pt x="2331" y="2935"/>
                    <a:pt x="2318" y="2952"/>
                  </a:cubicBezTo>
                  <a:lnTo>
                    <a:pt x="2359" y="2895"/>
                  </a:lnTo>
                  <a:lnTo>
                    <a:pt x="2351" y="2887"/>
                  </a:lnTo>
                  <a:lnTo>
                    <a:pt x="2310" y="2936"/>
                  </a:lnTo>
                  <a:cubicBezTo>
                    <a:pt x="2302" y="2936"/>
                    <a:pt x="2326" y="2855"/>
                    <a:pt x="2310" y="2838"/>
                  </a:cubicBezTo>
                  <a:cubicBezTo>
                    <a:pt x="2286" y="2819"/>
                    <a:pt x="2279" y="2803"/>
                    <a:pt x="2266" y="2803"/>
                  </a:cubicBezTo>
                  <a:cubicBezTo>
                    <a:pt x="2257" y="2803"/>
                    <a:pt x="2244" y="2810"/>
                    <a:pt x="2221" y="2830"/>
                  </a:cubicBezTo>
                  <a:cubicBezTo>
                    <a:pt x="2171" y="2873"/>
                    <a:pt x="2144" y="2893"/>
                    <a:pt x="2142" y="2893"/>
                  </a:cubicBezTo>
                  <a:cubicBezTo>
                    <a:pt x="2140" y="2893"/>
                    <a:pt x="2166" y="2869"/>
                    <a:pt x="2221" y="2822"/>
                  </a:cubicBezTo>
                  <a:cubicBezTo>
                    <a:pt x="2213" y="2814"/>
                    <a:pt x="2262" y="2765"/>
                    <a:pt x="2262" y="2757"/>
                  </a:cubicBezTo>
                  <a:cubicBezTo>
                    <a:pt x="2253" y="2749"/>
                    <a:pt x="2253" y="2741"/>
                    <a:pt x="2310" y="2709"/>
                  </a:cubicBezTo>
                  <a:lnTo>
                    <a:pt x="2302" y="2700"/>
                  </a:lnTo>
                  <a:cubicBezTo>
                    <a:pt x="2253" y="2728"/>
                    <a:pt x="2221" y="2740"/>
                    <a:pt x="2204" y="2740"/>
                  </a:cubicBezTo>
                  <a:cubicBezTo>
                    <a:pt x="2183" y="2740"/>
                    <a:pt x="2189" y="2720"/>
                    <a:pt x="2221" y="2692"/>
                  </a:cubicBezTo>
                  <a:cubicBezTo>
                    <a:pt x="2221" y="2684"/>
                    <a:pt x="2221" y="2680"/>
                    <a:pt x="2213" y="2680"/>
                  </a:cubicBezTo>
                  <a:cubicBezTo>
                    <a:pt x="2205" y="2680"/>
                    <a:pt x="2189" y="2684"/>
                    <a:pt x="2156" y="2692"/>
                  </a:cubicBezTo>
                  <a:cubicBezTo>
                    <a:pt x="2129" y="2699"/>
                    <a:pt x="2114" y="2703"/>
                    <a:pt x="2108" y="2703"/>
                  </a:cubicBezTo>
                  <a:cubicBezTo>
                    <a:pt x="2101" y="2703"/>
                    <a:pt x="2115" y="2695"/>
                    <a:pt x="2148" y="2676"/>
                  </a:cubicBezTo>
                  <a:cubicBezTo>
                    <a:pt x="2193" y="2654"/>
                    <a:pt x="2230" y="2620"/>
                    <a:pt x="2208" y="2620"/>
                  </a:cubicBezTo>
                  <a:cubicBezTo>
                    <a:pt x="2199" y="2620"/>
                    <a:pt x="2177" y="2626"/>
                    <a:pt x="2140" y="2644"/>
                  </a:cubicBezTo>
                  <a:lnTo>
                    <a:pt x="2197" y="2611"/>
                  </a:lnTo>
                  <a:cubicBezTo>
                    <a:pt x="2219" y="2600"/>
                    <a:pt x="2226" y="2596"/>
                    <a:pt x="2223" y="2596"/>
                  </a:cubicBezTo>
                  <a:cubicBezTo>
                    <a:pt x="2217" y="2596"/>
                    <a:pt x="2174" y="2612"/>
                    <a:pt x="2132" y="2628"/>
                  </a:cubicBezTo>
                  <a:cubicBezTo>
                    <a:pt x="2079" y="2647"/>
                    <a:pt x="2048" y="2658"/>
                    <a:pt x="2042" y="2658"/>
                  </a:cubicBezTo>
                  <a:cubicBezTo>
                    <a:pt x="2033" y="2658"/>
                    <a:pt x="2078" y="2635"/>
                    <a:pt x="2189" y="2587"/>
                  </a:cubicBezTo>
                  <a:cubicBezTo>
                    <a:pt x="2270" y="2562"/>
                    <a:pt x="2300" y="2549"/>
                    <a:pt x="2296" y="2549"/>
                  </a:cubicBezTo>
                  <a:lnTo>
                    <a:pt x="2296" y="2549"/>
                  </a:lnTo>
                  <a:cubicBezTo>
                    <a:pt x="2293" y="2549"/>
                    <a:pt x="2278" y="2554"/>
                    <a:pt x="2253" y="2563"/>
                  </a:cubicBezTo>
                  <a:cubicBezTo>
                    <a:pt x="2212" y="2573"/>
                    <a:pt x="2168" y="2583"/>
                    <a:pt x="2158" y="2583"/>
                  </a:cubicBezTo>
                  <a:cubicBezTo>
                    <a:pt x="2151" y="2583"/>
                    <a:pt x="2157" y="2580"/>
                    <a:pt x="2181" y="2571"/>
                  </a:cubicBezTo>
                  <a:cubicBezTo>
                    <a:pt x="2181" y="2568"/>
                    <a:pt x="2181" y="2565"/>
                    <a:pt x="2174" y="2565"/>
                  </a:cubicBezTo>
                  <a:cubicBezTo>
                    <a:pt x="2162" y="2565"/>
                    <a:pt x="2131" y="2573"/>
                    <a:pt x="2051" y="2603"/>
                  </a:cubicBezTo>
                  <a:cubicBezTo>
                    <a:pt x="2023" y="2610"/>
                    <a:pt x="2008" y="2613"/>
                    <a:pt x="1998" y="2613"/>
                  </a:cubicBezTo>
                  <a:cubicBezTo>
                    <a:pt x="1986" y="2613"/>
                    <a:pt x="1986" y="2608"/>
                    <a:pt x="1986" y="2603"/>
                  </a:cubicBezTo>
                  <a:cubicBezTo>
                    <a:pt x="2026" y="2595"/>
                    <a:pt x="2067" y="2579"/>
                    <a:pt x="2116" y="2571"/>
                  </a:cubicBezTo>
                  <a:cubicBezTo>
                    <a:pt x="2116" y="2569"/>
                    <a:pt x="2116" y="2566"/>
                    <a:pt x="2116" y="2563"/>
                  </a:cubicBezTo>
                  <a:cubicBezTo>
                    <a:pt x="2148" y="2530"/>
                    <a:pt x="2197" y="2514"/>
                    <a:pt x="2245" y="2506"/>
                  </a:cubicBezTo>
                  <a:cubicBezTo>
                    <a:pt x="2278" y="2494"/>
                    <a:pt x="2294" y="2486"/>
                    <a:pt x="2285" y="2486"/>
                  </a:cubicBezTo>
                  <a:cubicBezTo>
                    <a:pt x="2276" y="2486"/>
                    <a:pt x="2241" y="2494"/>
                    <a:pt x="2172" y="2514"/>
                  </a:cubicBezTo>
                  <a:cubicBezTo>
                    <a:pt x="2093" y="2539"/>
                    <a:pt x="2062" y="2548"/>
                    <a:pt x="2050" y="2548"/>
                  </a:cubicBezTo>
                  <a:cubicBezTo>
                    <a:pt x="2043" y="2548"/>
                    <a:pt x="2043" y="2545"/>
                    <a:pt x="2043" y="2538"/>
                  </a:cubicBezTo>
                  <a:cubicBezTo>
                    <a:pt x="2043" y="2530"/>
                    <a:pt x="2043" y="2522"/>
                    <a:pt x="2108" y="2506"/>
                  </a:cubicBezTo>
                  <a:cubicBezTo>
                    <a:pt x="2172" y="2490"/>
                    <a:pt x="2172" y="2490"/>
                    <a:pt x="2172" y="2482"/>
                  </a:cubicBezTo>
                  <a:cubicBezTo>
                    <a:pt x="2142" y="2480"/>
                    <a:pt x="2112" y="2479"/>
                    <a:pt x="2083" y="2479"/>
                  </a:cubicBezTo>
                  <a:cubicBezTo>
                    <a:pt x="1994" y="2479"/>
                    <a:pt x="1909" y="2488"/>
                    <a:pt x="1824" y="2506"/>
                  </a:cubicBezTo>
                  <a:cubicBezTo>
                    <a:pt x="1769" y="2516"/>
                    <a:pt x="1738" y="2521"/>
                    <a:pt x="1729" y="2521"/>
                  </a:cubicBezTo>
                  <a:cubicBezTo>
                    <a:pt x="1717" y="2521"/>
                    <a:pt x="1748" y="2512"/>
                    <a:pt x="1824" y="2498"/>
                  </a:cubicBezTo>
                  <a:cubicBezTo>
                    <a:pt x="1889" y="2482"/>
                    <a:pt x="1889" y="2473"/>
                    <a:pt x="1889" y="2465"/>
                  </a:cubicBezTo>
                  <a:lnTo>
                    <a:pt x="1889" y="2465"/>
                  </a:lnTo>
                  <a:cubicBezTo>
                    <a:pt x="1872" y="2470"/>
                    <a:pt x="1864" y="2471"/>
                    <a:pt x="1861" y="2471"/>
                  </a:cubicBezTo>
                  <a:cubicBezTo>
                    <a:pt x="1855" y="2471"/>
                    <a:pt x="1876" y="2464"/>
                    <a:pt x="1885" y="2464"/>
                  </a:cubicBezTo>
                  <a:cubicBezTo>
                    <a:pt x="1887" y="2464"/>
                    <a:pt x="1889" y="2464"/>
                    <a:pt x="1889" y="2465"/>
                  </a:cubicBezTo>
                  <a:cubicBezTo>
                    <a:pt x="1908" y="2463"/>
                    <a:pt x="1921" y="2462"/>
                    <a:pt x="1931" y="2462"/>
                  </a:cubicBezTo>
                  <a:cubicBezTo>
                    <a:pt x="1954" y="2462"/>
                    <a:pt x="1956" y="2468"/>
                    <a:pt x="1962" y="2473"/>
                  </a:cubicBezTo>
                  <a:lnTo>
                    <a:pt x="2026" y="2457"/>
                  </a:lnTo>
                  <a:cubicBezTo>
                    <a:pt x="2110" y="2442"/>
                    <a:pt x="2140" y="2433"/>
                    <a:pt x="2116" y="2433"/>
                  </a:cubicBezTo>
                  <a:cubicBezTo>
                    <a:pt x="2102" y="2433"/>
                    <a:pt x="2072" y="2435"/>
                    <a:pt x="2026" y="2441"/>
                  </a:cubicBezTo>
                  <a:cubicBezTo>
                    <a:pt x="1954" y="2441"/>
                    <a:pt x="1954" y="2441"/>
                    <a:pt x="2026" y="2425"/>
                  </a:cubicBezTo>
                  <a:cubicBezTo>
                    <a:pt x="2079" y="2412"/>
                    <a:pt x="2132" y="2398"/>
                    <a:pt x="2115" y="2398"/>
                  </a:cubicBezTo>
                  <a:cubicBezTo>
                    <a:pt x="2111" y="2398"/>
                    <a:pt x="2103" y="2399"/>
                    <a:pt x="2091" y="2400"/>
                  </a:cubicBezTo>
                  <a:cubicBezTo>
                    <a:pt x="2091" y="2400"/>
                    <a:pt x="2091" y="2392"/>
                    <a:pt x="2164" y="2376"/>
                  </a:cubicBezTo>
                  <a:cubicBezTo>
                    <a:pt x="2164" y="2360"/>
                    <a:pt x="2164" y="2360"/>
                    <a:pt x="2091" y="2360"/>
                  </a:cubicBezTo>
                  <a:cubicBezTo>
                    <a:pt x="2072" y="2362"/>
                    <a:pt x="2059" y="2363"/>
                    <a:pt x="2049" y="2363"/>
                  </a:cubicBezTo>
                  <a:cubicBezTo>
                    <a:pt x="2026" y="2363"/>
                    <a:pt x="2026" y="2358"/>
                    <a:pt x="2026" y="2352"/>
                  </a:cubicBezTo>
                  <a:cubicBezTo>
                    <a:pt x="2026" y="2352"/>
                    <a:pt x="2026" y="2344"/>
                    <a:pt x="1954" y="2344"/>
                  </a:cubicBezTo>
                  <a:cubicBezTo>
                    <a:pt x="1936" y="2346"/>
                    <a:pt x="1919" y="2347"/>
                    <a:pt x="1903" y="2347"/>
                  </a:cubicBezTo>
                  <a:cubicBezTo>
                    <a:pt x="1863" y="2347"/>
                    <a:pt x="1830" y="2341"/>
                    <a:pt x="1825" y="2331"/>
                  </a:cubicBezTo>
                  <a:lnTo>
                    <a:pt x="1825" y="2331"/>
                  </a:lnTo>
                  <a:cubicBezTo>
                    <a:pt x="1828" y="2331"/>
                    <a:pt x="1831" y="2331"/>
                    <a:pt x="1835" y="2331"/>
                  </a:cubicBezTo>
                  <a:cubicBezTo>
                    <a:pt x="1856" y="2331"/>
                    <a:pt x="1889" y="2328"/>
                    <a:pt x="1889" y="2328"/>
                  </a:cubicBezTo>
                  <a:cubicBezTo>
                    <a:pt x="1889" y="2328"/>
                    <a:pt x="1954" y="2328"/>
                    <a:pt x="1954" y="2319"/>
                  </a:cubicBezTo>
                  <a:lnTo>
                    <a:pt x="1954" y="2311"/>
                  </a:lnTo>
                  <a:cubicBezTo>
                    <a:pt x="1906" y="2311"/>
                    <a:pt x="1866" y="2319"/>
                    <a:pt x="1819" y="2327"/>
                  </a:cubicBezTo>
                  <a:lnTo>
                    <a:pt x="1819" y="2327"/>
                  </a:lnTo>
                  <a:cubicBezTo>
                    <a:pt x="1751" y="2319"/>
                    <a:pt x="1754" y="2311"/>
                    <a:pt x="1889" y="2303"/>
                  </a:cubicBezTo>
                  <a:cubicBezTo>
                    <a:pt x="1954" y="2303"/>
                    <a:pt x="1954" y="2295"/>
                    <a:pt x="1954" y="2287"/>
                  </a:cubicBezTo>
                  <a:cubicBezTo>
                    <a:pt x="1954" y="2287"/>
                    <a:pt x="1954" y="2279"/>
                    <a:pt x="2018" y="2271"/>
                  </a:cubicBezTo>
                  <a:cubicBezTo>
                    <a:pt x="2091" y="2263"/>
                    <a:pt x="2026" y="2263"/>
                    <a:pt x="1954" y="2263"/>
                  </a:cubicBezTo>
                  <a:lnTo>
                    <a:pt x="1816" y="2263"/>
                  </a:lnTo>
                  <a:cubicBezTo>
                    <a:pt x="1867" y="2257"/>
                    <a:pt x="1915" y="2251"/>
                    <a:pt x="1964" y="2251"/>
                  </a:cubicBezTo>
                  <a:cubicBezTo>
                    <a:pt x="1984" y="2251"/>
                    <a:pt x="2005" y="2252"/>
                    <a:pt x="2026" y="2255"/>
                  </a:cubicBezTo>
                  <a:cubicBezTo>
                    <a:pt x="2164" y="2246"/>
                    <a:pt x="2164" y="2246"/>
                    <a:pt x="2026" y="2246"/>
                  </a:cubicBezTo>
                  <a:cubicBezTo>
                    <a:pt x="1962" y="2246"/>
                    <a:pt x="1889" y="2230"/>
                    <a:pt x="1962" y="2222"/>
                  </a:cubicBezTo>
                  <a:cubicBezTo>
                    <a:pt x="1968" y="2209"/>
                    <a:pt x="1969" y="2196"/>
                    <a:pt x="2005" y="2196"/>
                  </a:cubicBezTo>
                  <a:cubicBezTo>
                    <a:pt x="2013" y="2196"/>
                    <a:pt x="2023" y="2196"/>
                    <a:pt x="2035" y="2198"/>
                  </a:cubicBezTo>
                  <a:cubicBezTo>
                    <a:pt x="2108" y="2198"/>
                    <a:pt x="2035" y="2182"/>
                    <a:pt x="2035" y="2182"/>
                  </a:cubicBezTo>
                  <a:cubicBezTo>
                    <a:pt x="1970" y="2173"/>
                    <a:pt x="1970" y="2165"/>
                    <a:pt x="2043" y="2149"/>
                  </a:cubicBezTo>
                  <a:cubicBezTo>
                    <a:pt x="2181" y="2133"/>
                    <a:pt x="2181" y="2141"/>
                    <a:pt x="2051" y="2117"/>
                  </a:cubicBezTo>
                  <a:cubicBezTo>
                    <a:pt x="2000" y="2111"/>
                    <a:pt x="1954" y="2102"/>
                    <a:pt x="1975" y="2102"/>
                  </a:cubicBezTo>
                  <a:cubicBezTo>
                    <a:pt x="1985" y="2102"/>
                    <a:pt x="2008" y="2104"/>
                    <a:pt x="2051" y="2109"/>
                  </a:cubicBezTo>
                  <a:cubicBezTo>
                    <a:pt x="2062" y="2110"/>
                    <a:pt x="2069" y="2111"/>
                    <a:pt x="2073" y="2111"/>
                  </a:cubicBezTo>
                  <a:cubicBezTo>
                    <a:pt x="2093" y="2111"/>
                    <a:pt x="2040" y="2095"/>
                    <a:pt x="1986" y="2068"/>
                  </a:cubicBezTo>
                  <a:lnTo>
                    <a:pt x="1986" y="2068"/>
                  </a:lnTo>
                  <a:lnTo>
                    <a:pt x="2051" y="2084"/>
                  </a:lnTo>
                  <a:lnTo>
                    <a:pt x="2124" y="2092"/>
                  </a:lnTo>
                  <a:lnTo>
                    <a:pt x="1986" y="2068"/>
                  </a:lnTo>
                  <a:lnTo>
                    <a:pt x="1986" y="2068"/>
                  </a:lnTo>
                  <a:lnTo>
                    <a:pt x="1986" y="2068"/>
                  </a:lnTo>
                  <a:cubicBezTo>
                    <a:pt x="1921" y="2052"/>
                    <a:pt x="1791" y="2028"/>
                    <a:pt x="1718" y="2011"/>
                  </a:cubicBezTo>
                  <a:cubicBezTo>
                    <a:pt x="1589" y="1987"/>
                    <a:pt x="1589" y="1987"/>
                    <a:pt x="1662" y="1987"/>
                  </a:cubicBezTo>
                  <a:cubicBezTo>
                    <a:pt x="1682" y="1984"/>
                    <a:pt x="1702" y="1982"/>
                    <a:pt x="1721" y="1982"/>
                  </a:cubicBezTo>
                  <a:cubicBezTo>
                    <a:pt x="1749" y="1982"/>
                    <a:pt x="1776" y="1986"/>
                    <a:pt x="1799" y="1995"/>
                  </a:cubicBezTo>
                  <a:cubicBezTo>
                    <a:pt x="1864" y="2011"/>
                    <a:pt x="1864" y="2019"/>
                    <a:pt x="1864" y="2019"/>
                  </a:cubicBezTo>
                  <a:lnTo>
                    <a:pt x="1864" y="2028"/>
                  </a:lnTo>
                  <a:cubicBezTo>
                    <a:pt x="1909" y="2033"/>
                    <a:pt x="1954" y="2043"/>
                    <a:pt x="1980" y="2043"/>
                  </a:cubicBezTo>
                  <a:cubicBezTo>
                    <a:pt x="1992" y="2043"/>
                    <a:pt x="2000" y="2041"/>
                    <a:pt x="2002" y="2036"/>
                  </a:cubicBezTo>
                  <a:cubicBezTo>
                    <a:pt x="2029" y="2039"/>
                    <a:pt x="2046" y="2041"/>
                    <a:pt x="2052" y="2041"/>
                  </a:cubicBezTo>
                  <a:cubicBezTo>
                    <a:pt x="2060" y="2041"/>
                    <a:pt x="2045" y="2037"/>
                    <a:pt x="2002" y="2028"/>
                  </a:cubicBezTo>
                  <a:lnTo>
                    <a:pt x="2002" y="2028"/>
                  </a:lnTo>
                  <a:cubicBezTo>
                    <a:pt x="2016" y="2029"/>
                    <a:pt x="2027" y="2030"/>
                    <a:pt x="2037" y="2030"/>
                  </a:cubicBezTo>
                  <a:cubicBezTo>
                    <a:pt x="2075" y="2030"/>
                    <a:pt x="2077" y="2018"/>
                    <a:pt x="2083" y="2011"/>
                  </a:cubicBezTo>
                  <a:cubicBezTo>
                    <a:pt x="2083" y="2000"/>
                    <a:pt x="2087" y="1988"/>
                    <a:pt x="2113" y="1988"/>
                  </a:cubicBezTo>
                  <a:cubicBezTo>
                    <a:pt x="2123" y="1988"/>
                    <a:pt x="2137" y="1990"/>
                    <a:pt x="2156" y="1995"/>
                  </a:cubicBezTo>
                  <a:cubicBezTo>
                    <a:pt x="2164" y="1979"/>
                    <a:pt x="2164" y="1979"/>
                    <a:pt x="2099" y="1955"/>
                  </a:cubicBezTo>
                  <a:cubicBezTo>
                    <a:pt x="2011" y="1927"/>
                    <a:pt x="1983" y="1914"/>
                    <a:pt x="1995" y="1914"/>
                  </a:cubicBezTo>
                  <a:cubicBezTo>
                    <a:pt x="2000" y="1914"/>
                    <a:pt x="2014" y="1917"/>
                    <a:pt x="2035" y="1922"/>
                  </a:cubicBezTo>
                  <a:cubicBezTo>
                    <a:pt x="2073" y="1932"/>
                    <a:pt x="2110" y="1936"/>
                    <a:pt x="2139" y="1936"/>
                  </a:cubicBezTo>
                  <a:cubicBezTo>
                    <a:pt x="2207" y="1936"/>
                    <a:pt x="2233" y="1911"/>
                    <a:pt x="2148" y="1865"/>
                  </a:cubicBezTo>
                  <a:lnTo>
                    <a:pt x="2148" y="1857"/>
                  </a:lnTo>
                  <a:cubicBezTo>
                    <a:pt x="2164" y="1861"/>
                    <a:pt x="2176" y="1862"/>
                    <a:pt x="2186" y="1862"/>
                  </a:cubicBezTo>
                  <a:cubicBezTo>
                    <a:pt x="2222" y="1862"/>
                    <a:pt x="2217" y="1841"/>
                    <a:pt x="2172" y="1809"/>
                  </a:cubicBezTo>
                  <a:cubicBezTo>
                    <a:pt x="2181" y="1809"/>
                    <a:pt x="2181" y="1801"/>
                    <a:pt x="2189" y="1801"/>
                  </a:cubicBezTo>
                  <a:cubicBezTo>
                    <a:pt x="2217" y="1811"/>
                    <a:pt x="2233" y="1817"/>
                    <a:pt x="2238" y="1817"/>
                  </a:cubicBezTo>
                  <a:cubicBezTo>
                    <a:pt x="2244" y="1817"/>
                    <a:pt x="2232" y="1807"/>
                    <a:pt x="2205" y="1784"/>
                  </a:cubicBezTo>
                  <a:cubicBezTo>
                    <a:pt x="2184" y="1769"/>
                    <a:pt x="2163" y="1755"/>
                    <a:pt x="2148" y="1744"/>
                  </a:cubicBezTo>
                  <a:lnTo>
                    <a:pt x="2148" y="1744"/>
                  </a:lnTo>
                  <a:cubicBezTo>
                    <a:pt x="2176" y="1760"/>
                    <a:pt x="2193" y="1766"/>
                    <a:pt x="2204" y="1766"/>
                  </a:cubicBezTo>
                  <a:cubicBezTo>
                    <a:pt x="2215" y="1766"/>
                    <a:pt x="2221" y="1760"/>
                    <a:pt x="2229" y="1752"/>
                  </a:cubicBezTo>
                  <a:cubicBezTo>
                    <a:pt x="2237" y="1736"/>
                    <a:pt x="2237" y="1736"/>
                    <a:pt x="2181" y="1703"/>
                  </a:cubicBezTo>
                  <a:cubicBezTo>
                    <a:pt x="2166" y="1680"/>
                    <a:pt x="2164" y="1672"/>
                    <a:pt x="2169" y="1672"/>
                  </a:cubicBezTo>
                  <a:cubicBezTo>
                    <a:pt x="2179" y="1672"/>
                    <a:pt x="2214" y="1701"/>
                    <a:pt x="2245" y="1728"/>
                  </a:cubicBezTo>
                  <a:cubicBezTo>
                    <a:pt x="2290" y="1766"/>
                    <a:pt x="2318" y="1786"/>
                    <a:pt x="2322" y="1786"/>
                  </a:cubicBezTo>
                  <a:cubicBezTo>
                    <a:pt x="2328" y="1786"/>
                    <a:pt x="2293" y="1750"/>
                    <a:pt x="2205" y="1671"/>
                  </a:cubicBezTo>
                  <a:lnTo>
                    <a:pt x="2205" y="1671"/>
                  </a:lnTo>
                  <a:lnTo>
                    <a:pt x="2310" y="1760"/>
                  </a:lnTo>
                  <a:cubicBezTo>
                    <a:pt x="2310" y="1752"/>
                    <a:pt x="2310" y="1752"/>
                    <a:pt x="2262" y="1703"/>
                  </a:cubicBezTo>
                  <a:cubicBezTo>
                    <a:pt x="2262" y="1703"/>
                    <a:pt x="2270" y="1703"/>
                    <a:pt x="2221" y="1655"/>
                  </a:cubicBezTo>
                  <a:cubicBezTo>
                    <a:pt x="2172" y="1606"/>
                    <a:pt x="2124" y="1557"/>
                    <a:pt x="2067" y="1517"/>
                  </a:cubicBezTo>
                  <a:cubicBezTo>
                    <a:pt x="2010" y="1476"/>
                    <a:pt x="2018" y="1476"/>
                    <a:pt x="2026" y="1468"/>
                  </a:cubicBezTo>
                  <a:lnTo>
                    <a:pt x="2026" y="1468"/>
                  </a:lnTo>
                  <a:cubicBezTo>
                    <a:pt x="2083" y="1501"/>
                    <a:pt x="2140" y="1549"/>
                    <a:pt x="2181" y="1598"/>
                  </a:cubicBezTo>
                  <a:cubicBezTo>
                    <a:pt x="2213" y="1638"/>
                    <a:pt x="2245" y="1671"/>
                    <a:pt x="2278" y="1695"/>
                  </a:cubicBezTo>
                  <a:cubicBezTo>
                    <a:pt x="2286" y="1704"/>
                    <a:pt x="2291" y="1707"/>
                    <a:pt x="2292" y="1707"/>
                  </a:cubicBezTo>
                  <a:cubicBezTo>
                    <a:pt x="2298" y="1707"/>
                    <a:pt x="2230" y="1620"/>
                    <a:pt x="2156" y="1533"/>
                  </a:cubicBezTo>
                  <a:lnTo>
                    <a:pt x="2156" y="1533"/>
                  </a:lnTo>
                  <a:cubicBezTo>
                    <a:pt x="2168" y="1545"/>
                    <a:pt x="2185" y="1561"/>
                    <a:pt x="2205" y="1582"/>
                  </a:cubicBezTo>
                  <a:cubicBezTo>
                    <a:pt x="2239" y="1616"/>
                    <a:pt x="2253" y="1626"/>
                    <a:pt x="2262" y="1626"/>
                  </a:cubicBezTo>
                  <a:cubicBezTo>
                    <a:pt x="2265" y="1626"/>
                    <a:pt x="2267" y="1625"/>
                    <a:pt x="2270" y="1622"/>
                  </a:cubicBezTo>
                  <a:cubicBezTo>
                    <a:pt x="2278" y="1614"/>
                    <a:pt x="2286" y="1606"/>
                    <a:pt x="2237" y="1557"/>
                  </a:cubicBezTo>
                  <a:cubicBezTo>
                    <a:pt x="2205" y="1525"/>
                    <a:pt x="2172" y="1492"/>
                    <a:pt x="2156" y="1452"/>
                  </a:cubicBezTo>
                  <a:cubicBezTo>
                    <a:pt x="2156" y="1452"/>
                    <a:pt x="2155" y="1453"/>
                    <a:pt x="2154" y="1453"/>
                  </a:cubicBezTo>
                  <a:cubicBezTo>
                    <a:pt x="2142" y="1453"/>
                    <a:pt x="2097" y="1400"/>
                    <a:pt x="2059" y="1355"/>
                  </a:cubicBezTo>
                  <a:lnTo>
                    <a:pt x="2059" y="1355"/>
                  </a:lnTo>
                  <a:cubicBezTo>
                    <a:pt x="2091" y="1379"/>
                    <a:pt x="2132" y="1411"/>
                    <a:pt x="2164" y="1444"/>
                  </a:cubicBezTo>
                  <a:cubicBezTo>
                    <a:pt x="2254" y="1533"/>
                    <a:pt x="2302" y="1575"/>
                    <a:pt x="2322" y="1575"/>
                  </a:cubicBezTo>
                  <a:cubicBezTo>
                    <a:pt x="2324" y="1575"/>
                    <a:pt x="2325" y="1574"/>
                    <a:pt x="2326" y="1574"/>
                  </a:cubicBezTo>
                  <a:cubicBezTo>
                    <a:pt x="2328" y="1574"/>
                    <a:pt x="2330" y="1573"/>
                    <a:pt x="2333" y="1573"/>
                  </a:cubicBezTo>
                  <a:cubicBezTo>
                    <a:pt x="2343" y="1573"/>
                    <a:pt x="2360" y="1578"/>
                    <a:pt x="2391" y="1622"/>
                  </a:cubicBezTo>
                  <a:cubicBezTo>
                    <a:pt x="2408" y="1614"/>
                    <a:pt x="2408" y="1614"/>
                    <a:pt x="2375" y="1557"/>
                  </a:cubicBezTo>
                  <a:lnTo>
                    <a:pt x="2383" y="1557"/>
                  </a:lnTo>
                  <a:cubicBezTo>
                    <a:pt x="2402" y="1584"/>
                    <a:pt x="2414" y="1596"/>
                    <a:pt x="2418" y="1596"/>
                  </a:cubicBezTo>
                  <a:cubicBezTo>
                    <a:pt x="2423" y="1596"/>
                    <a:pt x="2417" y="1580"/>
                    <a:pt x="2399" y="1549"/>
                  </a:cubicBezTo>
                  <a:cubicBezTo>
                    <a:pt x="2388" y="1526"/>
                    <a:pt x="2385" y="1518"/>
                    <a:pt x="2388" y="1518"/>
                  </a:cubicBezTo>
                  <a:lnTo>
                    <a:pt x="2388" y="1518"/>
                  </a:lnTo>
                  <a:cubicBezTo>
                    <a:pt x="2391" y="1518"/>
                    <a:pt x="2408" y="1541"/>
                    <a:pt x="2408" y="1541"/>
                  </a:cubicBezTo>
                  <a:cubicBezTo>
                    <a:pt x="2440" y="1591"/>
                    <a:pt x="2458" y="1619"/>
                    <a:pt x="2459" y="1619"/>
                  </a:cubicBezTo>
                  <a:cubicBezTo>
                    <a:pt x="2461" y="1619"/>
                    <a:pt x="2437" y="1575"/>
                    <a:pt x="2383" y="1476"/>
                  </a:cubicBezTo>
                  <a:cubicBezTo>
                    <a:pt x="2383" y="1475"/>
                    <a:pt x="2382" y="1473"/>
                    <a:pt x="2381" y="1472"/>
                  </a:cubicBezTo>
                  <a:lnTo>
                    <a:pt x="2381" y="1472"/>
                  </a:lnTo>
                  <a:cubicBezTo>
                    <a:pt x="2405" y="1511"/>
                    <a:pt x="2422" y="1536"/>
                    <a:pt x="2426" y="1536"/>
                  </a:cubicBezTo>
                  <a:cubicBezTo>
                    <a:pt x="2429" y="1536"/>
                    <a:pt x="2422" y="1516"/>
                    <a:pt x="2399" y="1468"/>
                  </a:cubicBezTo>
                  <a:cubicBezTo>
                    <a:pt x="2402" y="1466"/>
                    <a:pt x="2403" y="1464"/>
                    <a:pt x="2405" y="1464"/>
                  </a:cubicBezTo>
                  <a:cubicBezTo>
                    <a:pt x="2410" y="1464"/>
                    <a:pt x="2416" y="1477"/>
                    <a:pt x="2440" y="1525"/>
                  </a:cubicBezTo>
                  <a:cubicBezTo>
                    <a:pt x="2450" y="1548"/>
                    <a:pt x="2457" y="1562"/>
                    <a:pt x="2459" y="1562"/>
                  </a:cubicBezTo>
                  <a:cubicBezTo>
                    <a:pt x="2462" y="1562"/>
                    <a:pt x="2453" y="1532"/>
                    <a:pt x="2424" y="1460"/>
                  </a:cubicBezTo>
                  <a:cubicBezTo>
                    <a:pt x="2399" y="1394"/>
                    <a:pt x="2389" y="1362"/>
                    <a:pt x="2392" y="1362"/>
                  </a:cubicBezTo>
                  <a:lnTo>
                    <a:pt x="2392" y="1362"/>
                  </a:lnTo>
                  <a:cubicBezTo>
                    <a:pt x="2396" y="1362"/>
                    <a:pt x="2412" y="1392"/>
                    <a:pt x="2440" y="1452"/>
                  </a:cubicBezTo>
                  <a:cubicBezTo>
                    <a:pt x="2477" y="1525"/>
                    <a:pt x="2498" y="1554"/>
                    <a:pt x="2505" y="1554"/>
                  </a:cubicBezTo>
                  <a:cubicBezTo>
                    <a:pt x="2510" y="1554"/>
                    <a:pt x="2507" y="1537"/>
                    <a:pt x="2497" y="1509"/>
                  </a:cubicBezTo>
                  <a:cubicBezTo>
                    <a:pt x="2472" y="1436"/>
                    <a:pt x="2469" y="1404"/>
                    <a:pt x="2476" y="1404"/>
                  </a:cubicBezTo>
                  <a:lnTo>
                    <a:pt x="2476" y="1404"/>
                  </a:lnTo>
                  <a:cubicBezTo>
                    <a:pt x="2481" y="1404"/>
                    <a:pt x="2492" y="1418"/>
                    <a:pt x="2505" y="1444"/>
                  </a:cubicBezTo>
                  <a:cubicBezTo>
                    <a:pt x="2517" y="1475"/>
                    <a:pt x="2523" y="1491"/>
                    <a:pt x="2525" y="1491"/>
                  </a:cubicBezTo>
                  <a:cubicBezTo>
                    <a:pt x="2527" y="1491"/>
                    <a:pt x="2525" y="1473"/>
                    <a:pt x="2521" y="1436"/>
                  </a:cubicBezTo>
                  <a:lnTo>
                    <a:pt x="2521" y="1436"/>
                  </a:lnTo>
                  <a:cubicBezTo>
                    <a:pt x="2533" y="1482"/>
                    <a:pt x="2548" y="1527"/>
                    <a:pt x="2550" y="1527"/>
                  </a:cubicBezTo>
                  <a:cubicBezTo>
                    <a:pt x="2551" y="1527"/>
                    <a:pt x="2550" y="1520"/>
                    <a:pt x="2545" y="1501"/>
                  </a:cubicBezTo>
                  <a:cubicBezTo>
                    <a:pt x="2545" y="1501"/>
                    <a:pt x="2553" y="1501"/>
                    <a:pt x="2529" y="1436"/>
                  </a:cubicBezTo>
                  <a:lnTo>
                    <a:pt x="2505" y="1298"/>
                  </a:lnTo>
                  <a:cubicBezTo>
                    <a:pt x="2489" y="1257"/>
                    <a:pt x="2472" y="1217"/>
                    <a:pt x="2464" y="1168"/>
                  </a:cubicBezTo>
                  <a:cubicBezTo>
                    <a:pt x="2460" y="1151"/>
                    <a:pt x="2461" y="1142"/>
                    <a:pt x="2465" y="1142"/>
                  </a:cubicBezTo>
                  <a:cubicBezTo>
                    <a:pt x="2477" y="1142"/>
                    <a:pt x="2518" y="1211"/>
                    <a:pt x="2553" y="1355"/>
                  </a:cubicBezTo>
                  <a:lnTo>
                    <a:pt x="2594" y="1484"/>
                  </a:lnTo>
                  <a:cubicBezTo>
                    <a:pt x="2586" y="1419"/>
                    <a:pt x="2570" y="1355"/>
                    <a:pt x="2570" y="1355"/>
                  </a:cubicBezTo>
                  <a:cubicBezTo>
                    <a:pt x="2578" y="1355"/>
                    <a:pt x="2586" y="1355"/>
                    <a:pt x="2594" y="1419"/>
                  </a:cubicBezTo>
                  <a:cubicBezTo>
                    <a:pt x="2610" y="1484"/>
                    <a:pt x="2610" y="1484"/>
                    <a:pt x="2618" y="1484"/>
                  </a:cubicBezTo>
                  <a:cubicBezTo>
                    <a:pt x="2618" y="1484"/>
                    <a:pt x="2626" y="1484"/>
                    <a:pt x="2610" y="1419"/>
                  </a:cubicBezTo>
                  <a:cubicBezTo>
                    <a:pt x="2596" y="1343"/>
                    <a:pt x="2590" y="1312"/>
                    <a:pt x="2593" y="1312"/>
                  </a:cubicBezTo>
                  <a:lnTo>
                    <a:pt x="2593" y="1312"/>
                  </a:lnTo>
                  <a:cubicBezTo>
                    <a:pt x="2594" y="1312"/>
                    <a:pt x="2600" y="1328"/>
                    <a:pt x="2610" y="1355"/>
                  </a:cubicBezTo>
                  <a:cubicBezTo>
                    <a:pt x="2623" y="1420"/>
                    <a:pt x="2631" y="1455"/>
                    <a:pt x="2634" y="1455"/>
                  </a:cubicBezTo>
                  <a:cubicBezTo>
                    <a:pt x="2637" y="1455"/>
                    <a:pt x="2634" y="1422"/>
                    <a:pt x="2626" y="1355"/>
                  </a:cubicBezTo>
                  <a:cubicBezTo>
                    <a:pt x="2618" y="1286"/>
                    <a:pt x="2614" y="1251"/>
                    <a:pt x="2615" y="1251"/>
                  </a:cubicBezTo>
                  <a:lnTo>
                    <a:pt x="2615" y="1251"/>
                  </a:lnTo>
                  <a:cubicBezTo>
                    <a:pt x="2616" y="1251"/>
                    <a:pt x="2622" y="1286"/>
                    <a:pt x="2635" y="1355"/>
                  </a:cubicBezTo>
                  <a:cubicBezTo>
                    <a:pt x="2643" y="1403"/>
                    <a:pt x="2651" y="1444"/>
                    <a:pt x="2667" y="1492"/>
                  </a:cubicBezTo>
                  <a:lnTo>
                    <a:pt x="2659" y="1419"/>
                  </a:lnTo>
                  <a:cubicBezTo>
                    <a:pt x="2649" y="1343"/>
                    <a:pt x="2648" y="1309"/>
                    <a:pt x="2652" y="1309"/>
                  </a:cubicBezTo>
                  <a:lnTo>
                    <a:pt x="2652" y="1309"/>
                  </a:lnTo>
                  <a:cubicBezTo>
                    <a:pt x="2655" y="1309"/>
                    <a:pt x="2660" y="1325"/>
                    <a:pt x="2667" y="1355"/>
                  </a:cubicBezTo>
                  <a:cubicBezTo>
                    <a:pt x="2671" y="1387"/>
                    <a:pt x="2675" y="1403"/>
                    <a:pt x="2679" y="1403"/>
                  </a:cubicBezTo>
                  <a:cubicBezTo>
                    <a:pt x="2683" y="1403"/>
                    <a:pt x="2687" y="1387"/>
                    <a:pt x="2691" y="1355"/>
                  </a:cubicBezTo>
                  <a:cubicBezTo>
                    <a:pt x="2708" y="1355"/>
                    <a:pt x="2708" y="1355"/>
                    <a:pt x="2716" y="1419"/>
                  </a:cubicBezTo>
                  <a:cubicBezTo>
                    <a:pt x="2720" y="1488"/>
                    <a:pt x="2722" y="1523"/>
                    <a:pt x="2723" y="1523"/>
                  </a:cubicBezTo>
                  <a:cubicBezTo>
                    <a:pt x="2724" y="1523"/>
                    <a:pt x="2724" y="1488"/>
                    <a:pt x="2724" y="1419"/>
                  </a:cubicBezTo>
                  <a:cubicBezTo>
                    <a:pt x="2724" y="1387"/>
                    <a:pt x="2724" y="1371"/>
                    <a:pt x="2726" y="1371"/>
                  </a:cubicBezTo>
                  <a:cubicBezTo>
                    <a:pt x="2728" y="1371"/>
                    <a:pt x="2732" y="1387"/>
                    <a:pt x="2740" y="1419"/>
                  </a:cubicBezTo>
                  <a:cubicBezTo>
                    <a:pt x="2748" y="1452"/>
                    <a:pt x="2752" y="1468"/>
                    <a:pt x="2754" y="1468"/>
                  </a:cubicBezTo>
                  <a:cubicBezTo>
                    <a:pt x="2756" y="1468"/>
                    <a:pt x="2756" y="1452"/>
                    <a:pt x="2756" y="1419"/>
                  </a:cubicBezTo>
                  <a:cubicBezTo>
                    <a:pt x="2764" y="1346"/>
                    <a:pt x="2756" y="1282"/>
                    <a:pt x="2740" y="1217"/>
                  </a:cubicBezTo>
                  <a:cubicBezTo>
                    <a:pt x="2732" y="1217"/>
                    <a:pt x="2732" y="1217"/>
                    <a:pt x="2732" y="1144"/>
                  </a:cubicBezTo>
                  <a:lnTo>
                    <a:pt x="2748" y="1144"/>
                  </a:lnTo>
                  <a:cubicBezTo>
                    <a:pt x="2756" y="1144"/>
                    <a:pt x="2764" y="1144"/>
                    <a:pt x="2780" y="1071"/>
                  </a:cubicBezTo>
                  <a:cubicBezTo>
                    <a:pt x="2793" y="1019"/>
                    <a:pt x="2796" y="920"/>
                    <a:pt x="2788" y="920"/>
                  </a:cubicBezTo>
                  <a:lnTo>
                    <a:pt x="2788" y="920"/>
                  </a:lnTo>
                  <a:cubicBezTo>
                    <a:pt x="2786" y="920"/>
                    <a:pt x="2784" y="927"/>
                    <a:pt x="2780" y="941"/>
                  </a:cubicBezTo>
                  <a:lnTo>
                    <a:pt x="2764" y="876"/>
                  </a:lnTo>
                  <a:cubicBezTo>
                    <a:pt x="2764" y="771"/>
                    <a:pt x="2758" y="718"/>
                    <a:pt x="2753" y="718"/>
                  </a:cubicBezTo>
                  <a:cubicBezTo>
                    <a:pt x="2748" y="718"/>
                    <a:pt x="2744" y="771"/>
                    <a:pt x="2748" y="876"/>
                  </a:cubicBezTo>
                  <a:cubicBezTo>
                    <a:pt x="2753" y="987"/>
                    <a:pt x="2755" y="1038"/>
                    <a:pt x="2753" y="1038"/>
                  </a:cubicBezTo>
                  <a:cubicBezTo>
                    <a:pt x="2751" y="1038"/>
                    <a:pt x="2747" y="1003"/>
                    <a:pt x="2740" y="941"/>
                  </a:cubicBezTo>
                  <a:cubicBezTo>
                    <a:pt x="2733" y="830"/>
                    <a:pt x="2727" y="809"/>
                    <a:pt x="2716" y="809"/>
                  </a:cubicBezTo>
                  <a:cubicBezTo>
                    <a:pt x="2714" y="809"/>
                    <a:pt x="2711" y="810"/>
                    <a:pt x="2708" y="811"/>
                  </a:cubicBezTo>
                  <a:cubicBezTo>
                    <a:pt x="2699" y="811"/>
                    <a:pt x="2699" y="811"/>
                    <a:pt x="2699" y="738"/>
                  </a:cubicBezTo>
                  <a:cubicBezTo>
                    <a:pt x="2692" y="677"/>
                    <a:pt x="2677" y="608"/>
                    <a:pt x="2668" y="608"/>
                  </a:cubicBezTo>
                  <a:cubicBezTo>
                    <a:pt x="2668" y="608"/>
                    <a:pt x="2667" y="608"/>
                    <a:pt x="2667" y="609"/>
                  </a:cubicBezTo>
                  <a:cubicBezTo>
                    <a:pt x="2651" y="609"/>
                    <a:pt x="2651" y="609"/>
                    <a:pt x="2659" y="674"/>
                  </a:cubicBezTo>
                  <a:cubicBezTo>
                    <a:pt x="2666" y="700"/>
                    <a:pt x="2665" y="716"/>
                    <a:pt x="2661" y="716"/>
                  </a:cubicBezTo>
                  <a:cubicBezTo>
                    <a:pt x="2655" y="716"/>
                    <a:pt x="2641" y="685"/>
                    <a:pt x="2626" y="609"/>
                  </a:cubicBezTo>
                  <a:cubicBezTo>
                    <a:pt x="2620" y="582"/>
                    <a:pt x="2616" y="566"/>
                    <a:pt x="2614" y="566"/>
                  </a:cubicBezTo>
                  <a:lnTo>
                    <a:pt x="2614" y="566"/>
                  </a:lnTo>
                  <a:cubicBezTo>
                    <a:pt x="2612" y="566"/>
                    <a:pt x="2614" y="598"/>
                    <a:pt x="2618" y="674"/>
                  </a:cubicBezTo>
                  <a:cubicBezTo>
                    <a:pt x="2627" y="744"/>
                    <a:pt x="2624" y="778"/>
                    <a:pt x="2617" y="778"/>
                  </a:cubicBezTo>
                  <a:cubicBezTo>
                    <a:pt x="2610" y="778"/>
                    <a:pt x="2598" y="746"/>
                    <a:pt x="2586" y="682"/>
                  </a:cubicBezTo>
                  <a:lnTo>
                    <a:pt x="2562" y="682"/>
                  </a:lnTo>
                  <a:cubicBezTo>
                    <a:pt x="2553" y="682"/>
                    <a:pt x="2562" y="747"/>
                    <a:pt x="2570" y="811"/>
                  </a:cubicBezTo>
                  <a:cubicBezTo>
                    <a:pt x="2579" y="893"/>
                    <a:pt x="2583" y="926"/>
                    <a:pt x="2581" y="926"/>
                  </a:cubicBezTo>
                  <a:cubicBezTo>
                    <a:pt x="2580" y="926"/>
                    <a:pt x="2576" y="911"/>
                    <a:pt x="2570" y="884"/>
                  </a:cubicBezTo>
                  <a:cubicBezTo>
                    <a:pt x="2553" y="836"/>
                    <a:pt x="2545" y="795"/>
                    <a:pt x="2537" y="747"/>
                  </a:cubicBezTo>
                  <a:cubicBezTo>
                    <a:pt x="2529" y="682"/>
                    <a:pt x="2513" y="682"/>
                    <a:pt x="2505" y="682"/>
                  </a:cubicBezTo>
                  <a:cubicBezTo>
                    <a:pt x="2489" y="682"/>
                    <a:pt x="2467" y="682"/>
                    <a:pt x="2478" y="744"/>
                  </a:cubicBezTo>
                  <a:lnTo>
                    <a:pt x="2478" y="744"/>
                  </a:lnTo>
                  <a:cubicBezTo>
                    <a:pt x="2472" y="715"/>
                    <a:pt x="2472" y="718"/>
                    <a:pt x="2464" y="682"/>
                  </a:cubicBezTo>
                  <a:cubicBezTo>
                    <a:pt x="2459" y="682"/>
                    <a:pt x="2450" y="653"/>
                    <a:pt x="2449" y="653"/>
                  </a:cubicBezTo>
                  <a:lnTo>
                    <a:pt x="2449" y="653"/>
                  </a:lnTo>
                  <a:cubicBezTo>
                    <a:pt x="2449" y="653"/>
                    <a:pt x="2451" y="660"/>
                    <a:pt x="2456" y="682"/>
                  </a:cubicBezTo>
                  <a:cubicBezTo>
                    <a:pt x="2456" y="682"/>
                    <a:pt x="2448" y="682"/>
                    <a:pt x="2408" y="625"/>
                  </a:cubicBezTo>
                  <a:cubicBezTo>
                    <a:pt x="2401" y="614"/>
                    <a:pt x="2395" y="609"/>
                    <a:pt x="2390" y="609"/>
                  </a:cubicBezTo>
                  <a:cubicBezTo>
                    <a:pt x="2369" y="609"/>
                    <a:pt x="2377" y="727"/>
                    <a:pt x="2424" y="828"/>
                  </a:cubicBezTo>
                  <a:lnTo>
                    <a:pt x="2416" y="828"/>
                  </a:lnTo>
                  <a:cubicBezTo>
                    <a:pt x="2408" y="836"/>
                    <a:pt x="2424" y="901"/>
                    <a:pt x="2424" y="901"/>
                  </a:cubicBezTo>
                  <a:cubicBezTo>
                    <a:pt x="2440" y="965"/>
                    <a:pt x="2432" y="965"/>
                    <a:pt x="2424" y="974"/>
                  </a:cubicBezTo>
                  <a:lnTo>
                    <a:pt x="2383" y="836"/>
                  </a:lnTo>
                  <a:cubicBezTo>
                    <a:pt x="2365" y="724"/>
                    <a:pt x="2341" y="655"/>
                    <a:pt x="2333" y="655"/>
                  </a:cubicBezTo>
                  <a:lnTo>
                    <a:pt x="2333" y="655"/>
                  </a:lnTo>
                  <a:cubicBezTo>
                    <a:pt x="2327" y="655"/>
                    <a:pt x="2330" y="693"/>
                    <a:pt x="2351" y="779"/>
                  </a:cubicBezTo>
                  <a:lnTo>
                    <a:pt x="2326" y="714"/>
                  </a:lnTo>
                  <a:cubicBezTo>
                    <a:pt x="2319" y="683"/>
                    <a:pt x="2311" y="666"/>
                    <a:pt x="2305" y="666"/>
                  </a:cubicBezTo>
                  <a:cubicBezTo>
                    <a:pt x="2298" y="666"/>
                    <a:pt x="2294" y="685"/>
                    <a:pt x="2294" y="722"/>
                  </a:cubicBezTo>
                  <a:cubicBezTo>
                    <a:pt x="2294" y="795"/>
                    <a:pt x="2310" y="860"/>
                    <a:pt x="2335" y="925"/>
                  </a:cubicBezTo>
                  <a:cubicBezTo>
                    <a:pt x="2351" y="990"/>
                    <a:pt x="2343" y="990"/>
                    <a:pt x="2343" y="990"/>
                  </a:cubicBezTo>
                  <a:cubicBezTo>
                    <a:pt x="2341" y="992"/>
                    <a:pt x="2339" y="993"/>
                    <a:pt x="2337" y="993"/>
                  </a:cubicBezTo>
                  <a:cubicBezTo>
                    <a:pt x="2333" y="993"/>
                    <a:pt x="2328" y="981"/>
                    <a:pt x="2310" y="933"/>
                  </a:cubicBezTo>
                  <a:cubicBezTo>
                    <a:pt x="2290" y="869"/>
                    <a:pt x="2274" y="837"/>
                    <a:pt x="2268" y="837"/>
                  </a:cubicBezTo>
                  <a:lnTo>
                    <a:pt x="2268" y="837"/>
                  </a:lnTo>
                  <a:cubicBezTo>
                    <a:pt x="2261" y="837"/>
                    <a:pt x="2265" y="871"/>
                    <a:pt x="2286" y="941"/>
                  </a:cubicBezTo>
                  <a:lnTo>
                    <a:pt x="2262" y="876"/>
                  </a:lnTo>
                  <a:cubicBezTo>
                    <a:pt x="2245" y="833"/>
                    <a:pt x="2226" y="790"/>
                    <a:pt x="2205" y="790"/>
                  </a:cubicBezTo>
                  <a:cubicBezTo>
                    <a:pt x="2194" y="790"/>
                    <a:pt x="2183" y="801"/>
                    <a:pt x="2172" y="828"/>
                  </a:cubicBezTo>
                  <a:cubicBezTo>
                    <a:pt x="2150" y="831"/>
                    <a:pt x="2132" y="839"/>
                    <a:pt x="2116" y="839"/>
                  </a:cubicBezTo>
                  <a:cubicBezTo>
                    <a:pt x="2099" y="839"/>
                    <a:pt x="2084" y="829"/>
                    <a:pt x="2067" y="795"/>
                  </a:cubicBezTo>
                  <a:cubicBezTo>
                    <a:pt x="2062" y="785"/>
                    <a:pt x="2058" y="780"/>
                    <a:pt x="2055" y="780"/>
                  </a:cubicBezTo>
                  <a:lnTo>
                    <a:pt x="2055" y="780"/>
                  </a:lnTo>
                  <a:cubicBezTo>
                    <a:pt x="2041" y="780"/>
                    <a:pt x="2059" y="904"/>
                    <a:pt x="2099" y="1006"/>
                  </a:cubicBezTo>
                  <a:cubicBezTo>
                    <a:pt x="2078" y="969"/>
                    <a:pt x="2068" y="960"/>
                    <a:pt x="2058" y="960"/>
                  </a:cubicBezTo>
                  <a:cubicBezTo>
                    <a:pt x="2053" y="960"/>
                    <a:pt x="2048" y="963"/>
                    <a:pt x="2043" y="965"/>
                  </a:cubicBezTo>
                  <a:cubicBezTo>
                    <a:pt x="2031" y="971"/>
                    <a:pt x="2024" y="975"/>
                    <a:pt x="2018" y="975"/>
                  </a:cubicBezTo>
                  <a:cubicBezTo>
                    <a:pt x="2006" y="975"/>
                    <a:pt x="1999" y="962"/>
                    <a:pt x="1978" y="925"/>
                  </a:cubicBezTo>
                  <a:cubicBezTo>
                    <a:pt x="1945" y="864"/>
                    <a:pt x="1929" y="834"/>
                    <a:pt x="1927" y="834"/>
                  </a:cubicBezTo>
                  <a:lnTo>
                    <a:pt x="1927" y="834"/>
                  </a:lnTo>
                  <a:cubicBezTo>
                    <a:pt x="1925" y="834"/>
                    <a:pt x="1937" y="864"/>
                    <a:pt x="1962" y="925"/>
                  </a:cubicBezTo>
                  <a:cubicBezTo>
                    <a:pt x="1989" y="977"/>
                    <a:pt x="1993" y="999"/>
                    <a:pt x="1983" y="999"/>
                  </a:cubicBezTo>
                  <a:cubicBezTo>
                    <a:pt x="1970" y="999"/>
                    <a:pt x="1931" y="958"/>
                    <a:pt x="1889" y="892"/>
                  </a:cubicBezTo>
                  <a:cubicBezTo>
                    <a:pt x="1862" y="856"/>
                    <a:pt x="1850" y="846"/>
                    <a:pt x="1838" y="846"/>
                  </a:cubicBezTo>
                  <a:cubicBezTo>
                    <a:pt x="1831" y="846"/>
                    <a:pt x="1824" y="849"/>
                    <a:pt x="1816" y="852"/>
                  </a:cubicBezTo>
                  <a:cubicBezTo>
                    <a:pt x="1840" y="917"/>
                    <a:pt x="1824" y="925"/>
                    <a:pt x="1808" y="941"/>
                  </a:cubicBezTo>
                  <a:cubicBezTo>
                    <a:pt x="1775" y="965"/>
                    <a:pt x="1775" y="965"/>
                    <a:pt x="1864" y="1071"/>
                  </a:cubicBezTo>
                  <a:cubicBezTo>
                    <a:pt x="1954" y="1176"/>
                    <a:pt x="1945" y="1184"/>
                    <a:pt x="1929" y="1201"/>
                  </a:cubicBezTo>
                  <a:cubicBezTo>
                    <a:pt x="1927" y="1201"/>
                    <a:pt x="1925" y="1201"/>
                    <a:pt x="1922" y="1201"/>
                  </a:cubicBezTo>
                  <a:cubicBezTo>
                    <a:pt x="1914" y="1201"/>
                    <a:pt x="1901" y="1196"/>
                    <a:pt x="1864" y="1160"/>
                  </a:cubicBezTo>
                  <a:cubicBezTo>
                    <a:pt x="1864" y="1160"/>
                    <a:pt x="1823" y="1119"/>
                    <a:pt x="1810" y="1119"/>
                  </a:cubicBezTo>
                  <a:cubicBezTo>
                    <a:pt x="1809" y="1119"/>
                    <a:pt x="1808" y="1119"/>
                    <a:pt x="1808" y="1119"/>
                  </a:cubicBezTo>
                  <a:cubicBezTo>
                    <a:pt x="1805" y="1123"/>
                    <a:pt x="1801" y="1126"/>
                    <a:pt x="1796" y="1126"/>
                  </a:cubicBezTo>
                  <a:cubicBezTo>
                    <a:pt x="1788" y="1126"/>
                    <a:pt x="1773" y="1117"/>
                    <a:pt x="1743" y="1087"/>
                  </a:cubicBezTo>
                  <a:cubicBezTo>
                    <a:pt x="1743" y="1087"/>
                    <a:pt x="1703" y="1059"/>
                    <a:pt x="1676" y="1059"/>
                  </a:cubicBezTo>
                  <a:cubicBezTo>
                    <a:pt x="1671" y="1059"/>
                    <a:pt x="1666" y="1060"/>
                    <a:pt x="1662" y="1063"/>
                  </a:cubicBezTo>
                  <a:cubicBezTo>
                    <a:pt x="1654" y="1071"/>
                    <a:pt x="1645" y="1079"/>
                    <a:pt x="1633" y="1079"/>
                  </a:cubicBezTo>
                  <a:cubicBezTo>
                    <a:pt x="1621" y="1079"/>
                    <a:pt x="1605" y="1071"/>
                    <a:pt x="1581" y="1047"/>
                  </a:cubicBezTo>
                  <a:lnTo>
                    <a:pt x="1581" y="1047"/>
                  </a:lnTo>
                  <a:cubicBezTo>
                    <a:pt x="1572" y="1055"/>
                    <a:pt x="1572" y="1055"/>
                    <a:pt x="1621" y="1103"/>
                  </a:cubicBezTo>
                  <a:cubicBezTo>
                    <a:pt x="1666" y="1148"/>
                    <a:pt x="1704" y="1193"/>
                    <a:pt x="1645" y="1193"/>
                  </a:cubicBezTo>
                  <a:cubicBezTo>
                    <a:pt x="1641" y="1193"/>
                    <a:pt x="1635" y="1193"/>
                    <a:pt x="1629" y="1192"/>
                  </a:cubicBezTo>
                  <a:lnTo>
                    <a:pt x="1629" y="1192"/>
                  </a:lnTo>
                  <a:cubicBezTo>
                    <a:pt x="1613" y="1209"/>
                    <a:pt x="1589" y="1233"/>
                    <a:pt x="1645" y="1274"/>
                  </a:cubicBezTo>
                  <a:cubicBezTo>
                    <a:pt x="1642" y="1279"/>
                    <a:pt x="1641" y="1283"/>
                    <a:pt x="1637" y="1283"/>
                  </a:cubicBezTo>
                  <a:cubicBezTo>
                    <a:pt x="1631" y="1283"/>
                    <a:pt x="1619" y="1272"/>
                    <a:pt x="1589" y="1241"/>
                  </a:cubicBezTo>
                  <a:cubicBezTo>
                    <a:pt x="1542" y="1208"/>
                    <a:pt x="1512" y="1192"/>
                    <a:pt x="1499" y="1192"/>
                  </a:cubicBezTo>
                  <a:cubicBezTo>
                    <a:pt x="1481" y="1192"/>
                    <a:pt x="1499" y="1224"/>
                    <a:pt x="1556" y="1282"/>
                  </a:cubicBezTo>
                  <a:cubicBezTo>
                    <a:pt x="1589" y="1305"/>
                    <a:pt x="1600" y="1318"/>
                    <a:pt x="1591" y="1318"/>
                  </a:cubicBezTo>
                  <a:cubicBezTo>
                    <a:pt x="1584" y="1318"/>
                    <a:pt x="1567" y="1311"/>
                    <a:pt x="1540" y="1298"/>
                  </a:cubicBezTo>
                  <a:lnTo>
                    <a:pt x="1540" y="1298"/>
                  </a:lnTo>
                  <a:cubicBezTo>
                    <a:pt x="1540" y="1298"/>
                    <a:pt x="1532" y="1314"/>
                    <a:pt x="1589" y="1355"/>
                  </a:cubicBezTo>
                  <a:cubicBezTo>
                    <a:pt x="1619" y="1385"/>
                    <a:pt x="1631" y="1397"/>
                    <a:pt x="1616" y="1397"/>
                  </a:cubicBezTo>
                  <a:cubicBezTo>
                    <a:pt x="1608" y="1397"/>
                    <a:pt x="1591" y="1393"/>
                    <a:pt x="1564" y="1387"/>
                  </a:cubicBezTo>
                  <a:cubicBezTo>
                    <a:pt x="1531" y="1363"/>
                    <a:pt x="1514" y="1356"/>
                    <a:pt x="1505" y="1356"/>
                  </a:cubicBezTo>
                  <a:cubicBezTo>
                    <a:pt x="1498" y="1356"/>
                    <a:pt x="1495" y="1359"/>
                    <a:pt x="1491" y="1363"/>
                  </a:cubicBezTo>
                  <a:cubicBezTo>
                    <a:pt x="1529" y="1415"/>
                    <a:pt x="1483" y="1510"/>
                    <a:pt x="1424" y="1510"/>
                  </a:cubicBezTo>
                  <a:cubicBezTo>
                    <a:pt x="1419" y="1510"/>
                    <a:pt x="1415" y="1510"/>
                    <a:pt x="1410" y="1509"/>
                  </a:cubicBezTo>
                  <a:lnTo>
                    <a:pt x="1410" y="1509"/>
                  </a:lnTo>
                  <a:cubicBezTo>
                    <a:pt x="1467" y="1549"/>
                    <a:pt x="1467" y="1549"/>
                    <a:pt x="1459" y="1557"/>
                  </a:cubicBezTo>
                  <a:cubicBezTo>
                    <a:pt x="1418" y="1542"/>
                    <a:pt x="1396" y="1536"/>
                    <a:pt x="1388" y="1536"/>
                  </a:cubicBezTo>
                  <a:cubicBezTo>
                    <a:pt x="1372" y="1536"/>
                    <a:pt x="1427" y="1567"/>
                    <a:pt x="1516" y="1606"/>
                  </a:cubicBezTo>
                  <a:lnTo>
                    <a:pt x="1516" y="1598"/>
                  </a:lnTo>
                  <a:lnTo>
                    <a:pt x="1524" y="1582"/>
                  </a:lnTo>
                  <a:cubicBezTo>
                    <a:pt x="1591" y="1618"/>
                    <a:pt x="1619" y="1641"/>
                    <a:pt x="1598" y="1641"/>
                  </a:cubicBezTo>
                  <a:cubicBezTo>
                    <a:pt x="1582" y="1641"/>
                    <a:pt x="1534" y="1626"/>
                    <a:pt x="1451" y="1590"/>
                  </a:cubicBezTo>
                  <a:cubicBezTo>
                    <a:pt x="1387" y="1567"/>
                    <a:pt x="1353" y="1555"/>
                    <a:pt x="1346" y="1555"/>
                  </a:cubicBezTo>
                  <a:cubicBezTo>
                    <a:pt x="1339" y="1555"/>
                    <a:pt x="1369" y="1571"/>
                    <a:pt x="1435" y="1606"/>
                  </a:cubicBezTo>
                  <a:cubicBezTo>
                    <a:pt x="1507" y="1645"/>
                    <a:pt x="1536" y="1663"/>
                    <a:pt x="1519" y="1663"/>
                  </a:cubicBezTo>
                  <a:cubicBezTo>
                    <a:pt x="1507" y="1663"/>
                    <a:pt x="1474" y="1655"/>
                    <a:pt x="1418" y="1638"/>
                  </a:cubicBezTo>
                  <a:cubicBezTo>
                    <a:pt x="1360" y="1615"/>
                    <a:pt x="1330" y="1603"/>
                    <a:pt x="1327" y="1603"/>
                  </a:cubicBezTo>
                  <a:lnTo>
                    <a:pt x="1327" y="1603"/>
                  </a:lnTo>
                  <a:cubicBezTo>
                    <a:pt x="1325" y="1603"/>
                    <a:pt x="1355" y="1617"/>
                    <a:pt x="1418" y="1646"/>
                  </a:cubicBezTo>
                  <a:cubicBezTo>
                    <a:pt x="1572" y="1723"/>
                    <a:pt x="1648" y="1768"/>
                    <a:pt x="1620" y="1768"/>
                  </a:cubicBezTo>
                  <a:cubicBezTo>
                    <a:pt x="1604" y="1768"/>
                    <a:pt x="1552" y="1752"/>
                    <a:pt x="1459" y="1719"/>
                  </a:cubicBezTo>
                  <a:cubicBezTo>
                    <a:pt x="1363" y="1689"/>
                    <a:pt x="1298" y="1673"/>
                    <a:pt x="1271" y="1673"/>
                  </a:cubicBezTo>
                  <a:cubicBezTo>
                    <a:pt x="1261" y="1673"/>
                    <a:pt x="1256" y="1675"/>
                    <a:pt x="1256" y="1679"/>
                  </a:cubicBezTo>
                  <a:cubicBezTo>
                    <a:pt x="1248" y="1687"/>
                    <a:pt x="1313" y="1711"/>
                    <a:pt x="1378" y="1728"/>
                  </a:cubicBezTo>
                  <a:cubicBezTo>
                    <a:pt x="1470" y="1749"/>
                    <a:pt x="1497" y="1760"/>
                    <a:pt x="1466" y="1760"/>
                  </a:cubicBezTo>
                  <a:cubicBezTo>
                    <a:pt x="1451" y="1760"/>
                    <a:pt x="1421" y="1757"/>
                    <a:pt x="1378" y="1752"/>
                  </a:cubicBezTo>
                  <a:cubicBezTo>
                    <a:pt x="1330" y="1746"/>
                    <a:pt x="1293" y="1744"/>
                    <a:pt x="1265" y="1744"/>
                  </a:cubicBezTo>
                  <a:cubicBezTo>
                    <a:pt x="1170" y="1744"/>
                    <a:pt x="1186" y="1775"/>
                    <a:pt x="1281" y="1825"/>
                  </a:cubicBezTo>
                  <a:cubicBezTo>
                    <a:pt x="1357" y="1876"/>
                    <a:pt x="1382" y="1904"/>
                    <a:pt x="1358" y="1904"/>
                  </a:cubicBezTo>
                  <a:cubicBezTo>
                    <a:pt x="1344" y="1904"/>
                    <a:pt x="1312" y="1895"/>
                    <a:pt x="1264" y="1873"/>
                  </a:cubicBezTo>
                  <a:cubicBezTo>
                    <a:pt x="1198" y="1843"/>
                    <a:pt x="1168" y="1829"/>
                    <a:pt x="1163" y="1829"/>
                  </a:cubicBezTo>
                  <a:lnTo>
                    <a:pt x="1163" y="1829"/>
                  </a:lnTo>
                  <a:cubicBezTo>
                    <a:pt x="1159" y="1829"/>
                    <a:pt x="1173" y="1839"/>
                    <a:pt x="1199" y="1857"/>
                  </a:cubicBezTo>
                  <a:cubicBezTo>
                    <a:pt x="1191" y="1882"/>
                    <a:pt x="1191" y="1906"/>
                    <a:pt x="1183" y="1914"/>
                  </a:cubicBezTo>
                  <a:cubicBezTo>
                    <a:pt x="1183" y="1930"/>
                    <a:pt x="1248" y="1955"/>
                    <a:pt x="1313" y="1963"/>
                  </a:cubicBezTo>
                  <a:cubicBezTo>
                    <a:pt x="1284" y="1959"/>
                    <a:pt x="1257" y="1958"/>
                    <a:pt x="1235" y="1958"/>
                  </a:cubicBezTo>
                  <a:cubicBezTo>
                    <a:pt x="1153" y="1958"/>
                    <a:pt x="1130" y="1979"/>
                    <a:pt x="1232" y="2011"/>
                  </a:cubicBezTo>
                  <a:lnTo>
                    <a:pt x="1232" y="2036"/>
                  </a:lnTo>
                  <a:cubicBezTo>
                    <a:pt x="1232" y="2044"/>
                    <a:pt x="1232" y="2044"/>
                    <a:pt x="1297" y="2068"/>
                  </a:cubicBezTo>
                  <a:cubicBezTo>
                    <a:pt x="1362" y="2084"/>
                    <a:pt x="1297" y="2084"/>
                    <a:pt x="1224" y="2092"/>
                  </a:cubicBezTo>
                  <a:cubicBezTo>
                    <a:pt x="1151" y="2101"/>
                    <a:pt x="1086" y="2109"/>
                    <a:pt x="1151" y="2109"/>
                  </a:cubicBezTo>
                  <a:cubicBezTo>
                    <a:pt x="1224" y="2125"/>
                    <a:pt x="1289" y="2141"/>
                    <a:pt x="1354" y="2165"/>
                  </a:cubicBezTo>
                  <a:cubicBezTo>
                    <a:pt x="1392" y="2175"/>
                    <a:pt x="1385" y="2179"/>
                    <a:pt x="1358" y="2179"/>
                  </a:cubicBezTo>
                  <a:cubicBezTo>
                    <a:pt x="1340" y="2179"/>
                    <a:pt x="1311" y="2177"/>
                    <a:pt x="1281" y="2173"/>
                  </a:cubicBezTo>
                  <a:cubicBezTo>
                    <a:pt x="1266" y="2171"/>
                    <a:pt x="1250" y="2169"/>
                    <a:pt x="1233" y="2169"/>
                  </a:cubicBezTo>
                  <a:cubicBezTo>
                    <a:pt x="1204" y="2169"/>
                    <a:pt x="1174" y="2174"/>
                    <a:pt x="1143" y="2190"/>
                  </a:cubicBezTo>
                  <a:cubicBezTo>
                    <a:pt x="1143" y="2198"/>
                    <a:pt x="1143" y="2222"/>
                    <a:pt x="1208" y="2222"/>
                  </a:cubicBezTo>
                  <a:cubicBezTo>
                    <a:pt x="1272" y="2230"/>
                    <a:pt x="1264" y="2295"/>
                    <a:pt x="1199" y="2311"/>
                  </a:cubicBezTo>
                  <a:cubicBezTo>
                    <a:pt x="1199" y="2311"/>
                    <a:pt x="1208" y="2319"/>
                    <a:pt x="1208" y="2336"/>
                  </a:cubicBezTo>
                  <a:cubicBezTo>
                    <a:pt x="1208" y="2344"/>
                    <a:pt x="1272" y="2352"/>
                    <a:pt x="1272" y="2368"/>
                  </a:cubicBezTo>
                  <a:cubicBezTo>
                    <a:pt x="1272" y="2368"/>
                    <a:pt x="1272" y="2376"/>
                    <a:pt x="1345" y="2384"/>
                  </a:cubicBezTo>
                  <a:cubicBezTo>
                    <a:pt x="1345" y="2400"/>
                    <a:pt x="1345" y="2409"/>
                    <a:pt x="1272" y="2417"/>
                  </a:cubicBezTo>
                  <a:cubicBezTo>
                    <a:pt x="1410" y="2417"/>
                    <a:pt x="1410" y="2417"/>
                    <a:pt x="1272" y="2433"/>
                  </a:cubicBezTo>
                  <a:cubicBezTo>
                    <a:pt x="1143" y="2449"/>
                    <a:pt x="1143" y="2449"/>
                    <a:pt x="1272" y="2449"/>
                  </a:cubicBezTo>
                  <a:cubicBezTo>
                    <a:pt x="1345" y="2457"/>
                    <a:pt x="1345" y="2449"/>
                    <a:pt x="1281" y="2473"/>
                  </a:cubicBezTo>
                  <a:cubicBezTo>
                    <a:pt x="1229" y="2479"/>
                    <a:pt x="1214" y="2485"/>
                    <a:pt x="1235" y="2485"/>
                  </a:cubicBezTo>
                  <a:cubicBezTo>
                    <a:pt x="1244" y="2485"/>
                    <a:pt x="1259" y="2484"/>
                    <a:pt x="1281" y="2482"/>
                  </a:cubicBezTo>
                  <a:cubicBezTo>
                    <a:pt x="1410" y="2482"/>
                    <a:pt x="1483" y="2498"/>
                    <a:pt x="1345" y="2522"/>
                  </a:cubicBezTo>
                  <a:cubicBezTo>
                    <a:pt x="1345" y="2522"/>
                    <a:pt x="1345" y="2530"/>
                    <a:pt x="1418" y="2530"/>
                  </a:cubicBezTo>
                  <a:cubicBezTo>
                    <a:pt x="1466" y="2527"/>
                    <a:pt x="1496" y="2525"/>
                    <a:pt x="1509" y="2525"/>
                  </a:cubicBezTo>
                  <a:cubicBezTo>
                    <a:pt x="1531" y="2525"/>
                    <a:pt x="1501" y="2531"/>
                    <a:pt x="1418" y="2546"/>
                  </a:cubicBezTo>
                  <a:cubicBezTo>
                    <a:pt x="1313" y="2571"/>
                    <a:pt x="1288" y="2582"/>
                    <a:pt x="1344" y="2582"/>
                  </a:cubicBezTo>
                  <a:cubicBezTo>
                    <a:pt x="1361" y="2582"/>
                    <a:pt x="1386" y="2581"/>
                    <a:pt x="1418" y="2579"/>
                  </a:cubicBezTo>
                  <a:cubicBezTo>
                    <a:pt x="1418" y="2579"/>
                    <a:pt x="1430" y="2578"/>
                    <a:pt x="1440" y="2578"/>
                  </a:cubicBezTo>
                  <a:cubicBezTo>
                    <a:pt x="1455" y="2578"/>
                    <a:pt x="1465" y="2580"/>
                    <a:pt x="1427" y="2595"/>
                  </a:cubicBezTo>
                  <a:cubicBezTo>
                    <a:pt x="1375" y="2621"/>
                    <a:pt x="1334" y="2682"/>
                    <a:pt x="1384" y="2682"/>
                  </a:cubicBezTo>
                  <a:cubicBezTo>
                    <a:pt x="1397" y="2682"/>
                    <a:pt x="1416" y="2678"/>
                    <a:pt x="1443" y="2668"/>
                  </a:cubicBezTo>
                  <a:lnTo>
                    <a:pt x="1443" y="2692"/>
                  </a:lnTo>
                  <a:cubicBezTo>
                    <a:pt x="1399" y="2724"/>
                    <a:pt x="1389" y="2736"/>
                    <a:pt x="1417" y="2736"/>
                  </a:cubicBezTo>
                  <a:cubicBezTo>
                    <a:pt x="1425" y="2736"/>
                    <a:pt x="1436" y="2735"/>
                    <a:pt x="1451" y="2733"/>
                  </a:cubicBezTo>
                  <a:lnTo>
                    <a:pt x="1524" y="2725"/>
                  </a:lnTo>
                  <a:lnTo>
                    <a:pt x="1524" y="2725"/>
                  </a:lnTo>
                  <a:cubicBezTo>
                    <a:pt x="1451" y="2749"/>
                    <a:pt x="1394" y="2773"/>
                    <a:pt x="1394" y="2790"/>
                  </a:cubicBezTo>
                  <a:cubicBezTo>
                    <a:pt x="1394" y="2793"/>
                    <a:pt x="1394" y="2795"/>
                    <a:pt x="1399" y="2795"/>
                  </a:cubicBezTo>
                  <a:cubicBezTo>
                    <a:pt x="1405" y="2795"/>
                    <a:pt x="1421" y="2791"/>
                    <a:pt x="1459" y="2782"/>
                  </a:cubicBezTo>
                  <a:cubicBezTo>
                    <a:pt x="1495" y="2764"/>
                    <a:pt x="1511" y="2758"/>
                    <a:pt x="1519" y="2758"/>
                  </a:cubicBezTo>
                  <a:cubicBezTo>
                    <a:pt x="1526" y="2758"/>
                    <a:pt x="1528" y="2762"/>
                    <a:pt x="1532" y="2765"/>
                  </a:cubicBezTo>
                  <a:cubicBezTo>
                    <a:pt x="1532" y="2782"/>
                    <a:pt x="1467" y="2814"/>
                    <a:pt x="1402" y="2830"/>
                  </a:cubicBezTo>
                  <a:lnTo>
                    <a:pt x="1402" y="2846"/>
                  </a:lnTo>
                  <a:cubicBezTo>
                    <a:pt x="1471" y="2821"/>
                    <a:pt x="1505" y="2811"/>
                    <a:pt x="1513" y="2811"/>
                  </a:cubicBezTo>
                  <a:cubicBezTo>
                    <a:pt x="1520" y="2811"/>
                    <a:pt x="1506" y="2819"/>
                    <a:pt x="1475" y="2830"/>
                  </a:cubicBezTo>
                  <a:cubicBezTo>
                    <a:pt x="1410" y="2863"/>
                    <a:pt x="1418" y="2879"/>
                    <a:pt x="1418" y="2887"/>
                  </a:cubicBezTo>
                  <a:cubicBezTo>
                    <a:pt x="1437" y="2880"/>
                    <a:pt x="1445" y="2878"/>
                    <a:pt x="1448" y="2878"/>
                  </a:cubicBezTo>
                  <a:cubicBezTo>
                    <a:pt x="1454" y="2878"/>
                    <a:pt x="1433" y="2888"/>
                    <a:pt x="1423" y="2888"/>
                  </a:cubicBezTo>
                  <a:cubicBezTo>
                    <a:pt x="1421" y="2888"/>
                    <a:pt x="1419" y="2888"/>
                    <a:pt x="1418" y="2887"/>
                  </a:cubicBezTo>
                  <a:lnTo>
                    <a:pt x="1362" y="2911"/>
                  </a:lnTo>
                  <a:cubicBezTo>
                    <a:pt x="1339" y="2922"/>
                    <a:pt x="1332" y="2927"/>
                    <a:pt x="1336" y="2927"/>
                  </a:cubicBezTo>
                  <a:cubicBezTo>
                    <a:pt x="1342" y="2927"/>
                    <a:pt x="1384" y="2911"/>
                    <a:pt x="1427" y="2895"/>
                  </a:cubicBezTo>
                  <a:cubicBezTo>
                    <a:pt x="1427" y="2895"/>
                    <a:pt x="1427" y="2903"/>
                    <a:pt x="1435" y="2919"/>
                  </a:cubicBezTo>
                  <a:cubicBezTo>
                    <a:pt x="1435" y="2923"/>
                    <a:pt x="1436" y="2927"/>
                    <a:pt x="1443" y="2927"/>
                  </a:cubicBezTo>
                  <a:cubicBezTo>
                    <a:pt x="1452" y="2927"/>
                    <a:pt x="1468" y="2921"/>
                    <a:pt x="1499" y="2903"/>
                  </a:cubicBezTo>
                  <a:cubicBezTo>
                    <a:pt x="1552" y="2883"/>
                    <a:pt x="1605" y="2858"/>
                    <a:pt x="1623" y="2858"/>
                  </a:cubicBezTo>
                  <a:cubicBezTo>
                    <a:pt x="1627" y="2858"/>
                    <a:pt x="1629" y="2860"/>
                    <a:pt x="1629" y="2863"/>
                  </a:cubicBezTo>
                  <a:cubicBezTo>
                    <a:pt x="1648" y="2853"/>
                    <a:pt x="1657" y="2850"/>
                    <a:pt x="1659" y="2850"/>
                  </a:cubicBezTo>
                  <a:lnTo>
                    <a:pt x="1659" y="2850"/>
                  </a:lnTo>
                  <a:cubicBezTo>
                    <a:pt x="1664" y="2850"/>
                    <a:pt x="1642" y="2864"/>
                    <a:pt x="1633" y="2864"/>
                  </a:cubicBezTo>
                  <a:cubicBezTo>
                    <a:pt x="1631" y="2864"/>
                    <a:pt x="1630" y="2863"/>
                    <a:pt x="1629" y="2863"/>
                  </a:cubicBezTo>
                  <a:cubicBezTo>
                    <a:pt x="1572" y="2887"/>
                    <a:pt x="1508" y="2911"/>
                    <a:pt x="1508" y="2919"/>
                  </a:cubicBezTo>
                  <a:cubicBezTo>
                    <a:pt x="1516" y="2936"/>
                    <a:pt x="1451" y="2960"/>
                    <a:pt x="1451" y="2960"/>
                  </a:cubicBezTo>
                  <a:cubicBezTo>
                    <a:pt x="1355" y="2990"/>
                    <a:pt x="1374" y="3007"/>
                    <a:pt x="1417" y="3007"/>
                  </a:cubicBezTo>
                  <a:cubicBezTo>
                    <a:pt x="1432" y="3007"/>
                    <a:pt x="1450" y="3005"/>
                    <a:pt x="1467" y="3000"/>
                  </a:cubicBezTo>
                  <a:cubicBezTo>
                    <a:pt x="1519" y="2984"/>
                    <a:pt x="1552" y="2976"/>
                    <a:pt x="1564" y="2976"/>
                  </a:cubicBezTo>
                  <a:cubicBezTo>
                    <a:pt x="1582" y="2976"/>
                    <a:pt x="1556" y="2994"/>
                    <a:pt x="1483" y="3033"/>
                  </a:cubicBezTo>
                  <a:cubicBezTo>
                    <a:pt x="1442" y="3055"/>
                    <a:pt x="1430" y="3065"/>
                    <a:pt x="1439" y="3065"/>
                  </a:cubicBezTo>
                  <a:cubicBezTo>
                    <a:pt x="1456" y="3065"/>
                    <a:pt x="1554" y="3027"/>
                    <a:pt x="1678" y="2968"/>
                  </a:cubicBezTo>
                  <a:lnTo>
                    <a:pt x="1856" y="2887"/>
                  </a:lnTo>
                  <a:lnTo>
                    <a:pt x="1678" y="2976"/>
                  </a:lnTo>
                  <a:cubicBezTo>
                    <a:pt x="1520" y="3069"/>
                    <a:pt x="1468" y="3103"/>
                    <a:pt x="1490" y="3103"/>
                  </a:cubicBezTo>
                  <a:cubicBezTo>
                    <a:pt x="1501" y="3103"/>
                    <a:pt x="1530" y="3095"/>
                    <a:pt x="1572" y="3082"/>
                  </a:cubicBezTo>
                  <a:cubicBezTo>
                    <a:pt x="1603" y="3075"/>
                    <a:pt x="1620" y="3071"/>
                    <a:pt x="1627" y="3071"/>
                  </a:cubicBezTo>
                  <a:cubicBezTo>
                    <a:pt x="1636" y="3071"/>
                    <a:pt x="1622" y="3079"/>
                    <a:pt x="1589" y="3098"/>
                  </a:cubicBezTo>
                  <a:cubicBezTo>
                    <a:pt x="1524" y="3138"/>
                    <a:pt x="1532" y="3146"/>
                    <a:pt x="1548" y="3171"/>
                  </a:cubicBezTo>
                  <a:cubicBezTo>
                    <a:pt x="1561" y="3188"/>
                    <a:pt x="1567" y="3198"/>
                    <a:pt x="1578" y="3198"/>
                  </a:cubicBezTo>
                  <a:cubicBezTo>
                    <a:pt x="1588" y="3198"/>
                    <a:pt x="1602" y="3190"/>
                    <a:pt x="1629" y="3171"/>
                  </a:cubicBezTo>
                  <a:lnTo>
                    <a:pt x="1645" y="3195"/>
                  </a:lnTo>
                  <a:cubicBezTo>
                    <a:pt x="1600" y="3234"/>
                    <a:pt x="1586" y="3251"/>
                    <a:pt x="1594" y="3251"/>
                  </a:cubicBezTo>
                  <a:cubicBezTo>
                    <a:pt x="1604" y="3251"/>
                    <a:pt x="1651" y="3221"/>
                    <a:pt x="1710" y="3171"/>
                  </a:cubicBezTo>
                  <a:lnTo>
                    <a:pt x="1718" y="3187"/>
                  </a:lnTo>
                  <a:lnTo>
                    <a:pt x="1670" y="3227"/>
                  </a:lnTo>
                  <a:cubicBezTo>
                    <a:pt x="1613" y="3268"/>
                    <a:pt x="1621" y="3292"/>
                    <a:pt x="1678" y="3365"/>
                  </a:cubicBezTo>
                  <a:cubicBezTo>
                    <a:pt x="1713" y="3401"/>
                    <a:pt x="1734" y="3421"/>
                    <a:pt x="1755" y="3421"/>
                  </a:cubicBezTo>
                  <a:cubicBezTo>
                    <a:pt x="1778" y="3421"/>
                    <a:pt x="1802" y="3399"/>
                    <a:pt x="1848" y="3349"/>
                  </a:cubicBezTo>
                  <a:cubicBezTo>
                    <a:pt x="1899" y="3302"/>
                    <a:pt x="1925" y="3280"/>
                    <a:pt x="1929" y="3280"/>
                  </a:cubicBezTo>
                  <a:lnTo>
                    <a:pt x="1929" y="3280"/>
                  </a:lnTo>
                  <a:cubicBezTo>
                    <a:pt x="1933" y="3280"/>
                    <a:pt x="1911" y="3307"/>
                    <a:pt x="1864" y="3357"/>
                  </a:cubicBezTo>
                  <a:cubicBezTo>
                    <a:pt x="1829" y="3399"/>
                    <a:pt x="1802" y="3440"/>
                    <a:pt x="1806" y="3440"/>
                  </a:cubicBezTo>
                  <a:cubicBezTo>
                    <a:pt x="1807" y="3440"/>
                    <a:pt x="1813" y="3435"/>
                    <a:pt x="1824" y="3422"/>
                  </a:cubicBezTo>
                  <a:lnTo>
                    <a:pt x="1824" y="3422"/>
                  </a:lnTo>
                  <a:cubicBezTo>
                    <a:pt x="1824" y="3422"/>
                    <a:pt x="1840" y="3438"/>
                    <a:pt x="1808" y="3495"/>
                  </a:cubicBezTo>
                  <a:cubicBezTo>
                    <a:pt x="1776" y="3559"/>
                    <a:pt x="1771" y="3581"/>
                    <a:pt x="1781" y="3581"/>
                  </a:cubicBezTo>
                  <a:cubicBezTo>
                    <a:pt x="1790" y="3581"/>
                    <a:pt x="1815" y="3556"/>
                    <a:pt x="1840" y="3527"/>
                  </a:cubicBezTo>
                  <a:cubicBezTo>
                    <a:pt x="1870" y="3480"/>
                    <a:pt x="1882" y="3463"/>
                    <a:pt x="1883" y="3463"/>
                  </a:cubicBezTo>
                  <a:lnTo>
                    <a:pt x="1883" y="3463"/>
                  </a:lnTo>
                  <a:cubicBezTo>
                    <a:pt x="1885" y="3463"/>
                    <a:pt x="1864" y="3498"/>
                    <a:pt x="1840" y="3536"/>
                  </a:cubicBezTo>
                  <a:cubicBezTo>
                    <a:pt x="1816" y="3583"/>
                    <a:pt x="1792" y="3627"/>
                    <a:pt x="1798" y="3627"/>
                  </a:cubicBezTo>
                  <a:cubicBezTo>
                    <a:pt x="1799" y="3627"/>
                    <a:pt x="1805" y="3621"/>
                    <a:pt x="1816" y="3609"/>
                  </a:cubicBezTo>
                  <a:cubicBezTo>
                    <a:pt x="1841" y="3587"/>
                    <a:pt x="1873" y="3571"/>
                    <a:pt x="1894" y="3571"/>
                  </a:cubicBezTo>
                  <a:cubicBezTo>
                    <a:pt x="1920" y="3571"/>
                    <a:pt x="1929" y="3595"/>
                    <a:pt x="1889" y="3657"/>
                  </a:cubicBezTo>
                  <a:lnTo>
                    <a:pt x="1905" y="3665"/>
                  </a:lnTo>
                  <a:cubicBezTo>
                    <a:pt x="1928" y="3633"/>
                    <a:pt x="1943" y="3624"/>
                    <a:pt x="1956" y="3624"/>
                  </a:cubicBezTo>
                  <a:cubicBezTo>
                    <a:pt x="1966" y="3624"/>
                    <a:pt x="1975" y="3629"/>
                    <a:pt x="1986" y="3633"/>
                  </a:cubicBezTo>
                  <a:cubicBezTo>
                    <a:pt x="2002" y="3649"/>
                    <a:pt x="2010" y="3657"/>
                    <a:pt x="1978" y="3714"/>
                  </a:cubicBezTo>
                  <a:cubicBezTo>
                    <a:pt x="1955" y="3742"/>
                    <a:pt x="1947" y="3756"/>
                    <a:pt x="1956" y="3756"/>
                  </a:cubicBezTo>
                  <a:cubicBezTo>
                    <a:pt x="1962" y="3756"/>
                    <a:pt x="1978" y="3748"/>
                    <a:pt x="2002" y="3730"/>
                  </a:cubicBezTo>
                  <a:cubicBezTo>
                    <a:pt x="2010" y="3730"/>
                    <a:pt x="2078" y="3624"/>
                    <a:pt x="2090" y="3624"/>
                  </a:cubicBezTo>
                  <a:cubicBezTo>
                    <a:pt x="2091" y="3624"/>
                    <a:pt x="2091" y="3624"/>
                    <a:pt x="2091" y="3625"/>
                  </a:cubicBezTo>
                  <a:cubicBezTo>
                    <a:pt x="2122" y="3572"/>
                    <a:pt x="2159" y="3519"/>
                    <a:pt x="2170" y="3519"/>
                  </a:cubicBezTo>
                  <a:cubicBezTo>
                    <a:pt x="2171" y="3519"/>
                    <a:pt x="2172" y="3519"/>
                    <a:pt x="2172" y="3519"/>
                  </a:cubicBezTo>
                  <a:lnTo>
                    <a:pt x="2140" y="3576"/>
                  </a:lnTo>
                  <a:lnTo>
                    <a:pt x="2083" y="3698"/>
                  </a:lnTo>
                  <a:cubicBezTo>
                    <a:pt x="2086" y="3700"/>
                    <a:pt x="2089" y="3703"/>
                    <a:pt x="2092" y="3703"/>
                  </a:cubicBezTo>
                  <a:cubicBezTo>
                    <a:pt x="2099" y="3703"/>
                    <a:pt x="2110" y="3692"/>
                    <a:pt x="2132" y="3649"/>
                  </a:cubicBezTo>
                  <a:lnTo>
                    <a:pt x="2132" y="3649"/>
                  </a:lnTo>
                  <a:cubicBezTo>
                    <a:pt x="2108" y="3714"/>
                    <a:pt x="2116" y="3722"/>
                    <a:pt x="2140" y="3730"/>
                  </a:cubicBezTo>
                  <a:cubicBezTo>
                    <a:pt x="2149" y="3733"/>
                    <a:pt x="2157" y="3736"/>
                    <a:pt x="2166" y="3736"/>
                  </a:cubicBezTo>
                  <a:cubicBezTo>
                    <a:pt x="2183" y="3736"/>
                    <a:pt x="2200" y="3726"/>
                    <a:pt x="2221" y="3690"/>
                  </a:cubicBezTo>
                  <a:lnTo>
                    <a:pt x="2221" y="3690"/>
                  </a:lnTo>
                  <a:cubicBezTo>
                    <a:pt x="2199" y="3762"/>
                    <a:pt x="2211" y="3801"/>
                    <a:pt x="2235" y="3801"/>
                  </a:cubicBezTo>
                  <a:cubicBezTo>
                    <a:pt x="2254" y="3801"/>
                    <a:pt x="2281" y="3776"/>
                    <a:pt x="2302" y="3722"/>
                  </a:cubicBezTo>
                  <a:cubicBezTo>
                    <a:pt x="2314" y="3691"/>
                    <a:pt x="2322" y="3674"/>
                    <a:pt x="2326" y="3674"/>
                  </a:cubicBezTo>
                  <a:cubicBezTo>
                    <a:pt x="2331" y="3674"/>
                    <a:pt x="2331" y="3693"/>
                    <a:pt x="2326" y="3730"/>
                  </a:cubicBezTo>
                  <a:cubicBezTo>
                    <a:pt x="2318" y="3764"/>
                    <a:pt x="2316" y="3780"/>
                    <a:pt x="2320" y="3780"/>
                  </a:cubicBezTo>
                  <a:cubicBezTo>
                    <a:pt x="2323" y="3780"/>
                    <a:pt x="2331" y="3766"/>
                    <a:pt x="2343" y="3738"/>
                  </a:cubicBezTo>
                  <a:cubicBezTo>
                    <a:pt x="2352" y="3720"/>
                    <a:pt x="2357" y="3713"/>
                    <a:pt x="2361" y="3713"/>
                  </a:cubicBezTo>
                  <a:lnTo>
                    <a:pt x="2361" y="3713"/>
                  </a:lnTo>
                  <a:cubicBezTo>
                    <a:pt x="2371" y="3713"/>
                    <a:pt x="2365" y="3764"/>
                    <a:pt x="2359" y="3811"/>
                  </a:cubicBezTo>
                  <a:cubicBezTo>
                    <a:pt x="2344" y="3896"/>
                    <a:pt x="2344" y="3932"/>
                    <a:pt x="2352" y="3932"/>
                  </a:cubicBezTo>
                  <a:cubicBezTo>
                    <a:pt x="2358" y="3932"/>
                    <a:pt x="2366" y="3917"/>
                    <a:pt x="2375" y="3892"/>
                  </a:cubicBezTo>
                  <a:cubicBezTo>
                    <a:pt x="2407" y="3848"/>
                    <a:pt x="2423" y="3843"/>
                    <a:pt x="2437" y="3843"/>
                  </a:cubicBezTo>
                  <a:cubicBezTo>
                    <a:pt x="2441" y="3843"/>
                    <a:pt x="2444" y="3844"/>
                    <a:pt x="2448" y="3844"/>
                  </a:cubicBezTo>
                  <a:cubicBezTo>
                    <a:pt x="2481" y="3779"/>
                    <a:pt x="2497" y="3779"/>
                    <a:pt x="2497" y="3714"/>
                  </a:cubicBezTo>
                  <a:cubicBezTo>
                    <a:pt x="2505" y="3665"/>
                    <a:pt x="2513" y="3625"/>
                    <a:pt x="2529" y="3576"/>
                  </a:cubicBezTo>
                  <a:cubicBezTo>
                    <a:pt x="2539" y="3556"/>
                    <a:pt x="2545" y="3549"/>
                    <a:pt x="2549" y="3549"/>
                  </a:cubicBezTo>
                  <a:lnTo>
                    <a:pt x="2549" y="3549"/>
                  </a:lnTo>
                  <a:cubicBezTo>
                    <a:pt x="2555" y="3549"/>
                    <a:pt x="2549" y="3577"/>
                    <a:pt x="2540" y="3577"/>
                  </a:cubicBezTo>
                  <a:cubicBezTo>
                    <a:pt x="2539" y="3577"/>
                    <a:pt x="2538" y="3577"/>
                    <a:pt x="2537" y="3576"/>
                  </a:cubicBezTo>
                  <a:cubicBezTo>
                    <a:pt x="2521" y="3617"/>
                    <a:pt x="2513" y="3665"/>
                    <a:pt x="2521" y="3714"/>
                  </a:cubicBezTo>
                  <a:cubicBezTo>
                    <a:pt x="2521" y="3779"/>
                    <a:pt x="2537" y="3787"/>
                    <a:pt x="2553" y="3787"/>
                  </a:cubicBezTo>
                  <a:lnTo>
                    <a:pt x="2594" y="3795"/>
                  </a:lnTo>
                  <a:cubicBezTo>
                    <a:pt x="2611" y="3833"/>
                    <a:pt x="2621" y="3851"/>
                    <a:pt x="2628" y="3851"/>
                  </a:cubicBezTo>
                  <a:cubicBezTo>
                    <a:pt x="2635" y="3851"/>
                    <a:pt x="2639" y="3835"/>
                    <a:pt x="2643" y="3803"/>
                  </a:cubicBezTo>
                  <a:lnTo>
                    <a:pt x="2651" y="3730"/>
                  </a:lnTo>
                  <a:lnTo>
                    <a:pt x="2651" y="3730"/>
                  </a:lnTo>
                  <a:cubicBezTo>
                    <a:pt x="2646" y="3805"/>
                    <a:pt x="2685" y="3846"/>
                    <a:pt x="2723" y="3846"/>
                  </a:cubicBezTo>
                  <a:cubicBezTo>
                    <a:pt x="2754" y="3846"/>
                    <a:pt x="2785" y="3817"/>
                    <a:pt x="2789" y="3754"/>
                  </a:cubicBezTo>
                  <a:lnTo>
                    <a:pt x="2789" y="3819"/>
                  </a:lnTo>
                  <a:cubicBezTo>
                    <a:pt x="2789" y="3892"/>
                    <a:pt x="2805" y="3892"/>
                    <a:pt x="2821" y="3892"/>
                  </a:cubicBezTo>
                  <a:cubicBezTo>
                    <a:pt x="2837" y="3892"/>
                    <a:pt x="2878" y="3819"/>
                    <a:pt x="2918" y="3819"/>
                  </a:cubicBezTo>
                  <a:cubicBezTo>
                    <a:pt x="2959" y="3811"/>
                    <a:pt x="2999" y="3811"/>
                    <a:pt x="2983" y="3746"/>
                  </a:cubicBezTo>
                  <a:cubicBezTo>
                    <a:pt x="2999" y="3746"/>
                    <a:pt x="2999" y="3746"/>
                    <a:pt x="3008" y="3811"/>
                  </a:cubicBezTo>
                  <a:cubicBezTo>
                    <a:pt x="2999" y="3876"/>
                    <a:pt x="3016" y="3876"/>
                    <a:pt x="3024" y="3876"/>
                  </a:cubicBezTo>
                  <a:cubicBezTo>
                    <a:pt x="3040" y="3876"/>
                    <a:pt x="3032" y="3811"/>
                    <a:pt x="3024" y="3738"/>
                  </a:cubicBezTo>
                  <a:cubicBezTo>
                    <a:pt x="3016" y="3706"/>
                    <a:pt x="3016" y="3690"/>
                    <a:pt x="3022" y="3690"/>
                  </a:cubicBezTo>
                  <a:lnTo>
                    <a:pt x="3022" y="3690"/>
                  </a:lnTo>
                  <a:cubicBezTo>
                    <a:pt x="3028" y="3690"/>
                    <a:pt x="3040" y="3706"/>
                    <a:pt x="3056" y="3738"/>
                  </a:cubicBezTo>
                  <a:cubicBezTo>
                    <a:pt x="3072" y="3771"/>
                    <a:pt x="3093" y="3787"/>
                    <a:pt x="3110" y="3787"/>
                  </a:cubicBezTo>
                  <a:cubicBezTo>
                    <a:pt x="3127" y="3787"/>
                    <a:pt x="3141" y="3771"/>
                    <a:pt x="3145" y="3738"/>
                  </a:cubicBezTo>
                  <a:cubicBezTo>
                    <a:pt x="3147" y="3736"/>
                    <a:pt x="3150" y="3735"/>
                    <a:pt x="3152" y="3735"/>
                  </a:cubicBezTo>
                  <a:cubicBezTo>
                    <a:pt x="3158" y="3735"/>
                    <a:pt x="3166" y="3747"/>
                    <a:pt x="3178" y="3795"/>
                  </a:cubicBezTo>
                  <a:cubicBezTo>
                    <a:pt x="3191" y="3831"/>
                    <a:pt x="3209" y="3864"/>
                    <a:pt x="3222" y="3864"/>
                  </a:cubicBezTo>
                  <a:cubicBezTo>
                    <a:pt x="3232" y="3864"/>
                    <a:pt x="3238" y="3841"/>
                    <a:pt x="3235" y="3779"/>
                  </a:cubicBezTo>
                  <a:cubicBezTo>
                    <a:pt x="3243" y="3779"/>
                    <a:pt x="3243" y="3779"/>
                    <a:pt x="3259" y="3844"/>
                  </a:cubicBezTo>
                  <a:cubicBezTo>
                    <a:pt x="3277" y="3880"/>
                    <a:pt x="3293" y="3917"/>
                    <a:pt x="3297" y="3917"/>
                  </a:cubicBezTo>
                  <a:cubicBezTo>
                    <a:pt x="3301" y="3917"/>
                    <a:pt x="3297" y="3895"/>
                    <a:pt x="3283" y="3836"/>
                  </a:cubicBezTo>
                  <a:cubicBezTo>
                    <a:pt x="3288" y="3795"/>
                    <a:pt x="3300" y="3774"/>
                    <a:pt x="3317" y="3774"/>
                  </a:cubicBezTo>
                  <a:cubicBezTo>
                    <a:pt x="3330" y="3774"/>
                    <a:pt x="3347" y="3786"/>
                    <a:pt x="3364" y="3811"/>
                  </a:cubicBezTo>
                  <a:cubicBezTo>
                    <a:pt x="3380" y="3811"/>
                    <a:pt x="3389" y="3803"/>
                    <a:pt x="3364" y="3746"/>
                  </a:cubicBezTo>
                  <a:cubicBezTo>
                    <a:pt x="3356" y="3706"/>
                    <a:pt x="3356" y="3714"/>
                    <a:pt x="3340" y="3682"/>
                  </a:cubicBezTo>
                  <a:lnTo>
                    <a:pt x="3340" y="3682"/>
                  </a:lnTo>
                  <a:cubicBezTo>
                    <a:pt x="3372" y="3741"/>
                    <a:pt x="3388" y="3772"/>
                    <a:pt x="3391" y="3772"/>
                  </a:cubicBezTo>
                  <a:cubicBezTo>
                    <a:pt x="3395" y="3772"/>
                    <a:pt x="3385" y="3739"/>
                    <a:pt x="3364" y="3673"/>
                  </a:cubicBezTo>
                  <a:cubicBezTo>
                    <a:pt x="3352" y="3641"/>
                    <a:pt x="3348" y="3625"/>
                    <a:pt x="3350" y="3625"/>
                  </a:cubicBezTo>
                  <a:lnTo>
                    <a:pt x="3350" y="3625"/>
                  </a:lnTo>
                  <a:cubicBezTo>
                    <a:pt x="3352" y="3625"/>
                    <a:pt x="3360" y="3641"/>
                    <a:pt x="3372" y="3673"/>
                  </a:cubicBezTo>
                  <a:cubicBezTo>
                    <a:pt x="3413" y="3730"/>
                    <a:pt x="3421" y="3730"/>
                    <a:pt x="3421" y="3730"/>
                  </a:cubicBezTo>
                  <a:cubicBezTo>
                    <a:pt x="3437" y="3730"/>
                    <a:pt x="3462" y="3641"/>
                    <a:pt x="3502" y="3617"/>
                  </a:cubicBezTo>
                  <a:cubicBezTo>
                    <a:pt x="3583" y="3576"/>
                    <a:pt x="3616" y="3560"/>
                    <a:pt x="3575" y="3503"/>
                  </a:cubicBezTo>
                  <a:cubicBezTo>
                    <a:pt x="3558" y="3470"/>
                    <a:pt x="3550" y="3453"/>
                    <a:pt x="3553" y="3453"/>
                  </a:cubicBezTo>
                  <a:lnTo>
                    <a:pt x="3553" y="3453"/>
                  </a:lnTo>
                  <a:cubicBezTo>
                    <a:pt x="3556" y="3453"/>
                    <a:pt x="3568" y="3468"/>
                    <a:pt x="3591" y="3495"/>
                  </a:cubicBezTo>
                  <a:cubicBezTo>
                    <a:pt x="3628" y="3532"/>
                    <a:pt x="3641" y="3536"/>
                    <a:pt x="3653" y="3536"/>
                  </a:cubicBezTo>
                  <a:cubicBezTo>
                    <a:pt x="3657" y="3536"/>
                    <a:pt x="3660" y="3536"/>
                    <a:pt x="3664" y="3536"/>
                  </a:cubicBezTo>
                  <a:cubicBezTo>
                    <a:pt x="3667" y="3533"/>
                    <a:pt x="3670" y="3530"/>
                    <a:pt x="3674" y="3530"/>
                  </a:cubicBezTo>
                  <a:cubicBezTo>
                    <a:pt x="3682" y="3530"/>
                    <a:pt x="3695" y="3539"/>
                    <a:pt x="3721" y="3576"/>
                  </a:cubicBezTo>
                  <a:cubicBezTo>
                    <a:pt x="3689" y="3519"/>
                    <a:pt x="3689" y="3519"/>
                    <a:pt x="3697" y="3511"/>
                  </a:cubicBezTo>
                  <a:lnTo>
                    <a:pt x="3697" y="3511"/>
                  </a:lnTo>
                  <a:cubicBezTo>
                    <a:pt x="3715" y="3533"/>
                    <a:pt x="3728" y="3543"/>
                    <a:pt x="3733" y="3543"/>
                  </a:cubicBezTo>
                  <a:cubicBezTo>
                    <a:pt x="3740" y="3543"/>
                    <a:pt x="3735" y="3527"/>
                    <a:pt x="3713" y="3495"/>
                  </a:cubicBezTo>
                  <a:cubicBezTo>
                    <a:pt x="3676" y="3437"/>
                    <a:pt x="3657" y="3409"/>
                    <a:pt x="3659" y="3409"/>
                  </a:cubicBezTo>
                  <a:lnTo>
                    <a:pt x="3659" y="3409"/>
                  </a:lnTo>
                  <a:cubicBezTo>
                    <a:pt x="3661" y="3409"/>
                    <a:pt x="3681" y="3435"/>
                    <a:pt x="3721" y="3487"/>
                  </a:cubicBezTo>
                  <a:cubicBezTo>
                    <a:pt x="3753" y="3524"/>
                    <a:pt x="3792" y="3548"/>
                    <a:pt x="3801" y="3548"/>
                  </a:cubicBezTo>
                  <a:cubicBezTo>
                    <a:pt x="3806" y="3548"/>
                    <a:pt x="3802" y="3541"/>
                    <a:pt x="3786" y="3527"/>
                  </a:cubicBezTo>
                  <a:cubicBezTo>
                    <a:pt x="3737" y="3471"/>
                    <a:pt x="3762" y="3455"/>
                    <a:pt x="3721" y="3398"/>
                  </a:cubicBezTo>
                  <a:cubicBezTo>
                    <a:pt x="3723" y="3395"/>
                    <a:pt x="3726" y="3394"/>
                    <a:pt x="3729" y="3394"/>
                  </a:cubicBezTo>
                  <a:cubicBezTo>
                    <a:pt x="3737" y="3394"/>
                    <a:pt x="3751" y="3404"/>
                    <a:pt x="3786" y="3438"/>
                  </a:cubicBezTo>
                  <a:cubicBezTo>
                    <a:pt x="3794" y="3445"/>
                    <a:pt x="3802" y="3449"/>
                    <a:pt x="3807" y="3449"/>
                  </a:cubicBezTo>
                  <a:cubicBezTo>
                    <a:pt x="3833" y="3449"/>
                    <a:pt x="3827" y="3381"/>
                    <a:pt x="3794" y="3341"/>
                  </a:cubicBezTo>
                  <a:cubicBezTo>
                    <a:pt x="3768" y="3315"/>
                    <a:pt x="3758" y="3300"/>
                    <a:pt x="3762" y="3300"/>
                  </a:cubicBezTo>
                  <a:lnTo>
                    <a:pt x="3762" y="3300"/>
                  </a:lnTo>
                  <a:cubicBezTo>
                    <a:pt x="3766" y="3300"/>
                    <a:pt x="3780" y="3311"/>
                    <a:pt x="3802" y="3333"/>
                  </a:cubicBezTo>
                  <a:cubicBezTo>
                    <a:pt x="3832" y="3363"/>
                    <a:pt x="3847" y="3371"/>
                    <a:pt x="3856" y="3371"/>
                  </a:cubicBezTo>
                  <a:cubicBezTo>
                    <a:pt x="3861" y="3371"/>
                    <a:pt x="3864" y="3368"/>
                    <a:pt x="3867" y="3365"/>
                  </a:cubicBezTo>
                  <a:cubicBezTo>
                    <a:pt x="3854" y="3347"/>
                    <a:pt x="3850" y="3340"/>
                    <a:pt x="3853" y="3340"/>
                  </a:cubicBezTo>
                  <a:lnTo>
                    <a:pt x="3853" y="3340"/>
                  </a:lnTo>
                  <a:cubicBezTo>
                    <a:pt x="3858" y="3340"/>
                    <a:pt x="3891" y="3373"/>
                    <a:pt x="3924" y="3406"/>
                  </a:cubicBezTo>
                  <a:cubicBezTo>
                    <a:pt x="3947" y="3433"/>
                    <a:pt x="3962" y="3443"/>
                    <a:pt x="3974" y="3443"/>
                  </a:cubicBezTo>
                  <a:cubicBezTo>
                    <a:pt x="3983" y="3443"/>
                    <a:pt x="3990" y="3437"/>
                    <a:pt x="3997" y="3430"/>
                  </a:cubicBezTo>
                  <a:cubicBezTo>
                    <a:pt x="3964" y="3398"/>
                    <a:pt x="3972" y="3349"/>
                    <a:pt x="4005" y="3317"/>
                  </a:cubicBezTo>
                  <a:cubicBezTo>
                    <a:pt x="4037" y="3268"/>
                    <a:pt x="3989" y="3219"/>
                    <a:pt x="3891" y="3122"/>
                  </a:cubicBezTo>
                  <a:lnTo>
                    <a:pt x="3786" y="3041"/>
                  </a:lnTo>
                  <a:lnTo>
                    <a:pt x="3786" y="3041"/>
                  </a:lnTo>
                  <a:lnTo>
                    <a:pt x="3899" y="3114"/>
                  </a:lnTo>
                  <a:cubicBezTo>
                    <a:pt x="3956" y="3155"/>
                    <a:pt x="4078" y="3219"/>
                    <a:pt x="4078" y="3219"/>
                  </a:cubicBezTo>
                  <a:cubicBezTo>
                    <a:pt x="4086" y="3211"/>
                    <a:pt x="4021" y="3171"/>
                    <a:pt x="3964" y="3138"/>
                  </a:cubicBezTo>
                  <a:cubicBezTo>
                    <a:pt x="3929" y="3113"/>
                    <a:pt x="3919" y="3100"/>
                    <a:pt x="3934" y="3100"/>
                  </a:cubicBezTo>
                  <a:cubicBezTo>
                    <a:pt x="3943" y="3100"/>
                    <a:pt x="3961" y="3105"/>
                    <a:pt x="3989" y="3114"/>
                  </a:cubicBezTo>
                  <a:cubicBezTo>
                    <a:pt x="4012" y="3119"/>
                    <a:pt x="4028" y="3122"/>
                    <a:pt x="4038" y="3122"/>
                  </a:cubicBezTo>
                  <a:cubicBezTo>
                    <a:pt x="4060" y="3122"/>
                    <a:pt x="4052" y="3109"/>
                    <a:pt x="4013" y="3082"/>
                  </a:cubicBezTo>
                  <a:cubicBezTo>
                    <a:pt x="4017" y="3073"/>
                    <a:pt x="4019" y="3066"/>
                    <a:pt x="4031" y="3066"/>
                  </a:cubicBezTo>
                  <a:cubicBezTo>
                    <a:pt x="4041" y="3066"/>
                    <a:pt x="4057" y="3071"/>
                    <a:pt x="4086" y="3082"/>
                  </a:cubicBezTo>
                  <a:cubicBezTo>
                    <a:pt x="4094" y="3073"/>
                    <a:pt x="4094" y="3073"/>
                    <a:pt x="4037" y="3041"/>
                  </a:cubicBezTo>
                  <a:cubicBezTo>
                    <a:pt x="3994" y="3019"/>
                    <a:pt x="3983" y="3009"/>
                    <a:pt x="4000" y="3009"/>
                  </a:cubicBezTo>
                  <a:cubicBezTo>
                    <a:pt x="4008" y="3009"/>
                    <a:pt x="4024" y="3011"/>
                    <a:pt x="4045" y="3017"/>
                  </a:cubicBezTo>
                  <a:cubicBezTo>
                    <a:pt x="4097" y="3039"/>
                    <a:pt x="4130" y="3048"/>
                    <a:pt x="4148" y="3048"/>
                  </a:cubicBezTo>
                  <a:cubicBezTo>
                    <a:pt x="4175" y="3048"/>
                    <a:pt x="4165" y="3028"/>
                    <a:pt x="4126" y="3009"/>
                  </a:cubicBezTo>
                  <a:cubicBezTo>
                    <a:pt x="4062" y="2984"/>
                    <a:pt x="4070" y="2968"/>
                    <a:pt x="4078" y="2960"/>
                  </a:cubicBezTo>
                  <a:cubicBezTo>
                    <a:pt x="4078" y="2952"/>
                    <a:pt x="4086" y="2944"/>
                    <a:pt x="4029" y="2903"/>
                  </a:cubicBezTo>
                  <a:lnTo>
                    <a:pt x="4037" y="2887"/>
                  </a:lnTo>
                  <a:cubicBezTo>
                    <a:pt x="4037" y="2886"/>
                    <a:pt x="4038" y="2886"/>
                    <a:pt x="4039" y="2886"/>
                  </a:cubicBezTo>
                  <a:cubicBezTo>
                    <a:pt x="4051" y="2886"/>
                    <a:pt x="4101" y="2912"/>
                    <a:pt x="4094" y="2919"/>
                  </a:cubicBezTo>
                  <a:lnTo>
                    <a:pt x="4159" y="2936"/>
                  </a:lnTo>
                  <a:cubicBezTo>
                    <a:pt x="4175" y="2919"/>
                    <a:pt x="4175" y="2911"/>
                    <a:pt x="4118" y="2871"/>
                  </a:cubicBezTo>
                  <a:cubicBezTo>
                    <a:pt x="4055" y="2841"/>
                    <a:pt x="4025" y="2827"/>
                    <a:pt x="4028" y="2827"/>
                  </a:cubicBezTo>
                  <a:lnTo>
                    <a:pt x="4028" y="2827"/>
                  </a:lnTo>
                  <a:cubicBezTo>
                    <a:pt x="4032" y="2827"/>
                    <a:pt x="4064" y="2839"/>
                    <a:pt x="4126" y="2863"/>
                  </a:cubicBezTo>
                  <a:cubicBezTo>
                    <a:pt x="4163" y="2876"/>
                    <a:pt x="4199" y="2887"/>
                    <a:pt x="4214" y="2887"/>
                  </a:cubicBezTo>
                  <a:cubicBezTo>
                    <a:pt x="4226" y="2887"/>
                    <a:pt x="4224" y="2880"/>
                    <a:pt x="4199" y="2863"/>
                  </a:cubicBezTo>
                  <a:cubicBezTo>
                    <a:pt x="4135" y="2837"/>
                    <a:pt x="4123" y="2827"/>
                    <a:pt x="4135" y="2827"/>
                  </a:cubicBezTo>
                  <a:cubicBezTo>
                    <a:pt x="4146" y="2827"/>
                    <a:pt x="4177" y="2835"/>
                    <a:pt x="4207" y="2846"/>
                  </a:cubicBezTo>
                  <a:cubicBezTo>
                    <a:pt x="4261" y="2872"/>
                    <a:pt x="4293" y="2886"/>
                    <a:pt x="4301" y="2886"/>
                  </a:cubicBezTo>
                  <a:cubicBezTo>
                    <a:pt x="4311" y="2886"/>
                    <a:pt x="4283" y="2864"/>
                    <a:pt x="4216" y="2814"/>
                  </a:cubicBezTo>
                  <a:cubicBezTo>
                    <a:pt x="4224" y="2790"/>
                    <a:pt x="4175" y="2725"/>
                    <a:pt x="4183" y="2692"/>
                  </a:cubicBezTo>
                  <a:cubicBezTo>
                    <a:pt x="4191" y="2652"/>
                    <a:pt x="4199" y="2636"/>
                    <a:pt x="4272" y="2636"/>
                  </a:cubicBezTo>
                  <a:cubicBezTo>
                    <a:pt x="4276" y="2636"/>
                    <a:pt x="4280" y="2637"/>
                    <a:pt x="4284" y="2638"/>
                  </a:cubicBezTo>
                  <a:lnTo>
                    <a:pt x="4284" y="2638"/>
                  </a:lnTo>
                  <a:cubicBezTo>
                    <a:pt x="4208" y="2616"/>
                    <a:pt x="4209" y="2606"/>
                    <a:pt x="4216" y="2579"/>
                  </a:cubicBezTo>
                  <a:cubicBezTo>
                    <a:pt x="4297" y="2555"/>
                    <a:pt x="4224" y="2522"/>
                    <a:pt x="4159" y="2506"/>
                  </a:cubicBezTo>
                  <a:cubicBezTo>
                    <a:pt x="4159" y="2514"/>
                    <a:pt x="4159" y="2522"/>
                    <a:pt x="4159" y="2522"/>
                  </a:cubicBezTo>
                  <a:cubicBezTo>
                    <a:pt x="4021" y="2506"/>
                    <a:pt x="4029" y="2498"/>
                    <a:pt x="4094" y="2482"/>
                  </a:cubicBezTo>
                  <a:cubicBezTo>
                    <a:pt x="4094" y="2479"/>
                    <a:pt x="4100" y="2478"/>
                    <a:pt x="4111" y="2478"/>
                  </a:cubicBezTo>
                  <a:cubicBezTo>
                    <a:pt x="4136" y="2478"/>
                    <a:pt x="4186" y="2484"/>
                    <a:pt x="4232" y="2490"/>
                  </a:cubicBezTo>
                  <a:cubicBezTo>
                    <a:pt x="4259" y="2493"/>
                    <a:pt x="4287" y="2495"/>
                    <a:pt x="4311" y="2495"/>
                  </a:cubicBezTo>
                  <a:cubicBezTo>
                    <a:pt x="4345" y="2495"/>
                    <a:pt x="4370" y="2491"/>
                    <a:pt x="4370" y="2482"/>
                  </a:cubicBezTo>
                  <a:cubicBezTo>
                    <a:pt x="4370" y="2475"/>
                    <a:pt x="4375" y="2463"/>
                    <a:pt x="4338" y="2463"/>
                  </a:cubicBezTo>
                  <a:cubicBezTo>
                    <a:pt x="4330" y="2463"/>
                    <a:pt x="4319" y="2464"/>
                    <a:pt x="4305" y="2465"/>
                  </a:cubicBezTo>
                  <a:cubicBezTo>
                    <a:pt x="4240" y="2457"/>
                    <a:pt x="4240" y="2457"/>
                    <a:pt x="4240" y="2449"/>
                  </a:cubicBezTo>
                  <a:cubicBezTo>
                    <a:pt x="4240" y="2433"/>
                    <a:pt x="4240" y="2425"/>
                    <a:pt x="4175" y="2409"/>
                  </a:cubicBezTo>
                  <a:cubicBezTo>
                    <a:pt x="4110" y="2400"/>
                    <a:pt x="4110" y="2392"/>
                    <a:pt x="4110" y="2384"/>
                  </a:cubicBezTo>
                  <a:cubicBezTo>
                    <a:pt x="4175" y="2376"/>
                    <a:pt x="4183" y="2352"/>
                    <a:pt x="4183" y="2352"/>
                  </a:cubicBezTo>
                  <a:lnTo>
                    <a:pt x="4248" y="2360"/>
                  </a:lnTo>
                  <a:cubicBezTo>
                    <a:pt x="4297" y="2360"/>
                    <a:pt x="4345" y="2360"/>
                    <a:pt x="4386" y="2352"/>
                  </a:cubicBezTo>
                  <a:cubicBezTo>
                    <a:pt x="4386" y="2336"/>
                    <a:pt x="4321" y="2336"/>
                    <a:pt x="4321" y="2336"/>
                  </a:cubicBezTo>
                  <a:cubicBezTo>
                    <a:pt x="4264" y="2336"/>
                    <a:pt x="4256" y="2068"/>
                    <a:pt x="4248" y="2028"/>
                  </a:cubicBezTo>
                  <a:cubicBezTo>
                    <a:pt x="4303" y="2003"/>
                    <a:pt x="4317" y="1979"/>
                    <a:pt x="4288" y="1979"/>
                  </a:cubicBezTo>
                  <a:cubicBezTo>
                    <a:pt x="4279" y="1979"/>
                    <a:pt x="4266" y="1981"/>
                    <a:pt x="4248" y="1987"/>
                  </a:cubicBezTo>
                  <a:cubicBezTo>
                    <a:pt x="4244" y="1988"/>
                    <a:pt x="4240" y="1988"/>
                    <a:pt x="4236" y="1988"/>
                  </a:cubicBezTo>
                  <a:cubicBezTo>
                    <a:pt x="4182" y="1988"/>
                    <a:pt x="4174" y="1935"/>
                    <a:pt x="4159" y="1882"/>
                  </a:cubicBezTo>
                  <a:cubicBezTo>
                    <a:pt x="4145" y="1811"/>
                    <a:pt x="4137" y="1765"/>
                    <a:pt x="4092" y="1765"/>
                  </a:cubicBezTo>
                  <a:cubicBezTo>
                    <a:pt x="4085" y="1765"/>
                    <a:pt x="4078" y="1766"/>
                    <a:pt x="4070" y="1768"/>
                  </a:cubicBezTo>
                  <a:lnTo>
                    <a:pt x="4062" y="1736"/>
                  </a:lnTo>
                  <a:cubicBezTo>
                    <a:pt x="4053" y="1719"/>
                    <a:pt x="3980" y="1728"/>
                    <a:pt x="3980" y="1719"/>
                  </a:cubicBezTo>
                  <a:cubicBezTo>
                    <a:pt x="3963" y="1722"/>
                    <a:pt x="3950" y="1723"/>
                    <a:pt x="3941" y="1723"/>
                  </a:cubicBezTo>
                  <a:cubicBezTo>
                    <a:pt x="3916" y="1723"/>
                    <a:pt x="3925" y="1715"/>
                    <a:pt x="3972" y="1703"/>
                  </a:cubicBezTo>
                  <a:cubicBezTo>
                    <a:pt x="4037" y="1679"/>
                    <a:pt x="4102" y="1655"/>
                    <a:pt x="4102" y="1646"/>
                  </a:cubicBezTo>
                  <a:cubicBezTo>
                    <a:pt x="4100" y="1640"/>
                    <a:pt x="4094" y="1638"/>
                    <a:pt x="4086" y="1638"/>
                  </a:cubicBezTo>
                  <a:cubicBezTo>
                    <a:pt x="4062" y="1638"/>
                    <a:pt x="4013" y="1661"/>
                    <a:pt x="3964" y="1679"/>
                  </a:cubicBezTo>
                  <a:cubicBezTo>
                    <a:pt x="3925" y="1694"/>
                    <a:pt x="3910" y="1696"/>
                    <a:pt x="3904" y="1696"/>
                  </a:cubicBezTo>
                  <a:cubicBezTo>
                    <a:pt x="3899" y="1696"/>
                    <a:pt x="3899" y="1695"/>
                    <a:pt x="3899" y="1695"/>
                  </a:cubicBezTo>
                  <a:cubicBezTo>
                    <a:pt x="3891" y="1687"/>
                    <a:pt x="3891" y="1687"/>
                    <a:pt x="3956" y="1663"/>
                  </a:cubicBezTo>
                  <a:lnTo>
                    <a:pt x="4086" y="1606"/>
                  </a:lnTo>
                  <a:lnTo>
                    <a:pt x="4078" y="1598"/>
                  </a:lnTo>
                  <a:cubicBezTo>
                    <a:pt x="4039" y="1612"/>
                    <a:pt x="4023" y="1615"/>
                    <a:pt x="4017" y="1615"/>
                  </a:cubicBezTo>
                  <a:cubicBezTo>
                    <a:pt x="4013" y="1615"/>
                    <a:pt x="4013" y="1614"/>
                    <a:pt x="4013" y="1614"/>
                  </a:cubicBezTo>
                  <a:cubicBezTo>
                    <a:pt x="4005" y="1606"/>
                    <a:pt x="4005" y="1606"/>
                    <a:pt x="4134" y="1549"/>
                  </a:cubicBezTo>
                  <a:cubicBezTo>
                    <a:pt x="4207" y="1515"/>
                    <a:pt x="4233" y="1496"/>
                    <a:pt x="4217" y="1496"/>
                  </a:cubicBezTo>
                  <a:cubicBezTo>
                    <a:pt x="4206" y="1496"/>
                    <a:pt x="4176" y="1505"/>
                    <a:pt x="4126" y="1525"/>
                  </a:cubicBezTo>
                  <a:lnTo>
                    <a:pt x="4053" y="1533"/>
                  </a:lnTo>
                  <a:cubicBezTo>
                    <a:pt x="4105" y="1502"/>
                    <a:pt x="4111" y="1491"/>
                    <a:pt x="4097" y="1491"/>
                  </a:cubicBezTo>
                  <a:cubicBezTo>
                    <a:pt x="4077" y="1491"/>
                    <a:pt x="4018" y="1511"/>
                    <a:pt x="3980" y="1525"/>
                  </a:cubicBezTo>
                  <a:cubicBezTo>
                    <a:pt x="4048" y="1482"/>
                    <a:pt x="4075" y="1458"/>
                    <a:pt x="4059" y="1458"/>
                  </a:cubicBezTo>
                  <a:cubicBezTo>
                    <a:pt x="4048" y="1458"/>
                    <a:pt x="4017" y="1469"/>
                    <a:pt x="3964" y="1492"/>
                  </a:cubicBezTo>
                  <a:cubicBezTo>
                    <a:pt x="3940" y="1510"/>
                    <a:pt x="3924" y="1518"/>
                    <a:pt x="3919" y="1518"/>
                  </a:cubicBezTo>
                  <a:cubicBezTo>
                    <a:pt x="3913" y="1518"/>
                    <a:pt x="3924" y="1504"/>
                    <a:pt x="3956" y="1476"/>
                  </a:cubicBezTo>
                  <a:cubicBezTo>
                    <a:pt x="4013" y="1436"/>
                    <a:pt x="4005" y="1428"/>
                    <a:pt x="3989" y="1411"/>
                  </a:cubicBezTo>
                  <a:lnTo>
                    <a:pt x="3989" y="1411"/>
                  </a:lnTo>
                  <a:cubicBezTo>
                    <a:pt x="3979" y="1415"/>
                    <a:pt x="3970" y="1417"/>
                    <a:pt x="3962" y="1417"/>
                  </a:cubicBezTo>
                  <a:cubicBezTo>
                    <a:pt x="3914" y="1417"/>
                    <a:pt x="3884" y="1361"/>
                    <a:pt x="3843" y="1306"/>
                  </a:cubicBezTo>
                  <a:cubicBezTo>
                    <a:pt x="3808" y="1249"/>
                    <a:pt x="3770" y="1216"/>
                    <a:pt x="3736" y="1216"/>
                  </a:cubicBezTo>
                  <a:cubicBezTo>
                    <a:pt x="3722" y="1216"/>
                    <a:pt x="3709" y="1221"/>
                    <a:pt x="3697" y="1233"/>
                  </a:cubicBezTo>
                  <a:cubicBezTo>
                    <a:pt x="3689" y="1233"/>
                    <a:pt x="3689" y="1233"/>
                    <a:pt x="3729" y="1176"/>
                  </a:cubicBezTo>
                  <a:cubicBezTo>
                    <a:pt x="3751" y="1150"/>
                    <a:pt x="3762" y="1134"/>
                    <a:pt x="3756" y="1134"/>
                  </a:cubicBezTo>
                  <a:lnTo>
                    <a:pt x="3756" y="1134"/>
                  </a:lnTo>
                  <a:cubicBezTo>
                    <a:pt x="3750" y="1134"/>
                    <a:pt x="3721" y="1156"/>
                    <a:pt x="3664" y="1209"/>
                  </a:cubicBezTo>
                  <a:cubicBezTo>
                    <a:pt x="3651" y="1219"/>
                    <a:pt x="3639" y="1231"/>
                    <a:pt x="3629" y="1241"/>
                  </a:cubicBezTo>
                  <a:lnTo>
                    <a:pt x="3629" y="1241"/>
                  </a:lnTo>
                  <a:cubicBezTo>
                    <a:pt x="3638" y="1232"/>
                    <a:pt x="3649" y="1218"/>
                    <a:pt x="3664" y="1201"/>
                  </a:cubicBezTo>
                  <a:cubicBezTo>
                    <a:pt x="3705" y="1152"/>
                    <a:pt x="3689" y="1136"/>
                    <a:pt x="3664" y="1103"/>
                  </a:cubicBezTo>
                  <a:cubicBezTo>
                    <a:pt x="3656" y="1091"/>
                    <a:pt x="3642" y="1081"/>
                    <a:pt x="3625" y="1081"/>
                  </a:cubicBezTo>
                  <a:cubicBezTo>
                    <a:pt x="3607" y="1081"/>
                    <a:pt x="3587" y="1091"/>
                    <a:pt x="3567" y="1119"/>
                  </a:cubicBezTo>
                  <a:cubicBezTo>
                    <a:pt x="3540" y="1139"/>
                    <a:pt x="3526" y="1149"/>
                    <a:pt x="3524" y="1149"/>
                  </a:cubicBezTo>
                  <a:cubicBezTo>
                    <a:pt x="3521" y="1149"/>
                    <a:pt x="3533" y="1137"/>
                    <a:pt x="3559" y="1111"/>
                  </a:cubicBezTo>
                  <a:cubicBezTo>
                    <a:pt x="3621" y="1038"/>
                    <a:pt x="3632" y="972"/>
                    <a:pt x="3600" y="972"/>
                  </a:cubicBezTo>
                  <a:cubicBezTo>
                    <a:pt x="3586" y="972"/>
                    <a:pt x="3564" y="985"/>
                    <a:pt x="3535" y="1014"/>
                  </a:cubicBezTo>
                  <a:cubicBezTo>
                    <a:pt x="3526" y="1006"/>
                    <a:pt x="3518" y="1006"/>
                    <a:pt x="3551" y="941"/>
                  </a:cubicBezTo>
                  <a:cubicBezTo>
                    <a:pt x="3548" y="941"/>
                    <a:pt x="3546" y="940"/>
                    <a:pt x="3543" y="940"/>
                  </a:cubicBezTo>
                  <a:cubicBezTo>
                    <a:pt x="3534" y="940"/>
                    <a:pt x="3518" y="945"/>
                    <a:pt x="3478" y="974"/>
                  </a:cubicBezTo>
                  <a:cubicBezTo>
                    <a:pt x="3470" y="965"/>
                    <a:pt x="3429" y="941"/>
                    <a:pt x="3413" y="933"/>
                  </a:cubicBezTo>
                  <a:cubicBezTo>
                    <a:pt x="3412" y="932"/>
                    <a:pt x="3411" y="932"/>
                    <a:pt x="3409" y="932"/>
                  </a:cubicBezTo>
                  <a:cubicBezTo>
                    <a:pt x="3390" y="932"/>
                    <a:pt x="3348" y="982"/>
                    <a:pt x="3348" y="982"/>
                  </a:cubicBezTo>
                  <a:lnTo>
                    <a:pt x="3340" y="982"/>
                  </a:lnTo>
                  <a:cubicBezTo>
                    <a:pt x="3364" y="917"/>
                    <a:pt x="3316" y="901"/>
                    <a:pt x="3243" y="868"/>
                  </a:cubicBezTo>
                  <a:cubicBezTo>
                    <a:pt x="3170" y="844"/>
                    <a:pt x="3113" y="819"/>
                    <a:pt x="3113" y="755"/>
                  </a:cubicBezTo>
                  <a:cubicBezTo>
                    <a:pt x="3113" y="755"/>
                    <a:pt x="3105" y="755"/>
                    <a:pt x="3080" y="819"/>
                  </a:cubicBezTo>
                  <a:cubicBezTo>
                    <a:pt x="3061" y="895"/>
                    <a:pt x="3051" y="927"/>
                    <a:pt x="3044" y="927"/>
                  </a:cubicBezTo>
                  <a:cubicBezTo>
                    <a:pt x="3039" y="927"/>
                    <a:pt x="3035" y="911"/>
                    <a:pt x="3032" y="884"/>
                  </a:cubicBezTo>
                  <a:cubicBezTo>
                    <a:pt x="3040" y="813"/>
                    <a:pt x="3031" y="777"/>
                    <a:pt x="3017" y="777"/>
                  </a:cubicBezTo>
                  <a:cubicBezTo>
                    <a:pt x="3004" y="777"/>
                    <a:pt x="2987" y="809"/>
                    <a:pt x="2975" y="876"/>
                  </a:cubicBezTo>
                  <a:cubicBezTo>
                    <a:pt x="2975" y="836"/>
                    <a:pt x="2975" y="844"/>
                    <a:pt x="2983" y="803"/>
                  </a:cubicBezTo>
                  <a:cubicBezTo>
                    <a:pt x="2983" y="750"/>
                    <a:pt x="2977" y="727"/>
                    <a:pt x="2968" y="727"/>
                  </a:cubicBezTo>
                  <a:cubicBezTo>
                    <a:pt x="2954" y="727"/>
                    <a:pt x="2933" y="784"/>
                    <a:pt x="2918" y="868"/>
                  </a:cubicBezTo>
                  <a:cubicBezTo>
                    <a:pt x="2918" y="816"/>
                    <a:pt x="2914" y="768"/>
                    <a:pt x="2906" y="768"/>
                  </a:cubicBezTo>
                  <a:cubicBezTo>
                    <a:pt x="2903" y="768"/>
                    <a:pt x="2899" y="776"/>
                    <a:pt x="2894" y="795"/>
                  </a:cubicBezTo>
                  <a:cubicBezTo>
                    <a:pt x="2886" y="795"/>
                    <a:pt x="2886" y="795"/>
                    <a:pt x="2894" y="657"/>
                  </a:cubicBezTo>
                  <a:cubicBezTo>
                    <a:pt x="2894" y="584"/>
                    <a:pt x="2894" y="520"/>
                    <a:pt x="2886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2"/>
            <p:cNvSpPr/>
            <p:nvPr/>
          </p:nvSpPr>
          <p:spPr>
            <a:xfrm>
              <a:off x="7793405" y="4249294"/>
              <a:ext cx="52592" cy="44025"/>
            </a:xfrm>
            <a:custGeom>
              <a:avLst/>
              <a:gdLst/>
              <a:ahLst/>
              <a:cxnLst/>
              <a:rect l="l" t="t" r="r" b="b"/>
              <a:pathLst>
                <a:path w="3051" h="2554" extrusionOk="0">
                  <a:moveTo>
                    <a:pt x="1936" y="1"/>
                  </a:moveTo>
                  <a:cubicBezTo>
                    <a:pt x="1928" y="1"/>
                    <a:pt x="1936" y="65"/>
                    <a:pt x="1944" y="138"/>
                  </a:cubicBezTo>
                  <a:lnTo>
                    <a:pt x="1952" y="138"/>
                  </a:lnTo>
                  <a:cubicBezTo>
                    <a:pt x="1952" y="90"/>
                    <a:pt x="1952" y="41"/>
                    <a:pt x="1952" y="1"/>
                  </a:cubicBezTo>
                  <a:close/>
                  <a:moveTo>
                    <a:pt x="1526" y="840"/>
                  </a:moveTo>
                  <a:cubicBezTo>
                    <a:pt x="1522" y="840"/>
                    <a:pt x="1519" y="841"/>
                    <a:pt x="1514" y="844"/>
                  </a:cubicBezTo>
                  <a:cubicBezTo>
                    <a:pt x="1514" y="852"/>
                    <a:pt x="1555" y="901"/>
                    <a:pt x="1555" y="901"/>
                  </a:cubicBezTo>
                  <a:cubicBezTo>
                    <a:pt x="1586" y="945"/>
                    <a:pt x="1598" y="950"/>
                    <a:pt x="1606" y="950"/>
                  </a:cubicBezTo>
                  <a:cubicBezTo>
                    <a:pt x="1608" y="950"/>
                    <a:pt x="1610" y="949"/>
                    <a:pt x="1612" y="949"/>
                  </a:cubicBezTo>
                  <a:cubicBezTo>
                    <a:pt x="1624" y="960"/>
                    <a:pt x="1631" y="964"/>
                    <a:pt x="1633" y="964"/>
                  </a:cubicBezTo>
                  <a:cubicBezTo>
                    <a:pt x="1639" y="964"/>
                    <a:pt x="1609" y="927"/>
                    <a:pt x="1579" y="884"/>
                  </a:cubicBezTo>
                  <a:cubicBezTo>
                    <a:pt x="1545" y="850"/>
                    <a:pt x="1535" y="840"/>
                    <a:pt x="1526" y="840"/>
                  </a:cubicBezTo>
                  <a:close/>
                  <a:moveTo>
                    <a:pt x="1652" y="917"/>
                  </a:moveTo>
                  <a:cubicBezTo>
                    <a:pt x="1676" y="949"/>
                    <a:pt x="1701" y="990"/>
                    <a:pt x="1717" y="1030"/>
                  </a:cubicBezTo>
                  <a:cubicBezTo>
                    <a:pt x="1685" y="998"/>
                    <a:pt x="1660" y="965"/>
                    <a:pt x="1636" y="925"/>
                  </a:cubicBezTo>
                  <a:lnTo>
                    <a:pt x="1652" y="917"/>
                  </a:lnTo>
                  <a:close/>
                  <a:moveTo>
                    <a:pt x="1952" y="884"/>
                  </a:moveTo>
                  <a:lnTo>
                    <a:pt x="1952" y="884"/>
                  </a:lnTo>
                  <a:cubicBezTo>
                    <a:pt x="1968" y="925"/>
                    <a:pt x="1985" y="965"/>
                    <a:pt x="1993" y="1014"/>
                  </a:cubicBezTo>
                  <a:cubicBezTo>
                    <a:pt x="2017" y="1152"/>
                    <a:pt x="2017" y="1152"/>
                    <a:pt x="2017" y="1152"/>
                  </a:cubicBezTo>
                  <a:cubicBezTo>
                    <a:pt x="2009" y="1152"/>
                    <a:pt x="2009" y="1152"/>
                    <a:pt x="1993" y="1079"/>
                  </a:cubicBezTo>
                  <a:lnTo>
                    <a:pt x="1993" y="1079"/>
                  </a:lnTo>
                  <a:cubicBezTo>
                    <a:pt x="1997" y="1101"/>
                    <a:pt x="2000" y="1109"/>
                    <a:pt x="2001" y="1109"/>
                  </a:cubicBezTo>
                  <a:cubicBezTo>
                    <a:pt x="2003" y="1109"/>
                    <a:pt x="1996" y="1060"/>
                    <a:pt x="1985" y="1014"/>
                  </a:cubicBezTo>
                  <a:lnTo>
                    <a:pt x="1952" y="884"/>
                  </a:lnTo>
                  <a:close/>
                  <a:moveTo>
                    <a:pt x="2041" y="1014"/>
                  </a:moveTo>
                  <a:lnTo>
                    <a:pt x="2049" y="1087"/>
                  </a:lnTo>
                  <a:cubicBezTo>
                    <a:pt x="2057" y="1152"/>
                    <a:pt x="2057" y="1152"/>
                    <a:pt x="2049" y="1152"/>
                  </a:cubicBezTo>
                  <a:cubicBezTo>
                    <a:pt x="2049" y="1152"/>
                    <a:pt x="2049" y="1152"/>
                    <a:pt x="2041" y="1087"/>
                  </a:cubicBezTo>
                  <a:cubicBezTo>
                    <a:pt x="2041" y="1063"/>
                    <a:pt x="2041" y="1038"/>
                    <a:pt x="2041" y="1014"/>
                  </a:cubicBezTo>
                  <a:close/>
                  <a:moveTo>
                    <a:pt x="1490" y="1168"/>
                  </a:moveTo>
                  <a:lnTo>
                    <a:pt x="1603" y="1241"/>
                  </a:lnTo>
                  <a:cubicBezTo>
                    <a:pt x="1705" y="1296"/>
                    <a:pt x="1748" y="1320"/>
                    <a:pt x="1745" y="1320"/>
                  </a:cubicBezTo>
                  <a:cubicBezTo>
                    <a:pt x="1743" y="1320"/>
                    <a:pt x="1713" y="1306"/>
                    <a:pt x="1660" y="1282"/>
                  </a:cubicBezTo>
                  <a:cubicBezTo>
                    <a:pt x="1603" y="1249"/>
                    <a:pt x="1539" y="1217"/>
                    <a:pt x="1482" y="1176"/>
                  </a:cubicBezTo>
                  <a:lnTo>
                    <a:pt x="1490" y="1168"/>
                  </a:lnTo>
                  <a:close/>
                  <a:moveTo>
                    <a:pt x="2682" y="1306"/>
                  </a:moveTo>
                  <a:lnTo>
                    <a:pt x="2682" y="1306"/>
                  </a:lnTo>
                  <a:cubicBezTo>
                    <a:pt x="2653" y="1317"/>
                    <a:pt x="2636" y="1321"/>
                    <a:pt x="2634" y="1321"/>
                  </a:cubicBezTo>
                  <a:cubicBezTo>
                    <a:pt x="2630" y="1321"/>
                    <a:pt x="2646" y="1315"/>
                    <a:pt x="2682" y="1306"/>
                  </a:cubicBezTo>
                  <a:close/>
                  <a:moveTo>
                    <a:pt x="1733" y="1290"/>
                  </a:moveTo>
                  <a:lnTo>
                    <a:pt x="1798" y="1322"/>
                  </a:lnTo>
                  <a:cubicBezTo>
                    <a:pt x="1855" y="1355"/>
                    <a:pt x="1855" y="1355"/>
                    <a:pt x="1847" y="1363"/>
                  </a:cubicBezTo>
                  <a:lnTo>
                    <a:pt x="1790" y="1330"/>
                  </a:lnTo>
                  <a:lnTo>
                    <a:pt x="1733" y="1290"/>
                  </a:lnTo>
                  <a:close/>
                  <a:moveTo>
                    <a:pt x="1855" y="1047"/>
                  </a:moveTo>
                  <a:lnTo>
                    <a:pt x="1920" y="1168"/>
                  </a:lnTo>
                  <a:lnTo>
                    <a:pt x="2009" y="1355"/>
                  </a:lnTo>
                  <a:cubicBezTo>
                    <a:pt x="2014" y="1364"/>
                    <a:pt x="2020" y="1374"/>
                    <a:pt x="2025" y="1383"/>
                  </a:cubicBezTo>
                  <a:lnTo>
                    <a:pt x="2025" y="1383"/>
                  </a:lnTo>
                  <a:cubicBezTo>
                    <a:pt x="1996" y="1335"/>
                    <a:pt x="1968" y="1290"/>
                    <a:pt x="1968" y="1290"/>
                  </a:cubicBezTo>
                  <a:lnTo>
                    <a:pt x="1968" y="1298"/>
                  </a:lnTo>
                  <a:lnTo>
                    <a:pt x="1936" y="1233"/>
                  </a:lnTo>
                  <a:cubicBezTo>
                    <a:pt x="1936" y="1233"/>
                    <a:pt x="1912" y="1168"/>
                    <a:pt x="1879" y="1111"/>
                  </a:cubicBezTo>
                  <a:cubicBezTo>
                    <a:pt x="1871" y="1087"/>
                    <a:pt x="1863" y="1071"/>
                    <a:pt x="1855" y="1047"/>
                  </a:cubicBezTo>
                  <a:close/>
                  <a:moveTo>
                    <a:pt x="1474" y="1347"/>
                  </a:moveTo>
                  <a:lnTo>
                    <a:pt x="1603" y="1387"/>
                  </a:lnTo>
                  <a:lnTo>
                    <a:pt x="1603" y="1395"/>
                  </a:lnTo>
                  <a:cubicBezTo>
                    <a:pt x="1555" y="1387"/>
                    <a:pt x="1514" y="1371"/>
                    <a:pt x="1474" y="1355"/>
                  </a:cubicBezTo>
                  <a:lnTo>
                    <a:pt x="1474" y="1347"/>
                  </a:lnTo>
                  <a:close/>
                  <a:moveTo>
                    <a:pt x="2147" y="1209"/>
                  </a:moveTo>
                  <a:lnTo>
                    <a:pt x="2147" y="1209"/>
                  </a:lnTo>
                  <a:cubicBezTo>
                    <a:pt x="2147" y="1274"/>
                    <a:pt x="2139" y="1338"/>
                    <a:pt x="2139" y="1338"/>
                  </a:cubicBezTo>
                  <a:cubicBezTo>
                    <a:pt x="2136" y="1379"/>
                    <a:pt x="2134" y="1396"/>
                    <a:pt x="2134" y="1396"/>
                  </a:cubicBezTo>
                  <a:cubicBezTo>
                    <a:pt x="2132" y="1396"/>
                    <a:pt x="2135" y="1300"/>
                    <a:pt x="2147" y="1209"/>
                  </a:cubicBezTo>
                  <a:close/>
                  <a:moveTo>
                    <a:pt x="1855" y="1274"/>
                  </a:moveTo>
                  <a:lnTo>
                    <a:pt x="1855" y="1274"/>
                  </a:lnTo>
                  <a:cubicBezTo>
                    <a:pt x="1911" y="1313"/>
                    <a:pt x="1958" y="1361"/>
                    <a:pt x="2006" y="1409"/>
                  </a:cubicBezTo>
                  <a:lnTo>
                    <a:pt x="2006" y="1409"/>
                  </a:lnTo>
                  <a:lnTo>
                    <a:pt x="1903" y="1322"/>
                  </a:lnTo>
                  <a:cubicBezTo>
                    <a:pt x="1847" y="1274"/>
                    <a:pt x="1855" y="1274"/>
                    <a:pt x="1855" y="1274"/>
                  </a:cubicBezTo>
                  <a:close/>
                  <a:moveTo>
                    <a:pt x="2479" y="1355"/>
                  </a:moveTo>
                  <a:cubicBezTo>
                    <a:pt x="2479" y="1355"/>
                    <a:pt x="2367" y="1407"/>
                    <a:pt x="2301" y="1433"/>
                  </a:cubicBezTo>
                  <a:lnTo>
                    <a:pt x="2301" y="1433"/>
                  </a:lnTo>
                  <a:cubicBezTo>
                    <a:pt x="2321" y="1424"/>
                    <a:pt x="2336" y="1410"/>
                    <a:pt x="2357" y="1403"/>
                  </a:cubicBezTo>
                  <a:cubicBezTo>
                    <a:pt x="2398" y="1387"/>
                    <a:pt x="2439" y="1371"/>
                    <a:pt x="2479" y="1355"/>
                  </a:cubicBezTo>
                  <a:close/>
                  <a:moveTo>
                    <a:pt x="1685" y="1371"/>
                  </a:moveTo>
                  <a:lnTo>
                    <a:pt x="1871" y="1444"/>
                  </a:lnTo>
                  <a:cubicBezTo>
                    <a:pt x="1855" y="1438"/>
                    <a:pt x="1833" y="1430"/>
                    <a:pt x="1806" y="1419"/>
                  </a:cubicBezTo>
                  <a:lnTo>
                    <a:pt x="1685" y="1371"/>
                  </a:lnTo>
                  <a:close/>
                  <a:moveTo>
                    <a:pt x="1279" y="1425"/>
                  </a:moveTo>
                  <a:cubicBezTo>
                    <a:pt x="1283" y="1425"/>
                    <a:pt x="1291" y="1426"/>
                    <a:pt x="1303" y="1428"/>
                  </a:cubicBezTo>
                  <a:cubicBezTo>
                    <a:pt x="1328" y="1436"/>
                    <a:pt x="1352" y="1444"/>
                    <a:pt x="1368" y="1452"/>
                  </a:cubicBezTo>
                  <a:lnTo>
                    <a:pt x="1303" y="1444"/>
                  </a:lnTo>
                  <a:cubicBezTo>
                    <a:pt x="1303" y="1437"/>
                    <a:pt x="1261" y="1425"/>
                    <a:pt x="1279" y="1425"/>
                  </a:cubicBezTo>
                  <a:close/>
                  <a:moveTo>
                    <a:pt x="1966" y="1381"/>
                  </a:moveTo>
                  <a:cubicBezTo>
                    <a:pt x="1968" y="1381"/>
                    <a:pt x="1981" y="1392"/>
                    <a:pt x="2001" y="1411"/>
                  </a:cubicBezTo>
                  <a:cubicBezTo>
                    <a:pt x="2017" y="1428"/>
                    <a:pt x="2033" y="1436"/>
                    <a:pt x="2049" y="1452"/>
                  </a:cubicBezTo>
                  <a:cubicBezTo>
                    <a:pt x="1987" y="1404"/>
                    <a:pt x="1964" y="1381"/>
                    <a:pt x="1966" y="1381"/>
                  </a:cubicBezTo>
                  <a:close/>
                  <a:moveTo>
                    <a:pt x="2049" y="1452"/>
                  </a:moveTo>
                  <a:lnTo>
                    <a:pt x="2049" y="1452"/>
                  </a:lnTo>
                  <a:lnTo>
                    <a:pt x="2049" y="1452"/>
                  </a:lnTo>
                  <a:close/>
                  <a:moveTo>
                    <a:pt x="2698" y="1428"/>
                  </a:moveTo>
                  <a:lnTo>
                    <a:pt x="2633" y="1444"/>
                  </a:lnTo>
                  <a:cubicBezTo>
                    <a:pt x="2596" y="1448"/>
                    <a:pt x="2556" y="1453"/>
                    <a:pt x="2542" y="1453"/>
                  </a:cubicBezTo>
                  <a:cubicBezTo>
                    <a:pt x="2533" y="1453"/>
                    <a:pt x="2537" y="1451"/>
                    <a:pt x="2568" y="1444"/>
                  </a:cubicBezTo>
                  <a:lnTo>
                    <a:pt x="2698" y="1428"/>
                  </a:lnTo>
                  <a:close/>
                  <a:moveTo>
                    <a:pt x="2074" y="1355"/>
                  </a:moveTo>
                  <a:cubicBezTo>
                    <a:pt x="2086" y="1422"/>
                    <a:pt x="2092" y="1455"/>
                    <a:pt x="2092" y="1455"/>
                  </a:cubicBezTo>
                  <a:cubicBezTo>
                    <a:pt x="2092" y="1455"/>
                    <a:pt x="2086" y="1420"/>
                    <a:pt x="2074" y="1355"/>
                  </a:cubicBezTo>
                  <a:close/>
                  <a:moveTo>
                    <a:pt x="1839" y="1209"/>
                  </a:moveTo>
                  <a:cubicBezTo>
                    <a:pt x="1839" y="1209"/>
                    <a:pt x="1887" y="1249"/>
                    <a:pt x="1936" y="1306"/>
                  </a:cubicBezTo>
                  <a:lnTo>
                    <a:pt x="2061" y="1454"/>
                  </a:lnTo>
                  <a:lnTo>
                    <a:pt x="2061" y="1454"/>
                  </a:lnTo>
                  <a:cubicBezTo>
                    <a:pt x="2058" y="1448"/>
                    <a:pt x="2056" y="1442"/>
                    <a:pt x="2053" y="1436"/>
                  </a:cubicBezTo>
                  <a:lnTo>
                    <a:pt x="2053" y="1436"/>
                  </a:lnTo>
                  <a:cubicBezTo>
                    <a:pt x="2057" y="1444"/>
                    <a:pt x="2060" y="1451"/>
                    <a:pt x="2063" y="1457"/>
                  </a:cubicBezTo>
                  <a:lnTo>
                    <a:pt x="2063" y="1457"/>
                  </a:lnTo>
                  <a:lnTo>
                    <a:pt x="2061" y="1454"/>
                  </a:lnTo>
                  <a:lnTo>
                    <a:pt x="2061" y="1454"/>
                  </a:lnTo>
                  <a:cubicBezTo>
                    <a:pt x="2061" y="1455"/>
                    <a:pt x="2061" y="1455"/>
                    <a:pt x="2061" y="1456"/>
                  </a:cubicBezTo>
                  <a:lnTo>
                    <a:pt x="2061" y="1456"/>
                  </a:lnTo>
                  <a:lnTo>
                    <a:pt x="2017" y="1411"/>
                  </a:lnTo>
                  <a:cubicBezTo>
                    <a:pt x="1976" y="1363"/>
                    <a:pt x="1928" y="1306"/>
                    <a:pt x="1928" y="1306"/>
                  </a:cubicBezTo>
                  <a:cubicBezTo>
                    <a:pt x="1928" y="1306"/>
                    <a:pt x="1879" y="1257"/>
                    <a:pt x="1839" y="1209"/>
                  </a:cubicBezTo>
                  <a:close/>
                  <a:moveTo>
                    <a:pt x="2066" y="1462"/>
                  </a:moveTo>
                  <a:lnTo>
                    <a:pt x="2066" y="1465"/>
                  </a:lnTo>
                  <a:lnTo>
                    <a:pt x="2066" y="1465"/>
                  </a:lnTo>
                  <a:lnTo>
                    <a:pt x="2068" y="1467"/>
                  </a:lnTo>
                  <a:lnTo>
                    <a:pt x="2068" y="1467"/>
                  </a:lnTo>
                  <a:cubicBezTo>
                    <a:pt x="2067" y="1465"/>
                    <a:pt x="2066" y="1464"/>
                    <a:pt x="2066" y="1462"/>
                  </a:cubicBezTo>
                  <a:close/>
                  <a:moveTo>
                    <a:pt x="2215" y="1426"/>
                  </a:moveTo>
                  <a:lnTo>
                    <a:pt x="2179" y="1468"/>
                  </a:lnTo>
                  <a:cubicBezTo>
                    <a:pt x="2179" y="1468"/>
                    <a:pt x="2179" y="1468"/>
                    <a:pt x="2179" y="1468"/>
                  </a:cubicBezTo>
                  <a:lnTo>
                    <a:pt x="2179" y="1468"/>
                  </a:lnTo>
                  <a:cubicBezTo>
                    <a:pt x="2178" y="1470"/>
                    <a:pt x="2177" y="1470"/>
                    <a:pt x="2177" y="1470"/>
                  </a:cubicBezTo>
                  <a:cubicBezTo>
                    <a:pt x="2176" y="1470"/>
                    <a:pt x="2200" y="1444"/>
                    <a:pt x="2215" y="1426"/>
                  </a:cubicBezTo>
                  <a:close/>
                  <a:moveTo>
                    <a:pt x="2027" y="1439"/>
                  </a:moveTo>
                  <a:lnTo>
                    <a:pt x="2027" y="1439"/>
                  </a:lnTo>
                  <a:cubicBezTo>
                    <a:pt x="2029" y="1439"/>
                    <a:pt x="2046" y="1452"/>
                    <a:pt x="2066" y="1467"/>
                  </a:cubicBezTo>
                  <a:lnTo>
                    <a:pt x="2066" y="1467"/>
                  </a:lnTo>
                  <a:lnTo>
                    <a:pt x="2066" y="1468"/>
                  </a:lnTo>
                  <a:lnTo>
                    <a:pt x="2066" y="1468"/>
                  </a:lnTo>
                  <a:cubicBezTo>
                    <a:pt x="2066" y="1468"/>
                    <a:pt x="2066" y="1468"/>
                    <a:pt x="2066" y="1467"/>
                  </a:cubicBezTo>
                  <a:lnTo>
                    <a:pt x="2066" y="1467"/>
                  </a:lnTo>
                  <a:cubicBezTo>
                    <a:pt x="2066" y="1468"/>
                    <a:pt x="2067" y="1468"/>
                    <a:pt x="2067" y="1468"/>
                  </a:cubicBezTo>
                  <a:lnTo>
                    <a:pt x="2068" y="1468"/>
                  </a:lnTo>
                  <a:cubicBezTo>
                    <a:pt x="2068" y="1468"/>
                    <a:pt x="2068" y="1468"/>
                    <a:pt x="2068" y="1468"/>
                  </a:cubicBezTo>
                  <a:lnTo>
                    <a:pt x="2068" y="1468"/>
                  </a:lnTo>
                  <a:lnTo>
                    <a:pt x="2069" y="1468"/>
                  </a:lnTo>
                  <a:lnTo>
                    <a:pt x="2069" y="1468"/>
                  </a:lnTo>
                  <a:cubicBezTo>
                    <a:pt x="2069" y="1468"/>
                    <a:pt x="2069" y="1468"/>
                    <a:pt x="2069" y="1468"/>
                  </a:cubicBezTo>
                  <a:lnTo>
                    <a:pt x="2068" y="1468"/>
                  </a:lnTo>
                  <a:cubicBezTo>
                    <a:pt x="2069" y="1468"/>
                    <a:pt x="2069" y="1469"/>
                    <a:pt x="2069" y="1469"/>
                  </a:cubicBezTo>
                  <a:lnTo>
                    <a:pt x="2069" y="1469"/>
                  </a:lnTo>
                  <a:cubicBezTo>
                    <a:pt x="2069" y="1469"/>
                    <a:pt x="2069" y="1470"/>
                    <a:pt x="2069" y="1470"/>
                  </a:cubicBezTo>
                  <a:lnTo>
                    <a:pt x="2069" y="1470"/>
                  </a:lnTo>
                  <a:cubicBezTo>
                    <a:pt x="2068" y="1469"/>
                    <a:pt x="2068" y="1469"/>
                    <a:pt x="2067" y="1468"/>
                  </a:cubicBezTo>
                  <a:lnTo>
                    <a:pt x="2066" y="1468"/>
                  </a:lnTo>
                  <a:cubicBezTo>
                    <a:pt x="2067" y="1470"/>
                    <a:pt x="2068" y="1472"/>
                    <a:pt x="2069" y="1474"/>
                  </a:cubicBezTo>
                  <a:lnTo>
                    <a:pt x="2069" y="1474"/>
                  </a:lnTo>
                  <a:cubicBezTo>
                    <a:pt x="2063" y="1470"/>
                    <a:pt x="2057" y="1465"/>
                    <a:pt x="2049" y="1460"/>
                  </a:cubicBezTo>
                  <a:cubicBezTo>
                    <a:pt x="2032" y="1445"/>
                    <a:pt x="2026" y="1439"/>
                    <a:pt x="2027" y="1439"/>
                  </a:cubicBezTo>
                  <a:close/>
                  <a:moveTo>
                    <a:pt x="2219" y="1446"/>
                  </a:moveTo>
                  <a:cubicBezTo>
                    <a:pt x="2220" y="1446"/>
                    <a:pt x="2207" y="1456"/>
                    <a:pt x="2179" y="1476"/>
                  </a:cubicBezTo>
                  <a:cubicBezTo>
                    <a:pt x="2203" y="1456"/>
                    <a:pt x="2218" y="1446"/>
                    <a:pt x="2219" y="144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69" y="1474"/>
                  </a:moveTo>
                  <a:cubicBezTo>
                    <a:pt x="2070" y="1474"/>
                    <a:pt x="2070" y="1475"/>
                    <a:pt x="2071" y="1475"/>
                  </a:cubicBezTo>
                  <a:lnTo>
                    <a:pt x="2071" y="1475"/>
                  </a:lnTo>
                  <a:cubicBezTo>
                    <a:pt x="2071" y="1476"/>
                    <a:pt x="2071" y="1476"/>
                    <a:pt x="2071" y="1477"/>
                  </a:cubicBezTo>
                  <a:lnTo>
                    <a:pt x="2071" y="1477"/>
                  </a:lnTo>
                  <a:cubicBezTo>
                    <a:pt x="2071" y="1476"/>
                    <a:pt x="2070" y="1476"/>
                    <a:pt x="2070" y="1476"/>
                  </a:cubicBezTo>
                  <a:lnTo>
                    <a:pt x="2070" y="1476"/>
                  </a:lnTo>
                  <a:cubicBezTo>
                    <a:pt x="2069" y="1475"/>
                    <a:pt x="2069" y="1475"/>
                    <a:pt x="2069" y="1474"/>
                  </a:cubicBezTo>
                  <a:close/>
                  <a:moveTo>
                    <a:pt x="2081" y="1475"/>
                  </a:moveTo>
                  <a:lnTo>
                    <a:pt x="2081" y="1475"/>
                  </a:lnTo>
                  <a:cubicBezTo>
                    <a:pt x="2081" y="1476"/>
                    <a:pt x="2081" y="1477"/>
                    <a:pt x="2081" y="1477"/>
                  </a:cubicBezTo>
                  <a:lnTo>
                    <a:pt x="2081" y="1477"/>
                  </a:lnTo>
                  <a:lnTo>
                    <a:pt x="2080" y="1476"/>
                  </a:lnTo>
                  <a:lnTo>
                    <a:pt x="2080" y="1476"/>
                  </a:lnTo>
                  <a:lnTo>
                    <a:pt x="2080" y="1478"/>
                  </a:lnTo>
                  <a:lnTo>
                    <a:pt x="2080" y="1478"/>
                  </a:lnTo>
                  <a:cubicBezTo>
                    <a:pt x="2080" y="1478"/>
                    <a:pt x="2080" y="1478"/>
                    <a:pt x="2080" y="1478"/>
                  </a:cubicBezTo>
                  <a:lnTo>
                    <a:pt x="2080" y="1478"/>
                  </a:lnTo>
                  <a:lnTo>
                    <a:pt x="2082" y="1479"/>
                  </a:lnTo>
                  <a:lnTo>
                    <a:pt x="2082" y="1479"/>
                  </a:lnTo>
                  <a:cubicBezTo>
                    <a:pt x="2082" y="1478"/>
                    <a:pt x="2081" y="1478"/>
                    <a:pt x="2081" y="1477"/>
                  </a:cubicBezTo>
                  <a:lnTo>
                    <a:pt x="2081" y="1477"/>
                  </a:lnTo>
                  <a:lnTo>
                    <a:pt x="2090" y="1484"/>
                  </a:lnTo>
                  <a:lnTo>
                    <a:pt x="2081" y="1475"/>
                  </a:lnTo>
                  <a:close/>
                  <a:moveTo>
                    <a:pt x="2072" y="1479"/>
                  </a:moveTo>
                  <a:cubicBezTo>
                    <a:pt x="2073" y="1481"/>
                    <a:pt x="2073" y="1483"/>
                    <a:pt x="2074" y="1484"/>
                  </a:cubicBezTo>
                  <a:lnTo>
                    <a:pt x="2074" y="1480"/>
                  </a:lnTo>
                  <a:lnTo>
                    <a:pt x="2074" y="1480"/>
                  </a:lnTo>
                  <a:lnTo>
                    <a:pt x="2072" y="1479"/>
                  </a:lnTo>
                  <a:close/>
                  <a:moveTo>
                    <a:pt x="2179" y="1484"/>
                  </a:moveTo>
                  <a:cubicBezTo>
                    <a:pt x="2177" y="1485"/>
                    <a:pt x="2175" y="1486"/>
                    <a:pt x="2174" y="1487"/>
                  </a:cubicBezTo>
                  <a:lnTo>
                    <a:pt x="2174" y="1487"/>
                  </a:lnTo>
                  <a:cubicBezTo>
                    <a:pt x="2174" y="1487"/>
                    <a:pt x="2174" y="1487"/>
                    <a:pt x="2174" y="1487"/>
                  </a:cubicBezTo>
                  <a:lnTo>
                    <a:pt x="2174" y="1487"/>
                  </a:lnTo>
                  <a:lnTo>
                    <a:pt x="2179" y="1484"/>
                  </a:lnTo>
                  <a:close/>
                  <a:moveTo>
                    <a:pt x="2090" y="1423"/>
                  </a:moveTo>
                  <a:lnTo>
                    <a:pt x="2098" y="1492"/>
                  </a:lnTo>
                  <a:cubicBezTo>
                    <a:pt x="2098" y="1487"/>
                    <a:pt x="2095" y="1459"/>
                    <a:pt x="2090" y="1423"/>
                  </a:cubicBezTo>
                  <a:close/>
                  <a:moveTo>
                    <a:pt x="2098" y="1492"/>
                  </a:moveTo>
                  <a:lnTo>
                    <a:pt x="2098" y="1492"/>
                  </a:lnTo>
                  <a:cubicBezTo>
                    <a:pt x="2098" y="1492"/>
                    <a:pt x="2098" y="1492"/>
                    <a:pt x="2098" y="1492"/>
                  </a:cubicBezTo>
                  <a:lnTo>
                    <a:pt x="2098" y="1492"/>
                  </a:lnTo>
                  <a:close/>
                  <a:moveTo>
                    <a:pt x="2236" y="1468"/>
                  </a:moveTo>
                  <a:lnTo>
                    <a:pt x="2171" y="1501"/>
                  </a:lnTo>
                  <a:cubicBezTo>
                    <a:pt x="2170" y="1501"/>
                    <a:pt x="2168" y="1502"/>
                    <a:pt x="2167" y="1502"/>
                  </a:cubicBezTo>
                  <a:lnTo>
                    <a:pt x="2167" y="1502"/>
                  </a:lnTo>
                  <a:cubicBezTo>
                    <a:pt x="2168" y="1499"/>
                    <a:pt x="2169" y="1497"/>
                    <a:pt x="2170" y="1494"/>
                  </a:cubicBezTo>
                  <a:lnTo>
                    <a:pt x="2170" y="1494"/>
                  </a:lnTo>
                  <a:cubicBezTo>
                    <a:pt x="2189" y="1486"/>
                    <a:pt x="2211" y="1478"/>
                    <a:pt x="2236" y="1468"/>
                  </a:cubicBezTo>
                  <a:close/>
                  <a:moveTo>
                    <a:pt x="2180" y="1500"/>
                  </a:moveTo>
                  <a:cubicBezTo>
                    <a:pt x="2183" y="1500"/>
                    <a:pt x="2176" y="1504"/>
                    <a:pt x="2164" y="1509"/>
                  </a:cubicBezTo>
                  <a:lnTo>
                    <a:pt x="2164" y="1509"/>
                  </a:lnTo>
                  <a:cubicBezTo>
                    <a:pt x="2164" y="1507"/>
                    <a:pt x="2165" y="1505"/>
                    <a:pt x="2166" y="1503"/>
                  </a:cubicBezTo>
                  <a:lnTo>
                    <a:pt x="2166" y="1503"/>
                  </a:lnTo>
                  <a:cubicBezTo>
                    <a:pt x="2174" y="1501"/>
                    <a:pt x="2179" y="1500"/>
                    <a:pt x="2180" y="1500"/>
                  </a:cubicBezTo>
                  <a:close/>
                  <a:moveTo>
                    <a:pt x="2122" y="1087"/>
                  </a:moveTo>
                  <a:lnTo>
                    <a:pt x="2122" y="1128"/>
                  </a:lnTo>
                  <a:cubicBezTo>
                    <a:pt x="2122" y="1265"/>
                    <a:pt x="2130" y="1338"/>
                    <a:pt x="2130" y="1403"/>
                  </a:cubicBezTo>
                  <a:cubicBezTo>
                    <a:pt x="2130" y="1446"/>
                    <a:pt x="2130" y="1489"/>
                    <a:pt x="2132" y="1489"/>
                  </a:cubicBezTo>
                  <a:cubicBezTo>
                    <a:pt x="2133" y="1489"/>
                    <a:pt x="2135" y="1468"/>
                    <a:pt x="2139" y="1411"/>
                  </a:cubicBezTo>
                  <a:cubicBezTo>
                    <a:pt x="2139" y="1395"/>
                    <a:pt x="2147" y="1371"/>
                    <a:pt x="2147" y="1347"/>
                  </a:cubicBezTo>
                  <a:cubicBezTo>
                    <a:pt x="2147" y="1371"/>
                    <a:pt x="2147" y="1395"/>
                    <a:pt x="2147" y="1419"/>
                  </a:cubicBezTo>
                  <a:cubicBezTo>
                    <a:pt x="2139" y="1481"/>
                    <a:pt x="2146" y="1484"/>
                    <a:pt x="2153" y="1491"/>
                  </a:cubicBezTo>
                  <a:lnTo>
                    <a:pt x="2153" y="1491"/>
                  </a:lnTo>
                  <a:cubicBezTo>
                    <a:pt x="2148" y="1495"/>
                    <a:pt x="2141" y="1500"/>
                    <a:pt x="2142" y="1500"/>
                  </a:cubicBezTo>
                  <a:cubicBezTo>
                    <a:pt x="2142" y="1500"/>
                    <a:pt x="2146" y="1498"/>
                    <a:pt x="2155" y="1492"/>
                  </a:cubicBezTo>
                  <a:lnTo>
                    <a:pt x="2155" y="1492"/>
                  </a:lnTo>
                  <a:cubicBezTo>
                    <a:pt x="2155" y="1492"/>
                    <a:pt x="2155" y="1492"/>
                    <a:pt x="2155" y="1492"/>
                  </a:cubicBezTo>
                  <a:cubicBezTo>
                    <a:pt x="2155" y="1492"/>
                    <a:pt x="2156" y="1492"/>
                    <a:pt x="2156" y="1492"/>
                  </a:cubicBezTo>
                  <a:lnTo>
                    <a:pt x="2156" y="1492"/>
                  </a:lnTo>
                  <a:lnTo>
                    <a:pt x="2141" y="1503"/>
                  </a:lnTo>
                  <a:lnTo>
                    <a:pt x="2141" y="1503"/>
                  </a:lnTo>
                  <a:lnTo>
                    <a:pt x="2160" y="1494"/>
                  </a:lnTo>
                  <a:lnTo>
                    <a:pt x="2160" y="1494"/>
                  </a:lnTo>
                  <a:cubicBezTo>
                    <a:pt x="2160" y="1494"/>
                    <a:pt x="2160" y="1494"/>
                    <a:pt x="2160" y="1495"/>
                  </a:cubicBezTo>
                  <a:lnTo>
                    <a:pt x="2160" y="1495"/>
                  </a:lnTo>
                  <a:cubicBezTo>
                    <a:pt x="2151" y="1499"/>
                    <a:pt x="2143" y="1504"/>
                    <a:pt x="2136" y="1507"/>
                  </a:cubicBezTo>
                  <a:lnTo>
                    <a:pt x="2136" y="1507"/>
                  </a:lnTo>
                  <a:lnTo>
                    <a:pt x="2141" y="1503"/>
                  </a:lnTo>
                  <a:lnTo>
                    <a:pt x="2141" y="1503"/>
                  </a:lnTo>
                  <a:lnTo>
                    <a:pt x="2126" y="1511"/>
                  </a:lnTo>
                  <a:lnTo>
                    <a:pt x="2126" y="1511"/>
                  </a:lnTo>
                  <a:cubicBezTo>
                    <a:pt x="2118" y="1507"/>
                    <a:pt x="2106" y="1501"/>
                    <a:pt x="2090" y="1492"/>
                  </a:cubicBezTo>
                  <a:lnTo>
                    <a:pt x="2093" y="1492"/>
                  </a:lnTo>
                  <a:lnTo>
                    <a:pt x="2106" y="1501"/>
                  </a:lnTo>
                  <a:cubicBezTo>
                    <a:pt x="2106" y="1501"/>
                    <a:pt x="2106" y="1501"/>
                    <a:pt x="2095" y="1492"/>
                  </a:cubicBezTo>
                  <a:lnTo>
                    <a:pt x="2098" y="1492"/>
                  </a:lnTo>
                  <a:cubicBezTo>
                    <a:pt x="2093" y="1489"/>
                    <a:pt x="2087" y="1486"/>
                    <a:pt x="2082" y="1483"/>
                  </a:cubicBezTo>
                  <a:lnTo>
                    <a:pt x="2082" y="1483"/>
                  </a:lnTo>
                  <a:cubicBezTo>
                    <a:pt x="2082" y="1483"/>
                    <a:pt x="2082" y="1483"/>
                    <a:pt x="2082" y="1483"/>
                  </a:cubicBezTo>
                  <a:lnTo>
                    <a:pt x="2082" y="1483"/>
                  </a:lnTo>
                  <a:cubicBezTo>
                    <a:pt x="2082" y="1483"/>
                    <a:pt x="2082" y="1483"/>
                    <a:pt x="2081" y="1483"/>
                  </a:cubicBezTo>
                  <a:lnTo>
                    <a:pt x="2081" y="1483"/>
                  </a:lnTo>
                  <a:cubicBezTo>
                    <a:pt x="2081" y="1483"/>
                    <a:pt x="2081" y="1483"/>
                    <a:pt x="2081" y="1483"/>
                  </a:cubicBezTo>
                  <a:lnTo>
                    <a:pt x="2081" y="1483"/>
                  </a:lnTo>
                  <a:cubicBezTo>
                    <a:pt x="2081" y="1483"/>
                    <a:pt x="2081" y="1483"/>
                    <a:pt x="2081" y="1483"/>
                  </a:cubicBezTo>
                  <a:lnTo>
                    <a:pt x="2081" y="1483"/>
                  </a:lnTo>
                  <a:cubicBezTo>
                    <a:pt x="2082" y="1483"/>
                    <a:pt x="2082" y="1483"/>
                    <a:pt x="2082" y="1483"/>
                  </a:cubicBezTo>
                  <a:lnTo>
                    <a:pt x="2082" y="1483"/>
                  </a:lnTo>
                  <a:cubicBezTo>
                    <a:pt x="2082" y="1482"/>
                    <a:pt x="2082" y="1481"/>
                    <a:pt x="2082" y="1479"/>
                  </a:cubicBezTo>
                  <a:lnTo>
                    <a:pt x="2082" y="1479"/>
                  </a:lnTo>
                  <a:cubicBezTo>
                    <a:pt x="2087" y="1484"/>
                    <a:pt x="2093" y="1488"/>
                    <a:pt x="2098" y="1492"/>
                  </a:cubicBezTo>
                  <a:lnTo>
                    <a:pt x="2098" y="1492"/>
                  </a:lnTo>
                  <a:lnTo>
                    <a:pt x="2082" y="1479"/>
                  </a:lnTo>
                  <a:lnTo>
                    <a:pt x="2082" y="1479"/>
                  </a:lnTo>
                  <a:cubicBezTo>
                    <a:pt x="2082" y="1479"/>
                    <a:pt x="2082" y="1479"/>
                    <a:pt x="2082" y="1479"/>
                  </a:cubicBezTo>
                  <a:lnTo>
                    <a:pt x="2082" y="1479"/>
                  </a:lnTo>
                  <a:cubicBezTo>
                    <a:pt x="2081" y="1479"/>
                    <a:pt x="2081" y="1479"/>
                    <a:pt x="2080" y="1478"/>
                  </a:cubicBezTo>
                  <a:lnTo>
                    <a:pt x="2080" y="1478"/>
                  </a:lnTo>
                  <a:cubicBezTo>
                    <a:pt x="2080" y="1478"/>
                    <a:pt x="2080" y="1478"/>
                    <a:pt x="2080" y="1478"/>
                  </a:cubicBezTo>
                  <a:lnTo>
                    <a:pt x="2081" y="1483"/>
                  </a:lnTo>
                  <a:lnTo>
                    <a:pt x="2081" y="1483"/>
                  </a:lnTo>
                  <a:cubicBezTo>
                    <a:pt x="2081" y="1482"/>
                    <a:pt x="2081" y="1482"/>
                    <a:pt x="2080" y="1482"/>
                  </a:cubicBezTo>
                  <a:lnTo>
                    <a:pt x="2080" y="1482"/>
                  </a:lnTo>
                  <a:cubicBezTo>
                    <a:pt x="2080" y="1482"/>
                    <a:pt x="2079" y="1481"/>
                    <a:pt x="2078" y="1481"/>
                  </a:cubicBezTo>
                  <a:lnTo>
                    <a:pt x="2078" y="1481"/>
                  </a:lnTo>
                  <a:lnTo>
                    <a:pt x="2078" y="1481"/>
                  </a:lnTo>
                  <a:lnTo>
                    <a:pt x="2078" y="1481"/>
                  </a:lnTo>
                  <a:cubicBezTo>
                    <a:pt x="2077" y="1480"/>
                    <a:pt x="2075" y="1479"/>
                    <a:pt x="2074" y="1478"/>
                  </a:cubicBezTo>
                  <a:lnTo>
                    <a:pt x="2074" y="1478"/>
                  </a:lnTo>
                  <a:lnTo>
                    <a:pt x="2074" y="1480"/>
                  </a:lnTo>
                  <a:lnTo>
                    <a:pt x="2074" y="1480"/>
                  </a:lnTo>
                  <a:lnTo>
                    <a:pt x="2080" y="1484"/>
                  </a:lnTo>
                  <a:lnTo>
                    <a:pt x="2090" y="1509"/>
                  </a:lnTo>
                  <a:cubicBezTo>
                    <a:pt x="2090" y="1509"/>
                    <a:pt x="2090" y="1510"/>
                    <a:pt x="2090" y="1511"/>
                  </a:cubicBezTo>
                  <a:lnTo>
                    <a:pt x="2090" y="1511"/>
                  </a:lnTo>
                  <a:cubicBezTo>
                    <a:pt x="2088" y="1510"/>
                    <a:pt x="2087" y="1510"/>
                    <a:pt x="2085" y="1509"/>
                  </a:cubicBezTo>
                  <a:lnTo>
                    <a:pt x="2085" y="1509"/>
                  </a:lnTo>
                  <a:cubicBezTo>
                    <a:pt x="2086" y="1511"/>
                    <a:pt x="2087" y="1512"/>
                    <a:pt x="2087" y="1513"/>
                  </a:cubicBezTo>
                  <a:lnTo>
                    <a:pt x="2087" y="1513"/>
                  </a:lnTo>
                  <a:cubicBezTo>
                    <a:pt x="2083" y="1512"/>
                    <a:pt x="2079" y="1510"/>
                    <a:pt x="2074" y="1509"/>
                  </a:cubicBezTo>
                  <a:cubicBezTo>
                    <a:pt x="1994" y="1484"/>
                    <a:pt x="1963" y="1474"/>
                    <a:pt x="1966" y="1474"/>
                  </a:cubicBezTo>
                  <a:lnTo>
                    <a:pt x="1966" y="1474"/>
                  </a:lnTo>
                  <a:cubicBezTo>
                    <a:pt x="1968" y="1474"/>
                    <a:pt x="1984" y="1478"/>
                    <a:pt x="2009" y="1484"/>
                  </a:cubicBezTo>
                  <a:cubicBezTo>
                    <a:pt x="2038" y="1493"/>
                    <a:pt x="2064" y="1502"/>
                    <a:pt x="2085" y="1509"/>
                  </a:cubicBezTo>
                  <a:lnTo>
                    <a:pt x="2085" y="1509"/>
                  </a:lnTo>
                  <a:cubicBezTo>
                    <a:pt x="2083" y="1504"/>
                    <a:pt x="2079" y="1496"/>
                    <a:pt x="2074" y="1484"/>
                  </a:cubicBezTo>
                  <a:cubicBezTo>
                    <a:pt x="2073" y="1483"/>
                    <a:pt x="2072" y="1481"/>
                    <a:pt x="2071" y="1479"/>
                  </a:cubicBezTo>
                  <a:lnTo>
                    <a:pt x="2071" y="1479"/>
                  </a:lnTo>
                  <a:lnTo>
                    <a:pt x="2072" y="1479"/>
                  </a:lnTo>
                  <a:lnTo>
                    <a:pt x="2072" y="1479"/>
                  </a:lnTo>
                  <a:cubicBezTo>
                    <a:pt x="2072" y="1478"/>
                    <a:pt x="2072" y="1478"/>
                    <a:pt x="2071" y="1477"/>
                  </a:cubicBezTo>
                  <a:lnTo>
                    <a:pt x="2071" y="1477"/>
                  </a:lnTo>
                  <a:cubicBezTo>
                    <a:pt x="2072" y="1477"/>
                    <a:pt x="2073" y="1478"/>
                    <a:pt x="2074" y="1478"/>
                  </a:cubicBezTo>
                  <a:lnTo>
                    <a:pt x="2074" y="1478"/>
                  </a:lnTo>
                  <a:lnTo>
                    <a:pt x="2074" y="1477"/>
                  </a:lnTo>
                  <a:lnTo>
                    <a:pt x="2074" y="1477"/>
                  </a:lnTo>
                  <a:cubicBezTo>
                    <a:pt x="2075" y="1479"/>
                    <a:pt x="2077" y="1480"/>
                    <a:pt x="2078" y="1481"/>
                  </a:cubicBezTo>
                  <a:lnTo>
                    <a:pt x="2078" y="1481"/>
                  </a:lnTo>
                  <a:lnTo>
                    <a:pt x="2076" y="1475"/>
                  </a:lnTo>
                  <a:lnTo>
                    <a:pt x="2076" y="1475"/>
                  </a:lnTo>
                  <a:cubicBezTo>
                    <a:pt x="2077" y="1476"/>
                    <a:pt x="2079" y="1477"/>
                    <a:pt x="2080" y="1478"/>
                  </a:cubicBezTo>
                  <a:lnTo>
                    <a:pt x="2080" y="1478"/>
                  </a:lnTo>
                  <a:lnTo>
                    <a:pt x="2080" y="1478"/>
                  </a:lnTo>
                  <a:lnTo>
                    <a:pt x="2075" y="1473"/>
                  </a:lnTo>
                  <a:lnTo>
                    <a:pt x="2075" y="1473"/>
                  </a:lnTo>
                  <a:lnTo>
                    <a:pt x="2076" y="1475"/>
                  </a:lnTo>
                  <a:lnTo>
                    <a:pt x="2076" y="1475"/>
                  </a:lnTo>
                  <a:cubicBezTo>
                    <a:pt x="2074" y="1474"/>
                    <a:pt x="2073" y="1473"/>
                    <a:pt x="2071" y="1471"/>
                  </a:cubicBezTo>
                  <a:lnTo>
                    <a:pt x="2071" y="1471"/>
                  </a:lnTo>
                  <a:cubicBezTo>
                    <a:pt x="2071" y="1471"/>
                    <a:pt x="2071" y="1470"/>
                    <a:pt x="2070" y="1469"/>
                  </a:cubicBezTo>
                  <a:lnTo>
                    <a:pt x="2070" y="1469"/>
                  </a:lnTo>
                  <a:lnTo>
                    <a:pt x="2075" y="1473"/>
                  </a:lnTo>
                  <a:lnTo>
                    <a:pt x="2075" y="1473"/>
                  </a:lnTo>
                  <a:lnTo>
                    <a:pt x="2075" y="1472"/>
                  </a:lnTo>
                  <a:lnTo>
                    <a:pt x="2075" y="1472"/>
                  </a:lnTo>
                  <a:lnTo>
                    <a:pt x="2070" y="1468"/>
                  </a:lnTo>
                  <a:lnTo>
                    <a:pt x="2070" y="1468"/>
                  </a:lnTo>
                  <a:cubicBezTo>
                    <a:pt x="2070" y="1468"/>
                    <a:pt x="2070" y="1468"/>
                    <a:pt x="2070" y="1468"/>
                  </a:cubicBezTo>
                  <a:lnTo>
                    <a:pt x="2070" y="1468"/>
                  </a:lnTo>
                  <a:lnTo>
                    <a:pt x="2069" y="1468"/>
                  </a:lnTo>
                  <a:lnTo>
                    <a:pt x="2069" y="1468"/>
                  </a:lnTo>
                  <a:cubicBezTo>
                    <a:pt x="2069" y="1467"/>
                    <a:pt x="2068" y="1466"/>
                    <a:pt x="2068" y="1465"/>
                  </a:cubicBezTo>
                  <a:lnTo>
                    <a:pt x="2068" y="1465"/>
                  </a:lnTo>
                  <a:cubicBezTo>
                    <a:pt x="2068" y="1465"/>
                    <a:pt x="2068" y="1466"/>
                    <a:pt x="2068" y="1467"/>
                  </a:cubicBezTo>
                  <a:lnTo>
                    <a:pt x="2068" y="1467"/>
                  </a:lnTo>
                  <a:lnTo>
                    <a:pt x="2068" y="1467"/>
                  </a:lnTo>
                  <a:lnTo>
                    <a:pt x="2068" y="1467"/>
                  </a:lnTo>
                  <a:cubicBezTo>
                    <a:pt x="2068" y="1467"/>
                    <a:pt x="2068" y="1467"/>
                    <a:pt x="2068" y="1468"/>
                  </a:cubicBezTo>
                  <a:lnTo>
                    <a:pt x="2068" y="1468"/>
                  </a:lnTo>
                  <a:lnTo>
                    <a:pt x="2066" y="1465"/>
                  </a:lnTo>
                  <a:lnTo>
                    <a:pt x="2066" y="1466"/>
                  </a:lnTo>
                  <a:lnTo>
                    <a:pt x="2066" y="1466"/>
                  </a:lnTo>
                  <a:cubicBezTo>
                    <a:pt x="2065" y="1466"/>
                    <a:pt x="2065" y="1465"/>
                    <a:pt x="2065" y="1465"/>
                  </a:cubicBezTo>
                  <a:lnTo>
                    <a:pt x="2065" y="1465"/>
                  </a:lnTo>
                  <a:lnTo>
                    <a:pt x="2066" y="1465"/>
                  </a:lnTo>
                  <a:lnTo>
                    <a:pt x="2066" y="1465"/>
                  </a:lnTo>
                  <a:lnTo>
                    <a:pt x="2066" y="1465"/>
                  </a:lnTo>
                  <a:lnTo>
                    <a:pt x="2065" y="1464"/>
                  </a:lnTo>
                  <a:lnTo>
                    <a:pt x="2065" y="1464"/>
                  </a:lnTo>
                  <a:cubicBezTo>
                    <a:pt x="2065" y="1465"/>
                    <a:pt x="2065" y="1465"/>
                    <a:pt x="2065" y="1465"/>
                  </a:cubicBezTo>
                  <a:lnTo>
                    <a:pt x="2065" y="1465"/>
                  </a:lnTo>
                  <a:lnTo>
                    <a:pt x="2049" y="1452"/>
                  </a:lnTo>
                  <a:lnTo>
                    <a:pt x="2049" y="1452"/>
                  </a:lnTo>
                  <a:lnTo>
                    <a:pt x="2065" y="1464"/>
                  </a:lnTo>
                  <a:lnTo>
                    <a:pt x="2065" y="1464"/>
                  </a:lnTo>
                  <a:cubicBezTo>
                    <a:pt x="2064" y="1462"/>
                    <a:pt x="2063" y="1459"/>
                    <a:pt x="2062" y="1457"/>
                  </a:cubicBezTo>
                  <a:lnTo>
                    <a:pt x="2062" y="1457"/>
                  </a:lnTo>
                  <a:lnTo>
                    <a:pt x="2064" y="1458"/>
                  </a:lnTo>
                  <a:lnTo>
                    <a:pt x="2064" y="1458"/>
                  </a:lnTo>
                  <a:cubicBezTo>
                    <a:pt x="2063" y="1458"/>
                    <a:pt x="2063" y="1458"/>
                    <a:pt x="2063" y="1458"/>
                  </a:cubicBezTo>
                  <a:lnTo>
                    <a:pt x="2063" y="1458"/>
                  </a:lnTo>
                  <a:lnTo>
                    <a:pt x="2065" y="1459"/>
                  </a:lnTo>
                  <a:lnTo>
                    <a:pt x="2065" y="1459"/>
                  </a:lnTo>
                  <a:cubicBezTo>
                    <a:pt x="2065" y="1459"/>
                    <a:pt x="2065" y="1460"/>
                    <a:pt x="2065" y="1460"/>
                  </a:cubicBezTo>
                  <a:lnTo>
                    <a:pt x="2065" y="1460"/>
                  </a:lnTo>
                  <a:lnTo>
                    <a:pt x="2064" y="1458"/>
                  </a:lnTo>
                  <a:lnTo>
                    <a:pt x="2064" y="1458"/>
                  </a:lnTo>
                  <a:cubicBezTo>
                    <a:pt x="2064" y="1460"/>
                    <a:pt x="2065" y="1461"/>
                    <a:pt x="2066" y="1462"/>
                  </a:cubicBezTo>
                  <a:lnTo>
                    <a:pt x="2066" y="1462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6" y="1462"/>
                    <a:pt x="2067" y="1463"/>
                    <a:pt x="2068" y="1465"/>
                  </a:cubicBezTo>
                  <a:lnTo>
                    <a:pt x="2068" y="1465"/>
                  </a:lnTo>
                  <a:cubicBezTo>
                    <a:pt x="2067" y="1464"/>
                    <a:pt x="2067" y="1463"/>
                    <a:pt x="2067" y="1462"/>
                  </a:cubicBezTo>
                  <a:lnTo>
                    <a:pt x="2067" y="1462"/>
                  </a:lnTo>
                  <a:cubicBezTo>
                    <a:pt x="2068" y="1464"/>
                    <a:pt x="2069" y="1466"/>
                    <a:pt x="2070" y="1468"/>
                  </a:cubicBezTo>
                  <a:lnTo>
                    <a:pt x="2073" y="1468"/>
                  </a:lnTo>
                  <a:lnTo>
                    <a:pt x="2075" y="1472"/>
                  </a:lnTo>
                  <a:lnTo>
                    <a:pt x="2075" y="1472"/>
                  </a:lnTo>
                  <a:lnTo>
                    <a:pt x="2080" y="1476"/>
                  </a:lnTo>
                  <a:lnTo>
                    <a:pt x="2080" y="1476"/>
                  </a:lnTo>
                  <a:lnTo>
                    <a:pt x="2079" y="1474"/>
                  </a:lnTo>
                  <a:lnTo>
                    <a:pt x="2074" y="1468"/>
                  </a:lnTo>
                  <a:cubicBezTo>
                    <a:pt x="2073" y="1467"/>
                    <a:pt x="2072" y="1465"/>
                    <a:pt x="2071" y="1464"/>
                  </a:cubicBezTo>
                  <a:lnTo>
                    <a:pt x="2071" y="1464"/>
                  </a:lnTo>
                  <a:lnTo>
                    <a:pt x="2073" y="1467"/>
                  </a:lnTo>
                  <a:lnTo>
                    <a:pt x="2073" y="1467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5" y="1457"/>
                    <a:pt x="2064" y="1453"/>
                    <a:pt x="2063" y="1450"/>
                  </a:cubicBezTo>
                  <a:lnTo>
                    <a:pt x="2063" y="1450"/>
                  </a:lnTo>
                  <a:cubicBezTo>
                    <a:pt x="2065" y="1453"/>
                    <a:pt x="2067" y="1457"/>
                    <a:pt x="2071" y="1464"/>
                  </a:cubicBezTo>
                  <a:lnTo>
                    <a:pt x="2071" y="1464"/>
                  </a:lnTo>
                  <a:lnTo>
                    <a:pt x="2056" y="1426"/>
                  </a:lnTo>
                  <a:lnTo>
                    <a:pt x="2056" y="1426"/>
                  </a:lnTo>
                  <a:cubicBezTo>
                    <a:pt x="2058" y="1433"/>
                    <a:pt x="2060" y="1441"/>
                    <a:pt x="2063" y="1450"/>
                  </a:cubicBezTo>
                  <a:lnTo>
                    <a:pt x="2063" y="1450"/>
                  </a:lnTo>
                  <a:cubicBezTo>
                    <a:pt x="2061" y="1446"/>
                    <a:pt x="2060" y="1445"/>
                    <a:pt x="2059" y="1445"/>
                  </a:cubicBezTo>
                  <a:lnTo>
                    <a:pt x="2059" y="1445"/>
                  </a:lnTo>
                  <a:cubicBezTo>
                    <a:pt x="2059" y="1445"/>
                    <a:pt x="2062" y="1453"/>
                    <a:pt x="2066" y="1460"/>
                  </a:cubicBezTo>
                  <a:lnTo>
                    <a:pt x="2066" y="1460"/>
                  </a:lnTo>
                  <a:lnTo>
                    <a:pt x="2066" y="1460"/>
                  </a:lnTo>
                  <a:lnTo>
                    <a:pt x="2066" y="1460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5" y="1460"/>
                    <a:pt x="2065" y="1460"/>
                    <a:pt x="2065" y="1460"/>
                  </a:cubicBezTo>
                  <a:lnTo>
                    <a:pt x="2065" y="1460"/>
                  </a:lnTo>
                  <a:lnTo>
                    <a:pt x="2066" y="1460"/>
                  </a:lnTo>
                  <a:lnTo>
                    <a:pt x="2065" y="1459"/>
                  </a:lnTo>
                  <a:lnTo>
                    <a:pt x="2065" y="1459"/>
                  </a:lnTo>
                  <a:cubicBezTo>
                    <a:pt x="2061" y="1452"/>
                    <a:pt x="2057" y="1443"/>
                    <a:pt x="2051" y="1432"/>
                  </a:cubicBezTo>
                  <a:lnTo>
                    <a:pt x="2051" y="1432"/>
                  </a:lnTo>
                  <a:cubicBezTo>
                    <a:pt x="2052" y="1433"/>
                    <a:pt x="2052" y="1434"/>
                    <a:pt x="2053" y="1436"/>
                  </a:cubicBezTo>
                  <a:lnTo>
                    <a:pt x="2053" y="1436"/>
                  </a:lnTo>
                  <a:cubicBezTo>
                    <a:pt x="2052" y="1434"/>
                    <a:pt x="2051" y="1432"/>
                    <a:pt x="2050" y="1429"/>
                  </a:cubicBezTo>
                  <a:lnTo>
                    <a:pt x="2050" y="1429"/>
                  </a:lnTo>
                  <a:cubicBezTo>
                    <a:pt x="2050" y="1430"/>
                    <a:pt x="2051" y="1431"/>
                    <a:pt x="2051" y="1432"/>
                  </a:cubicBezTo>
                  <a:lnTo>
                    <a:pt x="2051" y="1432"/>
                  </a:lnTo>
                  <a:cubicBezTo>
                    <a:pt x="2048" y="1425"/>
                    <a:pt x="2045" y="1419"/>
                    <a:pt x="2041" y="1411"/>
                  </a:cubicBezTo>
                  <a:cubicBezTo>
                    <a:pt x="2017" y="1351"/>
                    <a:pt x="2005" y="1320"/>
                    <a:pt x="2006" y="1320"/>
                  </a:cubicBezTo>
                  <a:lnTo>
                    <a:pt x="2006" y="1320"/>
                  </a:lnTo>
                  <a:cubicBezTo>
                    <a:pt x="2007" y="1320"/>
                    <a:pt x="2021" y="1351"/>
                    <a:pt x="2049" y="1411"/>
                  </a:cubicBezTo>
                  <a:lnTo>
                    <a:pt x="2056" y="1426"/>
                  </a:lnTo>
                  <a:lnTo>
                    <a:pt x="2056" y="1426"/>
                  </a:lnTo>
                  <a:cubicBezTo>
                    <a:pt x="2045" y="1392"/>
                    <a:pt x="2040" y="1377"/>
                    <a:pt x="2041" y="1377"/>
                  </a:cubicBezTo>
                  <a:lnTo>
                    <a:pt x="2041" y="1377"/>
                  </a:lnTo>
                  <a:cubicBezTo>
                    <a:pt x="2042" y="1377"/>
                    <a:pt x="2047" y="1393"/>
                    <a:pt x="2057" y="1419"/>
                  </a:cubicBezTo>
                  <a:cubicBezTo>
                    <a:pt x="2070" y="1452"/>
                    <a:pt x="2076" y="1468"/>
                    <a:pt x="2077" y="1468"/>
                  </a:cubicBezTo>
                  <a:lnTo>
                    <a:pt x="2077" y="1468"/>
                  </a:lnTo>
                  <a:cubicBezTo>
                    <a:pt x="2078" y="1468"/>
                    <a:pt x="2074" y="1453"/>
                    <a:pt x="2066" y="1422"/>
                  </a:cubicBezTo>
                  <a:lnTo>
                    <a:pt x="2066" y="1422"/>
                  </a:lnTo>
                  <a:cubicBezTo>
                    <a:pt x="2071" y="1440"/>
                    <a:pt x="2075" y="1458"/>
                    <a:pt x="2079" y="1474"/>
                  </a:cubicBezTo>
                  <a:lnTo>
                    <a:pt x="2079" y="1474"/>
                  </a:lnTo>
                  <a:lnTo>
                    <a:pt x="2081" y="1475"/>
                  </a:lnTo>
                  <a:lnTo>
                    <a:pt x="2081" y="1475"/>
                  </a:lnTo>
                  <a:cubicBezTo>
                    <a:pt x="2080" y="1468"/>
                    <a:pt x="2076" y="1455"/>
                    <a:pt x="2066" y="1419"/>
                  </a:cubicBezTo>
                  <a:lnTo>
                    <a:pt x="2066" y="1419"/>
                  </a:lnTo>
                  <a:cubicBezTo>
                    <a:pt x="2066" y="1419"/>
                    <a:pt x="2066" y="1419"/>
                    <a:pt x="2066" y="1419"/>
                  </a:cubicBezTo>
                  <a:lnTo>
                    <a:pt x="2033" y="1282"/>
                  </a:lnTo>
                  <a:cubicBezTo>
                    <a:pt x="2033" y="1282"/>
                    <a:pt x="2009" y="1217"/>
                    <a:pt x="1993" y="1152"/>
                  </a:cubicBezTo>
                  <a:cubicBezTo>
                    <a:pt x="1989" y="1136"/>
                    <a:pt x="1988" y="1128"/>
                    <a:pt x="1989" y="1128"/>
                  </a:cubicBezTo>
                  <a:lnTo>
                    <a:pt x="1989" y="1128"/>
                  </a:lnTo>
                  <a:cubicBezTo>
                    <a:pt x="1994" y="1128"/>
                    <a:pt x="2021" y="1201"/>
                    <a:pt x="2057" y="1347"/>
                  </a:cubicBezTo>
                  <a:lnTo>
                    <a:pt x="2057" y="1347"/>
                  </a:lnTo>
                  <a:lnTo>
                    <a:pt x="2057" y="1347"/>
                  </a:lnTo>
                  <a:cubicBezTo>
                    <a:pt x="2058" y="1347"/>
                    <a:pt x="2066" y="1347"/>
                    <a:pt x="2074" y="1419"/>
                  </a:cubicBezTo>
                  <a:cubicBezTo>
                    <a:pt x="2082" y="1444"/>
                    <a:pt x="2082" y="1460"/>
                    <a:pt x="2090" y="1484"/>
                  </a:cubicBezTo>
                  <a:lnTo>
                    <a:pt x="2082" y="1419"/>
                  </a:lnTo>
                  <a:cubicBezTo>
                    <a:pt x="2068" y="1340"/>
                    <a:pt x="2062" y="1306"/>
                    <a:pt x="2062" y="1306"/>
                  </a:cubicBezTo>
                  <a:lnTo>
                    <a:pt x="2062" y="1306"/>
                  </a:lnTo>
                  <a:cubicBezTo>
                    <a:pt x="2063" y="1306"/>
                    <a:pt x="2067" y="1324"/>
                    <a:pt x="2074" y="1355"/>
                  </a:cubicBezTo>
                  <a:cubicBezTo>
                    <a:pt x="2066" y="1286"/>
                    <a:pt x="2062" y="1251"/>
                    <a:pt x="2063" y="1251"/>
                  </a:cubicBezTo>
                  <a:lnTo>
                    <a:pt x="2063" y="1251"/>
                  </a:lnTo>
                  <a:cubicBezTo>
                    <a:pt x="2064" y="1251"/>
                    <a:pt x="2070" y="1286"/>
                    <a:pt x="2082" y="1355"/>
                  </a:cubicBezTo>
                  <a:cubicBezTo>
                    <a:pt x="2085" y="1378"/>
                    <a:pt x="2088" y="1402"/>
                    <a:pt x="2090" y="1423"/>
                  </a:cubicBezTo>
                  <a:lnTo>
                    <a:pt x="2090" y="1423"/>
                  </a:lnTo>
                  <a:lnTo>
                    <a:pt x="2090" y="1419"/>
                  </a:lnTo>
                  <a:cubicBezTo>
                    <a:pt x="2080" y="1343"/>
                    <a:pt x="2079" y="1312"/>
                    <a:pt x="2082" y="1312"/>
                  </a:cubicBezTo>
                  <a:lnTo>
                    <a:pt x="2082" y="1312"/>
                  </a:lnTo>
                  <a:cubicBezTo>
                    <a:pt x="2083" y="1312"/>
                    <a:pt x="2087" y="1328"/>
                    <a:pt x="2090" y="1355"/>
                  </a:cubicBezTo>
                  <a:cubicBezTo>
                    <a:pt x="2094" y="1391"/>
                    <a:pt x="2096" y="1409"/>
                    <a:pt x="2097" y="1409"/>
                  </a:cubicBezTo>
                  <a:cubicBezTo>
                    <a:pt x="2098" y="1409"/>
                    <a:pt x="2098" y="1391"/>
                    <a:pt x="2098" y="1355"/>
                  </a:cubicBezTo>
                  <a:cubicBezTo>
                    <a:pt x="2098" y="1355"/>
                    <a:pt x="2098" y="1355"/>
                    <a:pt x="2106" y="1428"/>
                  </a:cubicBezTo>
                  <a:cubicBezTo>
                    <a:pt x="2106" y="1391"/>
                    <a:pt x="2106" y="1373"/>
                    <a:pt x="2107" y="1373"/>
                  </a:cubicBezTo>
                  <a:cubicBezTo>
                    <a:pt x="2108" y="1373"/>
                    <a:pt x="2110" y="1391"/>
                    <a:pt x="2114" y="1428"/>
                  </a:cubicBezTo>
                  <a:cubicBezTo>
                    <a:pt x="2114" y="1290"/>
                    <a:pt x="2106" y="1225"/>
                    <a:pt x="2106" y="1225"/>
                  </a:cubicBezTo>
                  <a:cubicBezTo>
                    <a:pt x="2106" y="1225"/>
                    <a:pt x="2106" y="1225"/>
                    <a:pt x="2098" y="1152"/>
                  </a:cubicBezTo>
                  <a:lnTo>
                    <a:pt x="2106" y="1152"/>
                  </a:lnTo>
                  <a:cubicBezTo>
                    <a:pt x="2114" y="1152"/>
                    <a:pt x="2114" y="1152"/>
                    <a:pt x="2122" y="1087"/>
                  </a:cubicBezTo>
                  <a:close/>
                  <a:moveTo>
                    <a:pt x="2160" y="1498"/>
                  </a:moveTo>
                  <a:cubicBezTo>
                    <a:pt x="2160" y="1500"/>
                    <a:pt x="2160" y="1502"/>
                    <a:pt x="2159" y="1505"/>
                  </a:cubicBezTo>
                  <a:lnTo>
                    <a:pt x="2159" y="1505"/>
                  </a:lnTo>
                  <a:cubicBezTo>
                    <a:pt x="2150" y="1508"/>
                    <a:pt x="2142" y="1511"/>
                    <a:pt x="2134" y="1515"/>
                  </a:cubicBezTo>
                  <a:lnTo>
                    <a:pt x="2134" y="1515"/>
                  </a:lnTo>
                  <a:cubicBezTo>
                    <a:pt x="2132" y="1514"/>
                    <a:pt x="2131" y="1513"/>
                    <a:pt x="2129" y="1512"/>
                  </a:cubicBezTo>
                  <a:lnTo>
                    <a:pt x="2129" y="1512"/>
                  </a:lnTo>
                  <a:lnTo>
                    <a:pt x="2126" y="1514"/>
                  </a:lnTo>
                  <a:lnTo>
                    <a:pt x="2126" y="1514"/>
                  </a:lnTo>
                  <a:cubicBezTo>
                    <a:pt x="2126" y="1514"/>
                    <a:pt x="2125" y="1514"/>
                    <a:pt x="2125" y="1514"/>
                  </a:cubicBezTo>
                  <a:lnTo>
                    <a:pt x="2125" y="1514"/>
                  </a:lnTo>
                  <a:cubicBezTo>
                    <a:pt x="2124" y="1514"/>
                    <a:pt x="2122" y="1515"/>
                    <a:pt x="2121" y="1515"/>
                  </a:cubicBezTo>
                  <a:lnTo>
                    <a:pt x="2121" y="1515"/>
                  </a:lnTo>
                  <a:cubicBezTo>
                    <a:pt x="2122" y="1516"/>
                    <a:pt x="2123" y="1516"/>
                    <a:pt x="2123" y="1516"/>
                  </a:cubicBezTo>
                  <a:lnTo>
                    <a:pt x="2123" y="1516"/>
                  </a:lnTo>
                  <a:lnTo>
                    <a:pt x="2126" y="1514"/>
                  </a:lnTo>
                  <a:lnTo>
                    <a:pt x="2126" y="1514"/>
                  </a:lnTo>
                  <a:cubicBezTo>
                    <a:pt x="2128" y="1515"/>
                    <a:pt x="2130" y="1515"/>
                    <a:pt x="2131" y="1516"/>
                  </a:cubicBezTo>
                  <a:lnTo>
                    <a:pt x="2131" y="1516"/>
                  </a:lnTo>
                  <a:cubicBezTo>
                    <a:pt x="2132" y="1515"/>
                    <a:pt x="2132" y="1515"/>
                    <a:pt x="2133" y="1515"/>
                  </a:cubicBezTo>
                  <a:lnTo>
                    <a:pt x="2133" y="1515"/>
                  </a:lnTo>
                  <a:cubicBezTo>
                    <a:pt x="2132" y="1515"/>
                    <a:pt x="2132" y="1515"/>
                    <a:pt x="2131" y="1516"/>
                  </a:cubicBezTo>
                  <a:lnTo>
                    <a:pt x="2131" y="1516"/>
                  </a:lnTo>
                  <a:cubicBezTo>
                    <a:pt x="2131" y="1516"/>
                    <a:pt x="2131" y="1516"/>
                    <a:pt x="2131" y="1516"/>
                  </a:cubicBezTo>
                  <a:lnTo>
                    <a:pt x="2131" y="1516"/>
                  </a:lnTo>
                  <a:cubicBezTo>
                    <a:pt x="2129" y="1516"/>
                    <a:pt x="2128" y="1517"/>
                    <a:pt x="2126" y="1517"/>
                  </a:cubicBezTo>
                  <a:lnTo>
                    <a:pt x="2126" y="1517"/>
                  </a:lnTo>
                  <a:cubicBezTo>
                    <a:pt x="2125" y="1517"/>
                    <a:pt x="2124" y="1517"/>
                    <a:pt x="2123" y="1516"/>
                  </a:cubicBezTo>
                  <a:lnTo>
                    <a:pt x="2123" y="1516"/>
                  </a:lnTo>
                  <a:lnTo>
                    <a:pt x="2122" y="1517"/>
                  </a:lnTo>
                  <a:lnTo>
                    <a:pt x="2118" y="1517"/>
                  </a:lnTo>
                  <a:cubicBezTo>
                    <a:pt x="2119" y="1516"/>
                    <a:pt x="2120" y="1516"/>
                    <a:pt x="2121" y="1515"/>
                  </a:cubicBezTo>
                  <a:lnTo>
                    <a:pt x="2121" y="1515"/>
                  </a:lnTo>
                  <a:cubicBezTo>
                    <a:pt x="2121" y="1515"/>
                    <a:pt x="2121" y="1515"/>
                    <a:pt x="2121" y="1515"/>
                  </a:cubicBezTo>
                  <a:lnTo>
                    <a:pt x="2121" y="1515"/>
                  </a:lnTo>
                  <a:cubicBezTo>
                    <a:pt x="2119" y="1516"/>
                    <a:pt x="2118" y="1516"/>
                    <a:pt x="2117" y="1517"/>
                  </a:cubicBezTo>
                  <a:lnTo>
                    <a:pt x="2114" y="1517"/>
                  </a:lnTo>
                  <a:lnTo>
                    <a:pt x="2119" y="1514"/>
                  </a:lnTo>
                  <a:lnTo>
                    <a:pt x="2119" y="1514"/>
                  </a:lnTo>
                  <a:cubicBezTo>
                    <a:pt x="2120" y="1514"/>
                    <a:pt x="2120" y="1515"/>
                    <a:pt x="2121" y="1515"/>
                  </a:cubicBezTo>
                  <a:lnTo>
                    <a:pt x="2121" y="1515"/>
                  </a:lnTo>
                  <a:cubicBezTo>
                    <a:pt x="2122" y="1514"/>
                    <a:pt x="2123" y="1514"/>
                    <a:pt x="2124" y="1513"/>
                  </a:cubicBezTo>
                  <a:lnTo>
                    <a:pt x="2124" y="1513"/>
                  </a:lnTo>
                  <a:cubicBezTo>
                    <a:pt x="2124" y="1513"/>
                    <a:pt x="2125" y="1513"/>
                    <a:pt x="2125" y="1514"/>
                  </a:cubicBezTo>
                  <a:lnTo>
                    <a:pt x="2125" y="1514"/>
                  </a:lnTo>
                  <a:cubicBezTo>
                    <a:pt x="2126" y="1513"/>
                    <a:pt x="2127" y="1512"/>
                    <a:pt x="2128" y="1512"/>
                  </a:cubicBezTo>
                  <a:lnTo>
                    <a:pt x="2128" y="1512"/>
                  </a:lnTo>
                  <a:cubicBezTo>
                    <a:pt x="2129" y="1512"/>
                    <a:pt x="2129" y="1512"/>
                    <a:pt x="2129" y="1512"/>
                  </a:cubicBezTo>
                  <a:lnTo>
                    <a:pt x="2129" y="1512"/>
                  </a:lnTo>
                  <a:lnTo>
                    <a:pt x="2130" y="1511"/>
                  </a:lnTo>
                  <a:lnTo>
                    <a:pt x="2130" y="1511"/>
                  </a:lnTo>
                  <a:cubicBezTo>
                    <a:pt x="2130" y="1511"/>
                    <a:pt x="2129" y="1512"/>
                    <a:pt x="2128" y="1512"/>
                  </a:cubicBezTo>
                  <a:lnTo>
                    <a:pt x="2128" y="1512"/>
                  </a:lnTo>
                  <a:cubicBezTo>
                    <a:pt x="2128" y="1512"/>
                    <a:pt x="2128" y="1512"/>
                    <a:pt x="2128" y="1511"/>
                  </a:cubicBezTo>
                  <a:lnTo>
                    <a:pt x="2128" y="1511"/>
                  </a:lnTo>
                  <a:cubicBezTo>
                    <a:pt x="2126" y="1512"/>
                    <a:pt x="2125" y="1513"/>
                    <a:pt x="2124" y="1513"/>
                  </a:cubicBezTo>
                  <a:lnTo>
                    <a:pt x="2124" y="1513"/>
                  </a:lnTo>
                  <a:cubicBezTo>
                    <a:pt x="2123" y="1513"/>
                    <a:pt x="2123" y="1513"/>
                    <a:pt x="2122" y="1513"/>
                  </a:cubicBezTo>
                  <a:lnTo>
                    <a:pt x="2122" y="1513"/>
                  </a:lnTo>
                  <a:lnTo>
                    <a:pt x="2119" y="1514"/>
                  </a:lnTo>
                  <a:lnTo>
                    <a:pt x="2119" y="1514"/>
                  </a:lnTo>
                  <a:cubicBezTo>
                    <a:pt x="2111" y="1510"/>
                    <a:pt x="2101" y="1506"/>
                    <a:pt x="2090" y="1501"/>
                  </a:cubicBezTo>
                  <a:lnTo>
                    <a:pt x="2090" y="1501"/>
                  </a:lnTo>
                  <a:cubicBezTo>
                    <a:pt x="2104" y="1506"/>
                    <a:pt x="2115" y="1510"/>
                    <a:pt x="2122" y="1513"/>
                  </a:cubicBezTo>
                  <a:lnTo>
                    <a:pt x="2122" y="1513"/>
                  </a:lnTo>
                  <a:lnTo>
                    <a:pt x="2126" y="1511"/>
                  </a:lnTo>
                  <a:lnTo>
                    <a:pt x="2126" y="1511"/>
                  </a:lnTo>
                  <a:cubicBezTo>
                    <a:pt x="2127" y="1511"/>
                    <a:pt x="2127" y="1511"/>
                    <a:pt x="2128" y="1511"/>
                  </a:cubicBezTo>
                  <a:lnTo>
                    <a:pt x="2128" y="1511"/>
                  </a:lnTo>
                  <a:cubicBezTo>
                    <a:pt x="2130" y="1510"/>
                    <a:pt x="2133" y="1509"/>
                    <a:pt x="2136" y="1507"/>
                  </a:cubicBezTo>
                  <a:lnTo>
                    <a:pt x="2136" y="1507"/>
                  </a:lnTo>
                  <a:lnTo>
                    <a:pt x="2130" y="1511"/>
                  </a:lnTo>
                  <a:lnTo>
                    <a:pt x="2130" y="1511"/>
                  </a:lnTo>
                  <a:cubicBezTo>
                    <a:pt x="2138" y="1508"/>
                    <a:pt x="2148" y="1503"/>
                    <a:pt x="2160" y="1498"/>
                  </a:cubicBezTo>
                  <a:close/>
                  <a:moveTo>
                    <a:pt x="2159" y="1506"/>
                  </a:moveTo>
                  <a:cubicBezTo>
                    <a:pt x="2159" y="1508"/>
                    <a:pt x="2158" y="1510"/>
                    <a:pt x="2158" y="1512"/>
                  </a:cubicBezTo>
                  <a:lnTo>
                    <a:pt x="2158" y="1512"/>
                  </a:lnTo>
                  <a:cubicBezTo>
                    <a:pt x="2151" y="1515"/>
                    <a:pt x="2143" y="1518"/>
                    <a:pt x="2135" y="1522"/>
                  </a:cubicBezTo>
                  <a:lnTo>
                    <a:pt x="2135" y="1522"/>
                  </a:lnTo>
                  <a:cubicBezTo>
                    <a:pt x="2132" y="1520"/>
                    <a:pt x="2129" y="1519"/>
                    <a:pt x="2126" y="1518"/>
                  </a:cubicBezTo>
                  <a:lnTo>
                    <a:pt x="2126" y="1518"/>
                  </a:lnTo>
                  <a:cubicBezTo>
                    <a:pt x="2124" y="1519"/>
                    <a:pt x="2121" y="1520"/>
                    <a:pt x="2119" y="1521"/>
                  </a:cubicBezTo>
                  <a:lnTo>
                    <a:pt x="2119" y="1521"/>
                  </a:lnTo>
                  <a:cubicBezTo>
                    <a:pt x="2118" y="1520"/>
                    <a:pt x="2118" y="1520"/>
                    <a:pt x="2118" y="1520"/>
                  </a:cubicBezTo>
                  <a:lnTo>
                    <a:pt x="2118" y="1520"/>
                  </a:lnTo>
                  <a:cubicBezTo>
                    <a:pt x="2116" y="1521"/>
                    <a:pt x="2114" y="1522"/>
                    <a:pt x="2111" y="1523"/>
                  </a:cubicBezTo>
                  <a:lnTo>
                    <a:pt x="2111" y="1523"/>
                  </a:lnTo>
                  <a:cubicBezTo>
                    <a:pt x="2104" y="1520"/>
                    <a:pt x="2097" y="1517"/>
                    <a:pt x="2090" y="1514"/>
                  </a:cubicBezTo>
                  <a:lnTo>
                    <a:pt x="2090" y="1514"/>
                  </a:lnTo>
                  <a:cubicBezTo>
                    <a:pt x="2090" y="1516"/>
                    <a:pt x="2090" y="1517"/>
                    <a:pt x="2089" y="1517"/>
                  </a:cubicBezTo>
                  <a:cubicBezTo>
                    <a:pt x="2089" y="1517"/>
                    <a:pt x="2088" y="1516"/>
                    <a:pt x="2087" y="1513"/>
                  </a:cubicBezTo>
                  <a:lnTo>
                    <a:pt x="2087" y="1513"/>
                  </a:lnTo>
                  <a:cubicBezTo>
                    <a:pt x="2088" y="1514"/>
                    <a:pt x="2089" y="1514"/>
                    <a:pt x="2090" y="1514"/>
                  </a:cubicBezTo>
                  <a:lnTo>
                    <a:pt x="2090" y="1514"/>
                  </a:lnTo>
                  <a:cubicBezTo>
                    <a:pt x="2090" y="1513"/>
                    <a:pt x="2090" y="1512"/>
                    <a:pt x="2090" y="1511"/>
                  </a:cubicBezTo>
                  <a:lnTo>
                    <a:pt x="2090" y="1511"/>
                  </a:lnTo>
                  <a:cubicBezTo>
                    <a:pt x="2098" y="1514"/>
                    <a:pt x="2106" y="1516"/>
                    <a:pt x="2113" y="1519"/>
                  </a:cubicBezTo>
                  <a:lnTo>
                    <a:pt x="2113" y="1519"/>
                  </a:lnTo>
                  <a:cubicBezTo>
                    <a:pt x="2110" y="1520"/>
                    <a:pt x="2109" y="1521"/>
                    <a:pt x="2109" y="1521"/>
                  </a:cubicBezTo>
                  <a:cubicBezTo>
                    <a:pt x="2109" y="1521"/>
                    <a:pt x="2111" y="1520"/>
                    <a:pt x="2113" y="1519"/>
                  </a:cubicBezTo>
                  <a:lnTo>
                    <a:pt x="2113" y="1519"/>
                  </a:lnTo>
                  <a:cubicBezTo>
                    <a:pt x="2115" y="1519"/>
                    <a:pt x="2117" y="1520"/>
                    <a:pt x="2118" y="1520"/>
                  </a:cubicBezTo>
                  <a:lnTo>
                    <a:pt x="2118" y="1520"/>
                  </a:lnTo>
                  <a:cubicBezTo>
                    <a:pt x="2121" y="1519"/>
                    <a:pt x="2123" y="1518"/>
                    <a:pt x="2126" y="1517"/>
                  </a:cubicBezTo>
                  <a:lnTo>
                    <a:pt x="2126" y="1517"/>
                  </a:lnTo>
                  <a:cubicBezTo>
                    <a:pt x="2126" y="1518"/>
                    <a:pt x="2126" y="1518"/>
                    <a:pt x="2126" y="1518"/>
                  </a:cubicBezTo>
                  <a:lnTo>
                    <a:pt x="2126" y="1518"/>
                  </a:lnTo>
                  <a:cubicBezTo>
                    <a:pt x="2128" y="1517"/>
                    <a:pt x="2129" y="1516"/>
                    <a:pt x="2131" y="1516"/>
                  </a:cubicBezTo>
                  <a:lnTo>
                    <a:pt x="2131" y="1516"/>
                  </a:lnTo>
                  <a:cubicBezTo>
                    <a:pt x="2135" y="1517"/>
                    <a:pt x="2138" y="1518"/>
                    <a:pt x="2138" y="1518"/>
                  </a:cubicBezTo>
                  <a:cubicBezTo>
                    <a:pt x="2139" y="1518"/>
                    <a:pt x="2138" y="1517"/>
                    <a:pt x="2134" y="1515"/>
                  </a:cubicBezTo>
                  <a:lnTo>
                    <a:pt x="2134" y="1515"/>
                  </a:lnTo>
                  <a:cubicBezTo>
                    <a:pt x="2144" y="1511"/>
                    <a:pt x="2152" y="1508"/>
                    <a:pt x="2159" y="1506"/>
                  </a:cubicBezTo>
                  <a:close/>
                  <a:moveTo>
                    <a:pt x="2119" y="1521"/>
                  </a:moveTo>
                  <a:cubicBezTo>
                    <a:pt x="2122" y="1522"/>
                    <a:pt x="2126" y="1523"/>
                    <a:pt x="2129" y="1524"/>
                  </a:cubicBezTo>
                  <a:lnTo>
                    <a:pt x="2129" y="1524"/>
                  </a:lnTo>
                  <a:cubicBezTo>
                    <a:pt x="2127" y="1525"/>
                    <a:pt x="2124" y="1526"/>
                    <a:pt x="2122" y="1527"/>
                  </a:cubicBezTo>
                  <a:lnTo>
                    <a:pt x="2122" y="1527"/>
                  </a:lnTo>
                  <a:cubicBezTo>
                    <a:pt x="2118" y="1526"/>
                    <a:pt x="2115" y="1524"/>
                    <a:pt x="2112" y="1523"/>
                  </a:cubicBezTo>
                  <a:lnTo>
                    <a:pt x="2112" y="1523"/>
                  </a:lnTo>
                  <a:cubicBezTo>
                    <a:pt x="2110" y="1524"/>
                    <a:pt x="2108" y="1524"/>
                    <a:pt x="2106" y="1525"/>
                  </a:cubicBezTo>
                  <a:cubicBezTo>
                    <a:pt x="2108" y="1524"/>
                    <a:pt x="2110" y="1524"/>
                    <a:pt x="2111" y="1523"/>
                  </a:cubicBezTo>
                  <a:lnTo>
                    <a:pt x="2111" y="1523"/>
                  </a:lnTo>
                  <a:cubicBezTo>
                    <a:pt x="2111" y="1523"/>
                    <a:pt x="2112" y="1523"/>
                    <a:pt x="2112" y="1523"/>
                  </a:cubicBezTo>
                  <a:lnTo>
                    <a:pt x="2112" y="1523"/>
                  </a:lnTo>
                  <a:cubicBezTo>
                    <a:pt x="2114" y="1522"/>
                    <a:pt x="2116" y="1521"/>
                    <a:pt x="2119" y="1521"/>
                  </a:cubicBezTo>
                  <a:close/>
                  <a:moveTo>
                    <a:pt x="1636" y="1517"/>
                  </a:moveTo>
                  <a:cubicBezTo>
                    <a:pt x="1685" y="1517"/>
                    <a:pt x="1725" y="1525"/>
                    <a:pt x="1774" y="1533"/>
                  </a:cubicBezTo>
                  <a:cubicBezTo>
                    <a:pt x="1801" y="1536"/>
                    <a:pt x="1805" y="1538"/>
                    <a:pt x="1792" y="1538"/>
                  </a:cubicBezTo>
                  <a:cubicBezTo>
                    <a:pt x="1772" y="1538"/>
                    <a:pt x="1717" y="1534"/>
                    <a:pt x="1636" y="1525"/>
                  </a:cubicBezTo>
                  <a:lnTo>
                    <a:pt x="1636" y="1517"/>
                  </a:lnTo>
                  <a:close/>
                  <a:moveTo>
                    <a:pt x="1612" y="1447"/>
                  </a:moveTo>
                  <a:cubicBezTo>
                    <a:pt x="1617" y="1447"/>
                    <a:pt x="1634" y="1449"/>
                    <a:pt x="1660" y="1452"/>
                  </a:cubicBezTo>
                  <a:cubicBezTo>
                    <a:pt x="1701" y="1452"/>
                    <a:pt x="1749" y="1460"/>
                    <a:pt x="1790" y="1468"/>
                  </a:cubicBezTo>
                  <a:cubicBezTo>
                    <a:pt x="1814" y="1476"/>
                    <a:pt x="1839" y="1476"/>
                    <a:pt x="1855" y="1492"/>
                  </a:cubicBezTo>
                  <a:cubicBezTo>
                    <a:pt x="1903" y="1501"/>
                    <a:pt x="1944" y="1509"/>
                    <a:pt x="1993" y="1517"/>
                  </a:cubicBezTo>
                  <a:cubicBezTo>
                    <a:pt x="2020" y="1520"/>
                    <a:pt x="2037" y="1522"/>
                    <a:pt x="2042" y="1522"/>
                  </a:cubicBezTo>
                  <a:cubicBezTo>
                    <a:pt x="2050" y="1522"/>
                    <a:pt x="2035" y="1518"/>
                    <a:pt x="1993" y="1509"/>
                  </a:cubicBezTo>
                  <a:lnTo>
                    <a:pt x="1993" y="1509"/>
                  </a:lnTo>
                  <a:cubicBezTo>
                    <a:pt x="2035" y="1518"/>
                    <a:pt x="2053" y="1522"/>
                    <a:pt x="2060" y="1522"/>
                  </a:cubicBezTo>
                  <a:cubicBezTo>
                    <a:pt x="2066" y="1522"/>
                    <a:pt x="2066" y="1520"/>
                    <a:pt x="2066" y="1517"/>
                  </a:cubicBezTo>
                  <a:cubicBezTo>
                    <a:pt x="2066" y="1517"/>
                    <a:pt x="2072" y="1517"/>
                    <a:pt x="2119" y="1528"/>
                  </a:cubicBezTo>
                  <a:lnTo>
                    <a:pt x="2119" y="1528"/>
                  </a:lnTo>
                  <a:cubicBezTo>
                    <a:pt x="2115" y="1530"/>
                    <a:pt x="2110" y="1531"/>
                    <a:pt x="2106" y="1533"/>
                  </a:cubicBezTo>
                  <a:cubicBezTo>
                    <a:pt x="2102" y="1534"/>
                    <a:pt x="2098" y="1535"/>
                    <a:pt x="2094" y="1536"/>
                  </a:cubicBezTo>
                  <a:lnTo>
                    <a:pt x="2094" y="1536"/>
                  </a:lnTo>
                  <a:lnTo>
                    <a:pt x="1985" y="1517"/>
                  </a:lnTo>
                  <a:lnTo>
                    <a:pt x="2049" y="1533"/>
                  </a:lnTo>
                  <a:lnTo>
                    <a:pt x="2089" y="1537"/>
                  </a:lnTo>
                  <a:lnTo>
                    <a:pt x="2089" y="1537"/>
                  </a:lnTo>
                  <a:cubicBezTo>
                    <a:pt x="2091" y="1537"/>
                    <a:pt x="2092" y="1537"/>
                    <a:pt x="2094" y="1536"/>
                  </a:cubicBezTo>
                  <a:lnTo>
                    <a:pt x="2094" y="1536"/>
                  </a:lnTo>
                  <a:lnTo>
                    <a:pt x="2105" y="1538"/>
                  </a:lnTo>
                  <a:lnTo>
                    <a:pt x="2105" y="1538"/>
                  </a:lnTo>
                  <a:cubicBezTo>
                    <a:pt x="2112" y="1536"/>
                    <a:pt x="2115" y="1535"/>
                    <a:pt x="2116" y="1535"/>
                  </a:cubicBezTo>
                  <a:lnTo>
                    <a:pt x="2116" y="1535"/>
                  </a:lnTo>
                  <a:cubicBezTo>
                    <a:pt x="2116" y="1535"/>
                    <a:pt x="2113" y="1536"/>
                    <a:pt x="2106" y="1538"/>
                  </a:cubicBezTo>
                  <a:lnTo>
                    <a:pt x="2106" y="1538"/>
                  </a:lnTo>
                  <a:lnTo>
                    <a:pt x="2105" y="1538"/>
                  </a:lnTo>
                  <a:lnTo>
                    <a:pt x="2105" y="1538"/>
                  </a:lnTo>
                  <a:cubicBezTo>
                    <a:pt x="2104" y="1538"/>
                    <a:pt x="2103" y="1539"/>
                    <a:pt x="2102" y="1539"/>
                  </a:cubicBezTo>
                  <a:lnTo>
                    <a:pt x="2102" y="1539"/>
                  </a:lnTo>
                  <a:lnTo>
                    <a:pt x="2089" y="1537"/>
                  </a:lnTo>
                  <a:lnTo>
                    <a:pt x="2089" y="1537"/>
                  </a:lnTo>
                  <a:cubicBezTo>
                    <a:pt x="2082" y="1539"/>
                    <a:pt x="2077" y="1541"/>
                    <a:pt x="2072" y="1543"/>
                  </a:cubicBezTo>
                  <a:lnTo>
                    <a:pt x="2072" y="1543"/>
                  </a:lnTo>
                  <a:cubicBezTo>
                    <a:pt x="2056" y="1540"/>
                    <a:pt x="2019" y="1533"/>
                    <a:pt x="1985" y="1525"/>
                  </a:cubicBezTo>
                  <a:lnTo>
                    <a:pt x="1717" y="1468"/>
                  </a:lnTo>
                  <a:cubicBezTo>
                    <a:pt x="1635" y="1453"/>
                    <a:pt x="1605" y="1447"/>
                    <a:pt x="1612" y="1447"/>
                  </a:cubicBezTo>
                  <a:close/>
                  <a:moveTo>
                    <a:pt x="2049" y="1541"/>
                  </a:moveTo>
                  <a:cubicBezTo>
                    <a:pt x="2058" y="1542"/>
                    <a:pt x="2065" y="1543"/>
                    <a:pt x="2070" y="1543"/>
                  </a:cubicBezTo>
                  <a:lnTo>
                    <a:pt x="2070" y="1543"/>
                  </a:lnTo>
                  <a:cubicBezTo>
                    <a:pt x="2069" y="1544"/>
                    <a:pt x="2068" y="1544"/>
                    <a:pt x="2067" y="1544"/>
                  </a:cubicBezTo>
                  <a:lnTo>
                    <a:pt x="2067" y="1544"/>
                  </a:lnTo>
                  <a:cubicBezTo>
                    <a:pt x="2061" y="1543"/>
                    <a:pt x="2056" y="1542"/>
                    <a:pt x="2049" y="1541"/>
                  </a:cubicBezTo>
                  <a:close/>
                  <a:moveTo>
                    <a:pt x="2106" y="1538"/>
                  </a:moveTo>
                  <a:lnTo>
                    <a:pt x="2122" y="1541"/>
                  </a:lnTo>
                  <a:lnTo>
                    <a:pt x="2104" y="1539"/>
                  </a:lnTo>
                  <a:lnTo>
                    <a:pt x="2104" y="1539"/>
                  </a:lnTo>
                  <a:cubicBezTo>
                    <a:pt x="2097" y="1541"/>
                    <a:pt x="2089" y="1543"/>
                    <a:pt x="2079" y="1546"/>
                  </a:cubicBezTo>
                  <a:lnTo>
                    <a:pt x="2079" y="1546"/>
                  </a:lnTo>
                  <a:cubicBezTo>
                    <a:pt x="2078" y="1546"/>
                    <a:pt x="2078" y="1546"/>
                    <a:pt x="2078" y="1546"/>
                  </a:cubicBezTo>
                  <a:lnTo>
                    <a:pt x="2078" y="1546"/>
                  </a:lnTo>
                  <a:cubicBezTo>
                    <a:pt x="2088" y="1543"/>
                    <a:pt x="2096" y="1541"/>
                    <a:pt x="2102" y="1539"/>
                  </a:cubicBezTo>
                  <a:lnTo>
                    <a:pt x="2102" y="1539"/>
                  </a:lnTo>
                  <a:lnTo>
                    <a:pt x="2104" y="1539"/>
                  </a:lnTo>
                  <a:lnTo>
                    <a:pt x="2104" y="1539"/>
                  </a:lnTo>
                  <a:cubicBezTo>
                    <a:pt x="2105" y="1539"/>
                    <a:pt x="2105" y="1538"/>
                    <a:pt x="2106" y="1538"/>
                  </a:cubicBezTo>
                  <a:close/>
                  <a:moveTo>
                    <a:pt x="2049" y="1549"/>
                  </a:moveTo>
                  <a:cubicBezTo>
                    <a:pt x="2051" y="1549"/>
                    <a:pt x="2052" y="1549"/>
                    <a:pt x="2053" y="1549"/>
                  </a:cubicBezTo>
                  <a:lnTo>
                    <a:pt x="2053" y="1549"/>
                  </a:lnTo>
                  <a:cubicBezTo>
                    <a:pt x="2048" y="1552"/>
                    <a:pt x="2045" y="1554"/>
                    <a:pt x="2043" y="1555"/>
                  </a:cubicBezTo>
                  <a:lnTo>
                    <a:pt x="2043" y="1555"/>
                  </a:lnTo>
                  <a:cubicBezTo>
                    <a:pt x="2047" y="1554"/>
                    <a:pt x="2051" y="1553"/>
                    <a:pt x="2054" y="1552"/>
                  </a:cubicBezTo>
                  <a:lnTo>
                    <a:pt x="2054" y="1552"/>
                  </a:lnTo>
                  <a:cubicBezTo>
                    <a:pt x="2050" y="1553"/>
                    <a:pt x="2047" y="1554"/>
                    <a:pt x="2043" y="1555"/>
                  </a:cubicBezTo>
                  <a:lnTo>
                    <a:pt x="2043" y="1555"/>
                  </a:lnTo>
                  <a:cubicBezTo>
                    <a:pt x="2043" y="1555"/>
                    <a:pt x="2043" y="1555"/>
                    <a:pt x="2043" y="1555"/>
                  </a:cubicBezTo>
                  <a:lnTo>
                    <a:pt x="2043" y="1555"/>
                  </a:lnTo>
                  <a:cubicBezTo>
                    <a:pt x="2042" y="1555"/>
                    <a:pt x="2040" y="1556"/>
                    <a:pt x="2038" y="1556"/>
                  </a:cubicBezTo>
                  <a:lnTo>
                    <a:pt x="2038" y="1556"/>
                  </a:lnTo>
                  <a:cubicBezTo>
                    <a:pt x="1977" y="1549"/>
                    <a:pt x="1980" y="1549"/>
                    <a:pt x="2049" y="1549"/>
                  </a:cubicBezTo>
                  <a:close/>
                  <a:moveTo>
                    <a:pt x="2301" y="1509"/>
                  </a:moveTo>
                  <a:lnTo>
                    <a:pt x="2236" y="1525"/>
                  </a:lnTo>
                  <a:cubicBezTo>
                    <a:pt x="2163" y="1541"/>
                    <a:pt x="2171" y="1541"/>
                    <a:pt x="2163" y="1549"/>
                  </a:cubicBezTo>
                  <a:cubicBezTo>
                    <a:pt x="2163" y="1549"/>
                    <a:pt x="2163" y="1552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7" y="1556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7" y="1556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6" y="1556"/>
                    <a:pt x="2146" y="1556"/>
                  </a:cubicBezTo>
                  <a:lnTo>
                    <a:pt x="2146" y="1556"/>
                  </a:lnTo>
                  <a:cubicBezTo>
                    <a:pt x="2145" y="1556"/>
                    <a:pt x="2143" y="1556"/>
                    <a:pt x="2142" y="1556"/>
                  </a:cubicBezTo>
                  <a:lnTo>
                    <a:pt x="2142" y="1556"/>
                  </a:lnTo>
                  <a:lnTo>
                    <a:pt x="2139" y="1549"/>
                  </a:lnTo>
                  <a:lnTo>
                    <a:pt x="2139" y="1549"/>
                  </a:lnTo>
                  <a:cubicBezTo>
                    <a:pt x="2139" y="1551"/>
                    <a:pt x="2140" y="1554"/>
                    <a:pt x="2140" y="1556"/>
                  </a:cubicBezTo>
                  <a:lnTo>
                    <a:pt x="2140" y="1556"/>
                  </a:lnTo>
                  <a:cubicBezTo>
                    <a:pt x="2129" y="1554"/>
                    <a:pt x="2111" y="1551"/>
                    <a:pt x="2086" y="1547"/>
                  </a:cubicBezTo>
                  <a:lnTo>
                    <a:pt x="2086" y="1547"/>
                  </a:lnTo>
                  <a:cubicBezTo>
                    <a:pt x="2087" y="1547"/>
                    <a:pt x="2089" y="1547"/>
                    <a:pt x="2090" y="1547"/>
                  </a:cubicBezTo>
                  <a:cubicBezTo>
                    <a:pt x="2098" y="1547"/>
                    <a:pt x="2098" y="1549"/>
                    <a:pt x="2098" y="1549"/>
                  </a:cubicBezTo>
                  <a:cubicBezTo>
                    <a:pt x="2098" y="1549"/>
                    <a:pt x="2098" y="1549"/>
                    <a:pt x="2152" y="1537"/>
                  </a:cubicBezTo>
                  <a:lnTo>
                    <a:pt x="2152" y="1537"/>
                  </a:lnTo>
                  <a:cubicBezTo>
                    <a:pt x="2149" y="1542"/>
                    <a:pt x="2148" y="1549"/>
                    <a:pt x="2147" y="1556"/>
                  </a:cubicBezTo>
                  <a:lnTo>
                    <a:pt x="2147" y="1556"/>
                  </a:lnTo>
                  <a:cubicBezTo>
                    <a:pt x="2149" y="1549"/>
                    <a:pt x="2150" y="1543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7" y="1536"/>
                    <a:pt x="2164" y="1535"/>
                    <a:pt x="2171" y="1533"/>
                  </a:cubicBezTo>
                  <a:cubicBezTo>
                    <a:pt x="2235" y="1525"/>
                    <a:pt x="2300" y="1509"/>
                    <a:pt x="2301" y="1509"/>
                  </a:cubicBezTo>
                  <a:close/>
                  <a:moveTo>
                    <a:pt x="2142" y="1556"/>
                  </a:moveTo>
                  <a:cubicBezTo>
                    <a:pt x="2143" y="1556"/>
                    <a:pt x="2145" y="1556"/>
                    <a:pt x="2146" y="1557"/>
                  </a:cubicBezTo>
                  <a:lnTo>
                    <a:pt x="2146" y="1557"/>
                  </a:lnTo>
                  <a:cubicBezTo>
                    <a:pt x="2145" y="1557"/>
                    <a:pt x="2144" y="1557"/>
                    <a:pt x="2143" y="1557"/>
                  </a:cubicBezTo>
                  <a:lnTo>
                    <a:pt x="2143" y="1557"/>
                  </a:lnTo>
                  <a:lnTo>
                    <a:pt x="2142" y="1556"/>
                  </a:lnTo>
                  <a:close/>
                  <a:moveTo>
                    <a:pt x="2043" y="1555"/>
                  </a:moveTo>
                  <a:cubicBezTo>
                    <a:pt x="2042" y="1556"/>
                    <a:pt x="2042" y="1556"/>
                    <a:pt x="2042" y="1556"/>
                  </a:cubicBezTo>
                  <a:lnTo>
                    <a:pt x="2042" y="1556"/>
                  </a:lnTo>
                  <a:cubicBezTo>
                    <a:pt x="2041" y="1556"/>
                    <a:pt x="2040" y="1556"/>
                    <a:pt x="2039" y="1556"/>
                  </a:cubicBezTo>
                  <a:lnTo>
                    <a:pt x="2039" y="1556"/>
                  </a:lnTo>
                  <a:cubicBezTo>
                    <a:pt x="2037" y="1557"/>
                    <a:pt x="2035" y="1557"/>
                    <a:pt x="2033" y="1557"/>
                  </a:cubicBezTo>
                  <a:cubicBezTo>
                    <a:pt x="2035" y="1557"/>
                    <a:pt x="2037" y="1556"/>
                    <a:pt x="2038" y="1556"/>
                  </a:cubicBezTo>
                  <a:lnTo>
                    <a:pt x="2038" y="1556"/>
                  </a:lnTo>
                  <a:cubicBezTo>
                    <a:pt x="2038" y="1556"/>
                    <a:pt x="2038" y="1556"/>
                    <a:pt x="2039" y="1556"/>
                  </a:cubicBezTo>
                  <a:lnTo>
                    <a:pt x="2039" y="1556"/>
                  </a:lnTo>
                  <a:cubicBezTo>
                    <a:pt x="2040" y="1556"/>
                    <a:pt x="2042" y="1555"/>
                    <a:pt x="2043" y="1555"/>
                  </a:cubicBezTo>
                  <a:close/>
                  <a:moveTo>
                    <a:pt x="2146" y="1559"/>
                  </a:moveTo>
                  <a:cubicBezTo>
                    <a:pt x="2146" y="1561"/>
                    <a:pt x="2146" y="1562"/>
                    <a:pt x="2146" y="1563"/>
                  </a:cubicBezTo>
                  <a:lnTo>
                    <a:pt x="2146" y="1563"/>
                  </a:lnTo>
                  <a:lnTo>
                    <a:pt x="2144" y="1559"/>
                  </a:lnTo>
                  <a:lnTo>
                    <a:pt x="2144" y="1559"/>
                  </a:lnTo>
                  <a:lnTo>
                    <a:pt x="2146" y="1559"/>
                  </a:lnTo>
                  <a:close/>
                  <a:moveTo>
                    <a:pt x="1766" y="1557"/>
                  </a:moveTo>
                  <a:cubicBezTo>
                    <a:pt x="1766" y="1565"/>
                    <a:pt x="1766" y="1565"/>
                    <a:pt x="1693" y="1565"/>
                  </a:cubicBezTo>
                  <a:lnTo>
                    <a:pt x="1693" y="1557"/>
                  </a:lnTo>
                  <a:close/>
                  <a:moveTo>
                    <a:pt x="2163" y="1557"/>
                  </a:moveTo>
                  <a:cubicBezTo>
                    <a:pt x="2228" y="1557"/>
                    <a:pt x="2228" y="1557"/>
                    <a:pt x="2163" y="1565"/>
                  </a:cubicBezTo>
                  <a:cubicBezTo>
                    <a:pt x="2157" y="1565"/>
                    <a:pt x="2152" y="1565"/>
                    <a:pt x="2147" y="1566"/>
                  </a:cubicBezTo>
                  <a:lnTo>
                    <a:pt x="2147" y="1566"/>
                  </a:lnTo>
                  <a:cubicBezTo>
                    <a:pt x="2147" y="1563"/>
                    <a:pt x="2147" y="1561"/>
                    <a:pt x="2147" y="1559"/>
                  </a:cubicBezTo>
                  <a:lnTo>
                    <a:pt x="2147" y="1559"/>
                  </a:lnTo>
                  <a:lnTo>
                    <a:pt x="2163" y="1557"/>
                  </a:lnTo>
                  <a:close/>
                  <a:moveTo>
                    <a:pt x="2148" y="1573"/>
                  </a:moveTo>
                  <a:lnTo>
                    <a:pt x="2148" y="1573"/>
                  </a:lnTo>
                  <a:cubicBezTo>
                    <a:pt x="2150" y="1574"/>
                    <a:pt x="2152" y="1574"/>
                    <a:pt x="2155" y="1574"/>
                  </a:cubicBezTo>
                  <a:cubicBezTo>
                    <a:pt x="2153" y="1574"/>
                    <a:pt x="2150" y="1574"/>
                    <a:pt x="2148" y="1574"/>
                  </a:cubicBezTo>
                  <a:lnTo>
                    <a:pt x="2148" y="1574"/>
                  </a:lnTo>
                  <a:lnTo>
                    <a:pt x="2148" y="1573"/>
                  </a:lnTo>
                  <a:close/>
                  <a:moveTo>
                    <a:pt x="2144" y="1581"/>
                  </a:moveTo>
                  <a:lnTo>
                    <a:pt x="2144" y="1581"/>
                  </a:lnTo>
                  <a:cubicBezTo>
                    <a:pt x="2145" y="1581"/>
                    <a:pt x="2145" y="1581"/>
                    <a:pt x="2146" y="1581"/>
                  </a:cubicBezTo>
                  <a:lnTo>
                    <a:pt x="2146" y="1581"/>
                  </a:lnTo>
                  <a:cubicBezTo>
                    <a:pt x="2147" y="1581"/>
                    <a:pt x="2147" y="1581"/>
                    <a:pt x="2147" y="1582"/>
                  </a:cubicBezTo>
                  <a:lnTo>
                    <a:pt x="2143" y="1582"/>
                  </a:lnTo>
                  <a:cubicBezTo>
                    <a:pt x="2143" y="1582"/>
                    <a:pt x="2143" y="1581"/>
                    <a:pt x="2144" y="1581"/>
                  </a:cubicBezTo>
                  <a:close/>
                  <a:moveTo>
                    <a:pt x="2149" y="1581"/>
                  </a:moveTo>
                  <a:cubicBezTo>
                    <a:pt x="2151" y="1581"/>
                    <a:pt x="2153" y="1582"/>
                    <a:pt x="2155" y="1582"/>
                  </a:cubicBezTo>
                  <a:lnTo>
                    <a:pt x="2149" y="1582"/>
                  </a:lnTo>
                  <a:lnTo>
                    <a:pt x="2149" y="1581"/>
                  </a:lnTo>
                  <a:close/>
                  <a:moveTo>
                    <a:pt x="1960" y="1590"/>
                  </a:moveTo>
                  <a:lnTo>
                    <a:pt x="1830" y="1598"/>
                  </a:lnTo>
                  <a:lnTo>
                    <a:pt x="1895" y="1598"/>
                  </a:lnTo>
                  <a:lnTo>
                    <a:pt x="1960" y="1590"/>
                  </a:lnTo>
                  <a:close/>
                  <a:moveTo>
                    <a:pt x="2145" y="1596"/>
                  </a:moveTo>
                  <a:cubicBezTo>
                    <a:pt x="2147" y="1597"/>
                    <a:pt x="2147" y="1598"/>
                    <a:pt x="2147" y="1598"/>
                  </a:cubicBezTo>
                  <a:cubicBezTo>
                    <a:pt x="2144" y="1598"/>
                    <a:pt x="2142" y="1597"/>
                    <a:pt x="2139" y="1597"/>
                  </a:cubicBezTo>
                  <a:lnTo>
                    <a:pt x="2139" y="1597"/>
                  </a:lnTo>
                  <a:cubicBezTo>
                    <a:pt x="2141" y="1597"/>
                    <a:pt x="2143" y="1596"/>
                    <a:pt x="2145" y="1596"/>
                  </a:cubicBezTo>
                  <a:close/>
                  <a:moveTo>
                    <a:pt x="2065" y="1550"/>
                  </a:moveTo>
                  <a:cubicBezTo>
                    <a:pt x="2102" y="1552"/>
                    <a:pt x="2127" y="1555"/>
                    <a:pt x="2140" y="1556"/>
                  </a:cubicBezTo>
                  <a:lnTo>
                    <a:pt x="2140" y="1556"/>
                  </a:lnTo>
                  <a:cubicBezTo>
                    <a:pt x="2140" y="1557"/>
                    <a:pt x="2141" y="1557"/>
                    <a:pt x="2141" y="1558"/>
                  </a:cubicBezTo>
                  <a:lnTo>
                    <a:pt x="2141" y="1558"/>
                  </a:lnTo>
                  <a:cubicBezTo>
                    <a:pt x="2130" y="1560"/>
                    <a:pt x="2114" y="1563"/>
                    <a:pt x="2090" y="1565"/>
                  </a:cubicBezTo>
                  <a:lnTo>
                    <a:pt x="2141" y="1560"/>
                  </a:lnTo>
                  <a:lnTo>
                    <a:pt x="2141" y="1560"/>
                  </a:lnTo>
                  <a:cubicBezTo>
                    <a:pt x="2142" y="1562"/>
                    <a:pt x="2142" y="1564"/>
                    <a:pt x="2143" y="1566"/>
                  </a:cubicBezTo>
                  <a:lnTo>
                    <a:pt x="2143" y="1566"/>
                  </a:lnTo>
                  <a:cubicBezTo>
                    <a:pt x="2094" y="1567"/>
                    <a:pt x="2096" y="1573"/>
                    <a:pt x="2144" y="1573"/>
                  </a:cubicBezTo>
                  <a:lnTo>
                    <a:pt x="2144" y="1573"/>
                  </a:lnTo>
                  <a:cubicBezTo>
                    <a:pt x="2144" y="1574"/>
                    <a:pt x="2144" y="1574"/>
                    <a:pt x="2144" y="1574"/>
                  </a:cubicBezTo>
                  <a:lnTo>
                    <a:pt x="2144" y="1574"/>
                  </a:lnTo>
                  <a:cubicBezTo>
                    <a:pt x="2086" y="1578"/>
                    <a:pt x="2057" y="1578"/>
                    <a:pt x="2057" y="1578"/>
                  </a:cubicBezTo>
                  <a:cubicBezTo>
                    <a:pt x="2057" y="1578"/>
                    <a:pt x="2086" y="1578"/>
                    <a:pt x="2143" y="1581"/>
                  </a:cubicBezTo>
                  <a:lnTo>
                    <a:pt x="2143" y="1581"/>
                  </a:lnTo>
                  <a:cubicBezTo>
                    <a:pt x="2143" y="1581"/>
                    <a:pt x="2143" y="1582"/>
                    <a:pt x="2143" y="1582"/>
                  </a:cubicBezTo>
                  <a:lnTo>
                    <a:pt x="2082" y="1582"/>
                  </a:lnTo>
                  <a:cubicBezTo>
                    <a:pt x="2155" y="1582"/>
                    <a:pt x="2147" y="1590"/>
                    <a:pt x="2082" y="1590"/>
                  </a:cubicBezTo>
                  <a:cubicBezTo>
                    <a:pt x="2113" y="1590"/>
                    <a:pt x="2129" y="1592"/>
                    <a:pt x="2137" y="1593"/>
                  </a:cubicBezTo>
                  <a:lnTo>
                    <a:pt x="2137" y="1593"/>
                  </a:lnTo>
                  <a:cubicBezTo>
                    <a:pt x="2133" y="1594"/>
                    <a:pt x="2128" y="1595"/>
                    <a:pt x="2122" y="1595"/>
                  </a:cubicBezTo>
                  <a:lnTo>
                    <a:pt x="2122" y="1595"/>
                  </a:lnTo>
                  <a:cubicBezTo>
                    <a:pt x="2110" y="1594"/>
                    <a:pt x="2102" y="1593"/>
                    <a:pt x="2099" y="1593"/>
                  </a:cubicBezTo>
                  <a:cubicBezTo>
                    <a:pt x="2096" y="1593"/>
                    <a:pt x="2100" y="1594"/>
                    <a:pt x="2112" y="1596"/>
                  </a:cubicBezTo>
                  <a:lnTo>
                    <a:pt x="2112" y="1596"/>
                  </a:lnTo>
                  <a:cubicBezTo>
                    <a:pt x="2108" y="1597"/>
                    <a:pt x="2103" y="1597"/>
                    <a:pt x="2098" y="1598"/>
                  </a:cubicBezTo>
                  <a:cubicBezTo>
                    <a:pt x="2076" y="1601"/>
                    <a:pt x="2062" y="1601"/>
                    <a:pt x="2052" y="1601"/>
                  </a:cubicBezTo>
                  <a:cubicBezTo>
                    <a:pt x="2033" y="1601"/>
                    <a:pt x="2033" y="1598"/>
                    <a:pt x="2033" y="1598"/>
                  </a:cubicBezTo>
                  <a:lnTo>
                    <a:pt x="1968" y="1598"/>
                  </a:lnTo>
                  <a:cubicBezTo>
                    <a:pt x="1944" y="1602"/>
                    <a:pt x="1922" y="1604"/>
                    <a:pt x="1899" y="1604"/>
                  </a:cubicBezTo>
                  <a:cubicBezTo>
                    <a:pt x="1877" y="1604"/>
                    <a:pt x="1855" y="1602"/>
                    <a:pt x="1830" y="1598"/>
                  </a:cubicBezTo>
                  <a:cubicBezTo>
                    <a:pt x="1766" y="1598"/>
                    <a:pt x="1766" y="1598"/>
                    <a:pt x="1903" y="1590"/>
                  </a:cubicBezTo>
                  <a:cubicBezTo>
                    <a:pt x="1968" y="1590"/>
                    <a:pt x="1968" y="1582"/>
                    <a:pt x="1968" y="1582"/>
                  </a:cubicBezTo>
                  <a:lnTo>
                    <a:pt x="2033" y="1582"/>
                  </a:lnTo>
                  <a:cubicBezTo>
                    <a:pt x="2106" y="1582"/>
                    <a:pt x="2033" y="1574"/>
                    <a:pt x="1968" y="1574"/>
                  </a:cubicBezTo>
                  <a:lnTo>
                    <a:pt x="2041" y="1574"/>
                  </a:lnTo>
                  <a:cubicBezTo>
                    <a:pt x="1968" y="1574"/>
                    <a:pt x="1903" y="1565"/>
                    <a:pt x="1976" y="1565"/>
                  </a:cubicBezTo>
                  <a:cubicBezTo>
                    <a:pt x="1976" y="1557"/>
                    <a:pt x="1976" y="1557"/>
                    <a:pt x="2041" y="1557"/>
                  </a:cubicBezTo>
                  <a:cubicBezTo>
                    <a:pt x="2066" y="1560"/>
                    <a:pt x="2075" y="1561"/>
                    <a:pt x="2076" y="1561"/>
                  </a:cubicBezTo>
                  <a:cubicBezTo>
                    <a:pt x="2078" y="1561"/>
                    <a:pt x="2049" y="1557"/>
                    <a:pt x="2049" y="1557"/>
                  </a:cubicBezTo>
                  <a:cubicBezTo>
                    <a:pt x="2047" y="1557"/>
                    <a:pt x="2045" y="1557"/>
                    <a:pt x="2043" y="1557"/>
                  </a:cubicBezTo>
                  <a:lnTo>
                    <a:pt x="2043" y="1557"/>
                  </a:lnTo>
                  <a:cubicBezTo>
                    <a:pt x="2050" y="1554"/>
                    <a:pt x="2057" y="1552"/>
                    <a:pt x="2063" y="1551"/>
                  </a:cubicBezTo>
                  <a:lnTo>
                    <a:pt x="2063" y="1551"/>
                  </a:lnTo>
                  <a:cubicBezTo>
                    <a:pt x="2064" y="1550"/>
                    <a:pt x="2064" y="1550"/>
                    <a:pt x="2065" y="1550"/>
                  </a:cubicBezTo>
                  <a:close/>
                  <a:moveTo>
                    <a:pt x="2175" y="1604"/>
                  </a:moveTo>
                  <a:lnTo>
                    <a:pt x="2175" y="1604"/>
                  </a:lnTo>
                  <a:cubicBezTo>
                    <a:pt x="2181" y="1605"/>
                    <a:pt x="2186" y="1606"/>
                    <a:pt x="2191" y="1606"/>
                  </a:cubicBezTo>
                  <a:lnTo>
                    <a:pt x="2191" y="1606"/>
                  </a:lnTo>
                  <a:cubicBezTo>
                    <a:pt x="2190" y="1606"/>
                    <a:pt x="2189" y="1607"/>
                    <a:pt x="2187" y="1607"/>
                  </a:cubicBezTo>
                  <a:lnTo>
                    <a:pt x="2187" y="1607"/>
                  </a:lnTo>
                  <a:cubicBezTo>
                    <a:pt x="2183" y="1606"/>
                    <a:pt x="2179" y="1605"/>
                    <a:pt x="2175" y="1604"/>
                  </a:cubicBezTo>
                  <a:close/>
                  <a:moveTo>
                    <a:pt x="2153" y="1604"/>
                  </a:moveTo>
                  <a:lnTo>
                    <a:pt x="2153" y="1604"/>
                  </a:lnTo>
                  <a:cubicBezTo>
                    <a:pt x="2161" y="1605"/>
                    <a:pt x="2171" y="1607"/>
                    <a:pt x="2181" y="1609"/>
                  </a:cubicBezTo>
                  <a:lnTo>
                    <a:pt x="2181" y="1609"/>
                  </a:lnTo>
                  <a:cubicBezTo>
                    <a:pt x="2180" y="1609"/>
                    <a:pt x="2179" y="1609"/>
                    <a:pt x="2177" y="1610"/>
                  </a:cubicBezTo>
                  <a:lnTo>
                    <a:pt x="2177" y="1610"/>
                  </a:lnTo>
                  <a:cubicBezTo>
                    <a:pt x="2171" y="1609"/>
                    <a:pt x="2164" y="1608"/>
                    <a:pt x="2158" y="1608"/>
                  </a:cubicBezTo>
                  <a:lnTo>
                    <a:pt x="2158" y="1608"/>
                  </a:lnTo>
                  <a:cubicBezTo>
                    <a:pt x="2160" y="1607"/>
                    <a:pt x="2161" y="1606"/>
                    <a:pt x="2163" y="1606"/>
                  </a:cubicBezTo>
                  <a:lnTo>
                    <a:pt x="2163" y="1606"/>
                  </a:lnTo>
                  <a:lnTo>
                    <a:pt x="2155" y="1607"/>
                  </a:lnTo>
                  <a:lnTo>
                    <a:pt x="2155" y="1607"/>
                  </a:lnTo>
                  <a:cubicBezTo>
                    <a:pt x="2155" y="1607"/>
                    <a:pt x="2154" y="1607"/>
                    <a:pt x="2154" y="1607"/>
                  </a:cubicBezTo>
                  <a:lnTo>
                    <a:pt x="2154" y="1607"/>
                  </a:lnTo>
                  <a:lnTo>
                    <a:pt x="2153" y="1604"/>
                  </a:lnTo>
                  <a:close/>
                  <a:moveTo>
                    <a:pt x="2183" y="1609"/>
                  </a:moveTo>
                  <a:cubicBezTo>
                    <a:pt x="2192" y="1611"/>
                    <a:pt x="2201" y="1612"/>
                    <a:pt x="2212" y="1614"/>
                  </a:cubicBezTo>
                  <a:cubicBezTo>
                    <a:pt x="2201" y="1613"/>
                    <a:pt x="2190" y="1611"/>
                    <a:pt x="2179" y="1610"/>
                  </a:cubicBezTo>
                  <a:lnTo>
                    <a:pt x="2179" y="1610"/>
                  </a:lnTo>
                  <a:cubicBezTo>
                    <a:pt x="2180" y="1610"/>
                    <a:pt x="2182" y="1609"/>
                    <a:pt x="2183" y="1609"/>
                  </a:cubicBezTo>
                  <a:close/>
                  <a:moveTo>
                    <a:pt x="2625" y="1606"/>
                  </a:moveTo>
                  <a:cubicBezTo>
                    <a:pt x="2649" y="1606"/>
                    <a:pt x="2674" y="1614"/>
                    <a:pt x="2690" y="1614"/>
                  </a:cubicBezTo>
                  <a:lnTo>
                    <a:pt x="2552" y="1614"/>
                  </a:lnTo>
                  <a:lnTo>
                    <a:pt x="2560" y="1606"/>
                  </a:lnTo>
                  <a:close/>
                  <a:moveTo>
                    <a:pt x="2152" y="1610"/>
                  </a:moveTo>
                  <a:cubicBezTo>
                    <a:pt x="2152" y="1614"/>
                    <a:pt x="2150" y="1614"/>
                    <a:pt x="2147" y="1614"/>
                  </a:cubicBezTo>
                  <a:cubicBezTo>
                    <a:pt x="2147" y="1614"/>
                    <a:pt x="2147" y="1614"/>
                    <a:pt x="2147" y="1614"/>
                  </a:cubicBezTo>
                  <a:lnTo>
                    <a:pt x="2147" y="1614"/>
                  </a:lnTo>
                  <a:cubicBezTo>
                    <a:pt x="2144" y="1614"/>
                    <a:pt x="2141" y="1614"/>
                    <a:pt x="2139" y="1614"/>
                  </a:cubicBezTo>
                  <a:lnTo>
                    <a:pt x="2139" y="1614"/>
                  </a:lnTo>
                  <a:cubicBezTo>
                    <a:pt x="2139" y="1614"/>
                    <a:pt x="2139" y="1614"/>
                    <a:pt x="2139" y="1614"/>
                  </a:cubicBezTo>
                  <a:lnTo>
                    <a:pt x="2139" y="1614"/>
                  </a:lnTo>
                  <a:cubicBezTo>
                    <a:pt x="2143" y="1612"/>
                    <a:pt x="2147" y="1611"/>
                    <a:pt x="2152" y="1610"/>
                  </a:cubicBezTo>
                  <a:close/>
                  <a:moveTo>
                    <a:pt x="2136" y="1615"/>
                  </a:moveTo>
                  <a:cubicBezTo>
                    <a:pt x="2136" y="1615"/>
                    <a:pt x="2136" y="1615"/>
                    <a:pt x="2136" y="1615"/>
                  </a:cubicBezTo>
                  <a:lnTo>
                    <a:pt x="2136" y="1615"/>
                  </a:lnTo>
                  <a:cubicBezTo>
                    <a:pt x="2135" y="1615"/>
                    <a:pt x="2135" y="1615"/>
                    <a:pt x="2135" y="1615"/>
                  </a:cubicBezTo>
                  <a:lnTo>
                    <a:pt x="2135" y="1615"/>
                  </a:lnTo>
                  <a:cubicBezTo>
                    <a:pt x="2135" y="1615"/>
                    <a:pt x="2136" y="1615"/>
                    <a:pt x="2136" y="1615"/>
                  </a:cubicBezTo>
                  <a:close/>
                  <a:moveTo>
                    <a:pt x="2154" y="1609"/>
                  </a:moveTo>
                  <a:cubicBezTo>
                    <a:pt x="2157" y="1611"/>
                    <a:pt x="2161" y="1612"/>
                    <a:pt x="2165" y="1614"/>
                  </a:cubicBezTo>
                  <a:lnTo>
                    <a:pt x="2165" y="1614"/>
                  </a:lnTo>
                  <a:cubicBezTo>
                    <a:pt x="2164" y="1614"/>
                    <a:pt x="2163" y="1614"/>
                    <a:pt x="2163" y="1614"/>
                  </a:cubicBezTo>
                  <a:cubicBezTo>
                    <a:pt x="2161" y="1615"/>
                    <a:pt x="2159" y="1615"/>
                    <a:pt x="2157" y="1615"/>
                  </a:cubicBezTo>
                  <a:lnTo>
                    <a:pt x="2157" y="1615"/>
                  </a:lnTo>
                  <a:cubicBezTo>
                    <a:pt x="2156" y="1615"/>
                    <a:pt x="2156" y="1615"/>
                    <a:pt x="2155" y="1615"/>
                  </a:cubicBezTo>
                  <a:lnTo>
                    <a:pt x="2155" y="1615"/>
                  </a:lnTo>
                  <a:cubicBezTo>
                    <a:pt x="2155" y="1615"/>
                    <a:pt x="2155" y="1614"/>
                    <a:pt x="2155" y="1614"/>
                  </a:cubicBezTo>
                  <a:lnTo>
                    <a:pt x="2154" y="1609"/>
                  </a:lnTo>
                  <a:close/>
                  <a:moveTo>
                    <a:pt x="2139" y="1614"/>
                  </a:moveTo>
                  <a:cubicBezTo>
                    <a:pt x="2141" y="1615"/>
                    <a:pt x="2144" y="1615"/>
                    <a:pt x="2147" y="1616"/>
                  </a:cubicBezTo>
                  <a:lnTo>
                    <a:pt x="2147" y="1616"/>
                  </a:lnTo>
                  <a:cubicBezTo>
                    <a:pt x="2147" y="1617"/>
                    <a:pt x="2147" y="1617"/>
                    <a:pt x="2147" y="1618"/>
                  </a:cubicBezTo>
                  <a:lnTo>
                    <a:pt x="2147" y="1618"/>
                  </a:lnTo>
                  <a:cubicBezTo>
                    <a:pt x="2144" y="1617"/>
                    <a:pt x="2141" y="1616"/>
                    <a:pt x="2139" y="1616"/>
                  </a:cubicBezTo>
                  <a:lnTo>
                    <a:pt x="2139" y="1616"/>
                  </a:lnTo>
                  <a:cubicBezTo>
                    <a:pt x="2139" y="1615"/>
                    <a:pt x="2139" y="1615"/>
                    <a:pt x="2139" y="1614"/>
                  </a:cubicBezTo>
                  <a:close/>
                  <a:moveTo>
                    <a:pt x="2139" y="1619"/>
                  </a:moveTo>
                  <a:cubicBezTo>
                    <a:pt x="2139" y="1619"/>
                    <a:pt x="2140" y="1619"/>
                    <a:pt x="2141" y="1619"/>
                  </a:cubicBezTo>
                  <a:lnTo>
                    <a:pt x="2141" y="1619"/>
                  </a:lnTo>
                  <a:cubicBezTo>
                    <a:pt x="2140" y="1619"/>
                    <a:pt x="2139" y="1620"/>
                    <a:pt x="2139" y="1620"/>
                  </a:cubicBezTo>
                  <a:lnTo>
                    <a:pt x="2139" y="1620"/>
                  </a:lnTo>
                  <a:cubicBezTo>
                    <a:pt x="2139" y="1619"/>
                    <a:pt x="2139" y="1619"/>
                    <a:pt x="2139" y="1619"/>
                  </a:cubicBezTo>
                  <a:close/>
                  <a:moveTo>
                    <a:pt x="2156" y="1618"/>
                  </a:moveTo>
                  <a:cubicBezTo>
                    <a:pt x="2158" y="1619"/>
                    <a:pt x="2160" y="1619"/>
                    <a:pt x="2162" y="1620"/>
                  </a:cubicBezTo>
                  <a:lnTo>
                    <a:pt x="2162" y="1620"/>
                  </a:lnTo>
                  <a:cubicBezTo>
                    <a:pt x="2161" y="1620"/>
                    <a:pt x="2160" y="1620"/>
                    <a:pt x="2160" y="1621"/>
                  </a:cubicBezTo>
                  <a:lnTo>
                    <a:pt x="2160" y="1621"/>
                  </a:lnTo>
                  <a:cubicBezTo>
                    <a:pt x="2158" y="1620"/>
                    <a:pt x="2157" y="1620"/>
                    <a:pt x="2156" y="1620"/>
                  </a:cubicBezTo>
                  <a:lnTo>
                    <a:pt x="2156" y="1620"/>
                  </a:lnTo>
                  <a:cubicBezTo>
                    <a:pt x="2156" y="1619"/>
                    <a:pt x="2156" y="1619"/>
                    <a:pt x="2156" y="1618"/>
                  </a:cubicBezTo>
                  <a:close/>
                  <a:moveTo>
                    <a:pt x="2166" y="1614"/>
                  </a:moveTo>
                  <a:cubicBezTo>
                    <a:pt x="2179" y="1619"/>
                    <a:pt x="2195" y="1622"/>
                    <a:pt x="2212" y="1622"/>
                  </a:cubicBezTo>
                  <a:lnTo>
                    <a:pt x="2203" y="1622"/>
                  </a:lnTo>
                  <a:cubicBezTo>
                    <a:pt x="2192" y="1622"/>
                    <a:pt x="2176" y="1618"/>
                    <a:pt x="2159" y="1616"/>
                  </a:cubicBezTo>
                  <a:lnTo>
                    <a:pt x="2159" y="1616"/>
                  </a:lnTo>
                  <a:cubicBezTo>
                    <a:pt x="2161" y="1615"/>
                    <a:pt x="2163" y="1614"/>
                    <a:pt x="2166" y="1614"/>
                  </a:cubicBezTo>
                  <a:close/>
                  <a:moveTo>
                    <a:pt x="2195" y="1606"/>
                  </a:moveTo>
                  <a:lnTo>
                    <a:pt x="2195" y="1606"/>
                  </a:lnTo>
                  <a:cubicBezTo>
                    <a:pt x="2200" y="1606"/>
                    <a:pt x="2206" y="1606"/>
                    <a:pt x="2212" y="1606"/>
                  </a:cubicBezTo>
                  <a:cubicBezTo>
                    <a:pt x="2236" y="1606"/>
                    <a:pt x="2260" y="1614"/>
                    <a:pt x="2276" y="1622"/>
                  </a:cubicBezTo>
                  <a:cubicBezTo>
                    <a:pt x="2276" y="1622"/>
                    <a:pt x="2237" y="1617"/>
                    <a:pt x="2189" y="1607"/>
                  </a:cubicBezTo>
                  <a:lnTo>
                    <a:pt x="2189" y="1607"/>
                  </a:lnTo>
                  <a:cubicBezTo>
                    <a:pt x="2191" y="1607"/>
                    <a:pt x="2193" y="1606"/>
                    <a:pt x="2195" y="1606"/>
                  </a:cubicBezTo>
                  <a:close/>
                  <a:moveTo>
                    <a:pt x="2130" y="1622"/>
                  </a:moveTo>
                  <a:cubicBezTo>
                    <a:pt x="2132" y="1622"/>
                    <a:pt x="2133" y="1622"/>
                    <a:pt x="2134" y="1622"/>
                  </a:cubicBezTo>
                  <a:lnTo>
                    <a:pt x="2134" y="1622"/>
                  </a:lnTo>
                  <a:cubicBezTo>
                    <a:pt x="2134" y="1622"/>
                    <a:pt x="2134" y="1623"/>
                    <a:pt x="2134" y="1623"/>
                  </a:cubicBezTo>
                  <a:lnTo>
                    <a:pt x="2134" y="1623"/>
                  </a:lnTo>
                  <a:cubicBezTo>
                    <a:pt x="2133" y="1623"/>
                    <a:pt x="2132" y="1622"/>
                    <a:pt x="2130" y="1622"/>
                  </a:cubicBezTo>
                  <a:close/>
                  <a:moveTo>
                    <a:pt x="2145" y="1620"/>
                  </a:moveTo>
                  <a:lnTo>
                    <a:pt x="2145" y="1620"/>
                  </a:lnTo>
                  <a:cubicBezTo>
                    <a:pt x="2146" y="1620"/>
                    <a:pt x="2146" y="1620"/>
                    <a:pt x="2147" y="1620"/>
                  </a:cubicBezTo>
                  <a:lnTo>
                    <a:pt x="2147" y="1620"/>
                  </a:lnTo>
                  <a:cubicBezTo>
                    <a:pt x="2147" y="1621"/>
                    <a:pt x="2147" y="1622"/>
                    <a:pt x="2147" y="1623"/>
                  </a:cubicBezTo>
                  <a:lnTo>
                    <a:pt x="2147" y="1623"/>
                  </a:lnTo>
                  <a:cubicBezTo>
                    <a:pt x="2144" y="1623"/>
                    <a:pt x="2141" y="1623"/>
                    <a:pt x="2139" y="1622"/>
                  </a:cubicBezTo>
                  <a:lnTo>
                    <a:pt x="2139" y="1622"/>
                  </a:lnTo>
                  <a:cubicBezTo>
                    <a:pt x="2139" y="1623"/>
                    <a:pt x="2139" y="1624"/>
                    <a:pt x="2139" y="1624"/>
                  </a:cubicBezTo>
                  <a:lnTo>
                    <a:pt x="2139" y="1624"/>
                  </a:lnTo>
                  <a:cubicBezTo>
                    <a:pt x="2137" y="1624"/>
                    <a:pt x="2136" y="1624"/>
                    <a:pt x="2135" y="1623"/>
                  </a:cubicBezTo>
                  <a:lnTo>
                    <a:pt x="2135" y="1623"/>
                  </a:lnTo>
                  <a:cubicBezTo>
                    <a:pt x="2135" y="1623"/>
                    <a:pt x="2136" y="1623"/>
                    <a:pt x="2137" y="1622"/>
                  </a:cubicBezTo>
                  <a:lnTo>
                    <a:pt x="2137" y="1622"/>
                  </a:lnTo>
                  <a:cubicBezTo>
                    <a:pt x="2138" y="1622"/>
                    <a:pt x="2138" y="1622"/>
                    <a:pt x="2139" y="1622"/>
                  </a:cubicBezTo>
                  <a:lnTo>
                    <a:pt x="2139" y="1622"/>
                  </a:lnTo>
                  <a:cubicBezTo>
                    <a:pt x="2139" y="1622"/>
                    <a:pt x="2139" y="1622"/>
                    <a:pt x="2139" y="1622"/>
                  </a:cubicBezTo>
                  <a:lnTo>
                    <a:pt x="2139" y="1622"/>
                  </a:lnTo>
                  <a:cubicBezTo>
                    <a:pt x="2141" y="1621"/>
                    <a:pt x="2143" y="1621"/>
                    <a:pt x="2145" y="1620"/>
                  </a:cubicBezTo>
                  <a:close/>
                  <a:moveTo>
                    <a:pt x="2147" y="1623"/>
                  </a:moveTo>
                  <a:cubicBezTo>
                    <a:pt x="2148" y="1624"/>
                    <a:pt x="2148" y="1624"/>
                    <a:pt x="2149" y="1624"/>
                  </a:cubicBezTo>
                  <a:lnTo>
                    <a:pt x="2149" y="1624"/>
                  </a:lnTo>
                  <a:cubicBezTo>
                    <a:pt x="2149" y="1624"/>
                    <a:pt x="2148" y="1624"/>
                    <a:pt x="2147" y="1625"/>
                  </a:cubicBezTo>
                  <a:lnTo>
                    <a:pt x="2147" y="1625"/>
                  </a:lnTo>
                  <a:cubicBezTo>
                    <a:pt x="2147" y="1624"/>
                    <a:pt x="2147" y="1624"/>
                    <a:pt x="2147" y="1623"/>
                  </a:cubicBezTo>
                  <a:close/>
                  <a:moveTo>
                    <a:pt x="2104" y="1613"/>
                  </a:moveTo>
                  <a:cubicBezTo>
                    <a:pt x="2107" y="1613"/>
                    <a:pt x="2110" y="1614"/>
                    <a:pt x="2113" y="1614"/>
                  </a:cubicBezTo>
                  <a:lnTo>
                    <a:pt x="2113" y="1614"/>
                  </a:lnTo>
                  <a:lnTo>
                    <a:pt x="2046" y="1625"/>
                  </a:lnTo>
                  <a:lnTo>
                    <a:pt x="2046" y="1625"/>
                  </a:lnTo>
                  <a:cubicBezTo>
                    <a:pt x="2071" y="1620"/>
                    <a:pt x="2091" y="1615"/>
                    <a:pt x="2104" y="1613"/>
                  </a:cubicBezTo>
                  <a:close/>
                  <a:moveTo>
                    <a:pt x="2163" y="1620"/>
                  </a:moveTo>
                  <a:cubicBezTo>
                    <a:pt x="2179" y="1624"/>
                    <a:pt x="2187" y="1626"/>
                    <a:pt x="2186" y="1626"/>
                  </a:cubicBezTo>
                  <a:lnTo>
                    <a:pt x="2186" y="1626"/>
                  </a:lnTo>
                  <a:cubicBezTo>
                    <a:pt x="2186" y="1626"/>
                    <a:pt x="2177" y="1624"/>
                    <a:pt x="2161" y="1621"/>
                  </a:cubicBezTo>
                  <a:lnTo>
                    <a:pt x="2161" y="1621"/>
                  </a:lnTo>
                  <a:cubicBezTo>
                    <a:pt x="2162" y="1621"/>
                    <a:pt x="2162" y="1620"/>
                    <a:pt x="2163" y="1620"/>
                  </a:cubicBezTo>
                  <a:close/>
                  <a:moveTo>
                    <a:pt x="2150" y="1624"/>
                  </a:move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49" y="1624"/>
                    <a:pt x="2148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6" y="1625"/>
                    <a:pt x="2146" y="1626"/>
                    <a:pt x="2145" y="1626"/>
                  </a:cubicBezTo>
                  <a:lnTo>
                    <a:pt x="2145" y="1626"/>
                  </a:lnTo>
                  <a:cubicBezTo>
                    <a:pt x="2145" y="1626"/>
                    <a:pt x="2144" y="1626"/>
                    <a:pt x="2144" y="1626"/>
                  </a:cubicBezTo>
                  <a:lnTo>
                    <a:pt x="2144" y="1626"/>
                  </a:lnTo>
                  <a:cubicBezTo>
                    <a:pt x="2143" y="1626"/>
                    <a:pt x="2141" y="1627"/>
                    <a:pt x="2139" y="1627"/>
                  </a:cubicBezTo>
                  <a:lnTo>
                    <a:pt x="2139" y="1627"/>
                  </a:lnTo>
                  <a:cubicBezTo>
                    <a:pt x="2139" y="1626"/>
                    <a:pt x="2139" y="1625"/>
                    <a:pt x="2139" y="1624"/>
                  </a:cubicBezTo>
                  <a:lnTo>
                    <a:pt x="2139" y="1624"/>
                  </a:lnTo>
                  <a:cubicBezTo>
                    <a:pt x="2140" y="1625"/>
                    <a:pt x="2142" y="1625"/>
                    <a:pt x="2144" y="1626"/>
                  </a:cubicBezTo>
                  <a:lnTo>
                    <a:pt x="2144" y="1626"/>
                  </a:lnTo>
                  <a:cubicBezTo>
                    <a:pt x="2145" y="1625"/>
                    <a:pt x="2146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8" y="1625"/>
                    <a:pt x="2149" y="1624"/>
                    <a:pt x="2150" y="1624"/>
                  </a:cubicBezTo>
                  <a:close/>
                  <a:moveTo>
                    <a:pt x="2127" y="1599"/>
                  </a:moveTo>
                  <a:lnTo>
                    <a:pt x="2127" y="1599"/>
                  </a:lnTo>
                  <a:cubicBezTo>
                    <a:pt x="2134" y="1600"/>
                    <a:pt x="2142" y="1602"/>
                    <a:pt x="2151" y="1603"/>
                  </a:cubicBezTo>
                  <a:lnTo>
                    <a:pt x="2151" y="1603"/>
                  </a:lnTo>
                  <a:cubicBezTo>
                    <a:pt x="2152" y="1605"/>
                    <a:pt x="2152" y="1606"/>
                    <a:pt x="2152" y="1607"/>
                  </a:cubicBezTo>
                  <a:lnTo>
                    <a:pt x="2152" y="1607"/>
                  </a:lnTo>
                  <a:cubicBezTo>
                    <a:pt x="2150" y="1607"/>
                    <a:pt x="2149" y="1606"/>
                    <a:pt x="2147" y="1606"/>
                  </a:cubicBezTo>
                  <a:lnTo>
                    <a:pt x="2147" y="1606"/>
                  </a:lnTo>
                  <a:cubicBezTo>
                    <a:pt x="2148" y="1607"/>
                    <a:pt x="2150" y="1607"/>
                    <a:pt x="2151" y="1608"/>
                  </a:cubicBezTo>
                  <a:lnTo>
                    <a:pt x="2151" y="1608"/>
                  </a:lnTo>
                  <a:lnTo>
                    <a:pt x="2139" y="1610"/>
                  </a:lnTo>
                  <a:lnTo>
                    <a:pt x="2139" y="1610"/>
                  </a:lnTo>
                  <a:cubicBezTo>
                    <a:pt x="2139" y="1609"/>
                    <a:pt x="2139" y="1607"/>
                    <a:pt x="2139" y="1606"/>
                  </a:cubicBezTo>
                  <a:cubicBezTo>
                    <a:pt x="2138" y="1607"/>
                    <a:pt x="2138" y="1609"/>
                    <a:pt x="2137" y="1610"/>
                  </a:cubicBezTo>
                  <a:lnTo>
                    <a:pt x="2137" y="1610"/>
                  </a:lnTo>
                  <a:lnTo>
                    <a:pt x="2121" y="1613"/>
                  </a:lnTo>
                  <a:lnTo>
                    <a:pt x="2121" y="1613"/>
                  </a:lnTo>
                  <a:cubicBezTo>
                    <a:pt x="2117" y="1612"/>
                    <a:pt x="2113" y="1612"/>
                    <a:pt x="2110" y="1612"/>
                  </a:cubicBezTo>
                  <a:lnTo>
                    <a:pt x="2110" y="1612"/>
                  </a:lnTo>
                  <a:cubicBezTo>
                    <a:pt x="2122" y="1609"/>
                    <a:pt x="2128" y="1608"/>
                    <a:pt x="2128" y="1608"/>
                  </a:cubicBezTo>
                  <a:lnTo>
                    <a:pt x="2128" y="1608"/>
                  </a:lnTo>
                  <a:cubicBezTo>
                    <a:pt x="2128" y="1608"/>
                    <a:pt x="2121" y="1609"/>
                    <a:pt x="2108" y="1611"/>
                  </a:cubicBezTo>
                  <a:lnTo>
                    <a:pt x="2108" y="1611"/>
                  </a:lnTo>
                  <a:cubicBezTo>
                    <a:pt x="2097" y="1610"/>
                    <a:pt x="2091" y="1609"/>
                    <a:pt x="2089" y="1609"/>
                  </a:cubicBezTo>
                  <a:cubicBezTo>
                    <a:pt x="2087" y="1609"/>
                    <a:pt x="2091" y="1610"/>
                    <a:pt x="2102" y="1612"/>
                  </a:cubicBezTo>
                  <a:lnTo>
                    <a:pt x="2102" y="1612"/>
                  </a:lnTo>
                  <a:cubicBezTo>
                    <a:pt x="2085" y="1615"/>
                    <a:pt x="2059" y="1618"/>
                    <a:pt x="2025" y="1622"/>
                  </a:cubicBezTo>
                  <a:cubicBezTo>
                    <a:pt x="1998" y="1626"/>
                    <a:pt x="1982" y="1627"/>
                    <a:pt x="1978" y="1627"/>
                  </a:cubicBezTo>
                  <a:cubicBezTo>
                    <a:pt x="1971" y="1627"/>
                    <a:pt x="1987" y="1624"/>
                    <a:pt x="2025" y="1614"/>
                  </a:cubicBezTo>
                  <a:cubicBezTo>
                    <a:pt x="2053" y="1611"/>
                    <a:pt x="2080" y="1608"/>
                    <a:pt x="2099" y="1606"/>
                  </a:cubicBezTo>
                  <a:lnTo>
                    <a:pt x="2099" y="1606"/>
                  </a:lnTo>
                  <a:cubicBezTo>
                    <a:pt x="2099" y="1606"/>
                    <a:pt x="2098" y="1606"/>
                    <a:pt x="2098" y="1606"/>
                  </a:cubicBezTo>
                  <a:cubicBezTo>
                    <a:pt x="2109" y="1605"/>
                    <a:pt x="2117" y="1604"/>
                    <a:pt x="2121" y="1603"/>
                  </a:cubicBezTo>
                  <a:lnTo>
                    <a:pt x="2121" y="1603"/>
                  </a:lnTo>
                  <a:cubicBezTo>
                    <a:pt x="2126" y="1604"/>
                    <a:pt x="2135" y="1605"/>
                    <a:pt x="2147" y="1606"/>
                  </a:cubicBezTo>
                  <a:lnTo>
                    <a:pt x="2147" y="1606"/>
                  </a:lnTo>
                  <a:cubicBezTo>
                    <a:pt x="2147" y="1606"/>
                    <a:pt x="2147" y="1606"/>
                    <a:pt x="2147" y="1606"/>
                  </a:cubicBezTo>
                  <a:cubicBezTo>
                    <a:pt x="2134" y="1605"/>
                    <a:pt x="2126" y="1604"/>
                    <a:pt x="2121" y="1603"/>
                  </a:cubicBezTo>
                  <a:lnTo>
                    <a:pt x="2121" y="1603"/>
                  </a:lnTo>
                  <a:cubicBezTo>
                    <a:pt x="2124" y="1603"/>
                    <a:pt x="2125" y="1603"/>
                    <a:pt x="2125" y="1603"/>
                  </a:cubicBezTo>
                  <a:lnTo>
                    <a:pt x="2125" y="1603"/>
                  </a:lnTo>
                  <a:cubicBezTo>
                    <a:pt x="2125" y="1603"/>
                    <a:pt x="2123" y="1603"/>
                    <a:pt x="2121" y="1603"/>
                  </a:cubicBezTo>
                  <a:lnTo>
                    <a:pt x="2121" y="1603"/>
                  </a:lnTo>
                  <a:cubicBezTo>
                    <a:pt x="2118" y="1603"/>
                    <a:pt x="2116" y="1603"/>
                    <a:pt x="2116" y="1603"/>
                  </a:cubicBezTo>
                  <a:lnTo>
                    <a:pt x="2116" y="1603"/>
                  </a:lnTo>
                  <a:cubicBezTo>
                    <a:pt x="2116" y="1603"/>
                    <a:pt x="2118" y="1603"/>
                    <a:pt x="2120" y="1603"/>
                  </a:cubicBezTo>
                  <a:lnTo>
                    <a:pt x="2120" y="1603"/>
                  </a:lnTo>
                  <a:cubicBezTo>
                    <a:pt x="2116" y="1604"/>
                    <a:pt x="2109" y="1604"/>
                    <a:pt x="2099" y="1606"/>
                  </a:cubicBezTo>
                  <a:lnTo>
                    <a:pt x="2099" y="1606"/>
                  </a:lnTo>
                  <a:cubicBezTo>
                    <a:pt x="2109" y="1603"/>
                    <a:pt x="2118" y="1601"/>
                    <a:pt x="2127" y="1599"/>
                  </a:cubicBezTo>
                  <a:close/>
                  <a:moveTo>
                    <a:pt x="2147" y="1625"/>
                  </a:moveTo>
                  <a:cubicBezTo>
                    <a:pt x="2147" y="1626"/>
                    <a:pt x="2147" y="1626"/>
                    <a:pt x="2147" y="1626"/>
                  </a:cubicBezTo>
                  <a:lnTo>
                    <a:pt x="2147" y="1626"/>
                  </a:lnTo>
                  <a:cubicBezTo>
                    <a:pt x="2146" y="1626"/>
                    <a:pt x="2146" y="1626"/>
                    <a:pt x="2145" y="1626"/>
                  </a:cubicBezTo>
                  <a:lnTo>
                    <a:pt x="2145" y="1626"/>
                  </a:lnTo>
                  <a:cubicBezTo>
                    <a:pt x="2143" y="1627"/>
                    <a:pt x="2141" y="1627"/>
                    <a:pt x="2139" y="1628"/>
                  </a:cubicBezTo>
                  <a:lnTo>
                    <a:pt x="2139" y="1628"/>
                  </a:lnTo>
                  <a:cubicBezTo>
                    <a:pt x="2139" y="1628"/>
                    <a:pt x="2139" y="1628"/>
                    <a:pt x="2139" y="1628"/>
                  </a:cubicBezTo>
                  <a:lnTo>
                    <a:pt x="2139" y="1628"/>
                  </a:lnTo>
                  <a:cubicBezTo>
                    <a:pt x="2141" y="1627"/>
                    <a:pt x="2143" y="1627"/>
                    <a:pt x="2145" y="1626"/>
                  </a:cubicBezTo>
                  <a:lnTo>
                    <a:pt x="2145" y="1626"/>
                  </a:lnTo>
                  <a:cubicBezTo>
                    <a:pt x="2145" y="1626"/>
                    <a:pt x="2145" y="1626"/>
                    <a:pt x="2145" y="1626"/>
                  </a:cubicBezTo>
                  <a:lnTo>
                    <a:pt x="2145" y="1626"/>
                  </a:lnTo>
                  <a:cubicBezTo>
                    <a:pt x="2146" y="1626"/>
                    <a:pt x="2146" y="1625"/>
                    <a:pt x="2147" y="1625"/>
                  </a:cubicBezTo>
                  <a:close/>
                  <a:moveTo>
                    <a:pt x="2128" y="1617"/>
                  </a:moveTo>
                  <a:lnTo>
                    <a:pt x="2128" y="1617"/>
                  </a:lnTo>
                  <a:cubicBezTo>
                    <a:pt x="2130" y="1617"/>
                    <a:pt x="2133" y="1618"/>
                    <a:pt x="2135" y="1618"/>
                  </a:cubicBezTo>
                  <a:lnTo>
                    <a:pt x="2135" y="1618"/>
                  </a:lnTo>
                  <a:cubicBezTo>
                    <a:pt x="2135" y="1619"/>
                    <a:pt x="2135" y="1620"/>
                    <a:pt x="2134" y="1621"/>
                  </a:cubicBezTo>
                  <a:lnTo>
                    <a:pt x="2134" y="1621"/>
                  </a:lnTo>
                  <a:cubicBezTo>
                    <a:pt x="2122" y="1624"/>
                    <a:pt x="2111" y="1626"/>
                    <a:pt x="2102" y="1628"/>
                  </a:cubicBezTo>
                  <a:lnTo>
                    <a:pt x="2102" y="1628"/>
                  </a:lnTo>
                  <a:cubicBezTo>
                    <a:pt x="2095" y="1626"/>
                    <a:pt x="2091" y="1624"/>
                    <a:pt x="2089" y="1624"/>
                  </a:cubicBezTo>
                  <a:lnTo>
                    <a:pt x="2089" y="1624"/>
                  </a:lnTo>
                  <a:cubicBezTo>
                    <a:pt x="2092" y="1623"/>
                    <a:pt x="2095" y="1623"/>
                    <a:pt x="2098" y="1622"/>
                  </a:cubicBezTo>
                  <a:cubicBezTo>
                    <a:pt x="2106" y="1622"/>
                    <a:pt x="2117" y="1620"/>
                    <a:pt x="2128" y="1617"/>
                  </a:cubicBezTo>
                  <a:close/>
                  <a:moveTo>
                    <a:pt x="2153" y="1625"/>
                  </a:moveTo>
                  <a:cubicBezTo>
                    <a:pt x="2154" y="1625"/>
                    <a:pt x="2155" y="1625"/>
                    <a:pt x="2156" y="1625"/>
                  </a:cubicBezTo>
                  <a:lnTo>
                    <a:pt x="2156" y="1625"/>
                  </a:lnTo>
                  <a:cubicBezTo>
                    <a:pt x="2156" y="1626"/>
                    <a:pt x="2156" y="1627"/>
                    <a:pt x="2156" y="1629"/>
                  </a:cubicBezTo>
                  <a:lnTo>
                    <a:pt x="2156" y="1629"/>
                  </a:lnTo>
                  <a:cubicBezTo>
                    <a:pt x="2154" y="1628"/>
                    <a:pt x="2151" y="1627"/>
                    <a:pt x="2149" y="1627"/>
                  </a:cubicBezTo>
                  <a:lnTo>
                    <a:pt x="2149" y="1627"/>
                  </a:lnTo>
                  <a:cubicBezTo>
                    <a:pt x="2150" y="1626"/>
                    <a:pt x="2152" y="1625"/>
                    <a:pt x="2153" y="1625"/>
                  </a:cubicBezTo>
                  <a:close/>
                  <a:moveTo>
                    <a:pt x="2147" y="1628"/>
                  </a:moveTo>
                  <a:cubicBezTo>
                    <a:pt x="2147" y="1629"/>
                    <a:pt x="2147" y="1630"/>
                    <a:pt x="2147" y="1631"/>
                  </a:cubicBezTo>
                  <a:lnTo>
                    <a:pt x="2147" y="1631"/>
                  </a:lnTo>
                  <a:cubicBezTo>
                    <a:pt x="2146" y="1631"/>
                    <a:pt x="2146" y="1631"/>
                    <a:pt x="2146" y="1631"/>
                  </a:cubicBezTo>
                  <a:lnTo>
                    <a:pt x="2146" y="1631"/>
                  </a:lnTo>
                  <a:cubicBezTo>
                    <a:pt x="2146" y="1631"/>
                    <a:pt x="2146" y="1630"/>
                    <a:pt x="2147" y="1630"/>
                  </a:cubicBezTo>
                  <a:lnTo>
                    <a:pt x="2147" y="1630"/>
                  </a:lnTo>
                  <a:cubicBezTo>
                    <a:pt x="2147" y="1630"/>
                    <a:pt x="2147" y="1630"/>
                    <a:pt x="2146" y="1631"/>
                  </a:cubicBezTo>
                  <a:lnTo>
                    <a:pt x="2146" y="1631"/>
                  </a:lnTo>
                  <a:cubicBezTo>
                    <a:pt x="2144" y="1631"/>
                    <a:pt x="2142" y="1631"/>
                    <a:pt x="2141" y="1630"/>
                  </a:cubicBezTo>
                  <a:lnTo>
                    <a:pt x="2141" y="1630"/>
                  </a:lnTo>
                  <a:cubicBezTo>
                    <a:pt x="2143" y="1629"/>
                    <a:pt x="2145" y="1629"/>
                    <a:pt x="2147" y="1628"/>
                  </a:cubicBezTo>
                  <a:close/>
                  <a:moveTo>
                    <a:pt x="2134" y="1623"/>
                  </a:moveTo>
                  <a:cubicBezTo>
                    <a:pt x="2133" y="1625"/>
                    <a:pt x="2133" y="1627"/>
                    <a:pt x="2133" y="1629"/>
                  </a:cubicBezTo>
                  <a:lnTo>
                    <a:pt x="2133" y="1629"/>
                  </a:lnTo>
                  <a:cubicBezTo>
                    <a:pt x="2131" y="1629"/>
                    <a:pt x="2130" y="1630"/>
                    <a:pt x="2129" y="1630"/>
                  </a:cubicBezTo>
                  <a:lnTo>
                    <a:pt x="2129" y="1630"/>
                  </a:lnTo>
                  <a:cubicBezTo>
                    <a:pt x="2124" y="1630"/>
                    <a:pt x="2119" y="1630"/>
                    <a:pt x="2114" y="1630"/>
                  </a:cubicBezTo>
                  <a:lnTo>
                    <a:pt x="2114" y="1630"/>
                  </a:lnTo>
                  <a:lnTo>
                    <a:pt x="2120" y="1633"/>
                  </a:lnTo>
                  <a:lnTo>
                    <a:pt x="2120" y="1633"/>
                  </a:lnTo>
                  <a:cubicBezTo>
                    <a:pt x="2119" y="1633"/>
                    <a:pt x="2117" y="1634"/>
                    <a:pt x="2115" y="1635"/>
                  </a:cubicBezTo>
                  <a:lnTo>
                    <a:pt x="2115" y="1635"/>
                  </a:lnTo>
                  <a:lnTo>
                    <a:pt x="2109" y="1632"/>
                  </a:lnTo>
                  <a:lnTo>
                    <a:pt x="2109" y="1632"/>
                  </a:lnTo>
                  <a:cubicBezTo>
                    <a:pt x="2116" y="1629"/>
                    <a:pt x="2124" y="1627"/>
                    <a:pt x="2134" y="1623"/>
                  </a:cubicBezTo>
                  <a:close/>
                  <a:moveTo>
                    <a:pt x="2123" y="1634"/>
                  </a:moveTo>
                  <a:lnTo>
                    <a:pt x="2123" y="1634"/>
                  </a:lnTo>
                  <a:lnTo>
                    <a:pt x="2123" y="1634"/>
                  </a:lnTo>
                  <a:cubicBezTo>
                    <a:pt x="2121" y="1635"/>
                    <a:pt x="2120" y="1635"/>
                    <a:pt x="2118" y="1636"/>
                  </a:cubicBezTo>
                  <a:lnTo>
                    <a:pt x="2118" y="1636"/>
                  </a:lnTo>
                  <a:lnTo>
                    <a:pt x="2118" y="1636"/>
                  </a:lnTo>
                  <a:lnTo>
                    <a:pt x="2118" y="1636"/>
                  </a:lnTo>
                  <a:cubicBezTo>
                    <a:pt x="2119" y="1635"/>
                    <a:pt x="2121" y="1635"/>
                    <a:pt x="2123" y="1634"/>
                  </a:cubicBezTo>
                  <a:close/>
                  <a:moveTo>
                    <a:pt x="2128" y="1636"/>
                  </a:moveTo>
                  <a:lnTo>
                    <a:pt x="2130" y="1637"/>
                  </a:lnTo>
                  <a:lnTo>
                    <a:pt x="2130" y="1637"/>
                  </a:lnTo>
                  <a:cubicBezTo>
                    <a:pt x="2129" y="1638"/>
                    <a:pt x="2127" y="1639"/>
                    <a:pt x="2125" y="1640"/>
                  </a:cubicBezTo>
                  <a:lnTo>
                    <a:pt x="2125" y="1640"/>
                  </a:lnTo>
                  <a:lnTo>
                    <a:pt x="2123" y="1639"/>
                  </a:lnTo>
                  <a:lnTo>
                    <a:pt x="2123" y="1639"/>
                  </a:lnTo>
                  <a:cubicBezTo>
                    <a:pt x="2125" y="1638"/>
                    <a:pt x="2126" y="1637"/>
                    <a:pt x="2128" y="1636"/>
                  </a:cubicBezTo>
                  <a:close/>
                  <a:moveTo>
                    <a:pt x="2130" y="1638"/>
                  </a:moveTo>
                  <a:lnTo>
                    <a:pt x="2127" y="1641"/>
                  </a:lnTo>
                  <a:lnTo>
                    <a:pt x="2127" y="1641"/>
                  </a:lnTo>
                  <a:lnTo>
                    <a:pt x="2126" y="1640"/>
                  </a:lnTo>
                  <a:lnTo>
                    <a:pt x="2126" y="1640"/>
                  </a:lnTo>
                  <a:lnTo>
                    <a:pt x="2130" y="1638"/>
                  </a:lnTo>
                  <a:close/>
                  <a:moveTo>
                    <a:pt x="2131" y="1639"/>
                  </a:moveTo>
                  <a:cubicBezTo>
                    <a:pt x="2131" y="1640"/>
                    <a:pt x="2131" y="1642"/>
                    <a:pt x="2131" y="1643"/>
                  </a:cubicBezTo>
                  <a:lnTo>
                    <a:pt x="2131" y="1643"/>
                  </a:lnTo>
                  <a:lnTo>
                    <a:pt x="2128" y="1641"/>
                  </a:lnTo>
                  <a:lnTo>
                    <a:pt x="2128" y="1641"/>
                  </a:lnTo>
                  <a:cubicBezTo>
                    <a:pt x="2129" y="1641"/>
                    <a:pt x="2130" y="1640"/>
                    <a:pt x="2131" y="1639"/>
                  </a:cubicBezTo>
                  <a:close/>
                  <a:moveTo>
                    <a:pt x="2112" y="1638"/>
                  </a:moveTo>
                  <a:cubicBezTo>
                    <a:pt x="2112" y="1638"/>
                    <a:pt x="2112" y="1638"/>
                    <a:pt x="2112" y="1638"/>
                  </a:cubicBezTo>
                  <a:lnTo>
                    <a:pt x="2112" y="1638"/>
                  </a:lnTo>
                  <a:cubicBezTo>
                    <a:pt x="2105" y="1641"/>
                    <a:pt x="2098" y="1643"/>
                    <a:pt x="2090" y="1646"/>
                  </a:cubicBezTo>
                  <a:lnTo>
                    <a:pt x="2090" y="1646"/>
                  </a:lnTo>
                  <a:cubicBezTo>
                    <a:pt x="2097" y="1644"/>
                    <a:pt x="2104" y="1641"/>
                    <a:pt x="2112" y="1638"/>
                  </a:cubicBezTo>
                  <a:close/>
                  <a:moveTo>
                    <a:pt x="2089" y="1624"/>
                  </a:moveTo>
                  <a:cubicBezTo>
                    <a:pt x="2089" y="1625"/>
                    <a:pt x="2092" y="1627"/>
                    <a:pt x="2097" y="1630"/>
                  </a:cubicBezTo>
                  <a:lnTo>
                    <a:pt x="2097" y="1630"/>
                  </a:lnTo>
                  <a:cubicBezTo>
                    <a:pt x="2025" y="1646"/>
                    <a:pt x="2025" y="1646"/>
                    <a:pt x="2025" y="1646"/>
                  </a:cubicBezTo>
                  <a:cubicBezTo>
                    <a:pt x="2025" y="1646"/>
                    <a:pt x="2025" y="1639"/>
                    <a:pt x="2089" y="1624"/>
                  </a:cubicBezTo>
                  <a:close/>
                  <a:moveTo>
                    <a:pt x="2158" y="1622"/>
                  </a:moveTo>
                  <a:cubicBezTo>
                    <a:pt x="2171" y="1625"/>
                    <a:pt x="2186" y="1627"/>
                    <a:pt x="2203" y="1630"/>
                  </a:cubicBezTo>
                  <a:cubicBezTo>
                    <a:pt x="2244" y="1640"/>
                    <a:pt x="2256" y="1647"/>
                    <a:pt x="2244" y="1647"/>
                  </a:cubicBezTo>
                  <a:cubicBezTo>
                    <a:pt x="2237" y="1647"/>
                    <a:pt x="2220" y="1645"/>
                    <a:pt x="2195" y="1638"/>
                  </a:cubicBezTo>
                  <a:cubicBezTo>
                    <a:pt x="2188" y="1637"/>
                    <a:pt x="2182" y="1635"/>
                    <a:pt x="2176" y="1633"/>
                  </a:cubicBezTo>
                  <a:lnTo>
                    <a:pt x="2176" y="1633"/>
                  </a:lnTo>
                  <a:cubicBezTo>
                    <a:pt x="2182" y="1635"/>
                    <a:pt x="2189" y="1636"/>
                    <a:pt x="2195" y="1638"/>
                  </a:cubicBezTo>
                  <a:cubicBezTo>
                    <a:pt x="2181" y="1634"/>
                    <a:pt x="2169" y="1629"/>
                    <a:pt x="2157" y="1626"/>
                  </a:cubicBezTo>
                  <a:lnTo>
                    <a:pt x="2157" y="1626"/>
                  </a:lnTo>
                  <a:cubicBezTo>
                    <a:pt x="2157" y="1627"/>
                    <a:pt x="2157" y="1628"/>
                    <a:pt x="2157" y="1629"/>
                  </a:cubicBezTo>
                  <a:lnTo>
                    <a:pt x="2157" y="1629"/>
                  </a:lnTo>
                  <a:cubicBezTo>
                    <a:pt x="2163" y="1630"/>
                    <a:pt x="2169" y="1632"/>
                    <a:pt x="2176" y="1633"/>
                  </a:cubicBezTo>
                  <a:lnTo>
                    <a:pt x="2176" y="1633"/>
                  </a:lnTo>
                  <a:cubicBezTo>
                    <a:pt x="2170" y="1632"/>
                    <a:pt x="2164" y="1632"/>
                    <a:pt x="2158" y="1631"/>
                  </a:cubicBezTo>
                  <a:lnTo>
                    <a:pt x="2158" y="1631"/>
                  </a:lnTo>
                  <a:cubicBezTo>
                    <a:pt x="2158" y="1631"/>
                    <a:pt x="2158" y="1630"/>
                    <a:pt x="2157" y="1629"/>
                  </a:cubicBezTo>
                  <a:lnTo>
                    <a:pt x="2157" y="1629"/>
                  </a:lnTo>
                  <a:cubicBezTo>
                    <a:pt x="2157" y="1629"/>
                    <a:pt x="2157" y="1629"/>
                    <a:pt x="2156" y="1629"/>
                  </a:cubicBezTo>
                  <a:lnTo>
                    <a:pt x="2156" y="1629"/>
                  </a:lnTo>
                  <a:cubicBezTo>
                    <a:pt x="2156" y="1628"/>
                    <a:pt x="2156" y="1626"/>
                    <a:pt x="2156" y="1625"/>
                  </a:cubicBezTo>
                  <a:lnTo>
                    <a:pt x="2156" y="1625"/>
                  </a:lnTo>
                  <a:cubicBezTo>
                    <a:pt x="2156" y="1625"/>
                    <a:pt x="2156" y="1625"/>
                    <a:pt x="2157" y="1626"/>
                  </a:cubicBezTo>
                  <a:lnTo>
                    <a:pt x="2157" y="1626"/>
                  </a:lnTo>
                  <a:cubicBezTo>
                    <a:pt x="2157" y="1625"/>
                    <a:pt x="2157" y="1624"/>
                    <a:pt x="2156" y="1623"/>
                  </a:cubicBezTo>
                  <a:lnTo>
                    <a:pt x="2156" y="1623"/>
                  </a:lnTo>
                  <a:cubicBezTo>
                    <a:pt x="2157" y="1623"/>
                    <a:pt x="2158" y="1623"/>
                    <a:pt x="2158" y="1622"/>
                  </a:cubicBezTo>
                  <a:close/>
                  <a:moveTo>
                    <a:pt x="1482" y="1630"/>
                  </a:moveTo>
                  <a:lnTo>
                    <a:pt x="1482" y="1638"/>
                  </a:lnTo>
                  <a:cubicBezTo>
                    <a:pt x="1506" y="1636"/>
                    <a:pt x="1522" y="1635"/>
                    <a:pt x="1533" y="1635"/>
                  </a:cubicBezTo>
                  <a:cubicBezTo>
                    <a:pt x="1555" y="1635"/>
                    <a:pt x="1555" y="1638"/>
                    <a:pt x="1555" y="1638"/>
                  </a:cubicBezTo>
                  <a:cubicBezTo>
                    <a:pt x="1555" y="1638"/>
                    <a:pt x="1555" y="1646"/>
                    <a:pt x="1482" y="1646"/>
                  </a:cubicBezTo>
                  <a:cubicBezTo>
                    <a:pt x="1482" y="1646"/>
                    <a:pt x="1453" y="1650"/>
                    <a:pt x="1434" y="1650"/>
                  </a:cubicBezTo>
                  <a:cubicBezTo>
                    <a:pt x="1424" y="1650"/>
                    <a:pt x="1417" y="1649"/>
                    <a:pt x="1417" y="1646"/>
                  </a:cubicBezTo>
                  <a:cubicBezTo>
                    <a:pt x="1441" y="1638"/>
                    <a:pt x="1466" y="1638"/>
                    <a:pt x="1482" y="1630"/>
                  </a:cubicBezTo>
                  <a:close/>
                  <a:moveTo>
                    <a:pt x="2140" y="1641"/>
                  </a:moveTo>
                  <a:lnTo>
                    <a:pt x="2147" y="1644"/>
                  </a:lnTo>
                  <a:lnTo>
                    <a:pt x="2147" y="1644"/>
                  </a:lnTo>
                  <a:cubicBezTo>
                    <a:pt x="2147" y="1646"/>
                    <a:pt x="2147" y="1648"/>
                    <a:pt x="2147" y="1651"/>
                  </a:cubicBezTo>
                  <a:lnTo>
                    <a:pt x="2147" y="1651"/>
                  </a:lnTo>
                  <a:lnTo>
                    <a:pt x="2140" y="1647"/>
                  </a:lnTo>
                  <a:lnTo>
                    <a:pt x="2140" y="1647"/>
                  </a:lnTo>
                  <a:cubicBezTo>
                    <a:pt x="2140" y="1645"/>
                    <a:pt x="2140" y="1643"/>
                    <a:pt x="2140" y="1641"/>
                  </a:cubicBezTo>
                  <a:close/>
                  <a:moveTo>
                    <a:pt x="2117" y="1641"/>
                  </a:moveTo>
                  <a:lnTo>
                    <a:pt x="2117" y="1641"/>
                  </a:lnTo>
                  <a:cubicBezTo>
                    <a:pt x="2118" y="1642"/>
                    <a:pt x="2118" y="1642"/>
                    <a:pt x="2119" y="1642"/>
                  </a:cubicBezTo>
                  <a:lnTo>
                    <a:pt x="2119" y="1642"/>
                  </a:lnTo>
                  <a:cubicBezTo>
                    <a:pt x="2112" y="1645"/>
                    <a:pt x="2102" y="1649"/>
                    <a:pt x="2090" y="1655"/>
                  </a:cubicBezTo>
                  <a:cubicBezTo>
                    <a:pt x="2099" y="1650"/>
                    <a:pt x="2109" y="1645"/>
                    <a:pt x="2117" y="1641"/>
                  </a:cubicBezTo>
                  <a:close/>
                  <a:moveTo>
                    <a:pt x="2162" y="1651"/>
                  </a:moveTo>
                  <a:lnTo>
                    <a:pt x="2162" y="1651"/>
                  </a:lnTo>
                  <a:lnTo>
                    <a:pt x="2162" y="1651"/>
                  </a:lnTo>
                  <a:cubicBezTo>
                    <a:pt x="2163" y="1653"/>
                    <a:pt x="2163" y="1655"/>
                    <a:pt x="2164" y="1658"/>
                  </a:cubicBezTo>
                  <a:lnTo>
                    <a:pt x="2164" y="1658"/>
                  </a:lnTo>
                  <a:cubicBezTo>
                    <a:pt x="2163" y="1658"/>
                    <a:pt x="2163" y="1657"/>
                    <a:pt x="2163" y="1657"/>
                  </a:cubicBezTo>
                  <a:lnTo>
                    <a:pt x="2163" y="1657"/>
                  </a:lnTo>
                  <a:cubicBezTo>
                    <a:pt x="2162" y="1655"/>
                    <a:pt x="2162" y="1653"/>
                    <a:pt x="2162" y="1651"/>
                  </a:cubicBezTo>
                  <a:close/>
                  <a:moveTo>
                    <a:pt x="2138" y="1653"/>
                  </a:moveTo>
                  <a:lnTo>
                    <a:pt x="2141" y="1655"/>
                  </a:lnTo>
                  <a:lnTo>
                    <a:pt x="2141" y="1655"/>
                  </a:lnTo>
                  <a:cubicBezTo>
                    <a:pt x="2141" y="1655"/>
                    <a:pt x="2141" y="1654"/>
                    <a:pt x="2141" y="1654"/>
                  </a:cubicBezTo>
                  <a:lnTo>
                    <a:pt x="2141" y="1654"/>
                  </a:lnTo>
                  <a:cubicBezTo>
                    <a:pt x="2143" y="1655"/>
                    <a:pt x="2145" y="1656"/>
                    <a:pt x="2147" y="1657"/>
                  </a:cubicBezTo>
                  <a:lnTo>
                    <a:pt x="2147" y="1657"/>
                  </a:lnTo>
                  <a:cubicBezTo>
                    <a:pt x="2147" y="1658"/>
                    <a:pt x="2147" y="1658"/>
                    <a:pt x="2147" y="1658"/>
                  </a:cubicBezTo>
                  <a:lnTo>
                    <a:pt x="2147" y="1658"/>
                  </a:lnTo>
                  <a:lnTo>
                    <a:pt x="2141" y="1655"/>
                  </a:lnTo>
                  <a:lnTo>
                    <a:pt x="2141" y="1655"/>
                  </a:lnTo>
                  <a:cubicBezTo>
                    <a:pt x="2141" y="1655"/>
                    <a:pt x="2141" y="1655"/>
                    <a:pt x="2141" y="1655"/>
                  </a:cubicBezTo>
                  <a:lnTo>
                    <a:pt x="2141" y="1655"/>
                  </a:lnTo>
                  <a:lnTo>
                    <a:pt x="2138" y="1653"/>
                  </a:lnTo>
                  <a:close/>
                  <a:moveTo>
                    <a:pt x="2163" y="1658"/>
                  </a:moveTo>
                  <a:cubicBezTo>
                    <a:pt x="2163" y="1658"/>
                    <a:pt x="2164" y="1658"/>
                    <a:pt x="2164" y="1659"/>
                  </a:cubicBezTo>
                  <a:lnTo>
                    <a:pt x="2164" y="1659"/>
                  </a:lnTo>
                  <a:cubicBezTo>
                    <a:pt x="2164" y="1659"/>
                    <a:pt x="2164" y="1659"/>
                    <a:pt x="2164" y="1659"/>
                  </a:cubicBezTo>
                  <a:lnTo>
                    <a:pt x="2164" y="1659"/>
                  </a:lnTo>
                  <a:lnTo>
                    <a:pt x="2163" y="1659"/>
                  </a:lnTo>
                  <a:lnTo>
                    <a:pt x="2163" y="1659"/>
                  </a:lnTo>
                  <a:cubicBezTo>
                    <a:pt x="2163" y="1658"/>
                    <a:pt x="2163" y="1658"/>
                    <a:pt x="2163" y="1658"/>
                  </a:cubicBezTo>
                  <a:close/>
                  <a:moveTo>
                    <a:pt x="2165" y="1660"/>
                  </a:moveTo>
                  <a:lnTo>
                    <a:pt x="2165" y="1660"/>
                  </a:lnTo>
                  <a:cubicBezTo>
                    <a:pt x="2166" y="1660"/>
                    <a:pt x="2167" y="1660"/>
                    <a:pt x="2167" y="1661"/>
                  </a:cubicBezTo>
                  <a:lnTo>
                    <a:pt x="2167" y="1661"/>
                  </a:lnTo>
                  <a:cubicBezTo>
                    <a:pt x="2167" y="1661"/>
                    <a:pt x="2167" y="1661"/>
                    <a:pt x="2167" y="1661"/>
                  </a:cubicBezTo>
                  <a:lnTo>
                    <a:pt x="2167" y="1661"/>
                  </a:lnTo>
                  <a:lnTo>
                    <a:pt x="2166" y="1660"/>
                  </a:lnTo>
                  <a:lnTo>
                    <a:pt x="2166" y="1660"/>
                  </a:lnTo>
                  <a:cubicBezTo>
                    <a:pt x="2166" y="1660"/>
                    <a:pt x="2165" y="1660"/>
                    <a:pt x="2165" y="1660"/>
                  </a:cubicBezTo>
                  <a:close/>
                  <a:moveTo>
                    <a:pt x="2163" y="1638"/>
                  </a:moveTo>
                  <a:cubicBezTo>
                    <a:pt x="2165" y="1643"/>
                    <a:pt x="2166" y="1648"/>
                    <a:pt x="2167" y="1652"/>
                  </a:cubicBezTo>
                  <a:lnTo>
                    <a:pt x="2167" y="1652"/>
                  </a:lnTo>
                  <a:cubicBezTo>
                    <a:pt x="2167" y="1652"/>
                    <a:pt x="2167" y="1652"/>
                    <a:pt x="2167" y="1652"/>
                  </a:cubicBezTo>
                  <a:lnTo>
                    <a:pt x="2167" y="1652"/>
                  </a:lnTo>
                  <a:cubicBezTo>
                    <a:pt x="2166" y="1652"/>
                    <a:pt x="2166" y="1652"/>
                    <a:pt x="2166" y="1653"/>
                  </a:cubicBezTo>
                  <a:lnTo>
                    <a:pt x="2166" y="1653"/>
                  </a:lnTo>
                  <a:lnTo>
                    <a:pt x="2165" y="1653"/>
                  </a:lnTo>
                  <a:lnTo>
                    <a:pt x="2165" y="1653"/>
                  </a:lnTo>
                  <a:lnTo>
                    <a:pt x="2166" y="1653"/>
                  </a:lnTo>
                  <a:cubicBezTo>
                    <a:pt x="2166" y="1653"/>
                    <a:pt x="2166" y="1653"/>
                    <a:pt x="2166" y="1653"/>
                  </a:cubicBezTo>
                  <a:lnTo>
                    <a:pt x="2166" y="1653"/>
                  </a:lnTo>
                  <a:lnTo>
                    <a:pt x="2168" y="1654"/>
                  </a:lnTo>
                  <a:lnTo>
                    <a:pt x="2168" y="1654"/>
                  </a:lnTo>
                  <a:cubicBezTo>
                    <a:pt x="2169" y="1656"/>
                    <a:pt x="2170" y="1659"/>
                    <a:pt x="2170" y="1661"/>
                  </a:cubicBezTo>
                  <a:lnTo>
                    <a:pt x="2170" y="1661"/>
                  </a:lnTo>
                  <a:cubicBezTo>
                    <a:pt x="2170" y="1661"/>
                    <a:pt x="2169" y="1661"/>
                    <a:pt x="2168" y="1660"/>
                  </a:cubicBezTo>
                  <a:lnTo>
                    <a:pt x="2168" y="1660"/>
                  </a:lnTo>
                  <a:lnTo>
                    <a:pt x="2166" y="1653"/>
                  </a:lnTo>
                  <a:lnTo>
                    <a:pt x="2166" y="1653"/>
                  </a:lnTo>
                  <a:cubicBezTo>
                    <a:pt x="2166" y="1655"/>
                    <a:pt x="2166" y="1657"/>
                    <a:pt x="2167" y="1659"/>
                  </a:cubicBezTo>
                  <a:lnTo>
                    <a:pt x="2167" y="1659"/>
                  </a:lnTo>
                  <a:cubicBezTo>
                    <a:pt x="2166" y="1659"/>
                    <a:pt x="2166" y="1659"/>
                    <a:pt x="2165" y="1658"/>
                  </a:cubicBezTo>
                  <a:lnTo>
                    <a:pt x="2165" y="1658"/>
                  </a:lnTo>
                  <a:cubicBezTo>
                    <a:pt x="2164" y="1656"/>
                    <a:pt x="2164" y="1654"/>
                    <a:pt x="2163" y="1652"/>
                  </a:cubicBezTo>
                  <a:lnTo>
                    <a:pt x="2163" y="1652"/>
                  </a:lnTo>
                  <a:lnTo>
                    <a:pt x="2165" y="1653"/>
                  </a:lnTo>
                  <a:lnTo>
                    <a:pt x="2165" y="1653"/>
                  </a:lnTo>
                  <a:lnTo>
                    <a:pt x="2163" y="1646"/>
                  </a:lnTo>
                  <a:lnTo>
                    <a:pt x="2163" y="1638"/>
                  </a:lnTo>
                  <a:close/>
                  <a:moveTo>
                    <a:pt x="2169" y="1662"/>
                  </a:moveTo>
                  <a:lnTo>
                    <a:pt x="2169" y="1662"/>
                  </a:lnTo>
                  <a:cubicBezTo>
                    <a:pt x="2170" y="1662"/>
                    <a:pt x="2170" y="1662"/>
                    <a:pt x="2171" y="1663"/>
                  </a:cubicBezTo>
                  <a:lnTo>
                    <a:pt x="2171" y="1663"/>
                  </a:lnTo>
                  <a:cubicBezTo>
                    <a:pt x="2171" y="1663"/>
                    <a:pt x="2171" y="1663"/>
                    <a:pt x="2171" y="1663"/>
                  </a:cubicBezTo>
                  <a:lnTo>
                    <a:pt x="2171" y="1663"/>
                  </a:lnTo>
                  <a:lnTo>
                    <a:pt x="2169" y="1662"/>
                  </a:lnTo>
                  <a:lnTo>
                    <a:pt x="2169" y="1662"/>
                  </a:lnTo>
                  <a:lnTo>
                    <a:pt x="2169" y="1662"/>
                  </a:lnTo>
                  <a:close/>
                  <a:moveTo>
                    <a:pt x="1993" y="1634"/>
                  </a:moveTo>
                  <a:lnTo>
                    <a:pt x="1822" y="1663"/>
                  </a:lnTo>
                  <a:cubicBezTo>
                    <a:pt x="1895" y="1647"/>
                    <a:pt x="1895" y="1646"/>
                    <a:pt x="1895" y="1646"/>
                  </a:cubicBezTo>
                  <a:lnTo>
                    <a:pt x="1895" y="1646"/>
                  </a:lnTo>
                  <a:cubicBezTo>
                    <a:pt x="1880" y="1648"/>
                    <a:pt x="1871" y="1649"/>
                    <a:pt x="1867" y="1649"/>
                  </a:cubicBezTo>
                  <a:cubicBezTo>
                    <a:pt x="1854" y="1649"/>
                    <a:pt x="1875" y="1644"/>
                    <a:pt x="1888" y="1644"/>
                  </a:cubicBezTo>
                  <a:cubicBezTo>
                    <a:pt x="1892" y="1644"/>
                    <a:pt x="1895" y="1645"/>
                    <a:pt x="1895" y="1646"/>
                  </a:cubicBezTo>
                  <a:cubicBezTo>
                    <a:pt x="1928" y="1638"/>
                    <a:pt x="1944" y="1636"/>
                    <a:pt x="1952" y="1636"/>
                  </a:cubicBezTo>
                  <a:cubicBezTo>
                    <a:pt x="1960" y="1636"/>
                    <a:pt x="1960" y="1638"/>
                    <a:pt x="1960" y="1638"/>
                  </a:cubicBezTo>
                  <a:lnTo>
                    <a:pt x="1993" y="1634"/>
                  </a:lnTo>
                  <a:close/>
                  <a:moveTo>
                    <a:pt x="2164" y="1664"/>
                  </a:moveTo>
                  <a:lnTo>
                    <a:pt x="2165" y="1665"/>
                  </a:lnTo>
                  <a:lnTo>
                    <a:pt x="2165" y="1665"/>
                  </a:lnTo>
                  <a:cubicBezTo>
                    <a:pt x="2166" y="1665"/>
                    <a:pt x="2166" y="1665"/>
                    <a:pt x="2166" y="1665"/>
                  </a:cubicBezTo>
                  <a:lnTo>
                    <a:pt x="2166" y="1665"/>
                  </a:lnTo>
                  <a:cubicBezTo>
                    <a:pt x="2165" y="1665"/>
                    <a:pt x="2165" y="1664"/>
                    <a:pt x="2164" y="1664"/>
                  </a:cubicBezTo>
                  <a:lnTo>
                    <a:pt x="2164" y="1664"/>
                  </a:lnTo>
                  <a:cubicBezTo>
                    <a:pt x="2164" y="1664"/>
                    <a:pt x="2164" y="1664"/>
                    <a:pt x="2164" y="1664"/>
                  </a:cubicBezTo>
                  <a:close/>
                  <a:moveTo>
                    <a:pt x="2173" y="1671"/>
                  </a:moveTo>
                  <a:lnTo>
                    <a:pt x="2173" y="1671"/>
                  </a:lnTo>
                  <a:lnTo>
                    <a:pt x="2173" y="1671"/>
                  </a:lnTo>
                  <a:close/>
                  <a:moveTo>
                    <a:pt x="2682" y="1663"/>
                  </a:moveTo>
                  <a:cubicBezTo>
                    <a:pt x="2682" y="1663"/>
                    <a:pt x="2682" y="1663"/>
                    <a:pt x="2755" y="1671"/>
                  </a:cubicBezTo>
                  <a:lnTo>
                    <a:pt x="2682" y="1671"/>
                  </a:lnTo>
                  <a:lnTo>
                    <a:pt x="2682" y="1663"/>
                  </a:ln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58" y="1665"/>
                  </a:moveTo>
                  <a:lnTo>
                    <a:pt x="2165" y="1670"/>
                  </a:lnTo>
                  <a:lnTo>
                    <a:pt x="2165" y="1670"/>
                  </a:lnTo>
                  <a:cubicBezTo>
                    <a:pt x="2165" y="1669"/>
                    <a:pt x="2165" y="1668"/>
                    <a:pt x="2165" y="1667"/>
                  </a:cubicBezTo>
                  <a:lnTo>
                    <a:pt x="2165" y="1667"/>
                  </a:lnTo>
                  <a:cubicBezTo>
                    <a:pt x="2165" y="1668"/>
                    <a:pt x="2166" y="1668"/>
                    <a:pt x="2166" y="1668"/>
                  </a:cubicBezTo>
                  <a:lnTo>
                    <a:pt x="2166" y="1668"/>
                  </a:lnTo>
                  <a:cubicBezTo>
                    <a:pt x="2167" y="1669"/>
                    <a:pt x="2167" y="1670"/>
                    <a:pt x="2167" y="1671"/>
                  </a:cubicBezTo>
                  <a:lnTo>
                    <a:pt x="2165" y="1670"/>
                  </a:lnTo>
                  <a:lnTo>
                    <a:pt x="2165" y="1670"/>
                  </a:lnTo>
                  <a:cubicBezTo>
                    <a:pt x="2165" y="1670"/>
                    <a:pt x="2165" y="1671"/>
                    <a:pt x="2166" y="1672"/>
                  </a:cubicBezTo>
                  <a:lnTo>
                    <a:pt x="2166" y="1672"/>
                  </a:lnTo>
                  <a:cubicBezTo>
                    <a:pt x="2163" y="1670"/>
                    <a:pt x="2160" y="1667"/>
                    <a:pt x="2158" y="1665"/>
                  </a:cubicBezTo>
                  <a:close/>
                  <a:moveTo>
                    <a:pt x="2168" y="1667"/>
                  </a:moveTo>
                  <a:lnTo>
                    <a:pt x="2171" y="1669"/>
                  </a:lnTo>
                  <a:lnTo>
                    <a:pt x="2171" y="1669"/>
                  </a:lnTo>
                  <a:cubicBezTo>
                    <a:pt x="2171" y="1669"/>
                    <a:pt x="2171" y="1670"/>
                    <a:pt x="2171" y="1670"/>
                  </a:cubicBezTo>
                  <a:lnTo>
                    <a:pt x="2171" y="1670"/>
                  </a:lnTo>
                  <a:cubicBezTo>
                    <a:pt x="2171" y="1670"/>
                    <a:pt x="2171" y="1670"/>
                    <a:pt x="2171" y="1670"/>
                  </a:cubicBezTo>
                  <a:lnTo>
                    <a:pt x="2171" y="1670"/>
                  </a:lnTo>
                  <a:lnTo>
                    <a:pt x="2173" y="1671"/>
                  </a:lnTo>
                  <a:lnTo>
                    <a:pt x="2173" y="1671"/>
                  </a:lnTo>
                  <a:lnTo>
                    <a:pt x="2172" y="1668"/>
                  </a:lnTo>
                  <a:lnTo>
                    <a:pt x="2172" y="1668"/>
                  </a:lnTo>
                  <a:cubicBezTo>
                    <a:pt x="2172" y="1668"/>
                    <a:pt x="2172" y="1668"/>
                    <a:pt x="2172" y="1668"/>
                  </a:cubicBezTo>
                  <a:lnTo>
                    <a:pt x="2172" y="1668"/>
                  </a:lnTo>
                  <a:cubicBezTo>
                    <a:pt x="2173" y="1669"/>
                    <a:pt x="2173" y="1670"/>
                    <a:pt x="2174" y="1672"/>
                  </a:cubicBezTo>
                  <a:lnTo>
                    <a:pt x="2174" y="1672"/>
                  </a:lnTo>
                  <a:lnTo>
                    <a:pt x="2173" y="1671"/>
                  </a:lnTo>
                  <a:lnTo>
                    <a:pt x="2173" y="1672"/>
                  </a:lnTo>
                  <a:lnTo>
                    <a:pt x="2173" y="1672"/>
                  </a:lnTo>
                  <a:cubicBezTo>
                    <a:pt x="2173" y="1672"/>
                    <a:pt x="2172" y="1671"/>
                    <a:pt x="2172" y="1671"/>
                  </a:cubicBezTo>
                  <a:lnTo>
                    <a:pt x="2172" y="1671"/>
                  </a:lnTo>
                  <a:cubicBezTo>
                    <a:pt x="2171" y="1671"/>
                    <a:pt x="2171" y="1670"/>
                    <a:pt x="2171" y="1670"/>
                  </a:cubicBezTo>
                  <a:lnTo>
                    <a:pt x="2171" y="1670"/>
                  </a:lnTo>
                  <a:cubicBezTo>
                    <a:pt x="2171" y="1670"/>
                    <a:pt x="2171" y="1670"/>
                    <a:pt x="2171" y="1671"/>
                  </a:cubicBezTo>
                  <a:lnTo>
                    <a:pt x="2171" y="1671"/>
                  </a:lnTo>
                  <a:cubicBezTo>
                    <a:pt x="2170" y="1670"/>
                    <a:pt x="2169" y="1669"/>
                    <a:pt x="2168" y="1668"/>
                  </a:cubicBezTo>
                  <a:lnTo>
                    <a:pt x="2168" y="1668"/>
                  </a:lnTo>
                  <a:cubicBezTo>
                    <a:pt x="2168" y="1668"/>
                    <a:pt x="2168" y="1667"/>
                    <a:pt x="2168" y="1667"/>
                  </a:cubicBezTo>
                  <a:close/>
                  <a:moveTo>
                    <a:pt x="2173" y="1672"/>
                  </a:moveTo>
                  <a:lnTo>
                    <a:pt x="2173" y="1672"/>
                  </a:lnTo>
                  <a:cubicBezTo>
                    <a:pt x="2173" y="1673"/>
                    <a:pt x="2173" y="1673"/>
                    <a:pt x="2174" y="1673"/>
                  </a:cubicBezTo>
                  <a:lnTo>
                    <a:pt x="2174" y="1673"/>
                  </a:lnTo>
                  <a:lnTo>
                    <a:pt x="2174" y="1673"/>
                  </a:lnTo>
                  <a:lnTo>
                    <a:pt x="2174" y="1673"/>
                  </a:lnTo>
                  <a:cubicBezTo>
                    <a:pt x="2173" y="1673"/>
                    <a:pt x="2173" y="1673"/>
                    <a:pt x="2173" y="1672"/>
                  </a:cubicBezTo>
                  <a:close/>
                  <a:moveTo>
                    <a:pt x="2174" y="1668"/>
                  </a:moveTo>
                  <a:lnTo>
                    <a:pt x="2174" y="1668"/>
                  </a:lnTo>
                  <a:cubicBezTo>
                    <a:pt x="2175" y="1669"/>
                    <a:pt x="2176" y="1671"/>
                    <a:pt x="2177" y="1674"/>
                  </a:cubicBezTo>
                  <a:lnTo>
                    <a:pt x="2177" y="1674"/>
                  </a:lnTo>
                  <a:cubicBezTo>
                    <a:pt x="2177" y="1674"/>
                    <a:pt x="2177" y="1674"/>
                    <a:pt x="2176" y="1674"/>
                  </a:cubicBezTo>
                  <a:lnTo>
                    <a:pt x="2176" y="1674"/>
                  </a:lnTo>
                  <a:lnTo>
                    <a:pt x="2175" y="1672"/>
                  </a:lnTo>
                  <a:lnTo>
                    <a:pt x="2175" y="1672"/>
                  </a:lnTo>
                  <a:lnTo>
                    <a:pt x="2175" y="1673"/>
                  </a:lnTo>
                  <a:lnTo>
                    <a:pt x="2175" y="1673"/>
                  </a:lnTo>
                  <a:cubicBezTo>
                    <a:pt x="2174" y="1673"/>
                    <a:pt x="2174" y="1673"/>
                    <a:pt x="2174" y="1672"/>
                  </a:cubicBezTo>
                  <a:lnTo>
                    <a:pt x="2174" y="1672"/>
                  </a:lnTo>
                  <a:cubicBezTo>
                    <a:pt x="2174" y="1672"/>
                    <a:pt x="2174" y="1672"/>
                    <a:pt x="2174" y="1672"/>
                  </a:cubicBezTo>
                  <a:lnTo>
                    <a:pt x="2174" y="1672"/>
                  </a:lnTo>
                  <a:lnTo>
                    <a:pt x="2175" y="1672"/>
                  </a:lnTo>
                  <a:lnTo>
                    <a:pt x="2175" y="1672"/>
                  </a:lnTo>
                  <a:lnTo>
                    <a:pt x="2174" y="1668"/>
                  </a:lnTo>
                  <a:close/>
                  <a:moveTo>
                    <a:pt x="2169" y="1670"/>
                  </a:moveTo>
                  <a:cubicBezTo>
                    <a:pt x="2169" y="1670"/>
                    <a:pt x="2170" y="1670"/>
                    <a:pt x="2171" y="1671"/>
                  </a:cubicBez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2" y="1671"/>
                    <a:pt x="2172" y="1672"/>
                  </a:cubicBezTo>
                  <a:lnTo>
                    <a:pt x="2172" y="1672"/>
                  </a:lnTo>
                  <a:cubicBezTo>
                    <a:pt x="2172" y="1671"/>
                    <a:pt x="2172" y="1671"/>
                    <a:pt x="2172" y="1671"/>
                  </a:cubicBezTo>
                  <a:lnTo>
                    <a:pt x="2172" y="1671"/>
                  </a:lnTo>
                  <a:cubicBezTo>
                    <a:pt x="2172" y="1672"/>
                    <a:pt x="2172" y="1672"/>
                    <a:pt x="2173" y="1672"/>
                  </a:cubicBezTo>
                  <a:lnTo>
                    <a:pt x="2173" y="1672"/>
                  </a:lnTo>
                  <a:cubicBezTo>
                    <a:pt x="2172" y="1672"/>
                    <a:pt x="2172" y="1672"/>
                    <a:pt x="2172" y="1672"/>
                  </a:cubicBezTo>
                  <a:lnTo>
                    <a:pt x="2172" y="1672"/>
                  </a:lnTo>
                  <a:cubicBezTo>
                    <a:pt x="2172" y="1673"/>
                    <a:pt x="2173" y="1674"/>
                    <a:pt x="2173" y="1675"/>
                  </a:cubicBezTo>
                  <a:lnTo>
                    <a:pt x="2173" y="1675"/>
                  </a:lnTo>
                  <a:lnTo>
                    <a:pt x="2170" y="1673"/>
                  </a:lnTo>
                  <a:lnTo>
                    <a:pt x="2170" y="1673"/>
                  </a:lnTo>
                  <a:cubicBezTo>
                    <a:pt x="2170" y="1673"/>
                    <a:pt x="2170" y="1674"/>
                    <a:pt x="2171" y="1675"/>
                  </a:cubicBezTo>
                  <a:lnTo>
                    <a:pt x="2171" y="1675"/>
                  </a:lnTo>
                  <a:cubicBezTo>
                    <a:pt x="2170" y="1674"/>
                    <a:pt x="2169" y="1674"/>
                    <a:pt x="2168" y="1673"/>
                  </a:cubicBezTo>
                  <a:lnTo>
                    <a:pt x="2168" y="1673"/>
                  </a:lnTo>
                  <a:cubicBezTo>
                    <a:pt x="2168" y="1673"/>
                    <a:pt x="2168" y="1673"/>
                    <a:pt x="2168" y="1673"/>
                  </a:cubicBezTo>
                  <a:lnTo>
                    <a:pt x="2168" y="1673"/>
                  </a:lnTo>
                  <a:cubicBezTo>
                    <a:pt x="2167" y="1673"/>
                    <a:pt x="2167" y="1673"/>
                    <a:pt x="2167" y="1673"/>
                  </a:cubicBezTo>
                  <a:lnTo>
                    <a:pt x="2167" y="1673"/>
                  </a:lnTo>
                  <a:cubicBezTo>
                    <a:pt x="2167" y="1673"/>
                    <a:pt x="2167" y="1673"/>
                    <a:pt x="2168" y="1673"/>
                  </a:cubicBezTo>
                  <a:lnTo>
                    <a:pt x="2168" y="1673"/>
                  </a:lnTo>
                  <a:cubicBezTo>
                    <a:pt x="2167" y="1672"/>
                    <a:pt x="2167" y="1672"/>
                    <a:pt x="2167" y="1671"/>
                  </a:cubicBezTo>
                  <a:lnTo>
                    <a:pt x="2167" y="1671"/>
                  </a:lnTo>
                  <a:lnTo>
                    <a:pt x="2170" y="1673"/>
                  </a:lnTo>
                  <a:lnTo>
                    <a:pt x="2170" y="1673"/>
                  </a:lnTo>
                  <a:cubicBezTo>
                    <a:pt x="2169" y="1672"/>
                    <a:pt x="2169" y="1671"/>
                    <a:pt x="2169" y="1670"/>
                  </a:cubicBezTo>
                  <a:close/>
                  <a:moveTo>
                    <a:pt x="2076" y="1675"/>
                  </a:moveTo>
                  <a:cubicBezTo>
                    <a:pt x="2076" y="1676"/>
                    <a:pt x="2076" y="1677"/>
                    <a:pt x="2075" y="1678"/>
                  </a:cubicBezTo>
                  <a:lnTo>
                    <a:pt x="2075" y="1678"/>
                  </a:lnTo>
                  <a:cubicBezTo>
                    <a:pt x="2075" y="1678"/>
                    <a:pt x="2075" y="1678"/>
                    <a:pt x="2075" y="1679"/>
                  </a:cubicBezTo>
                  <a:lnTo>
                    <a:pt x="2075" y="1679"/>
                  </a:lnTo>
                  <a:cubicBezTo>
                    <a:pt x="2075" y="1677"/>
                    <a:pt x="2075" y="1677"/>
                    <a:pt x="2076" y="1676"/>
                  </a:cubicBezTo>
                  <a:lnTo>
                    <a:pt x="2076" y="1676"/>
                  </a:lnTo>
                  <a:cubicBezTo>
                    <a:pt x="2076" y="1676"/>
                    <a:pt x="2076" y="1676"/>
                    <a:pt x="2076" y="1675"/>
                  </a:cubicBezTo>
                  <a:close/>
                  <a:moveTo>
                    <a:pt x="2103" y="1634"/>
                  </a:moveTo>
                  <a:lnTo>
                    <a:pt x="2103" y="1634"/>
                  </a:lnTo>
                  <a:cubicBezTo>
                    <a:pt x="2105" y="1634"/>
                    <a:pt x="2107" y="1635"/>
                    <a:pt x="2109" y="1637"/>
                  </a:cubicBezTo>
                  <a:lnTo>
                    <a:pt x="2109" y="1637"/>
                  </a:lnTo>
                  <a:cubicBezTo>
                    <a:pt x="2103" y="1638"/>
                    <a:pt x="2097" y="1640"/>
                    <a:pt x="2089" y="1643"/>
                  </a:cubicBezTo>
                  <a:lnTo>
                    <a:pt x="2089" y="1643"/>
                  </a:lnTo>
                  <a:cubicBezTo>
                    <a:pt x="2090" y="1641"/>
                    <a:pt x="2090" y="1639"/>
                    <a:pt x="2090" y="1638"/>
                  </a:cubicBezTo>
                  <a:lnTo>
                    <a:pt x="2090" y="1638"/>
                  </a:lnTo>
                  <a:cubicBezTo>
                    <a:pt x="2089" y="1640"/>
                    <a:pt x="2089" y="1641"/>
                    <a:pt x="2088" y="1643"/>
                  </a:cubicBezTo>
                  <a:lnTo>
                    <a:pt x="2088" y="1643"/>
                  </a:lnTo>
                  <a:cubicBezTo>
                    <a:pt x="2089" y="1643"/>
                    <a:pt x="2089" y="1643"/>
                    <a:pt x="2089" y="1643"/>
                  </a:cubicBezTo>
                  <a:lnTo>
                    <a:pt x="2089" y="1643"/>
                  </a:lnTo>
                  <a:cubicBezTo>
                    <a:pt x="2088" y="1647"/>
                    <a:pt x="2085" y="1654"/>
                    <a:pt x="2082" y="1662"/>
                  </a:cubicBezTo>
                  <a:lnTo>
                    <a:pt x="2082" y="1662"/>
                  </a:lnTo>
                  <a:cubicBezTo>
                    <a:pt x="2084" y="1656"/>
                    <a:pt x="2086" y="1649"/>
                    <a:pt x="2088" y="1643"/>
                  </a:cubicBezTo>
                  <a:lnTo>
                    <a:pt x="2088" y="1643"/>
                  </a:lnTo>
                  <a:cubicBezTo>
                    <a:pt x="2072" y="1648"/>
                    <a:pt x="2051" y="1655"/>
                    <a:pt x="2025" y="1663"/>
                  </a:cubicBezTo>
                  <a:cubicBezTo>
                    <a:pt x="1960" y="1679"/>
                    <a:pt x="1960" y="1679"/>
                    <a:pt x="1960" y="1679"/>
                  </a:cubicBezTo>
                  <a:lnTo>
                    <a:pt x="2090" y="1638"/>
                  </a:lnTo>
                  <a:lnTo>
                    <a:pt x="2090" y="1638"/>
                  </a:lnTo>
                  <a:cubicBezTo>
                    <a:pt x="2090" y="1638"/>
                    <a:pt x="2090" y="1638"/>
                    <a:pt x="2090" y="1638"/>
                  </a:cubicBezTo>
                  <a:cubicBezTo>
                    <a:pt x="2090" y="1638"/>
                    <a:pt x="2095" y="1637"/>
                    <a:pt x="2103" y="1634"/>
                  </a:cubicBezTo>
                  <a:close/>
                  <a:moveTo>
                    <a:pt x="2141" y="1655"/>
                  </a:moveTo>
                  <a:lnTo>
                    <a:pt x="2147" y="1659"/>
                  </a:lnTo>
                  <a:lnTo>
                    <a:pt x="2147" y="1659"/>
                  </a:lnTo>
                  <a:cubicBezTo>
                    <a:pt x="2147" y="1659"/>
                    <a:pt x="2147" y="1659"/>
                    <a:pt x="2147" y="1658"/>
                  </a:cubicBezTo>
                  <a:lnTo>
                    <a:pt x="2147" y="1658"/>
                  </a:lnTo>
                  <a:lnTo>
                    <a:pt x="2157" y="1665"/>
                  </a:lnTo>
                  <a:lnTo>
                    <a:pt x="2166" y="1672"/>
                  </a:lnTo>
                  <a:lnTo>
                    <a:pt x="2166" y="1672"/>
                  </a:lnTo>
                  <a:cubicBezTo>
                    <a:pt x="2166" y="1672"/>
                    <a:pt x="2166" y="1672"/>
                    <a:pt x="2166" y="1672"/>
                  </a:cubicBezTo>
                  <a:lnTo>
                    <a:pt x="2166" y="1672"/>
                  </a:lnTo>
                  <a:cubicBezTo>
                    <a:pt x="2166" y="1672"/>
                    <a:pt x="2167" y="1673"/>
                    <a:pt x="2167" y="1673"/>
                  </a:cubicBezTo>
                  <a:lnTo>
                    <a:pt x="2167" y="1673"/>
                  </a:lnTo>
                  <a:cubicBezTo>
                    <a:pt x="2167" y="1673"/>
                    <a:pt x="2167" y="1673"/>
                    <a:pt x="2166" y="1673"/>
                  </a:cubicBezTo>
                  <a:lnTo>
                    <a:pt x="2166" y="1673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5"/>
                    <a:pt x="2168" y="1675"/>
                    <a:pt x="2168" y="1676"/>
                  </a:cubicBezTo>
                  <a:lnTo>
                    <a:pt x="2168" y="1676"/>
                  </a:lnTo>
                  <a:cubicBezTo>
                    <a:pt x="2168" y="1675"/>
                    <a:pt x="2167" y="1675"/>
                    <a:pt x="2166" y="1674"/>
                  </a:cubicBezTo>
                  <a:lnTo>
                    <a:pt x="2166" y="1674"/>
                  </a:lnTo>
                  <a:cubicBezTo>
                    <a:pt x="2166" y="1673"/>
                    <a:pt x="2166" y="1673"/>
                    <a:pt x="2166" y="1672"/>
                  </a:cubicBezTo>
                  <a:lnTo>
                    <a:pt x="2166" y="1672"/>
                  </a:lnTo>
                  <a:cubicBezTo>
                    <a:pt x="2166" y="1672"/>
                    <a:pt x="2166" y="1673"/>
                    <a:pt x="2166" y="1673"/>
                  </a:cubicBezTo>
                  <a:lnTo>
                    <a:pt x="2166" y="1673"/>
                  </a:lnTo>
                  <a:lnTo>
                    <a:pt x="2166" y="1672"/>
                  </a:lnTo>
                  <a:lnTo>
                    <a:pt x="2166" y="1672"/>
                  </a:lnTo>
                  <a:cubicBezTo>
                    <a:pt x="2166" y="1672"/>
                    <a:pt x="2166" y="1672"/>
                    <a:pt x="2166" y="1672"/>
                  </a:cubicBezTo>
                  <a:lnTo>
                    <a:pt x="2166" y="1672"/>
                  </a:lnTo>
                  <a:cubicBezTo>
                    <a:pt x="2165" y="1672"/>
                    <a:pt x="2164" y="1671"/>
                    <a:pt x="2163" y="1671"/>
                  </a:cubicBezTo>
                  <a:lnTo>
                    <a:pt x="2163" y="1671"/>
                  </a:lnTo>
                  <a:cubicBezTo>
                    <a:pt x="2163" y="1671"/>
                    <a:pt x="2163" y="1671"/>
                    <a:pt x="2163" y="1671"/>
                  </a:cubicBezTo>
                  <a:lnTo>
                    <a:pt x="2147" y="1659"/>
                  </a:lnTo>
                  <a:lnTo>
                    <a:pt x="2147" y="1659"/>
                  </a:lnTo>
                  <a:cubicBezTo>
                    <a:pt x="2147" y="1666"/>
                    <a:pt x="2147" y="1672"/>
                    <a:pt x="2147" y="1679"/>
                  </a:cubicBezTo>
                  <a:cubicBezTo>
                    <a:pt x="2147" y="1674"/>
                    <a:pt x="2143" y="1672"/>
                    <a:pt x="2141" y="1655"/>
                  </a:cubicBezTo>
                  <a:close/>
                  <a:moveTo>
                    <a:pt x="2187" y="1638"/>
                  </a:moveTo>
                  <a:lnTo>
                    <a:pt x="2187" y="1638"/>
                  </a:lnTo>
                  <a:cubicBezTo>
                    <a:pt x="2260" y="1663"/>
                    <a:pt x="2317" y="1679"/>
                    <a:pt x="2317" y="1679"/>
                  </a:cubicBezTo>
                  <a:lnTo>
                    <a:pt x="2252" y="1663"/>
                  </a:lnTo>
                  <a:lnTo>
                    <a:pt x="2187" y="1638"/>
                  </a:lnTo>
                  <a:close/>
                  <a:moveTo>
                    <a:pt x="2082" y="1679"/>
                  </a:moveTo>
                  <a:cubicBezTo>
                    <a:pt x="2082" y="1679"/>
                    <a:pt x="2082" y="1679"/>
                    <a:pt x="2082" y="1679"/>
                  </a:cubicBezTo>
                  <a:lnTo>
                    <a:pt x="2082" y="1679"/>
                  </a:lnTo>
                  <a:cubicBezTo>
                    <a:pt x="2082" y="1679"/>
                    <a:pt x="2082" y="1679"/>
                    <a:pt x="2082" y="1679"/>
                  </a:cubicBezTo>
                  <a:cubicBezTo>
                    <a:pt x="2082" y="1679"/>
                    <a:pt x="2082" y="1679"/>
                    <a:pt x="2082" y="1679"/>
                  </a:cubicBezTo>
                  <a:close/>
                  <a:moveTo>
                    <a:pt x="2075" y="1677"/>
                  </a:moveTo>
                  <a:lnTo>
                    <a:pt x="2075" y="1677"/>
                  </a:lnTo>
                  <a:cubicBezTo>
                    <a:pt x="2075" y="1677"/>
                    <a:pt x="2074" y="1678"/>
                    <a:pt x="2074" y="1679"/>
                  </a:cubicBezTo>
                  <a:cubicBezTo>
                    <a:pt x="2074" y="1679"/>
                    <a:pt x="2074" y="1680"/>
                    <a:pt x="2074" y="1680"/>
                  </a:cubicBezTo>
                  <a:lnTo>
                    <a:pt x="2074" y="1680"/>
                  </a:lnTo>
                  <a:cubicBezTo>
                    <a:pt x="2074" y="1680"/>
                    <a:pt x="2074" y="1680"/>
                    <a:pt x="2074" y="1680"/>
                  </a:cubicBezTo>
                  <a:lnTo>
                    <a:pt x="2074" y="1680"/>
                  </a:lnTo>
                  <a:cubicBezTo>
                    <a:pt x="2074" y="1680"/>
                    <a:pt x="2074" y="1679"/>
                    <a:pt x="2074" y="1679"/>
                  </a:cubicBezTo>
                  <a:lnTo>
                    <a:pt x="2074" y="1679"/>
                  </a:lnTo>
                  <a:cubicBezTo>
                    <a:pt x="2073" y="1679"/>
                    <a:pt x="2073" y="1680"/>
                    <a:pt x="2073" y="1680"/>
                  </a:cubicBezTo>
                  <a:lnTo>
                    <a:pt x="2073" y="1680"/>
                  </a:lnTo>
                  <a:cubicBezTo>
                    <a:pt x="2073" y="1679"/>
                    <a:pt x="2073" y="1679"/>
                    <a:pt x="2073" y="1678"/>
                  </a:cubicBezTo>
                  <a:lnTo>
                    <a:pt x="2073" y="1678"/>
                  </a:lnTo>
                  <a:cubicBezTo>
                    <a:pt x="2074" y="1678"/>
                    <a:pt x="2074" y="1677"/>
                    <a:pt x="2075" y="1677"/>
                  </a:cubicBezTo>
                  <a:close/>
                  <a:moveTo>
                    <a:pt x="2174" y="1673"/>
                  </a:moveTo>
                  <a:cubicBezTo>
                    <a:pt x="2174" y="1673"/>
                    <a:pt x="2174" y="1674"/>
                    <a:pt x="2174" y="1674"/>
                  </a:cubicBezTo>
                  <a:lnTo>
                    <a:pt x="2174" y="1674"/>
                  </a:lnTo>
                  <a:cubicBezTo>
                    <a:pt x="2174" y="1674"/>
                    <a:pt x="2174" y="1674"/>
                    <a:pt x="2174" y="1673"/>
                  </a:cubicBezTo>
                  <a:lnTo>
                    <a:pt x="2174" y="1673"/>
                  </a:lnTo>
                  <a:cubicBezTo>
                    <a:pt x="2174" y="1674"/>
                    <a:pt x="2175" y="1674"/>
                    <a:pt x="2175" y="1674"/>
                  </a:cubicBezTo>
                  <a:lnTo>
                    <a:pt x="2175" y="1674"/>
                  </a:lnTo>
                  <a:lnTo>
                    <a:pt x="2175" y="1675"/>
                  </a:lnTo>
                  <a:lnTo>
                    <a:pt x="2175" y="1675"/>
                  </a:lnTo>
                  <a:cubicBezTo>
                    <a:pt x="2175" y="1674"/>
                    <a:pt x="2174" y="1674"/>
                    <a:pt x="2174" y="1674"/>
                  </a:cubicBezTo>
                  <a:lnTo>
                    <a:pt x="2174" y="1674"/>
                  </a:lnTo>
                  <a:cubicBezTo>
                    <a:pt x="2174" y="1674"/>
                    <a:pt x="2175" y="1675"/>
                    <a:pt x="2175" y="1676"/>
                  </a:cubicBezTo>
                  <a:lnTo>
                    <a:pt x="2175" y="1676"/>
                  </a:lnTo>
                  <a:lnTo>
                    <a:pt x="2174" y="1675"/>
                  </a:lnTo>
                  <a:lnTo>
                    <a:pt x="2174" y="1675"/>
                  </a:lnTo>
                  <a:lnTo>
                    <a:pt x="2175" y="1677"/>
                  </a:lnTo>
                  <a:lnTo>
                    <a:pt x="2175" y="1677"/>
                  </a:lnTo>
                  <a:cubicBezTo>
                    <a:pt x="2175" y="1677"/>
                    <a:pt x="2175" y="1676"/>
                    <a:pt x="2175" y="1676"/>
                  </a:cubicBezTo>
                  <a:lnTo>
                    <a:pt x="2175" y="1676"/>
                  </a:lnTo>
                  <a:lnTo>
                    <a:pt x="2175" y="1676"/>
                  </a:lnTo>
                  <a:lnTo>
                    <a:pt x="2175" y="1675"/>
                  </a:lnTo>
                  <a:lnTo>
                    <a:pt x="2175" y="1675"/>
                  </a:lnTo>
                  <a:cubicBezTo>
                    <a:pt x="2176" y="1676"/>
                    <a:pt x="2177" y="1676"/>
                    <a:pt x="2178" y="1677"/>
                  </a:cubicBezTo>
                  <a:lnTo>
                    <a:pt x="2178" y="1677"/>
                  </a:lnTo>
                  <a:cubicBezTo>
                    <a:pt x="2178" y="1677"/>
                    <a:pt x="2178" y="1676"/>
                    <a:pt x="2178" y="1676"/>
                  </a:cubicBezTo>
                  <a:lnTo>
                    <a:pt x="2178" y="1676"/>
                  </a:lnTo>
                  <a:cubicBezTo>
                    <a:pt x="2179" y="1676"/>
                    <a:pt x="2180" y="1677"/>
                    <a:pt x="2181" y="1679"/>
                  </a:cubicBezTo>
                  <a:lnTo>
                    <a:pt x="2181" y="1679"/>
                  </a:lnTo>
                  <a:lnTo>
                    <a:pt x="2179" y="1678"/>
                  </a:lnTo>
                  <a:lnTo>
                    <a:pt x="2179" y="1678"/>
                  </a:lnTo>
                  <a:cubicBezTo>
                    <a:pt x="2180" y="1679"/>
                    <a:pt x="2181" y="1680"/>
                    <a:pt x="2182" y="1681"/>
                  </a:cubicBezTo>
                  <a:lnTo>
                    <a:pt x="2182" y="1681"/>
                  </a:lnTo>
                  <a:cubicBezTo>
                    <a:pt x="2182" y="1681"/>
                    <a:pt x="2182" y="1681"/>
                    <a:pt x="2182" y="1681"/>
                  </a:cubicBezTo>
                  <a:lnTo>
                    <a:pt x="2182" y="1681"/>
                  </a:lnTo>
                  <a:cubicBezTo>
                    <a:pt x="2181" y="1680"/>
                    <a:pt x="2180" y="1680"/>
                    <a:pt x="2179" y="1680"/>
                  </a:cubicBezTo>
                  <a:lnTo>
                    <a:pt x="2179" y="1680"/>
                  </a:lnTo>
                  <a:cubicBezTo>
                    <a:pt x="2179" y="1679"/>
                    <a:pt x="2179" y="1679"/>
                    <a:pt x="2179" y="1679"/>
                  </a:cubicBezTo>
                  <a:cubicBezTo>
                    <a:pt x="2179" y="1679"/>
                    <a:pt x="2179" y="1679"/>
                    <a:pt x="2179" y="1679"/>
                  </a:cubicBezTo>
                  <a:lnTo>
                    <a:pt x="2179" y="1679"/>
                  </a:lnTo>
                  <a:cubicBezTo>
                    <a:pt x="2179" y="1679"/>
                    <a:pt x="2179" y="1679"/>
                    <a:pt x="2179" y="1679"/>
                  </a:cubicBezTo>
                  <a:lnTo>
                    <a:pt x="2179" y="1679"/>
                  </a:lnTo>
                  <a:cubicBezTo>
                    <a:pt x="2179" y="1679"/>
                    <a:pt x="2179" y="1680"/>
                    <a:pt x="2179" y="1680"/>
                  </a:cubicBezTo>
                  <a:lnTo>
                    <a:pt x="2179" y="1680"/>
                  </a:lnTo>
                  <a:cubicBezTo>
                    <a:pt x="2179" y="1680"/>
                    <a:pt x="2179" y="1681"/>
                    <a:pt x="2179" y="1681"/>
                  </a:cubicBezTo>
                  <a:lnTo>
                    <a:pt x="2179" y="1681"/>
                  </a:lnTo>
                  <a:cubicBezTo>
                    <a:pt x="2179" y="1680"/>
                    <a:pt x="2179" y="1680"/>
                    <a:pt x="2178" y="1679"/>
                  </a:cubicBezTo>
                  <a:lnTo>
                    <a:pt x="2178" y="1679"/>
                  </a:lnTo>
                  <a:cubicBezTo>
                    <a:pt x="2178" y="1679"/>
                    <a:pt x="2178" y="1679"/>
                    <a:pt x="2179" y="1679"/>
                  </a:cubicBezTo>
                  <a:lnTo>
                    <a:pt x="2179" y="1679"/>
                  </a:lnTo>
                  <a:cubicBezTo>
                    <a:pt x="2178" y="1679"/>
                    <a:pt x="2178" y="1679"/>
                    <a:pt x="2178" y="1679"/>
                  </a:cubicBezTo>
                  <a:lnTo>
                    <a:pt x="2178" y="1679"/>
                  </a:lnTo>
                  <a:cubicBezTo>
                    <a:pt x="2178" y="1679"/>
                    <a:pt x="2178" y="1678"/>
                    <a:pt x="2178" y="1678"/>
                  </a:cubicBezTo>
                  <a:lnTo>
                    <a:pt x="2178" y="1678"/>
                  </a:lnTo>
                  <a:lnTo>
                    <a:pt x="2179" y="1678"/>
                  </a:lnTo>
                  <a:lnTo>
                    <a:pt x="2179" y="1678"/>
                  </a:lnTo>
                  <a:cubicBezTo>
                    <a:pt x="2179" y="1678"/>
                    <a:pt x="2178" y="1678"/>
                    <a:pt x="2178" y="1677"/>
                  </a:cubicBezTo>
                  <a:lnTo>
                    <a:pt x="2178" y="1677"/>
                  </a:lnTo>
                  <a:cubicBezTo>
                    <a:pt x="2178" y="1677"/>
                    <a:pt x="2178" y="1678"/>
                    <a:pt x="2178" y="1678"/>
                  </a:cubicBezTo>
                  <a:lnTo>
                    <a:pt x="2178" y="1678"/>
                  </a:lnTo>
                  <a:lnTo>
                    <a:pt x="2175" y="1676"/>
                  </a:lnTo>
                  <a:lnTo>
                    <a:pt x="2176" y="1678"/>
                  </a:lnTo>
                  <a:lnTo>
                    <a:pt x="2176" y="1678"/>
                  </a:lnTo>
                  <a:cubicBezTo>
                    <a:pt x="2175" y="1678"/>
                    <a:pt x="2175" y="1677"/>
                    <a:pt x="2175" y="1677"/>
                  </a:cubicBezTo>
                  <a:lnTo>
                    <a:pt x="2175" y="1677"/>
                  </a:lnTo>
                  <a:lnTo>
                    <a:pt x="2175" y="1677"/>
                  </a:lnTo>
                  <a:lnTo>
                    <a:pt x="2175" y="1677"/>
                  </a:lnTo>
                  <a:cubicBezTo>
                    <a:pt x="2175" y="1677"/>
                    <a:pt x="2175" y="1677"/>
                    <a:pt x="2175" y="1677"/>
                  </a:cubicBezTo>
                  <a:lnTo>
                    <a:pt x="2175" y="1677"/>
                  </a:lnTo>
                  <a:cubicBezTo>
                    <a:pt x="2175" y="1677"/>
                    <a:pt x="2175" y="1677"/>
                    <a:pt x="2174" y="1677"/>
                  </a:cubicBezTo>
                  <a:lnTo>
                    <a:pt x="2174" y="1677"/>
                  </a:lnTo>
                  <a:cubicBezTo>
                    <a:pt x="2175" y="1678"/>
                    <a:pt x="2175" y="1679"/>
                    <a:pt x="2176" y="1680"/>
                  </a:cubicBezTo>
                  <a:lnTo>
                    <a:pt x="2176" y="1680"/>
                  </a:lnTo>
                  <a:cubicBezTo>
                    <a:pt x="2174" y="1679"/>
                    <a:pt x="2173" y="1678"/>
                    <a:pt x="2171" y="1676"/>
                  </a:cubicBezTo>
                  <a:lnTo>
                    <a:pt x="2171" y="1676"/>
                  </a:lnTo>
                  <a:cubicBezTo>
                    <a:pt x="2171" y="1676"/>
                    <a:pt x="2171" y="1675"/>
                    <a:pt x="2171" y="1675"/>
                  </a:cubicBezTo>
                  <a:lnTo>
                    <a:pt x="2171" y="1675"/>
                  </a:lnTo>
                  <a:cubicBezTo>
                    <a:pt x="2172" y="1676"/>
                    <a:pt x="2173" y="1676"/>
                    <a:pt x="2174" y="1677"/>
                  </a:cubicBezTo>
                  <a:lnTo>
                    <a:pt x="2174" y="1677"/>
                  </a:lnTo>
                  <a:cubicBezTo>
                    <a:pt x="2174" y="1676"/>
                    <a:pt x="2173" y="1675"/>
                    <a:pt x="2173" y="1675"/>
                  </a:cubicBezTo>
                  <a:lnTo>
                    <a:pt x="2173" y="1675"/>
                  </a:lnTo>
                  <a:lnTo>
                    <a:pt x="2174" y="1675"/>
                  </a:lnTo>
                  <a:lnTo>
                    <a:pt x="2174" y="1675"/>
                  </a:lnTo>
                  <a:lnTo>
                    <a:pt x="2174" y="1673"/>
                  </a:lnTo>
                  <a:close/>
                  <a:moveTo>
                    <a:pt x="2171" y="1677"/>
                  </a:moveTo>
                  <a:lnTo>
                    <a:pt x="2176" y="1681"/>
                  </a:lnTo>
                  <a:lnTo>
                    <a:pt x="2176" y="1681"/>
                  </a:lnTo>
                  <a:cubicBezTo>
                    <a:pt x="2176" y="1681"/>
                    <a:pt x="2176" y="1681"/>
                    <a:pt x="2176" y="1681"/>
                  </a:cubicBezTo>
                  <a:lnTo>
                    <a:pt x="2176" y="1681"/>
                  </a:lnTo>
                  <a:lnTo>
                    <a:pt x="2176" y="1681"/>
                  </a:lnTo>
                  <a:lnTo>
                    <a:pt x="2176" y="1681"/>
                  </a:lnTo>
                  <a:cubicBezTo>
                    <a:pt x="2176" y="1681"/>
                    <a:pt x="2176" y="1681"/>
                    <a:pt x="2176" y="1682"/>
                  </a:cubicBezTo>
                  <a:lnTo>
                    <a:pt x="2176" y="1682"/>
                  </a:lnTo>
                  <a:cubicBezTo>
                    <a:pt x="2176" y="1682"/>
                    <a:pt x="2176" y="1682"/>
                    <a:pt x="2176" y="1681"/>
                  </a:cubicBezTo>
                  <a:lnTo>
                    <a:pt x="2176" y="1681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4" y="1681"/>
                    <a:pt x="2173" y="1680"/>
                    <a:pt x="2172" y="1679"/>
                  </a:cubicBezTo>
                  <a:lnTo>
                    <a:pt x="2172" y="1679"/>
                  </a:lnTo>
                  <a:cubicBezTo>
                    <a:pt x="2172" y="1678"/>
                    <a:pt x="2172" y="1678"/>
                    <a:pt x="2171" y="1677"/>
                  </a:cubicBezTo>
                  <a:close/>
                  <a:moveTo>
                    <a:pt x="2176" y="1678"/>
                  </a:moveTo>
                  <a:cubicBezTo>
                    <a:pt x="2176" y="1678"/>
                    <a:pt x="2177" y="1678"/>
                    <a:pt x="2177" y="1678"/>
                  </a:cubicBezTo>
                  <a:lnTo>
                    <a:pt x="2177" y="1678"/>
                  </a:lnTo>
                  <a:cubicBezTo>
                    <a:pt x="2177" y="1679"/>
                    <a:pt x="2178" y="1681"/>
                    <a:pt x="2179" y="1681"/>
                  </a:cubicBezTo>
                  <a:cubicBezTo>
                    <a:pt x="2179" y="1681"/>
                    <a:pt x="2179" y="1681"/>
                    <a:pt x="2179" y="1681"/>
                  </a:cubicBezTo>
                  <a:lnTo>
                    <a:pt x="2179" y="1681"/>
                  </a:lnTo>
                  <a:cubicBezTo>
                    <a:pt x="2179" y="1681"/>
                    <a:pt x="2179" y="1682"/>
                    <a:pt x="2179" y="1683"/>
                  </a:cubicBezTo>
                  <a:lnTo>
                    <a:pt x="2179" y="1683"/>
                  </a:lnTo>
                  <a:cubicBezTo>
                    <a:pt x="2178" y="1682"/>
                    <a:pt x="2177" y="1682"/>
                    <a:pt x="2177" y="1681"/>
                  </a:cubicBezTo>
                  <a:lnTo>
                    <a:pt x="2177" y="1681"/>
                  </a:lnTo>
                  <a:lnTo>
                    <a:pt x="2176" y="1679"/>
                  </a:lnTo>
                  <a:lnTo>
                    <a:pt x="2176" y="1678"/>
                  </a:lnTo>
                  <a:close/>
                  <a:moveTo>
                    <a:pt x="2177" y="1682"/>
                  </a:moveTo>
                  <a:lnTo>
                    <a:pt x="2177" y="1683"/>
                  </a:lnTo>
                  <a:lnTo>
                    <a:pt x="2177" y="1683"/>
                  </a:lnTo>
                  <a:cubicBezTo>
                    <a:pt x="2177" y="1683"/>
                    <a:pt x="2177" y="1683"/>
                    <a:pt x="2177" y="1683"/>
                  </a:cubicBezTo>
                  <a:lnTo>
                    <a:pt x="2177" y="1683"/>
                  </a:lnTo>
                  <a:cubicBezTo>
                    <a:pt x="2177" y="1682"/>
                    <a:pt x="2177" y="1682"/>
                    <a:pt x="2177" y="1682"/>
                  </a:cubicBezTo>
                  <a:close/>
                  <a:moveTo>
                    <a:pt x="2177" y="1682"/>
                  </a:moveTo>
                  <a:cubicBezTo>
                    <a:pt x="2177" y="1682"/>
                    <a:pt x="2178" y="1682"/>
                    <a:pt x="2179" y="1683"/>
                  </a:cubicBezTo>
                  <a:lnTo>
                    <a:pt x="2179" y="1683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lnTo>
                    <a:pt x="2177" y="1682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close/>
                  <a:moveTo>
                    <a:pt x="2179" y="1683"/>
                  </a:moveTo>
                  <a:lnTo>
                    <a:pt x="2179" y="1683"/>
                  </a:lnTo>
                  <a:lnTo>
                    <a:pt x="2179" y="1683"/>
                  </a:lnTo>
                  <a:cubicBezTo>
                    <a:pt x="2179" y="1683"/>
                    <a:pt x="2179" y="1683"/>
                    <a:pt x="2179" y="1683"/>
                  </a:cubicBezTo>
                  <a:lnTo>
                    <a:pt x="2179" y="1683"/>
                  </a:lnTo>
                  <a:cubicBezTo>
                    <a:pt x="2179" y="1683"/>
                    <a:pt x="2179" y="1683"/>
                    <a:pt x="2179" y="1683"/>
                  </a:cubicBezTo>
                  <a:close/>
                  <a:moveTo>
                    <a:pt x="2173" y="1680"/>
                  </a:moveTo>
                  <a:lnTo>
                    <a:pt x="2177" y="1684"/>
                  </a:lnTo>
                  <a:lnTo>
                    <a:pt x="2177" y="1684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2"/>
                    <a:pt x="2176" y="1682"/>
                    <a:pt x="2176" y="1682"/>
                  </a:cubicBezTo>
                  <a:lnTo>
                    <a:pt x="2176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3"/>
                    <a:pt x="2177" y="1684"/>
                    <a:pt x="2177" y="1684"/>
                  </a:cubicBezTo>
                  <a:lnTo>
                    <a:pt x="2177" y="1684"/>
                  </a:lnTo>
                  <a:lnTo>
                    <a:pt x="2177" y="1684"/>
                  </a:lnTo>
                  <a:lnTo>
                    <a:pt x="2177" y="1684"/>
                  </a:lnTo>
                  <a:lnTo>
                    <a:pt x="2177" y="1685"/>
                  </a:lnTo>
                  <a:lnTo>
                    <a:pt x="2177" y="1685"/>
                  </a:lnTo>
                  <a:cubicBezTo>
                    <a:pt x="2176" y="1683"/>
                    <a:pt x="2174" y="1682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close/>
                  <a:moveTo>
                    <a:pt x="2177" y="1683"/>
                  </a:moveTo>
                  <a:cubicBezTo>
                    <a:pt x="2178" y="1683"/>
                    <a:pt x="2178" y="1684"/>
                    <a:pt x="2179" y="1684"/>
                  </a:cubicBezTo>
                  <a:lnTo>
                    <a:pt x="2179" y="1684"/>
                  </a:lnTo>
                  <a:cubicBezTo>
                    <a:pt x="2179" y="1684"/>
                    <a:pt x="2179" y="1684"/>
                    <a:pt x="2179" y="1683"/>
                  </a:cubicBezTo>
                  <a:lnTo>
                    <a:pt x="2179" y="1683"/>
                  </a:lnTo>
                  <a:cubicBezTo>
                    <a:pt x="2179" y="1684"/>
                    <a:pt x="2180" y="1684"/>
                    <a:pt x="2180" y="1685"/>
                  </a:cubicBezTo>
                  <a:lnTo>
                    <a:pt x="2180" y="1685"/>
                  </a:lnTo>
                  <a:cubicBezTo>
                    <a:pt x="2180" y="1685"/>
                    <a:pt x="2179" y="1684"/>
                    <a:pt x="2179" y="1684"/>
                  </a:cubicBezTo>
                  <a:lnTo>
                    <a:pt x="2179" y="1684"/>
                  </a:lnTo>
                  <a:cubicBezTo>
                    <a:pt x="2179" y="1685"/>
                    <a:pt x="2179" y="1685"/>
                    <a:pt x="2179" y="1686"/>
                  </a:cubicBezTo>
                  <a:lnTo>
                    <a:pt x="2179" y="1686"/>
                  </a:lnTo>
                  <a:lnTo>
                    <a:pt x="2179" y="1686"/>
                  </a:lnTo>
                  <a:lnTo>
                    <a:pt x="2179" y="1686"/>
                  </a:lnTo>
                  <a:lnTo>
                    <a:pt x="2179" y="1687"/>
                  </a:ln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cubicBezTo>
                    <a:pt x="2179" y="1686"/>
                    <a:pt x="2179" y="1686"/>
                    <a:pt x="2178" y="1686"/>
                  </a:cubicBezTo>
                  <a:lnTo>
                    <a:pt x="2178" y="1686"/>
                  </a:lnTo>
                  <a:lnTo>
                    <a:pt x="2179" y="1686"/>
                  </a:lnTo>
                  <a:lnTo>
                    <a:pt x="2179" y="1686"/>
                  </a:lnTo>
                  <a:lnTo>
                    <a:pt x="2177" y="1683"/>
                  </a:lnTo>
                  <a:close/>
                  <a:moveTo>
                    <a:pt x="2074" y="1681"/>
                  </a:moveTo>
                  <a:lnTo>
                    <a:pt x="2074" y="1681"/>
                  </a:lnTo>
                  <a:cubicBezTo>
                    <a:pt x="2074" y="1681"/>
                    <a:pt x="2074" y="1681"/>
                    <a:pt x="2074" y="1681"/>
                  </a:cubicBezTo>
                  <a:lnTo>
                    <a:pt x="2074" y="1681"/>
                  </a:lnTo>
                  <a:cubicBezTo>
                    <a:pt x="2073" y="1683"/>
                    <a:pt x="2073" y="1685"/>
                    <a:pt x="2072" y="1687"/>
                  </a:cubicBezTo>
                  <a:lnTo>
                    <a:pt x="2072" y="1687"/>
                  </a:lnTo>
                  <a:cubicBezTo>
                    <a:pt x="2072" y="1687"/>
                    <a:pt x="2071" y="1687"/>
                    <a:pt x="2071" y="1687"/>
                  </a:cubicBezTo>
                  <a:lnTo>
                    <a:pt x="2071" y="1687"/>
                  </a:lnTo>
                  <a:cubicBezTo>
                    <a:pt x="2072" y="1684"/>
                    <a:pt x="2073" y="1682"/>
                    <a:pt x="2074" y="1681"/>
                  </a:cubicBezTo>
                  <a:close/>
                  <a:moveTo>
                    <a:pt x="2185" y="1689"/>
                  </a:moveTo>
                  <a:lnTo>
                    <a:pt x="2186" y="1689"/>
                  </a:lnTo>
                  <a:lnTo>
                    <a:pt x="2186" y="1689"/>
                  </a:lnTo>
                  <a:cubicBezTo>
                    <a:pt x="2185" y="1689"/>
                    <a:pt x="2185" y="1689"/>
                    <a:pt x="2185" y="1689"/>
                  </a:cubicBezTo>
                  <a:lnTo>
                    <a:pt x="2185" y="1689"/>
                  </a:lnTo>
                  <a:cubicBezTo>
                    <a:pt x="2185" y="1689"/>
                    <a:pt x="2185" y="1689"/>
                    <a:pt x="2185" y="1689"/>
                  </a:cubicBezTo>
                  <a:close/>
                  <a:moveTo>
                    <a:pt x="2244" y="1679"/>
                  </a:moveTo>
                  <a:lnTo>
                    <a:pt x="2244" y="1679"/>
                  </a:lnTo>
                  <a:cubicBezTo>
                    <a:pt x="2256" y="1683"/>
                    <a:pt x="2266" y="1687"/>
                    <a:pt x="2276" y="1691"/>
                  </a:cubicBezTo>
                  <a:lnTo>
                    <a:pt x="2276" y="1691"/>
                  </a:lnTo>
                  <a:lnTo>
                    <a:pt x="2244" y="1679"/>
                  </a:lnTo>
                  <a:close/>
                  <a:moveTo>
                    <a:pt x="2179" y="1686"/>
                  </a:moveTo>
                  <a:lnTo>
                    <a:pt x="2184" y="1691"/>
                  </a:lnTo>
                  <a:lnTo>
                    <a:pt x="2184" y="1691"/>
                  </a:lnTo>
                  <a:cubicBezTo>
                    <a:pt x="2185" y="1692"/>
                    <a:pt x="2186" y="1693"/>
                    <a:pt x="2186" y="1694"/>
                  </a:cubicBezTo>
                  <a:lnTo>
                    <a:pt x="2186" y="1694"/>
                  </a:lnTo>
                  <a:cubicBezTo>
                    <a:pt x="2184" y="1691"/>
                    <a:pt x="2181" y="1689"/>
                    <a:pt x="2179" y="1687"/>
                  </a:cubicBez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lnTo>
                    <a:pt x="2179" y="1687"/>
                  </a:ln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cubicBezTo>
                    <a:pt x="2179" y="1687"/>
                    <a:pt x="2179" y="1686"/>
                    <a:pt x="2179" y="1686"/>
                  </a:cubicBezTo>
                  <a:close/>
                  <a:moveTo>
                    <a:pt x="2173" y="1681"/>
                  </a:move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cubicBezTo>
                    <a:pt x="2177" y="1685"/>
                    <a:pt x="2177" y="1685"/>
                    <a:pt x="2177" y="1685"/>
                  </a:cubicBezTo>
                  <a:lnTo>
                    <a:pt x="2177" y="1685"/>
                  </a:lnTo>
                  <a:cubicBezTo>
                    <a:pt x="2177" y="1685"/>
                    <a:pt x="2177" y="1685"/>
                    <a:pt x="2177" y="1684"/>
                  </a:cubicBezTo>
                  <a:lnTo>
                    <a:pt x="2177" y="1684"/>
                  </a:lnTo>
                  <a:lnTo>
                    <a:pt x="2178" y="1686"/>
                  </a:lnTo>
                  <a:lnTo>
                    <a:pt x="2178" y="1686"/>
                  </a:lnTo>
                  <a:cubicBezTo>
                    <a:pt x="2179" y="1686"/>
                    <a:pt x="2179" y="1686"/>
                    <a:pt x="2179" y="1687"/>
                  </a:cubicBezTo>
                  <a:lnTo>
                    <a:pt x="2179" y="1687"/>
                  </a:lnTo>
                  <a:cubicBezTo>
                    <a:pt x="2178" y="1686"/>
                    <a:pt x="2178" y="1686"/>
                    <a:pt x="2177" y="1685"/>
                  </a:cubicBezTo>
                  <a:lnTo>
                    <a:pt x="2177" y="1685"/>
                  </a:lnTo>
                  <a:cubicBezTo>
                    <a:pt x="2177" y="1685"/>
                    <a:pt x="2177" y="1685"/>
                    <a:pt x="2177" y="1685"/>
                  </a:cubicBez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lnTo>
                    <a:pt x="2179" y="1693"/>
                  </a:lnTo>
                  <a:lnTo>
                    <a:pt x="2179" y="1693"/>
                  </a:lnTo>
                  <a:cubicBezTo>
                    <a:pt x="2179" y="1693"/>
                    <a:pt x="2179" y="1691"/>
                    <a:pt x="2177" y="1685"/>
                  </a:cubicBezTo>
                  <a:lnTo>
                    <a:pt x="2177" y="1685"/>
                  </a:lnTo>
                  <a:lnTo>
                    <a:pt x="2179" y="1687"/>
                  </a:lnTo>
                  <a:lnTo>
                    <a:pt x="2182" y="1694"/>
                  </a:lnTo>
                  <a:lnTo>
                    <a:pt x="2182" y="1694"/>
                  </a:lnTo>
                  <a:cubicBezTo>
                    <a:pt x="2183" y="1693"/>
                    <a:pt x="2183" y="1691"/>
                    <a:pt x="2179" y="1687"/>
                  </a:cubicBezTo>
                  <a:lnTo>
                    <a:pt x="2179" y="1687"/>
                  </a:lnTo>
                  <a:lnTo>
                    <a:pt x="2187" y="1695"/>
                  </a:lnTo>
                  <a:cubicBezTo>
                    <a:pt x="2186" y="1694"/>
                    <a:pt x="2185" y="1693"/>
                    <a:pt x="2184" y="1693"/>
                  </a:cubicBezTo>
                  <a:lnTo>
                    <a:pt x="2184" y="1693"/>
                  </a:lnTo>
                  <a:cubicBezTo>
                    <a:pt x="2182" y="1693"/>
                    <a:pt x="2187" y="1703"/>
                    <a:pt x="2187" y="1703"/>
                  </a:cubicBezTo>
                  <a:lnTo>
                    <a:pt x="2182" y="1694"/>
                  </a:lnTo>
                  <a:lnTo>
                    <a:pt x="2182" y="1694"/>
                  </a:lnTo>
                  <a:cubicBezTo>
                    <a:pt x="2182" y="1695"/>
                    <a:pt x="2179" y="1695"/>
                    <a:pt x="2179" y="1695"/>
                  </a:cubicBezTo>
                  <a:lnTo>
                    <a:pt x="2179" y="1693"/>
                  </a:lnTo>
                  <a:lnTo>
                    <a:pt x="2179" y="1693"/>
                  </a:lnTo>
                  <a:cubicBezTo>
                    <a:pt x="2179" y="1693"/>
                    <a:pt x="2179" y="1693"/>
                    <a:pt x="2179" y="1693"/>
                  </a:cubicBezTo>
                  <a:cubicBezTo>
                    <a:pt x="2178" y="1693"/>
                    <a:pt x="2176" y="1689"/>
                    <a:pt x="2173" y="1681"/>
                  </a:cubicBezTo>
                  <a:close/>
                  <a:moveTo>
                    <a:pt x="2171" y="1655"/>
                  </a:moveTo>
                  <a:lnTo>
                    <a:pt x="2244" y="1687"/>
                  </a:lnTo>
                  <a:cubicBezTo>
                    <a:pt x="2295" y="1708"/>
                    <a:pt x="2313" y="1715"/>
                    <a:pt x="2312" y="1715"/>
                  </a:cubicBezTo>
                  <a:cubicBezTo>
                    <a:pt x="2311" y="1715"/>
                    <a:pt x="2273" y="1701"/>
                    <a:pt x="2236" y="1687"/>
                  </a:cubicBezTo>
                  <a:lnTo>
                    <a:pt x="2236" y="1687"/>
                  </a:lnTo>
                  <a:cubicBezTo>
                    <a:pt x="2236" y="1687"/>
                    <a:pt x="2236" y="1687"/>
                    <a:pt x="2236" y="1687"/>
                  </a:cubicBezTo>
                  <a:cubicBezTo>
                    <a:pt x="2206" y="1676"/>
                    <a:pt x="2190" y="1670"/>
                    <a:pt x="2187" y="1670"/>
                  </a:cubicBezTo>
                  <a:lnTo>
                    <a:pt x="2187" y="1670"/>
                  </a:lnTo>
                  <a:cubicBezTo>
                    <a:pt x="2187" y="1670"/>
                    <a:pt x="2187" y="1670"/>
                    <a:pt x="2188" y="1671"/>
                  </a:cubicBezTo>
                  <a:lnTo>
                    <a:pt x="2188" y="1671"/>
                  </a:lnTo>
                  <a:cubicBezTo>
                    <a:pt x="2183" y="1668"/>
                    <a:pt x="2177" y="1665"/>
                    <a:pt x="2173" y="1662"/>
                  </a:cubicBezTo>
                  <a:lnTo>
                    <a:pt x="2173" y="1662"/>
                  </a:lnTo>
                  <a:lnTo>
                    <a:pt x="2171" y="1655"/>
                  </a:lnTo>
                  <a:close/>
                  <a:moveTo>
                    <a:pt x="2309" y="1703"/>
                  </a:moveTo>
                  <a:lnTo>
                    <a:pt x="2309" y="1703"/>
                  </a:lnTo>
                  <a:cubicBezTo>
                    <a:pt x="2321" y="1707"/>
                    <a:pt x="2331" y="1711"/>
                    <a:pt x="2341" y="1715"/>
                  </a:cubicBezTo>
                  <a:lnTo>
                    <a:pt x="2341" y="1715"/>
                  </a:lnTo>
                  <a:lnTo>
                    <a:pt x="2309" y="1703"/>
                  </a:lnTo>
                  <a:close/>
                  <a:moveTo>
                    <a:pt x="2678" y="1706"/>
                  </a:moveTo>
                  <a:cubicBezTo>
                    <a:pt x="2685" y="1706"/>
                    <a:pt x="2701" y="1710"/>
                    <a:pt x="2739" y="1719"/>
                  </a:cubicBezTo>
                  <a:lnTo>
                    <a:pt x="2674" y="1711"/>
                  </a:lnTo>
                  <a:cubicBezTo>
                    <a:pt x="2674" y="1708"/>
                    <a:pt x="2674" y="1706"/>
                    <a:pt x="2678" y="1706"/>
                  </a:cubicBezTo>
                  <a:close/>
                  <a:moveTo>
                    <a:pt x="2066" y="1703"/>
                  </a:moveTo>
                  <a:cubicBezTo>
                    <a:pt x="2063" y="1711"/>
                    <a:pt x="2061" y="1718"/>
                    <a:pt x="2058" y="1724"/>
                  </a:cubicBezTo>
                  <a:lnTo>
                    <a:pt x="2058" y="1724"/>
                  </a:lnTo>
                  <a:cubicBezTo>
                    <a:pt x="2060" y="1717"/>
                    <a:pt x="2063" y="1710"/>
                    <a:pt x="2066" y="1703"/>
                  </a:cubicBezTo>
                  <a:close/>
                  <a:moveTo>
                    <a:pt x="2130" y="1671"/>
                  </a:moveTo>
                  <a:cubicBezTo>
                    <a:pt x="2135" y="1707"/>
                    <a:pt x="2135" y="1726"/>
                    <a:pt x="2134" y="1726"/>
                  </a:cubicBezTo>
                  <a:cubicBezTo>
                    <a:pt x="2132" y="1726"/>
                    <a:pt x="2130" y="1707"/>
                    <a:pt x="2130" y="1671"/>
                  </a:cubicBezTo>
                  <a:close/>
                  <a:moveTo>
                    <a:pt x="2166" y="1674"/>
                  </a:moveTo>
                  <a:lnTo>
                    <a:pt x="2168" y="1676"/>
                  </a:lnTo>
                  <a:lnTo>
                    <a:pt x="2168" y="1676"/>
                  </a:lnTo>
                  <a:cubicBezTo>
                    <a:pt x="2169" y="1680"/>
                    <a:pt x="2170" y="1683"/>
                    <a:pt x="2171" y="1687"/>
                  </a:cubicBezTo>
                  <a:cubicBezTo>
                    <a:pt x="2171" y="1687"/>
                    <a:pt x="2171" y="1687"/>
                    <a:pt x="2171" y="1687"/>
                  </a:cubicBezTo>
                  <a:lnTo>
                    <a:pt x="2171" y="1687"/>
                  </a:lnTo>
                  <a:cubicBezTo>
                    <a:pt x="2178" y="1713"/>
                    <a:pt x="2180" y="1729"/>
                    <a:pt x="2179" y="1729"/>
                  </a:cubicBezTo>
                  <a:cubicBezTo>
                    <a:pt x="2178" y="1729"/>
                    <a:pt x="2174" y="1712"/>
                    <a:pt x="2166" y="1674"/>
                  </a:cubicBezTo>
                  <a:close/>
                  <a:moveTo>
                    <a:pt x="2072" y="1679"/>
                  </a:moveTo>
                  <a:cubicBezTo>
                    <a:pt x="2071" y="1680"/>
                    <a:pt x="2071" y="1681"/>
                    <a:pt x="2071" y="1681"/>
                  </a:cubicBezTo>
                  <a:cubicBezTo>
                    <a:pt x="2072" y="1681"/>
                    <a:pt x="2072" y="1680"/>
                    <a:pt x="2073" y="1680"/>
                  </a:cubicBezTo>
                  <a:lnTo>
                    <a:pt x="2073" y="1680"/>
                  </a:lnTo>
                  <a:cubicBezTo>
                    <a:pt x="2072" y="1681"/>
                    <a:pt x="2071" y="1684"/>
                    <a:pt x="2070" y="1687"/>
                  </a:cubicBezTo>
                  <a:lnTo>
                    <a:pt x="2070" y="1687"/>
                  </a:lnTo>
                  <a:cubicBezTo>
                    <a:pt x="2071" y="1684"/>
                    <a:pt x="2073" y="1682"/>
                    <a:pt x="2074" y="1680"/>
                  </a:cubicBezTo>
                  <a:lnTo>
                    <a:pt x="2074" y="1680"/>
                  </a:lnTo>
                  <a:cubicBezTo>
                    <a:pt x="2073" y="1682"/>
                    <a:pt x="2072" y="1684"/>
                    <a:pt x="2071" y="1687"/>
                  </a:cubicBezTo>
                  <a:lnTo>
                    <a:pt x="2070" y="1687"/>
                  </a:lnTo>
                  <a:cubicBezTo>
                    <a:pt x="2069" y="1688"/>
                    <a:pt x="2069" y="1688"/>
                    <a:pt x="2069" y="1689"/>
                  </a:cubicBezTo>
                  <a:lnTo>
                    <a:pt x="2069" y="1689"/>
                  </a:lnTo>
                  <a:cubicBezTo>
                    <a:pt x="2069" y="1689"/>
                    <a:pt x="2069" y="1689"/>
                    <a:pt x="2069" y="1689"/>
                  </a:cubicBezTo>
                  <a:lnTo>
                    <a:pt x="2069" y="1689"/>
                  </a:lnTo>
                  <a:cubicBezTo>
                    <a:pt x="2069" y="1688"/>
                    <a:pt x="2069" y="1688"/>
                    <a:pt x="2070" y="1687"/>
                  </a:cubicBezTo>
                  <a:lnTo>
                    <a:pt x="2066" y="1687"/>
                  </a:lnTo>
                  <a:cubicBezTo>
                    <a:pt x="2064" y="1690"/>
                    <a:pt x="2063" y="1692"/>
                    <a:pt x="2062" y="1694"/>
                  </a:cubicBezTo>
                  <a:lnTo>
                    <a:pt x="2062" y="1694"/>
                  </a:lnTo>
                  <a:cubicBezTo>
                    <a:pt x="2061" y="1695"/>
                    <a:pt x="2061" y="1695"/>
                    <a:pt x="2060" y="1696"/>
                  </a:cubicBezTo>
                  <a:lnTo>
                    <a:pt x="2060" y="1696"/>
                  </a:lnTo>
                  <a:cubicBezTo>
                    <a:pt x="2062" y="1693"/>
                    <a:pt x="2064" y="1690"/>
                    <a:pt x="2065" y="1687"/>
                  </a:cubicBezTo>
                  <a:lnTo>
                    <a:pt x="2065" y="1687"/>
                  </a:lnTo>
                  <a:cubicBezTo>
                    <a:pt x="2064" y="1690"/>
                    <a:pt x="2062" y="1693"/>
                    <a:pt x="2060" y="1696"/>
                  </a:cubicBezTo>
                  <a:lnTo>
                    <a:pt x="2060" y="1696"/>
                  </a:lnTo>
                  <a:cubicBezTo>
                    <a:pt x="2023" y="1724"/>
                    <a:pt x="2004" y="1739"/>
                    <a:pt x="2003" y="1739"/>
                  </a:cubicBezTo>
                  <a:cubicBezTo>
                    <a:pt x="2002" y="1739"/>
                    <a:pt x="2025" y="1719"/>
                    <a:pt x="2072" y="1679"/>
                  </a:cubicBezTo>
                  <a:close/>
                  <a:moveTo>
                    <a:pt x="2121" y="1643"/>
                  </a:moveTo>
                  <a:cubicBezTo>
                    <a:pt x="2121" y="1643"/>
                    <a:pt x="2122" y="1644"/>
                    <a:pt x="2122" y="1644"/>
                  </a:cubicBezTo>
                  <a:lnTo>
                    <a:pt x="2122" y="1644"/>
                  </a:lnTo>
                  <a:lnTo>
                    <a:pt x="2106" y="1655"/>
                  </a:lnTo>
                  <a:cubicBezTo>
                    <a:pt x="2113" y="1651"/>
                    <a:pt x="2118" y="1648"/>
                    <a:pt x="2123" y="1644"/>
                  </a:cubicBezTo>
                  <a:lnTo>
                    <a:pt x="2123" y="1644"/>
                  </a:lnTo>
                  <a:cubicBezTo>
                    <a:pt x="2126" y="1646"/>
                    <a:pt x="2128" y="1647"/>
                    <a:pt x="2131" y="1649"/>
                  </a:cubicBezTo>
                  <a:lnTo>
                    <a:pt x="2131" y="1649"/>
                  </a:lnTo>
                  <a:cubicBezTo>
                    <a:pt x="2130" y="1656"/>
                    <a:pt x="2130" y="1663"/>
                    <a:pt x="2130" y="1671"/>
                  </a:cubicBezTo>
                  <a:cubicBezTo>
                    <a:pt x="2130" y="1695"/>
                    <a:pt x="2130" y="1719"/>
                    <a:pt x="2122" y="1744"/>
                  </a:cubicBezTo>
                  <a:cubicBezTo>
                    <a:pt x="2122" y="1716"/>
                    <a:pt x="2122" y="1690"/>
                    <a:pt x="2122" y="1671"/>
                  </a:cubicBezTo>
                  <a:cubicBezTo>
                    <a:pt x="2122" y="1736"/>
                    <a:pt x="2122" y="1736"/>
                    <a:pt x="2114" y="1736"/>
                  </a:cubicBezTo>
                  <a:cubicBezTo>
                    <a:pt x="2110" y="1694"/>
                    <a:pt x="2100" y="1671"/>
                    <a:pt x="2090" y="1671"/>
                  </a:cubicBezTo>
                  <a:cubicBezTo>
                    <a:pt x="2090" y="1671"/>
                    <a:pt x="2090" y="1671"/>
                    <a:pt x="2090" y="1671"/>
                  </a:cubicBezTo>
                  <a:lnTo>
                    <a:pt x="2090" y="1671"/>
                  </a:lnTo>
                  <a:cubicBezTo>
                    <a:pt x="2097" y="1664"/>
                    <a:pt x="2099" y="1661"/>
                    <a:pt x="2098" y="1661"/>
                  </a:cubicBezTo>
                  <a:lnTo>
                    <a:pt x="2098" y="1661"/>
                  </a:lnTo>
                  <a:cubicBezTo>
                    <a:pt x="2096" y="1661"/>
                    <a:pt x="2077" y="1678"/>
                    <a:pt x="2082" y="1679"/>
                  </a:cubicBezTo>
                  <a:lnTo>
                    <a:pt x="2082" y="1679"/>
                  </a:lnTo>
                  <a:cubicBezTo>
                    <a:pt x="2084" y="1674"/>
                    <a:pt x="2087" y="1671"/>
                    <a:pt x="2090" y="1671"/>
                  </a:cubicBezTo>
                  <a:lnTo>
                    <a:pt x="2090" y="1671"/>
                  </a:lnTo>
                  <a:cubicBezTo>
                    <a:pt x="2088" y="1673"/>
                    <a:pt x="2085" y="1676"/>
                    <a:pt x="2082" y="1679"/>
                  </a:cubicBezTo>
                  <a:cubicBezTo>
                    <a:pt x="2082" y="1679"/>
                    <a:pt x="2082" y="1679"/>
                    <a:pt x="2081" y="1679"/>
                  </a:cubicBezTo>
                  <a:lnTo>
                    <a:pt x="2081" y="1679"/>
                  </a:lnTo>
                  <a:cubicBezTo>
                    <a:pt x="2082" y="1679"/>
                    <a:pt x="2082" y="1679"/>
                    <a:pt x="2082" y="1679"/>
                  </a:cubicBezTo>
                  <a:lnTo>
                    <a:pt x="2082" y="1679"/>
                  </a:lnTo>
                  <a:cubicBezTo>
                    <a:pt x="2078" y="1679"/>
                    <a:pt x="2076" y="1681"/>
                    <a:pt x="2074" y="1683"/>
                  </a:cubicBezTo>
                  <a:lnTo>
                    <a:pt x="2074" y="1683"/>
                  </a:lnTo>
                  <a:cubicBezTo>
                    <a:pt x="2075" y="1680"/>
                    <a:pt x="2076" y="1677"/>
                    <a:pt x="2078" y="1674"/>
                  </a:cubicBezTo>
                  <a:lnTo>
                    <a:pt x="2078" y="1674"/>
                  </a:lnTo>
                  <a:cubicBezTo>
                    <a:pt x="2079" y="1673"/>
                    <a:pt x="2080" y="1672"/>
                    <a:pt x="2082" y="1671"/>
                  </a:cubicBezTo>
                  <a:lnTo>
                    <a:pt x="2114" y="1646"/>
                  </a:lnTo>
                  <a:lnTo>
                    <a:pt x="2121" y="1643"/>
                  </a:lnTo>
                  <a:close/>
                  <a:moveTo>
                    <a:pt x="1550" y="1722"/>
                  </a:moveTo>
                  <a:cubicBezTo>
                    <a:pt x="1555" y="1722"/>
                    <a:pt x="1555" y="1724"/>
                    <a:pt x="1555" y="1728"/>
                  </a:cubicBezTo>
                  <a:cubicBezTo>
                    <a:pt x="1530" y="1736"/>
                    <a:pt x="1514" y="1744"/>
                    <a:pt x="1490" y="1744"/>
                  </a:cubicBezTo>
                  <a:cubicBezTo>
                    <a:pt x="1474" y="1748"/>
                    <a:pt x="1466" y="1749"/>
                    <a:pt x="1463" y="1749"/>
                  </a:cubicBezTo>
                  <a:cubicBezTo>
                    <a:pt x="1453" y="1749"/>
                    <a:pt x="1490" y="1736"/>
                    <a:pt x="1490" y="1736"/>
                  </a:cubicBezTo>
                  <a:cubicBezTo>
                    <a:pt x="1528" y="1726"/>
                    <a:pt x="1544" y="1722"/>
                    <a:pt x="1550" y="1722"/>
                  </a:cubicBezTo>
                  <a:close/>
                  <a:moveTo>
                    <a:pt x="2177" y="1674"/>
                  </a:moveTo>
                  <a:cubicBezTo>
                    <a:pt x="2230" y="1704"/>
                    <a:pt x="2256" y="1719"/>
                    <a:pt x="2255" y="1719"/>
                  </a:cubicBezTo>
                  <a:lnTo>
                    <a:pt x="2255" y="1719"/>
                  </a:lnTo>
                  <a:cubicBezTo>
                    <a:pt x="2254" y="1719"/>
                    <a:pt x="2234" y="1709"/>
                    <a:pt x="2193" y="1687"/>
                  </a:cubicBezTo>
                  <a:lnTo>
                    <a:pt x="2193" y="1687"/>
                  </a:lnTo>
                  <a:lnTo>
                    <a:pt x="2220" y="1703"/>
                  </a:lnTo>
                  <a:cubicBezTo>
                    <a:pt x="2213" y="1701"/>
                    <a:pt x="2207" y="1698"/>
                    <a:pt x="2202" y="1695"/>
                  </a:cubicBezTo>
                  <a:lnTo>
                    <a:pt x="2202" y="1695"/>
                  </a:lnTo>
                  <a:lnTo>
                    <a:pt x="2212" y="1703"/>
                  </a:lnTo>
                  <a:cubicBezTo>
                    <a:pt x="2257" y="1735"/>
                    <a:pt x="2274" y="1750"/>
                    <a:pt x="2271" y="1750"/>
                  </a:cubicBezTo>
                  <a:cubicBezTo>
                    <a:pt x="2268" y="1750"/>
                    <a:pt x="2233" y="1726"/>
                    <a:pt x="2184" y="1687"/>
                  </a:cubicBezTo>
                  <a:lnTo>
                    <a:pt x="2184" y="1687"/>
                  </a:lnTo>
                  <a:cubicBezTo>
                    <a:pt x="2183" y="1684"/>
                    <a:pt x="2183" y="1682"/>
                    <a:pt x="2182" y="1681"/>
                  </a:cubicBezTo>
                  <a:lnTo>
                    <a:pt x="2182" y="1681"/>
                  </a:lnTo>
                  <a:cubicBezTo>
                    <a:pt x="2182" y="1681"/>
                    <a:pt x="2182" y="1681"/>
                    <a:pt x="2182" y="1681"/>
                  </a:cubicBezTo>
                  <a:lnTo>
                    <a:pt x="2182" y="1681"/>
                  </a:lnTo>
                  <a:cubicBezTo>
                    <a:pt x="2188" y="1686"/>
                    <a:pt x="2195" y="1691"/>
                    <a:pt x="2202" y="1695"/>
                  </a:cubicBezTo>
                  <a:lnTo>
                    <a:pt x="2202" y="1695"/>
                  </a:lnTo>
                  <a:lnTo>
                    <a:pt x="2190" y="1685"/>
                  </a:lnTo>
                  <a:lnTo>
                    <a:pt x="2190" y="1685"/>
                  </a:lnTo>
                  <a:cubicBezTo>
                    <a:pt x="2191" y="1686"/>
                    <a:pt x="2192" y="1686"/>
                    <a:pt x="2193" y="1687"/>
                  </a:cubicBezTo>
                  <a:lnTo>
                    <a:pt x="2193" y="1687"/>
                  </a:lnTo>
                  <a:lnTo>
                    <a:pt x="2189" y="1684"/>
                  </a:lnTo>
                  <a:lnTo>
                    <a:pt x="2177" y="1675"/>
                  </a:lnTo>
                  <a:lnTo>
                    <a:pt x="2177" y="1675"/>
                  </a:lnTo>
                  <a:cubicBezTo>
                    <a:pt x="2177" y="1675"/>
                    <a:pt x="2177" y="1674"/>
                    <a:pt x="2177" y="1674"/>
                  </a:cubicBezTo>
                  <a:close/>
                  <a:moveTo>
                    <a:pt x="2225" y="1730"/>
                  </a:moveTo>
                  <a:lnTo>
                    <a:pt x="2225" y="1730"/>
                  </a:lnTo>
                  <a:cubicBezTo>
                    <a:pt x="2250" y="1752"/>
                    <a:pt x="2260" y="1761"/>
                    <a:pt x="2260" y="1761"/>
                  </a:cubicBezTo>
                  <a:cubicBezTo>
                    <a:pt x="2260" y="1761"/>
                    <a:pt x="2246" y="1749"/>
                    <a:pt x="2225" y="1730"/>
                  </a:cubicBezTo>
                  <a:close/>
                  <a:moveTo>
                    <a:pt x="2220" y="1703"/>
                  </a:moveTo>
                  <a:cubicBezTo>
                    <a:pt x="2288" y="1747"/>
                    <a:pt x="2315" y="1765"/>
                    <a:pt x="2314" y="1765"/>
                  </a:cubicBezTo>
                  <a:cubicBezTo>
                    <a:pt x="2313" y="1765"/>
                    <a:pt x="2299" y="1757"/>
                    <a:pt x="2276" y="1744"/>
                  </a:cubicBezTo>
                  <a:lnTo>
                    <a:pt x="2220" y="1703"/>
                  </a:lnTo>
                  <a:close/>
                  <a:moveTo>
                    <a:pt x="2613" y="1727"/>
                  </a:moveTo>
                  <a:cubicBezTo>
                    <a:pt x="2620" y="1727"/>
                    <a:pt x="2638" y="1729"/>
                    <a:pt x="2666" y="1736"/>
                  </a:cubicBezTo>
                  <a:cubicBezTo>
                    <a:pt x="2730" y="1752"/>
                    <a:pt x="2730" y="1752"/>
                    <a:pt x="2730" y="1760"/>
                  </a:cubicBezTo>
                  <a:cubicBezTo>
                    <a:pt x="2727" y="1763"/>
                    <a:pt x="2726" y="1765"/>
                    <a:pt x="2721" y="1765"/>
                  </a:cubicBezTo>
                  <a:cubicBezTo>
                    <a:pt x="2714" y="1765"/>
                    <a:pt x="2699" y="1759"/>
                    <a:pt x="2657" y="1744"/>
                  </a:cubicBezTo>
                  <a:cubicBezTo>
                    <a:pt x="2617" y="1734"/>
                    <a:pt x="2602" y="1727"/>
                    <a:pt x="2613" y="1727"/>
                  </a:cubicBezTo>
                  <a:close/>
                  <a:moveTo>
                    <a:pt x="2049" y="1717"/>
                  </a:moveTo>
                  <a:cubicBezTo>
                    <a:pt x="2028" y="1756"/>
                    <a:pt x="2015" y="1775"/>
                    <a:pt x="2014" y="1775"/>
                  </a:cubicBezTo>
                  <a:cubicBezTo>
                    <a:pt x="2013" y="1775"/>
                    <a:pt x="2019" y="1762"/>
                    <a:pt x="2034" y="1738"/>
                  </a:cubicBezTo>
                  <a:lnTo>
                    <a:pt x="2034" y="1738"/>
                  </a:lnTo>
                  <a:cubicBezTo>
                    <a:pt x="2038" y="1732"/>
                    <a:pt x="2044" y="1725"/>
                    <a:pt x="2049" y="1717"/>
                  </a:cubicBezTo>
                  <a:close/>
                  <a:moveTo>
                    <a:pt x="2917" y="1774"/>
                  </a:moveTo>
                  <a:cubicBezTo>
                    <a:pt x="2937" y="1779"/>
                    <a:pt x="2965" y="1785"/>
                    <a:pt x="3006" y="1792"/>
                  </a:cubicBezTo>
                  <a:cubicBezTo>
                    <a:pt x="3010" y="1793"/>
                    <a:pt x="3013" y="1793"/>
                    <a:pt x="3016" y="1794"/>
                  </a:cubicBezTo>
                  <a:lnTo>
                    <a:pt x="3016" y="1794"/>
                  </a:lnTo>
                  <a:cubicBezTo>
                    <a:pt x="2999" y="1790"/>
                    <a:pt x="2974" y="1784"/>
                    <a:pt x="2941" y="1776"/>
                  </a:cubicBezTo>
                  <a:cubicBezTo>
                    <a:pt x="2932" y="1775"/>
                    <a:pt x="2925" y="1775"/>
                    <a:pt x="2917" y="1774"/>
                  </a:cubicBezTo>
                  <a:close/>
                  <a:moveTo>
                    <a:pt x="2186" y="1693"/>
                  </a:moveTo>
                  <a:lnTo>
                    <a:pt x="2216" y="1719"/>
                  </a:lnTo>
                  <a:lnTo>
                    <a:pt x="2216" y="1719"/>
                  </a:lnTo>
                  <a:cubicBezTo>
                    <a:pt x="2211" y="1715"/>
                    <a:pt x="2207" y="1710"/>
                    <a:pt x="2205" y="1705"/>
                  </a:cubicBezTo>
                  <a:lnTo>
                    <a:pt x="2205" y="1705"/>
                  </a:lnTo>
                  <a:lnTo>
                    <a:pt x="2212" y="1711"/>
                  </a:lnTo>
                  <a:cubicBezTo>
                    <a:pt x="2277" y="1762"/>
                    <a:pt x="2321" y="1800"/>
                    <a:pt x="2319" y="1800"/>
                  </a:cubicBezTo>
                  <a:cubicBezTo>
                    <a:pt x="2318" y="1800"/>
                    <a:pt x="2300" y="1786"/>
                    <a:pt x="2260" y="1752"/>
                  </a:cubicBezTo>
                  <a:lnTo>
                    <a:pt x="2221" y="1724"/>
                  </a:lnTo>
                  <a:lnTo>
                    <a:pt x="2221" y="1724"/>
                  </a:lnTo>
                  <a:lnTo>
                    <a:pt x="2234" y="1736"/>
                  </a:lnTo>
                  <a:lnTo>
                    <a:pt x="2234" y="1736"/>
                  </a:lnTo>
                  <a:cubicBezTo>
                    <a:pt x="2229" y="1731"/>
                    <a:pt x="2224" y="1727"/>
                    <a:pt x="2220" y="1723"/>
                  </a:cubicBezTo>
                  <a:lnTo>
                    <a:pt x="2220" y="1723"/>
                  </a:lnTo>
                  <a:lnTo>
                    <a:pt x="2221" y="1724"/>
                  </a:lnTo>
                  <a:lnTo>
                    <a:pt x="2221" y="1724"/>
                  </a:lnTo>
                  <a:lnTo>
                    <a:pt x="2216" y="1719"/>
                  </a:lnTo>
                  <a:lnTo>
                    <a:pt x="2216" y="1719"/>
                  </a:lnTo>
                  <a:cubicBezTo>
                    <a:pt x="2217" y="1721"/>
                    <a:pt x="2218" y="1722"/>
                    <a:pt x="2220" y="1723"/>
                  </a:cubicBezTo>
                  <a:lnTo>
                    <a:pt x="2220" y="1723"/>
                  </a:lnTo>
                  <a:lnTo>
                    <a:pt x="2210" y="1716"/>
                  </a:lnTo>
                  <a:lnTo>
                    <a:pt x="2210" y="1716"/>
                  </a:lnTo>
                  <a:cubicBezTo>
                    <a:pt x="2203" y="1709"/>
                    <a:pt x="2195" y="1702"/>
                    <a:pt x="2187" y="1694"/>
                  </a:cubicBezTo>
                  <a:lnTo>
                    <a:pt x="2187" y="1694"/>
                  </a:lnTo>
                  <a:cubicBezTo>
                    <a:pt x="2187" y="1694"/>
                    <a:pt x="2187" y="1693"/>
                    <a:pt x="2186" y="1693"/>
                  </a:cubicBezTo>
                  <a:close/>
                  <a:moveTo>
                    <a:pt x="3016" y="1794"/>
                  </a:moveTo>
                  <a:cubicBezTo>
                    <a:pt x="3036" y="1798"/>
                    <a:pt x="3047" y="1800"/>
                    <a:pt x="3048" y="1800"/>
                  </a:cubicBezTo>
                  <a:cubicBezTo>
                    <a:pt x="3051" y="1800"/>
                    <a:pt x="3039" y="1797"/>
                    <a:pt x="3016" y="1794"/>
                  </a:cubicBezTo>
                  <a:close/>
                  <a:moveTo>
                    <a:pt x="1735" y="1750"/>
                  </a:moveTo>
                  <a:cubicBezTo>
                    <a:pt x="1740" y="1750"/>
                    <a:pt x="1710" y="1762"/>
                    <a:pt x="1628" y="1792"/>
                  </a:cubicBezTo>
                  <a:cubicBezTo>
                    <a:pt x="1563" y="1809"/>
                    <a:pt x="1563" y="1809"/>
                    <a:pt x="1563" y="1809"/>
                  </a:cubicBezTo>
                  <a:lnTo>
                    <a:pt x="1693" y="1760"/>
                  </a:lnTo>
                  <a:cubicBezTo>
                    <a:pt x="1716" y="1754"/>
                    <a:pt x="1731" y="1750"/>
                    <a:pt x="1735" y="1750"/>
                  </a:cubicBezTo>
                  <a:close/>
                  <a:moveTo>
                    <a:pt x="2081" y="1679"/>
                  </a:moveTo>
                  <a:cubicBezTo>
                    <a:pt x="2078" y="1686"/>
                    <a:pt x="2076" y="1696"/>
                    <a:pt x="2074" y="1711"/>
                  </a:cubicBezTo>
                  <a:lnTo>
                    <a:pt x="2074" y="1703"/>
                  </a:lnTo>
                  <a:lnTo>
                    <a:pt x="2066" y="1703"/>
                  </a:lnTo>
                  <a:cubicBezTo>
                    <a:pt x="2066" y="1703"/>
                    <a:pt x="2066" y="1703"/>
                    <a:pt x="2066" y="1703"/>
                  </a:cubicBezTo>
                  <a:lnTo>
                    <a:pt x="2066" y="1703"/>
                  </a:lnTo>
                  <a:cubicBezTo>
                    <a:pt x="2066" y="1703"/>
                    <a:pt x="2053" y="1729"/>
                    <a:pt x="2037" y="1762"/>
                  </a:cubicBezTo>
                  <a:lnTo>
                    <a:pt x="2037" y="1762"/>
                  </a:lnTo>
                  <a:cubicBezTo>
                    <a:pt x="2046" y="1748"/>
                    <a:pt x="2052" y="1737"/>
                    <a:pt x="2058" y="1724"/>
                  </a:cubicBezTo>
                  <a:lnTo>
                    <a:pt x="2058" y="1724"/>
                  </a:lnTo>
                  <a:cubicBezTo>
                    <a:pt x="2036" y="1781"/>
                    <a:pt x="2017" y="1833"/>
                    <a:pt x="2017" y="1833"/>
                  </a:cubicBezTo>
                  <a:lnTo>
                    <a:pt x="2009" y="1825"/>
                  </a:lnTo>
                  <a:cubicBezTo>
                    <a:pt x="2018" y="1804"/>
                    <a:pt x="2028" y="1781"/>
                    <a:pt x="2037" y="1762"/>
                  </a:cubicBezTo>
                  <a:lnTo>
                    <a:pt x="2037" y="1762"/>
                  </a:lnTo>
                  <a:cubicBezTo>
                    <a:pt x="2036" y="1764"/>
                    <a:pt x="2035" y="1766"/>
                    <a:pt x="2033" y="1768"/>
                  </a:cubicBezTo>
                  <a:cubicBezTo>
                    <a:pt x="2047" y="1741"/>
                    <a:pt x="2058" y="1717"/>
                    <a:pt x="2065" y="1701"/>
                  </a:cubicBezTo>
                  <a:lnTo>
                    <a:pt x="2065" y="1701"/>
                  </a:lnTo>
                  <a:cubicBezTo>
                    <a:pt x="2066" y="1700"/>
                    <a:pt x="2067" y="1699"/>
                    <a:pt x="2068" y="1697"/>
                  </a:cubicBezTo>
                  <a:lnTo>
                    <a:pt x="2068" y="1697"/>
                  </a:lnTo>
                  <a:cubicBezTo>
                    <a:pt x="2067" y="1699"/>
                    <a:pt x="2066" y="1701"/>
                    <a:pt x="2066" y="1703"/>
                  </a:cubicBezTo>
                  <a:cubicBezTo>
                    <a:pt x="2067" y="1700"/>
                    <a:pt x="2069" y="1697"/>
                    <a:pt x="2070" y="1693"/>
                  </a:cubicBezTo>
                  <a:lnTo>
                    <a:pt x="2070" y="1693"/>
                  </a:lnTo>
                  <a:cubicBezTo>
                    <a:pt x="2071" y="1691"/>
                    <a:pt x="2073" y="1689"/>
                    <a:pt x="2074" y="1687"/>
                  </a:cubicBezTo>
                  <a:lnTo>
                    <a:pt x="2073" y="1687"/>
                  </a:lnTo>
                  <a:cubicBezTo>
                    <a:pt x="2073" y="1686"/>
                    <a:pt x="2073" y="1686"/>
                    <a:pt x="2073" y="1685"/>
                  </a:cubicBezTo>
                  <a:lnTo>
                    <a:pt x="2073" y="1685"/>
                  </a:lnTo>
                  <a:cubicBezTo>
                    <a:pt x="2073" y="1686"/>
                    <a:pt x="2073" y="1686"/>
                    <a:pt x="2072" y="1686"/>
                  </a:cubicBezTo>
                  <a:lnTo>
                    <a:pt x="2072" y="1686"/>
                  </a:lnTo>
                  <a:cubicBezTo>
                    <a:pt x="2073" y="1685"/>
                    <a:pt x="2074" y="1684"/>
                    <a:pt x="2074" y="1683"/>
                  </a:cubicBezTo>
                  <a:lnTo>
                    <a:pt x="2074" y="1683"/>
                  </a:lnTo>
                  <a:cubicBezTo>
                    <a:pt x="2074" y="1684"/>
                    <a:pt x="2074" y="1685"/>
                    <a:pt x="2073" y="1685"/>
                  </a:cubicBezTo>
                  <a:lnTo>
                    <a:pt x="2073" y="1685"/>
                  </a:lnTo>
                  <a:cubicBezTo>
                    <a:pt x="2076" y="1683"/>
                    <a:pt x="2079" y="1681"/>
                    <a:pt x="2081" y="1679"/>
                  </a:cubicBezTo>
                  <a:close/>
                  <a:moveTo>
                    <a:pt x="1701" y="1792"/>
                  </a:moveTo>
                  <a:cubicBezTo>
                    <a:pt x="1660" y="1809"/>
                    <a:pt x="1620" y="1825"/>
                    <a:pt x="1571" y="1841"/>
                  </a:cubicBezTo>
                  <a:lnTo>
                    <a:pt x="1636" y="1809"/>
                  </a:lnTo>
                  <a:lnTo>
                    <a:pt x="1701" y="1792"/>
                  </a:lnTo>
                  <a:close/>
                  <a:moveTo>
                    <a:pt x="1609" y="1848"/>
                  </a:moveTo>
                  <a:cubicBezTo>
                    <a:pt x="1615" y="1848"/>
                    <a:pt x="1594" y="1859"/>
                    <a:pt x="1584" y="1859"/>
                  </a:cubicBezTo>
                  <a:cubicBezTo>
                    <a:pt x="1582" y="1859"/>
                    <a:pt x="1580" y="1858"/>
                    <a:pt x="1579" y="1857"/>
                  </a:cubicBezTo>
                  <a:cubicBezTo>
                    <a:pt x="1597" y="1850"/>
                    <a:pt x="1606" y="1848"/>
                    <a:pt x="1609" y="1848"/>
                  </a:cubicBezTo>
                  <a:close/>
                  <a:moveTo>
                    <a:pt x="164" y="1911"/>
                  </a:moveTo>
                  <a:cubicBezTo>
                    <a:pt x="132" y="1911"/>
                    <a:pt x="100" y="1916"/>
                    <a:pt x="71" y="1922"/>
                  </a:cubicBezTo>
                  <a:cubicBezTo>
                    <a:pt x="12" y="1929"/>
                    <a:pt x="1" y="1941"/>
                    <a:pt x="72" y="1941"/>
                  </a:cubicBezTo>
                  <a:cubicBezTo>
                    <a:pt x="88" y="1941"/>
                    <a:pt x="110" y="1940"/>
                    <a:pt x="136" y="1938"/>
                  </a:cubicBezTo>
                  <a:cubicBezTo>
                    <a:pt x="209" y="1922"/>
                    <a:pt x="209" y="1922"/>
                    <a:pt x="201" y="1914"/>
                  </a:cubicBezTo>
                  <a:cubicBezTo>
                    <a:pt x="189" y="1912"/>
                    <a:pt x="176" y="1911"/>
                    <a:pt x="164" y="1911"/>
                  </a:cubicBezTo>
                  <a:close/>
                  <a:moveTo>
                    <a:pt x="1385" y="1914"/>
                  </a:moveTo>
                  <a:lnTo>
                    <a:pt x="1320" y="1930"/>
                  </a:lnTo>
                  <a:cubicBezTo>
                    <a:pt x="1297" y="1941"/>
                    <a:pt x="1290" y="1946"/>
                    <a:pt x="1294" y="1946"/>
                  </a:cubicBezTo>
                  <a:cubicBezTo>
                    <a:pt x="1300" y="1946"/>
                    <a:pt x="1342" y="1930"/>
                    <a:pt x="1385" y="1914"/>
                  </a:cubicBezTo>
                  <a:close/>
                  <a:moveTo>
                    <a:pt x="2398" y="2044"/>
                  </a:moveTo>
                  <a:cubicBezTo>
                    <a:pt x="2422" y="2084"/>
                    <a:pt x="2447" y="2117"/>
                    <a:pt x="2463" y="2165"/>
                  </a:cubicBezTo>
                  <a:lnTo>
                    <a:pt x="2390" y="2044"/>
                  </a:lnTo>
                  <a:close/>
                  <a:moveTo>
                    <a:pt x="2010" y="2161"/>
                  </a:moveTo>
                  <a:lnTo>
                    <a:pt x="2010" y="2161"/>
                  </a:lnTo>
                  <a:cubicBezTo>
                    <a:pt x="2012" y="2161"/>
                    <a:pt x="2006" y="2190"/>
                    <a:pt x="2001" y="2190"/>
                  </a:cubicBezTo>
                  <a:cubicBezTo>
                    <a:pt x="2006" y="2168"/>
                    <a:pt x="2009" y="2161"/>
                    <a:pt x="2010" y="2161"/>
                  </a:cubicBezTo>
                  <a:close/>
                  <a:moveTo>
                    <a:pt x="1717" y="2101"/>
                  </a:moveTo>
                  <a:lnTo>
                    <a:pt x="1717" y="2101"/>
                  </a:lnTo>
                  <a:cubicBezTo>
                    <a:pt x="1693" y="2141"/>
                    <a:pt x="1660" y="2173"/>
                    <a:pt x="1628" y="2206"/>
                  </a:cubicBezTo>
                  <a:lnTo>
                    <a:pt x="1668" y="2149"/>
                  </a:lnTo>
                  <a:lnTo>
                    <a:pt x="1717" y="2101"/>
                  </a:lnTo>
                  <a:close/>
                  <a:moveTo>
                    <a:pt x="1968" y="2109"/>
                  </a:moveTo>
                  <a:cubicBezTo>
                    <a:pt x="1960" y="2149"/>
                    <a:pt x="1944" y="2198"/>
                    <a:pt x="1928" y="2238"/>
                  </a:cubicBezTo>
                  <a:lnTo>
                    <a:pt x="1944" y="2173"/>
                  </a:lnTo>
                  <a:lnTo>
                    <a:pt x="1960" y="2109"/>
                  </a:lnTo>
                  <a:close/>
                  <a:moveTo>
                    <a:pt x="1830" y="2109"/>
                  </a:moveTo>
                  <a:cubicBezTo>
                    <a:pt x="1839" y="2117"/>
                    <a:pt x="1839" y="2117"/>
                    <a:pt x="1806" y="2173"/>
                  </a:cubicBezTo>
                  <a:cubicBezTo>
                    <a:pt x="1774" y="2230"/>
                    <a:pt x="1733" y="2287"/>
                    <a:pt x="1733" y="2287"/>
                  </a:cubicBezTo>
                  <a:cubicBezTo>
                    <a:pt x="1725" y="2287"/>
                    <a:pt x="1798" y="2173"/>
                    <a:pt x="1830" y="2109"/>
                  </a:cubicBezTo>
                  <a:close/>
                  <a:moveTo>
                    <a:pt x="2268" y="2149"/>
                  </a:moveTo>
                  <a:cubicBezTo>
                    <a:pt x="2276" y="2149"/>
                    <a:pt x="2276" y="2149"/>
                    <a:pt x="2293" y="2214"/>
                  </a:cubicBezTo>
                  <a:cubicBezTo>
                    <a:pt x="2301" y="2279"/>
                    <a:pt x="2293" y="2287"/>
                    <a:pt x="2293" y="2287"/>
                  </a:cubicBezTo>
                  <a:cubicBezTo>
                    <a:pt x="2276" y="2238"/>
                    <a:pt x="2268" y="2198"/>
                    <a:pt x="2268" y="2149"/>
                  </a:cubicBezTo>
                  <a:close/>
                  <a:moveTo>
                    <a:pt x="2179" y="528"/>
                  </a:moveTo>
                  <a:cubicBezTo>
                    <a:pt x="2163" y="568"/>
                    <a:pt x="2163" y="617"/>
                    <a:pt x="2163" y="657"/>
                  </a:cubicBezTo>
                  <a:lnTo>
                    <a:pt x="2155" y="657"/>
                  </a:lnTo>
                  <a:cubicBezTo>
                    <a:pt x="2155" y="657"/>
                    <a:pt x="2147" y="657"/>
                    <a:pt x="2147" y="722"/>
                  </a:cubicBezTo>
                  <a:cubicBezTo>
                    <a:pt x="2139" y="795"/>
                    <a:pt x="2139" y="795"/>
                    <a:pt x="2130" y="795"/>
                  </a:cubicBezTo>
                  <a:cubicBezTo>
                    <a:pt x="2130" y="773"/>
                    <a:pt x="2130" y="763"/>
                    <a:pt x="2129" y="763"/>
                  </a:cubicBezTo>
                  <a:lnTo>
                    <a:pt x="2129" y="763"/>
                  </a:lnTo>
                  <a:cubicBezTo>
                    <a:pt x="2127" y="763"/>
                    <a:pt x="2125" y="810"/>
                    <a:pt x="2130" y="860"/>
                  </a:cubicBezTo>
                  <a:cubicBezTo>
                    <a:pt x="2130" y="903"/>
                    <a:pt x="2130" y="939"/>
                    <a:pt x="2125" y="980"/>
                  </a:cubicBezTo>
                  <a:lnTo>
                    <a:pt x="2125" y="980"/>
                  </a:lnTo>
                  <a:cubicBezTo>
                    <a:pt x="2124" y="952"/>
                    <a:pt x="2122" y="932"/>
                    <a:pt x="2119" y="932"/>
                  </a:cubicBezTo>
                  <a:cubicBezTo>
                    <a:pt x="2117" y="932"/>
                    <a:pt x="2116" y="937"/>
                    <a:pt x="2114" y="949"/>
                  </a:cubicBezTo>
                  <a:lnTo>
                    <a:pt x="2106" y="884"/>
                  </a:lnTo>
                  <a:cubicBezTo>
                    <a:pt x="2106" y="779"/>
                    <a:pt x="2102" y="726"/>
                    <a:pt x="2099" y="726"/>
                  </a:cubicBezTo>
                  <a:cubicBezTo>
                    <a:pt x="2096" y="726"/>
                    <a:pt x="2094" y="779"/>
                    <a:pt x="2098" y="884"/>
                  </a:cubicBezTo>
                  <a:cubicBezTo>
                    <a:pt x="2102" y="995"/>
                    <a:pt x="2104" y="1046"/>
                    <a:pt x="2104" y="1046"/>
                  </a:cubicBezTo>
                  <a:cubicBezTo>
                    <a:pt x="2104" y="1046"/>
                    <a:pt x="2102" y="1012"/>
                    <a:pt x="2098" y="949"/>
                  </a:cubicBezTo>
                  <a:cubicBezTo>
                    <a:pt x="2090" y="811"/>
                    <a:pt x="2082" y="811"/>
                    <a:pt x="2082" y="811"/>
                  </a:cubicBezTo>
                  <a:cubicBezTo>
                    <a:pt x="2074" y="811"/>
                    <a:pt x="2074" y="811"/>
                    <a:pt x="2074" y="747"/>
                  </a:cubicBezTo>
                  <a:cubicBezTo>
                    <a:pt x="2074" y="698"/>
                    <a:pt x="2066" y="649"/>
                    <a:pt x="2049" y="609"/>
                  </a:cubicBezTo>
                  <a:cubicBezTo>
                    <a:pt x="2041" y="609"/>
                    <a:pt x="2041" y="609"/>
                    <a:pt x="2049" y="674"/>
                  </a:cubicBezTo>
                  <a:cubicBezTo>
                    <a:pt x="2053" y="704"/>
                    <a:pt x="2053" y="722"/>
                    <a:pt x="2051" y="722"/>
                  </a:cubicBezTo>
                  <a:cubicBezTo>
                    <a:pt x="2048" y="722"/>
                    <a:pt x="2039" y="688"/>
                    <a:pt x="2025" y="609"/>
                  </a:cubicBezTo>
                  <a:cubicBezTo>
                    <a:pt x="2022" y="582"/>
                    <a:pt x="2020" y="567"/>
                    <a:pt x="2019" y="567"/>
                  </a:cubicBezTo>
                  <a:lnTo>
                    <a:pt x="2019" y="567"/>
                  </a:lnTo>
                  <a:cubicBezTo>
                    <a:pt x="2018" y="567"/>
                    <a:pt x="2020" y="600"/>
                    <a:pt x="2025" y="682"/>
                  </a:cubicBezTo>
                  <a:cubicBezTo>
                    <a:pt x="2033" y="747"/>
                    <a:pt x="2033" y="779"/>
                    <a:pt x="2029" y="779"/>
                  </a:cubicBezTo>
                  <a:cubicBezTo>
                    <a:pt x="2025" y="779"/>
                    <a:pt x="2017" y="747"/>
                    <a:pt x="2009" y="682"/>
                  </a:cubicBezTo>
                  <a:lnTo>
                    <a:pt x="1993" y="682"/>
                  </a:lnTo>
                  <a:cubicBezTo>
                    <a:pt x="1993" y="722"/>
                    <a:pt x="1993" y="771"/>
                    <a:pt x="2001" y="811"/>
                  </a:cubicBezTo>
                  <a:cubicBezTo>
                    <a:pt x="2015" y="893"/>
                    <a:pt x="2021" y="926"/>
                    <a:pt x="2020" y="926"/>
                  </a:cubicBezTo>
                  <a:cubicBezTo>
                    <a:pt x="2019" y="926"/>
                    <a:pt x="2015" y="911"/>
                    <a:pt x="2009" y="884"/>
                  </a:cubicBezTo>
                  <a:cubicBezTo>
                    <a:pt x="1993" y="811"/>
                    <a:pt x="1985" y="747"/>
                    <a:pt x="1985" y="747"/>
                  </a:cubicBezTo>
                  <a:cubicBezTo>
                    <a:pt x="1968" y="682"/>
                    <a:pt x="1968" y="682"/>
                    <a:pt x="1960" y="682"/>
                  </a:cubicBezTo>
                  <a:cubicBezTo>
                    <a:pt x="1953" y="682"/>
                    <a:pt x="1940" y="682"/>
                    <a:pt x="1947" y="723"/>
                  </a:cubicBezTo>
                  <a:lnTo>
                    <a:pt x="1947" y="723"/>
                  </a:lnTo>
                  <a:cubicBezTo>
                    <a:pt x="1943" y="707"/>
                    <a:pt x="1942" y="706"/>
                    <a:pt x="1936" y="682"/>
                  </a:cubicBezTo>
                  <a:cubicBezTo>
                    <a:pt x="1930" y="682"/>
                    <a:pt x="1925" y="653"/>
                    <a:pt x="1924" y="653"/>
                  </a:cubicBezTo>
                  <a:lnTo>
                    <a:pt x="1924" y="653"/>
                  </a:lnTo>
                  <a:cubicBezTo>
                    <a:pt x="1924" y="653"/>
                    <a:pt x="1925" y="660"/>
                    <a:pt x="1928" y="682"/>
                  </a:cubicBezTo>
                  <a:cubicBezTo>
                    <a:pt x="1928" y="682"/>
                    <a:pt x="1928" y="682"/>
                    <a:pt x="1895" y="617"/>
                  </a:cubicBezTo>
                  <a:cubicBezTo>
                    <a:pt x="1890" y="605"/>
                    <a:pt x="1885" y="600"/>
                    <a:pt x="1883" y="600"/>
                  </a:cubicBezTo>
                  <a:cubicBezTo>
                    <a:pt x="1870" y="600"/>
                    <a:pt x="1888" y="713"/>
                    <a:pt x="1928" y="819"/>
                  </a:cubicBezTo>
                  <a:lnTo>
                    <a:pt x="1920" y="819"/>
                  </a:lnTo>
                  <a:cubicBezTo>
                    <a:pt x="1920" y="819"/>
                    <a:pt x="1936" y="884"/>
                    <a:pt x="1936" y="884"/>
                  </a:cubicBezTo>
                  <a:cubicBezTo>
                    <a:pt x="1952" y="949"/>
                    <a:pt x="1944" y="949"/>
                    <a:pt x="1944" y="957"/>
                  </a:cubicBezTo>
                  <a:lnTo>
                    <a:pt x="1903" y="819"/>
                  </a:lnTo>
                  <a:cubicBezTo>
                    <a:pt x="1880" y="708"/>
                    <a:pt x="1860" y="639"/>
                    <a:pt x="1855" y="639"/>
                  </a:cubicBezTo>
                  <a:lnTo>
                    <a:pt x="1855" y="639"/>
                  </a:lnTo>
                  <a:cubicBezTo>
                    <a:pt x="1854" y="639"/>
                    <a:pt x="1855" y="654"/>
                    <a:pt x="1862" y="688"/>
                  </a:cubicBezTo>
                  <a:lnTo>
                    <a:pt x="1862" y="688"/>
                  </a:lnTo>
                  <a:cubicBezTo>
                    <a:pt x="1851" y="659"/>
                    <a:pt x="1844" y="645"/>
                    <a:pt x="1839" y="645"/>
                  </a:cubicBezTo>
                  <a:cubicBezTo>
                    <a:pt x="1835" y="645"/>
                    <a:pt x="1834" y="663"/>
                    <a:pt x="1839" y="698"/>
                  </a:cubicBezTo>
                  <a:cubicBezTo>
                    <a:pt x="1847" y="763"/>
                    <a:pt x="1863" y="836"/>
                    <a:pt x="1887" y="892"/>
                  </a:cubicBezTo>
                  <a:cubicBezTo>
                    <a:pt x="1912" y="957"/>
                    <a:pt x="1903" y="965"/>
                    <a:pt x="1903" y="965"/>
                  </a:cubicBezTo>
                  <a:cubicBezTo>
                    <a:pt x="1903" y="965"/>
                    <a:pt x="1903" y="965"/>
                    <a:pt x="1879" y="901"/>
                  </a:cubicBezTo>
                  <a:cubicBezTo>
                    <a:pt x="1859" y="836"/>
                    <a:pt x="1845" y="803"/>
                    <a:pt x="1841" y="803"/>
                  </a:cubicBezTo>
                  <a:lnTo>
                    <a:pt x="1841" y="803"/>
                  </a:lnTo>
                  <a:cubicBezTo>
                    <a:pt x="1837" y="803"/>
                    <a:pt x="1843" y="836"/>
                    <a:pt x="1863" y="901"/>
                  </a:cubicBezTo>
                  <a:lnTo>
                    <a:pt x="1839" y="836"/>
                  </a:lnTo>
                  <a:cubicBezTo>
                    <a:pt x="1822" y="791"/>
                    <a:pt x="1801" y="750"/>
                    <a:pt x="1790" y="750"/>
                  </a:cubicBezTo>
                  <a:cubicBezTo>
                    <a:pt x="1785" y="750"/>
                    <a:pt x="1782" y="759"/>
                    <a:pt x="1782" y="779"/>
                  </a:cubicBezTo>
                  <a:cubicBezTo>
                    <a:pt x="1773" y="782"/>
                    <a:pt x="1766" y="785"/>
                    <a:pt x="1758" y="785"/>
                  </a:cubicBezTo>
                  <a:cubicBezTo>
                    <a:pt x="1744" y="785"/>
                    <a:pt x="1730" y="775"/>
                    <a:pt x="1709" y="738"/>
                  </a:cubicBezTo>
                  <a:cubicBezTo>
                    <a:pt x="1703" y="727"/>
                    <a:pt x="1699" y="722"/>
                    <a:pt x="1698" y="722"/>
                  </a:cubicBezTo>
                  <a:lnTo>
                    <a:pt x="1698" y="722"/>
                  </a:lnTo>
                  <a:cubicBezTo>
                    <a:pt x="1689" y="722"/>
                    <a:pt x="1720" y="833"/>
                    <a:pt x="1774" y="933"/>
                  </a:cubicBezTo>
                  <a:cubicBezTo>
                    <a:pt x="1750" y="892"/>
                    <a:pt x="1739" y="881"/>
                    <a:pt x="1732" y="881"/>
                  </a:cubicBezTo>
                  <a:cubicBezTo>
                    <a:pt x="1730" y="881"/>
                    <a:pt x="1727" y="882"/>
                    <a:pt x="1725" y="884"/>
                  </a:cubicBezTo>
                  <a:cubicBezTo>
                    <a:pt x="1709" y="884"/>
                    <a:pt x="1709" y="884"/>
                    <a:pt x="1668" y="828"/>
                  </a:cubicBezTo>
                  <a:cubicBezTo>
                    <a:pt x="1636" y="772"/>
                    <a:pt x="1620" y="743"/>
                    <a:pt x="1620" y="743"/>
                  </a:cubicBezTo>
                  <a:lnTo>
                    <a:pt x="1620" y="743"/>
                  </a:lnTo>
                  <a:cubicBezTo>
                    <a:pt x="1619" y="743"/>
                    <a:pt x="1635" y="774"/>
                    <a:pt x="1668" y="836"/>
                  </a:cubicBezTo>
                  <a:cubicBezTo>
                    <a:pt x="1694" y="881"/>
                    <a:pt x="1702" y="900"/>
                    <a:pt x="1697" y="900"/>
                  </a:cubicBezTo>
                  <a:cubicBezTo>
                    <a:pt x="1689" y="900"/>
                    <a:pt x="1652" y="855"/>
                    <a:pt x="1603" y="787"/>
                  </a:cubicBezTo>
                  <a:cubicBezTo>
                    <a:pt x="1574" y="746"/>
                    <a:pt x="1566" y="735"/>
                    <a:pt x="1558" y="735"/>
                  </a:cubicBezTo>
                  <a:cubicBezTo>
                    <a:pt x="1554" y="735"/>
                    <a:pt x="1551" y="736"/>
                    <a:pt x="1547" y="738"/>
                  </a:cubicBezTo>
                  <a:cubicBezTo>
                    <a:pt x="1579" y="803"/>
                    <a:pt x="1563" y="803"/>
                    <a:pt x="1555" y="811"/>
                  </a:cubicBezTo>
                  <a:cubicBezTo>
                    <a:pt x="1539" y="828"/>
                    <a:pt x="1539" y="828"/>
                    <a:pt x="1628" y="933"/>
                  </a:cubicBezTo>
                  <a:cubicBezTo>
                    <a:pt x="1717" y="1038"/>
                    <a:pt x="1709" y="1038"/>
                    <a:pt x="1701" y="1047"/>
                  </a:cubicBezTo>
                  <a:cubicBezTo>
                    <a:pt x="1701" y="1047"/>
                    <a:pt x="1700" y="1047"/>
                    <a:pt x="1699" y="1047"/>
                  </a:cubicBezTo>
                  <a:cubicBezTo>
                    <a:pt x="1696" y="1047"/>
                    <a:pt x="1684" y="1042"/>
                    <a:pt x="1652" y="998"/>
                  </a:cubicBezTo>
                  <a:cubicBezTo>
                    <a:pt x="1652" y="998"/>
                    <a:pt x="1603" y="957"/>
                    <a:pt x="1595" y="957"/>
                  </a:cubicBezTo>
                  <a:cubicBezTo>
                    <a:pt x="1593" y="960"/>
                    <a:pt x="1591" y="961"/>
                    <a:pt x="1589" y="961"/>
                  </a:cubicBezTo>
                  <a:cubicBezTo>
                    <a:pt x="1583" y="961"/>
                    <a:pt x="1573" y="951"/>
                    <a:pt x="1539" y="917"/>
                  </a:cubicBezTo>
                  <a:cubicBezTo>
                    <a:pt x="1539" y="917"/>
                    <a:pt x="1503" y="881"/>
                    <a:pt x="1482" y="881"/>
                  </a:cubicBezTo>
                  <a:cubicBezTo>
                    <a:pt x="1479" y="881"/>
                    <a:pt x="1476" y="882"/>
                    <a:pt x="1474" y="884"/>
                  </a:cubicBezTo>
                  <a:cubicBezTo>
                    <a:pt x="1471" y="887"/>
                    <a:pt x="1468" y="890"/>
                    <a:pt x="1462" y="890"/>
                  </a:cubicBezTo>
                  <a:cubicBezTo>
                    <a:pt x="1453" y="890"/>
                    <a:pt x="1436" y="882"/>
                    <a:pt x="1401" y="852"/>
                  </a:cubicBezTo>
                  <a:lnTo>
                    <a:pt x="1401" y="852"/>
                  </a:lnTo>
                  <a:cubicBezTo>
                    <a:pt x="1401" y="860"/>
                    <a:pt x="1401" y="860"/>
                    <a:pt x="1449" y="901"/>
                  </a:cubicBezTo>
                  <a:cubicBezTo>
                    <a:pt x="1489" y="940"/>
                    <a:pt x="1529" y="980"/>
                    <a:pt x="1502" y="980"/>
                  </a:cubicBezTo>
                  <a:cubicBezTo>
                    <a:pt x="1496" y="980"/>
                    <a:pt x="1487" y="978"/>
                    <a:pt x="1474" y="974"/>
                  </a:cubicBezTo>
                  <a:lnTo>
                    <a:pt x="1474" y="974"/>
                  </a:lnTo>
                  <a:cubicBezTo>
                    <a:pt x="1466" y="982"/>
                    <a:pt x="1458" y="998"/>
                    <a:pt x="1506" y="1038"/>
                  </a:cubicBezTo>
                  <a:cubicBezTo>
                    <a:pt x="1506" y="1038"/>
                    <a:pt x="1506" y="1038"/>
                    <a:pt x="1449" y="998"/>
                  </a:cubicBezTo>
                  <a:cubicBezTo>
                    <a:pt x="1403" y="962"/>
                    <a:pt x="1374" y="945"/>
                    <a:pt x="1365" y="945"/>
                  </a:cubicBezTo>
                  <a:cubicBezTo>
                    <a:pt x="1353" y="945"/>
                    <a:pt x="1374" y="972"/>
                    <a:pt x="1433" y="1022"/>
                  </a:cubicBezTo>
                  <a:cubicBezTo>
                    <a:pt x="1463" y="1044"/>
                    <a:pt x="1475" y="1054"/>
                    <a:pt x="1471" y="1054"/>
                  </a:cubicBezTo>
                  <a:cubicBezTo>
                    <a:pt x="1468" y="1054"/>
                    <a:pt x="1452" y="1046"/>
                    <a:pt x="1425" y="1030"/>
                  </a:cubicBezTo>
                  <a:lnTo>
                    <a:pt x="1425" y="1030"/>
                  </a:lnTo>
                  <a:cubicBezTo>
                    <a:pt x="1425" y="1030"/>
                    <a:pt x="1417" y="1038"/>
                    <a:pt x="1474" y="1079"/>
                  </a:cubicBezTo>
                  <a:cubicBezTo>
                    <a:pt x="1501" y="1102"/>
                    <a:pt x="1516" y="1112"/>
                    <a:pt x="1512" y="1112"/>
                  </a:cubicBezTo>
                  <a:cubicBezTo>
                    <a:pt x="1508" y="1112"/>
                    <a:pt x="1494" y="1106"/>
                    <a:pt x="1466" y="1095"/>
                  </a:cubicBezTo>
                  <a:cubicBezTo>
                    <a:pt x="1419" y="1066"/>
                    <a:pt x="1406" y="1062"/>
                    <a:pt x="1399" y="1062"/>
                  </a:cubicBezTo>
                  <a:cubicBezTo>
                    <a:pt x="1397" y="1062"/>
                    <a:pt x="1395" y="1063"/>
                    <a:pt x="1393" y="1063"/>
                  </a:cubicBezTo>
                  <a:cubicBezTo>
                    <a:pt x="1433" y="1103"/>
                    <a:pt x="1417" y="1150"/>
                    <a:pt x="1373" y="1150"/>
                  </a:cubicBezTo>
                  <a:cubicBezTo>
                    <a:pt x="1365" y="1150"/>
                    <a:pt x="1355" y="1148"/>
                    <a:pt x="1344" y="1144"/>
                  </a:cubicBezTo>
                  <a:lnTo>
                    <a:pt x="1344" y="1144"/>
                  </a:lnTo>
                  <a:cubicBezTo>
                    <a:pt x="1409" y="1176"/>
                    <a:pt x="1409" y="1176"/>
                    <a:pt x="1401" y="1184"/>
                  </a:cubicBezTo>
                  <a:cubicBezTo>
                    <a:pt x="1359" y="1168"/>
                    <a:pt x="1339" y="1161"/>
                    <a:pt x="1334" y="1161"/>
                  </a:cubicBezTo>
                  <a:cubicBezTo>
                    <a:pt x="1325" y="1161"/>
                    <a:pt x="1377" y="1187"/>
                    <a:pt x="1458" y="1225"/>
                  </a:cubicBezTo>
                  <a:lnTo>
                    <a:pt x="1458" y="1217"/>
                  </a:lnTo>
                  <a:lnTo>
                    <a:pt x="1466" y="1217"/>
                  </a:lnTo>
                  <a:cubicBezTo>
                    <a:pt x="1525" y="1244"/>
                    <a:pt x="1553" y="1260"/>
                    <a:pt x="1545" y="1260"/>
                  </a:cubicBezTo>
                  <a:cubicBezTo>
                    <a:pt x="1537" y="1260"/>
                    <a:pt x="1489" y="1242"/>
                    <a:pt x="1393" y="1201"/>
                  </a:cubicBezTo>
                  <a:cubicBezTo>
                    <a:pt x="1330" y="1177"/>
                    <a:pt x="1298" y="1165"/>
                    <a:pt x="1295" y="1165"/>
                  </a:cubicBezTo>
                  <a:lnTo>
                    <a:pt x="1295" y="1165"/>
                  </a:lnTo>
                  <a:cubicBezTo>
                    <a:pt x="1291" y="1165"/>
                    <a:pt x="1321" y="1179"/>
                    <a:pt x="1385" y="1209"/>
                  </a:cubicBezTo>
                  <a:cubicBezTo>
                    <a:pt x="1452" y="1245"/>
                    <a:pt x="1482" y="1261"/>
                    <a:pt x="1473" y="1261"/>
                  </a:cubicBezTo>
                  <a:cubicBezTo>
                    <a:pt x="1466" y="1261"/>
                    <a:pt x="1434" y="1251"/>
                    <a:pt x="1376" y="1233"/>
                  </a:cubicBezTo>
                  <a:lnTo>
                    <a:pt x="1376" y="1233"/>
                  </a:lnTo>
                  <a:cubicBezTo>
                    <a:pt x="1524" y="1300"/>
                    <a:pt x="1605" y="1336"/>
                    <a:pt x="1593" y="1336"/>
                  </a:cubicBezTo>
                  <a:cubicBezTo>
                    <a:pt x="1585" y="1336"/>
                    <a:pt x="1532" y="1318"/>
                    <a:pt x="1425" y="1282"/>
                  </a:cubicBezTo>
                  <a:cubicBezTo>
                    <a:pt x="1360" y="1257"/>
                    <a:pt x="1295" y="1241"/>
                    <a:pt x="1222" y="1233"/>
                  </a:cubicBezTo>
                  <a:lnTo>
                    <a:pt x="1222" y="1233"/>
                  </a:lnTo>
                  <a:cubicBezTo>
                    <a:pt x="1263" y="1249"/>
                    <a:pt x="1312" y="1265"/>
                    <a:pt x="1352" y="1282"/>
                  </a:cubicBezTo>
                  <a:cubicBezTo>
                    <a:pt x="1425" y="1300"/>
                    <a:pt x="1457" y="1310"/>
                    <a:pt x="1448" y="1310"/>
                  </a:cubicBezTo>
                  <a:cubicBezTo>
                    <a:pt x="1441" y="1310"/>
                    <a:pt x="1409" y="1304"/>
                    <a:pt x="1352" y="1290"/>
                  </a:cubicBezTo>
                  <a:cubicBezTo>
                    <a:pt x="1281" y="1276"/>
                    <a:pt x="1234" y="1269"/>
                    <a:pt x="1208" y="1269"/>
                  </a:cubicBezTo>
                  <a:cubicBezTo>
                    <a:pt x="1161" y="1269"/>
                    <a:pt x="1187" y="1291"/>
                    <a:pt x="1271" y="1322"/>
                  </a:cubicBezTo>
                  <a:cubicBezTo>
                    <a:pt x="1343" y="1356"/>
                    <a:pt x="1370" y="1375"/>
                    <a:pt x="1354" y="1375"/>
                  </a:cubicBezTo>
                  <a:cubicBezTo>
                    <a:pt x="1343" y="1375"/>
                    <a:pt x="1312" y="1366"/>
                    <a:pt x="1263" y="1347"/>
                  </a:cubicBezTo>
                  <a:cubicBezTo>
                    <a:pt x="1190" y="1324"/>
                    <a:pt x="1158" y="1314"/>
                    <a:pt x="1154" y="1314"/>
                  </a:cubicBezTo>
                  <a:cubicBezTo>
                    <a:pt x="1151" y="1314"/>
                    <a:pt x="1165" y="1320"/>
                    <a:pt x="1190" y="1330"/>
                  </a:cubicBezTo>
                  <a:cubicBezTo>
                    <a:pt x="1190" y="1347"/>
                    <a:pt x="1182" y="1363"/>
                    <a:pt x="1182" y="1371"/>
                  </a:cubicBezTo>
                  <a:cubicBezTo>
                    <a:pt x="1209" y="1382"/>
                    <a:pt x="1236" y="1393"/>
                    <a:pt x="1266" y="1399"/>
                  </a:cubicBezTo>
                  <a:lnTo>
                    <a:pt x="1266" y="1399"/>
                  </a:lnTo>
                  <a:cubicBezTo>
                    <a:pt x="1240" y="1396"/>
                    <a:pt x="1218" y="1395"/>
                    <a:pt x="1201" y="1395"/>
                  </a:cubicBezTo>
                  <a:cubicBezTo>
                    <a:pt x="1149" y="1395"/>
                    <a:pt x="1147" y="1406"/>
                    <a:pt x="1239" y="1428"/>
                  </a:cubicBezTo>
                  <a:cubicBezTo>
                    <a:pt x="1239" y="1436"/>
                    <a:pt x="1239" y="1444"/>
                    <a:pt x="1239" y="1444"/>
                  </a:cubicBezTo>
                  <a:cubicBezTo>
                    <a:pt x="1231" y="1444"/>
                    <a:pt x="1231" y="1452"/>
                    <a:pt x="1303" y="1460"/>
                  </a:cubicBezTo>
                  <a:cubicBezTo>
                    <a:pt x="1368" y="1476"/>
                    <a:pt x="1295" y="1476"/>
                    <a:pt x="1231" y="1476"/>
                  </a:cubicBezTo>
                  <a:cubicBezTo>
                    <a:pt x="1158" y="1476"/>
                    <a:pt x="1093" y="1476"/>
                    <a:pt x="1158" y="1484"/>
                  </a:cubicBezTo>
                  <a:cubicBezTo>
                    <a:pt x="1231" y="1484"/>
                    <a:pt x="1295" y="1509"/>
                    <a:pt x="1360" y="1517"/>
                  </a:cubicBezTo>
                  <a:cubicBezTo>
                    <a:pt x="1398" y="1521"/>
                    <a:pt x="1392" y="1526"/>
                    <a:pt x="1368" y="1526"/>
                  </a:cubicBezTo>
                  <a:cubicBezTo>
                    <a:pt x="1350" y="1526"/>
                    <a:pt x="1323" y="1524"/>
                    <a:pt x="1295" y="1517"/>
                  </a:cubicBezTo>
                  <a:cubicBezTo>
                    <a:pt x="1247" y="1517"/>
                    <a:pt x="1198" y="1517"/>
                    <a:pt x="1149" y="1525"/>
                  </a:cubicBezTo>
                  <a:cubicBezTo>
                    <a:pt x="1149" y="1533"/>
                    <a:pt x="1149" y="1549"/>
                    <a:pt x="1214" y="1549"/>
                  </a:cubicBezTo>
                  <a:cubicBezTo>
                    <a:pt x="1287" y="1549"/>
                    <a:pt x="1279" y="1590"/>
                    <a:pt x="1214" y="1598"/>
                  </a:cubicBezTo>
                  <a:lnTo>
                    <a:pt x="1214" y="1614"/>
                  </a:lnTo>
                  <a:cubicBezTo>
                    <a:pt x="1214" y="1622"/>
                    <a:pt x="1279" y="1622"/>
                    <a:pt x="1279" y="1630"/>
                  </a:cubicBezTo>
                  <a:cubicBezTo>
                    <a:pt x="1279" y="1630"/>
                    <a:pt x="1279" y="1638"/>
                    <a:pt x="1352" y="1638"/>
                  </a:cubicBezTo>
                  <a:cubicBezTo>
                    <a:pt x="1352" y="1646"/>
                    <a:pt x="1352" y="1646"/>
                    <a:pt x="1279" y="1655"/>
                  </a:cubicBezTo>
                  <a:cubicBezTo>
                    <a:pt x="1334" y="1655"/>
                    <a:pt x="1367" y="1653"/>
                    <a:pt x="1378" y="1653"/>
                  </a:cubicBezTo>
                  <a:cubicBezTo>
                    <a:pt x="1395" y="1653"/>
                    <a:pt x="1362" y="1656"/>
                    <a:pt x="1279" y="1671"/>
                  </a:cubicBezTo>
                  <a:cubicBezTo>
                    <a:pt x="1352" y="1671"/>
                    <a:pt x="1352" y="1671"/>
                    <a:pt x="1279" y="1687"/>
                  </a:cubicBezTo>
                  <a:cubicBezTo>
                    <a:pt x="1233" y="1693"/>
                    <a:pt x="1220" y="1698"/>
                    <a:pt x="1239" y="1698"/>
                  </a:cubicBezTo>
                  <a:cubicBezTo>
                    <a:pt x="1247" y="1698"/>
                    <a:pt x="1260" y="1698"/>
                    <a:pt x="1279" y="1695"/>
                  </a:cubicBezTo>
                  <a:cubicBezTo>
                    <a:pt x="1316" y="1693"/>
                    <a:pt x="1348" y="1692"/>
                    <a:pt x="1372" y="1692"/>
                  </a:cubicBezTo>
                  <a:cubicBezTo>
                    <a:pt x="1438" y="1692"/>
                    <a:pt x="1447" y="1699"/>
                    <a:pt x="1352" y="1711"/>
                  </a:cubicBezTo>
                  <a:cubicBezTo>
                    <a:pt x="1352" y="1711"/>
                    <a:pt x="1352" y="1715"/>
                    <a:pt x="1371" y="1715"/>
                  </a:cubicBezTo>
                  <a:cubicBezTo>
                    <a:pt x="1381" y="1715"/>
                    <a:pt x="1395" y="1714"/>
                    <a:pt x="1417" y="1711"/>
                  </a:cubicBezTo>
                  <a:cubicBezTo>
                    <a:pt x="1479" y="1704"/>
                    <a:pt x="1513" y="1700"/>
                    <a:pt x="1519" y="1700"/>
                  </a:cubicBezTo>
                  <a:cubicBezTo>
                    <a:pt x="1527" y="1700"/>
                    <a:pt x="1493" y="1706"/>
                    <a:pt x="1417" y="1719"/>
                  </a:cubicBezTo>
                  <a:cubicBezTo>
                    <a:pt x="1328" y="1735"/>
                    <a:pt x="1300" y="1744"/>
                    <a:pt x="1326" y="1744"/>
                  </a:cubicBezTo>
                  <a:cubicBezTo>
                    <a:pt x="1340" y="1744"/>
                    <a:pt x="1371" y="1741"/>
                    <a:pt x="1417" y="1736"/>
                  </a:cubicBezTo>
                  <a:cubicBezTo>
                    <a:pt x="1417" y="1736"/>
                    <a:pt x="1435" y="1734"/>
                    <a:pt x="1445" y="1734"/>
                  </a:cubicBezTo>
                  <a:cubicBezTo>
                    <a:pt x="1455" y="1734"/>
                    <a:pt x="1458" y="1736"/>
                    <a:pt x="1425" y="1744"/>
                  </a:cubicBezTo>
                  <a:cubicBezTo>
                    <a:pt x="1376" y="1762"/>
                    <a:pt x="1328" y="1799"/>
                    <a:pt x="1361" y="1799"/>
                  </a:cubicBezTo>
                  <a:cubicBezTo>
                    <a:pt x="1372" y="1799"/>
                    <a:pt x="1393" y="1794"/>
                    <a:pt x="1425" y="1784"/>
                  </a:cubicBezTo>
                  <a:lnTo>
                    <a:pt x="1433" y="1801"/>
                  </a:lnTo>
                  <a:cubicBezTo>
                    <a:pt x="1391" y="1816"/>
                    <a:pt x="1376" y="1825"/>
                    <a:pt x="1389" y="1825"/>
                  </a:cubicBezTo>
                  <a:cubicBezTo>
                    <a:pt x="1395" y="1825"/>
                    <a:pt x="1410" y="1822"/>
                    <a:pt x="1433" y="1817"/>
                  </a:cubicBezTo>
                  <a:lnTo>
                    <a:pt x="1498" y="1809"/>
                  </a:lnTo>
                  <a:lnTo>
                    <a:pt x="1498" y="1809"/>
                  </a:lnTo>
                  <a:cubicBezTo>
                    <a:pt x="1458" y="1817"/>
                    <a:pt x="1409" y="1833"/>
                    <a:pt x="1368" y="1857"/>
                  </a:cubicBezTo>
                  <a:cubicBezTo>
                    <a:pt x="1368" y="1860"/>
                    <a:pt x="1368" y="1862"/>
                    <a:pt x="1372" y="1862"/>
                  </a:cubicBezTo>
                  <a:cubicBezTo>
                    <a:pt x="1377" y="1862"/>
                    <a:pt x="1392" y="1856"/>
                    <a:pt x="1433" y="1841"/>
                  </a:cubicBezTo>
                  <a:cubicBezTo>
                    <a:pt x="1472" y="1826"/>
                    <a:pt x="1488" y="1824"/>
                    <a:pt x="1496" y="1824"/>
                  </a:cubicBezTo>
                  <a:cubicBezTo>
                    <a:pt x="1501" y="1824"/>
                    <a:pt x="1503" y="1825"/>
                    <a:pt x="1506" y="1825"/>
                  </a:cubicBezTo>
                  <a:cubicBezTo>
                    <a:pt x="1466" y="1849"/>
                    <a:pt x="1417" y="1865"/>
                    <a:pt x="1376" y="1882"/>
                  </a:cubicBezTo>
                  <a:lnTo>
                    <a:pt x="1376" y="1890"/>
                  </a:lnTo>
                  <a:cubicBezTo>
                    <a:pt x="1445" y="1864"/>
                    <a:pt x="1477" y="1854"/>
                    <a:pt x="1483" y="1854"/>
                  </a:cubicBezTo>
                  <a:cubicBezTo>
                    <a:pt x="1488" y="1854"/>
                    <a:pt x="1472" y="1862"/>
                    <a:pt x="1441" y="1874"/>
                  </a:cubicBezTo>
                  <a:cubicBezTo>
                    <a:pt x="1376" y="1898"/>
                    <a:pt x="1385" y="1906"/>
                    <a:pt x="1385" y="1914"/>
                  </a:cubicBezTo>
                  <a:lnTo>
                    <a:pt x="1393" y="1930"/>
                  </a:lnTo>
                  <a:cubicBezTo>
                    <a:pt x="1393" y="1930"/>
                    <a:pt x="1393" y="1931"/>
                    <a:pt x="1395" y="1931"/>
                  </a:cubicBezTo>
                  <a:cubicBezTo>
                    <a:pt x="1400" y="1931"/>
                    <a:pt x="1414" y="1928"/>
                    <a:pt x="1458" y="1906"/>
                  </a:cubicBezTo>
                  <a:cubicBezTo>
                    <a:pt x="1498" y="1890"/>
                    <a:pt x="1539" y="1874"/>
                    <a:pt x="1579" y="1857"/>
                  </a:cubicBezTo>
                  <a:lnTo>
                    <a:pt x="1579" y="1857"/>
                  </a:lnTo>
                  <a:cubicBezTo>
                    <a:pt x="1539" y="1874"/>
                    <a:pt x="1498" y="1898"/>
                    <a:pt x="1458" y="1914"/>
                  </a:cubicBezTo>
                  <a:cubicBezTo>
                    <a:pt x="1458" y="1922"/>
                    <a:pt x="1401" y="1946"/>
                    <a:pt x="1401" y="1946"/>
                  </a:cubicBezTo>
                  <a:cubicBezTo>
                    <a:pt x="1325" y="1975"/>
                    <a:pt x="1318" y="1987"/>
                    <a:pt x="1339" y="1987"/>
                  </a:cubicBezTo>
                  <a:cubicBezTo>
                    <a:pt x="1354" y="1987"/>
                    <a:pt x="1382" y="1981"/>
                    <a:pt x="1409" y="1971"/>
                  </a:cubicBezTo>
                  <a:cubicBezTo>
                    <a:pt x="1463" y="1953"/>
                    <a:pt x="1493" y="1943"/>
                    <a:pt x="1499" y="1943"/>
                  </a:cubicBezTo>
                  <a:cubicBezTo>
                    <a:pt x="1507" y="1943"/>
                    <a:pt x="1477" y="1959"/>
                    <a:pt x="1409" y="1995"/>
                  </a:cubicBezTo>
                  <a:cubicBezTo>
                    <a:pt x="1373" y="2012"/>
                    <a:pt x="1359" y="2019"/>
                    <a:pt x="1362" y="2019"/>
                  </a:cubicBezTo>
                  <a:cubicBezTo>
                    <a:pt x="1369" y="2019"/>
                    <a:pt x="1472" y="1977"/>
                    <a:pt x="1603" y="1914"/>
                  </a:cubicBezTo>
                  <a:lnTo>
                    <a:pt x="1782" y="1825"/>
                  </a:lnTo>
                  <a:lnTo>
                    <a:pt x="1603" y="1922"/>
                  </a:lnTo>
                  <a:cubicBezTo>
                    <a:pt x="1452" y="2003"/>
                    <a:pt x="1395" y="2037"/>
                    <a:pt x="1405" y="2037"/>
                  </a:cubicBezTo>
                  <a:cubicBezTo>
                    <a:pt x="1411" y="2037"/>
                    <a:pt x="1441" y="2025"/>
                    <a:pt x="1490" y="2003"/>
                  </a:cubicBezTo>
                  <a:cubicBezTo>
                    <a:pt x="1520" y="1992"/>
                    <a:pt x="1536" y="1986"/>
                    <a:pt x="1539" y="1986"/>
                  </a:cubicBezTo>
                  <a:cubicBezTo>
                    <a:pt x="1543" y="1986"/>
                    <a:pt x="1528" y="1994"/>
                    <a:pt x="1498" y="2011"/>
                  </a:cubicBezTo>
                  <a:cubicBezTo>
                    <a:pt x="1433" y="2052"/>
                    <a:pt x="1441" y="2052"/>
                    <a:pt x="1449" y="2068"/>
                  </a:cubicBezTo>
                  <a:cubicBezTo>
                    <a:pt x="1453" y="2076"/>
                    <a:pt x="1455" y="2081"/>
                    <a:pt x="1462" y="2081"/>
                  </a:cubicBezTo>
                  <a:cubicBezTo>
                    <a:pt x="1470" y="2081"/>
                    <a:pt x="1484" y="2074"/>
                    <a:pt x="1514" y="2052"/>
                  </a:cubicBezTo>
                  <a:lnTo>
                    <a:pt x="1522" y="2060"/>
                  </a:lnTo>
                  <a:cubicBezTo>
                    <a:pt x="1478" y="2097"/>
                    <a:pt x="1462" y="2113"/>
                    <a:pt x="1468" y="2113"/>
                  </a:cubicBezTo>
                  <a:cubicBezTo>
                    <a:pt x="1475" y="2113"/>
                    <a:pt x="1521" y="2083"/>
                    <a:pt x="1587" y="2036"/>
                  </a:cubicBezTo>
                  <a:lnTo>
                    <a:pt x="1587" y="2044"/>
                  </a:lnTo>
                  <a:lnTo>
                    <a:pt x="1530" y="2084"/>
                  </a:lnTo>
                  <a:cubicBezTo>
                    <a:pt x="1482" y="2125"/>
                    <a:pt x="1482" y="2133"/>
                    <a:pt x="1514" y="2173"/>
                  </a:cubicBezTo>
                  <a:cubicBezTo>
                    <a:pt x="1528" y="2191"/>
                    <a:pt x="1537" y="2202"/>
                    <a:pt x="1551" y="2202"/>
                  </a:cubicBezTo>
                  <a:cubicBezTo>
                    <a:pt x="1570" y="2202"/>
                    <a:pt x="1596" y="2181"/>
                    <a:pt x="1652" y="2125"/>
                  </a:cubicBezTo>
                  <a:cubicBezTo>
                    <a:pt x="1700" y="2077"/>
                    <a:pt x="1724" y="2053"/>
                    <a:pt x="1725" y="2053"/>
                  </a:cubicBezTo>
                  <a:lnTo>
                    <a:pt x="1725" y="2053"/>
                  </a:lnTo>
                  <a:cubicBezTo>
                    <a:pt x="1726" y="2053"/>
                    <a:pt x="1702" y="2079"/>
                    <a:pt x="1652" y="2133"/>
                  </a:cubicBezTo>
                  <a:cubicBezTo>
                    <a:pt x="1623" y="2168"/>
                    <a:pt x="1589" y="2208"/>
                    <a:pt x="1591" y="2208"/>
                  </a:cubicBezTo>
                  <a:cubicBezTo>
                    <a:pt x="1592" y="2208"/>
                    <a:pt x="1598" y="2203"/>
                    <a:pt x="1612" y="2190"/>
                  </a:cubicBezTo>
                  <a:lnTo>
                    <a:pt x="1612" y="2190"/>
                  </a:lnTo>
                  <a:cubicBezTo>
                    <a:pt x="1612" y="2190"/>
                    <a:pt x="1620" y="2198"/>
                    <a:pt x="1579" y="2246"/>
                  </a:cubicBezTo>
                  <a:cubicBezTo>
                    <a:pt x="1545" y="2303"/>
                    <a:pt x="1538" y="2323"/>
                    <a:pt x="1543" y="2323"/>
                  </a:cubicBezTo>
                  <a:cubicBezTo>
                    <a:pt x="1550" y="2323"/>
                    <a:pt x="1574" y="2297"/>
                    <a:pt x="1595" y="2271"/>
                  </a:cubicBezTo>
                  <a:cubicBezTo>
                    <a:pt x="1630" y="2223"/>
                    <a:pt x="1642" y="2205"/>
                    <a:pt x="1643" y="2205"/>
                  </a:cubicBezTo>
                  <a:lnTo>
                    <a:pt x="1643" y="2205"/>
                  </a:lnTo>
                  <a:cubicBezTo>
                    <a:pt x="1644" y="2205"/>
                    <a:pt x="1622" y="2238"/>
                    <a:pt x="1603" y="2271"/>
                  </a:cubicBezTo>
                  <a:cubicBezTo>
                    <a:pt x="1575" y="2317"/>
                    <a:pt x="1546" y="2359"/>
                    <a:pt x="1549" y="2359"/>
                  </a:cubicBezTo>
                  <a:cubicBezTo>
                    <a:pt x="1550" y="2359"/>
                    <a:pt x="1557" y="2352"/>
                    <a:pt x="1571" y="2336"/>
                  </a:cubicBezTo>
                  <a:cubicBezTo>
                    <a:pt x="1591" y="2311"/>
                    <a:pt x="1620" y="2291"/>
                    <a:pt x="1633" y="2291"/>
                  </a:cubicBezTo>
                  <a:cubicBezTo>
                    <a:pt x="1646" y="2291"/>
                    <a:pt x="1644" y="2311"/>
                    <a:pt x="1603" y="2368"/>
                  </a:cubicBezTo>
                  <a:lnTo>
                    <a:pt x="1620" y="2376"/>
                  </a:lnTo>
                  <a:cubicBezTo>
                    <a:pt x="1645" y="2332"/>
                    <a:pt x="1660" y="2327"/>
                    <a:pt x="1670" y="2327"/>
                  </a:cubicBezTo>
                  <a:cubicBezTo>
                    <a:pt x="1672" y="2327"/>
                    <a:pt x="1675" y="2328"/>
                    <a:pt x="1676" y="2328"/>
                  </a:cubicBezTo>
                  <a:cubicBezTo>
                    <a:pt x="1685" y="2336"/>
                    <a:pt x="1693" y="2344"/>
                    <a:pt x="1660" y="2401"/>
                  </a:cubicBezTo>
                  <a:cubicBezTo>
                    <a:pt x="1639" y="2430"/>
                    <a:pt x="1631" y="2444"/>
                    <a:pt x="1634" y="2444"/>
                  </a:cubicBezTo>
                  <a:cubicBezTo>
                    <a:pt x="1637" y="2444"/>
                    <a:pt x="1649" y="2432"/>
                    <a:pt x="1668" y="2409"/>
                  </a:cubicBezTo>
                  <a:cubicBezTo>
                    <a:pt x="1669" y="2409"/>
                    <a:pt x="1669" y="2409"/>
                    <a:pt x="1669" y="2409"/>
                  </a:cubicBezTo>
                  <a:cubicBezTo>
                    <a:pt x="1680" y="2409"/>
                    <a:pt x="1738" y="2303"/>
                    <a:pt x="1748" y="2303"/>
                  </a:cubicBezTo>
                  <a:cubicBezTo>
                    <a:pt x="1749" y="2303"/>
                    <a:pt x="1749" y="2303"/>
                    <a:pt x="1749" y="2303"/>
                  </a:cubicBezTo>
                  <a:cubicBezTo>
                    <a:pt x="1766" y="2263"/>
                    <a:pt x="1790" y="2222"/>
                    <a:pt x="1822" y="2182"/>
                  </a:cubicBezTo>
                  <a:lnTo>
                    <a:pt x="1822" y="2182"/>
                  </a:lnTo>
                  <a:lnTo>
                    <a:pt x="1790" y="2246"/>
                  </a:lnTo>
                  <a:cubicBezTo>
                    <a:pt x="1758" y="2303"/>
                    <a:pt x="1725" y="2368"/>
                    <a:pt x="1725" y="2368"/>
                  </a:cubicBezTo>
                  <a:cubicBezTo>
                    <a:pt x="1727" y="2368"/>
                    <a:pt x="1728" y="2368"/>
                    <a:pt x="1730" y="2368"/>
                  </a:cubicBezTo>
                  <a:cubicBezTo>
                    <a:pt x="1737" y="2368"/>
                    <a:pt x="1746" y="2363"/>
                    <a:pt x="1766" y="2311"/>
                  </a:cubicBezTo>
                  <a:lnTo>
                    <a:pt x="1766" y="2311"/>
                  </a:lnTo>
                  <a:cubicBezTo>
                    <a:pt x="1741" y="2376"/>
                    <a:pt x="1749" y="2384"/>
                    <a:pt x="1758" y="2384"/>
                  </a:cubicBezTo>
                  <a:cubicBezTo>
                    <a:pt x="1763" y="2387"/>
                    <a:pt x="1767" y="2390"/>
                    <a:pt x="1772" y="2390"/>
                  </a:cubicBezTo>
                  <a:cubicBezTo>
                    <a:pt x="1782" y="2390"/>
                    <a:pt x="1793" y="2379"/>
                    <a:pt x="1814" y="2336"/>
                  </a:cubicBezTo>
                  <a:lnTo>
                    <a:pt x="1814" y="2336"/>
                  </a:lnTo>
                  <a:cubicBezTo>
                    <a:pt x="1788" y="2405"/>
                    <a:pt x="1790" y="2441"/>
                    <a:pt x="1803" y="2441"/>
                  </a:cubicBezTo>
                  <a:cubicBezTo>
                    <a:pt x="1815" y="2441"/>
                    <a:pt x="1836" y="2413"/>
                    <a:pt x="1855" y="2352"/>
                  </a:cubicBezTo>
                  <a:cubicBezTo>
                    <a:pt x="1866" y="2321"/>
                    <a:pt x="1874" y="2307"/>
                    <a:pt x="1877" y="2307"/>
                  </a:cubicBezTo>
                  <a:lnTo>
                    <a:pt x="1877" y="2307"/>
                  </a:lnTo>
                  <a:cubicBezTo>
                    <a:pt x="1881" y="2307"/>
                    <a:pt x="1880" y="2326"/>
                    <a:pt x="1871" y="2360"/>
                  </a:cubicBezTo>
                  <a:cubicBezTo>
                    <a:pt x="1863" y="2393"/>
                    <a:pt x="1859" y="2410"/>
                    <a:pt x="1860" y="2410"/>
                  </a:cubicBezTo>
                  <a:cubicBezTo>
                    <a:pt x="1861" y="2410"/>
                    <a:pt x="1867" y="2396"/>
                    <a:pt x="1879" y="2368"/>
                  </a:cubicBezTo>
                  <a:cubicBezTo>
                    <a:pt x="1886" y="2349"/>
                    <a:pt x="1890" y="2341"/>
                    <a:pt x="1891" y="2341"/>
                  </a:cubicBezTo>
                  <a:lnTo>
                    <a:pt x="1891" y="2341"/>
                  </a:lnTo>
                  <a:cubicBezTo>
                    <a:pt x="1895" y="2341"/>
                    <a:pt x="1885" y="2389"/>
                    <a:pt x="1879" y="2441"/>
                  </a:cubicBezTo>
                  <a:cubicBezTo>
                    <a:pt x="1864" y="2520"/>
                    <a:pt x="1862" y="2554"/>
                    <a:pt x="1867" y="2554"/>
                  </a:cubicBezTo>
                  <a:cubicBezTo>
                    <a:pt x="1871" y="2554"/>
                    <a:pt x="1878" y="2540"/>
                    <a:pt x="1887" y="2514"/>
                  </a:cubicBezTo>
                  <a:cubicBezTo>
                    <a:pt x="1907" y="2462"/>
                    <a:pt x="1916" y="2457"/>
                    <a:pt x="1923" y="2457"/>
                  </a:cubicBezTo>
                  <a:cubicBezTo>
                    <a:pt x="1925" y="2457"/>
                    <a:pt x="1926" y="2457"/>
                    <a:pt x="1928" y="2457"/>
                  </a:cubicBezTo>
                  <a:cubicBezTo>
                    <a:pt x="1952" y="2417"/>
                    <a:pt x="1968" y="2368"/>
                    <a:pt x="1968" y="2319"/>
                  </a:cubicBezTo>
                  <a:cubicBezTo>
                    <a:pt x="1972" y="2304"/>
                    <a:pt x="1976" y="2288"/>
                    <a:pt x="1980" y="2273"/>
                  </a:cubicBezTo>
                  <a:lnTo>
                    <a:pt x="1980" y="2273"/>
                  </a:lnTo>
                  <a:cubicBezTo>
                    <a:pt x="1978" y="2291"/>
                    <a:pt x="1976" y="2309"/>
                    <a:pt x="1976" y="2328"/>
                  </a:cubicBezTo>
                  <a:cubicBezTo>
                    <a:pt x="1976" y="2392"/>
                    <a:pt x="1985" y="2392"/>
                    <a:pt x="1993" y="2401"/>
                  </a:cubicBezTo>
                  <a:lnTo>
                    <a:pt x="2017" y="2401"/>
                  </a:lnTo>
                  <a:cubicBezTo>
                    <a:pt x="2021" y="2438"/>
                    <a:pt x="2025" y="2456"/>
                    <a:pt x="2029" y="2456"/>
                  </a:cubicBezTo>
                  <a:cubicBezTo>
                    <a:pt x="2033" y="2456"/>
                    <a:pt x="2037" y="2440"/>
                    <a:pt x="2041" y="2409"/>
                  </a:cubicBezTo>
                  <a:cubicBezTo>
                    <a:pt x="2049" y="2344"/>
                    <a:pt x="2041" y="2368"/>
                    <a:pt x="2049" y="2336"/>
                  </a:cubicBezTo>
                  <a:lnTo>
                    <a:pt x="2049" y="2336"/>
                  </a:lnTo>
                  <a:cubicBezTo>
                    <a:pt x="2045" y="2409"/>
                    <a:pt x="2064" y="2447"/>
                    <a:pt x="2083" y="2447"/>
                  </a:cubicBezTo>
                  <a:cubicBezTo>
                    <a:pt x="2100" y="2447"/>
                    <a:pt x="2119" y="2417"/>
                    <a:pt x="2122" y="2352"/>
                  </a:cubicBezTo>
                  <a:lnTo>
                    <a:pt x="2122" y="2417"/>
                  </a:lnTo>
                  <a:cubicBezTo>
                    <a:pt x="2122" y="2490"/>
                    <a:pt x="2130" y="2490"/>
                    <a:pt x="2139" y="2490"/>
                  </a:cubicBezTo>
                  <a:cubicBezTo>
                    <a:pt x="2147" y="2490"/>
                    <a:pt x="2171" y="2417"/>
                    <a:pt x="2187" y="2417"/>
                  </a:cubicBezTo>
                  <a:cubicBezTo>
                    <a:pt x="2220" y="2417"/>
                    <a:pt x="2236" y="2417"/>
                    <a:pt x="2228" y="2352"/>
                  </a:cubicBezTo>
                  <a:cubicBezTo>
                    <a:pt x="2236" y="2352"/>
                    <a:pt x="2236" y="2352"/>
                    <a:pt x="2244" y="2417"/>
                  </a:cubicBezTo>
                  <a:cubicBezTo>
                    <a:pt x="2244" y="2490"/>
                    <a:pt x="2252" y="2490"/>
                    <a:pt x="2260" y="2490"/>
                  </a:cubicBezTo>
                  <a:cubicBezTo>
                    <a:pt x="2260" y="2441"/>
                    <a:pt x="2252" y="2392"/>
                    <a:pt x="2244" y="2352"/>
                  </a:cubicBezTo>
                  <a:cubicBezTo>
                    <a:pt x="2240" y="2319"/>
                    <a:pt x="2240" y="2303"/>
                    <a:pt x="2243" y="2303"/>
                  </a:cubicBezTo>
                  <a:lnTo>
                    <a:pt x="2243" y="2303"/>
                  </a:lnTo>
                  <a:cubicBezTo>
                    <a:pt x="2246" y="2303"/>
                    <a:pt x="2252" y="2319"/>
                    <a:pt x="2260" y="2352"/>
                  </a:cubicBezTo>
                  <a:cubicBezTo>
                    <a:pt x="2272" y="2384"/>
                    <a:pt x="2287" y="2401"/>
                    <a:pt x="2297" y="2401"/>
                  </a:cubicBezTo>
                  <a:cubicBezTo>
                    <a:pt x="2307" y="2401"/>
                    <a:pt x="2313" y="2384"/>
                    <a:pt x="2309" y="2352"/>
                  </a:cubicBezTo>
                  <a:cubicBezTo>
                    <a:pt x="2310" y="2352"/>
                    <a:pt x="2312" y="2352"/>
                    <a:pt x="2313" y="2352"/>
                  </a:cubicBezTo>
                  <a:cubicBezTo>
                    <a:pt x="2317" y="2352"/>
                    <a:pt x="2320" y="2357"/>
                    <a:pt x="2333" y="2417"/>
                  </a:cubicBezTo>
                  <a:cubicBezTo>
                    <a:pt x="2347" y="2453"/>
                    <a:pt x="2363" y="2487"/>
                    <a:pt x="2370" y="2487"/>
                  </a:cubicBezTo>
                  <a:cubicBezTo>
                    <a:pt x="2376" y="2487"/>
                    <a:pt x="2376" y="2466"/>
                    <a:pt x="2366" y="2409"/>
                  </a:cubicBezTo>
                  <a:cubicBezTo>
                    <a:pt x="2368" y="2407"/>
                    <a:pt x="2369" y="2405"/>
                    <a:pt x="2371" y="2405"/>
                  </a:cubicBezTo>
                  <a:cubicBezTo>
                    <a:pt x="2375" y="2405"/>
                    <a:pt x="2378" y="2419"/>
                    <a:pt x="2390" y="2473"/>
                  </a:cubicBezTo>
                  <a:cubicBezTo>
                    <a:pt x="2404" y="2510"/>
                    <a:pt x="2417" y="2547"/>
                    <a:pt x="2421" y="2547"/>
                  </a:cubicBezTo>
                  <a:cubicBezTo>
                    <a:pt x="2424" y="2547"/>
                    <a:pt x="2420" y="2525"/>
                    <a:pt x="2406" y="2465"/>
                  </a:cubicBezTo>
                  <a:cubicBezTo>
                    <a:pt x="2402" y="2431"/>
                    <a:pt x="2404" y="2412"/>
                    <a:pt x="2414" y="2412"/>
                  </a:cubicBezTo>
                  <a:cubicBezTo>
                    <a:pt x="2422" y="2412"/>
                    <a:pt x="2436" y="2427"/>
                    <a:pt x="2455" y="2457"/>
                  </a:cubicBezTo>
                  <a:cubicBezTo>
                    <a:pt x="2455" y="2457"/>
                    <a:pt x="2463" y="2449"/>
                    <a:pt x="2439" y="2392"/>
                  </a:cubicBezTo>
                  <a:lnTo>
                    <a:pt x="2414" y="2328"/>
                  </a:lnTo>
                  <a:lnTo>
                    <a:pt x="2414" y="2328"/>
                  </a:lnTo>
                  <a:cubicBezTo>
                    <a:pt x="2442" y="2387"/>
                    <a:pt x="2456" y="2418"/>
                    <a:pt x="2459" y="2418"/>
                  </a:cubicBezTo>
                  <a:cubicBezTo>
                    <a:pt x="2461" y="2418"/>
                    <a:pt x="2451" y="2385"/>
                    <a:pt x="2430" y="2319"/>
                  </a:cubicBezTo>
                  <a:lnTo>
                    <a:pt x="2430" y="2319"/>
                  </a:lnTo>
                  <a:cubicBezTo>
                    <a:pt x="2463" y="2384"/>
                    <a:pt x="2471" y="2384"/>
                    <a:pt x="2471" y="2384"/>
                  </a:cubicBezTo>
                  <a:cubicBezTo>
                    <a:pt x="2479" y="2384"/>
                    <a:pt x="2479" y="2311"/>
                    <a:pt x="2503" y="2295"/>
                  </a:cubicBezTo>
                  <a:cubicBezTo>
                    <a:pt x="2544" y="2279"/>
                    <a:pt x="2560" y="2271"/>
                    <a:pt x="2528" y="2214"/>
                  </a:cubicBezTo>
                  <a:cubicBezTo>
                    <a:pt x="2511" y="2181"/>
                    <a:pt x="2503" y="2164"/>
                    <a:pt x="2505" y="2164"/>
                  </a:cubicBezTo>
                  <a:lnTo>
                    <a:pt x="2505" y="2164"/>
                  </a:lnTo>
                  <a:cubicBezTo>
                    <a:pt x="2506" y="2164"/>
                    <a:pt x="2516" y="2178"/>
                    <a:pt x="2536" y="2206"/>
                  </a:cubicBezTo>
                  <a:cubicBezTo>
                    <a:pt x="2567" y="2250"/>
                    <a:pt x="2579" y="2255"/>
                    <a:pt x="2587" y="2255"/>
                  </a:cubicBezTo>
                  <a:cubicBezTo>
                    <a:pt x="2589" y="2255"/>
                    <a:pt x="2591" y="2255"/>
                    <a:pt x="2593" y="2255"/>
                  </a:cubicBezTo>
                  <a:cubicBezTo>
                    <a:pt x="2593" y="2255"/>
                    <a:pt x="2593" y="2254"/>
                    <a:pt x="2594" y="2254"/>
                  </a:cubicBezTo>
                  <a:cubicBezTo>
                    <a:pt x="2598" y="2254"/>
                    <a:pt x="2610" y="2259"/>
                    <a:pt x="2641" y="2303"/>
                  </a:cubicBezTo>
                  <a:cubicBezTo>
                    <a:pt x="2609" y="2247"/>
                    <a:pt x="2609" y="2246"/>
                    <a:pt x="2609" y="2246"/>
                  </a:cubicBezTo>
                  <a:lnTo>
                    <a:pt x="2609" y="2246"/>
                  </a:lnTo>
                  <a:cubicBezTo>
                    <a:pt x="2628" y="2270"/>
                    <a:pt x="2640" y="2282"/>
                    <a:pt x="2643" y="2282"/>
                  </a:cubicBezTo>
                  <a:cubicBezTo>
                    <a:pt x="2646" y="2282"/>
                    <a:pt x="2638" y="2268"/>
                    <a:pt x="2617" y="2238"/>
                  </a:cubicBezTo>
                  <a:cubicBezTo>
                    <a:pt x="2576" y="2181"/>
                    <a:pt x="2555" y="2152"/>
                    <a:pt x="2557" y="2152"/>
                  </a:cubicBezTo>
                  <a:lnTo>
                    <a:pt x="2557" y="2152"/>
                  </a:lnTo>
                  <a:cubicBezTo>
                    <a:pt x="2559" y="2152"/>
                    <a:pt x="2581" y="2179"/>
                    <a:pt x="2625" y="2230"/>
                  </a:cubicBezTo>
                  <a:cubicBezTo>
                    <a:pt x="2653" y="2269"/>
                    <a:pt x="2688" y="2301"/>
                    <a:pt x="2692" y="2301"/>
                  </a:cubicBezTo>
                  <a:cubicBezTo>
                    <a:pt x="2694" y="2301"/>
                    <a:pt x="2689" y="2294"/>
                    <a:pt x="2674" y="2279"/>
                  </a:cubicBezTo>
                  <a:cubicBezTo>
                    <a:pt x="2633" y="2222"/>
                    <a:pt x="2641" y="2214"/>
                    <a:pt x="2601" y="2165"/>
                  </a:cubicBezTo>
                  <a:cubicBezTo>
                    <a:pt x="2603" y="2163"/>
                    <a:pt x="2605" y="2161"/>
                    <a:pt x="2607" y="2161"/>
                  </a:cubicBezTo>
                  <a:cubicBezTo>
                    <a:pt x="2613" y="2161"/>
                    <a:pt x="2623" y="2171"/>
                    <a:pt x="2657" y="2206"/>
                  </a:cubicBezTo>
                  <a:cubicBezTo>
                    <a:pt x="2669" y="2217"/>
                    <a:pt x="2676" y="2222"/>
                    <a:pt x="2680" y="2222"/>
                  </a:cubicBezTo>
                  <a:cubicBezTo>
                    <a:pt x="2694" y="2222"/>
                    <a:pt x="2672" y="2170"/>
                    <a:pt x="2641" y="2133"/>
                  </a:cubicBezTo>
                  <a:lnTo>
                    <a:pt x="2641" y="2133"/>
                  </a:lnTo>
                  <a:cubicBezTo>
                    <a:pt x="2690" y="2173"/>
                    <a:pt x="2698" y="2173"/>
                    <a:pt x="2706" y="2173"/>
                  </a:cubicBezTo>
                  <a:cubicBezTo>
                    <a:pt x="2691" y="2155"/>
                    <a:pt x="2685" y="2148"/>
                    <a:pt x="2686" y="2148"/>
                  </a:cubicBezTo>
                  <a:lnTo>
                    <a:pt x="2686" y="2148"/>
                  </a:lnTo>
                  <a:cubicBezTo>
                    <a:pt x="2689" y="2148"/>
                    <a:pt x="2722" y="2181"/>
                    <a:pt x="2755" y="2214"/>
                  </a:cubicBezTo>
                  <a:cubicBezTo>
                    <a:pt x="2785" y="2244"/>
                    <a:pt x="2800" y="2253"/>
                    <a:pt x="2808" y="2253"/>
                  </a:cubicBezTo>
                  <a:cubicBezTo>
                    <a:pt x="2813" y="2253"/>
                    <a:pt x="2817" y="2250"/>
                    <a:pt x="2820" y="2246"/>
                  </a:cubicBezTo>
                  <a:cubicBezTo>
                    <a:pt x="2779" y="2198"/>
                    <a:pt x="2787" y="2182"/>
                    <a:pt x="2803" y="2165"/>
                  </a:cubicBezTo>
                  <a:cubicBezTo>
                    <a:pt x="2828" y="2141"/>
                    <a:pt x="2771" y="2092"/>
                    <a:pt x="2666" y="2011"/>
                  </a:cubicBezTo>
                  <a:lnTo>
                    <a:pt x="2560" y="1930"/>
                  </a:lnTo>
                  <a:lnTo>
                    <a:pt x="2560" y="1930"/>
                  </a:lnTo>
                  <a:lnTo>
                    <a:pt x="2674" y="2003"/>
                  </a:lnTo>
                  <a:lnTo>
                    <a:pt x="2844" y="2109"/>
                  </a:lnTo>
                  <a:cubicBezTo>
                    <a:pt x="2812" y="2084"/>
                    <a:pt x="2771" y="2052"/>
                    <a:pt x="2730" y="2036"/>
                  </a:cubicBezTo>
                  <a:cubicBezTo>
                    <a:pt x="2698" y="2013"/>
                    <a:pt x="2687" y="2003"/>
                    <a:pt x="2695" y="2003"/>
                  </a:cubicBezTo>
                  <a:cubicBezTo>
                    <a:pt x="2701" y="2003"/>
                    <a:pt x="2718" y="2009"/>
                    <a:pt x="2747" y="2019"/>
                  </a:cubicBezTo>
                  <a:cubicBezTo>
                    <a:pt x="2774" y="2033"/>
                    <a:pt x="2791" y="2039"/>
                    <a:pt x="2798" y="2039"/>
                  </a:cubicBezTo>
                  <a:cubicBezTo>
                    <a:pt x="2807" y="2039"/>
                    <a:pt x="2796" y="2027"/>
                    <a:pt x="2763" y="2003"/>
                  </a:cubicBezTo>
                  <a:cubicBezTo>
                    <a:pt x="2763" y="2003"/>
                    <a:pt x="2763" y="2002"/>
                    <a:pt x="2767" y="2002"/>
                  </a:cubicBezTo>
                  <a:cubicBezTo>
                    <a:pt x="2773" y="2002"/>
                    <a:pt x="2789" y="2005"/>
                    <a:pt x="2828" y="2019"/>
                  </a:cubicBezTo>
                  <a:cubicBezTo>
                    <a:pt x="2836" y="2019"/>
                    <a:pt x="2836" y="2019"/>
                    <a:pt x="2771" y="1987"/>
                  </a:cubicBezTo>
                  <a:cubicBezTo>
                    <a:pt x="2737" y="1967"/>
                    <a:pt x="2723" y="1957"/>
                    <a:pt x="2732" y="1957"/>
                  </a:cubicBezTo>
                  <a:cubicBezTo>
                    <a:pt x="2738" y="1957"/>
                    <a:pt x="2754" y="1961"/>
                    <a:pt x="2779" y="1971"/>
                  </a:cubicBezTo>
                  <a:cubicBezTo>
                    <a:pt x="2837" y="1998"/>
                    <a:pt x="2869" y="2008"/>
                    <a:pt x="2881" y="2008"/>
                  </a:cubicBezTo>
                  <a:cubicBezTo>
                    <a:pt x="2894" y="2008"/>
                    <a:pt x="2882" y="1996"/>
                    <a:pt x="2852" y="1979"/>
                  </a:cubicBezTo>
                  <a:cubicBezTo>
                    <a:pt x="2787" y="1955"/>
                    <a:pt x="2787" y="1946"/>
                    <a:pt x="2795" y="1946"/>
                  </a:cubicBezTo>
                  <a:cubicBezTo>
                    <a:pt x="2795" y="1938"/>
                    <a:pt x="2803" y="1930"/>
                    <a:pt x="2739" y="1898"/>
                  </a:cubicBezTo>
                  <a:lnTo>
                    <a:pt x="2747" y="1890"/>
                  </a:lnTo>
                  <a:cubicBezTo>
                    <a:pt x="2747" y="1890"/>
                    <a:pt x="2812" y="1914"/>
                    <a:pt x="2803" y="1922"/>
                  </a:cubicBezTo>
                  <a:lnTo>
                    <a:pt x="2868" y="1946"/>
                  </a:lnTo>
                  <a:cubicBezTo>
                    <a:pt x="2876" y="1930"/>
                    <a:pt x="2876" y="1930"/>
                    <a:pt x="2820" y="1898"/>
                  </a:cubicBezTo>
                  <a:cubicBezTo>
                    <a:pt x="2759" y="1870"/>
                    <a:pt x="2729" y="1858"/>
                    <a:pt x="2728" y="1857"/>
                  </a:cubicBezTo>
                  <a:lnTo>
                    <a:pt x="2728" y="1857"/>
                  </a:lnTo>
                  <a:cubicBezTo>
                    <a:pt x="2729" y="1858"/>
                    <a:pt x="2759" y="1870"/>
                    <a:pt x="2820" y="1890"/>
                  </a:cubicBezTo>
                  <a:cubicBezTo>
                    <a:pt x="2862" y="1906"/>
                    <a:pt x="2905" y="1922"/>
                    <a:pt x="2913" y="1922"/>
                  </a:cubicBezTo>
                  <a:cubicBezTo>
                    <a:pt x="2917" y="1922"/>
                    <a:pt x="2912" y="1917"/>
                    <a:pt x="2893" y="1906"/>
                  </a:cubicBezTo>
                  <a:cubicBezTo>
                    <a:pt x="2831" y="1883"/>
                    <a:pt x="2815" y="1874"/>
                    <a:pt x="2822" y="1874"/>
                  </a:cubicBezTo>
                  <a:cubicBezTo>
                    <a:pt x="2830" y="1874"/>
                    <a:pt x="2867" y="1885"/>
                    <a:pt x="2901" y="1898"/>
                  </a:cubicBezTo>
                  <a:cubicBezTo>
                    <a:pt x="2955" y="1920"/>
                    <a:pt x="2985" y="1932"/>
                    <a:pt x="2991" y="1932"/>
                  </a:cubicBezTo>
                  <a:cubicBezTo>
                    <a:pt x="2998" y="1932"/>
                    <a:pt x="2968" y="1914"/>
                    <a:pt x="2901" y="1874"/>
                  </a:cubicBezTo>
                  <a:cubicBezTo>
                    <a:pt x="2909" y="1865"/>
                    <a:pt x="2852" y="1825"/>
                    <a:pt x="2860" y="1809"/>
                  </a:cubicBezTo>
                  <a:cubicBezTo>
                    <a:pt x="2860" y="1789"/>
                    <a:pt x="2866" y="1774"/>
                    <a:pt x="2908" y="1774"/>
                  </a:cubicBezTo>
                  <a:cubicBezTo>
                    <a:pt x="2911" y="1774"/>
                    <a:pt x="2914" y="1774"/>
                    <a:pt x="2917" y="1774"/>
                  </a:cubicBezTo>
                  <a:lnTo>
                    <a:pt x="2917" y="1774"/>
                  </a:lnTo>
                  <a:cubicBezTo>
                    <a:pt x="2872" y="1763"/>
                    <a:pt x="2876" y="1755"/>
                    <a:pt x="2876" y="1744"/>
                  </a:cubicBezTo>
                  <a:cubicBezTo>
                    <a:pt x="2949" y="1736"/>
                    <a:pt x="2884" y="1711"/>
                    <a:pt x="2820" y="1695"/>
                  </a:cubicBezTo>
                  <a:cubicBezTo>
                    <a:pt x="2820" y="1703"/>
                    <a:pt x="2820" y="1711"/>
                    <a:pt x="2820" y="1711"/>
                  </a:cubicBezTo>
                  <a:cubicBezTo>
                    <a:pt x="2682" y="1687"/>
                    <a:pt x="2682" y="1687"/>
                    <a:pt x="2755" y="1687"/>
                  </a:cubicBezTo>
                  <a:cubicBezTo>
                    <a:pt x="2795" y="1687"/>
                    <a:pt x="2844" y="1687"/>
                    <a:pt x="2884" y="1695"/>
                  </a:cubicBezTo>
                  <a:cubicBezTo>
                    <a:pt x="2933" y="1703"/>
                    <a:pt x="2982" y="1703"/>
                    <a:pt x="3022" y="1703"/>
                  </a:cubicBezTo>
                  <a:cubicBezTo>
                    <a:pt x="3030" y="1695"/>
                    <a:pt x="3030" y="1687"/>
                    <a:pt x="2957" y="1687"/>
                  </a:cubicBezTo>
                  <a:cubicBezTo>
                    <a:pt x="2893" y="1679"/>
                    <a:pt x="2893" y="1679"/>
                    <a:pt x="2893" y="1671"/>
                  </a:cubicBezTo>
                  <a:cubicBezTo>
                    <a:pt x="2893" y="1663"/>
                    <a:pt x="2893" y="1663"/>
                    <a:pt x="2828" y="1646"/>
                  </a:cubicBezTo>
                  <a:cubicBezTo>
                    <a:pt x="2763" y="1646"/>
                    <a:pt x="2763" y="1638"/>
                    <a:pt x="2763" y="1630"/>
                  </a:cubicBezTo>
                  <a:cubicBezTo>
                    <a:pt x="2828" y="1630"/>
                    <a:pt x="2836" y="1622"/>
                    <a:pt x="2836" y="1622"/>
                  </a:cubicBezTo>
                  <a:lnTo>
                    <a:pt x="2901" y="1622"/>
                  </a:lnTo>
                  <a:cubicBezTo>
                    <a:pt x="2922" y="1625"/>
                    <a:pt x="2945" y="1626"/>
                    <a:pt x="2965" y="1626"/>
                  </a:cubicBezTo>
                  <a:cubicBezTo>
                    <a:pt x="3006" y="1626"/>
                    <a:pt x="3039" y="1622"/>
                    <a:pt x="3039" y="1622"/>
                  </a:cubicBezTo>
                  <a:cubicBezTo>
                    <a:pt x="3039" y="1614"/>
                    <a:pt x="2974" y="1614"/>
                    <a:pt x="2974" y="1614"/>
                  </a:cubicBezTo>
                  <a:cubicBezTo>
                    <a:pt x="2909" y="1614"/>
                    <a:pt x="2909" y="1468"/>
                    <a:pt x="2909" y="1444"/>
                  </a:cubicBezTo>
                  <a:cubicBezTo>
                    <a:pt x="2959" y="1431"/>
                    <a:pt x="2970" y="1414"/>
                    <a:pt x="2944" y="1414"/>
                  </a:cubicBezTo>
                  <a:cubicBezTo>
                    <a:pt x="2935" y="1414"/>
                    <a:pt x="2924" y="1416"/>
                    <a:pt x="2909" y="1419"/>
                  </a:cubicBezTo>
                  <a:cubicBezTo>
                    <a:pt x="2900" y="1421"/>
                    <a:pt x="2893" y="1421"/>
                    <a:pt x="2886" y="1421"/>
                  </a:cubicBezTo>
                  <a:cubicBezTo>
                    <a:pt x="2842" y="1421"/>
                    <a:pt x="2835" y="1399"/>
                    <a:pt x="2828" y="1371"/>
                  </a:cubicBezTo>
                  <a:cubicBezTo>
                    <a:pt x="2828" y="1340"/>
                    <a:pt x="2823" y="1314"/>
                    <a:pt x="2792" y="1314"/>
                  </a:cubicBezTo>
                  <a:cubicBezTo>
                    <a:pt x="2782" y="1314"/>
                    <a:pt x="2770" y="1316"/>
                    <a:pt x="2755" y="1322"/>
                  </a:cubicBezTo>
                  <a:cubicBezTo>
                    <a:pt x="2755" y="1322"/>
                    <a:pt x="2755" y="1314"/>
                    <a:pt x="2755" y="1306"/>
                  </a:cubicBezTo>
                  <a:cubicBezTo>
                    <a:pt x="2753" y="1304"/>
                    <a:pt x="2749" y="1304"/>
                    <a:pt x="2743" y="1304"/>
                  </a:cubicBezTo>
                  <a:cubicBezTo>
                    <a:pt x="2728" y="1304"/>
                    <a:pt x="2702" y="1308"/>
                    <a:pt x="2689" y="1308"/>
                  </a:cubicBezTo>
                  <a:cubicBezTo>
                    <a:pt x="2685" y="1308"/>
                    <a:pt x="2682" y="1308"/>
                    <a:pt x="2682" y="1306"/>
                  </a:cubicBezTo>
                  <a:cubicBezTo>
                    <a:pt x="2722" y="1290"/>
                    <a:pt x="2763" y="1265"/>
                    <a:pt x="2803" y="1249"/>
                  </a:cubicBezTo>
                  <a:cubicBezTo>
                    <a:pt x="2803" y="1246"/>
                    <a:pt x="2801" y="1245"/>
                    <a:pt x="2797" y="1245"/>
                  </a:cubicBezTo>
                  <a:cubicBezTo>
                    <a:pt x="2779" y="1245"/>
                    <a:pt x="2726" y="1270"/>
                    <a:pt x="2674" y="1290"/>
                  </a:cubicBezTo>
                  <a:cubicBezTo>
                    <a:pt x="2609" y="1314"/>
                    <a:pt x="2609" y="1314"/>
                    <a:pt x="2609" y="1314"/>
                  </a:cubicBezTo>
                  <a:cubicBezTo>
                    <a:pt x="2609" y="1306"/>
                    <a:pt x="2609" y="1306"/>
                    <a:pt x="2674" y="1282"/>
                  </a:cubicBezTo>
                  <a:lnTo>
                    <a:pt x="2795" y="1225"/>
                  </a:lnTo>
                  <a:lnTo>
                    <a:pt x="2795" y="1217"/>
                  </a:lnTo>
                  <a:cubicBezTo>
                    <a:pt x="2752" y="1238"/>
                    <a:pt x="2738" y="1242"/>
                    <a:pt x="2733" y="1242"/>
                  </a:cubicBezTo>
                  <a:cubicBezTo>
                    <a:pt x="2730" y="1242"/>
                    <a:pt x="2730" y="1241"/>
                    <a:pt x="2730" y="1241"/>
                  </a:cubicBezTo>
                  <a:cubicBezTo>
                    <a:pt x="2730" y="1233"/>
                    <a:pt x="2730" y="1233"/>
                    <a:pt x="2852" y="1176"/>
                  </a:cubicBezTo>
                  <a:cubicBezTo>
                    <a:pt x="2917" y="1146"/>
                    <a:pt x="2947" y="1129"/>
                    <a:pt x="2942" y="1129"/>
                  </a:cubicBezTo>
                  <a:cubicBezTo>
                    <a:pt x="2936" y="1129"/>
                    <a:pt x="2904" y="1142"/>
                    <a:pt x="2844" y="1168"/>
                  </a:cubicBezTo>
                  <a:lnTo>
                    <a:pt x="2779" y="1184"/>
                  </a:lnTo>
                  <a:cubicBezTo>
                    <a:pt x="2823" y="1161"/>
                    <a:pt x="2835" y="1152"/>
                    <a:pt x="2830" y="1152"/>
                  </a:cubicBezTo>
                  <a:cubicBezTo>
                    <a:pt x="2821" y="1152"/>
                    <a:pt x="2756" y="1180"/>
                    <a:pt x="2714" y="1201"/>
                  </a:cubicBezTo>
                  <a:cubicBezTo>
                    <a:pt x="2780" y="1161"/>
                    <a:pt x="2808" y="1140"/>
                    <a:pt x="2800" y="1140"/>
                  </a:cubicBezTo>
                  <a:cubicBezTo>
                    <a:pt x="2793" y="1140"/>
                    <a:pt x="2762" y="1155"/>
                    <a:pt x="2706" y="1184"/>
                  </a:cubicBezTo>
                  <a:cubicBezTo>
                    <a:pt x="2681" y="1199"/>
                    <a:pt x="2667" y="1205"/>
                    <a:pt x="2664" y="1205"/>
                  </a:cubicBezTo>
                  <a:cubicBezTo>
                    <a:pt x="2660" y="1205"/>
                    <a:pt x="2674" y="1194"/>
                    <a:pt x="2706" y="1176"/>
                  </a:cubicBezTo>
                  <a:cubicBezTo>
                    <a:pt x="2763" y="1136"/>
                    <a:pt x="2755" y="1128"/>
                    <a:pt x="2755" y="1119"/>
                  </a:cubicBezTo>
                  <a:lnTo>
                    <a:pt x="2755" y="1119"/>
                  </a:lnTo>
                  <a:cubicBezTo>
                    <a:pt x="2736" y="1129"/>
                    <a:pt x="2722" y="1133"/>
                    <a:pt x="2710" y="1133"/>
                  </a:cubicBezTo>
                  <a:cubicBezTo>
                    <a:pt x="2681" y="1133"/>
                    <a:pt x="2669" y="1108"/>
                    <a:pt x="2657" y="1079"/>
                  </a:cubicBezTo>
                  <a:cubicBezTo>
                    <a:pt x="2639" y="1056"/>
                    <a:pt x="2623" y="1041"/>
                    <a:pt x="2606" y="1041"/>
                  </a:cubicBezTo>
                  <a:cubicBezTo>
                    <a:pt x="2592" y="1041"/>
                    <a:pt x="2578" y="1050"/>
                    <a:pt x="2560" y="1071"/>
                  </a:cubicBezTo>
                  <a:cubicBezTo>
                    <a:pt x="2552" y="1071"/>
                    <a:pt x="2552" y="1071"/>
                    <a:pt x="2601" y="1014"/>
                  </a:cubicBezTo>
                  <a:cubicBezTo>
                    <a:pt x="2619" y="993"/>
                    <a:pt x="2629" y="979"/>
                    <a:pt x="2626" y="979"/>
                  </a:cubicBezTo>
                  <a:lnTo>
                    <a:pt x="2626" y="979"/>
                  </a:lnTo>
                  <a:cubicBezTo>
                    <a:pt x="2622" y="979"/>
                    <a:pt x="2598" y="1000"/>
                    <a:pt x="2544" y="1055"/>
                  </a:cubicBezTo>
                  <a:cubicBezTo>
                    <a:pt x="2585" y="1006"/>
                    <a:pt x="2585" y="990"/>
                    <a:pt x="2568" y="974"/>
                  </a:cubicBezTo>
                  <a:cubicBezTo>
                    <a:pt x="2565" y="970"/>
                    <a:pt x="2560" y="967"/>
                    <a:pt x="2553" y="967"/>
                  </a:cubicBezTo>
                  <a:cubicBezTo>
                    <a:pt x="2541" y="967"/>
                    <a:pt x="2524" y="976"/>
                    <a:pt x="2503" y="1006"/>
                  </a:cubicBezTo>
                  <a:cubicBezTo>
                    <a:pt x="2479" y="1034"/>
                    <a:pt x="2467" y="1049"/>
                    <a:pt x="2466" y="1049"/>
                  </a:cubicBezTo>
                  <a:cubicBezTo>
                    <a:pt x="2465" y="1049"/>
                    <a:pt x="2475" y="1034"/>
                    <a:pt x="2495" y="1006"/>
                  </a:cubicBezTo>
                  <a:cubicBezTo>
                    <a:pt x="2549" y="937"/>
                    <a:pt x="2574" y="878"/>
                    <a:pt x="2560" y="878"/>
                  </a:cubicBezTo>
                  <a:cubicBezTo>
                    <a:pt x="2552" y="878"/>
                    <a:pt x="2534" y="894"/>
                    <a:pt x="2503" y="933"/>
                  </a:cubicBezTo>
                  <a:cubicBezTo>
                    <a:pt x="2503" y="925"/>
                    <a:pt x="2495" y="925"/>
                    <a:pt x="2528" y="860"/>
                  </a:cubicBezTo>
                  <a:lnTo>
                    <a:pt x="2528" y="860"/>
                  </a:lnTo>
                  <a:cubicBezTo>
                    <a:pt x="2528" y="860"/>
                    <a:pt x="2520" y="860"/>
                    <a:pt x="2479" y="909"/>
                  </a:cubicBezTo>
                  <a:lnTo>
                    <a:pt x="2447" y="884"/>
                  </a:lnTo>
                  <a:cubicBezTo>
                    <a:pt x="2446" y="884"/>
                    <a:pt x="2445" y="884"/>
                    <a:pt x="2444" y="884"/>
                  </a:cubicBezTo>
                  <a:cubicBezTo>
                    <a:pt x="2427" y="884"/>
                    <a:pt x="2398" y="941"/>
                    <a:pt x="2398" y="941"/>
                  </a:cubicBezTo>
                  <a:lnTo>
                    <a:pt x="2390" y="941"/>
                  </a:lnTo>
                  <a:cubicBezTo>
                    <a:pt x="2422" y="876"/>
                    <a:pt x="2390" y="860"/>
                    <a:pt x="2357" y="852"/>
                  </a:cubicBezTo>
                  <a:cubicBezTo>
                    <a:pt x="2317" y="836"/>
                    <a:pt x="2293" y="795"/>
                    <a:pt x="2301" y="755"/>
                  </a:cubicBezTo>
                  <a:lnTo>
                    <a:pt x="2301" y="755"/>
                  </a:lnTo>
                  <a:cubicBezTo>
                    <a:pt x="2301" y="755"/>
                    <a:pt x="2293" y="755"/>
                    <a:pt x="2276" y="819"/>
                  </a:cubicBezTo>
                  <a:cubicBezTo>
                    <a:pt x="2257" y="895"/>
                    <a:pt x="2250" y="927"/>
                    <a:pt x="2246" y="927"/>
                  </a:cubicBezTo>
                  <a:cubicBezTo>
                    <a:pt x="2244" y="927"/>
                    <a:pt x="2244" y="911"/>
                    <a:pt x="2244" y="884"/>
                  </a:cubicBezTo>
                  <a:cubicBezTo>
                    <a:pt x="2252" y="813"/>
                    <a:pt x="2250" y="777"/>
                    <a:pt x="2242" y="777"/>
                  </a:cubicBezTo>
                  <a:cubicBezTo>
                    <a:pt x="2237" y="777"/>
                    <a:pt x="2228" y="797"/>
                    <a:pt x="2219" y="839"/>
                  </a:cubicBezTo>
                  <a:lnTo>
                    <a:pt x="2219" y="839"/>
                  </a:lnTo>
                  <a:cubicBezTo>
                    <a:pt x="2220" y="832"/>
                    <a:pt x="2220" y="826"/>
                    <a:pt x="2220" y="811"/>
                  </a:cubicBezTo>
                  <a:cubicBezTo>
                    <a:pt x="2223" y="757"/>
                    <a:pt x="2221" y="734"/>
                    <a:pt x="2217" y="734"/>
                  </a:cubicBezTo>
                  <a:cubicBezTo>
                    <a:pt x="2210" y="734"/>
                    <a:pt x="2197" y="789"/>
                    <a:pt x="2187" y="868"/>
                  </a:cubicBezTo>
                  <a:cubicBezTo>
                    <a:pt x="2187" y="823"/>
                    <a:pt x="2187" y="773"/>
                    <a:pt x="2184" y="773"/>
                  </a:cubicBezTo>
                  <a:cubicBezTo>
                    <a:pt x="2183" y="773"/>
                    <a:pt x="2182" y="782"/>
                    <a:pt x="2179" y="803"/>
                  </a:cubicBezTo>
                  <a:cubicBezTo>
                    <a:pt x="2171" y="803"/>
                    <a:pt x="2171" y="803"/>
                    <a:pt x="2179" y="665"/>
                  </a:cubicBezTo>
                  <a:cubicBezTo>
                    <a:pt x="2187" y="617"/>
                    <a:pt x="2187" y="568"/>
                    <a:pt x="2179" y="5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2"/>
            <p:cNvSpPr/>
            <p:nvPr/>
          </p:nvSpPr>
          <p:spPr>
            <a:xfrm>
              <a:off x="7803868" y="1822840"/>
              <a:ext cx="67899" cy="59849"/>
            </a:xfrm>
            <a:custGeom>
              <a:avLst/>
              <a:gdLst/>
              <a:ahLst/>
              <a:cxnLst/>
              <a:rect l="l" t="t" r="r" b="b"/>
              <a:pathLst>
                <a:path w="3939" h="3472" extrusionOk="0">
                  <a:moveTo>
                    <a:pt x="2326" y="0"/>
                  </a:moveTo>
                  <a:cubicBezTo>
                    <a:pt x="2310" y="0"/>
                    <a:pt x="2318" y="65"/>
                    <a:pt x="2326" y="138"/>
                  </a:cubicBezTo>
                  <a:lnTo>
                    <a:pt x="2342" y="138"/>
                  </a:lnTo>
                  <a:cubicBezTo>
                    <a:pt x="2342" y="89"/>
                    <a:pt x="2342" y="41"/>
                    <a:pt x="2342" y="0"/>
                  </a:cubicBezTo>
                  <a:close/>
                  <a:moveTo>
                    <a:pt x="1680" y="937"/>
                  </a:moveTo>
                  <a:cubicBezTo>
                    <a:pt x="1673" y="937"/>
                    <a:pt x="1668" y="942"/>
                    <a:pt x="1661" y="949"/>
                  </a:cubicBezTo>
                  <a:cubicBezTo>
                    <a:pt x="1653" y="957"/>
                    <a:pt x="1694" y="1014"/>
                    <a:pt x="1694" y="1014"/>
                  </a:cubicBezTo>
                  <a:cubicBezTo>
                    <a:pt x="1730" y="1050"/>
                    <a:pt x="1739" y="1055"/>
                    <a:pt x="1745" y="1055"/>
                  </a:cubicBezTo>
                  <a:cubicBezTo>
                    <a:pt x="1747" y="1055"/>
                    <a:pt x="1748" y="1054"/>
                    <a:pt x="1750" y="1054"/>
                  </a:cubicBezTo>
                  <a:cubicBezTo>
                    <a:pt x="1762" y="1061"/>
                    <a:pt x="1770" y="1064"/>
                    <a:pt x="1775" y="1064"/>
                  </a:cubicBezTo>
                  <a:cubicBezTo>
                    <a:pt x="1793" y="1064"/>
                    <a:pt x="1765" y="1020"/>
                    <a:pt x="1726" y="981"/>
                  </a:cubicBezTo>
                  <a:cubicBezTo>
                    <a:pt x="1702" y="948"/>
                    <a:pt x="1690" y="937"/>
                    <a:pt x="1680" y="937"/>
                  </a:cubicBezTo>
                  <a:close/>
                  <a:moveTo>
                    <a:pt x="2332" y="1087"/>
                  </a:moveTo>
                  <a:cubicBezTo>
                    <a:pt x="2335" y="1103"/>
                    <a:pt x="2337" y="1114"/>
                    <a:pt x="2337" y="1114"/>
                  </a:cubicBezTo>
                  <a:cubicBezTo>
                    <a:pt x="2338" y="1114"/>
                    <a:pt x="2337" y="1106"/>
                    <a:pt x="2334" y="1087"/>
                  </a:cubicBezTo>
                  <a:close/>
                  <a:moveTo>
                    <a:pt x="1815" y="998"/>
                  </a:moveTo>
                  <a:cubicBezTo>
                    <a:pt x="1848" y="1030"/>
                    <a:pt x="1864" y="1079"/>
                    <a:pt x="1880" y="1119"/>
                  </a:cubicBezTo>
                  <a:cubicBezTo>
                    <a:pt x="1880" y="1120"/>
                    <a:pt x="1879" y="1120"/>
                    <a:pt x="1878" y="1120"/>
                  </a:cubicBezTo>
                  <a:cubicBezTo>
                    <a:pt x="1867" y="1120"/>
                    <a:pt x="1829" y="1066"/>
                    <a:pt x="1799" y="1006"/>
                  </a:cubicBezTo>
                  <a:lnTo>
                    <a:pt x="1815" y="998"/>
                  </a:lnTo>
                  <a:close/>
                  <a:moveTo>
                    <a:pt x="2423" y="1014"/>
                  </a:moveTo>
                  <a:lnTo>
                    <a:pt x="2440" y="1087"/>
                  </a:lnTo>
                  <a:cubicBezTo>
                    <a:pt x="2448" y="1152"/>
                    <a:pt x="2440" y="1152"/>
                    <a:pt x="2432" y="1152"/>
                  </a:cubicBezTo>
                  <a:cubicBezTo>
                    <a:pt x="2423" y="1152"/>
                    <a:pt x="2423" y="1152"/>
                    <a:pt x="2415" y="1087"/>
                  </a:cubicBezTo>
                  <a:cubicBezTo>
                    <a:pt x="2415" y="1087"/>
                    <a:pt x="2415" y="1022"/>
                    <a:pt x="2423" y="1014"/>
                  </a:cubicBezTo>
                  <a:close/>
                  <a:moveTo>
                    <a:pt x="2286" y="884"/>
                  </a:moveTo>
                  <a:cubicBezTo>
                    <a:pt x="2310" y="925"/>
                    <a:pt x="2326" y="973"/>
                    <a:pt x="2334" y="1022"/>
                  </a:cubicBezTo>
                  <a:cubicBezTo>
                    <a:pt x="2367" y="1152"/>
                    <a:pt x="2367" y="1152"/>
                    <a:pt x="2350" y="1152"/>
                  </a:cubicBezTo>
                  <a:cubicBezTo>
                    <a:pt x="2349" y="1152"/>
                    <a:pt x="2348" y="1152"/>
                    <a:pt x="2347" y="1152"/>
                  </a:cubicBezTo>
                  <a:cubicBezTo>
                    <a:pt x="2342" y="1152"/>
                    <a:pt x="2339" y="1146"/>
                    <a:pt x="2326" y="1087"/>
                  </a:cubicBezTo>
                  <a:lnTo>
                    <a:pt x="2332" y="1087"/>
                  </a:lnTo>
                  <a:cubicBezTo>
                    <a:pt x="2329" y="1069"/>
                    <a:pt x="2324" y="1046"/>
                    <a:pt x="2318" y="1022"/>
                  </a:cubicBezTo>
                  <a:lnTo>
                    <a:pt x="2286" y="884"/>
                  </a:lnTo>
                  <a:close/>
                  <a:moveTo>
                    <a:pt x="2083" y="1087"/>
                  </a:moveTo>
                  <a:lnTo>
                    <a:pt x="2083" y="1087"/>
                  </a:lnTo>
                  <a:cubicBezTo>
                    <a:pt x="2083" y="1087"/>
                    <a:pt x="2107" y="1152"/>
                    <a:pt x="2140" y="1208"/>
                  </a:cubicBezTo>
                  <a:cubicBezTo>
                    <a:pt x="2163" y="1271"/>
                    <a:pt x="2194" y="1334"/>
                    <a:pt x="2226" y="1390"/>
                  </a:cubicBezTo>
                  <a:lnTo>
                    <a:pt x="2226" y="1390"/>
                  </a:lnTo>
                  <a:cubicBezTo>
                    <a:pt x="2215" y="1374"/>
                    <a:pt x="2202" y="1360"/>
                    <a:pt x="2188" y="1346"/>
                  </a:cubicBezTo>
                  <a:lnTo>
                    <a:pt x="2172" y="1346"/>
                  </a:lnTo>
                  <a:lnTo>
                    <a:pt x="2156" y="1281"/>
                  </a:lnTo>
                  <a:cubicBezTo>
                    <a:pt x="2148" y="1241"/>
                    <a:pt x="2132" y="1192"/>
                    <a:pt x="2107" y="1152"/>
                  </a:cubicBezTo>
                  <a:cubicBezTo>
                    <a:pt x="2107" y="1152"/>
                    <a:pt x="2075" y="1095"/>
                    <a:pt x="2083" y="1087"/>
                  </a:cubicBezTo>
                  <a:close/>
                  <a:moveTo>
                    <a:pt x="2623" y="1103"/>
                  </a:moveTo>
                  <a:cubicBezTo>
                    <a:pt x="2624" y="1103"/>
                    <a:pt x="2622" y="1135"/>
                    <a:pt x="2618" y="1200"/>
                  </a:cubicBezTo>
                  <a:cubicBezTo>
                    <a:pt x="2618" y="1249"/>
                    <a:pt x="2618" y="1298"/>
                    <a:pt x="2610" y="1338"/>
                  </a:cubicBezTo>
                  <a:cubicBezTo>
                    <a:pt x="2605" y="1378"/>
                    <a:pt x="2602" y="1395"/>
                    <a:pt x="2600" y="1395"/>
                  </a:cubicBezTo>
                  <a:cubicBezTo>
                    <a:pt x="2595" y="1395"/>
                    <a:pt x="2598" y="1298"/>
                    <a:pt x="2610" y="1200"/>
                  </a:cubicBezTo>
                  <a:cubicBezTo>
                    <a:pt x="2618" y="1135"/>
                    <a:pt x="2622" y="1103"/>
                    <a:pt x="2623" y="1103"/>
                  </a:cubicBezTo>
                  <a:close/>
                  <a:moveTo>
                    <a:pt x="2391" y="1427"/>
                  </a:moveTo>
                  <a:lnTo>
                    <a:pt x="2391" y="1427"/>
                  </a:lnTo>
                  <a:cubicBezTo>
                    <a:pt x="2407" y="1492"/>
                    <a:pt x="2407" y="1492"/>
                    <a:pt x="2407" y="1492"/>
                  </a:cubicBezTo>
                  <a:lnTo>
                    <a:pt x="2415" y="1492"/>
                  </a:lnTo>
                  <a:lnTo>
                    <a:pt x="2391" y="1427"/>
                  </a:lnTo>
                  <a:close/>
                  <a:moveTo>
                    <a:pt x="1540" y="1379"/>
                  </a:moveTo>
                  <a:lnTo>
                    <a:pt x="1653" y="1460"/>
                  </a:lnTo>
                  <a:cubicBezTo>
                    <a:pt x="1755" y="1524"/>
                    <a:pt x="1799" y="1552"/>
                    <a:pt x="1795" y="1552"/>
                  </a:cubicBezTo>
                  <a:cubicBezTo>
                    <a:pt x="1792" y="1552"/>
                    <a:pt x="1762" y="1536"/>
                    <a:pt x="1710" y="1508"/>
                  </a:cubicBezTo>
                  <a:cubicBezTo>
                    <a:pt x="1645" y="1476"/>
                    <a:pt x="1588" y="1443"/>
                    <a:pt x="1532" y="1395"/>
                  </a:cubicBezTo>
                  <a:cubicBezTo>
                    <a:pt x="1540" y="1387"/>
                    <a:pt x="1540" y="1379"/>
                    <a:pt x="1540" y="1379"/>
                  </a:cubicBezTo>
                  <a:close/>
                  <a:moveTo>
                    <a:pt x="1791" y="1500"/>
                  </a:moveTo>
                  <a:lnTo>
                    <a:pt x="1848" y="1533"/>
                  </a:lnTo>
                  <a:cubicBezTo>
                    <a:pt x="1913" y="1565"/>
                    <a:pt x="1905" y="1565"/>
                    <a:pt x="1905" y="1573"/>
                  </a:cubicBezTo>
                  <a:lnTo>
                    <a:pt x="1840" y="1541"/>
                  </a:lnTo>
                  <a:lnTo>
                    <a:pt x="1791" y="1500"/>
                  </a:lnTo>
                  <a:close/>
                  <a:moveTo>
                    <a:pt x="2294" y="1516"/>
                  </a:moveTo>
                  <a:cubicBezTo>
                    <a:pt x="2293" y="1517"/>
                    <a:pt x="2293" y="1517"/>
                    <a:pt x="2293" y="1517"/>
                  </a:cubicBezTo>
                  <a:lnTo>
                    <a:pt x="2293" y="1517"/>
                  </a:lnTo>
                  <a:cubicBezTo>
                    <a:pt x="2324" y="1575"/>
                    <a:pt x="2339" y="1602"/>
                    <a:pt x="2339" y="1602"/>
                  </a:cubicBezTo>
                  <a:cubicBezTo>
                    <a:pt x="2339" y="1602"/>
                    <a:pt x="2323" y="1571"/>
                    <a:pt x="2294" y="1516"/>
                  </a:cubicBezTo>
                  <a:close/>
                  <a:moveTo>
                    <a:pt x="3331" y="1606"/>
                  </a:moveTo>
                  <a:lnTo>
                    <a:pt x="3331" y="1606"/>
                  </a:lnTo>
                  <a:cubicBezTo>
                    <a:pt x="3275" y="1638"/>
                    <a:pt x="3210" y="1662"/>
                    <a:pt x="3145" y="1687"/>
                  </a:cubicBezTo>
                  <a:cubicBezTo>
                    <a:pt x="3145" y="1679"/>
                    <a:pt x="3145" y="1679"/>
                    <a:pt x="3202" y="1646"/>
                  </a:cubicBezTo>
                  <a:cubicBezTo>
                    <a:pt x="3242" y="1630"/>
                    <a:pt x="3291" y="1614"/>
                    <a:pt x="3331" y="1606"/>
                  </a:cubicBezTo>
                  <a:close/>
                  <a:moveTo>
                    <a:pt x="1483" y="1670"/>
                  </a:moveTo>
                  <a:cubicBezTo>
                    <a:pt x="1548" y="1687"/>
                    <a:pt x="1613" y="1711"/>
                    <a:pt x="1613" y="1711"/>
                  </a:cubicBezTo>
                  <a:lnTo>
                    <a:pt x="1613" y="1719"/>
                  </a:lnTo>
                  <a:cubicBezTo>
                    <a:pt x="1564" y="1711"/>
                    <a:pt x="1523" y="1695"/>
                    <a:pt x="1483" y="1679"/>
                  </a:cubicBezTo>
                  <a:lnTo>
                    <a:pt x="1483" y="1670"/>
                  </a:lnTo>
                  <a:close/>
                  <a:moveTo>
                    <a:pt x="1702" y="1662"/>
                  </a:moveTo>
                  <a:lnTo>
                    <a:pt x="1702" y="1662"/>
                  </a:lnTo>
                  <a:cubicBezTo>
                    <a:pt x="1767" y="1687"/>
                    <a:pt x="1832" y="1711"/>
                    <a:pt x="1888" y="1735"/>
                  </a:cubicBezTo>
                  <a:cubicBezTo>
                    <a:pt x="1917" y="1750"/>
                    <a:pt x="1934" y="1758"/>
                    <a:pt x="1931" y="1758"/>
                  </a:cubicBezTo>
                  <a:cubicBezTo>
                    <a:pt x="1927" y="1758"/>
                    <a:pt x="1895" y="1746"/>
                    <a:pt x="1823" y="1719"/>
                  </a:cubicBezTo>
                  <a:lnTo>
                    <a:pt x="1702" y="1662"/>
                  </a:lnTo>
                  <a:close/>
                  <a:moveTo>
                    <a:pt x="3615" y="1782"/>
                  </a:moveTo>
                  <a:cubicBezTo>
                    <a:pt x="3623" y="1782"/>
                    <a:pt x="3623" y="1784"/>
                    <a:pt x="3591" y="1792"/>
                  </a:cubicBezTo>
                  <a:lnTo>
                    <a:pt x="3518" y="1800"/>
                  </a:lnTo>
                  <a:cubicBezTo>
                    <a:pt x="3481" y="1805"/>
                    <a:pt x="3443" y="1810"/>
                    <a:pt x="3431" y="1810"/>
                  </a:cubicBezTo>
                  <a:cubicBezTo>
                    <a:pt x="3421" y="1810"/>
                    <a:pt x="3426" y="1807"/>
                    <a:pt x="3453" y="1800"/>
                  </a:cubicBezTo>
                  <a:cubicBezTo>
                    <a:pt x="3494" y="1792"/>
                    <a:pt x="3542" y="1784"/>
                    <a:pt x="3591" y="1784"/>
                  </a:cubicBezTo>
                  <a:cubicBezTo>
                    <a:pt x="3591" y="1784"/>
                    <a:pt x="3607" y="1782"/>
                    <a:pt x="3615" y="1782"/>
                  </a:cubicBezTo>
                  <a:close/>
                  <a:moveTo>
                    <a:pt x="1277" y="1814"/>
                  </a:moveTo>
                  <a:cubicBezTo>
                    <a:pt x="1282" y="1814"/>
                    <a:pt x="1291" y="1815"/>
                    <a:pt x="1305" y="1816"/>
                  </a:cubicBezTo>
                  <a:cubicBezTo>
                    <a:pt x="1305" y="1816"/>
                    <a:pt x="1305" y="1815"/>
                    <a:pt x="1307" y="1815"/>
                  </a:cubicBezTo>
                  <a:cubicBezTo>
                    <a:pt x="1318" y="1815"/>
                    <a:pt x="1369" y="1842"/>
                    <a:pt x="1369" y="1849"/>
                  </a:cubicBezTo>
                  <a:lnTo>
                    <a:pt x="1296" y="1841"/>
                  </a:lnTo>
                  <a:cubicBezTo>
                    <a:pt x="1296" y="1828"/>
                    <a:pt x="1253" y="1814"/>
                    <a:pt x="1277" y="1814"/>
                  </a:cubicBezTo>
                  <a:close/>
                  <a:moveTo>
                    <a:pt x="1629" y="1930"/>
                  </a:moveTo>
                  <a:cubicBezTo>
                    <a:pt x="1678" y="1930"/>
                    <a:pt x="1718" y="1938"/>
                    <a:pt x="1767" y="1946"/>
                  </a:cubicBezTo>
                  <a:cubicBezTo>
                    <a:pt x="1799" y="1954"/>
                    <a:pt x="1797" y="1958"/>
                    <a:pt x="1771" y="1958"/>
                  </a:cubicBezTo>
                  <a:cubicBezTo>
                    <a:pt x="1744" y="1958"/>
                    <a:pt x="1694" y="1954"/>
                    <a:pt x="1629" y="1946"/>
                  </a:cubicBezTo>
                  <a:lnTo>
                    <a:pt x="1629" y="1930"/>
                  </a:lnTo>
                  <a:close/>
                  <a:moveTo>
                    <a:pt x="1759" y="2003"/>
                  </a:moveTo>
                  <a:lnTo>
                    <a:pt x="1750" y="2011"/>
                  </a:lnTo>
                  <a:cubicBezTo>
                    <a:pt x="1750" y="2015"/>
                    <a:pt x="1750" y="2017"/>
                    <a:pt x="1742" y="2017"/>
                  </a:cubicBezTo>
                  <a:cubicBezTo>
                    <a:pt x="1734" y="2017"/>
                    <a:pt x="1718" y="2015"/>
                    <a:pt x="1686" y="2011"/>
                  </a:cubicBezTo>
                  <a:lnTo>
                    <a:pt x="1759" y="2003"/>
                  </a:lnTo>
                  <a:close/>
                  <a:moveTo>
                    <a:pt x="1953" y="2068"/>
                  </a:moveTo>
                  <a:cubicBezTo>
                    <a:pt x="1888" y="2076"/>
                    <a:pt x="1815" y="2084"/>
                    <a:pt x="1815" y="2084"/>
                  </a:cubicBezTo>
                  <a:cubicBezTo>
                    <a:pt x="1815" y="2087"/>
                    <a:pt x="1823" y="2088"/>
                    <a:pt x="1834" y="2088"/>
                  </a:cubicBezTo>
                  <a:cubicBezTo>
                    <a:pt x="1856" y="2088"/>
                    <a:pt x="1888" y="2084"/>
                    <a:pt x="1888" y="2084"/>
                  </a:cubicBezTo>
                  <a:cubicBezTo>
                    <a:pt x="1913" y="2084"/>
                    <a:pt x="1929" y="2084"/>
                    <a:pt x="1953" y="2076"/>
                  </a:cubicBezTo>
                  <a:lnTo>
                    <a:pt x="1953" y="2068"/>
                  </a:lnTo>
                  <a:close/>
                  <a:moveTo>
                    <a:pt x="3526" y="2100"/>
                  </a:moveTo>
                  <a:cubicBezTo>
                    <a:pt x="3526" y="2100"/>
                    <a:pt x="3591" y="2100"/>
                    <a:pt x="3591" y="2108"/>
                  </a:cubicBezTo>
                  <a:cubicBezTo>
                    <a:pt x="3567" y="2112"/>
                    <a:pt x="3542" y="2114"/>
                    <a:pt x="3519" y="2114"/>
                  </a:cubicBezTo>
                  <a:cubicBezTo>
                    <a:pt x="3496" y="2114"/>
                    <a:pt x="3473" y="2112"/>
                    <a:pt x="3453" y="2108"/>
                  </a:cubicBezTo>
                  <a:cubicBezTo>
                    <a:pt x="3453" y="2100"/>
                    <a:pt x="3526" y="2100"/>
                    <a:pt x="3526" y="2100"/>
                  </a:cubicBezTo>
                  <a:close/>
                  <a:moveTo>
                    <a:pt x="2419" y="2103"/>
                  </a:moveTo>
                  <a:cubicBezTo>
                    <a:pt x="2412" y="2103"/>
                    <a:pt x="2397" y="2107"/>
                    <a:pt x="2359" y="2116"/>
                  </a:cubicBezTo>
                  <a:cubicBezTo>
                    <a:pt x="2423" y="2108"/>
                    <a:pt x="2423" y="2108"/>
                    <a:pt x="2423" y="2108"/>
                  </a:cubicBezTo>
                  <a:cubicBezTo>
                    <a:pt x="2423" y="2105"/>
                    <a:pt x="2423" y="2103"/>
                    <a:pt x="2419" y="2103"/>
                  </a:cubicBezTo>
                  <a:close/>
                  <a:moveTo>
                    <a:pt x="1526" y="2137"/>
                  </a:moveTo>
                  <a:cubicBezTo>
                    <a:pt x="1548" y="2137"/>
                    <a:pt x="1548" y="2141"/>
                    <a:pt x="1548" y="2141"/>
                  </a:cubicBezTo>
                  <a:cubicBezTo>
                    <a:pt x="1548" y="2149"/>
                    <a:pt x="1548" y="2157"/>
                    <a:pt x="1475" y="2165"/>
                  </a:cubicBezTo>
                  <a:cubicBezTo>
                    <a:pt x="1475" y="2165"/>
                    <a:pt x="1446" y="2169"/>
                    <a:pt x="1427" y="2169"/>
                  </a:cubicBezTo>
                  <a:cubicBezTo>
                    <a:pt x="1417" y="2169"/>
                    <a:pt x="1410" y="2168"/>
                    <a:pt x="1410" y="2165"/>
                  </a:cubicBezTo>
                  <a:cubicBezTo>
                    <a:pt x="1410" y="2149"/>
                    <a:pt x="1475" y="2141"/>
                    <a:pt x="1475" y="2141"/>
                  </a:cubicBezTo>
                  <a:cubicBezTo>
                    <a:pt x="1499" y="2138"/>
                    <a:pt x="1515" y="2137"/>
                    <a:pt x="1526" y="2137"/>
                  </a:cubicBezTo>
                  <a:close/>
                  <a:moveTo>
                    <a:pt x="3590" y="2191"/>
                  </a:moveTo>
                  <a:cubicBezTo>
                    <a:pt x="3599" y="2191"/>
                    <a:pt x="3615" y="2193"/>
                    <a:pt x="3648" y="2197"/>
                  </a:cubicBezTo>
                  <a:lnTo>
                    <a:pt x="3648" y="2206"/>
                  </a:lnTo>
                  <a:lnTo>
                    <a:pt x="3575" y="2206"/>
                  </a:lnTo>
                  <a:lnTo>
                    <a:pt x="3575" y="2197"/>
                  </a:lnTo>
                  <a:cubicBezTo>
                    <a:pt x="3579" y="2193"/>
                    <a:pt x="3581" y="2191"/>
                    <a:pt x="3590" y="2191"/>
                  </a:cubicBezTo>
                  <a:close/>
                  <a:moveTo>
                    <a:pt x="3685" y="2229"/>
                  </a:moveTo>
                  <a:cubicBezTo>
                    <a:pt x="3681" y="2229"/>
                    <a:pt x="3685" y="2231"/>
                    <a:pt x="3713" y="2238"/>
                  </a:cubicBezTo>
                  <a:cubicBezTo>
                    <a:pt x="3713" y="2233"/>
                    <a:pt x="3691" y="2229"/>
                    <a:pt x="3685" y="2229"/>
                  </a:cubicBezTo>
                  <a:close/>
                  <a:moveTo>
                    <a:pt x="2276" y="2230"/>
                  </a:moveTo>
                  <a:cubicBezTo>
                    <a:pt x="2276" y="2230"/>
                    <a:pt x="2264" y="2235"/>
                    <a:pt x="2246" y="2242"/>
                  </a:cubicBezTo>
                  <a:lnTo>
                    <a:pt x="2246" y="2242"/>
                  </a:lnTo>
                  <a:cubicBezTo>
                    <a:pt x="2267" y="2234"/>
                    <a:pt x="2276" y="2230"/>
                    <a:pt x="2276" y="2230"/>
                  </a:cubicBezTo>
                  <a:close/>
                  <a:moveTo>
                    <a:pt x="2246" y="2242"/>
                  </a:moveTo>
                  <a:cubicBezTo>
                    <a:pt x="2242" y="2244"/>
                    <a:pt x="2239" y="2245"/>
                    <a:pt x="2235" y="2247"/>
                  </a:cubicBezTo>
                  <a:lnTo>
                    <a:pt x="2235" y="2247"/>
                  </a:lnTo>
                  <a:cubicBezTo>
                    <a:pt x="2235" y="2247"/>
                    <a:pt x="2236" y="2246"/>
                    <a:pt x="2237" y="2246"/>
                  </a:cubicBezTo>
                  <a:cubicBezTo>
                    <a:pt x="2240" y="2245"/>
                    <a:pt x="2243" y="2244"/>
                    <a:pt x="2246" y="2242"/>
                  </a:cubicBezTo>
                  <a:close/>
                  <a:moveTo>
                    <a:pt x="3571" y="2265"/>
                  </a:moveTo>
                  <a:cubicBezTo>
                    <a:pt x="3578" y="2265"/>
                    <a:pt x="3593" y="2269"/>
                    <a:pt x="3631" y="2279"/>
                  </a:cubicBezTo>
                  <a:lnTo>
                    <a:pt x="3631" y="2287"/>
                  </a:lnTo>
                  <a:lnTo>
                    <a:pt x="3559" y="2279"/>
                  </a:lnTo>
                  <a:lnTo>
                    <a:pt x="3567" y="2270"/>
                  </a:lnTo>
                  <a:cubicBezTo>
                    <a:pt x="3567" y="2267"/>
                    <a:pt x="3567" y="2265"/>
                    <a:pt x="3571" y="2265"/>
                  </a:cubicBezTo>
                  <a:close/>
                  <a:moveTo>
                    <a:pt x="3072" y="2254"/>
                  </a:moveTo>
                  <a:cubicBezTo>
                    <a:pt x="3113" y="2262"/>
                    <a:pt x="3153" y="2270"/>
                    <a:pt x="3202" y="2295"/>
                  </a:cubicBezTo>
                  <a:lnTo>
                    <a:pt x="3129" y="2279"/>
                  </a:lnTo>
                  <a:lnTo>
                    <a:pt x="3064" y="2254"/>
                  </a:lnTo>
                  <a:close/>
                  <a:moveTo>
                    <a:pt x="1550" y="2283"/>
                  </a:moveTo>
                  <a:cubicBezTo>
                    <a:pt x="1556" y="2283"/>
                    <a:pt x="1556" y="2287"/>
                    <a:pt x="1556" y="2295"/>
                  </a:cubicBezTo>
                  <a:cubicBezTo>
                    <a:pt x="1556" y="2303"/>
                    <a:pt x="1491" y="2319"/>
                    <a:pt x="1491" y="2319"/>
                  </a:cubicBezTo>
                  <a:cubicBezTo>
                    <a:pt x="1475" y="2323"/>
                    <a:pt x="1467" y="2325"/>
                    <a:pt x="1464" y="2325"/>
                  </a:cubicBezTo>
                  <a:cubicBezTo>
                    <a:pt x="1454" y="2325"/>
                    <a:pt x="1491" y="2309"/>
                    <a:pt x="1491" y="2303"/>
                  </a:cubicBezTo>
                  <a:cubicBezTo>
                    <a:pt x="1527" y="2289"/>
                    <a:pt x="1543" y="2283"/>
                    <a:pt x="1550" y="2283"/>
                  </a:cubicBezTo>
                  <a:close/>
                  <a:moveTo>
                    <a:pt x="3500" y="2311"/>
                  </a:moveTo>
                  <a:cubicBezTo>
                    <a:pt x="3508" y="2311"/>
                    <a:pt x="3525" y="2313"/>
                    <a:pt x="3550" y="2319"/>
                  </a:cubicBezTo>
                  <a:cubicBezTo>
                    <a:pt x="3615" y="2335"/>
                    <a:pt x="3615" y="2335"/>
                    <a:pt x="3615" y="2343"/>
                  </a:cubicBezTo>
                  <a:cubicBezTo>
                    <a:pt x="3612" y="2351"/>
                    <a:pt x="3610" y="2355"/>
                    <a:pt x="3603" y="2355"/>
                  </a:cubicBezTo>
                  <a:cubicBezTo>
                    <a:pt x="3594" y="2355"/>
                    <a:pt x="3578" y="2349"/>
                    <a:pt x="3542" y="2335"/>
                  </a:cubicBezTo>
                  <a:cubicBezTo>
                    <a:pt x="3500" y="2320"/>
                    <a:pt x="3486" y="2311"/>
                    <a:pt x="3500" y="2311"/>
                  </a:cubicBezTo>
                  <a:close/>
                  <a:moveTo>
                    <a:pt x="3873" y="2363"/>
                  </a:moveTo>
                  <a:lnTo>
                    <a:pt x="3873" y="2363"/>
                  </a:lnTo>
                  <a:cubicBezTo>
                    <a:pt x="3879" y="2365"/>
                    <a:pt x="3885" y="2366"/>
                    <a:pt x="3891" y="2368"/>
                  </a:cubicBezTo>
                  <a:cubicBezTo>
                    <a:pt x="3893" y="2368"/>
                    <a:pt x="3895" y="2368"/>
                    <a:pt x="3897" y="2368"/>
                  </a:cubicBezTo>
                  <a:lnTo>
                    <a:pt x="3897" y="2368"/>
                  </a:lnTo>
                  <a:cubicBezTo>
                    <a:pt x="3890" y="2367"/>
                    <a:pt x="3882" y="2365"/>
                    <a:pt x="3873" y="2363"/>
                  </a:cubicBezTo>
                  <a:close/>
                  <a:moveTo>
                    <a:pt x="3897" y="2368"/>
                  </a:moveTo>
                  <a:cubicBezTo>
                    <a:pt x="3915" y="2371"/>
                    <a:pt x="3926" y="2372"/>
                    <a:pt x="3930" y="2372"/>
                  </a:cubicBezTo>
                  <a:cubicBezTo>
                    <a:pt x="3939" y="2372"/>
                    <a:pt x="3925" y="2368"/>
                    <a:pt x="3897" y="2368"/>
                  </a:cubicBezTo>
                  <a:close/>
                  <a:moveTo>
                    <a:pt x="3104" y="2327"/>
                  </a:moveTo>
                  <a:cubicBezTo>
                    <a:pt x="3113" y="2327"/>
                    <a:pt x="3113" y="2327"/>
                    <a:pt x="3177" y="2352"/>
                  </a:cubicBezTo>
                  <a:cubicBezTo>
                    <a:pt x="3177" y="2352"/>
                    <a:pt x="3242" y="2376"/>
                    <a:pt x="3234" y="2376"/>
                  </a:cubicBezTo>
                  <a:lnTo>
                    <a:pt x="3169" y="2360"/>
                  </a:lnTo>
                  <a:cubicBezTo>
                    <a:pt x="3104" y="2335"/>
                    <a:pt x="3104" y="2327"/>
                    <a:pt x="3104" y="2327"/>
                  </a:cubicBezTo>
                  <a:close/>
                  <a:moveTo>
                    <a:pt x="1749" y="2376"/>
                  </a:moveTo>
                  <a:cubicBezTo>
                    <a:pt x="1763" y="2376"/>
                    <a:pt x="1736" y="2391"/>
                    <a:pt x="1645" y="2425"/>
                  </a:cubicBezTo>
                  <a:cubicBezTo>
                    <a:pt x="1607" y="2434"/>
                    <a:pt x="1591" y="2438"/>
                    <a:pt x="1585" y="2438"/>
                  </a:cubicBezTo>
                  <a:cubicBezTo>
                    <a:pt x="1580" y="2438"/>
                    <a:pt x="1580" y="2436"/>
                    <a:pt x="1580" y="2433"/>
                  </a:cubicBezTo>
                  <a:cubicBezTo>
                    <a:pt x="1621" y="2416"/>
                    <a:pt x="1669" y="2400"/>
                    <a:pt x="1710" y="2384"/>
                  </a:cubicBezTo>
                  <a:cubicBezTo>
                    <a:pt x="1730" y="2379"/>
                    <a:pt x="1743" y="2376"/>
                    <a:pt x="1749" y="2376"/>
                  </a:cubicBezTo>
                  <a:close/>
                  <a:moveTo>
                    <a:pt x="1726" y="2441"/>
                  </a:moveTo>
                  <a:lnTo>
                    <a:pt x="1726" y="2449"/>
                  </a:lnTo>
                  <a:cubicBezTo>
                    <a:pt x="1686" y="2465"/>
                    <a:pt x="1645" y="2481"/>
                    <a:pt x="1596" y="2489"/>
                  </a:cubicBezTo>
                  <a:lnTo>
                    <a:pt x="1661" y="2457"/>
                  </a:lnTo>
                  <a:lnTo>
                    <a:pt x="1726" y="2441"/>
                  </a:lnTo>
                  <a:close/>
                  <a:moveTo>
                    <a:pt x="133" y="2459"/>
                  </a:moveTo>
                  <a:cubicBezTo>
                    <a:pt x="111" y="2459"/>
                    <a:pt x="88" y="2461"/>
                    <a:pt x="64" y="2465"/>
                  </a:cubicBezTo>
                  <a:cubicBezTo>
                    <a:pt x="8" y="2472"/>
                    <a:pt x="0" y="2491"/>
                    <a:pt x="87" y="2491"/>
                  </a:cubicBezTo>
                  <a:cubicBezTo>
                    <a:pt x="101" y="2491"/>
                    <a:pt x="118" y="2490"/>
                    <a:pt x="137" y="2489"/>
                  </a:cubicBezTo>
                  <a:cubicBezTo>
                    <a:pt x="202" y="2481"/>
                    <a:pt x="202" y="2481"/>
                    <a:pt x="202" y="2465"/>
                  </a:cubicBezTo>
                  <a:cubicBezTo>
                    <a:pt x="178" y="2461"/>
                    <a:pt x="155" y="2459"/>
                    <a:pt x="133" y="2459"/>
                  </a:cubicBezTo>
                  <a:close/>
                  <a:moveTo>
                    <a:pt x="1641" y="2521"/>
                  </a:moveTo>
                  <a:cubicBezTo>
                    <a:pt x="1645" y="2521"/>
                    <a:pt x="1622" y="2531"/>
                    <a:pt x="1615" y="2531"/>
                  </a:cubicBezTo>
                  <a:cubicBezTo>
                    <a:pt x="1614" y="2531"/>
                    <a:pt x="1613" y="2531"/>
                    <a:pt x="1613" y="2530"/>
                  </a:cubicBezTo>
                  <a:cubicBezTo>
                    <a:pt x="1631" y="2523"/>
                    <a:pt x="1639" y="2521"/>
                    <a:pt x="1641" y="2521"/>
                  </a:cubicBezTo>
                  <a:close/>
                  <a:moveTo>
                    <a:pt x="2829" y="2587"/>
                  </a:moveTo>
                  <a:lnTo>
                    <a:pt x="2829" y="2587"/>
                  </a:lnTo>
                  <a:cubicBezTo>
                    <a:pt x="2861" y="2647"/>
                    <a:pt x="2875" y="2678"/>
                    <a:pt x="2874" y="2678"/>
                  </a:cubicBezTo>
                  <a:cubicBezTo>
                    <a:pt x="2873" y="2678"/>
                    <a:pt x="2857" y="2647"/>
                    <a:pt x="2829" y="2587"/>
                  </a:cubicBezTo>
                  <a:close/>
                  <a:moveTo>
                    <a:pt x="2334" y="2603"/>
                  </a:moveTo>
                  <a:lnTo>
                    <a:pt x="2334" y="2611"/>
                  </a:lnTo>
                  <a:cubicBezTo>
                    <a:pt x="2326" y="2652"/>
                    <a:pt x="2310" y="2692"/>
                    <a:pt x="2286" y="2733"/>
                  </a:cubicBezTo>
                  <a:lnTo>
                    <a:pt x="2277" y="2733"/>
                  </a:lnTo>
                  <a:cubicBezTo>
                    <a:pt x="2310" y="2668"/>
                    <a:pt x="2334" y="2603"/>
                    <a:pt x="2334" y="2603"/>
                  </a:cubicBezTo>
                  <a:close/>
                  <a:moveTo>
                    <a:pt x="1872" y="2935"/>
                  </a:moveTo>
                  <a:cubicBezTo>
                    <a:pt x="1835" y="2988"/>
                    <a:pt x="1790" y="3033"/>
                    <a:pt x="1777" y="3033"/>
                  </a:cubicBezTo>
                  <a:cubicBezTo>
                    <a:pt x="1776" y="3033"/>
                    <a:pt x="1775" y="3033"/>
                    <a:pt x="1775" y="3033"/>
                  </a:cubicBezTo>
                  <a:lnTo>
                    <a:pt x="1815" y="2976"/>
                  </a:lnTo>
                  <a:lnTo>
                    <a:pt x="1864" y="2935"/>
                  </a:lnTo>
                  <a:close/>
                  <a:moveTo>
                    <a:pt x="3080" y="2911"/>
                  </a:moveTo>
                  <a:cubicBezTo>
                    <a:pt x="3113" y="2952"/>
                    <a:pt x="3129" y="2992"/>
                    <a:pt x="3145" y="3033"/>
                  </a:cubicBezTo>
                  <a:lnTo>
                    <a:pt x="3137" y="3041"/>
                  </a:lnTo>
                  <a:cubicBezTo>
                    <a:pt x="3104" y="2976"/>
                    <a:pt x="3080" y="2919"/>
                    <a:pt x="3080" y="2919"/>
                  </a:cubicBezTo>
                  <a:lnTo>
                    <a:pt x="3080" y="2911"/>
                  </a:lnTo>
                  <a:close/>
                  <a:moveTo>
                    <a:pt x="2286" y="3024"/>
                  </a:moveTo>
                  <a:cubicBezTo>
                    <a:pt x="2277" y="3073"/>
                    <a:pt x="2261" y="3114"/>
                    <a:pt x="2245" y="3154"/>
                  </a:cubicBezTo>
                  <a:lnTo>
                    <a:pt x="2253" y="3089"/>
                  </a:lnTo>
                  <a:lnTo>
                    <a:pt x="2277" y="3024"/>
                  </a:lnTo>
                  <a:close/>
                  <a:moveTo>
                    <a:pt x="2050" y="2992"/>
                  </a:moveTo>
                  <a:cubicBezTo>
                    <a:pt x="2059" y="2992"/>
                    <a:pt x="2059" y="2992"/>
                    <a:pt x="2026" y="3057"/>
                  </a:cubicBezTo>
                  <a:cubicBezTo>
                    <a:pt x="2002" y="3097"/>
                    <a:pt x="1978" y="3130"/>
                    <a:pt x="1953" y="3170"/>
                  </a:cubicBezTo>
                  <a:cubicBezTo>
                    <a:pt x="1978" y="3106"/>
                    <a:pt x="2010" y="3049"/>
                    <a:pt x="2050" y="2992"/>
                  </a:cubicBezTo>
                  <a:close/>
                  <a:moveTo>
                    <a:pt x="2821" y="3073"/>
                  </a:moveTo>
                  <a:cubicBezTo>
                    <a:pt x="2837" y="3073"/>
                    <a:pt x="2837" y="3073"/>
                    <a:pt x="2845" y="3138"/>
                  </a:cubicBezTo>
                  <a:cubicBezTo>
                    <a:pt x="2861" y="3203"/>
                    <a:pt x="2845" y="3211"/>
                    <a:pt x="2837" y="3211"/>
                  </a:cubicBezTo>
                  <a:cubicBezTo>
                    <a:pt x="2821" y="3170"/>
                    <a:pt x="2813" y="3122"/>
                    <a:pt x="2821" y="3073"/>
                  </a:cubicBezTo>
                  <a:close/>
                  <a:moveTo>
                    <a:pt x="2642" y="519"/>
                  </a:moveTo>
                  <a:cubicBezTo>
                    <a:pt x="2634" y="519"/>
                    <a:pt x="2634" y="592"/>
                    <a:pt x="2626" y="657"/>
                  </a:cubicBezTo>
                  <a:lnTo>
                    <a:pt x="2610" y="657"/>
                  </a:lnTo>
                  <a:cubicBezTo>
                    <a:pt x="2610" y="657"/>
                    <a:pt x="2610" y="657"/>
                    <a:pt x="2609" y="657"/>
                  </a:cubicBezTo>
                  <a:cubicBezTo>
                    <a:pt x="2607" y="657"/>
                    <a:pt x="2602" y="662"/>
                    <a:pt x="2602" y="722"/>
                  </a:cubicBezTo>
                  <a:cubicBezTo>
                    <a:pt x="2594" y="787"/>
                    <a:pt x="2586" y="787"/>
                    <a:pt x="2577" y="787"/>
                  </a:cubicBezTo>
                  <a:cubicBezTo>
                    <a:pt x="2577" y="765"/>
                    <a:pt x="2577" y="756"/>
                    <a:pt x="2576" y="756"/>
                  </a:cubicBezTo>
                  <a:lnTo>
                    <a:pt x="2576" y="756"/>
                  </a:lnTo>
                  <a:cubicBezTo>
                    <a:pt x="2574" y="756"/>
                    <a:pt x="2572" y="806"/>
                    <a:pt x="2577" y="852"/>
                  </a:cubicBezTo>
                  <a:cubicBezTo>
                    <a:pt x="2577" y="900"/>
                    <a:pt x="2577" y="941"/>
                    <a:pt x="2569" y="989"/>
                  </a:cubicBezTo>
                  <a:lnTo>
                    <a:pt x="2569" y="1127"/>
                  </a:lnTo>
                  <a:cubicBezTo>
                    <a:pt x="2561" y="1216"/>
                    <a:pt x="2569" y="1306"/>
                    <a:pt x="2577" y="1403"/>
                  </a:cubicBezTo>
                  <a:cubicBezTo>
                    <a:pt x="2592" y="1446"/>
                    <a:pt x="2600" y="1489"/>
                    <a:pt x="2607" y="1489"/>
                  </a:cubicBezTo>
                  <a:cubicBezTo>
                    <a:pt x="2611" y="1489"/>
                    <a:pt x="2615" y="1468"/>
                    <a:pt x="2618" y="1411"/>
                  </a:cubicBezTo>
                  <a:cubicBezTo>
                    <a:pt x="2618" y="1411"/>
                    <a:pt x="2626" y="1346"/>
                    <a:pt x="2626" y="1346"/>
                  </a:cubicBezTo>
                  <a:cubicBezTo>
                    <a:pt x="2634" y="1371"/>
                    <a:pt x="2634" y="1395"/>
                    <a:pt x="2634" y="1411"/>
                  </a:cubicBezTo>
                  <a:cubicBezTo>
                    <a:pt x="2626" y="1484"/>
                    <a:pt x="2650" y="1484"/>
                    <a:pt x="2675" y="1492"/>
                  </a:cubicBezTo>
                  <a:cubicBezTo>
                    <a:pt x="2699" y="1492"/>
                    <a:pt x="2715" y="1492"/>
                    <a:pt x="2699" y="1565"/>
                  </a:cubicBezTo>
                  <a:cubicBezTo>
                    <a:pt x="2699" y="1589"/>
                    <a:pt x="2691" y="1614"/>
                    <a:pt x="2691" y="1638"/>
                  </a:cubicBezTo>
                  <a:cubicBezTo>
                    <a:pt x="2701" y="1593"/>
                    <a:pt x="2711" y="1582"/>
                    <a:pt x="2721" y="1582"/>
                  </a:cubicBezTo>
                  <a:cubicBezTo>
                    <a:pt x="2727" y="1582"/>
                    <a:pt x="2733" y="1586"/>
                    <a:pt x="2740" y="1589"/>
                  </a:cubicBezTo>
                  <a:cubicBezTo>
                    <a:pt x="2748" y="1592"/>
                    <a:pt x="2756" y="1595"/>
                    <a:pt x="2763" y="1595"/>
                  </a:cubicBezTo>
                  <a:cubicBezTo>
                    <a:pt x="2777" y="1595"/>
                    <a:pt x="2792" y="1586"/>
                    <a:pt x="2813" y="1549"/>
                  </a:cubicBezTo>
                  <a:lnTo>
                    <a:pt x="2813" y="1549"/>
                  </a:lnTo>
                  <a:cubicBezTo>
                    <a:pt x="2788" y="1614"/>
                    <a:pt x="2788" y="1614"/>
                    <a:pt x="2788" y="1622"/>
                  </a:cubicBezTo>
                  <a:cubicBezTo>
                    <a:pt x="2828" y="1566"/>
                    <a:pt x="2829" y="1565"/>
                    <a:pt x="2829" y="1565"/>
                  </a:cubicBezTo>
                  <a:lnTo>
                    <a:pt x="2829" y="1565"/>
                  </a:lnTo>
                  <a:cubicBezTo>
                    <a:pt x="2796" y="1630"/>
                    <a:pt x="2796" y="1630"/>
                    <a:pt x="2804" y="1630"/>
                  </a:cubicBezTo>
                  <a:cubicBezTo>
                    <a:pt x="2804" y="1632"/>
                    <a:pt x="2804" y="1634"/>
                    <a:pt x="2805" y="1634"/>
                  </a:cubicBezTo>
                  <a:cubicBezTo>
                    <a:pt x="2808" y="1634"/>
                    <a:pt x="2816" y="1622"/>
                    <a:pt x="2845" y="1581"/>
                  </a:cubicBezTo>
                  <a:lnTo>
                    <a:pt x="2845" y="1581"/>
                  </a:lnTo>
                  <a:cubicBezTo>
                    <a:pt x="2845" y="1581"/>
                    <a:pt x="2869" y="1589"/>
                    <a:pt x="2829" y="1654"/>
                  </a:cubicBezTo>
                  <a:cubicBezTo>
                    <a:pt x="2817" y="1671"/>
                    <a:pt x="2812" y="1678"/>
                    <a:pt x="2812" y="1678"/>
                  </a:cubicBezTo>
                  <a:cubicBezTo>
                    <a:pt x="2813" y="1678"/>
                    <a:pt x="2843" y="1640"/>
                    <a:pt x="2877" y="1606"/>
                  </a:cubicBezTo>
                  <a:cubicBezTo>
                    <a:pt x="2902" y="1573"/>
                    <a:pt x="2934" y="1541"/>
                    <a:pt x="2967" y="1508"/>
                  </a:cubicBezTo>
                  <a:lnTo>
                    <a:pt x="2967" y="1508"/>
                  </a:lnTo>
                  <a:cubicBezTo>
                    <a:pt x="2967" y="1508"/>
                    <a:pt x="2926" y="1565"/>
                    <a:pt x="2877" y="1614"/>
                  </a:cubicBezTo>
                  <a:cubicBezTo>
                    <a:pt x="2829" y="1662"/>
                    <a:pt x="2837" y="1662"/>
                    <a:pt x="2837" y="1670"/>
                  </a:cubicBezTo>
                  <a:cubicBezTo>
                    <a:pt x="2863" y="1644"/>
                    <a:pt x="2878" y="1637"/>
                    <a:pt x="2888" y="1637"/>
                  </a:cubicBezTo>
                  <a:cubicBezTo>
                    <a:pt x="2897" y="1637"/>
                    <a:pt x="2902" y="1642"/>
                    <a:pt x="2910" y="1646"/>
                  </a:cubicBezTo>
                  <a:cubicBezTo>
                    <a:pt x="2919" y="1660"/>
                    <a:pt x="2920" y="1671"/>
                    <a:pt x="2930" y="1671"/>
                  </a:cubicBezTo>
                  <a:cubicBezTo>
                    <a:pt x="2937" y="1671"/>
                    <a:pt x="2950" y="1664"/>
                    <a:pt x="2975" y="1646"/>
                  </a:cubicBezTo>
                  <a:cubicBezTo>
                    <a:pt x="3001" y="1624"/>
                    <a:pt x="3015" y="1613"/>
                    <a:pt x="3018" y="1613"/>
                  </a:cubicBezTo>
                  <a:lnTo>
                    <a:pt x="3018" y="1613"/>
                  </a:lnTo>
                  <a:cubicBezTo>
                    <a:pt x="3021" y="1613"/>
                    <a:pt x="3009" y="1628"/>
                    <a:pt x="2983" y="1654"/>
                  </a:cubicBezTo>
                  <a:cubicBezTo>
                    <a:pt x="2883" y="1743"/>
                    <a:pt x="2845" y="1771"/>
                    <a:pt x="2847" y="1771"/>
                  </a:cubicBezTo>
                  <a:cubicBezTo>
                    <a:pt x="2849" y="1771"/>
                    <a:pt x="2863" y="1763"/>
                    <a:pt x="2886" y="1752"/>
                  </a:cubicBezTo>
                  <a:cubicBezTo>
                    <a:pt x="2886" y="1752"/>
                    <a:pt x="2942" y="1711"/>
                    <a:pt x="2999" y="1679"/>
                  </a:cubicBezTo>
                  <a:lnTo>
                    <a:pt x="2999" y="1679"/>
                  </a:lnTo>
                  <a:cubicBezTo>
                    <a:pt x="2929" y="1724"/>
                    <a:pt x="2930" y="1747"/>
                    <a:pt x="2969" y="1747"/>
                  </a:cubicBezTo>
                  <a:cubicBezTo>
                    <a:pt x="2994" y="1747"/>
                    <a:pt x="3033" y="1738"/>
                    <a:pt x="3080" y="1719"/>
                  </a:cubicBezTo>
                  <a:lnTo>
                    <a:pt x="3080" y="1719"/>
                  </a:lnTo>
                  <a:lnTo>
                    <a:pt x="3023" y="1743"/>
                  </a:lnTo>
                  <a:cubicBezTo>
                    <a:pt x="2959" y="1776"/>
                    <a:pt x="2959" y="1776"/>
                    <a:pt x="2967" y="1792"/>
                  </a:cubicBezTo>
                  <a:lnTo>
                    <a:pt x="2967" y="1800"/>
                  </a:lnTo>
                  <a:cubicBezTo>
                    <a:pt x="3007" y="1785"/>
                    <a:pt x="3030" y="1779"/>
                    <a:pt x="3040" y="1779"/>
                  </a:cubicBezTo>
                  <a:cubicBezTo>
                    <a:pt x="3064" y="1779"/>
                    <a:pt x="3025" y="1808"/>
                    <a:pt x="2975" y="1825"/>
                  </a:cubicBezTo>
                  <a:cubicBezTo>
                    <a:pt x="2910" y="1849"/>
                    <a:pt x="2910" y="1849"/>
                    <a:pt x="2910" y="1857"/>
                  </a:cubicBezTo>
                  <a:cubicBezTo>
                    <a:pt x="2939" y="1852"/>
                    <a:pt x="2958" y="1849"/>
                    <a:pt x="2971" y="1849"/>
                  </a:cubicBezTo>
                  <a:cubicBezTo>
                    <a:pt x="3014" y="1849"/>
                    <a:pt x="2969" y="1877"/>
                    <a:pt x="2918" y="1889"/>
                  </a:cubicBezTo>
                  <a:lnTo>
                    <a:pt x="2918" y="1898"/>
                  </a:lnTo>
                  <a:cubicBezTo>
                    <a:pt x="2945" y="1891"/>
                    <a:pt x="2961" y="1888"/>
                    <a:pt x="2970" y="1888"/>
                  </a:cubicBezTo>
                  <a:cubicBezTo>
                    <a:pt x="2983" y="1888"/>
                    <a:pt x="2983" y="1893"/>
                    <a:pt x="2983" y="1898"/>
                  </a:cubicBezTo>
                  <a:cubicBezTo>
                    <a:pt x="2983" y="1902"/>
                    <a:pt x="2986" y="1907"/>
                    <a:pt x="3000" y="1907"/>
                  </a:cubicBezTo>
                  <a:cubicBezTo>
                    <a:pt x="3011" y="1907"/>
                    <a:pt x="3028" y="1904"/>
                    <a:pt x="3056" y="1898"/>
                  </a:cubicBezTo>
                  <a:cubicBezTo>
                    <a:pt x="3096" y="1881"/>
                    <a:pt x="3145" y="1873"/>
                    <a:pt x="3186" y="1873"/>
                  </a:cubicBezTo>
                  <a:lnTo>
                    <a:pt x="3121" y="1889"/>
                  </a:lnTo>
                  <a:cubicBezTo>
                    <a:pt x="3056" y="1898"/>
                    <a:pt x="3064" y="1914"/>
                    <a:pt x="3056" y="1930"/>
                  </a:cubicBezTo>
                  <a:cubicBezTo>
                    <a:pt x="3056" y="1954"/>
                    <a:pt x="3056" y="1970"/>
                    <a:pt x="2983" y="1979"/>
                  </a:cubicBezTo>
                  <a:lnTo>
                    <a:pt x="3056" y="1979"/>
                  </a:lnTo>
                  <a:cubicBezTo>
                    <a:pt x="3121" y="1979"/>
                    <a:pt x="3121" y="1979"/>
                    <a:pt x="3056" y="1987"/>
                  </a:cubicBezTo>
                  <a:cubicBezTo>
                    <a:pt x="2983" y="1995"/>
                    <a:pt x="2983" y="2011"/>
                    <a:pt x="3056" y="2019"/>
                  </a:cubicBezTo>
                  <a:lnTo>
                    <a:pt x="3056" y="2027"/>
                  </a:lnTo>
                  <a:cubicBezTo>
                    <a:pt x="2918" y="2035"/>
                    <a:pt x="2918" y="2043"/>
                    <a:pt x="3048" y="2052"/>
                  </a:cubicBezTo>
                  <a:cubicBezTo>
                    <a:pt x="2983" y="2052"/>
                    <a:pt x="2983" y="2060"/>
                    <a:pt x="2983" y="2060"/>
                  </a:cubicBezTo>
                  <a:cubicBezTo>
                    <a:pt x="3036" y="2073"/>
                    <a:pt x="3040" y="2086"/>
                    <a:pt x="3005" y="2086"/>
                  </a:cubicBezTo>
                  <a:cubicBezTo>
                    <a:pt x="2997" y="2086"/>
                    <a:pt x="2987" y="2085"/>
                    <a:pt x="2975" y="2084"/>
                  </a:cubicBezTo>
                  <a:lnTo>
                    <a:pt x="2975" y="2092"/>
                  </a:lnTo>
                  <a:cubicBezTo>
                    <a:pt x="3040" y="2100"/>
                    <a:pt x="3040" y="2108"/>
                    <a:pt x="3040" y="2108"/>
                  </a:cubicBezTo>
                  <a:cubicBezTo>
                    <a:pt x="3040" y="2116"/>
                    <a:pt x="3040" y="2116"/>
                    <a:pt x="3104" y="2133"/>
                  </a:cubicBezTo>
                  <a:cubicBezTo>
                    <a:pt x="3169" y="2141"/>
                    <a:pt x="3169" y="2149"/>
                    <a:pt x="3169" y="2149"/>
                  </a:cubicBezTo>
                  <a:cubicBezTo>
                    <a:pt x="3121" y="2149"/>
                    <a:pt x="3080" y="2141"/>
                    <a:pt x="3032" y="2133"/>
                  </a:cubicBezTo>
                  <a:cubicBezTo>
                    <a:pt x="3010" y="2127"/>
                    <a:pt x="2995" y="2125"/>
                    <a:pt x="2991" y="2125"/>
                  </a:cubicBezTo>
                  <a:cubicBezTo>
                    <a:pt x="2982" y="2125"/>
                    <a:pt x="3013" y="2135"/>
                    <a:pt x="3104" y="2157"/>
                  </a:cubicBezTo>
                  <a:cubicBezTo>
                    <a:pt x="3173" y="2178"/>
                    <a:pt x="3205" y="2188"/>
                    <a:pt x="3200" y="2188"/>
                  </a:cubicBezTo>
                  <a:cubicBezTo>
                    <a:pt x="3196" y="2188"/>
                    <a:pt x="3161" y="2180"/>
                    <a:pt x="3096" y="2165"/>
                  </a:cubicBezTo>
                  <a:cubicBezTo>
                    <a:pt x="3073" y="2159"/>
                    <a:pt x="3049" y="2153"/>
                    <a:pt x="3032" y="2149"/>
                  </a:cubicBezTo>
                  <a:lnTo>
                    <a:pt x="3032" y="2149"/>
                  </a:lnTo>
                  <a:cubicBezTo>
                    <a:pt x="3032" y="2149"/>
                    <a:pt x="3032" y="2165"/>
                    <a:pt x="3096" y="2173"/>
                  </a:cubicBezTo>
                  <a:lnTo>
                    <a:pt x="3096" y="2189"/>
                  </a:lnTo>
                  <a:cubicBezTo>
                    <a:pt x="3072" y="2187"/>
                    <a:pt x="3056" y="2186"/>
                    <a:pt x="3045" y="2186"/>
                  </a:cubicBezTo>
                  <a:cubicBezTo>
                    <a:pt x="3023" y="2186"/>
                    <a:pt x="3021" y="2189"/>
                    <a:pt x="3015" y="2189"/>
                  </a:cubicBezTo>
                  <a:cubicBezTo>
                    <a:pt x="3053" y="2199"/>
                    <a:pt x="3069" y="2203"/>
                    <a:pt x="3063" y="2203"/>
                  </a:cubicBezTo>
                  <a:cubicBezTo>
                    <a:pt x="3058" y="2203"/>
                    <a:pt x="3042" y="2201"/>
                    <a:pt x="3015" y="2197"/>
                  </a:cubicBezTo>
                  <a:cubicBezTo>
                    <a:pt x="2994" y="2192"/>
                    <a:pt x="2979" y="2189"/>
                    <a:pt x="2974" y="2189"/>
                  </a:cubicBezTo>
                  <a:cubicBezTo>
                    <a:pt x="2965" y="2189"/>
                    <a:pt x="2994" y="2200"/>
                    <a:pt x="3080" y="2222"/>
                  </a:cubicBezTo>
                  <a:cubicBezTo>
                    <a:pt x="3120" y="2232"/>
                    <a:pt x="3136" y="2239"/>
                    <a:pt x="3124" y="2239"/>
                  </a:cubicBezTo>
                  <a:cubicBezTo>
                    <a:pt x="3117" y="2239"/>
                    <a:pt x="3100" y="2236"/>
                    <a:pt x="3072" y="2230"/>
                  </a:cubicBezTo>
                  <a:cubicBezTo>
                    <a:pt x="3007" y="2214"/>
                    <a:pt x="2975" y="2208"/>
                    <a:pt x="2967" y="2208"/>
                  </a:cubicBezTo>
                  <a:cubicBezTo>
                    <a:pt x="2959" y="2208"/>
                    <a:pt x="2975" y="2214"/>
                    <a:pt x="3007" y="2222"/>
                  </a:cubicBezTo>
                  <a:cubicBezTo>
                    <a:pt x="3072" y="2238"/>
                    <a:pt x="3072" y="2246"/>
                    <a:pt x="3072" y="2246"/>
                  </a:cubicBezTo>
                  <a:cubicBezTo>
                    <a:pt x="3060" y="2244"/>
                    <a:pt x="3051" y="2242"/>
                    <a:pt x="3042" y="2242"/>
                  </a:cubicBezTo>
                  <a:cubicBezTo>
                    <a:pt x="2998" y="2242"/>
                    <a:pt x="2995" y="2274"/>
                    <a:pt x="2975" y="2295"/>
                  </a:cubicBezTo>
                  <a:cubicBezTo>
                    <a:pt x="3007" y="2319"/>
                    <a:pt x="3048" y="2335"/>
                    <a:pt x="3088" y="2360"/>
                  </a:cubicBezTo>
                  <a:cubicBezTo>
                    <a:pt x="3000" y="2321"/>
                    <a:pt x="2951" y="2303"/>
                    <a:pt x="2946" y="2303"/>
                  </a:cubicBezTo>
                  <a:lnTo>
                    <a:pt x="2946" y="2303"/>
                  </a:lnTo>
                  <a:cubicBezTo>
                    <a:pt x="2940" y="2303"/>
                    <a:pt x="2986" y="2325"/>
                    <a:pt x="3088" y="2368"/>
                  </a:cubicBezTo>
                  <a:cubicBezTo>
                    <a:pt x="3154" y="2394"/>
                    <a:pt x="3184" y="2409"/>
                    <a:pt x="3178" y="2409"/>
                  </a:cubicBezTo>
                  <a:cubicBezTo>
                    <a:pt x="3172" y="2409"/>
                    <a:pt x="3140" y="2398"/>
                    <a:pt x="3080" y="2376"/>
                  </a:cubicBezTo>
                  <a:cubicBezTo>
                    <a:pt x="3048" y="2364"/>
                    <a:pt x="3032" y="2356"/>
                    <a:pt x="3032" y="2356"/>
                  </a:cubicBezTo>
                  <a:lnTo>
                    <a:pt x="3032" y="2356"/>
                  </a:lnTo>
                  <a:cubicBezTo>
                    <a:pt x="3032" y="2356"/>
                    <a:pt x="3048" y="2364"/>
                    <a:pt x="3080" y="2384"/>
                  </a:cubicBezTo>
                  <a:cubicBezTo>
                    <a:pt x="3111" y="2397"/>
                    <a:pt x="3125" y="2405"/>
                    <a:pt x="3121" y="2405"/>
                  </a:cubicBezTo>
                  <a:cubicBezTo>
                    <a:pt x="3118" y="2405"/>
                    <a:pt x="3102" y="2399"/>
                    <a:pt x="3072" y="2384"/>
                  </a:cubicBezTo>
                  <a:cubicBezTo>
                    <a:pt x="3032" y="2367"/>
                    <a:pt x="2988" y="2350"/>
                    <a:pt x="2985" y="2350"/>
                  </a:cubicBezTo>
                  <a:lnTo>
                    <a:pt x="2985" y="2350"/>
                  </a:lnTo>
                  <a:cubicBezTo>
                    <a:pt x="2984" y="2350"/>
                    <a:pt x="2991" y="2353"/>
                    <a:pt x="3007" y="2360"/>
                  </a:cubicBezTo>
                  <a:cubicBezTo>
                    <a:pt x="3007" y="2360"/>
                    <a:pt x="3007" y="2361"/>
                    <a:pt x="3005" y="2361"/>
                  </a:cubicBezTo>
                  <a:cubicBezTo>
                    <a:pt x="3001" y="2361"/>
                    <a:pt x="2988" y="2357"/>
                    <a:pt x="2950" y="2335"/>
                  </a:cubicBezTo>
                  <a:cubicBezTo>
                    <a:pt x="2935" y="2330"/>
                    <a:pt x="2926" y="2327"/>
                    <a:pt x="2923" y="2327"/>
                  </a:cubicBezTo>
                  <a:lnTo>
                    <a:pt x="2923" y="2327"/>
                  </a:lnTo>
                  <a:cubicBezTo>
                    <a:pt x="2913" y="2327"/>
                    <a:pt x="2956" y="2353"/>
                    <a:pt x="2999" y="2384"/>
                  </a:cubicBezTo>
                  <a:cubicBezTo>
                    <a:pt x="3059" y="2422"/>
                    <a:pt x="3085" y="2443"/>
                    <a:pt x="3080" y="2443"/>
                  </a:cubicBezTo>
                  <a:cubicBezTo>
                    <a:pt x="3075" y="2443"/>
                    <a:pt x="3045" y="2427"/>
                    <a:pt x="2991" y="2392"/>
                  </a:cubicBezTo>
                  <a:cubicBezTo>
                    <a:pt x="2950" y="2366"/>
                    <a:pt x="2930" y="2354"/>
                    <a:pt x="2927" y="2354"/>
                  </a:cubicBezTo>
                  <a:lnTo>
                    <a:pt x="2927" y="2354"/>
                  </a:lnTo>
                  <a:cubicBezTo>
                    <a:pt x="2921" y="2354"/>
                    <a:pt x="2967" y="2389"/>
                    <a:pt x="3040" y="2441"/>
                  </a:cubicBezTo>
                  <a:cubicBezTo>
                    <a:pt x="3103" y="2485"/>
                    <a:pt x="3128" y="2502"/>
                    <a:pt x="3126" y="2502"/>
                  </a:cubicBezTo>
                  <a:cubicBezTo>
                    <a:pt x="3125" y="2502"/>
                    <a:pt x="3111" y="2494"/>
                    <a:pt x="3088" y="2481"/>
                  </a:cubicBezTo>
                  <a:cubicBezTo>
                    <a:pt x="3048" y="2452"/>
                    <a:pt x="3036" y="2448"/>
                    <a:pt x="3033" y="2448"/>
                  </a:cubicBezTo>
                  <a:cubicBezTo>
                    <a:pt x="3032" y="2448"/>
                    <a:pt x="3032" y="2449"/>
                    <a:pt x="3032" y="2449"/>
                  </a:cubicBezTo>
                  <a:cubicBezTo>
                    <a:pt x="3023" y="2449"/>
                    <a:pt x="3023" y="2449"/>
                    <a:pt x="2967" y="2416"/>
                  </a:cubicBezTo>
                  <a:lnTo>
                    <a:pt x="2967" y="2416"/>
                  </a:lnTo>
                  <a:cubicBezTo>
                    <a:pt x="2967" y="2416"/>
                    <a:pt x="2967" y="2417"/>
                    <a:pt x="3015" y="2465"/>
                  </a:cubicBezTo>
                  <a:cubicBezTo>
                    <a:pt x="3060" y="2500"/>
                    <a:pt x="3074" y="2515"/>
                    <a:pt x="3067" y="2515"/>
                  </a:cubicBezTo>
                  <a:cubicBezTo>
                    <a:pt x="3058" y="2515"/>
                    <a:pt x="3011" y="2487"/>
                    <a:pt x="2950" y="2441"/>
                  </a:cubicBezTo>
                  <a:lnTo>
                    <a:pt x="2950" y="2441"/>
                  </a:lnTo>
                  <a:lnTo>
                    <a:pt x="2999" y="2489"/>
                  </a:lnTo>
                  <a:cubicBezTo>
                    <a:pt x="3060" y="2545"/>
                    <a:pt x="3102" y="2585"/>
                    <a:pt x="3099" y="2585"/>
                  </a:cubicBezTo>
                  <a:cubicBezTo>
                    <a:pt x="3097" y="2585"/>
                    <a:pt x="3079" y="2571"/>
                    <a:pt x="3040" y="2538"/>
                  </a:cubicBezTo>
                  <a:lnTo>
                    <a:pt x="2991" y="2497"/>
                  </a:lnTo>
                  <a:lnTo>
                    <a:pt x="2991" y="2497"/>
                  </a:lnTo>
                  <a:cubicBezTo>
                    <a:pt x="3034" y="2534"/>
                    <a:pt x="3047" y="2550"/>
                    <a:pt x="3041" y="2550"/>
                  </a:cubicBezTo>
                  <a:cubicBezTo>
                    <a:pt x="3033" y="2550"/>
                    <a:pt x="2984" y="2515"/>
                    <a:pt x="2926" y="2457"/>
                  </a:cubicBezTo>
                  <a:cubicBezTo>
                    <a:pt x="2870" y="2417"/>
                    <a:pt x="2869" y="2416"/>
                    <a:pt x="2869" y="2416"/>
                  </a:cubicBezTo>
                  <a:lnTo>
                    <a:pt x="2869" y="2416"/>
                  </a:lnTo>
                  <a:lnTo>
                    <a:pt x="2918" y="2457"/>
                  </a:lnTo>
                  <a:cubicBezTo>
                    <a:pt x="2959" y="2489"/>
                    <a:pt x="2991" y="2522"/>
                    <a:pt x="3015" y="2554"/>
                  </a:cubicBezTo>
                  <a:cubicBezTo>
                    <a:pt x="3015" y="2557"/>
                    <a:pt x="3015" y="2558"/>
                    <a:pt x="3012" y="2558"/>
                  </a:cubicBezTo>
                  <a:cubicBezTo>
                    <a:pt x="3007" y="2558"/>
                    <a:pt x="2993" y="2548"/>
                    <a:pt x="2959" y="2514"/>
                  </a:cubicBezTo>
                  <a:cubicBezTo>
                    <a:pt x="2941" y="2496"/>
                    <a:pt x="2923" y="2478"/>
                    <a:pt x="2910" y="2465"/>
                  </a:cubicBezTo>
                  <a:lnTo>
                    <a:pt x="2910" y="2465"/>
                  </a:lnTo>
                  <a:cubicBezTo>
                    <a:pt x="2910" y="2465"/>
                    <a:pt x="2909" y="2466"/>
                    <a:pt x="2908" y="2466"/>
                  </a:cubicBezTo>
                  <a:cubicBezTo>
                    <a:pt x="2903" y="2466"/>
                    <a:pt x="2890" y="2461"/>
                    <a:pt x="2853" y="2425"/>
                  </a:cubicBezTo>
                  <a:lnTo>
                    <a:pt x="2845" y="2425"/>
                  </a:lnTo>
                  <a:cubicBezTo>
                    <a:pt x="2866" y="2454"/>
                    <a:pt x="2876" y="2468"/>
                    <a:pt x="2874" y="2468"/>
                  </a:cubicBezTo>
                  <a:cubicBezTo>
                    <a:pt x="2872" y="2468"/>
                    <a:pt x="2860" y="2456"/>
                    <a:pt x="2837" y="2433"/>
                  </a:cubicBezTo>
                  <a:lnTo>
                    <a:pt x="2837" y="2433"/>
                  </a:lnTo>
                  <a:cubicBezTo>
                    <a:pt x="2837" y="2433"/>
                    <a:pt x="2837" y="2433"/>
                    <a:pt x="2877" y="2489"/>
                  </a:cubicBezTo>
                  <a:cubicBezTo>
                    <a:pt x="2875" y="2492"/>
                    <a:pt x="2874" y="2493"/>
                    <a:pt x="2872" y="2493"/>
                  </a:cubicBezTo>
                  <a:cubicBezTo>
                    <a:pt x="2866" y="2493"/>
                    <a:pt x="2858" y="2482"/>
                    <a:pt x="2829" y="2441"/>
                  </a:cubicBezTo>
                  <a:lnTo>
                    <a:pt x="2829" y="2441"/>
                  </a:lnTo>
                  <a:cubicBezTo>
                    <a:pt x="2869" y="2497"/>
                    <a:pt x="2861" y="2497"/>
                    <a:pt x="2861" y="2497"/>
                  </a:cubicBezTo>
                  <a:lnTo>
                    <a:pt x="2853" y="2497"/>
                  </a:lnTo>
                  <a:cubicBezTo>
                    <a:pt x="2894" y="2554"/>
                    <a:pt x="2894" y="2554"/>
                    <a:pt x="2894" y="2554"/>
                  </a:cubicBezTo>
                  <a:cubicBezTo>
                    <a:pt x="2893" y="2555"/>
                    <a:pt x="2892" y="2555"/>
                    <a:pt x="2892" y="2555"/>
                  </a:cubicBezTo>
                  <a:cubicBezTo>
                    <a:pt x="2879" y="2555"/>
                    <a:pt x="2837" y="2506"/>
                    <a:pt x="2837" y="2506"/>
                  </a:cubicBezTo>
                  <a:cubicBezTo>
                    <a:pt x="2829" y="2506"/>
                    <a:pt x="2829" y="2506"/>
                    <a:pt x="2869" y="2562"/>
                  </a:cubicBezTo>
                  <a:cubicBezTo>
                    <a:pt x="2869" y="2562"/>
                    <a:pt x="2885" y="2594"/>
                    <a:pt x="2881" y="2594"/>
                  </a:cubicBezTo>
                  <a:cubicBezTo>
                    <a:pt x="2879" y="2594"/>
                    <a:pt x="2874" y="2588"/>
                    <a:pt x="2861" y="2570"/>
                  </a:cubicBezTo>
                  <a:cubicBezTo>
                    <a:pt x="2861" y="2570"/>
                    <a:pt x="2821" y="2514"/>
                    <a:pt x="2813" y="2514"/>
                  </a:cubicBezTo>
                  <a:lnTo>
                    <a:pt x="2813" y="2514"/>
                  </a:lnTo>
                  <a:cubicBezTo>
                    <a:pt x="2796" y="2522"/>
                    <a:pt x="2804" y="2522"/>
                    <a:pt x="2829" y="2587"/>
                  </a:cubicBezTo>
                  <a:cubicBezTo>
                    <a:pt x="2791" y="2516"/>
                    <a:pt x="2776" y="2487"/>
                    <a:pt x="2774" y="2487"/>
                  </a:cubicBezTo>
                  <a:lnTo>
                    <a:pt x="2774" y="2487"/>
                  </a:lnTo>
                  <a:cubicBezTo>
                    <a:pt x="2772" y="2487"/>
                    <a:pt x="2778" y="2503"/>
                    <a:pt x="2788" y="2530"/>
                  </a:cubicBezTo>
                  <a:cubicBezTo>
                    <a:pt x="2813" y="2587"/>
                    <a:pt x="2813" y="2587"/>
                    <a:pt x="2804" y="2587"/>
                  </a:cubicBezTo>
                  <a:cubicBezTo>
                    <a:pt x="2793" y="2559"/>
                    <a:pt x="2787" y="2545"/>
                    <a:pt x="2785" y="2545"/>
                  </a:cubicBezTo>
                  <a:lnTo>
                    <a:pt x="2785" y="2545"/>
                  </a:lnTo>
                  <a:cubicBezTo>
                    <a:pt x="2784" y="2545"/>
                    <a:pt x="2788" y="2561"/>
                    <a:pt x="2796" y="2595"/>
                  </a:cubicBezTo>
                  <a:cubicBezTo>
                    <a:pt x="2788" y="2595"/>
                    <a:pt x="2788" y="2595"/>
                    <a:pt x="2764" y="2530"/>
                  </a:cubicBezTo>
                  <a:lnTo>
                    <a:pt x="2756" y="2530"/>
                  </a:lnTo>
                  <a:cubicBezTo>
                    <a:pt x="2773" y="2585"/>
                    <a:pt x="2774" y="2605"/>
                    <a:pt x="2769" y="2605"/>
                  </a:cubicBezTo>
                  <a:cubicBezTo>
                    <a:pt x="2761" y="2605"/>
                    <a:pt x="2741" y="2567"/>
                    <a:pt x="2732" y="2530"/>
                  </a:cubicBezTo>
                  <a:lnTo>
                    <a:pt x="2732" y="2530"/>
                  </a:lnTo>
                  <a:cubicBezTo>
                    <a:pt x="2732" y="2554"/>
                    <a:pt x="2732" y="2579"/>
                    <a:pt x="2740" y="2603"/>
                  </a:cubicBezTo>
                  <a:cubicBezTo>
                    <a:pt x="2756" y="2668"/>
                    <a:pt x="2762" y="2700"/>
                    <a:pt x="2760" y="2700"/>
                  </a:cubicBezTo>
                  <a:cubicBezTo>
                    <a:pt x="2758" y="2700"/>
                    <a:pt x="2748" y="2668"/>
                    <a:pt x="2732" y="2603"/>
                  </a:cubicBezTo>
                  <a:lnTo>
                    <a:pt x="2732" y="2603"/>
                  </a:lnTo>
                  <a:cubicBezTo>
                    <a:pt x="2735" y="2634"/>
                    <a:pt x="2733" y="2651"/>
                    <a:pt x="2728" y="2651"/>
                  </a:cubicBezTo>
                  <a:cubicBezTo>
                    <a:pt x="2721" y="2651"/>
                    <a:pt x="2708" y="2618"/>
                    <a:pt x="2699" y="2538"/>
                  </a:cubicBezTo>
                  <a:lnTo>
                    <a:pt x="2667" y="2408"/>
                  </a:lnTo>
                  <a:lnTo>
                    <a:pt x="2667" y="2408"/>
                  </a:lnTo>
                  <a:cubicBezTo>
                    <a:pt x="2683" y="2473"/>
                    <a:pt x="2675" y="2473"/>
                    <a:pt x="2675" y="2473"/>
                  </a:cubicBezTo>
                  <a:cubicBezTo>
                    <a:pt x="2691" y="2538"/>
                    <a:pt x="2683" y="2538"/>
                    <a:pt x="2667" y="2538"/>
                  </a:cubicBezTo>
                  <a:cubicBezTo>
                    <a:pt x="2659" y="2538"/>
                    <a:pt x="2650" y="2603"/>
                    <a:pt x="2642" y="2603"/>
                  </a:cubicBezTo>
                  <a:cubicBezTo>
                    <a:pt x="2634" y="2603"/>
                    <a:pt x="2618" y="2603"/>
                    <a:pt x="2610" y="2538"/>
                  </a:cubicBezTo>
                  <a:cubicBezTo>
                    <a:pt x="2602" y="2538"/>
                    <a:pt x="2602" y="2538"/>
                    <a:pt x="2594" y="2603"/>
                  </a:cubicBezTo>
                  <a:cubicBezTo>
                    <a:pt x="2594" y="2639"/>
                    <a:pt x="2590" y="2658"/>
                    <a:pt x="2586" y="2658"/>
                  </a:cubicBezTo>
                  <a:cubicBezTo>
                    <a:pt x="2582" y="2658"/>
                    <a:pt x="2577" y="2639"/>
                    <a:pt x="2577" y="2603"/>
                  </a:cubicBezTo>
                  <a:cubicBezTo>
                    <a:pt x="2569" y="2676"/>
                    <a:pt x="2561" y="2676"/>
                    <a:pt x="2561" y="2676"/>
                  </a:cubicBezTo>
                  <a:cubicBezTo>
                    <a:pt x="2561" y="2624"/>
                    <a:pt x="2557" y="2576"/>
                    <a:pt x="2555" y="2576"/>
                  </a:cubicBezTo>
                  <a:cubicBezTo>
                    <a:pt x="2554" y="2576"/>
                    <a:pt x="2553" y="2584"/>
                    <a:pt x="2553" y="2603"/>
                  </a:cubicBezTo>
                  <a:cubicBezTo>
                    <a:pt x="2553" y="2668"/>
                    <a:pt x="2545" y="2668"/>
                    <a:pt x="2537" y="2668"/>
                  </a:cubicBezTo>
                  <a:cubicBezTo>
                    <a:pt x="2526" y="2621"/>
                    <a:pt x="2465" y="2594"/>
                    <a:pt x="2419" y="2594"/>
                  </a:cubicBezTo>
                  <a:cubicBezTo>
                    <a:pt x="2393" y="2594"/>
                    <a:pt x="2372" y="2602"/>
                    <a:pt x="2367" y="2619"/>
                  </a:cubicBezTo>
                  <a:lnTo>
                    <a:pt x="2359" y="2619"/>
                  </a:lnTo>
                  <a:lnTo>
                    <a:pt x="2350" y="2611"/>
                  </a:lnTo>
                  <a:cubicBezTo>
                    <a:pt x="2368" y="2554"/>
                    <a:pt x="2372" y="2533"/>
                    <a:pt x="2367" y="2533"/>
                  </a:cubicBezTo>
                  <a:lnTo>
                    <a:pt x="2367" y="2533"/>
                  </a:lnTo>
                  <a:cubicBezTo>
                    <a:pt x="2361" y="2533"/>
                    <a:pt x="2341" y="2567"/>
                    <a:pt x="2318" y="2603"/>
                  </a:cubicBezTo>
                  <a:cubicBezTo>
                    <a:pt x="2286" y="2660"/>
                    <a:pt x="2286" y="2660"/>
                    <a:pt x="2277" y="2660"/>
                  </a:cubicBezTo>
                  <a:cubicBezTo>
                    <a:pt x="2313" y="2585"/>
                    <a:pt x="2323" y="2553"/>
                    <a:pt x="2318" y="2553"/>
                  </a:cubicBezTo>
                  <a:lnTo>
                    <a:pt x="2318" y="2553"/>
                  </a:lnTo>
                  <a:cubicBezTo>
                    <a:pt x="2315" y="2553"/>
                    <a:pt x="2306" y="2565"/>
                    <a:pt x="2294" y="2587"/>
                  </a:cubicBezTo>
                  <a:cubicBezTo>
                    <a:pt x="2262" y="2642"/>
                    <a:pt x="2244" y="2671"/>
                    <a:pt x="2241" y="2671"/>
                  </a:cubicBezTo>
                  <a:cubicBezTo>
                    <a:pt x="2238" y="2671"/>
                    <a:pt x="2253" y="2640"/>
                    <a:pt x="2286" y="2579"/>
                  </a:cubicBezTo>
                  <a:cubicBezTo>
                    <a:pt x="2315" y="2523"/>
                    <a:pt x="2331" y="2493"/>
                    <a:pt x="2330" y="2493"/>
                  </a:cubicBezTo>
                  <a:lnTo>
                    <a:pt x="2330" y="2493"/>
                  </a:lnTo>
                  <a:cubicBezTo>
                    <a:pt x="2328" y="2493"/>
                    <a:pt x="2302" y="2535"/>
                    <a:pt x="2245" y="2627"/>
                  </a:cubicBezTo>
                  <a:cubicBezTo>
                    <a:pt x="2225" y="2656"/>
                    <a:pt x="2215" y="2670"/>
                    <a:pt x="2214" y="2670"/>
                  </a:cubicBezTo>
                  <a:cubicBezTo>
                    <a:pt x="2213" y="2670"/>
                    <a:pt x="2221" y="2656"/>
                    <a:pt x="2237" y="2627"/>
                  </a:cubicBezTo>
                  <a:cubicBezTo>
                    <a:pt x="2275" y="2555"/>
                    <a:pt x="2291" y="2526"/>
                    <a:pt x="2291" y="2526"/>
                  </a:cubicBezTo>
                  <a:lnTo>
                    <a:pt x="2291" y="2526"/>
                  </a:lnTo>
                  <a:cubicBezTo>
                    <a:pt x="2290" y="2526"/>
                    <a:pt x="2283" y="2539"/>
                    <a:pt x="2269" y="2562"/>
                  </a:cubicBezTo>
                  <a:cubicBezTo>
                    <a:pt x="2234" y="2617"/>
                    <a:pt x="2214" y="2644"/>
                    <a:pt x="2211" y="2644"/>
                  </a:cubicBezTo>
                  <a:cubicBezTo>
                    <a:pt x="2207" y="2644"/>
                    <a:pt x="2223" y="2613"/>
                    <a:pt x="2261" y="2554"/>
                  </a:cubicBezTo>
                  <a:cubicBezTo>
                    <a:pt x="2294" y="2493"/>
                    <a:pt x="2310" y="2465"/>
                    <a:pt x="2309" y="2465"/>
                  </a:cubicBezTo>
                  <a:lnTo>
                    <a:pt x="2309" y="2465"/>
                  </a:lnTo>
                  <a:cubicBezTo>
                    <a:pt x="2308" y="2465"/>
                    <a:pt x="2290" y="2493"/>
                    <a:pt x="2253" y="2546"/>
                  </a:cubicBezTo>
                  <a:cubicBezTo>
                    <a:pt x="2214" y="2601"/>
                    <a:pt x="2190" y="2627"/>
                    <a:pt x="2184" y="2627"/>
                  </a:cubicBezTo>
                  <a:cubicBezTo>
                    <a:pt x="2177" y="2627"/>
                    <a:pt x="2191" y="2597"/>
                    <a:pt x="2229" y="2538"/>
                  </a:cubicBezTo>
                  <a:cubicBezTo>
                    <a:pt x="2229" y="2538"/>
                    <a:pt x="2249" y="2510"/>
                    <a:pt x="2247" y="2510"/>
                  </a:cubicBezTo>
                  <a:lnTo>
                    <a:pt x="2247" y="2510"/>
                  </a:lnTo>
                  <a:cubicBezTo>
                    <a:pt x="2246" y="2510"/>
                    <a:pt x="2241" y="2515"/>
                    <a:pt x="2229" y="2530"/>
                  </a:cubicBezTo>
                  <a:lnTo>
                    <a:pt x="2269" y="2473"/>
                  </a:lnTo>
                  <a:lnTo>
                    <a:pt x="2221" y="2522"/>
                  </a:lnTo>
                  <a:cubicBezTo>
                    <a:pt x="2221" y="2522"/>
                    <a:pt x="2253" y="2449"/>
                    <a:pt x="2245" y="2441"/>
                  </a:cubicBezTo>
                  <a:cubicBezTo>
                    <a:pt x="2232" y="2428"/>
                    <a:pt x="2226" y="2417"/>
                    <a:pt x="2216" y="2417"/>
                  </a:cubicBezTo>
                  <a:cubicBezTo>
                    <a:pt x="2207" y="2417"/>
                    <a:pt x="2195" y="2426"/>
                    <a:pt x="2172" y="2449"/>
                  </a:cubicBezTo>
                  <a:cubicBezTo>
                    <a:pt x="2122" y="2491"/>
                    <a:pt x="2094" y="2512"/>
                    <a:pt x="2089" y="2512"/>
                  </a:cubicBezTo>
                  <a:cubicBezTo>
                    <a:pt x="2085" y="2512"/>
                    <a:pt x="2109" y="2487"/>
                    <a:pt x="2164" y="2441"/>
                  </a:cubicBezTo>
                  <a:cubicBezTo>
                    <a:pt x="2164" y="2441"/>
                    <a:pt x="2221" y="2392"/>
                    <a:pt x="2213" y="2384"/>
                  </a:cubicBezTo>
                  <a:cubicBezTo>
                    <a:pt x="2213" y="2376"/>
                    <a:pt x="2205" y="2376"/>
                    <a:pt x="2261" y="2335"/>
                  </a:cubicBezTo>
                  <a:lnTo>
                    <a:pt x="2261" y="2335"/>
                  </a:lnTo>
                  <a:cubicBezTo>
                    <a:pt x="2209" y="2365"/>
                    <a:pt x="2177" y="2378"/>
                    <a:pt x="2164" y="2378"/>
                  </a:cubicBezTo>
                  <a:cubicBezTo>
                    <a:pt x="2148" y="2378"/>
                    <a:pt x="2158" y="2361"/>
                    <a:pt x="2188" y="2335"/>
                  </a:cubicBezTo>
                  <a:cubicBezTo>
                    <a:pt x="2188" y="2332"/>
                    <a:pt x="2188" y="2330"/>
                    <a:pt x="2185" y="2330"/>
                  </a:cubicBezTo>
                  <a:cubicBezTo>
                    <a:pt x="2180" y="2330"/>
                    <a:pt x="2165" y="2336"/>
                    <a:pt x="2123" y="2352"/>
                  </a:cubicBezTo>
                  <a:cubicBezTo>
                    <a:pt x="2097" y="2358"/>
                    <a:pt x="2081" y="2362"/>
                    <a:pt x="2076" y="2362"/>
                  </a:cubicBezTo>
                  <a:cubicBezTo>
                    <a:pt x="2070" y="2362"/>
                    <a:pt x="2085" y="2354"/>
                    <a:pt x="2123" y="2335"/>
                  </a:cubicBezTo>
                  <a:cubicBezTo>
                    <a:pt x="2161" y="2314"/>
                    <a:pt x="2199" y="2288"/>
                    <a:pt x="2184" y="2288"/>
                  </a:cubicBezTo>
                  <a:cubicBezTo>
                    <a:pt x="2180" y="2288"/>
                    <a:pt x="2171" y="2290"/>
                    <a:pt x="2158" y="2295"/>
                  </a:cubicBezTo>
                  <a:lnTo>
                    <a:pt x="2158" y="2295"/>
                  </a:lnTo>
                  <a:lnTo>
                    <a:pt x="2180" y="2287"/>
                  </a:lnTo>
                  <a:cubicBezTo>
                    <a:pt x="2200" y="2275"/>
                    <a:pt x="2205" y="2271"/>
                    <a:pt x="2200" y="2271"/>
                  </a:cubicBezTo>
                  <a:lnTo>
                    <a:pt x="2200" y="2271"/>
                  </a:lnTo>
                  <a:cubicBezTo>
                    <a:pt x="2192" y="2271"/>
                    <a:pt x="2150" y="2287"/>
                    <a:pt x="2107" y="2303"/>
                  </a:cubicBezTo>
                  <a:cubicBezTo>
                    <a:pt x="2057" y="2323"/>
                    <a:pt x="2026" y="2334"/>
                    <a:pt x="2021" y="2334"/>
                  </a:cubicBezTo>
                  <a:cubicBezTo>
                    <a:pt x="2014" y="2334"/>
                    <a:pt x="2058" y="2313"/>
                    <a:pt x="2172" y="2270"/>
                  </a:cubicBezTo>
                  <a:cubicBezTo>
                    <a:pt x="2198" y="2261"/>
                    <a:pt x="2219" y="2253"/>
                    <a:pt x="2235" y="2247"/>
                  </a:cubicBezTo>
                  <a:lnTo>
                    <a:pt x="2235" y="2247"/>
                  </a:lnTo>
                  <a:cubicBezTo>
                    <a:pt x="2194" y="2257"/>
                    <a:pt x="2150" y="2270"/>
                    <a:pt x="2141" y="2270"/>
                  </a:cubicBezTo>
                  <a:cubicBezTo>
                    <a:pt x="2135" y="2270"/>
                    <a:pt x="2141" y="2266"/>
                    <a:pt x="2164" y="2254"/>
                  </a:cubicBezTo>
                  <a:cubicBezTo>
                    <a:pt x="2164" y="2254"/>
                    <a:pt x="2164" y="2254"/>
                    <a:pt x="2161" y="2254"/>
                  </a:cubicBezTo>
                  <a:cubicBezTo>
                    <a:pt x="2153" y="2254"/>
                    <a:pt x="2127" y="2258"/>
                    <a:pt x="2034" y="2287"/>
                  </a:cubicBezTo>
                  <a:cubicBezTo>
                    <a:pt x="1995" y="2301"/>
                    <a:pt x="1980" y="2304"/>
                    <a:pt x="1974" y="2304"/>
                  </a:cubicBezTo>
                  <a:cubicBezTo>
                    <a:pt x="1969" y="2304"/>
                    <a:pt x="1969" y="2303"/>
                    <a:pt x="1969" y="2303"/>
                  </a:cubicBezTo>
                  <a:cubicBezTo>
                    <a:pt x="2034" y="2279"/>
                    <a:pt x="2034" y="2279"/>
                    <a:pt x="2099" y="2262"/>
                  </a:cubicBezTo>
                  <a:cubicBezTo>
                    <a:pt x="2099" y="2260"/>
                    <a:pt x="2099" y="2257"/>
                    <a:pt x="2099" y="2254"/>
                  </a:cubicBezTo>
                  <a:cubicBezTo>
                    <a:pt x="2140" y="2230"/>
                    <a:pt x="2180" y="2214"/>
                    <a:pt x="2229" y="2206"/>
                  </a:cubicBezTo>
                  <a:cubicBezTo>
                    <a:pt x="2257" y="2195"/>
                    <a:pt x="2273" y="2189"/>
                    <a:pt x="2271" y="2189"/>
                  </a:cubicBezTo>
                  <a:lnTo>
                    <a:pt x="2271" y="2189"/>
                  </a:lnTo>
                  <a:cubicBezTo>
                    <a:pt x="2269" y="2189"/>
                    <a:pt x="2237" y="2199"/>
                    <a:pt x="2164" y="2222"/>
                  </a:cubicBezTo>
                  <a:cubicBezTo>
                    <a:pt x="2077" y="2243"/>
                    <a:pt x="2049" y="2251"/>
                    <a:pt x="2039" y="2251"/>
                  </a:cubicBezTo>
                  <a:cubicBezTo>
                    <a:pt x="2034" y="2251"/>
                    <a:pt x="2034" y="2249"/>
                    <a:pt x="2034" y="2246"/>
                  </a:cubicBezTo>
                  <a:cubicBezTo>
                    <a:pt x="2026" y="2238"/>
                    <a:pt x="2026" y="2230"/>
                    <a:pt x="2099" y="2214"/>
                  </a:cubicBezTo>
                  <a:cubicBezTo>
                    <a:pt x="2164" y="2197"/>
                    <a:pt x="2164" y="2197"/>
                    <a:pt x="2164" y="2189"/>
                  </a:cubicBezTo>
                  <a:lnTo>
                    <a:pt x="2164" y="2189"/>
                  </a:lnTo>
                  <a:cubicBezTo>
                    <a:pt x="2050" y="2197"/>
                    <a:pt x="1929" y="2206"/>
                    <a:pt x="1823" y="2222"/>
                  </a:cubicBezTo>
                  <a:cubicBezTo>
                    <a:pt x="1755" y="2234"/>
                    <a:pt x="1720" y="2240"/>
                    <a:pt x="1719" y="2240"/>
                  </a:cubicBezTo>
                  <a:cubicBezTo>
                    <a:pt x="1718" y="2240"/>
                    <a:pt x="1750" y="2234"/>
                    <a:pt x="1815" y="2222"/>
                  </a:cubicBezTo>
                  <a:cubicBezTo>
                    <a:pt x="1888" y="2206"/>
                    <a:pt x="1880" y="2206"/>
                    <a:pt x="1880" y="2197"/>
                  </a:cubicBezTo>
                  <a:lnTo>
                    <a:pt x="1880" y="2197"/>
                  </a:lnTo>
                  <a:cubicBezTo>
                    <a:pt x="1867" y="2199"/>
                    <a:pt x="1859" y="2200"/>
                    <a:pt x="1855" y="2200"/>
                  </a:cubicBezTo>
                  <a:cubicBezTo>
                    <a:pt x="1844" y="2200"/>
                    <a:pt x="1863" y="2195"/>
                    <a:pt x="1873" y="2195"/>
                  </a:cubicBezTo>
                  <a:cubicBezTo>
                    <a:pt x="1877" y="2195"/>
                    <a:pt x="1880" y="2196"/>
                    <a:pt x="1880" y="2197"/>
                  </a:cubicBezTo>
                  <a:cubicBezTo>
                    <a:pt x="1917" y="2193"/>
                    <a:pt x="1935" y="2191"/>
                    <a:pt x="1944" y="2191"/>
                  </a:cubicBezTo>
                  <a:cubicBezTo>
                    <a:pt x="1953" y="2191"/>
                    <a:pt x="1953" y="2193"/>
                    <a:pt x="1953" y="2197"/>
                  </a:cubicBezTo>
                  <a:lnTo>
                    <a:pt x="2018" y="2181"/>
                  </a:lnTo>
                  <a:cubicBezTo>
                    <a:pt x="2105" y="2166"/>
                    <a:pt x="2137" y="2160"/>
                    <a:pt x="2114" y="2160"/>
                  </a:cubicBezTo>
                  <a:cubicBezTo>
                    <a:pt x="2100" y="2160"/>
                    <a:pt x="2068" y="2162"/>
                    <a:pt x="2018" y="2165"/>
                  </a:cubicBezTo>
                  <a:cubicBezTo>
                    <a:pt x="1991" y="2168"/>
                    <a:pt x="1975" y="2170"/>
                    <a:pt x="1971" y="2170"/>
                  </a:cubicBezTo>
                  <a:cubicBezTo>
                    <a:pt x="1964" y="2170"/>
                    <a:pt x="1980" y="2166"/>
                    <a:pt x="2018" y="2157"/>
                  </a:cubicBezTo>
                  <a:cubicBezTo>
                    <a:pt x="2071" y="2145"/>
                    <a:pt x="2121" y="2138"/>
                    <a:pt x="2118" y="2138"/>
                  </a:cubicBezTo>
                  <a:lnTo>
                    <a:pt x="2118" y="2138"/>
                  </a:lnTo>
                  <a:cubicBezTo>
                    <a:pt x="2116" y="2138"/>
                    <a:pt x="2108" y="2139"/>
                    <a:pt x="2091" y="2141"/>
                  </a:cubicBezTo>
                  <a:cubicBezTo>
                    <a:pt x="2091" y="2141"/>
                    <a:pt x="2091" y="2133"/>
                    <a:pt x="2156" y="2116"/>
                  </a:cubicBezTo>
                  <a:cubicBezTo>
                    <a:pt x="2156" y="2111"/>
                    <a:pt x="2156" y="2105"/>
                    <a:pt x="2133" y="2105"/>
                  </a:cubicBezTo>
                  <a:cubicBezTo>
                    <a:pt x="2123" y="2105"/>
                    <a:pt x="2110" y="2106"/>
                    <a:pt x="2091" y="2108"/>
                  </a:cubicBezTo>
                  <a:cubicBezTo>
                    <a:pt x="2067" y="2111"/>
                    <a:pt x="2051" y="2112"/>
                    <a:pt x="2042" y="2112"/>
                  </a:cubicBezTo>
                  <a:cubicBezTo>
                    <a:pt x="2023" y="2112"/>
                    <a:pt x="2026" y="2108"/>
                    <a:pt x="2026" y="2108"/>
                  </a:cubicBezTo>
                  <a:cubicBezTo>
                    <a:pt x="2026" y="2103"/>
                    <a:pt x="2026" y="2097"/>
                    <a:pt x="2000" y="2097"/>
                  </a:cubicBezTo>
                  <a:cubicBezTo>
                    <a:pt x="1990" y="2097"/>
                    <a:pt x="1975" y="2098"/>
                    <a:pt x="1953" y="2100"/>
                  </a:cubicBezTo>
                  <a:cubicBezTo>
                    <a:pt x="1888" y="2100"/>
                    <a:pt x="1815" y="2100"/>
                    <a:pt x="1815" y="2092"/>
                  </a:cubicBezTo>
                  <a:cubicBezTo>
                    <a:pt x="1750" y="2076"/>
                    <a:pt x="1750" y="2076"/>
                    <a:pt x="1888" y="2068"/>
                  </a:cubicBezTo>
                  <a:cubicBezTo>
                    <a:pt x="1953" y="2068"/>
                    <a:pt x="1953" y="2060"/>
                    <a:pt x="1953" y="2052"/>
                  </a:cubicBezTo>
                  <a:cubicBezTo>
                    <a:pt x="1953" y="2052"/>
                    <a:pt x="1953" y="2052"/>
                    <a:pt x="2018" y="2043"/>
                  </a:cubicBezTo>
                  <a:cubicBezTo>
                    <a:pt x="2091" y="2035"/>
                    <a:pt x="2018" y="2035"/>
                    <a:pt x="1953" y="2035"/>
                  </a:cubicBezTo>
                  <a:lnTo>
                    <a:pt x="1815" y="2035"/>
                  </a:lnTo>
                  <a:cubicBezTo>
                    <a:pt x="1888" y="2027"/>
                    <a:pt x="1953" y="2027"/>
                    <a:pt x="2026" y="2027"/>
                  </a:cubicBezTo>
                  <a:cubicBezTo>
                    <a:pt x="1961" y="2019"/>
                    <a:pt x="1888" y="2011"/>
                    <a:pt x="1961" y="2003"/>
                  </a:cubicBezTo>
                  <a:cubicBezTo>
                    <a:pt x="1961" y="1995"/>
                    <a:pt x="1961" y="1987"/>
                    <a:pt x="2034" y="1987"/>
                  </a:cubicBezTo>
                  <a:cubicBezTo>
                    <a:pt x="2099" y="1987"/>
                    <a:pt x="2034" y="1979"/>
                    <a:pt x="2034" y="1979"/>
                  </a:cubicBezTo>
                  <a:cubicBezTo>
                    <a:pt x="1969" y="1970"/>
                    <a:pt x="1969" y="1962"/>
                    <a:pt x="2042" y="1954"/>
                  </a:cubicBezTo>
                  <a:cubicBezTo>
                    <a:pt x="2180" y="1946"/>
                    <a:pt x="2180" y="1946"/>
                    <a:pt x="2042" y="1930"/>
                  </a:cubicBezTo>
                  <a:cubicBezTo>
                    <a:pt x="2002" y="1920"/>
                    <a:pt x="1959" y="1913"/>
                    <a:pt x="1964" y="1913"/>
                  </a:cubicBezTo>
                  <a:lnTo>
                    <a:pt x="1964" y="1913"/>
                  </a:lnTo>
                  <a:cubicBezTo>
                    <a:pt x="1968" y="1913"/>
                    <a:pt x="1990" y="1916"/>
                    <a:pt x="2042" y="1922"/>
                  </a:cubicBezTo>
                  <a:cubicBezTo>
                    <a:pt x="2054" y="1923"/>
                    <a:pt x="2061" y="1924"/>
                    <a:pt x="2065" y="1924"/>
                  </a:cubicBezTo>
                  <a:cubicBezTo>
                    <a:pt x="2085" y="1924"/>
                    <a:pt x="2032" y="1909"/>
                    <a:pt x="1986" y="1889"/>
                  </a:cubicBezTo>
                  <a:lnTo>
                    <a:pt x="1986" y="1889"/>
                  </a:lnTo>
                  <a:lnTo>
                    <a:pt x="2115" y="1914"/>
                  </a:lnTo>
                  <a:lnTo>
                    <a:pt x="2050" y="1898"/>
                  </a:lnTo>
                  <a:lnTo>
                    <a:pt x="1986" y="1889"/>
                  </a:lnTo>
                  <a:lnTo>
                    <a:pt x="1986" y="1889"/>
                  </a:lnTo>
                  <a:cubicBezTo>
                    <a:pt x="1986" y="1889"/>
                    <a:pt x="1986" y="1889"/>
                    <a:pt x="1986" y="1889"/>
                  </a:cubicBezTo>
                  <a:cubicBezTo>
                    <a:pt x="1921" y="1873"/>
                    <a:pt x="1783" y="1849"/>
                    <a:pt x="1718" y="1833"/>
                  </a:cubicBezTo>
                  <a:cubicBezTo>
                    <a:pt x="1580" y="1808"/>
                    <a:pt x="1580" y="1808"/>
                    <a:pt x="1653" y="1808"/>
                  </a:cubicBezTo>
                  <a:cubicBezTo>
                    <a:pt x="1702" y="1808"/>
                    <a:pt x="1750" y="1808"/>
                    <a:pt x="1791" y="1825"/>
                  </a:cubicBezTo>
                  <a:cubicBezTo>
                    <a:pt x="1856" y="1841"/>
                    <a:pt x="1856" y="1841"/>
                    <a:pt x="1856" y="1841"/>
                  </a:cubicBezTo>
                  <a:lnTo>
                    <a:pt x="1856" y="1849"/>
                  </a:lnTo>
                  <a:cubicBezTo>
                    <a:pt x="1903" y="1861"/>
                    <a:pt x="1951" y="1868"/>
                    <a:pt x="1976" y="1868"/>
                  </a:cubicBezTo>
                  <a:cubicBezTo>
                    <a:pt x="1985" y="1868"/>
                    <a:pt x="1992" y="1867"/>
                    <a:pt x="1994" y="1865"/>
                  </a:cubicBezTo>
                  <a:cubicBezTo>
                    <a:pt x="2021" y="1868"/>
                    <a:pt x="2036" y="1870"/>
                    <a:pt x="2041" y="1870"/>
                  </a:cubicBezTo>
                  <a:cubicBezTo>
                    <a:pt x="2047" y="1870"/>
                    <a:pt x="2032" y="1866"/>
                    <a:pt x="1994" y="1857"/>
                  </a:cubicBezTo>
                  <a:lnTo>
                    <a:pt x="1994" y="1857"/>
                  </a:lnTo>
                  <a:cubicBezTo>
                    <a:pt x="2015" y="1859"/>
                    <a:pt x="2030" y="1860"/>
                    <a:pt x="2041" y="1860"/>
                  </a:cubicBezTo>
                  <a:cubicBezTo>
                    <a:pt x="2067" y="1860"/>
                    <a:pt x="2067" y="1855"/>
                    <a:pt x="2067" y="1849"/>
                  </a:cubicBezTo>
                  <a:cubicBezTo>
                    <a:pt x="2072" y="1843"/>
                    <a:pt x="2074" y="1834"/>
                    <a:pt x="2099" y="1834"/>
                  </a:cubicBezTo>
                  <a:cubicBezTo>
                    <a:pt x="2110" y="1834"/>
                    <a:pt x="2125" y="1836"/>
                    <a:pt x="2148" y="1841"/>
                  </a:cubicBezTo>
                  <a:cubicBezTo>
                    <a:pt x="2148" y="1833"/>
                    <a:pt x="2148" y="1833"/>
                    <a:pt x="2083" y="1808"/>
                  </a:cubicBezTo>
                  <a:cubicBezTo>
                    <a:pt x="2002" y="1783"/>
                    <a:pt x="1971" y="1770"/>
                    <a:pt x="1976" y="1770"/>
                  </a:cubicBezTo>
                  <a:lnTo>
                    <a:pt x="1976" y="1770"/>
                  </a:lnTo>
                  <a:cubicBezTo>
                    <a:pt x="1979" y="1770"/>
                    <a:pt x="1994" y="1775"/>
                    <a:pt x="2018" y="1784"/>
                  </a:cubicBezTo>
                  <a:cubicBezTo>
                    <a:pt x="2071" y="1796"/>
                    <a:pt x="2117" y="1803"/>
                    <a:pt x="2146" y="1803"/>
                  </a:cubicBezTo>
                  <a:cubicBezTo>
                    <a:pt x="2193" y="1803"/>
                    <a:pt x="2198" y="1786"/>
                    <a:pt x="2123" y="1752"/>
                  </a:cubicBezTo>
                  <a:lnTo>
                    <a:pt x="2123" y="1743"/>
                  </a:lnTo>
                  <a:cubicBezTo>
                    <a:pt x="2141" y="1748"/>
                    <a:pt x="2154" y="1750"/>
                    <a:pt x="2163" y="1750"/>
                  </a:cubicBezTo>
                  <a:cubicBezTo>
                    <a:pt x="2188" y="1750"/>
                    <a:pt x="2181" y="1735"/>
                    <a:pt x="2140" y="1711"/>
                  </a:cubicBezTo>
                  <a:cubicBezTo>
                    <a:pt x="2140" y="1703"/>
                    <a:pt x="2148" y="1703"/>
                    <a:pt x="2148" y="1703"/>
                  </a:cubicBezTo>
                  <a:cubicBezTo>
                    <a:pt x="2176" y="1714"/>
                    <a:pt x="2192" y="1720"/>
                    <a:pt x="2197" y="1720"/>
                  </a:cubicBezTo>
                  <a:cubicBezTo>
                    <a:pt x="2203" y="1720"/>
                    <a:pt x="2191" y="1710"/>
                    <a:pt x="2164" y="1687"/>
                  </a:cubicBezTo>
                  <a:cubicBezTo>
                    <a:pt x="2123" y="1658"/>
                    <a:pt x="2083" y="1633"/>
                    <a:pt x="2084" y="1633"/>
                  </a:cubicBezTo>
                  <a:lnTo>
                    <a:pt x="2084" y="1633"/>
                  </a:lnTo>
                  <a:cubicBezTo>
                    <a:pt x="2084" y="1633"/>
                    <a:pt x="2091" y="1637"/>
                    <a:pt x="2107" y="1646"/>
                  </a:cubicBezTo>
                  <a:cubicBezTo>
                    <a:pt x="2141" y="1670"/>
                    <a:pt x="2157" y="1677"/>
                    <a:pt x="2167" y="1677"/>
                  </a:cubicBezTo>
                  <a:cubicBezTo>
                    <a:pt x="2174" y="1677"/>
                    <a:pt x="2177" y="1674"/>
                    <a:pt x="2180" y="1670"/>
                  </a:cubicBezTo>
                  <a:cubicBezTo>
                    <a:pt x="2188" y="1662"/>
                    <a:pt x="2188" y="1662"/>
                    <a:pt x="2132" y="1622"/>
                  </a:cubicBezTo>
                  <a:cubicBezTo>
                    <a:pt x="2117" y="1602"/>
                    <a:pt x="2114" y="1594"/>
                    <a:pt x="2118" y="1594"/>
                  </a:cubicBezTo>
                  <a:lnTo>
                    <a:pt x="2118" y="1594"/>
                  </a:lnTo>
                  <a:cubicBezTo>
                    <a:pt x="2126" y="1594"/>
                    <a:pt x="2159" y="1622"/>
                    <a:pt x="2196" y="1654"/>
                  </a:cubicBezTo>
                  <a:cubicBezTo>
                    <a:pt x="2243" y="1690"/>
                    <a:pt x="2269" y="1710"/>
                    <a:pt x="2270" y="1710"/>
                  </a:cubicBezTo>
                  <a:cubicBezTo>
                    <a:pt x="2272" y="1710"/>
                    <a:pt x="2234" y="1678"/>
                    <a:pt x="2148" y="1606"/>
                  </a:cubicBezTo>
                  <a:cubicBezTo>
                    <a:pt x="2081" y="1549"/>
                    <a:pt x="2060" y="1522"/>
                    <a:pt x="2066" y="1522"/>
                  </a:cubicBezTo>
                  <a:lnTo>
                    <a:pt x="2066" y="1522"/>
                  </a:lnTo>
                  <a:cubicBezTo>
                    <a:pt x="2069" y="1522"/>
                    <a:pt x="2081" y="1531"/>
                    <a:pt x="2099" y="1549"/>
                  </a:cubicBezTo>
                  <a:cubicBezTo>
                    <a:pt x="2156" y="1589"/>
                    <a:pt x="2148" y="1598"/>
                    <a:pt x="2148" y="1598"/>
                  </a:cubicBezTo>
                  <a:lnTo>
                    <a:pt x="2253" y="1687"/>
                  </a:lnTo>
                  <a:cubicBezTo>
                    <a:pt x="2253" y="1687"/>
                    <a:pt x="2253" y="1687"/>
                    <a:pt x="2205" y="1638"/>
                  </a:cubicBezTo>
                  <a:cubicBezTo>
                    <a:pt x="2205" y="1638"/>
                    <a:pt x="2205" y="1638"/>
                    <a:pt x="2164" y="1589"/>
                  </a:cubicBezTo>
                  <a:cubicBezTo>
                    <a:pt x="2115" y="1541"/>
                    <a:pt x="2059" y="1492"/>
                    <a:pt x="2010" y="1452"/>
                  </a:cubicBezTo>
                  <a:cubicBezTo>
                    <a:pt x="1953" y="1411"/>
                    <a:pt x="1961" y="1411"/>
                    <a:pt x="1961" y="1403"/>
                  </a:cubicBezTo>
                  <a:lnTo>
                    <a:pt x="1961" y="1403"/>
                  </a:lnTo>
                  <a:cubicBezTo>
                    <a:pt x="2018" y="1443"/>
                    <a:pt x="2075" y="1492"/>
                    <a:pt x="2115" y="1541"/>
                  </a:cubicBezTo>
                  <a:cubicBezTo>
                    <a:pt x="2148" y="1573"/>
                    <a:pt x="2180" y="1606"/>
                    <a:pt x="2213" y="1630"/>
                  </a:cubicBezTo>
                  <a:cubicBezTo>
                    <a:pt x="2222" y="1639"/>
                    <a:pt x="2226" y="1643"/>
                    <a:pt x="2227" y="1643"/>
                  </a:cubicBezTo>
                  <a:cubicBezTo>
                    <a:pt x="2231" y="1643"/>
                    <a:pt x="2164" y="1563"/>
                    <a:pt x="2091" y="1484"/>
                  </a:cubicBezTo>
                  <a:lnTo>
                    <a:pt x="2091" y="1484"/>
                  </a:lnTo>
                  <a:lnTo>
                    <a:pt x="2132" y="1525"/>
                  </a:lnTo>
                  <a:cubicBezTo>
                    <a:pt x="2166" y="1559"/>
                    <a:pt x="2180" y="1569"/>
                    <a:pt x="2188" y="1569"/>
                  </a:cubicBezTo>
                  <a:cubicBezTo>
                    <a:pt x="2192" y="1569"/>
                    <a:pt x="2194" y="1567"/>
                    <a:pt x="2196" y="1565"/>
                  </a:cubicBezTo>
                  <a:cubicBezTo>
                    <a:pt x="2205" y="1565"/>
                    <a:pt x="2205" y="1565"/>
                    <a:pt x="2156" y="1508"/>
                  </a:cubicBezTo>
                  <a:cubicBezTo>
                    <a:pt x="2123" y="1476"/>
                    <a:pt x="2099" y="1443"/>
                    <a:pt x="2075" y="1403"/>
                  </a:cubicBezTo>
                  <a:cubicBezTo>
                    <a:pt x="2034" y="1379"/>
                    <a:pt x="2010" y="1346"/>
                    <a:pt x="1978" y="1306"/>
                  </a:cubicBezTo>
                  <a:lnTo>
                    <a:pt x="1978" y="1306"/>
                  </a:lnTo>
                  <a:cubicBezTo>
                    <a:pt x="2018" y="1338"/>
                    <a:pt x="2050" y="1362"/>
                    <a:pt x="2083" y="1403"/>
                  </a:cubicBezTo>
                  <a:cubicBezTo>
                    <a:pt x="2180" y="1500"/>
                    <a:pt x="2221" y="1541"/>
                    <a:pt x="2237" y="1541"/>
                  </a:cubicBezTo>
                  <a:cubicBezTo>
                    <a:pt x="2239" y="1541"/>
                    <a:pt x="2241" y="1540"/>
                    <a:pt x="2243" y="1540"/>
                  </a:cubicBezTo>
                  <a:cubicBezTo>
                    <a:pt x="2250" y="1540"/>
                    <a:pt x="2262" y="1545"/>
                    <a:pt x="2294" y="1589"/>
                  </a:cubicBezTo>
                  <a:cubicBezTo>
                    <a:pt x="2302" y="1589"/>
                    <a:pt x="2302" y="1589"/>
                    <a:pt x="2269" y="1533"/>
                  </a:cubicBezTo>
                  <a:lnTo>
                    <a:pt x="2269" y="1525"/>
                  </a:lnTo>
                  <a:cubicBezTo>
                    <a:pt x="2290" y="1553"/>
                    <a:pt x="2302" y="1567"/>
                    <a:pt x="2304" y="1567"/>
                  </a:cubicBezTo>
                  <a:cubicBezTo>
                    <a:pt x="2306" y="1567"/>
                    <a:pt x="2298" y="1553"/>
                    <a:pt x="2277" y="1525"/>
                  </a:cubicBezTo>
                  <a:cubicBezTo>
                    <a:pt x="2269" y="1502"/>
                    <a:pt x="2268" y="1495"/>
                    <a:pt x="2269" y="1495"/>
                  </a:cubicBezTo>
                  <a:lnTo>
                    <a:pt x="2269" y="1495"/>
                  </a:lnTo>
                  <a:cubicBezTo>
                    <a:pt x="2272" y="1495"/>
                    <a:pt x="2286" y="1517"/>
                    <a:pt x="2292" y="1517"/>
                  </a:cubicBezTo>
                  <a:cubicBezTo>
                    <a:pt x="2292" y="1517"/>
                    <a:pt x="2292" y="1517"/>
                    <a:pt x="2293" y="1517"/>
                  </a:cubicBezTo>
                  <a:lnTo>
                    <a:pt x="2293" y="1517"/>
                  </a:lnTo>
                  <a:cubicBezTo>
                    <a:pt x="2284" y="1501"/>
                    <a:pt x="2273" y="1481"/>
                    <a:pt x="2261" y="1460"/>
                  </a:cubicBezTo>
                  <a:cubicBezTo>
                    <a:pt x="2257" y="1448"/>
                    <a:pt x="2253" y="1437"/>
                    <a:pt x="2248" y="1427"/>
                  </a:cubicBezTo>
                  <a:lnTo>
                    <a:pt x="2248" y="1427"/>
                  </a:lnTo>
                  <a:cubicBezTo>
                    <a:pt x="2282" y="1483"/>
                    <a:pt x="2303" y="1519"/>
                    <a:pt x="2306" y="1519"/>
                  </a:cubicBezTo>
                  <a:cubicBezTo>
                    <a:pt x="2308" y="1519"/>
                    <a:pt x="2300" y="1499"/>
                    <a:pt x="2277" y="1452"/>
                  </a:cubicBezTo>
                  <a:cubicBezTo>
                    <a:pt x="2277" y="1449"/>
                    <a:pt x="2277" y="1448"/>
                    <a:pt x="2278" y="1448"/>
                  </a:cubicBezTo>
                  <a:cubicBezTo>
                    <a:pt x="2280" y="1448"/>
                    <a:pt x="2286" y="1460"/>
                    <a:pt x="2310" y="1508"/>
                  </a:cubicBezTo>
                  <a:cubicBezTo>
                    <a:pt x="2323" y="1531"/>
                    <a:pt x="2331" y="1545"/>
                    <a:pt x="2332" y="1545"/>
                  </a:cubicBezTo>
                  <a:cubicBezTo>
                    <a:pt x="2334" y="1545"/>
                    <a:pt x="2323" y="1516"/>
                    <a:pt x="2294" y="1443"/>
                  </a:cubicBezTo>
                  <a:cubicBezTo>
                    <a:pt x="2265" y="1382"/>
                    <a:pt x="2253" y="1349"/>
                    <a:pt x="2255" y="1349"/>
                  </a:cubicBezTo>
                  <a:lnTo>
                    <a:pt x="2255" y="1349"/>
                  </a:lnTo>
                  <a:cubicBezTo>
                    <a:pt x="2258" y="1349"/>
                    <a:pt x="2274" y="1380"/>
                    <a:pt x="2302" y="1443"/>
                  </a:cubicBezTo>
                  <a:cubicBezTo>
                    <a:pt x="2339" y="1514"/>
                    <a:pt x="2358" y="1543"/>
                    <a:pt x="2362" y="1543"/>
                  </a:cubicBezTo>
                  <a:cubicBezTo>
                    <a:pt x="2365" y="1543"/>
                    <a:pt x="2361" y="1528"/>
                    <a:pt x="2350" y="1500"/>
                  </a:cubicBezTo>
                  <a:cubicBezTo>
                    <a:pt x="2326" y="1427"/>
                    <a:pt x="2322" y="1395"/>
                    <a:pt x="2328" y="1395"/>
                  </a:cubicBezTo>
                  <a:lnTo>
                    <a:pt x="2328" y="1395"/>
                  </a:lnTo>
                  <a:cubicBezTo>
                    <a:pt x="2332" y="1395"/>
                    <a:pt x="2341" y="1409"/>
                    <a:pt x="2350" y="1435"/>
                  </a:cubicBezTo>
                  <a:cubicBezTo>
                    <a:pt x="2363" y="1468"/>
                    <a:pt x="2369" y="1484"/>
                    <a:pt x="2370" y="1484"/>
                  </a:cubicBezTo>
                  <a:cubicBezTo>
                    <a:pt x="2371" y="1484"/>
                    <a:pt x="2367" y="1468"/>
                    <a:pt x="2359" y="1435"/>
                  </a:cubicBezTo>
                  <a:lnTo>
                    <a:pt x="2359" y="1435"/>
                  </a:lnTo>
                  <a:cubicBezTo>
                    <a:pt x="2376" y="1481"/>
                    <a:pt x="2389" y="1527"/>
                    <a:pt x="2392" y="1527"/>
                  </a:cubicBezTo>
                  <a:cubicBezTo>
                    <a:pt x="2394" y="1527"/>
                    <a:pt x="2393" y="1519"/>
                    <a:pt x="2391" y="1500"/>
                  </a:cubicBezTo>
                  <a:cubicBezTo>
                    <a:pt x="2391" y="1500"/>
                    <a:pt x="2391" y="1492"/>
                    <a:pt x="2367" y="1427"/>
                  </a:cubicBezTo>
                  <a:cubicBezTo>
                    <a:pt x="2367" y="1427"/>
                    <a:pt x="2359" y="1362"/>
                    <a:pt x="2342" y="1298"/>
                  </a:cubicBezTo>
                  <a:cubicBezTo>
                    <a:pt x="2326" y="1257"/>
                    <a:pt x="2310" y="1208"/>
                    <a:pt x="2302" y="1168"/>
                  </a:cubicBezTo>
                  <a:cubicBezTo>
                    <a:pt x="2298" y="1151"/>
                    <a:pt x="2298" y="1142"/>
                    <a:pt x="2301" y="1142"/>
                  </a:cubicBezTo>
                  <a:lnTo>
                    <a:pt x="2301" y="1142"/>
                  </a:lnTo>
                  <a:cubicBezTo>
                    <a:pt x="2311" y="1142"/>
                    <a:pt x="2347" y="1211"/>
                    <a:pt x="2383" y="1354"/>
                  </a:cubicBezTo>
                  <a:lnTo>
                    <a:pt x="2423" y="1484"/>
                  </a:lnTo>
                  <a:lnTo>
                    <a:pt x="2391" y="1354"/>
                  </a:lnTo>
                  <a:cubicBezTo>
                    <a:pt x="2399" y="1354"/>
                    <a:pt x="2407" y="1354"/>
                    <a:pt x="2415" y="1419"/>
                  </a:cubicBezTo>
                  <a:cubicBezTo>
                    <a:pt x="2432" y="1492"/>
                    <a:pt x="2432" y="1492"/>
                    <a:pt x="2440" y="1492"/>
                  </a:cubicBezTo>
                  <a:cubicBezTo>
                    <a:pt x="2440" y="1492"/>
                    <a:pt x="2440" y="1492"/>
                    <a:pt x="2432" y="1419"/>
                  </a:cubicBezTo>
                  <a:cubicBezTo>
                    <a:pt x="2417" y="1343"/>
                    <a:pt x="2411" y="1312"/>
                    <a:pt x="2412" y="1312"/>
                  </a:cubicBezTo>
                  <a:lnTo>
                    <a:pt x="2412" y="1312"/>
                  </a:lnTo>
                  <a:cubicBezTo>
                    <a:pt x="2413" y="1312"/>
                    <a:pt x="2417" y="1327"/>
                    <a:pt x="2423" y="1354"/>
                  </a:cubicBezTo>
                  <a:cubicBezTo>
                    <a:pt x="2436" y="1423"/>
                    <a:pt x="2444" y="1458"/>
                    <a:pt x="2447" y="1458"/>
                  </a:cubicBezTo>
                  <a:cubicBezTo>
                    <a:pt x="2450" y="1458"/>
                    <a:pt x="2448" y="1423"/>
                    <a:pt x="2440" y="1354"/>
                  </a:cubicBezTo>
                  <a:cubicBezTo>
                    <a:pt x="2432" y="1289"/>
                    <a:pt x="2427" y="1257"/>
                    <a:pt x="2428" y="1257"/>
                  </a:cubicBezTo>
                  <a:lnTo>
                    <a:pt x="2428" y="1257"/>
                  </a:lnTo>
                  <a:cubicBezTo>
                    <a:pt x="2430" y="1257"/>
                    <a:pt x="2436" y="1289"/>
                    <a:pt x="2448" y="1354"/>
                  </a:cubicBezTo>
                  <a:cubicBezTo>
                    <a:pt x="2448" y="1403"/>
                    <a:pt x="2456" y="1452"/>
                    <a:pt x="2472" y="1492"/>
                  </a:cubicBezTo>
                  <a:lnTo>
                    <a:pt x="2464" y="1427"/>
                  </a:lnTo>
                  <a:cubicBezTo>
                    <a:pt x="2454" y="1346"/>
                    <a:pt x="2453" y="1312"/>
                    <a:pt x="2457" y="1312"/>
                  </a:cubicBezTo>
                  <a:lnTo>
                    <a:pt x="2457" y="1312"/>
                  </a:lnTo>
                  <a:cubicBezTo>
                    <a:pt x="2460" y="1312"/>
                    <a:pt x="2465" y="1328"/>
                    <a:pt x="2472" y="1354"/>
                  </a:cubicBezTo>
                  <a:cubicBezTo>
                    <a:pt x="2476" y="1391"/>
                    <a:pt x="2478" y="1409"/>
                    <a:pt x="2480" y="1409"/>
                  </a:cubicBezTo>
                  <a:cubicBezTo>
                    <a:pt x="2482" y="1409"/>
                    <a:pt x="2484" y="1391"/>
                    <a:pt x="2488" y="1354"/>
                  </a:cubicBezTo>
                  <a:cubicBezTo>
                    <a:pt x="2496" y="1354"/>
                    <a:pt x="2505" y="1354"/>
                    <a:pt x="2505" y="1427"/>
                  </a:cubicBezTo>
                  <a:cubicBezTo>
                    <a:pt x="2513" y="1492"/>
                    <a:pt x="2517" y="1525"/>
                    <a:pt x="2518" y="1525"/>
                  </a:cubicBezTo>
                  <a:cubicBezTo>
                    <a:pt x="2519" y="1525"/>
                    <a:pt x="2517" y="1492"/>
                    <a:pt x="2513" y="1427"/>
                  </a:cubicBezTo>
                  <a:cubicBezTo>
                    <a:pt x="2513" y="1391"/>
                    <a:pt x="2513" y="1373"/>
                    <a:pt x="2515" y="1373"/>
                  </a:cubicBezTo>
                  <a:cubicBezTo>
                    <a:pt x="2517" y="1373"/>
                    <a:pt x="2521" y="1391"/>
                    <a:pt x="2529" y="1427"/>
                  </a:cubicBezTo>
                  <a:cubicBezTo>
                    <a:pt x="2533" y="1459"/>
                    <a:pt x="2535" y="1475"/>
                    <a:pt x="2536" y="1475"/>
                  </a:cubicBezTo>
                  <a:cubicBezTo>
                    <a:pt x="2537" y="1475"/>
                    <a:pt x="2537" y="1457"/>
                    <a:pt x="2537" y="1419"/>
                  </a:cubicBezTo>
                  <a:cubicBezTo>
                    <a:pt x="2537" y="1354"/>
                    <a:pt x="2537" y="1289"/>
                    <a:pt x="2521" y="1216"/>
                  </a:cubicBezTo>
                  <a:cubicBezTo>
                    <a:pt x="2521" y="1216"/>
                    <a:pt x="2521" y="1216"/>
                    <a:pt x="2513" y="1152"/>
                  </a:cubicBezTo>
                  <a:lnTo>
                    <a:pt x="2529" y="1152"/>
                  </a:lnTo>
                  <a:cubicBezTo>
                    <a:pt x="2537" y="1152"/>
                    <a:pt x="2545" y="1152"/>
                    <a:pt x="2553" y="1079"/>
                  </a:cubicBezTo>
                  <a:cubicBezTo>
                    <a:pt x="2566" y="1026"/>
                    <a:pt x="2569" y="924"/>
                    <a:pt x="2560" y="924"/>
                  </a:cubicBezTo>
                  <a:lnTo>
                    <a:pt x="2560" y="924"/>
                  </a:lnTo>
                  <a:cubicBezTo>
                    <a:pt x="2559" y="924"/>
                    <a:pt x="2556" y="929"/>
                    <a:pt x="2553" y="941"/>
                  </a:cubicBezTo>
                  <a:lnTo>
                    <a:pt x="2545" y="876"/>
                  </a:lnTo>
                  <a:cubicBezTo>
                    <a:pt x="2545" y="775"/>
                    <a:pt x="2539" y="724"/>
                    <a:pt x="2534" y="724"/>
                  </a:cubicBezTo>
                  <a:cubicBezTo>
                    <a:pt x="2529" y="724"/>
                    <a:pt x="2525" y="775"/>
                    <a:pt x="2529" y="876"/>
                  </a:cubicBezTo>
                  <a:cubicBezTo>
                    <a:pt x="2529" y="989"/>
                    <a:pt x="2529" y="1039"/>
                    <a:pt x="2527" y="1039"/>
                  </a:cubicBezTo>
                  <a:cubicBezTo>
                    <a:pt x="2526" y="1039"/>
                    <a:pt x="2524" y="1007"/>
                    <a:pt x="2521" y="949"/>
                  </a:cubicBezTo>
                  <a:cubicBezTo>
                    <a:pt x="2513" y="811"/>
                    <a:pt x="2505" y="811"/>
                    <a:pt x="2496" y="811"/>
                  </a:cubicBezTo>
                  <a:cubicBezTo>
                    <a:pt x="2488" y="811"/>
                    <a:pt x="2488" y="811"/>
                    <a:pt x="2480" y="746"/>
                  </a:cubicBezTo>
                  <a:cubicBezTo>
                    <a:pt x="2480" y="673"/>
                    <a:pt x="2464" y="608"/>
                    <a:pt x="2456" y="608"/>
                  </a:cubicBezTo>
                  <a:cubicBezTo>
                    <a:pt x="2448" y="608"/>
                    <a:pt x="2448" y="608"/>
                    <a:pt x="2448" y="673"/>
                  </a:cubicBezTo>
                  <a:cubicBezTo>
                    <a:pt x="2455" y="704"/>
                    <a:pt x="2456" y="722"/>
                    <a:pt x="2453" y="722"/>
                  </a:cubicBezTo>
                  <a:cubicBezTo>
                    <a:pt x="2449" y="722"/>
                    <a:pt x="2438" y="688"/>
                    <a:pt x="2423" y="608"/>
                  </a:cubicBezTo>
                  <a:cubicBezTo>
                    <a:pt x="2417" y="582"/>
                    <a:pt x="2413" y="566"/>
                    <a:pt x="2412" y="566"/>
                  </a:cubicBezTo>
                  <a:lnTo>
                    <a:pt x="2412" y="566"/>
                  </a:lnTo>
                  <a:cubicBezTo>
                    <a:pt x="2410" y="566"/>
                    <a:pt x="2414" y="597"/>
                    <a:pt x="2423" y="673"/>
                  </a:cubicBezTo>
                  <a:cubicBezTo>
                    <a:pt x="2428" y="743"/>
                    <a:pt x="2425" y="778"/>
                    <a:pt x="2419" y="778"/>
                  </a:cubicBezTo>
                  <a:cubicBezTo>
                    <a:pt x="2413" y="778"/>
                    <a:pt x="2403" y="745"/>
                    <a:pt x="2391" y="681"/>
                  </a:cubicBezTo>
                  <a:lnTo>
                    <a:pt x="2367" y="681"/>
                  </a:lnTo>
                  <a:cubicBezTo>
                    <a:pt x="2359" y="681"/>
                    <a:pt x="2367" y="746"/>
                    <a:pt x="2375" y="819"/>
                  </a:cubicBezTo>
                  <a:cubicBezTo>
                    <a:pt x="2389" y="895"/>
                    <a:pt x="2395" y="927"/>
                    <a:pt x="2392" y="927"/>
                  </a:cubicBezTo>
                  <a:cubicBezTo>
                    <a:pt x="2391" y="927"/>
                    <a:pt x="2385" y="911"/>
                    <a:pt x="2375" y="884"/>
                  </a:cubicBezTo>
                  <a:cubicBezTo>
                    <a:pt x="2367" y="835"/>
                    <a:pt x="2359" y="795"/>
                    <a:pt x="2350" y="746"/>
                  </a:cubicBezTo>
                  <a:cubicBezTo>
                    <a:pt x="2334" y="681"/>
                    <a:pt x="2326" y="681"/>
                    <a:pt x="2318" y="681"/>
                  </a:cubicBezTo>
                  <a:cubicBezTo>
                    <a:pt x="2310" y="681"/>
                    <a:pt x="2288" y="681"/>
                    <a:pt x="2300" y="743"/>
                  </a:cubicBezTo>
                  <a:lnTo>
                    <a:pt x="2300" y="743"/>
                  </a:lnTo>
                  <a:cubicBezTo>
                    <a:pt x="2294" y="715"/>
                    <a:pt x="2293" y="718"/>
                    <a:pt x="2286" y="681"/>
                  </a:cubicBezTo>
                  <a:cubicBezTo>
                    <a:pt x="2280" y="681"/>
                    <a:pt x="2271" y="653"/>
                    <a:pt x="2271" y="653"/>
                  </a:cubicBezTo>
                  <a:lnTo>
                    <a:pt x="2271" y="653"/>
                  </a:lnTo>
                  <a:cubicBezTo>
                    <a:pt x="2270" y="653"/>
                    <a:pt x="2272" y="660"/>
                    <a:pt x="2277" y="681"/>
                  </a:cubicBezTo>
                  <a:cubicBezTo>
                    <a:pt x="2277" y="681"/>
                    <a:pt x="2269" y="681"/>
                    <a:pt x="2229" y="616"/>
                  </a:cubicBezTo>
                  <a:cubicBezTo>
                    <a:pt x="2224" y="607"/>
                    <a:pt x="2219" y="603"/>
                    <a:pt x="2216" y="603"/>
                  </a:cubicBezTo>
                  <a:lnTo>
                    <a:pt x="2216" y="603"/>
                  </a:lnTo>
                  <a:cubicBezTo>
                    <a:pt x="2198" y="603"/>
                    <a:pt x="2206" y="715"/>
                    <a:pt x="2259" y="823"/>
                  </a:cubicBezTo>
                  <a:lnTo>
                    <a:pt x="2259" y="823"/>
                  </a:lnTo>
                  <a:cubicBezTo>
                    <a:pt x="2256" y="824"/>
                    <a:pt x="2251" y="825"/>
                    <a:pt x="2245" y="827"/>
                  </a:cubicBezTo>
                  <a:cubicBezTo>
                    <a:pt x="2237" y="827"/>
                    <a:pt x="2253" y="892"/>
                    <a:pt x="2253" y="892"/>
                  </a:cubicBezTo>
                  <a:cubicBezTo>
                    <a:pt x="2269" y="965"/>
                    <a:pt x="2261" y="965"/>
                    <a:pt x="2253" y="965"/>
                  </a:cubicBezTo>
                  <a:cubicBezTo>
                    <a:pt x="2253" y="965"/>
                    <a:pt x="2237" y="900"/>
                    <a:pt x="2221" y="835"/>
                  </a:cubicBezTo>
                  <a:cubicBezTo>
                    <a:pt x="2197" y="719"/>
                    <a:pt x="2174" y="651"/>
                    <a:pt x="2168" y="651"/>
                  </a:cubicBezTo>
                  <a:lnTo>
                    <a:pt x="2168" y="651"/>
                  </a:lnTo>
                  <a:cubicBezTo>
                    <a:pt x="2163" y="651"/>
                    <a:pt x="2168" y="688"/>
                    <a:pt x="2188" y="771"/>
                  </a:cubicBezTo>
                  <a:cubicBezTo>
                    <a:pt x="2180" y="738"/>
                    <a:pt x="2180" y="746"/>
                    <a:pt x="2172" y="706"/>
                  </a:cubicBezTo>
                  <a:cubicBezTo>
                    <a:pt x="2161" y="675"/>
                    <a:pt x="2153" y="661"/>
                    <a:pt x="2148" y="661"/>
                  </a:cubicBezTo>
                  <a:cubicBezTo>
                    <a:pt x="2142" y="661"/>
                    <a:pt x="2140" y="679"/>
                    <a:pt x="2140" y="714"/>
                  </a:cubicBezTo>
                  <a:cubicBezTo>
                    <a:pt x="2140" y="787"/>
                    <a:pt x="2156" y="852"/>
                    <a:pt x="2180" y="916"/>
                  </a:cubicBezTo>
                  <a:cubicBezTo>
                    <a:pt x="2205" y="981"/>
                    <a:pt x="2196" y="981"/>
                    <a:pt x="2196" y="981"/>
                  </a:cubicBezTo>
                  <a:cubicBezTo>
                    <a:pt x="2188" y="981"/>
                    <a:pt x="2188" y="981"/>
                    <a:pt x="2164" y="916"/>
                  </a:cubicBezTo>
                  <a:cubicBezTo>
                    <a:pt x="2144" y="857"/>
                    <a:pt x="2128" y="826"/>
                    <a:pt x="2122" y="826"/>
                  </a:cubicBezTo>
                  <a:lnTo>
                    <a:pt x="2122" y="826"/>
                  </a:lnTo>
                  <a:cubicBezTo>
                    <a:pt x="2115" y="826"/>
                    <a:pt x="2119" y="859"/>
                    <a:pt x="2140" y="925"/>
                  </a:cubicBezTo>
                  <a:lnTo>
                    <a:pt x="2115" y="860"/>
                  </a:lnTo>
                  <a:cubicBezTo>
                    <a:pt x="2099" y="816"/>
                    <a:pt x="2079" y="777"/>
                    <a:pt x="2061" y="777"/>
                  </a:cubicBezTo>
                  <a:cubicBezTo>
                    <a:pt x="2051" y="777"/>
                    <a:pt x="2042" y="787"/>
                    <a:pt x="2034" y="811"/>
                  </a:cubicBezTo>
                  <a:cubicBezTo>
                    <a:pt x="2017" y="815"/>
                    <a:pt x="2004" y="820"/>
                    <a:pt x="1992" y="820"/>
                  </a:cubicBezTo>
                  <a:cubicBezTo>
                    <a:pt x="1977" y="820"/>
                    <a:pt x="1964" y="811"/>
                    <a:pt x="1945" y="779"/>
                  </a:cubicBezTo>
                  <a:cubicBezTo>
                    <a:pt x="1940" y="768"/>
                    <a:pt x="1936" y="763"/>
                    <a:pt x="1933" y="763"/>
                  </a:cubicBezTo>
                  <a:lnTo>
                    <a:pt x="1933" y="763"/>
                  </a:lnTo>
                  <a:cubicBezTo>
                    <a:pt x="1922" y="763"/>
                    <a:pt x="1945" y="880"/>
                    <a:pt x="1986" y="981"/>
                  </a:cubicBezTo>
                  <a:cubicBezTo>
                    <a:pt x="1965" y="945"/>
                    <a:pt x="1954" y="935"/>
                    <a:pt x="1944" y="935"/>
                  </a:cubicBezTo>
                  <a:cubicBezTo>
                    <a:pt x="1939" y="935"/>
                    <a:pt x="1935" y="938"/>
                    <a:pt x="1929" y="941"/>
                  </a:cubicBezTo>
                  <a:cubicBezTo>
                    <a:pt x="1922" y="943"/>
                    <a:pt x="1917" y="945"/>
                    <a:pt x="1913" y="945"/>
                  </a:cubicBezTo>
                  <a:cubicBezTo>
                    <a:pt x="1902" y="945"/>
                    <a:pt x="1896" y="933"/>
                    <a:pt x="1872" y="892"/>
                  </a:cubicBezTo>
                  <a:cubicBezTo>
                    <a:pt x="1840" y="832"/>
                    <a:pt x="1824" y="802"/>
                    <a:pt x="1823" y="802"/>
                  </a:cubicBezTo>
                  <a:lnTo>
                    <a:pt x="1823" y="802"/>
                  </a:lnTo>
                  <a:cubicBezTo>
                    <a:pt x="1821" y="802"/>
                    <a:pt x="1835" y="834"/>
                    <a:pt x="1864" y="900"/>
                  </a:cubicBezTo>
                  <a:cubicBezTo>
                    <a:pt x="1891" y="947"/>
                    <a:pt x="1895" y="968"/>
                    <a:pt x="1887" y="968"/>
                  </a:cubicBezTo>
                  <a:cubicBezTo>
                    <a:pt x="1874" y="968"/>
                    <a:pt x="1834" y="926"/>
                    <a:pt x="1791" y="860"/>
                  </a:cubicBezTo>
                  <a:cubicBezTo>
                    <a:pt x="1765" y="823"/>
                    <a:pt x="1752" y="813"/>
                    <a:pt x="1740" y="813"/>
                  </a:cubicBezTo>
                  <a:cubicBezTo>
                    <a:pt x="1733" y="813"/>
                    <a:pt x="1727" y="816"/>
                    <a:pt x="1718" y="819"/>
                  </a:cubicBezTo>
                  <a:cubicBezTo>
                    <a:pt x="1750" y="876"/>
                    <a:pt x="1734" y="884"/>
                    <a:pt x="1718" y="900"/>
                  </a:cubicBezTo>
                  <a:cubicBezTo>
                    <a:pt x="1694" y="925"/>
                    <a:pt x="1694" y="925"/>
                    <a:pt x="1783" y="1030"/>
                  </a:cubicBezTo>
                  <a:cubicBezTo>
                    <a:pt x="1864" y="1135"/>
                    <a:pt x="1864" y="1135"/>
                    <a:pt x="1848" y="1152"/>
                  </a:cubicBezTo>
                  <a:cubicBezTo>
                    <a:pt x="1846" y="1152"/>
                    <a:pt x="1844" y="1152"/>
                    <a:pt x="1842" y="1152"/>
                  </a:cubicBezTo>
                  <a:cubicBezTo>
                    <a:pt x="1837" y="1152"/>
                    <a:pt x="1828" y="1148"/>
                    <a:pt x="1791" y="1111"/>
                  </a:cubicBezTo>
                  <a:cubicBezTo>
                    <a:pt x="1791" y="1111"/>
                    <a:pt x="1743" y="1070"/>
                    <a:pt x="1735" y="1070"/>
                  </a:cubicBezTo>
                  <a:cubicBezTo>
                    <a:pt x="1735" y="1070"/>
                    <a:pt x="1734" y="1070"/>
                    <a:pt x="1734" y="1071"/>
                  </a:cubicBezTo>
                  <a:cubicBezTo>
                    <a:pt x="1732" y="1073"/>
                    <a:pt x="1730" y="1075"/>
                    <a:pt x="1726" y="1075"/>
                  </a:cubicBezTo>
                  <a:cubicBezTo>
                    <a:pt x="1718" y="1075"/>
                    <a:pt x="1704" y="1065"/>
                    <a:pt x="1669" y="1030"/>
                  </a:cubicBezTo>
                  <a:cubicBezTo>
                    <a:pt x="1669" y="1030"/>
                    <a:pt x="1630" y="1002"/>
                    <a:pt x="1607" y="1002"/>
                  </a:cubicBezTo>
                  <a:cubicBezTo>
                    <a:pt x="1603" y="1002"/>
                    <a:pt x="1599" y="1003"/>
                    <a:pt x="1596" y="1006"/>
                  </a:cubicBezTo>
                  <a:cubicBezTo>
                    <a:pt x="1589" y="1009"/>
                    <a:pt x="1581" y="1015"/>
                    <a:pt x="1571" y="1015"/>
                  </a:cubicBezTo>
                  <a:cubicBezTo>
                    <a:pt x="1558" y="1015"/>
                    <a:pt x="1542" y="1007"/>
                    <a:pt x="1515" y="981"/>
                  </a:cubicBezTo>
                  <a:lnTo>
                    <a:pt x="1515" y="981"/>
                  </a:lnTo>
                  <a:cubicBezTo>
                    <a:pt x="1507" y="989"/>
                    <a:pt x="1507" y="989"/>
                    <a:pt x="1556" y="1038"/>
                  </a:cubicBezTo>
                  <a:cubicBezTo>
                    <a:pt x="1605" y="1080"/>
                    <a:pt x="1642" y="1122"/>
                    <a:pt x="1598" y="1122"/>
                  </a:cubicBezTo>
                  <a:cubicBezTo>
                    <a:pt x="1592" y="1122"/>
                    <a:pt x="1583" y="1121"/>
                    <a:pt x="1572" y="1119"/>
                  </a:cubicBezTo>
                  <a:lnTo>
                    <a:pt x="1572" y="1119"/>
                  </a:lnTo>
                  <a:cubicBezTo>
                    <a:pt x="1564" y="1135"/>
                    <a:pt x="1540" y="1160"/>
                    <a:pt x="1596" y="1200"/>
                  </a:cubicBezTo>
                  <a:cubicBezTo>
                    <a:pt x="1594" y="1203"/>
                    <a:pt x="1592" y="1204"/>
                    <a:pt x="1590" y="1204"/>
                  </a:cubicBezTo>
                  <a:cubicBezTo>
                    <a:pt x="1584" y="1204"/>
                    <a:pt x="1573" y="1196"/>
                    <a:pt x="1540" y="1168"/>
                  </a:cubicBezTo>
                  <a:cubicBezTo>
                    <a:pt x="1491" y="1129"/>
                    <a:pt x="1460" y="1112"/>
                    <a:pt x="1449" y="1112"/>
                  </a:cubicBezTo>
                  <a:cubicBezTo>
                    <a:pt x="1435" y="1112"/>
                    <a:pt x="1456" y="1142"/>
                    <a:pt x="1515" y="1192"/>
                  </a:cubicBezTo>
                  <a:cubicBezTo>
                    <a:pt x="1544" y="1216"/>
                    <a:pt x="1556" y="1228"/>
                    <a:pt x="1548" y="1228"/>
                  </a:cubicBezTo>
                  <a:cubicBezTo>
                    <a:pt x="1542" y="1228"/>
                    <a:pt x="1526" y="1222"/>
                    <a:pt x="1499" y="1208"/>
                  </a:cubicBezTo>
                  <a:lnTo>
                    <a:pt x="1499" y="1208"/>
                  </a:lnTo>
                  <a:cubicBezTo>
                    <a:pt x="1499" y="1208"/>
                    <a:pt x="1491" y="1216"/>
                    <a:pt x="1548" y="1265"/>
                  </a:cubicBezTo>
                  <a:cubicBezTo>
                    <a:pt x="1575" y="1293"/>
                    <a:pt x="1587" y="1302"/>
                    <a:pt x="1579" y="1302"/>
                  </a:cubicBezTo>
                  <a:cubicBezTo>
                    <a:pt x="1573" y="1302"/>
                    <a:pt x="1555" y="1296"/>
                    <a:pt x="1523" y="1289"/>
                  </a:cubicBezTo>
                  <a:cubicBezTo>
                    <a:pt x="1490" y="1265"/>
                    <a:pt x="1476" y="1258"/>
                    <a:pt x="1469" y="1258"/>
                  </a:cubicBezTo>
                  <a:cubicBezTo>
                    <a:pt x="1464" y="1258"/>
                    <a:pt x="1462" y="1262"/>
                    <a:pt x="1459" y="1265"/>
                  </a:cubicBezTo>
                  <a:cubicBezTo>
                    <a:pt x="1495" y="1308"/>
                    <a:pt x="1460" y="1391"/>
                    <a:pt x="1406" y="1391"/>
                  </a:cubicBezTo>
                  <a:cubicBezTo>
                    <a:pt x="1399" y="1391"/>
                    <a:pt x="1393" y="1389"/>
                    <a:pt x="1386" y="1387"/>
                  </a:cubicBezTo>
                  <a:lnTo>
                    <a:pt x="1386" y="1387"/>
                  </a:lnTo>
                  <a:cubicBezTo>
                    <a:pt x="1442" y="1427"/>
                    <a:pt x="1442" y="1427"/>
                    <a:pt x="1442" y="1435"/>
                  </a:cubicBezTo>
                  <a:cubicBezTo>
                    <a:pt x="1401" y="1420"/>
                    <a:pt x="1379" y="1413"/>
                    <a:pt x="1371" y="1413"/>
                  </a:cubicBezTo>
                  <a:cubicBezTo>
                    <a:pt x="1355" y="1413"/>
                    <a:pt x="1408" y="1443"/>
                    <a:pt x="1491" y="1476"/>
                  </a:cubicBezTo>
                  <a:lnTo>
                    <a:pt x="1499" y="1468"/>
                  </a:lnTo>
                  <a:lnTo>
                    <a:pt x="1499" y="1460"/>
                  </a:lnTo>
                  <a:cubicBezTo>
                    <a:pt x="1563" y="1494"/>
                    <a:pt x="1591" y="1515"/>
                    <a:pt x="1576" y="1515"/>
                  </a:cubicBezTo>
                  <a:cubicBezTo>
                    <a:pt x="1563" y="1515"/>
                    <a:pt x="1514" y="1498"/>
                    <a:pt x="1426" y="1460"/>
                  </a:cubicBezTo>
                  <a:cubicBezTo>
                    <a:pt x="1369" y="1438"/>
                    <a:pt x="1337" y="1428"/>
                    <a:pt x="1329" y="1428"/>
                  </a:cubicBezTo>
                  <a:lnTo>
                    <a:pt x="1329" y="1428"/>
                  </a:lnTo>
                  <a:cubicBezTo>
                    <a:pt x="1320" y="1428"/>
                    <a:pt x="1350" y="1444"/>
                    <a:pt x="1418" y="1476"/>
                  </a:cubicBezTo>
                  <a:cubicBezTo>
                    <a:pt x="1486" y="1512"/>
                    <a:pt x="1513" y="1528"/>
                    <a:pt x="1502" y="1528"/>
                  </a:cubicBezTo>
                  <a:cubicBezTo>
                    <a:pt x="1493" y="1528"/>
                    <a:pt x="1459" y="1518"/>
                    <a:pt x="1402" y="1500"/>
                  </a:cubicBezTo>
                  <a:cubicBezTo>
                    <a:pt x="1343" y="1477"/>
                    <a:pt x="1313" y="1465"/>
                    <a:pt x="1311" y="1465"/>
                  </a:cubicBezTo>
                  <a:lnTo>
                    <a:pt x="1311" y="1465"/>
                  </a:lnTo>
                  <a:cubicBezTo>
                    <a:pt x="1308" y="1465"/>
                    <a:pt x="1339" y="1479"/>
                    <a:pt x="1402" y="1508"/>
                  </a:cubicBezTo>
                  <a:cubicBezTo>
                    <a:pt x="1555" y="1585"/>
                    <a:pt x="1634" y="1626"/>
                    <a:pt x="1607" y="1626"/>
                  </a:cubicBezTo>
                  <a:cubicBezTo>
                    <a:pt x="1592" y="1626"/>
                    <a:pt x="1539" y="1611"/>
                    <a:pt x="1442" y="1581"/>
                  </a:cubicBezTo>
                  <a:cubicBezTo>
                    <a:pt x="1341" y="1543"/>
                    <a:pt x="1279" y="1530"/>
                    <a:pt x="1253" y="1530"/>
                  </a:cubicBezTo>
                  <a:cubicBezTo>
                    <a:pt x="1246" y="1530"/>
                    <a:pt x="1241" y="1531"/>
                    <a:pt x="1240" y="1533"/>
                  </a:cubicBezTo>
                  <a:cubicBezTo>
                    <a:pt x="1240" y="1541"/>
                    <a:pt x="1305" y="1565"/>
                    <a:pt x="1369" y="1581"/>
                  </a:cubicBezTo>
                  <a:cubicBezTo>
                    <a:pt x="1456" y="1603"/>
                    <a:pt x="1485" y="1614"/>
                    <a:pt x="1453" y="1614"/>
                  </a:cubicBezTo>
                  <a:cubicBezTo>
                    <a:pt x="1438" y="1614"/>
                    <a:pt x="1407" y="1611"/>
                    <a:pt x="1361" y="1606"/>
                  </a:cubicBezTo>
                  <a:cubicBezTo>
                    <a:pt x="1301" y="1596"/>
                    <a:pt x="1258" y="1591"/>
                    <a:pt x="1230" y="1591"/>
                  </a:cubicBezTo>
                  <a:cubicBezTo>
                    <a:pt x="1165" y="1591"/>
                    <a:pt x="1187" y="1617"/>
                    <a:pt x="1272" y="1662"/>
                  </a:cubicBezTo>
                  <a:cubicBezTo>
                    <a:pt x="1347" y="1702"/>
                    <a:pt x="1372" y="1727"/>
                    <a:pt x="1353" y="1727"/>
                  </a:cubicBezTo>
                  <a:cubicBezTo>
                    <a:pt x="1341" y="1727"/>
                    <a:pt x="1311" y="1717"/>
                    <a:pt x="1264" y="1695"/>
                  </a:cubicBezTo>
                  <a:cubicBezTo>
                    <a:pt x="1196" y="1669"/>
                    <a:pt x="1164" y="1657"/>
                    <a:pt x="1158" y="1657"/>
                  </a:cubicBezTo>
                  <a:lnTo>
                    <a:pt x="1158" y="1657"/>
                  </a:lnTo>
                  <a:cubicBezTo>
                    <a:pt x="1152" y="1657"/>
                    <a:pt x="1168" y="1667"/>
                    <a:pt x="1199" y="1687"/>
                  </a:cubicBezTo>
                  <a:cubicBezTo>
                    <a:pt x="1191" y="1703"/>
                    <a:pt x="1183" y="1727"/>
                    <a:pt x="1183" y="1735"/>
                  </a:cubicBezTo>
                  <a:cubicBezTo>
                    <a:pt x="1175" y="1743"/>
                    <a:pt x="1240" y="1768"/>
                    <a:pt x="1305" y="1776"/>
                  </a:cubicBezTo>
                  <a:cubicBezTo>
                    <a:pt x="1274" y="1774"/>
                    <a:pt x="1246" y="1773"/>
                    <a:pt x="1224" y="1773"/>
                  </a:cubicBezTo>
                  <a:cubicBezTo>
                    <a:pt x="1147" y="1773"/>
                    <a:pt x="1131" y="1785"/>
                    <a:pt x="1232" y="1816"/>
                  </a:cubicBezTo>
                  <a:lnTo>
                    <a:pt x="1232" y="1841"/>
                  </a:lnTo>
                  <a:cubicBezTo>
                    <a:pt x="1232" y="1849"/>
                    <a:pt x="1232" y="1849"/>
                    <a:pt x="1296" y="1865"/>
                  </a:cubicBezTo>
                  <a:cubicBezTo>
                    <a:pt x="1361" y="1881"/>
                    <a:pt x="1288" y="1889"/>
                    <a:pt x="1223" y="1889"/>
                  </a:cubicBezTo>
                  <a:cubicBezTo>
                    <a:pt x="1151" y="1889"/>
                    <a:pt x="1086" y="1898"/>
                    <a:pt x="1151" y="1906"/>
                  </a:cubicBezTo>
                  <a:cubicBezTo>
                    <a:pt x="1215" y="1914"/>
                    <a:pt x="1288" y="1930"/>
                    <a:pt x="1353" y="1946"/>
                  </a:cubicBezTo>
                  <a:cubicBezTo>
                    <a:pt x="1393" y="1956"/>
                    <a:pt x="1381" y="1963"/>
                    <a:pt x="1350" y="1963"/>
                  </a:cubicBezTo>
                  <a:cubicBezTo>
                    <a:pt x="1331" y="1963"/>
                    <a:pt x="1305" y="1960"/>
                    <a:pt x="1280" y="1954"/>
                  </a:cubicBezTo>
                  <a:cubicBezTo>
                    <a:pt x="1267" y="1952"/>
                    <a:pt x="1255" y="1951"/>
                    <a:pt x="1243" y="1951"/>
                  </a:cubicBezTo>
                  <a:cubicBezTo>
                    <a:pt x="1209" y="1951"/>
                    <a:pt x="1178" y="1959"/>
                    <a:pt x="1142" y="1970"/>
                  </a:cubicBezTo>
                  <a:cubicBezTo>
                    <a:pt x="1142" y="1979"/>
                    <a:pt x="1142" y="2003"/>
                    <a:pt x="1207" y="2003"/>
                  </a:cubicBezTo>
                  <a:cubicBezTo>
                    <a:pt x="1272" y="2003"/>
                    <a:pt x="1272" y="2060"/>
                    <a:pt x="1199" y="2076"/>
                  </a:cubicBezTo>
                  <a:lnTo>
                    <a:pt x="1207" y="2092"/>
                  </a:lnTo>
                  <a:cubicBezTo>
                    <a:pt x="1207" y="2108"/>
                    <a:pt x="1272" y="2116"/>
                    <a:pt x="1272" y="2125"/>
                  </a:cubicBezTo>
                  <a:cubicBezTo>
                    <a:pt x="1272" y="2125"/>
                    <a:pt x="1272" y="2133"/>
                    <a:pt x="1345" y="2141"/>
                  </a:cubicBezTo>
                  <a:cubicBezTo>
                    <a:pt x="1345" y="2149"/>
                    <a:pt x="1345" y="2157"/>
                    <a:pt x="1272" y="2165"/>
                  </a:cubicBezTo>
                  <a:cubicBezTo>
                    <a:pt x="1327" y="2165"/>
                    <a:pt x="1360" y="2164"/>
                    <a:pt x="1371" y="2164"/>
                  </a:cubicBezTo>
                  <a:cubicBezTo>
                    <a:pt x="1388" y="2164"/>
                    <a:pt x="1355" y="2167"/>
                    <a:pt x="1272" y="2181"/>
                  </a:cubicBezTo>
                  <a:cubicBezTo>
                    <a:pt x="1196" y="2191"/>
                    <a:pt x="1165" y="2195"/>
                    <a:pt x="1178" y="2195"/>
                  </a:cubicBezTo>
                  <a:cubicBezTo>
                    <a:pt x="1187" y="2195"/>
                    <a:pt x="1218" y="2193"/>
                    <a:pt x="1272" y="2189"/>
                  </a:cubicBezTo>
                  <a:cubicBezTo>
                    <a:pt x="1345" y="2197"/>
                    <a:pt x="1345" y="2197"/>
                    <a:pt x="1272" y="2214"/>
                  </a:cubicBezTo>
                  <a:cubicBezTo>
                    <a:pt x="1226" y="2219"/>
                    <a:pt x="1213" y="2225"/>
                    <a:pt x="1232" y="2225"/>
                  </a:cubicBezTo>
                  <a:cubicBezTo>
                    <a:pt x="1240" y="2225"/>
                    <a:pt x="1253" y="2224"/>
                    <a:pt x="1272" y="2222"/>
                  </a:cubicBezTo>
                  <a:cubicBezTo>
                    <a:pt x="1410" y="2222"/>
                    <a:pt x="1483" y="2238"/>
                    <a:pt x="1345" y="2254"/>
                  </a:cubicBezTo>
                  <a:cubicBezTo>
                    <a:pt x="1345" y="2254"/>
                    <a:pt x="1345" y="2262"/>
                    <a:pt x="1410" y="2262"/>
                  </a:cubicBezTo>
                  <a:cubicBezTo>
                    <a:pt x="1478" y="2258"/>
                    <a:pt x="1513" y="2254"/>
                    <a:pt x="1513" y="2254"/>
                  </a:cubicBezTo>
                  <a:lnTo>
                    <a:pt x="1513" y="2254"/>
                  </a:lnTo>
                  <a:cubicBezTo>
                    <a:pt x="1513" y="2254"/>
                    <a:pt x="1478" y="2258"/>
                    <a:pt x="1410" y="2270"/>
                  </a:cubicBezTo>
                  <a:cubicBezTo>
                    <a:pt x="1323" y="2292"/>
                    <a:pt x="1295" y="2303"/>
                    <a:pt x="1326" y="2303"/>
                  </a:cubicBezTo>
                  <a:cubicBezTo>
                    <a:pt x="1341" y="2303"/>
                    <a:pt x="1372" y="2300"/>
                    <a:pt x="1418" y="2295"/>
                  </a:cubicBezTo>
                  <a:cubicBezTo>
                    <a:pt x="1418" y="2295"/>
                    <a:pt x="1483" y="2295"/>
                    <a:pt x="1418" y="2319"/>
                  </a:cubicBezTo>
                  <a:cubicBezTo>
                    <a:pt x="1367" y="2338"/>
                    <a:pt x="1326" y="2388"/>
                    <a:pt x="1375" y="2388"/>
                  </a:cubicBezTo>
                  <a:cubicBezTo>
                    <a:pt x="1388" y="2388"/>
                    <a:pt x="1407" y="2384"/>
                    <a:pt x="1434" y="2376"/>
                  </a:cubicBezTo>
                  <a:lnTo>
                    <a:pt x="1434" y="2400"/>
                  </a:lnTo>
                  <a:cubicBezTo>
                    <a:pt x="1385" y="2425"/>
                    <a:pt x="1378" y="2436"/>
                    <a:pt x="1406" y="2436"/>
                  </a:cubicBezTo>
                  <a:cubicBezTo>
                    <a:pt x="1415" y="2436"/>
                    <a:pt x="1427" y="2435"/>
                    <a:pt x="1442" y="2433"/>
                  </a:cubicBezTo>
                  <a:lnTo>
                    <a:pt x="1507" y="2425"/>
                  </a:lnTo>
                  <a:lnTo>
                    <a:pt x="1507" y="2425"/>
                  </a:lnTo>
                  <a:cubicBezTo>
                    <a:pt x="1442" y="2441"/>
                    <a:pt x="1378" y="2473"/>
                    <a:pt x="1386" y="2481"/>
                  </a:cubicBezTo>
                  <a:cubicBezTo>
                    <a:pt x="1386" y="2484"/>
                    <a:pt x="1386" y="2486"/>
                    <a:pt x="1389" y="2486"/>
                  </a:cubicBezTo>
                  <a:cubicBezTo>
                    <a:pt x="1394" y="2486"/>
                    <a:pt x="1409" y="2480"/>
                    <a:pt x="1450" y="2465"/>
                  </a:cubicBezTo>
                  <a:cubicBezTo>
                    <a:pt x="1483" y="2453"/>
                    <a:pt x="1499" y="2449"/>
                    <a:pt x="1507" y="2449"/>
                  </a:cubicBezTo>
                  <a:cubicBezTo>
                    <a:pt x="1515" y="2449"/>
                    <a:pt x="1515" y="2453"/>
                    <a:pt x="1515" y="2457"/>
                  </a:cubicBezTo>
                  <a:cubicBezTo>
                    <a:pt x="1475" y="2481"/>
                    <a:pt x="1434" y="2506"/>
                    <a:pt x="1386" y="2514"/>
                  </a:cubicBezTo>
                  <a:lnTo>
                    <a:pt x="1394" y="2530"/>
                  </a:lnTo>
                  <a:cubicBezTo>
                    <a:pt x="1462" y="2504"/>
                    <a:pt x="1495" y="2494"/>
                    <a:pt x="1500" y="2494"/>
                  </a:cubicBezTo>
                  <a:lnTo>
                    <a:pt x="1500" y="2494"/>
                  </a:lnTo>
                  <a:cubicBezTo>
                    <a:pt x="1505" y="2494"/>
                    <a:pt x="1489" y="2502"/>
                    <a:pt x="1459" y="2514"/>
                  </a:cubicBezTo>
                  <a:cubicBezTo>
                    <a:pt x="1402" y="2546"/>
                    <a:pt x="1402" y="2554"/>
                    <a:pt x="1402" y="2562"/>
                  </a:cubicBezTo>
                  <a:cubicBezTo>
                    <a:pt x="1420" y="2555"/>
                    <a:pt x="1429" y="2553"/>
                    <a:pt x="1432" y="2553"/>
                  </a:cubicBezTo>
                  <a:lnTo>
                    <a:pt x="1432" y="2553"/>
                  </a:lnTo>
                  <a:cubicBezTo>
                    <a:pt x="1437" y="2553"/>
                    <a:pt x="1417" y="2564"/>
                    <a:pt x="1406" y="2564"/>
                  </a:cubicBezTo>
                  <a:cubicBezTo>
                    <a:pt x="1404" y="2564"/>
                    <a:pt x="1403" y="2563"/>
                    <a:pt x="1402" y="2562"/>
                  </a:cubicBezTo>
                  <a:lnTo>
                    <a:pt x="1345" y="2587"/>
                  </a:lnTo>
                  <a:cubicBezTo>
                    <a:pt x="1323" y="2598"/>
                    <a:pt x="1316" y="2602"/>
                    <a:pt x="1319" y="2602"/>
                  </a:cubicBezTo>
                  <a:cubicBezTo>
                    <a:pt x="1325" y="2602"/>
                    <a:pt x="1367" y="2586"/>
                    <a:pt x="1410" y="2570"/>
                  </a:cubicBezTo>
                  <a:cubicBezTo>
                    <a:pt x="1410" y="2570"/>
                    <a:pt x="1410" y="2579"/>
                    <a:pt x="1418" y="2587"/>
                  </a:cubicBezTo>
                  <a:cubicBezTo>
                    <a:pt x="1418" y="2590"/>
                    <a:pt x="1420" y="2594"/>
                    <a:pt x="1427" y="2594"/>
                  </a:cubicBezTo>
                  <a:cubicBezTo>
                    <a:pt x="1435" y="2594"/>
                    <a:pt x="1452" y="2588"/>
                    <a:pt x="1483" y="2570"/>
                  </a:cubicBezTo>
                  <a:cubicBezTo>
                    <a:pt x="1523" y="2554"/>
                    <a:pt x="1564" y="2538"/>
                    <a:pt x="1613" y="2530"/>
                  </a:cubicBezTo>
                  <a:lnTo>
                    <a:pt x="1613" y="2530"/>
                  </a:lnTo>
                  <a:cubicBezTo>
                    <a:pt x="1548" y="2554"/>
                    <a:pt x="1483" y="2579"/>
                    <a:pt x="1491" y="2587"/>
                  </a:cubicBezTo>
                  <a:cubicBezTo>
                    <a:pt x="1491" y="2595"/>
                    <a:pt x="1426" y="2627"/>
                    <a:pt x="1426" y="2627"/>
                  </a:cubicBezTo>
                  <a:cubicBezTo>
                    <a:pt x="1344" y="2655"/>
                    <a:pt x="1351" y="2671"/>
                    <a:pt x="1384" y="2671"/>
                  </a:cubicBezTo>
                  <a:cubicBezTo>
                    <a:pt x="1400" y="2671"/>
                    <a:pt x="1422" y="2667"/>
                    <a:pt x="1442" y="2660"/>
                  </a:cubicBezTo>
                  <a:cubicBezTo>
                    <a:pt x="1496" y="2643"/>
                    <a:pt x="1528" y="2634"/>
                    <a:pt x="1538" y="2634"/>
                  </a:cubicBezTo>
                  <a:cubicBezTo>
                    <a:pt x="1551" y="2634"/>
                    <a:pt x="1521" y="2651"/>
                    <a:pt x="1450" y="2684"/>
                  </a:cubicBezTo>
                  <a:cubicBezTo>
                    <a:pt x="1409" y="2706"/>
                    <a:pt x="1397" y="2716"/>
                    <a:pt x="1406" y="2716"/>
                  </a:cubicBezTo>
                  <a:cubicBezTo>
                    <a:pt x="1423" y="2716"/>
                    <a:pt x="1522" y="2678"/>
                    <a:pt x="1645" y="2619"/>
                  </a:cubicBezTo>
                  <a:lnTo>
                    <a:pt x="1832" y="2530"/>
                  </a:lnTo>
                  <a:lnTo>
                    <a:pt x="1645" y="2627"/>
                  </a:lnTo>
                  <a:cubicBezTo>
                    <a:pt x="1493" y="2717"/>
                    <a:pt x="1439" y="2748"/>
                    <a:pt x="1456" y="2748"/>
                  </a:cubicBezTo>
                  <a:cubicBezTo>
                    <a:pt x="1464" y="2748"/>
                    <a:pt x="1494" y="2739"/>
                    <a:pt x="1540" y="2724"/>
                  </a:cubicBezTo>
                  <a:cubicBezTo>
                    <a:pt x="1570" y="2718"/>
                    <a:pt x="1588" y="2714"/>
                    <a:pt x="1593" y="2714"/>
                  </a:cubicBezTo>
                  <a:cubicBezTo>
                    <a:pt x="1602" y="2714"/>
                    <a:pt x="1586" y="2722"/>
                    <a:pt x="1548" y="2741"/>
                  </a:cubicBezTo>
                  <a:cubicBezTo>
                    <a:pt x="1491" y="2773"/>
                    <a:pt x="1499" y="2781"/>
                    <a:pt x="1515" y="2806"/>
                  </a:cubicBezTo>
                  <a:cubicBezTo>
                    <a:pt x="1524" y="2819"/>
                    <a:pt x="1528" y="2827"/>
                    <a:pt x="1539" y="2827"/>
                  </a:cubicBezTo>
                  <a:cubicBezTo>
                    <a:pt x="1548" y="2827"/>
                    <a:pt x="1562" y="2821"/>
                    <a:pt x="1588" y="2806"/>
                  </a:cubicBezTo>
                  <a:lnTo>
                    <a:pt x="1596" y="2814"/>
                  </a:lnTo>
                  <a:cubicBezTo>
                    <a:pt x="1551" y="2852"/>
                    <a:pt x="1537" y="2870"/>
                    <a:pt x="1545" y="2870"/>
                  </a:cubicBezTo>
                  <a:cubicBezTo>
                    <a:pt x="1555" y="2870"/>
                    <a:pt x="1602" y="2840"/>
                    <a:pt x="1661" y="2789"/>
                  </a:cubicBezTo>
                  <a:cubicBezTo>
                    <a:pt x="1661" y="2789"/>
                    <a:pt x="1669" y="2797"/>
                    <a:pt x="1678" y="2806"/>
                  </a:cubicBezTo>
                  <a:lnTo>
                    <a:pt x="1621" y="2846"/>
                  </a:lnTo>
                  <a:cubicBezTo>
                    <a:pt x="1564" y="2887"/>
                    <a:pt x="1572" y="2911"/>
                    <a:pt x="1621" y="2968"/>
                  </a:cubicBezTo>
                  <a:cubicBezTo>
                    <a:pt x="1648" y="2999"/>
                    <a:pt x="1664" y="3017"/>
                    <a:pt x="1683" y="3017"/>
                  </a:cubicBezTo>
                  <a:cubicBezTo>
                    <a:pt x="1705" y="3017"/>
                    <a:pt x="1732" y="2994"/>
                    <a:pt x="1783" y="2943"/>
                  </a:cubicBezTo>
                  <a:cubicBezTo>
                    <a:pt x="1830" y="2897"/>
                    <a:pt x="1854" y="2874"/>
                    <a:pt x="1857" y="2874"/>
                  </a:cubicBezTo>
                  <a:lnTo>
                    <a:pt x="1857" y="2874"/>
                  </a:lnTo>
                  <a:cubicBezTo>
                    <a:pt x="1860" y="2874"/>
                    <a:pt x="1837" y="2901"/>
                    <a:pt x="1791" y="2952"/>
                  </a:cubicBezTo>
                  <a:cubicBezTo>
                    <a:pt x="1756" y="2987"/>
                    <a:pt x="1724" y="3027"/>
                    <a:pt x="1729" y="3027"/>
                  </a:cubicBezTo>
                  <a:cubicBezTo>
                    <a:pt x="1731" y="3027"/>
                    <a:pt x="1737" y="3021"/>
                    <a:pt x="1750" y="3008"/>
                  </a:cubicBezTo>
                  <a:lnTo>
                    <a:pt x="1750" y="3008"/>
                  </a:lnTo>
                  <a:cubicBezTo>
                    <a:pt x="1750" y="3008"/>
                    <a:pt x="1767" y="3025"/>
                    <a:pt x="1726" y="3081"/>
                  </a:cubicBezTo>
                  <a:cubicBezTo>
                    <a:pt x="1694" y="3141"/>
                    <a:pt x="1690" y="3161"/>
                    <a:pt x="1698" y="3161"/>
                  </a:cubicBezTo>
                  <a:cubicBezTo>
                    <a:pt x="1707" y="3161"/>
                    <a:pt x="1730" y="3139"/>
                    <a:pt x="1750" y="3114"/>
                  </a:cubicBezTo>
                  <a:cubicBezTo>
                    <a:pt x="1785" y="3066"/>
                    <a:pt x="1797" y="3048"/>
                    <a:pt x="1798" y="3048"/>
                  </a:cubicBezTo>
                  <a:lnTo>
                    <a:pt x="1798" y="3048"/>
                  </a:lnTo>
                  <a:cubicBezTo>
                    <a:pt x="1799" y="3048"/>
                    <a:pt x="1777" y="3081"/>
                    <a:pt x="1759" y="3114"/>
                  </a:cubicBezTo>
                  <a:cubicBezTo>
                    <a:pt x="1735" y="3161"/>
                    <a:pt x="1707" y="3208"/>
                    <a:pt x="1712" y="3208"/>
                  </a:cubicBezTo>
                  <a:cubicBezTo>
                    <a:pt x="1715" y="3208"/>
                    <a:pt x="1721" y="3202"/>
                    <a:pt x="1734" y="3187"/>
                  </a:cubicBezTo>
                  <a:cubicBezTo>
                    <a:pt x="1757" y="3164"/>
                    <a:pt x="1788" y="3146"/>
                    <a:pt x="1806" y="3146"/>
                  </a:cubicBezTo>
                  <a:cubicBezTo>
                    <a:pt x="1825" y="3146"/>
                    <a:pt x="1829" y="3168"/>
                    <a:pt x="1791" y="3227"/>
                  </a:cubicBezTo>
                  <a:lnTo>
                    <a:pt x="1807" y="3235"/>
                  </a:lnTo>
                  <a:cubicBezTo>
                    <a:pt x="1830" y="3203"/>
                    <a:pt x="1845" y="3194"/>
                    <a:pt x="1857" y="3194"/>
                  </a:cubicBezTo>
                  <a:cubicBezTo>
                    <a:pt x="1866" y="3194"/>
                    <a:pt x="1873" y="3199"/>
                    <a:pt x="1880" y="3203"/>
                  </a:cubicBezTo>
                  <a:cubicBezTo>
                    <a:pt x="1896" y="3211"/>
                    <a:pt x="1905" y="3219"/>
                    <a:pt x="1864" y="3276"/>
                  </a:cubicBezTo>
                  <a:cubicBezTo>
                    <a:pt x="1841" y="3307"/>
                    <a:pt x="1834" y="3324"/>
                    <a:pt x="1842" y="3324"/>
                  </a:cubicBezTo>
                  <a:cubicBezTo>
                    <a:pt x="1848" y="3324"/>
                    <a:pt x="1863" y="3314"/>
                    <a:pt x="1888" y="3292"/>
                  </a:cubicBezTo>
                  <a:cubicBezTo>
                    <a:pt x="1896" y="3292"/>
                    <a:pt x="1964" y="3186"/>
                    <a:pt x="1976" y="3186"/>
                  </a:cubicBezTo>
                  <a:cubicBezTo>
                    <a:pt x="1977" y="3186"/>
                    <a:pt x="1977" y="3186"/>
                    <a:pt x="1978" y="3187"/>
                  </a:cubicBezTo>
                  <a:cubicBezTo>
                    <a:pt x="2000" y="3126"/>
                    <a:pt x="2037" y="3072"/>
                    <a:pt x="2049" y="3072"/>
                  </a:cubicBezTo>
                  <a:cubicBezTo>
                    <a:pt x="2049" y="3072"/>
                    <a:pt x="2050" y="3073"/>
                    <a:pt x="2050" y="3073"/>
                  </a:cubicBezTo>
                  <a:lnTo>
                    <a:pt x="2018" y="3138"/>
                  </a:lnTo>
                  <a:lnTo>
                    <a:pt x="1961" y="3260"/>
                  </a:lnTo>
                  <a:cubicBezTo>
                    <a:pt x="1963" y="3260"/>
                    <a:pt x="1965" y="3260"/>
                    <a:pt x="1966" y="3260"/>
                  </a:cubicBezTo>
                  <a:cubicBezTo>
                    <a:pt x="1973" y="3260"/>
                    <a:pt x="1982" y="3255"/>
                    <a:pt x="2002" y="3203"/>
                  </a:cubicBezTo>
                  <a:lnTo>
                    <a:pt x="2002" y="3203"/>
                  </a:lnTo>
                  <a:cubicBezTo>
                    <a:pt x="1986" y="3276"/>
                    <a:pt x="1994" y="3284"/>
                    <a:pt x="2010" y="3284"/>
                  </a:cubicBezTo>
                  <a:cubicBezTo>
                    <a:pt x="2016" y="3287"/>
                    <a:pt x="2022" y="3290"/>
                    <a:pt x="2030" y="3290"/>
                  </a:cubicBezTo>
                  <a:cubicBezTo>
                    <a:pt x="2044" y="3290"/>
                    <a:pt x="2062" y="3280"/>
                    <a:pt x="2083" y="3243"/>
                  </a:cubicBezTo>
                  <a:lnTo>
                    <a:pt x="2083" y="3243"/>
                  </a:lnTo>
                  <a:cubicBezTo>
                    <a:pt x="2061" y="3314"/>
                    <a:pt x="2068" y="3354"/>
                    <a:pt x="2086" y="3354"/>
                  </a:cubicBezTo>
                  <a:cubicBezTo>
                    <a:pt x="2102" y="3354"/>
                    <a:pt x="2126" y="3327"/>
                    <a:pt x="2148" y="3268"/>
                  </a:cubicBezTo>
                  <a:cubicBezTo>
                    <a:pt x="2160" y="3236"/>
                    <a:pt x="2168" y="3220"/>
                    <a:pt x="2172" y="3220"/>
                  </a:cubicBezTo>
                  <a:cubicBezTo>
                    <a:pt x="2176" y="3220"/>
                    <a:pt x="2176" y="3238"/>
                    <a:pt x="2172" y="3276"/>
                  </a:cubicBezTo>
                  <a:cubicBezTo>
                    <a:pt x="2164" y="3309"/>
                    <a:pt x="2160" y="3326"/>
                    <a:pt x="2162" y="3326"/>
                  </a:cubicBezTo>
                  <a:cubicBezTo>
                    <a:pt x="2165" y="3326"/>
                    <a:pt x="2173" y="3311"/>
                    <a:pt x="2188" y="3284"/>
                  </a:cubicBezTo>
                  <a:cubicBezTo>
                    <a:pt x="2195" y="3265"/>
                    <a:pt x="2200" y="3257"/>
                    <a:pt x="2202" y="3257"/>
                  </a:cubicBezTo>
                  <a:lnTo>
                    <a:pt x="2202" y="3257"/>
                  </a:lnTo>
                  <a:cubicBezTo>
                    <a:pt x="2208" y="3257"/>
                    <a:pt x="2202" y="3305"/>
                    <a:pt x="2196" y="3357"/>
                  </a:cubicBezTo>
                  <a:cubicBezTo>
                    <a:pt x="2182" y="3439"/>
                    <a:pt x="2179" y="3472"/>
                    <a:pt x="2184" y="3472"/>
                  </a:cubicBezTo>
                  <a:cubicBezTo>
                    <a:pt x="2187" y="3472"/>
                    <a:pt x="2195" y="3456"/>
                    <a:pt x="2205" y="3430"/>
                  </a:cubicBezTo>
                  <a:cubicBezTo>
                    <a:pt x="2236" y="3386"/>
                    <a:pt x="2253" y="3381"/>
                    <a:pt x="2263" y="3381"/>
                  </a:cubicBezTo>
                  <a:cubicBezTo>
                    <a:pt x="2265" y="3381"/>
                    <a:pt x="2268" y="3381"/>
                    <a:pt x="2269" y="3381"/>
                  </a:cubicBezTo>
                  <a:cubicBezTo>
                    <a:pt x="2302" y="3341"/>
                    <a:pt x="2318" y="3300"/>
                    <a:pt x="2318" y="3251"/>
                  </a:cubicBezTo>
                  <a:cubicBezTo>
                    <a:pt x="2326" y="3187"/>
                    <a:pt x="2350" y="3114"/>
                    <a:pt x="2350" y="3114"/>
                  </a:cubicBezTo>
                  <a:cubicBezTo>
                    <a:pt x="2358" y="3094"/>
                    <a:pt x="2362" y="3087"/>
                    <a:pt x="2365" y="3087"/>
                  </a:cubicBezTo>
                  <a:lnTo>
                    <a:pt x="2365" y="3087"/>
                  </a:lnTo>
                  <a:cubicBezTo>
                    <a:pt x="2370" y="3087"/>
                    <a:pt x="2364" y="3122"/>
                    <a:pt x="2359" y="3122"/>
                  </a:cubicBezTo>
                  <a:cubicBezTo>
                    <a:pt x="2334" y="3162"/>
                    <a:pt x="2326" y="3203"/>
                    <a:pt x="2334" y="3251"/>
                  </a:cubicBezTo>
                  <a:cubicBezTo>
                    <a:pt x="2334" y="3324"/>
                    <a:pt x="2350" y="3324"/>
                    <a:pt x="2359" y="3324"/>
                  </a:cubicBezTo>
                  <a:lnTo>
                    <a:pt x="2399" y="3333"/>
                  </a:lnTo>
                  <a:cubicBezTo>
                    <a:pt x="2412" y="3370"/>
                    <a:pt x="2420" y="3388"/>
                    <a:pt x="2426" y="3388"/>
                  </a:cubicBezTo>
                  <a:cubicBezTo>
                    <a:pt x="2432" y="3388"/>
                    <a:pt x="2436" y="3372"/>
                    <a:pt x="2440" y="3341"/>
                  </a:cubicBezTo>
                  <a:cubicBezTo>
                    <a:pt x="2440" y="3276"/>
                    <a:pt x="2440" y="3300"/>
                    <a:pt x="2440" y="3268"/>
                  </a:cubicBezTo>
                  <a:cubicBezTo>
                    <a:pt x="2440" y="3342"/>
                    <a:pt x="2472" y="3381"/>
                    <a:pt x="2504" y="3381"/>
                  </a:cubicBezTo>
                  <a:cubicBezTo>
                    <a:pt x="2531" y="3381"/>
                    <a:pt x="2558" y="3352"/>
                    <a:pt x="2561" y="3292"/>
                  </a:cubicBezTo>
                  <a:lnTo>
                    <a:pt x="2561" y="3357"/>
                  </a:lnTo>
                  <a:cubicBezTo>
                    <a:pt x="2561" y="3422"/>
                    <a:pt x="2569" y="3422"/>
                    <a:pt x="2594" y="3422"/>
                  </a:cubicBezTo>
                  <a:cubicBezTo>
                    <a:pt x="2602" y="3422"/>
                    <a:pt x="2642" y="3349"/>
                    <a:pt x="2667" y="3349"/>
                  </a:cubicBezTo>
                  <a:cubicBezTo>
                    <a:pt x="2707" y="3349"/>
                    <a:pt x="2740" y="3349"/>
                    <a:pt x="2732" y="3284"/>
                  </a:cubicBezTo>
                  <a:cubicBezTo>
                    <a:pt x="2740" y="3284"/>
                    <a:pt x="2740" y="3284"/>
                    <a:pt x="2748" y="3349"/>
                  </a:cubicBezTo>
                  <a:cubicBezTo>
                    <a:pt x="2748" y="3414"/>
                    <a:pt x="2756" y="3414"/>
                    <a:pt x="2764" y="3414"/>
                  </a:cubicBezTo>
                  <a:cubicBezTo>
                    <a:pt x="2780" y="3414"/>
                    <a:pt x="2764" y="3349"/>
                    <a:pt x="2756" y="3276"/>
                  </a:cubicBezTo>
                  <a:cubicBezTo>
                    <a:pt x="2752" y="3243"/>
                    <a:pt x="2752" y="3227"/>
                    <a:pt x="2757" y="3227"/>
                  </a:cubicBezTo>
                  <a:cubicBezTo>
                    <a:pt x="2762" y="3227"/>
                    <a:pt x="2772" y="3243"/>
                    <a:pt x="2788" y="3276"/>
                  </a:cubicBezTo>
                  <a:cubicBezTo>
                    <a:pt x="2800" y="3311"/>
                    <a:pt x="2816" y="3328"/>
                    <a:pt x="2830" y="3328"/>
                  </a:cubicBezTo>
                  <a:cubicBezTo>
                    <a:pt x="2844" y="3328"/>
                    <a:pt x="2857" y="3309"/>
                    <a:pt x="2861" y="3276"/>
                  </a:cubicBezTo>
                  <a:cubicBezTo>
                    <a:pt x="2863" y="3276"/>
                    <a:pt x="2864" y="3275"/>
                    <a:pt x="2866" y="3275"/>
                  </a:cubicBezTo>
                  <a:cubicBezTo>
                    <a:pt x="2873" y="3275"/>
                    <a:pt x="2881" y="3281"/>
                    <a:pt x="2894" y="3333"/>
                  </a:cubicBezTo>
                  <a:cubicBezTo>
                    <a:pt x="2907" y="3369"/>
                    <a:pt x="2926" y="3406"/>
                    <a:pt x="2937" y="3406"/>
                  </a:cubicBezTo>
                  <a:cubicBezTo>
                    <a:pt x="2946" y="3406"/>
                    <a:pt x="2949" y="3384"/>
                    <a:pt x="2942" y="3324"/>
                  </a:cubicBezTo>
                  <a:cubicBezTo>
                    <a:pt x="2950" y="3324"/>
                    <a:pt x="2950" y="3324"/>
                    <a:pt x="2967" y="3389"/>
                  </a:cubicBezTo>
                  <a:cubicBezTo>
                    <a:pt x="2985" y="3422"/>
                    <a:pt x="2998" y="3457"/>
                    <a:pt x="3002" y="3457"/>
                  </a:cubicBezTo>
                  <a:cubicBezTo>
                    <a:pt x="3004" y="3457"/>
                    <a:pt x="3001" y="3437"/>
                    <a:pt x="2991" y="3381"/>
                  </a:cubicBezTo>
                  <a:cubicBezTo>
                    <a:pt x="2991" y="3342"/>
                    <a:pt x="2998" y="3321"/>
                    <a:pt x="3011" y="3321"/>
                  </a:cubicBezTo>
                  <a:cubicBezTo>
                    <a:pt x="3022" y="3321"/>
                    <a:pt x="3037" y="3335"/>
                    <a:pt x="3056" y="3365"/>
                  </a:cubicBezTo>
                  <a:cubicBezTo>
                    <a:pt x="3072" y="3357"/>
                    <a:pt x="3080" y="3357"/>
                    <a:pt x="3056" y="3292"/>
                  </a:cubicBezTo>
                  <a:cubicBezTo>
                    <a:pt x="3040" y="3260"/>
                    <a:pt x="3048" y="3268"/>
                    <a:pt x="3032" y="3227"/>
                  </a:cubicBezTo>
                  <a:lnTo>
                    <a:pt x="3032" y="3227"/>
                  </a:lnTo>
                  <a:cubicBezTo>
                    <a:pt x="3060" y="3292"/>
                    <a:pt x="3074" y="3324"/>
                    <a:pt x="3076" y="3324"/>
                  </a:cubicBezTo>
                  <a:cubicBezTo>
                    <a:pt x="3078" y="3324"/>
                    <a:pt x="3068" y="3292"/>
                    <a:pt x="3048" y="3227"/>
                  </a:cubicBezTo>
                  <a:cubicBezTo>
                    <a:pt x="3035" y="3194"/>
                    <a:pt x="3031" y="3177"/>
                    <a:pt x="3034" y="3177"/>
                  </a:cubicBezTo>
                  <a:lnTo>
                    <a:pt x="3034" y="3177"/>
                  </a:lnTo>
                  <a:cubicBezTo>
                    <a:pt x="3036" y="3177"/>
                    <a:pt x="3044" y="3192"/>
                    <a:pt x="3056" y="3219"/>
                  </a:cubicBezTo>
                  <a:cubicBezTo>
                    <a:pt x="3096" y="3284"/>
                    <a:pt x="3104" y="3284"/>
                    <a:pt x="3104" y="3284"/>
                  </a:cubicBezTo>
                  <a:cubicBezTo>
                    <a:pt x="3113" y="3284"/>
                    <a:pt x="3129" y="3203"/>
                    <a:pt x="3169" y="3179"/>
                  </a:cubicBezTo>
                  <a:cubicBezTo>
                    <a:pt x="3234" y="3146"/>
                    <a:pt x="3259" y="3130"/>
                    <a:pt x="3218" y="3073"/>
                  </a:cubicBezTo>
                  <a:cubicBezTo>
                    <a:pt x="3205" y="3040"/>
                    <a:pt x="3199" y="3023"/>
                    <a:pt x="3202" y="3023"/>
                  </a:cubicBezTo>
                  <a:lnTo>
                    <a:pt x="3202" y="3023"/>
                  </a:lnTo>
                  <a:cubicBezTo>
                    <a:pt x="3204" y="3023"/>
                    <a:pt x="3215" y="3038"/>
                    <a:pt x="3234" y="3065"/>
                  </a:cubicBezTo>
                  <a:cubicBezTo>
                    <a:pt x="3269" y="3100"/>
                    <a:pt x="3283" y="3110"/>
                    <a:pt x="3291" y="3110"/>
                  </a:cubicBezTo>
                  <a:cubicBezTo>
                    <a:pt x="3294" y="3110"/>
                    <a:pt x="3297" y="3108"/>
                    <a:pt x="3299" y="3106"/>
                  </a:cubicBezTo>
                  <a:cubicBezTo>
                    <a:pt x="3301" y="3106"/>
                    <a:pt x="3303" y="3105"/>
                    <a:pt x="3305" y="3105"/>
                  </a:cubicBezTo>
                  <a:cubicBezTo>
                    <a:pt x="3312" y="3105"/>
                    <a:pt x="3324" y="3110"/>
                    <a:pt x="3356" y="3154"/>
                  </a:cubicBezTo>
                  <a:cubicBezTo>
                    <a:pt x="3323" y="3097"/>
                    <a:pt x="3323" y="3097"/>
                    <a:pt x="3331" y="3089"/>
                  </a:cubicBezTo>
                  <a:lnTo>
                    <a:pt x="3331" y="3089"/>
                  </a:lnTo>
                  <a:cubicBezTo>
                    <a:pt x="3350" y="3115"/>
                    <a:pt x="3361" y="3127"/>
                    <a:pt x="3366" y="3127"/>
                  </a:cubicBezTo>
                  <a:cubicBezTo>
                    <a:pt x="3371" y="3127"/>
                    <a:pt x="3366" y="3109"/>
                    <a:pt x="3348" y="3073"/>
                  </a:cubicBezTo>
                  <a:cubicBezTo>
                    <a:pt x="3307" y="3020"/>
                    <a:pt x="3287" y="2994"/>
                    <a:pt x="3288" y="2994"/>
                  </a:cubicBezTo>
                  <a:lnTo>
                    <a:pt x="3288" y="2994"/>
                  </a:lnTo>
                  <a:cubicBezTo>
                    <a:pt x="3289" y="2994"/>
                    <a:pt x="3311" y="3020"/>
                    <a:pt x="3356" y="3073"/>
                  </a:cubicBezTo>
                  <a:cubicBezTo>
                    <a:pt x="3384" y="3106"/>
                    <a:pt x="3423" y="3132"/>
                    <a:pt x="3429" y="3132"/>
                  </a:cubicBezTo>
                  <a:cubicBezTo>
                    <a:pt x="3432" y="3132"/>
                    <a:pt x="3428" y="3127"/>
                    <a:pt x="3413" y="3114"/>
                  </a:cubicBezTo>
                  <a:cubicBezTo>
                    <a:pt x="3364" y="3057"/>
                    <a:pt x="3380" y="3049"/>
                    <a:pt x="3348" y="2992"/>
                  </a:cubicBezTo>
                  <a:cubicBezTo>
                    <a:pt x="3348" y="2989"/>
                    <a:pt x="3349" y="2986"/>
                    <a:pt x="3352" y="2986"/>
                  </a:cubicBezTo>
                  <a:cubicBezTo>
                    <a:pt x="3359" y="2986"/>
                    <a:pt x="3373" y="2996"/>
                    <a:pt x="3404" y="3033"/>
                  </a:cubicBezTo>
                  <a:cubicBezTo>
                    <a:pt x="3414" y="3040"/>
                    <a:pt x="3421" y="3044"/>
                    <a:pt x="3426" y="3044"/>
                  </a:cubicBezTo>
                  <a:cubicBezTo>
                    <a:pt x="3449" y="3044"/>
                    <a:pt x="3437" y="2981"/>
                    <a:pt x="3404" y="2935"/>
                  </a:cubicBezTo>
                  <a:cubicBezTo>
                    <a:pt x="3379" y="2914"/>
                    <a:pt x="3369" y="2902"/>
                    <a:pt x="3372" y="2902"/>
                  </a:cubicBezTo>
                  <a:lnTo>
                    <a:pt x="3372" y="2902"/>
                  </a:lnTo>
                  <a:cubicBezTo>
                    <a:pt x="3375" y="2902"/>
                    <a:pt x="3389" y="2912"/>
                    <a:pt x="3413" y="2935"/>
                  </a:cubicBezTo>
                  <a:cubicBezTo>
                    <a:pt x="3443" y="2966"/>
                    <a:pt x="3457" y="2974"/>
                    <a:pt x="3466" y="2974"/>
                  </a:cubicBezTo>
                  <a:cubicBezTo>
                    <a:pt x="3471" y="2974"/>
                    <a:pt x="3474" y="2971"/>
                    <a:pt x="3477" y="2968"/>
                  </a:cubicBezTo>
                  <a:cubicBezTo>
                    <a:pt x="3462" y="2952"/>
                    <a:pt x="3457" y="2946"/>
                    <a:pt x="3459" y="2946"/>
                  </a:cubicBezTo>
                  <a:lnTo>
                    <a:pt x="3459" y="2946"/>
                  </a:lnTo>
                  <a:cubicBezTo>
                    <a:pt x="3464" y="2946"/>
                    <a:pt x="3501" y="2975"/>
                    <a:pt x="3534" y="3008"/>
                  </a:cubicBezTo>
                  <a:cubicBezTo>
                    <a:pt x="3560" y="3039"/>
                    <a:pt x="3573" y="3050"/>
                    <a:pt x="3583" y="3050"/>
                  </a:cubicBezTo>
                  <a:cubicBezTo>
                    <a:pt x="3588" y="3050"/>
                    <a:pt x="3593" y="3047"/>
                    <a:pt x="3599" y="3041"/>
                  </a:cubicBezTo>
                  <a:cubicBezTo>
                    <a:pt x="3567" y="3008"/>
                    <a:pt x="3567" y="2960"/>
                    <a:pt x="3599" y="2935"/>
                  </a:cubicBezTo>
                  <a:cubicBezTo>
                    <a:pt x="3631" y="2895"/>
                    <a:pt x="3583" y="2846"/>
                    <a:pt x="3477" y="2757"/>
                  </a:cubicBezTo>
                  <a:lnTo>
                    <a:pt x="3372" y="2676"/>
                  </a:lnTo>
                  <a:lnTo>
                    <a:pt x="3486" y="2749"/>
                  </a:lnTo>
                  <a:cubicBezTo>
                    <a:pt x="3542" y="2789"/>
                    <a:pt x="3664" y="2854"/>
                    <a:pt x="3664" y="2854"/>
                  </a:cubicBezTo>
                  <a:cubicBezTo>
                    <a:pt x="3672" y="2846"/>
                    <a:pt x="3607" y="2806"/>
                    <a:pt x="3550" y="2773"/>
                  </a:cubicBezTo>
                  <a:cubicBezTo>
                    <a:pt x="3516" y="2748"/>
                    <a:pt x="3505" y="2739"/>
                    <a:pt x="3517" y="2739"/>
                  </a:cubicBezTo>
                  <a:cubicBezTo>
                    <a:pt x="3525" y="2739"/>
                    <a:pt x="3541" y="2743"/>
                    <a:pt x="3567" y="2749"/>
                  </a:cubicBezTo>
                  <a:cubicBezTo>
                    <a:pt x="3594" y="2758"/>
                    <a:pt x="3612" y="2762"/>
                    <a:pt x="3621" y="2762"/>
                  </a:cubicBezTo>
                  <a:cubicBezTo>
                    <a:pt x="3637" y="2762"/>
                    <a:pt x="3626" y="2750"/>
                    <a:pt x="3591" y="2724"/>
                  </a:cubicBezTo>
                  <a:cubicBezTo>
                    <a:pt x="3595" y="2720"/>
                    <a:pt x="3597" y="2716"/>
                    <a:pt x="3606" y="2716"/>
                  </a:cubicBezTo>
                  <a:cubicBezTo>
                    <a:pt x="3615" y="2716"/>
                    <a:pt x="3631" y="2720"/>
                    <a:pt x="3664" y="2733"/>
                  </a:cubicBezTo>
                  <a:cubicBezTo>
                    <a:pt x="3672" y="2724"/>
                    <a:pt x="3672" y="2724"/>
                    <a:pt x="3607" y="2692"/>
                  </a:cubicBezTo>
                  <a:cubicBezTo>
                    <a:pt x="3573" y="2672"/>
                    <a:pt x="3559" y="2662"/>
                    <a:pt x="3568" y="2662"/>
                  </a:cubicBezTo>
                  <a:cubicBezTo>
                    <a:pt x="3574" y="2662"/>
                    <a:pt x="3590" y="2666"/>
                    <a:pt x="3615" y="2676"/>
                  </a:cubicBezTo>
                  <a:cubicBezTo>
                    <a:pt x="3668" y="2696"/>
                    <a:pt x="3702" y="2703"/>
                    <a:pt x="3719" y="2703"/>
                  </a:cubicBezTo>
                  <a:cubicBezTo>
                    <a:pt x="3745" y="2703"/>
                    <a:pt x="3735" y="2687"/>
                    <a:pt x="3696" y="2668"/>
                  </a:cubicBezTo>
                  <a:cubicBezTo>
                    <a:pt x="3631" y="2643"/>
                    <a:pt x="3640" y="2635"/>
                    <a:pt x="3640" y="2627"/>
                  </a:cubicBezTo>
                  <a:cubicBezTo>
                    <a:pt x="3648" y="2619"/>
                    <a:pt x="3656" y="2611"/>
                    <a:pt x="3591" y="2570"/>
                  </a:cubicBezTo>
                  <a:lnTo>
                    <a:pt x="3599" y="2554"/>
                  </a:lnTo>
                  <a:cubicBezTo>
                    <a:pt x="3600" y="2553"/>
                    <a:pt x="3601" y="2553"/>
                    <a:pt x="3602" y="2553"/>
                  </a:cubicBezTo>
                  <a:cubicBezTo>
                    <a:pt x="3617" y="2553"/>
                    <a:pt x="3664" y="2587"/>
                    <a:pt x="3664" y="2595"/>
                  </a:cubicBezTo>
                  <a:lnTo>
                    <a:pt x="3729" y="2611"/>
                  </a:lnTo>
                  <a:cubicBezTo>
                    <a:pt x="3737" y="2595"/>
                    <a:pt x="3745" y="2587"/>
                    <a:pt x="3680" y="2546"/>
                  </a:cubicBezTo>
                  <a:cubicBezTo>
                    <a:pt x="3617" y="2521"/>
                    <a:pt x="3586" y="2509"/>
                    <a:pt x="3590" y="2509"/>
                  </a:cubicBezTo>
                  <a:lnTo>
                    <a:pt x="3590" y="2509"/>
                  </a:lnTo>
                  <a:cubicBezTo>
                    <a:pt x="3594" y="2509"/>
                    <a:pt x="3626" y="2519"/>
                    <a:pt x="3688" y="2538"/>
                  </a:cubicBezTo>
                  <a:cubicBezTo>
                    <a:pt x="3727" y="2553"/>
                    <a:pt x="3766" y="2564"/>
                    <a:pt x="3779" y="2564"/>
                  </a:cubicBezTo>
                  <a:cubicBezTo>
                    <a:pt x="3787" y="2564"/>
                    <a:pt x="3784" y="2559"/>
                    <a:pt x="3761" y="2546"/>
                  </a:cubicBezTo>
                  <a:cubicBezTo>
                    <a:pt x="3693" y="2520"/>
                    <a:pt x="3681" y="2511"/>
                    <a:pt x="3694" y="2511"/>
                  </a:cubicBezTo>
                  <a:cubicBezTo>
                    <a:pt x="3706" y="2511"/>
                    <a:pt x="3739" y="2518"/>
                    <a:pt x="3769" y="2530"/>
                  </a:cubicBezTo>
                  <a:cubicBezTo>
                    <a:pt x="3825" y="2556"/>
                    <a:pt x="3855" y="2570"/>
                    <a:pt x="3861" y="2570"/>
                  </a:cubicBezTo>
                  <a:cubicBezTo>
                    <a:pt x="3867" y="2570"/>
                    <a:pt x="3839" y="2550"/>
                    <a:pt x="3777" y="2506"/>
                  </a:cubicBezTo>
                  <a:cubicBezTo>
                    <a:pt x="3786" y="2481"/>
                    <a:pt x="3729" y="2425"/>
                    <a:pt x="3737" y="2400"/>
                  </a:cubicBezTo>
                  <a:cubicBezTo>
                    <a:pt x="3745" y="2368"/>
                    <a:pt x="3753" y="2352"/>
                    <a:pt x="3818" y="2352"/>
                  </a:cubicBezTo>
                  <a:cubicBezTo>
                    <a:pt x="3840" y="2357"/>
                    <a:pt x="3858" y="2361"/>
                    <a:pt x="3873" y="2363"/>
                  </a:cubicBezTo>
                  <a:lnTo>
                    <a:pt x="3873" y="2363"/>
                  </a:lnTo>
                  <a:cubicBezTo>
                    <a:pt x="3754" y="2335"/>
                    <a:pt x="3762" y="2326"/>
                    <a:pt x="3769" y="2303"/>
                  </a:cubicBezTo>
                  <a:cubicBezTo>
                    <a:pt x="3842" y="2287"/>
                    <a:pt x="3777" y="2254"/>
                    <a:pt x="3713" y="2238"/>
                  </a:cubicBezTo>
                  <a:lnTo>
                    <a:pt x="3704" y="2254"/>
                  </a:lnTo>
                  <a:cubicBezTo>
                    <a:pt x="3575" y="2238"/>
                    <a:pt x="3575" y="2230"/>
                    <a:pt x="3648" y="2222"/>
                  </a:cubicBezTo>
                  <a:cubicBezTo>
                    <a:pt x="3664" y="2218"/>
                    <a:pt x="3683" y="2216"/>
                    <a:pt x="3701" y="2216"/>
                  </a:cubicBezTo>
                  <a:cubicBezTo>
                    <a:pt x="3727" y="2216"/>
                    <a:pt x="3754" y="2220"/>
                    <a:pt x="3777" y="2230"/>
                  </a:cubicBezTo>
                  <a:cubicBezTo>
                    <a:pt x="3808" y="2233"/>
                    <a:pt x="3836" y="2235"/>
                    <a:pt x="3860" y="2235"/>
                  </a:cubicBezTo>
                  <a:cubicBezTo>
                    <a:pt x="3893" y="2235"/>
                    <a:pt x="3915" y="2231"/>
                    <a:pt x="3915" y="2222"/>
                  </a:cubicBezTo>
                  <a:cubicBezTo>
                    <a:pt x="3923" y="2214"/>
                    <a:pt x="3923" y="2206"/>
                    <a:pt x="3850" y="2206"/>
                  </a:cubicBezTo>
                  <a:cubicBezTo>
                    <a:pt x="3786" y="2197"/>
                    <a:pt x="3786" y="2197"/>
                    <a:pt x="3786" y="2189"/>
                  </a:cubicBezTo>
                  <a:cubicBezTo>
                    <a:pt x="3786" y="2181"/>
                    <a:pt x="3786" y="2173"/>
                    <a:pt x="3721" y="2157"/>
                  </a:cubicBezTo>
                  <a:cubicBezTo>
                    <a:pt x="3656" y="2149"/>
                    <a:pt x="3656" y="2141"/>
                    <a:pt x="3656" y="2133"/>
                  </a:cubicBezTo>
                  <a:cubicBezTo>
                    <a:pt x="3729" y="2133"/>
                    <a:pt x="3729" y="2108"/>
                    <a:pt x="3729" y="2108"/>
                  </a:cubicBezTo>
                  <a:lnTo>
                    <a:pt x="3794" y="2116"/>
                  </a:lnTo>
                  <a:cubicBezTo>
                    <a:pt x="3842" y="2116"/>
                    <a:pt x="3891" y="2116"/>
                    <a:pt x="3931" y="2108"/>
                  </a:cubicBezTo>
                  <a:cubicBezTo>
                    <a:pt x="3931" y="2100"/>
                    <a:pt x="3867" y="2100"/>
                    <a:pt x="3867" y="2100"/>
                  </a:cubicBezTo>
                  <a:cubicBezTo>
                    <a:pt x="3810" y="2092"/>
                    <a:pt x="3802" y="1865"/>
                    <a:pt x="3802" y="1841"/>
                  </a:cubicBezTo>
                  <a:cubicBezTo>
                    <a:pt x="3851" y="1816"/>
                    <a:pt x="3863" y="1792"/>
                    <a:pt x="3838" y="1792"/>
                  </a:cubicBezTo>
                  <a:cubicBezTo>
                    <a:pt x="3830" y="1792"/>
                    <a:pt x="3818" y="1794"/>
                    <a:pt x="3802" y="1800"/>
                  </a:cubicBezTo>
                  <a:cubicBezTo>
                    <a:pt x="3795" y="1801"/>
                    <a:pt x="3790" y="1801"/>
                    <a:pt x="3784" y="1801"/>
                  </a:cubicBezTo>
                  <a:cubicBezTo>
                    <a:pt x="3727" y="1801"/>
                    <a:pt x="3720" y="1763"/>
                    <a:pt x="3713" y="1711"/>
                  </a:cubicBezTo>
                  <a:cubicBezTo>
                    <a:pt x="3699" y="1658"/>
                    <a:pt x="3691" y="1615"/>
                    <a:pt x="3653" y="1615"/>
                  </a:cubicBezTo>
                  <a:cubicBezTo>
                    <a:pt x="3645" y="1615"/>
                    <a:pt x="3635" y="1617"/>
                    <a:pt x="3623" y="1622"/>
                  </a:cubicBezTo>
                  <a:cubicBezTo>
                    <a:pt x="3623" y="1622"/>
                    <a:pt x="3623" y="1614"/>
                    <a:pt x="3623" y="1598"/>
                  </a:cubicBezTo>
                  <a:cubicBezTo>
                    <a:pt x="3615" y="1581"/>
                    <a:pt x="3542" y="1589"/>
                    <a:pt x="3542" y="1581"/>
                  </a:cubicBezTo>
                  <a:cubicBezTo>
                    <a:pt x="3518" y="1587"/>
                    <a:pt x="3501" y="1590"/>
                    <a:pt x="3494" y="1590"/>
                  </a:cubicBezTo>
                  <a:cubicBezTo>
                    <a:pt x="3483" y="1590"/>
                    <a:pt x="3497" y="1583"/>
                    <a:pt x="3542" y="1573"/>
                  </a:cubicBezTo>
                  <a:cubicBezTo>
                    <a:pt x="3599" y="1549"/>
                    <a:pt x="3664" y="1525"/>
                    <a:pt x="3664" y="1516"/>
                  </a:cubicBezTo>
                  <a:cubicBezTo>
                    <a:pt x="3662" y="1513"/>
                    <a:pt x="3657" y="1511"/>
                    <a:pt x="3651" y="1511"/>
                  </a:cubicBezTo>
                  <a:cubicBezTo>
                    <a:pt x="3627" y="1511"/>
                    <a:pt x="3578" y="1530"/>
                    <a:pt x="3534" y="1549"/>
                  </a:cubicBezTo>
                  <a:cubicBezTo>
                    <a:pt x="3469" y="1573"/>
                    <a:pt x="3461" y="1573"/>
                    <a:pt x="3461" y="1573"/>
                  </a:cubicBezTo>
                  <a:cubicBezTo>
                    <a:pt x="3461" y="1565"/>
                    <a:pt x="3461" y="1565"/>
                    <a:pt x="3526" y="1533"/>
                  </a:cubicBezTo>
                  <a:lnTo>
                    <a:pt x="3648" y="1484"/>
                  </a:lnTo>
                  <a:lnTo>
                    <a:pt x="3648" y="1476"/>
                  </a:lnTo>
                  <a:cubicBezTo>
                    <a:pt x="3609" y="1490"/>
                    <a:pt x="3593" y="1493"/>
                    <a:pt x="3587" y="1493"/>
                  </a:cubicBezTo>
                  <a:cubicBezTo>
                    <a:pt x="3583" y="1493"/>
                    <a:pt x="3583" y="1492"/>
                    <a:pt x="3583" y="1492"/>
                  </a:cubicBezTo>
                  <a:cubicBezTo>
                    <a:pt x="3575" y="1484"/>
                    <a:pt x="3575" y="1484"/>
                    <a:pt x="3704" y="1427"/>
                  </a:cubicBezTo>
                  <a:cubicBezTo>
                    <a:pt x="3774" y="1395"/>
                    <a:pt x="3801" y="1376"/>
                    <a:pt x="3789" y="1376"/>
                  </a:cubicBezTo>
                  <a:cubicBezTo>
                    <a:pt x="3780" y="1376"/>
                    <a:pt x="3749" y="1387"/>
                    <a:pt x="3696" y="1411"/>
                  </a:cubicBezTo>
                  <a:lnTo>
                    <a:pt x="3623" y="1419"/>
                  </a:lnTo>
                  <a:cubicBezTo>
                    <a:pt x="3671" y="1391"/>
                    <a:pt x="3680" y="1381"/>
                    <a:pt x="3670" y="1381"/>
                  </a:cubicBezTo>
                  <a:cubicBezTo>
                    <a:pt x="3653" y="1381"/>
                    <a:pt x="3590" y="1404"/>
                    <a:pt x="3550" y="1419"/>
                  </a:cubicBezTo>
                  <a:cubicBezTo>
                    <a:pt x="3619" y="1378"/>
                    <a:pt x="3646" y="1358"/>
                    <a:pt x="3635" y="1358"/>
                  </a:cubicBezTo>
                  <a:cubicBezTo>
                    <a:pt x="3627" y="1358"/>
                    <a:pt x="3596" y="1370"/>
                    <a:pt x="3542" y="1395"/>
                  </a:cubicBezTo>
                  <a:cubicBezTo>
                    <a:pt x="3519" y="1408"/>
                    <a:pt x="3503" y="1415"/>
                    <a:pt x="3498" y="1415"/>
                  </a:cubicBezTo>
                  <a:cubicBezTo>
                    <a:pt x="3490" y="1415"/>
                    <a:pt x="3501" y="1402"/>
                    <a:pt x="3534" y="1379"/>
                  </a:cubicBezTo>
                  <a:cubicBezTo>
                    <a:pt x="3591" y="1338"/>
                    <a:pt x="3583" y="1330"/>
                    <a:pt x="3575" y="1314"/>
                  </a:cubicBezTo>
                  <a:lnTo>
                    <a:pt x="3575" y="1314"/>
                  </a:lnTo>
                  <a:cubicBezTo>
                    <a:pt x="3563" y="1318"/>
                    <a:pt x="3552" y="1320"/>
                    <a:pt x="3542" y="1320"/>
                  </a:cubicBezTo>
                  <a:cubicBezTo>
                    <a:pt x="3498" y="1320"/>
                    <a:pt x="3472" y="1279"/>
                    <a:pt x="3445" y="1233"/>
                  </a:cubicBezTo>
                  <a:cubicBezTo>
                    <a:pt x="3413" y="1189"/>
                    <a:pt x="3384" y="1161"/>
                    <a:pt x="3356" y="1161"/>
                  </a:cubicBezTo>
                  <a:cubicBezTo>
                    <a:pt x="3342" y="1161"/>
                    <a:pt x="3329" y="1168"/>
                    <a:pt x="3315" y="1184"/>
                  </a:cubicBezTo>
                  <a:cubicBezTo>
                    <a:pt x="3307" y="1176"/>
                    <a:pt x="3307" y="1176"/>
                    <a:pt x="3348" y="1119"/>
                  </a:cubicBezTo>
                  <a:cubicBezTo>
                    <a:pt x="3369" y="1098"/>
                    <a:pt x="3380" y="1084"/>
                    <a:pt x="3376" y="1084"/>
                  </a:cubicBezTo>
                  <a:lnTo>
                    <a:pt x="3376" y="1084"/>
                  </a:lnTo>
                  <a:cubicBezTo>
                    <a:pt x="3372" y="1084"/>
                    <a:pt x="3345" y="1106"/>
                    <a:pt x="3291" y="1160"/>
                  </a:cubicBezTo>
                  <a:cubicBezTo>
                    <a:pt x="3264" y="1187"/>
                    <a:pt x="3236" y="1214"/>
                    <a:pt x="3233" y="1214"/>
                  </a:cubicBezTo>
                  <a:cubicBezTo>
                    <a:pt x="3231" y="1214"/>
                    <a:pt x="3244" y="1198"/>
                    <a:pt x="3283" y="1152"/>
                  </a:cubicBezTo>
                  <a:cubicBezTo>
                    <a:pt x="3331" y="1103"/>
                    <a:pt x="3315" y="1087"/>
                    <a:pt x="3291" y="1062"/>
                  </a:cubicBezTo>
                  <a:cubicBezTo>
                    <a:pt x="3287" y="1051"/>
                    <a:pt x="3276" y="1043"/>
                    <a:pt x="3262" y="1043"/>
                  </a:cubicBezTo>
                  <a:cubicBezTo>
                    <a:pt x="3246" y="1043"/>
                    <a:pt x="3227" y="1053"/>
                    <a:pt x="3210" y="1079"/>
                  </a:cubicBezTo>
                  <a:cubicBezTo>
                    <a:pt x="3182" y="1103"/>
                    <a:pt x="3167" y="1115"/>
                    <a:pt x="3166" y="1115"/>
                  </a:cubicBezTo>
                  <a:cubicBezTo>
                    <a:pt x="3165" y="1115"/>
                    <a:pt x="3177" y="1103"/>
                    <a:pt x="3202" y="1079"/>
                  </a:cubicBezTo>
                  <a:cubicBezTo>
                    <a:pt x="3263" y="1007"/>
                    <a:pt x="3278" y="942"/>
                    <a:pt x="3251" y="942"/>
                  </a:cubicBezTo>
                  <a:cubicBezTo>
                    <a:pt x="3238" y="942"/>
                    <a:pt x="3216" y="956"/>
                    <a:pt x="3186" y="989"/>
                  </a:cubicBezTo>
                  <a:cubicBezTo>
                    <a:pt x="3186" y="981"/>
                    <a:pt x="3177" y="981"/>
                    <a:pt x="3210" y="916"/>
                  </a:cubicBezTo>
                  <a:cubicBezTo>
                    <a:pt x="3208" y="916"/>
                    <a:pt x="3206" y="916"/>
                    <a:pt x="3203" y="916"/>
                  </a:cubicBezTo>
                  <a:cubicBezTo>
                    <a:pt x="3195" y="916"/>
                    <a:pt x="3179" y="921"/>
                    <a:pt x="3137" y="957"/>
                  </a:cubicBezTo>
                  <a:lnTo>
                    <a:pt x="3088" y="916"/>
                  </a:lnTo>
                  <a:cubicBezTo>
                    <a:pt x="3087" y="916"/>
                    <a:pt x="3086" y="916"/>
                    <a:pt x="3085" y="916"/>
                  </a:cubicBezTo>
                  <a:cubicBezTo>
                    <a:pt x="3067" y="916"/>
                    <a:pt x="3032" y="965"/>
                    <a:pt x="3032" y="965"/>
                  </a:cubicBezTo>
                  <a:lnTo>
                    <a:pt x="3023" y="965"/>
                  </a:lnTo>
                  <a:cubicBezTo>
                    <a:pt x="3048" y="900"/>
                    <a:pt x="3007" y="884"/>
                    <a:pt x="2942" y="868"/>
                  </a:cubicBezTo>
                  <a:cubicBezTo>
                    <a:pt x="2886" y="843"/>
                    <a:pt x="2837" y="819"/>
                    <a:pt x="2837" y="754"/>
                  </a:cubicBezTo>
                  <a:cubicBezTo>
                    <a:pt x="2837" y="754"/>
                    <a:pt x="2829" y="754"/>
                    <a:pt x="2804" y="819"/>
                  </a:cubicBezTo>
                  <a:cubicBezTo>
                    <a:pt x="2786" y="899"/>
                    <a:pt x="2778" y="933"/>
                    <a:pt x="2774" y="933"/>
                  </a:cubicBezTo>
                  <a:cubicBezTo>
                    <a:pt x="2772" y="933"/>
                    <a:pt x="2772" y="915"/>
                    <a:pt x="2772" y="884"/>
                  </a:cubicBezTo>
                  <a:cubicBezTo>
                    <a:pt x="2776" y="814"/>
                    <a:pt x="2768" y="780"/>
                    <a:pt x="2755" y="780"/>
                  </a:cubicBezTo>
                  <a:cubicBezTo>
                    <a:pt x="2745" y="780"/>
                    <a:pt x="2731" y="805"/>
                    <a:pt x="2720" y="854"/>
                  </a:cubicBezTo>
                  <a:lnTo>
                    <a:pt x="2720" y="854"/>
                  </a:lnTo>
                  <a:cubicBezTo>
                    <a:pt x="2723" y="837"/>
                    <a:pt x="2723" y="836"/>
                    <a:pt x="2723" y="811"/>
                  </a:cubicBezTo>
                  <a:cubicBezTo>
                    <a:pt x="2727" y="757"/>
                    <a:pt x="2722" y="734"/>
                    <a:pt x="2715" y="734"/>
                  </a:cubicBezTo>
                  <a:cubicBezTo>
                    <a:pt x="2703" y="734"/>
                    <a:pt x="2685" y="789"/>
                    <a:pt x="2675" y="868"/>
                  </a:cubicBezTo>
                  <a:cubicBezTo>
                    <a:pt x="2675" y="821"/>
                    <a:pt x="2671" y="770"/>
                    <a:pt x="2662" y="770"/>
                  </a:cubicBezTo>
                  <a:cubicBezTo>
                    <a:pt x="2659" y="770"/>
                    <a:pt x="2655" y="777"/>
                    <a:pt x="2650" y="795"/>
                  </a:cubicBezTo>
                  <a:cubicBezTo>
                    <a:pt x="2642" y="795"/>
                    <a:pt x="2642" y="795"/>
                    <a:pt x="2650" y="657"/>
                  </a:cubicBezTo>
                  <a:cubicBezTo>
                    <a:pt x="2650" y="592"/>
                    <a:pt x="2659" y="527"/>
                    <a:pt x="2642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2"/>
            <p:cNvSpPr/>
            <p:nvPr/>
          </p:nvSpPr>
          <p:spPr>
            <a:xfrm>
              <a:off x="7906707" y="1708521"/>
              <a:ext cx="52488" cy="44059"/>
            </a:xfrm>
            <a:custGeom>
              <a:avLst/>
              <a:gdLst/>
              <a:ahLst/>
              <a:cxnLst/>
              <a:rect l="l" t="t" r="r" b="b"/>
              <a:pathLst>
                <a:path w="3045" h="2556" extrusionOk="0">
                  <a:moveTo>
                    <a:pt x="1938" y="0"/>
                  </a:moveTo>
                  <a:cubicBezTo>
                    <a:pt x="1922" y="0"/>
                    <a:pt x="1930" y="73"/>
                    <a:pt x="1938" y="138"/>
                  </a:cubicBezTo>
                  <a:lnTo>
                    <a:pt x="1946" y="138"/>
                  </a:lnTo>
                  <a:cubicBezTo>
                    <a:pt x="1954" y="97"/>
                    <a:pt x="1946" y="49"/>
                    <a:pt x="1946" y="0"/>
                  </a:cubicBezTo>
                  <a:close/>
                  <a:moveTo>
                    <a:pt x="1528" y="845"/>
                  </a:moveTo>
                  <a:cubicBezTo>
                    <a:pt x="1523" y="845"/>
                    <a:pt x="1520" y="848"/>
                    <a:pt x="1517" y="851"/>
                  </a:cubicBezTo>
                  <a:cubicBezTo>
                    <a:pt x="1509" y="851"/>
                    <a:pt x="1549" y="908"/>
                    <a:pt x="1549" y="908"/>
                  </a:cubicBezTo>
                  <a:cubicBezTo>
                    <a:pt x="1584" y="943"/>
                    <a:pt x="1594" y="953"/>
                    <a:pt x="1599" y="953"/>
                  </a:cubicBezTo>
                  <a:cubicBezTo>
                    <a:pt x="1602" y="953"/>
                    <a:pt x="1604" y="951"/>
                    <a:pt x="1606" y="949"/>
                  </a:cubicBezTo>
                  <a:cubicBezTo>
                    <a:pt x="1619" y="962"/>
                    <a:pt x="1625" y="967"/>
                    <a:pt x="1627" y="967"/>
                  </a:cubicBezTo>
                  <a:cubicBezTo>
                    <a:pt x="1633" y="967"/>
                    <a:pt x="1603" y="926"/>
                    <a:pt x="1573" y="884"/>
                  </a:cubicBezTo>
                  <a:cubicBezTo>
                    <a:pt x="1548" y="854"/>
                    <a:pt x="1536" y="845"/>
                    <a:pt x="1528" y="845"/>
                  </a:cubicBezTo>
                  <a:close/>
                  <a:moveTo>
                    <a:pt x="1646" y="916"/>
                  </a:moveTo>
                  <a:cubicBezTo>
                    <a:pt x="1671" y="957"/>
                    <a:pt x="1695" y="997"/>
                    <a:pt x="1719" y="1038"/>
                  </a:cubicBezTo>
                  <a:cubicBezTo>
                    <a:pt x="1679" y="1006"/>
                    <a:pt x="1655" y="965"/>
                    <a:pt x="1638" y="924"/>
                  </a:cubicBezTo>
                  <a:lnTo>
                    <a:pt x="1646" y="916"/>
                  </a:lnTo>
                  <a:close/>
                  <a:moveTo>
                    <a:pt x="1993" y="1087"/>
                  </a:moveTo>
                  <a:cubicBezTo>
                    <a:pt x="1996" y="1103"/>
                    <a:pt x="1998" y="1113"/>
                    <a:pt x="1998" y="1113"/>
                  </a:cubicBezTo>
                  <a:cubicBezTo>
                    <a:pt x="1998" y="1113"/>
                    <a:pt x="1997" y="1106"/>
                    <a:pt x="1995" y="1087"/>
                  </a:cubicBezTo>
                  <a:close/>
                  <a:moveTo>
                    <a:pt x="1946" y="884"/>
                  </a:moveTo>
                  <a:cubicBezTo>
                    <a:pt x="1971" y="924"/>
                    <a:pt x="1979" y="973"/>
                    <a:pt x="1987" y="1022"/>
                  </a:cubicBezTo>
                  <a:cubicBezTo>
                    <a:pt x="2019" y="1151"/>
                    <a:pt x="2019" y="1151"/>
                    <a:pt x="2011" y="1151"/>
                  </a:cubicBezTo>
                  <a:cubicBezTo>
                    <a:pt x="2003" y="1151"/>
                    <a:pt x="2003" y="1151"/>
                    <a:pt x="1987" y="1087"/>
                  </a:cubicBezTo>
                  <a:lnTo>
                    <a:pt x="1993" y="1087"/>
                  </a:lnTo>
                  <a:cubicBezTo>
                    <a:pt x="1990" y="1069"/>
                    <a:pt x="1985" y="1045"/>
                    <a:pt x="1979" y="1022"/>
                  </a:cubicBezTo>
                  <a:lnTo>
                    <a:pt x="1946" y="884"/>
                  </a:lnTo>
                  <a:close/>
                  <a:moveTo>
                    <a:pt x="2036" y="1022"/>
                  </a:moveTo>
                  <a:lnTo>
                    <a:pt x="2052" y="1087"/>
                  </a:lnTo>
                  <a:cubicBezTo>
                    <a:pt x="2060" y="1160"/>
                    <a:pt x="2052" y="1160"/>
                    <a:pt x="2052" y="1160"/>
                  </a:cubicBezTo>
                  <a:cubicBezTo>
                    <a:pt x="2044" y="1160"/>
                    <a:pt x="2044" y="1160"/>
                    <a:pt x="2036" y="1087"/>
                  </a:cubicBezTo>
                  <a:cubicBezTo>
                    <a:pt x="2036" y="1062"/>
                    <a:pt x="2036" y="1046"/>
                    <a:pt x="2036" y="1022"/>
                  </a:cubicBezTo>
                  <a:close/>
                  <a:moveTo>
                    <a:pt x="1484" y="1168"/>
                  </a:moveTo>
                  <a:lnTo>
                    <a:pt x="1598" y="1241"/>
                  </a:lnTo>
                  <a:cubicBezTo>
                    <a:pt x="1698" y="1300"/>
                    <a:pt x="1742" y="1326"/>
                    <a:pt x="1740" y="1326"/>
                  </a:cubicBezTo>
                  <a:cubicBezTo>
                    <a:pt x="1738" y="1326"/>
                    <a:pt x="1708" y="1310"/>
                    <a:pt x="1655" y="1281"/>
                  </a:cubicBezTo>
                  <a:cubicBezTo>
                    <a:pt x="1598" y="1249"/>
                    <a:pt x="1533" y="1216"/>
                    <a:pt x="1484" y="1176"/>
                  </a:cubicBezTo>
                  <a:lnTo>
                    <a:pt x="1484" y="1168"/>
                  </a:lnTo>
                  <a:close/>
                  <a:moveTo>
                    <a:pt x="1727" y="1297"/>
                  </a:moveTo>
                  <a:lnTo>
                    <a:pt x="1792" y="1330"/>
                  </a:lnTo>
                  <a:cubicBezTo>
                    <a:pt x="1849" y="1362"/>
                    <a:pt x="1849" y="1362"/>
                    <a:pt x="1849" y="1362"/>
                  </a:cubicBezTo>
                  <a:lnTo>
                    <a:pt x="1784" y="1330"/>
                  </a:lnTo>
                  <a:lnTo>
                    <a:pt x="1727" y="1297"/>
                  </a:lnTo>
                  <a:close/>
                  <a:moveTo>
                    <a:pt x="1849" y="1046"/>
                  </a:moveTo>
                  <a:lnTo>
                    <a:pt x="1914" y="1168"/>
                  </a:lnTo>
                  <a:lnTo>
                    <a:pt x="2003" y="1354"/>
                  </a:lnTo>
                  <a:cubicBezTo>
                    <a:pt x="2007" y="1362"/>
                    <a:pt x="2011" y="1369"/>
                    <a:pt x="2014" y="1376"/>
                  </a:cubicBezTo>
                  <a:lnTo>
                    <a:pt x="2014" y="1376"/>
                  </a:lnTo>
                  <a:cubicBezTo>
                    <a:pt x="1988" y="1333"/>
                    <a:pt x="1963" y="1297"/>
                    <a:pt x="1963" y="1297"/>
                  </a:cubicBezTo>
                  <a:lnTo>
                    <a:pt x="1930" y="1233"/>
                  </a:lnTo>
                  <a:cubicBezTo>
                    <a:pt x="1930" y="1233"/>
                    <a:pt x="1906" y="1176"/>
                    <a:pt x="1873" y="1111"/>
                  </a:cubicBezTo>
                  <a:cubicBezTo>
                    <a:pt x="1865" y="1095"/>
                    <a:pt x="1857" y="1070"/>
                    <a:pt x="1849" y="1046"/>
                  </a:cubicBezTo>
                  <a:close/>
                  <a:moveTo>
                    <a:pt x="1468" y="1354"/>
                  </a:moveTo>
                  <a:lnTo>
                    <a:pt x="1598" y="1395"/>
                  </a:lnTo>
                  <a:cubicBezTo>
                    <a:pt x="1557" y="1387"/>
                    <a:pt x="1509" y="1370"/>
                    <a:pt x="1468" y="1354"/>
                  </a:cubicBezTo>
                  <a:close/>
                  <a:moveTo>
                    <a:pt x="2141" y="1208"/>
                  </a:moveTo>
                  <a:lnTo>
                    <a:pt x="2141" y="1208"/>
                  </a:lnTo>
                  <a:cubicBezTo>
                    <a:pt x="2141" y="1281"/>
                    <a:pt x="2133" y="1346"/>
                    <a:pt x="2133" y="1346"/>
                  </a:cubicBezTo>
                  <a:cubicBezTo>
                    <a:pt x="2131" y="1384"/>
                    <a:pt x="2129" y="1400"/>
                    <a:pt x="2128" y="1400"/>
                  </a:cubicBezTo>
                  <a:cubicBezTo>
                    <a:pt x="2126" y="1400"/>
                    <a:pt x="2129" y="1306"/>
                    <a:pt x="2141" y="1208"/>
                  </a:cubicBezTo>
                  <a:close/>
                  <a:moveTo>
                    <a:pt x="2039" y="1376"/>
                  </a:moveTo>
                  <a:cubicBezTo>
                    <a:pt x="2040" y="1376"/>
                    <a:pt x="2044" y="1388"/>
                    <a:pt x="2049" y="1409"/>
                  </a:cubicBezTo>
                  <a:lnTo>
                    <a:pt x="2049" y="1409"/>
                  </a:lnTo>
                  <a:cubicBezTo>
                    <a:pt x="2042" y="1387"/>
                    <a:pt x="2039" y="1376"/>
                    <a:pt x="2039" y="1376"/>
                  </a:cubicBezTo>
                  <a:close/>
                  <a:moveTo>
                    <a:pt x="1849" y="1273"/>
                  </a:moveTo>
                  <a:lnTo>
                    <a:pt x="1849" y="1273"/>
                  </a:lnTo>
                  <a:cubicBezTo>
                    <a:pt x="1906" y="1322"/>
                    <a:pt x="1954" y="1362"/>
                    <a:pt x="2003" y="1411"/>
                  </a:cubicBezTo>
                  <a:cubicBezTo>
                    <a:pt x="2003" y="1414"/>
                    <a:pt x="2009" y="1421"/>
                    <a:pt x="2018" y="1429"/>
                  </a:cubicBezTo>
                  <a:lnTo>
                    <a:pt x="2018" y="1429"/>
                  </a:lnTo>
                  <a:lnTo>
                    <a:pt x="1898" y="1322"/>
                  </a:lnTo>
                  <a:cubicBezTo>
                    <a:pt x="1841" y="1273"/>
                    <a:pt x="1849" y="1273"/>
                    <a:pt x="1849" y="1273"/>
                  </a:cubicBezTo>
                  <a:close/>
                  <a:moveTo>
                    <a:pt x="2473" y="1354"/>
                  </a:moveTo>
                  <a:cubicBezTo>
                    <a:pt x="2473" y="1354"/>
                    <a:pt x="2352" y="1411"/>
                    <a:pt x="2287" y="1443"/>
                  </a:cubicBezTo>
                  <a:cubicBezTo>
                    <a:pt x="2311" y="1427"/>
                    <a:pt x="2327" y="1419"/>
                    <a:pt x="2352" y="1411"/>
                  </a:cubicBezTo>
                  <a:cubicBezTo>
                    <a:pt x="2392" y="1387"/>
                    <a:pt x="2433" y="1370"/>
                    <a:pt x="2473" y="1354"/>
                  </a:cubicBezTo>
                  <a:close/>
                  <a:moveTo>
                    <a:pt x="1833" y="1208"/>
                  </a:moveTo>
                  <a:lnTo>
                    <a:pt x="1833" y="1208"/>
                  </a:lnTo>
                  <a:cubicBezTo>
                    <a:pt x="1833" y="1208"/>
                    <a:pt x="1882" y="1257"/>
                    <a:pt x="1930" y="1306"/>
                  </a:cubicBezTo>
                  <a:lnTo>
                    <a:pt x="2053" y="1451"/>
                  </a:lnTo>
                  <a:lnTo>
                    <a:pt x="2053" y="1451"/>
                  </a:lnTo>
                  <a:cubicBezTo>
                    <a:pt x="2053" y="1452"/>
                    <a:pt x="2053" y="1453"/>
                    <a:pt x="2054" y="1454"/>
                  </a:cubicBezTo>
                  <a:lnTo>
                    <a:pt x="2054" y="1454"/>
                  </a:lnTo>
                  <a:lnTo>
                    <a:pt x="2011" y="1411"/>
                  </a:lnTo>
                  <a:cubicBezTo>
                    <a:pt x="1971" y="1362"/>
                    <a:pt x="1922" y="1306"/>
                    <a:pt x="1922" y="1306"/>
                  </a:cubicBezTo>
                  <a:cubicBezTo>
                    <a:pt x="1922" y="1306"/>
                    <a:pt x="1873" y="1257"/>
                    <a:pt x="1833" y="1208"/>
                  </a:cubicBezTo>
                  <a:close/>
                  <a:moveTo>
                    <a:pt x="2720" y="1425"/>
                  </a:moveTo>
                  <a:cubicBezTo>
                    <a:pt x="2729" y="1425"/>
                    <a:pt x="2729" y="1427"/>
                    <a:pt x="2692" y="1435"/>
                  </a:cubicBezTo>
                  <a:lnTo>
                    <a:pt x="2627" y="1443"/>
                  </a:lnTo>
                  <a:cubicBezTo>
                    <a:pt x="2583" y="1449"/>
                    <a:pt x="2538" y="1458"/>
                    <a:pt x="2536" y="1458"/>
                  </a:cubicBezTo>
                  <a:cubicBezTo>
                    <a:pt x="2535" y="1458"/>
                    <a:pt x="2542" y="1456"/>
                    <a:pt x="2563" y="1451"/>
                  </a:cubicBezTo>
                  <a:lnTo>
                    <a:pt x="2692" y="1427"/>
                  </a:lnTo>
                  <a:cubicBezTo>
                    <a:pt x="2692" y="1427"/>
                    <a:pt x="2711" y="1425"/>
                    <a:pt x="2720" y="1425"/>
                  </a:cubicBezTo>
                  <a:close/>
                  <a:moveTo>
                    <a:pt x="2054" y="1453"/>
                  </a:moveTo>
                  <a:lnTo>
                    <a:pt x="2055" y="1455"/>
                  </a:lnTo>
                  <a:lnTo>
                    <a:pt x="2060" y="1460"/>
                  </a:lnTo>
                  <a:lnTo>
                    <a:pt x="2054" y="1453"/>
                  </a:lnTo>
                  <a:close/>
                  <a:moveTo>
                    <a:pt x="1273" y="1433"/>
                  </a:moveTo>
                  <a:cubicBezTo>
                    <a:pt x="1277" y="1433"/>
                    <a:pt x="1285" y="1434"/>
                    <a:pt x="1298" y="1435"/>
                  </a:cubicBezTo>
                  <a:cubicBezTo>
                    <a:pt x="1298" y="1434"/>
                    <a:pt x="1299" y="1434"/>
                    <a:pt x="1302" y="1434"/>
                  </a:cubicBezTo>
                  <a:cubicBezTo>
                    <a:pt x="1317" y="1434"/>
                    <a:pt x="1370" y="1453"/>
                    <a:pt x="1363" y="1460"/>
                  </a:cubicBezTo>
                  <a:lnTo>
                    <a:pt x="1298" y="1443"/>
                  </a:lnTo>
                  <a:cubicBezTo>
                    <a:pt x="1298" y="1443"/>
                    <a:pt x="1256" y="1433"/>
                    <a:pt x="1273" y="1433"/>
                  </a:cubicBezTo>
                  <a:close/>
                  <a:moveTo>
                    <a:pt x="2027" y="1432"/>
                  </a:moveTo>
                  <a:lnTo>
                    <a:pt x="2055" y="1455"/>
                  </a:lnTo>
                  <a:lnTo>
                    <a:pt x="2055" y="1455"/>
                  </a:lnTo>
                  <a:cubicBezTo>
                    <a:pt x="2056" y="1459"/>
                    <a:pt x="2058" y="1462"/>
                    <a:pt x="2060" y="1465"/>
                  </a:cubicBezTo>
                  <a:lnTo>
                    <a:pt x="2060" y="1465"/>
                  </a:lnTo>
                  <a:lnTo>
                    <a:pt x="2057" y="1464"/>
                  </a:lnTo>
                  <a:lnTo>
                    <a:pt x="2027" y="1432"/>
                  </a:lnTo>
                  <a:close/>
                  <a:moveTo>
                    <a:pt x="2056" y="1456"/>
                  </a:moveTo>
                  <a:lnTo>
                    <a:pt x="2060" y="1466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56" y="1456"/>
                  </a:lnTo>
                  <a:close/>
                  <a:moveTo>
                    <a:pt x="2060" y="1466"/>
                  </a:moveTo>
                  <a:lnTo>
                    <a:pt x="2060" y="1466"/>
                  </a:lnTo>
                  <a:lnTo>
                    <a:pt x="2060" y="1466"/>
                  </a:lnTo>
                  <a:close/>
                  <a:moveTo>
                    <a:pt x="1679" y="1378"/>
                  </a:moveTo>
                  <a:lnTo>
                    <a:pt x="1873" y="1443"/>
                  </a:lnTo>
                  <a:cubicBezTo>
                    <a:pt x="1899" y="1458"/>
                    <a:pt x="1913" y="1466"/>
                    <a:pt x="1909" y="1466"/>
                  </a:cubicBezTo>
                  <a:cubicBezTo>
                    <a:pt x="1904" y="1466"/>
                    <a:pt x="1872" y="1454"/>
                    <a:pt x="1800" y="1427"/>
                  </a:cubicBezTo>
                  <a:lnTo>
                    <a:pt x="1679" y="1378"/>
                  </a:lnTo>
                  <a:close/>
                  <a:moveTo>
                    <a:pt x="2063" y="1468"/>
                  </a:moveTo>
                  <a:lnTo>
                    <a:pt x="2065" y="1469"/>
                  </a:lnTo>
                  <a:lnTo>
                    <a:pt x="2064" y="1468"/>
                  </a:lnTo>
                  <a:close/>
                  <a:moveTo>
                    <a:pt x="2000" y="1321"/>
                  </a:moveTo>
                  <a:cubicBezTo>
                    <a:pt x="2001" y="1321"/>
                    <a:pt x="2015" y="1353"/>
                    <a:pt x="2044" y="1419"/>
                  </a:cubicBezTo>
                  <a:lnTo>
                    <a:pt x="2064" y="1468"/>
                  </a:lnTo>
                  <a:lnTo>
                    <a:pt x="2068" y="1468"/>
                  </a:lnTo>
                  <a:lnTo>
                    <a:pt x="2068" y="1472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6" y="1473"/>
                  </a:lnTo>
                  <a:lnTo>
                    <a:pt x="2061" y="1468"/>
                  </a:lnTo>
                  <a:lnTo>
                    <a:pt x="2063" y="1468"/>
                  </a:lnTo>
                  <a:lnTo>
                    <a:pt x="2060" y="1466"/>
                  </a:lnTo>
                  <a:lnTo>
                    <a:pt x="2060" y="1466"/>
                  </a:lnTo>
                  <a:lnTo>
                    <a:pt x="2060" y="1466"/>
                  </a:lnTo>
                  <a:lnTo>
                    <a:pt x="2060" y="1466"/>
                  </a:lnTo>
                  <a:cubicBezTo>
                    <a:pt x="2058" y="1463"/>
                    <a:pt x="2057" y="1459"/>
                    <a:pt x="2055" y="1456"/>
                  </a:cubicBezTo>
                  <a:lnTo>
                    <a:pt x="2055" y="1456"/>
                  </a:lnTo>
                  <a:lnTo>
                    <a:pt x="2056" y="1456"/>
                  </a:lnTo>
                  <a:lnTo>
                    <a:pt x="2055" y="1455"/>
                  </a:lnTo>
                  <a:lnTo>
                    <a:pt x="2055" y="1454"/>
                  </a:lnTo>
                  <a:lnTo>
                    <a:pt x="2055" y="1454"/>
                  </a:lnTo>
                  <a:cubicBezTo>
                    <a:pt x="2055" y="1454"/>
                    <a:pt x="2054" y="1453"/>
                    <a:pt x="2054" y="1452"/>
                  </a:cubicBezTo>
                  <a:lnTo>
                    <a:pt x="2054" y="1452"/>
                  </a:lnTo>
                  <a:lnTo>
                    <a:pt x="2054" y="1453"/>
                  </a:lnTo>
                  <a:lnTo>
                    <a:pt x="2036" y="1411"/>
                  </a:lnTo>
                  <a:cubicBezTo>
                    <a:pt x="2012" y="1351"/>
                    <a:pt x="1999" y="1321"/>
                    <a:pt x="2000" y="1321"/>
                  </a:cubicBezTo>
                  <a:close/>
                  <a:moveTo>
                    <a:pt x="2062" y="1470"/>
                  </a:moveTo>
                  <a:lnTo>
                    <a:pt x="2062" y="1470"/>
                  </a:lnTo>
                  <a:cubicBezTo>
                    <a:pt x="2064" y="1472"/>
                    <a:pt x="2065" y="1473"/>
                    <a:pt x="2067" y="1475"/>
                  </a:cubicBezTo>
                  <a:lnTo>
                    <a:pt x="2067" y="1475"/>
                  </a:lnTo>
                  <a:lnTo>
                    <a:pt x="2068" y="1477"/>
                  </a:lnTo>
                  <a:lnTo>
                    <a:pt x="2068" y="1477"/>
                  </a:lnTo>
                  <a:cubicBezTo>
                    <a:pt x="2067" y="1476"/>
                    <a:pt x="2067" y="1476"/>
                    <a:pt x="2066" y="1476"/>
                  </a:cubicBezTo>
                  <a:lnTo>
                    <a:pt x="2066" y="1476"/>
                  </a:lnTo>
                  <a:cubicBezTo>
                    <a:pt x="2067" y="1476"/>
                    <a:pt x="2067" y="1477"/>
                    <a:pt x="2068" y="1477"/>
                  </a:cubicBezTo>
                  <a:lnTo>
                    <a:pt x="2068" y="1477"/>
                  </a:lnTo>
                  <a:lnTo>
                    <a:pt x="2068" y="1477"/>
                  </a:lnTo>
                  <a:lnTo>
                    <a:pt x="2068" y="1477"/>
                  </a:lnTo>
                  <a:cubicBezTo>
                    <a:pt x="2068" y="1478"/>
                    <a:pt x="2068" y="1479"/>
                    <a:pt x="2068" y="1479"/>
                  </a:cubicBezTo>
                  <a:lnTo>
                    <a:pt x="2068" y="1479"/>
                  </a:lnTo>
                  <a:lnTo>
                    <a:pt x="2065" y="1476"/>
                  </a:lnTo>
                  <a:lnTo>
                    <a:pt x="2065" y="1476"/>
                  </a:lnTo>
                  <a:cubicBezTo>
                    <a:pt x="2064" y="1476"/>
                    <a:pt x="2064" y="1475"/>
                    <a:pt x="2064" y="1474"/>
                  </a:cubicBezTo>
                  <a:lnTo>
                    <a:pt x="2064" y="1474"/>
                  </a:lnTo>
                  <a:cubicBezTo>
                    <a:pt x="2065" y="1474"/>
                    <a:pt x="2066" y="1475"/>
                    <a:pt x="2066" y="1476"/>
                  </a:cubicBezTo>
                  <a:lnTo>
                    <a:pt x="2066" y="1476"/>
                  </a:lnTo>
                  <a:cubicBezTo>
                    <a:pt x="2065" y="1475"/>
                    <a:pt x="2064" y="1474"/>
                    <a:pt x="2063" y="1473"/>
                  </a:cubicBezTo>
                  <a:lnTo>
                    <a:pt x="2063" y="1473"/>
                  </a:lnTo>
                  <a:cubicBezTo>
                    <a:pt x="2063" y="1473"/>
                    <a:pt x="2063" y="1473"/>
                    <a:pt x="2063" y="1472"/>
                  </a:cubicBezTo>
                  <a:lnTo>
                    <a:pt x="2063" y="1472"/>
                  </a:lnTo>
                  <a:lnTo>
                    <a:pt x="2063" y="1473"/>
                  </a:lnTo>
                  <a:lnTo>
                    <a:pt x="2063" y="1473"/>
                  </a:lnTo>
                  <a:cubicBezTo>
                    <a:pt x="2063" y="1472"/>
                    <a:pt x="2063" y="1472"/>
                    <a:pt x="2063" y="1472"/>
                  </a:cubicBezTo>
                  <a:lnTo>
                    <a:pt x="2063" y="1472"/>
                  </a:lnTo>
                  <a:cubicBezTo>
                    <a:pt x="2063" y="1472"/>
                    <a:pt x="2063" y="1472"/>
                    <a:pt x="2063" y="1472"/>
                  </a:cubicBezTo>
                  <a:lnTo>
                    <a:pt x="2063" y="1472"/>
                  </a:lnTo>
                  <a:lnTo>
                    <a:pt x="2062" y="1470"/>
                  </a:lnTo>
                  <a:close/>
                  <a:moveTo>
                    <a:pt x="1961" y="1381"/>
                  </a:moveTo>
                  <a:cubicBezTo>
                    <a:pt x="1963" y="1381"/>
                    <a:pt x="1976" y="1392"/>
                    <a:pt x="1995" y="1411"/>
                  </a:cubicBezTo>
                  <a:cubicBezTo>
                    <a:pt x="2006" y="1422"/>
                    <a:pt x="2016" y="1432"/>
                    <a:pt x="2027" y="1443"/>
                  </a:cubicBezTo>
                  <a:lnTo>
                    <a:pt x="2027" y="1443"/>
                  </a:lnTo>
                  <a:cubicBezTo>
                    <a:pt x="2024" y="1441"/>
                    <a:pt x="2022" y="1439"/>
                    <a:pt x="2021" y="1439"/>
                  </a:cubicBezTo>
                  <a:lnTo>
                    <a:pt x="2021" y="1439"/>
                  </a:lnTo>
                  <a:cubicBezTo>
                    <a:pt x="2021" y="1439"/>
                    <a:pt x="2027" y="1445"/>
                    <a:pt x="2044" y="1460"/>
                  </a:cubicBezTo>
                  <a:cubicBezTo>
                    <a:pt x="2038" y="1454"/>
                    <a:pt x="2033" y="1449"/>
                    <a:pt x="2027" y="1443"/>
                  </a:cubicBezTo>
                  <a:lnTo>
                    <a:pt x="2027" y="1443"/>
                  </a:lnTo>
                  <a:cubicBezTo>
                    <a:pt x="2035" y="1449"/>
                    <a:pt x="2048" y="1460"/>
                    <a:pt x="2063" y="1473"/>
                  </a:cubicBezTo>
                  <a:lnTo>
                    <a:pt x="2063" y="1473"/>
                  </a:lnTo>
                  <a:lnTo>
                    <a:pt x="2063" y="1473"/>
                  </a:lnTo>
                  <a:lnTo>
                    <a:pt x="2063" y="1473"/>
                  </a:lnTo>
                  <a:cubicBezTo>
                    <a:pt x="2063" y="1473"/>
                    <a:pt x="2063" y="1473"/>
                    <a:pt x="2063" y="1473"/>
                  </a:cubicBezTo>
                  <a:lnTo>
                    <a:pt x="2063" y="1473"/>
                  </a:lnTo>
                  <a:cubicBezTo>
                    <a:pt x="2063" y="1473"/>
                    <a:pt x="2063" y="1473"/>
                    <a:pt x="2063" y="1473"/>
                  </a:cubicBezTo>
                  <a:lnTo>
                    <a:pt x="2063" y="1473"/>
                  </a:lnTo>
                  <a:lnTo>
                    <a:pt x="2063" y="1474"/>
                  </a:lnTo>
                  <a:lnTo>
                    <a:pt x="2063" y="1474"/>
                  </a:lnTo>
                  <a:cubicBezTo>
                    <a:pt x="2058" y="1470"/>
                    <a:pt x="2051" y="1465"/>
                    <a:pt x="2044" y="1460"/>
                  </a:cubicBezTo>
                  <a:lnTo>
                    <a:pt x="2044" y="1460"/>
                  </a:lnTo>
                  <a:lnTo>
                    <a:pt x="2065" y="1476"/>
                  </a:lnTo>
                  <a:lnTo>
                    <a:pt x="2063" y="1474"/>
                  </a:lnTo>
                  <a:lnTo>
                    <a:pt x="2063" y="1474"/>
                  </a:lnTo>
                  <a:cubicBezTo>
                    <a:pt x="2063" y="1474"/>
                    <a:pt x="2063" y="1474"/>
                    <a:pt x="2063" y="1474"/>
                  </a:cubicBezTo>
                  <a:lnTo>
                    <a:pt x="2063" y="1474"/>
                  </a:lnTo>
                  <a:cubicBezTo>
                    <a:pt x="2064" y="1475"/>
                    <a:pt x="2064" y="1476"/>
                    <a:pt x="2065" y="1476"/>
                  </a:cubicBezTo>
                  <a:lnTo>
                    <a:pt x="2065" y="1476"/>
                  </a:lnTo>
                  <a:lnTo>
                    <a:pt x="2065" y="1476"/>
                  </a:lnTo>
                  <a:lnTo>
                    <a:pt x="2065" y="1477"/>
                  </a:lnTo>
                  <a:lnTo>
                    <a:pt x="2065" y="1478"/>
                  </a:lnTo>
                  <a:lnTo>
                    <a:pt x="2065" y="1478"/>
                  </a:lnTo>
                  <a:cubicBezTo>
                    <a:pt x="2065" y="1478"/>
                    <a:pt x="2065" y="1478"/>
                    <a:pt x="2066" y="1478"/>
                  </a:cubicBezTo>
                  <a:lnTo>
                    <a:pt x="2066" y="1478"/>
                  </a:lnTo>
                  <a:lnTo>
                    <a:pt x="2066" y="1478"/>
                  </a:lnTo>
                  <a:lnTo>
                    <a:pt x="2068" y="1483"/>
                  </a:lnTo>
                  <a:lnTo>
                    <a:pt x="2068" y="1483"/>
                  </a:lnTo>
                  <a:cubicBezTo>
                    <a:pt x="2037" y="1462"/>
                    <a:pt x="2011" y="1446"/>
                    <a:pt x="2012" y="1446"/>
                  </a:cubicBezTo>
                  <a:lnTo>
                    <a:pt x="2012" y="1446"/>
                  </a:lnTo>
                  <a:cubicBezTo>
                    <a:pt x="2012" y="1446"/>
                    <a:pt x="2019" y="1450"/>
                    <a:pt x="2036" y="1460"/>
                  </a:cubicBezTo>
                  <a:lnTo>
                    <a:pt x="2066" y="1478"/>
                  </a:lnTo>
                  <a:lnTo>
                    <a:pt x="2065" y="1477"/>
                  </a:lnTo>
                  <a:lnTo>
                    <a:pt x="2044" y="1460"/>
                  </a:lnTo>
                  <a:lnTo>
                    <a:pt x="2044" y="1460"/>
                  </a:lnTo>
                  <a:lnTo>
                    <a:pt x="2044" y="1460"/>
                  </a:lnTo>
                  <a:lnTo>
                    <a:pt x="2044" y="1460"/>
                  </a:lnTo>
                  <a:cubicBezTo>
                    <a:pt x="2044" y="1460"/>
                    <a:pt x="2044" y="1460"/>
                    <a:pt x="2044" y="1460"/>
                  </a:cubicBezTo>
                  <a:cubicBezTo>
                    <a:pt x="1980" y="1406"/>
                    <a:pt x="1958" y="1381"/>
                    <a:pt x="1961" y="1381"/>
                  </a:cubicBezTo>
                  <a:close/>
                  <a:moveTo>
                    <a:pt x="2210" y="1446"/>
                  </a:moveTo>
                  <a:cubicBezTo>
                    <a:pt x="2211" y="1446"/>
                    <a:pt x="2199" y="1458"/>
                    <a:pt x="2173" y="1484"/>
                  </a:cubicBezTo>
                  <a:lnTo>
                    <a:pt x="2173" y="1476"/>
                  </a:lnTo>
                  <a:cubicBezTo>
                    <a:pt x="2197" y="1456"/>
                    <a:pt x="2209" y="1446"/>
                    <a:pt x="2210" y="1446"/>
                  </a:cubicBezTo>
                  <a:close/>
                  <a:moveTo>
                    <a:pt x="2065" y="1478"/>
                  </a:moveTo>
                  <a:lnTo>
                    <a:pt x="2068" y="1480"/>
                  </a:lnTo>
                  <a:cubicBezTo>
                    <a:pt x="2068" y="1480"/>
                    <a:pt x="2068" y="1479"/>
                    <a:pt x="2068" y="1479"/>
                  </a:cubicBezTo>
                  <a:lnTo>
                    <a:pt x="2068" y="1479"/>
                  </a:lnTo>
                  <a:lnTo>
                    <a:pt x="2069" y="1480"/>
                  </a:lnTo>
                  <a:lnTo>
                    <a:pt x="2069" y="1481"/>
                  </a:lnTo>
                  <a:lnTo>
                    <a:pt x="2073" y="1483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7" y="1486"/>
                    <a:pt x="2076" y="1485"/>
                    <a:pt x="2076" y="1485"/>
                  </a:cubicBezTo>
                  <a:lnTo>
                    <a:pt x="2076" y="1485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9" y="1487"/>
                    <a:pt x="2081" y="1489"/>
                    <a:pt x="2083" y="1491"/>
                  </a:cubicBezTo>
                  <a:lnTo>
                    <a:pt x="2083" y="1491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7" y="1486"/>
                    <a:pt x="2077" y="1487"/>
                    <a:pt x="2077" y="1487"/>
                  </a:cubicBezTo>
                  <a:lnTo>
                    <a:pt x="2077" y="1487"/>
                  </a:lnTo>
                  <a:lnTo>
                    <a:pt x="2070" y="1481"/>
                  </a:lnTo>
                  <a:lnTo>
                    <a:pt x="2071" y="1485"/>
                  </a:lnTo>
                  <a:lnTo>
                    <a:pt x="2071" y="1485"/>
                  </a:lnTo>
                  <a:cubicBezTo>
                    <a:pt x="2070" y="1485"/>
                    <a:pt x="2069" y="1484"/>
                    <a:pt x="2068" y="1483"/>
                  </a:cubicBezTo>
                  <a:lnTo>
                    <a:pt x="2068" y="1483"/>
                  </a:lnTo>
                  <a:cubicBezTo>
                    <a:pt x="2068" y="1484"/>
                    <a:pt x="2068" y="1484"/>
                    <a:pt x="2068" y="1484"/>
                  </a:cubicBezTo>
                  <a:lnTo>
                    <a:pt x="2068" y="1483"/>
                  </a:lnTo>
                  <a:lnTo>
                    <a:pt x="2068" y="1483"/>
                  </a:lnTo>
                  <a:cubicBezTo>
                    <a:pt x="2068" y="1483"/>
                    <a:pt x="2068" y="1483"/>
                    <a:pt x="2068" y="1483"/>
                  </a:cubicBezTo>
                  <a:lnTo>
                    <a:pt x="2068" y="1483"/>
                  </a:lnTo>
                  <a:cubicBezTo>
                    <a:pt x="2068" y="1483"/>
                    <a:pt x="2068" y="1482"/>
                    <a:pt x="2068" y="1480"/>
                  </a:cubicBezTo>
                  <a:lnTo>
                    <a:pt x="2068" y="1480"/>
                  </a:lnTo>
                  <a:lnTo>
                    <a:pt x="2070" y="1481"/>
                  </a:lnTo>
                  <a:lnTo>
                    <a:pt x="2069" y="1481"/>
                  </a:lnTo>
                  <a:lnTo>
                    <a:pt x="2066" y="1478"/>
                  </a:lnTo>
                  <a:lnTo>
                    <a:pt x="2066" y="1478"/>
                  </a:lnTo>
                  <a:cubicBezTo>
                    <a:pt x="2066" y="1478"/>
                    <a:pt x="2065" y="1478"/>
                    <a:pt x="2065" y="1478"/>
                  </a:cubicBezTo>
                  <a:close/>
                  <a:moveTo>
                    <a:pt x="2075" y="1349"/>
                  </a:moveTo>
                  <a:cubicBezTo>
                    <a:pt x="2077" y="1368"/>
                    <a:pt x="2080" y="1393"/>
                    <a:pt x="2084" y="1427"/>
                  </a:cubicBezTo>
                  <a:lnTo>
                    <a:pt x="2092" y="1492"/>
                  </a:lnTo>
                  <a:cubicBezTo>
                    <a:pt x="2092" y="1484"/>
                    <a:pt x="2084" y="1427"/>
                    <a:pt x="2076" y="1354"/>
                  </a:cubicBezTo>
                  <a:cubicBezTo>
                    <a:pt x="2076" y="1352"/>
                    <a:pt x="2075" y="1351"/>
                    <a:pt x="2075" y="1349"/>
                  </a:cubicBezTo>
                  <a:close/>
                  <a:moveTo>
                    <a:pt x="2077" y="1487"/>
                  </a:moveTo>
                  <a:lnTo>
                    <a:pt x="2092" y="1500"/>
                  </a:lnTo>
                  <a:cubicBezTo>
                    <a:pt x="2087" y="1497"/>
                    <a:pt x="2082" y="1493"/>
                    <a:pt x="2078" y="1490"/>
                  </a:cubicBezTo>
                  <a:lnTo>
                    <a:pt x="2078" y="1490"/>
                  </a:lnTo>
                  <a:cubicBezTo>
                    <a:pt x="2077" y="1489"/>
                    <a:pt x="2077" y="1488"/>
                    <a:pt x="2077" y="1487"/>
                  </a:cubicBezTo>
                  <a:close/>
                  <a:moveTo>
                    <a:pt x="2230" y="1468"/>
                  </a:moveTo>
                  <a:lnTo>
                    <a:pt x="2165" y="1500"/>
                  </a:lnTo>
                  <a:lnTo>
                    <a:pt x="2165" y="1500"/>
                  </a:lnTo>
                  <a:cubicBezTo>
                    <a:pt x="2166" y="1498"/>
                    <a:pt x="2167" y="1497"/>
                    <a:pt x="2168" y="1495"/>
                  </a:cubicBezTo>
                  <a:lnTo>
                    <a:pt x="2168" y="1495"/>
                  </a:lnTo>
                  <a:cubicBezTo>
                    <a:pt x="2186" y="1487"/>
                    <a:pt x="2207" y="1478"/>
                    <a:pt x="2230" y="1468"/>
                  </a:cubicBezTo>
                  <a:close/>
                  <a:moveTo>
                    <a:pt x="2153" y="1493"/>
                  </a:moveTo>
                  <a:cubicBezTo>
                    <a:pt x="2154" y="1493"/>
                    <a:pt x="2154" y="1494"/>
                    <a:pt x="2154" y="1495"/>
                  </a:cubicBezTo>
                  <a:lnTo>
                    <a:pt x="2154" y="1495"/>
                  </a:lnTo>
                  <a:lnTo>
                    <a:pt x="2133" y="1507"/>
                  </a:lnTo>
                  <a:lnTo>
                    <a:pt x="2153" y="1493"/>
                  </a:lnTo>
                  <a:close/>
                  <a:moveTo>
                    <a:pt x="2117" y="1087"/>
                  </a:moveTo>
                  <a:lnTo>
                    <a:pt x="2117" y="1135"/>
                  </a:lnTo>
                  <a:cubicBezTo>
                    <a:pt x="2117" y="1273"/>
                    <a:pt x="2125" y="1338"/>
                    <a:pt x="2125" y="1411"/>
                  </a:cubicBezTo>
                  <a:cubicBezTo>
                    <a:pt x="2129" y="1454"/>
                    <a:pt x="2129" y="1493"/>
                    <a:pt x="2129" y="1493"/>
                  </a:cubicBezTo>
                  <a:cubicBezTo>
                    <a:pt x="2129" y="1493"/>
                    <a:pt x="2129" y="1473"/>
                    <a:pt x="2133" y="1419"/>
                  </a:cubicBezTo>
                  <a:cubicBezTo>
                    <a:pt x="2133" y="1395"/>
                    <a:pt x="2141" y="1370"/>
                    <a:pt x="2141" y="1346"/>
                  </a:cubicBezTo>
                  <a:cubicBezTo>
                    <a:pt x="2141" y="1370"/>
                    <a:pt x="2141" y="1395"/>
                    <a:pt x="2141" y="1419"/>
                  </a:cubicBezTo>
                  <a:cubicBezTo>
                    <a:pt x="2133" y="1481"/>
                    <a:pt x="2140" y="1491"/>
                    <a:pt x="2148" y="1492"/>
                  </a:cubicBezTo>
                  <a:lnTo>
                    <a:pt x="2148" y="1492"/>
                  </a:lnTo>
                  <a:cubicBezTo>
                    <a:pt x="2146" y="1494"/>
                    <a:pt x="2144" y="1496"/>
                    <a:pt x="2142" y="1497"/>
                  </a:cubicBezTo>
                  <a:lnTo>
                    <a:pt x="2142" y="1497"/>
                  </a:lnTo>
                  <a:cubicBezTo>
                    <a:pt x="2131" y="1503"/>
                    <a:pt x="2123" y="1508"/>
                    <a:pt x="2117" y="1512"/>
                  </a:cubicBezTo>
                  <a:lnTo>
                    <a:pt x="2117" y="1512"/>
                  </a:lnTo>
                  <a:cubicBezTo>
                    <a:pt x="2109" y="1507"/>
                    <a:pt x="2098" y="1501"/>
                    <a:pt x="2084" y="1492"/>
                  </a:cubicBezTo>
                  <a:lnTo>
                    <a:pt x="2084" y="1492"/>
                  </a:lnTo>
                  <a:lnTo>
                    <a:pt x="2092" y="1500"/>
                  </a:lnTo>
                  <a:cubicBezTo>
                    <a:pt x="2089" y="1497"/>
                    <a:pt x="2086" y="1494"/>
                    <a:pt x="2083" y="1491"/>
                  </a:cubicBezTo>
                  <a:lnTo>
                    <a:pt x="2083" y="1491"/>
                  </a:lnTo>
                  <a:lnTo>
                    <a:pt x="2084" y="1492"/>
                  </a:lnTo>
                  <a:lnTo>
                    <a:pt x="2084" y="1490"/>
                  </a:lnTo>
                  <a:lnTo>
                    <a:pt x="2100" y="1500"/>
                  </a:lnTo>
                  <a:cubicBezTo>
                    <a:pt x="2100" y="1500"/>
                    <a:pt x="2100" y="1500"/>
                    <a:pt x="2084" y="1489"/>
                  </a:cubicBezTo>
                  <a:lnTo>
                    <a:pt x="2084" y="1489"/>
                  </a:lnTo>
                  <a:lnTo>
                    <a:pt x="2084" y="1484"/>
                  </a:lnTo>
                  <a:lnTo>
                    <a:pt x="2074" y="1476"/>
                  </a:lnTo>
                  <a:lnTo>
                    <a:pt x="2074" y="1476"/>
                  </a:lnTo>
                  <a:lnTo>
                    <a:pt x="2074" y="1476"/>
                  </a:lnTo>
                  <a:lnTo>
                    <a:pt x="2073" y="1475"/>
                  </a:lnTo>
                  <a:lnTo>
                    <a:pt x="2073" y="1475"/>
                  </a:lnTo>
                  <a:cubicBezTo>
                    <a:pt x="2070" y="1469"/>
                    <a:pt x="2068" y="1462"/>
                    <a:pt x="2066" y="1456"/>
                  </a:cubicBezTo>
                  <a:lnTo>
                    <a:pt x="2066" y="1456"/>
                  </a:lnTo>
                  <a:cubicBezTo>
                    <a:pt x="2069" y="1464"/>
                    <a:pt x="2071" y="1468"/>
                    <a:pt x="2071" y="1468"/>
                  </a:cubicBezTo>
                  <a:cubicBezTo>
                    <a:pt x="2072" y="1468"/>
                    <a:pt x="2068" y="1452"/>
                    <a:pt x="2061" y="1422"/>
                  </a:cubicBezTo>
                  <a:lnTo>
                    <a:pt x="2061" y="1422"/>
                  </a:lnTo>
                  <a:cubicBezTo>
                    <a:pt x="2060" y="1421"/>
                    <a:pt x="2060" y="1420"/>
                    <a:pt x="2060" y="1419"/>
                  </a:cubicBezTo>
                  <a:lnTo>
                    <a:pt x="2027" y="1289"/>
                  </a:lnTo>
                  <a:cubicBezTo>
                    <a:pt x="2027" y="1289"/>
                    <a:pt x="2003" y="1224"/>
                    <a:pt x="1987" y="1160"/>
                  </a:cubicBezTo>
                  <a:cubicBezTo>
                    <a:pt x="1983" y="1140"/>
                    <a:pt x="1982" y="1131"/>
                    <a:pt x="1984" y="1131"/>
                  </a:cubicBezTo>
                  <a:lnTo>
                    <a:pt x="1984" y="1131"/>
                  </a:lnTo>
                  <a:cubicBezTo>
                    <a:pt x="1989" y="1131"/>
                    <a:pt x="2016" y="1205"/>
                    <a:pt x="2052" y="1354"/>
                  </a:cubicBezTo>
                  <a:lnTo>
                    <a:pt x="2052" y="1354"/>
                  </a:lnTo>
                  <a:lnTo>
                    <a:pt x="2052" y="1354"/>
                  </a:lnTo>
                  <a:cubicBezTo>
                    <a:pt x="2052" y="1354"/>
                    <a:pt x="2060" y="1354"/>
                    <a:pt x="2068" y="1419"/>
                  </a:cubicBezTo>
                  <a:cubicBezTo>
                    <a:pt x="2076" y="1443"/>
                    <a:pt x="2076" y="1468"/>
                    <a:pt x="2084" y="1484"/>
                  </a:cubicBezTo>
                  <a:lnTo>
                    <a:pt x="2077" y="1427"/>
                  </a:lnTo>
                  <a:lnTo>
                    <a:pt x="2077" y="1427"/>
                  </a:lnTo>
                  <a:cubicBezTo>
                    <a:pt x="2082" y="1447"/>
                    <a:pt x="2085" y="1458"/>
                    <a:pt x="2085" y="1458"/>
                  </a:cubicBezTo>
                  <a:cubicBezTo>
                    <a:pt x="2086" y="1458"/>
                    <a:pt x="2080" y="1423"/>
                    <a:pt x="2068" y="1354"/>
                  </a:cubicBezTo>
                  <a:cubicBezTo>
                    <a:pt x="2060" y="1289"/>
                    <a:pt x="2056" y="1257"/>
                    <a:pt x="2057" y="1257"/>
                  </a:cubicBezTo>
                  <a:lnTo>
                    <a:pt x="2057" y="1257"/>
                  </a:lnTo>
                  <a:cubicBezTo>
                    <a:pt x="2058" y="1257"/>
                    <a:pt x="2064" y="1288"/>
                    <a:pt x="2075" y="1349"/>
                  </a:cubicBezTo>
                  <a:lnTo>
                    <a:pt x="2075" y="1349"/>
                  </a:lnTo>
                  <a:cubicBezTo>
                    <a:pt x="2072" y="1323"/>
                    <a:pt x="2071" y="1312"/>
                    <a:pt x="2072" y="1312"/>
                  </a:cubicBezTo>
                  <a:lnTo>
                    <a:pt x="2072" y="1312"/>
                  </a:lnTo>
                  <a:cubicBezTo>
                    <a:pt x="2074" y="1312"/>
                    <a:pt x="2078" y="1328"/>
                    <a:pt x="2084" y="1354"/>
                  </a:cubicBezTo>
                  <a:cubicBezTo>
                    <a:pt x="2088" y="1392"/>
                    <a:pt x="2090" y="1410"/>
                    <a:pt x="2091" y="1410"/>
                  </a:cubicBezTo>
                  <a:cubicBezTo>
                    <a:pt x="2092" y="1410"/>
                    <a:pt x="2092" y="1394"/>
                    <a:pt x="2092" y="1362"/>
                  </a:cubicBezTo>
                  <a:cubicBezTo>
                    <a:pt x="2092" y="1362"/>
                    <a:pt x="2092" y="1362"/>
                    <a:pt x="2100" y="1427"/>
                  </a:cubicBezTo>
                  <a:cubicBezTo>
                    <a:pt x="2100" y="1395"/>
                    <a:pt x="2100" y="1378"/>
                    <a:pt x="2101" y="1378"/>
                  </a:cubicBezTo>
                  <a:cubicBezTo>
                    <a:pt x="2102" y="1378"/>
                    <a:pt x="2104" y="1395"/>
                    <a:pt x="2109" y="1427"/>
                  </a:cubicBezTo>
                  <a:cubicBezTo>
                    <a:pt x="2109" y="1289"/>
                    <a:pt x="2100" y="1224"/>
                    <a:pt x="2100" y="1224"/>
                  </a:cubicBezTo>
                  <a:cubicBezTo>
                    <a:pt x="2100" y="1224"/>
                    <a:pt x="2100" y="1224"/>
                    <a:pt x="2092" y="1151"/>
                  </a:cubicBezTo>
                  <a:lnTo>
                    <a:pt x="2100" y="1151"/>
                  </a:lnTo>
                  <a:cubicBezTo>
                    <a:pt x="2109" y="1151"/>
                    <a:pt x="2109" y="1151"/>
                    <a:pt x="2117" y="1087"/>
                  </a:cubicBezTo>
                  <a:close/>
                  <a:moveTo>
                    <a:pt x="2152" y="1513"/>
                  </a:moveTo>
                  <a:cubicBezTo>
                    <a:pt x="2152" y="1513"/>
                    <a:pt x="2152" y="1513"/>
                    <a:pt x="2152" y="1513"/>
                  </a:cubicBezTo>
                  <a:lnTo>
                    <a:pt x="2152" y="1513"/>
                  </a:lnTo>
                  <a:cubicBezTo>
                    <a:pt x="2152" y="1513"/>
                    <a:pt x="2152" y="1513"/>
                    <a:pt x="2152" y="1513"/>
                  </a:cubicBezTo>
                  <a:close/>
                  <a:moveTo>
                    <a:pt x="2083" y="1513"/>
                  </a:moveTo>
                  <a:lnTo>
                    <a:pt x="2084" y="1515"/>
                  </a:lnTo>
                  <a:lnTo>
                    <a:pt x="2084" y="1515"/>
                  </a:lnTo>
                  <a:cubicBezTo>
                    <a:pt x="2083" y="1515"/>
                    <a:pt x="2083" y="1515"/>
                    <a:pt x="2083" y="1515"/>
                  </a:cubicBezTo>
                  <a:lnTo>
                    <a:pt x="2083" y="1515"/>
                  </a:lnTo>
                  <a:cubicBezTo>
                    <a:pt x="2083" y="1515"/>
                    <a:pt x="2083" y="1515"/>
                    <a:pt x="2083" y="1515"/>
                  </a:cubicBezTo>
                  <a:lnTo>
                    <a:pt x="2083" y="1515"/>
                  </a:lnTo>
                  <a:cubicBezTo>
                    <a:pt x="2082" y="1515"/>
                    <a:pt x="2081" y="1514"/>
                    <a:pt x="2080" y="1514"/>
                  </a:cubicBezTo>
                  <a:lnTo>
                    <a:pt x="2080" y="1514"/>
                  </a:lnTo>
                  <a:cubicBezTo>
                    <a:pt x="2081" y="1514"/>
                    <a:pt x="2082" y="1514"/>
                    <a:pt x="2083" y="1515"/>
                  </a:cubicBezTo>
                  <a:lnTo>
                    <a:pt x="2083" y="1515"/>
                  </a:lnTo>
                  <a:cubicBezTo>
                    <a:pt x="2083" y="1514"/>
                    <a:pt x="2083" y="1513"/>
                    <a:pt x="2083" y="1513"/>
                  </a:cubicBezTo>
                  <a:close/>
                  <a:moveTo>
                    <a:pt x="2084" y="1500"/>
                  </a:moveTo>
                  <a:cubicBezTo>
                    <a:pt x="2096" y="1506"/>
                    <a:pt x="2105" y="1511"/>
                    <a:pt x="2113" y="1514"/>
                  </a:cubicBezTo>
                  <a:lnTo>
                    <a:pt x="2113" y="1514"/>
                  </a:lnTo>
                  <a:cubicBezTo>
                    <a:pt x="2113" y="1515"/>
                    <a:pt x="2112" y="1515"/>
                    <a:pt x="2112" y="1515"/>
                  </a:cubicBezTo>
                  <a:lnTo>
                    <a:pt x="2112" y="1515"/>
                  </a:lnTo>
                  <a:cubicBezTo>
                    <a:pt x="2104" y="1511"/>
                    <a:pt x="2095" y="1506"/>
                    <a:pt x="2084" y="1500"/>
                  </a:cubicBezTo>
                  <a:close/>
                  <a:moveTo>
                    <a:pt x="2154" y="1501"/>
                  </a:moveTo>
                  <a:lnTo>
                    <a:pt x="2154" y="1501"/>
                  </a:lnTo>
                  <a:cubicBezTo>
                    <a:pt x="2154" y="1502"/>
                    <a:pt x="2154" y="1503"/>
                    <a:pt x="2154" y="1504"/>
                  </a:cubicBezTo>
                  <a:lnTo>
                    <a:pt x="2154" y="1504"/>
                  </a:lnTo>
                  <a:cubicBezTo>
                    <a:pt x="2143" y="1508"/>
                    <a:pt x="2134" y="1512"/>
                    <a:pt x="2125" y="1518"/>
                  </a:cubicBezTo>
                  <a:lnTo>
                    <a:pt x="2125" y="1518"/>
                  </a:lnTo>
                  <a:cubicBezTo>
                    <a:pt x="2124" y="1517"/>
                    <a:pt x="2123" y="1516"/>
                    <a:pt x="2121" y="1515"/>
                  </a:cubicBezTo>
                  <a:lnTo>
                    <a:pt x="2121" y="1515"/>
                  </a:lnTo>
                  <a:cubicBezTo>
                    <a:pt x="2130" y="1512"/>
                    <a:pt x="2141" y="1507"/>
                    <a:pt x="2154" y="1501"/>
                  </a:cubicBezTo>
                  <a:close/>
                  <a:moveTo>
                    <a:pt x="2119" y="1517"/>
                  </a:moveTo>
                  <a:lnTo>
                    <a:pt x="2119" y="1517"/>
                  </a:lnTo>
                  <a:cubicBezTo>
                    <a:pt x="2120" y="1518"/>
                    <a:pt x="2121" y="1518"/>
                    <a:pt x="2122" y="1519"/>
                  </a:cubicBezTo>
                  <a:lnTo>
                    <a:pt x="2122" y="1519"/>
                  </a:lnTo>
                  <a:cubicBezTo>
                    <a:pt x="2122" y="1519"/>
                    <a:pt x="2121" y="1519"/>
                    <a:pt x="2121" y="1520"/>
                  </a:cubicBezTo>
                  <a:lnTo>
                    <a:pt x="2121" y="1520"/>
                  </a:lnTo>
                  <a:cubicBezTo>
                    <a:pt x="2120" y="1519"/>
                    <a:pt x="2119" y="1519"/>
                    <a:pt x="2118" y="1518"/>
                  </a:cubicBezTo>
                  <a:lnTo>
                    <a:pt x="2118" y="1518"/>
                  </a:lnTo>
                  <a:lnTo>
                    <a:pt x="2119" y="1517"/>
                  </a:lnTo>
                  <a:close/>
                  <a:moveTo>
                    <a:pt x="2084" y="1515"/>
                  </a:moveTo>
                  <a:cubicBezTo>
                    <a:pt x="2091" y="1517"/>
                    <a:pt x="2097" y="1519"/>
                    <a:pt x="2103" y="1521"/>
                  </a:cubicBezTo>
                  <a:lnTo>
                    <a:pt x="2103" y="1521"/>
                  </a:lnTo>
                  <a:cubicBezTo>
                    <a:pt x="2102" y="1521"/>
                    <a:pt x="2102" y="1522"/>
                    <a:pt x="2102" y="1522"/>
                  </a:cubicBezTo>
                  <a:lnTo>
                    <a:pt x="2102" y="1522"/>
                  </a:lnTo>
                  <a:cubicBezTo>
                    <a:pt x="2096" y="1520"/>
                    <a:pt x="2089" y="1517"/>
                    <a:pt x="2084" y="1515"/>
                  </a:cubicBezTo>
                  <a:lnTo>
                    <a:pt x="2084" y="1515"/>
                  </a:lnTo>
                  <a:lnTo>
                    <a:pt x="2084" y="1516"/>
                  </a:lnTo>
                  <a:cubicBezTo>
                    <a:pt x="2084" y="1518"/>
                    <a:pt x="2084" y="1519"/>
                    <a:pt x="2084" y="1519"/>
                  </a:cubicBezTo>
                  <a:cubicBezTo>
                    <a:pt x="2084" y="1519"/>
                    <a:pt x="2084" y="1518"/>
                    <a:pt x="2083" y="1515"/>
                  </a:cubicBezTo>
                  <a:lnTo>
                    <a:pt x="2083" y="1515"/>
                  </a:lnTo>
                  <a:cubicBezTo>
                    <a:pt x="2083" y="1515"/>
                    <a:pt x="2084" y="1515"/>
                    <a:pt x="2084" y="1515"/>
                  </a:cubicBezTo>
                  <a:lnTo>
                    <a:pt x="2084" y="1515"/>
                  </a:lnTo>
                  <a:lnTo>
                    <a:pt x="2084" y="1515"/>
                  </a:lnTo>
                  <a:close/>
                  <a:moveTo>
                    <a:pt x="2105" y="1522"/>
                  </a:moveTo>
                  <a:cubicBezTo>
                    <a:pt x="2107" y="1522"/>
                    <a:pt x="2108" y="1523"/>
                    <a:pt x="2110" y="1523"/>
                  </a:cubicBezTo>
                  <a:lnTo>
                    <a:pt x="2110" y="1523"/>
                  </a:lnTo>
                  <a:lnTo>
                    <a:pt x="2109" y="1524"/>
                  </a:lnTo>
                  <a:lnTo>
                    <a:pt x="2109" y="1524"/>
                  </a:lnTo>
                  <a:cubicBezTo>
                    <a:pt x="2107" y="1524"/>
                    <a:pt x="2105" y="1523"/>
                    <a:pt x="2103" y="1522"/>
                  </a:cubicBezTo>
                  <a:lnTo>
                    <a:pt x="2103" y="1522"/>
                  </a:lnTo>
                  <a:cubicBezTo>
                    <a:pt x="2104" y="1522"/>
                    <a:pt x="2104" y="1522"/>
                    <a:pt x="2105" y="1522"/>
                  </a:cubicBezTo>
                  <a:close/>
                  <a:moveTo>
                    <a:pt x="2110" y="1523"/>
                  </a:moveTo>
                  <a:lnTo>
                    <a:pt x="2110" y="1523"/>
                  </a:lnTo>
                  <a:cubicBezTo>
                    <a:pt x="2111" y="1524"/>
                    <a:pt x="2112" y="1524"/>
                    <a:pt x="2113" y="1524"/>
                  </a:cubicBezTo>
                  <a:lnTo>
                    <a:pt x="2113" y="1524"/>
                  </a:lnTo>
                  <a:cubicBezTo>
                    <a:pt x="2113" y="1525"/>
                    <a:pt x="2112" y="1525"/>
                    <a:pt x="2112" y="1525"/>
                  </a:cubicBezTo>
                  <a:lnTo>
                    <a:pt x="2112" y="1525"/>
                  </a:lnTo>
                  <a:cubicBezTo>
                    <a:pt x="2111" y="1525"/>
                    <a:pt x="2110" y="1525"/>
                    <a:pt x="2109" y="1524"/>
                  </a:cubicBezTo>
                  <a:lnTo>
                    <a:pt x="2109" y="1524"/>
                  </a:lnTo>
                  <a:lnTo>
                    <a:pt x="2110" y="1523"/>
                  </a:lnTo>
                  <a:close/>
                  <a:moveTo>
                    <a:pt x="2106" y="1530"/>
                  </a:moveTo>
                  <a:cubicBezTo>
                    <a:pt x="2106" y="1530"/>
                    <a:pt x="2106" y="1530"/>
                    <a:pt x="2106" y="1530"/>
                  </a:cubicBezTo>
                  <a:lnTo>
                    <a:pt x="2106" y="1530"/>
                  </a:lnTo>
                  <a:cubicBezTo>
                    <a:pt x="2106" y="1530"/>
                    <a:pt x="2106" y="1530"/>
                    <a:pt x="2106" y="1530"/>
                  </a:cubicBezTo>
                  <a:close/>
                  <a:moveTo>
                    <a:pt x="1630" y="1516"/>
                  </a:moveTo>
                  <a:cubicBezTo>
                    <a:pt x="1679" y="1516"/>
                    <a:pt x="1719" y="1524"/>
                    <a:pt x="1768" y="1533"/>
                  </a:cubicBezTo>
                  <a:cubicBezTo>
                    <a:pt x="1795" y="1536"/>
                    <a:pt x="1799" y="1538"/>
                    <a:pt x="1786" y="1538"/>
                  </a:cubicBezTo>
                  <a:cubicBezTo>
                    <a:pt x="1767" y="1538"/>
                    <a:pt x="1711" y="1534"/>
                    <a:pt x="1630" y="1524"/>
                  </a:cubicBezTo>
                  <a:lnTo>
                    <a:pt x="1630" y="1516"/>
                  </a:lnTo>
                  <a:close/>
                  <a:moveTo>
                    <a:pt x="1614" y="1448"/>
                  </a:moveTo>
                  <a:cubicBezTo>
                    <a:pt x="1623" y="1448"/>
                    <a:pt x="1636" y="1449"/>
                    <a:pt x="1655" y="1451"/>
                  </a:cubicBezTo>
                  <a:cubicBezTo>
                    <a:pt x="1695" y="1451"/>
                    <a:pt x="1744" y="1460"/>
                    <a:pt x="1784" y="1476"/>
                  </a:cubicBezTo>
                  <a:cubicBezTo>
                    <a:pt x="1857" y="1484"/>
                    <a:pt x="1849" y="1492"/>
                    <a:pt x="1849" y="1492"/>
                  </a:cubicBezTo>
                  <a:cubicBezTo>
                    <a:pt x="1898" y="1500"/>
                    <a:pt x="1938" y="1508"/>
                    <a:pt x="1987" y="1516"/>
                  </a:cubicBezTo>
                  <a:cubicBezTo>
                    <a:pt x="2014" y="1523"/>
                    <a:pt x="2032" y="1526"/>
                    <a:pt x="2037" y="1526"/>
                  </a:cubicBezTo>
                  <a:cubicBezTo>
                    <a:pt x="2044" y="1526"/>
                    <a:pt x="2029" y="1521"/>
                    <a:pt x="1987" y="1516"/>
                  </a:cubicBezTo>
                  <a:lnTo>
                    <a:pt x="1987" y="1516"/>
                  </a:lnTo>
                  <a:cubicBezTo>
                    <a:pt x="2060" y="1524"/>
                    <a:pt x="2060" y="1524"/>
                    <a:pt x="2060" y="1524"/>
                  </a:cubicBezTo>
                  <a:cubicBezTo>
                    <a:pt x="2060" y="1521"/>
                    <a:pt x="2060" y="1519"/>
                    <a:pt x="2065" y="1519"/>
                  </a:cubicBezTo>
                  <a:cubicBezTo>
                    <a:pt x="2071" y="1519"/>
                    <a:pt x="2083" y="1522"/>
                    <a:pt x="2109" y="1527"/>
                  </a:cubicBezTo>
                  <a:lnTo>
                    <a:pt x="2109" y="1527"/>
                  </a:lnTo>
                  <a:cubicBezTo>
                    <a:pt x="2106" y="1529"/>
                    <a:pt x="2103" y="1531"/>
                    <a:pt x="2100" y="1533"/>
                  </a:cubicBezTo>
                  <a:cubicBezTo>
                    <a:pt x="2092" y="1536"/>
                    <a:pt x="2085" y="1538"/>
                    <a:pt x="2079" y="1540"/>
                  </a:cubicBezTo>
                  <a:lnTo>
                    <a:pt x="2079" y="1540"/>
                  </a:lnTo>
                  <a:lnTo>
                    <a:pt x="2044" y="1533"/>
                  </a:lnTo>
                  <a:lnTo>
                    <a:pt x="1979" y="1524"/>
                  </a:lnTo>
                  <a:lnTo>
                    <a:pt x="1979" y="1524"/>
                  </a:lnTo>
                  <a:cubicBezTo>
                    <a:pt x="1979" y="1524"/>
                    <a:pt x="1979" y="1524"/>
                    <a:pt x="1979" y="1524"/>
                  </a:cubicBezTo>
                  <a:lnTo>
                    <a:pt x="1979" y="1524"/>
                  </a:lnTo>
                  <a:cubicBezTo>
                    <a:pt x="1914" y="1508"/>
                    <a:pt x="1784" y="1484"/>
                    <a:pt x="1711" y="1476"/>
                  </a:cubicBezTo>
                  <a:cubicBezTo>
                    <a:pt x="1614" y="1458"/>
                    <a:pt x="1590" y="1448"/>
                    <a:pt x="1614" y="1448"/>
                  </a:cubicBezTo>
                  <a:close/>
                  <a:moveTo>
                    <a:pt x="1979" y="1524"/>
                  </a:moveTo>
                  <a:lnTo>
                    <a:pt x="2076" y="1542"/>
                  </a:lnTo>
                  <a:lnTo>
                    <a:pt x="2076" y="1542"/>
                  </a:lnTo>
                  <a:cubicBezTo>
                    <a:pt x="2075" y="1542"/>
                    <a:pt x="2073" y="1543"/>
                    <a:pt x="2072" y="1543"/>
                  </a:cubicBezTo>
                  <a:lnTo>
                    <a:pt x="2072" y="1543"/>
                  </a:lnTo>
                  <a:cubicBezTo>
                    <a:pt x="2062" y="1541"/>
                    <a:pt x="2019" y="1534"/>
                    <a:pt x="1979" y="1524"/>
                  </a:cubicBezTo>
                  <a:close/>
                  <a:moveTo>
                    <a:pt x="2109" y="1537"/>
                  </a:moveTo>
                  <a:cubicBezTo>
                    <a:pt x="2112" y="1537"/>
                    <a:pt x="2106" y="1540"/>
                    <a:pt x="2093" y="1544"/>
                  </a:cubicBezTo>
                  <a:lnTo>
                    <a:pt x="2093" y="1544"/>
                  </a:lnTo>
                  <a:lnTo>
                    <a:pt x="2086" y="1542"/>
                  </a:lnTo>
                  <a:lnTo>
                    <a:pt x="2086" y="1542"/>
                  </a:lnTo>
                  <a:cubicBezTo>
                    <a:pt x="2100" y="1538"/>
                    <a:pt x="2107" y="1537"/>
                    <a:pt x="2109" y="1537"/>
                  </a:cubicBezTo>
                  <a:close/>
                  <a:moveTo>
                    <a:pt x="2044" y="1541"/>
                  </a:moveTo>
                  <a:cubicBezTo>
                    <a:pt x="2058" y="1542"/>
                    <a:pt x="2067" y="1543"/>
                    <a:pt x="2071" y="1544"/>
                  </a:cubicBezTo>
                  <a:lnTo>
                    <a:pt x="2071" y="1544"/>
                  </a:lnTo>
                  <a:cubicBezTo>
                    <a:pt x="2070" y="1544"/>
                    <a:pt x="2069" y="1544"/>
                    <a:pt x="2068" y="1545"/>
                  </a:cubicBezTo>
                  <a:lnTo>
                    <a:pt x="2068" y="1545"/>
                  </a:lnTo>
                  <a:cubicBezTo>
                    <a:pt x="2060" y="1544"/>
                    <a:pt x="2052" y="1542"/>
                    <a:pt x="2044" y="1541"/>
                  </a:cubicBezTo>
                  <a:close/>
                  <a:moveTo>
                    <a:pt x="2083" y="1543"/>
                  </a:moveTo>
                  <a:lnTo>
                    <a:pt x="2091" y="1544"/>
                  </a:lnTo>
                  <a:lnTo>
                    <a:pt x="2091" y="1544"/>
                  </a:lnTo>
                  <a:cubicBezTo>
                    <a:pt x="2088" y="1545"/>
                    <a:pt x="2084" y="1546"/>
                    <a:pt x="2081" y="1547"/>
                  </a:cubicBezTo>
                  <a:lnTo>
                    <a:pt x="2081" y="1547"/>
                  </a:lnTo>
                  <a:cubicBezTo>
                    <a:pt x="2078" y="1547"/>
                    <a:pt x="2076" y="1546"/>
                    <a:pt x="2073" y="1546"/>
                  </a:cubicBezTo>
                  <a:lnTo>
                    <a:pt x="2073" y="1546"/>
                  </a:lnTo>
                  <a:cubicBezTo>
                    <a:pt x="2076" y="1545"/>
                    <a:pt x="2080" y="1544"/>
                    <a:pt x="2083" y="1543"/>
                  </a:cubicBezTo>
                  <a:close/>
                  <a:moveTo>
                    <a:pt x="2059" y="1550"/>
                  </a:moveTo>
                  <a:cubicBezTo>
                    <a:pt x="2062" y="1550"/>
                    <a:pt x="2065" y="1550"/>
                    <a:pt x="2067" y="1550"/>
                  </a:cubicBezTo>
                  <a:lnTo>
                    <a:pt x="2067" y="1550"/>
                  </a:lnTo>
                  <a:cubicBezTo>
                    <a:pt x="2059" y="1552"/>
                    <a:pt x="2051" y="1554"/>
                    <a:pt x="2042" y="1555"/>
                  </a:cubicBezTo>
                  <a:lnTo>
                    <a:pt x="2042" y="1555"/>
                  </a:lnTo>
                  <a:cubicBezTo>
                    <a:pt x="2048" y="1553"/>
                    <a:pt x="2054" y="1551"/>
                    <a:pt x="2059" y="1550"/>
                  </a:cubicBezTo>
                  <a:close/>
                  <a:moveTo>
                    <a:pt x="2044" y="1549"/>
                  </a:moveTo>
                  <a:cubicBezTo>
                    <a:pt x="2048" y="1549"/>
                    <a:pt x="2052" y="1549"/>
                    <a:pt x="2055" y="1549"/>
                  </a:cubicBezTo>
                  <a:lnTo>
                    <a:pt x="2055" y="1549"/>
                  </a:lnTo>
                  <a:cubicBezTo>
                    <a:pt x="2047" y="1552"/>
                    <a:pt x="2043" y="1554"/>
                    <a:pt x="2040" y="1555"/>
                  </a:cubicBezTo>
                  <a:lnTo>
                    <a:pt x="2040" y="1555"/>
                  </a:lnTo>
                  <a:cubicBezTo>
                    <a:pt x="2038" y="1555"/>
                    <a:pt x="2037" y="1556"/>
                    <a:pt x="2035" y="1556"/>
                  </a:cubicBezTo>
                  <a:lnTo>
                    <a:pt x="2035" y="1556"/>
                  </a:lnTo>
                  <a:cubicBezTo>
                    <a:pt x="1971" y="1549"/>
                    <a:pt x="1974" y="1549"/>
                    <a:pt x="2044" y="1549"/>
                  </a:cubicBezTo>
                  <a:close/>
                  <a:moveTo>
                    <a:pt x="2145" y="1543"/>
                  </a:moveTo>
                  <a:cubicBezTo>
                    <a:pt x="2144" y="1547"/>
                    <a:pt x="2143" y="1552"/>
                    <a:pt x="2142" y="1556"/>
                  </a:cubicBezTo>
                  <a:lnTo>
                    <a:pt x="2142" y="1556"/>
                  </a:lnTo>
                  <a:cubicBezTo>
                    <a:pt x="2140" y="1556"/>
                    <a:pt x="2139" y="1556"/>
                    <a:pt x="2136" y="1555"/>
                  </a:cubicBezTo>
                  <a:lnTo>
                    <a:pt x="2136" y="1555"/>
                  </a:lnTo>
                  <a:lnTo>
                    <a:pt x="2133" y="1549"/>
                  </a:lnTo>
                  <a:lnTo>
                    <a:pt x="2133" y="1549"/>
                  </a:lnTo>
                  <a:cubicBezTo>
                    <a:pt x="2133" y="1551"/>
                    <a:pt x="2134" y="1553"/>
                    <a:pt x="2134" y="1555"/>
                  </a:cubicBezTo>
                  <a:lnTo>
                    <a:pt x="2134" y="1555"/>
                  </a:lnTo>
                  <a:cubicBezTo>
                    <a:pt x="2125" y="1554"/>
                    <a:pt x="2111" y="1552"/>
                    <a:pt x="2092" y="1549"/>
                  </a:cubicBezTo>
                  <a:lnTo>
                    <a:pt x="2092" y="1549"/>
                  </a:lnTo>
                  <a:cubicBezTo>
                    <a:pt x="2092" y="1549"/>
                    <a:pt x="2092" y="1549"/>
                    <a:pt x="2092" y="1549"/>
                  </a:cubicBezTo>
                  <a:cubicBezTo>
                    <a:pt x="2092" y="1549"/>
                    <a:pt x="2092" y="1549"/>
                    <a:pt x="2107" y="1547"/>
                  </a:cubicBezTo>
                  <a:lnTo>
                    <a:pt x="2107" y="1547"/>
                  </a:lnTo>
                  <a:lnTo>
                    <a:pt x="2117" y="1549"/>
                  </a:lnTo>
                  <a:lnTo>
                    <a:pt x="2109" y="1547"/>
                  </a:lnTo>
                  <a:lnTo>
                    <a:pt x="2109" y="1547"/>
                  </a:lnTo>
                  <a:cubicBezTo>
                    <a:pt x="2116" y="1546"/>
                    <a:pt x="2128" y="1545"/>
                    <a:pt x="2145" y="1543"/>
                  </a:cubicBezTo>
                  <a:close/>
                  <a:moveTo>
                    <a:pt x="2147" y="1536"/>
                  </a:moveTo>
                  <a:lnTo>
                    <a:pt x="2147" y="1536"/>
                  </a:lnTo>
                  <a:cubicBezTo>
                    <a:pt x="2147" y="1538"/>
                    <a:pt x="2146" y="1541"/>
                    <a:pt x="2146" y="1543"/>
                  </a:cubicBezTo>
                  <a:lnTo>
                    <a:pt x="2146" y="1543"/>
                  </a:lnTo>
                  <a:cubicBezTo>
                    <a:pt x="2152" y="1542"/>
                    <a:pt x="2158" y="1541"/>
                    <a:pt x="2165" y="1541"/>
                  </a:cubicBezTo>
                  <a:cubicBezTo>
                    <a:pt x="2167" y="1540"/>
                    <a:pt x="2168" y="1540"/>
                    <a:pt x="2169" y="1540"/>
                  </a:cubicBezTo>
                  <a:lnTo>
                    <a:pt x="2169" y="1540"/>
                  </a:lnTo>
                  <a:cubicBezTo>
                    <a:pt x="2161" y="1543"/>
                    <a:pt x="2161" y="1545"/>
                    <a:pt x="2157" y="1549"/>
                  </a:cubicBezTo>
                  <a:cubicBezTo>
                    <a:pt x="2157" y="1553"/>
                    <a:pt x="2157" y="1555"/>
                    <a:pt x="2143" y="1558"/>
                  </a:cubicBezTo>
                  <a:lnTo>
                    <a:pt x="2143" y="1558"/>
                  </a:lnTo>
                  <a:cubicBezTo>
                    <a:pt x="2143" y="1557"/>
                    <a:pt x="2143" y="1557"/>
                    <a:pt x="2143" y="1556"/>
                  </a:cubicBezTo>
                  <a:lnTo>
                    <a:pt x="2143" y="1556"/>
                  </a:lnTo>
                  <a:cubicBezTo>
                    <a:pt x="2146" y="1557"/>
                    <a:pt x="2147" y="1557"/>
                    <a:pt x="2147" y="1557"/>
                  </a:cubicBezTo>
                  <a:cubicBezTo>
                    <a:pt x="2147" y="1557"/>
                    <a:pt x="2146" y="1557"/>
                    <a:pt x="2143" y="1556"/>
                  </a:cubicBezTo>
                  <a:lnTo>
                    <a:pt x="2143" y="1556"/>
                  </a:lnTo>
                  <a:cubicBezTo>
                    <a:pt x="2143" y="1556"/>
                    <a:pt x="2143" y="1556"/>
                    <a:pt x="2143" y="1556"/>
                  </a:cubicBezTo>
                  <a:lnTo>
                    <a:pt x="2143" y="1556"/>
                  </a:lnTo>
                  <a:cubicBezTo>
                    <a:pt x="2143" y="1556"/>
                    <a:pt x="2142" y="1556"/>
                    <a:pt x="2142" y="1556"/>
                  </a:cubicBezTo>
                  <a:lnTo>
                    <a:pt x="2142" y="1556"/>
                  </a:lnTo>
                  <a:cubicBezTo>
                    <a:pt x="2142" y="1557"/>
                    <a:pt x="2142" y="1557"/>
                    <a:pt x="2142" y="1558"/>
                  </a:cubicBezTo>
                  <a:lnTo>
                    <a:pt x="2142" y="1558"/>
                  </a:lnTo>
                  <a:cubicBezTo>
                    <a:pt x="2142" y="1558"/>
                    <a:pt x="2142" y="1558"/>
                    <a:pt x="2143" y="1558"/>
                  </a:cubicBezTo>
                  <a:lnTo>
                    <a:pt x="2143" y="1558"/>
                  </a:lnTo>
                  <a:cubicBezTo>
                    <a:pt x="2142" y="1560"/>
                    <a:pt x="2142" y="1561"/>
                    <a:pt x="2141" y="1563"/>
                  </a:cubicBezTo>
                  <a:lnTo>
                    <a:pt x="2141" y="1563"/>
                  </a:lnTo>
                  <a:cubicBezTo>
                    <a:pt x="2142" y="1561"/>
                    <a:pt x="2142" y="1560"/>
                    <a:pt x="2142" y="1558"/>
                  </a:cubicBezTo>
                  <a:lnTo>
                    <a:pt x="2142" y="1558"/>
                  </a:lnTo>
                  <a:cubicBezTo>
                    <a:pt x="2141" y="1558"/>
                    <a:pt x="2139" y="1558"/>
                    <a:pt x="2138" y="1559"/>
                  </a:cubicBezTo>
                  <a:lnTo>
                    <a:pt x="2138" y="1559"/>
                  </a:lnTo>
                  <a:lnTo>
                    <a:pt x="2136" y="1556"/>
                  </a:lnTo>
                  <a:lnTo>
                    <a:pt x="2136" y="1556"/>
                  </a:lnTo>
                  <a:cubicBezTo>
                    <a:pt x="2139" y="1556"/>
                    <a:pt x="2141" y="1556"/>
                    <a:pt x="2142" y="1556"/>
                  </a:cubicBezTo>
                  <a:lnTo>
                    <a:pt x="2142" y="1556"/>
                  </a:lnTo>
                  <a:cubicBezTo>
                    <a:pt x="2142" y="1556"/>
                    <a:pt x="2142" y="1556"/>
                    <a:pt x="2142" y="1556"/>
                  </a:cubicBezTo>
                  <a:lnTo>
                    <a:pt x="2142" y="1556"/>
                  </a:lnTo>
                  <a:cubicBezTo>
                    <a:pt x="2142" y="1556"/>
                    <a:pt x="2143" y="1556"/>
                    <a:pt x="2143" y="1556"/>
                  </a:cubicBezTo>
                  <a:lnTo>
                    <a:pt x="2143" y="1556"/>
                  </a:lnTo>
                  <a:cubicBezTo>
                    <a:pt x="2144" y="1551"/>
                    <a:pt x="2145" y="1547"/>
                    <a:pt x="2146" y="1543"/>
                  </a:cubicBezTo>
                  <a:lnTo>
                    <a:pt x="2146" y="1543"/>
                  </a:lnTo>
                  <a:cubicBezTo>
                    <a:pt x="2146" y="1543"/>
                    <a:pt x="2145" y="1543"/>
                    <a:pt x="2145" y="1543"/>
                  </a:cubicBezTo>
                  <a:lnTo>
                    <a:pt x="2145" y="1543"/>
                  </a:lnTo>
                  <a:cubicBezTo>
                    <a:pt x="2146" y="1541"/>
                    <a:pt x="2146" y="1539"/>
                    <a:pt x="2147" y="1536"/>
                  </a:cubicBezTo>
                  <a:close/>
                  <a:moveTo>
                    <a:pt x="2157" y="1565"/>
                  </a:moveTo>
                  <a:cubicBezTo>
                    <a:pt x="2151" y="1566"/>
                    <a:pt x="2146" y="1566"/>
                    <a:pt x="2141" y="1567"/>
                  </a:cubicBezTo>
                  <a:lnTo>
                    <a:pt x="2141" y="1567"/>
                  </a:lnTo>
                  <a:lnTo>
                    <a:pt x="2141" y="1567"/>
                  </a:lnTo>
                  <a:lnTo>
                    <a:pt x="2141" y="1567"/>
                  </a:lnTo>
                  <a:cubicBezTo>
                    <a:pt x="2141" y="1566"/>
                    <a:pt x="2141" y="1565"/>
                    <a:pt x="2141" y="1565"/>
                  </a:cubicBezTo>
                  <a:close/>
                  <a:moveTo>
                    <a:pt x="2142" y="1573"/>
                  </a:moveTo>
                  <a:cubicBezTo>
                    <a:pt x="2144" y="1573"/>
                    <a:pt x="2147" y="1573"/>
                    <a:pt x="2149" y="1573"/>
                  </a:cubicBezTo>
                  <a:cubicBezTo>
                    <a:pt x="2147" y="1573"/>
                    <a:pt x="2144" y="1573"/>
                    <a:pt x="2142" y="1574"/>
                  </a:cubicBezTo>
                  <a:lnTo>
                    <a:pt x="2142" y="1574"/>
                  </a:lnTo>
                  <a:lnTo>
                    <a:pt x="2142" y="1573"/>
                  </a:lnTo>
                  <a:close/>
                  <a:moveTo>
                    <a:pt x="2036" y="1573"/>
                  </a:moveTo>
                  <a:cubicBezTo>
                    <a:pt x="2062" y="1575"/>
                    <a:pt x="2084" y="1576"/>
                    <a:pt x="2100" y="1576"/>
                  </a:cubicBezTo>
                  <a:lnTo>
                    <a:pt x="2100" y="1576"/>
                  </a:lnTo>
                  <a:cubicBezTo>
                    <a:pt x="2107" y="1576"/>
                    <a:pt x="2115" y="1575"/>
                    <a:pt x="2124" y="1575"/>
                  </a:cubicBezTo>
                  <a:lnTo>
                    <a:pt x="2124" y="1575"/>
                  </a:lnTo>
                  <a:cubicBezTo>
                    <a:pt x="2107" y="1574"/>
                    <a:pt x="2078" y="1573"/>
                    <a:pt x="2036" y="1573"/>
                  </a:cubicBezTo>
                  <a:close/>
                  <a:moveTo>
                    <a:pt x="2138" y="1581"/>
                  </a:moveTo>
                  <a:lnTo>
                    <a:pt x="2138" y="1581"/>
                  </a:lnTo>
                  <a:cubicBezTo>
                    <a:pt x="2139" y="1581"/>
                    <a:pt x="2140" y="1581"/>
                    <a:pt x="2141" y="1581"/>
                  </a:cubicBezTo>
                  <a:lnTo>
                    <a:pt x="2141" y="1581"/>
                  </a:lnTo>
                  <a:cubicBezTo>
                    <a:pt x="2141" y="1581"/>
                    <a:pt x="2141" y="1581"/>
                    <a:pt x="2141" y="1581"/>
                  </a:cubicBezTo>
                  <a:lnTo>
                    <a:pt x="2138" y="1581"/>
                  </a:lnTo>
                  <a:cubicBezTo>
                    <a:pt x="2138" y="1581"/>
                    <a:pt x="2138" y="1581"/>
                    <a:pt x="2138" y="1581"/>
                  </a:cubicBezTo>
                  <a:close/>
                  <a:moveTo>
                    <a:pt x="2143" y="1581"/>
                  </a:moveTo>
                  <a:cubicBezTo>
                    <a:pt x="2145" y="1581"/>
                    <a:pt x="2147" y="1581"/>
                    <a:pt x="2149" y="1581"/>
                  </a:cubicBezTo>
                  <a:lnTo>
                    <a:pt x="2143" y="1581"/>
                  </a:lnTo>
                  <a:lnTo>
                    <a:pt x="2143" y="1581"/>
                  </a:lnTo>
                  <a:close/>
                  <a:moveTo>
                    <a:pt x="2246" y="1589"/>
                  </a:moveTo>
                  <a:cubicBezTo>
                    <a:pt x="2254" y="1589"/>
                    <a:pt x="2246" y="1591"/>
                    <a:pt x="2228" y="1595"/>
                  </a:cubicBezTo>
                  <a:lnTo>
                    <a:pt x="2228" y="1595"/>
                  </a:lnTo>
                  <a:lnTo>
                    <a:pt x="2246" y="1589"/>
                  </a:lnTo>
                  <a:close/>
                  <a:moveTo>
                    <a:pt x="1963" y="1589"/>
                  </a:moveTo>
                  <a:lnTo>
                    <a:pt x="1825" y="1597"/>
                  </a:lnTo>
                  <a:lnTo>
                    <a:pt x="1890" y="1597"/>
                  </a:lnTo>
                  <a:lnTo>
                    <a:pt x="1963" y="1589"/>
                  </a:lnTo>
                  <a:close/>
                  <a:moveTo>
                    <a:pt x="2082" y="1551"/>
                  </a:moveTo>
                  <a:lnTo>
                    <a:pt x="2082" y="1551"/>
                  </a:lnTo>
                  <a:cubicBezTo>
                    <a:pt x="2107" y="1553"/>
                    <a:pt x="2124" y="1555"/>
                    <a:pt x="2135" y="1556"/>
                  </a:cubicBezTo>
                  <a:lnTo>
                    <a:pt x="2135" y="1556"/>
                  </a:lnTo>
                  <a:cubicBezTo>
                    <a:pt x="2135" y="1557"/>
                    <a:pt x="2135" y="1558"/>
                    <a:pt x="2135" y="1559"/>
                  </a:cubicBezTo>
                  <a:lnTo>
                    <a:pt x="2135" y="1559"/>
                  </a:lnTo>
                  <a:cubicBezTo>
                    <a:pt x="2125" y="1560"/>
                    <a:pt x="2108" y="1562"/>
                    <a:pt x="2084" y="1565"/>
                  </a:cubicBezTo>
                  <a:lnTo>
                    <a:pt x="2137" y="1565"/>
                  </a:lnTo>
                  <a:cubicBezTo>
                    <a:pt x="2137" y="1566"/>
                    <a:pt x="2137" y="1566"/>
                    <a:pt x="2137" y="1567"/>
                  </a:cubicBezTo>
                  <a:lnTo>
                    <a:pt x="2137" y="1567"/>
                  </a:lnTo>
                  <a:cubicBezTo>
                    <a:pt x="2088" y="1573"/>
                    <a:pt x="2090" y="1573"/>
                    <a:pt x="2139" y="1573"/>
                  </a:cubicBezTo>
                  <a:lnTo>
                    <a:pt x="2139" y="1573"/>
                  </a:lnTo>
                  <a:cubicBezTo>
                    <a:pt x="2139" y="1573"/>
                    <a:pt x="2139" y="1573"/>
                    <a:pt x="2139" y="1574"/>
                  </a:cubicBezTo>
                  <a:lnTo>
                    <a:pt x="2139" y="1574"/>
                  </a:lnTo>
                  <a:cubicBezTo>
                    <a:pt x="2134" y="1574"/>
                    <a:pt x="2129" y="1574"/>
                    <a:pt x="2124" y="1575"/>
                  </a:cubicBezTo>
                  <a:lnTo>
                    <a:pt x="2124" y="1575"/>
                  </a:lnTo>
                  <a:cubicBezTo>
                    <a:pt x="2133" y="1575"/>
                    <a:pt x="2138" y="1576"/>
                    <a:pt x="2139" y="1576"/>
                  </a:cubicBezTo>
                  <a:lnTo>
                    <a:pt x="2139" y="1576"/>
                  </a:lnTo>
                  <a:cubicBezTo>
                    <a:pt x="2139" y="1576"/>
                    <a:pt x="2139" y="1576"/>
                    <a:pt x="2139" y="1576"/>
                  </a:cubicBezTo>
                  <a:lnTo>
                    <a:pt x="2139" y="1576"/>
                  </a:lnTo>
                  <a:cubicBezTo>
                    <a:pt x="2138" y="1577"/>
                    <a:pt x="2134" y="1577"/>
                    <a:pt x="2127" y="1577"/>
                  </a:cubicBezTo>
                  <a:cubicBezTo>
                    <a:pt x="2121" y="1577"/>
                    <a:pt x="2112" y="1577"/>
                    <a:pt x="2100" y="1576"/>
                  </a:cubicBezTo>
                  <a:lnTo>
                    <a:pt x="2100" y="1576"/>
                  </a:lnTo>
                  <a:cubicBezTo>
                    <a:pt x="2023" y="1581"/>
                    <a:pt x="2031" y="1581"/>
                    <a:pt x="2138" y="1581"/>
                  </a:cubicBezTo>
                  <a:lnTo>
                    <a:pt x="2138" y="1581"/>
                  </a:lnTo>
                  <a:cubicBezTo>
                    <a:pt x="2138" y="1581"/>
                    <a:pt x="2138" y="1581"/>
                    <a:pt x="2138" y="1581"/>
                  </a:cubicBezTo>
                  <a:lnTo>
                    <a:pt x="2076" y="1581"/>
                  </a:lnTo>
                  <a:cubicBezTo>
                    <a:pt x="2128" y="1587"/>
                    <a:pt x="2139" y="1593"/>
                    <a:pt x="2118" y="1593"/>
                  </a:cubicBezTo>
                  <a:cubicBezTo>
                    <a:pt x="2109" y="1593"/>
                    <a:pt x="2095" y="1592"/>
                    <a:pt x="2076" y="1589"/>
                  </a:cubicBezTo>
                  <a:lnTo>
                    <a:pt x="2076" y="1589"/>
                  </a:lnTo>
                  <a:cubicBezTo>
                    <a:pt x="2097" y="1592"/>
                    <a:pt x="2111" y="1594"/>
                    <a:pt x="2120" y="1595"/>
                  </a:cubicBezTo>
                  <a:lnTo>
                    <a:pt x="2120" y="1595"/>
                  </a:lnTo>
                  <a:cubicBezTo>
                    <a:pt x="2112" y="1595"/>
                    <a:pt x="2103" y="1596"/>
                    <a:pt x="2092" y="1597"/>
                  </a:cubicBezTo>
                  <a:cubicBezTo>
                    <a:pt x="2071" y="1600"/>
                    <a:pt x="2056" y="1601"/>
                    <a:pt x="2047" y="1601"/>
                  </a:cubicBezTo>
                  <a:cubicBezTo>
                    <a:pt x="2027" y="1601"/>
                    <a:pt x="2027" y="1597"/>
                    <a:pt x="2027" y="1597"/>
                  </a:cubicBezTo>
                  <a:cubicBezTo>
                    <a:pt x="2027" y="1597"/>
                    <a:pt x="2027" y="1597"/>
                    <a:pt x="1963" y="1606"/>
                  </a:cubicBezTo>
                  <a:lnTo>
                    <a:pt x="1825" y="1606"/>
                  </a:lnTo>
                  <a:cubicBezTo>
                    <a:pt x="1760" y="1597"/>
                    <a:pt x="1760" y="1597"/>
                    <a:pt x="1890" y="1589"/>
                  </a:cubicBezTo>
                  <a:cubicBezTo>
                    <a:pt x="1963" y="1589"/>
                    <a:pt x="1963" y="1581"/>
                    <a:pt x="1963" y="1581"/>
                  </a:cubicBezTo>
                  <a:lnTo>
                    <a:pt x="1825" y="1581"/>
                  </a:lnTo>
                  <a:cubicBezTo>
                    <a:pt x="1825" y="1581"/>
                    <a:pt x="1963" y="1573"/>
                    <a:pt x="2036" y="1573"/>
                  </a:cubicBezTo>
                  <a:cubicBezTo>
                    <a:pt x="1963" y="1573"/>
                    <a:pt x="1898" y="1565"/>
                    <a:pt x="1971" y="1565"/>
                  </a:cubicBezTo>
                  <a:cubicBezTo>
                    <a:pt x="1971" y="1565"/>
                    <a:pt x="1971" y="1561"/>
                    <a:pt x="1990" y="1561"/>
                  </a:cubicBezTo>
                  <a:cubicBezTo>
                    <a:pt x="1998" y="1561"/>
                    <a:pt x="2010" y="1562"/>
                    <a:pt x="2027" y="1564"/>
                  </a:cubicBezTo>
                  <a:lnTo>
                    <a:pt x="2027" y="1564"/>
                  </a:lnTo>
                  <a:lnTo>
                    <a:pt x="2027" y="1565"/>
                  </a:lnTo>
                  <a:cubicBezTo>
                    <a:pt x="2028" y="1565"/>
                    <a:pt x="2029" y="1565"/>
                    <a:pt x="2030" y="1564"/>
                  </a:cubicBezTo>
                  <a:lnTo>
                    <a:pt x="2030" y="1564"/>
                  </a:lnTo>
                  <a:cubicBezTo>
                    <a:pt x="2032" y="1565"/>
                    <a:pt x="2034" y="1565"/>
                    <a:pt x="2036" y="1565"/>
                  </a:cubicBezTo>
                  <a:cubicBezTo>
                    <a:pt x="2089" y="1565"/>
                    <a:pt x="2069" y="1561"/>
                    <a:pt x="2054" y="1558"/>
                  </a:cubicBezTo>
                  <a:lnTo>
                    <a:pt x="2054" y="1558"/>
                  </a:lnTo>
                  <a:cubicBezTo>
                    <a:pt x="2068" y="1555"/>
                    <a:pt x="2077" y="1553"/>
                    <a:pt x="2082" y="1551"/>
                  </a:cubicBezTo>
                  <a:close/>
                  <a:moveTo>
                    <a:pt x="2142" y="1598"/>
                  </a:moveTo>
                  <a:cubicBezTo>
                    <a:pt x="2143" y="1598"/>
                    <a:pt x="2144" y="1598"/>
                    <a:pt x="2145" y="1599"/>
                  </a:cubicBezTo>
                  <a:lnTo>
                    <a:pt x="2145" y="1599"/>
                  </a:lnTo>
                  <a:cubicBezTo>
                    <a:pt x="2145" y="1602"/>
                    <a:pt x="2146" y="1604"/>
                    <a:pt x="2146" y="1606"/>
                  </a:cubicBezTo>
                  <a:lnTo>
                    <a:pt x="2146" y="1606"/>
                  </a:lnTo>
                  <a:lnTo>
                    <a:pt x="2141" y="1606"/>
                  </a:lnTo>
                  <a:lnTo>
                    <a:pt x="2141" y="1606"/>
                  </a:lnTo>
                  <a:cubicBezTo>
                    <a:pt x="2141" y="1606"/>
                    <a:pt x="2142" y="1606"/>
                    <a:pt x="2142" y="1606"/>
                  </a:cubicBezTo>
                  <a:lnTo>
                    <a:pt x="2142" y="1606"/>
                  </a:lnTo>
                  <a:cubicBezTo>
                    <a:pt x="2132" y="1605"/>
                    <a:pt x="2123" y="1604"/>
                    <a:pt x="2116" y="1603"/>
                  </a:cubicBezTo>
                  <a:lnTo>
                    <a:pt x="2116" y="1603"/>
                  </a:lnTo>
                  <a:cubicBezTo>
                    <a:pt x="2115" y="1603"/>
                    <a:pt x="2115" y="1603"/>
                    <a:pt x="2115" y="1603"/>
                  </a:cubicBezTo>
                  <a:lnTo>
                    <a:pt x="2115" y="1603"/>
                  </a:lnTo>
                  <a:cubicBezTo>
                    <a:pt x="2114" y="1603"/>
                    <a:pt x="2114" y="1603"/>
                    <a:pt x="2113" y="1603"/>
                  </a:cubicBezTo>
                  <a:lnTo>
                    <a:pt x="2113" y="1603"/>
                  </a:lnTo>
                  <a:cubicBezTo>
                    <a:pt x="2109" y="1603"/>
                    <a:pt x="2102" y="1604"/>
                    <a:pt x="2092" y="1606"/>
                  </a:cubicBezTo>
                  <a:cubicBezTo>
                    <a:pt x="2097" y="1604"/>
                    <a:pt x="2101" y="1603"/>
                    <a:pt x="2106" y="1602"/>
                  </a:cubicBezTo>
                  <a:lnTo>
                    <a:pt x="2106" y="1602"/>
                  </a:lnTo>
                  <a:cubicBezTo>
                    <a:pt x="2107" y="1602"/>
                    <a:pt x="2109" y="1602"/>
                    <a:pt x="2111" y="1602"/>
                  </a:cubicBezTo>
                  <a:lnTo>
                    <a:pt x="2111" y="1602"/>
                  </a:lnTo>
                  <a:cubicBezTo>
                    <a:pt x="2110" y="1602"/>
                    <a:pt x="2111" y="1602"/>
                    <a:pt x="2111" y="1602"/>
                  </a:cubicBezTo>
                  <a:lnTo>
                    <a:pt x="2111" y="1602"/>
                  </a:lnTo>
                  <a:cubicBezTo>
                    <a:pt x="2111" y="1602"/>
                    <a:pt x="2113" y="1602"/>
                    <a:pt x="2115" y="1603"/>
                  </a:cubicBezTo>
                  <a:lnTo>
                    <a:pt x="2115" y="1603"/>
                  </a:lnTo>
                  <a:cubicBezTo>
                    <a:pt x="2115" y="1603"/>
                    <a:pt x="2114" y="1603"/>
                    <a:pt x="2114" y="1603"/>
                  </a:cubicBezTo>
                  <a:lnTo>
                    <a:pt x="2114" y="1603"/>
                  </a:lnTo>
                  <a:cubicBezTo>
                    <a:pt x="2113" y="1603"/>
                    <a:pt x="2112" y="1603"/>
                    <a:pt x="2111" y="1602"/>
                  </a:cubicBezTo>
                  <a:lnTo>
                    <a:pt x="2111" y="1602"/>
                  </a:lnTo>
                  <a:cubicBezTo>
                    <a:pt x="2111" y="1602"/>
                    <a:pt x="2112" y="1603"/>
                    <a:pt x="2113" y="1603"/>
                  </a:cubicBezTo>
                  <a:lnTo>
                    <a:pt x="2113" y="1603"/>
                  </a:lnTo>
                  <a:cubicBezTo>
                    <a:pt x="2113" y="1603"/>
                    <a:pt x="2114" y="1603"/>
                    <a:pt x="2114" y="1603"/>
                  </a:cubicBezTo>
                  <a:lnTo>
                    <a:pt x="2114" y="1603"/>
                  </a:lnTo>
                  <a:cubicBezTo>
                    <a:pt x="2115" y="1603"/>
                    <a:pt x="2115" y="1603"/>
                    <a:pt x="2116" y="1603"/>
                  </a:cubicBezTo>
                  <a:lnTo>
                    <a:pt x="2116" y="1603"/>
                  </a:lnTo>
                  <a:cubicBezTo>
                    <a:pt x="2116" y="1603"/>
                    <a:pt x="2116" y="1603"/>
                    <a:pt x="2117" y="1603"/>
                  </a:cubicBezTo>
                  <a:lnTo>
                    <a:pt x="2117" y="1603"/>
                  </a:lnTo>
                  <a:cubicBezTo>
                    <a:pt x="2122" y="1603"/>
                    <a:pt x="2129" y="1604"/>
                    <a:pt x="2141" y="1606"/>
                  </a:cubicBezTo>
                  <a:cubicBezTo>
                    <a:pt x="2132" y="1604"/>
                    <a:pt x="2124" y="1604"/>
                    <a:pt x="2117" y="1603"/>
                  </a:cubicBezTo>
                  <a:lnTo>
                    <a:pt x="2117" y="1603"/>
                  </a:lnTo>
                  <a:cubicBezTo>
                    <a:pt x="2119" y="1602"/>
                    <a:pt x="2119" y="1602"/>
                    <a:pt x="2119" y="1602"/>
                  </a:cubicBezTo>
                  <a:lnTo>
                    <a:pt x="2119" y="1602"/>
                  </a:lnTo>
                  <a:cubicBezTo>
                    <a:pt x="2118" y="1602"/>
                    <a:pt x="2117" y="1602"/>
                    <a:pt x="2115" y="1603"/>
                  </a:cubicBezTo>
                  <a:lnTo>
                    <a:pt x="2115" y="1603"/>
                  </a:lnTo>
                  <a:cubicBezTo>
                    <a:pt x="2112" y="1602"/>
                    <a:pt x="2109" y="1602"/>
                    <a:pt x="2106" y="1602"/>
                  </a:cubicBezTo>
                  <a:lnTo>
                    <a:pt x="2106" y="1602"/>
                  </a:lnTo>
                  <a:cubicBezTo>
                    <a:pt x="2118" y="1599"/>
                    <a:pt x="2130" y="1598"/>
                    <a:pt x="2142" y="1598"/>
                  </a:cubicBezTo>
                  <a:close/>
                  <a:moveTo>
                    <a:pt x="2142" y="1606"/>
                  </a:moveTo>
                  <a:lnTo>
                    <a:pt x="2142" y="1606"/>
                  </a:lnTo>
                  <a:cubicBezTo>
                    <a:pt x="2144" y="1606"/>
                    <a:pt x="2145" y="1606"/>
                    <a:pt x="2146" y="1607"/>
                  </a:cubicBezTo>
                  <a:lnTo>
                    <a:pt x="2146" y="1607"/>
                  </a:lnTo>
                  <a:cubicBezTo>
                    <a:pt x="2146" y="1607"/>
                    <a:pt x="2146" y="1608"/>
                    <a:pt x="2146" y="1608"/>
                  </a:cubicBezTo>
                  <a:lnTo>
                    <a:pt x="2146" y="1608"/>
                  </a:lnTo>
                  <a:cubicBezTo>
                    <a:pt x="2145" y="1607"/>
                    <a:pt x="2144" y="1607"/>
                    <a:pt x="2142" y="1606"/>
                  </a:cubicBezTo>
                  <a:close/>
                  <a:moveTo>
                    <a:pt x="2146" y="1599"/>
                  </a:moveTo>
                  <a:cubicBezTo>
                    <a:pt x="2160" y="1603"/>
                    <a:pt x="2171" y="1605"/>
                    <a:pt x="2184" y="1605"/>
                  </a:cubicBezTo>
                  <a:lnTo>
                    <a:pt x="2184" y="1605"/>
                  </a:lnTo>
                  <a:cubicBezTo>
                    <a:pt x="2179" y="1606"/>
                    <a:pt x="2174" y="1608"/>
                    <a:pt x="2168" y="1609"/>
                  </a:cubicBezTo>
                  <a:lnTo>
                    <a:pt x="2168" y="1609"/>
                  </a:lnTo>
                  <a:lnTo>
                    <a:pt x="2147" y="1606"/>
                  </a:lnTo>
                  <a:lnTo>
                    <a:pt x="2146" y="1599"/>
                  </a:lnTo>
                  <a:close/>
                  <a:moveTo>
                    <a:pt x="2157" y="1614"/>
                  </a:moveTo>
                  <a:lnTo>
                    <a:pt x="2148" y="1615"/>
                  </a:lnTo>
                  <a:lnTo>
                    <a:pt x="2148" y="1614"/>
                  </a:lnTo>
                  <a:lnTo>
                    <a:pt x="2148" y="1614"/>
                  </a:lnTo>
                  <a:cubicBezTo>
                    <a:pt x="2151" y="1614"/>
                    <a:pt x="2154" y="1614"/>
                    <a:pt x="2157" y="1614"/>
                  </a:cubicBezTo>
                  <a:close/>
                  <a:moveTo>
                    <a:pt x="2619" y="1614"/>
                  </a:moveTo>
                  <a:cubicBezTo>
                    <a:pt x="2644" y="1614"/>
                    <a:pt x="2668" y="1614"/>
                    <a:pt x="2684" y="1622"/>
                  </a:cubicBezTo>
                  <a:lnTo>
                    <a:pt x="2554" y="1614"/>
                  </a:lnTo>
                  <a:close/>
                  <a:moveTo>
                    <a:pt x="2141" y="1619"/>
                  </a:moveTo>
                  <a:cubicBezTo>
                    <a:pt x="2141" y="1621"/>
                    <a:pt x="2141" y="1622"/>
                    <a:pt x="2141" y="1624"/>
                  </a:cubicBezTo>
                  <a:lnTo>
                    <a:pt x="2141" y="1624"/>
                  </a:lnTo>
                  <a:cubicBezTo>
                    <a:pt x="2138" y="1623"/>
                    <a:pt x="2136" y="1623"/>
                    <a:pt x="2133" y="1623"/>
                  </a:cubicBezTo>
                  <a:lnTo>
                    <a:pt x="2133" y="1623"/>
                  </a:lnTo>
                  <a:cubicBezTo>
                    <a:pt x="2133" y="1622"/>
                    <a:pt x="2133" y="1622"/>
                    <a:pt x="2133" y="1621"/>
                  </a:cubicBezTo>
                  <a:lnTo>
                    <a:pt x="2133" y="1621"/>
                  </a:lnTo>
                  <a:cubicBezTo>
                    <a:pt x="2136" y="1621"/>
                    <a:pt x="2138" y="1620"/>
                    <a:pt x="2141" y="1619"/>
                  </a:cubicBezTo>
                  <a:close/>
                  <a:moveTo>
                    <a:pt x="2133" y="1625"/>
                  </a:moveTo>
                  <a:cubicBezTo>
                    <a:pt x="2134" y="1625"/>
                    <a:pt x="2135" y="1625"/>
                    <a:pt x="2136" y="1626"/>
                  </a:cubicBezTo>
                  <a:lnTo>
                    <a:pt x="2136" y="1626"/>
                  </a:lnTo>
                  <a:cubicBezTo>
                    <a:pt x="2135" y="1626"/>
                    <a:pt x="2134" y="1626"/>
                    <a:pt x="2133" y="1627"/>
                  </a:cubicBezTo>
                  <a:lnTo>
                    <a:pt x="2133" y="1627"/>
                  </a:lnTo>
                  <a:cubicBezTo>
                    <a:pt x="2133" y="1626"/>
                    <a:pt x="2133" y="1625"/>
                    <a:pt x="2133" y="1625"/>
                  </a:cubicBezTo>
                  <a:close/>
                  <a:moveTo>
                    <a:pt x="2139" y="1627"/>
                  </a:moveTo>
                  <a:cubicBezTo>
                    <a:pt x="2140" y="1627"/>
                    <a:pt x="2140" y="1627"/>
                    <a:pt x="2141" y="1628"/>
                  </a:cubicBezTo>
                  <a:lnTo>
                    <a:pt x="2141" y="1628"/>
                  </a:lnTo>
                  <a:cubicBezTo>
                    <a:pt x="2141" y="1628"/>
                    <a:pt x="2141" y="1629"/>
                    <a:pt x="2141" y="1629"/>
                  </a:cubicBezTo>
                  <a:lnTo>
                    <a:pt x="2141" y="1629"/>
                  </a:lnTo>
                  <a:cubicBezTo>
                    <a:pt x="2140" y="1630"/>
                    <a:pt x="2139" y="1630"/>
                    <a:pt x="2138" y="1631"/>
                  </a:cubicBezTo>
                  <a:lnTo>
                    <a:pt x="2138" y="1631"/>
                  </a:lnTo>
                  <a:cubicBezTo>
                    <a:pt x="2136" y="1631"/>
                    <a:pt x="2135" y="1630"/>
                    <a:pt x="2133" y="1630"/>
                  </a:cubicBezTo>
                  <a:lnTo>
                    <a:pt x="2133" y="1630"/>
                  </a:lnTo>
                  <a:cubicBezTo>
                    <a:pt x="2133" y="1630"/>
                    <a:pt x="2133" y="1630"/>
                    <a:pt x="2133" y="1630"/>
                  </a:cubicBezTo>
                  <a:lnTo>
                    <a:pt x="2133" y="1630"/>
                  </a:lnTo>
                  <a:lnTo>
                    <a:pt x="2139" y="1627"/>
                  </a:lnTo>
                  <a:close/>
                  <a:moveTo>
                    <a:pt x="2150" y="1626"/>
                  </a:moveTo>
                  <a:cubicBezTo>
                    <a:pt x="2151" y="1628"/>
                    <a:pt x="2151" y="1630"/>
                    <a:pt x="2152" y="1632"/>
                  </a:cubicBezTo>
                  <a:lnTo>
                    <a:pt x="2152" y="1632"/>
                  </a:lnTo>
                  <a:cubicBezTo>
                    <a:pt x="2151" y="1632"/>
                    <a:pt x="2151" y="1632"/>
                    <a:pt x="2151" y="1632"/>
                  </a:cubicBezTo>
                  <a:lnTo>
                    <a:pt x="2151" y="1632"/>
                  </a:lnTo>
                  <a:cubicBezTo>
                    <a:pt x="2151" y="1632"/>
                    <a:pt x="2151" y="1632"/>
                    <a:pt x="2152" y="1632"/>
                  </a:cubicBezTo>
                  <a:lnTo>
                    <a:pt x="2152" y="1632"/>
                  </a:lnTo>
                  <a:cubicBezTo>
                    <a:pt x="2151" y="1632"/>
                    <a:pt x="2151" y="1632"/>
                    <a:pt x="2151" y="1632"/>
                  </a:cubicBezTo>
                  <a:lnTo>
                    <a:pt x="2151" y="1632"/>
                  </a:lnTo>
                  <a:cubicBezTo>
                    <a:pt x="2151" y="1632"/>
                    <a:pt x="2151" y="1632"/>
                    <a:pt x="2151" y="1631"/>
                  </a:cubicBezTo>
                  <a:lnTo>
                    <a:pt x="2151" y="1631"/>
                  </a:lnTo>
                  <a:cubicBezTo>
                    <a:pt x="2151" y="1631"/>
                    <a:pt x="2151" y="1631"/>
                    <a:pt x="2151" y="1632"/>
                  </a:cubicBezTo>
                  <a:lnTo>
                    <a:pt x="2151" y="1632"/>
                  </a:lnTo>
                  <a:cubicBezTo>
                    <a:pt x="2151" y="1630"/>
                    <a:pt x="2150" y="1628"/>
                    <a:pt x="2150" y="1626"/>
                  </a:cubicBezTo>
                  <a:lnTo>
                    <a:pt x="2150" y="1626"/>
                  </a:lnTo>
                  <a:cubicBezTo>
                    <a:pt x="2150" y="1626"/>
                    <a:pt x="2150" y="1626"/>
                    <a:pt x="2150" y="1626"/>
                  </a:cubicBezTo>
                  <a:close/>
                  <a:moveTo>
                    <a:pt x="2141" y="1630"/>
                  </a:moveTo>
                  <a:cubicBezTo>
                    <a:pt x="2141" y="1630"/>
                    <a:pt x="2141" y="1630"/>
                    <a:pt x="2141" y="1631"/>
                  </a:cubicBezTo>
                  <a:lnTo>
                    <a:pt x="2141" y="1631"/>
                  </a:lnTo>
                  <a:cubicBezTo>
                    <a:pt x="2140" y="1631"/>
                    <a:pt x="2140" y="1631"/>
                    <a:pt x="2139" y="1631"/>
                  </a:cubicBezTo>
                  <a:lnTo>
                    <a:pt x="2139" y="1631"/>
                  </a:lnTo>
                  <a:cubicBezTo>
                    <a:pt x="2138" y="1631"/>
                    <a:pt x="2136" y="1632"/>
                    <a:pt x="2133" y="1634"/>
                  </a:cubicBezTo>
                  <a:lnTo>
                    <a:pt x="2133" y="1634"/>
                  </a:lnTo>
                  <a:cubicBezTo>
                    <a:pt x="2133" y="1634"/>
                    <a:pt x="2133" y="1634"/>
                    <a:pt x="2133" y="1634"/>
                  </a:cubicBezTo>
                  <a:lnTo>
                    <a:pt x="2133" y="1634"/>
                  </a:lnTo>
                  <a:cubicBezTo>
                    <a:pt x="2135" y="1633"/>
                    <a:pt x="2137" y="1632"/>
                    <a:pt x="2139" y="1631"/>
                  </a:cubicBezTo>
                  <a:lnTo>
                    <a:pt x="2139" y="1631"/>
                  </a:lnTo>
                  <a:cubicBezTo>
                    <a:pt x="2139" y="1631"/>
                    <a:pt x="2139" y="1631"/>
                    <a:pt x="2139" y="1631"/>
                  </a:cubicBezTo>
                  <a:lnTo>
                    <a:pt x="2139" y="1631"/>
                  </a:lnTo>
                  <a:cubicBezTo>
                    <a:pt x="2141" y="1630"/>
                    <a:pt x="2141" y="1630"/>
                    <a:pt x="2141" y="1630"/>
                  </a:cubicBezTo>
                  <a:lnTo>
                    <a:pt x="2141" y="1630"/>
                  </a:lnTo>
                  <a:cubicBezTo>
                    <a:pt x="2140" y="1630"/>
                    <a:pt x="2140" y="1630"/>
                    <a:pt x="2139" y="1631"/>
                  </a:cubicBezTo>
                  <a:lnTo>
                    <a:pt x="2139" y="1631"/>
                  </a:lnTo>
                  <a:cubicBezTo>
                    <a:pt x="2139" y="1631"/>
                    <a:pt x="2139" y="1631"/>
                    <a:pt x="2138" y="1631"/>
                  </a:cubicBezTo>
                  <a:lnTo>
                    <a:pt x="2138" y="1631"/>
                  </a:lnTo>
                  <a:cubicBezTo>
                    <a:pt x="2139" y="1630"/>
                    <a:pt x="2140" y="1630"/>
                    <a:pt x="2141" y="1630"/>
                  </a:cubicBezTo>
                  <a:close/>
                  <a:moveTo>
                    <a:pt x="2100" y="1638"/>
                  </a:moveTo>
                  <a:lnTo>
                    <a:pt x="2103" y="1639"/>
                  </a:lnTo>
                  <a:lnTo>
                    <a:pt x="2103" y="1639"/>
                  </a:lnTo>
                  <a:cubicBezTo>
                    <a:pt x="2104" y="1639"/>
                    <a:pt x="2105" y="1638"/>
                    <a:pt x="2106" y="1638"/>
                  </a:cubicBezTo>
                  <a:close/>
                  <a:moveTo>
                    <a:pt x="2189" y="1605"/>
                  </a:moveTo>
                  <a:lnTo>
                    <a:pt x="2189" y="1605"/>
                  </a:lnTo>
                  <a:cubicBezTo>
                    <a:pt x="2194" y="1606"/>
                    <a:pt x="2200" y="1606"/>
                    <a:pt x="2206" y="1606"/>
                  </a:cubicBezTo>
                  <a:cubicBezTo>
                    <a:pt x="2230" y="1614"/>
                    <a:pt x="2254" y="1614"/>
                    <a:pt x="2271" y="1622"/>
                  </a:cubicBezTo>
                  <a:lnTo>
                    <a:pt x="2206" y="1614"/>
                  </a:lnTo>
                  <a:lnTo>
                    <a:pt x="2206" y="1614"/>
                  </a:lnTo>
                  <a:cubicBezTo>
                    <a:pt x="2275" y="1631"/>
                    <a:pt x="2308" y="1639"/>
                    <a:pt x="2303" y="1639"/>
                  </a:cubicBezTo>
                  <a:cubicBezTo>
                    <a:pt x="2298" y="1639"/>
                    <a:pt x="2266" y="1633"/>
                    <a:pt x="2206" y="1622"/>
                  </a:cubicBezTo>
                  <a:lnTo>
                    <a:pt x="2198" y="1630"/>
                  </a:lnTo>
                  <a:cubicBezTo>
                    <a:pt x="2185" y="1626"/>
                    <a:pt x="2174" y="1624"/>
                    <a:pt x="2164" y="1621"/>
                  </a:cubicBezTo>
                  <a:lnTo>
                    <a:pt x="2164" y="1621"/>
                  </a:lnTo>
                  <a:cubicBezTo>
                    <a:pt x="2179" y="1625"/>
                    <a:pt x="2184" y="1627"/>
                    <a:pt x="2178" y="1627"/>
                  </a:cubicBezTo>
                  <a:cubicBezTo>
                    <a:pt x="2175" y="1627"/>
                    <a:pt x="2166" y="1626"/>
                    <a:pt x="2152" y="1625"/>
                  </a:cubicBezTo>
                  <a:lnTo>
                    <a:pt x="2152" y="1625"/>
                  </a:lnTo>
                  <a:cubicBezTo>
                    <a:pt x="2155" y="1623"/>
                    <a:pt x="2157" y="1623"/>
                    <a:pt x="2157" y="1623"/>
                  </a:cubicBezTo>
                  <a:lnTo>
                    <a:pt x="2157" y="1623"/>
                  </a:lnTo>
                  <a:cubicBezTo>
                    <a:pt x="2157" y="1623"/>
                    <a:pt x="2155" y="1623"/>
                    <a:pt x="2152" y="1625"/>
                  </a:cubicBezTo>
                  <a:lnTo>
                    <a:pt x="2152" y="1625"/>
                  </a:lnTo>
                  <a:cubicBezTo>
                    <a:pt x="2151" y="1625"/>
                    <a:pt x="2150" y="1625"/>
                    <a:pt x="2150" y="1624"/>
                  </a:cubicBezTo>
                  <a:lnTo>
                    <a:pt x="2150" y="1624"/>
                  </a:lnTo>
                  <a:cubicBezTo>
                    <a:pt x="2150" y="1625"/>
                    <a:pt x="2150" y="1625"/>
                    <a:pt x="2150" y="1625"/>
                  </a:cubicBezTo>
                  <a:lnTo>
                    <a:pt x="2150" y="1625"/>
                  </a:lnTo>
                  <a:cubicBezTo>
                    <a:pt x="2150" y="1625"/>
                    <a:pt x="2150" y="1625"/>
                    <a:pt x="2150" y="1625"/>
                  </a:cubicBezTo>
                  <a:lnTo>
                    <a:pt x="2150" y="1625"/>
                  </a:lnTo>
                  <a:cubicBezTo>
                    <a:pt x="2150" y="1625"/>
                    <a:pt x="2150" y="1625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49" y="1623"/>
                    <a:pt x="2149" y="1622"/>
                  </a:cubicBezTo>
                  <a:lnTo>
                    <a:pt x="2149" y="1622"/>
                  </a:lnTo>
                  <a:cubicBezTo>
                    <a:pt x="2149" y="1623"/>
                    <a:pt x="2149" y="1624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49" y="1624"/>
                    <a:pt x="2149" y="1623"/>
                    <a:pt x="2149" y="1622"/>
                  </a:cubicBezTo>
                  <a:lnTo>
                    <a:pt x="2149" y="1618"/>
                  </a:lnTo>
                  <a:lnTo>
                    <a:pt x="2149" y="1618"/>
                  </a:lnTo>
                  <a:cubicBezTo>
                    <a:pt x="2154" y="1619"/>
                    <a:pt x="2159" y="1620"/>
                    <a:pt x="2164" y="1621"/>
                  </a:cubicBezTo>
                  <a:lnTo>
                    <a:pt x="2164" y="1621"/>
                  </a:lnTo>
                  <a:cubicBezTo>
                    <a:pt x="2159" y="1620"/>
                    <a:pt x="2154" y="1619"/>
                    <a:pt x="2148" y="1618"/>
                  </a:cubicBezTo>
                  <a:lnTo>
                    <a:pt x="2148" y="1618"/>
                  </a:lnTo>
                  <a:lnTo>
                    <a:pt x="2149" y="1618"/>
                  </a:lnTo>
                  <a:lnTo>
                    <a:pt x="2149" y="1618"/>
                  </a:lnTo>
                  <a:cubicBezTo>
                    <a:pt x="2148" y="1618"/>
                    <a:pt x="2147" y="1618"/>
                    <a:pt x="2146" y="1617"/>
                  </a:cubicBezTo>
                  <a:lnTo>
                    <a:pt x="2146" y="1617"/>
                  </a:lnTo>
                  <a:cubicBezTo>
                    <a:pt x="2146" y="1617"/>
                    <a:pt x="2147" y="1617"/>
                    <a:pt x="2147" y="1617"/>
                  </a:cubicBezTo>
                  <a:lnTo>
                    <a:pt x="2147" y="1617"/>
                  </a:lnTo>
                  <a:cubicBezTo>
                    <a:pt x="2148" y="1617"/>
                    <a:pt x="2148" y="1617"/>
                    <a:pt x="2148" y="1618"/>
                  </a:cubicBezTo>
                  <a:lnTo>
                    <a:pt x="2148" y="1618"/>
                  </a:lnTo>
                  <a:lnTo>
                    <a:pt x="2148" y="1617"/>
                  </a:lnTo>
                  <a:lnTo>
                    <a:pt x="2148" y="1617"/>
                  </a:lnTo>
                  <a:cubicBezTo>
                    <a:pt x="2152" y="1616"/>
                    <a:pt x="2156" y="1615"/>
                    <a:pt x="2160" y="1613"/>
                  </a:cubicBezTo>
                  <a:lnTo>
                    <a:pt x="2160" y="1613"/>
                  </a:lnTo>
                  <a:cubicBezTo>
                    <a:pt x="2174" y="1618"/>
                    <a:pt x="2190" y="1622"/>
                    <a:pt x="2206" y="1622"/>
                  </a:cubicBezTo>
                  <a:cubicBezTo>
                    <a:pt x="2192" y="1618"/>
                    <a:pt x="2177" y="1615"/>
                    <a:pt x="2164" y="1612"/>
                  </a:cubicBezTo>
                  <a:lnTo>
                    <a:pt x="2164" y="1612"/>
                  </a:lnTo>
                  <a:cubicBezTo>
                    <a:pt x="2167" y="1611"/>
                    <a:pt x="2170" y="1611"/>
                    <a:pt x="2173" y="1610"/>
                  </a:cubicBezTo>
                  <a:lnTo>
                    <a:pt x="2173" y="1610"/>
                  </a:lnTo>
                  <a:cubicBezTo>
                    <a:pt x="2183" y="1611"/>
                    <a:pt x="2194" y="1612"/>
                    <a:pt x="2206" y="1614"/>
                  </a:cubicBezTo>
                  <a:lnTo>
                    <a:pt x="2206" y="1614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3" y="1610"/>
                  </a:lnTo>
                  <a:lnTo>
                    <a:pt x="2173" y="1610"/>
                  </a:lnTo>
                  <a:cubicBezTo>
                    <a:pt x="2178" y="1608"/>
                    <a:pt x="2184" y="1607"/>
                    <a:pt x="2189" y="1605"/>
                  </a:cubicBezTo>
                  <a:close/>
                  <a:moveTo>
                    <a:pt x="2124" y="1637"/>
                  </a:moveTo>
                  <a:lnTo>
                    <a:pt x="2126" y="1638"/>
                  </a:lnTo>
                  <a:lnTo>
                    <a:pt x="2126" y="1638"/>
                  </a:lnTo>
                  <a:cubicBezTo>
                    <a:pt x="2126" y="1638"/>
                    <a:pt x="2126" y="1638"/>
                    <a:pt x="2126" y="1638"/>
                  </a:cubicBezTo>
                  <a:lnTo>
                    <a:pt x="2126" y="1638"/>
                  </a:lnTo>
                  <a:cubicBezTo>
                    <a:pt x="2126" y="1639"/>
                    <a:pt x="2125" y="1639"/>
                    <a:pt x="2125" y="1639"/>
                  </a:cubicBezTo>
                  <a:lnTo>
                    <a:pt x="2125" y="1639"/>
                  </a:lnTo>
                  <a:lnTo>
                    <a:pt x="2125" y="1638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7" y="1643"/>
                  </a:lnTo>
                  <a:cubicBezTo>
                    <a:pt x="2117" y="1643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6" y="1644"/>
                    <a:pt x="2116" y="1644"/>
                  </a:cubicBezTo>
                  <a:lnTo>
                    <a:pt x="2116" y="1644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4" y="1641"/>
                  </a:lnTo>
                  <a:lnTo>
                    <a:pt x="2114" y="1641"/>
                  </a:lnTo>
                  <a:cubicBezTo>
                    <a:pt x="2114" y="1641"/>
                    <a:pt x="2113" y="1642"/>
                    <a:pt x="2113" y="1642"/>
                  </a:cubicBezTo>
                  <a:lnTo>
                    <a:pt x="2113" y="1642"/>
                  </a:lnTo>
                  <a:cubicBezTo>
                    <a:pt x="2113" y="1642"/>
                    <a:pt x="2113" y="1642"/>
                    <a:pt x="2113" y="1642"/>
                  </a:cubicBezTo>
                  <a:lnTo>
                    <a:pt x="2113" y="1642"/>
                  </a:lnTo>
                  <a:cubicBezTo>
                    <a:pt x="2113" y="1641"/>
                    <a:pt x="2114" y="1641"/>
                    <a:pt x="2114" y="1641"/>
                  </a:cubicBezTo>
                  <a:lnTo>
                    <a:pt x="2114" y="1641"/>
                  </a:lnTo>
                  <a:lnTo>
                    <a:pt x="2114" y="1641"/>
                  </a:lnTo>
                  <a:lnTo>
                    <a:pt x="2114" y="1641"/>
                  </a:lnTo>
                  <a:cubicBezTo>
                    <a:pt x="2117" y="1640"/>
                    <a:pt x="2121" y="1638"/>
                    <a:pt x="2124" y="1637"/>
                  </a:cubicBezTo>
                  <a:close/>
                  <a:moveTo>
                    <a:pt x="2126" y="1638"/>
                  </a:moveTo>
                  <a:lnTo>
                    <a:pt x="2126" y="1638"/>
                  </a:lnTo>
                  <a:cubicBezTo>
                    <a:pt x="2126" y="1641"/>
                    <a:pt x="2125" y="1644"/>
                    <a:pt x="2125" y="1647"/>
                  </a:cubicBezTo>
                  <a:lnTo>
                    <a:pt x="2125" y="1647"/>
                  </a:lnTo>
                  <a:lnTo>
                    <a:pt x="2122" y="1646"/>
                  </a:lnTo>
                  <a:lnTo>
                    <a:pt x="2125" y="1646"/>
                  </a:lnTo>
                  <a:lnTo>
                    <a:pt x="2125" y="1639"/>
                  </a:lnTo>
                  <a:lnTo>
                    <a:pt x="2125" y="1639"/>
                  </a:lnTo>
                  <a:cubicBezTo>
                    <a:pt x="2125" y="1639"/>
                    <a:pt x="2126" y="1639"/>
                    <a:pt x="2126" y="1638"/>
                  </a:cubicBezTo>
                  <a:close/>
                  <a:moveTo>
                    <a:pt x="2190" y="1638"/>
                  </a:moveTo>
                  <a:cubicBezTo>
                    <a:pt x="2226" y="1646"/>
                    <a:pt x="2242" y="1650"/>
                    <a:pt x="2241" y="1650"/>
                  </a:cubicBezTo>
                  <a:cubicBezTo>
                    <a:pt x="2240" y="1650"/>
                    <a:pt x="2222" y="1646"/>
                    <a:pt x="2190" y="1638"/>
                  </a:cubicBezTo>
                  <a:close/>
                  <a:moveTo>
                    <a:pt x="2128" y="1623"/>
                  </a:moveTo>
                  <a:lnTo>
                    <a:pt x="2128" y="1623"/>
                  </a:lnTo>
                  <a:cubicBezTo>
                    <a:pt x="2128" y="1625"/>
                    <a:pt x="2128" y="1627"/>
                    <a:pt x="2127" y="1629"/>
                  </a:cubicBezTo>
                  <a:lnTo>
                    <a:pt x="2127" y="1629"/>
                  </a:lnTo>
                  <a:cubicBezTo>
                    <a:pt x="2126" y="1629"/>
                    <a:pt x="2124" y="1629"/>
                    <a:pt x="2123" y="1630"/>
                  </a:cubicBezTo>
                  <a:lnTo>
                    <a:pt x="2123" y="1630"/>
                  </a:lnTo>
                  <a:cubicBezTo>
                    <a:pt x="2118" y="1630"/>
                    <a:pt x="2113" y="1630"/>
                    <a:pt x="2109" y="1630"/>
                  </a:cubicBezTo>
                  <a:lnTo>
                    <a:pt x="2114" y="1633"/>
                  </a:lnTo>
                  <a:lnTo>
                    <a:pt x="2114" y="1633"/>
                  </a:lnTo>
                  <a:cubicBezTo>
                    <a:pt x="2111" y="1634"/>
                    <a:pt x="2107" y="1635"/>
                    <a:pt x="2103" y="1636"/>
                  </a:cubicBezTo>
                  <a:lnTo>
                    <a:pt x="2103" y="1636"/>
                  </a:lnTo>
                  <a:cubicBezTo>
                    <a:pt x="2101" y="1635"/>
                    <a:pt x="2099" y="1634"/>
                    <a:pt x="2097" y="1633"/>
                  </a:cubicBezTo>
                  <a:lnTo>
                    <a:pt x="2097" y="1633"/>
                  </a:lnTo>
                  <a:cubicBezTo>
                    <a:pt x="2096" y="1634"/>
                    <a:pt x="2095" y="1634"/>
                    <a:pt x="2094" y="1634"/>
                  </a:cubicBezTo>
                  <a:lnTo>
                    <a:pt x="2094" y="1634"/>
                  </a:lnTo>
                  <a:cubicBezTo>
                    <a:pt x="2093" y="1633"/>
                    <a:pt x="2092" y="1633"/>
                    <a:pt x="2090" y="1632"/>
                  </a:cubicBezTo>
                  <a:lnTo>
                    <a:pt x="2090" y="1632"/>
                  </a:lnTo>
                  <a:cubicBezTo>
                    <a:pt x="2046" y="1646"/>
                    <a:pt x="2029" y="1650"/>
                    <a:pt x="2023" y="1650"/>
                  </a:cubicBezTo>
                  <a:cubicBezTo>
                    <a:pt x="2019" y="1650"/>
                    <a:pt x="2019" y="1649"/>
                    <a:pt x="2019" y="1646"/>
                  </a:cubicBezTo>
                  <a:cubicBezTo>
                    <a:pt x="2019" y="1646"/>
                    <a:pt x="2019" y="1646"/>
                    <a:pt x="2084" y="1630"/>
                  </a:cubicBezTo>
                  <a:cubicBezTo>
                    <a:pt x="2085" y="1630"/>
                    <a:pt x="2086" y="1629"/>
                    <a:pt x="2086" y="1629"/>
                  </a:cubicBezTo>
                  <a:lnTo>
                    <a:pt x="2086" y="1629"/>
                  </a:lnTo>
                  <a:cubicBezTo>
                    <a:pt x="2087" y="1630"/>
                    <a:pt x="2089" y="1631"/>
                    <a:pt x="2090" y="1632"/>
                  </a:cubicBezTo>
                  <a:lnTo>
                    <a:pt x="2090" y="1632"/>
                  </a:lnTo>
                  <a:cubicBezTo>
                    <a:pt x="2091" y="1632"/>
                    <a:pt x="2092" y="1631"/>
                    <a:pt x="2093" y="1631"/>
                  </a:cubicBezTo>
                  <a:lnTo>
                    <a:pt x="2093" y="1631"/>
                  </a:lnTo>
                  <a:cubicBezTo>
                    <a:pt x="2094" y="1632"/>
                    <a:pt x="2096" y="1633"/>
                    <a:pt x="2097" y="1633"/>
                  </a:cubicBezTo>
                  <a:lnTo>
                    <a:pt x="2097" y="1633"/>
                  </a:lnTo>
                  <a:cubicBezTo>
                    <a:pt x="2105" y="1631"/>
                    <a:pt x="2115" y="1627"/>
                    <a:pt x="2128" y="1623"/>
                  </a:cubicBezTo>
                  <a:close/>
                  <a:moveTo>
                    <a:pt x="2152" y="1632"/>
                  </a:moveTo>
                  <a:lnTo>
                    <a:pt x="2152" y="1632"/>
                  </a:lnTo>
                  <a:cubicBezTo>
                    <a:pt x="2152" y="1632"/>
                    <a:pt x="2153" y="1632"/>
                    <a:pt x="2154" y="1633"/>
                  </a:cubicBezTo>
                  <a:lnTo>
                    <a:pt x="2154" y="1633"/>
                  </a:lnTo>
                  <a:cubicBezTo>
                    <a:pt x="2153" y="1633"/>
                    <a:pt x="2153" y="1632"/>
                    <a:pt x="2152" y="1632"/>
                  </a:cubicBezTo>
                  <a:lnTo>
                    <a:pt x="2152" y="1632"/>
                  </a:lnTo>
                  <a:cubicBezTo>
                    <a:pt x="2153" y="1638"/>
                    <a:pt x="2155" y="1644"/>
                    <a:pt x="2156" y="1650"/>
                  </a:cubicBezTo>
                  <a:lnTo>
                    <a:pt x="2156" y="1650"/>
                  </a:lnTo>
                  <a:cubicBezTo>
                    <a:pt x="2155" y="1645"/>
                    <a:pt x="2153" y="1639"/>
                    <a:pt x="2152" y="1632"/>
                  </a:cubicBezTo>
                  <a:lnTo>
                    <a:pt x="2152" y="1632"/>
                  </a:lnTo>
                  <a:cubicBezTo>
                    <a:pt x="2152" y="1632"/>
                    <a:pt x="2152" y="1632"/>
                    <a:pt x="2152" y="1632"/>
                  </a:cubicBezTo>
                  <a:lnTo>
                    <a:pt x="2152" y="1632"/>
                  </a:lnTo>
                  <a:cubicBezTo>
                    <a:pt x="2152" y="1632"/>
                    <a:pt x="2152" y="1632"/>
                    <a:pt x="2152" y="1632"/>
                  </a:cubicBezTo>
                  <a:close/>
                  <a:moveTo>
                    <a:pt x="2134" y="1642"/>
                  </a:moveTo>
                  <a:lnTo>
                    <a:pt x="2141" y="1645"/>
                  </a:lnTo>
                  <a:lnTo>
                    <a:pt x="2141" y="1645"/>
                  </a:lnTo>
                  <a:cubicBezTo>
                    <a:pt x="2141" y="1648"/>
                    <a:pt x="2141" y="1650"/>
                    <a:pt x="2141" y="1653"/>
                  </a:cubicBezTo>
                  <a:lnTo>
                    <a:pt x="2141" y="1653"/>
                  </a:lnTo>
                  <a:lnTo>
                    <a:pt x="2134" y="1651"/>
                  </a:lnTo>
                  <a:lnTo>
                    <a:pt x="2134" y="1651"/>
                  </a:lnTo>
                  <a:cubicBezTo>
                    <a:pt x="2134" y="1648"/>
                    <a:pt x="2134" y="1645"/>
                    <a:pt x="2134" y="1642"/>
                  </a:cubicBezTo>
                  <a:close/>
                  <a:moveTo>
                    <a:pt x="2138" y="1652"/>
                  </a:moveTo>
                  <a:lnTo>
                    <a:pt x="2138" y="1652"/>
                  </a:lnTo>
                  <a:cubicBezTo>
                    <a:pt x="2139" y="1652"/>
                    <a:pt x="2139" y="1653"/>
                    <a:pt x="2141" y="1653"/>
                  </a:cubicBezTo>
                  <a:lnTo>
                    <a:pt x="2141" y="1653"/>
                  </a:lnTo>
                  <a:cubicBezTo>
                    <a:pt x="2141" y="1653"/>
                    <a:pt x="2141" y="1653"/>
                    <a:pt x="2141" y="1654"/>
                  </a:cubicBezTo>
                  <a:lnTo>
                    <a:pt x="2141" y="1654"/>
                  </a:lnTo>
                  <a:cubicBezTo>
                    <a:pt x="2139" y="1653"/>
                    <a:pt x="2138" y="1652"/>
                    <a:pt x="2138" y="1652"/>
                  </a:cubicBezTo>
                  <a:close/>
                  <a:moveTo>
                    <a:pt x="2116" y="1644"/>
                  </a:moveTo>
                  <a:cubicBezTo>
                    <a:pt x="2115" y="1644"/>
                    <a:pt x="2115" y="1645"/>
                    <a:pt x="2114" y="1645"/>
                  </a:cubicBezTo>
                  <a:lnTo>
                    <a:pt x="2114" y="1645"/>
                  </a:lnTo>
                  <a:lnTo>
                    <a:pt x="2114" y="1645"/>
                  </a:lnTo>
                  <a:lnTo>
                    <a:pt x="2114" y="1645"/>
                  </a:lnTo>
                  <a:lnTo>
                    <a:pt x="2113" y="1646"/>
                  </a:lnTo>
                  <a:lnTo>
                    <a:pt x="2109" y="1646"/>
                  </a:lnTo>
                  <a:lnTo>
                    <a:pt x="2103" y="1651"/>
                  </a:lnTo>
                  <a:lnTo>
                    <a:pt x="2103" y="1651"/>
                  </a:lnTo>
                  <a:cubicBezTo>
                    <a:pt x="2107" y="1649"/>
                    <a:pt x="2110" y="1648"/>
                    <a:pt x="2113" y="1646"/>
                  </a:cubicBezTo>
                  <a:lnTo>
                    <a:pt x="2113" y="1646"/>
                  </a:lnTo>
                  <a:lnTo>
                    <a:pt x="2100" y="1654"/>
                  </a:lnTo>
                  <a:cubicBezTo>
                    <a:pt x="2106" y="1651"/>
                    <a:pt x="2110" y="1649"/>
                    <a:pt x="2115" y="1646"/>
                  </a:cubicBezTo>
                  <a:lnTo>
                    <a:pt x="2115" y="1646"/>
                  </a:lnTo>
                  <a:lnTo>
                    <a:pt x="2115" y="1646"/>
                  </a:lnTo>
                  <a:lnTo>
                    <a:pt x="2115" y="1646"/>
                  </a:lnTo>
                  <a:cubicBezTo>
                    <a:pt x="2115" y="1645"/>
                    <a:pt x="2116" y="1645"/>
                    <a:pt x="2117" y="1644"/>
                  </a:cubicBezTo>
                  <a:lnTo>
                    <a:pt x="2117" y="1644"/>
                  </a:lnTo>
                  <a:lnTo>
                    <a:pt x="2119" y="1645"/>
                  </a:lnTo>
                  <a:lnTo>
                    <a:pt x="2119" y="1645"/>
                  </a:lnTo>
                  <a:cubicBezTo>
                    <a:pt x="2118" y="1645"/>
                    <a:pt x="2118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7" y="1644"/>
                    <a:pt x="2117" y="1644"/>
                  </a:cubicBezTo>
                  <a:lnTo>
                    <a:pt x="2117" y="1644"/>
                  </a:lnTo>
                  <a:lnTo>
                    <a:pt x="2116" y="1644"/>
                  </a:lnTo>
                  <a:close/>
                  <a:moveTo>
                    <a:pt x="2084" y="1654"/>
                  </a:moveTo>
                  <a:lnTo>
                    <a:pt x="2084" y="1654"/>
                  </a:lnTo>
                  <a:cubicBezTo>
                    <a:pt x="2084" y="1654"/>
                    <a:pt x="2084" y="1654"/>
                    <a:pt x="2084" y="1654"/>
                  </a:cubicBezTo>
                  <a:cubicBezTo>
                    <a:pt x="2084" y="1654"/>
                    <a:pt x="2084" y="1654"/>
                    <a:pt x="2084" y="1654"/>
                  </a:cubicBezTo>
                  <a:close/>
                  <a:moveTo>
                    <a:pt x="2115" y="1603"/>
                  </a:moveTo>
                  <a:cubicBezTo>
                    <a:pt x="2118" y="1604"/>
                    <a:pt x="2125" y="1605"/>
                    <a:pt x="2133" y="1606"/>
                  </a:cubicBezTo>
                  <a:lnTo>
                    <a:pt x="2133" y="1606"/>
                  </a:lnTo>
                  <a:cubicBezTo>
                    <a:pt x="2133" y="1606"/>
                    <a:pt x="2133" y="1606"/>
                    <a:pt x="2133" y="1606"/>
                  </a:cubicBezTo>
                  <a:cubicBezTo>
                    <a:pt x="2133" y="1606"/>
                    <a:pt x="2133" y="1606"/>
                    <a:pt x="2133" y="1606"/>
                  </a:cubicBezTo>
                  <a:lnTo>
                    <a:pt x="2133" y="1606"/>
                  </a:lnTo>
                  <a:cubicBezTo>
                    <a:pt x="2137" y="1607"/>
                    <a:pt x="2141" y="1608"/>
                    <a:pt x="2146" y="1609"/>
                  </a:cubicBezTo>
                  <a:lnTo>
                    <a:pt x="2146" y="1609"/>
                  </a:lnTo>
                  <a:cubicBezTo>
                    <a:pt x="2146" y="1609"/>
                    <a:pt x="2146" y="1608"/>
                    <a:pt x="2146" y="1608"/>
                  </a:cubicBezTo>
                  <a:lnTo>
                    <a:pt x="2146" y="1608"/>
                  </a:lnTo>
                  <a:cubicBezTo>
                    <a:pt x="2147" y="1608"/>
                    <a:pt x="2147" y="1608"/>
                    <a:pt x="2147" y="1608"/>
                  </a:cubicBezTo>
                  <a:lnTo>
                    <a:pt x="2147" y="1608"/>
                  </a:lnTo>
                  <a:lnTo>
                    <a:pt x="2147" y="1607"/>
                  </a:lnTo>
                  <a:lnTo>
                    <a:pt x="2147" y="1607"/>
                  </a:lnTo>
                  <a:cubicBezTo>
                    <a:pt x="2153" y="1607"/>
                    <a:pt x="2160" y="1608"/>
                    <a:pt x="2168" y="1609"/>
                  </a:cubicBezTo>
                  <a:lnTo>
                    <a:pt x="2168" y="1609"/>
                  </a:lnTo>
                  <a:cubicBezTo>
                    <a:pt x="2165" y="1610"/>
                    <a:pt x="2162" y="1611"/>
                    <a:pt x="2158" y="1611"/>
                  </a:cubicBezTo>
                  <a:lnTo>
                    <a:pt x="2158" y="1611"/>
                  </a:lnTo>
                  <a:cubicBezTo>
                    <a:pt x="2156" y="1611"/>
                    <a:pt x="2153" y="1610"/>
                    <a:pt x="2150" y="1610"/>
                  </a:cubicBezTo>
                  <a:lnTo>
                    <a:pt x="2150" y="1610"/>
                  </a:lnTo>
                  <a:cubicBezTo>
                    <a:pt x="2152" y="1610"/>
                    <a:pt x="2154" y="1611"/>
                    <a:pt x="2156" y="1612"/>
                  </a:cubicBezTo>
                  <a:lnTo>
                    <a:pt x="2156" y="1612"/>
                  </a:lnTo>
                  <a:cubicBezTo>
                    <a:pt x="2154" y="1612"/>
                    <a:pt x="2151" y="1613"/>
                    <a:pt x="2149" y="1614"/>
                  </a:cubicBezTo>
                  <a:cubicBezTo>
                    <a:pt x="2149" y="1614"/>
                    <a:pt x="2148" y="1614"/>
                    <a:pt x="2148" y="1614"/>
                  </a:cubicBezTo>
                  <a:lnTo>
                    <a:pt x="2148" y="1614"/>
                  </a:lnTo>
                  <a:lnTo>
                    <a:pt x="2147" y="1609"/>
                  </a:lnTo>
                  <a:lnTo>
                    <a:pt x="2147" y="1609"/>
                  </a:lnTo>
                  <a:cubicBezTo>
                    <a:pt x="2148" y="1609"/>
                    <a:pt x="2149" y="1609"/>
                    <a:pt x="2150" y="1610"/>
                  </a:cubicBezTo>
                  <a:lnTo>
                    <a:pt x="2150" y="1610"/>
                  </a:lnTo>
                  <a:cubicBezTo>
                    <a:pt x="2149" y="1609"/>
                    <a:pt x="2148" y="1609"/>
                    <a:pt x="2147" y="1608"/>
                  </a:cubicBezTo>
                  <a:lnTo>
                    <a:pt x="2147" y="1608"/>
                  </a:lnTo>
                  <a:lnTo>
                    <a:pt x="2147" y="1609"/>
                  </a:lnTo>
                  <a:lnTo>
                    <a:pt x="2147" y="1609"/>
                  </a:lnTo>
                  <a:cubicBezTo>
                    <a:pt x="2147" y="1609"/>
                    <a:pt x="2147" y="1609"/>
                    <a:pt x="2146" y="1609"/>
                  </a:cubicBezTo>
                  <a:lnTo>
                    <a:pt x="2146" y="1609"/>
                  </a:lnTo>
                  <a:cubicBezTo>
                    <a:pt x="2146" y="1614"/>
                    <a:pt x="2144" y="1614"/>
                    <a:pt x="2141" y="1614"/>
                  </a:cubicBezTo>
                  <a:cubicBezTo>
                    <a:pt x="2141" y="1614"/>
                    <a:pt x="2141" y="1614"/>
                    <a:pt x="2141" y="1615"/>
                  </a:cubicBezTo>
                  <a:lnTo>
                    <a:pt x="2141" y="1615"/>
                  </a:lnTo>
                  <a:cubicBezTo>
                    <a:pt x="2143" y="1614"/>
                    <a:pt x="2146" y="1614"/>
                    <a:pt x="2148" y="1614"/>
                  </a:cubicBezTo>
                  <a:lnTo>
                    <a:pt x="2148" y="1614"/>
                  </a:lnTo>
                  <a:cubicBezTo>
                    <a:pt x="2146" y="1615"/>
                    <a:pt x="2144" y="1615"/>
                    <a:pt x="2142" y="1616"/>
                  </a:cubicBezTo>
                  <a:lnTo>
                    <a:pt x="2142" y="1616"/>
                  </a:lnTo>
                  <a:lnTo>
                    <a:pt x="2142" y="1616"/>
                  </a:lnTo>
                  <a:lnTo>
                    <a:pt x="2142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5"/>
                    <a:pt x="2141" y="1615"/>
                    <a:pt x="2141" y="1615"/>
                  </a:cubicBezTo>
                  <a:lnTo>
                    <a:pt x="2141" y="1615"/>
                  </a:lnTo>
                  <a:cubicBezTo>
                    <a:pt x="2140" y="1615"/>
                    <a:pt x="2139" y="1615"/>
                    <a:pt x="2139" y="1615"/>
                  </a:cubicBezTo>
                  <a:lnTo>
                    <a:pt x="2139" y="1615"/>
                  </a:lnTo>
                  <a:cubicBezTo>
                    <a:pt x="2137" y="1615"/>
                    <a:pt x="2135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1"/>
                    <a:pt x="2133" y="1609"/>
                    <a:pt x="2133" y="1606"/>
                  </a:cubicBezTo>
                  <a:lnTo>
                    <a:pt x="2133" y="1606"/>
                  </a:lnTo>
                  <a:cubicBezTo>
                    <a:pt x="2133" y="1606"/>
                    <a:pt x="2133" y="1606"/>
                    <a:pt x="2133" y="1606"/>
                  </a:cubicBezTo>
                  <a:lnTo>
                    <a:pt x="2133" y="1606"/>
                  </a:lnTo>
                  <a:cubicBezTo>
                    <a:pt x="2131" y="1610"/>
                    <a:pt x="2130" y="1613"/>
                    <a:pt x="2130" y="1617"/>
                  </a:cubicBezTo>
                  <a:lnTo>
                    <a:pt x="2130" y="1617"/>
                  </a:lnTo>
                  <a:cubicBezTo>
                    <a:pt x="2131" y="1616"/>
                    <a:pt x="2132" y="1616"/>
                    <a:pt x="2133" y="1616"/>
                  </a:cubicBezTo>
                  <a:lnTo>
                    <a:pt x="2133" y="1616"/>
                  </a:lnTo>
                  <a:cubicBezTo>
                    <a:pt x="2133" y="1615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5" y="1614"/>
                    <a:pt x="2136" y="1615"/>
                    <a:pt x="2138" y="1615"/>
                  </a:cubicBezTo>
                  <a:lnTo>
                    <a:pt x="2138" y="1615"/>
                  </a:lnTo>
                  <a:cubicBezTo>
                    <a:pt x="2136" y="1615"/>
                    <a:pt x="2135" y="1616"/>
                    <a:pt x="2133" y="1616"/>
                  </a:cubicBezTo>
                  <a:lnTo>
                    <a:pt x="2133" y="1616"/>
                  </a:lnTo>
                  <a:cubicBezTo>
                    <a:pt x="2133" y="1616"/>
                    <a:pt x="2133" y="1617"/>
                    <a:pt x="2133" y="1617"/>
                  </a:cubicBezTo>
                  <a:lnTo>
                    <a:pt x="2133" y="1617"/>
                  </a:lnTo>
                  <a:lnTo>
                    <a:pt x="2141" y="1616"/>
                  </a:ln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lnTo>
                    <a:pt x="2142" y="1616"/>
                  </a:lnTo>
                  <a:lnTo>
                    <a:pt x="2142" y="1616"/>
                  </a:lnTo>
                  <a:cubicBezTo>
                    <a:pt x="2142" y="1616"/>
                    <a:pt x="2142" y="1616"/>
                    <a:pt x="2142" y="1616"/>
                  </a:cubicBezTo>
                  <a:lnTo>
                    <a:pt x="2142" y="1616"/>
                  </a:lnTo>
                  <a:cubicBezTo>
                    <a:pt x="2142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38" y="1617"/>
                    <a:pt x="2136" y="1618"/>
                    <a:pt x="2133" y="1619"/>
                  </a:cubicBezTo>
                  <a:lnTo>
                    <a:pt x="2133" y="1619"/>
                  </a:lnTo>
                  <a:cubicBezTo>
                    <a:pt x="2133" y="1618"/>
                    <a:pt x="2133" y="1618"/>
                    <a:pt x="2133" y="1617"/>
                  </a:cubicBezTo>
                  <a:lnTo>
                    <a:pt x="2133" y="1617"/>
                  </a:lnTo>
                  <a:lnTo>
                    <a:pt x="2129" y="1618"/>
                  </a:lnTo>
                  <a:lnTo>
                    <a:pt x="2129" y="1618"/>
                  </a:lnTo>
                  <a:cubicBezTo>
                    <a:pt x="2130" y="1617"/>
                    <a:pt x="2130" y="1617"/>
                    <a:pt x="2130" y="1617"/>
                  </a:cubicBezTo>
                  <a:lnTo>
                    <a:pt x="2130" y="1617"/>
                  </a:lnTo>
                  <a:cubicBezTo>
                    <a:pt x="2126" y="1617"/>
                    <a:pt x="2123" y="1618"/>
                    <a:pt x="2119" y="1619"/>
                  </a:cubicBezTo>
                  <a:lnTo>
                    <a:pt x="2119" y="1619"/>
                  </a:lnTo>
                  <a:lnTo>
                    <a:pt x="2129" y="1618"/>
                  </a:lnTo>
                  <a:lnTo>
                    <a:pt x="2129" y="1618"/>
                  </a:lnTo>
                  <a:cubicBezTo>
                    <a:pt x="2129" y="1618"/>
                    <a:pt x="2129" y="1619"/>
                    <a:pt x="2129" y="1620"/>
                  </a:cubicBezTo>
                  <a:lnTo>
                    <a:pt x="2129" y="1620"/>
                  </a:lnTo>
                  <a:cubicBezTo>
                    <a:pt x="2115" y="1624"/>
                    <a:pt x="2103" y="1628"/>
                    <a:pt x="2093" y="1631"/>
                  </a:cubicBezTo>
                  <a:lnTo>
                    <a:pt x="2093" y="1631"/>
                  </a:lnTo>
                  <a:cubicBezTo>
                    <a:pt x="2091" y="1630"/>
                    <a:pt x="2089" y="1629"/>
                    <a:pt x="2088" y="1629"/>
                  </a:cubicBezTo>
                  <a:lnTo>
                    <a:pt x="2088" y="1629"/>
                  </a:lnTo>
                  <a:cubicBezTo>
                    <a:pt x="2087" y="1629"/>
                    <a:pt x="2087" y="1629"/>
                    <a:pt x="2086" y="1629"/>
                  </a:cubicBezTo>
                  <a:lnTo>
                    <a:pt x="2086" y="1629"/>
                  </a:lnTo>
                  <a:cubicBezTo>
                    <a:pt x="2083" y="1627"/>
                    <a:pt x="2082" y="1627"/>
                    <a:pt x="2083" y="1627"/>
                  </a:cubicBezTo>
                  <a:lnTo>
                    <a:pt x="2083" y="1627"/>
                  </a:lnTo>
                  <a:cubicBezTo>
                    <a:pt x="2083" y="1627"/>
                    <a:pt x="2085" y="1627"/>
                    <a:pt x="2088" y="1629"/>
                  </a:cubicBezTo>
                  <a:lnTo>
                    <a:pt x="2088" y="1629"/>
                  </a:lnTo>
                  <a:cubicBezTo>
                    <a:pt x="2098" y="1625"/>
                    <a:pt x="2109" y="1622"/>
                    <a:pt x="2119" y="1619"/>
                  </a:cubicBezTo>
                  <a:lnTo>
                    <a:pt x="2119" y="1619"/>
                  </a:lnTo>
                  <a:lnTo>
                    <a:pt x="1860" y="1656"/>
                  </a:lnTo>
                  <a:lnTo>
                    <a:pt x="1860" y="1656"/>
                  </a:lnTo>
                  <a:cubicBezTo>
                    <a:pt x="1890" y="1650"/>
                    <a:pt x="1890" y="1646"/>
                    <a:pt x="1890" y="1646"/>
                  </a:cubicBezTo>
                  <a:cubicBezTo>
                    <a:pt x="1954" y="1638"/>
                    <a:pt x="1954" y="1638"/>
                    <a:pt x="1954" y="1638"/>
                  </a:cubicBezTo>
                  <a:lnTo>
                    <a:pt x="2019" y="1630"/>
                  </a:lnTo>
                  <a:cubicBezTo>
                    <a:pt x="2095" y="1616"/>
                    <a:pt x="2129" y="1610"/>
                    <a:pt x="2122" y="1610"/>
                  </a:cubicBezTo>
                  <a:cubicBezTo>
                    <a:pt x="2115" y="1610"/>
                    <a:pt x="2081" y="1614"/>
                    <a:pt x="2019" y="1622"/>
                  </a:cubicBezTo>
                  <a:cubicBezTo>
                    <a:pt x="2062" y="1612"/>
                    <a:pt x="2102" y="1606"/>
                    <a:pt x="2115" y="1603"/>
                  </a:cubicBezTo>
                  <a:close/>
                  <a:moveTo>
                    <a:pt x="1530" y="1634"/>
                  </a:moveTo>
                  <a:cubicBezTo>
                    <a:pt x="1549" y="1634"/>
                    <a:pt x="1549" y="1638"/>
                    <a:pt x="1549" y="1638"/>
                  </a:cubicBezTo>
                  <a:cubicBezTo>
                    <a:pt x="1549" y="1646"/>
                    <a:pt x="1549" y="1646"/>
                    <a:pt x="1484" y="1654"/>
                  </a:cubicBezTo>
                  <a:cubicBezTo>
                    <a:pt x="1484" y="1654"/>
                    <a:pt x="1452" y="1658"/>
                    <a:pt x="1430" y="1658"/>
                  </a:cubicBezTo>
                  <a:cubicBezTo>
                    <a:pt x="1419" y="1658"/>
                    <a:pt x="1411" y="1657"/>
                    <a:pt x="1411" y="1654"/>
                  </a:cubicBezTo>
                  <a:cubicBezTo>
                    <a:pt x="1436" y="1646"/>
                    <a:pt x="1460" y="1638"/>
                    <a:pt x="1484" y="1638"/>
                  </a:cubicBezTo>
                  <a:cubicBezTo>
                    <a:pt x="1506" y="1635"/>
                    <a:pt x="1520" y="1634"/>
                    <a:pt x="1530" y="1634"/>
                  </a:cubicBezTo>
                  <a:close/>
                  <a:moveTo>
                    <a:pt x="2155" y="1651"/>
                  </a:moveTo>
                  <a:lnTo>
                    <a:pt x="2157" y="1652"/>
                  </a:lnTo>
                  <a:lnTo>
                    <a:pt x="2157" y="1652"/>
                  </a:lnTo>
                  <a:cubicBezTo>
                    <a:pt x="2157" y="1653"/>
                    <a:pt x="2157" y="1654"/>
                    <a:pt x="2157" y="1655"/>
                  </a:cubicBezTo>
                  <a:lnTo>
                    <a:pt x="2157" y="1655"/>
                  </a:lnTo>
                  <a:cubicBezTo>
                    <a:pt x="2157" y="1655"/>
                    <a:pt x="2157" y="1655"/>
                    <a:pt x="2157" y="1655"/>
                  </a:cubicBezTo>
                  <a:lnTo>
                    <a:pt x="2157" y="1655"/>
                  </a:lnTo>
                  <a:cubicBezTo>
                    <a:pt x="2158" y="1657"/>
                    <a:pt x="2158" y="1658"/>
                    <a:pt x="2159" y="1660"/>
                  </a:cubicBezTo>
                  <a:lnTo>
                    <a:pt x="2159" y="1660"/>
                  </a:lnTo>
                  <a:lnTo>
                    <a:pt x="2156" y="1659"/>
                  </a:lnTo>
                  <a:lnTo>
                    <a:pt x="2156" y="1659"/>
                  </a:lnTo>
                  <a:cubicBezTo>
                    <a:pt x="2156" y="1656"/>
                    <a:pt x="2155" y="1654"/>
                    <a:pt x="2155" y="1651"/>
                  </a:cubicBezTo>
                  <a:close/>
                  <a:moveTo>
                    <a:pt x="2157" y="1638"/>
                  </a:moveTo>
                  <a:cubicBezTo>
                    <a:pt x="2159" y="1644"/>
                    <a:pt x="2161" y="1650"/>
                    <a:pt x="2163" y="1655"/>
                  </a:cubicBezTo>
                  <a:lnTo>
                    <a:pt x="2163" y="1655"/>
                  </a:lnTo>
                  <a:lnTo>
                    <a:pt x="2160" y="1654"/>
                  </a:lnTo>
                  <a:lnTo>
                    <a:pt x="2160" y="1654"/>
                  </a:lnTo>
                  <a:cubicBezTo>
                    <a:pt x="2161" y="1656"/>
                    <a:pt x="2162" y="1658"/>
                    <a:pt x="2163" y="1660"/>
                  </a:cubicBezTo>
                  <a:lnTo>
                    <a:pt x="2163" y="1660"/>
                  </a:lnTo>
                  <a:cubicBezTo>
                    <a:pt x="2162" y="1659"/>
                    <a:pt x="2161" y="1658"/>
                    <a:pt x="2160" y="1658"/>
                  </a:cubicBezTo>
                  <a:lnTo>
                    <a:pt x="2160" y="1658"/>
                  </a:lnTo>
                  <a:cubicBezTo>
                    <a:pt x="2160" y="1658"/>
                    <a:pt x="2160" y="1659"/>
                    <a:pt x="2160" y="1660"/>
                  </a:cubicBezTo>
                  <a:lnTo>
                    <a:pt x="2160" y="1660"/>
                  </a:lnTo>
                  <a:lnTo>
                    <a:pt x="2159" y="1660"/>
                  </a:lnTo>
                  <a:lnTo>
                    <a:pt x="2159" y="1660"/>
                  </a:lnTo>
                  <a:cubicBezTo>
                    <a:pt x="2158" y="1657"/>
                    <a:pt x="2158" y="1655"/>
                    <a:pt x="2157" y="1652"/>
                  </a:cubicBezTo>
                  <a:lnTo>
                    <a:pt x="2157" y="1652"/>
                  </a:lnTo>
                  <a:lnTo>
                    <a:pt x="2160" y="1654"/>
                  </a:lnTo>
                  <a:lnTo>
                    <a:pt x="2160" y="1654"/>
                  </a:lnTo>
                  <a:cubicBezTo>
                    <a:pt x="2159" y="1652"/>
                    <a:pt x="2158" y="1649"/>
                    <a:pt x="2157" y="1646"/>
                  </a:cubicBezTo>
                  <a:lnTo>
                    <a:pt x="2157" y="1638"/>
                  </a:lnTo>
                  <a:close/>
                  <a:moveTo>
                    <a:pt x="2156" y="1659"/>
                  </a:moveTo>
                  <a:cubicBezTo>
                    <a:pt x="2157" y="1659"/>
                    <a:pt x="2158" y="1659"/>
                    <a:pt x="2159" y="1660"/>
                  </a:cubicBezTo>
                  <a:lnTo>
                    <a:pt x="2159" y="1660"/>
                  </a:lnTo>
                  <a:cubicBezTo>
                    <a:pt x="2159" y="1660"/>
                    <a:pt x="2159" y="1661"/>
                    <a:pt x="2159" y="1662"/>
                  </a:cubicBezTo>
                  <a:lnTo>
                    <a:pt x="2159" y="1662"/>
                  </a:lnTo>
                  <a:cubicBezTo>
                    <a:pt x="2158" y="1661"/>
                    <a:pt x="2157" y="1661"/>
                    <a:pt x="2157" y="1661"/>
                  </a:cubicBezTo>
                  <a:lnTo>
                    <a:pt x="2157" y="1661"/>
                  </a:lnTo>
                  <a:cubicBezTo>
                    <a:pt x="2157" y="1660"/>
                    <a:pt x="2156" y="1659"/>
                    <a:pt x="2156" y="1659"/>
                  </a:cubicBezTo>
                  <a:close/>
                  <a:moveTo>
                    <a:pt x="2159" y="1660"/>
                  </a:moveTo>
                  <a:cubicBezTo>
                    <a:pt x="2159" y="1660"/>
                    <a:pt x="2160" y="1660"/>
                    <a:pt x="2160" y="1660"/>
                  </a:cubicBezTo>
                  <a:lnTo>
                    <a:pt x="2160" y="1660"/>
                  </a:lnTo>
                  <a:cubicBezTo>
                    <a:pt x="2160" y="1661"/>
                    <a:pt x="2161" y="1662"/>
                    <a:pt x="2161" y="1662"/>
                  </a:cubicBezTo>
                  <a:lnTo>
                    <a:pt x="2161" y="1662"/>
                  </a:lnTo>
                  <a:cubicBezTo>
                    <a:pt x="2160" y="1662"/>
                    <a:pt x="2160" y="1662"/>
                    <a:pt x="2160" y="1662"/>
                  </a:cubicBezTo>
                  <a:lnTo>
                    <a:pt x="2160" y="1662"/>
                  </a:lnTo>
                  <a:cubicBezTo>
                    <a:pt x="2159" y="1661"/>
                    <a:pt x="2159" y="1661"/>
                    <a:pt x="2159" y="166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59" y="1671"/>
                  </a:moveTo>
                  <a:cubicBezTo>
                    <a:pt x="2159" y="1672"/>
                    <a:pt x="2160" y="1672"/>
                    <a:pt x="2161" y="1672"/>
                  </a:cubicBezTo>
                  <a:lnTo>
                    <a:pt x="2161" y="1672"/>
                  </a:lnTo>
                  <a:cubicBezTo>
                    <a:pt x="2160" y="1672"/>
                    <a:pt x="2159" y="1672"/>
                    <a:pt x="2159" y="1671"/>
                  </a:cubicBezTo>
                  <a:lnTo>
                    <a:pt x="2159" y="1671"/>
                  </a:lnTo>
                  <a:cubicBezTo>
                    <a:pt x="2159" y="1671"/>
                    <a:pt x="2159" y="1671"/>
                    <a:pt x="2159" y="1671"/>
                  </a:cubicBezTo>
                  <a:close/>
                  <a:moveTo>
                    <a:pt x="2162" y="1668"/>
                  </a:moveTo>
                  <a:lnTo>
                    <a:pt x="2162" y="1668"/>
                  </a:lnTo>
                  <a:cubicBezTo>
                    <a:pt x="2162" y="1669"/>
                    <a:pt x="2163" y="1669"/>
                    <a:pt x="2163" y="1669"/>
                  </a:cubicBezTo>
                  <a:lnTo>
                    <a:pt x="2163" y="1669"/>
                  </a:lnTo>
                  <a:cubicBezTo>
                    <a:pt x="2164" y="1670"/>
                    <a:pt x="2164" y="1671"/>
                    <a:pt x="2165" y="1672"/>
                  </a:cubicBezTo>
                  <a:lnTo>
                    <a:pt x="2165" y="1672"/>
                  </a:lnTo>
                  <a:lnTo>
                    <a:pt x="2163" y="1671"/>
                  </a:lnTo>
                  <a:lnTo>
                    <a:pt x="2163" y="1671"/>
                  </a:lnTo>
                  <a:cubicBezTo>
                    <a:pt x="2163" y="1672"/>
                    <a:pt x="2163" y="1673"/>
                    <a:pt x="2163" y="1674"/>
                  </a:cubicBezTo>
                  <a:lnTo>
                    <a:pt x="2163" y="1674"/>
                  </a:lnTo>
                  <a:cubicBezTo>
                    <a:pt x="2163" y="1673"/>
                    <a:pt x="2162" y="1673"/>
                    <a:pt x="2162" y="1673"/>
                  </a:cubicBezTo>
                  <a:lnTo>
                    <a:pt x="2162" y="1673"/>
                  </a:lnTo>
                  <a:cubicBezTo>
                    <a:pt x="2162" y="1673"/>
                    <a:pt x="2162" y="1673"/>
                    <a:pt x="2162" y="1673"/>
                  </a:cubicBezTo>
                  <a:lnTo>
                    <a:pt x="2162" y="1673"/>
                  </a:lnTo>
                  <a:cubicBezTo>
                    <a:pt x="2161" y="1673"/>
                    <a:pt x="2161" y="1672"/>
                    <a:pt x="2161" y="1672"/>
                  </a:cubicBezTo>
                  <a:lnTo>
                    <a:pt x="2161" y="1672"/>
                  </a:lnTo>
                  <a:cubicBezTo>
                    <a:pt x="2161" y="1672"/>
                    <a:pt x="2161" y="1673"/>
                    <a:pt x="2162" y="1673"/>
                  </a:cubicBezTo>
                  <a:lnTo>
                    <a:pt x="2162" y="1673"/>
                  </a:lnTo>
                  <a:cubicBezTo>
                    <a:pt x="2162" y="1672"/>
                    <a:pt x="2161" y="1671"/>
                    <a:pt x="2161" y="1670"/>
                  </a:cubicBezTo>
                  <a:lnTo>
                    <a:pt x="2161" y="1670"/>
                  </a:lnTo>
                  <a:lnTo>
                    <a:pt x="2163" y="1671"/>
                  </a:lnTo>
                  <a:lnTo>
                    <a:pt x="2163" y="1671"/>
                  </a:lnTo>
                  <a:cubicBezTo>
                    <a:pt x="2162" y="1670"/>
                    <a:pt x="2162" y="1669"/>
                    <a:pt x="2162" y="1668"/>
                  </a:cubicBezTo>
                  <a:close/>
                  <a:moveTo>
                    <a:pt x="2167" y="1667"/>
                  </a:moveTo>
                  <a:lnTo>
                    <a:pt x="2167" y="1667"/>
                  </a:lnTo>
                  <a:cubicBezTo>
                    <a:pt x="2167" y="1669"/>
                    <a:pt x="2167" y="1670"/>
                    <a:pt x="2168" y="1672"/>
                  </a:cubicBezTo>
                  <a:lnTo>
                    <a:pt x="2168" y="1672"/>
                  </a:lnTo>
                  <a:cubicBezTo>
                    <a:pt x="2168" y="1672"/>
                    <a:pt x="2168" y="1672"/>
                    <a:pt x="2168" y="1672"/>
                  </a:cubicBezTo>
                  <a:lnTo>
                    <a:pt x="2168" y="1672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3"/>
                    <a:pt x="2168" y="1672"/>
                    <a:pt x="2167" y="1672"/>
                  </a:cubicBezTo>
                  <a:lnTo>
                    <a:pt x="2167" y="1672"/>
                  </a:lnTo>
                  <a:cubicBezTo>
                    <a:pt x="2167" y="1672"/>
                    <a:pt x="2168" y="1672"/>
                    <a:pt x="2168" y="1672"/>
                  </a:cubicBezTo>
                  <a:lnTo>
                    <a:pt x="2168" y="1672"/>
                  </a:lnTo>
                  <a:lnTo>
                    <a:pt x="2167" y="1667"/>
                  </a:lnTo>
                  <a:close/>
                  <a:moveTo>
                    <a:pt x="2168" y="1675"/>
                  </a:moveTo>
                  <a:cubicBezTo>
                    <a:pt x="2168" y="1675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69" y="1675"/>
                  </a:lnTo>
                  <a:lnTo>
                    <a:pt x="2168" y="1675"/>
                  </a:lnTo>
                  <a:close/>
                  <a:moveTo>
                    <a:pt x="2165" y="1670"/>
                  </a:moveTo>
                  <a:lnTo>
                    <a:pt x="2165" y="1670"/>
                  </a:lnTo>
                  <a:cubicBezTo>
                    <a:pt x="2166" y="1671"/>
                    <a:pt x="2166" y="1671"/>
                    <a:pt x="2167" y="1671"/>
                  </a:cubicBezTo>
                  <a:lnTo>
                    <a:pt x="2167" y="1671"/>
                  </a:lnTo>
                  <a:cubicBezTo>
                    <a:pt x="2167" y="1672"/>
                    <a:pt x="2168" y="1673"/>
                    <a:pt x="2168" y="1675"/>
                  </a:cubicBez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cubicBezTo>
                    <a:pt x="2168" y="1675"/>
                    <a:pt x="2168" y="1675"/>
                    <a:pt x="2168" y="1675"/>
                  </a:cubicBez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4"/>
                    <a:pt x="2168" y="1675"/>
                    <a:pt x="2169" y="1675"/>
                  </a:cubicBezTo>
                  <a:lnTo>
                    <a:pt x="2169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9" y="1675"/>
                  </a:lnTo>
                  <a:lnTo>
                    <a:pt x="2169" y="1676"/>
                  </a:lnTo>
                  <a:lnTo>
                    <a:pt x="2169" y="1676"/>
                  </a:lnTo>
                  <a:cubicBezTo>
                    <a:pt x="2169" y="1676"/>
                    <a:pt x="2169" y="1676"/>
                    <a:pt x="2169" y="1677"/>
                  </a:cubicBezTo>
                  <a:lnTo>
                    <a:pt x="2169" y="1677"/>
                  </a:lnTo>
                  <a:cubicBezTo>
                    <a:pt x="2169" y="1676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70" y="1677"/>
                  </a:lnTo>
                  <a:lnTo>
                    <a:pt x="2170" y="1677"/>
                  </a:lnTo>
                  <a:cubicBezTo>
                    <a:pt x="2170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8"/>
                  </a:cubicBezTo>
                  <a:lnTo>
                    <a:pt x="2169" y="1678"/>
                  </a:lnTo>
                  <a:cubicBezTo>
                    <a:pt x="2169" y="1678"/>
                    <a:pt x="2169" y="1678"/>
                    <a:pt x="2169" y="1677"/>
                  </a:cubicBezTo>
                  <a:lnTo>
                    <a:pt x="2169" y="1677"/>
                  </a:lnTo>
                  <a:lnTo>
                    <a:pt x="2169" y="1677"/>
                  </a:ln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69" y="1677"/>
                  </a:lnTo>
                  <a:lnTo>
                    <a:pt x="2169" y="1677"/>
                  </a:lnTo>
                  <a:cubicBezTo>
                    <a:pt x="2168" y="1676"/>
                    <a:pt x="2167" y="1675"/>
                    <a:pt x="2165" y="1675"/>
                  </a:cubicBezTo>
                  <a:lnTo>
                    <a:pt x="2165" y="1675"/>
                  </a:lnTo>
                  <a:cubicBezTo>
                    <a:pt x="2166" y="1675"/>
                    <a:pt x="2166" y="1675"/>
                    <a:pt x="2166" y="1675"/>
                  </a:cubicBezTo>
                  <a:lnTo>
                    <a:pt x="2166" y="1675"/>
                  </a:lnTo>
                  <a:cubicBezTo>
                    <a:pt x="2165" y="1675"/>
                    <a:pt x="2164" y="1674"/>
                    <a:pt x="2163" y="1674"/>
                  </a:cubicBezTo>
                  <a:lnTo>
                    <a:pt x="2163" y="1674"/>
                  </a:lnTo>
                  <a:cubicBezTo>
                    <a:pt x="2163" y="1674"/>
                    <a:pt x="2163" y="1674"/>
                    <a:pt x="2163" y="1674"/>
                  </a:cubicBezTo>
                  <a:lnTo>
                    <a:pt x="2163" y="1674"/>
                  </a:lnTo>
                  <a:cubicBezTo>
                    <a:pt x="2164" y="1674"/>
                    <a:pt x="2165" y="1674"/>
                    <a:pt x="2165" y="1675"/>
                  </a:cubicBezTo>
                  <a:lnTo>
                    <a:pt x="2165" y="1675"/>
                  </a:lnTo>
                  <a:cubicBezTo>
                    <a:pt x="2165" y="1674"/>
                    <a:pt x="2165" y="1673"/>
                    <a:pt x="2165" y="1672"/>
                  </a:cubicBezTo>
                  <a:lnTo>
                    <a:pt x="2165" y="1672"/>
                  </a:lnTo>
                  <a:lnTo>
                    <a:pt x="2168" y="1675"/>
                  </a:lnTo>
                  <a:lnTo>
                    <a:pt x="2165" y="1670"/>
                  </a:lnTo>
                  <a:close/>
                  <a:moveTo>
                    <a:pt x="2691" y="1664"/>
                  </a:moveTo>
                  <a:cubicBezTo>
                    <a:pt x="2700" y="1664"/>
                    <a:pt x="2717" y="1666"/>
                    <a:pt x="2749" y="1670"/>
                  </a:cubicBezTo>
                  <a:lnTo>
                    <a:pt x="2749" y="1678"/>
                  </a:lnTo>
                  <a:lnTo>
                    <a:pt x="2676" y="1670"/>
                  </a:lnTo>
                  <a:cubicBezTo>
                    <a:pt x="2680" y="1666"/>
                    <a:pt x="2682" y="1664"/>
                    <a:pt x="2691" y="1664"/>
                  </a:cubicBezTo>
                  <a:close/>
                  <a:moveTo>
                    <a:pt x="2170" y="1677"/>
                  </a:moveTo>
                  <a:lnTo>
                    <a:pt x="2170" y="1677"/>
                  </a:lnTo>
                  <a:cubicBezTo>
                    <a:pt x="2170" y="1677"/>
                    <a:pt x="2171" y="1678"/>
                    <a:pt x="2171" y="1678"/>
                  </a:cubicBezTo>
                  <a:lnTo>
                    <a:pt x="2171" y="1678"/>
                  </a:lnTo>
                  <a:cubicBezTo>
                    <a:pt x="2172" y="1678"/>
                    <a:pt x="2172" y="1679"/>
                    <a:pt x="2172" y="1680"/>
                  </a:cubicBezTo>
                  <a:lnTo>
                    <a:pt x="2172" y="1680"/>
                  </a:lnTo>
                  <a:cubicBezTo>
                    <a:pt x="2172" y="1679"/>
                    <a:pt x="2171" y="1679"/>
                    <a:pt x="2171" y="1679"/>
                  </a:cubicBezTo>
                  <a:lnTo>
                    <a:pt x="2171" y="1679"/>
                  </a:lnTo>
                  <a:lnTo>
                    <a:pt x="2170" y="1677"/>
                  </a:lnTo>
                  <a:close/>
                  <a:moveTo>
                    <a:pt x="2067" y="1679"/>
                  </a:move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8" y="1679"/>
                    <a:pt x="2068" y="1679"/>
                  </a:cubicBezTo>
                  <a:lnTo>
                    <a:pt x="2068" y="1679"/>
                  </a:lnTo>
                  <a:cubicBezTo>
                    <a:pt x="2068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7" y="1679"/>
                    <a:pt x="2067" y="1680"/>
                  </a:cubicBezTo>
                  <a:lnTo>
                    <a:pt x="2067" y="1680"/>
                  </a:lnTo>
                  <a:cubicBezTo>
                    <a:pt x="2067" y="1679"/>
                    <a:pt x="2067" y="1679"/>
                    <a:pt x="2067" y="1679"/>
                  </a:cubicBezTo>
                  <a:close/>
                  <a:moveTo>
                    <a:pt x="2173" y="1678"/>
                  </a:move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80"/>
                  </a:cubicBezTo>
                  <a:lnTo>
                    <a:pt x="2173" y="1680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8"/>
                  </a:cubicBezTo>
                  <a:close/>
                  <a:moveTo>
                    <a:pt x="2077" y="1658"/>
                  </a:moveTo>
                  <a:lnTo>
                    <a:pt x="2074" y="1666"/>
                  </a:lnTo>
                  <a:lnTo>
                    <a:pt x="2074" y="1666"/>
                  </a:lnTo>
                  <a:cubicBezTo>
                    <a:pt x="2050" y="1675"/>
                    <a:pt x="2038" y="1680"/>
                    <a:pt x="2036" y="1680"/>
                  </a:cubicBezTo>
                  <a:cubicBezTo>
                    <a:pt x="2034" y="1680"/>
                    <a:pt x="2047" y="1673"/>
                    <a:pt x="2077" y="1658"/>
                  </a:cubicBezTo>
                  <a:close/>
                  <a:moveTo>
                    <a:pt x="2094" y="1634"/>
                  </a:moveTo>
                  <a:lnTo>
                    <a:pt x="2094" y="1634"/>
                  </a:lnTo>
                  <a:cubicBezTo>
                    <a:pt x="2096" y="1635"/>
                    <a:pt x="2098" y="1636"/>
                    <a:pt x="2099" y="1637"/>
                  </a:cubicBezTo>
                  <a:lnTo>
                    <a:pt x="2099" y="1637"/>
                  </a:lnTo>
                  <a:cubicBezTo>
                    <a:pt x="2100" y="1637"/>
                    <a:pt x="2102" y="1637"/>
                    <a:pt x="2103" y="1636"/>
                  </a:cubicBezTo>
                  <a:lnTo>
                    <a:pt x="2103" y="1636"/>
                  </a:lnTo>
                  <a:cubicBezTo>
                    <a:pt x="2104" y="1637"/>
                    <a:pt x="2105" y="1637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9" y="1638"/>
                  </a:lnTo>
                  <a:lnTo>
                    <a:pt x="2112" y="1640"/>
                  </a:lnTo>
                  <a:lnTo>
                    <a:pt x="2112" y="1640"/>
                  </a:lnTo>
                  <a:lnTo>
                    <a:pt x="2121" y="1636"/>
                  </a:lnTo>
                  <a:lnTo>
                    <a:pt x="2121" y="1636"/>
                  </a:lnTo>
                  <a:lnTo>
                    <a:pt x="2124" y="1637"/>
                  </a:lnTo>
                  <a:lnTo>
                    <a:pt x="2124" y="1637"/>
                  </a:lnTo>
                  <a:cubicBezTo>
                    <a:pt x="2121" y="1638"/>
                    <a:pt x="2117" y="1640"/>
                    <a:pt x="2114" y="1641"/>
                  </a:cubicBezTo>
                  <a:lnTo>
                    <a:pt x="2114" y="1641"/>
                  </a:lnTo>
                  <a:lnTo>
                    <a:pt x="2112" y="1640"/>
                  </a:lnTo>
                  <a:lnTo>
                    <a:pt x="2112" y="1640"/>
                  </a:lnTo>
                  <a:lnTo>
                    <a:pt x="2111" y="1641"/>
                  </a:lnTo>
                  <a:lnTo>
                    <a:pt x="2111" y="1641"/>
                  </a:lnTo>
                  <a:cubicBezTo>
                    <a:pt x="2109" y="1640"/>
                    <a:pt x="2108" y="1639"/>
                    <a:pt x="2106" y="1638"/>
                  </a:cubicBezTo>
                  <a:lnTo>
                    <a:pt x="2106" y="1638"/>
                  </a:lnTo>
                  <a:cubicBezTo>
                    <a:pt x="2105" y="1638"/>
                    <a:pt x="2104" y="1639"/>
                    <a:pt x="2103" y="1639"/>
                  </a:cubicBezTo>
                  <a:lnTo>
                    <a:pt x="2103" y="1639"/>
                  </a:lnTo>
                  <a:lnTo>
                    <a:pt x="2103" y="1639"/>
                  </a:lnTo>
                  <a:lnTo>
                    <a:pt x="2103" y="1639"/>
                  </a:lnTo>
                  <a:cubicBezTo>
                    <a:pt x="2103" y="1639"/>
                    <a:pt x="2103" y="1639"/>
                    <a:pt x="2103" y="1639"/>
                  </a:cubicBezTo>
                  <a:lnTo>
                    <a:pt x="2103" y="1639"/>
                  </a:lnTo>
                  <a:lnTo>
                    <a:pt x="2100" y="1638"/>
                  </a:lnTo>
                  <a:cubicBezTo>
                    <a:pt x="2100" y="1638"/>
                    <a:pt x="2100" y="1637"/>
                    <a:pt x="2099" y="1637"/>
                  </a:cubicBezTo>
                  <a:lnTo>
                    <a:pt x="2099" y="1637"/>
                  </a:lnTo>
                  <a:cubicBezTo>
                    <a:pt x="2094" y="1639"/>
                    <a:pt x="2089" y="1641"/>
                    <a:pt x="2083" y="1642"/>
                  </a:cubicBezTo>
                  <a:lnTo>
                    <a:pt x="2083" y="1642"/>
                  </a:lnTo>
                  <a:cubicBezTo>
                    <a:pt x="2083" y="1641"/>
                    <a:pt x="2084" y="1639"/>
                    <a:pt x="2084" y="1638"/>
                  </a:cubicBezTo>
                  <a:lnTo>
                    <a:pt x="2084" y="1638"/>
                  </a:lnTo>
                  <a:lnTo>
                    <a:pt x="2082" y="1643"/>
                  </a:lnTo>
                  <a:lnTo>
                    <a:pt x="2082" y="1643"/>
                  </a:lnTo>
                  <a:cubicBezTo>
                    <a:pt x="2066" y="1648"/>
                    <a:pt x="2045" y="1654"/>
                    <a:pt x="2019" y="1662"/>
                  </a:cubicBezTo>
                  <a:cubicBezTo>
                    <a:pt x="1980" y="1677"/>
                    <a:pt x="1965" y="1680"/>
                    <a:pt x="1959" y="1680"/>
                  </a:cubicBezTo>
                  <a:cubicBezTo>
                    <a:pt x="1954" y="1680"/>
                    <a:pt x="1954" y="1678"/>
                    <a:pt x="1954" y="1678"/>
                  </a:cubicBezTo>
                  <a:cubicBezTo>
                    <a:pt x="2019" y="1662"/>
                    <a:pt x="2019" y="1662"/>
                    <a:pt x="2084" y="1638"/>
                  </a:cubicBezTo>
                  <a:lnTo>
                    <a:pt x="2084" y="1638"/>
                  </a:lnTo>
                  <a:cubicBezTo>
                    <a:pt x="2084" y="1638"/>
                    <a:pt x="2084" y="1638"/>
                    <a:pt x="2084" y="1638"/>
                  </a:cubicBezTo>
                  <a:cubicBezTo>
                    <a:pt x="2084" y="1638"/>
                    <a:pt x="2088" y="1637"/>
                    <a:pt x="2094" y="1634"/>
                  </a:cubicBezTo>
                  <a:close/>
                  <a:moveTo>
                    <a:pt x="2149" y="1670"/>
                  </a:moveTo>
                  <a:lnTo>
                    <a:pt x="2160" y="1678"/>
                  </a:lnTo>
                  <a:lnTo>
                    <a:pt x="2160" y="1678"/>
                  </a:lnTo>
                  <a:cubicBezTo>
                    <a:pt x="2160" y="1676"/>
                    <a:pt x="2159" y="1674"/>
                    <a:pt x="2159" y="1672"/>
                  </a:cubicBezTo>
                  <a:lnTo>
                    <a:pt x="2159" y="1672"/>
                  </a:lnTo>
                  <a:lnTo>
                    <a:pt x="2162" y="1674"/>
                  </a:lnTo>
                  <a:lnTo>
                    <a:pt x="2162" y="1674"/>
                  </a:lnTo>
                  <a:cubicBezTo>
                    <a:pt x="2162" y="1675"/>
                    <a:pt x="2163" y="1677"/>
                    <a:pt x="2163" y="1678"/>
                  </a:cubicBezTo>
                  <a:lnTo>
                    <a:pt x="2165" y="1678"/>
                  </a:lnTo>
                  <a:cubicBezTo>
                    <a:pt x="2165" y="1677"/>
                    <a:pt x="2164" y="1676"/>
                    <a:pt x="2164" y="1675"/>
                  </a:cubicBezTo>
                  <a:lnTo>
                    <a:pt x="2164" y="1675"/>
                  </a:lnTo>
                  <a:lnTo>
                    <a:pt x="2166" y="1676"/>
                  </a:lnTo>
                  <a:lnTo>
                    <a:pt x="2166" y="1676"/>
                  </a:lnTo>
                  <a:cubicBezTo>
                    <a:pt x="2167" y="1678"/>
                    <a:pt x="2167" y="1679"/>
                    <a:pt x="2168" y="1681"/>
                  </a:cubicBezTo>
                  <a:lnTo>
                    <a:pt x="2168" y="1681"/>
                  </a:lnTo>
                  <a:lnTo>
                    <a:pt x="2165" y="1678"/>
                  </a:lnTo>
                  <a:lnTo>
                    <a:pt x="2165" y="1678"/>
                  </a:lnTo>
                  <a:cubicBezTo>
                    <a:pt x="2166" y="1680"/>
                    <a:pt x="2166" y="1682"/>
                    <a:pt x="2167" y="1683"/>
                  </a:cubicBezTo>
                  <a:lnTo>
                    <a:pt x="2167" y="1683"/>
                  </a:lnTo>
                  <a:lnTo>
                    <a:pt x="2164" y="1681"/>
                  </a:lnTo>
                  <a:lnTo>
                    <a:pt x="2164" y="1681"/>
                  </a:lnTo>
                  <a:cubicBezTo>
                    <a:pt x="2164" y="1680"/>
                    <a:pt x="2163" y="1679"/>
                    <a:pt x="2163" y="1678"/>
                  </a:cubicBezTo>
                  <a:lnTo>
                    <a:pt x="2160" y="1678"/>
                  </a:lnTo>
                  <a:lnTo>
                    <a:pt x="2160" y="1678"/>
                  </a:lnTo>
                  <a:lnTo>
                    <a:pt x="2160" y="1678"/>
                  </a:lnTo>
                  <a:cubicBezTo>
                    <a:pt x="2160" y="1678"/>
                    <a:pt x="2160" y="1678"/>
                    <a:pt x="2160" y="1678"/>
                  </a:cubicBezTo>
                  <a:lnTo>
                    <a:pt x="2160" y="1678"/>
                  </a:lnTo>
                  <a:cubicBezTo>
                    <a:pt x="2160" y="1679"/>
                    <a:pt x="2160" y="1679"/>
                    <a:pt x="2160" y="1679"/>
                  </a:cubicBezTo>
                  <a:lnTo>
                    <a:pt x="2160" y="1679"/>
                  </a:lnTo>
                  <a:cubicBezTo>
                    <a:pt x="2161" y="1680"/>
                    <a:pt x="2161" y="1681"/>
                    <a:pt x="2161" y="1682"/>
                  </a:cubicBezTo>
                  <a:lnTo>
                    <a:pt x="2161" y="1682"/>
                  </a:lnTo>
                  <a:cubicBezTo>
                    <a:pt x="2160" y="1681"/>
                    <a:pt x="2158" y="1680"/>
                    <a:pt x="2157" y="1678"/>
                  </a:cubicBezTo>
                  <a:lnTo>
                    <a:pt x="2160" y="1678"/>
                  </a:lnTo>
                  <a:cubicBezTo>
                    <a:pt x="2156" y="1676"/>
                    <a:pt x="2153" y="1673"/>
                    <a:pt x="2149" y="1670"/>
                  </a:cubicBezTo>
                  <a:close/>
                  <a:moveTo>
                    <a:pt x="2077" y="1649"/>
                  </a:moveTo>
                  <a:cubicBezTo>
                    <a:pt x="2025" y="1672"/>
                    <a:pt x="1995" y="1683"/>
                    <a:pt x="1994" y="1683"/>
                  </a:cubicBezTo>
                  <a:cubicBezTo>
                    <a:pt x="1992" y="1683"/>
                    <a:pt x="2018" y="1672"/>
                    <a:pt x="2077" y="1649"/>
                  </a:cubicBezTo>
                  <a:close/>
                  <a:moveTo>
                    <a:pt x="2076" y="1678"/>
                  </a:moveTo>
                  <a:cubicBezTo>
                    <a:pt x="2073" y="1681"/>
                    <a:pt x="2070" y="1683"/>
                    <a:pt x="2067" y="1686"/>
                  </a:cubicBezTo>
                  <a:lnTo>
                    <a:pt x="2067" y="1686"/>
                  </a:lnTo>
                  <a:cubicBezTo>
                    <a:pt x="2067" y="1686"/>
                    <a:pt x="2068" y="1685"/>
                    <a:pt x="2068" y="1685"/>
                  </a:cubicBezTo>
                  <a:lnTo>
                    <a:pt x="2068" y="1685"/>
                  </a:lnTo>
                  <a:cubicBezTo>
                    <a:pt x="2070" y="1683"/>
                    <a:pt x="2073" y="1681"/>
                    <a:pt x="2076" y="1678"/>
                  </a:cubicBezTo>
                  <a:close/>
                  <a:moveTo>
                    <a:pt x="2169" y="1678"/>
                  </a:moveTo>
                  <a:lnTo>
                    <a:pt x="2170" y="1679"/>
                  </a:lnTo>
                  <a:lnTo>
                    <a:pt x="2170" y="1679"/>
                  </a:lnTo>
                  <a:cubicBezTo>
                    <a:pt x="2170" y="1679"/>
                    <a:pt x="2170" y="1679"/>
                    <a:pt x="2170" y="1679"/>
                  </a:cubicBezTo>
                  <a:lnTo>
                    <a:pt x="2170" y="1679"/>
                  </a:lnTo>
                  <a:cubicBezTo>
                    <a:pt x="2170" y="1681"/>
                    <a:pt x="2171" y="1683"/>
                    <a:pt x="2171" y="1685"/>
                  </a:cubicBezTo>
                  <a:lnTo>
                    <a:pt x="2171" y="1685"/>
                  </a:lnTo>
                  <a:lnTo>
                    <a:pt x="2171" y="1684"/>
                  </a:lnTo>
                  <a:lnTo>
                    <a:pt x="2171" y="1684"/>
                  </a:lnTo>
                  <a:lnTo>
                    <a:pt x="2171" y="1686"/>
                  </a:lnTo>
                  <a:lnTo>
                    <a:pt x="2170" y="1685"/>
                  </a:lnTo>
                  <a:lnTo>
                    <a:pt x="2170" y="1685"/>
                  </a:lnTo>
                  <a:cubicBezTo>
                    <a:pt x="2169" y="1684"/>
                    <a:pt x="2168" y="1682"/>
                    <a:pt x="2168" y="1681"/>
                  </a:cubicBezTo>
                  <a:lnTo>
                    <a:pt x="2168" y="1681"/>
                  </a:lnTo>
                  <a:lnTo>
                    <a:pt x="2171" y="1684"/>
                  </a:lnTo>
                  <a:lnTo>
                    <a:pt x="2169" y="1678"/>
                  </a:lnTo>
                  <a:close/>
                  <a:moveTo>
                    <a:pt x="2066" y="1684"/>
                  </a:moveTo>
                  <a:lnTo>
                    <a:pt x="2066" y="1684"/>
                  </a:lnTo>
                  <a:cubicBezTo>
                    <a:pt x="2066" y="1685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5"/>
                    <a:pt x="2066" y="1684"/>
                  </a:cubicBezTo>
                  <a:close/>
                  <a:moveTo>
                    <a:pt x="2190" y="1646"/>
                  </a:moveTo>
                  <a:cubicBezTo>
                    <a:pt x="2254" y="1662"/>
                    <a:pt x="2319" y="1687"/>
                    <a:pt x="2319" y="1687"/>
                  </a:cubicBezTo>
                  <a:lnTo>
                    <a:pt x="2246" y="1662"/>
                  </a:lnTo>
                  <a:lnTo>
                    <a:pt x="2182" y="1646"/>
                  </a:lnTo>
                  <a:close/>
                  <a:moveTo>
                    <a:pt x="2173" y="1687"/>
                  </a:moveTo>
                  <a:cubicBezTo>
                    <a:pt x="2173" y="1687"/>
                    <a:pt x="2173" y="1687"/>
                    <a:pt x="2173" y="1687"/>
                  </a:cubicBezTo>
                  <a:lnTo>
                    <a:pt x="2173" y="1687"/>
                  </a:lnTo>
                  <a:close/>
                  <a:moveTo>
                    <a:pt x="2172" y="1681"/>
                  </a:moveTo>
                  <a:cubicBezTo>
                    <a:pt x="2172" y="1681"/>
                    <a:pt x="2174" y="1684"/>
                    <a:pt x="2180" y="1692"/>
                  </a:cubicBezTo>
                  <a:lnTo>
                    <a:pt x="2180" y="1692"/>
                  </a:lnTo>
                  <a:lnTo>
                    <a:pt x="2177" y="1691"/>
                  </a:lnTo>
                  <a:lnTo>
                    <a:pt x="2177" y="1691"/>
                  </a:lnTo>
                  <a:lnTo>
                    <a:pt x="2173" y="1687"/>
                  </a:lnTo>
                  <a:lnTo>
                    <a:pt x="2173" y="1687"/>
                  </a:lnTo>
                  <a:lnTo>
                    <a:pt x="2174" y="1688"/>
                  </a:lnTo>
                  <a:lnTo>
                    <a:pt x="2173" y="1688"/>
                  </a:lnTo>
                  <a:lnTo>
                    <a:pt x="2173" y="1688"/>
                  </a:lnTo>
                  <a:cubicBezTo>
                    <a:pt x="2173" y="1687"/>
                    <a:pt x="2173" y="1687"/>
                    <a:pt x="2173" y="1687"/>
                  </a:cubicBezTo>
                  <a:lnTo>
                    <a:pt x="2173" y="1687"/>
                  </a:lnTo>
                  <a:lnTo>
                    <a:pt x="2173" y="1687"/>
                  </a:lnTo>
                  <a:lnTo>
                    <a:pt x="2172" y="1685"/>
                  </a:lnTo>
                  <a:lnTo>
                    <a:pt x="2172" y="1685"/>
                  </a:lnTo>
                  <a:cubicBezTo>
                    <a:pt x="2172" y="1686"/>
                    <a:pt x="2173" y="1687"/>
                    <a:pt x="2173" y="1687"/>
                  </a:cubicBezTo>
                  <a:lnTo>
                    <a:pt x="2173" y="1687"/>
                  </a:lnTo>
                  <a:lnTo>
                    <a:pt x="2172" y="1687"/>
                  </a:lnTo>
                  <a:lnTo>
                    <a:pt x="2172" y="1687"/>
                  </a:lnTo>
                  <a:cubicBezTo>
                    <a:pt x="2172" y="1686"/>
                    <a:pt x="2172" y="1685"/>
                    <a:pt x="2171" y="1685"/>
                  </a:cubicBezTo>
                  <a:lnTo>
                    <a:pt x="2171" y="1685"/>
                  </a:lnTo>
                  <a:lnTo>
                    <a:pt x="2172" y="1685"/>
                  </a:lnTo>
                  <a:lnTo>
                    <a:pt x="2172" y="1685"/>
                  </a:lnTo>
                  <a:cubicBezTo>
                    <a:pt x="2172" y="1684"/>
                    <a:pt x="2172" y="1683"/>
                    <a:pt x="2171" y="1682"/>
                  </a:cubicBezTo>
                  <a:lnTo>
                    <a:pt x="2171" y="1682"/>
                  </a:lnTo>
                  <a:cubicBezTo>
                    <a:pt x="2172" y="1683"/>
                    <a:pt x="2173" y="1685"/>
                    <a:pt x="2173" y="1687"/>
                  </a:cubicBezTo>
                  <a:lnTo>
                    <a:pt x="2173" y="1687"/>
                  </a:lnTo>
                  <a:cubicBezTo>
                    <a:pt x="2173" y="1687"/>
                    <a:pt x="2171" y="1681"/>
                    <a:pt x="2172" y="1681"/>
                  </a:cubicBezTo>
                  <a:close/>
                  <a:moveTo>
                    <a:pt x="2172" y="1688"/>
                  </a:moveTo>
                  <a:lnTo>
                    <a:pt x="2172" y="1688"/>
                  </a:lnTo>
                  <a:cubicBezTo>
                    <a:pt x="2172" y="1688"/>
                    <a:pt x="2173" y="1688"/>
                    <a:pt x="2173" y="1688"/>
                  </a:cubicBezTo>
                  <a:lnTo>
                    <a:pt x="2173" y="1688"/>
                  </a:lnTo>
                  <a:cubicBezTo>
                    <a:pt x="2173" y="1690"/>
                    <a:pt x="2173" y="1691"/>
                    <a:pt x="2173" y="1693"/>
                  </a:cubicBezTo>
                  <a:lnTo>
                    <a:pt x="2173" y="1693"/>
                  </a:lnTo>
                  <a:cubicBezTo>
                    <a:pt x="2173" y="1693"/>
                    <a:pt x="2173" y="1693"/>
                    <a:pt x="2173" y="1692"/>
                  </a:cubicBezTo>
                  <a:lnTo>
                    <a:pt x="2173" y="1692"/>
                  </a:lnTo>
                  <a:cubicBezTo>
                    <a:pt x="2173" y="1693"/>
                    <a:pt x="2173" y="1693"/>
                    <a:pt x="2173" y="1694"/>
                  </a:cubicBezTo>
                  <a:lnTo>
                    <a:pt x="2173" y="1694"/>
                  </a:lnTo>
                  <a:lnTo>
                    <a:pt x="2173" y="1692"/>
                  </a:lnTo>
                  <a:lnTo>
                    <a:pt x="2173" y="1692"/>
                  </a:lnTo>
                  <a:cubicBezTo>
                    <a:pt x="2173" y="1692"/>
                    <a:pt x="2173" y="1692"/>
                    <a:pt x="2173" y="1692"/>
                  </a:cubicBezTo>
                  <a:lnTo>
                    <a:pt x="2173" y="1692"/>
                  </a:lnTo>
                  <a:cubicBezTo>
                    <a:pt x="2173" y="1691"/>
                    <a:pt x="2173" y="1690"/>
                    <a:pt x="2172" y="1688"/>
                  </a:cubicBezTo>
                  <a:close/>
                  <a:moveTo>
                    <a:pt x="2063" y="1695"/>
                  </a:moveTo>
                  <a:lnTo>
                    <a:pt x="2063" y="1695"/>
                  </a:lnTo>
                  <a:lnTo>
                    <a:pt x="2063" y="1695"/>
                  </a:lnTo>
                  <a:close/>
                  <a:moveTo>
                    <a:pt x="2170" y="1686"/>
                  </a:moveTo>
                  <a:cubicBezTo>
                    <a:pt x="2171" y="1687"/>
                    <a:pt x="2171" y="1687"/>
                    <a:pt x="2172" y="1687"/>
                  </a:cubicBezTo>
                  <a:lnTo>
                    <a:pt x="2172" y="1687"/>
                  </a:lnTo>
                  <a:lnTo>
                    <a:pt x="2173" y="1692"/>
                  </a:lnTo>
                  <a:lnTo>
                    <a:pt x="2173" y="1692"/>
                  </a:lnTo>
                  <a:cubicBezTo>
                    <a:pt x="2173" y="1692"/>
                    <a:pt x="2172" y="1692"/>
                    <a:pt x="2172" y="1692"/>
                  </a:cubicBezTo>
                  <a:lnTo>
                    <a:pt x="2172" y="1692"/>
                  </a:lnTo>
                  <a:cubicBezTo>
                    <a:pt x="2173" y="1693"/>
                    <a:pt x="2173" y="1693"/>
                    <a:pt x="2173" y="1694"/>
                  </a:cubicBezTo>
                  <a:lnTo>
                    <a:pt x="2173" y="1694"/>
                  </a:lnTo>
                  <a:cubicBezTo>
                    <a:pt x="2173" y="1695"/>
                    <a:pt x="2173" y="1695"/>
                    <a:pt x="2173" y="1695"/>
                  </a:cubicBezTo>
                  <a:cubicBezTo>
                    <a:pt x="2172" y="1695"/>
                    <a:pt x="2171" y="1693"/>
                    <a:pt x="2169" y="1689"/>
                  </a:cubicBezTo>
                  <a:lnTo>
                    <a:pt x="2169" y="1689"/>
                  </a:lnTo>
                  <a:cubicBezTo>
                    <a:pt x="2170" y="1690"/>
                    <a:pt x="2171" y="1691"/>
                    <a:pt x="2172" y="1692"/>
                  </a:cubicBezTo>
                  <a:lnTo>
                    <a:pt x="2172" y="1692"/>
                  </a:lnTo>
                  <a:cubicBezTo>
                    <a:pt x="2171" y="1690"/>
                    <a:pt x="2171" y="1688"/>
                    <a:pt x="2170" y="1686"/>
                  </a:cubicBezTo>
                  <a:close/>
                  <a:moveTo>
                    <a:pt x="2173" y="1689"/>
                  </a:moveTo>
                  <a:lnTo>
                    <a:pt x="2173" y="1689"/>
                  </a:lnTo>
                  <a:cubicBezTo>
                    <a:pt x="2174" y="1689"/>
                    <a:pt x="2175" y="1690"/>
                    <a:pt x="2175" y="1690"/>
                  </a:cubicBezTo>
                  <a:lnTo>
                    <a:pt x="2175" y="1690"/>
                  </a:lnTo>
                  <a:lnTo>
                    <a:pt x="2179" y="1698"/>
                  </a:lnTo>
                  <a:lnTo>
                    <a:pt x="2179" y="1698"/>
                  </a:lnTo>
                  <a:cubicBezTo>
                    <a:pt x="2177" y="1696"/>
                    <a:pt x="2175" y="1694"/>
                    <a:pt x="2173" y="1693"/>
                  </a:cubicBezTo>
                  <a:lnTo>
                    <a:pt x="2173" y="1693"/>
                  </a:lnTo>
                  <a:cubicBezTo>
                    <a:pt x="2173" y="1695"/>
                    <a:pt x="2173" y="1695"/>
                    <a:pt x="2173" y="1695"/>
                  </a:cubicBezTo>
                  <a:cubicBezTo>
                    <a:pt x="2173" y="1694"/>
                    <a:pt x="2173" y="1693"/>
                    <a:pt x="2173" y="1693"/>
                  </a:cubicBezTo>
                  <a:lnTo>
                    <a:pt x="2173" y="1693"/>
                  </a:lnTo>
                  <a:cubicBezTo>
                    <a:pt x="2173" y="1693"/>
                    <a:pt x="2173" y="1693"/>
                    <a:pt x="2173" y="1693"/>
                  </a:cubicBezTo>
                  <a:lnTo>
                    <a:pt x="2173" y="1693"/>
                  </a:lnTo>
                  <a:cubicBezTo>
                    <a:pt x="2173" y="1692"/>
                    <a:pt x="2173" y="1691"/>
                    <a:pt x="2173" y="1689"/>
                  </a:cubicBezTo>
                  <a:close/>
                  <a:moveTo>
                    <a:pt x="2787" y="1693"/>
                  </a:moveTo>
                  <a:cubicBezTo>
                    <a:pt x="2782" y="1693"/>
                    <a:pt x="2787" y="1696"/>
                    <a:pt x="2814" y="1703"/>
                  </a:cubicBezTo>
                  <a:cubicBezTo>
                    <a:pt x="2814" y="1698"/>
                    <a:pt x="2792" y="1693"/>
                    <a:pt x="2787" y="1693"/>
                  </a:cubicBezTo>
                  <a:close/>
                  <a:moveTo>
                    <a:pt x="2178" y="1692"/>
                  </a:moveTo>
                  <a:lnTo>
                    <a:pt x="2178" y="1692"/>
                  </a:lnTo>
                  <a:cubicBezTo>
                    <a:pt x="2179" y="1693"/>
                    <a:pt x="2180" y="1694"/>
                    <a:pt x="2182" y="1695"/>
                  </a:cubicBezTo>
                  <a:lnTo>
                    <a:pt x="2182" y="1695"/>
                  </a:lnTo>
                  <a:cubicBezTo>
                    <a:pt x="2183" y="1698"/>
                    <a:pt x="2184" y="1700"/>
                    <a:pt x="2185" y="1703"/>
                  </a:cubicBezTo>
                  <a:lnTo>
                    <a:pt x="2185" y="1703"/>
                  </a:lnTo>
                  <a:cubicBezTo>
                    <a:pt x="2183" y="1701"/>
                    <a:pt x="2181" y="1700"/>
                    <a:pt x="2179" y="1698"/>
                  </a:cubicBezTo>
                  <a:lnTo>
                    <a:pt x="2179" y="1698"/>
                  </a:lnTo>
                  <a:cubicBezTo>
                    <a:pt x="2180" y="1700"/>
                    <a:pt x="2182" y="1703"/>
                    <a:pt x="2182" y="1703"/>
                  </a:cubicBezTo>
                  <a:lnTo>
                    <a:pt x="2179" y="1698"/>
                  </a:lnTo>
                  <a:lnTo>
                    <a:pt x="2179" y="1698"/>
                  </a:lnTo>
                  <a:cubicBezTo>
                    <a:pt x="2179" y="1698"/>
                    <a:pt x="2179" y="1698"/>
                    <a:pt x="2179" y="1698"/>
                  </a:cubicBezTo>
                  <a:lnTo>
                    <a:pt x="2179" y="1698"/>
                  </a:lnTo>
                  <a:cubicBezTo>
                    <a:pt x="2178" y="1695"/>
                    <a:pt x="2177" y="1693"/>
                    <a:pt x="2178" y="1692"/>
                  </a:cubicBezTo>
                  <a:close/>
                  <a:moveTo>
                    <a:pt x="2198" y="1711"/>
                  </a:moveTo>
                  <a:lnTo>
                    <a:pt x="2198" y="1711"/>
                  </a:lnTo>
                  <a:lnTo>
                    <a:pt x="2198" y="1711"/>
                  </a:lnTo>
                  <a:cubicBezTo>
                    <a:pt x="2198" y="1711"/>
                    <a:pt x="2198" y="1711"/>
                    <a:pt x="2198" y="1711"/>
                  </a:cubicBezTo>
                  <a:close/>
                  <a:moveTo>
                    <a:pt x="2168" y="1672"/>
                  </a:moveTo>
                  <a:cubicBezTo>
                    <a:pt x="2223" y="1703"/>
                    <a:pt x="2250" y="1719"/>
                    <a:pt x="2249" y="1719"/>
                  </a:cubicBezTo>
                  <a:lnTo>
                    <a:pt x="2249" y="1719"/>
                  </a:lnTo>
                  <a:cubicBezTo>
                    <a:pt x="2249" y="1719"/>
                    <a:pt x="2228" y="1708"/>
                    <a:pt x="2188" y="1687"/>
                  </a:cubicBezTo>
                  <a:lnTo>
                    <a:pt x="2188" y="1687"/>
                  </a:lnTo>
                  <a:lnTo>
                    <a:pt x="2214" y="1703"/>
                  </a:lnTo>
                  <a:cubicBezTo>
                    <a:pt x="2198" y="1697"/>
                    <a:pt x="2185" y="1689"/>
                    <a:pt x="2174" y="1681"/>
                  </a:cubicBezTo>
                  <a:lnTo>
                    <a:pt x="2174" y="1681"/>
                  </a:lnTo>
                  <a:cubicBezTo>
                    <a:pt x="2174" y="1681"/>
                    <a:pt x="2175" y="1682"/>
                    <a:pt x="2175" y="1682"/>
                  </a:cubicBezTo>
                  <a:lnTo>
                    <a:pt x="2175" y="1682"/>
                  </a:lnTo>
                  <a:lnTo>
                    <a:pt x="2173" y="1681"/>
                  </a:lnTo>
                  <a:lnTo>
                    <a:pt x="2173" y="1681"/>
                  </a:lnTo>
                  <a:cubicBezTo>
                    <a:pt x="2174" y="1685"/>
                    <a:pt x="2175" y="1681"/>
                    <a:pt x="2181" y="1693"/>
                  </a:cubicBezTo>
                  <a:lnTo>
                    <a:pt x="2181" y="1693"/>
                  </a:lnTo>
                  <a:lnTo>
                    <a:pt x="2180" y="1692"/>
                  </a:lnTo>
                  <a:lnTo>
                    <a:pt x="2182" y="1695"/>
                  </a:lnTo>
                  <a:cubicBezTo>
                    <a:pt x="2181" y="1694"/>
                    <a:pt x="2180" y="1693"/>
                    <a:pt x="2180" y="1692"/>
                  </a:cubicBezTo>
                  <a:lnTo>
                    <a:pt x="2180" y="1692"/>
                  </a:lnTo>
                  <a:lnTo>
                    <a:pt x="2180" y="1692"/>
                  </a:lnTo>
                  <a:lnTo>
                    <a:pt x="2172" y="1680"/>
                  </a:lnTo>
                  <a:lnTo>
                    <a:pt x="2173" y="1681"/>
                  </a:lnTo>
                  <a:lnTo>
                    <a:pt x="2173" y="1681"/>
                  </a:lnTo>
                  <a:cubicBezTo>
                    <a:pt x="2173" y="1681"/>
                    <a:pt x="2173" y="1681"/>
                    <a:pt x="2173" y="1680"/>
                  </a:cubicBezTo>
                  <a:lnTo>
                    <a:pt x="2173" y="1680"/>
                  </a:lnTo>
                  <a:cubicBezTo>
                    <a:pt x="2174" y="1681"/>
                    <a:pt x="2174" y="1681"/>
                    <a:pt x="2174" y="1681"/>
                  </a:cubicBezTo>
                  <a:lnTo>
                    <a:pt x="2174" y="1681"/>
                  </a:lnTo>
                  <a:cubicBezTo>
                    <a:pt x="2174" y="1680"/>
                    <a:pt x="2174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cubicBezTo>
                    <a:pt x="2173" y="1680"/>
                    <a:pt x="2172" y="1680"/>
                    <a:pt x="2172" y="1680"/>
                  </a:cubicBezTo>
                  <a:lnTo>
                    <a:pt x="2172" y="1680"/>
                  </a:lnTo>
                  <a:cubicBezTo>
                    <a:pt x="2172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8" y="1682"/>
                    <a:pt x="2183" y="1684"/>
                    <a:pt x="2188" y="1687"/>
                  </a:cubicBezTo>
                  <a:lnTo>
                    <a:pt x="2188" y="1687"/>
                  </a:lnTo>
                  <a:lnTo>
                    <a:pt x="2169" y="1675"/>
                  </a:lnTo>
                  <a:lnTo>
                    <a:pt x="2169" y="1675"/>
                  </a:lnTo>
                  <a:cubicBezTo>
                    <a:pt x="2169" y="1674"/>
                    <a:pt x="2168" y="1673"/>
                    <a:pt x="2168" y="1672"/>
                  </a:cubicBezTo>
                  <a:close/>
                  <a:moveTo>
                    <a:pt x="2125" y="1670"/>
                  </a:moveTo>
                  <a:lnTo>
                    <a:pt x="2125" y="1670"/>
                  </a:lnTo>
                  <a:cubicBezTo>
                    <a:pt x="2129" y="1707"/>
                    <a:pt x="2129" y="1725"/>
                    <a:pt x="2128" y="1725"/>
                  </a:cubicBezTo>
                  <a:cubicBezTo>
                    <a:pt x="2127" y="1725"/>
                    <a:pt x="2125" y="1707"/>
                    <a:pt x="2125" y="1670"/>
                  </a:cubicBezTo>
                  <a:close/>
                  <a:moveTo>
                    <a:pt x="2238" y="1678"/>
                  </a:moveTo>
                  <a:lnTo>
                    <a:pt x="2238" y="1678"/>
                  </a:lnTo>
                  <a:cubicBezTo>
                    <a:pt x="2263" y="1687"/>
                    <a:pt x="2287" y="1695"/>
                    <a:pt x="2303" y="1703"/>
                  </a:cubicBezTo>
                  <a:cubicBezTo>
                    <a:pt x="2327" y="1711"/>
                    <a:pt x="2344" y="1719"/>
                    <a:pt x="2368" y="1727"/>
                  </a:cubicBezTo>
                  <a:lnTo>
                    <a:pt x="2303" y="1711"/>
                  </a:lnTo>
                  <a:lnTo>
                    <a:pt x="2238" y="1678"/>
                  </a:lnTo>
                  <a:close/>
                  <a:moveTo>
                    <a:pt x="2668" y="1711"/>
                  </a:moveTo>
                  <a:cubicBezTo>
                    <a:pt x="2668" y="1711"/>
                    <a:pt x="2668" y="1711"/>
                    <a:pt x="2741" y="1719"/>
                  </a:cubicBezTo>
                  <a:lnTo>
                    <a:pt x="2733" y="1727"/>
                  </a:lnTo>
                  <a:lnTo>
                    <a:pt x="2668" y="1719"/>
                  </a:lnTo>
                  <a:lnTo>
                    <a:pt x="2668" y="1711"/>
                  </a:lnTo>
                  <a:close/>
                  <a:moveTo>
                    <a:pt x="2164" y="1682"/>
                  </a:moveTo>
                  <a:lnTo>
                    <a:pt x="2164" y="1682"/>
                  </a:lnTo>
                  <a:cubicBezTo>
                    <a:pt x="2165" y="1683"/>
                    <a:pt x="2166" y="1683"/>
                    <a:pt x="2167" y="1684"/>
                  </a:cubicBezTo>
                  <a:lnTo>
                    <a:pt x="2167" y="1684"/>
                  </a:lnTo>
                  <a:cubicBezTo>
                    <a:pt x="2168" y="1686"/>
                    <a:pt x="2169" y="1688"/>
                    <a:pt x="2169" y="1689"/>
                  </a:cubicBezTo>
                  <a:lnTo>
                    <a:pt x="2169" y="1689"/>
                  </a:lnTo>
                  <a:cubicBezTo>
                    <a:pt x="2168" y="1688"/>
                    <a:pt x="2166" y="1687"/>
                    <a:pt x="2165" y="1685"/>
                  </a:cubicBezTo>
                  <a:lnTo>
                    <a:pt x="2165" y="1685"/>
                  </a:lnTo>
                  <a:cubicBezTo>
                    <a:pt x="2165" y="1686"/>
                    <a:pt x="2165" y="1686"/>
                    <a:pt x="2165" y="1687"/>
                  </a:cubicBezTo>
                  <a:cubicBezTo>
                    <a:pt x="2165" y="1687"/>
                    <a:pt x="2165" y="1687"/>
                    <a:pt x="2165" y="1687"/>
                  </a:cubicBezTo>
                  <a:lnTo>
                    <a:pt x="2165" y="1687"/>
                  </a:lnTo>
                  <a:cubicBezTo>
                    <a:pt x="2172" y="1714"/>
                    <a:pt x="2175" y="1729"/>
                    <a:pt x="2173" y="1729"/>
                  </a:cubicBezTo>
                  <a:cubicBezTo>
                    <a:pt x="2172" y="1729"/>
                    <a:pt x="2168" y="1715"/>
                    <a:pt x="2161" y="1682"/>
                  </a:cubicBezTo>
                  <a:lnTo>
                    <a:pt x="2161" y="1682"/>
                  </a:lnTo>
                  <a:cubicBezTo>
                    <a:pt x="2162" y="1683"/>
                    <a:pt x="2164" y="1684"/>
                    <a:pt x="2165" y="1685"/>
                  </a:cubicBezTo>
                  <a:lnTo>
                    <a:pt x="2165" y="1685"/>
                  </a:lnTo>
                  <a:cubicBezTo>
                    <a:pt x="2165" y="1684"/>
                    <a:pt x="2164" y="1683"/>
                    <a:pt x="2164" y="1682"/>
                  </a:cubicBezTo>
                  <a:close/>
                  <a:moveTo>
                    <a:pt x="2163" y="1655"/>
                  </a:moveTo>
                  <a:lnTo>
                    <a:pt x="2230" y="1687"/>
                  </a:lnTo>
                  <a:cubicBezTo>
                    <a:pt x="2298" y="1716"/>
                    <a:pt x="2330" y="1730"/>
                    <a:pt x="2327" y="1730"/>
                  </a:cubicBezTo>
                  <a:cubicBezTo>
                    <a:pt x="2325" y="1730"/>
                    <a:pt x="2293" y="1718"/>
                    <a:pt x="2230" y="1695"/>
                  </a:cubicBezTo>
                  <a:cubicBezTo>
                    <a:pt x="2207" y="1683"/>
                    <a:pt x="2183" y="1672"/>
                    <a:pt x="2166" y="1665"/>
                  </a:cubicBezTo>
                  <a:lnTo>
                    <a:pt x="2166" y="1665"/>
                  </a:lnTo>
                  <a:lnTo>
                    <a:pt x="2165" y="1662"/>
                  </a:lnTo>
                  <a:cubicBezTo>
                    <a:pt x="2165" y="1662"/>
                    <a:pt x="2165" y="1662"/>
                    <a:pt x="2165" y="1662"/>
                  </a:cubicBezTo>
                  <a:lnTo>
                    <a:pt x="2165" y="1662"/>
                  </a:lnTo>
                  <a:cubicBezTo>
                    <a:pt x="2165" y="1663"/>
                    <a:pt x="2165" y="1664"/>
                    <a:pt x="2166" y="1665"/>
                  </a:cubicBezTo>
                  <a:lnTo>
                    <a:pt x="2166" y="1665"/>
                  </a:lnTo>
                  <a:cubicBezTo>
                    <a:pt x="2165" y="1664"/>
                    <a:pt x="2165" y="1664"/>
                    <a:pt x="2164" y="1664"/>
                  </a:cubicBezTo>
                  <a:lnTo>
                    <a:pt x="2164" y="1664"/>
                  </a:lnTo>
                  <a:cubicBezTo>
                    <a:pt x="2164" y="1663"/>
                    <a:pt x="2164" y="1662"/>
                    <a:pt x="2163" y="1662"/>
                  </a:cubicBezTo>
                  <a:lnTo>
                    <a:pt x="2163" y="1662"/>
                  </a:lnTo>
                  <a:cubicBezTo>
                    <a:pt x="2163" y="1662"/>
                    <a:pt x="2163" y="1662"/>
                    <a:pt x="2163" y="1662"/>
                  </a:cubicBezTo>
                  <a:lnTo>
                    <a:pt x="2163" y="1662"/>
                  </a:lnTo>
                  <a:lnTo>
                    <a:pt x="2163" y="1662"/>
                  </a:lnTo>
                  <a:lnTo>
                    <a:pt x="2163" y="1662"/>
                  </a:lnTo>
                  <a:cubicBezTo>
                    <a:pt x="2163" y="1661"/>
                    <a:pt x="2163" y="1660"/>
                    <a:pt x="2163" y="1660"/>
                  </a:cubicBezTo>
                  <a:lnTo>
                    <a:pt x="2163" y="1660"/>
                  </a:lnTo>
                  <a:cubicBezTo>
                    <a:pt x="2163" y="1660"/>
                    <a:pt x="2164" y="1661"/>
                    <a:pt x="2165" y="1662"/>
                  </a:cubicBezTo>
                  <a:lnTo>
                    <a:pt x="2165" y="1662"/>
                  </a:lnTo>
                  <a:cubicBezTo>
                    <a:pt x="2164" y="1660"/>
                    <a:pt x="2164" y="1658"/>
                    <a:pt x="2163" y="1655"/>
                  </a:cubicBezTo>
                  <a:close/>
                  <a:moveTo>
                    <a:pt x="2065" y="1688"/>
                  </a:moveTo>
                  <a:cubicBezTo>
                    <a:pt x="2061" y="1695"/>
                    <a:pt x="2055" y="1706"/>
                    <a:pt x="2046" y="1721"/>
                  </a:cubicBezTo>
                  <a:lnTo>
                    <a:pt x="2046" y="1721"/>
                  </a:lnTo>
                  <a:cubicBezTo>
                    <a:pt x="2049" y="1715"/>
                    <a:pt x="2053" y="1709"/>
                    <a:pt x="2056" y="1702"/>
                  </a:cubicBezTo>
                  <a:lnTo>
                    <a:pt x="2056" y="1702"/>
                  </a:lnTo>
                  <a:cubicBezTo>
                    <a:pt x="2060" y="1700"/>
                    <a:pt x="2060" y="1695"/>
                    <a:pt x="2060" y="1695"/>
                  </a:cubicBezTo>
                  <a:lnTo>
                    <a:pt x="2060" y="1695"/>
                  </a:lnTo>
                  <a:cubicBezTo>
                    <a:pt x="2060" y="1695"/>
                    <a:pt x="2060" y="1695"/>
                    <a:pt x="2060" y="1695"/>
                  </a:cubicBezTo>
                  <a:cubicBezTo>
                    <a:pt x="2061" y="1693"/>
                    <a:pt x="2061" y="1692"/>
                    <a:pt x="2062" y="1690"/>
                  </a:cubicBezTo>
                  <a:lnTo>
                    <a:pt x="2062" y="1690"/>
                  </a:lnTo>
                  <a:cubicBezTo>
                    <a:pt x="2020" y="1726"/>
                    <a:pt x="1998" y="1742"/>
                    <a:pt x="1997" y="1742"/>
                  </a:cubicBezTo>
                  <a:cubicBezTo>
                    <a:pt x="1996" y="1742"/>
                    <a:pt x="2018" y="1724"/>
                    <a:pt x="2063" y="1689"/>
                  </a:cubicBezTo>
                  <a:lnTo>
                    <a:pt x="2063" y="1689"/>
                  </a:lnTo>
                  <a:cubicBezTo>
                    <a:pt x="2063" y="1689"/>
                    <a:pt x="2062" y="1690"/>
                    <a:pt x="2062" y="1690"/>
                  </a:cubicBezTo>
                  <a:lnTo>
                    <a:pt x="2062" y="1690"/>
                  </a:lnTo>
                  <a:cubicBezTo>
                    <a:pt x="2063" y="1690"/>
                    <a:pt x="2064" y="1689"/>
                    <a:pt x="2065" y="1688"/>
                  </a:cubicBezTo>
                  <a:close/>
                  <a:moveTo>
                    <a:pt x="2103" y="1639"/>
                  </a:moveTo>
                  <a:lnTo>
                    <a:pt x="2110" y="1641"/>
                  </a:lnTo>
                  <a:lnTo>
                    <a:pt x="2110" y="1641"/>
                  </a:lnTo>
                  <a:lnTo>
                    <a:pt x="2108" y="1642"/>
                  </a:lnTo>
                  <a:lnTo>
                    <a:pt x="2108" y="1642"/>
                  </a:lnTo>
                  <a:lnTo>
                    <a:pt x="2109" y="1643"/>
                  </a:lnTo>
                  <a:lnTo>
                    <a:pt x="2109" y="1643"/>
                  </a:lnTo>
                  <a:cubicBezTo>
                    <a:pt x="2110" y="1643"/>
                    <a:pt x="2111" y="1642"/>
                    <a:pt x="2112" y="1642"/>
                  </a:cubicBezTo>
                  <a:lnTo>
                    <a:pt x="2112" y="1642"/>
                  </a:lnTo>
                  <a:lnTo>
                    <a:pt x="2112" y="1642"/>
                  </a:lnTo>
                  <a:lnTo>
                    <a:pt x="2112" y="1642"/>
                  </a:lnTo>
                  <a:cubicBezTo>
                    <a:pt x="2111" y="1643"/>
                    <a:pt x="2110" y="1643"/>
                    <a:pt x="2110" y="1643"/>
                  </a:cubicBezTo>
                  <a:lnTo>
                    <a:pt x="2110" y="1643"/>
                  </a:lnTo>
                  <a:lnTo>
                    <a:pt x="2109" y="1643"/>
                  </a:lnTo>
                  <a:lnTo>
                    <a:pt x="2109" y="1643"/>
                  </a:lnTo>
                  <a:cubicBezTo>
                    <a:pt x="2102" y="1646"/>
                    <a:pt x="2094" y="1650"/>
                    <a:pt x="2084" y="1654"/>
                  </a:cubicBezTo>
                  <a:cubicBezTo>
                    <a:pt x="2093" y="1651"/>
                    <a:pt x="2101" y="1647"/>
                    <a:pt x="2110" y="1643"/>
                  </a:cubicBezTo>
                  <a:lnTo>
                    <a:pt x="2110" y="1643"/>
                  </a:lnTo>
                  <a:lnTo>
                    <a:pt x="2114" y="1645"/>
                  </a:lnTo>
                  <a:lnTo>
                    <a:pt x="2114" y="1645"/>
                  </a:lnTo>
                  <a:lnTo>
                    <a:pt x="2116" y="1644"/>
                  </a:lnTo>
                  <a:lnTo>
                    <a:pt x="2116" y="1644"/>
                  </a:lnTo>
                  <a:lnTo>
                    <a:pt x="2116" y="1644"/>
                  </a:lnTo>
                  <a:cubicBezTo>
                    <a:pt x="2116" y="1644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8" y="1644"/>
                    <a:pt x="2118" y="1644"/>
                    <a:pt x="2118" y="1644"/>
                  </a:cubicBezTo>
                  <a:lnTo>
                    <a:pt x="2118" y="1644"/>
                  </a:lnTo>
                  <a:lnTo>
                    <a:pt x="2121" y="1646"/>
                  </a:lnTo>
                  <a:lnTo>
                    <a:pt x="2121" y="1646"/>
                  </a:lnTo>
                  <a:lnTo>
                    <a:pt x="2119" y="1645"/>
                  </a:lnTo>
                  <a:lnTo>
                    <a:pt x="2119" y="1645"/>
                  </a:lnTo>
                  <a:cubicBezTo>
                    <a:pt x="2119" y="1645"/>
                    <a:pt x="2120" y="1646"/>
                    <a:pt x="2121" y="1646"/>
                  </a:cubicBezTo>
                  <a:lnTo>
                    <a:pt x="2122" y="1646"/>
                  </a:lnTo>
                  <a:lnTo>
                    <a:pt x="2125" y="1648"/>
                  </a:lnTo>
                  <a:lnTo>
                    <a:pt x="2125" y="1648"/>
                  </a:lnTo>
                  <a:cubicBezTo>
                    <a:pt x="2125" y="1648"/>
                    <a:pt x="2125" y="1648"/>
                    <a:pt x="2125" y="1648"/>
                  </a:cubicBezTo>
                  <a:lnTo>
                    <a:pt x="2125" y="1648"/>
                  </a:lnTo>
                  <a:cubicBezTo>
                    <a:pt x="2124" y="1648"/>
                    <a:pt x="2122" y="1647"/>
                    <a:pt x="2121" y="1646"/>
                  </a:cubicBezTo>
                  <a:lnTo>
                    <a:pt x="2115" y="1646"/>
                  </a:lnTo>
                  <a:lnTo>
                    <a:pt x="2125" y="1652"/>
                  </a:lnTo>
                  <a:lnTo>
                    <a:pt x="2125" y="1652"/>
                  </a:lnTo>
                  <a:cubicBezTo>
                    <a:pt x="2125" y="1651"/>
                    <a:pt x="2125" y="1650"/>
                    <a:pt x="2125" y="1648"/>
                  </a:cubicBezTo>
                  <a:lnTo>
                    <a:pt x="2125" y="1648"/>
                  </a:lnTo>
                  <a:cubicBezTo>
                    <a:pt x="2126" y="1649"/>
                    <a:pt x="2126" y="1649"/>
                    <a:pt x="2127" y="1649"/>
                  </a:cubicBezTo>
                  <a:lnTo>
                    <a:pt x="2127" y="1649"/>
                  </a:lnTo>
                  <a:lnTo>
                    <a:pt x="2135" y="1654"/>
                  </a:lnTo>
                  <a:lnTo>
                    <a:pt x="2135" y="1654"/>
                  </a:lnTo>
                  <a:cubicBezTo>
                    <a:pt x="2135" y="1654"/>
                    <a:pt x="2135" y="1654"/>
                    <a:pt x="2135" y="1653"/>
                  </a:cubicBezTo>
                  <a:lnTo>
                    <a:pt x="2135" y="1653"/>
                  </a:lnTo>
                  <a:cubicBezTo>
                    <a:pt x="2137" y="1655"/>
                    <a:pt x="2139" y="1656"/>
                    <a:pt x="2141" y="1657"/>
                  </a:cubicBezTo>
                  <a:lnTo>
                    <a:pt x="2141" y="1657"/>
                  </a:lnTo>
                  <a:cubicBezTo>
                    <a:pt x="2141" y="1657"/>
                    <a:pt x="2141" y="1658"/>
                    <a:pt x="2141" y="1658"/>
                  </a:cubicBezTo>
                  <a:lnTo>
                    <a:pt x="2141" y="1658"/>
                  </a:lnTo>
                  <a:lnTo>
                    <a:pt x="2135" y="1654"/>
                  </a:lnTo>
                  <a:lnTo>
                    <a:pt x="2135" y="1654"/>
                  </a:lnTo>
                  <a:cubicBezTo>
                    <a:pt x="2135" y="1655"/>
                    <a:pt x="2135" y="1657"/>
                    <a:pt x="2135" y="1658"/>
                  </a:cubicBezTo>
                  <a:lnTo>
                    <a:pt x="2135" y="1658"/>
                  </a:lnTo>
                  <a:lnTo>
                    <a:pt x="2141" y="1661"/>
                  </a:lnTo>
                  <a:lnTo>
                    <a:pt x="2141" y="1661"/>
                  </a:lnTo>
                  <a:cubicBezTo>
                    <a:pt x="2141" y="1660"/>
                    <a:pt x="2141" y="1659"/>
                    <a:pt x="2141" y="1658"/>
                  </a:cubicBezTo>
                  <a:lnTo>
                    <a:pt x="2141" y="1658"/>
                  </a:lnTo>
                  <a:lnTo>
                    <a:pt x="2158" y="1669"/>
                  </a:lnTo>
                  <a:lnTo>
                    <a:pt x="2158" y="1669"/>
                  </a:lnTo>
                  <a:cubicBezTo>
                    <a:pt x="2158" y="1668"/>
                    <a:pt x="2158" y="1667"/>
                    <a:pt x="2158" y="1666"/>
                  </a:cubicBezTo>
                  <a:lnTo>
                    <a:pt x="2158" y="1666"/>
                  </a:lnTo>
                  <a:cubicBezTo>
                    <a:pt x="2159" y="1667"/>
                    <a:pt x="2160" y="1667"/>
                    <a:pt x="2161" y="1668"/>
                  </a:cubicBezTo>
                  <a:lnTo>
                    <a:pt x="2161" y="1668"/>
                  </a:lnTo>
                  <a:cubicBezTo>
                    <a:pt x="2161" y="1669"/>
                    <a:pt x="2161" y="1669"/>
                    <a:pt x="2161" y="1670"/>
                  </a:cubicBezTo>
                  <a:lnTo>
                    <a:pt x="2161" y="1670"/>
                  </a:lnTo>
                  <a:lnTo>
                    <a:pt x="2158" y="1669"/>
                  </a:lnTo>
                  <a:lnTo>
                    <a:pt x="2158" y="1669"/>
                  </a:lnTo>
                  <a:cubicBezTo>
                    <a:pt x="2158" y="1669"/>
                    <a:pt x="2159" y="1670"/>
                    <a:pt x="2159" y="1671"/>
                  </a:cubicBezTo>
                  <a:lnTo>
                    <a:pt x="2159" y="1671"/>
                  </a:lnTo>
                  <a:cubicBezTo>
                    <a:pt x="2158" y="1671"/>
                    <a:pt x="2158" y="1671"/>
                    <a:pt x="2157" y="1670"/>
                  </a:cubicBezTo>
                  <a:lnTo>
                    <a:pt x="2157" y="1670"/>
                  </a:lnTo>
                  <a:cubicBezTo>
                    <a:pt x="2157" y="1670"/>
                    <a:pt x="2157" y="1670"/>
                    <a:pt x="2157" y="1670"/>
                  </a:cubicBezTo>
                  <a:lnTo>
                    <a:pt x="2141" y="1661"/>
                  </a:lnTo>
                  <a:lnTo>
                    <a:pt x="2141" y="1661"/>
                  </a:lnTo>
                  <a:cubicBezTo>
                    <a:pt x="2141" y="1667"/>
                    <a:pt x="2141" y="1672"/>
                    <a:pt x="2141" y="1678"/>
                  </a:cubicBezTo>
                  <a:cubicBezTo>
                    <a:pt x="2141" y="1678"/>
                    <a:pt x="2137" y="1678"/>
                    <a:pt x="2135" y="1658"/>
                  </a:cubicBezTo>
                  <a:lnTo>
                    <a:pt x="2135" y="1658"/>
                  </a:lnTo>
                  <a:lnTo>
                    <a:pt x="2125" y="1652"/>
                  </a:lnTo>
                  <a:lnTo>
                    <a:pt x="2125" y="1652"/>
                  </a:lnTo>
                  <a:cubicBezTo>
                    <a:pt x="2125" y="1659"/>
                    <a:pt x="2125" y="1665"/>
                    <a:pt x="2125" y="1670"/>
                  </a:cubicBezTo>
                  <a:cubicBezTo>
                    <a:pt x="2125" y="1695"/>
                    <a:pt x="2125" y="1719"/>
                    <a:pt x="2117" y="1743"/>
                  </a:cubicBezTo>
                  <a:cubicBezTo>
                    <a:pt x="2117" y="1716"/>
                    <a:pt x="2117" y="1689"/>
                    <a:pt x="2117" y="1670"/>
                  </a:cubicBezTo>
                  <a:cubicBezTo>
                    <a:pt x="2117" y="1735"/>
                    <a:pt x="2117" y="1735"/>
                    <a:pt x="2109" y="1735"/>
                  </a:cubicBezTo>
                  <a:cubicBezTo>
                    <a:pt x="2104" y="1694"/>
                    <a:pt x="2094" y="1674"/>
                    <a:pt x="2085" y="1674"/>
                  </a:cubicBezTo>
                  <a:cubicBezTo>
                    <a:pt x="2078" y="1674"/>
                    <a:pt x="2072" y="1686"/>
                    <a:pt x="2068" y="1711"/>
                  </a:cubicBezTo>
                  <a:lnTo>
                    <a:pt x="2060" y="1703"/>
                  </a:lnTo>
                  <a:lnTo>
                    <a:pt x="2063" y="1695"/>
                  </a:lnTo>
                  <a:lnTo>
                    <a:pt x="2060" y="1700"/>
                  </a:lnTo>
                  <a:lnTo>
                    <a:pt x="2060" y="1700"/>
                  </a:lnTo>
                  <a:cubicBezTo>
                    <a:pt x="2062" y="1695"/>
                    <a:pt x="2064" y="1691"/>
                    <a:pt x="2065" y="1688"/>
                  </a:cubicBezTo>
                  <a:lnTo>
                    <a:pt x="2065" y="1688"/>
                  </a:lnTo>
                  <a:cubicBezTo>
                    <a:pt x="2065" y="1688"/>
                    <a:pt x="2065" y="1688"/>
                    <a:pt x="2065" y="1688"/>
                  </a:cubicBezTo>
                  <a:lnTo>
                    <a:pt x="2065" y="1688"/>
                  </a:lnTo>
                  <a:cubicBezTo>
                    <a:pt x="2065" y="1687"/>
                    <a:pt x="2065" y="1687"/>
                    <a:pt x="2066" y="1687"/>
                  </a:cubicBezTo>
                  <a:lnTo>
                    <a:pt x="2066" y="1687"/>
                  </a:lnTo>
                  <a:cubicBezTo>
                    <a:pt x="2065" y="1687"/>
                    <a:pt x="2064" y="1688"/>
                    <a:pt x="2063" y="1689"/>
                  </a:cubicBezTo>
                  <a:lnTo>
                    <a:pt x="2063" y="1689"/>
                  </a:lnTo>
                  <a:cubicBezTo>
                    <a:pt x="2065" y="1684"/>
                    <a:pt x="2066" y="1681"/>
                    <a:pt x="2067" y="1680"/>
                  </a:cubicBezTo>
                  <a:lnTo>
                    <a:pt x="2067" y="1680"/>
                  </a:lnTo>
                  <a:cubicBezTo>
                    <a:pt x="2066" y="1680"/>
                    <a:pt x="2066" y="1680"/>
                    <a:pt x="2066" y="1680"/>
                  </a:cubicBezTo>
                  <a:cubicBezTo>
                    <a:pt x="2066" y="1680"/>
                    <a:pt x="2066" y="1680"/>
                    <a:pt x="2066" y="1680"/>
                  </a:cubicBezTo>
                  <a:lnTo>
                    <a:pt x="2066" y="1680"/>
                  </a:lnTo>
                  <a:cubicBezTo>
                    <a:pt x="2066" y="1680"/>
                    <a:pt x="2066" y="1680"/>
                    <a:pt x="2066" y="1680"/>
                  </a:cubicBezTo>
                  <a:cubicBezTo>
                    <a:pt x="2066" y="1680"/>
                    <a:pt x="2066" y="1680"/>
                    <a:pt x="2067" y="1680"/>
                  </a:cubicBezTo>
                  <a:lnTo>
                    <a:pt x="2067" y="1680"/>
                  </a:lnTo>
                  <a:cubicBezTo>
                    <a:pt x="2067" y="1680"/>
                    <a:pt x="2067" y="1680"/>
                    <a:pt x="2067" y="1680"/>
                  </a:cubicBezTo>
                  <a:lnTo>
                    <a:pt x="2067" y="1680"/>
                  </a:ln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8" y="1680"/>
                    <a:pt x="2067" y="1681"/>
                    <a:pt x="2067" y="1684"/>
                  </a:cubicBezTo>
                  <a:lnTo>
                    <a:pt x="2067" y="1684"/>
                  </a:lnTo>
                  <a:cubicBezTo>
                    <a:pt x="2067" y="1684"/>
                    <a:pt x="2067" y="1684"/>
                    <a:pt x="2066" y="1684"/>
                  </a:cubicBezTo>
                  <a:lnTo>
                    <a:pt x="2066" y="1684"/>
                  </a:lnTo>
                  <a:cubicBezTo>
                    <a:pt x="2067" y="1684"/>
                    <a:pt x="2067" y="1684"/>
                    <a:pt x="2067" y="1684"/>
                  </a:cubicBezTo>
                  <a:lnTo>
                    <a:pt x="2067" y="1684"/>
                  </a:lnTo>
                  <a:cubicBezTo>
                    <a:pt x="2066" y="1685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6"/>
                    <a:pt x="2066" y="1686"/>
                  </a:cubicBezTo>
                  <a:lnTo>
                    <a:pt x="2066" y="1686"/>
                  </a:lnTo>
                  <a:lnTo>
                    <a:pt x="2066" y="1687"/>
                  </a:lnTo>
                  <a:lnTo>
                    <a:pt x="2066" y="1687"/>
                  </a:lnTo>
                  <a:cubicBezTo>
                    <a:pt x="2066" y="1687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7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5" y="1687"/>
                    <a:pt x="2065" y="1687"/>
                    <a:pt x="2065" y="1688"/>
                  </a:cubicBezTo>
                  <a:lnTo>
                    <a:pt x="2065" y="1688"/>
                  </a:lnTo>
                  <a:cubicBezTo>
                    <a:pt x="2065" y="1688"/>
                    <a:pt x="2065" y="1687"/>
                    <a:pt x="2066" y="1687"/>
                  </a:cubicBezTo>
                  <a:lnTo>
                    <a:pt x="2066" y="1687"/>
                  </a:lnTo>
                  <a:cubicBezTo>
                    <a:pt x="2065" y="1688"/>
                    <a:pt x="2065" y="1689"/>
                    <a:pt x="2065" y="1689"/>
                  </a:cubicBezTo>
                  <a:lnTo>
                    <a:pt x="2065" y="1689"/>
                  </a:lnTo>
                  <a:lnTo>
                    <a:pt x="2063" y="1695"/>
                  </a:lnTo>
                  <a:lnTo>
                    <a:pt x="2063" y="1694"/>
                  </a:lnTo>
                  <a:lnTo>
                    <a:pt x="2063" y="1694"/>
                  </a:lnTo>
                  <a:cubicBezTo>
                    <a:pt x="2062" y="1697"/>
                    <a:pt x="2061" y="1700"/>
                    <a:pt x="2060" y="1703"/>
                  </a:cubicBezTo>
                  <a:cubicBezTo>
                    <a:pt x="2062" y="1699"/>
                    <a:pt x="2063" y="1695"/>
                    <a:pt x="2065" y="1691"/>
                  </a:cubicBezTo>
                  <a:lnTo>
                    <a:pt x="2065" y="1691"/>
                  </a:lnTo>
                  <a:lnTo>
                    <a:pt x="2068" y="1687"/>
                  </a:lnTo>
                  <a:lnTo>
                    <a:pt x="2068" y="1687"/>
                  </a:lnTo>
                  <a:cubicBezTo>
                    <a:pt x="2070" y="1685"/>
                    <a:pt x="2072" y="1683"/>
                    <a:pt x="2076" y="1678"/>
                  </a:cubicBezTo>
                  <a:lnTo>
                    <a:pt x="2076" y="1678"/>
                  </a:lnTo>
                  <a:cubicBezTo>
                    <a:pt x="2076" y="1678"/>
                    <a:pt x="2076" y="1678"/>
                    <a:pt x="2076" y="1678"/>
                  </a:cubicBezTo>
                  <a:lnTo>
                    <a:pt x="2103" y="1651"/>
                  </a:lnTo>
                  <a:lnTo>
                    <a:pt x="2103" y="1651"/>
                  </a:lnTo>
                  <a:cubicBezTo>
                    <a:pt x="2098" y="1655"/>
                    <a:pt x="2091" y="1658"/>
                    <a:pt x="2084" y="1662"/>
                  </a:cubicBezTo>
                  <a:cubicBezTo>
                    <a:pt x="2081" y="1664"/>
                    <a:pt x="2078" y="1665"/>
                    <a:pt x="2075" y="1666"/>
                  </a:cubicBezTo>
                  <a:lnTo>
                    <a:pt x="2075" y="1666"/>
                  </a:lnTo>
                  <a:cubicBezTo>
                    <a:pt x="2076" y="1663"/>
                    <a:pt x="2077" y="1660"/>
                    <a:pt x="2078" y="1657"/>
                  </a:cubicBezTo>
                  <a:lnTo>
                    <a:pt x="2078" y="1657"/>
                  </a:lnTo>
                  <a:cubicBezTo>
                    <a:pt x="2080" y="1656"/>
                    <a:pt x="2082" y="1655"/>
                    <a:pt x="2084" y="1654"/>
                  </a:cubicBezTo>
                  <a:lnTo>
                    <a:pt x="2108" y="1642"/>
                  </a:lnTo>
                  <a:lnTo>
                    <a:pt x="2108" y="1642"/>
                  </a:lnTo>
                  <a:lnTo>
                    <a:pt x="2103" y="1639"/>
                  </a:lnTo>
                  <a:lnTo>
                    <a:pt x="2103" y="1639"/>
                  </a:lnTo>
                  <a:cubicBezTo>
                    <a:pt x="2103" y="1639"/>
                    <a:pt x="2103" y="1639"/>
                    <a:pt x="2103" y="1639"/>
                  </a:cubicBezTo>
                  <a:close/>
                  <a:moveTo>
                    <a:pt x="1544" y="1722"/>
                  </a:moveTo>
                  <a:cubicBezTo>
                    <a:pt x="1549" y="1722"/>
                    <a:pt x="1549" y="1724"/>
                    <a:pt x="1549" y="1727"/>
                  </a:cubicBezTo>
                  <a:cubicBezTo>
                    <a:pt x="1533" y="1735"/>
                    <a:pt x="1509" y="1743"/>
                    <a:pt x="1484" y="1751"/>
                  </a:cubicBezTo>
                  <a:cubicBezTo>
                    <a:pt x="1472" y="1753"/>
                    <a:pt x="1464" y="1754"/>
                    <a:pt x="1460" y="1754"/>
                  </a:cubicBezTo>
                  <a:cubicBezTo>
                    <a:pt x="1442" y="1754"/>
                    <a:pt x="1484" y="1742"/>
                    <a:pt x="1484" y="1735"/>
                  </a:cubicBezTo>
                  <a:cubicBezTo>
                    <a:pt x="1522" y="1726"/>
                    <a:pt x="1538" y="1722"/>
                    <a:pt x="1544" y="1722"/>
                  </a:cubicBezTo>
                  <a:close/>
                  <a:moveTo>
                    <a:pt x="2214" y="1703"/>
                  </a:moveTo>
                  <a:cubicBezTo>
                    <a:pt x="2282" y="1747"/>
                    <a:pt x="2309" y="1764"/>
                    <a:pt x="2308" y="1764"/>
                  </a:cubicBezTo>
                  <a:cubicBezTo>
                    <a:pt x="2307" y="1764"/>
                    <a:pt x="2293" y="1756"/>
                    <a:pt x="2271" y="1743"/>
                  </a:cubicBezTo>
                  <a:lnTo>
                    <a:pt x="2214" y="1703"/>
                  </a:lnTo>
                  <a:close/>
                  <a:moveTo>
                    <a:pt x="2608" y="1732"/>
                  </a:moveTo>
                  <a:cubicBezTo>
                    <a:pt x="2613" y="1732"/>
                    <a:pt x="2631" y="1736"/>
                    <a:pt x="2660" y="1743"/>
                  </a:cubicBezTo>
                  <a:cubicBezTo>
                    <a:pt x="2725" y="1751"/>
                    <a:pt x="2725" y="1751"/>
                    <a:pt x="2725" y="1760"/>
                  </a:cubicBezTo>
                  <a:cubicBezTo>
                    <a:pt x="2721" y="1763"/>
                    <a:pt x="2719" y="1765"/>
                    <a:pt x="2714" y="1765"/>
                  </a:cubicBezTo>
                  <a:cubicBezTo>
                    <a:pt x="2705" y="1765"/>
                    <a:pt x="2690" y="1761"/>
                    <a:pt x="2652" y="1751"/>
                  </a:cubicBezTo>
                  <a:cubicBezTo>
                    <a:pt x="2616" y="1738"/>
                    <a:pt x="2602" y="1732"/>
                    <a:pt x="2608" y="1732"/>
                  </a:cubicBezTo>
                  <a:close/>
                  <a:moveTo>
                    <a:pt x="2055" y="1702"/>
                  </a:moveTo>
                  <a:cubicBezTo>
                    <a:pt x="2022" y="1753"/>
                    <a:pt x="2006" y="1775"/>
                    <a:pt x="2004" y="1775"/>
                  </a:cubicBezTo>
                  <a:cubicBezTo>
                    <a:pt x="2002" y="1775"/>
                    <a:pt x="2019" y="1748"/>
                    <a:pt x="2052" y="1703"/>
                  </a:cubicBezTo>
                  <a:cubicBezTo>
                    <a:pt x="2053" y="1703"/>
                    <a:pt x="2054" y="1703"/>
                    <a:pt x="2055" y="1702"/>
                  </a:cubicBezTo>
                  <a:close/>
                  <a:moveTo>
                    <a:pt x="2056" y="1702"/>
                  </a:moveTo>
                  <a:cubicBezTo>
                    <a:pt x="2026" y="1754"/>
                    <a:pt x="2009" y="1780"/>
                    <a:pt x="2008" y="1780"/>
                  </a:cubicBezTo>
                  <a:cubicBezTo>
                    <a:pt x="2007" y="1780"/>
                    <a:pt x="2022" y="1754"/>
                    <a:pt x="2055" y="1702"/>
                  </a:cubicBezTo>
                  <a:lnTo>
                    <a:pt x="2055" y="1702"/>
                  </a:lnTo>
                  <a:cubicBezTo>
                    <a:pt x="2055" y="1702"/>
                    <a:pt x="2056" y="1702"/>
                    <a:pt x="2056" y="1702"/>
                  </a:cubicBezTo>
                  <a:close/>
                  <a:moveTo>
                    <a:pt x="2060" y="1700"/>
                  </a:moveTo>
                  <a:lnTo>
                    <a:pt x="2060" y="1700"/>
                  </a:lnTo>
                  <a:cubicBezTo>
                    <a:pt x="2057" y="1706"/>
                    <a:pt x="2053" y="1714"/>
                    <a:pt x="2049" y="1722"/>
                  </a:cubicBezTo>
                  <a:lnTo>
                    <a:pt x="2049" y="1722"/>
                  </a:lnTo>
                  <a:cubicBezTo>
                    <a:pt x="2053" y="1716"/>
                    <a:pt x="2056" y="1710"/>
                    <a:pt x="2060" y="1703"/>
                  </a:cubicBezTo>
                  <a:lnTo>
                    <a:pt x="2060" y="1703"/>
                  </a:lnTo>
                  <a:lnTo>
                    <a:pt x="2060" y="1703"/>
                  </a:lnTo>
                  <a:lnTo>
                    <a:pt x="2060" y="1703"/>
                  </a:lnTo>
                  <a:cubicBezTo>
                    <a:pt x="2052" y="1727"/>
                    <a:pt x="2044" y="1743"/>
                    <a:pt x="2027" y="1768"/>
                  </a:cubicBezTo>
                  <a:cubicBezTo>
                    <a:pt x="2036" y="1751"/>
                    <a:pt x="2043" y="1735"/>
                    <a:pt x="2049" y="1722"/>
                  </a:cubicBezTo>
                  <a:lnTo>
                    <a:pt x="2049" y="1722"/>
                  </a:lnTo>
                  <a:cubicBezTo>
                    <a:pt x="2025" y="1768"/>
                    <a:pt x="2012" y="1790"/>
                    <a:pt x="2011" y="1790"/>
                  </a:cubicBezTo>
                  <a:cubicBezTo>
                    <a:pt x="2010" y="1790"/>
                    <a:pt x="2021" y="1769"/>
                    <a:pt x="2043" y="1727"/>
                  </a:cubicBezTo>
                  <a:lnTo>
                    <a:pt x="2043" y="1727"/>
                  </a:lnTo>
                  <a:lnTo>
                    <a:pt x="2060" y="1700"/>
                  </a:lnTo>
                  <a:close/>
                  <a:moveTo>
                    <a:pt x="2027" y="1751"/>
                  </a:moveTo>
                  <a:lnTo>
                    <a:pt x="2027" y="1751"/>
                  </a:lnTo>
                  <a:cubicBezTo>
                    <a:pt x="2012" y="1783"/>
                    <a:pt x="2004" y="1797"/>
                    <a:pt x="2003" y="1797"/>
                  </a:cubicBezTo>
                  <a:cubicBezTo>
                    <a:pt x="2003" y="1797"/>
                    <a:pt x="2011" y="1781"/>
                    <a:pt x="2027" y="1751"/>
                  </a:cubicBezTo>
                  <a:close/>
                  <a:moveTo>
                    <a:pt x="2937" y="1784"/>
                  </a:moveTo>
                  <a:lnTo>
                    <a:pt x="2937" y="1784"/>
                  </a:lnTo>
                  <a:cubicBezTo>
                    <a:pt x="2954" y="1789"/>
                    <a:pt x="2975" y="1794"/>
                    <a:pt x="3000" y="1800"/>
                  </a:cubicBezTo>
                  <a:cubicBezTo>
                    <a:pt x="3026" y="1800"/>
                    <a:pt x="3042" y="1801"/>
                    <a:pt x="3043" y="1801"/>
                  </a:cubicBezTo>
                  <a:cubicBezTo>
                    <a:pt x="3044" y="1801"/>
                    <a:pt x="3014" y="1799"/>
                    <a:pt x="2937" y="1784"/>
                  </a:cubicBezTo>
                  <a:close/>
                  <a:moveTo>
                    <a:pt x="2175" y="1682"/>
                  </a:moveTo>
                  <a:lnTo>
                    <a:pt x="2206" y="1703"/>
                  </a:lnTo>
                  <a:cubicBezTo>
                    <a:pt x="2252" y="1736"/>
                    <a:pt x="2268" y="1750"/>
                    <a:pt x="2265" y="1750"/>
                  </a:cubicBezTo>
                  <a:cubicBezTo>
                    <a:pt x="2262" y="1750"/>
                    <a:pt x="2244" y="1738"/>
                    <a:pt x="2215" y="1719"/>
                  </a:cubicBezTo>
                  <a:lnTo>
                    <a:pt x="2215" y="1719"/>
                  </a:lnTo>
                  <a:cubicBezTo>
                    <a:pt x="2276" y="1770"/>
                    <a:pt x="2315" y="1803"/>
                    <a:pt x="2313" y="1803"/>
                  </a:cubicBezTo>
                  <a:cubicBezTo>
                    <a:pt x="2312" y="1803"/>
                    <a:pt x="2294" y="1790"/>
                    <a:pt x="2254" y="1760"/>
                  </a:cubicBezTo>
                  <a:lnTo>
                    <a:pt x="2198" y="1711"/>
                  </a:lnTo>
                  <a:lnTo>
                    <a:pt x="2198" y="1711"/>
                  </a:lnTo>
                  <a:cubicBezTo>
                    <a:pt x="2240" y="1747"/>
                    <a:pt x="2255" y="1761"/>
                    <a:pt x="2254" y="1761"/>
                  </a:cubicBezTo>
                  <a:cubicBezTo>
                    <a:pt x="2253" y="1761"/>
                    <a:pt x="2239" y="1748"/>
                    <a:pt x="2218" y="1731"/>
                  </a:cubicBezTo>
                  <a:lnTo>
                    <a:pt x="2218" y="1731"/>
                  </a:lnTo>
                  <a:lnTo>
                    <a:pt x="2246" y="1760"/>
                  </a:lnTo>
                  <a:cubicBezTo>
                    <a:pt x="2232" y="1745"/>
                    <a:pt x="2212" y="1731"/>
                    <a:pt x="2202" y="1717"/>
                  </a:cubicBezTo>
                  <a:lnTo>
                    <a:pt x="2202" y="1717"/>
                  </a:lnTo>
                  <a:cubicBezTo>
                    <a:pt x="2207" y="1722"/>
                    <a:pt x="2213" y="1727"/>
                    <a:pt x="2218" y="1731"/>
                  </a:cubicBezTo>
                  <a:lnTo>
                    <a:pt x="2218" y="1731"/>
                  </a:lnTo>
                  <a:lnTo>
                    <a:pt x="2198" y="1711"/>
                  </a:lnTo>
                  <a:lnTo>
                    <a:pt x="2198" y="1711"/>
                  </a:lnTo>
                  <a:cubicBezTo>
                    <a:pt x="2199" y="1713"/>
                    <a:pt x="2200" y="1715"/>
                    <a:pt x="2202" y="1717"/>
                  </a:cubicBezTo>
                  <a:lnTo>
                    <a:pt x="2202" y="1717"/>
                  </a:lnTo>
                  <a:cubicBezTo>
                    <a:pt x="2196" y="1713"/>
                    <a:pt x="2191" y="1708"/>
                    <a:pt x="2186" y="1703"/>
                  </a:cubicBezTo>
                  <a:lnTo>
                    <a:pt x="2186" y="1703"/>
                  </a:lnTo>
                  <a:cubicBezTo>
                    <a:pt x="2212" y="1760"/>
                    <a:pt x="2225" y="1789"/>
                    <a:pt x="2224" y="1789"/>
                  </a:cubicBezTo>
                  <a:cubicBezTo>
                    <a:pt x="2224" y="1789"/>
                    <a:pt x="2211" y="1761"/>
                    <a:pt x="2185" y="1703"/>
                  </a:cubicBezTo>
                  <a:lnTo>
                    <a:pt x="2185" y="1703"/>
                  </a:lnTo>
                  <a:cubicBezTo>
                    <a:pt x="2185" y="1703"/>
                    <a:pt x="2185" y="1703"/>
                    <a:pt x="2186" y="1703"/>
                  </a:cubicBezTo>
                  <a:lnTo>
                    <a:pt x="2186" y="1703"/>
                  </a:lnTo>
                  <a:cubicBezTo>
                    <a:pt x="2184" y="1701"/>
                    <a:pt x="2183" y="1698"/>
                    <a:pt x="2182" y="1695"/>
                  </a:cubicBezTo>
                  <a:lnTo>
                    <a:pt x="2182" y="1695"/>
                  </a:lnTo>
                  <a:cubicBezTo>
                    <a:pt x="2194" y="1704"/>
                    <a:pt x="2205" y="1712"/>
                    <a:pt x="2215" y="1719"/>
                  </a:cubicBezTo>
                  <a:lnTo>
                    <a:pt x="2215" y="1719"/>
                  </a:lnTo>
                  <a:cubicBezTo>
                    <a:pt x="2212" y="1716"/>
                    <a:pt x="2209" y="1714"/>
                    <a:pt x="2206" y="1711"/>
                  </a:cubicBezTo>
                  <a:lnTo>
                    <a:pt x="2181" y="1693"/>
                  </a:lnTo>
                  <a:lnTo>
                    <a:pt x="2181" y="1693"/>
                  </a:lnTo>
                  <a:cubicBezTo>
                    <a:pt x="2178" y="1688"/>
                    <a:pt x="2176" y="1685"/>
                    <a:pt x="2175" y="1682"/>
                  </a:cubicBezTo>
                  <a:close/>
                  <a:moveTo>
                    <a:pt x="1695" y="1768"/>
                  </a:moveTo>
                  <a:cubicBezTo>
                    <a:pt x="1679" y="1774"/>
                    <a:pt x="1657" y="1782"/>
                    <a:pt x="1630" y="1792"/>
                  </a:cubicBezTo>
                  <a:cubicBezTo>
                    <a:pt x="1589" y="1807"/>
                    <a:pt x="1574" y="1813"/>
                    <a:pt x="1568" y="1813"/>
                  </a:cubicBezTo>
                  <a:cubicBezTo>
                    <a:pt x="1565" y="1813"/>
                    <a:pt x="1565" y="1811"/>
                    <a:pt x="1565" y="1808"/>
                  </a:cubicBezTo>
                  <a:lnTo>
                    <a:pt x="1695" y="1768"/>
                  </a:lnTo>
                  <a:close/>
                  <a:moveTo>
                    <a:pt x="1695" y="1792"/>
                  </a:moveTo>
                  <a:lnTo>
                    <a:pt x="1695" y="1800"/>
                  </a:lnTo>
                  <a:cubicBezTo>
                    <a:pt x="1655" y="1816"/>
                    <a:pt x="1614" y="1833"/>
                    <a:pt x="1573" y="1841"/>
                  </a:cubicBezTo>
                  <a:lnTo>
                    <a:pt x="1630" y="1816"/>
                  </a:lnTo>
                  <a:lnTo>
                    <a:pt x="1695" y="1792"/>
                  </a:lnTo>
                  <a:close/>
                  <a:moveTo>
                    <a:pt x="203" y="1914"/>
                  </a:moveTo>
                  <a:cubicBezTo>
                    <a:pt x="155" y="1914"/>
                    <a:pt x="106" y="1914"/>
                    <a:pt x="65" y="1922"/>
                  </a:cubicBezTo>
                  <a:cubicBezTo>
                    <a:pt x="6" y="1928"/>
                    <a:pt x="0" y="1940"/>
                    <a:pt x="69" y="1940"/>
                  </a:cubicBezTo>
                  <a:cubicBezTo>
                    <a:pt x="85" y="1940"/>
                    <a:pt x="105" y="1939"/>
                    <a:pt x="130" y="1938"/>
                  </a:cubicBezTo>
                  <a:cubicBezTo>
                    <a:pt x="203" y="1930"/>
                    <a:pt x="203" y="1930"/>
                    <a:pt x="203" y="1914"/>
                  </a:cubicBezTo>
                  <a:close/>
                  <a:moveTo>
                    <a:pt x="2599" y="2099"/>
                  </a:moveTo>
                  <a:cubicBezTo>
                    <a:pt x="2600" y="2099"/>
                    <a:pt x="2612" y="2109"/>
                    <a:pt x="2636" y="2133"/>
                  </a:cubicBezTo>
                  <a:cubicBezTo>
                    <a:pt x="2610" y="2111"/>
                    <a:pt x="2598" y="2099"/>
                    <a:pt x="2599" y="2099"/>
                  </a:cubicBezTo>
                  <a:close/>
                  <a:moveTo>
                    <a:pt x="2392" y="2051"/>
                  </a:moveTo>
                  <a:lnTo>
                    <a:pt x="2392" y="2051"/>
                  </a:lnTo>
                  <a:cubicBezTo>
                    <a:pt x="2417" y="2084"/>
                    <a:pt x="2441" y="2124"/>
                    <a:pt x="2457" y="2165"/>
                  </a:cubicBezTo>
                  <a:lnTo>
                    <a:pt x="2392" y="2051"/>
                  </a:lnTo>
                  <a:close/>
                  <a:moveTo>
                    <a:pt x="1711" y="2100"/>
                  </a:moveTo>
                  <a:lnTo>
                    <a:pt x="1711" y="2108"/>
                  </a:lnTo>
                  <a:cubicBezTo>
                    <a:pt x="1687" y="2141"/>
                    <a:pt x="1655" y="2173"/>
                    <a:pt x="1622" y="2205"/>
                  </a:cubicBezTo>
                  <a:lnTo>
                    <a:pt x="1663" y="2149"/>
                  </a:lnTo>
                  <a:lnTo>
                    <a:pt x="1711" y="2100"/>
                  </a:lnTo>
                  <a:close/>
                  <a:moveTo>
                    <a:pt x="2004" y="2162"/>
                  </a:moveTo>
                  <a:cubicBezTo>
                    <a:pt x="2006" y="2162"/>
                    <a:pt x="2001" y="2197"/>
                    <a:pt x="1995" y="2197"/>
                  </a:cubicBezTo>
                  <a:cubicBezTo>
                    <a:pt x="1993" y="2201"/>
                    <a:pt x="1992" y="2205"/>
                    <a:pt x="1991" y="2209"/>
                  </a:cubicBezTo>
                  <a:lnTo>
                    <a:pt x="1991" y="2209"/>
                  </a:lnTo>
                  <a:cubicBezTo>
                    <a:pt x="1993" y="2197"/>
                    <a:pt x="1995" y="2189"/>
                    <a:pt x="1995" y="2189"/>
                  </a:cubicBezTo>
                  <a:cubicBezTo>
                    <a:pt x="2000" y="2169"/>
                    <a:pt x="2003" y="2162"/>
                    <a:pt x="2004" y="2162"/>
                  </a:cubicBezTo>
                  <a:close/>
                  <a:moveTo>
                    <a:pt x="1963" y="2108"/>
                  </a:moveTo>
                  <a:cubicBezTo>
                    <a:pt x="1954" y="2157"/>
                    <a:pt x="1938" y="2197"/>
                    <a:pt x="1922" y="2238"/>
                  </a:cubicBezTo>
                  <a:lnTo>
                    <a:pt x="1938" y="2173"/>
                  </a:lnTo>
                  <a:lnTo>
                    <a:pt x="1954" y="2108"/>
                  </a:lnTo>
                  <a:close/>
                  <a:moveTo>
                    <a:pt x="2268" y="2153"/>
                  </a:moveTo>
                  <a:cubicBezTo>
                    <a:pt x="2272" y="2153"/>
                    <a:pt x="2275" y="2166"/>
                    <a:pt x="2287" y="2214"/>
                  </a:cubicBezTo>
                  <a:cubicBezTo>
                    <a:pt x="2303" y="2287"/>
                    <a:pt x="2287" y="2287"/>
                    <a:pt x="2287" y="2287"/>
                  </a:cubicBezTo>
                  <a:cubicBezTo>
                    <a:pt x="2272" y="2248"/>
                    <a:pt x="2264" y="2203"/>
                    <a:pt x="2263" y="2157"/>
                  </a:cubicBezTo>
                  <a:lnTo>
                    <a:pt x="2263" y="2157"/>
                  </a:lnTo>
                  <a:cubicBezTo>
                    <a:pt x="2265" y="2155"/>
                    <a:pt x="2266" y="2153"/>
                    <a:pt x="2268" y="2153"/>
                  </a:cubicBezTo>
                  <a:close/>
                  <a:moveTo>
                    <a:pt x="1825" y="2116"/>
                  </a:moveTo>
                  <a:cubicBezTo>
                    <a:pt x="1833" y="2116"/>
                    <a:pt x="1833" y="2116"/>
                    <a:pt x="1800" y="2173"/>
                  </a:cubicBezTo>
                  <a:cubicBezTo>
                    <a:pt x="1768" y="2238"/>
                    <a:pt x="1727" y="2295"/>
                    <a:pt x="1727" y="2295"/>
                  </a:cubicBezTo>
                  <a:cubicBezTo>
                    <a:pt x="1727" y="2287"/>
                    <a:pt x="1792" y="2173"/>
                    <a:pt x="1825" y="2116"/>
                  </a:cubicBezTo>
                  <a:close/>
                  <a:moveTo>
                    <a:pt x="2173" y="527"/>
                  </a:moveTo>
                  <a:cubicBezTo>
                    <a:pt x="2165" y="576"/>
                    <a:pt x="2157" y="616"/>
                    <a:pt x="2157" y="665"/>
                  </a:cubicBezTo>
                  <a:lnTo>
                    <a:pt x="2149" y="665"/>
                  </a:lnTo>
                  <a:cubicBezTo>
                    <a:pt x="2149" y="665"/>
                    <a:pt x="2141" y="665"/>
                    <a:pt x="2141" y="730"/>
                  </a:cubicBezTo>
                  <a:cubicBezTo>
                    <a:pt x="2133" y="795"/>
                    <a:pt x="2133" y="795"/>
                    <a:pt x="2125" y="795"/>
                  </a:cubicBezTo>
                  <a:cubicBezTo>
                    <a:pt x="2125" y="776"/>
                    <a:pt x="2124" y="768"/>
                    <a:pt x="2123" y="768"/>
                  </a:cubicBezTo>
                  <a:lnTo>
                    <a:pt x="2123" y="768"/>
                  </a:lnTo>
                  <a:cubicBezTo>
                    <a:pt x="2121" y="768"/>
                    <a:pt x="2119" y="814"/>
                    <a:pt x="2125" y="860"/>
                  </a:cubicBezTo>
                  <a:cubicBezTo>
                    <a:pt x="2125" y="902"/>
                    <a:pt x="2125" y="945"/>
                    <a:pt x="2119" y="982"/>
                  </a:cubicBezTo>
                  <a:lnTo>
                    <a:pt x="2119" y="982"/>
                  </a:lnTo>
                  <a:cubicBezTo>
                    <a:pt x="2118" y="953"/>
                    <a:pt x="2116" y="932"/>
                    <a:pt x="2113" y="932"/>
                  </a:cubicBezTo>
                  <a:cubicBezTo>
                    <a:pt x="2112" y="932"/>
                    <a:pt x="2110" y="937"/>
                    <a:pt x="2109" y="949"/>
                  </a:cubicBezTo>
                  <a:lnTo>
                    <a:pt x="2100" y="884"/>
                  </a:lnTo>
                  <a:cubicBezTo>
                    <a:pt x="2100" y="783"/>
                    <a:pt x="2096" y="732"/>
                    <a:pt x="2093" y="732"/>
                  </a:cubicBezTo>
                  <a:cubicBezTo>
                    <a:pt x="2090" y="732"/>
                    <a:pt x="2088" y="783"/>
                    <a:pt x="2092" y="884"/>
                  </a:cubicBezTo>
                  <a:cubicBezTo>
                    <a:pt x="2097" y="995"/>
                    <a:pt x="2099" y="1045"/>
                    <a:pt x="2098" y="1045"/>
                  </a:cubicBezTo>
                  <a:cubicBezTo>
                    <a:pt x="2098" y="1045"/>
                    <a:pt x="2096" y="1011"/>
                    <a:pt x="2092" y="949"/>
                  </a:cubicBezTo>
                  <a:cubicBezTo>
                    <a:pt x="2084" y="819"/>
                    <a:pt x="2084" y="819"/>
                    <a:pt x="2076" y="819"/>
                  </a:cubicBezTo>
                  <a:cubicBezTo>
                    <a:pt x="2068" y="819"/>
                    <a:pt x="2068" y="819"/>
                    <a:pt x="2068" y="746"/>
                  </a:cubicBezTo>
                  <a:cubicBezTo>
                    <a:pt x="2068" y="706"/>
                    <a:pt x="2060" y="657"/>
                    <a:pt x="2044" y="616"/>
                  </a:cubicBezTo>
                  <a:cubicBezTo>
                    <a:pt x="2036" y="616"/>
                    <a:pt x="2036" y="616"/>
                    <a:pt x="2044" y="681"/>
                  </a:cubicBezTo>
                  <a:cubicBezTo>
                    <a:pt x="2047" y="708"/>
                    <a:pt x="2048" y="724"/>
                    <a:pt x="2045" y="724"/>
                  </a:cubicBezTo>
                  <a:cubicBezTo>
                    <a:pt x="2042" y="724"/>
                    <a:pt x="2034" y="692"/>
                    <a:pt x="2019" y="616"/>
                  </a:cubicBezTo>
                  <a:cubicBezTo>
                    <a:pt x="2016" y="586"/>
                    <a:pt x="2014" y="568"/>
                    <a:pt x="2013" y="568"/>
                  </a:cubicBezTo>
                  <a:lnTo>
                    <a:pt x="2013" y="568"/>
                  </a:lnTo>
                  <a:cubicBezTo>
                    <a:pt x="2013" y="568"/>
                    <a:pt x="2015" y="601"/>
                    <a:pt x="2019" y="681"/>
                  </a:cubicBezTo>
                  <a:cubicBezTo>
                    <a:pt x="2027" y="750"/>
                    <a:pt x="2029" y="785"/>
                    <a:pt x="2026" y="785"/>
                  </a:cubicBezTo>
                  <a:cubicBezTo>
                    <a:pt x="2023" y="785"/>
                    <a:pt x="2015" y="750"/>
                    <a:pt x="2003" y="681"/>
                  </a:cubicBezTo>
                  <a:lnTo>
                    <a:pt x="1987" y="681"/>
                  </a:lnTo>
                  <a:cubicBezTo>
                    <a:pt x="1987" y="730"/>
                    <a:pt x="1987" y="770"/>
                    <a:pt x="2003" y="819"/>
                  </a:cubicBezTo>
                  <a:cubicBezTo>
                    <a:pt x="2013" y="895"/>
                    <a:pt x="2017" y="927"/>
                    <a:pt x="2015" y="927"/>
                  </a:cubicBezTo>
                  <a:cubicBezTo>
                    <a:pt x="2014" y="927"/>
                    <a:pt x="2010" y="911"/>
                    <a:pt x="2003" y="884"/>
                  </a:cubicBezTo>
                  <a:lnTo>
                    <a:pt x="1979" y="746"/>
                  </a:lnTo>
                  <a:cubicBezTo>
                    <a:pt x="1971" y="681"/>
                    <a:pt x="1963" y="681"/>
                    <a:pt x="1954" y="681"/>
                  </a:cubicBezTo>
                  <a:cubicBezTo>
                    <a:pt x="1946" y="681"/>
                    <a:pt x="1930" y="681"/>
                    <a:pt x="1946" y="746"/>
                  </a:cubicBezTo>
                  <a:lnTo>
                    <a:pt x="1930" y="681"/>
                  </a:lnTo>
                  <a:cubicBezTo>
                    <a:pt x="1930" y="681"/>
                    <a:pt x="1922" y="681"/>
                    <a:pt x="1890" y="616"/>
                  </a:cubicBezTo>
                  <a:cubicBezTo>
                    <a:pt x="1885" y="605"/>
                    <a:pt x="1882" y="600"/>
                    <a:pt x="1880" y="600"/>
                  </a:cubicBezTo>
                  <a:lnTo>
                    <a:pt x="1880" y="600"/>
                  </a:lnTo>
                  <a:cubicBezTo>
                    <a:pt x="1869" y="600"/>
                    <a:pt x="1882" y="712"/>
                    <a:pt x="1922" y="819"/>
                  </a:cubicBezTo>
                  <a:cubicBezTo>
                    <a:pt x="1914" y="819"/>
                    <a:pt x="1930" y="892"/>
                    <a:pt x="1930" y="892"/>
                  </a:cubicBezTo>
                  <a:cubicBezTo>
                    <a:pt x="1946" y="957"/>
                    <a:pt x="1938" y="957"/>
                    <a:pt x="1938" y="957"/>
                  </a:cubicBezTo>
                  <a:lnTo>
                    <a:pt x="1906" y="827"/>
                  </a:lnTo>
                  <a:cubicBezTo>
                    <a:pt x="1878" y="710"/>
                    <a:pt x="1855" y="639"/>
                    <a:pt x="1850" y="639"/>
                  </a:cubicBezTo>
                  <a:lnTo>
                    <a:pt x="1850" y="639"/>
                  </a:lnTo>
                  <a:cubicBezTo>
                    <a:pt x="1847" y="639"/>
                    <a:pt x="1853" y="677"/>
                    <a:pt x="1873" y="762"/>
                  </a:cubicBezTo>
                  <a:cubicBezTo>
                    <a:pt x="1865" y="730"/>
                    <a:pt x="1865" y="730"/>
                    <a:pt x="1857" y="697"/>
                  </a:cubicBezTo>
                  <a:cubicBezTo>
                    <a:pt x="1845" y="666"/>
                    <a:pt x="1837" y="650"/>
                    <a:pt x="1833" y="650"/>
                  </a:cubicBezTo>
                  <a:cubicBezTo>
                    <a:pt x="1829" y="650"/>
                    <a:pt x="1829" y="668"/>
                    <a:pt x="1833" y="706"/>
                  </a:cubicBezTo>
                  <a:cubicBezTo>
                    <a:pt x="1849" y="770"/>
                    <a:pt x="1865" y="835"/>
                    <a:pt x="1882" y="900"/>
                  </a:cubicBezTo>
                  <a:cubicBezTo>
                    <a:pt x="1906" y="965"/>
                    <a:pt x="1898" y="965"/>
                    <a:pt x="1898" y="965"/>
                  </a:cubicBezTo>
                  <a:cubicBezTo>
                    <a:pt x="1898" y="965"/>
                    <a:pt x="1898" y="965"/>
                    <a:pt x="1873" y="900"/>
                  </a:cubicBezTo>
                  <a:cubicBezTo>
                    <a:pt x="1854" y="837"/>
                    <a:pt x="1840" y="807"/>
                    <a:pt x="1835" y="807"/>
                  </a:cubicBezTo>
                  <a:lnTo>
                    <a:pt x="1835" y="807"/>
                  </a:lnTo>
                  <a:cubicBezTo>
                    <a:pt x="1830" y="807"/>
                    <a:pt x="1836" y="841"/>
                    <a:pt x="1857" y="908"/>
                  </a:cubicBezTo>
                  <a:lnTo>
                    <a:pt x="1833" y="843"/>
                  </a:lnTo>
                  <a:cubicBezTo>
                    <a:pt x="1822" y="799"/>
                    <a:pt x="1803" y="754"/>
                    <a:pt x="1790" y="754"/>
                  </a:cubicBezTo>
                  <a:cubicBezTo>
                    <a:pt x="1784" y="754"/>
                    <a:pt x="1779" y="764"/>
                    <a:pt x="1776" y="787"/>
                  </a:cubicBezTo>
                  <a:cubicBezTo>
                    <a:pt x="1768" y="787"/>
                    <a:pt x="1761" y="788"/>
                    <a:pt x="1754" y="788"/>
                  </a:cubicBezTo>
                  <a:cubicBezTo>
                    <a:pt x="1739" y="788"/>
                    <a:pt x="1725" y="781"/>
                    <a:pt x="1703" y="738"/>
                  </a:cubicBezTo>
                  <a:cubicBezTo>
                    <a:pt x="1697" y="727"/>
                    <a:pt x="1694" y="721"/>
                    <a:pt x="1692" y="721"/>
                  </a:cubicBezTo>
                  <a:lnTo>
                    <a:pt x="1692" y="721"/>
                  </a:lnTo>
                  <a:cubicBezTo>
                    <a:pt x="1686" y="721"/>
                    <a:pt x="1721" y="832"/>
                    <a:pt x="1768" y="933"/>
                  </a:cubicBezTo>
                  <a:cubicBezTo>
                    <a:pt x="1744" y="891"/>
                    <a:pt x="1734" y="880"/>
                    <a:pt x="1727" y="880"/>
                  </a:cubicBezTo>
                  <a:cubicBezTo>
                    <a:pt x="1724" y="880"/>
                    <a:pt x="1722" y="882"/>
                    <a:pt x="1719" y="884"/>
                  </a:cubicBezTo>
                  <a:cubicBezTo>
                    <a:pt x="1715" y="886"/>
                    <a:pt x="1712" y="888"/>
                    <a:pt x="1709" y="888"/>
                  </a:cubicBezTo>
                  <a:cubicBezTo>
                    <a:pt x="1700" y="888"/>
                    <a:pt x="1692" y="876"/>
                    <a:pt x="1663" y="835"/>
                  </a:cubicBezTo>
                  <a:lnTo>
                    <a:pt x="1663" y="835"/>
                  </a:lnTo>
                  <a:cubicBezTo>
                    <a:pt x="1688" y="883"/>
                    <a:pt x="1696" y="903"/>
                    <a:pt x="1691" y="903"/>
                  </a:cubicBezTo>
                  <a:cubicBezTo>
                    <a:pt x="1684" y="903"/>
                    <a:pt x="1647" y="855"/>
                    <a:pt x="1598" y="787"/>
                  </a:cubicBezTo>
                  <a:cubicBezTo>
                    <a:pt x="1577" y="750"/>
                    <a:pt x="1566" y="740"/>
                    <a:pt x="1557" y="740"/>
                  </a:cubicBezTo>
                  <a:cubicBezTo>
                    <a:pt x="1551" y="740"/>
                    <a:pt x="1547" y="743"/>
                    <a:pt x="1541" y="746"/>
                  </a:cubicBezTo>
                  <a:cubicBezTo>
                    <a:pt x="1573" y="803"/>
                    <a:pt x="1565" y="811"/>
                    <a:pt x="1549" y="819"/>
                  </a:cubicBezTo>
                  <a:cubicBezTo>
                    <a:pt x="1533" y="827"/>
                    <a:pt x="1533" y="827"/>
                    <a:pt x="1622" y="933"/>
                  </a:cubicBezTo>
                  <a:cubicBezTo>
                    <a:pt x="1711" y="1038"/>
                    <a:pt x="1703" y="1046"/>
                    <a:pt x="1695" y="1054"/>
                  </a:cubicBezTo>
                  <a:cubicBezTo>
                    <a:pt x="1695" y="1054"/>
                    <a:pt x="1687" y="1054"/>
                    <a:pt x="1646" y="1006"/>
                  </a:cubicBezTo>
                  <a:cubicBezTo>
                    <a:pt x="1646" y="1006"/>
                    <a:pt x="1605" y="964"/>
                    <a:pt x="1592" y="964"/>
                  </a:cubicBezTo>
                  <a:cubicBezTo>
                    <a:pt x="1591" y="964"/>
                    <a:pt x="1590" y="964"/>
                    <a:pt x="1590" y="965"/>
                  </a:cubicBezTo>
                  <a:cubicBezTo>
                    <a:pt x="1590" y="965"/>
                    <a:pt x="1582" y="965"/>
                    <a:pt x="1533" y="916"/>
                  </a:cubicBezTo>
                  <a:cubicBezTo>
                    <a:pt x="1533" y="916"/>
                    <a:pt x="1493" y="883"/>
                    <a:pt x="1473" y="883"/>
                  </a:cubicBezTo>
                  <a:cubicBezTo>
                    <a:pt x="1471" y="883"/>
                    <a:pt x="1469" y="883"/>
                    <a:pt x="1468" y="884"/>
                  </a:cubicBezTo>
                  <a:cubicBezTo>
                    <a:pt x="1465" y="887"/>
                    <a:pt x="1462" y="890"/>
                    <a:pt x="1456" y="890"/>
                  </a:cubicBezTo>
                  <a:cubicBezTo>
                    <a:pt x="1447" y="890"/>
                    <a:pt x="1430" y="882"/>
                    <a:pt x="1395" y="851"/>
                  </a:cubicBezTo>
                  <a:lnTo>
                    <a:pt x="1395" y="851"/>
                  </a:lnTo>
                  <a:cubicBezTo>
                    <a:pt x="1395" y="860"/>
                    <a:pt x="1395" y="860"/>
                    <a:pt x="1444" y="908"/>
                  </a:cubicBezTo>
                  <a:cubicBezTo>
                    <a:pt x="1483" y="941"/>
                    <a:pt x="1523" y="980"/>
                    <a:pt x="1497" y="980"/>
                  </a:cubicBezTo>
                  <a:cubicBezTo>
                    <a:pt x="1491" y="980"/>
                    <a:pt x="1482" y="978"/>
                    <a:pt x="1468" y="973"/>
                  </a:cubicBezTo>
                  <a:lnTo>
                    <a:pt x="1468" y="973"/>
                  </a:lnTo>
                  <a:cubicBezTo>
                    <a:pt x="1460" y="981"/>
                    <a:pt x="1452" y="997"/>
                    <a:pt x="1500" y="1038"/>
                  </a:cubicBezTo>
                  <a:cubicBezTo>
                    <a:pt x="1500" y="1040"/>
                    <a:pt x="1500" y="1042"/>
                    <a:pt x="1499" y="1042"/>
                  </a:cubicBezTo>
                  <a:cubicBezTo>
                    <a:pt x="1495" y="1042"/>
                    <a:pt x="1483" y="1034"/>
                    <a:pt x="1444" y="1006"/>
                  </a:cubicBezTo>
                  <a:cubicBezTo>
                    <a:pt x="1396" y="965"/>
                    <a:pt x="1366" y="946"/>
                    <a:pt x="1358" y="946"/>
                  </a:cubicBezTo>
                  <a:lnTo>
                    <a:pt x="1358" y="946"/>
                  </a:lnTo>
                  <a:cubicBezTo>
                    <a:pt x="1349" y="946"/>
                    <a:pt x="1370" y="973"/>
                    <a:pt x="1427" y="1022"/>
                  </a:cubicBezTo>
                  <a:cubicBezTo>
                    <a:pt x="1461" y="1045"/>
                    <a:pt x="1474" y="1058"/>
                    <a:pt x="1467" y="1058"/>
                  </a:cubicBezTo>
                  <a:cubicBezTo>
                    <a:pt x="1462" y="1058"/>
                    <a:pt x="1446" y="1052"/>
                    <a:pt x="1419" y="1038"/>
                  </a:cubicBezTo>
                  <a:lnTo>
                    <a:pt x="1419" y="1038"/>
                  </a:lnTo>
                  <a:cubicBezTo>
                    <a:pt x="1419" y="1038"/>
                    <a:pt x="1420" y="1038"/>
                    <a:pt x="1468" y="1079"/>
                  </a:cubicBezTo>
                  <a:cubicBezTo>
                    <a:pt x="1499" y="1105"/>
                    <a:pt x="1513" y="1117"/>
                    <a:pt x="1509" y="1117"/>
                  </a:cubicBezTo>
                  <a:cubicBezTo>
                    <a:pt x="1505" y="1117"/>
                    <a:pt x="1489" y="1109"/>
                    <a:pt x="1460" y="1095"/>
                  </a:cubicBezTo>
                  <a:cubicBezTo>
                    <a:pt x="1422" y="1073"/>
                    <a:pt x="1406" y="1066"/>
                    <a:pt x="1397" y="1066"/>
                  </a:cubicBezTo>
                  <a:cubicBezTo>
                    <a:pt x="1392" y="1066"/>
                    <a:pt x="1390" y="1068"/>
                    <a:pt x="1387" y="1070"/>
                  </a:cubicBezTo>
                  <a:cubicBezTo>
                    <a:pt x="1430" y="1106"/>
                    <a:pt x="1410" y="1154"/>
                    <a:pt x="1360" y="1154"/>
                  </a:cubicBezTo>
                  <a:cubicBezTo>
                    <a:pt x="1353" y="1154"/>
                    <a:pt x="1346" y="1153"/>
                    <a:pt x="1338" y="1151"/>
                  </a:cubicBezTo>
                  <a:lnTo>
                    <a:pt x="1338" y="1151"/>
                  </a:lnTo>
                  <a:cubicBezTo>
                    <a:pt x="1403" y="1184"/>
                    <a:pt x="1403" y="1184"/>
                    <a:pt x="1395" y="1192"/>
                  </a:cubicBezTo>
                  <a:cubicBezTo>
                    <a:pt x="1353" y="1172"/>
                    <a:pt x="1332" y="1164"/>
                    <a:pt x="1328" y="1164"/>
                  </a:cubicBezTo>
                  <a:lnTo>
                    <a:pt x="1328" y="1164"/>
                  </a:lnTo>
                  <a:cubicBezTo>
                    <a:pt x="1321" y="1164"/>
                    <a:pt x="1372" y="1193"/>
                    <a:pt x="1452" y="1224"/>
                  </a:cubicBezTo>
                  <a:lnTo>
                    <a:pt x="1460" y="1224"/>
                  </a:lnTo>
                  <a:lnTo>
                    <a:pt x="1460" y="1216"/>
                  </a:lnTo>
                  <a:cubicBezTo>
                    <a:pt x="1523" y="1246"/>
                    <a:pt x="1551" y="1264"/>
                    <a:pt x="1538" y="1264"/>
                  </a:cubicBezTo>
                  <a:cubicBezTo>
                    <a:pt x="1526" y="1264"/>
                    <a:pt x="1477" y="1248"/>
                    <a:pt x="1387" y="1208"/>
                  </a:cubicBezTo>
                  <a:cubicBezTo>
                    <a:pt x="1325" y="1185"/>
                    <a:pt x="1292" y="1173"/>
                    <a:pt x="1289" y="1173"/>
                  </a:cubicBezTo>
                  <a:lnTo>
                    <a:pt x="1289" y="1173"/>
                  </a:lnTo>
                  <a:cubicBezTo>
                    <a:pt x="1285" y="1173"/>
                    <a:pt x="1316" y="1187"/>
                    <a:pt x="1379" y="1216"/>
                  </a:cubicBezTo>
                  <a:cubicBezTo>
                    <a:pt x="1449" y="1247"/>
                    <a:pt x="1479" y="1261"/>
                    <a:pt x="1471" y="1261"/>
                  </a:cubicBezTo>
                  <a:cubicBezTo>
                    <a:pt x="1464" y="1261"/>
                    <a:pt x="1430" y="1251"/>
                    <a:pt x="1371" y="1233"/>
                  </a:cubicBezTo>
                  <a:cubicBezTo>
                    <a:pt x="1312" y="1209"/>
                    <a:pt x="1282" y="1197"/>
                    <a:pt x="1280" y="1197"/>
                  </a:cubicBezTo>
                  <a:lnTo>
                    <a:pt x="1280" y="1197"/>
                  </a:lnTo>
                  <a:cubicBezTo>
                    <a:pt x="1277" y="1197"/>
                    <a:pt x="1308" y="1211"/>
                    <a:pt x="1371" y="1241"/>
                  </a:cubicBezTo>
                  <a:cubicBezTo>
                    <a:pt x="1521" y="1304"/>
                    <a:pt x="1601" y="1338"/>
                    <a:pt x="1587" y="1338"/>
                  </a:cubicBezTo>
                  <a:cubicBezTo>
                    <a:pt x="1577" y="1338"/>
                    <a:pt x="1524" y="1322"/>
                    <a:pt x="1419" y="1289"/>
                  </a:cubicBezTo>
                  <a:cubicBezTo>
                    <a:pt x="1355" y="1257"/>
                    <a:pt x="1290" y="1241"/>
                    <a:pt x="1225" y="1233"/>
                  </a:cubicBezTo>
                  <a:lnTo>
                    <a:pt x="1225" y="1233"/>
                  </a:lnTo>
                  <a:cubicBezTo>
                    <a:pt x="1265" y="1257"/>
                    <a:pt x="1306" y="1273"/>
                    <a:pt x="1346" y="1281"/>
                  </a:cubicBezTo>
                  <a:cubicBezTo>
                    <a:pt x="1424" y="1304"/>
                    <a:pt x="1455" y="1314"/>
                    <a:pt x="1445" y="1314"/>
                  </a:cubicBezTo>
                  <a:cubicBezTo>
                    <a:pt x="1436" y="1314"/>
                    <a:pt x="1403" y="1308"/>
                    <a:pt x="1346" y="1297"/>
                  </a:cubicBezTo>
                  <a:cubicBezTo>
                    <a:pt x="1270" y="1282"/>
                    <a:pt x="1221" y="1275"/>
                    <a:pt x="1197" y="1275"/>
                  </a:cubicBezTo>
                  <a:cubicBezTo>
                    <a:pt x="1157" y="1275"/>
                    <a:pt x="1185" y="1295"/>
                    <a:pt x="1265" y="1330"/>
                  </a:cubicBezTo>
                  <a:cubicBezTo>
                    <a:pt x="1336" y="1363"/>
                    <a:pt x="1363" y="1380"/>
                    <a:pt x="1349" y="1380"/>
                  </a:cubicBezTo>
                  <a:cubicBezTo>
                    <a:pt x="1339" y="1380"/>
                    <a:pt x="1308" y="1371"/>
                    <a:pt x="1257" y="1354"/>
                  </a:cubicBezTo>
                  <a:cubicBezTo>
                    <a:pt x="1186" y="1327"/>
                    <a:pt x="1154" y="1315"/>
                    <a:pt x="1149" y="1315"/>
                  </a:cubicBezTo>
                  <a:lnTo>
                    <a:pt x="1149" y="1315"/>
                  </a:lnTo>
                  <a:cubicBezTo>
                    <a:pt x="1145" y="1315"/>
                    <a:pt x="1159" y="1323"/>
                    <a:pt x="1184" y="1338"/>
                  </a:cubicBezTo>
                  <a:lnTo>
                    <a:pt x="1176" y="1370"/>
                  </a:lnTo>
                  <a:cubicBezTo>
                    <a:pt x="1217" y="1395"/>
                    <a:pt x="1257" y="1403"/>
                    <a:pt x="1306" y="1411"/>
                  </a:cubicBezTo>
                  <a:cubicBezTo>
                    <a:pt x="1249" y="1404"/>
                    <a:pt x="1204" y="1400"/>
                    <a:pt x="1181" y="1400"/>
                  </a:cubicBezTo>
                  <a:cubicBezTo>
                    <a:pt x="1148" y="1400"/>
                    <a:pt x="1157" y="1408"/>
                    <a:pt x="1233" y="1427"/>
                  </a:cubicBezTo>
                  <a:cubicBezTo>
                    <a:pt x="1233" y="1435"/>
                    <a:pt x="1233" y="1443"/>
                    <a:pt x="1233" y="1443"/>
                  </a:cubicBezTo>
                  <a:cubicBezTo>
                    <a:pt x="1233" y="1451"/>
                    <a:pt x="1233" y="1451"/>
                    <a:pt x="1298" y="1468"/>
                  </a:cubicBezTo>
                  <a:cubicBezTo>
                    <a:pt x="1363" y="1476"/>
                    <a:pt x="1298" y="1476"/>
                    <a:pt x="1225" y="1476"/>
                  </a:cubicBezTo>
                  <a:cubicBezTo>
                    <a:pt x="1160" y="1476"/>
                    <a:pt x="1087" y="1484"/>
                    <a:pt x="1152" y="1484"/>
                  </a:cubicBezTo>
                  <a:cubicBezTo>
                    <a:pt x="1225" y="1492"/>
                    <a:pt x="1290" y="1508"/>
                    <a:pt x="1355" y="1524"/>
                  </a:cubicBezTo>
                  <a:cubicBezTo>
                    <a:pt x="1387" y="1528"/>
                    <a:pt x="1387" y="1531"/>
                    <a:pt x="1371" y="1531"/>
                  </a:cubicBezTo>
                  <a:cubicBezTo>
                    <a:pt x="1355" y="1531"/>
                    <a:pt x="1322" y="1528"/>
                    <a:pt x="1290" y="1524"/>
                  </a:cubicBezTo>
                  <a:cubicBezTo>
                    <a:pt x="1270" y="1521"/>
                    <a:pt x="1249" y="1519"/>
                    <a:pt x="1230" y="1519"/>
                  </a:cubicBezTo>
                  <a:cubicBezTo>
                    <a:pt x="1202" y="1519"/>
                    <a:pt x="1176" y="1523"/>
                    <a:pt x="1152" y="1533"/>
                  </a:cubicBezTo>
                  <a:cubicBezTo>
                    <a:pt x="1144" y="1533"/>
                    <a:pt x="1144" y="1549"/>
                    <a:pt x="1217" y="1549"/>
                  </a:cubicBezTo>
                  <a:cubicBezTo>
                    <a:pt x="1282" y="1557"/>
                    <a:pt x="1273" y="1589"/>
                    <a:pt x="1209" y="1597"/>
                  </a:cubicBezTo>
                  <a:lnTo>
                    <a:pt x="1209" y="1614"/>
                  </a:lnTo>
                  <a:cubicBezTo>
                    <a:pt x="1209" y="1622"/>
                    <a:pt x="1273" y="1622"/>
                    <a:pt x="1273" y="1630"/>
                  </a:cubicBezTo>
                  <a:cubicBezTo>
                    <a:pt x="1273" y="1630"/>
                    <a:pt x="1273" y="1638"/>
                    <a:pt x="1346" y="1638"/>
                  </a:cubicBezTo>
                  <a:cubicBezTo>
                    <a:pt x="1346" y="1646"/>
                    <a:pt x="1346" y="1654"/>
                    <a:pt x="1273" y="1654"/>
                  </a:cubicBezTo>
                  <a:cubicBezTo>
                    <a:pt x="1411" y="1654"/>
                    <a:pt x="1411" y="1654"/>
                    <a:pt x="1273" y="1670"/>
                  </a:cubicBezTo>
                  <a:cubicBezTo>
                    <a:pt x="1197" y="1680"/>
                    <a:pt x="1166" y="1684"/>
                    <a:pt x="1179" y="1684"/>
                  </a:cubicBezTo>
                  <a:cubicBezTo>
                    <a:pt x="1188" y="1684"/>
                    <a:pt x="1220" y="1682"/>
                    <a:pt x="1273" y="1678"/>
                  </a:cubicBezTo>
                  <a:cubicBezTo>
                    <a:pt x="1346" y="1678"/>
                    <a:pt x="1346" y="1678"/>
                    <a:pt x="1273" y="1687"/>
                  </a:cubicBezTo>
                  <a:cubicBezTo>
                    <a:pt x="1228" y="1692"/>
                    <a:pt x="1214" y="1698"/>
                    <a:pt x="1233" y="1698"/>
                  </a:cubicBezTo>
                  <a:cubicBezTo>
                    <a:pt x="1241" y="1698"/>
                    <a:pt x="1254" y="1697"/>
                    <a:pt x="1273" y="1695"/>
                  </a:cubicBezTo>
                  <a:cubicBezTo>
                    <a:pt x="1310" y="1693"/>
                    <a:pt x="1342" y="1692"/>
                    <a:pt x="1366" y="1692"/>
                  </a:cubicBezTo>
                  <a:cubicBezTo>
                    <a:pt x="1432" y="1692"/>
                    <a:pt x="1441" y="1699"/>
                    <a:pt x="1346" y="1711"/>
                  </a:cubicBezTo>
                  <a:cubicBezTo>
                    <a:pt x="1346" y="1711"/>
                    <a:pt x="1346" y="1719"/>
                    <a:pt x="1411" y="1719"/>
                  </a:cubicBezTo>
                  <a:cubicBezTo>
                    <a:pt x="1333" y="1739"/>
                    <a:pt x="1302" y="1749"/>
                    <a:pt x="1318" y="1749"/>
                  </a:cubicBezTo>
                  <a:cubicBezTo>
                    <a:pt x="1329" y="1749"/>
                    <a:pt x="1360" y="1745"/>
                    <a:pt x="1411" y="1735"/>
                  </a:cubicBezTo>
                  <a:cubicBezTo>
                    <a:pt x="1411" y="1735"/>
                    <a:pt x="1484" y="1735"/>
                    <a:pt x="1419" y="1751"/>
                  </a:cubicBezTo>
                  <a:cubicBezTo>
                    <a:pt x="1370" y="1770"/>
                    <a:pt x="1320" y="1803"/>
                    <a:pt x="1357" y="1803"/>
                  </a:cubicBezTo>
                  <a:cubicBezTo>
                    <a:pt x="1369" y="1803"/>
                    <a:pt x="1389" y="1800"/>
                    <a:pt x="1419" y="1792"/>
                  </a:cubicBezTo>
                  <a:lnTo>
                    <a:pt x="1427" y="1800"/>
                  </a:lnTo>
                  <a:cubicBezTo>
                    <a:pt x="1379" y="1818"/>
                    <a:pt x="1367" y="1827"/>
                    <a:pt x="1391" y="1827"/>
                  </a:cubicBezTo>
                  <a:cubicBezTo>
                    <a:pt x="1399" y="1827"/>
                    <a:pt x="1411" y="1826"/>
                    <a:pt x="1427" y="1824"/>
                  </a:cubicBezTo>
                  <a:lnTo>
                    <a:pt x="1453" y="1818"/>
                  </a:lnTo>
                  <a:lnTo>
                    <a:pt x="1453" y="1818"/>
                  </a:lnTo>
                  <a:cubicBezTo>
                    <a:pt x="1422" y="1827"/>
                    <a:pt x="1391" y="1840"/>
                    <a:pt x="1363" y="1857"/>
                  </a:cubicBezTo>
                  <a:cubicBezTo>
                    <a:pt x="1363" y="1860"/>
                    <a:pt x="1363" y="1862"/>
                    <a:pt x="1368" y="1862"/>
                  </a:cubicBezTo>
                  <a:cubicBezTo>
                    <a:pt x="1375" y="1862"/>
                    <a:pt x="1393" y="1858"/>
                    <a:pt x="1436" y="1849"/>
                  </a:cubicBezTo>
                  <a:cubicBezTo>
                    <a:pt x="1467" y="1831"/>
                    <a:pt x="1483" y="1825"/>
                    <a:pt x="1492" y="1825"/>
                  </a:cubicBezTo>
                  <a:cubicBezTo>
                    <a:pt x="1499" y="1825"/>
                    <a:pt x="1500" y="1829"/>
                    <a:pt x="1500" y="1833"/>
                  </a:cubicBezTo>
                  <a:cubicBezTo>
                    <a:pt x="1460" y="1857"/>
                    <a:pt x="1411" y="1873"/>
                    <a:pt x="1371" y="1881"/>
                  </a:cubicBezTo>
                  <a:lnTo>
                    <a:pt x="1371" y="1889"/>
                  </a:lnTo>
                  <a:cubicBezTo>
                    <a:pt x="1444" y="1866"/>
                    <a:pt x="1476" y="1856"/>
                    <a:pt x="1478" y="1856"/>
                  </a:cubicBezTo>
                  <a:lnTo>
                    <a:pt x="1478" y="1856"/>
                  </a:lnTo>
                  <a:cubicBezTo>
                    <a:pt x="1480" y="1856"/>
                    <a:pt x="1464" y="1862"/>
                    <a:pt x="1436" y="1873"/>
                  </a:cubicBezTo>
                  <a:cubicBezTo>
                    <a:pt x="1371" y="1897"/>
                    <a:pt x="1379" y="1905"/>
                    <a:pt x="1379" y="1914"/>
                  </a:cubicBezTo>
                  <a:cubicBezTo>
                    <a:pt x="1397" y="1907"/>
                    <a:pt x="1405" y="1904"/>
                    <a:pt x="1407" y="1904"/>
                  </a:cubicBezTo>
                  <a:lnTo>
                    <a:pt x="1407" y="1904"/>
                  </a:lnTo>
                  <a:cubicBezTo>
                    <a:pt x="1411" y="1904"/>
                    <a:pt x="1389" y="1915"/>
                    <a:pt x="1381" y="1915"/>
                  </a:cubicBezTo>
                  <a:cubicBezTo>
                    <a:pt x="1380" y="1915"/>
                    <a:pt x="1379" y="1915"/>
                    <a:pt x="1379" y="1914"/>
                  </a:cubicBezTo>
                  <a:lnTo>
                    <a:pt x="1314" y="1938"/>
                  </a:lnTo>
                  <a:cubicBezTo>
                    <a:pt x="1294" y="1949"/>
                    <a:pt x="1288" y="1954"/>
                    <a:pt x="1291" y="1954"/>
                  </a:cubicBezTo>
                  <a:cubicBezTo>
                    <a:pt x="1297" y="1954"/>
                    <a:pt x="1336" y="1938"/>
                    <a:pt x="1379" y="1922"/>
                  </a:cubicBezTo>
                  <a:lnTo>
                    <a:pt x="1387" y="1930"/>
                  </a:lnTo>
                  <a:cubicBezTo>
                    <a:pt x="1387" y="1933"/>
                    <a:pt x="1387" y="1935"/>
                    <a:pt x="1390" y="1935"/>
                  </a:cubicBezTo>
                  <a:cubicBezTo>
                    <a:pt x="1396" y="1935"/>
                    <a:pt x="1411" y="1929"/>
                    <a:pt x="1452" y="1914"/>
                  </a:cubicBezTo>
                  <a:cubicBezTo>
                    <a:pt x="1492" y="1889"/>
                    <a:pt x="1533" y="1873"/>
                    <a:pt x="1582" y="1865"/>
                  </a:cubicBezTo>
                  <a:lnTo>
                    <a:pt x="1582" y="1865"/>
                  </a:lnTo>
                  <a:cubicBezTo>
                    <a:pt x="1533" y="1881"/>
                    <a:pt x="1492" y="1897"/>
                    <a:pt x="1452" y="1922"/>
                  </a:cubicBezTo>
                  <a:cubicBezTo>
                    <a:pt x="1452" y="1930"/>
                    <a:pt x="1395" y="1954"/>
                    <a:pt x="1395" y="1954"/>
                  </a:cubicBezTo>
                  <a:cubicBezTo>
                    <a:pt x="1319" y="1983"/>
                    <a:pt x="1313" y="1994"/>
                    <a:pt x="1333" y="1994"/>
                  </a:cubicBezTo>
                  <a:cubicBezTo>
                    <a:pt x="1348" y="1994"/>
                    <a:pt x="1376" y="1989"/>
                    <a:pt x="1403" y="1978"/>
                  </a:cubicBezTo>
                  <a:cubicBezTo>
                    <a:pt x="1460" y="1956"/>
                    <a:pt x="1492" y="1944"/>
                    <a:pt x="1498" y="1944"/>
                  </a:cubicBezTo>
                  <a:lnTo>
                    <a:pt x="1498" y="1944"/>
                  </a:lnTo>
                  <a:cubicBezTo>
                    <a:pt x="1504" y="1944"/>
                    <a:pt x="1476" y="1960"/>
                    <a:pt x="1411" y="1995"/>
                  </a:cubicBezTo>
                  <a:cubicBezTo>
                    <a:pt x="1371" y="2012"/>
                    <a:pt x="1356" y="2021"/>
                    <a:pt x="1359" y="2021"/>
                  </a:cubicBezTo>
                  <a:cubicBezTo>
                    <a:pt x="1368" y="2021"/>
                    <a:pt x="1469" y="1981"/>
                    <a:pt x="1598" y="1914"/>
                  </a:cubicBezTo>
                  <a:lnTo>
                    <a:pt x="1776" y="1824"/>
                  </a:lnTo>
                  <a:lnTo>
                    <a:pt x="1776" y="1824"/>
                  </a:lnTo>
                  <a:lnTo>
                    <a:pt x="1598" y="1922"/>
                  </a:lnTo>
                  <a:cubicBezTo>
                    <a:pt x="1441" y="2005"/>
                    <a:pt x="1385" y="2038"/>
                    <a:pt x="1400" y="2038"/>
                  </a:cubicBezTo>
                  <a:cubicBezTo>
                    <a:pt x="1408" y="2038"/>
                    <a:pt x="1438" y="2028"/>
                    <a:pt x="1484" y="2011"/>
                  </a:cubicBezTo>
                  <a:cubicBezTo>
                    <a:pt x="1517" y="1999"/>
                    <a:pt x="1533" y="1991"/>
                    <a:pt x="1534" y="1991"/>
                  </a:cubicBezTo>
                  <a:lnTo>
                    <a:pt x="1534" y="1991"/>
                  </a:lnTo>
                  <a:cubicBezTo>
                    <a:pt x="1535" y="1991"/>
                    <a:pt x="1521" y="1999"/>
                    <a:pt x="1492" y="2019"/>
                  </a:cubicBezTo>
                  <a:cubicBezTo>
                    <a:pt x="1427" y="2051"/>
                    <a:pt x="1436" y="2060"/>
                    <a:pt x="1444" y="2076"/>
                  </a:cubicBezTo>
                  <a:cubicBezTo>
                    <a:pt x="1447" y="2082"/>
                    <a:pt x="1450" y="2086"/>
                    <a:pt x="1457" y="2086"/>
                  </a:cubicBezTo>
                  <a:cubicBezTo>
                    <a:pt x="1467" y="2086"/>
                    <a:pt x="1483" y="2079"/>
                    <a:pt x="1517" y="2060"/>
                  </a:cubicBezTo>
                  <a:lnTo>
                    <a:pt x="1517" y="2068"/>
                  </a:lnTo>
                  <a:cubicBezTo>
                    <a:pt x="1473" y="2102"/>
                    <a:pt x="1457" y="2117"/>
                    <a:pt x="1462" y="2117"/>
                  </a:cubicBezTo>
                  <a:cubicBezTo>
                    <a:pt x="1469" y="2117"/>
                    <a:pt x="1516" y="2087"/>
                    <a:pt x="1582" y="2035"/>
                  </a:cubicBezTo>
                  <a:lnTo>
                    <a:pt x="1582" y="2043"/>
                  </a:lnTo>
                  <a:lnTo>
                    <a:pt x="1533" y="2084"/>
                  </a:lnTo>
                  <a:cubicBezTo>
                    <a:pt x="1476" y="2124"/>
                    <a:pt x="1476" y="2141"/>
                    <a:pt x="1509" y="2181"/>
                  </a:cubicBezTo>
                  <a:cubicBezTo>
                    <a:pt x="1524" y="2197"/>
                    <a:pt x="1534" y="2207"/>
                    <a:pt x="1546" y="2207"/>
                  </a:cubicBezTo>
                  <a:cubicBezTo>
                    <a:pt x="1564" y="2207"/>
                    <a:pt x="1587" y="2184"/>
                    <a:pt x="1646" y="2124"/>
                  </a:cubicBezTo>
                  <a:cubicBezTo>
                    <a:pt x="1694" y="2081"/>
                    <a:pt x="1718" y="2058"/>
                    <a:pt x="1720" y="2058"/>
                  </a:cubicBezTo>
                  <a:lnTo>
                    <a:pt x="1720" y="2058"/>
                  </a:lnTo>
                  <a:cubicBezTo>
                    <a:pt x="1722" y="2058"/>
                    <a:pt x="1700" y="2083"/>
                    <a:pt x="1655" y="2133"/>
                  </a:cubicBezTo>
                  <a:cubicBezTo>
                    <a:pt x="1619" y="2168"/>
                    <a:pt x="1588" y="2208"/>
                    <a:pt x="1589" y="2208"/>
                  </a:cubicBezTo>
                  <a:cubicBezTo>
                    <a:pt x="1590" y="2208"/>
                    <a:pt x="1595" y="2202"/>
                    <a:pt x="1606" y="2189"/>
                  </a:cubicBezTo>
                  <a:lnTo>
                    <a:pt x="1606" y="2189"/>
                  </a:lnTo>
                  <a:cubicBezTo>
                    <a:pt x="1606" y="2189"/>
                    <a:pt x="1614" y="2197"/>
                    <a:pt x="1573" y="2254"/>
                  </a:cubicBezTo>
                  <a:cubicBezTo>
                    <a:pt x="1539" y="2307"/>
                    <a:pt x="1532" y="2326"/>
                    <a:pt x="1537" y="2326"/>
                  </a:cubicBezTo>
                  <a:cubicBezTo>
                    <a:pt x="1544" y="2326"/>
                    <a:pt x="1568" y="2301"/>
                    <a:pt x="1590" y="2270"/>
                  </a:cubicBezTo>
                  <a:cubicBezTo>
                    <a:pt x="1623" y="2227"/>
                    <a:pt x="1636" y="2211"/>
                    <a:pt x="1637" y="2211"/>
                  </a:cubicBezTo>
                  <a:lnTo>
                    <a:pt x="1637" y="2211"/>
                  </a:lnTo>
                  <a:cubicBezTo>
                    <a:pt x="1639" y="2211"/>
                    <a:pt x="1617" y="2245"/>
                    <a:pt x="1598" y="2278"/>
                  </a:cubicBezTo>
                  <a:cubicBezTo>
                    <a:pt x="1568" y="2320"/>
                    <a:pt x="1543" y="2362"/>
                    <a:pt x="1547" y="2362"/>
                  </a:cubicBezTo>
                  <a:cubicBezTo>
                    <a:pt x="1549" y="2362"/>
                    <a:pt x="1555" y="2356"/>
                    <a:pt x="1565" y="2343"/>
                  </a:cubicBezTo>
                  <a:cubicBezTo>
                    <a:pt x="1587" y="2318"/>
                    <a:pt x="1617" y="2295"/>
                    <a:pt x="1629" y="2295"/>
                  </a:cubicBezTo>
                  <a:cubicBezTo>
                    <a:pt x="1640" y="2295"/>
                    <a:pt x="1636" y="2314"/>
                    <a:pt x="1598" y="2368"/>
                  </a:cubicBezTo>
                  <a:lnTo>
                    <a:pt x="1614" y="2376"/>
                  </a:lnTo>
                  <a:cubicBezTo>
                    <a:pt x="1635" y="2339"/>
                    <a:pt x="1649" y="2329"/>
                    <a:pt x="1659" y="2329"/>
                  </a:cubicBezTo>
                  <a:cubicBezTo>
                    <a:pt x="1664" y="2329"/>
                    <a:pt x="1668" y="2332"/>
                    <a:pt x="1671" y="2335"/>
                  </a:cubicBezTo>
                  <a:cubicBezTo>
                    <a:pt x="1679" y="2343"/>
                    <a:pt x="1687" y="2343"/>
                    <a:pt x="1655" y="2408"/>
                  </a:cubicBezTo>
                  <a:cubicBezTo>
                    <a:pt x="1633" y="2433"/>
                    <a:pt x="1626" y="2448"/>
                    <a:pt x="1628" y="2448"/>
                  </a:cubicBezTo>
                  <a:cubicBezTo>
                    <a:pt x="1631" y="2448"/>
                    <a:pt x="1643" y="2435"/>
                    <a:pt x="1663" y="2408"/>
                  </a:cubicBezTo>
                  <a:cubicBezTo>
                    <a:pt x="1663" y="2408"/>
                    <a:pt x="1663" y="2409"/>
                    <a:pt x="1664" y="2409"/>
                  </a:cubicBezTo>
                  <a:cubicBezTo>
                    <a:pt x="1675" y="2409"/>
                    <a:pt x="1736" y="2303"/>
                    <a:pt x="1744" y="2303"/>
                  </a:cubicBezTo>
                  <a:cubicBezTo>
                    <a:pt x="1760" y="2262"/>
                    <a:pt x="1784" y="2222"/>
                    <a:pt x="1817" y="2189"/>
                  </a:cubicBezTo>
                  <a:lnTo>
                    <a:pt x="1817" y="2189"/>
                  </a:lnTo>
                  <a:lnTo>
                    <a:pt x="1784" y="2246"/>
                  </a:lnTo>
                  <a:cubicBezTo>
                    <a:pt x="1752" y="2311"/>
                    <a:pt x="1719" y="2368"/>
                    <a:pt x="1719" y="2368"/>
                  </a:cubicBezTo>
                  <a:cubicBezTo>
                    <a:pt x="1722" y="2370"/>
                    <a:pt x="1724" y="2371"/>
                    <a:pt x="1726" y="2371"/>
                  </a:cubicBezTo>
                  <a:cubicBezTo>
                    <a:pt x="1733" y="2371"/>
                    <a:pt x="1742" y="2360"/>
                    <a:pt x="1760" y="2319"/>
                  </a:cubicBezTo>
                  <a:lnTo>
                    <a:pt x="1760" y="2319"/>
                  </a:lnTo>
                  <a:cubicBezTo>
                    <a:pt x="1736" y="2384"/>
                    <a:pt x="1744" y="2384"/>
                    <a:pt x="1752" y="2392"/>
                  </a:cubicBezTo>
                  <a:cubicBezTo>
                    <a:pt x="1755" y="2392"/>
                    <a:pt x="1758" y="2392"/>
                    <a:pt x="1761" y="2392"/>
                  </a:cubicBezTo>
                  <a:cubicBezTo>
                    <a:pt x="1772" y="2392"/>
                    <a:pt x="1783" y="2387"/>
                    <a:pt x="1809" y="2335"/>
                  </a:cubicBezTo>
                  <a:lnTo>
                    <a:pt x="1809" y="2335"/>
                  </a:lnTo>
                  <a:cubicBezTo>
                    <a:pt x="1786" y="2406"/>
                    <a:pt x="1788" y="2446"/>
                    <a:pt x="1803" y="2446"/>
                  </a:cubicBezTo>
                  <a:cubicBezTo>
                    <a:pt x="1815" y="2446"/>
                    <a:pt x="1835" y="2418"/>
                    <a:pt x="1857" y="2360"/>
                  </a:cubicBezTo>
                  <a:cubicBezTo>
                    <a:pt x="1865" y="2327"/>
                    <a:pt x="1871" y="2311"/>
                    <a:pt x="1873" y="2311"/>
                  </a:cubicBezTo>
                  <a:lnTo>
                    <a:pt x="1873" y="2311"/>
                  </a:lnTo>
                  <a:cubicBezTo>
                    <a:pt x="1875" y="2311"/>
                    <a:pt x="1873" y="2327"/>
                    <a:pt x="1865" y="2360"/>
                  </a:cubicBezTo>
                  <a:cubicBezTo>
                    <a:pt x="1857" y="2397"/>
                    <a:pt x="1853" y="2415"/>
                    <a:pt x="1854" y="2415"/>
                  </a:cubicBezTo>
                  <a:cubicBezTo>
                    <a:pt x="1856" y="2415"/>
                    <a:pt x="1862" y="2399"/>
                    <a:pt x="1873" y="2368"/>
                  </a:cubicBezTo>
                  <a:cubicBezTo>
                    <a:pt x="1880" y="2349"/>
                    <a:pt x="1885" y="2341"/>
                    <a:pt x="1887" y="2341"/>
                  </a:cubicBezTo>
                  <a:lnTo>
                    <a:pt x="1887" y="2341"/>
                  </a:lnTo>
                  <a:cubicBezTo>
                    <a:pt x="1892" y="2341"/>
                    <a:pt x="1885" y="2389"/>
                    <a:pt x="1873" y="2441"/>
                  </a:cubicBezTo>
                  <a:cubicBezTo>
                    <a:pt x="1859" y="2522"/>
                    <a:pt x="1856" y="2556"/>
                    <a:pt x="1861" y="2556"/>
                  </a:cubicBezTo>
                  <a:cubicBezTo>
                    <a:pt x="1864" y="2556"/>
                    <a:pt x="1872" y="2540"/>
                    <a:pt x="1882" y="2514"/>
                  </a:cubicBezTo>
                  <a:cubicBezTo>
                    <a:pt x="1906" y="2457"/>
                    <a:pt x="1922" y="2457"/>
                    <a:pt x="1922" y="2457"/>
                  </a:cubicBezTo>
                  <a:cubicBezTo>
                    <a:pt x="1946" y="2416"/>
                    <a:pt x="1963" y="2376"/>
                    <a:pt x="1963" y="2327"/>
                  </a:cubicBezTo>
                  <a:cubicBezTo>
                    <a:pt x="1966" y="2313"/>
                    <a:pt x="1970" y="2299"/>
                    <a:pt x="1973" y="2285"/>
                  </a:cubicBezTo>
                  <a:lnTo>
                    <a:pt x="1973" y="2285"/>
                  </a:lnTo>
                  <a:cubicBezTo>
                    <a:pt x="1971" y="2298"/>
                    <a:pt x="1971" y="2312"/>
                    <a:pt x="1971" y="2327"/>
                  </a:cubicBezTo>
                  <a:cubicBezTo>
                    <a:pt x="1971" y="2400"/>
                    <a:pt x="1979" y="2400"/>
                    <a:pt x="1987" y="2400"/>
                  </a:cubicBezTo>
                  <a:lnTo>
                    <a:pt x="2011" y="2400"/>
                  </a:lnTo>
                  <a:cubicBezTo>
                    <a:pt x="2015" y="2438"/>
                    <a:pt x="2020" y="2456"/>
                    <a:pt x="2024" y="2456"/>
                  </a:cubicBezTo>
                  <a:cubicBezTo>
                    <a:pt x="2028" y="2456"/>
                    <a:pt x="2032" y="2440"/>
                    <a:pt x="2036" y="2408"/>
                  </a:cubicBezTo>
                  <a:cubicBezTo>
                    <a:pt x="2044" y="2351"/>
                    <a:pt x="2036" y="2368"/>
                    <a:pt x="2044" y="2343"/>
                  </a:cubicBezTo>
                  <a:lnTo>
                    <a:pt x="2044" y="2343"/>
                  </a:lnTo>
                  <a:cubicBezTo>
                    <a:pt x="2040" y="2414"/>
                    <a:pt x="2057" y="2451"/>
                    <a:pt x="2076" y="2451"/>
                  </a:cubicBezTo>
                  <a:cubicBezTo>
                    <a:pt x="2094" y="2451"/>
                    <a:pt x="2113" y="2418"/>
                    <a:pt x="2117" y="2351"/>
                  </a:cubicBezTo>
                  <a:lnTo>
                    <a:pt x="2117" y="2424"/>
                  </a:lnTo>
                  <a:cubicBezTo>
                    <a:pt x="2117" y="2489"/>
                    <a:pt x="2125" y="2489"/>
                    <a:pt x="2133" y="2489"/>
                  </a:cubicBezTo>
                  <a:cubicBezTo>
                    <a:pt x="2141" y="2489"/>
                    <a:pt x="2165" y="2424"/>
                    <a:pt x="2182" y="2424"/>
                  </a:cubicBezTo>
                  <a:cubicBezTo>
                    <a:pt x="2214" y="2424"/>
                    <a:pt x="2230" y="2424"/>
                    <a:pt x="2222" y="2351"/>
                  </a:cubicBezTo>
                  <a:cubicBezTo>
                    <a:pt x="2230" y="2351"/>
                    <a:pt x="2230" y="2351"/>
                    <a:pt x="2238" y="2424"/>
                  </a:cubicBezTo>
                  <a:cubicBezTo>
                    <a:pt x="2238" y="2489"/>
                    <a:pt x="2246" y="2489"/>
                    <a:pt x="2254" y="2489"/>
                  </a:cubicBezTo>
                  <a:cubicBezTo>
                    <a:pt x="2254" y="2441"/>
                    <a:pt x="2246" y="2400"/>
                    <a:pt x="2238" y="2351"/>
                  </a:cubicBezTo>
                  <a:cubicBezTo>
                    <a:pt x="2234" y="2319"/>
                    <a:pt x="2234" y="2303"/>
                    <a:pt x="2237" y="2303"/>
                  </a:cubicBezTo>
                  <a:lnTo>
                    <a:pt x="2237" y="2303"/>
                  </a:lnTo>
                  <a:cubicBezTo>
                    <a:pt x="2240" y="2303"/>
                    <a:pt x="2246" y="2319"/>
                    <a:pt x="2254" y="2351"/>
                  </a:cubicBezTo>
                  <a:cubicBezTo>
                    <a:pt x="2267" y="2388"/>
                    <a:pt x="2281" y="2406"/>
                    <a:pt x="2291" y="2406"/>
                  </a:cubicBezTo>
                  <a:cubicBezTo>
                    <a:pt x="2301" y="2406"/>
                    <a:pt x="2307" y="2388"/>
                    <a:pt x="2303" y="2351"/>
                  </a:cubicBezTo>
                  <a:cubicBezTo>
                    <a:pt x="2311" y="2351"/>
                    <a:pt x="2319" y="2351"/>
                    <a:pt x="2327" y="2416"/>
                  </a:cubicBezTo>
                  <a:cubicBezTo>
                    <a:pt x="2341" y="2453"/>
                    <a:pt x="2358" y="2490"/>
                    <a:pt x="2365" y="2490"/>
                  </a:cubicBezTo>
                  <a:cubicBezTo>
                    <a:pt x="2370" y="2490"/>
                    <a:pt x="2370" y="2468"/>
                    <a:pt x="2360" y="2408"/>
                  </a:cubicBezTo>
                  <a:cubicBezTo>
                    <a:pt x="2368" y="2408"/>
                    <a:pt x="2368" y="2408"/>
                    <a:pt x="2384" y="2473"/>
                  </a:cubicBezTo>
                  <a:cubicBezTo>
                    <a:pt x="2398" y="2510"/>
                    <a:pt x="2412" y="2548"/>
                    <a:pt x="2415" y="2548"/>
                  </a:cubicBezTo>
                  <a:cubicBezTo>
                    <a:pt x="2418" y="2548"/>
                    <a:pt x="2414" y="2528"/>
                    <a:pt x="2400" y="2473"/>
                  </a:cubicBezTo>
                  <a:cubicBezTo>
                    <a:pt x="2396" y="2434"/>
                    <a:pt x="2399" y="2416"/>
                    <a:pt x="2408" y="2416"/>
                  </a:cubicBezTo>
                  <a:cubicBezTo>
                    <a:pt x="2416" y="2416"/>
                    <a:pt x="2430" y="2430"/>
                    <a:pt x="2449" y="2457"/>
                  </a:cubicBezTo>
                  <a:cubicBezTo>
                    <a:pt x="2449" y="2457"/>
                    <a:pt x="2457" y="2457"/>
                    <a:pt x="2433" y="2392"/>
                  </a:cubicBezTo>
                  <a:lnTo>
                    <a:pt x="2409" y="2327"/>
                  </a:lnTo>
                  <a:lnTo>
                    <a:pt x="2409" y="2327"/>
                  </a:lnTo>
                  <a:cubicBezTo>
                    <a:pt x="2437" y="2392"/>
                    <a:pt x="2451" y="2424"/>
                    <a:pt x="2453" y="2424"/>
                  </a:cubicBezTo>
                  <a:cubicBezTo>
                    <a:pt x="2455" y="2424"/>
                    <a:pt x="2445" y="2392"/>
                    <a:pt x="2425" y="2327"/>
                  </a:cubicBezTo>
                  <a:cubicBezTo>
                    <a:pt x="2413" y="2295"/>
                    <a:pt x="2406" y="2278"/>
                    <a:pt x="2408" y="2278"/>
                  </a:cubicBezTo>
                  <a:lnTo>
                    <a:pt x="2408" y="2278"/>
                  </a:lnTo>
                  <a:cubicBezTo>
                    <a:pt x="2409" y="2278"/>
                    <a:pt x="2417" y="2295"/>
                    <a:pt x="2433" y="2327"/>
                  </a:cubicBezTo>
                  <a:cubicBezTo>
                    <a:pt x="2457" y="2384"/>
                    <a:pt x="2465" y="2384"/>
                    <a:pt x="2465" y="2384"/>
                  </a:cubicBezTo>
                  <a:cubicBezTo>
                    <a:pt x="2473" y="2384"/>
                    <a:pt x="2473" y="2311"/>
                    <a:pt x="2498" y="2295"/>
                  </a:cubicBezTo>
                  <a:cubicBezTo>
                    <a:pt x="2538" y="2278"/>
                    <a:pt x="2554" y="2270"/>
                    <a:pt x="2522" y="2214"/>
                  </a:cubicBezTo>
                  <a:cubicBezTo>
                    <a:pt x="2505" y="2184"/>
                    <a:pt x="2497" y="2170"/>
                    <a:pt x="2499" y="2170"/>
                  </a:cubicBezTo>
                  <a:lnTo>
                    <a:pt x="2499" y="2170"/>
                  </a:lnTo>
                  <a:cubicBezTo>
                    <a:pt x="2501" y="2170"/>
                    <a:pt x="2511" y="2182"/>
                    <a:pt x="2530" y="2205"/>
                  </a:cubicBezTo>
                  <a:cubicBezTo>
                    <a:pt x="2560" y="2247"/>
                    <a:pt x="2572" y="2258"/>
                    <a:pt x="2580" y="2258"/>
                  </a:cubicBezTo>
                  <a:cubicBezTo>
                    <a:pt x="2582" y="2258"/>
                    <a:pt x="2585" y="2256"/>
                    <a:pt x="2587" y="2254"/>
                  </a:cubicBezTo>
                  <a:cubicBezTo>
                    <a:pt x="2587" y="2254"/>
                    <a:pt x="2595" y="2254"/>
                    <a:pt x="2636" y="2311"/>
                  </a:cubicBezTo>
                  <a:cubicBezTo>
                    <a:pt x="2603" y="2247"/>
                    <a:pt x="2603" y="2246"/>
                    <a:pt x="2603" y="2246"/>
                  </a:cubicBezTo>
                  <a:lnTo>
                    <a:pt x="2603" y="2246"/>
                  </a:lnTo>
                  <a:cubicBezTo>
                    <a:pt x="2622" y="2272"/>
                    <a:pt x="2634" y="2285"/>
                    <a:pt x="2637" y="2285"/>
                  </a:cubicBezTo>
                  <a:cubicBezTo>
                    <a:pt x="2641" y="2285"/>
                    <a:pt x="2633" y="2268"/>
                    <a:pt x="2611" y="2238"/>
                  </a:cubicBezTo>
                  <a:cubicBezTo>
                    <a:pt x="2571" y="2185"/>
                    <a:pt x="2550" y="2159"/>
                    <a:pt x="2551" y="2159"/>
                  </a:cubicBezTo>
                  <a:lnTo>
                    <a:pt x="2551" y="2159"/>
                  </a:lnTo>
                  <a:cubicBezTo>
                    <a:pt x="2552" y="2159"/>
                    <a:pt x="2575" y="2185"/>
                    <a:pt x="2619" y="2238"/>
                  </a:cubicBezTo>
                  <a:cubicBezTo>
                    <a:pt x="2647" y="2271"/>
                    <a:pt x="2686" y="2300"/>
                    <a:pt x="2690" y="2300"/>
                  </a:cubicBezTo>
                  <a:cubicBezTo>
                    <a:pt x="2692" y="2300"/>
                    <a:pt x="2686" y="2294"/>
                    <a:pt x="2668" y="2278"/>
                  </a:cubicBezTo>
                  <a:cubicBezTo>
                    <a:pt x="2627" y="2230"/>
                    <a:pt x="2636" y="2222"/>
                    <a:pt x="2595" y="2165"/>
                  </a:cubicBezTo>
                  <a:cubicBezTo>
                    <a:pt x="2597" y="2165"/>
                    <a:pt x="2599" y="2164"/>
                    <a:pt x="2600" y="2164"/>
                  </a:cubicBezTo>
                  <a:cubicBezTo>
                    <a:pt x="2606" y="2164"/>
                    <a:pt x="2615" y="2169"/>
                    <a:pt x="2652" y="2205"/>
                  </a:cubicBezTo>
                  <a:cubicBezTo>
                    <a:pt x="2664" y="2217"/>
                    <a:pt x="2672" y="2223"/>
                    <a:pt x="2676" y="2223"/>
                  </a:cubicBezTo>
                  <a:cubicBezTo>
                    <a:pt x="2690" y="2223"/>
                    <a:pt x="2672" y="2175"/>
                    <a:pt x="2636" y="2133"/>
                  </a:cubicBezTo>
                  <a:lnTo>
                    <a:pt x="2636" y="2133"/>
                  </a:lnTo>
                  <a:cubicBezTo>
                    <a:pt x="2678" y="2169"/>
                    <a:pt x="2689" y="2174"/>
                    <a:pt x="2695" y="2174"/>
                  </a:cubicBezTo>
                  <a:cubicBezTo>
                    <a:pt x="2697" y="2174"/>
                    <a:pt x="2698" y="2173"/>
                    <a:pt x="2700" y="2173"/>
                  </a:cubicBezTo>
                  <a:cubicBezTo>
                    <a:pt x="2685" y="2158"/>
                    <a:pt x="2679" y="2151"/>
                    <a:pt x="2681" y="2151"/>
                  </a:cubicBezTo>
                  <a:lnTo>
                    <a:pt x="2681" y="2151"/>
                  </a:lnTo>
                  <a:cubicBezTo>
                    <a:pt x="2684" y="2151"/>
                    <a:pt x="2719" y="2180"/>
                    <a:pt x="2757" y="2214"/>
                  </a:cubicBezTo>
                  <a:cubicBezTo>
                    <a:pt x="2786" y="2248"/>
                    <a:pt x="2798" y="2258"/>
                    <a:pt x="2806" y="2258"/>
                  </a:cubicBezTo>
                  <a:cubicBezTo>
                    <a:pt x="2809" y="2258"/>
                    <a:pt x="2812" y="2256"/>
                    <a:pt x="2814" y="2254"/>
                  </a:cubicBezTo>
                  <a:cubicBezTo>
                    <a:pt x="2773" y="2205"/>
                    <a:pt x="2781" y="2181"/>
                    <a:pt x="2798" y="2165"/>
                  </a:cubicBezTo>
                  <a:cubicBezTo>
                    <a:pt x="2822" y="2141"/>
                    <a:pt x="2765" y="2092"/>
                    <a:pt x="2660" y="2011"/>
                  </a:cubicBezTo>
                  <a:lnTo>
                    <a:pt x="2554" y="1930"/>
                  </a:lnTo>
                  <a:lnTo>
                    <a:pt x="2554" y="1930"/>
                  </a:lnTo>
                  <a:lnTo>
                    <a:pt x="2668" y="2011"/>
                  </a:lnTo>
                  <a:lnTo>
                    <a:pt x="2838" y="2116"/>
                  </a:lnTo>
                  <a:cubicBezTo>
                    <a:pt x="2806" y="2084"/>
                    <a:pt x="2773" y="2060"/>
                    <a:pt x="2733" y="2035"/>
                  </a:cubicBezTo>
                  <a:cubicBezTo>
                    <a:pt x="2701" y="2017"/>
                    <a:pt x="2687" y="2006"/>
                    <a:pt x="2692" y="2006"/>
                  </a:cubicBezTo>
                  <a:lnTo>
                    <a:pt x="2692" y="2006"/>
                  </a:lnTo>
                  <a:cubicBezTo>
                    <a:pt x="2697" y="2006"/>
                    <a:pt x="2713" y="2013"/>
                    <a:pt x="2741" y="2027"/>
                  </a:cubicBezTo>
                  <a:cubicBezTo>
                    <a:pt x="2765" y="2036"/>
                    <a:pt x="2782" y="2041"/>
                    <a:pt x="2790" y="2041"/>
                  </a:cubicBezTo>
                  <a:cubicBezTo>
                    <a:pt x="2803" y="2041"/>
                    <a:pt x="2793" y="2028"/>
                    <a:pt x="2757" y="2003"/>
                  </a:cubicBezTo>
                  <a:cubicBezTo>
                    <a:pt x="2757" y="2003"/>
                    <a:pt x="2758" y="2002"/>
                    <a:pt x="2761" y="2002"/>
                  </a:cubicBezTo>
                  <a:cubicBezTo>
                    <a:pt x="2768" y="2002"/>
                    <a:pt x="2784" y="2005"/>
                    <a:pt x="2822" y="2027"/>
                  </a:cubicBezTo>
                  <a:cubicBezTo>
                    <a:pt x="2830" y="2019"/>
                    <a:pt x="2830" y="2019"/>
                    <a:pt x="2765" y="1987"/>
                  </a:cubicBezTo>
                  <a:cubicBezTo>
                    <a:pt x="2735" y="1969"/>
                    <a:pt x="2721" y="1961"/>
                    <a:pt x="2724" y="1961"/>
                  </a:cubicBezTo>
                  <a:lnTo>
                    <a:pt x="2724" y="1961"/>
                  </a:lnTo>
                  <a:cubicBezTo>
                    <a:pt x="2727" y="1961"/>
                    <a:pt x="2743" y="1967"/>
                    <a:pt x="2773" y="1978"/>
                  </a:cubicBezTo>
                  <a:cubicBezTo>
                    <a:pt x="2828" y="2004"/>
                    <a:pt x="2860" y="2013"/>
                    <a:pt x="2873" y="2013"/>
                  </a:cubicBezTo>
                  <a:cubicBezTo>
                    <a:pt x="2889" y="2013"/>
                    <a:pt x="2877" y="2000"/>
                    <a:pt x="2846" y="1987"/>
                  </a:cubicBezTo>
                  <a:cubicBezTo>
                    <a:pt x="2781" y="1954"/>
                    <a:pt x="2790" y="1954"/>
                    <a:pt x="2790" y="1946"/>
                  </a:cubicBezTo>
                  <a:cubicBezTo>
                    <a:pt x="2790" y="1938"/>
                    <a:pt x="2798" y="1938"/>
                    <a:pt x="2733" y="1905"/>
                  </a:cubicBezTo>
                  <a:lnTo>
                    <a:pt x="2741" y="1897"/>
                  </a:lnTo>
                  <a:cubicBezTo>
                    <a:pt x="2741" y="1896"/>
                    <a:pt x="2742" y="1896"/>
                    <a:pt x="2743" y="1896"/>
                  </a:cubicBezTo>
                  <a:cubicBezTo>
                    <a:pt x="2754" y="1896"/>
                    <a:pt x="2805" y="1923"/>
                    <a:pt x="2798" y="1930"/>
                  </a:cubicBezTo>
                  <a:lnTo>
                    <a:pt x="2863" y="1946"/>
                  </a:lnTo>
                  <a:cubicBezTo>
                    <a:pt x="2871" y="1938"/>
                    <a:pt x="2879" y="1930"/>
                    <a:pt x="2814" y="1897"/>
                  </a:cubicBezTo>
                  <a:lnTo>
                    <a:pt x="2814" y="1897"/>
                  </a:lnTo>
                  <a:cubicBezTo>
                    <a:pt x="2853" y="1912"/>
                    <a:pt x="2895" y="1924"/>
                    <a:pt x="2908" y="1924"/>
                  </a:cubicBezTo>
                  <a:cubicBezTo>
                    <a:pt x="2917" y="1924"/>
                    <a:pt x="2913" y="1918"/>
                    <a:pt x="2887" y="1905"/>
                  </a:cubicBezTo>
                  <a:cubicBezTo>
                    <a:pt x="2829" y="1882"/>
                    <a:pt x="2814" y="1874"/>
                    <a:pt x="2820" y="1874"/>
                  </a:cubicBezTo>
                  <a:lnTo>
                    <a:pt x="2820" y="1874"/>
                  </a:lnTo>
                  <a:cubicBezTo>
                    <a:pt x="2827" y="1874"/>
                    <a:pt x="2861" y="1885"/>
                    <a:pt x="2895" y="1897"/>
                  </a:cubicBezTo>
                  <a:cubicBezTo>
                    <a:pt x="2951" y="1920"/>
                    <a:pt x="2983" y="1932"/>
                    <a:pt x="2989" y="1932"/>
                  </a:cubicBezTo>
                  <a:cubicBezTo>
                    <a:pt x="2996" y="1932"/>
                    <a:pt x="2968" y="1916"/>
                    <a:pt x="2903" y="1881"/>
                  </a:cubicBezTo>
                  <a:cubicBezTo>
                    <a:pt x="2903" y="1865"/>
                    <a:pt x="2846" y="1824"/>
                    <a:pt x="2854" y="1808"/>
                  </a:cubicBezTo>
                  <a:cubicBezTo>
                    <a:pt x="2861" y="1790"/>
                    <a:pt x="2862" y="1781"/>
                    <a:pt x="2893" y="1781"/>
                  </a:cubicBezTo>
                  <a:cubicBezTo>
                    <a:pt x="2904" y="1781"/>
                    <a:pt x="2917" y="1782"/>
                    <a:pt x="2936" y="1784"/>
                  </a:cubicBezTo>
                  <a:cubicBezTo>
                    <a:pt x="2936" y="1784"/>
                    <a:pt x="2937" y="1784"/>
                    <a:pt x="2937" y="1784"/>
                  </a:cubicBezTo>
                  <a:lnTo>
                    <a:pt x="2937" y="1784"/>
                  </a:lnTo>
                  <a:cubicBezTo>
                    <a:pt x="2865" y="1764"/>
                    <a:pt x="2871" y="1757"/>
                    <a:pt x="2871" y="1743"/>
                  </a:cubicBezTo>
                  <a:cubicBezTo>
                    <a:pt x="2952" y="1743"/>
                    <a:pt x="2879" y="1719"/>
                    <a:pt x="2814" y="1703"/>
                  </a:cubicBezTo>
                  <a:lnTo>
                    <a:pt x="2814" y="1711"/>
                  </a:lnTo>
                  <a:cubicBezTo>
                    <a:pt x="2676" y="1695"/>
                    <a:pt x="2676" y="1687"/>
                    <a:pt x="2749" y="1687"/>
                  </a:cubicBezTo>
                  <a:lnTo>
                    <a:pt x="2749" y="1687"/>
                  </a:lnTo>
                  <a:cubicBezTo>
                    <a:pt x="2790" y="1687"/>
                    <a:pt x="2838" y="1687"/>
                    <a:pt x="2887" y="1695"/>
                  </a:cubicBezTo>
                  <a:cubicBezTo>
                    <a:pt x="2911" y="1704"/>
                    <a:pt x="2937" y="1708"/>
                    <a:pt x="2965" y="1708"/>
                  </a:cubicBezTo>
                  <a:cubicBezTo>
                    <a:pt x="2984" y="1708"/>
                    <a:pt x="3005" y="1706"/>
                    <a:pt x="3025" y="1703"/>
                  </a:cubicBezTo>
                  <a:cubicBezTo>
                    <a:pt x="3025" y="1695"/>
                    <a:pt x="3025" y="1687"/>
                    <a:pt x="2952" y="1687"/>
                  </a:cubicBezTo>
                  <a:cubicBezTo>
                    <a:pt x="2887" y="1678"/>
                    <a:pt x="2887" y="1678"/>
                    <a:pt x="2887" y="1678"/>
                  </a:cubicBezTo>
                  <a:cubicBezTo>
                    <a:pt x="2887" y="1670"/>
                    <a:pt x="2887" y="1662"/>
                    <a:pt x="2822" y="1654"/>
                  </a:cubicBezTo>
                  <a:cubicBezTo>
                    <a:pt x="2757" y="1646"/>
                    <a:pt x="2757" y="1638"/>
                    <a:pt x="2757" y="1638"/>
                  </a:cubicBezTo>
                  <a:cubicBezTo>
                    <a:pt x="2822" y="1638"/>
                    <a:pt x="2830" y="1622"/>
                    <a:pt x="2830" y="1622"/>
                  </a:cubicBezTo>
                  <a:lnTo>
                    <a:pt x="2895" y="1630"/>
                  </a:lnTo>
                  <a:lnTo>
                    <a:pt x="3033" y="1630"/>
                  </a:lnTo>
                  <a:cubicBezTo>
                    <a:pt x="3033" y="1622"/>
                    <a:pt x="2968" y="1614"/>
                    <a:pt x="2968" y="1614"/>
                  </a:cubicBezTo>
                  <a:cubicBezTo>
                    <a:pt x="2903" y="1614"/>
                    <a:pt x="2903" y="1468"/>
                    <a:pt x="2903" y="1451"/>
                  </a:cubicBezTo>
                  <a:cubicBezTo>
                    <a:pt x="2949" y="1434"/>
                    <a:pt x="2962" y="1417"/>
                    <a:pt x="2943" y="1417"/>
                  </a:cubicBezTo>
                  <a:cubicBezTo>
                    <a:pt x="2936" y="1417"/>
                    <a:pt x="2922" y="1420"/>
                    <a:pt x="2903" y="1427"/>
                  </a:cubicBezTo>
                  <a:cubicBezTo>
                    <a:pt x="2896" y="1428"/>
                    <a:pt x="2890" y="1428"/>
                    <a:pt x="2884" y="1428"/>
                  </a:cubicBezTo>
                  <a:cubicBezTo>
                    <a:pt x="2837" y="1428"/>
                    <a:pt x="2829" y="1399"/>
                    <a:pt x="2822" y="1370"/>
                  </a:cubicBezTo>
                  <a:cubicBezTo>
                    <a:pt x="2822" y="1339"/>
                    <a:pt x="2817" y="1317"/>
                    <a:pt x="2783" y="1317"/>
                  </a:cubicBezTo>
                  <a:cubicBezTo>
                    <a:pt x="2774" y="1317"/>
                    <a:pt x="2763" y="1318"/>
                    <a:pt x="2749" y="1322"/>
                  </a:cubicBezTo>
                  <a:lnTo>
                    <a:pt x="2749" y="1306"/>
                  </a:lnTo>
                  <a:cubicBezTo>
                    <a:pt x="2747" y="1304"/>
                    <a:pt x="2743" y="1303"/>
                    <a:pt x="2737" y="1303"/>
                  </a:cubicBezTo>
                  <a:cubicBezTo>
                    <a:pt x="2722" y="1303"/>
                    <a:pt x="2696" y="1308"/>
                    <a:pt x="2684" y="1308"/>
                  </a:cubicBezTo>
                  <a:cubicBezTo>
                    <a:pt x="2679" y="1308"/>
                    <a:pt x="2676" y="1307"/>
                    <a:pt x="2676" y="1306"/>
                  </a:cubicBezTo>
                  <a:cubicBezTo>
                    <a:pt x="2717" y="1289"/>
                    <a:pt x="2757" y="1273"/>
                    <a:pt x="2798" y="1249"/>
                  </a:cubicBezTo>
                  <a:cubicBezTo>
                    <a:pt x="2798" y="1248"/>
                    <a:pt x="2797" y="1247"/>
                    <a:pt x="2794" y="1247"/>
                  </a:cubicBezTo>
                  <a:cubicBezTo>
                    <a:pt x="2780" y="1247"/>
                    <a:pt x="2724" y="1268"/>
                    <a:pt x="2668" y="1289"/>
                  </a:cubicBezTo>
                  <a:cubicBezTo>
                    <a:pt x="2625" y="1311"/>
                    <a:pt x="2610" y="1315"/>
                    <a:pt x="2606" y="1315"/>
                  </a:cubicBezTo>
                  <a:cubicBezTo>
                    <a:pt x="2603" y="1315"/>
                    <a:pt x="2603" y="1314"/>
                    <a:pt x="2603" y="1314"/>
                  </a:cubicBezTo>
                  <a:cubicBezTo>
                    <a:pt x="2603" y="1314"/>
                    <a:pt x="2603" y="1314"/>
                    <a:pt x="2668" y="1281"/>
                  </a:cubicBezTo>
                  <a:lnTo>
                    <a:pt x="2790" y="1224"/>
                  </a:lnTo>
                  <a:lnTo>
                    <a:pt x="2790" y="1224"/>
                  </a:lnTo>
                  <a:cubicBezTo>
                    <a:pt x="2725" y="1249"/>
                    <a:pt x="2725" y="1249"/>
                    <a:pt x="2725" y="1249"/>
                  </a:cubicBezTo>
                  <a:cubicBezTo>
                    <a:pt x="2725" y="1241"/>
                    <a:pt x="2725" y="1241"/>
                    <a:pt x="2846" y="1184"/>
                  </a:cubicBezTo>
                  <a:cubicBezTo>
                    <a:pt x="2914" y="1152"/>
                    <a:pt x="2944" y="1136"/>
                    <a:pt x="2936" y="1136"/>
                  </a:cubicBezTo>
                  <a:lnTo>
                    <a:pt x="2936" y="1136"/>
                  </a:lnTo>
                  <a:cubicBezTo>
                    <a:pt x="2930" y="1136"/>
                    <a:pt x="2900" y="1146"/>
                    <a:pt x="2846" y="1168"/>
                  </a:cubicBezTo>
                  <a:lnTo>
                    <a:pt x="2773" y="1192"/>
                  </a:lnTo>
                  <a:cubicBezTo>
                    <a:pt x="2820" y="1164"/>
                    <a:pt x="2831" y="1154"/>
                    <a:pt x="2823" y="1154"/>
                  </a:cubicBezTo>
                  <a:cubicBezTo>
                    <a:pt x="2810" y="1154"/>
                    <a:pt x="2749" y="1180"/>
                    <a:pt x="2709" y="1200"/>
                  </a:cubicBezTo>
                  <a:cubicBezTo>
                    <a:pt x="2775" y="1160"/>
                    <a:pt x="2802" y="1140"/>
                    <a:pt x="2796" y="1140"/>
                  </a:cubicBezTo>
                  <a:lnTo>
                    <a:pt x="2796" y="1140"/>
                  </a:lnTo>
                  <a:cubicBezTo>
                    <a:pt x="2790" y="1140"/>
                    <a:pt x="2760" y="1154"/>
                    <a:pt x="2709" y="1184"/>
                  </a:cubicBezTo>
                  <a:cubicBezTo>
                    <a:pt x="2678" y="1199"/>
                    <a:pt x="2662" y="1207"/>
                    <a:pt x="2659" y="1207"/>
                  </a:cubicBezTo>
                  <a:cubicBezTo>
                    <a:pt x="2656" y="1207"/>
                    <a:pt x="2670" y="1197"/>
                    <a:pt x="2700" y="1176"/>
                  </a:cubicBezTo>
                  <a:cubicBezTo>
                    <a:pt x="2757" y="1135"/>
                    <a:pt x="2749" y="1135"/>
                    <a:pt x="2749" y="1119"/>
                  </a:cubicBezTo>
                  <a:lnTo>
                    <a:pt x="2749" y="1119"/>
                  </a:lnTo>
                  <a:cubicBezTo>
                    <a:pt x="2730" y="1129"/>
                    <a:pt x="2715" y="1132"/>
                    <a:pt x="2703" y="1132"/>
                  </a:cubicBezTo>
                  <a:cubicBezTo>
                    <a:pt x="2675" y="1132"/>
                    <a:pt x="2663" y="1110"/>
                    <a:pt x="2652" y="1087"/>
                  </a:cubicBezTo>
                  <a:cubicBezTo>
                    <a:pt x="2632" y="1062"/>
                    <a:pt x="2615" y="1043"/>
                    <a:pt x="2596" y="1043"/>
                  </a:cubicBezTo>
                  <a:cubicBezTo>
                    <a:pt x="2584" y="1043"/>
                    <a:pt x="2570" y="1051"/>
                    <a:pt x="2554" y="1070"/>
                  </a:cubicBezTo>
                  <a:cubicBezTo>
                    <a:pt x="2546" y="1070"/>
                    <a:pt x="2546" y="1070"/>
                    <a:pt x="2595" y="1014"/>
                  </a:cubicBezTo>
                  <a:cubicBezTo>
                    <a:pt x="2612" y="993"/>
                    <a:pt x="2622" y="982"/>
                    <a:pt x="2620" y="982"/>
                  </a:cubicBezTo>
                  <a:lnTo>
                    <a:pt x="2620" y="982"/>
                  </a:lnTo>
                  <a:cubicBezTo>
                    <a:pt x="2619" y="982"/>
                    <a:pt x="2595" y="1005"/>
                    <a:pt x="2538" y="1062"/>
                  </a:cubicBezTo>
                  <a:cubicBezTo>
                    <a:pt x="2511" y="1090"/>
                    <a:pt x="2486" y="1117"/>
                    <a:pt x="2486" y="1117"/>
                  </a:cubicBezTo>
                  <a:cubicBezTo>
                    <a:pt x="2485" y="1117"/>
                    <a:pt x="2499" y="1100"/>
                    <a:pt x="2538" y="1054"/>
                  </a:cubicBezTo>
                  <a:cubicBezTo>
                    <a:pt x="2587" y="1006"/>
                    <a:pt x="2579" y="997"/>
                    <a:pt x="2563" y="981"/>
                  </a:cubicBezTo>
                  <a:cubicBezTo>
                    <a:pt x="2559" y="975"/>
                    <a:pt x="2553" y="969"/>
                    <a:pt x="2545" y="969"/>
                  </a:cubicBezTo>
                  <a:cubicBezTo>
                    <a:pt x="2533" y="969"/>
                    <a:pt x="2517" y="980"/>
                    <a:pt x="2498" y="1014"/>
                  </a:cubicBezTo>
                  <a:cubicBezTo>
                    <a:pt x="2473" y="1038"/>
                    <a:pt x="2461" y="1050"/>
                    <a:pt x="2460" y="1050"/>
                  </a:cubicBezTo>
                  <a:cubicBezTo>
                    <a:pt x="2459" y="1050"/>
                    <a:pt x="2469" y="1038"/>
                    <a:pt x="2490" y="1014"/>
                  </a:cubicBezTo>
                  <a:cubicBezTo>
                    <a:pt x="2548" y="939"/>
                    <a:pt x="2572" y="881"/>
                    <a:pt x="2556" y="881"/>
                  </a:cubicBezTo>
                  <a:lnTo>
                    <a:pt x="2556" y="881"/>
                  </a:lnTo>
                  <a:cubicBezTo>
                    <a:pt x="2547" y="881"/>
                    <a:pt x="2528" y="897"/>
                    <a:pt x="2498" y="933"/>
                  </a:cubicBezTo>
                  <a:cubicBezTo>
                    <a:pt x="2498" y="933"/>
                    <a:pt x="2490" y="924"/>
                    <a:pt x="2522" y="868"/>
                  </a:cubicBezTo>
                  <a:cubicBezTo>
                    <a:pt x="2522" y="868"/>
                    <a:pt x="2522" y="867"/>
                    <a:pt x="2520" y="867"/>
                  </a:cubicBezTo>
                  <a:cubicBezTo>
                    <a:pt x="2516" y="867"/>
                    <a:pt x="2504" y="872"/>
                    <a:pt x="2473" y="908"/>
                  </a:cubicBezTo>
                  <a:lnTo>
                    <a:pt x="2441" y="884"/>
                  </a:lnTo>
                  <a:cubicBezTo>
                    <a:pt x="2433" y="884"/>
                    <a:pt x="2392" y="941"/>
                    <a:pt x="2392" y="941"/>
                  </a:cubicBezTo>
                  <a:cubicBezTo>
                    <a:pt x="2417" y="876"/>
                    <a:pt x="2392" y="868"/>
                    <a:pt x="2352" y="851"/>
                  </a:cubicBezTo>
                  <a:cubicBezTo>
                    <a:pt x="2311" y="843"/>
                    <a:pt x="2287" y="803"/>
                    <a:pt x="2295" y="754"/>
                  </a:cubicBezTo>
                  <a:lnTo>
                    <a:pt x="2295" y="754"/>
                  </a:lnTo>
                  <a:cubicBezTo>
                    <a:pt x="2295" y="754"/>
                    <a:pt x="2287" y="754"/>
                    <a:pt x="2271" y="819"/>
                  </a:cubicBezTo>
                  <a:cubicBezTo>
                    <a:pt x="2252" y="899"/>
                    <a:pt x="2244" y="932"/>
                    <a:pt x="2241" y="932"/>
                  </a:cubicBezTo>
                  <a:cubicBezTo>
                    <a:pt x="2238" y="932"/>
                    <a:pt x="2238" y="915"/>
                    <a:pt x="2238" y="884"/>
                  </a:cubicBezTo>
                  <a:cubicBezTo>
                    <a:pt x="2246" y="818"/>
                    <a:pt x="2244" y="784"/>
                    <a:pt x="2237" y="784"/>
                  </a:cubicBezTo>
                  <a:cubicBezTo>
                    <a:pt x="2231" y="784"/>
                    <a:pt x="2222" y="805"/>
                    <a:pt x="2213" y="848"/>
                  </a:cubicBezTo>
                  <a:lnTo>
                    <a:pt x="2213" y="848"/>
                  </a:lnTo>
                  <a:cubicBezTo>
                    <a:pt x="2214" y="840"/>
                    <a:pt x="2214" y="832"/>
                    <a:pt x="2214" y="811"/>
                  </a:cubicBezTo>
                  <a:cubicBezTo>
                    <a:pt x="2220" y="757"/>
                    <a:pt x="2219" y="734"/>
                    <a:pt x="2215" y="734"/>
                  </a:cubicBezTo>
                  <a:lnTo>
                    <a:pt x="2215" y="734"/>
                  </a:lnTo>
                  <a:cubicBezTo>
                    <a:pt x="2207" y="734"/>
                    <a:pt x="2191" y="791"/>
                    <a:pt x="2182" y="876"/>
                  </a:cubicBezTo>
                  <a:cubicBezTo>
                    <a:pt x="2182" y="824"/>
                    <a:pt x="2182" y="776"/>
                    <a:pt x="2179" y="776"/>
                  </a:cubicBezTo>
                  <a:cubicBezTo>
                    <a:pt x="2177" y="776"/>
                    <a:pt x="2176" y="784"/>
                    <a:pt x="2173" y="803"/>
                  </a:cubicBezTo>
                  <a:cubicBezTo>
                    <a:pt x="2165" y="803"/>
                    <a:pt x="2165" y="803"/>
                    <a:pt x="2173" y="665"/>
                  </a:cubicBezTo>
                  <a:cubicBezTo>
                    <a:pt x="2182" y="624"/>
                    <a:pt x="2182" y="576"/>
                    <a:pt x="217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2"/>
            <p:cNvSpPr/>
            <p:nvPr/>
          </p:nvSpPr>
          <p:spPr>
            <a:xfrm>
              <a:off x="7317357" y="1220131"/>
              <a:ext cx="418716" cy="221192"/>
            </a:xfrm>
            <a:custGeom>
              <a:avLst/>
              <a:gdLst/>
              <a:ahLst/>
              <a:cxnLst/>
              <a:rect l="l" t="t" r="r" b="b"/>
              <a:pathLst>
                <a:path w="24291" h="12832" extrusionOk="0">
                  <a:moveTo>
                    <a:pt x="11106" y="0"/>
                  </a:moveTo>
                  <a:cubicBezTo>
                    <a:pt x="4220" y="0"/>
                    <a:pt x="0" y="6280"/>
                    <a:pt x="0" y="6280"/>
                  </a:cubicBezTo>
                  <a:lnTo>
                    <a:pt x="23504" y="12831"/>
                  </a:lnTo>
                  <a:cubicBezTo>
                    <a:pt x="23504" y="12831"/>
                    <a:pt x="24291" y="3840"/>
                    <a:pt x="15081" y="686"/>
                  </a:cubicBezTo>
                  <a:cubicBezTo>
                    <a:pt x="13675" y="204"/>
                    <a:pt x="12347" y="0"/>
                    <a:pt x="1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2"/>
            <p:cNvSpPr/>
            <p:nvPr/>
          </p:nvSpPr>
          <p:spPr>
            <a:xfrm>
              <a:off x="7137208" y="2968703"/>
              <a:ext cx="293" cy="17"/>
            </a:xfrm>
            <a:custGeom>
              <a:avLst/>
              <a:gdLst/>
              <a:ahLst/>
              <a:cxnLst/>
              <a:rect l="l" t="t" r="r" b="b"/>
              <a:pathLst>
                <a:path w="17" h="1" fill="none" extrusionOk="0">
                  <a:moveTo>
                    <a:pt x="16" y="1"/>
                  </a:move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2"/>
            <p:cNvSpPr/>
            <p:nvPr/>
          </p:nvSpPr>
          <p:spPr>
            <a:xfrm>
              <a:off x="7257112" y="3095295"/>
              <a:ext cx="552" cy="138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17" y="0"/>
                  </a:moveTo>
                  <a:cubicBezTo>
                    <a:pt x="13" y="0"/>
                    <a:pt x="8" y="1"/>
                    <a:pt x="1" y="2"/>
                  </a:cubicBezTo>
                  <a:cubicBezTo>
                    <a:pt x="3" y="6"/>
                    <a:pt x="7" y="8"/>
                    <a:pt x="11" y="8"/>
                  </a:cubicBezTo>
                  <a:cubicBezTo>
                    <a:pt x="21" y="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2"/>
            <p:cNvSpPr/>
            <p:nvPr/>
          </p:nvSpPr>
          <p:spPr>
            <a:xfrm>
              <a:off x="7252751" y="3094347"/>
              <a:ext cx="190" cy="32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0" y="0"/>
                  </a:moveTo>
                  <a:cubicBezTo>
                    <a:pt x="2" y="13"/>
                    <a:pt x="0" y="19"/>
                    <a:pt x="1" y="19"/>
                  </a:cubicBezTo>
                  <a:cubicBezTo>
                    <a:pt x="2" y="19"/>
                    <a:pt x="6" y="1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2"/>
            <p:cNvSpPr/>
            <p:nvPr/>
          </p:nvSpPr>
          <p:spPr>
            <a:xfrm>
              <a:off x="7183042" y="2992042"/>
              <a:ext cx="1413" cy="1810"/>
            </a:xfrm>
            <a:custGeom>
              <a:avLst/>
              <a:gdLst/>
              <a:ahLst/>
              <a:cxnLst/>
              <a:rect l="l" t="t" r="r" b="b"/>
              <a:pathLst>
                <a:path w="82" h="105" extrusionOk="0">
                  <a:moveTo>
                    <a:pt x="65" y="1"/>
                  </a:moveTo>
                  <a:cubicBezTo>
                    <a:pt x="49" y="17"/>
                    <a:pt x="25" y="41"/>
                    <a:pt x="9" y="73"/>
                  </a:cubicBezTo>
                  <a:cubicBezTo>
                    <a:pt x="1" y="92"/>
                    <a:pt x="1" y="104"/>
                    <a:pt x="8" y="104"/>
                  </a:cubicBezTo>
                  <a:cubicBezTo>
                    <a:pt x="16" y="104"/>
                    <a:pt x="35" y="88"/>
                    <a:pt x="65" y="49"/>
                  </a:cubicBezTo>
                  <a:cubicBezTo>
                    <a:pt x="82" y="9"/>
                    <a:pt x="82" y="9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2"/>
            <p:cNvSpPr/>
            <p:nvPr/>
          </p:nvSpPr>
          <p:spPr>
            <a:xfrm>
              <a:off x="7138070" y="2973840"/>
              <a:ext cx="1948" cy="1896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32" y="0"/>
                  </a:moveTo>
                  <a:cubicBezTo>
                    <a:pt x="4" y="0"/>
                    <a:pt x="1" y="38"/>
                    <a:pt x="7" y="75"/>
                  </a:cubicBezTo>
                  <a:cubicBezTo>
                    <a:pt x="17" y="100"/>
                    <a:pt x="27" y="110"/>
                    <a:pt x="42" y="110"/>
                  </a:cubicBezTo>
                  <a:cubicBezTo>
                    <a:pt x="52" y="110"/>
                    <a:pt x="64" y="106"/>
                    <a:pt x="80" y="100"/>
                  </a:cubicBezTo>
                  <a:cubicBezTo>
                    <a:pt x="104" y="100"/>
                    <a:pt x="112" y="43"/>
                    <a:pt x="112" y="43"/>
                  </a:cubicBezTo>
                  <a:cubicBezTo>
                    <a:pt x="107" y="15"/>
                    <a:pt x="93" y="6"/>
                    <a:pt x="80" y="6"/>
                  </a:cubicBezTo>
                  <a:cubicBezTo>
                    <a:pt x="74" y="6"/>
                    <a:pt x="69" y="8"/>
                    <a:pt x="64" y="11"/>
                  </a:cubicBezTo>
                  <a:cubicBezTo>
                    <a:pt x="51" y="3"/>
                    <a:pt x="41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2"/>
            <p:cNvSpPr/>
            <p:nvPr/>
          </p:nvSpPr>
          <p:spPr>
            <a:xfrm>
              <a:off x="7252923" y="3093933"/>
              <a:ext cx="431" cy="431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24"/>
                  </a:moveTo>
                  <a:cubicBezTo>
                    <a:pt x="9" y="16"/>
                    <a:pt x="17" y="8"/>
                    <a:pt x="25" y="0"/>
                  </a:cubicBezTo>
                  <a:cubicBezTo>
                    <a:pt x="17" y="8"/>
                    <a:pt x="17" y="8"/>
                    <a:pt x="9" y="16"/>
                  </a:cubicBezTo>
                  <a:cubicBezTo>
                    <a:pt x="9" y="16"/>
                    <a:pt x="9" y="16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2"/>
            <p:cNvSpPr/>
            <p:nvPr/>
          </p:nvSpPr>
          <p:spPr>
            <a:xfrm>
              <a:off x="7195057" y="2968013"/>
              <a:ext cx="1138" cy="1258"/>
            </a:xfrm>
            <a:custGeom>
              <a:avLst/>
              <a:gdLst/>
              <a:ahLst/>
              <a:cxnLst/>
              <a:rect l="l" t="t" r="r" b="b"/>
              <a:pathLst>
                <a:path w="66" h="73" extrusionOk="0">
                  <a:moveTo>
                    <a:pt x="10" y="1"/>
                  </a:moveTo>
                  <a:cubicBezTo>
                    <a:pt x="1" y="1"/>
                    <a:pt x="1" y="14"/>
                    <a:pt x="1" y="49"/>
                  </a:cubicBezTo>
                  <a:lnTo>
                    <a:pt x="41" y="73"/>
                  </a:lnTo>
                  <a:cubicBezTo>
                    <a:pt x="66" y="32"/>
                    <a:pt x="66" y="32"/>
                    <a:pt x="41" y="16"/>
                  </a:cubicBezTo>
                  <a:cubicBezTo>
                    <a:pt x="25" y="7"/>
                    <a:pt x="16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2"/>
            <p:cNvSpPr/>
            <p:nvPr/>
          </p:nvSpPr>
          <p:spPr>
            <a:xfrm>
              <a:off x="7185973" y="2970099"/>
              <a:ext cx="1000" cy="1707"/>
            </a:xfrm>
            <a:custGeom>
              <a:avLst/>
              <a:gdLst/>
              <a:ahLst/>
              <a:cxnLst/>
              <a:rect l="l" t="t" r="r" b="b"/>
              <a:pathLst>
                <a:path w="58" h="99" extrusionOk="0">
                  <a:moveTo>
                    <a:pt x="17" y="1"/>
                  </a:moveTo>
                  <a:cubicBezTo>
                    <a:pt x="9" y="33"/>
                    <a:pt x="1" y="65"/>
                    <a:pt x="1" y="98"/>
                  </a:cubicBezTo>
                  <a:cubicBezTo>
                    <a:pt x="3" y="99"/>
                    <a:pt x="5" y="99"/>
                    <a:pt x="7" y="99"/>
                  </a:cubicBezTo>
                  <a:cubicBezTo>
                    <a:pt x="28" y="99"/>
                    <a:pt x="41" y="65"/>
                    <a:pt x="41" y="65"/>
                  </a:cubicBezTo>
                  <a:cubicBezTo>
                    <a:pt x="41" y="65"/>
                    <a:pt x="58" y="17"/>
                    <a:pt x="41" y="9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2"/>
            <p:cNvSpPr/>
            <p:nvPr/>
          </p:nvSpPr>
          <p:spPr>
            <a:xfrm>
              <a:off x="7173062" y="2964652"/>
              <a:ext cx="362" cy="1844"/>
            </a:xfrm>
            <a:custGeom>
              <a:avLst/>
              <a:gdLst/>
              <a:ahLst/>
              <a:cxnLst/>
              <a:rect l="l" t="t" r="r" b="b"/>
              <a:pathLst>
                <a:path w="21" h="107" extrusionOk="0">
                  <a:moveTo>
                    <a:pt x="20" y="1"/>
                  </a:moveTo>
                  <a:lnTo>
                    <a:pt x="12" y="41"/>
                  </a:lnTo>
                  <a:cubicBezTo>
                    <a:pt x="6" y="76"/>
                    <a:pt x="0" y="106"/>
                    <a:pt x="1" y="106"/>
                  </a:cubicBezTo>
                  <a:cubicBezTo>
                    <a:pt x="1" y="106"/>
                    <a:pt x="2" y="101"/>
                    <a:pt x="4" y="90"/>
                  </a:cubicBezTo>
                  <a:cubicBezTo>
                    <a:pt x="4" y="90"/>
                    <a:pt x="12" y="41"/>
                    <a:pt x="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2"/>
            <p:cNvSpPr/>
            <p:nvPr/>
          </p:nvSpPr>
          <p:spPr>
            <a:xfrm>
              <a:off x="7249148" y="3069180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0" y="1"/>
                  </a:moveTo>
                  <a:lnTo>
                    <a:pt x="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2"/>
            <p:cNvSpPr/>
            <p:nvPr/>
          </p:nvSpPr>
          <p:spPr>
            <a:xfrm>
              <a:off x="7249286" y="3069180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2"/>
            <p:cNvSpPr/>
            <p:nvPr/>
          </p:nvSpPr>
          <p:spPr>
            <a:xfrm>
              <a:off x="7237134" y="2834405"/>
              <a:ext cx="17" cy="155"/>
            </a:xfrm>
            <a:custGeom>
              <a:avLst/>
              <a:gdLst/>
              <a:ahLst/>
              <a:cxnLst/>
              <a:rect l="l" t="t" r="r" b="b"/>
              <a:pathLst>
                <a:path w="1" h="9" fill="none" extrusionOk="0">
                  <a:moveTo>
                    <a:pt x="0" y="8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2"/>
            <p:cNvSpPr/>
            <p:nvPr/>
          </p:nvSpPr>
          <p:spPr>
            <a:xfrm>
              <a:off x="7238392" y="2851729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fill="none" extrusionOk="0">
                  <a:moveTo>
                    <a:pt x="8" y="8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2"/>
            <p:cNvSpPr/>
            <p:nvPr/>
          </p:nvSpPr>
          <p:spPr>
            <a:xfrm>
              <a:off x="7248872" y="2876603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2"/>
            <p:cNvSpPr/>
            <p:nvPr/>
          </p:nvSpPr>
          <p:spPr>
            <a:xfrm>
              <a:off x="7248872" y="2876465"/>
              <a:ext cx="293" cy="155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16" y="0"/>
                  </a:move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2"/>
            <p:cNvSpPr/>
            <p:nvPr/>
          </p:nvSpPr>
          <p:spPr>
            <a:xfrm>
              <a:off x="7238668" y="2832854"/>
              <a:ext cx="862" cy="724"/>
            </a:xfrm>
            <a:custGeom>
              <a:avLst/>
              <a:gdLst/>
              <a:ahLst/>
              <a:cxnLst/>
              <a:rect l="l" t="t" r="r" b="b"/>
              <a:pathLst>
                <a:path w="50" h="42" extrusionOk="0">
                  <a:moveTo>
                    <a:pt x="49" y="1"/>
                  </a:moveTo>
                  <a:lnTo>
                    <a:pt x="0" y="25"/>
                  </a:lnTo>
                  <a:lnTo>
                    <a:pt x="0" y="41"/>
                  </a:lnTo>
                  <a:cubicBezTo>
                    <a:pt x="49" y="41"/>
                    <a:pt x="49" y="41"/>
                    <a:pt x="49" y="25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2"/>
            <p:cNvSpPr/>
            <p:nvPr/>
          </p:nvSpPr>
          <p:spPr>
            <a:xfrm>
              <a:off x="7357469" y="2895478"/>
              <a:ext cx="155" cy="431"/>
            </a:xfrm>
            <a:custGeom>
              <a:avLst/>
              <a:gdLst/>
              <a:ahLst/>
              <a:cxnLst/>
              <a:rect l="l" t="t" r="r" b="b"/>
              <a:pathLst>
                <a:path w="9" h="25" extrusionOk="0">
                  <a:moveTo>
                    <a:pt x="0" y="0"/>
                  </a:moveTo>
                  <a:cubicBezTo>
                    <a:pt x="0" y="0"/>
                    <a:pt x="0" y="8"/>
                    <a:pt x="8" y="16"/>
                  </a:cubicBezTo>
                  <a:lnTo>
                    <a:pt x="8" y="16"/>
                  </a:lnTo>
                  <a:cubicBezTo>
                    <a:pt x="7" y="11"/>
                    <a:pt x="5" y="5"/>
                    <a:pt x="0" y="0"/>
                  </a:cubicBezTo>
                  <a:close/>
                  <a:moveTo>
                    <a:pt x="8" y="16"/>
                  </a:moveTo>
                  <a:cubicBezTo>
                    <a:pt x="8" y="19"/>
                    <a:pt x="8" y="22"/>
                    <a:pt x="8" y="24"/>
                  </a:cubicBezTo>
                  <a:cubicBezTo>
                    <a:pt x="8" y="24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2"/>
            <p:cNvSpPr/>
            <p:nvPr/>
          </p:nvSpPr>
          <p:spPr>
            <a:xfrm>
              <a:off x="7357606" y="2895892"/>
              <a:ext cx="224" cy="379"/>
            </a:xfrm>
            <a:custGeom>
              <a:avLst/>
              <a:gdLst/>
              <a:ahLst/>
              <a:cxnLst/>
              <a:rect l="l" t="t" r="r" b="b"/>
              <a:pathLst>
                <a:path w="13" h="22" extrusionOk="0">
                  <a:moveTo>
                    <a:pt x="0" y="0"/>
                  </a:moveTo>
                  <a:cubicBezTo>
                    <a:pt x="8" y="15"/>
                    <a:pt x="12" y="22"/>
                    <a:pt x="12" y="22"/>
                  </a:cubicBezTo>
                  <a:cubicBezTo>
                    <a:pt x="13" y="22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2"/>
            <p:cNvSpPr/>
            <p:nvPr/>
          </p:nvSpPr>
          <p:spPr>
            <a:xfrm>
              <a:off x="7360261" y="2892410"/>
              <a:ext cx="190" cy="431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8" y="1"/>
                  </a:moveTo>
                  <a:cubicBezTo>
                    <a:pt x="6" y="1"/>
                    <a:pt x="3" y="6"/>
                    <a:pt x="0" y="24"/>
                  </a:cubicBezTo>
                  <a:cubicBezTo>
                    <a:pt x="11" y="19"/>
                    <a:pt x="11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2"/>
            <p:cNvSpPr/>
            <p:nvPr/>
          </p:nvSpPr>
          <p:spPr>
            <a:xfrm>
              <a:off x="7249148" y="2876465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2"/>
            <p:cNvSpPr/>
            <p:nvPr/>
          </p:nvSpPr>
          <p:spPr>
            <a:xfrm>
              <a:off x="7258939" y="2886239"/>
              <a:ext cx="983" cy="100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27" y="1"/>
                  </a:moveTo>
                  <a:cubicBezTo>
                    <a:pt x="20" y="1"/>
                    <a:pt x="14" y="11"/>
                    <a:pt x="0" y="33"/>
                  </a:cubicBezTo>
                  <a:lnTo>
                    <a:pt x="16" y="58"/>
                  </a:lnTo>
                  <a:cubicBezTo>
                    <a:pt x="57" y="33"/>
                    <a:pt x="57" y="33"/>
                    <a:pt x="49" y="17"/>
                  </a:cubicBezTo>
                  <a:cubicBezTo>
                    <a:pt x="38" y="7"/>
                    <a:pt x="32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2"/>
            <p:cNvSpPr/>
            <p:nvPr/>
          </p:nvSpPr>
          <p:spPr>
            <a:xfrm>
              <a:off x="7260749" y="2893926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9" y="1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2"/>
            <p:cNvSpPr/>
            <p:nvPr/>
          </p:nvSpPr>
          <p:spPr>
            <a:xfrm>
              <a:off x="7237496" y="2903442"/>
              <a:ext cx="2172" cy="1138"/>
            </a:xfrm>
            <a:custGeom>
              <a:avLst/>
              <a:gdLst/>
              <a:ahLst/>
              <a:cxnLst/>
              <a:rect l="l" t="t" r="r" b="b"/>
              <a:pathLst>
                <a:path w="126" h="66" extrusionOk="0">
                  <a:moveTo>
                    <a:pt x="117" y="0"/>
                  </a:moveTo>
                  <a:lnTo>
                    <a:pt x="117" y="0"/>
                  </a:lnTo>
                  <a:cubicBezTo>
                    <a:pt x="85" y="8"/>
                    <a:pt x="52" y="16"/>
                    <a:pt x="28" y="41"/>
                  </a:cubicBezTo>
                  <a:cubicBezTo>
                    <a:pt x="5" y="54"/>
                    <a:pt x="0" y="65"/>
                    <a:pt x="16" y="65"/>
                  </a:cubicBezTo>
                  <a:cubicBezTo>
                    <a:pt x="28" y="65"/>
                    <a:pt x="53" y="59"/>
                    <a:pt x="93" y="41"/>
                  </a:cubicBezTo>
                  <a:cubicBezTo>
                    <a:pt x="125" y="16"/>
                    <a:pt x="125" y="16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2"/>
            <p:cNvSpPr/>
            <p:nvPr/>
          </p:nvSpPr>
          <p:spPr>
            <a:xfrm>
              <a:off x="7231256" y="2852246"/>
              <a:ext cx="2241" cy="1586"/>
            </a:xfrm>
            <a:custGeom>
              <a:avLst/>
              <a:gdLst/>
              <a:ahLst/>
              <a:cxnLst/>
              <a:rect l="l" t="t" r="r" b="b"/>
              <a:pathLst>
                <a:path w="130" h="92" extrusionOk="0">
                  <a:moveTo>
                    <a:pt x="76" y="0"/>
                  </a:moveTo>
                  <a:cubicBezTo>
                    <a:pt x="67" y="0"/>
                    <a:pt x="58" y="1"/>
                    <a:pt x="49" y="3"/>
                  </a:cubicBezTo>
                  <a:cubicBezTo>
                    <a:pt x="1" y="3"/>
                    <a:pt x="1" y="27"/>
                    <a:pt x="9" y="60"/>
                  </a:cubicBezTo>
                  <a:cubicBezTo>
                    <a:pt x="9" y="84"/>
                    <a:pt x="57" y="92"/>
                    <a:pt x="57" y="92"/>
                  </a:cubicBezTo>
                  <a:cubicBezTo>
                    <a:pt x="106" y="84"/>
                    <a:pt x="106" y="68"/>
                    <a:pt x="98" y="51"/>
                  </a:cubicBezTo>
                  <a:cubicBezTo>
                    <a:pt x="130" y="13"/>
                    <a:pt x="107" y="0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2"/>
            <p:cNvSpPr/>
            <p:nvPr/>
          </p:nvSpPr>
          <p:spPr>
            <a:xfrm>
              <a:off x="7248166" y="2876603"/>
              <a:ext cx="724" cy="431"/>
            </a:xfrm>
            <a:custGeom>
              <a:avLst/>
              <a:gdLst/>
              <a:ahLst/>
              <a:cxnLst/>
              <a:rect l="l" t="t" r="r" b="b"/>
              <a:pathLst>
                <a:path w="42" h="25" extrusionOk="0">
                  <a:moveTo>
                    <a:pt x="41" y="1"/>
                  </a:moveTo>
                  <a:lnTo>
                    <a:pt x="17" y="9"/>
                  </a:lnTo>
                  <a:lnTo>
                    <a:pt x="1" y="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2"/>
            <p:cNvSpPr/>
            <p:nvPr/>
          </p:nvSpPr>
          <p:spPr>
            <a:xfrm>
              <a:off x="7247752" y="2877016"/>
              <a:ext cx="431" cy="155"/>
            </a:xfrm>
            <a:custGeom>
              <a:avLst/>
              <a:gdLst/>
              <a:ahLst/>
              <a:cxnLst/>
              <a:rect l="l" t="t" r="r" b="b"/>
              <a:pathLst>
                <a:path w="25" h="9" extrusionOk="0">
                  <a:moveTo>
                    <a:pt x="0" y="9"/>
                  </a:moveTo>
                  <a:lnTo>
                    <a:pt x="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2"/>
            <p:cNvSpPr/>
            <p:nvPr/>
          </p:nvSpPr>
          <p:spPr>
            <a:xfrm>
              <a:off x="7251113" y="2885687"/>
              <a:ext cx="1551" cy="1224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65" y="1"/>
                  </a:moveTo>
                  <a:cubicBezTo>
                    <a:pt x="41" y="17"/>
                    <a:pt x="16" y="41"/>
                    <a:pt x="0" y="65"/>
                  </a:cubicBezTo>
                  <a:cubicBezTo>
                    <a:pt x="2" y="69"/>
                    <a:pt x="6" y="71"/>
                    <a:pt x="11" y="71"/>
                  </a:cubicBezTo>
                  <a:cubicBezTo>
                    <a:pt x="26" y="71"/>
                    <a:pt x="49" y="57"/>
                    <a:pt x="49" y="57"/>
                  </a:cubicBezTo>
                  <a:cubicBezTo>
                    <a:pt x="49" y="57"/>
                    <a:pt x="89" y="25"/>
                    <a:pt x="73" y="17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2"/>
            <p:cNvSpPr/>
            <p:nvPr/>
          </p:nvSpPr>
          <p:spPr>
            <a:xfrm>
              <a:off x="7392254" y="2943260"/>
              <a:ext cx="155" cy="172"/>
            </a:xfrm>
            <a:custGeom>
              <a:avLst/>
              <a:gdLst/>
              <a:ahLst/>
              <a:cxnLst/>
              <a:rect l="l" t="t" r="r" b="b"/>
              <a:pathLst>
                <a:path w="9" h="10" fill="none" extrusionOk="0">
                  <a:moveTo>
                    <a:pt x="1" y="9"/>
                  </a:moveTo>
                  <a:lnTo>
                    <a:pt x="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2"/>
            <p:cNvSpPr/>
            <p:nvPr/>
          </p:nvSpPr>
          <p:spPr>
            <a:xfrm>
              <a:off x="7348091" y="3066388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2"/>
            <p:cNvSpPr/>
            <p:nvPr/>
          </p:nvSpPr>
          <p:spPr>
            <a:xfrm>
              <a:off x="7335887" y="2959153"/>
              <a:ext cx="1603" cy="1793"/>
            </a:xfrm>
            <a:custGeom>
              <a:avLst/>
              <a:gdLst/>
              <a:ahLst/>
              <a:cxnLst/>
              <a:rect l="l" t="t" r="r" b="b"/>
              <a:pathLst>
                <a:path w="93" h="104" extrusionOk="0">
                  <a:moveTo>
                    <a:pt x="14" y="1"/>
                  </a:moveTo>
                  <a:cubicBezTo>
                    <a:pt x="0" y="1"/>
                    <a:pt x="3" y="26"/>
                    <a:pt x="44" y="84"/>
                  </a:cubicBezTo>
                  <a:cubicBezTo>
                    <a:pt x="62" y="98"/>
                    <a:pt x="70" y="104"/>
                    <a:pt x="76" y="104"/>
                  </a:cubicBezTo>
                  <a:cubicBezTo>
                    <a:pt x="81" y="104"/>
                    <a:pt x="85" y="100"/>
                    <a:pt x="93" y="92"/>
                  </a:cubicBezTo>
                  <a:cubicBezTo>
                    <a:pt x="84" y="60"/>
                    <a:pt x="60" y="36"/>
                    <a:pt x="36" y="11"/>
                  </a:cubicBezTo>
                  <a:cubicBezTo>
                    <a:pt x="27" y="5"/>
                    <a:pt x="19" y="1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2"/>
            <p:cNvSpPr/>
            <p:nvPr/>
          </p:nvSpPr>
          <p:spPr>
            <a:xfrm>
              <a:off x="7350746" y="29803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9"/>
                    <a:pt x="1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2"/>
            <p:cNvSpPr/>
            <p:nvPr/>
          </p:nvSpPr>
          <p:spPr>
            <a:xfrm>
              <a:off x="7388910" y="2936607"/>
              <a:ext cx="1965" cy="1896"/>
            </a:xfrm>
            <a:custGeom>
              <a:avLst/>
              <a:gdLst/>
              <a:ahLst/>
              <a:cxnLst/>
              <a:rect l="l" t="t" r="r" b="b"/>
              <a:pathLst>
                <a:path w="114" h="110" extrusionOk="0">
                  <a:moveTo>
                    <a:pt x="71" y="1"/>
                  </a:moveTo>
                  <a:cubicBezTo>
                    <a:pt x="59" y="1"/>
                    <a:pt x="43" y="6"/>
                    <a:pt x="25" y="14"/>
                  </a:cubicBezTo>
                  <a:cubicBezTo>
                    <a:pt x="8" y="22"/>
                    <a:pt x="0" y="71"/>
                    <a:pt x="0" y="71"/>
                  </a:cubicBezTo>
                  <a:cubicBezTo>
                    <a:pt x="12" y="100"/>
                    <a:pt x="28" y="104"/>
                    <a:pt x="42" y="104"/>
                  </a:cubicBezTo>
                  <a:cubicBezTo>
                    <a:pt x="47" y="104"/>
                    <a:pt x="52" y="103"/>
                    <a:pt x="57" y="103"/>
                  </a:cubicBezTo>
                  <a:cubicBezTo>
                    <a:pt x="67" y="108"/>
                    <a:pt x="76" y="110"/>
                    <a:pt x="83" y="110"/>
                  </a:cubicBezTo>
                  <a:cubicBezTo>
                    <a:pt x="113" y="110"/>
                    <a:pt x="112" y="70"/>
                    <a:pt x="106" y="30"/>
                  </a:cubicBezTo>
                  <a:cubicBezTo>
                    <a:pt x="97" y="8"/>
                    <a:pt x="86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2"/>
            <p:cNvSpPr/>
            <p:nvPr/>
          </p:nvSpPr>
          <p:spPr>
            <a:xfrm>
              <a:off x="7360468" y="3088055"/>
              <a:ext cx="86" cy="32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"/>
                  </a:moveTo>
                  <a:cubicBezTo>
                    <a:pt x="0" y="13"/>
                    <a:pt x="0" y="19"/>
                    <a:pt x="1" y="19"/>
                  </a:cubicBezTo>
                  <a:cubicBezTo>
                    <a:pt x="2" y="19"/>
                    <a:pt x="4" y="13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2"/>
            <p:cNvSpPr/>
            <p:nvPr/>
          </p:nvSpPr>
          <p:spPr>
            <a:xfrm>
              <a:off x="7360537" y="3087504"/>
              <a:ext cx="293" cy="569"/>
            </a:xfrm>
            <a:custGeom>
              <a:avLst/>
              <a:gdLst/>
              <a:ahLst/>
              <a:cxnLst/>
              <a:rect l="l" t="t" r="r" b="b"/>
              <a:pathLst>
                <a:path w="17" h="33" extrusionOk="0">
                  <a:moveTo>
                    <a:pt x="16" y="0"/>
                  </a:moveTo>
                  <a:cubicBezTo>
                    <a:pt x="8" y="8"/>
                    <a:pt x="8" y="16"/>
                    <a:pt x="0" y="16"/>
                  </a:cubicBezTo>
                  <a:cubicBezTo>
                    <a:pt x="0" y="24"/>
                    <a:pt x="0" y="24"/>
                    <a:pt x="0" y="33"/>
                  </a:cubicBezTo>
                  <a:cubicBezTo>
                    <a:pt x="8" y="16"/>
                    <a:pt x="8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2"/>
            <p:cNvSpPr/>
            <p:nvPr/>
          </p:nvSpPr>
          <p:spPr>
            <a:xfrm>
              <a:off x="7364863" y="3087004"/>
              <a:ext cx="517" cy="241"/>
            </a:xfrm>
            <a:custGeom>
              <a:avLst/>
              <a:gdLst/>
              <a:ahLst/>
              <a:cxnLst/>
              <a:rect l="l" t="t" r="r" b="b"/>
              <a:pathLst>
                <a:path w="30" h="14" extrusionOk="0">
                  <a:moveTo>
                    <a:pt x="23" y="0"/>
                  </a:moveTo>
                  <a:cubicBezTo>
                    <a:pt x="20" y="0"/>
                    <a:pt x="13" y="3"/>
                    <a:pt x="1" y="13"/>
                  </a:cubicBezTo>
                  <a:cubicBezTo>
                    <a:pt x="3" y="14"/>
                    <a:pt x="5" y="14"/>
                    <a:pt x="7" y="14"/>
                  </a:cubicBezTo>
                  <a:cubicBezTo>
                    <a:pt x="21" y="14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2"/>
            <p:cNvSpPr/>
            <p:nvPr/>
          </p:nvSpPr>
          <p:spPr>
            <a:xfrm>
              <a:off x="7356624" y="2967444"/>
              <a:ext cx="1689" cy="1172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17" y="1"/>
                  </a:moveTo>
                  <a:lnTo>
                    <a:pt x="17" y="1"/>
                  </a:lnTo>
                  <a:cubicBezTo>
                    <a:pt x="0" y="17"/>
                    <a:pt x="41" y="49"/>
                    <a:pt x="41" y="49"/>
                  </a:cubicBezTo>
                  <a:cubicBezTo>
                    <a:pt x="41" y="49"/>
                    <a:pt x="65" y="67"/>
                    <a:pt x="82" y="67"/>
                  </a:cubicBezTo>
                  <a:cubicBezTo>
                    <a:pt x="85" y="67"/>
                    <a:pt x="87" y="67"/>
                    <a:pt x="90" y="65"/>
                  </a:cubicBezTo>
                  <a:lnTo>
                    <a:pt x="98" y="49"/>
                  </a:lnTo>
                  <a:cubicBezTo>
                    <a:pt x="73" y="25"/>
                    <a:pt x="49" y="9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2"/>
            <p:cNvSpPr/>
            <p:nvPr/>
          </p:nvSpPr>
          <p:spPr>
            <a:xfrm>
              <a:off x="7367656" y="296158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0"/>
                  </a:moveTo>
                  <a:lnTo>
                    <a:pt x="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2"/>
            <p:cNvSpPr/>
            <p:nvPr/>
          </p:nvSpPr>
          <p:spPr>
            <a:xfrm>
              <a:off x="7366553" y="2960170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2"/>
            <p:cNvSpPr/>
            <p:nvPr/>
          </p:nvSpPr>
          <p:spPr>
            <a:xfrm>
              <a:off x="7366553" y="2960170"/>
              <a:ext cx="17" cy="172"/>
            </a:xfrm>
            <a:custGeom>
              <a:avLst/>
              <a:gdLst/>
              <a:ahLst/>
              <a:cxnLst/>
              <a:rect l="l" t="t" r="r" b="b"/>
              <a:pathLst>
                <a:path w="1" h="10" extrusionOk="0">
                  <a:moveTo>
                    <a:pt x="0" y="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2"/>
            <p:cNvSpPr/>
            <p:nvPr/>
          </p:nvSpPr>
          <p:spPr>
            <a:xfrm>
              <a:off x="7357744" y="2975839"/>
              <a:ext cx="1276" cy="896"/>
            </a:xfrm>
            <a:custGeom>
              <a:avLst/>
              <a:gdLst/>
              <a:ahLst/>
              <a:cxnLst/>
              <a:rect l="l" t="t" r="r" b="b"/>
              <a:pathLst>
                <a:path w="74" h="52" extrusionOk="0">
                  <a:moveTo>
                    <a:pt x="25" y="0"/>
                  </a:moveTo>
                  <a:lnTo>
                    <a:pt x="0" y="32"/>
                  </a:lnTo>
                  <a:cubicBezTo>
                    <a:pt x="23" y="46"/>
                    <a:pt x="33" y="52"/>
                    <a:pt x="38" y="52"/>
                  </a:cubicBezTo>
                  <a:cubicBezTo>
                    <a:pt x="43" y="52"/>
                    <a:pt x="45" y="48"/>
                    <a:pt x="49" y="41"/>
                  </a:cubicBezTo>
                  <a:cubicBezTo>
                    <a:pt x="73" y="16"/>
                    <a:pt x="73" y="16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2"/>
            <p:cNvSpPr/>
            <p:nvPr/>
          </p:nvSpPr>
          <p:spPr>
            <a:xfrm>
              <a:off x="7366691" y="2960463"/>
              <a:ext cx="983" cy="1138"/>
            </a:xfrm>
            <a:custGeom>
              <a:avLst/>
              <a:gdLst/>
              <a:ahLst/>
              <a:cxnLst/>
              <a:rect l="l" t="t" r="r" b="b"/>
              <a:pathLst>
                <a:path w="57" h="66" extrusionOk="0">
                  <a:moveTo>
                    <a:pt x="0" y="0"/>
                  </a:moveTo>
                  <a:lnTo>
                    <a:pt x="52" y="60"/>
                  </a:lnTo>
                  <a:lnTo>
                    <a:pt x="52" y="60"/>
                  </a:lnTo>
                  <a:cubicBezTo>
                    <a:pt x="48" y="55"/>
                    <a:pt x="42" y="47"/>
                    <a:pt x="33" y="33"/>
                  </a:cubicBezTo>
                  <a:cubicBezTo>
                    <a:pt x="21" y="21"/>
                    <a:pt x="9" y="9"/>
                    <a:pt x="0" y="0"/>
                  </a:cubicBezTo>
                  <a:close/>
                  <a:moveTo>
                    <a:pt x="52" y="60"/>
                  </a:moveTo>
                  <a:cubicBezTo>
                    <a:pt x="55" y="64"/>
                    <a:pt x="57" y="65"/>
                    <a:pt x="57" y="65"/>
                  </a:cubicBezTo>
                  <a:lnTo>
                    <a:pt x="52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2"/>
            <p:cNvSpPr/>
            <p:nvPr/>
          </p:nvSpPr>
          <p:spPr>
            <a:xfrm>
              <a:off x="7191006" y="2852143"/>
              <a:ext cx="431" cy="155"/>
            </a:xfrm>
            <a:custGeom>
              <a:avLst/>
              <a:gdLst/>
              <a:ahLst/>
              <a:cxnLst/>
              <a:rect l="l" t="t" r="r" b="b"/>
              <a:pathLst>
                <a:path w="25" h="9" extrusionOk="0">
                  <a:moveTo>
                    <a:pt x="1" y="1"/>
                  </a:moveTo>
                  <a:cubicBezTo>
                    <a:pt x="1" y="9"/>
                    <a:pt x="9" y="9"/>
                    <a:pt x="17" y="9"/>
                  </a:cubicBezTo>
                  <a:lnTo>
                    <a:pt x="25" y="9"/>
                  </a:lnTo>
                  <a:cubicBezTo>
                    <a:pt x="17" y="9"/>
                    <a:pt x="9" y="9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2"/>
            <p:cNvSpPr/>
            <p:nvPr/>
          </p:nvSpPr>
          <p:spPr>
            <a:xfrm>
              <a:off x="7189162" y="2849505"/>
              <a:ext cx="396" cy="276"/>
            </a:xfrm>
            <a:custGeom>
              <a:avLst/>
              <a:gdLst/>
              <a:ahLst/>
              <a:cxnLst/>
              <a:rect l="l" t="t" r="r" b="b"/>
              <a:pathLst>
                <a:path w="23" h="16" extrusionOk="0">
                  <a:moveTo>
                    <a:pt x="5" y="1"/>
                  </a:moveTo>
                  <a:cubicBezTo>
                    <a:pt x="0" y="1"/>
                    <a:pt x="0" y="5"/>
                    <a:pt x="18" y="16"/>
                  </a:cubicBezTo>
                  <a:cubicBezTo>
                    <a:pt x="23" y="7"/>
                    <a:pt x="10" y="1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2"/>
            <p:cNvSpPr/>
            <p:nvPr/>
          </p:nvSpPr>
          <p:spPr>
            <a:xfrm>
              <a:off x="7191420" y="2852281"/>
              <a:ext cx="465" cy="86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1" y="1"/>
                  </a:moveTo>
                  <a:cubicBezTo>
                    <a:pt x="12" y="4"/>
                    <a:pt x="18" y="4"/>
                    <a:pt x="21" y="4"/>
                  </a:cubicBezTo>
                  <a:cubicBezTo>
                    <a:pt x="26" y="4"/>
                    <a:pt x="1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2"/>
            <p:cNvSpPr/>
            <p:nvPr/>
          </p:nvSpPr>
          <p:spPr>
            <a:xfrm>
              <a:off x="7154118" y="2922230"/>
              <a:ext cx="1258" cy="1896"/>
            </a:xfrm>
            <a:custGeom>
              <a:avLst/>
              <a:gdLst/>
              <a:ahLst/>
              <a:cxnLst/>
              <a:rect l="l" t="t" r="r" b="b"/>
              <a:pathLst>
                <a:path w="73" h="110" extrusionOk="0">
                  <a:moveTo>
                    <a:pt x="7" y="1"/>
                  </a:moveTo>
                  <a:cubicBezTo>
                    <a:pt x="4" y="1"/>
                    <a:pt x="3" y="2"/>
                    <a:pt x="0" y="5"/>
                  </a:cubicBezTo>
                  <a:cubicBezTo>
                    <a:pt x="8" y="29"/>
                    <a:pt x="25" y="62"/>
                    <a:pt x="41" y="86"/>
                  </a:cubicBezTo>
                  <a:cubicBezTo>
                    <a:pt x="53" y="101"/>
                    <a:pt x="62" y="110"/>
                    <a:pt x="66" y="110"/>
                  </a:cubicBezTo>
                  <a:cubicBezTo>
                    <a:pt x="72" y="110"/>
                    <a:pt x="66" y="87"/>
                    <a:pt x="41" y="37"/>
                  </a:cubicBezTo>
                  <a:cubicBezTo>
                    <a:pt x="18" y="9"/>
                    <a:pt x="11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2"/>
            <p:cNvSpPr/>
            <p:nvPr/>
          </p:nvSpPr>
          <p:spPr>
            <a:xfrm>
              <a:off x="7138604" y="2907613"/>
              <a:ext cx="1276" cy="1293"/>
            </a:xfrm>
            <a:custGeom>
              <a:avLst/>
              <a:gdLst/>
              <a:ahLst/>
              <a:cxnLst/>
              <a:rect l="l" t="t" r="r" b="b"/>
              <a:pathLst>
                <a:path w="74" h="75" extrusionOk="0">
                  <a:moveTo>
                    <a:pt x="11" y="0"/>
                  </a:moveTo>
                  <a:cubicBezTo>
                    <a:pt x="10" y="0"/>
                    <a:pt x="9" y="1"/>
                    <a:pt x="8" y="1"/>
                  </a:cubicBezTo>
                  <a:lnTo>
                    <a:pt x="0" y="10"/>
                  </a:lnTo>
                  <a:cubicBezTo>
                    <a:pt x="16" y="34"/>
                    <a:pt x="33" y="58"/>
                    <a:pt x="57" y="74"/>
                  </a:cubicBezTo>
                  <a:cubicBezTo>
                    <a:pt x="73" y="74"/>
                    <a:pt x="41" y="34"/>
                    <a:pt x="41" y="34"/>
                  </a:cubicBezTo>
                  <a:cubicBezTo>
                    <a:pt x="41" y="34"/>
                    <a:pt x="21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2"/>
            <p:cNvSpPr/>
            <p:nvPr/>
          </p:nvSpPr>
          <p:spPr>
            <a:xfrm>
              <a:off x="7138035" y="2901114"/>
              <a:ext cx="1000" cy="810"/>
            </a:xfrm>
            <a:custGeom>
              <a:avLst/>
              <a:gdLst/>
              <a:ahLst/>
              <a:cxnLst/>
              <a:rect l="l" t="t" r="r" b="b"/>
              <a:pathLst>
                <a:path w="58" h="47" extrusionOk="0">
                  <a:moveTo>
                    <a:pt x="24" y="1"/>
                  </a:moveTo>
                  <a:cubicBezTo>
                    <a:pt x="22" y="1"/>
                    <a:pt x="20" y="3"/>
                    <a:pt x="17" y="6"/>
                  </a:cubicBezTo>
                  <a:cubicBezTo>
                    <a:pt x="1" y="14"/>
                    <a:pt x="1" y="14"/>
                    <a:pt x="41" y="46"/>
                  </a:cubicBezTo>
                  <a:lnTo>
                    <a:pt x="58" y="30"/>
                  </a:lnTo>
                  <a:cubicBezTo>
                    <a:pt x="36" y="8"/>
                    <a:pt x="29" y="1"/>
                    <a:pt x="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2"/>
            <p:cNvSpPr/>
            <p:nvPr/>
          </p:nvSpPr>
          <p:spPr>
            <a:xfrm>
              <a:off x="7144327" y="2901752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2"/>
            <p:cNvSpPr/>
            <p:nvPr/>
          </p:nvSpPr>
          <p:spPr>
            <a:xfrm>
              <a:off x="4371606" y="2257113"/>
              <a:ext cx="73845" cy="36612"/>
            </a:xfrm>
            <a:prstGeom prst="ellipse">
              <a:avLst/>
            </a:pr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2"/>
            <p:cNvSpPr/>
            <p:nvPr/>
          </p:nvSpPr>
          <p:spPr>
            <a:xfrm>
              <a:off x="6394702" y="4213698"/>
              <a:ext cx="60400" cy="72191"/>
            </a:xfrm>
            <a:prstGeom prst="ellipse">
              <a:avLst/>
            </a:pr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矩形 33">
            <a:extLst>
              <a:ext uri="{FF2B5EF4-FFF2-40B4-BE49-F238E27FC236}">
                <a16:creationId xmlns:a16="http://schemas.microsoft.com/office/drawing/2014/main" id="{E3398352-70BF-E8E0-5B46-143847723EEE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 err="1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出國前最重要的一件事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714500"/>
            <a:ext cx="274320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●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28701" y="1714500"/>
            <a:ext cx="7360691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b="1" u="sng" dirty="0" err="1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出國研修必須先請假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331720"/>
            <a:ext cx="274320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●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28701" y="2331720"/>
            <a:ext cx="7360691" cy="7543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40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寒假、暑假期間出國，同樣需要辦理請假手續，</a:t>
            </a:r>
            <a:endParaRPr lang="en-US" sz="1800" dirty="0"/>
          </a:p>
          <a:p>
            <a:pPr>
              <a:lnSpc>
                <a:spcPct val="140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不因假期而免除。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矩形 47">
            <a:extLst>
              <a:ext uri="{FF2B5EF4-FFF2-40B4-BE49-F238E27FC236}">
                <a16:creationId xmlns:a16="http://schemas.microsoft.com/office/drawing/2014/main" id="{9D1DCCE7-3BE5-AFB2-DE92-2B3EF38231BF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申請流程總覽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8867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Application Process Overview</a:t>
            </a:r>
            <a:endParaRPr lang="en-US" sz="1050" dirty="0"/>
          </a:p>
        </p:txBody>
      </p:sp>
      <p:sp>
        <p:nvSpPr>
          <p:cNvPr id="31" name="Shape 29"/>
          <p:cNvSpPr/>
          <p:nvPr/>
        </p:nvSpPr>
        <p:spPr>
          <a:xfrm>
            <a:off x="508521" y="1611630"/>
            <a:ext cx="8401050" cy="685800"/>
          </a:xfrm>
          <a:prstGeom prst="rightArrow">
            <a:avLst/>
          </a:prstGeom>
          <a:solidFill>
            <a:srgbClr val="FBF0CE"/>
          </a:solidFill>
          <a:ln/>
        </p:spPr>
      </p:sp>
      <p:sp>
        <p:nvSpPr>
          <p:cNvPr id="32" name="Shape 30"/>
          <p:cNvSpPr/>
          <p:nvPr/>
        </p:nvSpPr>
        <p:spPr>
          <a:xfrm>
            <a:off x="714261" y="1508760"/>
            <a:ext cx="1748790" cy="891540"/>
          </a:xfrm>
          <a:prstGeom prst="roundRect">
            <a:avLst>
              <a:gd name="adj" fmla="val 7692"/>
            </a:avLst>
          </a:prstGeom>
          <a:solidFill>
            <a:srgbClr val="D5815F"/>
          </a:solidFill>
          <a:ln/>
          <a:effectLst>
            <a:outerShdw blurRad="76200" dist="25400" dir="5400000" algn="bl" rotWithShape="0">
              <a:srgbClr val="000A39">
                <a:alpha val="18000"/>
              </a:srgbClr>
            </a:outerShdw>
          </a:effectLst>
        </p:spPr>
      </p:sp>
      <p:sp>
        <p:nvSpPr>
          <p:cNvPr id="33" name="Text 31"/>
          <p:cNvSpPr/>
          <p:nvPr/>
        </p:nvSpPr>
        <p:spPr>
          <a:xfrm>
            <a:off x="714261" y="1563624"/>
            <a:ext cx="174879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20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1</a:t>
            </a:r>
            <a:endParaRPr lang="en-US" sz="1200" dirty="0"/>
          </a:p>
        </p:txBody>
      </p:sp>
      <p:sp>
        <p:nvSpPr>
          <p:cNvPr id="34" name="Text 32"/>
          <p:cNvSpPr/>
          <p:nvPr/>
        </p:nvSpPr>
        <p:spPr>
          <a:xfrm>
            <a:off x="714261" y="1783080"/>
            <a:ext cx="174879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65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線上填表</a:t>
            </a:r>
            <a:endParaRPr lang="en-US" sz="1650" dirty="0"/>
          </a:p>
        </p:txBody>
      </p:sp>
      <p:sp>
        <p:nvSpPr>
          <p:cNvPr id="35" name="Shape 33"/>
          <p:cNvSpPr/>
          <p:nvPr/>
        </p:nvSpPr>
        <p:spPr>
          <a:xfrm>
            <a:off x="2703081" y="1508760"/>
            <a:ext cx="1748790" cy="891540"/>
          </a:xfrm>
          <a:prstGeom prst="roundRect">
            <a:avLst>
              <a:gd name="adj" fmla="val 7692"/>
            </a:avLst>
          </a:prstGeom>
          <a:solidFill>
            <a:srgbClr val="D78DB3"/>
          </a:solidFill>
          <a:ln/>
          <a:effectLst>
            <a:outerShdw blurRad="76200" dist="25400" dir="5400000" algn="bl" rotWithShape="0">
              <a:srgbClr val="000A39">
                <a:alpha val="18000"/>
              </a:srgbClr>
            </a:outerShdw>
          </a:effectLst>
        </p:spPr>
      </p:sp>
      <p:sp>
        <p:nvSpPr>
          <p:cNvPr id="36" name="Text 34"/>
          <p:cNvSpPr/>
          <p:nvPr/>
        </p:nvSpPr>
        <p:spPr>
          <a:xfrm>
            <a:off x="2703081" y="1563624"/>
            <a:ext cx="174879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20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2</a:t>
            </a:r>
            <a:endParaRPr lang="en-US" sz="1200" dirty="0"/>
          </a:p>
        </p:txBody>
      </p:sp>
      <p:sp>
        <p:nvSpPr>
          <p:cNvPr id="37" name="Text 35"/>
          <p:cNvSpPr/>
          <p:nvPr/>
        </p:nvSpPr>
        <p:spPr>
          <a:xfrm>
            <a:off x="2703081" y="1783080"/>
            <a:ext cx="174879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65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系所初審</a:t>
            </a:r>
            <a:endParaRPr lang="en-US" sz="1650" dirty="0"/>
          </a:p>
        </p:txBody>
      </p:sp>
      <p:sp>
        <p:nvSpPr>
          <p:cNvPr id="38" name="Shape 36"/>
          <p:cNvSpPr/>
          <p:nvPr/>
        </p:nvSpPr>
        <p:spPr>
          <a:xfrm>
            <a:off x="4691901" y="1508760"/>
            <a:ext cx="1748790" cy="891540"/>
          </a:xfrm>
          <a:prstGeom prst="roundRect">
            <a:avLst>
              <a:gd name="adj" fmla="val 7692"/>
            </a:avLst>
          </a:prstGeom>
          <a:solidFill>
            <a:srgbClr val="69B0B1"/>
          </a:solidFill>
          <a:ln/>
          <a:effectLst>
            <a:outerShdw blurRad="76200" dist="25400" dir="5400000" algn="bl" rotWithShape="0">
              <a:srgbClr val="000A39">
                <a:alpha val="18000"/>
              </a:srgbClr>
            </a:outerShdw>
          </a:effectLst>
        </p:spPr>
      </p:sp>
      <p:sp>
        <p:nvSpPr>
          <p:cNvPr id="39" name="Text 37"/>
          <p:cNvSpPr/>
          <p:nvPr/>
        </p:nvSpPr>
        <p:spPr>
          <a:xfrm>
            <a:off x="4691901" y="1563624"/>
            <a:ext cx="174879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20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3</a:t>
            </a:r>
            <a:endParaRPr lang="en-US" sz="1200" dirty="0"/>
          </a:p>
        </p:txBody>
      </p:sp>
      <p:sp>
        <p:nvSpPr>
          <p:cNvPr id="40" name="Text 38"/>
          <p:cNvSpPr/>
          <p:nvPr/>
        </p:nvSpPr>
        <p:spPr>
          <a:xfrm>
            <a:off x="4691901" y="1783080"/>
            <a:ext cx="174879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65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校內審核</a:t>
            </a:r>
            <a:endParaRPr lang="en-US" sz="1650" dirty="0"/>
          </a:p>
        </p:txBody>
      </p:sp>
      <p:sp>
        <p:nvSpPr>
          <p:cNvPr id="41" name="Shape 39"/>
          <p:cNvSpPr/>
          <p:nvPr/>
        </p:nvSpPr>
        <p:spPr>
          <a:xfrm>
            <a:off x="6680721" y="1508760"/>
            <a:ext cx="1748790" cy="891540"/>
          </a:xfrm>
          <a:prstGeom prst="roundRect">
            <a:avLst>
              <a:gd name="adj" fmla="val 7692"/>
            </a:avLst>
          </a:prstGeom>
          <a:solidFill>
            <a:srgbClr val="F4D562"/>
          </a:solidFill>
          <a:ln/>
          <a:effectLst>
            <a:outerShdw blurRad="76200" dist="25400" dir="5400000" algn="bl" rotWithShape="0">
              <a:srgbClr val="000A39">
                <a:alpha val="18000"/>
              </a:srgbClr>
            </a:outerShdw>
          </a:effectLst>
        </p:spPr>
      </p:sp>
      <p:sp>
        <p:nvSpPr>
          <p:cNvPr id="42" name="Text 40"/>
          <p:cNvSpPr/>
          <p:nvPr/>
        </p:nvSpPr>
        <p:spPr>
          <a:xfrm>
            <a:off x="6680721" y="1563624"/>
            <a:ext cx="1748790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20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4</a:t>
            </a:r>
            <a:endParaRPr lang="en-US" sz="1200" dirty="0"/>
          </a:p>
        </p:txBody>
      </p:sp>
      <p:sp>
        <p:nvSpPr>
          <p:cNvPr id="43" name="Text 41"/>
          <p:cNvSpPr/>
          <p:nvPr/>
        </p:nvSpPr>
        <p:spPr>
          <a:xfrm>
            <a:off x="6680721" y="1783080"/>
            <a:ext cx="174879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650" b="1" dirty="0">
                <a:solidFill>
                  <a:srgbClr val="FFFFFF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送件核銷</a:t>
            </a:r>
            <a:endParaRPr lang="en-US" sz="1650" dirty="0"/>
          </a:p>
        </p:txBody>
      </p:sp>
      <p:sp>
        <p:nvSpPr>
          <p:cNvPr id="44" name="Text 42"/>
          <p:cNvSpPr/>
          <p:nvPr/>
        </p:nvSpPr>
        <p:spPr>
          <a:xfrm>
            <a:off x="891540" y="2983230"/>
            <a:ext cx="274320" cy="37719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●</a:t>
            </a:r>
            <a:endParaRPr lang="en-US" sz="1800" dirty="0"/>
          </a:p>
        </p:txBody>
      </p:sp>
      <p:sp>
        <p:nvSpPr>
          <p:cNvPr id="45" name="Text 43"/>
          <p:cNvSpPr/>
          <p:nvPr/>
        </p:nvSpPr>
        <p:spPr>
          <a:xfrm>
            <a:off x="1234440" y="2983230"/>
            <a:ext cx="6858000" cy="37719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審核通過後，系統將自動寄發通知信</a:t>
            </a:r>
            <a:endParaRPr lang="en-US" sz="1800" dirty="0"/>
          </a:p>
        </p:txBody>
      </p:sp>
      <p:sp>
        <p:nvSpPr>
          <p:cNvPr id="46" name="Text 44"/>
          <p:cNvSpPr/>
          <p:nvPr/>
        </p:nvSpPr>
        <p:spPr>
          <a:xfrm>
            <a:off x="891540" y="3497580"/>
            <a:ext cx="274320" cy="37719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●</a:t>
            </a:r>
            <a:endParaRPr lang="en-US" sz="1800" dirty="0"/>
          </a:p>
        </p:txBody>
      </p:sp>
      <p:sp>
        <p:nvSpPr>
          <p:cNvPr id="47" name="Text 45"/>
          <p:cNvSpPr/>
          <p:nvPr/>
        </p:nvSpPr>
        <p:spPr>
          <a:xfrm>
            <a:off x="1234440" y="3497580"/>
            <a:ext cx="6858000" cy="37719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學生可於系統即時查看審核進度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矩形 34">
            <a:extLst>
              <a:ext uri="{FF2B5EF4-FFF2-40B4-BE49-F238E27FC236}">
                <a16:creationId xmlns:a16="http://schemas.microsoft.com/office/drawing/2014/main" id="{CD3C9ED1-8BB4-2C5D-E1F9-A1D6DDCDE6E3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申請時程重點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3030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1.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62991" y="1303020"/>
            <a:ext cx="7394981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出國前 3 週：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法規規定「出國前三週送達國際處」，並非指前三週在系統上送出即可；申請案須先經系所、教務處課務組審核後，於出國前三週送達國際處系統，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逾期恕不受理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64033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2.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62991" y="2640330"/>
            <a:ext cx="7394981" cy="13030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返國後 2 週內：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須完整繳交電子核銷資料。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出國期間不得自行新增私人行程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。如需安排私人行程，請自行補上說明（屆時會計室將要求提供說明內容）。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矩形 34">
            <a:extLst>
              <a:ext uri="{FF2B5EF4-FFF2-40B4-BE49-F238E27FC236}">
                <a16:creationId xmlns:a16="http://schemas.microsoft.com/office/drawing/2014/main" id="{75278789-442F-3B0B-7672-E5210332FC91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申請時程重點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3030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3.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62991" y="1303020"/>
            <a:ext cx="7394981" cy="13030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補助類別認定天數：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天數以出國交流／實習日期計算，不含飛行日（若飛行日與實習日未重疊，以出國交流實習日期為主）；核銷文件及附件須清楚註明上課、發表論文或研討會議程之起訖日期。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6746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4.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62991" y="2674620"/>
            <a:ext cx="7394981" cy="14401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碩、博士生：政府補助證明：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須檢附政府機構（如國科會）正式「拒絕補助」證明文件，始得申請本獎勵。若為出國參加研討會，須另附國科會不予補助之證明（正式 email 截圖、國科會網站截圖或正式信件通知皆可）。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矩形 33">
            <a:extLst>
              <a:ext uri="{FF2B5EF4-FFF2-40B4-BE49-F238E27FC236}">
                <a16:creationId xmlns:a16="http://schemas.microsoft.com/office/drawing/2014/main" id="{55256DE5-36A7-7279-1A5E-EC72F2C55533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補助金額一覽（一）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8867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學術交流活動與學分課程</a:t>
            </a:r>
            <a:endParaRPr lang="en-US" sz="1050" dirty="0"/>
          </a:p>
        </p:txBody>
      </p:sp>
      <p:graphicFrame>
        <p:nvGraphicFramePr>
          <p:cNvPr id="31" name="Table 0"/>
          <p:cNvGraphicFramePr>
            <a:graphicFrameLocks noGrp="1"/>
          </p:cNvGraphicFramePr>
          <p:nvPr/>
        </p:nvGraphicFramePr>
        <p:xfrm>
          <a:off x="617221" y="1268730"/>
          <a:ext cx="7909333" cy="2846070"/>
        </p:xfrm>
        <a:graphic>
          <a:graphicData uri="http://schemas.openxmlformats.org/drawingml/2006/table">
            <a:tbl>
              <a:tblPr/>
              <a:tblGrid>
                <a:gridCol w="37964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564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56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8006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項目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亞洲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非亞洲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8867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國際學術交流／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非落地招待營隊活動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NT$ 6,000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NT$ 12,000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867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課程有學分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（28 天以下）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NT$ 18,750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NT$ 33,750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8867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課程有學分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（28 天（含）以上）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NT$ 30,000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NT$ 52,500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" name="Text 29"/>
          <p:cNvSpPr/>
          <p:nvPr/>
        </p:nvSpPr>
        <p:spPr>
          <a:xfrm>
            <a:off x="617221" y="4217670"/>
            <a:ext cx="7909331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125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＊「亞洲」不含中國大陸、香港、澳門地區。金額適用於出國日期為 115.6.17 之後之申請案件。</a:t>
            </a:r>
            <a:endParaRPr lang="en-US" sz="1125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矩形 36">
            <a:extLst>
              <a:ext uri="{FF2B5EF4-FFF2-40B4-BE49-F238E27FC236}">
                <a16:creationId xmlns:a16="http://schemas.microsoft.com/office/drawing/2014/main" id="{BFF26CD3-A41B-D2E7-25A7-AB2A71EF5309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0574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補助金額一覽（二）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5438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弱勢學生／論文發表／中港澳學分課程</a:t>
            </a:r>
            <a:endParaRPr lang="en-US" sz="1050" dirty="0"/>
          </a:p>
        </p:txBody>
      </p:sp>
      <p:graphicFrame>
        <p:nvGraphicFramePr>
          <p:cNvPr id="31" name="Table 0"/>
          <p:cNvGraphicFramePr>
            <a:graphicFrameLocks noGrp="1"/>
          </p:cNvGraphicFramePr>
          <p:nvPr/>
        </p:nvGraphicFramePr>
        <p:xfrm>
          <a:off x="617221" y="1131570"/>
          <a:ext cx="7909333" cy="2468880"/>
        </p:xfrm>
        <a:graphic>
          <a:graphicData uri="http://schemas.openxmlformats.org/drawingml/2006/table">
            <a:tbl>
              <a:tblPr/>
              <a:tblGrid>
                <a:gridCol w="37964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564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56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148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項目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亞洲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非亞洲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弱勢學生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（限中華民國國籍）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NT$ 52,500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NT$ 82,500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論文海報發表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（第一作者／通訊作者）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NT$ 12,000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NT$ 22,500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論文口頭發表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  <a:p>
                      <a:pPr marL="0" indent="0" algn="l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（第一作者／通訊作者）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NT$ 22,500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>
                          <a:solidFill>
                            <a:srgbClr val="000A39"/>
                          </a:solidFill>
                          <a:latin typeface="微軟正黑體" pitchFamily="34" charset="0"/>
                          <a:ea typeface="微軟正黑體" pitchFamily="34" charset="-122"/>
                          <a:cs typeface="微軟正黑體" pitchFamily="34" charset="-120"/>
                        </a:rPr>
                        <a:t>NT$ 45,000</a:t>
                      </a:r>
                      <a:endParaRPr lang="en-US" sz="1400" dirty="0">
                        <a:latin typeface="微軟正黑體" charset="0"/>
                        <a:ea typeface="微軟正黑體" charset="0"/>
                        <a:cs typeface="微軟正黑體" charset="0"/>
                      </a:endParaRPr>
                    </a:p>
                  </a:txBody>
                  <a:tcPr marL="68580" marR="68580" marT="34290" marB="34290" anchor="ctr">
                    <a:lnL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5C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" name="Shape 29"/>
          <p:cNvSpPr/>
          <p:nvPr/>
        </p:nvSpPr>
        <p:spPr>
          <a:xfrm>
            <a:off x="617221" y="3669030"/>
            <a:ext cx="7909331" cy="425196"/>
          </a:xfrm>
          <a:prstGeom prst="roundRect">
            <a:avLst>
              <a:gd name="adj" fmla="val 9677"/>
            </a:avLst>
          </a:prstGeom>
          <a:solidFill>
            <a:srgbClr val="FBF0CE"/>
          </a:solidFill>
          <a:ln/>
        </p:spPr>
      </p:sp>
      <p:sp>
        <p:nvSpPr>
          <p:cNvPr id="33" name="Text 30"/>
          <p:cNvSpPr/>
          <p:nvPr/>
        </p:nvSpPr>
        <p:spPr>
          <a:xfrm>
            <a:off x="822960" y="3669030"/>
            <a:ext cx="5623560" cy="4251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5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中國大陸／香港／澳門地區課程有學分（29 天或以上）</a:t>
            </a:r>
            <a:endParaRPr lang="en-US" sz="1350" dirty="0"/>
          </a:p>
        </p:txBody>
      </p:sp>
      <p:sp>
        <p:nvSpPr>
          <p:cNvPr id="34" name="Text 31"/>
          <p:cNvSpPr/>
          <p:nvPr/>
        </p:nvSpPr>
        <p:spPr>
          <a:xfrm>
            <a:off x="6812051" y="3669030"/>
            <a:ext cx="1714500" cy="42519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5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NT$ 15,000</a:t>
            </a:r>
            <a:endParaRPr lang="en-US" sz="1350" dirty="0"/>
          </a:p>
        </p:txBody>
      </p:sp>
      <p:sp>
        <p:nvSpPr>
          <p:cNvPr id="35" name="Text 32"/>
          <p:cNvSpPr/>
          <p:nvPr/>
        </p:nvSpPr>
        <p:spPr>
          <a:xfrm>
            <a:off x="617221" y="4217670"/>
            <a:ext cx="7909331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>
              <a:lnSpc>
                <a:spcPct val="115000"/>
              </a:lnSpc>
            </a:pPr>
            <a:r>
              <a:rPr lang="en-US" sz="1125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＊「亞洲」不含中國大陸、香港、澳門地區。弱勢學生請務必檢附弱勢身份證明文件（如低收入戶／中低收入戶證明等）。</a:t>
            </a:r>
            <a:endParaRPr lang="en-US" sz="1125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矩形 38">
            <a:extLst>
              <a:ext uri="{FF2B5EF4-FFF2-40B4-BE49-F238E27FC236}">
                <a16:creationId xmlns:a16="http://schemas.microsoft.com/office/drawing/2014/main" id="{0EA3204E-C240-321E-0846-1342B4B3BCC5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補助規定重點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26873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1.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62991" y="1268730"/>
            <a:ext cx="7394981" cy="72009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碩、博士生因發表論文出國者，須先向政府機構申請計畫補助；經核發「拒絕補助」證明文件後，始得申請本獎勵。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19456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2.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62991" y="2194560"/>
            <a:ext cx="7394981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建議碩、博士生儘早向政府機構提出申請，避免緩繳延誤（大學生不受此限）。</a:t>
            </a:r>
            <a:endParaRPr lang="en-US" sz="1800" dirty="0"/>
          </a:p>
        </p:txBody>
      </p:sp>
      <p:sp>
        <p:nvSpPr>
          <p:cNvPr id="34" name="Text 32"/>
          <p:cNvSpPr/>
          <p:nvPr/>
        </p:nvSpPr>
        <p:spPr>
          <a:xfrm>
            <a:off x="685800" y="308610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3.</a:t>
            </a:r>
            <a:endParaRPr lang="en-US" sz="1800" dirty="0"/>
          </a:p>
        </p:txBody>
      </p:sp>
      <p:sp>
        <p:nvSpPr>
          <p:cNvPr id="35" name="Text 33"/>
          <p:cNvSpPr/>
          <p:nvPr/>
        </p:nvSpPr>
        <p:spPr>
          <a:xfrm>
            <a:off x="1062991" y="3086100"/>
            <a:ext cx="7394981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「亞洲」不包含中國大陸、香港、澳門等地區。</a:t>
            </a:r>
            <a:endParaRPr lang="en-US" sz="1800" dirty="0"/>
          </a:p>
        </p:txBody>
      </p:sp>
      <p:sp>
        <p:nvSpPr>
          <p:cNvPr id="36" name="Text 34"/>
          <p:cNvSpPr/>
          <p:nvPr/>
        </p:nvSpPr>
        <p:spPr>
          <a:xfrm>
            <a:off x="685800" y="37033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4.</a:t>
            </a:r>
            <a:endParaRPr lang="en-US" sz="1800" dirty="0"/>
          </a:p>
        </p:txBody>
      </p:sp>
      <p:sp>
        <p:nvSpPr>
          <p:cNvPr id="37" name="Text 35"/>
          <p:cNvSpPr/>
          <p:nvPr/>
        </p:nvSpPr>
        <p:spPr>
          <a:xfrm>
            <a:off x="1062991" y="3703320"/>
            <a:ext cx="7394981" cy="4114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無法提供通過系所畢業門檻之證明文件者，不予補助。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矩形 34">
            <a:extLst>
              <a:ext uri="{FF2B5EF4-FFF2-40B4-BE49-F238E27FC236}">
                <a16:creationId xmlns:a16="http://schemas.microsoft.com/office/drawing/2014/main" id="{B6CF5F78-10B6-BAFE-E0B8-55D91B3C939D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補助規定重點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3030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5.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62991" y="1303020"/>
            <a:ext cx="7394981" cy="13030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經濟艙機票限制：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僅補助臺灣往返出國國別之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經濟艙機票額度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。因部分同學購買商務艙機票核銷，若查無同日經濟艙票價可供參考，案件將遭會計室退件，請務必購買經濟艙機票。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6746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6.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62991" y="2674620"/>
            <a:ext cx="7394981" cy="4800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不得重複申請：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已獲政府單位補助出國者，不得同時申請本獎勵。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圖片 34">
            <a:extLst>
              <a:ext uri="{FF2B5EF4-FFF2-40B4-BE49-F238E27FC236}">
                <a16:creationId xmlns:a16="http://schemas.microsoft.com/office/drawing/2014/main" id="{D7FA4649-A317-AE28-18E0-3F13A0C3B1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54" y="0"/>
            <a:ext cx="9141292" cy="5143500"/>
          </a:xfrm>
          <a:prstGeom prst="rect">
            <a:avLst/>
          </a:prstGeom>
        </p:spPr>
      </p:pic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補助規定重點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685800" y="130302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7.</a:t>
            </a:r>
            <a:endParaRPr lang="en-US" sz="1800" dirty="0"/>
          </a:p>
        </p:txBody>
      </p:sp>
      <p:sp>
        <p:nvSpPr>
          <p:cNvPr id="31" name="Text 29"/>
          <p:cNvSpPr/>
          <p:nvPr/>
        </p:nvSpPr>
        <p:spPr>
          <a:xfrm>
            <a:off x="1062991" y="1303020"/>
            <a:ext cx="7394981" cy="157734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請假規定：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獲補助者須依學校請假規定，於出國見習實習前完成請假程序。附件須附上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校長核准之請假單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（線上或紙本皆可，須核准蓋章），切勿僅附學院請假簽呈（簽呈僅為單位簽核之過程文件，不代表已完成請假手續）。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685800" y="294894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8.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1062991" y="2948940"/>
            <a:ext cx="7394981" cy="7543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經費與誠信規範：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本辦法自公布日起實施，經費有限，申請人數過多將提早截止；如有虛報或造假，需自負相關法律責任。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矩形 37">
            <a:extLst>
              <a:ext uri="{FF2B5EF4-FFF2-40B4-BE49-F238E27FC236}">
                <a16:creationId xmlns:a16="http://schemas.microsoft.com/office/drawing/2014/main" id="{EC956C79-1B5A-4D83-E155-74EFB93855B8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核銷必備文件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8867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Reimbursement Checklist</a:t>
            </a:r>
            <a:endParaRPr lang="en-US" sz="1050" dirty="0"/>
          </a:p>
        </p:txBody>
      </p:sp>
      <p:sp>
        <p:nvSpPr>
          <p:cNvPr id="31" name="Text 29"/>
          <p:cNvSpPr/>
          <p:nvPr/>
        </p:nvSpPr>
        <p:spPr>
          <a:xfrm>
            <a:off x="685800" y="126873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1.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1062991" y="1268730"/>
            <a:ext cx="7394981" cy="10287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登機證正本：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黏貼於 A4 紙上；若無登機證正本，可申請「搭機證明」替代；若為電子登機證，直接列印即可，不需再黏貼於 A4 紙上。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685800" y="236601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2.</a:t>
            </a:r>
            <a:endParaRPr lang="en-US" sz="1800" dirty="0"/>
          </a:p>
        </p:txBody>
      </p:sp>
      <p:sp>
        <p:nvSpPr>
          <p:cNvPr id="34" name="Text 32"/>
          <p:cNvSpPr/>
          <p:nvPr/>
        </p:nvSpPr>
        <p:spPr>
          <a:xfrm>
            <a:off x="1062991" y="2366010"/>
            <a:ext cx="7394981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行程單：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須有「電子機票（Electronic Ticket）」或「Itinerary」字樣，且最好包含姓名以證明為本人行程。</a:t>
            </a:r>
            <a:endParaRPr lang="en-US" sz="1800" dirty="0"/>
          </a:p>
        </p:txBody>
      </p:sp>
      <p:sp>
        <p:nvSpPr>
          <p:cNvPr id="35" name="Text 33"/>
          <p:cNvSpPr/>
          <p:nvPr/>
        </p:nvSpPr>
        <p:spPr>
          <a:xfrm>
            <a:off x="685800" y="325755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3.</a:t>
            </a:r>
            <a:endParaRPr lang="en-US" sz="1800" dirty="0"/>
          </a:p>
        </p:txBody>
      </p:sp>
      <p:sp>
        <p:nvSpPr>
          <p:cNvPr id="36" name="Text 34"/>
          <p:cNvSpPr/>
          <p:nvPr/>
        </p:nvSpPr>
        <p:spPr>
          <a:xfrm>
            <a:off x="1062991" y="3257550"/>
            <a:ext cx="7394981" cy="10287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購票證明：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買受人抬頭需為本校；若透過國內旅行社代購，購票證明或收據上務必包含此資訊；若為自行於網路或國外網站訂購，則不需此欄位。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矩形 37">
            <a:extLst>
              <a:ext uri="{FF2B5EF4-FFF2-40B4-BE49-F238E27FC236}">
                <a16:creationId xmlns:a16="http://schemas.microsoft.com/office/drawing/2014/main" id="{ABC55C33-43B7-4BEA-8369-5F7766F886DC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核銷必備文件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8867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Reimbursement Checklist</a:t>
            </a:r>
            <a:endParaRPr lang="en-US" sz="1050" dirty="0"/>
          </a:p>
        </p:txBody>
      </p:sp>
      <p:sp>
        <p:nvSpPr>
          <p:cNvPr id="31" name="Text 29"/>
          <p:cNvSpPr/>
          <p:nvPr/>
        </p:nvSpPr>
        <p:spPr>
          <a:xfrm>
            <a:off x="685800" y="126873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4.</a:t>
            </a:r>
            <a:endParaRPr lang="en-US" sz="1800" dirty="0"/>
          </a:p>
        </p:txBody>
      </p:sp>
      <p:sp>
        <p:nvSpPr>
          <p:cNvPr id="32" name="Text 30"/>
          <p:cNvSpPr/>
          <p:nvPr/>
        </p:nvSpPr>
        <p:spPr>
          <a:xfrm>
            <a:off x="1062991" y="1268730"/>
            <a:ext cx="7394981" cy="13030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簽收領據：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須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親筆簽名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；不論是使用平板電腦事先簽好名字再列印，或以 Word 打字後列印，皆不予受理。請務必列印紙本後，在簽收人欄位</a:t>
            </a:r>
            <a:r>
              <a:rPr lang="en-US" sz="1800" b="1" u="sng" dirty="0">
                <a:solidFill>
                  <a:srgbClr val="C00000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親筆填寫簽名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——電子簽名恕無法核銷。</a:t>
            </a:r>
            <a:endParaRPr lang="en-US" sz="1800" dirty="0"/>
          </a:p>
        </p:txBody>
      </p:sp>
      <p:sp>
        <p:nvSpPr>
          <p:cNvPr id="33" name="Text 31"/>
          <p:cNvSpPr/>
          <p:nvPr/>
        </p:nvSpPr>
        <p:spPr>
          <a:xfrm>
            <a:off x="685800" y="264033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5.</a:t>
            </a:r>
            <a:endParaRPr lang="en-US" sz="1800" dirty="0"/>
          </a:p>
        </p:txBody>
      </p:sp>
      <p:sp>
        <p:nvSpPr>
          <p:cNvPr id="34" name="Text 32"/>
          <p:cNvSpPr/>
          <p:nvPr/>
        </p:nvSpPr>
        <p:spPr>
          <a:xfrm>
            <a:off x="1062991" y="2640330"/>
            <a:ext cx="7394981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返國報告書：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請將電子檔（含四張實習照片）寄至指定信箱 reachkmu@kmu.edu.tw（學生交流組信箱），無需另外繳交紙本。</a:t>
            </a:r>
            <a:endParaRPr lang="en-US" sz="1800" dirty="0"/>
          </a:p>
        </p:txBody>
      </p:sp>
      <p:sp>
        <p:nvSpPr>
          <p:cNvPr id="35" name="Text 33"/>
          <p:cNvSpPr/>
          <p:nvPr/>
        </p:nvSpPr>
        <p:spPr>
          <a:xfrm>
            <a:off x="685800" y="3566160"/>
            <a:ext cx="377190" cy="3429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6.</a:t>
            </a:r>
            <a:endParaRPr lang="en-US" sz="1800" dirty="0"/>
          </a:p>
        </p:txBody>
      </p:sp>
      <p:sp>
        <p:nvSpPr>
          <p:cNvPr id="36" name="Text 34"/>
          <p:cNvSpPr/>
          <p:nvPr/>
        </p:nvSpPr>
        <p:spPr>
          <a:xfrm>
            <a:off x="1062991" y="3566160"/>
            <a:ext cx="7394981" cy="9601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28000"/>
              </a:lnSpc>
            </a:pPr>
            <a:r>
              <a:rPr lang="en-US" sz="18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視補助計畫，可能另需附上的文件：</a:t>
            </a:r>
            <a:r>
              <a:rPr lang="en-US" sz="1800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依同學的補助計畫，可能需另附「出差旅費報告書」及「因公出國人員搭乘外國籍航空公司班機申請表」。核銷時，國際處職員會確認是否需要繳交；如需補件，會另行通知同學補交。</a:t>
            </a:r>
            <a:endParaRPr lang="en-US" sz="18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矩形 39">
            <a:extLst>
              <a:ext uri="{FF2B5EF4-FFF2-40B4-BE49-F238E27FC236}">
                <a16:creationId xmlns:a16="http://schemas.microsoft.com/office/drawing/2014/main" id="{60869B70-A394-2406-A41C-37EE8670B79B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0574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255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核銷範例：行程單</a:t>
            </a:r>
            <a:endParaRPr lang="en-US" sz="2550" dirty="0"/>
          </a:p>
        </p:txBody>
      </p:sp>
      <p:pic>
        <p:nvPicPr>
          <p:cNvPr id="30" name="Image 0" descr="/home/claude/full_theme/imgs/image1_cropp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8549" y="788670"/>
            <a:ext cx="4069857" cy="4183380"/>
          </a:xfrm>
          <a:prstGeom prst="rect">
            <a:avLst/>
          </a:prstGeom>
        </p:spPr>
      </p:pic>
      <p:pic>
        <p:nvPicPr>
          <p:cNvPr id="31" name="Image 1" descr="/home/claude/full_theme/imgs/image2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77046" y="1278359"/>
            <a:ext cx="4508177" cy="3358397"/>
          </a:xfrm>
          <a:prstGeom prst="rect">
            <a:avLst/>
          </a:prstGeom>
        </p:spPr>
      </p:pic>
      <p:sp>
        <p:nvSpPr>
          <p:cNvPr id="32" name="Shape 28"/>
          <p:cNvSpPr/>
          <p:nvPr/>
        </p:nvSpPr>
        <p:spPr>
          <a:xfrm>
            <a:off x="701167" y="2443303"/>
            <a:ext cx="1033265" cy="89579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3" name="Shape 29"/>
          <p:cNvSpPr/>
          <p:nvPr/>
        </p:nvSpPr>
        <p:spPr>
          <a:xfrm>
            <a:off x="701166" y="4021133"/>
            <a:ext cx="1033265" cy="89579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4" name="Shape 30"/>
          <p:cNvSpPr/>
          <p:nvPr/>
        </p:nvSpPr>
        <p:spPr>
          <a:xfrm>
            <a:off x="4998518" y="2658338"/>
            <a:ext cx="751196" cy="171318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5" name="Shape 31"/>
          <p:cNvSpPr/>
          <p:nvPr/>
        </p:nvSpPr>
        <p:spPr>
          <a:xfrm>
            <a:off x="4669203" y="1892519"/>
            <a:ext cx="777919" cy="347317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  <p:sp>
        <p:nvSpPr>
          <p:cNvPr id="36" name="Shape 32"/>
          <p:cNvSpPr/>
          <p:nvPr/>
        </p:nvSpPr>
        <p:spPr>
          <a:xfrm>
            <a:off x="458550" y="864420"/>
            <a:ext cx="777919" cy="347317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  <p:sp>
        <p:nvSpPr>
          <p:cNvPr id="37" name="Shape 33"/>
          <p:cNvSpPr/>
          <p:nvPr/>
        </p:nvSpPr>
        <p:spPr>
          <a:xfrm>
            <a:off x="4609558" y="3754776"/>
            <a:ext cx="3746090" cy="617584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  <p:sp>
        <p:nvSpPr>
          <p:cNvPr id="38" name="Shape 34"/>
          <p:cNvSpPr/>
          <p:nvPr/>
        </p:nvSpPr>
        <p:spPr>
          <a:xfrm>
            <a:off x="1780808" y="2380391"/>
            <a:ext cx="282201" cy="895791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矩形 38">
            <a:extLst>
              <a:ext uri="{FF2B5EF4-FFF2-40B4-BE49-F238E27FC236}">
                <a16:creationId xmlns:a16="http://schemas.microsoft.com/office/drawing/2014/main" id="{9AF8FF3A-FF90-147B-CA37-14BFC957A2F4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0574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255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核銷範例：購票證明／收據</a:t>
            </a:r>
            <a:endParaRPr lang="en-US" sz="2550" dirty="0"/>
          </a:p>
        </p:txBody>
      </p:sp>
      <p:pic>
        <p:nvPicPr>
          <p:cNvPr id="30" name="Image 0" descr="/home/claude/full_theme/imgs/image3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3326" y="788670"/>
            <a:ext cx="3769070" cy="4183380"/>
          </a:xfrm>
          <a:prstGeom prst="rect">
            <a:avLst/>
          </a:prstGeom>
        </p:spPr>
      </p:pic>
      <p:pic>
        <p:nvPicPr>
          <p:cNvPr id="31" name="Image 1" descr="/home/claude/full_theme/imgs/image4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5939" y="1529792"/>
            <a:ext cx="3964507" cy="2701136"/>
          </a:xfrm>
          <a:prstGeom prst="rect">
            <a:avLst/>
          </a:prstGeom>
        </p:spPr>
      </p:pic>
      <p:sp>
        <p:nvSpPr>
          <p:cNvPr id="32" name="Shape 28"/>
          <p:cNvSpPr/>
          <p:nvPr/>
        </p:nvSpPr>
        <p:spPr>
          <a:xfrm>
            <a:off x="1477513" y="2611564"/>
            <a:ext cx="594970" cy="424179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3" name="Shape 29"/>
          <p:cNvSpPr/>
          <p:nvPr/>
        </p:nvSpPr>
        <p:spPr>
          <a:xfrm>
            <a:off x="7143005" y="2361090"/>
            <a:ext cx="359646" cy="164679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4" name="Shape 30"/>
          <p:cNvSpPr/>
          <p:nvPr/>
        </p:nvSpPr>
        <p:spPr>
          <a:xfrm>
            <a:off x="3334137" y="2106502"/>
            <a:ext cx="695902" cy="254588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5" name="Shape 31"/>
          <p:cNvSpPr/>
          <p:nvPr/>
        </p:nvSpPr>
        <p:spPr>
          <a:xfrm>
            <a:off x="3318199" y="3976340"/>
            <a:ext cx="695902" cy="589324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  <p:sp>
        <p:nvSpPr>
          <p:cNvPr id="36" name="Shape 32"/>
          <p:cNvSpPr/>
          <p:nvPr/>
        </p:nvSpPr>
        <p:spPr>
          <a:xfrm>
            <a:off x="6527901" y="3422241"/>
            <a:ext cx="695902" cy="310699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  <p:sp>
        <p:nvSpPr>
          <p:cNvPr id="37" name="Shape 33"/>
          <p:cNvSpPr/>
          <p:nvPr/>
        </p:nvSpPr>
        <p:spPr>
          <a:xfrm>
            <a:off x="4586282" y="1836541"/>
            <a:ext cx="695902" cy="310699"/>
          </a:xfrm>
          <a:prstGeom prst="rect">
            <a:avLst/>
          </a:prstGeom>
          <a:ln w="31750">
            <a:solidFill>
              <a:srgbClr val="C00000"/>
            </a:solidFill>
            <a:prstDash val="solid"/>
          </a:ln>
        </p:spPr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矩形 40">
            <a:extLst>
              <a:ext uri="{FF2B5EF4-FFF2-40B4-BE49-F238E27FC236}">
                <a16:creationId xmlns:a16="http://schemas.microsoft.com/office/drawing/2014/main" id="{1F5F680B-B76C-B9D2-6224-6FBD5B20C036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0574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255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核銷範例：簽收領據／因公出國申請書</a:t>
            </a:r>
            <a:endParaRPr lang="en-US" sz="2550" dirty="0"/>
          </a:p>
        </p:txBody>
      </p:sp>
      <p:pic>
        <p:nvPicPr>
          <p:cNvPr id="30" name="Image 0" descr="/home/claude/full_theme/imgs/image5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7642" y="788670"/>
            <a:ext cx="3248213" cy="4183380"/>
          </a:xfrm>
          <a:prstGeom prst="rect">
            <a:avLst/>
          </a:prstGeom>
        </p:spPr>
      </p:pic>
      <p:pic>
        <p:nvPicPr>
          <p:cNvPr id="31" name="Image 1" descr="/home/claude/full_theme/imgs/image6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5855" y="788670"/>
            <a:ext cx="3700274" cy="4183380"/>
          </a:xfrm>
          <a:prstGeom prst="rect">
            <a:avLst/>
          </a:prstGeom>
        </p:spPr>
      </p:pic>
      <p:sp>
        <p:nvSpPr>
          <p:cNvPr id="32" name="Shape 28"/>
          <p:cNvSpPr/>
          <p:nvPr/>
        </p:nvSpPr>
        <p:spPr>
          <a:xfrm>
            <a:off x="1838699" y="3344652"/>
            <a:ext cx="650748" cy="19044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3" name="Shape 29"/>
          <p:cNvSpPr/>
          <p:nvPr/>
        </p:nvSpPr>
        <p:spPr>
          <a:xfrm>
            <a:off x="2721748" y="3344652"/>
            <a:ext cx="344075" cy="19044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4" name="Shape 30"/>
          <p:cNvSpPr/>
          <p:nvPr/>
        </p:nvSpPr>
        <p:spPr>
          <a:xfrm>
            <a:off x="3414995" y="3344652"/>
            <a:ext cx="710618" cy="19044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5" name="Shape 31"/>
          <p:cNvSpPr/>
          <p:nvPr/>
        </p:nvSpPr>
        <p:spPr>
          <a:xfrm>
            <a:off x="1746345" y="3535092"/>
            <a:ext cx="1056523" cy="19044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6" name="Shape 32"/>
          <p:cNvSpPr/>
          <p:nvPr/>
        </p:nvSpPr>
        <p:spPr>
          <a:xfrm>
            <a:off x="1837263" y="3751294"/>
            <a:ext cx="2213978" cy="256586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7" name="Shape 33"/>
          <p:cNvSpPr/>
          <p:nvPr/>
        </p:nvSpPr>
        <p:spPr>
          <a:xfrm>
            <a:off x="2052407" y="4125279"/>
            <a:ext cx="399854" cy="217273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8" name="Shape 34"/>
          <p:cNvSpPr/>
          <p:nvPr/>
        </p:nvSpPr>
        <p:spPr>
          <a:xfrm>
            <a:off x="5499400" y="3863649"/>
            <a:ext cx="710618" cy="190441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9" name="Shape 35"/>
          <p:cNvSpPr/>
          <p:nvPr/>
        </p:nvSpPr>
        <p:spPr>
          <a:xfrm>
            <a:off x="6652944" y="3861393"/>
            <a:ext cx="710618" cy="190441"/>
          </a:xfrm>
          <a:prstGeom prst="rect">
            <a:avLst/>
          </a:prstGeom>
          <a:solidFill>
            <a:srgbClr val="4472C4"/>
          </a:solidFill>
          <a:ln/>
        </p:spPr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矩形 32">
            <a:extLst>
              <a:ext uri="{FF2B5EF4-FFF2-40B4-BE49-F238E27FC236}">
                <a16:creationId xmlns:a16="http://schemas.microsoft.com/office/drawing/2014/main" id="{559C5349-285D-75E0-71D4-1C01AE995783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0574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255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核銷範例：出差旅費報告單</a:t>
            </a:r>
            <a:endParaRPr lang="en-US" sz="2550" dirty="0"/>
          </a:p>
        </p:txBody>
      </p:sp>
      <p:pic>
        <p:nvPicPr>
          <p:cNvPr id="30" name="Image 0" descr="/home/claude/full_theme/imgs/image7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46842" y="788670"/>
            <a:ext cx="3850089" cy="4183380"/>
          </a:xfrm>
          <a:prstGeom prst="rect">
            <a:avLst/>
          </a:prstGeom>
        </p:spPr>
      </p:pic>
      <p:sp>
        <p:nvSpPr>
          <p:cNvPr id="31" name="Shape 28"/>
          <p:cNvSpPr/>
          <p:nvPr/>
        </p:nvSpPr>
        <p:spPr>
          <a:xfrm>
            <a:off x="3448350" y="1102890"/>
            <a:ext cx="432947" cy="509175"/>
          </a:xfrm>
          <a:prstGeom prst="rect">
            <a:avLst/>
          </a:prstGeom>
          <a:solidFill>
            <a:srgbClr val="4472C4"/>
          </a:solidFill>
          <a:ln/>
        </p:spPr>
      </p:sp>
      <p:sp>
        <p:nvSpPr>
          <p:cNvPr id="32" name="Shape 29"/>
          <p:cNvSpPr/>
          <p:nvPr/>
        </p:nvSpPr>
        <p:spPr>
          <a:xfrm>
            <a:off x="3108368" y="4218512"/>
            <a:ext cx="725119" cy="509175"/>
          </a:xfrm>
          <a:prstGeom prst="rect">
            <a:avLst/>
          </a:prstGeom>
          <a:solidFill>
            <a:srgbClr val="4472C4"/>
          </a:solidFill>
          <a:ln/>
        </p:spPr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矩形 36">
            <a:extLst>
              <a:ext uri="{FF2B5EF4-FFF2-40B4-BE49-F238E27FC236}">
                <a16:creationId xmlns:a16="http://schemas.microsoft.com/office/drawing/2014/main" id="{A5121D67-55FB-F29F-D6AB-82FB84BA7537}"/>
              </a:ext>
            </a:extLst>
          </p:cNvPr>
          <p:cNvSpPr/>
          <p:nvPr/>
        </p:nvSpPr>
        <p:spPr>
          <a:xfrm>
            <a:off x="1" y="0"/>
            <a:ext cx="9144000" cy="5143500"/>
          </a:xfrm>
          <a:prstGeom prst="rect">
            <a:avLst/>
          </a:prstGeom>
          <a:solidFill>
            <a:srgbClr val="F4F2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Shape 0"/>
          <p:cNvSpPr/>
          <p:nvPr/>
        </p:nvSpPr>
        <p:spPr>
          <a:xfrm>
            <a:off x="-1005815" y="-1005815"/>
            <a:ext cx="2103068" cy="2103068"/>
          </a:xfrm>
          <a:prstGeom prst="ellipse">
            <a:avLst/>
          </a:prstGeom>
          <a:solidFill>
            <a:srgbClr val="F4D562"/>
          </a:solidFill>
          <a:ln/>
        </p:spPr>
      </p:sp>
      <p:sp>
        <p:nvSpPr>
          <p:cNvPr id="3" name="Shape 1"/>
          <p:cNvSpPr/>
          <p:nvPr/>
        </p:nvSpPr>
        <p:spPr>
          <a:xfrm>
            <a:off x="320032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4" name="Shape 2"/>
          <p:cNvSpPr/>
          <p:nvPr/>
        </p:nvSpPr>
        <p:spPr>
          <a:xfrm>
            <a:off x="448045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5" name="Shape 3"/>
          <p:cNvSpPr/>
          <p:nvPr/>
        </p:nvSpPr>
        <p:spPr>
          <a:xfrm>
            <a:off x="576058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6" name="Shape 4"/>
          <p:cNvSpPr/>
          <p:nvPr/>
        </p:nvSpPr>
        <p:spPr>
          <a:xfrm>
            <a:off x="704071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7" name="Shape 5"/>
          <p:cNvSpPr/>
          <p:nvPr/>
        </p:nvSpPr>
        <p:spPr>
          <a:xfrm>
            <a:off x="832084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8" name="Shape 6"/>
          <p:cNvSpPr/>
          <p:nvPr/>
        </p:nvSpPr>
        <p:spPr>
          <a:xfrm>
            <a:off x="960097" y="73151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9" name="Shape 7"/>
          <p:cNvSpPr/>
          <p:nvPr/>
        </p:nvSpPr>
        <p:spPr>
          <a:xfrm>
            <a:off x="320032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0" name="Shape 8"/>
          <p:cNvSpPr/>
          <p:nvPr/>
        </p:nvSpPr>
        <p:spPr>
          <a:xfrm>
            <a:off x="448045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1" name="Shape 9"/>
          <p:cNvSpPr/>
          <p:nvPr/>
        </p:nvSpPr>
        <p:spPr>
          <a:xfrm>
            <a:off x="576058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2" name="Shape 10"/>
          <p:cNvSpPr/>
          <p:nvPr/>
        </p:nvSpPr>
        <p:spPr>
          <a:xfrm>
            <a:off x="704071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3" name="Shape 11"/>
          <p:cNvSpPr/>
          <p:nvPr/>
        </p:nvSpPr>
        <p:spPr>
          <a:xfrm>
            <a:off x="832084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4" name="Shape 12"/>
          <p:cNvSpPr/>
          <p:nvPr/>
        </p:nvSpPr>
        <p:spPr>
          <a:xfrm>
            <a:off x="960097" y="201163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5" name="Shape 13"/>
          <p:cNvSpPr/>
          <p:nvPr/>
        </p:nvSpPr>
        <p:spPr>
          <a:xfrm>
            <a:off x="320032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6" name="Shape 14"/>
          <p:cNvSpPr/>
          <p:nvPr/>
        </p:nvSpPr>
        <p:spPr>
          <a:xfrm>
            <a:off x="448045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7" name="Shape 15"/>
          <p:cNvSpPr/>
          <p:nvPr/>
        </p:nvSpPr>
        <p:spPr>
          <a:xfrm>
            <a:off x="576058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8" name="Shape 16"/>
          <p:cNvSpPr/>
          <p:nvPr/>
        </p:nvSpPr>
        <p:spPr>
          <a:xfrm>
            <a:off x="704071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19" name="Shape 17"/>
          <p:cNvSpPr/>
          <p:nvPr/>
        </p:nvSpPr>
        <p:spPr>
          <a:xfrm>
            <a:off x="832084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0" name="Shape 18"/>
          <p:cNvSpPr/>
          <p:nvPr/>
        </p:nvSpPr>
        <p:spPr>
          <a:xfrm>
            <a:off x="960097" y="329176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1" name="Shape 19"/>
          <p:cNvSpPr/>
          <p:nvPr/>
        </p:nvSpPr>
        <p:spPr>
          <a:xfrm>
            <a:off x="320032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2" name="Shape 20"/>
          <p:cNvSpPr/>
          <p:nvPr/>
        </p:nvSpPr>
        <p:spPr>
          <a:xfrm>
            <a:off x="448045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3" name="Shape 21"/>
          <p:cNvSpPr/>
          <p:nvPr/>
        </p:nvSpPr>
        <p:spPr>
          <a:xfrm>
            <a:off x="576058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4" name="Shape 22"/>
          <p:cNvSpPr/>
          <p:nvPr/>
        </p:nvSpPr>
        <p:spPr>
          <a:xfrm>
            <a:off x="704071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5" name="Shape 23"/>
          <p:cNvSpPr/>
          <p:nvPr/>
        </p:nvSpPr>
        <p:spPr>
          <a:xfrm>
            <a:off x="832084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6" name="Shape 24"/>
          <p:cNvSpPr/>
          <p:nvPr/>
        </p:nvSpPr>
        <p:spPr>
          <a:xfrm>
            <a:off x="960097" y="457189"/>
            <a:ext cx="41147" cy="41147"/>
          </a:xfrm>
          <a:prstGeom prst="ellipse">
            <a:avLst/>
          </a:prstGeom>
          <a:solidFill>
            <a:srgbClr val="FFFFFF"/>
          </a:solidFill>
          <a:ln/>
        </p:spPr>
      </p:sp>
      <p:sp>
        <p:nvSpPr>
          <p:cNvPr id="27" name="Shape 25"/>
          <p:cNvSpPr/>
          <p:nvPr/>
        </p:nvSpPr>
        <p:spPr>
          <a:xfrm>
            <a:off x="7360736" y="-685783"/>
            <a:ext cx="1920192" cy="1920192"/>
          </a:xfrm>
          <a:prstGeom prst="ellipse">
            <a:avLst/>
          </a:prstGeom>
          <a:solidFill>
            <a:srgbClr val="69B0B1"/>
          </a:solidFill>
          <a:ln/>
        </p:spPr>
      </p:sp>
      <p:sp>
        <p:nvSpPr>
          <p:cNvPr id="28" name="Shape 26"/>
          <p:cNvSpPr/>
          <p:nvPr/>
        </p:nvSpPr>
        <p:spPr>
          <a:xfrm>
            <a:off x="7955082" y="-457188"/>
            <a:ext cx="1600160" cy="1600160"/>
          </a:xfrm>
          <a:prstGeom prst="ellipse">
            <a:avLst/>
          </a:prstGeom>
          <a:solidFill>
            <a:srgbClr val="D5815F"/>
          </a:solidFill>
          <a:ln/>
        </p:spPr>
      </p:sp>
      <p:sp>
        <p:nvSpPr>
          <p:cNvPr id="29" name="Text 27"/>
          <p:cNvSpPr/>
          <p:nvPr/>
        </p:nvSpPr>
        <p:spPr>
          <a:xfrm>
            <a:off x="411481" y="240030"/>
            <a:ext cx="8320811" cy="6172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zh-TW" altLang="en-US" sz="3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聯絡資訊</a:t>
            </a:r>
            <a:endParaRPr lang="en-US" sz="3000" dirty="0"/>
          </a:p>
        </p:txBody>
      </p:sp>
      <p:sp>
        <p:nvSpPr>
          <p:cNvPr id="30" name="Text 28"/>
          <p:cNvSpPr/>
          <p:nvPr/>
        </p:nvSpPr>
        <p:spPr>
          <a:xfrm>
            <a:off x="411481" y="788670"/>
            <a:ext cx="8320811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050" i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  <a:cs typeface="微軟正黑體" pitchFamily="34" charset="-120"/>
              </a:rPr>
              <a:t>Reimbursement Checklist</a:t>
            </a:r>
            <a:endParaRPr lang="en-US" sz="1050" dirty="0"/>
          </a:p>
        </p:txBody>
      </p:sp>
      <p:sp>
        <p:nvSpPr>
          <p:cNvPr id="51" name="Text 4">
            <a:extLst>
              <a:ext uri="{FF2B5EF4-FFF2-40B4-BE49-F238E27FC236}">
                <a16:creationId xmlns:a16="http://schemas.microsoft.com/office/drawing/2014/main" id="{AC702334-1FE9-C891-3D4A-201CCEEEC8EC}"/>
              </a:ext>
            </a:extLst>
          </p:cNvPr>
          <p:cNvSpPr/>
          <p:nvPr/>
        </p:nvSpPr>
        <p:spPr>
          <a:xfrm>
            <a:off x="1097253" y="1295465"/>
            <a:ext cx="155448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buNone/>
            </a:pPr>
            <a:r>
              <a:rPr lang="en-US" sz="2200" b="1" dirty="0">
                <a:solidFill>
                  <a:schemeClr val="tx1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校址</a:t>
            </a:r>
            <a:endParaRPr lang="en-US" sz="2200" b="1" dirty="0">
              <a:solidFill>
                <a:schemeClr val="tx1"/>
              </a:solidFill>
            </a:endParaRPr>
          </a:p>
        </p:txBody>
      </p:sp>
      <p:sp>
        <p:nvSpPr>
          <p:cNvPr id="52" name="Text 5">
            <a:extLst>
              <a:ext uri="{FF2B5EF4-FFF2-40B4-BE49-F238E27FC236}">
                <a16:creationId xmlns:a16="http://schemas.microsoft.com/office/drawing/2014/main" id="{4024A23D-025A-FD7B-1C03-5F031FEDFC66}"/>
              </a:ext>
            </a:extLst>
          </p:cNvPr>
          <p:cNvSpPr/>
          <p:nvPr/>
        </p:nvSpPr>
        <p:spPr>
          <a:xfrm>
            <a:off x="2834613" y="1295465"/>
            <a:ext cx="548640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lnSpc>
                <a:spcPct val="120000"/>
              </a:lnSpc>
              <a:buNone/>
            </a:pPr>
            <a:r>
              <a:rPr lang="en-US" sz="2000" b="1" dirty="0" err="1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高雄市三民區十全一路</a:t>
            </a:r>
            <a:r>
              <a:rPr lang="en-US" sz="1800" dirty="0">
                <a:solidFill>
                  <a:srgbClr val="FFFFFF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100 號</a:t>
            </a:r>
          </a:p>
          <a:p>
            <a:pPr marL="0" indent="0" algn="l">
              <a:lnSpc>
                <a:spcPct val="120000"/>
              </a:lnSpc>
              <a:buNone/>
            </a:pPr>
            <a:r>
              <a:rPr lang="en-US" sz="2000" b="1" dirty="0" err="1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勵學大樓</a:t>
            </a: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 4F</a:t>
            </a:r>
          </a:p>
        </p:txBody>
      </p:sp>
      <p:sp>
        <p:nvSpPr>
          <p:cNvPr id="53" name="Text 6">
            <a:extLst>
              <a:ext uri="{FF2B5EF4-FFF2-40B4-BE49-F238E27FC236}">
                <a16:creationId xmlns:a16="http://schemas.microsoft.com/office/drawing/2014/main" id="{9D8BF3F5-626E-D80E-9291-8EA6535326EB}"/>
              </a:ext>
            </a:extLst>
          </p:cNvPr>
          <p:cNvSpPr/>
          <p:nvPr/>
        </p:nvSpPr>
        <p:spPr>
          <a:xfrm>
            <a:off x="1097253" y="2301305"/>
            <a:ext cx="155448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buNone/>
            </a:pPr>
            <a:r>
              <a:rPr lang="en-US" sz="2200" b="1" dirty="0">
                <a:solidFill>
                  <a:schemeClr val="tx1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電話</a:t>
            </a:r>
            <a:endParaRPr lang="en-US" sz="2200" b="1" dirty="0">
              <a:solidFill>
                <a:schemeClr val="tx1"/>
              </a:solidFill>
            </a:endParaRPr>
          </a:p>
        </p:txBody>
      </p:sp>
      <p:sp>
        <p:nvSpPr>
          <p:cNvPr id="54" name="Text 7">
            <a:extLst>
              <a:ext uri="{FF2B5EF4-FFF2-40B4-BE49-F238E27FC236}">
                <a16:creationId xmlns:a16="http://schemas.microsoft.com/office/drawing/2014/main" id="{61C50B9E-92E6-E093-5A3A-69648BC81037}"/>
              </a:ext>
            </a:extLst>
          </p:cNvPr>
          <p:cNvSpPr/>
          <p:nvPr/>
        </p:nvSpPr>
        <p:spPr>
          <a:xfrm>
            <a:off x="2834613" y="2301305"/>
            <a:ext cx="548640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>
              <a:lnSpc>
                <a:spcPct val="120000"/>
              </a:lnSpc>
            </a:pP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07-312-1101 </a:t>
            </a:r>
            <a:r>
              <a:rPr lang="en-US" sz="2000" b="1" dirty="0" err="1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分機</a:t>
            </a: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 2865</a:t>
            </a:r>
          </a:p>
        </p:txBody>
      </p:sp>
      <p:sp>
        <p:nvSpPr>
          <p:cNvPr id="55" name="Text 8">
            <a:extLst>
              <a:ext uri="{FF2B5EF4-FFF2-40B4-BE49-F238E27FC236}">
                <a16:creationId xmlns:a16="http://schemas.microsoft.com/office/drawing/2014/main" id="{E9CA2A85-95BB-2444-8A2B-07AEE2E8EF29}"/>
              </a:ext>
            </a:extLst>
          </p:cNvPr>
          <p:cNvSpPr/>
          <p:nvPr/>
        </p:nvSpPr>
        <p:spPr>
          <a:xfrm>
            <a:off x="1097253" y="2987105"/>
            <a:ext cx="155448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buNone/>
            </a:pPr>
            <a:r>
              <a:rPr lang="en-US" sz="2200" b="1" dirty="0">
                <a:solidFill>
                  <a:schemeClr val="tx1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傳真</a:t>
            </a:r>
            <a:endParaRPr lang="en-US" sz="2200" b="1" dirty="0">
              <a:solidFill>
                <a:schemeClr val="tx1"/>
              </a:solidFill>
            </a:endParaRPr>
          </a:p>
        </p:txBody>
      </p:sp>
      <p:sp>
        <p:nvSpPr>
          <p:cNvPr id="56" name="Text 9">
            <a:extLst>
              <a:ext uri="{FF2B5EF4-FFF2-40B4-BE49-F238E27FC236}">
                <a16:creationId xmlns:a16="http://schemas.microsoft.com/office/drawing/2014/main" id="{B3A18031-47B2-F738-BBD6-C4B388AE0C29}"/>
              </a:ext>
            </a:extLst>
          </p:cNvPr>
          <p:cNvSpPr/>
          <p:nvPr/>
        </p:nvSpPr>
        <p:spPr>
          <a:xfrm>
            <a:off x="2834613" y="2987105"/>
            <a:ext cx="548640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ct val="120000"/>
              </a:lnSpc>
              <a:buFont typeface="Arial"/>
              <a:buNone/>
            </a:pP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07-322-0004</a:t>
            </a:r>
          </a:p>
        </p:txBody>
      </p:sp>
      <p:sp>
        <p:nvSpPr>
          <p:cNvPr id="57" name="Text 10">
            <a:extLst>
              <a:ext uri="{FF2B5EF4-FFF2-40B4-BE49-F238E27FC236}">
                <a16:creationId xmlns:a16="http://schemas.microsoft.com/office/drawing/2014/main" id="{8ADD3906-6BF3-54BD-B9FA-1800D161F44B}"/>
              </a:ext>
            </a:extLst>
          </p:cNvPr>
          <p:cNvSpPr/>
          <p:nvPr/>
        </p:nvSpPr>
        <p:spPr>
          <a:xfrm>
            <a:off x="1097253" y="3672905"/>
            <a:ext cx="155448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buNone/>
            </a:pPr>
            <a:r>
              <a:rPr lang="en-US" sz="2200" b="1" dirty="0">
                <a:solidFill>
                  <a:schemeClr val="tx1"/>
                </a:solidFill>
                <a:latin typeface="Cambria" pitchFamily="34" charset="0"/>
                <a:ea typeface="Cambria" pitchFamily="34" charset="-122"/>
                <a:cs typeface="Cambria" pitchFamily="34" charset="-120"/>
              </a:rPr>
              <a:t>信箱</a:t>
            </a:r>
            <a:endParaRPr lang="en-US" sz="2200" b="1" dirty="0">
              <a:solidFill>
                <a:schemeClr val="tx1"/>
              </a:solidFill>
            </a:endParaRPr>
          </a:p>
        </p:txBody>
      </p:sp>
      <p:sp>
        <p:nvSpPr>
          <p:cNvPr id="58" name="Text 11">
            <a:extLst>
              <a:ext uri="{FF2B5EF4-FFF2-40B4-BE49-F238E27FC236}">
                <a16:creationId xmlns:a16="http://schemas.microsoft.com/office/drawing/2014/main" id="{9E959730-3C7E-2D08-05C5-0B034F1595A2}"/>
              </a:ext>
            </a:extLst>
          </p:cNvPr>
          <p:cNvSpPr/>
          <p:nvPr/>
        </p:nvSpPr>
        <p:spPr>
          <a:xfrm>
            <a:off x="2834613" y="3672905"/>
            <a:ext cx="5486400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l">
              <a:lnSpc>
                <a:spcPct val="120000"/>
              </a:lnSpc>
              <a:buNone/>
            </a:pPr>
            <a:r>
              <a:rPr lang="en-US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reachkmu@kmu.edu</a:t>
            </a:r>
            <a:r>
              <a:rPr lang="en-US" altLang="zh-TW" sz="2000" b="1" dirty="0">
                <a:solidFill>
                  <a:srgbClr val="000A39"/>
                </a:solidFill>
                <a:latin typeface="微軟正黑體" pitchFamily="34" charset="0"/>
                <a:ea typeface="微軟正黑體" pitchFamily="34" charset="-122"/>
              </a:rPr>
              <a:t>.tw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5100137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標題 3"/>
          <p:cNvSpPr>
            <a:spLocks noGrp="1"/>
          </p:cNvSpPr>
          <p:nvPr>
            <p:ph type="title"/>
          </p:nvPr>
        </p:nvSpPr>
        <p:spPr>
          <a:xfrm>
            <a:off x="1007138" y="1974714"/>
            <a:ext cx="7451061" cy="1284000"/>
          </a:xfrm>
        </p:spPr>
        <p:txBody>
          <a:bodyPr/>
          <a:lstStyle/>
          <a:p>
            <a:pPr algn="ctr"/>
            <a:r>
              <a:rPr lang="zh-TW" altLang="en-US" dirty="0"/>
              <a:t>各姊妹校相關規定及注意事項</a:t>
            </a:r>
          </a:p>
        </p:txBody>
      </p:sp>
    </p:spTree>
    <p:extLst>
      <p:ext uri="{BB962C8B-B14F-4D97-AF65-F5344CB8AC3E}">
        <p14:creationId xmlns:p14="http://schemas.microsoft.com/office/powerpoint/2010/main" val="30713036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186899"/>
              </p:ext>
            </p:extLst>
          </p:nvPr>
        </p:nvGraphicFramePr>
        <p:xfrm>
          <a:off x="276421" y="881373"/>
          <a:ext cx="8591108" cy="4213141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6710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19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701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170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60900">
                  <a:extLst>
                    <a:ext uri="{9D8B030D-6E8A-4147-A177-3AD203B41FA5}">
                      <a16:colId xmlns:a16="http://schemas.microsoft.com/office/drawing/2014/main" val="2591462707"/>
                    </a:ext>
                  </a:extLst>
                </a:gridCol>
              </a:tblGrid>
              <a:tr h="485678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校名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名額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研習費用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住宿費用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備註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6667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京都大學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 rowSpan="5"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免研習費用</a:t>
                      </a:r>
                    </a:p>
                    <a:p>
                      <a:pPr algn="ctr"/>
                      <a:endParaRPr lang="zh-TW" altLang="en-US" sz="1200" dirty="0"/>
                    </a:p>
                  </a:txBody>
                  <a:tcPr anchor="ctr"/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4338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/>
                        <a:t>慶應大學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3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60408477"/>
                  </a:ext>
                </a:extLst>
              </a:tr>
              <a:tr h="662295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德島大學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3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zh-TW" altLang="en-US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82729628"/>
                  </a:ext>
                </a:extLst>
              </a:tr>
              <a:tr h="146495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/>
                        <a:t>東京醫科大學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免住宿費用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僅接受實習期間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至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個月，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位學生須同時前往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(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該校建議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7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月底至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8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月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)</a:t>
                      </a: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。</a:t>
                      </a:r>
                    </a:p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相 關 說 明 及 申 請 規 定 請 參 考 下 列 網 頁 ： </a:t>
                      </a:r>
                      <a:r>
                        <a:rPr kumimoji="0" lang="en-US" altLang="zh-TW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  <a:hlinkClick r:id="rId3"/>
                        </a:rPr>
                        <a:t>https://www.ciertmu.com/international-exchange</a:t>
                      </a:r>
                      <a:endParaRPr kumimoji="0" lang="zh-TW" altLang="en-US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84000819"/>
                  </a:ext>
                </a:extLst>
              </a:tr>
              <a:tr h="829213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/>
                        <a:t>藤田醫科大學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endParaRPr kumimoji="0" lang="zh-TW" altLang="en-US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7701341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日本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204606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171678"/>
              </p:ext>
            </p:extLst>
          </p:nvPr>
        </p:nvGraphicFramePr>
        <p:xfrm>
          <a:off x="276421" y="881373"/>
          <a:ext cx="8591108" cy="1778880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6710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19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7013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170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60900">
                  <a:extLst>
                    <a:ext uri="{9D8B030D-6E8A-4147-A177-3AD203B41FA5}">
                      <a16:colId xmlns:a16="http://schemas.microsoft.com/office/drawing/2014/main" val="2591462707"/>
                    </a:ext>
                  </a:extLst>
                </a:gridCol>
              </a:tblGrid>
              <a:tr h="485678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校名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名額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研習費用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住宿費用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備註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0242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信州大學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待</a:t>
                      </a:r>
                      <a:r>
                        <a:rPr lang="en-US" altLang="zh-TW" sz="1200" dirty="0"/>
                        <a:t>11</a:t>
                      </a:r>
                      <a:r>
                        <a:rPr lang="zh-TW" altLang="en-US" sz="1200" dirty="0"/>
                        <a:t>月公布</a:t>
                      </a:r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免研習費用</a:t>
                      </a:r>
                    </a:p>
                    <a:p>
                      <a:pPr algn="ctr"/>
                      <a:endParaRPr lang="zh-TW" altLang="en-US" sz="12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9385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/>
                        <a:t>愛媛大學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4</a:t>
                      </a:r>
                      <a:br>
                        <a:rPr lang="en-US" altLang="zh-TW" sz="1200" dirty="0"/>
                      </a:br>
                      <a:r>
                        <a:rPr lang="en-US" altLang="zh-TW" sz="1200" dirty="0"/>
                        <a:t>(</a:t>
                      </a:r>
                      <a:r>
                        <a:rPr lang="zh-TW" altLang="en-US" sz="1200" dirty="0"/>
                        <a:t>需</a:t>
                      </a:r>
                      <a:r>
                        <a:rPr lang="en-US" altLang="zh-TW" sz="1200" dirty="0"/>
                        <a:t>4</a:t>
                      </a:r>
                      <a:r>
                        <a:rPr lang="zh-TW" altLang="en-US" sz="1200" dirty="0"/>
                        <a:t>人同時實習</a:t>
                      </a:r>
                      <a:r>
                        <a:rPr lang="en-US" altLang="zh-TW" sz="1200" dirty="0"/>
                        <a:t>)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ctr"/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altLang="zh-TW" sz="1200" dirty="0"/>
                        <a:t>1.</a:t>
                      </a:r>
                      <a:r>
                        <a:rPr lang="zh-TW" altLang="en-US" sz="1200" dirty="0"/>
                        <a:t>實習時間為</a:t>
                      </a:r>
                      <a:r>
                        <a:rPr lang="en-US" altLang="zh-TW" sz="1200" dirty="0"/>
                        <a:t>2026.5.11 ~ 2026.7.24</a:t>
                      </a: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7097612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A39"/>
              </a:buClr>
              <a:buSzPts val="6000"/>
              <a:buFont typeface="Rajdhani"/>
              <a:buNone/>
              <a:tabLst/>
              <a:defRPr/>
            </a:pPr>
            <a:r>
              <a:rPr kumimoji="1" lang="zh-TW" alt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A39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各校開放名額</a:t>
            </a:r>
            <a:r>
              <a:rPr kumimoji="1" lang="en-US" altLang="zh-TW" sz="3200" b="1" i="0" u="none" strike="noStrike" kern="0" cap="none" spc="0" normalizeH="0" baseline="0" noProof="0" dirty="0">
                <a:ln>
                  <a:noFill/>
                </a:ln>
                <a:solidFill>
                  <a:srgbClr val="000A39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(</a:t>
            </a:r>
            <a:r>
              <a:rPr kumimoji="1" lang="zh-TW" alt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A39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日本</a:t>
            </a:r>
            <a:r>
              <a:rPr kumimoji="1" lang="en-US" altLang="zh-TW" sz="3200" b="1" i="0" u="none" strike="noStrike" kern="0" cap="none" spc="0" normalizeH="0" baseline="0" noProof="0" dirty="0">
                <a:ln>
                  <a:noFill/>
                </a:ln>
                <a:solidFill>
                  <a:srgbClr val="000A39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)</a:t>
            </a:r>
            <a:endParaRPr kumimoji="1" lang="zh-TW" altLang="en-US" sz="3200" b="1" i="0" u="none" strike="noStrike" kern="0" cap="none" spc="0" normalizeH="0" baseline="0" noProof="0" dirty="0">
              <a:ln>
                <a:noFill/>
              </a:ln>
              <a:solidFill>
                <a:srgbClr val="000A39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sym typeface="Rajdhani"/>
            </a:endParaRPr>
          </a:p>
        </p:txBody>
      </p:sp>
    </p:spTree>
    <p:extLst>
      <p:ext uri="{BB962C8B-B14F-4D97-AF65-F5344CB8AC3E}">
        <p14:creationId xmlns:p14="http://schemas.microsoft.com/office/powerpoint/2010/main" val="31160093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1612604"/>
              </p:ext>
            </p:extLst>
          </p:nvPr>
        </p:nvGraphicFramePr>
        <p:xfrm>
          <a:off x="736279" y="1098969"/>
          <a:ext cx="7671391" cy="1252389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49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44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32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227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98726">
                  <a:extLst>
                    <a:ext uri="{9D8B030D-6E8A-4147-A177-3AD203B41FA5}">
                      <a16:colId xmlns:a16="http://schemas.microsoft.com/office/drawing/2014/main" val="3674210072"/>
                    </a:ext>
                  </a:extLst>
                </a:gridCol>
              </a:tblGrid>
              <a:tr h="520869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校名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名額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研習費用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住宿費用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備註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896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首爾大學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免研習費用</a:t>
                      </a:r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sz="1200" dirty="0"/>
                        <a:t>實習期間應為</a:t>
                      </a:r>
                      <a:r>
                        <a:rPr lang="en-US" altLang="zh-TW" sz="1200" dirty="0"/>
                        <a:t>2</a:t>
                      </a:r>
                      <a:r>
                        <a:rPr lang="zh-TW" altLang="en-US" sz="1200" dirty="0"/>
                        <a:t>至</a:t>
                      </a:r>
                      <a:r>
                        <a:rPr lang="en-US" altLang="zh-TW" sz="1200" dirty="0"/>
                        <a:t>12</a:t>
                      </a:r>
                      <a:r>
                        <a:rPr lang="zh-TW" altLang="en-US" sz="1200" dirty="0"/>
                        <a:t>週。</a:t>
                      </a:r>
                      <a:endParaRPr lang="en-US" altLang="zh-TW" sz="1200" dirty="0"/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sz="1200" dirty="0"/>
                        <a:t>經薦送後由學生自行上網提出線上申請。</a:t>
                      </a:r>
                      <a:endParaRPr lang="en-US" altLang="zh-TW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0498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亞洲大學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3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zh-TW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zh-TW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en-US" altLang="zh-TW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韓國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67776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313978"/>
              </p:ext>
            </p:extLst>
          </p:nvPr>
        </p:nvGraphicFramePr>
        <p:xfrm>
          <a:off x="736279" y="1098969"/>
          <a:ext cx="7671391" cy="1465749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49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2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855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74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13935">
                  <a:extLst>
                    <a:ext uri="{9D8B030D-6E8A-4147-A177-3AD203B41FA5}">
                      <a16:colId xmlns:a16="http://schemas.microsoft.com/office/drawing/2014/main" val="2925647900"/>
                    </a:ext>
                  </a:extLst>
                </a:gridCol>
              </a:tblGrid>
              <a:tr h="520869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校名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名額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研習費用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住宿費用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備註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896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香港大學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4</a:t>
                      </a:r>
                      <a:endParaRPr lang="zh-TW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免研習費用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dirty="0"/>
                        <a:t>相關規定請參閱該校網頁： </a:t>
                      </a:r>
                      <a:r>
                        <a:rPr lang="en-US" altLang="zh-TW" dirty="0">
                          <a:hlinkClick r:id="rId3"/>
                        </a:rPr>
                        <a:t>https://www.med.hku.hk/en/teaching-andlearning/elective-attachment</a:t>
                      </a:r>
                      <a:endParaRPr lang="zh-TW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香港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242352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487855"/>
              </p:ext>
            </p:extLst>
          </p:nvPr>
        </p:nvGraphicFramePr>
        <p:xfrm>
          <a:off x="736279" y="1098969"/>
          <a:ext cx="7671391" cy="3385989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49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4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769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131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78740">
                  <a:extLst>
                    <a:ext uri="{9D8B030D-6E8A-4147-A177-3AD203B41FA5}">
                      <a16:colId xmlns:a16="http://schemas.microsoft.com/office/drawing/2014/main" val="1555807736"/>
                    </a:ext>
                  </a:extLst>
                </a:gridCol>
              </a:tblGrid>
              <a:tr h="520869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校名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名額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研習費用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住宿費用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備註</a:t>
                      </a:r>
                    </a:p>
                  </a:txBody>
                  <a:tcPr anchor="ctr">
                    <a:solidFill>
                      <a:srgbClr val="69B0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896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科隆大學</a:t>
                      </a:r>
                      <a:endParaRPr lang="en-US" altLang="zh-TW" dirty="0"/>
                    </a:p>
                    <a:p>
                      <a:pPr algn="ctr"/>
                      <a:r>
                        <a:rPr lang="en-US" altLang="zh-TW" dirty="0"/>
                        <a:t>(University of Cologne)</a:t>
                      </a:r>
                      <a:endParaRPr lang="zh-TW" altLang="en-US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4</a:t>
                      </a:r>
                      <a:endParaRPr lang="zh-TW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免研習費用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dirty="0"/>
                        <a:t>學生需依照官網公告之期限 </a:t>
                      </a:r>
                      <a:r>
                        <a:rPr lang="en-US" altLang="zh-TW" dirty="0"/>
                        <a:t>15th December for the next summer semester (April – September)</a:t>
                      </a:r>
                      <a:r>
                        <a:rPr lang="zh-TW" altLang="en-US" dirty="0"/>
                        <a:t>； </a:t>
                      </a:r>
                      <a:r>
                        <a:rPr lang="en-US" altLang="zh-TW" dirty="0"/>
                        <a:t>15th June for the next winter semester (October – April) </a:t>
                      </a:r>
                      <a:r>
                        <a:rPr lang="zh-TW" altLang="en-US" dirty="0"/>
                        <a:t>備妥應繳交文件向學系提出申請。</a:t>
                      </a:r>
                      <a:endParaRPr lang="en-US" altLang="zh-TW" dirty="0"/>
                    </a:p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b="1" dirty="0">
                          <a:solidFill>
                            <a:srgbClr val="FF0000"/>
                          </a:solidFill>
                        </a:rPr>
                        <a:t>姊妹校交換生可以英文能力代替德語能力，但英語能力須符合</a:t>
                      </a:r>
                      <a:r>
                        <a:rPr lang="en-US" altLang="zh-TW" b="1" dirty="0">
                          <a:solidFill>
                            <a:srgbClr val="FF0000"/>
                          </a:solidFill>
                        </a:rPr>
                        <a:t>TOEFL </a:t>
                      </a:r>
                      <a:r>
                        <a:rPr lang="zh-TW" altLang="en-US" b="1" dirty="0">
                          <a:solidFill>
                            <a:srgbClr val="FF0000"/>
                          </a:solidFill>
                        </a:rPr>
                        <a:t>或</a:t>
                      </a:r>
                      <a:r>
                        <a:rPr lang="en-US" altLang="zh-TW" b="1" dirty="0">
                          <a:solidFill>
                            <a:srgbClr val="FF0000"/>
                          </a:solidFill>
                        </a:rPr>
                        <a:t> IELTS</a:t>
                      </a:r>
                      <a:r>
                        <a:rPr lang="zh-TW" altLang="en-US" b="1" dirty="0">
                          <a:solidFill>
                            <a:srgbClr val="FF0000"/>
                          </a:solidFill>
                        </a:rPr>
                        <a:t> 分數達</a:t>
                      </a:r>
                      <a:r>
                        <a:rPr lang="en-US" altLang="zh-TW" b="1" dirty="0">
                          <a:solidFill>
                            <a:srgbClr val="FF0000"/>
                          </a:solidFill>
                        </a:rPr>
                        <a:t>C1 CEFR</a:t>
                      </a:r>
                      <a:r>
                        <a:rPr lang="zh-TW" altLang="en-US" b="1" dirty="0">
                          <a:solidFill>
                            <a:srgbClr val="FF0000"/>
                          </a:solidFill>
                        </a:rPr>
                        <a:t>。</a:t>
                      </a:r>
                      <a:endParaRPr lang="en-US" altLang="zh-TW" b="1" dirty="0">
                        <a:solidFill>
                          <a:srgbClr val="FF0000"/>
                        </a:solidFill>
                      </a:endParaRPr>
                    </a:p>
                    <a:p>
                      <a:pPr marL="342900" marR="0" lvl="0" indent="-3429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endParaRPr lang="en-US" altLang="zh-TW" b="1" dirty="0">
                        <a:solidFill>
                          <a:srgbClr val="FF0000"/>
                        </a:solidFill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德國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730770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0868494"/>
              </p:ext>
            </p:extLst>
          </p:nvPr>
        </p:nvGraphicFramePr>
        <p:xfrm>
          <a:off x="524944" y="1014843"/>
          <a:ext cx="8094061" cy="2796929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574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36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310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280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24531">
                  <a:extLst>
                    <a:ext uri="{9D8B030D-6E8A-4147-A177-3AD203B41FA5}">
                      <a16:colId xmlns:a16="http://schemas.microsoft.com/office/drawing/2014/main" val="2408797826"/>
                    </a:ext>
                  </a:extLst>
                </a:gridCol>
              </a:tblGrid>
              <a:tr h="520869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校名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名額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研習費用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住宿費用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備註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896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羅格斯大學</a:t>
                      </a:r>
                      <a:endParaRPr lang="en-US" altLang="zh-TW" sz="1200" dirty="0"/>
                    </a:p>
                    <a:p>
                      <a:pPr algn="ctr"/>
                      <a:r>
                        <a:rPr lang="en-US" altLang="zh-TW" sz="1200" dirty="0"/>
                        <a:t>(Rutgers University)</a:t>
                      </a:r>
                    </a:p>
                    <a:p>
                      <a:pPr algn="ctr"/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※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僅接受 </a:t>
                      </a:r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4 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週 </a:t>
                      </a:r>
                      <a:r>
                        <a:rPr lang="en-US" altLang="zh-TW" sz="1200" b="1" dirty="0" err="1">
                          <a:solidFill>
                            <a:srgbClr val="FF0000"/>
                          </a:solidFill>
                        </a:rPr>
                        <a:t>Observership</a:t>
                      </a:r>
                      <a:endParaRPr lang="zh-TW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免研習費用，但學生需自付申請費</a:t>
                      </a:r>
                      <a:r>
                        <a:rPr lang="en-US" altLang="zh-TW" sz="1200" dirty="0"/>
                        <a:t>USD100</a:t>
                      </a:r>
                      <a:r>
                        <a:rPr lang="zh-TW" altLang="en-US" sz="1200" dirty="0"/>
                        <a:t>，未錄取不退費。 </a:t>
                      </a:r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相關規定請參閱該校網頁</a:t>
                      </a:r>
                      <a:r>
                        <a:rPr lang="en-US" altLang="zh-TW" sz="1200" dirty="0"/>
                        <a:t>(</a:t>
                      </a:r>
                      <a:r>
                        <a:rPr lang="en-US" altLang="zh-TW" sz="1200" dirty="0">
                          <a:hlinkClick r:id="rId3"/>
                        </a:rPr>
                        <a:t>https://rwjms.rutgers.edu/global_health/aboutthe-office/overview</a:t>
                      </a:r>
                      <a:r>
                        <a:rPr lang="en-US" altLang="zh-TW" sz="1200" dirty="0"/>
                        <a:t>) </a:t>
                      </a: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5310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希望之城 醫學中心</a:t>
                      </a:r>
                      <a:endParaRPr lang="en-US" altLang="zh-TW" sz="1200" dirty="0"/>
                    </a:p>
                    <a:p>
                      <a:pPr algn="ctr"/>
                      <a:r>
                        <a:rPr lang="en-US" altLang="zh-TW" sz="1200" dirty="0"/>
                        <a:t>(City of Hope)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免研習費用</a:t>
                      </a: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zh-TW" altLang="en-US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en-US" altLang="zh-TW" sz="1200" dirty="0"/>
                        <a:t>4 </a:t>
                      </a:r>
                      <a:r>
                        <a:rPr lang="zh-TW" altLang="en-US" sz="1200" dirty="0"/>
                        <a:t>個月前提出申請，申請前須先取得 </a:t>
                      </a:r>
                      <a:r>
                        <a:rPr lang="en-US" altLang="zh-TW" sz="1200" dirty="0"/>
                        <a:t>1 </a:t>
                      </a:r>
                      <a:r>
                        <a:rPr lang="zh-TW" altLang="en-US" sz="1200" dirty="0"/>
                        <a:t>位 </a:t>
                      </a:r>
                      <a:r>
                        <a:rPr lang="en-US" altLang="zh-TW" sz="1200" dirty="0"/>
                        <a:t>City of Hope </a:t>
                      </a:r>
                      <a:r>
                        <a:rPr lang="zh-TW" altLang="en-US" sz="1200" dirty="0"/>
                        <a:t>臨床導師同意</a:t>
                      </a:r>
                      <a:r>
                        <a:rPr lang="en-US" altLang="zh-TW" sz="1200" dirty="0"/>
                        <a:t>(</a:t>
                      </a:r>
                      <a:r>
                        <a:rPr lang="zh-TW" altLang="en-US" sz="1200" dirty="0"/>
                        <a:t>可與本校校友王秉訓教 授聯繫</a:t>
                      </a:r>
                      <a:r>
                        <a:rPr lang="en-US" altLang="zh-TW" sz="1200" dirty="0"/>
                        <a:t>)</a:t>
                      </a:r>
                      <a:r>
                        <a:rPr lang="zh-TW" altLang="en-US" sz="1200" dirty="0"/>
                        <a:t>。</a:t>
                      </a:r>
                      <a:endParaRPr lang="en-US" altLang="zh-TW" sz="1200" dirty="0"/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sz="1200" dirty="0"/>
                        <a:t>經薦送後由學生自行上網提 出線上申請。</a:t>
                      </a:r>
                      <a:endParaRPr lang="en-US" altLang="zh-TW" sz="1200" dirty="0"/>
                    </a:p>
                    <a:p>
                      <a:pPr marL="228600" marR="0" lvl="0" indent="-22860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endParaRPr kumimoji="0" lang="zh-TW" altLang="en-US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美國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633084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5500122"/>
              </p:ext>
            </p:extLst>
          </p:nvPr>
        </p:nvGraphicFramePr>
        <p:xfrm>
          <a:off x="736279" y="1098969"/>
          <a:ext cx="7671391" cy="3863790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49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65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88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759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697986">
                  <a:extLst>
                    <a:ext uri="{9D8B030D-6E8A-4147-A177-3AD203B41FA5}">
                      <a16:colId xmlns:a16="http://schemas.microsoft.com/office/drawing/2014/main" val="330676309"/>
                    </a:ext>
                  </a:extLst>
                </a:gridCol>
              </a:tblGrid>
              <a:tr h="410844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校名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名額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研習費用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住宿費用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備註</a:t>
                      </a:r>
                    </a:p>
                  </a:txBody>
                  <a:tcPr anchor="ctr">
                    <a:solidFill>
                      <a:srgbClr val="D78D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4873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梅哈里醫學院</a:t>
                      </a:r>
                      <a:endParaRPr lang="en-US" altLang="zh-TW" sz="1200" dirty="0"/>
                    </a:p>
                    <a:p>
                      <a:pPr algn="ctr"/>
                      <a:r>
                        <a:rPr lang="en-US" altLang="zh-TW" sz="1200" dirty="0"/>
                        <a:t>(Meharry Medical College)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2</a:t>
                      </a:r>
                      <a:endParaRPr lang="zh-TW" altLang="en-US" sz="12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免研習費用</a:t>
                      </a:r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zh-TW" altLang="en-US" sz="1200" dirty="0"/>
                        <a:t>學生需自付住宿費用與其他個人費用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92476834"/>
                  </a:ext>
                </a:extLst>
              </a:tr>
              <a:tr h="2812866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dirty="0"/>
                        <a:t>夏威夷大學 </a:t>
                      </a:r>
                      <a:endParaRPr lang="en-US" altLang="zh-TW" sz="1200" dirty="0"/>
                    </a:p>
                    <a:p>
                      <a:pPr algn="ctr"/>
                      <a:r>
                        <a:rPr lang="en-US" altLang="zh-TW" sz="1200" dirty="0"/>
                        <a:t>(University of Hawaii)</a:t>
                      </a: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200" dirty="0"/>
                        <a:t>1 </a:t>
                      </a:r>
                      <a:r>
                        <a:rPr lang="zh-TW" altLang="en-US" sz="1200" dirty="0"/>
                        <a:t>名，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限目前醫學系 </a:t>
                      </a:r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4 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年級及後醫系 </a:t>
                      </a:r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2 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年級同學報名。</a:t>
                      </a:r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(2027</a:t>
                      </a:r>
                      <a:r>
                        <a:rPr lang="zh-TW" altLang="en-US" sz="1200" b="1" dirty="0">
                          <a:solidFill>
                            <a:srgbClr val="FF0000"/>
                          </a:solidFill>
                        </a:rPr>
                        <a:t>才有名額</a:t>
                      </a:r>
                      <a:r>
                        <a:rPr lang="en-US" altLang="zh-TW" sz="1200" b="1" dirty="0">
                          <a:solidFill>
                            <a:srgbClr val="FF0000"/>
                          </a:solidFill>
                        </a:rPr>
                        <a:t>)</a:t>
                      </a:r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ctr"/>
                      <a:endParaRPr lang="zh-TW" altLang="en-US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zh-TW" altLang="en-US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sz="1200" dirty="0"/>
                        <a:t>該校全校名額有限，採「先申請、先審查、先分發」制度，不會特別保留名額給各校，若因學生準備資料時程延誤導致申請時已無名額， 學生須自行負責。</a:t>
                      </a:r>
                      <a:endParaRPr lang="en-US" altLang="zh-TW" sz="1200" dirty="0"/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AutoNum type="arabicPeriod"/>
                        <a:tabLst/>
                        <a:defRPr/>
                      </a:pPr>
                      <a:r>
                        <a:rPr lang="zh-TW" altLang="en-US" sz="1200" dirty="0"/>
                        <a:t>申請學生與夏威夷大學進行視訊面試 </a:t>
                      </a:r>
                      <a:r>
                        <a:rPr lang="en-US" altLang="zh-TW" sz="1200" dirty="0"/>
                        <a:t>(</a:t>
                      </a:r>
                      <a:r>
                        <a:rPr lang="zh-TW" altLang="en-US" sz="1200" dirty="0"/>
                        <a:t>面試時間由夏威夷大學承辦人通知</a:t>
                      </a:r>
                      <a:r>
                        <a:rPr lang="en-US" altLang="zh-TW" sz="1200" dirty="0"/>
                        <a:t>)</a:t>
                      </a:r>
                      <a:r>
                        <a:rPr lang="zh-TW" altLang="en-US" sz="1200" dirty="0"/>
                        <a:t>。</a:t>
                      </a:r>
                      <a:endParaRPr lang="en-US" altLang="zh-TW" sz="12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01366690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美國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73936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891065"/>
              </p:ext>
            </p:extLst>
          </p:nvPr>
        </p:nvGraphicFramePr>
        <p:xfrm>
          <a:off x="736279" y="1098969"/>
          <a:ext cx="7671391" cy="1252389"/>
        </p:xfrm>
        <a:graphic>
          <a:graphicData uri="http://schemas.openxmlformats.org/drawingml/2006/table">
            <a:tbl>
              <a:tblPr firstRow="1" bandRow="1">
                <a:tableStyleId>{69DF9FB6-392D-4DA8-8708-C11F9EA6765F}</a:tableStyleId>
              </a:tblPr>
              <a:tblGrid>
                <a:gridCol w="149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79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345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383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38359">
                  <a:extLst>
                    <a:ext uri="{9D8B030D-6E8A-4147-A177-3AD203B41FA5}">
                      <a16:colId xmlns:a16="http://schemas.microsoft.com/office/drawing/2014/main" val="387535193"/>
                    </a:ext>
                  </a:extLst>
                </a:gridCol>
              </a:tblGrid>
              <a:tr h="520869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校名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名額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研習費用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住宿費用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>
                          <a:solidFill>
                            <a:schemeClr val="bg1"/>
                          </a:solidFill>
                        </a:rPr>
                        <a:t>備註</a:t>
                      </a:r>
                    </a:p>
                  </a:txBody>
                  <a:tcPr anchor="ctr">
                    <a:solidFill>
                      <a:srgbClr val="0009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896">
                <a:tc>
                  <a:txBody>
                    <a:bodyPr/>
                    <a:lstStyle/>
                    <a:p>
                      <a:pPr algn="ctr"/>
                      <a:r>
                        <a:rPr lang="zh-TW" altLang="en-US" dirty="0"/>
                        <a:t>邦德大學</a:t>
                      </a:r>
                      <a:r>
                        <a:rPr lang="en-US" altLang="zh-TW" dirty="0"/>
                        <a:t>(Bond University)</a:t>
                      </a:r>
                      <a:endParaRPr lang="zh-TW" altLang="en-US" b="1" dirty="0">
                        <a:solidFill>
                          <a:srgbClr val="FF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4</a:t>
                      </a:r>
                      <a:endParaRPr lang="zh-TW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免研習費用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rPr>
                        <a:t>學生需自付住宿費用與其他個人費用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zh-TW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標題 1">
            <a:extLst>
              <a:ext uri="{FF2B5EF4-FFF2-40B4-BE49-F238E27FC236}">
                <a16:creationId xmlns:a16="http://schemas.microsoft.com/office/drawing/2014/main" id="{25AD7189-D8D1-FEAF-25B4-E1782581159B}"/>
              </a:ext>
            </a:extLst>
          </p:cNvPr>
          <p:cNvSpPr txBox="1">
            <a:spLocks/>
          </p:cNvSpPr>
          <p:nvPr/>
        </p:nvSpPr>
        <p:spPr>
          <a:xfrm>
            <a:off x="713225" y="315948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各校開放名額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澳洲</a:t>
            </a:r>
            <a:r>
              <a:rPr kumimoji="1" lang="en-US" altLang="zh-TW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endParaRPr kumimoji="1" lang="zh-TW" altLang="en-US" sz="32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775269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1" name="Google Shape;8811;p32"/>
          <p:cNvSpPr txBox="1">
            <a:spLocks noGrp="1"/>
          </p:cNvSpPr>
          <p:nvPr>
            <p:ph type="title"/>
          </p:nvPr>
        </p:nvSpPr>
        <p:spPr>
          <a:xfrm>
            <a:off x="284508" y="2130340"/>
            <a:ext cx="4047900" cy="25084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注意事項</a:t>
            </a:r>
            <a:endParaRPr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grpSp>
        <p:nvGrpSpPr>
          <p:cNvPr id="8812" name="Google Shape;8812;p32"/>
          <p:cNvGrpSpPr/>
          <p:nvPr/>
        </p:nvGrpSpPr>
        <p:grpSpPr>
          <a:xfrm>
            <a:off x="4264061" y="1151732"/>
            <a:ext cx="4879936" cy="3179491"/>
            <a:chOff x="4264061" y="1151732"/>
            <a:chExt cx="4879936" cy="3179491"/>
          </a:xfrm>
        </p:grpSpPr>
        <p:sp>
          <p:nvSpPr>
            <p:cNvPr id="8813" name="Google Shape;8813;p32"/>
            <p:cNvSpPr/>
            <p:nvPr/>
          </p:nvSpPr>
          <p:spPr>
            <a:xfrm>
              <a:off x="7548788" y="1375475"/>
              <a:ext cx="173185" cy="207402"/>
            </a:xfrm>
            <a:custGeom>
              <a:avLst/>
              <a:gdLst/>
              <a:ahLst/>
              <a:cxnLst/>
              <a:rect l="l" t="t" r="r" b="b"/>
              <a:pathLst>
                <a:path w="10047" h="12032" extrusionOk="0">
                  <a:moveTo>
                    <a:pt x="4570" y="0"/>
                  </a:moveTo>
                  <a:cubicBezTo>
                    <a:pt x="2795" y="0"/>
                    <a:pt x="1149" y="491"/>
                    <a:pt x="876" y="1719"/>
                  </a:cubicBezTo>
                  <a:cubicBezTo>
                    <a:pt x="365" y="4022"/>
                    <a:pt x="1" y="6389"/>
                    <a:pt x="471" y="8700"/>
                  </a:cubicBezTo>
                  <a:cubicBezTo>
                    <a:pt x="617" y="9454"/>
                    <a:pt x="844" y="10200"/>
                    <a:pt x="1282" y="10832"/>
                  </a:cubicBezTo>
                  <a:cubicBezTo>
                    <a:pt x="1711" y="11457"/>
                    <a:pt x="2392" y="11951"/>
                    <a:pt x="3154" y="12024"/>
                  </a:cubicBezTo>
                  <a:cubicBezTo>
                    <a:pt x="3213" y="12029"/>
                    <a:pt x="3271" y="12031"/>
                    <a:pt x="3329" y="12031"/>
                  </a:cubicBezTo>
                  <a:cubicBezTo>
                    <a:pt x="4454" y="12031"/>
                    <a:pt x="5416" y="11154"/>
                    <a:pt x="6203" y="10322"/>
                  </a:cubicBezTo>
                  <a:cubicBezTo>
                    <a:pt x="6868" y="9624"/>
                    <a:pt x="7857" y="8984"/>
                    <a:pt x="8838" y="8773"/>
                  </a:cubicBezTo>
                  <a:cubicBezTo>
                    <a:pt x="9292" y="8676"/>
                    <a:pt x="9624" y="8303"/>
                    <a:pt x="9665" y="7841"/>
                  </a:cubicBezTo>
                  <a:cubicBezTo>
                    <a:pt x="9819" y="6235"/>
                    <a:pt x="10046" y="2830"/>
                    <a:pt x="9308" y="1549"/>
                  </a:cubicBezTo>
                  <a:cubicBezTo>
                    <a:pt x="8786" y="638"/>
                    <a:pt x="6594" y="0"/>
                    <a:pt x="4570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2"/>
            <p:cNvSpPr/>
            <p:nvPr/>
          </p:nvSpPr>
          <p:spPr>
            <a:xfrm>
              <a:off x="6210468" y="2722982"/>
              <a:ext cx="184079" cy="980004"/>
            </a:xfrm>
            <a:custGeom>
              <a:avLst/>
              <a:gdLst/>
              <a:ahLst/>
              <a:cxnLst/>
              <a:rect l="l" t="t" r="r" b="b"/>
              <a:pathLst>
                <a:path w="10679" h="56853" extrusionOk="0">
                  <a:moveTo>
                    <a:pt x="9276" y="878"/>
                  </a:moveTo>
                  <a:lnTo>
                    <a:pt x="9268" y="951"/>
                  </a:lnTo>
                  <a:cubicBezTo>
                    <a:pt x="9252" y="1016"/>
                    <a:pt x="9316" y="1024"/>
                    <a:pt x="9373" y="1040"/>
                  </a:cubicBezTo>
                  <a:lnTo>
                    <a:pt x="9389" y="967"/>
                  </a:lnTo>
                  <a:cubicBezTo>
                    <a:pt x="9389" y="967"/>
                    <a:pt x="9341" y="894"/>
                    <a:pt x="9284" y="878"/>
                  </a:cubicBezTo>
                  <a:close/>
                  <a:moveTo>
                    <a:pt x="10200" y="1186"/>
                  </a:moveTo>
                  <a:cubicBezTo>
                    <a:pt x="10257" y="1202"/>
                    <a:pt x="10241" y="1267"/>
                    <a:pt x="10233" y="1332"/>
                  </a:cubicBezTo>
                  <a:cubicBezTo>
                    <a:pt x="10222" y="1381"/>
                    <a:pt x="10218" y="1397"/>
                    <a:pt x="10199" y="1397"/>
                  </a:cubicBezTo>
                  <a:cubicBezTo>
                    <a:pt x="10190" y="1397"/>
                    <a:pt x="10178" y="1394"/>
                    <a:pt x="10160" y="1389"/>
                  </a:cubicBezTo>
                  <a:cubicBezTo>
                    <a:pt x="10135" y="1348"/>
                    <a:pt x="10119" y="1299"/>
                    <a:pt x="10127" y="1243"/>
                  </a:cubicBezTo>
                  <a:lnTo>
                    <a:pt x="10200" y="1186"/>
                  </a:lnTo>
                  <a:close/>
                  <a:moveTo>
                    <a:pt x="10086" y="1951"/>
                  </a:moveTo>
                  <a:cubicBezTo>
                    <a:pt x="10116" y="1951"/>
                    <a:pt x="10110" y="1983"/>
                    <a:pt x="10095" y="2070"/>
                  </a:cubicBezTo>
                  <a:cubicBezTo>
                    <a:pt x="10087" y="2131"/>
                    <a:pt x="10072" y="2192"/>
                    <a:pt x="10023" y="2192"/>
                  </a:cubicBezTo>
                  <a:cubicBezTo>
                    <a:pt x="10020" y="2192"/>
                    <a:pt x="10017" y="2192"/>
                    <a:pt x="10014" y="2191"/>
                  </a:cubicBezTo>
                  <a:lnTo>
                    <a:pt x="10030" y="2126"/>
                  </a:lnTo>
                  <a:cubicBezTo>
                    <a:pt x="10033" y="2127"/>
                    <a:pt x="10036" y="2127"/>
                    <a:pt x="10038" y="2127"/>
                  </a:cubicBezTo>
                  <a:cubicBezTo>
                    <a:pt x="10070" y="2127"/>
                    <a:pt x="10053" y="2093"/>
                    <a:pt x="10015" y="2093"/>
                  </a:cubicBezTo>
                  <a:cubicBezTo>
                    <a:pt x="10000" y="2093"/>
                    <a:pt x="9984" y="2098"/>
                    <a:pt x="9965" y="2110"/>
                  </a:cubicBezTo>
                  <a:lnTo>
                    <a:pt x="9852" y="2094"/>
                  </a:lnTo>
                  <a:cubicBezTo>
                    <a:pt x="9860" y="2021"/>
                    <a:pt x="9925" y="1980"/>
                    <a:pt x="9989" y="1980"/>
                  </a:cubicBezTo>
                  <a:cubicBezTo>
                    <a:pt x="10038" y="1962"/>
                    <a:pt x="10068" y="1951"/>
                    <a:pt x="10086" y="1951"/>
                  </a:cubicBezTo>
                  <a:close/>
                  <a:moveTo>
                    <a:pt x="10370" y="2256"/>
                  </a:moveTo>
                  <a:lnTo>
                    <a:pt x="10297" y="2313"/>
                  </a:lnTo>
                  <a:lnTo>
                    <a:pt x="10281" y="2378"/>
                  </a:lnTo>
                  <a:cubicBezTo>
                    <a:pt x="10296" y="2380"/>
                    <a:pt x="10307" y="2381"/>
                    <a:pt x="10315" y="2381"/>
                  </a:cubicBezTo>
                  <a:cubicBezTo>
                    <a:pt x="10339" y="2381"/>
                    <a:pt x="10342" y="2369"/>
                    <a:pt x="10354" y="2321"/>
                  </a:cubicBezTo>
                  <a:lnTo>
                    <a:pt x="10370" y="2256"/>
                  </a:lnTo>
                  <a:close/>
                  <a:moveTo>
                    <a:pt x="9130" y="5686"/>
                  </a:moveTo>
                  <a:cubicBezTo>
                    <a:pt x="9187" y="5702"/>
                    <a:pt x="9227" y="5840"/>
                    <a:pt x="9211" y="5913"/>
                  </a:cubicBezTo>
                  <a:cubicBezTo>
                    <a:pt x="9208" y="5937"/>
                    <a:pt x="9197" y="5951"/>
                    <a:pt x="9182" y="5951"/>
                  </a:cubicBezTo>
                  <a:cubicBezTo>
                    <a:pt x="9158" y="5951"/>
                    <a:pt x="9126" y="5914"/>
                    <a:pt x="9106" y="5823"/>
                  </a:cubicBezTo>
                  <a:lnTo>
                    <a:pt x="9130" y="5686"/>
                  </a:lnTo>
                  <a:close/>
                  <a:moveTo>
                    <a:pt x="8991" y="6074"/>
                  </a:moveTo>
                  <a:cubicBezTo>
                    <a:pt x="8942" y="6074"/>
                    <a:pt x="8926" y="6139"/>
                    <a:pt x="8903" y="6269"/>
                  </a:cubicBezTo>
                  <a:cubicBezTo>
                    <a:pt x="8903" y="6318"/>
                    <a:pt x="8911" y="6367"/>
                    <a:pt x="8935" y="6415"/>
                  </a:cubicBezTo>
                  <a:cubicBezTo>
                    <a:pt x="8939" y="6416"/>
                    <a:pt x="8943" y="6416"/>
                    <a:pt x="8946" y="6416"/>
                  </a:cubicBezTo>
                  <a:cubicBezTo>
                    <a:pt x="9001" y="6416"/>
                    <a:pt x="9009" y="6354"/>
                    <a:pt x="9025" y="6286"/>
                  </a:cubicBezTo>
                  <a:cubicBezTo>
                    <a:pt x="9106" y="6164"/>
                    <a:pt x="9057" y="6091"/>
                    <a:pt x="9000" y="6075"/>
                  </a:cubicBezTo>
                  <a:cubicBezTo>
                    <a:pt x="8997" y="6074"/>
                    <a:pt x="8994" y="6074"/>
                    <a:pt x="8991" y="6074"/>
                  </a:cubicBezTo>
                  <a:close/>
                  <a:moveTo>
                    <a:pt x="8887" y="9026"/>
                  </a:moveTo>
                  <a:cubicBezTo>
                    <a:pt x="8943" y="9034"/>
                    <a:pt x="8935" y="9107"/>
                    <a:pt x="8919" y="9172"/>
                  </a:cubicBezTo>
                  <a:lnTo>
                    <a:pt x="8862" y="9164"/>
                  </a:lnTo>
                  <a:lnTo>
                    <a:pt x="8814" y="9083"/>
                  </a:lnTo>
                  <a:lnTo>
                    <a:pt x="8887" y="9026"/>
                  </a:lnTo>
                  <a:close/>
                  <a:moveTo>
                    <a:pt x="8554" y="9172"/>
                  </a:moveTo>
                  <a:lnTo>
                    <a:pt x="8652" y="9326"/>
                  </a:lnTo>
                  <a:cubicBezTo>
                    <a:pt x="8757" y="9450"/>
                    <a:pt x="8787" y="9483"/>
                    <a:pt x="8751" y="9483"/>
                  </a:cubicBezTo>
                  <a:cubicBezTo>
                    <a:pt x="8738" y="9483"/>
                    <a:pt x="8715" y="9479"/>
                    <a:pt x="8684" y="9472"/>
                  </a:cubicBezTo>
                  <a:cubicBezTo>
                    <a:pt x="8627" y="9464"/>
                    <a:pt x="8562" y="9448"/>
                    <a:pt x="8530" y="9310"/>
                  </a:cubicBezTo>
                  <a:cubicBezTo>
                    <a:pt x="8546" y="9237"/>
                    <a:pt x="8554" y="9172"/>
                    <a:pt x="8554" y="9172"/>
                  </a:cubicBezTo>
                  <a:close/>
                  <a:moveTo>
                    <a:pt x="8516" y="10793"/>
                  </a:moveTo>
                  <a:cubicBezTo>
                    <a:pt x="8540" y="10793"/>
                    <a:pt x="8582" y="10850"/>
                    <a:pt x="8660" y="10915"/>
                  </a:cubicBezTo>
                  <a:cubicBezTo>
                    <a:pt x="8682" y="10997"/>
                    <a:pt x="8692" y="11033"/>
                    <a:pt x="8678" y="11033"/>
                  </a:cubicBezTo>
                  <a:cubicBezTo>
                    <a:pt x="8667" y="11033"/>
                    <a:pt x="8641" y="11011"/>
                    <a:pt x="8595" y="10972"/>
                  </a:cubicBezTo>
                  <a:cubicBezTo>
                    <a:pt x="8546" y="10899"/>
                    <a:pt x="8498" y="10818"/>
                    <a:pt x="8498" y="10818"/>
                  </a:cubicBezTo>
                  <a:cubicBezTo>
                    <a:pt x="8502" y="10801"/>
                    <a:pt x="8508" y="10793"/>
                    <a:pt x="8516" y="10793"/>
                  </a:cubicBezTo>
                  <a:close/>
                  <a:moveTo>
                    <a:pt x="8222" y="11321"/>
                  </a:moveTo>
                  <a:cubicBezTo>
                    <a:pt x="8287" y="11329"/>
                    <a:pt x="8327" y="11410"/>
                    <a:pt x="8327" y="11410"/>
                  </a:cubicBezTo>
                  <a:lnTo>
                    <a:pt x="8319" y="11475"/>
                  </a:lnTo>
                  <a:cubicBezTo>
                    <a:pt x="8262" y="11466"/>
                    <a:pt x="8198" y="11458"/>
                    <a:pt x="8214" y="11385"/>
                  </a:cubicBezTo>
                  <a:lnTo>
                    <a:pt x="8222" y="11321"/>
                  </a:lnTo>
                  <a:close/>
                  <a:moveTo>
                    <a:pt x="8522" y="12342"/>
                  </a:moveTo>
                  <a:lnTo>
                    <a:pt x="8643" y="12366"/>
                  </a:lnTo>
                  <a:lnTo>
                    <a:pt x="8579" y="12350"/>
                  </a:lnTo>
                  <a:cubicBezTo>
                    <a:pt x="8558" y="12347"/>
                    <a:pt x="8537" y="12344"/>
                    <a:pt x="8522" y="12342"/>
                  </a:cubicBezTo>
                  <a:close/>
                  <a:moveTo>
                    <a:pt x="7871" y="12618"/>
                  </a:moveTo>
                  <a:cubicBezTo>
                    <a:pt x="7883" y="12618"/>
                    <a:pt x="7904" y="12726"/>
                    <a:pt x="7898" y="12780"/>
                  </a:cubicBezTo>
                  <a:lnTo>
                    <a:pt x="7841" y="12772"/>
                  </a:lnTo>
                  <a:cubicBezTo>
                    <a:pt x="7848" y="12703"/>
                    <a:pt x="7805" y="12633"/>
                    <a:pt x="7856" y="12633"/>
                  </a:cubicBezTo>
                  <a:cubicBezTo>
                    <a:pt x="7859" y="12633"/>
                    <a:pt x="7862" y="12634"/>
                    <a:pt x="7865" y="12634"/>
                  </a:cubicBezTo>
                  <a:cubicBezTo>
                    <a:pt x="7867" y="12623"/>
                    <a:pt x="7869" y="12618"/>
                    <a:pt x="7871" y="12618"/>
                  </a:cubicBezTo>
                  <a:close/>
                  <a:moveTo>
                    <a:pt x="8060" y="13226"/>
                  </a:moveTo>
                  <a:cubicBezTo>
                    <a:pt x="8116" y="13234"/>
                    <a:pt x="8173" y="13242"/>
                    <a:pt x="8165" y="13315"/>
                  </a:cubicBezTo>
                  <a:cubicBezTo>
                    <a:pt x="8196" y="13361"/>
                    <a:pt x="8178" y="13401"/>
                    <a:pt x="8133" y="13401"/>
                  </a:cubicBezTo>
                  <a:cubicBezTo>
                    <a:pt x="8108" y="13401"/>
                    <a:pt x="8074" y="13388"/>
                    <a:pt x="8035" y="13356"/>
                  </a:cubicBezTo>
                  <a:cubicBezTo>
                    <a:pt x="8044" y="13291"/>
                    <a:pt x="8044" y="13291"/>
                    <a:pt x="8060" y="13226"/>
                  </a:cubicBezTo>
                  <a:close/>
                  <a:moveTo>
                    <a:pt x="8068" y="13850"/>
                  </a:moveTo>
                  <a:lnTo>
                    <a:pt x="8052" y="13915"/>
                  </a:lnTo>
                  <a:cubicBezTo>
                    <a:pt x="8046" y="13963"/>
                    <a:pt x="8044" y="13975"/>
                    <a:pt x="8021" y="13975"/>
                  </a:cubicBezTo>
                  <a:cubicBezTo>
                    <a:pt x="8013" y="13975"/>
                    <a:pt x="8002" y="13974"/>
                    <a:pt x="7987" y="13972"/>
                  </a:cubicBezTo>
                  <a:lnTo>
                    <a:pt x="7995" y="13899"/>
                  </a:lnTo>
                  <a:lnTo>
                    <a:pt x="8068" y="13850"/>
                  </a:lnTo>
                  <a:close/>
                  <a:moveTo>
                    <a:pt x="8108" y="14612"/>
                  </a:moveTo>
                  <a:cubicBezTo>
                    <a:pt x="8060" y="14612"/>
                    <a:pt x="8019" y="14628"/>
                    <a:pt x="7979" y="14661"/>
                  </a:cubicBezTo>
                  <a:cubicBezTo>
                    <a:pt x="7965" y="14698"/>
                    <a:pt x="8006" y="14722"/>
                    <a:pt x="8045" y="14722"/>
                  </a:cubicBezTo>
                  <a:cubicBezTo>
                    <a:pt x="8073" y="14722"/>
                    <a:pt x="8100" y="14708"/>
                    <a:pt x="8100" y="14677"/>
                  </a:cubicBezTo>
                  <a:lnTo>
                    <a:pt x="8108" y="14612"/>
                  </a:lnTo>
                  <a:close/>
                  <a:moveTo>
                    <a:pt x="7622" y="14937"/>
                  </a:moveTo>
                  <a:cubicBezTo>
                    <a:pt x="7679" y="14953"/>
                    <a:pt x="7671" y="15018"/>
                    <a:pt x="7671" y="15018"/>
                  </a:cubicBezTo>
                  <a:cubicBezTo>
                    <a:pt x="7655" y="15079"/>
                    <a:pt x="7647" y="15140"/>
                    <a:pt x="7599" y="15140"/>
                  </a:cubicBezTo>
                  <a:cubicBezTo>
                    <a:pt x="7596" y="15140"/>
                    <a:pt x="7593" y="15140"/>
                    <a:pt x="7589" y="15139"/>
                  </a:cubicBezTo>
                  <a:cubicBezTo>
                    <a:pt x="7549" y="15131"/>
                    <a:pt x="7533" y="15099"/>
                    <a:pt x="7541" y="15058"/>
                  </a:cubicBezTo>
                  <a:cubicBezTo>
                    <a:pt x="7557" y="15010"/>
                    <a:pt x="7581" y="14969"/>
                    <a:pt x="7622" y="14937"/>
                  </a:cubicBezTo>
                  <a:close/>
                  <a:moveTo>
                    <a:pt x="6218" y="15576"/>
                  </a:moveTo>
                  <a:cubicBezTo>
                    <a:pt x="6170" y="15576"/>
                    <a:pt x="6168" y="15639"/>
                    <a:pt x="6268" y="15723"/>
                  </a:cubicBezTo>
                  <a:cubicBezTo>
                    <a:pt x="6283" y="15725"/>
                    <a:pt x="6294" y="15727"/>
                    <a:pt x="6302" y="15727"/>
                  </a:cubicBezTo>
                  <a:cubicBezTo>
                    <a:pt x="6325" y="15727"/>
                    <a:pt x="6327" y="15714"/>
                    <a:pt x="6333" y="15666"/>
                  </a:cubicBezTo>
                  <a:cubicBezTo>
                    <a:pt x="6333" y="15666"/>
                    <a:pt x="6292" y="15593"/>
                    <a:pt x="6227" y="15577"/>
                  </a:cubicBezTo>
                  <a:cubicBezTo>
                    <a:pt x="6224" y="15577"/>
                    <a:pt x="6221" y="15576"/>
                    <a:pt x="6218" y="15576"/>
                  </a:cubicBezTo>
                  <a:close/>
                  <a:moveTo>
                    <a:pt x="8292" y="15847"/>
                  </a:moveTo>
                  <a:cubicBezTo>
                    <a:pt x="8283" y="15847"/>
                    <a:pt x="8266" y="15859"/>
                    <a:pt x="8238" y="15877"/>
                  </a:cubicBezTo>
                  <a:lnTo>
                    <a:pt x="8214" y="16015"/>
                  </a:lnTo>
                  <a:cubicBezTo>
                    <a:pt x="8231" y="16017"/>
                    <a:pt x="8243" y="16019"/>
                    <a:pt x="8253" y="16019"/>
                  </a:cubicBezTo>
                  <a:cubicBezTo>
                    <a:pt x="8279" y="16019"/>
                    <a:pt x="8281" y="16006"/>
                    <a:pt x="8287" y="15958"/>
                  </a:cubicBezTo>
                  <a:cubicBezTo>
                    <a:pt x="8302" y="15878"/>
                    <a:pt x="8308" y="15847"/>
                    <a:pt x="8292" y="15847"/>
                  </a:cubicBezTo>
                  <a:close/>
                  <a:moveTo>
                    <a:pt x="7444" y="16173"/>
                  </a:moveTo>
                  <a:cubicBezTo>
                    <a:pt x="7456" y="16173"/>
                    <a:pt x="7450" y="16204"/>
                    <a:pt x="7435" y="16282"/>
                  </a:cubicBezTo>
                  <a:cubicBezTo>
                    <a:pt x="7435" y="16318"/>
                    <a:pt x="7411" y="16341"/>
                    <a:pt x="7383" y="16341"/>
                  </a:cubicBezTo>
                  <a:cubicBezTo>
                    <a:pt x="7379" y="16341"/>
                    <a:pt x="7375" y="16340"/>
                    <a:pt x="7371" y="16339"/>
                  </a:cubicBezTo>
                  <a:cubicBezTo>
                    <a:pt x="7306" y="16331"/>
                    <a:pt x="7379" y="16274"/>
                    <a:pt x="7395" y="16209"/>
                  </a:cubicBezTo>
                  <a:cubicBezTo>
                    <a:pt x="7421" y="16187"/>
                    <a:pt x="7436" y="16173"/>
                    <a:pt x="7444" y="16173"/>
                  </a:cubicBezTo>
                  <a:close/>
                  <a:moveTo>
                    <a:pt x="7362" y="17377"/>
                  </a:moveTo>
                  <a:cubicBezTo>
                    <a:pt x="7419" y="17385"/>
                    <a:pt x="7411" y="17450"/>
                    <a:pt x="7281" y="17499"/>
                  </a:cubicBezTo>
                  <a:cubicBezTo>
                    <a:pt x="7217" y="17491"/>
                    <a:pt x="7217" y="17491"/>
                    <a:pt x="7233" y="17418"/>
                  </a:cubicBezTo>
                  <a:cubicBezTo>
                    <a:pt x="7265" y="17393"/>
                    <a:pt x="7314" y="17377"/>
                    <a:pt x="7362" y="17377"/>
                  </a:cubicBezTo>
                  <a:close/>
                  <a:moveTo>
                    <a:pt x="6973" y="17855"/>
                  </a:moveTo>
                  <a:cubicBezTo>
                    <a:pt x="7010" y="17861"/>
                    <a:pt x="6993" y="17886"/>
                    <a:pt x="6980" y="17886"/>
                  </a:cubicBezTo>
                  <a:cubicBezTo>
                    <a:pt x="6973" y="17886"/>
                    <a:pt x="6968" y="17878"/>
                    <a:pt x="6973" y="17855"/>
                  </a:cubicBezTo>
                  <a:close/>
                  <a:moveTo>
                    <a:pt x="7217" y="17831"/>
                  </a:moveTo>
                  <a:lnTo>
                    <a:pt x="7265" y="17912"/>
                  </a:lnTo>
                  <a:lnTo>
                    <a:pt x="7249" y="17977"/>
                  </a:lnTo>
                  <a:cubicBezTo>
                    <a:pt x="7192" y="17969"/>
                    <a:pt x="7135" y="17953"/>
                    <a:pt x="7144" y="17888"/>
                  </a:cubicBezTo>
                  <a:lnTo>
                    <a:pt x="7217" y="17831"/>
                  </a:lnTo>
                  <a:close/>
                  <a:moveTo>
                    <a:pt x="7087" y="18220"/>
                  </a:moveTo>
                  <a:cubicBezTo>
                    <a:pt x="7123" y="18225"/>
                    <a:pt x="7106" y="18251"/>
                    <a:pt x="7093" y="18251"/>
                  </a:cubicBezTo>
                  <a:cubicBezTo>
                    <a:pt x="7087" y="18251"/>
                    <a:pt x="7081" y="18243"/>
                    <a:pt x="7087" y="18220"/>
                  </a:cubicBezTo>
                  <a:close/>
                  <a:moveTo>
                    <a:pt x="6308" y="22152"/>
                  </a:moveTo>
                  <a:lnTo>
                    <a:pt x="6349" y="22234"/>
                  </a:lnTo>
                  <a:lnTo>
                    <a:pt x="6341" y="22298"/>
                  </a:lnTo>
                  <a:cubicBezTo>
                    <a:pt x="6284" y="22290"/>
                    <a:pt x="6219" y="22274"/>
                    <a:pt x="6235" y="22209"/>
                  </a:cubicBezTo>
                  <a:lnTo>
                    <a:pt x="6308" y="22152"/>
                  </a:lnTo>
                  <a:close/>
                  <a:moveTo>
                    <a:pt x="5971" y="23786"/>
                  </a:moveTo>
                  <a:cubicBezTo>
                    <a:pt x="6008" y="23786"/>
                    <a:pt x="6075" y="23835"/>
                    <a:pt x="6122" y="23847"/>
                  </a:cubicBezTo>
                  <a:cubicBezTo>
                    <a:pt x="6110" y="23895"/>
                    <a:pt x="6107" y="23907"/>
                    <a:pt x="6083" y="23907"/>
                  </a:cubicBezTo>
                  <a:cubicBezTo>
                    <a:pt x="6075" y="23907"/>
                    <a:pt x="6064" y="23906"/>
                    <a:pt x="6049" y="23904"/>
                  </a:cubicBezTo>
                  <a:cubicBezTo>
                    <a:pt x="5992" y="23888"/>
                    <a:pt x="5944" y="23815"/>
                    <a:pt x="5944" y="23815"/>
                  </a:cubicBezTo>
                  <a:cubicBezTo>
                    <a:pt x="5946" y="23794"/>
                    <a:pt x="5956" y="23786"/>
                    <a:pt x="5971" y="23786"/>
                  </a:cubicBezTo>
                  <a:close/>
                  <a:moveTo>
                    <a:pt x="6219" y="24966"/>
                  </a:moveTo>
                  <a:cubicBezTo>
                    <a:pt x="6276" y="24982"/>
                    <a:pt x="6325" y="25055"/>
                    <a:pt x="6325" y="25055"/>
                  </a:cubicBezTo>
                  <a:lnTo>
                    <a:pt x="6308" y="25120"/>
                  </a:lnTo>
                  <a:cubicBezTo>
                    <a:pt x="6252" y="25112"/>
                    <a:pt x="6195" y="25104"/>
                    <a:pt x="6203" y="25031"/>
                  </a:cubicBezTo>
                  <a:lnTo>
                    <a:pt x="6219" y="24966"/>
                  </a:lnTo>
                  <a:close/>
                  <a:moveTo>
                    <a:pt x="5765" y="25785"/>
                  </a:moveTo>
                  <a:lnTo>
                    <a:pt x="5814" y="25858"/>
                  </a:lnTo>
                  <a:lnTo>
                    <a:pt x="5798" y="25923"/>
                  </a:lnTo>
                  <a:cubicBezTo>
                    <a:pt x="5741" y="25914"/>
                    <a:pt x="5684" y="25906"/>
                    <a:pt x="5692" y="25841"/>
                  </a:cubicBezTo>
                  <a:lnTo>
                    <a:pt x="5765" y="25785"/>
                  </a:lnTo>
                  <a:close/>
                  <a:moveTo>
                    <a:pt x="4896" y="30427"/>
                  </a:moveTo>
                  <a:cubicBezTo>
                    <a:pt x="4941" y="30427"/>
                    <a:pt x="4967" y="30486"/>
                    <a:pt x="4954" y="30536"/>
                  </a:cubicBezTo>
                  <a:cubicBezTo>
                    <a:pt x="4935" y="30640"/>
                    <a:pt x="4931" y="30660"/>
                    <a:pt x="4901" y="30660"/>
                  </a:cubicBezTo>
                  <a:cubicBezTo>
                    <a:pt x="4894" y="30660"/>
                    <a:pt x="4885" y="30659"/>
                    <a:pt x="4873" y="30657"/>
                  </a:cubicBezTo>
                  <a:cubicBezTo>
                    <a:pt x="4817" y="30649"/>
                    <a:pt x="4841" y="30512"/>
                    <a:pt x="4849" y="30447"/>
                  </a:cubicBezTo>
                  <a:cubicBezTo>
                    <a:pt x="4866" y="30433"/>
                    <a:pt x="4882" y="30427"/>
                    <a:pt x="4896" y="30427"/>
                  </a:cubicBezTo>
                  <a:close/>
                  <a:moveTo>
                    <a:pt x="4411" y="33195"/>
                  </a:moveTo>
                  <a:cubicBezTo>
                    <a:pt x="4468" y="33203"/>
                    <a:pt x="4517" y="33284"/>
                    <a:pt x="4517" y="33284"/>
                  </a:cubicBezTo>
                  <a:lnTo>
                    <a:pt x="4500" y="33349"/>
                  </a:lnTo>
                  <a:cubicBezTo>
                    <a:pt x="4444" y="33341"/>
                    <a:pt x="4387" y="33333"/>
                    <a:pt x="4395" y="33260"/>
                  </a:cubicBezTo>
                  <a:lnTo>
                    <a:pt x="4411" y="33195"/>
                  </a:lnTo>
                  <a:close/>
                  <a:moveTo>
                    <a:pt x="3795" y="38887"/>
                  </a:moveTo>
                  <a:cubicBezTo>
                    <a:pt x="3852" y="38895"/>
                    <a:pt x="3844" y="38960"/>
                    <a:pt x="3844" y="38960"/>
                  </a:cubicBezTo>
                  <a:cubicBezTo>
                    <a:pt x="3832" y="39008"/>
                    <a:pt x="3829" y="39020"/>
                    <a:pt x="3805" y="39020"/>
                  </a:cubicBezTo>
                  <a:cubicBezTo>
                    <a:pt x="3796" y="39020"/>
                    <a:pt x="3786" y="39019"/>
                    <a:pt x="3771" y="39017"/>
                  </a:cubicBezTo>
                  <a:cubicBezTo>
                    <a:pt x="3738" y="39008"/>
                    <a:pt x="3714" y="38976"/>
                    <a:pt x="3722" y="38935"/>
                  </a:cubicBezTo>
                  <a:lnTo>
                    <a:pt x="3795" y="38887"/>
                  </a:lnTo>
                  <a:close/>
                  <a:moveTo>
                    <a:pt x="3706" y="39698"/>
                  </a:moveTo>
                  <a:lnTo>
                    <a:pt x="3754" y="39771"/>
                  </a:lnTo>
                  <a:lnTo>
                    <a:pt x="3738" y="39844"/>
                  </a:lnTo>
                  <a:cubicBezTo>
                    <a:pt x="3682" y="39827"/>
                    <a:pt x="3625" y="39819"/>
                    <a:pt x="3633" y="39754"/>
                  </a:cubicBezTo>
                  <a:lnTo>
                    <a:pt x="3706" y="39698"/>
                  </a:lnTo>
                  <a:close/>
                  <a:moveTo>
                    <a:pt x="3218" y="40112"/>
                  </a:moveTo>
                  <a:cubicBezTo>
                    <a:pt x="3226" y="40112"/>
                    <a:pt x="3238" y="40132"/>
                    <a:pt x="3260" y="40168"/>
                  </a:cubicBezTo>
                  <a:cubicBezTo>
                    <a:pt x="3298" y="40237"/>
                    <a:pt x="3293" y="40298"/>
                    <a:pt x="3245" y="40298"/>
                  </a:cubicBezTo>
                  <a:cubicBezTo>
                    <a:pt x="3242" y="40298"/>
                    <a:pt x="3239" y="40298"/>
                    <a:pt x="3236" y="40298"/>
                  </a:cubicBezTo>
                  <a:cubicBezTo>
                    <a:pt x="3171" y="40289"/>
                    <a:pt x="3171" y="40289"/>
                    <a:pt x="3187" y="40216"/>
                  </a:cubicBezTo>
                  <a:cubicBezTo>
                    <a:pt x="3201" y="40144"/>
                    <a:pt x="3207" y="40112"/>
                    <a:pt x="3218" y="40112"/>
                  </a:cubicBezTo>
                  <a:close/>
                  <a:moveTo>
                    <a:pt x="2892" y="40452"/>
                  </a:moveTo>
                  <a:cubicBezTo>
                    <a:pt x="2867" y="40458"/>
                    <a:pt x="2859" y="40467"/>
                    <a:pt x="2865" y="40467"/>
                  </a:cubicBezTo>
                  <a:cubicBezTo>
                    <a:pt x="2868" y="40467"/>
                    <a:pt x="2878" y="40463"/>
                    <a:pt x="2892" y="40452"/>
                  </a:cubicBezTo>
                  <a:close/>
                  <a:moveTo>
                    <a:pt x="3171" y="40630"/>
                  </a:moveTo>
                  <a:lnTo>
                    <a:pt x="3163" y="40703"/>
                  </a:lnTo>
                  <a:cubicBezTo>
                    <a:pt x="3152" y="40746"/>
                    <a:pt x="3148" y="40761"/>
                    <a:pt x="3130" y="40761"/>
                  </a:cubicBezTo>
                  <a:cubicBezTo>
                    <a:pt x="3121" y="40761"/>
                    <a:pt x="3109" y="40757"/>
                    <a:pt x="3090" y="40752"/>
                  </a:cubicBezTo>
                  <a:lnTo>
                    <a:pt x="3098" y="40687"/>
                  </a:lnTo>
                  <a:lnTo>
                    <a:pt x="3171" y="40630"/>
                  </a:lnTo>
                  <a:close/>
                  <a:moveTo>
                    <a:pt x="2960" y="41141"/>
                  </a:moveTo>
                  <a:cubicBezTo>
                    <a:pt x="2956" y="41178"/>
                    <a:pt x="2969" y="41199"/>
                    <a:pt x="2976" y="41199"/>
                  </a:cubicBezTo>
                  <a:cubicBezTo>
                    <a:pt x="2982" y="41199"/>
                    <a:pt x="2984" y="41180"/>
                    <a:pt x="2960" y="41141"/>
                  </a:cubicBezTo>
                  <a:close/>
                  <a:moveTo>
                    <a:pt x="3049" y="41303"/>
                  </a:moveTo>
                  <a:lnTo>
                    <a:pt x="3041" y="41368"/>
                  </a:lnTo>
                  <a:cubicBezTo>
                    <a:pt x="3029" y="41416"/>
                    <a:pt x="3026" y="41428"/>
                    <a:pt x="3002" y="41428"/>
                  </a:cubicBezTo>
                  <a:cubicBezTo>
                    <a:pt x="2994" y="41428"/>
                    <a:pt x="2983" y="41427"/>
                    <a:pt x="2968" y="41425"/>
                  </a:cubicBezTo>
                  <a:lnTo>
                    <a:pt x="2976" y="41360"/>
                  </a:lnTo>
                  <a:lnTo>
                    <a:pt x="3049" y="41303"/>
                  </a:lnTo>
                  <a:close/>
                  <a:moveTo>
                    <a:pt x="3049" y="41992"/>
                  </a:moveTo>
                  <a:lnTo>
                    <a:pt x="3033" y="42057"/>
                  </a:lnTo>
                  <a:cubicBezTo>
                    <a:pt x="3033" y="42086"/>
                    <a:pt x="3009" y="42099"/>
                    <a:pt x="2983" y="42099"/>
                  </a:cubicBezTo>
                  <a:cubicBezTo>
                    <a:pt x="2944" y="42099"/>
                    <a:pt x="2900" y="42071"/>
                    <a:pt x="2919" y="42033"/>
                  </a:cubicBezTo>
                  <a:cubicBezTo>
                    <a:pt x="2952" y="42008"/>
                    <a:pt x="3000" y="41992"/>
                    <a:pt x="3049" y="41992"/>
                  </a:cubicBezTo>
                  <a:close/>
                  <a:moveTo>
                    <a:pt x="2428" y="44641"/>
                  </a:moveTo>
                  <a:cubicBezTo>
                    <a:pt x="2432" y="44641"/>
                    <a:pt x="2436" y="44642"/>
                    <a:pt x="2441" y="44643"/>
                  </a:cubicBezTo>
                  <a:lnTo>
                    <a:pt x="2498" y="44651"/>
                  </a:lnTo>
                  <a:cubicBezTo>
                    <a:pt x="2544" y="44728"/>
                    <a:pt x="2590" y="44798"/>
                    <a:pt x="2539" y="44798"/>
                  </a:cubicBezTo>
                  <a:cubicBezTo>
                    <a:pt x="2537" y="44798"/>
                    <a:pt x="2534" y="44798"/>
                    <a:pt x="2530" y="44797"/>
                  </a:cubicBezTo>
                  <a:cubicBezTo>
                    <a:pt x="2490" y="44781"/>
                    <a:pt x="2449" y="44749"/>
                    <a:pt x="2425" y="44708"/>
                  </a:cubicBezTo>
                  <a:cubicBezTo>
                    <a:pt x="2425" y="44708"/>
                    <a:pt x="2391" y="44641"/>
                    <a:pt x="2428" y="44641"/>
                  </a:cubicBezTo>
                  <a:close/>
                  <a:moveTo>
                    <a:pt x="2245" y="46906"/>
                  </a:moveTo>
                  <a:cubicBezTo>
                    <a:pt x="2286" y="46906"/>
                    <a:pt x="2342" y="46950"/>
                    <a:pt x="2368" y="47043"/>
                  </a:cubicBezTo>
                  <a:cubicBezTo>
                    <a:pt x="2356" y="47091"/>
                    <a:pt x="2353" y="47104"/>
                    <a:pt x="2329" y="47104"/>
                  </a:cubicBezTo>
                  <a:cubicBezTo>
                    <a:pt x="2321" y="47104"/>
                    <a:pt x="2310" y="47102"/>
                    <a:pt x="2295" y="47100"/>
                  </a:cubicBezTo>
                  <a:cubicBezTo>
                    <a:pt x="2230" y="47076"/>
                    <a:pt x="2190" y="47011"/>
                    <a:pt x="2198" y="46946"/>
                  </a:cubicBezTo>
                  <a:cubicBezTo>
                    <a:pt x="2204" y="46920"/>
                    <a:pt x="2222" y="46906"/>
                    <a:pt x="2245" y="46906"/>
                  </a:cubicBezTo>
                  <a:close/>
                  <a:moveTo>
                    <a:pt x="532" y="56305"/>
                  </a:moveTo>
                  <a:cubicBezTo>
                    <a:pt x="544" y="56305"/>
                    <a:pt x="570" y="56310"/>
                    <a:pt x="609" y="56318"/>
                  </a:cubicBezTo>
                  <a:cubicBezTo>
                    <a:pt x="665" y="56327"/>
                    <a:pt x="730" y="56343"/>
                    <a:pt x="714" y="56408"/>
                  </a:cubicBezTo>
                  <a:cubicBezTo>
                    <a:pt x="759" y="56479"/>
                    <a:pt x="757" y="56512"/>
                    <a:pt x="734" y="56512"/>
                  </a:cubicBezTo>
                  <a:cubicBezTo>
                    <a:pt x="706" y="56512"/>
                    <a:pt x="649" y="56466"/>
                    <a:pt x="601" y="56383"/>
                  </a:cubicBezTo>
                  <a:cubicBezTo>
                    <a:pt x="531" y="56325"/>
                    <a:pt x="508" y="56305"/>
                    <a:pt x="532" y="56305"/>
                  </a:cubicBezTo>
                  <a:close/>
                  <a:moveTo>
                    <a:pt x="10300" y="1"/>
                  </a:moveTo>
                  <a:cubicBezTo>
                    <a:pt x="10274" y="1"/>
                    <a:pt x="10258" y="32"/>
                    <a:pt x="10273" y="99"/>
                  </a:cubicBezTo>
                  <a:lnTo>
                    <a:pt x="10200" y="156"/>
                  </a:lnTo>
                  <a:cubicBezTo>
                    <a:pt x="10182" y="153"/>
                    <a:pt x="10165" y="151"/>
                    <a:pt x="10150" y="151"/>
                  </a:cubicBezTo>
                  <a:cubicBezTo>
                    <a:pt x="10027" y="151"/>
                    <a:pt x="10024" y="257"/>
                    <a:pt x="10176" y="286"/>
                  </a:cubicBezTo>
                  <a:cubicBezTo>
                    <a:pt x="10354" y="318"/>
                    <a:pt x="10354" y="318"/>
                    <a:pt x="10224" y="367"/>
                  </a:cubicBezTo>
                  <a:cubicBezTo>
                    <a:pt x="10208" y="363"/>
                    <a:pt x="10193" y="362"/>
                    <a:pt x="10181" y="362"/>
                  </a:cubicBezTo>
                  <a:cubicBezTo>
                    <a:pt x="10106" y="362"/>
                    <a:pt x="10094" y="418"/>
                    <a:pt x="10087" y="481"/>
                  </a:cubicBezTo>
                  <a:cubicBezTo>
                    <a:pt x="10075" y="528"/>
                    <a:pt x="10072" y="541"/>
                    <a:pt x="10048" y="541"/>
                  </a:cubicBezTo>
                  <a:cubicBezTo>
                    <a:pt x="10039" y="541"/>
                    <a:pt x="10029" y="539"/>
                    <a:pt x="10014" y="537"/>
                  </a:cubicBezTo>
                  <a:cubicBezTo>
                    <a:pt x="10008" y="537"/>
                    <a:pt x="10003" y="536"/>
                    <a:pt x="9998" y="536"/>
                  </a:cubicBezTo>
                  <a:cubicBezTo>
                    <a:pt x="9933" y="536"/>
                    <a:pt x="9883" y="583"/>
                    <a:pt x="9868" y="643"/>
                  </a:cubicBezTo>
                  <a:cubicBezTo>
                    <a:pt x="9860" y="716"/>
                    <a:pt x="9860" y="716"/>
                    <a:pt x="9916" y="724"/>
                  </a:cubicBezTo>
                  <a:cubicBezTo>
                    <a:pt x="9929" y="714"/>
                    <a:pt x="9939" y="710"/>
                    <a:pt x="9946" y="710"/>
                  </a:cubicBezTo>
                  <a:cubicBezTo>
                    <a:pt x="9978" y="710"/>
                    <a:pt x="9942" y="805"/>
                    <a:pt x="9835" y="845"/>
                  </a:cubicBezTo>
                  <a:cubicBezTo>
                    <a:pt x="9762" y="902"/>
                    <a:pt x="9762" y="902"/>
                    <a:pt x="9884" y="926"/>
                  </a:cubicBezTo>
                  <a:cubicBezTo>
                    <a:pt x="9997" y="943"/>
                    <a:pt x="9973" y="1080"/>
                    <a:pt x="9843" y="1121"/>
                  </a:cubicBezTo>
                  <a:lnTo>
                    <a:pt x="9819" y="1259"/>
                  </a:lnTo>
                  <a:cubicBezTo>
                    <a:pt x="9811" y="1324"/>
                    <a:pt x="9868" y="1332"/>
                    <a:pt x="9925" y="1348"/>
                  </a:cubicBezTo>
                  <a:cubicBezTo>
                    <a:pt x="10046" y="1364"/>
                    <a:pt x="10046" y="1364"/>
                    <a:pt x="9973" y="1421"/>
                  </a:cubicBezTo>
                  <a:cubicBezTo>
                    <a:pt x="9941" y="1453"/>
                    <a:pt x="9892" y="1470"/>
                    <a:pt x="9843" y="1470"/>
                  </a:cubicBezTo>
                  <a:cubicBezTo>
                    <a:pt x="9840" y="1469"/>
                    <a:pt x="9837" y="1469"/>
                    <a:pt x="9834" y="1469"/>
                  </a:cubicBezTo>
                  <a:cubicBezTo>
                    <a:pt x="9785" y="1469"/>
                    <a:pt x="9770" y="1530"/>
                    <a:pt x="9762" y="1591"/>
                  </a:cubicBezTo>
                  <a:cubicBezTo>
                    <a:pt x="9746" y="1656"/>
                    <a:pt x="9722" y="1794"/>
                    <a:pt x="9779" y="1802"/>
                  </a:cubicBezTo>
                  <a:lnTo>
                    <a:pt x="9722" y="1794"/>
                  </a:lnTo>
                  <a:cubicBezTo>
                    <a:pt x="9714" y="1859"/>
                    <a:pt x="9649" y="1851"/>
                    <a:pt x="9714" y="1859"/>
                  </a:cubicBezTo>
                  <a:cubicBezTo>
                    <a:pt x="9689" y="1924"/>
                    <a:pt x="9657" y="1989"/>
                    <a:pt x="9616" y="2045"/>
                  </a:cubicBezTo>
                  <a:cubicBezTo>
                    <a:pt x="9557" y="2135"/>
                    <a:pt x="9585" y="2281"/>
                    <a:pt x="9665" y="2281"/>
                  </a:cubicBezTo>
                  <a:cubicBezTo>
                    <a:pt x="9693" y="2281"/>
                    <a:pt x="9727" y="2264"/>
                    <a:pt x="9765" y="2221"/>
                  </a:cubicBezTo>
                  <a:lnTo>
                    <a:pt x="9765" y="2221"/>
                  </a:lnTo>
                  <a:cubicBezTo>
                    <a:pt x="9762" y="2237"/>
                    <a:pt x="9759" y="2256"/>
                    <a:pt x="9754" y="2280"/>
                  </a:cubicBezTo>
                  <a:cubicBezTo>
                    <a:pt x="9746" y="2313"/>
                    <a:pt x="9762" y="2353"/>
                    <a:pt x="9803" y="2362"/>
                  </a:cubicBezTo>
                  <a:cubicBezTo>
                    <a:pt x="9860" y="2370"/>
                    <a:pt x="9852" y="2434"/>
                    <a:pt x="9835" y="2499"/>
                  </a:cubicBezTo>
                  <a:lnTo>
                    <a:pt x="9722" y="2483"/>
                  </a:lnTo>
                  <a:cubicBezTo>
                    <a:pt x="9678" y="2458"/>
                    <a:pt x="9639" y="2447"/>
                    <a:pt x="9610" y="2447"/>
                  </a:cubicBezTo>
                  <a:cubicBezTo>
                    <a:pt x="9526" y="2447"/>
                    <a:pt x="9513" y="2532"/>
                    <a:pt x="9632" y="2604"/>
                  </a:cubicBezTo>
                  <a:lnTo>
                    <a:pt x="9632" y="2604"/>
                  </a:lnTo>
                  <a:cubicBezTo>
                    <a:pt x="9616" y="2602"/>
                    <a:pt x="9596" y="2599"/>
                    <a:pt x="9576" y="2597"/>
                  </a:cubicBezTo>
                  <a:cubicBezTo>
                    <a:pt x="9570" y="2595"/>
                    <a:pt x="9565" y="2594"/>
                    <a:pt x="9560" y="2594"/>
                  </a:cubicBezTo>
                  <a:cubicBezTo>
                    <a:pt x="9516" y="2594"/>
                    <a:pt x="9506" y="2660"/>
                    <a:pt x="9535" y="2791"/>
                  </a:cubicBezTo>
                  <a:cubicBezTo>
                    <a:pt x="9527" y="2864"/>
                    <a:pt x="9633" y="2945"/>
                    <a:pt x="9689" y="2961"/>
                  </a:cubicBezTo>
                  <a:cubicBezTo>
                    <a:pt x="9746" y="2970"/>
                    <a:pt x="9738" y="3034"/>
                    <a:pt x="9738" y="3034"/>
                  </a:cubicBezTo>
                  <a:cubicBezTo>
                    <a:pt x="9727" y="3084"/>
                    <a:pt x="9723" y="3100"/>
                    <a:pt x="9705" y="3100"/>
                  </a:cubicBezTo>
                  <a:cubicBezTo>
                    <a:pt x="9696" y="3100"/>
                    <a:pt x="9683" y="3096"/>
                    <a:pt x="9665" y="3091"/>
                  </a:cubicBezTo>
                  <a:cubicBezTo>
                    <a:pt x="9659" y="3090"/>
                    <a:pt x="9652" y="3090"/>
                    <a:pt x="9646" y="3090"/>
                  </a:cubicBezTo>
                  <a:cubicBezTo>
                    <a:pt x="9549" y="3090"/>
                    <a:pt x="9533" y="3210"/>
                    <a:pt x="9633" y="3294"/>
                  </a:cubicBezTo>
                  <a:lnTo>
                    <a:pt x="9568" y="3286"/>
                  </a:lnTo>
                  <a:cubicBezTo>
                    <a:pt x="9562" y="3284"/>
                    <a:pt x="9557" y="3283"/>
                    <a:pt x="9551" y="3283"/>
                  </a:cubicBezTo>
                  <a:cubicBezTo>
                    <a:pt x="9498" y="3283"/>
                    <a:pt x="9438" y="3360"/>
                    <a:pt x="9438" y="3675"/>
                  </a:cubicBezTo>
                  <a:cubicBezTo>
                    <a:pt x="9390" y="3937"/>
                    <a:pt x="9358" y="4129"/>
                    <a:pt x="9296" y="4129"/>
                  </a:cubicBezTo>
                  <a:cubicBezTo>
                    <a:pt x="9295" y="4129"/>
                    <a:pt x="9293" y="4129"/>
                    <a:pt x="9292" y="4129"/>
                  </a:cubicBezTo>
                  <a:cubicBezTo>
                    <a:pt x="9291" y="4129"/>
                    <a:pt x="9291" y="4129"/>
                    <a:pt x="9290" y="4129"/>
                  </a:cubicBezTo>
                  <a:cubicBezTo>
                    <a:pt x="9237" y="4129"/>
                    <a:pt x="9310" y="4407"/>
                    <a:pt x="9397" y="4567"/>
                  </a:cubicBezTo>
                  <a:cubicBezTo>
                    <a:pt x="9392" y="4565"/>
                    <a:pt x="9386" y="4564"/>
                    <a:pt x="9382" y="4564"/>
                  </a:cubicBezTo>
                  <a:cubicBezTo>
                    <a:pt x="9337" y="4564"/>
                    <a:pt x="9322" y="4629"/>
                    <a:pt x="9300" y="4753"/>
                  </a:cubicBezTo>
                  <a:cubicBezTo>
                    <a:pt x="9275" y="4911"/>
                    <a:pt x="9269" y="4946"/>
                    <a:pt x="9241" y="4946"/>
                  </a:cubicBezTo>
                  <a:cubicBezTo>
                    <a:pt x="9233" y="4946"/>
                    <a:pt x="9224" y="4943"/>
                    <a:pt x="9211" y="4940"/>
                  </a:cubicBezTo>
                  <a:cubicBezTo>
                    <a:pt x="9166" y="4902"/>
                    <a:pt x="9140" y="4880"/>
                    <a:pt x="9132" y="4880"/>
                  </a:cubicBezTo>
                  <a:cubicBezTo>
                    <a:pt x="9122" y="4880"/>
                    <a:pt x="9144" y="4920"/>
                    <a:pt x="9195" y="5013"/>
                  </a:cubicBezTo>
                  <a:cubicBezTo>
                    <a:pt x="9292" y="5102"/>
                    <a:pt x="9219" y="5264"/>
                    <a:pt x="9089" y="5264"/>
                  </a:cubicBezTo>
                  <a:cubicBezTo>
                    <a:pt x="9086" y="5264"/>
                    <a:pt x="9083" y="5263"/>
                    <a:pt x="9080" y="5263"/>
                  </a:cubicBezTo>
                  <a:cubicBezTo>
                    <a:pt x="9031" y="5263"/>
                    <a:pt x="9015" y="5328"/>
                    <a:pt x="8992" y="5459"/>
                  </a:cubicBezTo>
                  <a:cubicBezTo>
                    <a:pt x="9041" y="5532"/>
                    <a:pt x="9016" y="5669"/>
                    <a:pt x="8992" y="5799"/>
                  </a:cubicBezTo>
                  <a:cubicBezTo>
                    <a:pt x="8952" y="6002"/>
                    <a:pt x="8952" y="6002"/>
                    <a:pt x="9073" y="6018"/>
                  </a:cubicBezTo>
                  <a:cubicBezTo>
                    <a:pt x="9187" y="6042"/>
                    <a:pt x="9179" y="6107"/>
                    <a:pt x="9154" y="6245"/>
                  </a:cubicBezTo>
                  <a:cubicBezTo>
                    <a:pt x="9139" y="6306"/>
                    <a:pt x="9131" y="6367"/>
                    <a:pt x="9082" y="6367"/>
                  </a:cubicBezTo>
                  <a:cubicBezTo>
                    <a:pt x="9080" y="6367"/>
                    <a:pt x="9076" y="6367"/>
                    <a:pt x="9073" y="6367"/>
                  </a:cubicBezTo>
                  <a:cubicBezTo>
                    <a:pt x="9033" y="6399"/>
                    <a:pt x="9000" y="6440"/>
                    <a:pt x="8984" y="6488"/>
                  </a:cubicBezTo>
                  <a:cubicBezTo>
                    <a:pt x="8977" y="6547"/>
                    <a:pt x="8963" y="6612"/>
                    <a:pt x="8918" y="6612"/>
                  </a:cubicBezTo>
                  <a:cubicBezTo>
                    <a:pt x="8913" y="6612"/>
                    <a:pt x="8908" y="6612"/>
                    <a:pt x="8903" y="6610"/>
                  </a:cubicBezTo>
                  <a:cubicBezTo>
                    <a:pt x="8854" y="6659"/>
                    <a:pt x="8814" y="6732"/>
                    <a:pt x="8806" y="6805"/>
                  </a:cubicBezTo>
                  <a:cubicBezTo>
                    <a:pt x="8783" y="6927"/>
                    <a:pt x="8760" y="7057"/>
                    <a:pt x="8709" y="7057"/>
                  </a:cubicBezTo>
                  <a:cubicBezTo>
                    <a:pt x="8706" y="7057"/>
                    <a:pt x="8703" y="7057"/>
                    <a:pt x="8700" y="7056"/>
                  </a:cubicBezTo>
                  <a:lnTo>
                    <a:pt x="8700" y="7056"/>
                  </a:lnTo>
                  <a:cubicBezTo>
                    <a:pt x="8684" y="7121"/>
                    <a:pt x="8684" y="7121"/>
                    <a:pt x="8749" y="7137"/>
                  </a:cubicBezTo>
                  <a:cubicBezTo>
                    <a:pt x="8806" y="7145"/>
                    <a:pt x="8854" y="7226"/>
                    <a:pt x="8741" y="7477"/>
                  </a:cubicBezTo>
                  <a:cubicBezTo>
                    <a:pt x="8716" y="7615"/>
                    <a:pt x="8684" y="7818"/>
                    <a:pt x="8741" y="7826"/>
                  </a:cubicBezTo>
                  <a:cubicBezTo>
                    <a:pt x="8735" y="7874"/>
                    <a:pt x="8733" y="7887"/>
                    <a:pt x="8707" y="7887"/>
                  </a:cubicBezTo>
                  <a:cubicBezTo>
                    <a:pt x="8697" y="7887"/>
                    <a:pt x="8685" y="7885"/>
                    <a:pt x="8668" y="7883"/>
                  </a:cubicBezTo>
                  <a:cubicBezTo>
                    <a:pt x="8659" y="7881"/>
                    <a:pt x="8650" y="7880"/>
                    <a:pt x="8642" y="7880"/>
                  </a:cubicBezTo>
                  <a:cubicBezTo>
                    <a:pt x="8551" y="7880"/>
                    <a:pt x="8537" y="8001"/>
                    <a:pt x="8619" y="8150"/>
                  </a:cubicBezTo>
                  <a:cubicBezTo>
                    <a:pt x="8684" y="8159"/>
                    <a:pt x="8668" y="8223"/>
                    <a:pt x="8595" y="8280"/>
                  </a:cubicBezTo>
                  <a:cubicBezTo>
                    <a:pt x="8595" y="8329"/>
                    <a:pt x="8603" y="8386"/>
                    <a:pt x="8635" y="8426"/>
                  </a:cubicBezTo>
                  <a:cubicBezTo>
                    <a:pt x="8676" y="8507"/>
                    <a:pt x="8676" y="8507"/>
                    <a:pt x="8595" y="8629"/>
                  </a:cubicBezTo>
                  <a:cubicBezTo>
                    <a:pt x="8589" y="8627"/>
                    <a:pt x="8584" y="8626"/>
                    <a:pt x="8580" y="8626"/>
                  </a:cubicBezTo>
                  <a:cubicBezTo>
                    <a:pt x="8535" y="8626"/>
                    <a:pt x="8521" y="8692"/>
                    <a:pt x="8514" y="8750"/>
                  </a:cubicBezTo>
                  <a:cubicBezTo>
                    <a:pt x="8546" y="8896"/>
                    <a:pt x="8416" y="9626"/>
                    <a:pt x="8343" y="9683"/>
                  </a:cubicBezTo>
                  <a:cubicBezTo>
                    <a:pt x="8384" y="9764"/>
                    <a:pt x="8384" y="9764"/>
                    <a:pt x="8376" y="9829"/>
                  </a:cubicBezTo>
                  <a:cubicBezTo>
                    <a:pt x="8246" y="9877"/>
                    <a:pt x="8295" y="9950"/>
                    <a:pt x="8408" y="9975"/>
                  </a:cubicBezTo>
                  <a:lnTo>
                    <a:pt x="8425" y="9910"/>
                  </a:lnTo>
                  <a:lnTo>
                    <a:pt x="8433" y="9837"/>
                  </a:lnTo>
                  <a:lnTo>
                    <a:pt x="8433" y="9837"/>
                  </a:lnTo>
                  <a:cubicBezTo>
                    <a:pt x="8545" y="9859"/>
                    <a:pt x="8519" y="10035"/>
                    <a:pt x="8373" y="10035"/>
                  </a:cubicBezTo>
                  <a:cubicBezTo>
                    <a:pt x="8361" y="10035"/>
                    <a:pt x="8349" y="10034"/>
                    <a:pt x="8335" y="10031"/>
                  </a:cubicBezTo>
                  <a:cubicBezTo>
                    <a:pt x="8206" y="10072"/>
                    <a:pt x="8206" y="10072"/>
                    <a:pt x="8311" y="10161"/>
                  </a:cubicBezTo>
                  <a:cubicBezTo>
                    <a:pt x="8416" y="10250"/>
                    <a:pt x="8408" y="10315"/>
                    <a:pt x="8279" y="10364"/>
                  </a:cubicBezTo>
                  <a:cubicBezTo>
                    <a:pt x="8237" y="10355"/>
                    <a:pt x="8209" y="10350"/>
                    <a:pt x="8196" y="10350"/>
                  </a:cubicBezTo>
                  <a:cubicBezTo>
                    <a:pt x="8169" y="10350"/>
                    <a:pt x="8193" y="10370"/>
                    <a:pt x="8262" y="10429"/>
                  </a:cubicBezTo>
                  <a:cubicBezTo>
                    <a:pt x="8455" y="10592"/>
                    <a:pt x="8492" y="10782"/>
                    <a:pt x="8317" y="10782"/>
                  </a:cubicBezTo>
                  <a:cubicBezTo>
                    <a:pt x="8300" y="10782"/>
                    <a:pt x="8282" y="10781"/>
                    <a:pt x="8262" y="10777"/>
                  </a:cubicBezTo>
                  <a:cubicBezTo>
                    <a:pt x="8244" y="10773"/>
                    <a:pt x="8227" y="10772"/>
                    <a:pt x="8211" y="10772"/>
                  </a:cubicBezTo>
                  <a:cubicBezTo>
                    <a:pt x="8127" y="10772"/>
                    <a:pt x="8073" y="10820"/>
                    <a:pt x="8060" y="10875"/>
                  </a:cubicBezTo>
                  <a:cubicBezTo>
                    <a:pt x="8052" y="10939"/>
                    <a:pt x="8108" y="10956"/>
                    <a:pt x="8165" y="10964"/>
                  </a:cubicBezTo>
                  <a:cubicBezTo>
                    <a:pt x="8193" y="10953"/>
                    <a:pt x="8215" y="10948"/>
                    <a:pt x="8230" y="10948"/>
                  </a:cubicBezTo>
                  <a:cubicBezTo>
                    <a:pt x="8285" y="10948"/>
                    <a:pt x="8255" y="11011"/>
                    <a:pt x="8141" y="11094"/>
                  </a:cubicBezTo>
                  <a:cubicBezTo>
                    <a:pt x="7930" y="11264"/>
                    <a:pt x="7906" y="11402"/>
                    <a:pt x="7987" y="11621"/>
                  </a:cubicBezTo>
                  <a:cubicBezTo>
                    <a:pt x="8038" y="11825"/>
                    <a:pt x="8033" y="11982"/>
                    <a:pt x="7998" y="11982"/>
                  </a:cubicBezTo>
                  <a:cubicBezTo>
                    <a:pt x="7983" y="11982"/>
                    <a:pt x="7962" y="11953"/>
                    <a:pt x="7938" y="11888"/>
                  </a:cubicBezTo>
                  <a:cubicBezTo>
                    <a:pt x="7893" y="11810"/>
                    <a:pt x="7871" y="11772"/>
                    <a:pt x="7864" y="11772"/>
                  </a:cubicBezTo>
                  <a:cubicBezTo>
                    <a:pt x="7857" y="11772"/>
                    <a:pt x="7865" y="11808"/>
                    <a:pt x="7881" y="11880"/>
                  </a:cubicBezTo>
                  <a:cubicBezTo>
                    <a:pt x="7857" y="12010"/>
                    <a:pt x="7833" y="12148"/>
                    <a:pt x="7816" y="12212"/>
                  </a:cubicBezTo>
                  <a:cubicBezTo>
                    <a:pt x="7808" y="12277"/>
                    <a:pt x="7849" y="12342"/>
                    <a:pt x="7914" y="12366"/>
                  </a:cubicBezTo>
                  <a:cubicBezTo>
                    <a:pt x="7768" y="12399"/>
                    <a:pt x="7703" y="12569"/>
                    <a:pt x="7792" y="12691"/>
                  </a:cubicBezTo>
                  <a:cubicBezTo>
                    <a:pt x="7784" y="12756"/>
                    <a:pt x="7768" y="12820"/>
                    <a:pt x="7768" y="12820"/>
                  </a:cubicBezTo>
                  <a:cubicBezTo>
                    <a:pt x="7760" y="12893"/>
                    <a:pt x="7760" y="12893"/>
                    <a:pt x="7800" y="12966"/>
                  </a:cubicBezTo>
                  <a:cubicBezTo>
                    <a:pt x="7849" y="13047"/>
                    <a:pt x="7776" y="13104"/>
                    <a:pt x="7703" y="13161"/>
                  </a:cubicBezTo>
                  <a:cubicBezTo>
                    <a:pt x="7638" y="13218"/>
                    <a:pt x="7565" y="13266"/>
                    <a:pt x="7622" y="13283"/>
                  </a:cubicBezTo>
                  <a:cubicBezTo>
                    <a:pt x="7679" y="13291"/>
                    <a:pt x="7719" y="13437"/>
                    <a:pt x="7760" y="13518"/>
                  </a:cubicBezTo>
                  <a:cubicBezTo>
                    <a:pt x="7791" y="13565"/>
                    <a:pt x="7771" y="13606"/>
                    <a:pt x="7742" y="13606"/>
                  </a:cubicBezTo>
                  <a:cubicBezTo>
                    <a:pt x="7727" y="13606"/>
                    <a:pt x="7709" y="13595"/>
                    <a:pt x="7695" y="13566"/>
                  </a:cubicBezTo>
                  <a:cubicBezTo>
                    <a:pt x="7682" y="13565"/>
                    <a:pt x="7671" y="13563"/>
                    <a:pt x="7662" y="13563"/>
                  </a:cubicBezTo>
                  <a:cubicBezTo>
                    <a:pt x="7627" y="13563"/>
                    <a:pt x="7613" y="13583"/>
                    <a:pt x="7549" y="13680"/>
                  </a:cubicBezTo>
                  <a:cubicBezTo>
                    <a:pt x="7541" y="13745"/>
                    <a:pt x="7516" y="13883"/>
                    <a:pt x="7573" y="13891"/>
                  </a:cubicBezTo>
                  <a:cubicBezTo>
                    <a:pt x="7630" y="13907"/>
                    <a:pt x="7557" y="14304"/>
                    <a:pt x="7484" y="14361"/>
                  </a:cubicBezTo>
                  <a:lnTo>
                    <a:pt x="7460" y="14491"/>
                  </a:lnTo>
                  <a:cubicBezTo>
                    <a:pt x="7452" y="14564"/>
                    <a:pt x="7500" y="14637"/>
                    <a:pt x="7484" y="14701"/>
                  </a:cubicBezTo>
                  <a:cubicBezTo>
                    <a:pt x="7484" y="14758"/>
                    <a:pt x="7492" y="14807"/>
                    <a:pt x="7516" y="14847"/>
                  </a:cubicBezTo>
                  <a:cubicBezTo>
                    <a:pt x="7509" y="14906"/>
                    <a:pt x="7495" y="14971"/>
                    <a:pt x="7451" y="14971"/>
                  </a:cubicBezTo>
                  <a:cubicBezTo>
                    <a:pt x="7446" y="14971"/>
                    <a:pt x="7441" y="14971"/>
                    <a:pt x="7435" y="14969"/>
                  </a:cubicBezTo>
                  <a:lnTo>
                    <a:pt x="7435" y="14969"/>
                  </a:lnTo>
                  <a:cubicBezTo>
                    <a:pt x="7541" y="15058"/>
                    <a:pt x="7541" y="15058"/>
                    <a:pt x="7411" y="15107"/>
                  </a:cubicBezTo>
                  <a:cubicBezTo>
                    <a:pt x="7372" y="15098"/>
                    <a:pt x="7347" y="15093"/>
                    <a:pt x="7334" y="15093"/>
                  </a:cubicBezTo>
                  <a:cubicBezTo>
                    <a:pt x="7310" y="15093"/>
                    <a:pt x="7334" y="15113"/>
                    <a:pt x="7403" y="15172"/>
                  </a:cubicBezTo>
                  <a:cubicBezTo>
                    <a:pt x="7444" y="15253"/>
                    <a:pt x="7444" y="15253"/>
                    <a:pt x="7379" y="15310"/>
                  </a:cubicBezTo>
                  <a:cubicBezTo>
                    <a:pt x="7372" y="15308"/>
                    <a:pt x="7365" y="15307"/>
                    <a:pt x="7359" y="15307"/>
                  </a:cubicBezTo>
                  <a:cubicBezTo>
                    <a:pt x="7313" y="15307"/>
                    <a:pt x="7312" y="15360"/>
                    <a:pt x="7362" y="15374"/>
                  </a:cubicBezTo>
                  <a:cubicBezTo>
                    <a:pt x="7462" y="15459"/>
                    <a:pt x="7489" y="15652"/>
                    <a:pt x="7389" y="15652"/>
                  </a:cubicBezTo>
                  <a:cubicBezTo>
                    <a:pt x="7383" y="15652"/>
                    <a:pt x="7377" y="15651"/>
                    <a:pt x="7371" y="15650"/>
                  </a:cubicBezTo>
                  <a:lnTo>
                    <a:pt x="7371" y="15650"/>
                  </a:lnTo>
                  <a:cubicBezTo>
                    <a:pt x="7371" y="15699"/>
                    <a:pt x="7379" y="15755"/>
                    <a:pt x="7411" y="15796"/>
                  </a:cubicBezTo>
                  <a:cubicBezTo>
                    <a:pt x="7480" y="15855"/>
                    <a:pt x="7504" y="15875"/>
                    <a:pt x="7478" y="15875"/>
                  </a:cubicBezTo>
                  <a:cubicBezTo>
                    <a:pt x="7464" y="15875"/>
                    <a:pt x="7437" y="15869"/>
                    <a:pt x="7395" y="15861"/>
                  </a:cubicBezTo>
                  <a:cubicBezTo>
                    <a:pt x="7265" y="15910"/>
                    <a:pt x="7257" y="15974"/>
                    <a:pt x="7362" y="16064"/>
                  </a:cubicBezTo>
                  <a:cubicBezTo>
                    <a:pt x="7387" y="16104"/>
                    <a:pt x="7379" y="16161"/>
                    <a:pt x="7338" y="16193"/>
                  </a:cubicBezTo>
                  <a:cubicBezTo>
                    <a:pt x="7254" y="16315"/>
                    <a:pt x="7134" y="16668"/>
                    <a:pt x="7229" y="16668"/>
                  </a:cubicBezTo>
                  <a:cubicBezTo>
                    <a:pt x="7235" y="16668"/>
                    <a:pt x="7241" y="16666"/>
                    <a:pt x="7249" y="16664"/>
                  </a:cubicBezTo>
                  <a:lnTo>
                    <a:pt x="7249" y="16664"/>
                  </a:lnTo>
                  <a:lnTo>
                    <a:pt x="7225" y="16801"/>
                  </a:lnTo>
                  <a:cubicBezTo>
                    <a:pt x="7144" y="16923"/>
                    <a:pt x="7127" y="16988"/>
                    <a:pt x="7176" y="17061"/>
                  </a:cubicBezTo>
                  <a:lnTo>
                    <a:pt x="7225" y="17142"/>
                  </a:lnTo>
                  <a:cubicBezTo>
                    <a:pt x="7152" y="17142"/>
                    <a:pt x="7095" y="17182"/>
                    <a:pt x="7079" y="17255"/>
                  </a:cubicBezTo>
                  <a:cubicBezTo>
                    <a:pt x="7071" y="17320"/>
                    <a:pt x="7071" y="17320"/>
                    <a:pt x="7127" y="17328"/>
                  </a:cubicBezTo>
                  <a:cubicBezTo>
                    <a:pt x="7146" y="17314"/>
                    <a:pt x="7159" y="17308"/>
                    <a:pt x="7167" y="17308"/>
                  </a:cubicBezTo>
                  <a:cubicBezTo>
                    <a:pt x="7193" y="17308"/>
                    <a:pt x="7182" y="17361"/>
                    <a:pt x="7176" y="17409"/>
                  </a:cubicBezTo>
                  <a:cubicBezTo>
                    <a:pt x="7160" y="17474"/>
                    <a:pt x="7103" y="17523"/>
                    <a:pt x="7030" y="17523"/>
                  </a:cubicBezTo>
                  <a:lnTo>
                    <a:pt x="7022" y="17588"/>
                  </a:lnTo>
                  <a:cubicBezTo>
                    <a:pt x="7129" y="17611"/>
                    <a:pt x="7128" y="17670"/>
                    <a:pt x="7073" y="17670"/>
                  </a:cubicBezTo>
                  <a:cubicBezTo>
                    <a:pt x="7070" y="17670"/>
                    <a:pt x="7066" y="17669"/>
                    <a:pt x="7062" y="17669"/>
                  </a:cubicBezTo>
                  <a:cubicBezTo>
                    <a:pt x="7014" y="17709"/>
                    <a:pt x="6973" y="17782"/>
                    <a:pt x="6973" y="17855"/>
                  </a:cubicBezTo>
                  <a:lnTo>
                    <a:pt x="6908" y="17847"/>
                  </a:lnTo>
                  <a:lnTo>
                    <a:pt x="6908" y="17847"/>
                  </a:lnTo>
                  <a:cubicBezTo>
                    <a:pt x="6844" y="17896"/>
                    <a:pt x="6900" y="17912"/>
                    <a:pt x="6957" y="17920"/>
                  </a:cubicBezTo>
                  <a:cubicBezTo>
                    <a:pt x="6957" y="17920"/>
                    <a:pt x="6949" y="17985"/>
                    <a:pt x="6933" y="18058"/>
                  </a:cubicBezTo>
                  <a:cubicBezTo>
                    <a:pt x="6927" y="18105"/>
                    <a:pt x="6917" y="18153"/>
                    <a:pt x="6940" y="18153"/>
                  </a:cubicBezTo>
                  <a:cubicBezTo>
                    <a:pt x="6949" y="18153"/>
                    <a:pt x="6962" y="18146"/>
                    <a:pt x="6981" y="18131"/>
                  </a:cubicBezTo>
                  <a:cubicBezTo>
                    <a:pt x="7038" y="18147"/>
                    <a:pt x="7095" y="18155"/>
                    <a:pt x="7087" y="18220"/>
                  </a:cubicBezTo>
                  <a:cubicBezTo>
                    <a:pt x="7065" y="18217"/>
                    <a:pt x="7042" y="18213"/>
                    <a:pt x="7022" y="18213"/>
                  </a:cubicBezTo>
                  <a:cubicBezTo>
                    <a:pt x="6989" y="18213"/>
                    <a:pt x="6962" y="18224"/>
                    <a:pt x="6957" y="18269"/>
                  </a:cubicBezTo>
                  <a:cubicBezTo>
                    <a:pt x="6957" y="18301"/>
                    <a:pt x="6925" y="18326"/>
                    <a:pt x="6884" y="18326"/>
                  </a:cubicBezTo>
                  <a:cubicBezTo>
                    <a:pt x="6870" y="18313"/>
                    <a:pt x="6857" y="18308"/>
                    <a:pt x="6847" y="18308"/>
                  </a:cubicBezTo>
                  <a:cubicBezTo>
                    <a:pt x="6782" y="18308"/>
                    <a:pt x="6793" y="18523"/>
                    <a:pt x="6835" y="18593"/>
                  </a:cubicBezTo>
                  <a:cubicBezTo>
                    <a:pt x="6919" y="18726"/>
                    <a:pt x="6919" y="18793"/>
                    <a:pt x="6844" y="18793"/>
                  </a:cubicBezTo>
                  <a:cubicBezTo>
                    <a:pt x="6832" y="18793"/>
                    <a:pt x="6818" y="18791"/>
                    <a:pt x="6803" y="18788"/>
                  </a:cubicBezTo>
                  <a:cubicBezTo>
                    <a:pt x="6797" y="18787"/>
                    <a:pt x="6792" y="18787"/>
                    <a:pt x="6787" y="18787"/>
                  </a:cubicBezTo>
                  <a:cubicBezTo>
                    <a:pt x="6691" y="18787"/>
                    <a:pt x="6787" y="18930"/>
                    <a:pt x="6941" y="19023"/>
                  </a:cubicBezTo>
                  <a:lnTo>
                    <a:pt x="7103" y="19120"/>
                  </a:lnTo>
                  <a:lnTo>
                    <a:pt x="6925" y="19088"/>
                  </a:lnTo>
                  <a:cubicBezTo>
                    <a:pt x="6681" y="19112"/>
                    <a:pt x="6681" y="19112"/>
                    <a:pt x="6762" y="19339"/>
                  </a:cubicBezTo>
                  <a:cubicBezTo>
                    <a:pt x="6789" y="19450"/>
                    <a:pt x="6794" y="19472"/>
                    <a:pt x="6765" y="19472"/>
                  </a:cubicBezTo>
                  <a:cubicBezTo>
                    <a:pt x="6758" y="19472"/>
                    <a:pt x="6749" y="19470"/>
                    <a:pt x="6738" y="19469"/>
                  </a:cubicBezTo>
                  <a:cubicBezTo>
                    <a:pt x="6735" y="19468"/>
                    <a:pt x="6732" y="19468"/>
                    <a:pt x="6729" y="19468"/>
                  </a:cubicBezTo>
                  <a:cubicBezTo>
                    <a:pt x="6680" y="19468"/>
                    <a:pt x="6663" y="19537"/>
                    <a:pt x="6633" y="19728"/>
                  </a:cubicBezTo>
                  <a:cubicBezTo>
                    <a:pt x="6592" y="19923"/>
                    <a:pt x="6584" y="19996"/>
                    <a:pt x="6641" y="20004"/>
                  </a:cubicBezTo>
                  <a:cubicBezTo>
                    <a:pt x="6641" y="20004"/>
                    <a:pt x="6625" y="20069"/>
                    <a:pt x="6617" y="20134"/>
                  </a:cubicBezTo>
                  <a:cubicBezTo>
                    <a:pt x="6505" y="20175"/>
                    <a:pt x="6513" y="20289"/>
                    <a:pt x="6600" y="20289"/>
                  </a:cubicBezTo>
                  <a:cubicBezTo>
                    <a:pt x="6615" y="20289"/>
                    <a:pt x="6631" y="20286"/>
                    <a:pt x="6649" y="20280"/>
                  </a:cubicBezTo>
                  <a:lnTo>
                    <a:pt x="6649" y="20280"/>
                  </a:lnTo>
                  <a:cubicBezTo>
                    <a:pt x="6649" y="20280"/>
                    <a:pt x="6641" y="20344"/>
                    <a:pt x="6625" y="20417"/>
                  </a:cubicBezTo>
                  <a:lnTo>
                    <a:pt x="6568" y="20401"/>
                  </a:lnTo>
                  <a:cubicBezTo>
                    <a:pt x="6566" y="20401"/>
                    <a:pt x="6565" y="20401"/>
                    <a:pt x="6563" y="20401"/>
                  </a:cubicBezTo>
                  <a:cubicBezTo>
                    <a:pt x="6510" y="20401"/>
                    <a:pt x="6484" y="20538"/>
                    <a:pt x="6381" y="21058"/>
                  </a:cubicBezTo>
                  <a:cubicBezTo>
                    <a:pt x="6276" y="21666"/>
                    <a:pt x="6260" y="21731"/>
                    <a:pt x="6381" y="21747"/>
                  </a:cubicBezTo>
                  <a:cubicBezTo>
                    <a:pt x="6473" y="21824"/>
                    <a:pt x="6473" y="21890"/>
                    <a:pt x="6397" y="21890"/>
                  </a:cubicBezTo>
                  <a:cubicBezTo>
                    <a:pt x="6385" y="21890"/>
                    <a:pt x="6372" y="21888"/>
                    <a:pt x="6357" y="21885"/>
                  </a:cubicBezTo>
                  <a:cubicBezTo>
                    <a:pt x="6353" y="21884"/>
                    <a:pt x="6348" y="21884"/>
                    <a:pt x="6344" y="21884"/>
                  </a:cubicBezTo>
                  <a:cubicBezTo>
                    <a:pt x="6290" y="21884"/>
                    <a:pt x="6232" y="21927"/>
                    <a:pt x="6284" y="21942"/>
                  </a:cubicBezTo>
                  <a:cubicBezTo>
                    <a:pt x="6276" y="22015"/>
                    <a:pt x="6244" y="22079"/>
                    <a:pt x="6187" y="22128"/>
                  </a:cubicBezTo>
                  <a:cubicBezTo>
                    <a:pt x="6033" y="22307"/>
                    <a:pt x="6081" y="22388"/>
                    <a:pt x="6138" y="22396"/>
                  </a:cubicBezTo>
                  <a:cubicBezTo>
                    <a:pt x="6172" y="22385"/>
                    <a:pt x="6192" y="22381"/>
                    <a:pt x="6203" y="22381"/>
                  </a:cubicBezTo>
                  <a:cubicBezTo>
                    <a:pt x="6234" y="22381"/>
                    <a:pt x="6184" y="22418"/>
                    <a:pt x="6130" y="22461"/>
                  </a:cubicBezTo>
                  <a:cubicBezTo>
                    <a:pt x="6057" y="22517"/>
                    <a:pt x="5984" y="22574"/>
                    <a:pt x="6049" y="22590"/>
                  </a:cubicBezTo>
                  <a:cubicBezTo>
                    <a:pt x="6088" y="22661"/>
                    <a:pt x="6082" y="23053"/>
                    <a:pt x="5970" y="23053"/>
                  </a:cubicBezTo>
                  <a:cubicBezTo>
                    <a:pt x="5967" y="23053"/>
                    <a:pt x="5963" y="23053"/>
                    <a:pt x="5960" y="23052"/>
                  </a:cubicBezTo>
                  <a:cubicBezTo>
                    <a:pt x="5960" y="23052"/>
                    <a:pt x="5952" y="23117"/>
                    <a:pt x="5935" y="23190"/>
                  </a:cubicBezTo>
                  <a:cubicBezTo>
                    <a:pt x="5992" y="23198"/>
                    <a:pt x="5968" y="23328"/>
                    <a:pt x="5944" y="23466"/>
                  </a:cubicBezTo>
                  <a:cubicBezTo>
                    <a:pt x="5922" y="23584"/>
                    <a:pt x="5913" y="23655"/>
                    <a:pt x="5869" y="23655"/>
                  </a:cubicBezTo>
                  <a:cubicBezTo>
                    <a:pt x="5864" y="23655"/>
                    <a:pt x="5860" y="23654"/>
                    <a:pt x="5854" y="23652"/>
                  </a:cubicBezTo>
                  <a:cubicBezTo>
                    <a:pt x="5841" y="23632"/>
                    <a:pt x="5830" y="23622"/>
                    <a:pt x="5822" y="23622"/>
                  </a:cubicBezTo>
                  <a:cubicBezTo>
                    <a:pt x="5801" y="23622"/>
                    <a:pt x="5801" y="23685"/>
                    <a:pt x="5830" y="23790"/>
                  </a:cubicBezTo>
                  <a:cubicBezTo>
                    <a:pt x="5814" y="23855"/>
                    <a:pt x="5919" y="23944"/>
                    <a:pt x="5911" y="24009"/>
                  </a:cubicBezTo>
                  <a:cubicBezTo>
                    <a:pt x="5976" y="24033"/>
                    <a:pt x="6008" y="24098"/>
                    <a:pt x="6000" y="24163"/>
                  </a:cubicBezTo>
                  <a:lnTo>
                    <a:pt x="5944" y="24155"/>
                  </a:lnTo>
                  <a:lnTo>
                    <a:pt x="5822" y="24131"/>
                  </a:lnTo>
                  <a:lnTo>
                    <a:pt x="5822" y="24131"/>
                  </a:lnTo>
                  <a:cubicBezTo>
                    <a:pt x="5814" y="24204"/>
                    <a:pt x="5798" y="24269"/>
                    <a:pt x="5863" y="24277"/>
                  </a:cubicBezTo>
                  <a:cubicBezTo>
                    <a:pt x="5790" y="24333"/>
                    <a:pt x="5773" y="24398"/>
                    <a:pt x="5749" y="24536"/>
                  </a:cubicBezTo>
                  <a:cubicBezTo>
                    <a:pt x="5725" y="24666"/>
                    <a:pt x="5700" y="24804"/>
                    <a:pt x="5749" y="24877"/>
                  </a:cubicBezTo>
                  <a:cubicBezTo>
                    <a:pt x="5619" y="24925"/>
                    <a:pt x="5546" y="25323"/>
                    <a:pt x="5652" y="25412"/>
                  </a:cubicBezTo>
                  <a:cubicBezTo>
                    <a:pt x="5708" y="25428"/>
                    <a:pt x="5700" y="25493"/>
                    <a:pt x="5627" y="25550"/>
                  </a:cubicBezTo>
                  <a:cubicBezTo>
                    <a:pt x="5554" y="25606"/>
                    <a:pt x="5554" y="25606"/>
                    <a:pt x="5603" y="25679"/>
                  </a:cubicBezTo>
                  <a:cubicBezTo>
                    <a:pt x="5652" y="25760"/>
                    <a:pt x="5579" y="25817"/>
                    <a:pt x="5506" y="25874"/>
                  </a:cubicBezTo>
                  <a:cubicBezTo>
                    <a:pt x="5376" y="25914"/>
                    <a:pt x="5368" y="25979"/>
                    <a:pt x="5408" y="26060"/>
                  </a:cubicBezTo>
                  <a:cubicBezTo>
                    <a:pt x="5433" y="26174"/>
                    <a:pt x="5433" y="26287"/>
                    <a:pt x="5408" y="26401"/>
                  </a:cubicBezTo>
                  <a:cubicBezTo>
                    <a:pt x="5434" y="26515"/>
                    <a:pt x="5434" y="26579"/>
                    <a:pt x="5468" y="26579"/>
                  </a:cubicBezTo>
                  <a:cubicBezTo>
                    <a:pt x="5477" y="26579"/>
                    <a:pt x="5490" y="26574"/>
                    <a:pt x="5506" y="26563"/>
                  </a:cubicBezTo>
                  <a:cubicBezTo>
                    <a:pt x="5563" y="26571"/>
                    <a:pt x="5611" y="26644"/>
                    <a:pt x="5611" y="26644"/>
                  </a:cubicBezTo>
                  <a:cubicBezTo>
                    <a:pt x="5630" y="26729"/>
                    <a:pt x="5619" y="26762"/>
                    <a:pt x="5608" y="26762"/>
                  </a:cubicBezTo>
                  <a:cubicBezTo>
                    <a:pt x="5600" y="26762"/>
                    <a:pt x="5592" y="26744"/>
                    <a:pt x="5595" y="26717"/>
                  </a:cubicBezTo>
                  <a:cubicBezTo>
                    <a:pt x="5580" y="26651"/>
                    <a:pt x="5569" y="26628"/>
                    <a:pt x="5555" y="26628"/>
                  </a:cubicBezTo>
                  <a:cubicBezTo>
                    <a:pt x="5538" y="26628"/>
                    <a:pt x="5517" y="26662"/>
                    <a:pt x="5481" y="26693"/>
                  </a:cubicBezTo>
                  <a:cubicBezTo>
                    <a:pt x="5417" y="26766"/>
                    <a:pt x="5376" y="26855"/>
                    <a:pt x="5368" y="26952"/>
                  </a:cubicBezTo>
                  <a:cubicBezTo>
                    <a:pt x="5360" y="27017"/>
                    <a:pt x="5336" y="27147"/>
                    <a:pt x="5319" y="27220"/>
                  </a:cubicBezTo>
                  <a:cubicBezTo>
                    <a:pt x="5230" y="27406"/>
                    <a:pt x="5214" y="27471"/>
                    <a:pt x="5271" y="27487"/>
                  </a:cubicBezTo>
                  <a:lnTo>
                    <a:pt x="5336" y="27495"/>
                  </a:lnTo>
                  <a:cubicBezTo>
                    <a:pt x="5198" y="27536"/>
                    <a:pt x="5068" y="28274"/>
                    <a:pt x="5173" y="28363"/>
                  </a:cubicBezTo>
                  <a:lnTo>
                    <a:pt x="5117" y="28355"/>
                  </a:lnTo>
                  <a:cubicBezTo>
                    <a:pt x="5111" y="28353"/>
                    <a:pt x="5105" y="28353"/>
                    <a:pt x="5100" y="28353"/>
                  </a:cubicBezTo>
                  <a:cubicBezTo>
                    <a:pt x="5050" y="28353"/>
                    <a:pt x="5041" y="28424"/>
                    <a:pt x="5019" y="28541"/>
                  </a:cubicBezTo>
                  <a:cubicBezTo>
                    <a:pt x="5003" y="28606"/>
                    <a:pt x="5019" y="28890"/>
                    <a:pt x="4979" y="29085"/>
                  </a:cubicBezTo>
                  <a:cubicBezTo>
                    <a:pt x="4930" y="29352"/>
                    <a:pt x="4898" y="29555"/>
                    <a:pt x="4954" y="29563"/>
                  </a:cubicBezTo>
                  <a:cubicBezTo>
                    <a:pt x="4943" y="29613"/>
                    <a:pt x="4940" y="29628"/>
                    <a:pt x="4921" y="29628"/>
                  </a:cubicBezTo>
                  <a:cubicBezTo>
                    <a:pt x="4912" y="29628"/>
                    <a:pt x="4900" y="29625"/>
                    <a:pt x="4881" y="29620"/>
                  </a:cubicBezTo>
                  <a:cubicBezTo>
                    <a:pt x="4866" y="29597"/>
                    <a:pt x="4855" y="29587"/>
                    <a:pt x="4846" y="29587"/>
                  </a:cubicBezTo>
                  <a:cubicBezTo>
                    <a:pt x="4827" y="29587"/>
                    <a:pt x="4820" y="29632"/>
                    <a:pt x="4809" y="29676"/>
                  </a:cubicBezTo>
                  <a:cubicBezTo>
                    <a:pt x="4800" y="29741"/>
                    <a:pt x="4857" y="29758"/>
                    <a:pt x="4914" y="29766"/>
                  </a:cubicBezTo>
                  <a:cubicBezTo>
                    <a:pt x="4979" y="29774"/>
                    <a:pt x="4963" y="29847"/>
                    <a:pt x="4881" y="29968"/>
                  </a:cubicBezTo>
                  <a:cubicBezTo>
                    <a:pt x="4792" y="30130"/>
                    <a:pt x="4752" y="30317"/>
                    <a:pt x="4784" y="30503"/>
                  </a:cubicBezTo>
                  <a:cubicBezTo>
                    <a:pt x="4769" y="30565"/>
                    <a:pt x="4761" y="30626"/>
                    <a:pt x="4712" y="30626"/>
                  </a:cubicBezTo>
                  <a:cubicBezTo>
                    <a:pt x="4709" y="30626"/>
                    <a:pt x="4706" y="30625"/>
                    <a:pt x="4703" y="30625"/>
                  </a:cubicBezTo>
                  <a:cubicBezTo>
                    <a:pt x="4590" y="30698"/>
                    <a:pt x="4565" y="30852"/>
                    <a:pt x="4638" y="30957"/>
                  </a:cubicBezTo>
                  <a:cubicBezTo>
                    <a:pt x="4632" y="31005"/>
                    <a:pt x="4631" y="31018"/>
                    <a:pt x="4604" y="31018"/>
                  </a:cubicBezTo>
                  <a:cubicBezTo>
                    <a:pt x="4595" y="31018"/>
                    <a:pt x="4582" y="31016"/>
                    <a:pt x="4565" y="31014"/>
                  </a:cubicBezTo>
                  <a:cubicBezTo>
                    <a:pt x="4500" y="31071"/>
                    <a:pt x="4436" y="31055"/>
                    <a:pt x="4541" y="31144"/>
                  </a:cubicBezTo>
                  <a:cubicBezTo>
                    <a:pt x="4573" y="31306"/>
                    <a:pt x="4541" y="31476"/>
                    <a:pt x="4460" y="31614"/>
                  </a:cubicBezTo>
                  <a:cubicBezTo>
                    <a:pt x="4444" y="31679"/>
                    <a:pt x="4436" y="31752"/>
                    <a:pt x="4492" y="31760"/>
                  </a:cubicBezTo>
                  <a:lnTo>
                    <a:pt x="4549" y="31768"/>
                  </a:lnTo>
                  <a:cubicBezTo>
                    <a:pt x="4419" y="31817"/>
                    <a:pt x="4419" y="31817"/>
                    <a:pt x="4525" y="31906"/>
                  </a:cubicBezTo>
                  <a:cubicBezTo>
                    <a:pt x="4578" y="31914"/>
                    <a:pt x="4574" y="31972"/>
                    <a:pt x="4526" y="31972"/>
                  </a:cubicBezTo>
                  <a:cubicBezTo>
                    <a:pt x="4523" y="31972"/>
                    <a:pt x="4520" y="31971"/>
                    <a:pt x="4517" y="31971"/>
                  </a:cubicBezTo>
                  <a:cubicBezTo>
                    <a:pt x="4476" y="32003"/>
                    <a:pt x="4444" y="32044"/>
                    <a:pt x="4427" y="32093"/>
                  </a:cubicBezTo>
                  <a:cubicBezTo>
                    <a:pt x="4419" y="32157"/>
                    <a:pt x="4419" y="32506"/>
                    <a:pt x="4354" y="32838"/>
                  </a:cubicBezTo>
                  <a:cubicBezTo>
                    <a:pt x="4257" y="33374"/>
                    <a:pt x="4225" y="33576"/>
                    <a:pt x="4281" y="33584"/>
                  </a:cubicBezTo>
                  <a:cubicBezTo>
                    <a:pt x="4330" y="33665"/>
                    <a:pt x="4330" y="33665"/>
                    <a:pt x="4257" y="33722"/>
                  </a:cubicBezTo>
                  <a:cubicBezTo>
                    <a:pt x="4200" y="33763"/>
                    <a:pt x="4168" y="33836"/>
                    <a:pt x="4160" y="33909"/>
                  </a:cubicBezTo>
                  <a:cubicBezTo>
                    <a:pt x="4152" y="33970"/>
                    <a:pt x="4137" y="34031"/>
                    <a:pt x="4088" y="34031"/>
                  </a:cubicBezTo>
                  <a:cubicBezTo>
                    <a:pt x="4085" y="34031"/>
                    <a:pt x="4082" y="34031"/>
                    <a:pt x="4079" y="34030"/>
                  </a:cubicBezTo>
                  <a:lnTo>
                    <a:pt x="4079" y="34030"/>
                  </a:lnTo>
                  <a:cubicBezTo>
                    <a:pt x="4127" y="34111"/>
                    <a:pt x="4127" y="34111"/>
                    <a:pt x="4111" y="34176"/>
                  </a:cubicBezTo>
                  <a:cubicBezTo>
                    <a:pt x="4106" y="34175"/>
                    <a:pt x="4101" y="34174"/>
                    <a:pt x="4096" y="34174"/>
                  </a:cubicBezTo>
                  <a:cubicBezTo>
                    <a:pt x="4052" y="34174"/>
                    <a:pt x="4043" y="34240"/>
                    <a:pt x="4087" y="34306"/>
                  </a:cubicBezTo>
                  <a:cubicBezTo>
                    <a:pt x="4161" y="34368"/>
                    <a:pt x="4183" y="34387"/>
                    <a:pt x="4150" y="34387"/>
                  </a:cubicBezTo>
                  <a:cubicBezTo>
                    <a:pt x="4137" y="34387"/>
                    <a:pt x="4113" y="34384"/>
                    <a:pt x="4079" y="34379"/>
                  </a:cubicBezTo>
                  <a:cubicBezTo>
                    <a:pt x="4076" y="34378"/>
                    <a:pt x="4074" y="34378"/>
                    <a:pt x="4071" y="34378"/>
                  </a:cubicBezTo>
                  <a:cubicBezTo>
                    <a:pt x="4015" y="34378"/>
                    <a:pt x="3942" y="34511"/>
                    <a:pt x="3970" y="34511"/>
                  </a:cubicBezTo>
                  <a:cubicBezTo>
                    <a:pt x="3974" y="34511"/>
                    <a:pt x="3980" y="34508"/>
                    <a:pt x="3990" y="34501"/>
                  </a:cubicBezTo>
                  <a:cubicBezTo>
                    <a:pt x="4046" y="34509"/>
                    <a:pt x="4022" y="34646"/>
                    <a:pt x="4071" y="34719"/>
                  </a:cubicBezTo>
                  <a:cubicBezTo>
                    <a:pt x="4063" y="34778"/>
                    <a:pt x="4049" y="34843"/>
                    <a:pt x="4005" y="34843"/>
                  </a:cubicBezTo>
                  <a:cubicBezTo>
                    <a:pt x="4000" y="34843"/>
                    <a:pt x="3995" y="34843"/>
                    <a:pt x="3990" y="34841"/>
                  </a:cubicBezTo>
                  <a:cubicBezTo>
                    <a:pt x="3917" y="34898"/>
                    <a:pt x="3917" y="35246"/>
                    <a:pt x="3965" y="35319"/>
                  </a:cubicBezTo>
                  <a:cubicBezTo>
                    <a:pt x="4016" y="35334"/>
                    <a:pt x="4009" y="35387"/>
                    <a:pt x="3966" y="35387"/>
                  </a:cubicBezTo>
                  <a:cubicBezTo>
                    <a:pt x="3961" y="35387"/>
                    <a:pt x="3955" y="35386"/>
                    <a:pt x="3949" y="35384"/>
                  </a:cubicBezTo>
                  <a:cubicBezTo>
                    <a:pt x="3946" y="35384"/>
                    <a:pt x="3943" y="35384"/>
                    <a:pt x="3940" y="35384"/>
                  </a:cubicBezTo>
                  <a:cubicBezTo>
                    <a:pt x="3891" y="35384"/>
                    <a:pt x="3876" y="35445"/>
                    <a:pt x="3868" y="35514"/>
                  </a:cubicBezTo>
                  <a:cubicBezTo>
                    <a:pt x="3901" y="35564"/>
                    <a:pt x="3881" y="35576"/>
                    <a:pt x="3847" y="35576"/>
                  </a:cubicBezTo>
                  <a:cubicBezTo>
                    <a:pt x="3832" y="35576"/>
                    <a:pt x="3813" y="35573"/>
                    <a:pt x="3795" y="35571"/>
                  </a:cubicBezTo>
                  <a:cubicBezTo>
                    <a:pt x="3780" y="35546"/>
                    <a:pt x="3769" y="35535"/>
                    <a:pt x="3761" y="35535"/>
                  </a:cubicBezTo>
                  <a:cubicBezTo>
                    <a:pt x="3740" y="35535"/>
                    <a:pt x="3731" y="35596"/>
                    <a:pt x="3714" y="35692"/>
                  </a:cubicBezTo>
                  <a:cubicBezTo>
                    <a:pt x="3763" y="35765"/>
                    <a:pt x="3714" y="36033"/>
                    <a:pt x="3673" y="36236"/>
                  </a:cubicBezTo>
                  <a:cubicBezTo>
                    <a:pt x="3617" y="36568"/>
                    <a:pt x="3657" y="36649"/>
                    <a:pt x="3754" y="36803"/>
                  </a:cubicBezTo>
                  <a:lnTo>
                    <a:pt x="3860" y="36892"/>
                  </a:lnTo>
                  <a:lnTo>
                    <a:pt x="3738" y="36868"/>
                  </a:lnTo>
                  <a:cubicBezTo>
                    <a:pt x="3673" y="36868"/>
                    <a:pt x="3617" y="36884"/>
                    <a:pt x="3552" y="36900"/>
                  </a:cubicBezTo>
                  <a:cubicBezTo>
                    <a:pt x="3544" y="36973"/>
                    <a:pt x="3600" y="36981"/>
                    <a:pt x="3657" y="36990"/>
                  </a:cubicBezTo>
                  <a:cubicBezTo>
                    <a:pt x="3714" y="37006"/>
                    <a:pt x="3706" y="37071"/>
                    <a:pt x="3625" y="37192"/>
                  </a:cubicBezTo>
                  <a:cubicBezTo>
                    <a:pt x="3536" y="37314"/>
                    <a:pt x="3527" y="37379"/>
                    <a:pt x="3576" y="37460"/>
                  </a:cubicBezTo>
                  <a:cubicBezTo>
                    <a:pt x="3568" y="37533"/>
                    <a:pt x="3536" y="37598"/>
                    <a:pt x="3479" y="37646"/>
                  </a:cubicBezTo>
                  <a:cubicBezTo>
                    <a:pt x="3463" y="37719"/>
                    <a:pt x="3463" y="37719"/>
                    <a:pt x="3527" y="37727"/>
                  </a:cubicBezTo>
                  <a:cubicBezTo>
                    <a:pt x="3584" y="37736"/>
                    <a:pt x="3568" y="37800"/>
                    <a:pt x="3503" y="37857"/>
                  </a:cubicBezTo>
                  <a:cubicBezTo>
                    <a:pt x="3365" y="37906"/>
                    <a:pt x="3333" y="38108"/>
                    <a:pt x="3390" y="38117"/>
                  </a:cubicBezTo>
                  <a:cubicBezTo>
                    <a:pt x="3446" y="38125"/>
                    <a:pt x="3438" y="38198"/>
                    <a:pt x="3422" y="38263"/>
                  </a:cubicBezTo>
                  <a:cubicBezTo>
                    <a:pt x="3406" y="38335"/>
                    <a:pt x="3414" y="38408"/>
                    <a:pt x="3446" y="38473"/>
                  </a:cubicBezTo>
                  <a:cubicBezTo>
                    <a:pt x="3438" y="38538"/>
                    <a:pt x="3422" y="38603"/>
                    <a:pt x="3422" y="38603"/>
                  </a:cubicBezTo>
                  <a:cubicBezTo>
                    <a:pt x="3420" y="38623"/>
                    <a:pt x="3414" y="38632"/>
                    <a:pt x="3408" y="38632"/>
                  </a:cubicBezTo>
                  <a:cubicBezTo>
                    <a:pt x="3391" y="38632"/>
                    <a:pt x="3368" y="38577"/>
                    <a:pt x="3373" y="38530"/>
                  </a:cubicBezTo>
                  <a:lnTo>
                    <a:pt x="3373" y="38530"/>
                  </a:lnTo>
                  <a:lnTo>
                    <a:pt x="3309" y="38587"/>
                  </a:lnTo>
                  <a:cubicBezTo>
                    <a:pt x="3284" y="38717"/>
                    <a:pt x="3268" y="38781"/>
                    <a:pt x="3317" y="38862"/>
                  </a:cubicBezTo>
                  <a:cubicBezTo>
                    <a:pt x="3386" y="38921"/>
                    <a:pt x="3410" y="38941"/>
                    <a:pt x="3383" y="38941"/>
                  </a:cubicBezTo>
                  <a:cubicBezTo>
                    <a:pt x="3370" y="38941"/>
                    <a:pt x="3342" y="38936"/>
                    <a:pt x="3300" y="38927"/>
                  </a:cubicBezTo>
                  <a:cubicBezTo>
                    <a:pt x="3295" y="38926"/>
                    <a:pt x="3289" y="38925"/>
                    <a:pt x="3284" y="38925"/>
                  </a:cubicBezTo>
                  <a:cubicBezTo>
                    <a:pt x="3226" y="38925"/>
                    <a:pt x="3182" y="38997"/>
                    <a:pt x="3219" y="39049"/>
                  </a:cubicBezTo>
                  <a:cubicBezTo>
                    <a:pt x="3318" y="39132"/>
                    <a:pt x="3260" y="39188"/>
                    <a:pt x="3206" y="39188"/>
                  </a:cubicBezTo>
                  <a:cubicBezTo>
                    <a:pt x="3202" y="39188"/>
                    <a:pt x="3199" y="39187"/>
                    <a:pt x="3195" y="39187"/>
                  </a:cubicBezTo>
                  <a:cubicBezTo>
                    <a:pt x="3158" y="39155"/>
                    <a:pt x="3133" y="39135"/>
                    <a:pt x="3121" y="39135"/>
                  </a:cubicBezTo>
                  <a:cubicBezTo>
                    <a:pt x="3099" y="39135"/>
                    <a:pt x="3116" y="39202"/>
                    <a:pt x="3163" y="39389"/>
                  </a:cubicBezTo>
                  <a:cubicBezTo>
                    <a:pt x="3138" y="39519"/>
                    <a:pt x="3146" y="39795"/>
                    <a:pt x="3106" y="39998"/>
                  </a:cubicBezTo>
                  <a:cubicBezTo>
                    <a:pt x="3057" y="40265"/>
                    <a:pt x="3033" y="40395"/>
                    <a:pt x="2968" y="40452"/>
                  </a:cubicBezTo>
                  <a:cubicBezTo>
                    <a:pt x="2954" y="40450"/>
                    <a:pt x="2941" y="40449"/>
                    <a:pt x="2930" y="40449"/>
                  </a:cubicBezTo>
                  <a:cubicBezTo>
                    <a:pt x="2929" y="40449"/>
                    <a:pt x="2927" y="40449"/>
                    <a:pt x="2926" y="40449"/>
                  </a:cubicBezTo>
                  <a:lnTo>
                    <a:pt x="2926" y="40449"/>
                  </a:lnTo>
                  <a:cubicBezTo>
                    <a:pt x="2919" y="40447"/>
                    <a:pt x="2911" y="40445"/>
                    <a:pt x="2903" y="40443"/>
                  </a:cubicBezTo>
                  <a:cubicBezTo>
                    <a:pt x="2899" y="40447"/>
                    <a:pt x="2896" y="40450"/>
                    <a:pt x="2892" y="40452"/>
                  </a:cubicBezTo>
                  <a:lnTo>
                    <a:pt x="2892" y="40452"/>
                  </a:lnTo>
                  <a:cubicBezTo>
                    <a:pt x="2901" y="40451"/>
                    <a:pt x="2912" y="40449"/>
                    <a:pt x="2926" y="40449"/>
                  </a:cubicBezTo>
                  <a:lnTo>
                    <a:pt x="2926" y="40449"/>
                  </a:lnTo>
                  <a:cubicBezTo>
                    <a:pt x="3023" y="40477"/>
                    <a:pt x="3006" y="40546"/>
                    <a:pt x="2976" y="40735"/>
                  </a:cubicBezTo>
                  <a:cubicBezTo>
                    <a:pt x="2895" y="40857"/>
                    <a:pt x="2895" y="41011"/>
                    <a:pt x="2960" y="41141"/>
                  </a:cubicBezTo>
                  <a:cubicBezTo>
                    <a:pt x="2976" y="41076"/>
                    <a:pt x="2984" y="41011"/>
                    <a:pt x="2984" y="41011"/>
                  </a:cubicBezTo>
                  <a:cubicBezTo>
                    <a:pt x="3106" y="41035"/>
                    <a:pt x="3090" y="41100"/>
                    <a:pt x="3009" y="41222"/>
                  </a:cubicBezTo>
                  <a:cubicBezTo>
                    <a:pt x="2998" y="41265"/>
                    <a:pt x="2969" y="41276"/>
                    <a:pt x="2934" y="41276"/>
                  </a:cubicBezTo>
                  <a:cubicBezTo>
                    <a:pt x="2917" y="41276"/>
                    <a:pt x="2898" y="41273"/>
                    <a:pt x="2879" y="41270"/>
                  </a:cubicBezTo>
                  <a:cubicBezTo>
                    <a:pt x="2874" y="41270"/>
                    <a:pt x="2868" y="41270"/>
                    <a:pt x="2863" y="41270"/>
                  </a:cubicBezTo>
                  <a:cubicBezTo>
                    <a:pt x="2798" y="41270"/>
                    <a:pt x="2748" y="41316"/>
                    <a:pt x="2733" y="41376"/>
                  </a:cubicBezTo>
                  <a:cubicBezTo>
                    <a:pt x="2727" y="41429"/>
                    <a:pt x="2717" y="41479"/>
                    <a:pt x="2740" y="41479"/>
                  </a:cubicBezTo>
                  <a:cubicBezTo>
                    <a:pt x="2749" y="41479"/>
                    <a:pt x="2762" y="41472"/>
                    <a:pt x="2782" y="41457"/>
                  </a:cubicBezTo>
                  <a:cubicBezTo>
                    <a:pt x="2838" y="41465"/>
                    <a:pt x="2838" y="41465"/>
                    <a:pt x="2830" y="41530"/>
                  </a:cubicBezTo>
                  <a:cubicBezTo>
                    <a:pt x="2806" y="41603"/>
                    <a:pt x="2814" y="41684"/>
                    <a:pt x="2855" y="41749"/>
                  </a:cubicBezTo>
                  <a:cubicBezTo>
                    <a:pt x="2911" y="41757"/>
                    <a:pt x="2895" y="41822"/>
                    <a:pt x="2887" y="41887"/>
                  </a:cubicBezTo>
                  <a:cubicBezTo>
                    <a:pt x="2838" y="41943"/>
                    <a:pt x="2806" y="42008"/>
                    <a:pt x="2790" y="42081"/>
                  </a:cubicBezTo>
                  <a:lnTo>
                    <a:pt x="2733" y="42065"/>
                  </a:lnTo>
                  <a:cubicBezTo>
                    <a:pt x="2684" y="42065"/>
                    <a:pt x="2636" y="42081"/>
                    <a:pt x="2603" y="42114"/>
                  </a:cubicBezTo>
                  <a:cubicBezTo>
                    <a:pt x="2587" y="42146"/>
                    <a:pt x="2611" y="42187"/>
                    <a:pt x="2652" y="42195"/>
                  </a:cubicBezTo>
                  <a:cubicBezTo>
                    <a:pt x="2709" y="42203"/>
                    <a:pt x="2417" y="43808"/>
                    <a:pt x="2376" y="44003"/>
                  </a:cubicBezTo>
                  <a:cubicBezTo>
                    <a:pt x="2305" y="44110"/>
                    <a:pt x="2265" y="44280"/>
                    <a:pt x="2306" y="44280"/>
                  </a:cubicBezTo>
                  <a:cubicBezTo>
                    <a:pt x="2312" y="44280"/>
                    <a:pt x="2319" y="44277"/>
                    <a:pt x="2328" y="44270"/>
                  </a:cubicBezTo>
                  <a:lnTo>
                    <a:pt x="2328" y="44270"/>
                  </a:lnTo>
                  <a:cubicBezTo>
                    <a:pt x="2384" y="44287"/>
                    <a:pt x="2328" y="44619"/>
                    <a:pt x="2255" y="45016"/>
                  </a:cubicBezTo>
                  <a:cubicBezTo>
                    <a:pt x="2165" y="45486"/>
                    <a:pt x="2109" y="45819"/>
                    <a:pt x="2165" y="45827"/>
                  </a:cubicBezTo>
                  <a:lnTo>
                    <a:pt x="2125" y="46030"/>
                  </a:lnTo>
                  <a:cubicBezTo>
                    <a:pt x="2125" y="46143"/>
                    <a:pt x="2125" y="46257"/>
                    <a:pt x="2125" y="46378"/>
                  </a:cubicBezTo>
                  <a:cubicBezTo>
                    <a:pt x="2158" y="46429"/>
                    <a:pt x="2161" y="46475"/>
                    <a:pt x="2146" y="46475"/>
                  </a:cubicBezTo>
                  <a:cubicBezTo>
                    <a:pt x="2140" y="46475"/>
                    <a:pt x="2129" y="46466"/>
                    <a:pt x="2117" y="46443"/>
                  </a:cubicBezTo>
                  <a:cubicBezTo>
                    <a:pt x="2090" y="46440"/>
                    <a:pt x="2065" y="46435"/>
                    <a:pt x="2044" y="46435"/>
                  </a:cubicBezTo>
                  <a:cubicBezTo>
                    <a:pt x="2014" y="46435"/>
                    <a:pt x="1992" y="46445"/>
                    <a:pt x="1987" y="46484"/>
                  </a:cubicBezTo>
                  <a:cubicBezTo>
                    <a:pt x="1963" y="46622"/>
                    <a:pt x="2019" y="46630"/>
                    <a:pt x="2076" y="46646"/>
                  </a:cubicBezTo>
                  <a:cubicBezTo>
                    <a:pt x="2133" y="46654"/>
                    <a:pt x="2125" y="46719"/>
                    <a:pt x="2125" y="46719"/>
                  </a:cubicBezTo>
                  <a:cubicBezTo>
                    <a:pt x="2113" y="46767"/>
                    <a:pt x="2110" y="46779"/>
                    <a:pt x="2086" y="46779"/>
                  </a:cubicBezTo>
                  <a:cubicBezTo>
                    <a:pt x="2078" y="46779"/>
                    <a:pt x="2067" y="46778"/>
                    <a:pt x="2052" y="46776"/>
                  </a:cubicBezTo>
                  <a:lnTo>
                    <a:pt x="1938" y="46751"/>
                  </a:lnTo>
                  <a:lnTo>
                    <a:pt x="1922" y="46824"/>
                  </a:lnTo>
                  <a:cubicBezTo>
                    <a:pt x="1979" y="46832"/>
                    <a:pt x="1971" y="46897"/>
                    <a:pt x="1971" y="46897"/>
                  </a:cubicBezTo>
                  <a:cubicBezTo>
                    <a:pt x="1960" y="46940"/>
                    <a:pt x="1956" y="46955"/>
                    <a:pt x="1922" y="46955"/>
                  </a:cubicBezTo>
                  <a:cubicBezTo>
                    <a:pt x="1904" y="46955"/>
                    <a:pt x="1879" y="46951"/>
                    <a:pt x="1841" y="46946"/>
                  </a:cubicBezTo>
                  <a:cubicBezTo>
                    <a:pt x="1824" y="46942"/>
                    <a:pt x="1808" y="46941"/>
                    <a:pt x="1796" y="46941"/>
                  </a:cubicBezTo>
                  <a:cubicBezTo>
                    <a:pt x="1719" y="46941"/>
                    <a:pt x="1727" y="46999"/>
                    <a:pt x="1817" y="47076"/>
                  </a:cubicBezTo>
                  <a:lnTo>
                    <a:pt x="1849" y="47222"/>
                  </a:lnTo>
                  <a:cubicBezTo>
                    <a:pt x="1719" y="47270"/>
                    <a:pt x="1817" y="47424"/>
                    <a:pt x="1857" y="47497"/>
                  </a:cubicBezTo>
                  <a:cubicBezTo>
                    <a:pt x="1728" y="47546"/>
                    <a:pt x="1719" y="47611"/>
                    <a:pt x="1825" y="47700"/>
                  </a:cubicBezTo>
                  <a:cubicBezTo>
                    <a:pt x="1882" y="47708"/>
                    <a:pt x="1873" y="47781"/>
                    <a:pt x="1801" y="47838"/>
                  </a:cubicBezTo>
                  <a:cubicBezTo>
                    <a:pt x="1728" y="47886"/>
                    <a:pt x="1719" y="47959"/>
                    <a:pt x="1695" y="48089"/>
                  </a:cubicBezTo>
                  <a:cubicBezTo>
                    <a:pt x="1736" y="48170"/>
                    <a:pt x="1655" y="48632"/>
                    <a:pt x="1557" y="49167"/>
                  </a:cubicBezTo>
                  <a:cubicBezTo>
                    <a:pt x="1444" y="49767"/>
                    <a:pt x="1371" y="50173"/>
                    <a:pt x="1428" y="50181"/>
                  </a:cubicBezTo>
                  <a:cubicBezTo>
                    <a:pt x="1419" y="50246"/>
                    <a:pt x="1419" y="50246"/>
                    <a:pt x="1346" y="50302"/>
                  </a:cubicBezTo>
                  <a:cubicBezTo>
                    <a:pt x="1343" y="50302"/>
                    <a:pt x="1340" y="50302"/>
                    <a:pt x="1337" y="50302"/>
                  </a:cubicBezTo>
                  <a:cubicBezTo>
                    <a:pt x="1288" y="50302"/>
                    <a:pt x="1279" y="50364"/>
                    <a:pt x="1379" y="50448"/>
                  </a:cubicBezTo>
                  <a:cubicBezTo>
                    <a:pt x="1412" y="50504"/>
                    <a:pt x="1450" y="50525"/>
                    <a:pt x="1433" y="50525"/>
                  </a:cubicBezTo>
                  <a:cubicBezTo>
                    <a:pt x="1425" y="50525"/>
                    <a:pt x="1406" y="50521"/>
                    <a:pt x="1371" y="50513"/>
                  </a:cubicBezTo>
                  <a:cubicBezTo>
                    <a:pt x="1369" y="50513"/>
                    <a:pt x="1368" y="50513"/>
                    <a:pt x="1366" y="50513"/>
                  </a:cubicBezTo>
                  <a:cubicBezTo>
                    <a:pt x="1313" y="50513"/>
                    <a:pt x="1288" y="50650"/>
                    <a:pt x="1241" y="50902"/>
                  </a:cubicBezTo>
                  <a:cubicBezTo>
                    <a:pt x="1201" y="51105"/>
                    <a:pt x="1152" y="51373"/>
                    <a:pt x="1209" y="51389"/>
                  </a:cubicBezTo>
                  <a:cubicBezTo>
                    <a:pt x="1232" y="51469"/>
                    <a:pt x="1242" y="51502"/>
                    <a:pt x="1237" y="51502"/>
                  </a:cubicBezTo>
                  <a:cubicBezTo>
                    <a:pt x="1233" y="51502"/>
                    <a:pt x="1221" y="51485"/>
                    <a:pt x="1201" y="51454"/>
                  </a:cubicBezTo>
                  <a:cubicBezTo>
                    <a:pt x="1188" y="51443"/>
                    <a:pt x="1176" y="51439"/>
                    <a:pt x="1163" y="51439"/>
                  </a:cubicBezTo>
                  <a:cubicBezTo>
                    <a:pt x="1070" y="51439"/>
                    <a:pt x="983" y="51714"/>
                    <a:pt x="1055" y="51908"/>
                  </a:cubicBezTo>
                  <a:cubicBezTo>
                    <a:pt x="1047" y="51966"/>
                    <a:pt x="1033" y="52032"/>
                    <a:pt x="989" y="52032"/>
                  </a:cubicBezTo>
                  <a:cubicBezTo>
                    <a:pt x="984" y="52032"/>
                    <a:pt x="979" y="52031"/>
                    <a:pt x="974" y="52029"/>
                  </a:cubicBezTo>
                  <a:cubicBezTo>
                    <a:pt x="949" y="52143"/>
                    <a:pt x="949" y="52265"/>
                    <a:pt x="974" y="52378"/>
                  </a:cubicBezTo>
                  <a:cubicBezTo>
                    <a:pt x="957" y="52443"/>
                    <a:pt x="909" y="52710"/>
                    <a:pt x="884" y="52840"/>
                  </a:cubicBezTo>
                  <a:cubicBezTo>
                    <a:pt x="868" y="52937"/>
                    <a:pt x="876" y="53027"/>
                    <a:pt x="892" y="53124"/>
                  </a:cubicBezTo>
                  <a:cubicBezTo>
                    <a:pt x="889" y="53148"/>
                    <a:pt x="885" y="53171"/>
                    <a:pt x="882" y="53189"/>
                  </a:cubicBezTo>
                  <a:lnTo>
                    <a:pt x="882" y="53189"/>
                  </a:lnTo>
                  <a:cubicBezTo>
                    <a:pt x="882" y="53189"/>
                    <a:pt x="882" y="53189"/>
                    <a:pt x="882" y="53189"/>
                  </a:cubicBezTo>
                  <a:cubicBezTo>
                    <a:pt x="818" y="53189"/>
                    <a:pt x="762" y="53519"/>
                    <a:pt x="674" y="53975"/>
                  </a:cubicBezTo>
                  <a:cubicBezTo>
                    <a:pt x="592" y="54446"/>
                    <a:pt x="519" y="54851"/>
                    <a:pt x="447" y="54900"/>
                  </a:cubicBezTo>
                  <a:cubicBezTo>
                    <a:pt x="438" y="54956"/>
                    <a:pt x="455" y="55005"/>
                    <a:pt x="479" y="55046"/>
                  </a:cubicBezTo>
                  <a:cubicBezTo>
                    <a:pt x="584" y="55135"/>
                    <a:pt x="576" y="55200"/>
                    <a:pt x="503" y="55256"/>
                  </a:cubicBezTo>
                  <a:cubicBezTo>
                    <a:pt x="374" y="55305"/>
                    <a:pt x="325" y="55573"/>
                    <a:pt x="430" y="55662"/>
                  </a:cubicBezTo>
                  <a:lnTo>
                    <a:pt x="374" y="55645"/>
                  </a:lnTo>
                  <a:cubicBezTo>
                    <a:pt x="244" y="55694"/>
                    <a:pt x="260" y="55905"/>
                    <a:pt x="365" y="55994"/>
                  </a:cubicBezTo>
                  <a:cubicBezTo>
                    <a:pt x="301" y="56051"/>
                    <a:pt x="228" y="56108"/>
                    <a:pt x="276" y="56181"/>
                  </a:cubicBezTo>
                  <a:cubicBezTo>
                    <a:pt x="266" y="56227"/>
                    <a:pt x="262" y="56244"/>
                    <a:pt x="232" y="56244"/>
                  </a:cubicBezTo>
                  <a:cubicBezTo>
                    <a:pt x="214" y="56244"/>
                    <a:pt x="188" y="56238"/>
                    <a:pt x="147" y="56229"/>
                  </a:cubicBezTo>
                  <a:cubicBezTo>
                    <a:pt x="121" y="56223"/>
                    <a:pt x="97" y="56218"/>
                    <a:pt x="77" y="56218"/>
                  </a:cubicBezTo>
                  <a:cubicBezTo>
                    <a:pt x="45" y="56218"/>
                    <a:pt x="22" y="56230"/>
                    <a:pt x="17" y="56270"/>
                  </a:cubicBezTo>
                  <a:cubicBezTo>
                    <a:pt x="1" y="56343"/>
                    <a:pt x="57" y="56351"/>
                    <a:pt x="122" y="56359"/>
                  </a:cubicBezTo>
                  <a:cubicBezTo>
                    <a:pt x="122" y="56359"/>
                    <a:pt x="106" y="56432"/>
                    <a:pt x="98" y="56497"/>
                  </a:cubicBezTo>
                  <a:cubicBezTo>
                    <a:pt x="98" y="56497"/>
                    <a:pt x="82" y="56562"/>
                    <a:pt x="138" y="56570"/>
                  </a:cubicBezTo>
                  <a:cubicBezTo>
                    <a:pt x="203" y="56586"/>
                    <a:pt x="187" y="56651"/>
                    <a:pt x="179" y="56716"/>
                  </a:cubicBezTo>
                  <a:cubicBezTo>
                    <a:pt x="175" y="56715"/>
                    <a:pt x="172" y="56715"/>
                    <a:pt x="170" y="56715"/>
                  </a:cubicBezTo>
                  <a:cubicBezTo>
                    <a:pt x="133" y="56715"/>
                    <a:pt x="148" y="56749"/>
                    <a:pt x="186" y="56749"/>
                  </a:cubicBezTo>
                  <a:cubicBezTo>
                    <a:pt x="200" y="56749"/>
                    <a:pt x="217" y="56744"/>
                    <a:pt x="236" y="56732"/>
                  </a:cubicBezTo>
                  <a:cubicBezTo>
                    <a:pt x="292" y="56740"/>
                    <a:pt x="349" y="56748"/>
                    <a:pt x="341" y="56813"/>
                  </a:cubicBezTo>
                  <a:lnTo>
                    <a:pt x="455" y="56837"/>
                  </a:lnTo>
                  <a:cubicBezTo>
                    <a:pt x="496" y="56846"/>
                    <a:pt x="530" y="56852"/>
                    <a:pt x="560" y="56852"/>
                  </a:cubicBezTo>
                  <a:cubicBezTo>
                    <a:pt x="618" y="56852"/>
                    <a:pt x="661" y="56828"/>
                    <a:pt x="714" y="56748"/>
                  </a:cubicBezTo>
                  <a:cubicBezTo>
                    <a:pt x="828" y="56489"/>
                    <a:pt x="917" y="56302"/>
                    <a:pt x="803" y="56278"/>
                  </a:cubicBezTo>
                  <a:cubicBezTo>
                    <a:pt x="738" y="56197"/>
                    <a:pt x="763" y="56067"/>
                    <a:pt x="852" y="56010"/>
                  </a:cubicBezTo>
                  <a:cubicBezTo>
                    <a:pt x="854" y="56011"/>
                    <a:pt x="855" y="56011"/>
                    <a:pt x="857" y="56011"/>
                  </a:cubicBezTo>
                  <a:cubicBezTo>
                    <a:pt x="911" y="56011"/>
                    <a:pt x="959" y="55749"/>
                    <a:pt x="1022" y="55427"/>
                  </a:cubicBezTo>
                  <a:cubicBezTo>
                    <a:pt x="1095" y="55021"/>
                    <a:pt x="1128" y="54818"/>
                    <a:pt x="1201" y="54770"/>
                  </a:cubicBezTo>
                  <a:cubicBezTo>
                    <a:pt x="1241" y="54737"/>
                    <a:pt x="1274" y="54689"/>
                    <a:pt x="1282" y="54640"/>
                  </a:cubicBezTo>
                  <a:cubicBezTo>
                    <a:pt x="1225" y="54632"/>
                    <a:pt x="1298" y="54235"/>
                    <a:pt x="1387" y="53764"/>
                  </a:cubicBezTo>
                  <a:cubicBezTo>
                    <a:pt x="1468" y="53294"/>
                    <a:pt x="1557" y="52832"/>
                    <a:pt x="1501" y="52816"/>
                  </a:cubicBezTo>
                  <a:cubicBezTo>
                    <a:pt x="1509" y="52751"/>
                    <a:pt x="1525" y="52686"/>
                    <a:pt x="1525" y="52686"/>
                  </a:cubicBezTo>
                  <a:cubicBezTo>
                    <a:pt x="1527" y="52686"/>
                    <a:pt x="1528" y="52687"/>
                    <a:pt x="1530" y="52687"/>
                  </a:cubicBezTo>
                  <a:cubicBezTo>
                    <a:pt x="1583" y="52687"/>
                    <a:pt x="1607" y="52560"/>
                    <a:pt x="1630" y="52427"/>
                  </a:cubicBezTo>
                  <a:cubicBezTo>
                    <a:pt x="1606" y="52338"/>
                    <a:pt x="1606" y="52240"/>
                    <a:pt x="1622" y="52151"/>
                  </a:cubicBezTo>
                  <a:lnTo>
                    <a:pt x="1622" y="52151"/>
                  </a:lnTo>
                  <a:cubicBezTo>
                    <a:pt x="1625" y="52151"/>
                    <a:pt x="1628" y="52152"/>
                    <a:pt x="1631" y="52152"/>
                  </a:cubicBezTo>
                  <a:cubicBezTo>
                    <a:pt x="1680" y="52152"/>
                    <a:pt x="1688" y="52087"/>
                    <a:pt x="1711" y="51965"/>
                  </a:cubicBezTo>
                  <a:cubicBezTo>
                    <a:pt x="1736" y="51827"/>
                    <a:pt x="1752" y="51762"/>
                    <a:pt x="1695" y="51746"/>
                  </a:cubicBezTo>
                  <a:cubicBezTo>
                    <a:pt x="1703" y="51681"/>
                    <a:pt x="1792" y="51219"/>
                    <a:pt x="1882" y="51024"/>
                  </a:cubicBezTo>
                  <a:cubicBezTo>
                    <a:pt x="1955" y="50967"/>
                    <a:pt x="1906" y="50894"/>
                    <a:pt x="1865" y="50813"/>
                  </a:cubicBezTo>
                  <a:cubicBezTo>
                    <a:pt x="1801" y="50789"/>
                    <a:pt x="1760" y="50724"/>
                    <a:pt x="1768" y="50659"/>
                  </a:cubicBezTo>
                  <a:lnTo>
                    <a:pt x="1768" y="50659"/>
                  </a:lnTo>
                  <a:lnTo>
                    <a:pt x="1890" y="50684"/>
                  </a:lnTo>
                  <a:cubicBezTo>
                    <a:pt x="1907" y="50715"/>
                    <a:pt x="1917" y="50733"/>
                    <a:pt x="1925" y="50733"/>
                  </a:cubicBezTo>
                  <a:cubicBezTo>
                    <a:pt x="1935" y="50733"/>
                    <a:pt x="1941" y="50701"/>
                    <a:pt x="1955" y="50627"/>
                  </a:cubicBezTo>
                  <a:cubicBezTo>
                    <a:pt x="1971" y="50554"/>
                    <a:pt x="1979" y="50489"/>
                    <a:pt x="1979" y="50489"/>
                  </a:cubicBezTo>
                  <a:cubicBezTo>
                    <a:pt x="1922" y="50481"/>
                    <a:pt x="1987" y="50148"/>
                    <a:pt x="2068" y="49678"/>
                  </a:cubicBezTo>
                  <a:cubicBezTo>
                    <a:pt x="2182" y="49078"/>
                    <a:pt x="2214" y="48876"/>
                    <a:pt x="2157" y="48867"/>
                  </a:cubicBezTo>
                  <a:cubicBezTo>
                    <a:pt x="2101" y="48851"/>
                    <a:pt x="2109" y="48786"/>
                    <a:pt x="2206" y="48600"/>
                  </a:cubicBezTo>
                  <a:cubicBezTo>
                    <a:pt x="2457" y="48227"/>
                    <a:pt x="2457" y="48227"/>
                    <a:pt x="2409" y="48154"/>
                  </a:cubicBezTo>
                  <a:lnTo>
                    <a:pt x="2409" y="48154"/>
                  </a:lnTo>
                  <a:cubicBezTo>
                    <a:pt x="2404" y="48193"/>
                    <a:pt x="2378" y="48206"/>
                    <a:pt x="2345" y="48206"/>
                  </a:cubicBezTo>
                  <a:cubicBezTo>
                    <a:pt x="2324" y="48206"/>
                    <a:pt x="2301" y="48201"/>
                    <a:pt x="2279" y="48194"/>
                  </a:cubicBezTo>
                  <a:cubicBezTo>
                    <a:pt x="2157" y="48178"/>
                    <a:pt x="2173" y="48113"/>
                    <a:pt x="2303" y="48065"/>
                  </a:cubicBezTo>
                  <a:cubicBezTo>
                    <a:pt x="2305" y="48065"/>
                    <a:pt x="2306" y="48065"/>
                    <a:pt x="2308" y="48065"/>
                  </a:cubicBezTo>
                  <a:cubicBezTo>
                    <a:pt x="2428" y="48065"/>
                    <a:pt x="2545" y="47075"/>
                    <a:pt x="2441" y="46986"/>
                  </a:cubicBezTo>
                  <a:lnTo>
                    <a:pt x="2441" y="46986"/>
                  </a:lnTo>
                  <a:lnTo>
                    <a:pt x="2498" y="46995"/>
                  </a:lnTo>
                  <a:cubicBezTo>
                    <a:pt x="2501" y="46995"/>
                    <a:pt x="2504" y="46995"/>
                    <a:pt x="2506" y="46995"/>
                  </a:cubicBezTo>
                  <a:cubicBezTo>
                    <a:pt x="2556" y="46995"/>
                    <a:pt x="2573" y="46924"/>
                    <a:pt x="2619" y="46670"/>
                  </a:cubicBezTo>
                  <a:lnTo>
                    <a:pt x="2652" y="46476"/>
                  </a:lnTo>
                  <a:cubicBezTo>
                    <a:pt x="2539" y="46452"/>
                    <a:pt x="2665" y="46070"/>
                    <a:pt x="2723" y="46070"/>
                  </a:cubicBezTo>
                  <a:cubicBezTo>
                    <a:pt x="2724" y="46070"/>
                    <a:pt x="2724" y="46070"/>
                    <a:pt x="2725" y="46070"/>
                  </a:cubicBezTo>
                  <a:cubicBezTo>
                    <a:pt x="2798" y="46013"/>
                    <a:pt x="2798" y="46013"/>
                    <a:pt x="2822" y="45884"/>
                  </a:cubicBezTo>
                  <a:cubicBezTo>
                    <a:pt x="2743" y="45662"/>
                    <a:pt x="2857" y="45348"/>
                    <a:pt x="2915" y="45348"/>
                  </a:cubicBezTo>
                  <a:cubicBezTo>
                    <a:pt x="2917" y="45348"/>
                    <a:pt x="2918" y="45348"/>
                    <a:pt x="2919" y="45349"/>
                  </a:cubicBezTo>
                  <a:lnTo>
                    <a:pt x="2944" y="45211"/>
                  </a:lnTo>
                  <a:cubicBezTo>
                    <a:pt x="2911" y="45122"/>
                    <a:pt x="2911" y="45024"/>
                    <a:pt x="2936" y="44935"/>
                  </a:cubicBezTo>
                  <a:cubicBezTo>
                    <a:pt x="2967" y="44779"/>
                    <a:pt x="2979" y="44705"/>
                    <a:pt x="2949" y="44705"/>
                  </a:cubicBezTo>
                  <a:cubicBezTo>
                    <a:pt x="2941" y="44705"/>
                    <a:pt x="2928" y="44711"/>
                    <a:pt x="2911" y="44724"/>
                  </a:cubicBezTo>
                  <a:cubicBezTo>
                    <a:pt x="2855" y="44716"/>
                    <a:pt x="2798" y="44700"/>
                    <a:pt x="2806" y="44635"/>
                  </a:cubicBezTo>
                  <a:lnTo>
                    <a:pt x="2806" y="44635"/>
                  </a:lnTo>
                  <a:lnTo>
                    <a:pt x="2871" y="44643"/>
                  </a:lnTo>
                  <a:cubicBezTo>
                    <a:pt x="2873" y="44644"/>
                    <a:pt x="2875" y="44644"/>
                    <a:pt x="2877" y="44644"/>
                  </a:cubicBezTo>
                  <a:cubicBezTo>
                    <a:pt x="2930" y="44644"/>
                    <a:pt x="2962" y="44447"/>
                    <a:pt x="3009" y="44189"/>
                  </a:cubicBezTo>
                  <a:cubicBezTo>
                    <a:pt x="3073" y="43857"/>
                    <a:pt x="3098" y="43719"/>
                    <a:pt x="3171" y="43670"/>
                  </a:cubicBezTo>
                  <a:lnTo>
                    <a:pt x="3122" y="43589"/>
                  </a:lnTo>
                  <a:cubicBezTo>
                    <a:pt x="3076" y="43513"/>
                    <a:pt x="3088" y="43451"/>
                    <a:pt x="3137" y="43451"/>
                  </a:cubicBezTo>
                  <a:cubicBezTo>
                    <a:pt x="3140" y="43451"/>
                    <a:pt x="3143" y="43451"/>
                    <a:pt x="3146" y="43451"/>
                  </a:cubicBezTo>
                  <a:cubicBezTo>
                    <a:pt x="3219" y="43403"/>
                    <a:pt x="3268" y="43135"/>
                    <a:pt x="3227" y="42989"/>
                  </a:cubicBezTo>
                  <a:cubicBezTo>
                    <a:pt x="3244" y="42924"/>
                    <a:pt x="3252" y="42851"/>
                    <a:pt x="3252" y="42851"/>
                  </a:cubicBezTo>
                  <a:cubicBezTo>
                    <a:pt x="3390" y="42795"/>
                    <a:pt x="3422" y="42624"/>
                    <a:pt x="3317" y="42519"/>
                  </a:cubicBezTo>
                  <a:lnTo>
                    <a:pt x="3317" y="42519"/>
                  </a:lnTo>
                  <a:cubicBezTo>
                    <a:pt x="3320" y="42520"/>
                    <a:pt x="3323" y="42520"/>
                    <a:pt x="3326" y="42520"/>
                  </a:cubicBezTo>
                  <a:cubicBezTo>
                    <a:pt x="3375" y="42520"/>
                    <a:pt x="3390" y="42459"/>
                    <a:pt x="3398" y="42397"/>
                  </a:cubicBezTo>
                  <a:cubicBezTo>
                    <a:pt x="3366" y="42256"/>
                    <a:pt x="3411" y="41999"/>
                    <a:pt x="3466" y="41999"/>
                  </a:cubicBezTo>
                  <a:cubicBezTo>
                    <a:pt x="3467" y="41999"/>
                    <a:pt x="3469" y="42000"/>
                    <a:pt x="3471" y="42000"/>
                  </a:cubicBezTo>
                  <a:lnTo>
                    <a:pt x="3487" y="41927"/>
                  </a:lnTo>
                  <a:cubicBezTo>
                    <a:pt x="3446" y="41862"/>
                    <a:pt x="3438" y="41789"/>
                    <a:pt x="3463" y="41716"/>
                  </a:cubicBezTo>
                  <a:cubicBezTo>
                    <a:pt x="3487" y="41652"/>
                    <a:pt x="3479" y="41570"/>
                    <a:pt x="3438" y="41506"/>
                  </a:cubicBezTo>
                  <a:cubicBezTo>
                    <a:pt x="3414" y="41465"/>
                    <a:pt x="3398" y="41416"/>
                    <a:pt x="3406" y="41360"/>
                  </a:cubicBezTo>
                  <a:cubicBezTo>
                    <a:pt x="3410" y="41343"/>
                    <a:pt x="3416" y="41336"/>
                    <a:pt x="3423" y="41336"/>
                  </a:cubicBezTo>
                  <a:cubicBezTo>
                    <a:pt x="3443" y="41336"/>
                    <a:pt x="3475" y="41395"/>
                    <a:pt x="3511" y="41449"/>
                  </a:cubicBezTo>
                  <a:cubicBezTo>
                    <a:pt x="3519" y="41483"/>
                    <a:pt x="3527" y="41498"/>
                    <a:pt x="3534" y="41498"/>
                  </a:cubicBezTo>
                  <a:cubicBezTo>
                    <a:pt x="3556" y="41498"/>
                    <a:pt x="3565" y="41340"/>
                    <a:pt x="3503" y="41173"/>
                  </a:cubicBezTo>
                  <a:cubicBezTo>
                    <a:pt x="3459" y="41054"/>
                    <a:pt x="3439" y="41000"/>
                    <a:pt x="3444" y="41000"/>
                  </a:cubicBezTo>
                  <a:cubicBezTo>
                    <a:pt x="3448" y="41000"/>
                    <a:pt x="3471" y="41038"/>
                    <a:pt x="3511" y="41108"/>
                  </a:cubicBezTo>
                  <a:cubicBezTo>
                    <a:pt x="3540" y="41152"/>
                    <a:pt x="3569" y="41198"/>
                    <a:pt x="3581" y="41198"/>
                  </a:cubicBezTo>
                  <a:cubicBezTo>
                    <a:pt x="3589" y="41198"/>
                    <a:pt x="3589" y="41176"/>
                    <a:pt x="3576" y="41116"/>
                  </a:cubicBezTo>
                  <a:cubicBezTo>
                    <a:pt x="3576" y="41116"/>
                    <a:pt x="3600" y="40987"/>
                    <a:pt x="3536" y="40970"/>
                  </a:cubicBezTo>
                  <a:cubicBezTo>
                    <a:pt x="3552" y="40906"/>
                    <a:pt x="3560" y="40841"/>
                    <a:pt x="3576" y="40776"/>
                  </a:cubicBezTo>
                  <a:cubicBezTo>
                    <a:pt x="3633" y="40695"/>
                    <a:pt x="3665" y="40606"/>
                    <a:pt x="3682" y="40516"/>
                  </a:cubicBezTo>
                  <a:cubicBezTo>
                    <a:pt x="3633" y="40435"/>
                    <a:pt x="3633" y="40435"/>
                    <a:pt x="3706" y="40379"/>
                  </a:cubicBezTo>
                  <a:cubicBezTo>
                    <a:pt x="3712" y="40380"/>
                    <a:pt x="3718" y="40381"/>
                    <a:pt x="3723" y="40381"/>
                  </a:cubicBezTo>
                  <a:cubicBezTo>
                    <a:pt x="3764" y="40381"/>
                    <a:pt x="3766" y="40327"/>
                    <a:pt x="3657" y="40306"/>
                  </a:cubicBezTo>
                  <a:cubicBezTo>
                    <a:pt x="3609" y="40241"/>
                    <a:pt x="3625" y="40144"/>
                    <a:pt x="3698" y="40103"/>
                  </a:cubicBezTo>
                  <a:cubicBezTo>
                    <a:pt x="3715" y="40107"/>
                    <a:pt x="3731" y="40108"/>
                    <a:pt x="3744" y="40108"/>
                  </a:cubicBezTo>
                  <a:cubicBezTo>
                    <a:pt x="3815" y="40108"/>
                    <a:pt x="3819" y="40060"/>
                    <a:pt x="3771" y="40046"/>
                  </a:cubicBezTo>
                  <a:cubicBezTo>
                    <a:pt x="3738" y="40006"/>
                    <a:pt x="3730" y="39957"/>
                    <a:pt x="3730" y="39900"/>
                  </a:cubicBezTo>
                  <a:lnTo>
                    <a:pt x="3730" y="39900"/>
                  </a:lnTo>
                  <a:cubicBezTo>
                    <a:pt x="3731" y="39900"/>
                    <a:pt x="3732" y="39901"/>
                    <a:pt x="3733" y="39901"/>
                  </a:cubicBezTo>
                  <a:cubicBezTo>
                    <a:pt x="3798" y="39901"/>
                    <a:pt x="3902" y="39308"/>
                    <a:pt x="4014" y="38708"/>
                  </a:cubicBezTo>
                  <a:cubicBezTo>
                    <a:pt x="4022" y="38644"/>
                    <a:pt x="3982" y="38579"/>
                    <a:pt x="3917" y="38554"/>
                  </a:cubicBezTo>
                  <a:cubicBezTo>
                    <a:pt x="3803" y="38538"/>
                    <a:pt x="3860" y="38546"/>
                    <a:pt x="3933" y="38490"/>
                  </a:cubicBezTo>
                  <a:cubicBezTo>
                    <a:pt x="4096" y="38461"/>
                    <a:pt x="4135" y="38352"/>
                    <a:pt x="4018" y="38352"/>
                  </a:cubicBezTo>
                  <a:cubicBezTo>
                    <a:pt x="4001" y="38352"/>
                    <a:pt x="3981" y="38355"/>
                    <a:pt x="3957" y="38360"/>
                  </a:cubicBezTo>
                  <a:cubicBezTo>
                    <a:pt x="3909" y="38375"/>
                    <a:pt x="3878" y="38384"/>
                    <a:pt x="3866" y="38384"/>
                  </a:cubicBezTo>
                  <a:cubicBezTo>
                    <a:pt x="3847" y="38384"/>
                    <a:pt x="3879" y="38358"/>
                    <a:pt x="3965" y="38287"/>
                  </a:cubicBezTo>
                  <a:cubicBezTo>
                    <a:pt x="4038" y="38230"/>
                    <a:pt x="4038" y="38230"/>
                    <a:pt x="3990" y="38157"/>
                  </a:cubicBezTo>
                  <a:cubicBezTo>
                    <a:pt x="3939" y="38150"/>
                    <a:pt x="3940" y="38090"/>
                    <a:pt x="3988" y="38090"/>
                  </a:cubicBezTo>
                  <a:cubicBezTo>
                    <a:pt x="3993" y="38090"/>
                    <a:pt x="3999" y="38091"/>
                    <a:pt x="4006" y="38092"/>
                  </a:cubicBezTo>
                  <a:cubicBezTo>
                    <a:pt x="4071" y="38035"/>
                    <a:pt x="4144" y="37979"/>
                    <a:pt x="4087" y="37971"/>
                  </a:cubicBezTo>
                  <a:cubicBezTo>
                    <a:pt x="4103" y="37914"/>
                    <a:pt x="4127" y="37873"/>
                    <a:pt x="4168" y="37841"/>
                  </a:cubicBezTo>
                  <a:cubicBezTo>
                    <a:pt x="4241" y="37784"/>
                    <a:pt x="4192" y="37711"/>
                    <a:pt x="4152" y="37630"/>
                  </a:cubicBezTo>
                  <a:cubicBezTo>
                    <a:pt x="4094" y="37475"/>
                    <a:pt x="4082" y="37397"/>
                    <a:pt x="4117" y="37397"/>
                  </a:cubicBezTo>
                  <a:cubicBezTo>
                    <a:pt x="4131" y="37397"/>
                    <a:pt x="4154" y="37410"/>
                    <a:pt x="4184" y="37436"/>
                  </a:cubicBezTo>
                  <a:cubicBezTo>
                    <a:pt x="4196" y="37445"/>
                    <a:pt x="4206" y="37450"/>
                    <a:pt x="4216" y="37450"/>
                  </a:cubicBezTo>
                  <a:cubicBezTo>
                    <a:pt x="4288" y="37450"/>
                    <a:pt x="4278" y="37166"/>
                    <a:pt x="4184" y="37087"/>
                  </a:cubicBezTo>
                  <a:cubicBezTo>
                    <a:pt x="4110" y="37024"/>
                    <a:pt x="4088" y="37006"/>
                    <a:pt x="4104" y="37006"/>
                  </a:cubicBezTo>
                  <a:cubicBezTo>
                    <a:pt x="4111" y="37006"/>
                    <a:pt x="4124" y="37009"/>
                    <a:pt x="4144" y="37014"/>
                  </a:cubicBezTo>
                  <a:cubicBezTo>
                    <a:pt x="4147" y="37014"/>
                    <a:pt x="4150" y="37015"/>
                    <a:pt x="4153" y="37015"/>
                  </a:cubicBezTo>
                  <a:cubicBezTo>
                    <a:pt x="4201" y="37015"/>
                    <a:pt x="4209" y="36957"/>
                    <a:pt x="4209" y="36957"/>
                  </a:cubicBezTo>
                  <a:cubicBezTo>
                    <a:pt x="4224" y="36888"/>
                    <a:pt x="4232" y="36827"/>
                    <a:pt x="4287" y="36827"/>
                  </a:cubicBezTo>
                  <a:cubicBezTo>
                    <a:pt x="4291" y="36827"/>
                    <a:pt x="4294" y="36827"/>
                    <a:pt x="4298" y="36827"/>
                  </a:cubicBezTo>
                  <a:cubicBezTo>
                    <a:pt x="4298" y="36763"/>
                    <a:pt x="4290" y="36690"/>
                    <a:pt x="4273" y="36617"/>
                  </a:cubicBezTo>
                  <a:cubicBezTo>
                    <a:pt x="4192" y="36479"/>
                    <a:pt x="4249" y="36292"/>
                    <a:pt x="4403" y="36227"/>
                  </a:cubicBezTo>
                  <a:lnTo>
                    <a:pt x="4371" y="36090"/>
                  </a:lnTo>
                  <a:cubicBezTo>
                    <a:pt x="4278" y="36011"/>
                    <a:pt x="4229" y="35939"/>
                    <a:pt x="4301" y="35939"/>
                  </a:cubicBezTo>
                  <a:cubicBezTo>
                    <a:pt x="4311" y="35939"/>
                    <a:pt x="4323" y="35941"/>
                    <a:pt x="4338" y="35944"/>
                  </a:cubicBezTo>
                  <a:lnTo>
                    <a:pt x="4395" y="35952"/>
                  </a:lnTo>
                  <a:cubicBezTo>
                    <a:pt x="4293" y="35865"/>
                    <a:pt x="4389" y="35627"/>
                    <a:pt x="4505" y="35627"/>
                  </a:cubicBezTo>
                  <a:cubicBezTo>
                    <a:pt x="4509" y="35627"/>
                    <a:pt x="4513" y="35627"/>
                    <a:pt x="4517" y="35627"/>
                  </a:cubicBezTo>
                  <a:cubicBezTo>
                    <a:pt x="4535" y="35633"/>
                    <a:pt x="4547" y="35636"/>
                    <a:pt x="4556" y="35636"/>
                  </a:cubicBezTo>
                  <a:cubicBezTo>
                    <a:pt x="4574" y="35636"/>
                    <a:pt x="4576" y="35620"/>
                    <a:pt x="4581" y="35571"/>
                  </a:cubicBezTo>
                  <a:lnTo>
                    <a:pt x="4525" y="35563"/>
                  </a:lnTo>
                  <a:cubicBezTo>
                    <a:pt x="4468" y="35555"/>
                    <a:pt x="4411" y="35538"/>
                    <a:pt x="4419" y="35473"/>
                  </a:cubicBezTo>
                  <a:cubicBezTo>
                    <a:pt x="4435" y="35412"/>
                    <a:pt x="4443" y="35351"/>
                    <a:pt x="4491" y="35351"/>
                  </a:cubicBezTo>
                  <a:cubicBezTo>
                    <a:pt x="4494" y="35351"/>
                    <a:pt x="4497" y="35351"/>
                    <a:pt x="4500" y="35352"/>
                  </a:cubicBezTo>
                  <a:cubicBezTo>
                    <a:pt x="4573" y="35295"/>
                    <a:pt x="4646" y="35238"/>
                    <a:pt x="4590" y="35230"/>
                  </a:cubicBezTo>
                  <a:cubicBezTo>
                    <a:pt x="4598" y="35182"/>
                    <a:pt x="4630" y="35133"/>
                    <a:pt x="4671" y="35109"/>
                  </a:cubicBezTo>
                  <a:cubicBezTo>
                    <a:pt x="4679" y="35036"/>
                    <a:pt x="4695" y="34971"/>
                    <a:pt x="4719" y="34841"/>
                  </a:cubicBezTo>
                  <a:cubicBezTo>
                    <a:pt x="4672" y="34762"/>
                    <a:pt x="4694" y="34638"/>
                    <a:pt x="4747" y="34638"/>
                  </a:cubicBezTo>
                  <a:cubicBezTo>
                    <a:pt x="4748" y="34638"/>
                    <a:pt x="4750" y="34638"/>
                    <a:pt x="4752" y="34638"/>
                  </a:cubicBezTo>
                  <a:cubicBezTo>
                    <a:pt x="4768" y="34565"/>
                    <a:pt x="4760" y="34492"/>
                    <a:pt x="4736" y="34428"/>
                  </a:cubicBezTo>
                  <a:cubicBezTo>
                    <a:pt x="4757" y="34304"/>
                    <a:pt x="4766" y="34239"/>
                    <a:pt x="4815" y="34239"/>
                  </a:cubicBezTo>
                  <a:cubicBezTo>
                    <a:pt x="4820" y="34239"/>
                    <a:pt x="4826" y="34239"/>
                    <a:pt x="4833" y="34241"/>
                  </a:cubicBezTo>
                  <a:cubicBezTo>
                    <a:pt x="4846" y="34243"/>
                    <a:pt x="4857" y="34245"/>
                    <a:pt x="4864" y="34245"/>
                  </a:cubicBezTo>
                  <a:cubicBezTo>
                    <a:pt x="4887" y="34245"/>
                    <a:pt x="4878" y="34230"/>
                    <a:pt x="4841" y="34168"/>
                  </a:cubicBezTo>
                  <a:cubicBezTo>
                    <a:pt x="4784" y="34160"/>
                    <a:pt x="4792" y="34095"/>
                    <a:pt x="4809" y="34022"/>
                  </a:cubicBezTo>
                  <a:lnTo>
                    <a:pt x="4833" y="33892"/>
                  </a:lnTo>
                  <a:cubicBezTo>
                    <a:pt x="4776" y="33884"/>
                    <a:pt x="4776" y="33884"/>
                    <a:pt x="4784" y="33811"/>
                  </a:cubicBezTo>
                  <a:cubicBezTo>
                    <a:pt x="4800" y="33747"/>
                    <a:pt x="4890" y="33560"/>
                    <a:pt x="4906" y="33495"/>
                  </a:cubicBezTo>
                  <a:cubicBezTo>
                    <a:pt x="4927" y="33363"/>
                    <a:pt x="4934" y="33317"/>
                    <a:pt x="4919" y="33317"/>
                  </a:cubicBezTo>
                  <a:cubicBezTo>
                    <a:pt x="4910" y="33317"/>
                    <a:pt x="4896" y="33330"/>
                    <a:pt x="4873" y="33349"/>
                  </a:cubicBezTo>
                  <a:cubicBezTo>
                    <a:pt x="4867" y="33375"/>
                    <a:pt x="4854" y="33389"/>
                    <a:pt x="4846" y="33389"/>
                  </a:cubicBezTo>
                  <a:cubicBezTo>
                    <a:pt x="4834" y="33389"/>
                    <a:pt x="4832" y="33355"/>
                    <a:pt x="4881" y="33276"/>
                  </a:cubicBezTo>
                  <a:cubicBezTo>
                    <a:pt x="4938" y="33130"/>
                    <a:pt x="4987" y="32976"/>
                    <a:pt x="5027" y="32822"/>
                  </a:cubicBezTo>
                  <a:cubicBezTo>
                    <a:pt x="5076" y="32555"/>
                    <a:pt x="5076" y="32555"/>
                    <a:pt x="5019" y="32547"/>
                  </a:cubicBezTo>
                  <a:cubicBezTo>
                    <a:pt x="4990" y="32556"/>
                    <a:pt x="4968" y="32559"/>
                    <a:pt x="4953" y="32559"/>
                  </a:cubicBezTo>
                  <a:cubicBezTo>
                    <a:pt x="4899" y="32559"/>
                    <a:pt x="4927" y="32513"/>
                    <a:pt x="5027" y="32482"/>
                  </a:cubicBezTo>
                  <a:cubicBezTo>
                    <a:pt x="5173" y="32368"/>
                    <a:pt x="5181" y="32303"/>
                    <a:pt x="5125" y="32287"/>
                  </a:cubicBezTo>
                  <a:cubicBezTo>
                    <a:pt x="5076" y="32214"/>
                    <a:pt x="5076" y="32214"/>
                    <a:pt x="5092" y="32141"/>
                  </a:cubicBezTo>
                  <a:lnTo>
                    <a:pt x="5092" y="32141"/>
                  </a:lnTo>
                  <a:cubicBezTo>
                    <a:pt x="5098" y="32143"/>
                    <a:pt x="5103" y="32144"/>
                    <a:pt x="5108" y="32144"/>
                  </a:cubicBezTo>
                  <a:cubicBezTo>
                    <a:pt x="5150" y="32144"/>
                    <a:pt x="5154" y="32078"/>
                    <a:pt x="5125" y="31947"/>
                  </a:cubicBezTo>
                  <a:cubicBezTo>
                    <a:pt x="5136" y="31897"/>
                    <a:pt x="5139" y="31881"/>
                    <a:pt x="5158" y="31881"/>
                  </a:cubicBezTo>
                  <a:cubicBezTo>
                    <a:pt x="5167" y="31881"/>
                    <a:pt x="5179" y="31885"/>
                    <a:pt x="5198" y="31890"/>
                  </a:cubicBezTo>
                  <a:lnTo>
                    <a:pt x="5222" y="31752"/>
                  </a:lnTo>
                  <a:cubicBezTo>
                    <a:pt x="5125" y="31598"/>
                    <a:pt x="5263" y="31209"/>
                    <a:pt x="5327" y="31152"/>
                  </a:cubicBezTo>
                  <a:cubicBezTo>
                    <a:pt x="5336" y="31103"/>
                    <a:pt x="5327" y="31055"/>
                    <a:pt x="5295" y="31006"/>
                  </a:cubicBezTo>
                  <a:cubicBezTo>
                    <a:pt x="5205" y="30930"/>
                    <a:pt x="5204" y="30871"/>
                    <a:pt x="5276" y="30871"/>
                  </a:cubicBezTo>
                  <a:cubicBezTo>
                    <a:pt x="5289" y="30871"/>
                    <a:pt x="5303" y="30873"/>
                    <a:pt x="5319" y="30876"/>
                  </a:cubicBezTo>
                  <a:cubicBezTo>
                    <a:pt x="5361" y="30885"/>
                    <a:pt x="5388" y="30890"/>
                    <a:pt x="5402" y="30890"/>
                  </a:cubicBezTo>
                  <a:cubicBezTo>
                    <a:pt x="5429" y="30890"/>
                    <a:pt x="5405" y="30870"/>
                    <a:pt x="5336" y="30812"/>
                  </a:cubicBezTo>
                  <a:cubicBezTo>
                    <a:pt x="5293" y="30740"/>
                    <a:pt x="5338" y="30472"/>
                    <a:pt x="5422" y="30472"/>
                  </a:cubicBezTo>
                  <a:cubicBezTo>
                    <a:pt x="5433" y="30472"/>
                    <a:pt x="5445" y="30477"/>
                    <a:pt x="5457" y="30487"/>
                  </a:cubicBezTo>
                  <a:lnTo>
                    <a:pt x="5571" y="30503"/>
                  </a:lnTo>
                  <a:cubicBezTo>
                    <a:pt x="5546" y="30463"/>
                    <a:pt x="5530" y="30414"/>
                    <a:pt x="5538" y="30366"/>
                  </a:cubicBezTo>
                  <a:cubicBezTo>
                    <a:pt x="5481" y="30349"/>
                    <a:pt x="5490" y="30285"/>
                    <a:pt x="5530" y="30082"/>
                  </a:cubicBezTo>
                  <a:cubicBezTo>
                    <a:pt x="5554" y="29952"/>
                    <a:pt x="5538" y="29676"/>
                    <a:pt x="5563" y="29539"/>
                  </a:cubicBezTo>
                  <a:cubicBezTo>
                    <a:pt x="5587" y="29409"/>
                    <a:pt x="5627" y="29206"/>
                    <a:pt x="5700" y="29149"/>
                  </a:cubicBezTo>
                  <a:cubicBezTo>
                    <a:pt x="5717" y="29060"/>
                    <a:pt x="5717" y="28963"/>
                    <a:pt x="5684" y="28874"/>
                  </a:cubicBezTo>
                  <a:cubicBezTo>
                    <a:pt x="5645" y="28795"/>
                    <a:pt x="5667" y="28671"/>
                    <a:pt x="5720" y="28671"/>
                  </a:cubicBezTo>
                  <a:cubicBezTo>
                    <a:pt x="5721" y="28671"/>
                    <a:pt x="5723" y="28671"/>
                    <a:pt x="5725" y="28671"/>
                  </a:cubicBezTo>
                  <a:lnTo>
                    <a:pt x="5733" y="28606"/>
                  </a:lnTo>
                  <a:cubicBezTo>
                    <a:pt x="5717" y="28533"/>
                    <a:pt x="5708" y="28460"/>
                    <a:pt x="5717" y="28395"/>
                  </a:cubicBezTo>
                  <a:lnTo>
                    <a:pt x="5717" y="28395"/>
                  </a:lnTo>
                  <a:cubicBezTo>
                    <a:pt x="5722" y="28397"/>
                    <a:pt x="5728" y="28398"/>
                    <a:pt x="5733" y="28398"/>
                  </a:cubicBezTo>
                  <a:cubicBezTo>
                    <a:pt x="5791" y="28398"/>
                    <a:pt x="5835" y="28326"/>
                    <a:pt x="5798" y="28274"/>
                  </a:cubicBezTo>
                  <a:cubicBezTo>
                    <a:pt x="5741" y="28258"/>
                    <a:pt x="5749" y="28193"/>
                    <a:pt x="5773" y="28063"/>
                  </a:cubicBezTo>
                  <a:cubicBezTo>
                    <a:pt x="5854" y="27933"/>
                    <a:pt x="6260" y="25728"/>
                    <a:pt x="6203" y="25720"/>
                  </a:cubicBezTo>
                  <a:lnTo>
                    <a:pt x="6235" y="25517"/>
                  </a:lnTo>
                  <a:cubicBezTo>
                    <a:pt x="6252" y="25452"/>
                    <a:pt x="6276" y="25323"/>
                    <a:pt x="6276" y="25323"/>
                  </a:cubicBezTo>
                  <a:cubicBezTo>
                    <a:pt x="6279" y="25323"/>
                    <a:pt x="6281" y="25323"/>
                    <a:pt x="6284" y="25323"/>
                  </a:cubicBezTo>
                  <a:cubicBezTo>
                    <a:pt x="6390" y="25323"/>
                    <a:pt x="6397" y="24993"/>
                    <a:pt x="6373" y="24787"/>
                  </a:cubicBezTo>
                  <a:cubicBezTo>
                    <a:pt x="6333" y="24723"/>
                    <a:pt x="6333" y="24642"/>
                    <a:pt x="6349" y="24577"/>
                  </a:cubicBezTo>
                  <a:lnTo>
                    <a:pt x="6349" y="24577"/>
                  </a:lnTo>
                  <a:cubicBezTo>
                    <a:pt x="6354" y="24577"/>
                    <a:pt x="6358" y="24578"/>
                    <a:pt x="6363" y="24578"/>
                  </a:cubicBezTo>
                  <a:cubicBezTo>
                    <a:pt x="6473" y="24578"/>
                    <a:pt x="6502" y="24393"/>
                    <a:pt x="6471" y="24252"/>
                  </a:cubicBezTo>
                  <a:cubicBezTo>
                    <a:pt x="6376" y="24172"/>
                    <a:pt x="6373" y="24112"/>
                    <a:pt x="6461" y="24112"/>
                  </a:cubicBezTo>
                  <a:cubicBezTo>
                    <a:pt x="6471" y="24112"/>
                    <a:pt x="6482" y="24113"/>
                    <a:pt x="6495" y="24115"/>
                  </a:cubicBezTo>
                  <a:cubicBezTo>
                    <a:pt x="6504" y="24117"/>
                    <a:pt x="6513" y="24117"/>
                    <a:pt x="6521" y="24117"/>
                  </a:cubicBezTo>
                  <a:cubicBezTo>
                    <a:pt x="6611" y="24117"/>
                    <a:pt x="6621" y="23995"/>
                    <a:pt x="6487" y="23839"/>
                  </a:cubicBezTo>
                  <a:cubicBezTo>
                    <a:pt x="6438" y="23766"/>
                    <a:pt x="6438" y="23766"/>
                    <a:pt x="6511" y="23709"/>
                  </a:cubicBezTo>
                  <a:cubicBezTo>
                    <a:pt x="6641" y="23660"/>
                    <a:pt x="6649" y="23596"/>
                    <a:pt x="6592" y="23588"/>
                  </a:cubicBezTo>
                  <a:cubicBezTo>
                    <a:pt x="6487" y="23498"/>
                    <a:pt x="6495" y="23425"/>
                    <a:pt x="6625" y="23385"/>
                  </a:cubicBezTo>
                  <a:cubicBezTo>
                    <a:pt x="6771" y="23271"/>
                    <a:pt x="6771" y="23271"/>
                    <a:pt x="6665" y="23182"/>
                  </a:cubicBezTo>
                  <a:cubicBezTo>
                    <a:pt x="6560" y="23093"/>
                    <a:pt x="6608" y="22825"/>
                    <a:pt x="6738" y="22785"/>
                  </a:cubicBezTo>
                  <a:cubicBezTo>
                    <a:pt x="6754" y="22712"/>
                    <a:pt x="6819" y="22663"/>
                    <a:pt x="6762" y="22647"/>
                  </a:cubicBezTo>
                  <a:lnTo>
                    <a:pt x="6835" y="22590"/>
                  </a:lnTo>
                  <a:lnTo>
                    <a:pt x="6860" y="22461"/>
                  </a:lnTo>
                  <a:lnTo>
                    <a:pt x="6803" y="22444"/>
                  </a:lnTo>
                  <a:cubicBezTo>
                    <a:pt x="6811" y="22379"/>
                    <a:pt x="6941" y="21990"/>
                    <a:pt x="7030" y="21520"/>
                  </a:cubicBezTo>
                  <a:cubicBezTo>
                    <a:pt x="7143" y="20884"/>
                    <a:pt x="7176" y="20698"/>
                    <a:pt x="7140" y="20698"/>
                  </a:cubicBezTo>
                  <a:cubicBezTo>
                    <a:pt x="7134" y="20698"/>
                    <a:pt x="7128" y="20702"/>
                    <a:pt x="7119" y="20709"/>
                  </a:cubicBezTo>
                  <a:cubicBezTo>
                    <a:pt x="7100" y="20716"/>
                    <a:pt x="7084" y="20720"/>
                    <a:pt x="7072" y="20720"/>
                  </a:cubicBezTo>
                  <a:cubicBezTo>
                    <a:pt x="6999" y="20720"/>
                    <a:pt x="7033" y="20614"/>
                    <a:pt x="7144" y="20580"/>
                  </a:cubicBezTo>
                  <a:cubicBezTo>
                    <a:pt x="7184" y="20474"/>
                    <a:pt x="7225" y="20361"/>
                    <a:pt x="7257" y="20255"/>
                  </a:cubicBezTo>
                  <a:cubicBezTo>
                    <a:pt x="7289" y="20122"/>
                    <a:pt x="7312" y="19995"/>
                    <a:pt x="7366" y="19995"/>
                  </a:cubicBezTo>
                  <a:cubicBezTo>
                    <a:pt x="7367" y="19995"/>
                    <a:pt x="7369" y="19996"/>
                    <a:pt x="7371" y="19996"/>
                  </a:cubicBezTo>
                  <a:lnTo>
                    <a:pt x="7379" y="19931"/>
                  </a:lnTo>
                  <a:cubicBezTo>
                    <a:pt x="7289" y="19777"/>
                    <a:pt x="7362" y="19372"/>
                    <a:pt x="7460" y="19185"/>
                  </a:cubicBezTo>
                  <a:cubicBezTo>
                    <a:pt x="7484" y="19072"/>
                    <a:pt x="7484" y="18958"/>
                    <a:pt x="7460" y="18845"/>
                  </a:cubicBezTo>
                  <a:cubicBezTo>
                    <a:pt x="7427" y="18699"/>
                    <a:pt x="7427" y="18699"/>
                    <a:pt x="7492" y="18642"/>
                  </a:cubicBezTo>
                  <a:cubicBezTo>
                    <a:pt x="7493" y="18642"/>
                    <a:pt x="7494" y="18642"/>
                    <a:pt x="7494" y="18642"/>
                  </a:cubicBezTo>
                  <a:cubicBezTo>
                    <a:pt x="7560" y="18642"/>
                    <a:pt x="7686" y="18261"/>
                    <a:pt x="7565" y="18236"/>
                  </a:cubicBezTo>
                  <a:lnTo>
                    <a:pt x="7638" y="18188"/>
                  </a:lnTo>
                  <a:cubicBezTo>
                    <a:pt x="7703" y="18147"/>
                    <a:pt x="7679" y="18050"/>
                    <a:pt x="7606" y="18042"/>
                  </a:cubicBezTo>
                  <a:cubicBezTo>
                    <a:pt x="7484" y="18018"/>
                    <a:pt x="7500" y="17953"/>
                    <a:pt x="7687" y="17920"/>
                  </a:cubicBezTo>
                  <a:cubicBezTo>
                    <a:pt x="7700" y="17922"/>
                    <a:pt x="7712" y="17923"/>
                    <a:pt x="7723" y="17923"/>
                  </a:cubicBezTo>
                  <a:cubicBezTo>
                    <a:pt x="7809" y="17923"/>
                    <a:pt x="7810" y="17871"/>
                    <a:pt x="7760" y="17863"/>
                  </a:cubicBezTo>
                  <a:cubicBezTo>
                    <a:pt x="7711" y="17782"/>
                    <a:pt x="7662" y="17709"/>
                    <a:pt x="7735" y="17653"/>
                  </a:cubicBezTo>
                  <a:cubicBezTo>
                    <a:pt x="7752" y="17580"/>
                    <a:pt x="7760" y="17515"/>
                    <a:pt x="7646" y="17491"/>
                  </a:cubicBezTo>
                  <a:cubicBezTo>
                    <a:pt x="7581" y="17482"/>
                    <a:pt x="7598" y="17418"/>
                    <a:pt x="7606" y="17353"/>
                  </a:cubicBezTo>
                  <a:lnTo>
                    <a:pt x="7606" y="17353"/>
                  </a:lnTo>
                  <a:cubicBezTo>
                    <a:pt x="7671" y="17361"/>
                    <a:pt x="7671" y="17361"/>
                    <a:pt x="7711" y="17442"/>
                  </a:cubicBezTo>
                  <a:cubicBezTo>
                    <a:pt x="7709" y="17459"/>
                    <a:pt x="7708" y="17467"/>
                    <a:pt x="7708" y="17467"/>
                  </a:cubicBezTo>
                  <a:cubicBezTo>
                    <a:pt x="7708" y="17467"/>
                    <a:pt x="7718" y="17405"/>
                    <a:pt x="7735" y="17304"/>
                  </a:cubicBezTo>
                  <a:cubicBezTo>
                    <a:pt x="7751" y="17241"/>
                    <a:pt x="7828" y="17125"/>
                    <a:pt x="7884" y="17125"/>
                  </a:cubicBezTo>
                  <a:cubicBezTo>
                    <a:pt x="7886" y="17125"/>
                    <a:pt x="7888" y="17125"/>
                    <a:pt x="7889" y="17126"/>
                  </a:cubicBezTo>
                  <a:cubicBezTo>
                    <a:pt x="7947" y="17081"/>
                    <a:pt x="7969" y="17032"/>
                    <a:pt x="7914" y="17032"/>
                  </a:cubicBezTo>
                  <a:cubicBezTo>
                    <a:pt x="7899" y="17032"/>
                    <a:pt x="7877" y="17036"/>
                    <a:pt x="7849" y="17045"/>
                  </a:cubicBezTo>
                  <a:cubicBezTo>
                    <a:pt x="7727" y="17028"/>
                    <a:pt x="7727" y="17028"/>
                    <a:pt x="7752" y="16891"/>
                  </a:cubicBezTo>
                  <a:cubicBezTo>
                    <a:pt x="7767" y="16829"/>
                    <a:pt x="7775" y="16768"/>
                    <a:pt x="7830" y="16768"/>
                  </a:cubicBezTo>
                  <a:cubicBezTo>
                    <a:pt x="7834" y="16768"/>
                    <a:pt x="7837" y="16768"/>
                    <a:pt x="7841" y="16769"/>
                  </a:cubicBezTo>
                  <a:cubicBezTo>
                    <a:pt x="7855" y="16773"/>
                    <a:pt x="7866" y="16776"/>
                    <a:pt x="7875" y="16776"/>
                  </a:cubicBezTo>
                  <a:cubicBezTo>
                    <a:pt x="7899" y="16776"/>
                    <a:pt x="7904" y="16750"/>
                    <a:pt x="7922" y="16647"/>
                  </a:cubicBezTo>
                  <a:cubicBezTo>
                    <a:pt x="7938" y="16453"/>
                    <a:pt x="7857" y="16258"/>
                    <a:pt x="7711" y="16128"/>
                  </a:cubicBezTo>
                  <a:cubicBezTo>
                    <a:pt x="7598" y="16104"/>
                    <a:pt x="7598" y="16104"/>
                    <a:pt x="7727" y="16055"/>
                  </a:cubicBezTo>
                  <a:cubicBezTo>
                    <a:pt x="7733" y="16057"/>
                    <a:pt x="7739" y="16058"/>
                    <a:pt x="7744" y="16058"/>
                  </a:cubicBezTo>
                  <a:cubicBezTo>
                    <a:pt x="7786" y="16058"/>
                    <a:pt x="7794" y="15999"/>
                    <a:pt x="7808" y="15934"/>
                  </a:cubicBezTo>
                  <a:cubicBezTo>
                    <a:pt x="7772" y="15929"/>
                    <a:pt x="7786" y="15903"/>
                    <a:pt x="7798" y="15903"/>
                  </a:cubicBezTo>
                  <a:cubicBezTo>
                    <a:pt x="7805" y="15903"/>
                    <a:pt x="7811" y="15911"/>
                    <a:pt x="7808" y="15934"/>
                  </a:cubicBezTo>
                  <a:cubicBezTo>
                    <a:pt x="7865" y="15950"/>
                    <a:pt x="7857" y="16015"/>
                    <a:pt x="7841" y="16080"/>
                  </a:cubicBezTo>
                  <a:lnTo>
                    <a:pt x="7898" y="16088"/>
                  </a:lnTo>
                  <a:cubicBezTo>
                    <a:pt x="8027" y="16047"/>
                    <a:pt x="8044" y="15982"/>
                    <a:pt x="7938" y="15893"/>
                  </a:cubicBezTo>
                  <a:cubicBezTo>
                    <a:pt x="7889" y="15812"/>
                    <a:pt x="7889" y="15812"/>
                    <a:pt x="7962" y="15755"/>
                  </a:cubicBezTo>
                  <a:cubicBezTo>
                    <a:pt x="8035" y="15699"/>
                    <a:pt x="8100" y="15650"/>
                    <a:pt x="8044" y="15634"/>
                  </a:cubicBezTo>
                  <a:cubicBezTo>
                    <a:pt x="8060" y="15561"/>
                    <a:pt x="8092" y="15496"/>
                    <a:pt x="8141" y="15447"/>
                  </a:cubicBezTo>
                  <a:cubicBezTo>
                    <a:pt x="8165" y="15310"/>
                    <a:pt x="8173" y="15245"/>
                    <a:pt x="8116" y="15237"/>
                  </a:cubicBezTo>
                  <a:cubicBezTo>
                    <a:pt x="8060" y="15220"/>
                    <a:pt x="8068" y="15155"/>
                    <a:pt x="8084" y="15091"/>
                  </a:cubicBezTo>
                  <a:cubicBezTo>
                    <a:pt x="8092" y="15026"/>
                    <a:pt x="8108" y="14953"/>
                    <a:pt x="8052" y="14945"/>
                  </a:cubicBezTo>
                  <a:cubicBezTo>
                    <a:pt x="7987" y="14937"/>
                    <a:pt x="7946" y="14856"/>
                    <a:pt x="7971" y="14726"/>
                  </a:cubicBezTo>
                  <a:cubicBezTo>
                    <a:pt x="7930" y="14580"/>
                    <a:pt x="7930" y="14580"/>
                    <a:pt x="8060" y="14531"/>
                  </a:cubicBezTo>
                  <a:cubicBezTo>
                    <a:pt x="8066" y="14533"/>
                    <a:pt x="8072" y="14533"/>
                    <a:pt x="8077" y="14533"/>
                  </a:cubicBezTo>
                  <a:cubicBezTo>
                    <a:pt x="8126" y="14533"/>
                    <a:pt x="8134" y="14468"/>
                    <a:pt x="8149" y="14410"/>
                  </a:cubicBezTo>
                  <a:cubicBezTo>
                    <a:pt x="8157" y="14361"/>
                    <a:pt x="8189" y="14320"/>
                    <a:pt x="8230" y="14288"/>
                  </a:cubicBezTo>
                  <a:cubicBezTo>
                    <a:pt x="8303" y="14231"/>
                    <a:pt x="8238" y="14223"/>
                    <a:pt x="8181" y="14207"/>
                  </a:cubicBezTo>
                  <a:lnTo>
                    <a:pt x="8068" y="14191"/>
                  </a:lnTo>
                  <a:cubicBezTo>
                    <a:pt x="8075" y="14131"/>
                    <a:pt x="8187" y="14084"/>
                    <a:pt x="8249" y="14084"/>
                  </a:cubicBezTo>
                  <a:cubicBezTo>
                    <a:pt x="8254" y="14084"/>
                    <a:pt x="8258" y="14085"/>
                    <a:pt x="8262" y="14085"/>
                  </a:cubicBezTo>
                  <a:cubicBezTo>
                    <a:pt x="8392" y="14045"/>
                    <a:pt x="8392" y="14045"/>
                    <a:pt x="8279" y="14020"/>
                  </a:cubicBezTo>
                  <a:cubicBezTo>
                    <a:pt x="8222" y="14012"/>
                    <a:pt x="8173" y="13931"/>
                    <a:pt x="8254" y="13810"/>
                  </a:cubicBezTo>
                  <a:cubicBezTo>
                    <a:pt x="8278" y="13676"/>
                    <a:pt x="8301" y="13550"/>
                    <a:pt x="8362" y="13550"/>
                  </a:cubicBezTo>
                  <a:cubicBezTo>
                    <a:pt x="8364" y="13550"/>
                    <a:pt x="8366" y="13550"/>
                    <a:pt x="8368" y="13550"/>
                  </a:cubicBezTo>
                  <a:cubicBezTo>
                    <a:pt x="8408" y="13518"/>
                    <a:pt x="8416" y="13461"/>
                    <a:pt x="8392" y="13420"/>
                  </a:cubicBezTo>
                  <a:cubicBezTo>
                    <a:pt x="8343" y="13339"/>
                    <a:pt x="8352" y="13274"/>
                    <a:pt x="8449" y="13088"/>
                  </a:cubicBezTo>
                  <a:cubicBezTo>
                    <a:pt x="8627" y="12772"/>
                    <a:pt x="8627" y="12772"/>
                    <a:pt x="8514" y="12747"/>
                  </a:cubicBezTo>
                  <a:cubicBezTo>
                    <a:pt x="8449" y="12739"/>
                    <a:pt x="8392" y="12731"/>
                    <a:pt x="8522" y="12683"/>
                  </a:cubicBezTo>
                  <a:cubicBezTo>
                    <a:pt x="8595" y="12626"/>
                    <a:pt x="8546" y="12553"/>
                    <a:pt x="8514" y="12407"/>
                  </a:cubicBezTo>
                  <a:cubicBezTo>
                    <a:pt x="8457" y="12342"/>
                    <a:pt x="8376" y="12302"/>
                    <a:pt x="8287" y="12293"/>
                  </a:cubicBezTo>
                  <a:cubicBezTo>
                    <a:pt x="8173" y="12277"/>
                    <a:pt x="8173" y="12277"/>
                    <a:pt x="8254" y="12148"/>
                  </a:cubicBezTo>
                  <a:cubicBezTo>
                    <a:pt x="8269" y="12087"/>
                    <a:pt x="8319" y="12041"/>
                    <a:pt x="8384" y="12041"/>
                  </a:cubicBezTo>
                  <a:cubicBezTo>
                    <a:pt x="8390" y="12041"/>
                    <a:pt x="8395" y="12042"/>
                    <a:pt x="8400" y="12042"/>
                  </a:cubicBezTo>
                  <a:cubicBezTo>
                    <a:pt x="8457" y="12050"/>
                    <a:pt x="8441" y="12115"/>
                    <a:pt x="8441" y="12115"/>
                  </a:cubicBezTo>
                  <a:lnTo>
                    <a:pt x="8433" y="12180"/>
                  </a:lnTo>
                  <a:cubicBezTo>
                    <a:pt x="8450" y="12185"/>
                    <a:pt x="8466" y="12189"/>
                    <a:pt x="8482" y="12189"/>
                  </a:cubicBezTo>
                  <a:cubicBezTo>
                    <a:pt x="8520" y="12189"/>
                    <a:pt x="8553" y="12166"/>
                    <a:pt x="8571" y="12075"/>
                  </a:cubicBezTo>
                  <a:cubicBezTo>
                    <a:pt x="8643" y="12018"/>
                    <a:pt x="8660" y="11953"/>
                    <a:pt x="8595" y="11937"/>
                  </a:cubicBezTo>
                  <a:cubicBezTo>
                    <a:pt x="8668" y="11880"/>
                    <a:pt x="8692" y="11750"/>
                    <a:pt x="8716" y="11612"/>
                  </a:cubicBezTo>
                  <a:cubicBezTo>
                    <a:pt x="8741" y="11483"/>
                    <a:pt x="8781" y="11280"/>
                    <a:pt x="8846" y="11223"/>
                  </a:cubicBezTo>
                  <a:cubicBezTo>
                    <a:pt x="8870" y="11094"/>
                    <a:pt x="8887" y="11029"/>
                    <a:pt x="8830" y="11012"/>
                  </a:cubicBezTo>
                  <a:cubicBezTo>
                    <a:pt x="8720" y="10998"/>
                    <a:pt x="8723" y="10937"/>
                    <a:pt x="8766" y="10937"/>
                  </a:cubicBezTo>
                  <a:cubicBezTo>
                    <a:pt x="8770" y="10937"/>
                    <a:pt x="8776" y="10938"/>
                    <a:pt x="8781" y="10939"/>
                  </a:cubicBezTo>
                  <a:cubicBezTo>
                    <a:pt x="8911" y="10891"/>
                    <a:pt x="9130" y="10031"/>
                    <a:pt x="9025" y="9942"/>
                  </a:cubicBezTo>
                  <a:lnTo>
                    <a:pt x="9049" y="9813"/>
                  </a:lnTo>
                  <a:cubicBezTo>
                    <a:pt x="9130" y="9691"/>
                    <a:pt x="9203" y="9285"/>
                    <a:pt x="9154" y="9213"/>
                  </a:cubicBezTo>
                  <a:lnTo>
                    <a:pt x="9195" y="9010"/>
                  </a:lnTo>
                  <a:cubicBezTo>
                    <a:pt x="9276" y="8888"/>
                    <a:pt x="9284" y="8823"/>
                    <a:pt x="9243" y="8742"/>
                  </a:cubicBezTo>
                  <a:cubicBezTo>
                    <a:pt x="9206" y="8686"/>
                    <a:pt x="9164" y="8664"/>
                    <a:pt x="9172" y="8664"/>
                  </a:cubicBezTo>
                  <a:cubicBezTo>
                    <a:pt x="9175" y="8664"/>
                    <a:pt x="9182" y="8666"/>
                    <a:pt x="9195" y="8669"/>
                  </a:cubicBezTo>
                  <a:cubicBezTo>
                    <a:pt x="9196" y="8670"/>
                    <a:pt x="9198" y="8670"/>
                    <a:pt x="9199" y="8670"/>
                  </a:cubicBezTo>
                  <a:cubicBezTo>
                    <a:pt x="9253" y="8670"/>
                    <a:pt x="9277" y="8532"/>
                    <a:pt x="9325" y="8272"/>
                  </a:cubicBezTo>
                  <a:cubicBezTo>
                    <a:pt x="9358" y="8088"/>
                    <a:pt x="9368" y="8035"/>
                    <a:pt x="9351" y="8035"/>
                  </a:cubicBezTo>
                  <a:cubicBezTo>
                    <a:pt x="9343" y="8035"/>
                    <a:pt x="9329" y="8046"/>
                    <a:pt x="9308" y="8061"/>
                  </a:cubicBezTo>
                  <a:cubicBezTo>
                    <a:pt x="9296" y="7845"/>
                    <a:pt x="9333" y="7803"/>
                    <a:pt x="9377" y="7803"/>
                  </a:cubicBezTo>
                  <a:cubicBezTo>
                    <a:pt x="9389" y="7803"/>
                    <a:pt x="9402" y="7806"/>
                    <a:pt x="9414" y="7810"/>
                  </a:cubicBezTo>
                  <a:cubicBezTo>
                    <a:pt x="9438" y="7830"/>
                    <a:pt x="9457" y="7839"/>
                    <a:pt x="9472" y="7839"/>
                  </a:cubicBezTo>
                  <a:cubicBezTo>
                    <a:pt x="9521" y="7839"/>
                    <a:pt x="9507" y="7739"/>
                    <a:pt x="9381" y="7664"/>
                  </a:cubicBezTo>
                  <a:cubicBezTo>
                    <a:pt x="9279" y="7577"/>
                    <a:pt x="9299" y="7453"/>
                    <a:pt x="9352" y="7453"/>
                  </a:cubicBezTo>
                  <a:cubicBezTo>
                    <a:pt x="9354" y="7453"/>
                    <a:pt x="9355" y="7453"/>
                    <a:pt x="9357" y="7453"/>
                  </a:cubicBezTo>
                  <a:cubicBezTo>
                    <a:pt x="9414" y="7461"/>
                    <a:pt x="9406" y="7526"/>
                    <a:pt x="9389" y="7599"/>
                  </a:cubicBezTo>
                  <a:lnTo>
                    <a:pt x="9511" y="7615"/>
                  </a:lnTo>
                  <a:cubicBezTo>
                    <a:pt x="9519" y="7550"/>
                    <a:pt x="9519" y="7550"/>
                    <a:pt x="9470" y="7477"/>
                  </a:cubicBezTo>
                  <a:cubicBezTo>
                    <a:pt x="9479" y="7421"/>
                    <a:pt x="9462" y="7372"/>
                    <a:pt x="9438" y="7332"/>
                  </a:cubicBezTo>
                  <a:cubicBezTo>
                    <a:pt x="9423" y="7288"/>
                    <a:pt x="9383" y="7261"/>
                    <a:pt x="9340" y="7261"/>
                  </a:cubicBezTo>
                  <a:cubicBezTo>
                    <a:pt x="9312" y="7261"/>
                    <a:pt x="9282" y="7273"/>
                    <a:pt x="9260" y="7299"/>
                  </a:cubicBezTo>
                  <a:cubicBezTo>
                    <a:pt x="9243" y="7313"/>
                    <a:pt x="9232" y="7320"/>
                    <a:pt x="9223" y="7320"/>
                  </a:cubicBezTo>
                  <a:cubicBezTo>
                    <a:pt x="9199" y="7320"/>
                    <a:pt x="9207" y="7267"/>
                    <a:pt x="9219" y="7218"/>
                  </a:cubicBezTo>
                  <a:cubicBezTo>
                    <a:pt x="9262" y="7154"/>
                    <a:pt x="9298" y="7126"/>
                    <a:pt x="9330" y="7126"/>
                  </a:cubicBezTo>
                  <a:cubicBezTo>
                    <a:pt x="9358" y="7126"/>
                    <a:pt x="9383" y="7148"/>
                    <a:pt x="9406" y="7186"/>
                  </a:cubicBezTo>
                  <a:cubicBezTo>
                    <a:pt x="9389" y="7250"/>
                    <a:pt x="9454" y="7267"/>
                    <a:pt x="9511" y="7275"/>
                  </a:cubicBezTo>
                  <a:cubicBezTo>
                    <a:pt x="9512" y="7275"/>
                    <a:pt x="9512" y="7275"/>
                    <a:pt x="9513" y="7275"/>
                  </a:cubicBezTo>
                  <a:cubicBezTo>
                    <a:pt x="9565" y="7275"/>
                    <a:pt x="9512" y="6938"/>
                    <a:pt x="9411" y="6842"/>
                  </a:cubicBezTo>
                  <a:lnTo>
                    <a:pt x="9411" y="6842"/>
                  </a:lnTo>
                  <a:cubicBezTo>
                    <a:pt x="9425" y="6845"/>
                    <a:pt x="9442" y="6849"/>
                    <a:pt x="9462" y="6853"/>
                  </a:cubicBezTo>
                  <a:cubicBezTo>
                    <a:pt x="9464" y="6853"/>
                    <a:pt x="9466" y="6854"/>
                    <a:pt x="9468" y="6854"/>
                  </a:cubicBezTo>
                  <a:cubicBezTo>
                    <a:pt x="9529" y="6854"/>
                    <a:pt x="9552" y="6727"/>
                    <a:pt x="9576" y="6594"/>
                  </a:cubicBezTo>
                  <a:cubicBezTo>
                    <a:pt x="9600" y="6464"/>
                    <a:pt x="9608" y="6391"/>
                    <a:pt x="9552" y="6383"/>
                  </a:cubicBezTo>
                  <a:cubicBezTo>
                    <a:pt x="9495" y="6375"/>
                    <a:pt x="9430" y="6359"/>
                    <a:pt x="9446" y="6294"/>
                  </a:cubicBezTo>
                  <a:lnTo>
                    <a:pt x="9446" y="6294"/>
                  </a:lnTo>
                  <a:cubicBezTo>
                    <a:pt x="9435" y="6337"/>
                    <a:pt x="9406" y="6348"/>
                    <a:pt x="9372" y="6348"/>
                  </a:cubicBezTo>
                  <a:cubicBezTo>
                    <a:pt x="9354" y="6348"/>
                    <a:pt x="9335" y="6345"/>
                    <a:pt x="9316" y="6342"/>
                  </a:cubicBezTo>
                  <a:cubicBezTo>
                    <a:pt x="9357" y="6278"/>
                    <a:pt x="9414" y="6213"/>
                    <a:pt x="9470" y="6164"/>
                  </a:cubicBezTo>
                  <a:cubicBezTo>
                    <a:pt x="9608" y="6051"/>
                    <a:pt x="9697" y="5929"/>
                    <a:pt x="9746" y="5661"/>
                  </a:cubicBezTo>
                  <a:cubicBezTo>
                    <a:pt x="9770" y="5524"/>
                    <a:pt x="9803" y="5329"/>
                    <a:pt x="9876" y="5272"/>
                  </a:cubicBezTo>
                  <a:cubicBezTo>
                    <a:pt x="9900" y="5134"/>
                    <a:pt x="9908" y="5069"/>
                    <a:pt x="9852" y="5061"/>
                  </a:cubicBezTo>
                  <a:lnTo>
                    <a:pt x="9876" y="4924"/>
                  </a:lnTo>
                  <a:cubicBezTo>
                    <a:pt x="9949" y="4867"/>
                    <a:pt x="9973" y="4737"/>
                    <a:pt x="9916" y="4721"/>
                  </a:cubicBezTo>
                  <a:cubicBezTo>
                    <a:pt x="9868" y="4648"/>
                    <a:pt x="9941" y="4591"/>
                    <a:pt x="9949" y="4526"/>
                  </a:cubicBezTo>
                  <a:cubicBezTo>
                    <a:pt x="10044" y="4452"/>
                    <a:pt x="10077" y="4427"/>
                    <a:pt x="10035" y="4427"/>
                  </a:cubicBezTo>
                  <a:cubicBezTo>
                    <a:pt x="10012" y="4427"/>
                    <a:pt x="9968" y="4434"/>
                    <a:pt x="9900" y="4445"/>
                  </a:cubicBezTo>
                  <a:cubicBezTo>
                    <a:pt x="9898" y="4445"/>
                    <a:pt x="9897" y="4445"/>
                    <a:pt x="9895" y="4445"/>
                  </a:cubicBezTo>
                  <a:cubicBezTo>
                    <a:pt x="9838" y="4445"/>
                    <a:pt x="9762" y="4561"/>
                    <a:pt x="9746" y="4624"/>
                  </a:cubicBezTo>
                  <a:lnTo>
                    <a:pt x="9714" y="4826"/>
                  </a:lnTo>
                  <a:lnTo>
                    <a:pt x="9689" y="4615"/>
                  </a:lnTo>
                  <a:cubicBezTo>
                    <a:pt x="9706" y="4551"/>
                    <a:pt x="9665" y="4405"/>
                    <a:pt x="9608" y="4388"/>
                  </a:cubicBezTo>
                  <a:cubicBezTo>
                    <a:pt x="9576" y="4388"/>
                    <a:pt x="9552" y="4348"/>
                    <a:pt x="9560" y="4315"/>
                  </a:cubicBezTo>
                  <a:lnTo>
                    <a:pt x="9560" y="4315"/>
                  </a:lnTo>
                  <a:lnTo>
                    <a:pt x="9681" y="4340"/>
                  </a:lnTo>
                  <a:cubicBezTo>
                    <a:pt x="9714" y="4397"/>
                    <a:pt x="9779" y="4429"/>
                    <a:pt x="9843" y="4437"/>
                  </a:cubicBezTo>
                  <a:cubicBezTo>
                    <a:pt x="9973" y="4388"/>
                    <a:pt x="10070" y="4202"/>
                    <a:pt x="9949" y="4178"/>
                  </a:cubicBezTo>
                  <a:cubicBezTo>
                    <a:pt x="9965" y="4113"/>
                    <a:pt x="9965" y="4113"/>
                    <a:pt x="10038" y="4056"/>
                  </a:cubicBezTo>
                  <a:cubicBezTo>
                    <a:pt x="10041" y="4056"/>
                    <a:pt x="10044" y="4057"/>
                    <a:pt x="10047" y="4057"/>
                  </a:cubicBezTo>
                  <a:cubicBezTo>
                    <a:pt x="10095" y="4057"/>
                    <a:pt x="10097" y="3994"/>
                    <a:pt x="9997" y="3910"/>
                  </a:cubicBezTo>
                  <a:cubicBezTo>
                    <a:pt x="9900" y="3821"/>
                    <a:pt x="9908" y="3756"/>
                    <a:pt x="10038" y="3715"/>
                  </a:cubicBezTo>
                  <a:cubicBezTo>
                    <a:pt x="10184" y="3602"/>
                    <a:pt x="10233" y="3334"/>
                    <a:pt x="10168" y="3318"/>
                  </a:cubicBezTo>
                  <a:cubicBezTo>
                    <a:pt x="10054" y="3302"/>
                    <a:pt x="10087" y="3099"/>
                    <a:pt x="10160" y="3043"/>
                  </a:cubicBezTo>
                  <a:cubicBezTo>
                    <a:pt x="10224" y="3002"/>
                    <a:pt x="10249" y="2905"/>
                    <a:pt x="10200" y="2840"/>
                  </a:cubicBezTo>
                  <a:lnTo>
                    <a:pt x="10200" y="2840"/>
                  </a:lnTo>
                  <a:cubicBezTo>
                    <a:pt x="10208" y="2843"/>
                    <a:pt x="10216" y="2844"/>
                    <a:pt x="10224" y="2844"/>
                  </a:cubicBezTo>
                  <a:cubicBezTo>
                    <a:pt x="10278" y="2844"/>
                    <a:pt x="10317" y="2775"/>
                    <a:pt x="10281" y="2718"/>
                  </a:cubicBezTo>
                  <a:cubicBezTo>
                    <a:pt x="10281" y="2718"/>
                    <a:pt x="10285" y="2687"/>
                    <a:pt x="10266" y="2687"/>
                  </a:cubicBezTo>
                  <a:cubicBezTo>
                    <a:pt x="10257" y="2687"/>
                    <a:pt x="10244" y="2693"/>
                    <a:pt x="10224" y="2710"/>
                  </a:cubicBezTo>
                  <a:lnTo>
                    <a:pt x="10127" y="2556"/>
                  </a:lnTo>
                  <a:cubicBezTo>
                    <a:pt x="10122" y="2596"/>
                    <a:pt x="10096" y="2608"/>
                    <a:pt x="10064" y="2608"/>
                  </a:cubicBezTo>
                  <a:cubicBezTo>
                    <a:pt x="10043" y="2608"/>
                    <a:pt x="10020" y="2603"/>
                    <a:pt x="9997" y="2597"/>
                  </a:cubicBezTo>
                  <a:cubicBezTo>
                    <a:pt x="9941" y="2589"/>
                    <a:pt x="10046" y="2329"/>
                    <a:pt x="10249" y="2232"/>
                  </a:cubicBezTo>
                  <a:lnTo>
                    <a:pt x="10387" y="2118"/>
                  </a:lnTo>
                  <a:cubicBezTo>
                    <a:pt x="10330" y="2110"/>
                    <a:pt x="10273" y="2102"/>
                    <a:pt x="10273" y="2102"/>
                  </a:cubicBezTo>
                  <a:cubicBezTo>
                    <a:pt x="10281" y="2033"/>
                    <a:pt x="10296" y="1972"/>
                    <a:pt x="10345" y="1972"/>
                  </a:cubicBezTo>
                  <a:cubicBezTo>
                    <a:pt x="10348" y="1972"/>
                    <a:pt x="10351" y="1972"/>
                    <a:pt x="10354" y="1972"/>
                  </a:cubicBezTo>
                  <a:cubicBezTo>
                    <a:pt x="10372" y="1978"/>
                    <a:pt x="10385" y="1981"/>
                    <a:pt x="10394" y="1981"/>
                  </a:cubicBezTo>
                  <a:cubicBezTo>
                    <a:pt x="10413" y="1981"/>
                    <a:pt x="10416" y="1965"/>
                    <a:pt x="10427" y="1916"/>
                  </a:cubicBezTo>
                  <a:cubicBezTo>
                    <a:pt x="10427" y="1916"/>
                    <a:pt x="10435" y="1851"/>
                    <a:pt x="10379" y="1843"/>
                  </a:cubicBezTo>
                  <a:cubicBezTo>
                    <a:pt x="10265" y="1818"/>
                    <a:pt x="10265" y="1818"/>
                    <a:pt x="10330" y="1762"/>
                  </a:cubicBezTo>
                  <a:cubicBezTo>
                    <a:pt x="10460" y="1721"/>
                    <a:pt x="10476" y="1656"/>
                    <a:pt x="10370" y="1567"/>
                  </a:cubicBezTo>
                  <a:cubicBezTo>
                    <a:pt x="10249" y="1543"/>
                    <a:pt x="10249" y="1543"/>
                    <a:pt x="10379" y="1494"/>
                  </a:cubicBezTo>
                  <a:cubicBezTo>
                    <a:pt x="10384" y="1495"/>
                    <a:pt x="10389" y="1495"/>
                    <a:pt x="10394" y="1495"/>
                  </a:cubicBezTo>
                  <a:cubicBezTo>
                    <a:pt x="10460" y="1495"/>
                    <a:pt x="10509" y="1449"/>
                    <a:pt x="10524" y="1389"/>
                  </a:cubicBezTo>
                  <a:lnTo>
                    <a:pt x="10468" y="1372"/>
                  </a:lnTo>
                  <a:cubicBezTo>
                    <a:pt x="10346" y="1356"/>
                    <a:pt x="10362" y="1283"/>
                    <a:pt x="10427" y="1226"/>
                  </a:cubicBezTo>
                  <a:lnTo>
                    <a:pt x="10427" y="1226"/>
                  </a:lnTo>
                  <a:cubicBezTo>
                    <a:pt x="10434" y="1228"/>
                    <a:pt x="10440" y="1229"/>
                    <a:pt x="10445" y="1229"/>
                  </a:cubicBezTo>
                  <a:cubicBezTo>
                    <a:pt x="10493" y="1229"/>
                    <a:pt x="10497" y="1163"/>
                    <a:pt x="10468" y="1032"/>
                  </a:cubicBezTo>
                  <a:cubicBezTo>
                    <a:pt x="10491" y="902"/>
                    <a:pt x="10499" y="837"/>
                    <a:pt x="10555" y="837"/>
                  </a:cubicBezTo>
                  <a:cubicBezTo>
                    <a:pt x="10558" y="837"/>
                    <a:pt x="10561" y="837"/>
                    <a:pt x="10565" y="837"/>
                  </a:cubicBezTo>
                  <a:cubicBezTo>
                    <a:pt x="10604" y="846"/>
                    <a:pt x="10630" y="851"/>
                    <a:pt x="10642" y="851"/>
                  </a:cubicBezTo>
                  <a:cubicBezTo>
                    <a:pt x="10666" y="851"/>
                    <a:pt x="10642" y="831"/>
                    <a:pt x="10573" y="772"/>
                  </a:cubicBezTo>
                  <a:cubicBezTo>
                    <a:pt x="10524" y="699"/>
                    <a:pt x="10524" y="699"/>
                    <a:pt x="10614" y="570"/>
                  </a:cubicBezTo>
                  <a:cubicBezTo>
                    <a:pt x="10679" y="521"/>
                    <a:pt x="10679" y="521"/>
                    <a:pt x="10638" y="440"/>
                  </a:cubicBezTo>
                  <a:cubicBezTo>
                    <a:pt x="10586" y="430"/>
                    <a:pt x="10546" y="422"/>
                    <a:pt x="10515" y="422"/>
                  </a:cubicBezTo>
                  <a:cubicBezTo>
                    <a:pt x="10475" y="422"/>
                    <a:pt x="10453" y="435"/>
                    <a:pt x="10443" y="472"/>
                  </a:cubicBezTo>
                  <a:cubicBezTo>
                    <a:pt x="10437" y="520"/>
                    <a:pt x="10436" y="533"/>
                    <a:pt x="10413" y="533"/>
                  </a:cubicBezTo>
                  <a:cubicBezTo>
                    <a:pt x="10404" y="533"/>
                    <a:pt x="10393" y="531"/>
                    <a:pt x="10379" y="529"/>
                  </a:cubicBezTo>
                  <a:cubicBezTo>
                    <a:pt x="10379" y="529"/>
                    <a:pt x="10387" y="464"/>
                    <a:pt x="10403" y="399"/>
                  </a:cubicBezTo>
                  <a:cubicBezTo>
                    <a:pt x="10419" y="302"/>
                    <a:pt x="10419" y="205"/>
                    <a:pt x="10387" y="116"/>
                  </a:cubicBezTo>
                  <a:cubicBezTo>
                    <a:pt x="10369" y="42"/>
                    <a:pt x="10329" y="1"/>
                    <a:pt x="10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2"/>
            <p:cNvSpPr/>
            <p:nvPr/>
          </p:nvSpPr>
          <p:spPr>
            <a:xfrm>
              <a:off x="6921842" y="1998283"/>
              <a:ext cx="382500" cy="36716"/>
            </a:xfrm>
            <a:custGeom>
              <a:avLst/>
              <a:gdLst/>
              <a:ahLst/>
              <a:cxnLst/>
              <a:rect l="l" t="t" r="r" b="b"/>
              <a:pathLst>
                <a:path w="22190" h="2130" extrusionOk="0">
                  <a:moveTo>
                    <a:pt x="16002" y="1"/>
                  </a:moveTo>
                  <a:cubicBezTo>
                    <a:pt x="15991" y="1"/>
                    <a:pt x="15975" y="28"/>
                    <a:pt x="15956" y="95"/>
                  </a:cubicBezTo>
                  <a:cubicBezTo>
                    <a:pt x="15956" y="160"/>
                    <a:pt x="15956" y="160"/>
                    <a:pt x="15981" y="160"/>
                  </a:cubicBezTo>
                  <a:cubicBezTo>
                    <a:pt x="15997" y="119"/>
                    <a:pt x="16013" y="79"/>
                    <a:pt x="16013" y="38"/>
                  </a:cubicBezTo>
                  <a:cubicBezTo>
                    <a:pt x="16013" y="15"/>
                    <a:pt x="16009" y="1"/>
                    <a:pt x="16002" y="1"/>
                  </a:cubicBezTo>
                  <a:close/>
                  <a:moveTo>
                    <a:pt x="21753" y="500"/>
                  </a:moveTo>
                  <a:cubicBezTo>
                    <a:pt x="21729" y="500"/>
                    <a:pt x="21729" y="557"/>
                    <a:pt x="21729" y="614"/>
                  </a:cubicBezTo>
                  <a:lnTo>
                    <a:pt x="21753" y="614"/>
                  </a:lnTo>
                  <a:cubicBezTo>
                    <a:pt x="21769" y="581"/>
                    <a:pt x="21778" y="541"/>
                    <a:pt x="21778" y="500"/>
                  </a:cubicBezTo>
                  <a:close/>
                  <a:moveTo>
                    <a:pt x="6362" y="1039"/>
                  </a:moveTo>
                  <a:cubicBezTo>
                    <a:pt x="6361" y="1039"/>
                    <a:pt x="6362" y="1049"/>
                    <a:pt x="6369" y="1067"/>
                  </a:cubicBezTo>
                  <a:lnTo>
                    <a:pt x="6369" y="1067"/>
                  </a:lnTo>
                  <a:cubicBezTo>
                    <a:pt x="6367" y="1047"/>
                    <a:pt x="6364" y="1039"/>
                    <a:pt x="6362" y="1039"/>
                  </a:cubicBezTo>
                  <a:close/>
                  <a:moveTo>
                    <a:pt x="6369" y="1067"/>
                  </a:moveTo>
                  <a:cubicBezTo>
                    <a:pt x="6371" y="1077"/>
                    <a:pt x="6372" y="1089"/>
                    <a:pt x="6372" y="1104"/>
                  </a:cubicBezTo>
                  <a:lnTo>
                    <a:pt x="6372" y="1104"/>
                  </a:lnTo>
                  <a:cubicBezTo>
                    <a:pt x="6373" y="1096"/>
                    <a:pt x="6373" y="1086"/>
                    <a:pt x="6373" y="1076"/>
                  </a:cubicBezTo>
                  <a:cubicBezTo>
                    <a:pt x="6372" y="1073"/>
                    <a:pt x="6370" y="1070"/>
                    <a:pt x="6369" y="1067"/>
                  </a:cubicBezTo>
                  <a:close/>
                  <a:moveTo>
                    <a:pt x="8878" y="1116"/>
                  </a:moveTo>
                  <a:cubicBezTo>
                    <a:pt x="8878" y="1116"/>
                    <a:pt x="8878" y="1116"/>
                    <a:pt x="8878" y="1116"/>
                  </a:cubicBezTo>
                  <a:cubicBezTo>
                    <a:pt x="8878" y="1116"/>
                    <a:pt x="8878" y="1116"/>
                    <a:pt x="8878" y="1116"/>
                  </a:cubicBezTo>
                  <a:close/>
                  <a:moveTo>
                    <a:pt x="17228" y="1112"/>
                  </a:moveTo>
                  <a:cubicBezTo>
                    <a:pt x="17233" y="1112"/>
                    <a:pt x="17237" y="1119"/>
                    <a:pt x="17237" y="1141"/>
                  </a:cubicBezTo>
                  <a:lnTo>
                    <a:pt x="17237" y="1133"/>
                  </a:lnTo>
                  <a:cubicBezTo>
                    <a:pt x="17262" y="1133"/>
                    <a:pt x="17205" y="1197"/>
                    <a:pt x="17180" y="1197"/>
                  </a:cubicBezTo>
                  <a:lnTo>
                    <a:pt x="17180" y="1133"/>
                  </a:lnTo>
                  <a:cubicBezTo>
                    <a:pt x="17182" y="1133"/>
                    <a:pt x="17183" y="1133"/>
                    <a:pt x="17185" y="1133"/>
                  </a:cubicBezTo>
                  <a:cubicBezTo>
                    <a:pt x="17200" y="1133"/>
                    <a:pt x="17217" y="1112"/>
                    <a:pt x="17228" y="1112"/>
                  </a:cubicBezTo>
                  <a:close/>
                  <a:moveTo>
                    <a:pt x="19718" y="1060"/>
                  </a:moveTo>
                  <a:cubicBezTo>
                    <a:pt x="19686" y="1060"/>
                    <a:pt x="19661" y="1116"/>
                    <a:pt x="19661" y="1116"/>
                  </a:cubicBezTo>
                  <a:cubicBezTo>
                    <a:pt x="19661" y="1181"/>
                    <a:pt x="19686" y="1181"/>
                    <a:pt x="19718" y="1181"/>
                  </a:cubicBezTo>
                  <a:cubicBezTo>
                    <a:pt x="19732" y="1198"/>
                    <a:pt x="19745" y="1205"/>
                    <a:pt x="19755" y="1205"/>
                  </a:cubicBezTo>
                  <a:cubicBezTo>
                    <a:pt x="19779" y="1205"/>
                    <a:pt x="19791" y="1165"/>
                    <a:pt x="19791" y="1124"/>
                  </a:cubicBezTo>
                  <a:cubicBezTo>
                    <a:pt x="19791" y="1060"/>
                    <a:pt x="19767" y="1060"/>
                    <a:pt x="19718" y="1060"/>
                  </a:cubicBezTo>
                  <a:close/>
                  <a:moveTo>
                    <a:pt x="6113" y="1254"/>
                  </a:moveTo>
                  <a:cubicBezTo>
                    <a:pt x="6092" y="1254"/>
                    <a:pt x="6085" y="1279"/>
                    <a:pt x="6092" y="1279"/>
                  </a:cubicBezTo>
                  <a:cubicBezTo>
                    <a:pt x="6095" y="1279"/>
                    <a:pt x="6103" y="1273"/>
                    <a:pt x="6113" y="1254"/>
                  </a:cubicBezTo>
                  <a:close/>
                  <a:moveTo>
                    <a:pt x="19945" y="1181"/>
                  </a:moveTo>
                  <a:cubicBezTo>
                    <a:pt x="19945" y="1246"/>
                    <a:pt x="19897" y="1303"/>
                    <a:pt x="19872" y="1303"/>
                  </a:cubicBezTo>
                  <a:cubicBezTo>
                    <a:pt x="19848" y="1303"/>
                    <a:pt x="19848" y="1238"/>
                    <a:pt x="19897" y="1181"/>
                  </a:cubicBezTo>
                  <a:close/>
                  <a:moveTo>
                    <a:pt x="13500" y="1189"/>
                  </a:moveTo>
                  <a:lnTo>
                    <a:pt x="13524" y="1254"/>
                  </a:lnTo>
                  <a:lnTo>
                    <a:pt x="13500" y="1311"/>
                  </a:lnTo>
                  <a:lnTo>
                    <a:pt x="13475" y="1311"/>
                  </a:lnTo>
                  <a:cubicBezTo>
                    <a:pt x="13475" y="1254"/>
                    <a:pt x="13475" y="1189"/>
                    <a:pt x="13500" y="1189"/>
                  </a:cubicBezTo>
                  <a:close/>
                  <a:moveTo>
                    <a:pt x="15807" y="1266"/>
                  </a:moveTo>
                  <a:cubicBezTo>
                    <a:pt x="15818" y="1266"/>
                    <a:pt x="15835" y="1295"/>
                    <a:pt x="15851" y="1295"/>
                  </a:cubicBezTo>
                  <a:cubicBezTo>
                    <a:pt x="15875" y="1351"/>
                    <a:pt x="15875" y="1351"/>
                    <a:pt x="15826" y="1351"/>
                  </a:cubicBezTo>
                  <a:cubicBezTo>
                    <a:pt x="15794" y="1351"/>
                    <a:pt x="15794" y="1295"/>
                    <a:pt x="15794" y="1295"/>
                  </a:cubicBezTo>
                  <a:cubicBezTo>
                    <a:pt x="15797" y="1273"/>
                    <a:pt x="15801" y="1266"/>
                    <a:pt x="15807" y="1266"/>
                  </a:cubicBezTo>
                  <a:close/>
                  <a:moveTo>
                    <a:pt x="12875" y="1181"/>
                  </a:moveTo>
                  <a:cubicBezTo>
                    <a:pt x="12900" y="1181"/>
                    <a:pt x="12875" y="1303"/>
                    <a:pt x="12875" y="1360"/>
                  </a:cubicBezTo>
                  <a:cubicBezTo>
                    <a:pt x="12843" y="1360"/>
                    <a:pt x="12843" y="1360"/>
                    <a:pt x="12843" y="1303"/>
                  </a:cubicBezTo>
                  <a:cubicBezTo>
                    <a:pt x="12851" y="1262"/>
                    <a:pt x="12859" y="1222"/>
                    <a:pt x="12875" y="1181"/>
                  </a:cubicBezTo>
                  <a:close/>
                  <a:moveTo>
                    <a:pt x="16297" y="1238"/>
                  </a:moveTo>
                  <a:cubicBezTo>
                    <a:pt x="16321" y="1238"/>
                    <a:pt x="16345" y="1303"/>
                    <a:pt x="16345" y="1303"/>
                  </a:cubicBezTo>
                  <a:cubicBezTo>
                    <a:pt x="16345" y="1360"/>
                    <a:pt x="16321" y="1360"/>
                    <a:pt x="16321" y="1360"/>
                  </a:cubicBezTo>
                  <a:cubicBezTo>
                    <a:pt x="16297" y="1360"/>
                    <a:pt x="16264" y="1360"/>
                    <a:pt x="16264" y="1303"/>
                  </a:cubicBezTo>
                  <a:cubicBezTo>
                    <a:pt x="16264" y="1303"/>
                    <a:pt x="16264" y="1238"/>
                    <a:pt x="16297" y="1238"/>
                  </a:cubicBezTo>
                  <a:close/>
                  <a:moveTo>
                    <a:pt x="6032" y="1303"/>
                  </a:moveTo>
                  <a:lnTo>
                    <a:pt x="6057" y="1368"/>
                  </a:lnTo>
                  <a:lnTo>
                    <a:pt x="6032" y="1360"/>
                  </a:lnTo>
                  <a:cubicBezTo>
                    <a:pt x="6008" y="1360"/>
                    <a:pt x="6008" y="1360"/>
                    <a:pt x="6008" y="1303"/>
                  </a:cubicBezTo>
                  <a:close/>
                  <a:moveTo>
                    <a:pt x="6292" y="1311"/>
                  </a:moveTo>
                  <a:lnTo>
                    <a:pt x="6316" y="1368"/>
                  </a:lnTo>
                  <a:lnTo>
                    <a:pt x="6292" y="1368"/>
                  </a:lnTo>
                  <a:cubicBezTo>
                    <a:pt x="6267" y="1368"/>
                    <a:pt x="6267" y="1368"/>
                    <a:pt x="6267" y="1311"/>
                  </a:cubicBezTo>
                  <a:close/>
                  <a:moveTo>
                    <a:pt x="10289" y="1254"/>
                  </a:moveTo>
                  <a:cubicBezTo>
                    <a:pt x="10313" y="1319"/>
                    <a:pt x="10289" y="1376"/>
                    <a:pt x="10265" y="1376"/>
                  </a:cubicBezTo>
                  <a:cubicBezTo>
                    <a:pt x="10208" y="1376"/>
                    <a:pt x="10208" y="1376"/>
                    <a:pt x="10208" y="1319"/>
                  </a:cubicBezTo>
                  <a:cubicBezTo>
                    <a:pt x="10208" y="1254"/>
                    <a:pt x="10265" y="1254"/>
                    <a:pt x="10289" y="1254"/>
                  </a:cubicBezTo>
                  <a:close/>
                  <a:moveTo>
                    <a:pt x="17756" y="1262"/>
                  </a:moveTo>
                  <a:cubicBezTo>
                    <a:pt x="17756" y="1303"/>
                    <a:pt x="17748" y="1343"/>
                    <a:pt x="17732" y="1384"/>
                  </a:cubicBezTo>
                  <a:lnTo>
                    <a:pt x="17699" y="1384"/>
                  </a:lnTo>
                  <a:cubicBezTo>
                    <a:pt x="17699" y="1327"/>
                    <a:pt x="17699" y="1262"/>
                    <a:pt x="17732" y="1262"/>
                  </a:cubicBezTo>
                  <a:close/>
                  <a:moveTo>
                    <a:pt x="12089" y="1287"/>
                  </a:moveTo>
                  <a:lnTo>
                    <a:pt x="12113" y="1351"/>
                  </a:lnTo>
                  <a:lnTo>
                    <a:pt x="12089" y="1408"/>
                  </a:lnTo>
                  <a:lnTo>
                    <a:pt x="12064" y="1408"/>
                  </a:lnTo>
                  <a:cubicBezTo>
                    <a:pt x="12064" y="1351"/>
                    <a:pt x="12064" y="1287"/>
                    <a:pt x="12089" y="1287"/>
                  </a:cubicBezTo>
                  <a:close/>
                  <a:moveTo>
                    <a:pt x="6478" y="1311"/>
                  </a:moveTo>
                  <a:cubicBezTo>
                    <a:pt x="6527" y="1311"/>
                    <a:pt x="6527" y="1311"/>
                    <a:pt x="6503" y="1376"/>
                  </a:cubicBezTo>
                  <a:lnTo>
                    <a:pt x="6503" y="1368"/>
                  </a:lnTo>
                  <a:cubicBezTo>
                    <a:pt x="6490" y="1400"/>
                    <a:pt x="6476" y="1416"/>
                    <a:pt x="6465" y="1416"/>
                  </a:cubicBezTo>
                  <a:cubicBezTo>
                    <a:pt x="6454" y="1416"/>
                    <a:pt x="6446" y="1400"/>
                    <a:pt x="6446" y="1368"/>
                  </a:cubicBezTo>
                  <a:cubicBezTo>
                    <a:pt x="6454" y="1311"/>
                    <a:pt x="6446" y="1311"/>
                    <a:pt x="6478" y="1311"/>
                  </a:cubicBezTo>
                  <a:close/>
                  <a:moveTo>
                    <a:pt x="9219" y="1295"/>
                  </a:moveTo>
                  <a:cubicBezTo>
                    <a:pt x="9219" y="1343"/>
                    <a:pt x="9211" y="1376"/>
                    <a:pt x="9194" y="1416"/>
                  </a:cubicBezTo>
                  <a:lnTo>
                    <a:pt x="9162" y="1416"/>
                  </a:lnTo>
                  <a:cubicBezTo>
                    <a:pt x="9162" y="1360"/>
                    <a:pt x="9162" y="1295"/>
                    <a:pt x="9194" y="1295"/>
                  </a:cubicBezTo>
                  <a:close/>
                  <a:moveTo>
                    <a:pt x="15194" y="1343"/>
                  </a:moveTo>
                  <a:lnTo>
                    <a:pt x="15218" y="1400"/>
                  </a:lnTo>
                  <a:lnTo>
                    <a:pt x="15194" y="1457"/>
                  </a:lnTo>
                  <a:lnTo>
                    <a:pt x="15170" y="1457"/>
                  </a:lnTo>
                  <a:cubicBezTo>
                    <a:pt x="15170" y="1400"/>
                    <a:pt x="15170" y="1343"/>
                    <a:pt x="15194" y="1343"/>
                  </a:cubicBezTo>
                  <a:close/>
                  <a:moveTo>
                    <a:pt x="18591" y="1222"/>
                  </a:moveTo>
                  <a:cubicBezTo>
                    <a:pt x="18591" y="1222"/>
                    <a:pt x="18567" y="1279"/>
                    <a:pt x="18534" y="1335"/>
                  </a:cubicBezTo>
                  <a:cubicBezTo>
                    <a:pt x="18507" y="1434"/>
                    <a:pt x="18495" y="1479"/>
                    <a:pt x="18490" y="1479"/>
                  </a:cubicBezTo>
                  <a:cubicBezTo>
                    <a:pt x="18486" y="1479"/>
                    <a:pt x="18486" y="1450"/>
                    <a:pt x="18486" y="1400"/>
                  </a:cubicBezTo>
                  <a:cubicBezTo>
                    <a:pt x="18478" y="1335"/>
                    <a:pt x="18494" y="1270"/>
                    <a:pt x="18543" y="1222"/>
                  </a:cubicBezTo>
                  <a:close/>
                  <a:moveTo>
                    <a:pt x="5773" y="1360"/>
                  </a:moveTo>
                  <a:cubicBezTo>
                    <a:pt x="5789" y="1400"/>
                    <a:pt x="5797" y="1441"/>
                    <a:pt x="5797" y="1481"/>
                  </a:cubicBezTo>
                  <a:lnTo>
                    <a:pt x="5773" y="1481"/>
                  </a:lnTo>
                  <a:cubicBezTo>
                    <a:pt x="5749" y="1481"/>
                    <a:pt x="5749" y="1416"/>
                    <a:pt x="5749" y="1416"/>
                  </a:cubicBezTo>
                  <a:cubicBezTo>
                    <a:pt x="5749" y="1416"/>
                    <a:pt x="5749" y="1360"/>
                    <a:pt x="5773" y="1360"/>
                  </a:cubicBezTo>
                  <a:close/>
                  <a:moveTo>
                    <a:pt x="4745" y="1315"/>
                  </a:moveTo>
                  <a:cubicBezTo>
                    <a:pt x="4749" y="1315"/>
                    <a:pt x="4751" y="1322"/>
                    <a:pt x="4751" y="1343"/>
                  </a:cubicBezTo>
                  <a:lnTo>
                    <a:pt x="4751" y="1400"/>
                  </a:lnTo>
                  <a:cubicBezTo>
                    <a:pt x="4734" y="1440"/>
                    <a:pt x="4717" y="1484"/>
                    <a:pt x="4708" y="1484"/>
                  </a:cubicBezTo>
                  <a:cubicBezTo>
                    <a:pt x="4705" y="1484"/>
                    <a:pt x="4703" y="1476"/>
                    <a:pt x="4703" y="1457"/>
                  </a:cubicBezTo>
                  <a:cubicBezTo>
                    <a:pt x="4703" y="1416"/>
                    <a:pt x="4711" y="1376"/>
                    <a:pt x="4727" y="1343"/>
                  </a:cubicBezTo>
                  <a:cubicBezTo>
                    <a:pt x="4727" y="1343"/>
                    <a:pt x="4738" y="1315"/>
                    <a:pt x="4745" y="1315"/>
                  </a:cubicBezTo>
                  <a:close/>
                  <a:moveTo>
                    <a:pt x="15381" y="1343"/>
                  </a:moveTo>
                  <a:cubicBezTo>
                    <a:pt x="15397" y="1384"/>
                    <a:pt x="15405" y="1424"/>
                    <a:pt x="15405" y="1465"/>
                  </a:cubicBezTo>
                  <a:cubicBezTo>
                    <a:pt x="15405" y="1488"/>
                    <a:pt x="15401" y="1502"/>
                    <a:pt x="15394" y="1502"/>
                  </a:cubicBezTo>
                  <a:cubicBezTo>
                    <a:pt x="15385" y="1502"/>
                    <a:pt x="15371" y="1472"/>
                    <a:pt x="15356" y="1400"/>
                  </a:cubicBezTo>
                  <a:cubicBezTo>
                    <a:pt x="15356" y="1343"/>
                    <a:pt x="15356" y="1343"/>
                    <a:pt x="15381" y="1343"/>
                  </a:cubicBezTo>
                  <a:close/>
                  <a:moveTo>
                    <a:pt x="21356" y="1262"/>
                  </a:moveTo>
                  <a:cubicBezTo>
                    <a:pt x="21388" y="1270"/>
                    <a:pt x="21413" y="1327"/>
                    <a:pt x="21413" y="1384"/>
                  </a:cubicBezTo>
                  <a:cubicBezTo>
                    <a:pt x="21437" y="1506"/>
                    <a:pt x="21437" y="1506"/>
                    <a:pt x="21380" y="1506"/>
                  </a:cubicBezTo>
                  <a:cubicBezTo>
                    <a:pt x="21356" y="1506"/>
                    <a:pt x="21332" y="1506"/>
                    <a:pt x="21332" y="1449"/>
                  </a:cubicBezTo>
                  <a:lnTo>
                    <a:pt x="21356" y="1449"/>
                  </a:lnTo>
                  <a:cubicBezTo>
                    <a:pt x="21356" y="1465"/>
                    <a:pt x="21358" y="1472"/>
                    <a:pt x="21360" y="1472"/>
                  </a:cubicBezTo>
                  <a:cubicBezTo>
                    <a:pt x="21366" y="1472"/>
                    <a:pt x="21373" y="1430"/>
                    <a:pt x="21356" y="1384"/>
                  </a:cubicBezTo>
                  <a:lnTo>
                    <a:pt x="21356" y="1262"/>
                  </a:lnTo>
                  <a:close/>
                  <a:moveTo>
                    <a:pt x="21696" y="1392"/>
                  </a:moveTo>
                  <a:lnTo>
                    <a:pt x="21721" y="1449"/>
                  </a:lnTo>
                  <a:cubicBezTo>
                    <a:pt x="21721" y="1514"/>
                    <a:pt x="21696" y="1514"/>
                    <a:pt x="21672" y="1514"/>
                  </a:cubicBezTo>
                  <a:cubicBezTo>
                    <a:pt x="21648" y="1514"/>
                    <a:pt x="21648" y="1514"/>
                    <a:pt x="21648" y="1449"/>
                  </a:cubicBezTo>
                  <a:cubicBezTo>
                    <a:pt x="21648" y="1449"/>
                    <a:pt x="21672" y="1392"/>
                    <a:pt x="21696" y="1392"/>
                  </a:cubicBezTo>
                  <a:close/>
                  <a:moveTo>
                    <a:pt x="16759" y="1489"/>
                  </a:moveTo>
                  <a:lnTo>
                    <a:pt x="16791" y="1546"/>
                  </a:lnTo>
                  <a:lnTo>
                    <a:pt x="16759" y="1546"/>
                  </a:lnTo>
                  <a:cubicBezTo>
                    <a:pt x="16735" y="1546"/>
                    <a:pt x="16735" y="1546"/>
                    <a:pt x="16735" y="1489"/>
                  </a:cubicBezTo>
                  <a:close/>
                  <a:moveTo>
                    <a:pt x="17026" y="1433"/>
                  </a:moveTo>
                  <a:cubicBezTo>
                    <a:pt x="17026" y="1489"/>
                    <a:pt x="17026" y="1554"/>
                    <a:pt x="16994" y="1554"/>
                  </a:cubicBezTo>
                  <a:cubicBezTo>
                    <a:pt x="16988" y="1569"/>
                    <a:pt x="16981" y="1576"/>
                    <a:pt x="16976" y="1576"/>
                  </a:cubicBezTo>
                  <a:cubicBezTo>
                    <a:pt x="16960" y="1576"/>
                    <a:pt x="16952" y="1522"/>
                    <a:pt x="16970" y="1433"/>
                  </a:cubicBezTo>
                  <a:close/>
                  <a:moveTo>
                    <a:pt x="18640" y="1457"/>
                  </a:moveTo>
                  <a:lnTo>
                    <a:pt x="18672" y="1522"/>
                  </a:lnTo>
                  <a:cubicBezTo>
                    <a:pt x="18672" y="1578"/>
                    <a:pt x="18640" y="1578"/>
                    <a:pt x="18616" y="1578"/>
                  </a:cubicBezTo>
                  <a:lnTo>
                    <a:pt x="18616" y="1522"/>
                  </a:lnTo>
                  <a:lnTo>
                    <a:pt x="18640" y="1457"/>
                  </a:lnTo>
                  <a:close/>
                  <a:moveTo>
                    <a:pt x="17967" y="1449"/>
                  </a:moveTo>
                  <a:cubicBezTo>
                    <a:pt x="17991" y="1449"/>
                    <a:pt x="17967" y="1506"/>
                    <a:pt x="17934" y="1627"/>
                  </a:cubicBezTo>
                  <a:cubicBezTo>
                    <a:pt x="17914" y="1651"/>
                    <a:pt x="17903" y="1664"/>
                    <a:pt x="17897" y="1664"/>
                  </a:cubicBezTo>
                  <a:cubicBezTo>
                    <a:pt x="17890" y="1664"/>
                    <a:pt x="17896" y="1637"/>
                    <a:pt x="17910" y="1570"/>
                  </a:cubicBezTo>
                  <a:lnTo>
                    <a:pt x="17967" y="1449"/>
                  </a:lnTo>
                  <a:close/>
                  <a:moveTo>
                    <a:pt x="3868" y="1506"/>
                  </a:moveTo>
                  <a:cubicBezTo>
                    <a:pt x="3892" y="1506"/>
                    <a:pt x="3892" y="1627"/>
                    <a:pt x="3835" y="1684"/>
                  </a:cubicBezTo>
                  <a:cubicBezTo>
                    <a:pt x="3811" y="1684"/>
                    <a:pt x="3811" y="1684"/>
                    <a:pt x="3811" y="1627"/>
                  </a:cubicBezTo>
                  <a:cubicBezTo>
                    <a:pt x="3811" y="1562"/>
                    <a:pt x="3835" y="1506"/>
                    <a:pt x="3868" y="1506"/>
                  </a:cubicBezTo>
                  <a:close/>
                  <a:moveTo>
                    <a:pt x="16475" y="1603"/>
                  </a:moveTo>
                  <a:cubicBezTo>
                    <a:pt x="16451" y="1603"/>
                    <a:pt x="16451" y="1660"/>
                    <a:pt x="16451" y="1660"/>
                  </a:cubicBezTo>
                  <a:cubicBezTo>
                    <a:pt x="16451" y="1660"/>
                    <a:pt x="16451" y="1724"/>
                    <a:pt x="16475" y="1724"/>
                  </a:cubicBezTo>
                  <a:lnTo>
                    <a:pt x="16499" y="1724"/>
                  </a:lnTo>
                  <a:cubicBezTo>
                    <a:pt x="16499" y="1684"/>
                    <a:pt x="16491" y="1643"/>
                    <a:pt x="16475" y="1603"/>
                  </a:cubicBezTo>
                  <a:close/>
                  <a:moveTo>
                    <a:pt x="208" y="1471"/>
                  </a:moveTo>
                  <a:cubicBezTo>
                    <a:pt x="211" y="1471"/>
                    <a:pt x="211" y="1501"/>
                    <a:pt x="211" y="1562"/>
                  </a:cubicBezTo>
                  <a:cubicBezTo>
                    <a:pt x="211" y="1627"/>
                    <a:pt x="211" y="1684"/>
                    <a:pt x="187" y="1684"/>
                  </a:cubicBezTo>
                  <a:cubicBezTo>
                    <a:pt x="170" y="1717"/>
                    <a:pt x="158" y="1731"/>
                    <a:pt x="151" y="1731"/>
                  </a:cubicBezTo>
                  <a:cubicBezTo>
                    <a:pt x="135" y="1731"/>
                    <a:pt x="146" y="1649"/>
                    <a:pt x="187" y="1562"/>
                  </a:cubicBezTo>
                  <a:cubicBezTo>
                    <a:pt x="199" y="1501"/>
                    <a:pt x="205" y="1471"/>
                    <a:pt x="208" y="1471"/>
                  </a:cubicBezTo>
                  <a:close/>
                  <a:moveTo>
                    <a:pt x="6997" y="1619"/>
                  </a:moveTo>
                  <a:lnTo>
                    <a:pt x="7021" y="1676"/>
                  </a:lnTo>
                  <a:cubicBezTo>
                    <a:pt x="7021" y="1741"/>
                    <a:pt x="6997" y="1741"/>
                    <a:pt x="6997" y="1741"/>
                  </a:cubicBezTo>
                  <a:cubicBezTo>
                    <a:pt x="6973" y="1741"/>
                    <a:pt x="6973" y="1741"/>
                    <a:pt x="6973" y="1676"/>
                  </a:cubicBezTo>
                  <a:cubicBezTo>
                    <a:pt x="6973" y="1676"/>
                    <a:pt x="6973" y="1619"/>
                    <a:pt x="6997" y="1619"/>
                  </a:cubicBezTo>
                  <a:close/>
                  <a:moveTo>
                    <a:pt x="12454" y="1651"/>
                  </a:moveTo>
                  <a:cubicBezTo>
                    <a:pt x="12454" y="1692"/>
                    <a:pt x="12446" y="1733"/>
                    <a:pt x="12429" y="1773"/>
                  </a:cubicBezTo>
                  <a:lnTo>
                    <a:pt x="12405" y="1773"/>
                  </a:lnTo>
                  <a:cubicBezTo>
                    <a:pt x="12405" y="1708"/>
                    <a:pt x="12405" y="1651"/>
                    <a:pt x="12429" y="1651"/>
                  </a:cubicBezTo>
                  <a:close/>
                  <a:moveTo>
                    <a:pt x="6681" y="1676"/>
                  </a:moveTo>
                  <a:lnTo>
                    <a:pt x="6713" y="1733"/>
                  </a:lnTo>
                  <a:lnTo>
                    <a:pt x="6681" y="1789"/>
                  </a:lnTo>
                  <a:lnTo>
                    <a:pt x="6657" y="1789"/>
                  </a:lnTo>
                  <a:cubicBezTo>
                    <a:pt x="6657" y="1733"/>
                    <a:pt x="6657" y="1676"/>
                    <a:pt x="6681" y="1676"/>
                  </a:cubicBezTo>
                  <a:close/>
                  <a:moveTo>
                    <a:pt x="21283" y="1749"/>
                  </a:moveTo>
                  <a:cubicBezTo>
                    <a:pt x="21283" y="1806"/>
                    <a:pt x="21283" y="1806"/>
                    <a:pt x="21307" y="1806"/>
                  </a:cubicBezTo>
                  <a:lnTo>
                    <a:pt x="21332" y="1806"/>
                  </a:lnTo>
                  <a:lnTo>
                    <a:pt x="21307" y="1749"/>
                  </a:lnTo>
                  <a:close/>
                  <a:moveTo>
                    <a:pt x="187" y="970"/>
                  </a:moveTo>
                  <a:cubicBezTo>
                    <a:pt x="154" y="970"/>
                    <a:pt x="154" y="1035"/>
                    <a:pt x="154" y="1092"/>
                  </a:cubicBezTo>
                  <a:lnTo>
                    <a:pt x="106" y="1092"/>
                  </a:lnTo>
                  <a:cubicBezTo>
                    <a:pt x="106" y="1092"/>
                    <a:pt x="81" y="1092"/>
                    <a:pt x="81" y="1149"/>
                  </a:cubicBezTo>
                  <a:cubicBezTo>
                    <a:pt x="81" y="1214"/>
                    <a:pt x="49" y="1214"/>
                    <a:pt x="24" y="1214"/>
                  </a:cubicBezTo>
                  <a:cubicBezTo>
                    <a:pt x="24" y="1194"/>
                    <a:pt x="22" y="1187"/>
                    <a:pt x="20" y="1187"/>
                  </a:cubicBezTo>
                  <a:lnTo>
                    <a:pt x="20" y="1187"/>
                  </a:lnTo>
                  <a:cubicBezTo>
                    <a:pt x="14" y="1187"/>
                    <a:pt x="7" y="1230"/>
                    <a:pt x="24" y="1270"/>
                  </a:cubicBezTo>
                  <a:cubicBezTo>
                    <a:pt x="24" y="1327"/>
                    <a:pt x="24" y="1392"/>
                    <a:pt x="0" y="1392"/>
                  </a:cubicBezTo>
                  <a:lnTo>
                    <a:pt x="0" y="1506"/>
                  </a:lnTo>
                  <a:cubicBezTo>
                    <a:pt x="0" y="1627"/>
                    <a:pt x="0" y="1684"/>
                    <a:pt x="49" y="1749"/>
                  </a:cubicBezTo>
                  <a:cubicBezTo>
                    <a:pt x="109" y="1786"/>
                    <a:pt x="161" y="1820"/>
                    <a:pt x="195" y="1820"/>
                  </a:cubicBezTo>
                  <a:cubicBezTo>
                    <a:pt x="220" y="1820"/>
                    <a:pt x="235" y="1801"/>
                    <a:pt x="235" y="1749"/>
                  </a:cubicBezTo>
                  <a:cubicBezTo>
                    <a:pt x="235" y="1749"/>
                    <a:pt x="260" y="1692"/>
                    <a:pt x="284" y="1692"/>
                  </a:cubicBezTo>
                  <a:cubicBezTo>
                    <a:pt x="308" y="1692"/>
                    <a:pt x="341" y="1757"/>
                    <a:pt x="341" y="1757"/>
                  </a:cubicBezTo>
                  <a:cubicBezTo>
                    <a:pt x="341" y="1814"/>
                    <a:pt x="446" y="1814"/>
                    <a:pt x="576" y="1814"/>
                  </a:cubicBezTo>
                  <a:cubicBezTo>
                    <a:pt x="730" y="1822"/>
                    <a:pt x="811" y="1822"/>
                    <a:pt x="835" y="1878"/>
                  </a:cubicBezTo>
                  <a:cubicBezTo>
                    <a:pt x="860" y="1943"/>
                    <a:pt x="884" y="1943"/>
                    <a:pt x="884" y="1943"/>
                  </a:cubicBezTo>
                  <a:cubicBezTo>
                    <a:pt x="884" y="1887"/>
                    <a:pt x="1046" y="1887"/>
                    <a:pt x="1224" y="1887"/>
                  </a:cubicBezTo>
                  <a:cubicBezTo>
                    <a:pt x="1276" y="1889"/>
                    <a:pt x="1326" y="1890"/>
                    <a:pt x="1372" y="1890"/>
                  </a:cubicBezTo>
                  <a:cubicBezTo>
                    <a:pt x="1495" y="1890"/>
                    <a:pt x="1589" y="1879"/>
                    <a:pt x="1589" y="1838"/>
                  </a:cubicBezTo>
                  <a:lnTo>
                    <a:pt x="1646" y="1838"/>
                  </a:lnTo>
                  <a:cubicBezTo>
                    <a:pt x="1646" y="1895"/>
                    <a:pt x="1695" y="1895"/>
                    <a:pt x="1743" y="1895"/>
                  </a:cubicBezTo>
                  <a:cubicBezTo>
                    <a:pt x="1776" y="1862"/>
                    <a:pt x="1808" y="1846"/>
                    <a:pt x="1849" y="1838"/>
                  </a:cubicBezTo>
                  <a:cubicBezTo>
                    <a:pt x="1849" y="1903"/>
                    <a:pt x="1881" y="1903"/>
                    <a:pt x="1930" y="1903"/>
                  </a:cubicBezTo>
                  <a:cubicBezTo>
                    <a:pt x="1978" y="1903"/>
                    <a:pt x="2011" y="1903"/>
                    <a:pt x="2011" y="1838"/>
                  </a:cubicBezTo>
                  <a:cubicBezTo>
                    <a:pt x="2108" y="1838"/>
                    <a:pt x="2205" y="1862"/>
                    <a:pt x="2295" y="1903"/>
                  </a:cubicBezTo>
                  <a:cubicBezTo>
                    <a:pt x="2302" y="1923"/>
                    <a:pt x="2311" y="1931"/>
                    <a:pt x="2319" y="1931"/>
                  </a:cubicBezTo>
                  <a:cubicBezTo>
                    <a:pt x="2338" y="1931"/>
                    <a:pt x="2359" y="1891"/>
                    <a:pt x="2376" y="1846"/>
                  </a:cubicBezTo>
                  <a:cubicBezTo>
                    <a:pt x="2376" y="1789"/>
                    <a:pt x="2400" y="1733"/>
                    <a:pt x="2424" y="1733"/>
                  </a:cubicBezTo>
                  <a:lnTo>
                    <a:pt x="2424" y="1846"/>
                  </a:lnTo>
                  <a:cubicBezTo>
                    <a:pt x="2400" y="1911"/>
                    <a:pt x="2400" y="1911"/>
                    <a:pt x="2449" y="1911"/>
                  </a:cubicBezTo>
                  <a:lnTo>
                    <a:pt x="2505" y="1911"/>
                  </a:lnTo>
                  <a:cubicBezTo>
                    <a:pt x="2505" y="1854"/>
                    <a:pt x="2635" y="1854"/>
                    <a:pt x="2822" y="1854"/>
                  </a:cubicBezTo>
                  <a:cubicBezTo>
                    <a:pt x="2883" y="1856"/>
                    <a:pt x="2933" y="1858"/>
                    <a:pt x="2974" y="1858"/>
                  </a:cubicBezTo>
                  <a:cubicBezTo>
                    <a:pt x="3090" y="1858"/>
                    <a:pt x="3130" y="1845"/>
                    <a:pt x="3130" y="1797"/>
                  </a:cubicBezTo>
                  <a:cubicBezTo>
                    <a:pt x="3130" y="1770"/>
                    <a:pt x="3137" y="1756"/>
                    <a:pt x="3153" y="1756"/>
                  </a:cubicBezTo>
                  <a:cubicBezTo>
                    <a:pt x="3171" y="1756"/>
                    <a:pt x="3197" y="1772"/>
                    <a:pt x="3235" y="1806"/>
                  </a:cubicBezTo>
                  <a:cubicBezTo>
                    <a:pt x="3334" y="1920"/>
                    <a:pt x="3369" y="1961"/>
                    <a:pt x="3390" y="1961"/>
                  </a:cubicBezTo>
                  <a:cubicBezTo>
                    <a:pt x="3402" y="1961"/>
                    <a:pt x="3410" y="1948"/>
                    <a:pt x="3422" y="1927"/>
                  </a:cubicBezTo>
                  <a:cubicBezTo>
                    <a:pt x="3389" y="1927"/>
                    <a:pt x="3389" y="1862"/>
                    <a:pt x="3389" y="1806"/>
                  </a:cubicBezTo>
                  <a:cubicBezTo>
                    <a:pt x="3389" y="1745"/>
                    <a:pt x="3397" y="1714"/>
                    <a:pt x="3408" y="1714"/>
                  </a:cubicBezTo>
                  <a:cubicBezTo>
                    <a:pt x="3420" y="1714"/>
                    <a:pt x="3434" y="1745"/>
                    <a:pt x="3446" y="1806"/>
                  </a:cubicBezTo>
                  <a:cubicBezTo>
                    <a:pt x="3446" y="1853"/>
                    <a:pt x="3506" y="1874"/>
                    <a:pt x="3581" y="1874"/>
                  </a:cubicBezTo>
                  <a:cubicBezTo>
                    <a:pt x="3696" y="1874"/>
                    <a:pt x="3845" y="1826"/>
                    <a:pt x="3859" y="1757"/>
                  </a:cubicBezTo>
                  <a:lnTo>
                    <a:pt x="3859" y="1814"/>
                  </a:lnTo>
                  <a:cubicBezTo>
                    <a:pt x="3859" y="1870"/>
                    <a:pt x="3892" y="1878"/>
                    <a:pt x="3997" y="1878"/>
                  </a:cubicBezTo>
                  <a:lnTo>
                    <a:pt x="4070" y="1878"/>
                  </a:lnTo>
                  <a:cubicBezTo>
                    <a:pt x="4070" y="1828"/>
                    <a:pt x="4098" y="1810"/>
                    <a:pt x="4131" y="1810"/>
                  </a:cubicBezTo>
                  <a:cubicBezTo>
                    <a:pt x="4177" y="1810"/>
                    <a:pt x="4232" y="1845"/>
                    <a:pt x="4232" y="1878"/>
                  </a:cubicBezTo>
                  <a:cubicBezTo>
                    <a:pt x="4257" y="1943"/>
                    <a:pt x="4257" y="1943"/>
                    <a:pt x="4305" y="1943"/>
                  </a:cubicBezTo>
                  <a:cubicBezTo>
                    <a:pt x="4339" y="1893"/>
                    <a:pt x="4381" y="1874"/>
                    <a:pt x="4419" y="1874"/>
                  </a:cubicBezTo>
                  <a:cubicBezTo>
                    <a:pt x="4472" y="1874"/>
                    <a:pt x="4516" y="1910"/>
                    <a:pt x="4516" y="1943"/>
                  </a:cubicBezTo>
                  <a:lnTo>
                    <a:pt x="4565" y="1943"/>
                  </a:lnTo>
                  <a:cubicBezTo>
                    <a:pt x="4586" y="1908"/>
                    <a:pt x="4619" y="1885"/>
                    <a:pt x="4655" y="1885"/>
                  </a:cubicBezTo>
                  <a:cubicBezTo>
                    <a:pt x="4660" y="1885"/>
                    <a:pt x="4665" y="1886"/>
                    <a:pt x="4670" y="1887"/>
                  </a:cubicBezTo>
                  <a:cubicBezTo>
                    <a:pt x="4751" y="1887"/>
                    <a:pt x="4776" y="1887"/>
                    <a:pt x="4751" y="1830"/>
                  </a:cubicBezTo>
                  <a:cubicBezTo>
                    <a:pt x="4751" y="1765"/>
                    <a:pt x="4751" y="1708"/>
                    <a:pt x="4776" y="1708"/>
                  </a:cubicBezTo>
                  <a:lnTo>
                    <a:pt x="4776" y="1773"/>
                  </a:lnTo>
                  <a:cubicBezTo>
                    <a:pt x="4776" y="1830"/>
                    <a:pt x="4857" y="1830"/>
                    <a:pt x="4962" y="1830"/>
                  </a:cubicBezTo>
                  <a:cubicBezTo>
                    <a:pt x="5092" y="1838"/>
                    <a:pt x="5140" y="1838"/>
                    <a:pt x="5165" y="1895"/>
                  </a:cubicBezTo>
                  <a:lnTo>
                    <a:pt x="5197" y="1838"/>
                  </a:lnTo>
                  <a:cubicBezTo>
                    <a:pt x="5209" y="1807"/>
                    <a:pt x="5221" y="1792"/>
                    <a:pt x="5230" y="1792"/>
                  </a:cubicBezTo>
                  <a:cubicBezTo>
                    <a:pt x="5239" y="1792"/>
                    <a:pt x="5246" y="1809"/>
                    <a:pt x="5246" y="1838"/>
                  </a:cubicBezTo>
                  <a:cubicBezTo>
                    <a:pt x="5258" y="1867"/>
                    <a:pt x="5293" y="1884"/>
                    <a:pt x="5331" y="1884"/>
                  </a:cubicBezTo>
                  <a:cubicBezTo>
                    <a:pt x="5366" y="1884"/>
                    <a:pt x="5405" y="1869"/>
                    <a:pt x="5432" y="1838"/>
                  </a:cubicBezTo>
                  <a:lnTo>
                    <a:pt x="5481" y="1838"/>
                  </a:lnTo>
                  <a:cubicBezTo>
                    <a:pt x="5493" y="1900"/>
                    <a:pt x="5520" y="1930"/>
                    <a:pt x="5547" y="1930"/>
                  </a:cubicBezTo>
                  <a:cubicBezTo>
                    <a:pt x="5573" y="1930"/>
                    <a:pt x="5599" y="1902"/>
                    <a:pt x="5611" y="1846"/>
                  </a:cubicBezTo>
                  <a:cubicBezTo>
                    <a:pt x="5611" y="1903"/>
                    <a:pt x="5635" y="1903"/>
                    <a:pt x="5667" y="1903"/>
                  </a:cubicBezTo>
                  <a:cubicBezTo>
                    <a:pt x="5692" y="1874"/>
                    <a:pt x="5730" y="1860"/>
                    <a:pt x="5763" y="1860"/>
                  </a:cubicBezTo>
                  <a:cubicBezTo>
                    <a:pt x="5795" y="1860"/>
                    <a:pt x="5821" y="1874"/>
                    <a:pt x="5821" y="1903"/>
                  </a:cubicBezTo>
                  <a:lnTo>
                    <a:pt x="5846" y="1903"/>
                  </a:lnTo>
                  <a:cubicBezTo>
                    <a:pt x="5870" y="1846"/>
                    <a:pt x="5903" y="1846"/>
                    <a:pt x="5927" y="1846"/>
                  </a:cubicBezTo>
                  <a:cubicBezTo>
                    <a:pt x="5951" y="1846"/>
                    <a:pt x="5976" y="1846"/>
                    <a:pt x="6008" y="1789"/>
                  </a:cubicBezTo>
                  <a:cubicBezTo>
                    <a:pt x="6032" y="1733"/>
                    <a:pt x="6057" y="1733"/>
                    <a:pt x="6057" y="1733"/>
                  </a:cubicBezTo>
                  <a:cubicBezTo>
                    <a:pt x="6081" y="1733"/>
                    <a:pt x="6057" y="1789"/>
                    <a:pt x="6032" y="1846"/>
                  </a:cubicBezTo>
                  <a:cubicBezTo>
                    <a:pt x="6008" y="1873"/>
                    <a:pt x="6009" y="1889"/>
                    <a:pt x="6024" y="1889"/>
                  </a:cubicBezTo>
                  <a:cubicBezTo>
                    <a:pt x="6044" y="1889"/>
                    <a:pt x="6091" y="1860"/>
                    <a:pt x="6138" y="1789"/>
                  </a:cubicBezTo>
                  <a:cubicBezTo>
                    <a:pt x="6174" y="1733"/>
                    <a:pt x="6192" y="1704"/>
                    <a:pt x="6195" y="1704"/>
                  </a:cubicBezTo>
                  <a:lnTo>
                    <a:pt x="6195" y="1704"/>
                  </a:lnTo>
                  <a:cubicBezTo>
                    <a:pt x="6198" y="1704"/>
                    <a:pt x="6186" y="1733"/>
                    <a:pt x="6162" y="1789"/>
                  </a:cubicBezTo>
                  <a:cubicBezTo>
                    <a:pt x="6145" y="1835"/>
                    <a:pt x="6123" y="1877"/>
                    <a:pt x="6133" y="1877"/>
                  </a:cubicBezTo>
                  <a:cubicBezTo>
                    <a:pt x="6137" y="1877"/>
                    <a:pt x="6146" y="1871"/>
                    <a:pt x="6162" y="1854"/>
                  </a:cubicBezTo>
                  <a:cubicBezTo>
                    <a:pt x="6194" y="1854"/>
                    <a:pt x="6219" y="1822"/>
                    <a:pt x="6211" y="1789"/>
                  </a:cubicBezTo>
                  <a:lnTo>
                    <a:pt x="6211" y="1789"/>
                  </a:lnTo>
                  <a:lnTo>
                    <a:pt x="6292" y="1797"/>
                  </a:lnTo>
                  <a:cubicBezTo>
                    <a:pt x="6340" y="1854"/>
                    <a:pt x="6373" y="1854"/>
                    <a:pt x="6397" y="1854"/>
                  </a:cubicBezTo>
                  <a:cubicBezTo>
                    <a:pt x="6409" y="1826"/>
                    <a:pt x="6415" y="1812"/>
                    <a:pt x="6421" y="1812"/>
                  </a:cubicBezTo>
                  <a:cubicBezTo>
                    <a:pt x="6428" y="1812"/>
                    <a:pt x="6434" y="1826"/>
                    <a:pt x="6446" y="1854"/>
                  </a:cubicBezTo>
                  <a:cubicBezTo>
                    <a:pt x="6446" y="1882"/>
                    <a:pt x="6450" y="1897"/>
                    <a:pt x="6456" y="1897"/>
                  </a:cubicBezTo>
                  <a:cubicBezTo>
                    <a:pt x="6463" y="1897"/>
                    <a:pt x="6474" y="1868"/>
                    <a:pt x="6478" y="1797"/>
                  </a:cubicBezTo>
                  <a:cubicBezTo>
                    <a:pt x="6490" y="1769"/>
                    <a:pt x="6503" y="1755"/>
                    <a:pt x="6515" y="1755"/>
                  </a:cubicBezTo>
                  <a:cubicBezTo>
                    <a:pt x="6527" y="1755"/>
                    <a:pt x="6539" y="1769"/>
                    <a:pt x="6551" y="1797"/>
                  </a:cubicBezTo>
                  <a:cubicBezTo>
                    <a:pt x="6551" y="1870"/>
                    <a:pt x="6560" y="1899"/>
                    <a:pt x="6567" y="1899"/>
                  </a:cubicBezTo>
                  <a:cubicBezTo>
                    <a:pt x="6572" y="1899"/>
                    <a:pt x="6576" y="1885"/>
                    <a:pt x="6576" y="1862"/>
                  </a:cubicBezTo>
                  <a:cubicBezTo>
                    <a:pt x="6608" y="1797"/>
                    <a:pt x="6632" y="1797"/>
                    <a:pt x="6632" y="1797"/>
                  </a:cubicBezTo>
                  <a:cubicBezTo>
                    <a:pt x="6632" y="1862"/>
                    <a:pt x="6867" y="1862"/>
                    <a:pt x="7103" y="1870"/>
                  </a:cubicBezTo>
                  <a:cubicBezTo>
                    <a:pt x="7127" y="1870"/>
                    <a:pt x="7151" y="1806"/>
                    <a:pt x="7151" y="1749"/>
                  </a:cubicBezTo>
                  <a:cubicBezTo>
                    <a:pt x="7151" y="1698"/>
                    <a:pt x="7151" y="1680"/>
                    <a:pt x="7153" y="1680"/>
                  </a:cubicBezTo>
                  <a:cubicBezTo>
                    <a:pt x="7155" y="1680"/>
                    <a:pt x="7161" y="1716"/>
                    <a:pt x="7175" y="1749"/>
                  </a:cubicBezTo>
                  <a:cubicBezTo>
                    <a:pt x="7192" y="1838"/>
                    <a:pt x="7212" y="1883"/>
                    <a:pt x="7225" y="1883"/>
                  </a:cubicBezTo>
                  <a:cubicBezTo>
                    <a:pt x="7238" y="1883"/>
                    <a:pt x="7244" y="1838"/>
                    <a:pt x="7232" y="1749"/>
                  </a:cubicBezTo>
                  <a:cubicBezTo>
                    <a:pt x="7220" y="1688"/>
                    <a:pt x="7214" y="1658"/>
                    <a:pt x="7217" y="1658"/>
                  </a:cubicBezTo>
                  <a:lnTo>
                    <a:pt x="7217" y="1658"/>
                  </a:lnTo>
                  <a:cubicBezTo>
                    <a:pt x="7220" y="1658"/>
                    <a:pt x="7232" y="1688"/>
                    <a:pt x="7257" y="1749"/>
                  </a:cubicBezTo>
                  <a:cubicBezTo>
                    <a:pt x="7269" y="1781"/>
                    <a:pt x="7275" y="1797"/>
                    <a:pt x="7282" y="1797"/>
                  </a:cubicBezTo>
                  <a:cubicBezTo>
                    <a:pt x="7289" y="1797"/>
                    <a:pt x="7297" y="1781"/>
                    <a:pt x="7313" y="1749"/>
                  </a:cubicBezTo>
                  <a:cubicBezTo>
                    <a:pt x="7313" y="1720"/>
                    <a:pt x="7319" y="1706"/>
                    <a:pt x="7325" y="1706"/>
                  </a:cubicBezTo>
                  <a:cubicBezTo>
                    <a:pt x="7332" y="1706"/>
                    <a:pt x="7338" y="1720"/>
                    <a:pt x="7338" y="1749"/>
                  </a:cubicBezTo>
                  <a:cubicBezTo>
                    <a:pt x="7355" y="1795"/>
                    <a:pt x="7372" y="1837"/>
                    <a:pt x="7381" y="1837"/>
                  </a:cubicBezTo>
                  <a:cubicBezTo>
                    <a:pt x="7384" y="1837"/>
                    <a:pt x="7386" y="1830"/>
                    <a:pt x="7386" y="1814"/>
                  </a:cubicBezTo>
                  <a:cubicBezTo>
                    <a:pt x="7386" y="1814"/>
                    <a:pt x="7411" y="1814"/>
                    <a:pt x="7443" y="1870"/>
                  </a:cubicBezTo>
                  <a:cubicBezTo>
                    <a:pt x="7450" y="1890"/>
                    <a:pt x="7457" y="1897"/>
                    <a:pt x="7465" y="1897"/>
                  </a:cubicBezTo>
                  <a:cubicBezTo>
                    <a:pt x="7482" y="1897"/>
                    <a:pt x="7499" y="1854"/>
                    <a:pt x="7516" y="1814"/>
                  </a:cubicBezTo>
                  <a:cubicBezTo>
                    <a:pt x="7557" y="1757"/>
                    <a:pt x="7583" y="1728"/>
                    <a:pt x="7596" y="1728"/>
                  </a:cubicBezTo>
                  <a:cubicBezTo>
                    <a:pt x="7609" y="1728"/>
                    <a:pt x="7609" y="1757"/>
                    <a:pt x="7597" y="1814"/>
                  </a:cubicBezTo>
                  <a:cubicBezTo>
                    <a:pt x="7588" y="1861"/>
                    <a:pt x="7601" y="1881"/>
                    <a:pt x="7623" y="1881"/>
                  </a:cubicBezTo>
                  <a:cubicBezTo>
                    <a:pt x="7658" y="1881"/>
                    <a:pt x="7712" y="1831"/>
                    <a:pt x="7727" y="1757"/>
                  </a:cubicBezTo>
                  <a:cubicBezTo>
                    <a:pt x="7741" y="1687"/>
                    <a:pt x="7747" y="1657"/>
                    <a:pt x="7749" y="1657"/>
                  </a:cubicBezTo>
                  <a:cubicBezTo>
                    <a:pt x="7751" y="1657"/>
                    <a:pt x="7751" y="1673"/>
                    <a:pt x="7751" y="1700"/>
                  </a:cubicBezTo>
                  <a:cubicBezTo>
                    <a:pt x="7751" y="1757"/>
                    <a:pt x="7784" y="1757"/>
                    <a:pt x="7784" y="1757"/>
                  </a:cubicBezTo>
                  <a:cubicBezTo>
                    <a:pt x="7808" y="1757"/>
                    <a:pt x="7832" y="1757"/>
                    <a:pt x="7832" y="1822"/>
                  </a:cubicBezTo>
                  <a:cubicBezTo>
                    <a:pt x="7832" y="1822"/>
                    <a:pt x="7857" y="1822"/>
                    <a:pt x="7913" y="1765"/>
                  </a:cubicBezTo>
                  <a:cubicBezTo>
                    <a:pt x="7932" y="1718"/>
                    <a:pt x="7956" y="1697"/>
                    <a:pt x="7980" y="1697"/>
                  </a:cubicBezTo>
                  <a:cubicBezTo>
                    <a:pt x="8016" y="1697"/>
                    <a:pt x="8052" y="1747"/>
                    <a:pt x="8067" y="1822"/>
                  </a:cubicBezTo>
                  <a:lnTo>
                    <a:pt x="8116" y="1765"/>
                  </a:lnTo>
                  <a:cubicBezTo>
                    <a:pt x="8136" y="1691"/>
                    <a:pt x="8153" y="1641"/>
                    <a:pt x="8163" y="1641"/>
                  </a:cubicBezTo>
                  <a:cubicBezTo>
                    <a:pt x="8169" y="1641"/>
                    <a:pt x="8173" y="1661"/>
                    <a:pt x="8173" y="1708"/>
                  </a:cubicBezTo>
                  <a:lnTo>
                    <a:pt x="8173" y="1765"/>
                  </a:lnTo>
                  <a:cubicBezTo>
                    <a:pt x="8182" y="1719"/>
                    <a:pt x="8202" y="1700"/>
                    <a:pt x="8224" y="1700"/>
                  </a:cubicBezTo>
                  <a:cubicBezTo>
                    <a:pt x="8261" y="1700"/>
                    <a:pt x="8302" y="1754"/>
                    <a:pt x="8302" y="1830"/>
                  </a:cubicBezTo>
                  <a:cubicBezTo>
                    <a:pt x="8302" y="1887"/>
                    <a:pt x="8302" y="1887"/>
                    <a:pt x="8327" y="1887"/>
                  </a:cubicBezTo>
                  <a:lnTo>
                    <a:pt x="8327" y="1830"/>
                  </a:lnTo>
                  <a:cubicBezTo>
                    <a:pt x="8327" y="1765"/>
                    <a:pt x="8327" y="1708"/>
                    <a:pt x="8351" y="1708"/>
                  </a:cubicBezTo>
                  <a:cubicBezTo>
                    <a:pt x="8384" y="1708"/>
                    <a:pt x="8408" y="1708"/>
                    <a:pt x="8408" y="1773"/>
                  </a:cubicBezTo>
                  <a:cubicBezTo>
                    <a:pt x="8425" y="1813"/>
                    <a:pt x="8442" y="1853"/>
                    <a:pt x="8451" y="1853"/>
                  </a:cubicBezTo>
                  <a:cubicBezTo>
                    <a:pt x="8454" y="1853"/>
                    <a:pt x="8457" y="1846"/>
                    <a:pt x="8457" y="1830"/>
                  </a:cubicBezTo>
                  <a:cubicBezTo>
                    <a:pt x="8457" y="1830"/>
                    <a:pt x="8481" y="1830"/>
                    <a:pt x="8513" y="1895"/>
                  </a:cubicBezTo>
                  <a:lnTo>
                    <a:pt x="8619" y="1895"/>
                  </a:lnTo>
                  <a:cubicBezTo>
                    <a:pt x="8631" y="1866"/>
                    <a:pt x="8649" y="1852"/>
                    <a:pt x="8664" y="1852"/>
                  </a:cubicBezTo>
                  <a:cubicBezTo>
                    <a:pt x="8679" y="1852"/>
                    <a:pt x="8692" y="1866"/>
                    <a:pt x="8692" y="1895"/>
                  </a:cubicBezTo>
                  <a:cubicBezTo>
                    <a:pt x="8732" y="1895"/>
                    <a:pt x="8756" y="1870"/>
                    <a:pt x="8773" y="1838"/>
                  </a:cubicBezTo>
                  <a:cubicBezTo>
                    <a:pt x="8821" y="1838"/>
                    <a:pt x="8854" y="1838"/>
                    <a:pt x="8854" y="1895"/>
                  </a:cubicBezTo>
                  <a:cubicBezTo>
                    <a:pt x="8850" y="1927"/>
                    <a:pt x="8850" y="1943"/>
                    <a:pt x="8854" y="1943"/>
                  </a:cubicBezTo>
                  <a:cubicBezTo>
                    <a:pt x="8858" y="1943"/>
                    <a:pt x="8866" y="1927"/>
                    <a:pt x="8878" y="1895"/>
                  </a:cubicBezTo>
                  <a:cubicBezTo>
                    <a:pt x="8878" y="1838"/>
                    <a:pt x="8902" y="1838"/>
                    <a:pt x="8927" y="1838"/>
                  </a:cubicBezTo>
                  <a:lnTo>
                    <a:pt x="8984" y="1838"/>
                  </a:lnTo>
                  <a:cubicBezTo>
                    <a:pt x="8984" y="1781"/>
                    <a:pt x="8984" y="1781"/>
                    <a:pt x="9008" y="1781"/>
                  </a:cubicBezTo>
                  <a:cubicBezTo>
                    <a:pt x="9032" y="1781"/>
                    <a:pt x="9113" y="1838"/>
                    <a:pt x="9138" y="1846"/>
                  </a:cubicBezTo>
                  <a:cubicBezTo>
                    <a:pt x="9219" y="1846"/>
                    <a:pt x="9219" y="1846"/>
                    <a:pt x="9186" y="1781"/>
                  </a:cubicBezTo>
                  <a:cubicBezTo>
                    <a:pt x="9170" y="1781"/>
                    <a:pt x="9165" y="1756"/>
                    <a:pt x="9180" y="1756"/>
                  </a:cubicBezTo>
                  <a:cubicBezTo>
                    <a:pt x="9187" y="1756"/>
                    <a:pt x="9200" y="1762"/>
                    <a:pt x="9219" y="1781"/>
                  </a:cubicBezTo>
                  <a:cubicBezTo>
                    <a:pt x="9243" y="1781"/>
                    <a:pt x="9324" y="1846"/>
                    <a:pt x="9397" y="1846"/>
                  </a:cubicBezTo>
                  <a:cubicBezTo>
                    <a:pt x="9502" y="1846"/>
                    <a:pt x="9502" y="1846"/>
                    <a:pt x="9502" y="1789"/>
                  </a:cubicBezTo>
                  <a:cubicBezTo>
                    <a:pt x="9490" y="1728"/>
                    <a:pt x="9490" y="1698"/>
                    <a:pt x="9496" y="1698"/>
                  </a:cubicBezTo>
                  <a:lnTo>
                    <a:pt x="9496" y="1698"/>
                  </a:lnTo>
                  <a:cubicBezTo>
                    <a:pt x="9502" y="1698"/>
                    <a:pt x="9515" y="1728"/>
                    <a:pt x="9527" y="1789"/>
                  </a:cubicBezTo>
                  <a:cubicBezTo>
                    <a:pt x="9560" y="1860"/>
                    <a:pt x="9582" y="1889"/>
                    <a:pt x="9594" y="1889"/>
                  </a:cubicBezTo>
                  <a:cubicBezTo>
                    <a:pt x="9603" y="1889"/>
                    <a:pt x="9608" y="1873"/>
                    <a:pt x="9608" y="1846"/>
                  </a:cubicBezTo>
                  <a:cubicBezTo>
                    <a:pt x="9632" y="1789"/>
                    <a:pt x="9632" y="1789"/>
                    <a:pt x="9656" y="1789"/>
                  </a:cubicBezTo>
                  <a:cubicBezTo>
                    <a:pt x="9656" y="1819"/>
                    <a:pt x="9665" y="1835"/>
                    <a:pt x="9680" y="1835"/>
                  </a:cubicBezTo>
                  <a:cubicBezTo>
                    <a:pt x="9694" y="1835"/>
                    <a:pt x="9714" y="1821"/>
                    <a:pt x="9738" y="1789"/>
                  </a:cubicBezTo>
                  <a:cubicBezTo>
                    <a:pt x="9762" y="1789"/>
                    <a:pt x="9762" y="1789"/>
                    <a:pt x="9762" y="1854"/>
                  </a:cubicBezTo>
                  <a:lnTo>
                    <a:pt x="9819" y="1854"/>
                  </a:lnTo>
                  <a:cubicBezTo>
                    <a:pt x="9839" y="1803"/>
                    <a:pt x="9877" y="1785"/>
                    <a:pt x="9918" y="1785"/>
                  </a:cubicBezTo>
                  <a:cubicBezTo>
                    <a:pt x="9975" y="1785"/>
                    <a:pt x="10035" y="1821"/>
                    <a:pt x="10054" y="1854"/>
                  </a:cubicBezTo>
                  <a:cubicBezTo>
                    <a:pt x="10054" y="1854"/>
                    <a:pt x="10078" y="1854"/>
                    <a:pt x="10102" y="1797"/>
                  </a:cubicBezTo>
                  <a:cubicBezTo>
                    <a:pt x="10115" y="1737"/>
                    <a:pt x="10129" y="1706"/>
                    <a:pt x="10140" y="1706"/>
                  </a:cubicBezTo>
                  <a:cubicBezTo>
                    <a:pt x="10151" y="1706"/>
                    <a:pt x="10159" y="1737"/>
                    <a:pt x="10159" y="1797"/>
                  </a:cubicBezTo>
                  <a:cubicBezTo>
                    <a:pt x="10155" y="1858"/>
                    <a:pt x="10155" y="1889"/>
                    <a:pt x="10159" y="1889"/>
                  </a:cubicBezTo>
                  <a:cubicBezTo>
                    <a:pt x="10163" y="1889"/>
                    <a:pt x="10171" y="1858"/>
                    <a:pt x="10183" y="1797"/>
                  </a:cubicBezTo>
                  <a:cubicBezTo>
                    <a:pt x="10197" y="1770"/>
                    <a:pt x="10220" y="1758"/>
                    <a:pt x="10243" y="1758"/>
                  </a:cubicBezTo>
                  <a:cubicBezTo>
                    <a:pt x="10289" y="1758"/>
                    <a:pt x="10335" y="1803"/>
                    <a:pt x="10313" y="1862"/>
                  </a:cubicBezTo>
                  <a:lnTo>
                    <a:pt x="10313" y="1984"/>
                  </a:lnTo>
                  <a:cubicBezTo>
                    <a:pt x="10338" y="1919"/>
                    <a:pt x="10362" y="1919"/>
                    <a:pt x="10362" y="1919"/>
                  </a:cubicBezTo>
                  <a:cubicBezTo>
                    <a:pt x="10362" y="1862"/>
                    <a:pt x="10394" y="1862"/>
                    <a:pt x="10467" y="1862"/>
                  </a:cubicBezTo>
                  <a:cubicBezTo>
                    <a:pt x="10524" y="1862"/>
                    <a:pt x="10629" y="1806"/>
                    <a:pt x="10678" y="1806"/>
                  </a:cubicBezTo>
                  <a:cubicBezTo>
                    <a:pt x="10727" y="1806"/>
                    <a:pt x="10808" y="1806"/>
                    <a:pt x="10832" y="1870"/>
                  </a:cubicBezTo>
                  <a:cubicBezTo>
                    <a:pt x="10865" y="1870"/>
                    <a:pt x="10889" y="1870"/>
                    <a:pt x="10937" y="1814"/>
                  </a:cubicBezTo>
                  <a:cubicBezTo>
                    <a:pt x="10949" y="1782"/>
                    <a:pt x="10969" y="1768"/>
                    <a:pt x="10985" y="1768"/>
                  </a:cubicBezTo>
                  <a:cubicBezTo>
                    <a:pt x="11003" y="1768"/>
                    <a:pt x="11019" y="1784"/>
                    <a:pt x="11019" y="1814"/>
                  </a:cubicBezTo>
                  <a:lnTo>
                    <a:pt x="11043" y="1814"/>
                  </a:lnTo>
                  <a:cubicBezTo>
                    <a:pt x="11100" y="1757"/>
                    <a:pt x="11124" y="1757"/>
                    <a:pt x="11124" y="1757"/>
                  </a:cubicBezTo>
                  <a:cubicBezTo>
                    <a:pt x="11124" y="1797"/>
                    <a:pt x="11136" y="1841"/>
                    <a:pt x="11152" y="1841"/>
                  </a:cubicBezTo>
                  <a:cubicBezTo>
                    <a:pt x="11158" y="1841"/>
                    <a:pt x="11165" y="1833"/>
                    <a:pt x="11173" y="1814"/>
                  </a:cubicBezTo>
                  <a:cubicBezTo>
                    <a:pt x="11173" y="1757"/>
                    <a:pt x="11197" y="1757"/>
                    <a:pt x="11254" y="1757"/>
                  </a:cubicBezTo>
                  <a:cubicBezTo>
                    <a:pt x="11281" y="1789"/>
                    <a:pt x="11575" y="1808"/>
                    <a:pt x="11823" y="1808"/>
                  </a:cubicBezTo>
                  <a:cubicBezTo>
                    <a:pt x="12009" y="1808"/>
                    <a:pt x="12170" y="1797"/>
                    <a:pt x="12170" y="1773"/>
                  </a:cubicBezTo>
                  <a:lnTo>
                    <a:pt x="12324" y="1773"/>
                  </a:lnTo>
                  <a:cubicBezTo>
                    <a:pt x="12324" y="1826"/>
                    <a:pt x="12349" y="1845"/>
                    <a:pt x="12383" y="1845"/>
                  </a:cubicBezTo>
                  <a:cubicBezTo>
                    <a:pt x="12428" y="1845"/>
                    <a:pt x="12489" y="1813"/>
                    <a:pt x="12535" y="1781"/>
                  </a:cubicBezTo>
                  <a:cubicBezTo>
                    <a:pt x="12559" y="1716"/>
                    <a:pt x="12583" y="1716"/>
                    <a:pt x="12608" y="1716"/>
                  </a:cubicBezTo>
                  <a:cubicBezTo>
                    <a:pt x="12608" y="1789"/>
                    <a:pt x="12636" y="1818"/>
                    <a:pt x="12670" y="1818"/>
                  </a:cubicBezTo>
                  <a:cubicBezTo>
                    <a:pt x="12693" y="1818"/>
                    <a:pt x="12718" y="1804"/>
                    <a:pt x="12737" y="1781"/>
                  </a:cubicBezTo>
                  <a:cubicBezTo>
                    <a:pt x="12754" y="1720"/>
                    <a:pt x="12768" y="1690"/>
                    <a:pt x="12778" y="1690"/>
                  </a:cubicBezTo>
                  <a:cubicBezTo>
                    <a:pt x="12788" y="1690"/>
                    <a:pt x="12794" y="1720"/>
                    <a:pt x="12794" y="1781"/>
                  </a:cubicBezTo>
                  <a:cubicBezTo>
                    <a:pt x="12794" y="1836"/>
                    <a:pt x="12804" y="1866"/>
                    <a:pt x="12820" y="1866"/>
                  </a:cubicBezTo>
                  <a:cubicBezTo>
                    <a:pt x="12840" y="1866"/>
                    <a:pt x="12868" y="1822"/>
                    <a:pt x="12900" y="1724"/>
                  </a:cubicBezTo>
                  <a:cubicBezTo>
                    <a:pt x="12912" y="1696"/>
                    <a:pt x="12918" y="1682"/>
                    <a:pt x="12924" y="1682"/>
                  </a:cubicBezTo>
                  <a:cubicBezTo>
                    <a:pt x="12930" y="1682"/>
                    <a:pt x="12936" y="1696"/>
                    <a:pt x="12948" y="1724"/>
                  </a:cubicBezTo>
                  <a:cubicBezTo>
                    <a:pt x="12963" y="1797"/>
                    <a:pt x="12980" y="1826"/>
                    <a:pt x="12992" y="1826"/>
                  </a:cubicBezTo>
                  <a:cubicBezTo>
                    <a:pt x="13000" y="1826"/>
                    <a:pt x="13005" y="1812"/>
                    <a:pt x="13005" y="1789"/>
                  </a:cubicBezTo>
                  <a:cubicBezTo>
                    <a:pt x="13017" y="1728"/>
                    <a:pt x="13029" y="1698"/>
                    <a:pt x="13041" y="1698"/>
                  </a:cubicBezTo>
                  <a:cubicBezTo>
                    <a:pt x="13054" y="1698"/>
                    <a:pt x="13066" y="1728"/>
                    <a:pt x="13078" y="1789"/>
                  </a:cubicBezTo>
                  <a:cubicBezTo>
                    <a:pt x="13106" y="1850"/>
                    <a:pt x="13121" y="1881"/>
                    <a:pt x="13131" y="1881"/>
                  </a:cubicBezTo>
                  <a:cubicBezTo>
                    <a:pt x="13141" y="1881"/>
                    <a:pt x="13147" y="1850"/>
                    <a:pt x="13159" y="1789"/>
                  </a:cubicBezTo>
                  <a:cubicBezTo>
                    <a:pt x="13171" y="1730"/>
                    <a:pt x="13202" y="1701"/>
                    <a:pt x="13234" y="1701"/>
                  </a:cubicBezTo>
                  <a:cubicBezTo>
                    <a:pt x="13267" y="1701"/>
                    <a:pt x="13301" y="1732"/>
                    <a:pt x="13313" y="1789"/>
                  </a:cubicBezTo>
                  <a:cubicBezTo>
                    <a:pt x="13329" y="1789"/>
                    <a:pt x="13349" y="1818"/>
                    <a:pt x="13361" y="1818"/>
                  </a:cubicBezTo>
                  <a:cubicBezTo>
                    <a:pt x="13366" y="1818"/>
                    <a:pt x="13370" y="1811"/>
                    <a:pt x="13370" y="1789"/>
                  </a:cubicBezTo>
                  <a:lnTo>
                    <a:pt x="13394" y="1854"/>
                  </a:lnTo>
                  <a:lnTo>
                    <a:pt x="13443" y="1854"/>
                  </a:lnTo>
                  <a:lnTo>
                    <a:pt x="13443" y="1797"/>
                  </a:lnTo>
                  <a:cubicBezTo>
                    <a:pt x="13564" y="1830"/>
                    <a:pt x="13686" y="1854"/>
                    <a:pt x="13808" y="1862"/>
                  </a:cubicBezTo>
                  <a:cubicBezTo>
                    <a:pt x="13866" y="1862"/>
                    <a:pt x="13915" y="1863"/>
                    <a:pt x="13955" y="1863"/>
                  </a:cubicBezTo>
                  <a:cubicBezTo>
                    <a:pt x="14116" y="1863"/>
                    <a:pt x="14143" y="1857"/>
                    <a:pt x="14124" y="1806"/>
                  </a:cubicBezTo>
                  <a:cubicBezTo>
                    <a:pt x="14112" y="1745"/>
                    <a:pt x="14118" y="1714"/>
                    <a:pt x="14131" y="1714"/>
                  </a:cubicBezTo>
                  <a:cubicBezTo>
                    <a:pt x="14144" y="1714"/>
                    <a:pt x="14164" y="1745"/>
                    <a:pt x="14181" y="1806"/>
                  </a:cubicBezTo>
                  <a:cubicBezTo>
                    <a:pt x="14205" y="1806"/>
                    <a:pt x="14254" y="1870"/>
                    <a:pt x="14310" y="1870"/>
                  </a:cubicBezTo>
                  <a:cubicBezTo>
                    <a:pt x="14359" y="1870"/>
                    <a:pt x="14408" y="1870"/>
                    <a:pt x="14408" y="1927"/>
                  </a:cubicBezTo>
                  <a:lnTo>
                    <a:pt x="14440" y="1927"/>
                  </a:lnTo>
                  <a:cubicBezTo>
                    <a:pt x="14475" y="1868"/>
                    <a:pt x="14540" y="1833"/>
                    <a:pt x="14605" y="1833"/>
                  </a:cubicBezTo>
                  <a:cubicBezTo>
                    <a:pt x="14647" y="1833"/>
                    <a:pt x="14689" y="1847"/>
                    <a:pt x="14724" y="1878"/>
                  </a:cubicBezTo>
                  <a:cubicBezTo>
                    <a:pt x="14730" y="1880"/>
                    <a:pt x="14737" y="1880"/>
                    <a:pt x="14743" y="1880"/>
                  </a:cubicBezTo>
                  <a:cubicBezTo>
                    <a:pt x="14787" y="1880"/>
                    <a:pt x="14832" y="1857"/>
                    <a:pt x="14854" y="1822"/>
                  </a:cubicBezTo>
                  <a:cubicBezTo>
                    <a:pt x="14882" y="1789"/>
                    <a:pt x="14896" y="1773"/>
                    <a:pt x="14906" y="1773"/>
                  </a:cubicBezTo>
                  <a:cubicBezTo>
                    <a:pt x="14916" y="1773"/>
                    <a:pt x="14922" y="1789"/>
                    <a:pt x="14935" y="1822"/>
                  </a:cubicBezTo>
                  <a:cubicBezTo>
                    <a:pt x="14935" y="1855"/>
                    <a:pt x="14987" y="1891"/>
                    <a:pt x="15031" y="1891"/>
                  </a:cubicBezTo>
                  <a:cubicBezTo>
                    <a:pt x="15062" y="1891"/>
                    <a:pt x="15089" y="1872"/>
                    <a:pt x="15089" y="1822"/>
                  </a:cubicBezTo>
                  <a:lnTo>
                    <a:pt x="15113" y="1887"/>
                  </a:lnTo>
                  <a:cubicBezTo>
                    <a:pt x="15122" y="1903"/>
                    <a:pt x="15131" y="1910"/>
                    <a:pt x="15139" y="1910"/>
                  </a:cubicBezTo>
                  <a:cubicBezTo>
                    <a:pt x="15157" y="1910"/>
                    <a:pt x="15170" y="1868"/>
                    <a:pt x="15170" y="1822"/>
                  </a:cubicBezTo>
                  <a:cubicBezTo>
                    <a:pt x="15170" y="1771"/>
                    <a:pt x="15175" y="1743"/>
                    <a:pt x="15182" y="1743"/>
                  </a:cubicBezTo>
                  <a:cubicBezTo>
                    <a:pt x="15191" y="1743"/>
                    <a:pt x="15205" y="1787"/>
                    <a:pt x="15218" y="1887"/>
                  </a:cubicBezTo>
                  <a:cubicBezTo>
                    <a:pt x="15218" y="1957"/>
                    <a:pt x="15227" y="1987"/>
                    <a:pt x="15233" y="1987"/>
                  </a:cubicBezTo>
                  <a:cubicBezTo>
                    <a:pt x="15238" y="1987"/>
                    <a:pt x="15243" y="1971"/>
                    <a:pt x="15243" y="1943"/>
                  </a:cubicBezTo>
                  <a:cubicBezTo>
                    <a:pt x="15266" y="1903"/>
                    <a:pt x="15285" y="1863"/>
                    <a:pt x="15302" y="1863"/>
                  </a:cubicBezTo>
                  <a:cubicBezTo>
                    <a:pt x="15310" y="1863"/>
                    <a:pt x="15317" y="1870"/>
                    <a:pt x="15324" y="1887"/>
                  </a:cubicBezTo>
                  <a:cubicBezTo>
                    <a:pt x="15348" y="1887"/>
                    <a:pt x="15381" y="1887"/>
                    <a:pt x="15381" y="1765"/>
                  </a:cubicBezTo>
                  <a:cubicBezTo>
                    <a:pt x="15381" y="1708"/>
                    <a:pt x="15405" y="1708"/>
                    <a:pt x="15429" y="1708"/>
                  </a:cubicBezTo>
                  <a:cubicBezTo>
                    <a:pt x="15437" y="1749"/>
                    <a:pt x="15421" y="1789"/>
                    <a:pt x="15405" y="1830"/>
                  </a:cubicBezTo>
                  <a:lnTo>
                    <a:pt x="15454" y="1830"/>
                  </a:lnTo>
                  <a:cubicBezTo>
                    <a:pt x="15486" y="1830"/>
                    <a:pt x="15535" y="1887"/>
                    <a:pt x="15535" y="1951"/>
                  </a:cubicBezTo>
                  <a:cubicBezTo>
                    <a:pt x="15545" y="1975"/>
                    <a:pt x="15555" y="1989"/>
                    <a:pt x="15561" y="1989"/>
                  </a:cubicBezTo>
                  <a:cubicBezTo>
                    <a:pt x="15571" y="1989"/>
                    <a:pt x="15573" y="1961"/>
                    <a:pt x="15559" y="1895"/>
                  </a:cubicBezTo>
                  <a:cubicBezTo>
                    <a:pt x="15559" y="1773"/>
                    <a:pt x="15559" y="1773"/>
                    <a:pt x="15616" y="1773"/>
                  </a:cubicBezTo>
                  <a:cubicBezTo>
                    <a:pt x="15640" y="1773"/>
                    <a:pt x="15664" y="1773"/>
                    <a:pt x="15664" y="1830"/>
                  </a:cubicBezTo>
                  <a:cubicBezTo>
                    <a:pt x="15664" y="1895"/>
                    <a:pt x="15664" y="1895"/>
                    <a:pt x="15713" y="1895"/>
                  </a:cubicBezTo>
                  <a:cubicBezTo>
                    <a:pt x="15794" y="1895"/>
                    <a:pt x="15875" y="1716"/>
                    <a:pt x="15899" y="1595"/>
                  </a:cubicBezTo>
                  <a:cubicBezTo>
                    <a:pt x="15899" y="1538"/>
                    <a:pt x="15899" y="1510"/>
                    <a:pt x="15902" y="1510"/>
                  </a:cubicBezTo>
                  <a:cubicBezTo>
                    <a:pt x="15906" y="1510"/>
                    <a:pt x="15912" y="1538"/>
                    <a:pt x="15924" y="1595"/>
                  </a:cubicBezTo>
                  <a:cubicBezTo>
                    <a:pt x="15924" y="1660"/>
                    <a:pt x="15956" y="1660"/>
                    <a:pt x="15981" y="1660"/>
                  </a:cubicBezTo>
                  <a:cubicBezTo>
                    <a:pt x="15981" y="1641"/>
                    <a:pt x="15983" y="1634"/>
                    <a:pt x="15986" y="1634"/>
                  </a:cubicBezTo>
                  <a:lnTo>
                    <a:pt x="15986" y="1634"/>
                  </a:lnTo>
                  <a:cubicBezTo>
                    <a:pt x="15991" y="1634"/>
                    <a:pt x="15997" y="1660"/>
                    <a:pt x="15981" y="1660"/>
                  </a:cubicBezTo>
                  <a:cubicBezTo>
                    <a:pt x="15981" y="1716"/>
                    <a:pt x="15956" y="1716"/>
                    <a:pt x="15924" y="1716"/>
                  </a:cubicBezTo>
                  <a:lnTo>
                    <a:pt x="15924" y="1781"/>
                  </a:lnTo>
                  <a:cubicBezTo>
                    <a:pt x="15936" y="1838"/>
                    <a:pt x="15950" y="1866"/>
                    <a:pt x="15964" y="1866"/>
                  </a:cubicBezTo>
                  <a:cubicBezTo>
                    <a:pt x="15978" y="1866"/>
                    <a:pt x="15993" y="1838"/>
                    <a:pt x="16005" y="1781"/>
                  </a:cubicBezTo>
                  <a:cubicBezTo>
                    <a:pt x="16017" y="1749"/>
                    <a:pt x="16023" y="1733"/>
                    <a:pt x="16029" y="1733"/>
                  </a:cubicBezTo>
                  <a:cubicBezTo>
                    <a:pt x="16035" y="1733"/>
                    <a:pt x="16041" y="1749"/>
                    <a:pt x="16053" y="1781"/>
                  </a:cubicBezTo>
                  <a:cubicBezTo>
                    <a:pt x="16076" y="1821"/>
                    <a:pt x="16095" y="1865"/>
                    <a:pt x="16104" y="1865"/>
                  </a:cubicBezTo>
                  <a:cubicBezTo>
                    <a:pt x="16108" y="1865"/>
                    <a:pt x="16110" y="1857"/>
                    <a:pt x="16110" y="1838"/>
                  </a:cubicBezTo>
                  <a:cubicBezTo>
                    <a:pt x="16143" y="1846"/>
                    <a:pt x="16175" y="1870"/>
                    <a:pt x="16183" y="1903"/>
                  </a:cubicBezTo>
                  <a:cubicBezTo>
                    <a:pt x="16240" y="1903"/>
                    <a:pt x="16264" y="1903"/>
                    <a:pt x="16264" y="1846"/>
                  </a:cubicBezTo>
                  <a:cubicBezTo>
                    <a:pt x="16264" y="1781"/>
                    <a:pt x="16289" y="1781"/>
                    <a:pt x="16321" y="1781"/>
                  </a:cubicBezTo>
                  <a:cubicBezTo>
                    <a:pt x="16345" y="1781"/>
                    <a:pt x="16370" y="1781"/>
                    <a:pt x="16370" y="1724"/>
                  </a:cubicBezTo>
                  <a:cubicBezTo>
                    <a:pt x="16370" y="1668"/>
                    <a:pt x="16394" y="1603"/>
                    <a:pt x="16451" y="1603"/>
                  </a:cubicBezTo>
                  <a:cubicBezTo>
                    <a:pt x="16471" y="1580"/>
                    <a:pt x="16482" y="1566"/>
                    <a:pt x="16491" y="1566"/>
                  </a:cubicBezTo>
                  <a:cubicBezTo>
                    <a:pt x="16503" y="1566"/>
                    <a:pt x="16509" y="1595"/>
                    <a:pt x="16524" y="1668"/>
                  </a:cubicBezTo>
                  <a:cubicBezTo>
                    <a:pt x="16524" y="1724"/>
                    <a:pt x="16556" y="1724"/>
                    <a:pt x="16580" y="1724"/>
                  </a:cubicBezTo>
                  <a:cubicBezTo>
                    <a:pt x="16580" y="1724"/>
                    <a:pt x="16605" y="1724"/>
                    <a:pt x="16629" y="1789"/>
                  </a:cubicBezTo>
                  <a:cubicBezTo>
                    <a:pt x="16636" y="1806"/>
                    <a:pt x="16641" y="1813"/>
                    <a:pt x="16645" y="1813"/>
                  </a:cubicBezTo>
                  <a:cubicBezTo>
                    <a:pt x="16654" y="1813"/>
                    <a:pt x="16656" y="1773"/>
                    <a:pt x="16662" y="1733"/>
                  </a:cubicBezTo>
                  <a:lnTo>
                    <a:pt x="16662" y="1611"/>
                  </a:lnTo>
                  <a:cubicBezTo>
                    <a:pt x="16686" y="1611"/>
                    <a:pt x="16710" y="1733"/>
                    <a:pt x="16710" y="1789"/>
                  </a:cubicBezTo>
                  <a:cubicBezTo>
                    <a:pt x="16722" y="1850"/>
                    <a:pt x="16728" y="1881"/>
                    <a:pt x="16731" y="1881"/>
                  </a:cubicBezTo>
                  <a:cubicBezTo>
                    <a:pt x="16735" y="1881"/>
                    <a:pt x="16735" y="1850"/>
                    <a:pt x="16735" y="1789"/>
                  </a:cubicBezTo>
                  <a:cubicBezTo>
                    <a:pt x="16735" y="1749"/>
                    <a:pt x="16747" y="1705"/>
                    <a:pt x="16773" y="1705"/>
                  </a:cubicBezTo>
                  <a:cubicBezTo>
                    <a:pt x="16785" y="1705"/>
                    <a:pt x="16799" y="1713"/>
                    <a:pt x="16816" y="1733"/>
                  </a:cubicBezTo>
                  <a:cubicBezTo>
                    <a:pt x="16864" y="1733"/>
                    <a:pt x="16921" y="1733"/>
                    <a:pt x="16921" y="1797"/>
                  </a:cubicBezTo>
                  <a:cubicBezTo>
                    <a:pt x="16929" y="1816"/>
                    <a:pt x="16937" y="1823"/>
                    <a:pt x="16944" y="1823"/>
                  </a:cubicBezTo>
                  <a:cubicBezTo>
                    <a:pt x="16959" y="1823"/>
                    <a:pt x="16970" y="1797"/>
                    <a:pt x="16970" y="1797"/>
                  </a:cubicBezTo>
                  <a:cubicBezTo>
                    <a:pt x="16982" y="1765"/>
                    <a:pt x="16996" y="1749"/>
                    <a:pt x="17016" y="1749"/>
                  </a:cubicBezTo>
                  <a:cubicBezTo>
                    <a:pt x="17037" y="1749"/>
                    <a:pt x="17063" y="1765"/>
                    <a:pt x="17099" y="1797"/>
                  </a:cubicBezTo>
                  <a:cubicBezTo>
                    <a:pt x="17164" y="1858"/>
                    <a:pt x="17197" y="1889"/>
                    <a:pt x="17213" y="1889"/>
                  </a:cubicBezTo>
                  <a:cubicBezTo>
                    <a:pt x="17229" y="1889"/>
                    <a:pt x="17229" y="1858"/>
                    <a:pt x="17229" y="1797"/>
                  </a:cubicBezTo>
                  <a:cubicBezTo>
                    <a:pt x="17229" y="1764"/>
                    <a:pt x="17229" y="1728"/>
                    <a:pt x="17234" y="1728"/>
                  </a:cubicBezTo>
                  <a:cubicBezTo>
                    <a:pt x="17237" y="1728"/>
                    <a:pt x="17243" y="1747"/>
                    <a:pt x="17253" y="1797"/>
                  </a:cubicBezTo>
                  <a:cubicBezTo>
                    <a:pt x="17263" y="1817"/>
                    <a:pt x="17272" y="1824"/>
                    <a:pt x="17281" y="1824"/>
                  </a:cubicBezTo>
                  <a:cubicBezTo>
                    <a:pt x="17302" y="1824"/>
                    <a:pt x="17325" y="1781"/>
                    <a:pt x="17359" y="1741"/>
                  </a:cubicBezTo>
                  <a:cubicBezTo>
                    <a:pt x="17383" y="1660"/>
                    <a:pt x="17391" y="1587"/>
                    <a:pt x="17391" y="1506"/>
                  </a:cubicBezTo>
                  <a:cubicBezTo>
                    <a:pt x="17391" y="1433"/>
                    <a:pt x="17391" y="1404"/>
                    <a:pt x="17401" y="1404"/>
                  </a:cubicBezTo>
                  <a:cubicBezTo>
                    <a:pt x="17408" y="1404"/>
                    <a:pt x="17420" y="1418"/>
                    <a:pt x="17440" y="1441"/>
                  </a:cubicBezTo>
                  <a:cubicBezTo>
                    <a:pt x="17464" y="1441"/>
                    <a:pt x="17497" y="1506"/>
                    <a:pt x="17497" y="1562"/>
                  </a:cubicBezTo>
                  <a:cubicBezTo>
                    <a:pt x="17497" y="1627"/>
                    <a:pt x="17464" y="1627"/>
                    <a:pt x="17464" y="1627"/>
                  </a:cubicBezTo>
                  <a:lnTo>
                    <a:pt x="17440" y="1627"/>
                  </a:lnTo>
                  <a:cubicBezTo>
                    <a:pt x="17440" y="1684"/>
                    <a:pt x="17440" y="1741"/>
                    <a:pt x="17497" y="1741"/>
                  </a:cubicBezTo>
                  <a:cubicBezTo>
                    <a:pt x="17509" y="1773"/>
                    <a:pt x="17521" y="1789"/>
                    <a:pt x="17530" y="1789"/>
                  </a:cubicBezTo>
                  <a:cubicBezTo>
                    <a:pt x="17539" y="1789"/>
                    <a:pt x="17545" y="1773"/>
                    <a:pt x="17545" y="1741"/>
                  </a:cubicBezTo>
                  <a:cubicBezTo>
                    <a:pt x="17570" y="1806"/>
                    <a:pt x="17626" y="1806"/>
                    <a:pt x="17675" y="1806"/>
                  </a:cubicBezTo>
                  <a:cubicBezTo>
                    <a:pt x="17724" y="1806"/>
                    <a:pt x="17805" y="1806"/>
                    <a:pt x="17829" y="1870"/>
                  </a:cubicBezTo>
                  <a:cubicBezTo>
                    <a:pt x="17886" y="1870"/>
                    <a:pt x="17910" y="1870"/>
                    <a:pt x="17910" y="1814"/>
                  </a:cubicBezTo>
                  <a:cubicBezTo>
                    <a:pt x="17910" y="1741"/>
                    <a:pt x="17919" y="1712"/>
                    <a:pt x="17926" y="1712"/>
                  </a:cubicBezTo>
                  <a:cubicBezTo>
                    <a:pt x="17930" y="1712"/>
                    <a:pt x="17934" y="1726"/>
                    <a:pt x="17934" y="1749"/>
                  </a:cubicBezTo>
                  <a:cubicBezTo>
                    <a:pt x="17950" y="1826"/>
                    <a:pt x="18094" y="1881"/>
                    <a:pt x="18204" y="1881"/>
                  </a:cubicBezTo>
                  <a:cubicBezTo>
                    <a:pt x="18268" y="1881"/>
                    <a:pt x="18320" y="1863"/>
                    <a:pt x="18332" y="1822"/>
                  </a:cubicBezTo>
                  <a:lnTo>
                    <a:pt x="18380" y="1822"/>
                  </a:lnTo>
                  <a:cubicBezTo>
                    <a:pt x="18405" y="1850"/>
                    <a:pt x="18457" y="1864"/>
                    <a:pt x="18507" y="1864"/>
                  </a:cubicBezTo>
                  <a:cubicBezTo>
                    <a:pt x="18557" y="1864"/>
                    <a:pt x="18603" y="1850"/>
                    <a:pt x="18616" y="1822"/>
                  </a:cubicBezTo>
                  <a:lnTo>
                    <a:pt x="18697" y="1822"/>
                  </a:lnTo>
                  <a:cubicBezTo>
                    <a:pt x="18722" y="1855"/>
                    <a:pt x="18740" y="1871"/>
                    <a:pt x="18756" y="1871"/>
                  </a:cubicBezTo>
                  <a:cubicBezTo>
                    <a:pt x="18770" y="1871"/>
                    <a:pt x="18782" y="1857"/>
                    <a:pt x="18794" y="1830"/>
                  </a:cubicBezTo>
                  <a:cubicBezTo>
                    <a:pt x="18817" y="1784"/>
                    <a:pt x="18824" y="1742"/>
                    <a:pt x="18826" y="1742"/>
                  </a:cubicBezTo>
                  <a:cubicBezTo>
                    <a:pt x="18826" y="1742"/>
                    <a:pt x="18826" y="1749"/>
                    <a:pt x="18826" y="1765"/>
                  </a:cubicBezTo>
                  <a:cubicBezTo>
                    <a:pt x="18826" y="1830"/>
                    <a:pt x="18875" y="1830"/>
                    <a:pt x="18980" y="1830"/>
                  </a:cubicBezTo>
                  <a:cubicBezTo>
                    <a:pt x="19086" y="1830"/>
                    <a:pt x="19086" y="1830"/>
                    <a:pt x="19061" y="1773"/>
                  </a:cubicBezTo>
                  <a:cubicBezTo>
                    <a:pt x="19092" y="1756"/>
                    <a:pt x="19114" y="1750"/>
                    <a:pt x="19130" y="1750"/>
                  </a:cubicBezTo>
                  <a:cubicBezTo>
                    <a:pt x="19167" y="1750"/>
                    <a:pt x="19167" y="1790"/>
                    <a:pt x="19167" y="1830"/>
                  </a:cubicBezTo>
                  <a:cubicBezTo>
                    <a:pt x="19152" y="1885"/>
                    <a:pt x="19156" y="1915"/>
                    <a:pt x="19166" y="1915"/>
                  </a:cubicBezTo>
                  <a:cubicBezTo>
                    <a:pt x="19179" y="1915"/>
                    <a:pt x="19202" y="1871"/>
                    <a:pt x="19216" y="1773"/>
                  </a:cubicBezTo>
                  <a:cubicBezTo>
                    <a:pt x="19230" y="1703"/>
                    <a:pt x="19254" y="1673"/>
                    <a:pt x="19273" y="1673"/>
                  </a:cubicBezTo>
                  <a:cubicBezTo>
                    <a:pt x="19286" y="1673"/>
                    <a:pt x="19297" y="1689"/>
                    <a:pt x="19297" y="1716"/>
                  </a:cubicBezTo>
                  <a:cubicBezTo>
                    <a:pt x="19297" y="1773"/>
                    <a:pt x="19264" y="1773"/>
                    <a:pt x="19240" y="1773"/>
                  </a:cubicBezTo>
                  <a:lnTo>
                    <a:pt x="19240" y="1895"/>
                  </a:lnTo>
                  <a:cubicBezTo>
                    <a:pt x="19264" y="1895"/>
                    <a:pt x="19264" y="1895"/>
                    <a:pt x="19297" y="1838"/>
                  </a:cubicBezTo>
                  <a:cubicBezTo>
                    <a:pt x="19297" y="1838"/>
                    <a:pt x="19321" y="1838"/>
                    <a:pt x="19345" y="1773"/>
                  </a:cubicBezTo>
                  <a:cubicBezTo>
                    <a:pt x="19370" y="1716"/>
                    <a:pt x="19370" y="1651"/>
                    <a:pt x="19345" y="1595"/>
                  </a:cubicBezTo>
                  <a:cubicBezTo>
                    <a:pt x="19321" y="1538"/>
                    <a:pt x="19345" y="1538"/>
                    <a:pt x="19378" y="1538"/>
                  </a:cubicBezTo>
                  <a:cubicBezTo>
                    <a:pt x="19418" y="1587"/>
                    <a:pt x="19426" y="1660"/>
                    <a:pt x="19402" y="1716"/>
                  </a:cubicBezTo>
                  <a:cubicBezTo>
                    <a:pt x="19370" y="1716"/>
                    <a:pt x="19370" y="1773"/>
                    <a:pt x="19370" y="1838"/>
                  </a:cubicBezTo>
                  <a:cubicBezTo>
                    <a:pt x="19370" y="1848"/>
                    <a:pt x="19374" y="1853"/>
                    <a:pt x="19382" y="1853"/>
                  </a:cubicBezTo>
                  <a:cubicBezTo>
                    <a:pt x="19416" y="1853"/>
                    <a:pt x="19512" y="1759"/>
                    <a:pt x="19532" y="1660"/>
                  </a:cubicBezTo>
                  <a:lnTo>
                    <a:pt x="19532" y="1716"/>
                  </a:lnTo>
                  <a:cubicBezTo>
                    <a:pt x="19532" y="1781"/>
                    <a:pt x="19580" y="1781"/>
                    <a:pt x="19637" y="1781"/>
                  </a:cubicBezTo>
                  <a:cubicBezTo>
                    <a:pt x="19686" y="1781"/>
                    <a:pt x="19710" y="1781"/>
                    <a:pt x="19710" y="1724"/>
                  </a:cubicBezTo>
                  <a:cubicBezTo>
                    <a:pt x="19710" y="1660"/>
                    <a:pt x="19710" y="1603"/>
                    <a:pt x="19743" y="1603"/>
                  </a:cubicBezTo>
                  <a:cubicBezTo>
                    <a:pt x="19710" y="1603"/>
                    <a:pt x="19710" y="1546"/>
                    <a:pt x="19710" y="1481"/>
                  </a:cubicBezTo>
                  <a:lnTo>
                    <a:pt x="19710" y="1481"/>
                  </a:lnTo>
                  <a:cubicBezTo>
                    <a:pt x="19743" y="1522"/>
                    <a:pt x="19767" y="1562"/>
                    <a:pt x="19791" y="1603"/>
                  </a:cubicBezTo>
                  <a:cubicBezTo>
                    <a:pt x="19840" y="1724"/>
                    <a:pt x="19897" y="1781"/>
                    <a:pt x="20002" y="1789"/>
                  </a:cubicBezTo>
                  <a:cubicBezTo>
                    <a:pt x="20051" y="1789"/>
                    <a:pt x="20132" y="1789"/>
                    <a:pt x="20156" y="1846"/>
                  </a:cubicBezTo>
                  <a:cubicBezTo>
                    <a:pt x="20166" y="1846"/>
                    <a:pt x="20175" y="1846"/>
                    <a:pt x="20183" y="1846"/>
                  </a:cubicBezTo>
                  <a:cubicBezTo>
                    <a:pt x="20216" y="1846"/>
                    <a:pt x="20237" y="1841"/>
                    <a:pt x="20237" y="1789"/>
                  </a:cubicBezTo>
                  <a:lnTo>
                    <a:pt x="20286" y="1789"/>
                  </a:lnTo>
                  <a:cubicBezTo>
                    <a:pt x="20298" y="1822"/>
                    <a:pt x="20318" y="1838"/>
                    <a:pt x="20335" y="1838"/>
                  </a:cubicBezTo>
                  <a:cubicBezTo>
                    <a:pt x="20353" y="1838"/>
                    <a:pt x="20367" y="1822"/>
                    <a:pt x="20367" y="1789"/>
                  </a:cubicBezTo>
                  <a:cubicBezTo>
                    <a:pt x="20374" y="1772"/>
                    <a:pt x="20382" y="1766"/>
                    <a:pt x="20389" y="1766"/>
                  </a:cubicBezTo>
                  <a:cubicBezTo>
                    <a:pt x="20406" y="1766"/>
                    <a:pt x="20423" y="1797"/>
                    <a:pt x="20440" y="1797"/>
                  </a:cubicBezTo>
                  <a:cubicBezTo>
                    <a:pt x="20465" y="1848"/>
                    <a:pt x="20479" y="1876"/>
                    <a:pt x="20485" y="1876"/>
                  </a:cubicBezTo>
                  <a:cubicBezTo>
                    <a:pt x="20492" y="1876"/>
                    <a:pt x="20486" y="1832"/>
                    <a:pt x="20472" y="1733"/>
                  </a:cubicBezTo>
                  <a:cubicBezTo>
                    <a:pt x="20472" y="1676"/>
                    <a:pt x="20415" y="1611"/>
                    <a:pt x="20391" y="1611"/>
                  </a:cubicBezTo>
                  <a:lnTo>
                    <a:pt x="20310" y="1611"/>
                  </a:lnTo>
                  <a:lnTo>
                    <a:pt x="20391" y="1554"/>
                  </a:lnTo>
                  <a:cubicBezTo>
                    <a:pt x="20415" y="1554"/>
                    <a:pt x="20472" y="1497"/>
                    <a:pt x="20472" y="1433"/>
                  </a:cubicBezTo>
                  <a:cubicBezTo>
                    <a:pt x="20472" y="1433"/>
                    <a:pt x="20472" y="1376"/>
                    <a:pt x="20497" y="1376"/>
                  </a:cubicBezTo>
                  <a:lnTo>
                    <a:pt x="20497" y="1497"/>
                  </a:lnTo>
                  <a:cubicBezTo>
                    <a:pt x="20472" y="1554"/>
                    <a:pt x="20464" y="1611"/>
                    <a:pt x="20472" y="1676"/>
                  </a:cubicBezTo>
                  <a:cubicBezTo>
                    <a:pt x="20487" y="1750"/>
                    <a:pt x="20523" y="1800"/>
                    <a:pt x="20549" y="1800"/>
                  </a:cubicBezTo>
                  <a:cubicBezTo>
                    <a:pt x="20565" y="1800"/>
                    <a:pt x="20578" y="1780"/>
                    <a:pt x="20578" y="1733"/>
                  </a:cubicBezTo>
                  <a:cubicBezTo>
                    <a:pt x="20602" y="1733"/>
                    <a:pt x="20602" y="1733"/>
                    <a:pt x="20626" y="1797"/>
                  </a:cubicBezTo>
                  <a:cubicBezTo>
                    <a:pt x="20626" y="1821"/>
                    <a:pt x="20630" y="1835"/>
                    <a:pt x="20638" y="1835"/>
                  </a:cubicBezTo>
                  <a:cubicBezTo>
                    <a:pt x="20648" y="1835"/>
                    <a:pt x="20664" y="1807"/>
                    <a:pt x="20683" y="1741"/>
                  </a:cubicBezTo>
                  <a:cubicBezTo>
                    <a:pt x="20695" y="1680"/>
                    <a:pt x="20707" y="1649"/>
                    <a:pt x="20720" y="1649"/>
                  </a:cubicBezTo>
                  <a:cubicBezTo>
                    <a:pt x="20732" y="1649"/>
                    <a:pt x="20744" y="1680"/>
                    <a:pt x="20756" y="1741"/>
                  </a:cubicBezTo>
                  <a:cubicBezTo>
                    <a:pt x="20790" y="1813"/>
                    <a:pt x="20838" y="1842"/>
                    <a:pt x="20871" y="1842"/>
                  </a:cubicBezTo>
                  <a:cubicBezTo>
                    <a:pt x="20894" y="1842"/>
                    <a:pt x="20910" y="1829"/>
                    <a:pt x="20910" y="1806"/>
                  </a:cubicBezTo>
                  <a:cubicBezTo>
                    <a:pt x="20910" y="1733"/>
                    <a:pt x="20939" y="1704"/>
                    <a:pt x="20967" y="1704"/>
                  </a:cubicBezTo>
                  <a:cubicBezTo>
                    <a:pt x="20986" y="1704"/>
                    <a:pt x="21006" y="1718"/>
                    <a:pt x="21015" y="1741"/>
                  </a:cubicBezTo>
                  <a:cubicBezTo>
                    <a:pt x="21032" y="1774"/>
                    <a:pt x="21047" y="1790"/>
                    <a:pt x="21060" y="1790"/>
                  </a:cubicBezTo>
                  <a:cubicBezTo>
                    <a:pt x="21073" y="1790"/>
                    <a:pt x="21085" y="1776"/>
                    <a:pt x="21097" y="1749"/>
                  </a:cubicBezTo>
                  <a:cubicBezTo>
                    <a:pt x="21097" y="1789"/>
                    <a:pt x="21109" y="1829"/>
                    <a:pt x="21124" y="1829"/>
                  </a:cubicBezTo>
                  <a:cubicBezTo>
                    <a:pt x="21131" y="1829"/>
                    <a:pt x="21138" y="1822"/>
                    <a:pt x="21145" y="1806"/>
                  </a:cubicBezTo>
                  <a:cubicBezTo>
                    <a:pt x="21145" y="1806"/>
                    <a:pt x="21178" y="1806"/>
                    <a:pt x="21145" y="1749"/>
                  </a:cubicBezTo>
                  <a:lnTo>
                    <a:pt x="21202" y="1627"/>
                  </a:lnTo>
                  <a:cubicBezTo>
                    <a:pt x="21178" y="1627"/>
                    <a:pt x="21178" y="1570"/>
                    <a:pt x="21178" y="1506"/>
                  </a:cubicBezTo>
                  <a:cubicBezTo>
                    <a:pt x="21178" y="1492"/>
                    <a:pt x="21184" y="1484"/>
                    <a:pt x="21194" y="1484"/>
                  </a:cubicBezTo>
                  <a:cubicBezTo>
                    <a:pt x="21226" y="1484"/>
                    <a:pt x="21295" y="1551"/>
                    <a:pt x="21332" y="1692"/>
                  </a:cubicBezTo>
                  <a:lnTo>
                    <a:pt x="21380" y="1814"/>
                  </a:lnTo>
                  <a:lnTo>
                    <a:pt x="21380" y="1692"/>
                  </a:lnTo>
                  <a:cubicBezTo>
                    <a:pt x="21413" y="1692"/>
                    <a:pt x="21437" y="1692"/>
                    <a:pt x="21437" y="1749"/>
                  </a:cubicBezTo>
                  <a:cubicBezTo>
                    <a:pt x="21437" y="1814"/>
                    <a:pt x="21437" y="1814"/>
                    <a:pt x="21461" y="1814"/>
                  </a:cubicBezTo>
                  <a:cubicBezTo>
                    <a:pt x="21461" y="1814"/>
                    <a:pt x="21486" y="1814"/>
                    <a:pt x="21486" y="1757"/>
                  </a:cubicBezTo>
                  <a:cubicBezTo>
                    <a:pt x="21486" y="1685"/>
                    <a:pt x="21486" y="1655"/>
                    <a:pt x="21492" y="1655"/>
                  </a:cubicBezTo>
                  <a:cubicBezTo>
                    <a:pt x="21497" y="1655"/>
                    <a:pt x="21505" y="1669"/>
                    <a:pt x="21518" y="1692"/>
                  </a:cubicBezTo>
                  <a:cubicBezTo>
                    <a:pt x="21530" y="1753"/>
                    <a:pt x="21542" y="1783"/>
                    <a:pt x="21555" y="1783"/>
                  </a:cubicBezTo>
                  <a:cubicBezTo>
                    <a:pt x="21567" y="1783"/>
                    <a:pt x="21579" y="1753"/>
                    <a:pt x="21591" y="1692"/>
                  </a:cubicBezTo>
                  <a:cubicBezTo>
                    <a:pt x="21591" y="1635"/>
                    <a:pt x="21591" y="1607"/>
                    <a:pt x="21594" y="1607"/>
                  </a:cubicBezTo>
                  <a:cubicBezTo>
                    <a:pt x="21597" y="1607"/>
                    <a:pt x="21603" y="1635"/>
                    <a:pt x="21615" y="1692"/>
                  </a:cubicBezTo>
                  <a:cubicBezTo>
                    <a:pt x="21615" y="1757"/>
                    <a:pt x="21648" y="1814"/>
                    <a:pt x="21672" y="1814"/>
                  </a:cubicBezTo>
                  <a:lnTo>
                    <a:pt x="21672" y="1757"/>
                  </a:lnTo>
                  <a:cubicBezTo>
                    <a:pt x="21672" y="1687"/>
                    <a:pt x="21680" y="1657"/>
                    <a:pt x="21692" y="1657"/>
                  </a:cubicBezTo>
                  <a:cubicBezTo>
                    <a:pt x="21700" y="1657"/>
                    <a:pt x="21711" y="1673"/>
                    <a:pt x="21721" y="1700"/>
                  </a:cubicBezTo>
                  <a:cubicBezTo>
                    <a:pt x="21721" y="1728"/>
                    <a:pt x="21727" y="1743"/>
                    <a:pt x="21740" y="1743"/>
                  </a:cubicBezTo>
                  <a:cubicBezTo>
                    <a:pt x="21753" y="1743"/>
                    <a:pt x="21774" y="1728"/>
                    <a:pt x="21802" y="1700"/>
                  </a:cubicBezTo>
                  <a:cubicBezTo>
                    <a:pt x="21851" y="1700"/>
                    <a:pt x="21883" y="1700"/>
                    <a:pt x="21883" y="1757"/>
                  </a:cubicBezTo>
                  <a:cubicBezTo>
                    <a:pt x="21883" y="1818"/>
                    <a:pt x="21883" y="1848"/>
                    <a:pt x="21886" y="1848"/>
                  </a:cubicBezTo>
                  <a:cubicBezTo>
                    <a:pt x="21889" y="1848"/>
                    <a:pt x="21895" y="1818"/>
                    <a:pt x="21907" y="1757"/>
                  </a:cubicBezTo>
                  <a:cubicBezTo>
                    <a:pt x="21919" y="1728"/>
                    <a:pt x="21926" y="1714"/>
                    <a:pt x="21935" y="1714"/>
                  </a:cubicBezTo>
                  <a:cubicBezTo>
                    <a:pt x="21944" y="1714"/>
                    <a:pt x="21956" y="1728"/>
                    <a:pt x="21980" y="1757"/>
                  </a:cubicBezTo>
                  <a:cubicBezTo>
                    <a:pt x="21997" y="1790"/>
                    <a:pt x="22005" y="1807"/>
                    <a:pt x="22012" y="1807"/>
                  </a:cubicBezTo>
                  <a:cubicBezTo>
                    <a:pt x="22019" y="1807"/>
                    <a:pt x="22025" y="1792"/>
                    <a:pt x="22037" y="1765"/>
                  </a:cubicBezTo>
                  <a:cubicBezTo>
                    <a:pt x="22037" y="1643"/>
                    <a:pt x="22037" y="1578"/>
                    <a:pt x="22013" y="1578"/>
                  </a:cubicBezTo>
                  <a:cubicBezTo>
                    <a:pt x="21988" y="1578"/>
                    <a:pt x="21988" y="1578"/>
                    <a:pt x="21988" y="1522"/>
                  </a:cubicBezTo>
                  <a:lnTo>
                    <a:pt x="22037" y="1522"/>
                  </a:lnTo>
                  <a:cubicBezTo>
                    <a:pt x="22061" y="1522"/>
                    <a:pt x="22086" y="1522"/>
                    <a:pt x="22142" y="1465"/>
                  </a:cubicBezTo>
                  <a:cubicBezTo>
                    <a:pt x="22182" y="1419"/>
                    <a:pt x="22189" y="1326"/>
                    <a:pt x="22165" y="1326"/>
                  </a:cubicBezTo>
                  <a:cubicBezTo>
                    <a:pt x="22159" y="1326"/>
                    <a:pt x="22152" y="1331"/>
                    <a:pt x="22142" y="1343"/>
                  </a:cubicBezTo>
                  <a:lnTo>
                    <a:pt x="22118" y="1279"/>
                  </a:lnTo>
                  <a:cubicBezTo>
                    <a:pt x="22118" y="1189"/>
                    <a:pt x="22104" y="1145"/>
                    <a:pt x="22090" y="1145"/>
                  </a:cubicBezTo>
                  <a:cubicBezTo>
                    <a:pt x="22076" y="1145"/>
                    <a:pt x="22061" y="1189"/>
                    <a:pt x="22061" y="1279"/>
                  </a:cubicBezTo>
                  <a:cubicBezTo>
                    <a:pt x="22061" y="1376"/>
                    <a:pt x="22061" y="1420"/>
                    <a:pt x="22057" y="1420"/>
                  </a:cubicBezTo>
                  <a:cubicBezTo>
                    <a:pt x="22054" y="1420"/>
                    <a:pt x="22048" y="1390"/>
                    <a:pt x="22037" y="1335"/>
                  </a:cubicBezTo>
                  <a:cubicBezTo>
                    <a:pt x="22037" y="1222"/>
                    <a:pt x="22013" y="1222"/>
                    <a:pt x="21988" y="1222"/>
                  </a:cubicBezTo>
                  <a:cubicBezTo>
                    <a:pt x="21956" y="1214"/>
                    <a:pt x="21956" y="1222"/>
                    <a:pt x="21956" y="1157"/>
                  </a:cubicBezTo>
                  <a:cubicBezTo>
                    <a:pt x="21956" y="1100"/>
                    <a:pt x="21932" y="1035"/>
                    <a:pt x="21907" y="1035"/>
                  </a:cubicBezTo>
                  <a:cubicBezTo>
                    <a:pt x="21883" y="1035"/>
                    <a:pt x="21883" y="1035"/>
                    <a:pt x="21883" y="1100"/>
                  </a:cubicBezTo>
                  <a:cubicBezTo>
                    <a:pt x="21893" y="1123"/>
                    <a:pt x="21891" y="1137"/>
                    <a:pt x="21882" y="1137"/>
                  </a:cubicBezTo>
                  <a:cubicBezTo>
                    <a:pt x="21870" y="1137"/>
                    <a:pt x="21845" y="1108"/>
                    <a:pt x="21826" y="1035"/>
                  </a:cubicBezTo>
                  <a:cubicBezTo>
                    <a:pt x="21816" y="1012"/>
                    <a:pt x="21810" y="998"/>
                    <a:pt x="21807" y="998"/>
                  </a:cubicBezTo>
                  <a:cubicBezTo>
                    <a:pt x="21802" y="998"/>
                    <a:pt x="21802" y="1026"/>
                    <a:pt x="21802" y="1092"/>
                  </a:cubicBezTo>
                  <a:cubicBezTo>
                    <a:pt x="21802" y="1153"/>
                    <a:pt x="21790" y="1183"/>
                    <a:pt x="21774" y="1183"/>
                  </a:cubicBezTo>
                  <a:cubicBezTo>
                    <a:pt x="21757" y="1183"/>
                    <a:pt x="21737" y="1153"/>
                    <a:pt x="21721" y="1092"/>
                  </a:cubicBezTo>
                  <a:lnTo>
                    <a:pt x="21672" y="1092"/>
                  </a:lnTo>
                  <a:cubicBezTo>
                    <a:pt x="21648" y="1092"/>
                    <a:pt x="21648" y="1149"/>
                    <a:pt x="21648" y="1214"/>
                  </a:cubicBezTo>
                  <a:cubicBezTo>
                    <a:pt x="21648" y="1284"/>
                    <a:pt x="21648" y="1314"/>
                    <a:pt x="21643" y="1314"/>
                  </a:cubicBezTo>
                  <a:cubicBezTo>
                    <a:pt x="21640" y="1314"/>
                    <a:pt x="21634" y="1298"/>
                    <a:pt x="21624" y="1270"/>
                  </a:cubicBezTo>
                  <a:cubicBezTo>
                    <a:pt x="21607" y="1230"/>
                    <a:pt x="21591" y="1189"/>
                    <a:pt x="21591" y="1149"/>
                  </a:cubicBezTo>
                  <a:cubicBezTo>
                    <a:pt x="21591" y="1092"/>
                    <a:pt x="21567" y="1092"/>
                    <a:pt x="21542" y="1092"/>
                  </a:cubicBezTo>
                  <a:cubicBezTo>
                    <a:pt x="21518" y="1092"/>
                    <a:pt x="21461" y="1092"/>
                    <a:pt x="21461" y="1149"/>
                  </a:cubicBezTo>
                  <a:lnTo>
                    <a:pt x="21461" y="1092"/>
                  </a:lnTo>
                  <a:cubicBezTo>
                    <a:pt x="21445" y="1092"/>
                    <a:pt x="21440" y="1063"/>
                    <a:pt x="21438" y="1063"/>
                  </a:cubicBezTo>
                  <a:cubicBezTo>
                    <a:pt x="21437" y="1063"/>
                    <a:pt x="21437" y="1070"/>
                    <a:pt x="21437" y="1092"/>
                  </a:cubicBezTo>
                  <a:cubicBezTo>
                    <a:pt x="21437" y="1092"/>
                    <a:pt x="21413" y="1092"/>
                    <a:pt x="21356" y="1027"/>
                  </a:cubicBezTo>
                  <a:cubicBezTo>
                    <a:pt x="21347" y="1017"/>
                    <a:pt x="21337" y="1012"/>
                    <a:pt x="21327" y="1012"/>
                  </a:cubicBezTo>
                  <a:cubicBezTo>
                    <a:pt x="21283" y="1012"/>
                    <a:pt x="21241" y="1106"/>
                    <a:pt x="21307" y="1206"/>
                  </a:cubicBezTo>
                  <a:lnTo>
                    <a:pt x="21283" y="1206"/>
                  </a:lnTo>
                  <a:cubicBezTo>
                    <a:pt x="21251" y="1206"/>
                    <a:pt x="21251" y="1262"/>
                    <a:pt x="21251" y="1262"/>
                  </a:cubicBezTo>
                  <a:cubicBezTo>
                    <a:pt x="21251" y="1327"/>
                    <a:pt x="21226" y="1327"/>
                    <a:pt x="21202" y="1327"/>
                  </a:cubicBezTo>
                  <a:lnTo>
                    <a:pt x="21202" y="1206"/>
                  </a:lnTo>
                  <a:cubicBezTo>
                    <a:pt x="21216" y="1101"/>
                    <a:pt x="21205" y="1035"/>
                    <a:pt x="21189" y="1035"/>
                  </a:cubicBezTo>
                  <a:cubicBezTo>
                    <a:pt x="21177" y="1035"/>
                    <a:pt x="21163" y="1067"/>
                    <a:pt x="21153" y="1141"/>
                  </a:cubicBezTo>
                  <a:lnTo>
                    <a:pt x="21153" y="1084"/>
                  </a:lnTo>
                  <a:cubicBezTo>
                    <a:pt x="21153" y="1056"/>
                    <a:pt x="21145" y="1041"/>
                    <a:pt x="21131" y="1041"/>
                  </a:cubicBezTo>
                  <a:cubicBezTo>
                    <a:pt x="21117" y="1041"/>
                    <a:pt x="21097" y="1056"/>
                    <a:pt x="21072" y="1084"/>
                  </a:cubicBezTo>
                  <a:cubicBezTo>
                    <a:pt x="21048" y="1084"/>
                    <a:pt x="21015" y="1206"/>
                    <a:pt x="21015" y="1262"/>
                  </a:cubicBezTo>
                  <a:cubicBezTo>
                    <a:pt x="21015" y="1319"/>
                    <a:pt x="20991" y="1319"/>
                    <a:pt x="20991" y="1319"/>
                  </a:cubicBezTo>
                  <a:cubicBezTo>
                    <a:pt x="20967" y="1319"/>
                    <a:pt x="20967" y="1319"/>
                    <a:pt x="20967" y="1262"/>
                  </a:cubicBezTo>
                  <a:cubicBezTo>
                    <a:pt x="20967" y="1201"/>
                    <a:pt x="20955" y="1171"/>
                    <a:pt x="20938" y="1171"/>
                  </a:cubicBezTo>
                  <a:cubicBezTo>
                    <a:pt x="20922" y="1171"/>
                    <a:pt x="20902" y="1201"/>
                    <a:pt x="20886" y="1262"/>
                  </a:cubicBezTo>
                  <a:lnTo>
                    <a:pt x="20886" y="1197"/>
                  </a:lnTo>
                  <a:cubicBezTo>
                    <a:pt x="20886" y="1158"/>
                    <a:pt x="20874" y="1114"/>
                    <a:pt x="20821" y="1114"/>
                  </a:cubicBezTo>
                  <a:cubicBezTo>
                    <a:pt x="20799" y="1114"/>
                    <a:pt x="20770" y="1121"/>
                    <a:pt x="20732" y="1141"/>
                  </a:cubicBezTo>
                  <a:cubicBezTo>
                    <a:pt x="20626" y="1133"/>
                    <a:pt x="20545" y="1133"/>
                    <a:pt x="20545" y="1076"/>
                  </a:cubicBezTo>
                  <a:cubicBezTo>
                    <a:pt x="20545" y="1063"/>
                    <a:pt x="20542" y="1058"/>
                    <a:pt x="20535" y="1058"/>
                  </a:cubicBezTo>
                  <a:cubicBezTo>
                    <a:pt x="20509" y="1058"/>
                    <a:pt x="20437" y="1156"/>
                    <a:pt x="20391" y="1254"/>
                  </a:cubicBezTo>
                  <a:cubicBezTo>
                    <a:pt x="20391" y="1189"/>
                    <a:pt x="20367" y="1189"/>
                    <a:pt x="20310" y="1189"/>
                  </a:cubicBezTo>
                  <a:cubicBezTo>
                    <a:pt x="20237" y="1189"/>
                    <a:pt x="20237" y="1189"/>
                    <a:pt x="20237" y="1133"/>
                  </a:cubicBezTo>
                  <a:cubicBezTo>
                    <a:pt x="20249" y="1072"/>
                    <a:pt x="20255" y="1041"/>
                    <a:pt x="20252" y="1041"/>
                  </a:cubicBezTo>
                  <a:lnTo>
                    <a:pt x="20252" y="1041"/>
                  </a:lnTo>
                  <a:cubicBezTo>
                    <a:pt x="20249" y="1041"/>
                    <a:pt x="20237" y="1072"/>
                    <a:pt x="20213" y="1133"/>
                  </a:cubicBezTo>
                  <a:cubicBezTo>
                    <a:pt x="20201" y="1175"/>
                    <a:pt x="20183" y="1194"/>
                    <a:pt x="20165" y="1194"/>
                  </a:cubicBezTo>
                  <a:cubicBezTo>
                    <a:pt x="20136" y="1194"/>
                    <a:pt x="20107" y="1143"/>
                    <a:pt x="20107" y="1068"/>
                  </a:cubicBezTo>
                  <a:cubicBezTo>
                    <a:pt x="20107" y="1011"/>
                    <a:pt x="20083" y="1011"/>
                    <a:pt x="20026" y="1003"/>
                  </a:cubicBezTo>
                  <a:cubicBezTo>
                    <a:pt x="20002" y="1068"/>
                    <a:pt x="19945" y="1068"/>
                    <a:pt x="19897" y="1068"/>
                  </a:cubicBezTo>
                  <a:cubicBezTo>
                    <a:pt x="19880" y="1066"/>
                    <a:pt x="19867" y="1065"/>
                    <a:pt x="19856" y="1065"/>
                  </a:cubicBezTo>
                  <a:cubicBezTo>
                    <a:pt x="19815" y="1065"/>
                    <a:pt x="19815" y="1085"/>
                    <a:pt x="19815" y="1181"/>
                  </a:cubicBezTo>
                  <a:cubicBezTo>
                    <a:pt x="19815" y="1303"/>
                    <a:pt x="19791" y="1303"/>
                    <a:pt x="19743" y="1303"/>
                  </a:cubicBezTo>
                  <a:cubicBezTo>
                    <a:pt x="19710" y="1303"/>
                    <a:pt x="19686" y="1303"/>
                    <a:pt x="19686" y="1238"/>
                  </a:cubicBezTo>
                  <a:cubicBezTo>
                    <a:pt x="19686" y="1238"/>
                    <a:pt x="19661" y="1181"/>
                    <a:pt x="19637" y="1181"/>
                  </a:cubicBezTo>
                  <a:cubicBezTo>
                    <a:pt x="19605" y="1181"/>
                    <a:pt x="19580" y="1181"/>
                    <a:pt x="19580" y="1116"/>
                  </a:cubicBezTo>
                  <a:cubicBezTo>
                    <a:pt x="19580" y="1116"/>
                    <a:pt x="19556" y="1060"/>
                    <a:pt x="19507" y="1060"/>
                  </a:cubicBezTo>
                  <a:cubicBezTo>
                    <a:pt x="19451" y="1060"/>
                    <a:pt x="19402" y="1051"/>
                    <a:pt x="19402" y="995"/>
                  </a:cubicBezTo>
                  <a:cubicBezTo>
                    <a:pt x="19378" y="995"/>
                    <a:pt x="19378" y="995"/>
                    <a:pt x="19378" y="1051"/>
                  </a:cubicBezTo>
                  <a:cubicBezTo>
                    <a:pt x="19378" y="1098"/>
                    <a:pt x="19361" y="1140"/>
                    <a:pt x="19314" y="1140"/>
                  </a:cubicBezTo>
                  <a:cubicBezTo>
                    <a:pt x="19295" y="1140"/>
                    <a:pt x="19270" y="1133"/>
                    <a:pt x="19240" y="1116"/>
                  </a:cubicBezTo>
                  <a:cubicBezTo>
                    <a:pt x="19227" y="1114"/>
                    <a:pt x="19212" y="1113"/>
                    <a:pt x="19197" y="1113"/>
                  </a:cubicBezTo>
                  <a:cubicBezTo>
                    <a:pt x="19154" y="1113"/>
                    <a:pt x="19110" y="1125"/>
                    <a:pt x="19110" y="1173"/>
                  </a:cubicBezTo>
                  <a:cubicBezTo>
                    <a:pt x="19086" y="1173"/>
                    <a:pt x="19086" y="1173"/>
                    <a:pt x="19086" y="1108"/>
                  </a:cubicBezTo>
                  <a:cubicBezTo>
                    <a:pt x="19086" y="1047"/>
                    <a:pt x="19074" y="1017"/>
                    <a:pt x="19054" y="1017"/>
                  </a:cubicBezTo>
                  <a:cubicBezTo>
                    <a:pt x="19035" y="1017"/>
                    <a:pt x="19009" y="1047"/>
                    <a:pt x="18980" y="1108"/>
                  </a:cubicBezTo>
                  <a:cubicBezTo>
                    <a:pt x="18980" y="1137"/>
                    <a:pt x="18974" y="1151"/>
                    <a:pt x="18965" y="1151"/>
                  </a:cubicBezTo>
                  <a:cubicBezTo>
                    <a:pt x="18956" y="1151"/>
                    <a:pt x="18944" y="1137"/>
                    <a:pt x="18932" y="1108"/>
                  </a:cubicBezTo>
                  <a:cubicBezTo>
                    <a:pt x="18932" y="1108"/>
                    <a:pt x="18907" y="1108"/>
                    <a:pt x="18875" y="1165"/>
                  </a:cubicBezTo>
                  <a:cubicBezTo>
                    <a:pt x="18863" y="1193"/>
                    <a:pt x="18857" y="1208"/>
                    <a:pt x="18848" y="1208"/>
                  </a:cubicBezTo>
                  <a:cubicBezTo>
                    <a:pt x="18839" y="1208"/>
                    <a:pt x="18826" y="1193"/>
                    <a:pt x="18802" y="1165"/>
                  </a:cubicBezTo>
                  <a:cubicBezTo>
                    <a:pt x="18802" y="1108"/>
                    <a:pt x="18770" y="1100"/>
                    <a:pt x="18745" y="1100"/>
                  </a:cubicBezTo>
                  <a:cubicBezTo>
                    <a:pt x="18722" y="1131"/>
                    <a:pt x="18641" y="1146"/>
                    <a:pt x="18562" y="1146"/>
                  </a:cubicBezTo>
                  <a:cubicBezTo>
                    <a:pt x="18477" y="1146"/>
                    <a:pt x="18393" y="1129"/>
                    <a:pt x="18380" y="1100"/>
                  </a:cubicBezTo>
                  <a:cubicBezTo>
                    <a:pt x="18356" y="1157"/>
                    <a:pt x="18356" y="1157"/>
                    <a:pt x="18332" y="1157"/>
                  </a:cubicBezTo>
                  <a:cubicBezTo>
                    <a:pt x="18322" y="1110"/>
                    <a:pt x="18312" y="1089"/>
                    <a:pt x="18302" y="1089"/>
                  </a:cubicBezTo>
                  <a:cubicBezTo>
                    <a:pt x="18287" y="1089"/>
                    <a:pt x="18275" y="1139"/>
                    <a:pt x="18275" y="1214"/>
                  </a:cubicBezTo>
                  <a:lnTo>
                    <a:pt x="18332" y="1214"/>
                  </a:lnTo>
                  <a:cubicBezTo>
                    <a:pt x="18332" y="1269"/>
                    <a:pt x="18315" y="1299"/>
                    <a:pt x="18297" y="1299"/>
                  </a:cubicBezTo>
                  <a:cubicBezTo>
                    <a:pt x="18275" y="1299"/>
                    <a:pt x="18251" y="1255"/>
                    <a:pt x="18251" y="1157"/>
                  </a:cubicBezTo>
                  <a:cubicBezTo>
                    <a:pt x="18239" y="1096"/>
                    <a:pt x="18232" y="1066"/>
                    <a:pt x="18226" y="1066"/>
                  </a:cubicBezTo>
                  <a:cubicBezTo>
                    <a:pt x="18220" y="1066"/>
                    <a:pt x="18214" y="1096"/>
                    <a:pt x="18202" y="1157"/>
                  </a:cubicBezTo>
                  <a:cubicBezTo>
                    <a:pt x="18186" y="1213"/>
                    <a:pt x="18172" y="1241"/>
                    <a:pt x="18159" y="1241"/>
                  </a:cubicBezTo>
                  <a:cubicBezTo>
                    <a:pt x="18146" y="1241"/>
                    <a:pt x="18133" y="1211"/>
                    <a:pt x="18121" y="1149"/>
                  </a:cubicBezTo>
                  <a:cubicBezTo>
                    <a:pt x="18121" y="1092"/>
                    <a:pt x="18121" y="1064"/>
                    <a:pt x="18118" y="1064"/>
                  </a:cubicBezTo>
                  <a:cubicBezTo>
                    <a:pt x="18115" y="1064"/>
                    <a:pt x="18109" y="1092"/>
                    <a:pt x="18097" y="1149"/>
                  </a:cubicBezTo>
                  <a:cubicBezTo>
                    <a:pt x="18065" y="1286"/>
                    <a:pt x="18025" y="1363"/>
                    <a:pt x="17998" y="1363"/>
                  </a:cubicBezTo>
                  <a:cubicBezTo>
                    <a:pt x="17977" y="1363"/>
                    <a:pt x="17963" y="1316"/>
                    <a:pt x="17967" y="1214"/>
                  </a:cubicBezTo>
                  <a:cubicBezTo>
                    <a:pt x="17967" y="1092"/>
                    <a:pt x="17934" y="1027"/>
                    <a:pt x="17910" y="1027"/>
                  </a:cubicBezTo>
                  <a:cubicBezTo>
                    <a:pt x="17886" y="1027"/>
                    <a:pt x="17886" y="1092"/>
                    <a:pt x="17886" y="1149"/>
                  </a:cubicBezTo>
                  <a:cubicBezTo>
                    <a:pt x="17898" y="1210"/>
                    <a:pt x="17898" y="1240"/>
                    <a:pt x="17889" y="1240"/>
                  </a:cubicBezTo>
                  <a:cubicBezTo>
                    <a:pt x="17880" y="1240"/>
                    <a:pt x="17862" y="1210"/>
                    <a:pt x="17837" y="1149"/>
                  </a:cubicBezTo>
                  <a:cubicBezTo>
                    <a:pt x="17792" y="1049"/>
                    <a:pt x="17754" y="1002"/>
                    <a:pt x="17716" y="1002"/>
                  </a:cubicBezTo>
                  <a:cubicBezTo>
                    <a:pt x="17687" y="1002"/>
                    <a:pt x="17658" y="1031"/>
                    <a:pt x="17626" y="1084"/>
                  </a:cubicBezTo>
                  <a:cubicBezTo>
                    <a:pt x="17575" y="1144"/>
                    <a:pt x="17529" y="1172"/>
                    <a:pt x="17505" y="1172"/>
                  </a:cubicBezTo>
                  <a:cubicBezTo>
                    <a:pt x="17480" y="1172"/>
                    <a:pt x="17480" y="1142"/>
                    <a:pt x="17521" y="1084"/>
                  </a:cubicBezTo>
                  <a:cubicBezTo>
                    <a:pt x="17550" y="1012"/>
                    <a:pt x="17562" y="982"/>
                    <a:pt x="17556" y="982"/>
                  </a:cubicBezTo>
                  <a:lnTo>
                    <a:pt x="17556" y="982"/>
                  </a:lnTo>
                  <a:cubicBezTo>
                    <a:pt x="17552" y="982"/>
                    <a:pt x="17541" y="996"/>
                    <a:pt x="17521" y="1019"/>
                  </a:cubicBezTo>
                  <a:lnTo>
                    <a:pt x="17391" y="1019"/>
                  </a:lnTo>
                  <a:cubicBezTo>
                    <a:pt x="17367" y="1019"/>
                    <a:pt x="17335" y="1076"/>
                    <a:pt x="17335" y="1141"/>
                  </a:cubicBezTo>
                  <a:cubicBezTo>
                    <a:pt x="17319" y="1065"/>
                    <a:pt x="17295" y="1014"/>
                    <a:pt x="17265" y="1014"/>
                  </a:cubicBezTo>
                  <a:cubicBezTo>
                    <a:pt x="17246" y="1014"/>
                    <a:pt x="17226" y="1033"/>
                    <a:pt x="17205" y="1076"/>
                  </a:cubicBezTo>
                  <a:lnTo>
                    <a:pt x="17156" y="1076"/>
                  </a:lnTo>
                  <a:cubicBezTo>
                    <a:pt x="17132" y="1076"/>
                    <a:pt x="17132" y="1076"/>
                    <a:pt x="17099" y="1133"/>
                  </a:cubicBezTo>
                  <a:cubicBezTo>
                    <a:pt x="17092" y="1152"/>
                    <a:pt x="17085" y="1160"/>
                    <a:pt x="17078" y="1160"/>
                  </a:cubicBezTo>
                  <a:cubicBezTo>
                    <a:pt x="17061" y="1160"/>
                    <a:pt x="17044" y="1116"/>
                    <a:pt x="17026" y="1076"/>
                  </a:cubicBezTo>
                  <a:cubicBezTo>
                    <a:pt x="17003" y="1030"/>
                    <a:pt x="16984" y="988"/>
                    <a:pt x="16975" y="988"/>
                  </a:cubicBezTo>
                  <a:cubicBezTo>
                    <a:pt x="16972" y="988"/>
                    <a:pt x="16970" y="995"/>
                    <a:pt x="16970" y="1011"/>
                  </a:cubicBezTo>
                  <a:cubicBezTo>
                    <a:pt x="16970" y="1076"/>
                    <a:pt x="16921" y="1133"/>
                    <a:pt x="16897" y="1189"/>
                  </a:cubicBezTo>
                  <a:cubicBezTo>
                    <a:pt x="16887" y="1209"/>
                    <a:pt x="16878" y="1216"/>
                    <a:pt x="16871" y="1216"/>
                  </a:cubicBezTo>
                  <a:cubicBezTo>
                    <a:pt x="16854" y="1216"/>
                    <a:pt x="16847" y="1172"/>
                    <a:pt x="16864" y="1133"/>
                  </a:cubicBezTo>
                  <a:cubicBezTo>
                    <a:pt x="16864" y="1068"/>
                    <a:pt x="16864" y="1068"/>
                    <a:pt x="16816" y="1011"/>
                  </a:cubicBezTo>
                  <a:cubicBezTo>
                    <a:pt x="16791" y="1011"/>
                    <a:pt x="16735" y="1011"/>
                    <a:pt x="16735" y="1068"/>
                  </a:cubicBezTo>
                  <a:cubicBezTo>
                    <a:pt x="16735" y="1099"/>
                    <a:pt x="16699" y="1113"/>
                    <a:pt x="16659" y="1113"/>
                  </a:cubicBezTo>
                  <a:cubicBezTo>
                    <a:pt x="16616" y="1113"/>
                    <a:pt x="16569" y="1097"/>
                    <a:pt x="16556" y="1068"/>
                  </a:cubicBezTo>
                  <a:lnTo>
                    <a:pt x="16499" y="1068"/>
                  </a:lnTo>
                  <a:cubicBezTo>
                    <a:pt x="16475" y="1068"/>
                    <a:pt x="16451" y="1124"/>
                    <a:pt x="16426" y="1124"/>
                  </a:cubicBezTo>
                  <a:cubicBezTo>
                    <a:pt x="16426" y="1124"/>
                    <a:pt x="16394" y="1124"/>
                    <a:pt x="16370" y="1181"/>
                  </a:cubicBezTo>
                  <a:cubicBezTo>
                    <a:pt x="16345" y="1181"/>
                    <a:pt x="16321" y="1181"/>
                    <a:pt x="16321" y="1124"/>
                  </a:cubicBezTo>
                  <a:cubicBezTo>
                    <a:pt x="16305" y="1181"/>
                    <a:pt x="16297" y="1210"/>
                    <a:pt x="16290" y="1210"/>
                  </a:cubicBezTo>
                  <a:cubicBezTo>
                    <a:pt x="16283" y="1210"/>
                    <a:pt x="16276" y="1181"/>
                    <a:pt x="16264" y="1124"/>
                  </a:cubicBezTo>
                  <a:cubicBezTo>
                    <a:pt x="16264" y="1064"/>
                    <a:pt x="16264" y="1033"/>
                    <a:pt x="16261" y="1033"/>
                  </a:cubicBezTo>
                  <a:cubicBezTo>
                    <a:pt x="16258" y="1033"/>
                    <a:pt x="16252" y="1064"/>
                    <a:pt x="16240" y="1124"/>
                  </a:cubicBezTo>
                  <a:cubicBezTo>
                    <a:pt x="16228" y="1152"/>
                    <a:pt x="16222" y="1166"/>
                    <a:pt x="16216" y="1166"/>
                  </a:cubicBezTo>
                  <a:cubicBezTo>
                    <a:pt x="16210" y="1166"/>
                    <a:pt x="16204" y="1150"/>
                    <a:pt x="16191" y="1116"/>
                  </a:cubicBezTo>
                  <a:cubicBezTo>
                    <a:pt x="16191" y="1088"/>
                    <a:pt x="16183" y="1074"/>
                    <a:pt x="16175" y="1074"/>
                  </a:cubicBezTo>
                  <a:cubicBezTo>
                    <a:pt x="16167" y="1074"/>
                    <a:pt x="16159" y="1088"/>
                    <a:pt x="16159" y="1116"/>
                  </a:cubicBezTo>
                  <a:cubicBezTo>
                    <a:pt x="16144" y="1192"/>
                    <a:pt x="16107" y="1243"/>
                    <a:pt x="16083" y="1243"/>
                  </a:cubicBezTo>
                  <a:cubicBezTo>
                    <a:pt x="16068" y="1243"/>
                    <a:pt x="16059" y="1224"/>
                    <a:pt x="16062" y="1181"/>
                  </a:cubicBezTo>
                  <a:lnTo>
                    <a:pt x="16062" y="1181"/>
                  </a:lnTo>
                  <a:cubicBezTo>
                    <a:pt x="16062" y="1181"/>
                    <a:pt x="16029" y="1181"/>
                    <a:pt x="16005" y="1238"/>
                  </a:cubicBezTo>
                  <a:cubicBezTo>
                    <a:pt x="15993" y="1299"/>
                    <a:pt x="15987" y="1329"/>
                    <a:pt x="15984" y="1329"/>
                  </a:cubicBezTo>
                  <a:cubicBezTo>
                    <a:pt x="15981" y="1329"/>
                    <a:pt x="15981" y="1299"/>
                    <a:pt x="15981" y="1238"/>
                  </a:cubicBezTo>
                  <a:cubicBezTo>
                    <a:pt x="15968" y="1177"/>
                    <a:pt x="15954" y="1147"/>
                    <a:pt x="15940" y="1147"/>
                  </a:cubicBezTo>
                  <a:cubicBezTo>
                    <a:pt x="15926" y="1147"/>
                    <a:pt x="15912" y="1177"/>
                    <a:pt x="15899" y="1238"/>
                  </a:cubicBezTo>
                  <a:cubicBezTo>
                    <a:pt x="15899" y="1238"/>
                    <a:pt x="15889" y="1263"/>
                    <a:pt x="15874" y="1263"/>
                  </a:cubicBezTo>
                  <a:cubicBezTo>
                    <a:pt x="15867" y="1263"/>
                    <a:pt x="15859" y="1257"/>
                    <a:pt x="15851" y="1238"/>
                  </a:cubicBezTo>
                  <a:cubicBezTo>
                    <a:pt x="15817" y="1200"/>
                    <a:pt x="15750" y="1161"/>
                    <a:pt x="15705" y="1161"/>
                  </a:cubicBezTo>
                  <a:cubicBezTo>
                    <a:pt x="15674" y="1161"/>
                    <a:pt x="15654" y="1180"/>
                    <a:pt x="15664" y="1230"/>
                  </a:cubicBezTo>
                  <a:lnTo>
                    <a:pt x="15616" y="1230"/>
                  </a:lnTo>
                  <a:cubicBezTo>
                    <a:pt x="15587" y="1201"/>
                    <a:pt x="15567" y="1187"/>
                    <a:pt x="15551" y="1187"/>
                  </a:cubicBezTo>
                  <a:cubicBezTo>
                    <a:pt x="15535" y="1187"/>
                    <a:pt x="15522" y="1201"/>
                    <a:pt x="15510" y="1230"/>
                  </a:cubicBezTo>
                  <a:lnTo>
                    <a:pt x="15486" y="1287"/>
                  </a:lnTo>
                  <a:cubicBezTo>
                    <a:pt x="15486" y="1230"/>
                    <a:pt x="15462" y="1165"/>
                    <a:pt x="15429" y="1165"/>
                  </a:cubicBezTo>
                  <a:cubicBezTo>
                    <a:pt x="15405" y="1165"/>
                    <a:pt x="15405" y="1165"/>
                    <a:pt x="15405" y="1230"/>
                  </a:cubicBezTo>
                  <a:cubicBezTo>
                    <a:pt x="15429" y="1287"/>
                    <a:pt x="15405" y="1287"/>
                    <a:pt x="15381" y="1287"/>
                  </a:cubicBezTo>
                  <a:cubicBezTo>
                    <a:pt x="15356" y="1287"/>
                    <a:pt x="15324" y="1230"/>
                    <a:pt x="15324" y="1165"/>
                  </a:cubicBezTo>
                  <a:lnTo>
                    <a:pt x="15299" y="1165"/>
                  </a:lnTo>
                  <a:cubicBezTo>
                    <a:pt x="15299" y="1235"/>
                    <a:pt x="15291" y="1265"/>
                    <a:pt x="15284" y="1265"/>
                  </a:cubicBezTo>
                  <a:cubicBezTo>
                    <a:pt x="15279" y="1265"/>
                    <a:pt x="15275" y="1249"/>
                    <a:pt x="15275" y="1222"/>
                  </a:cubicBezTo>
                  <a:cubicBezTo>
                    <a:pt x="15251" y="1165"/>
                    <a:pt x="15226" y="1165"/>
                    <a:pt x="15194" y="1165"/>
                  </a:cubicBezTo>
                  <a:cubicBezTo>
                    <a:pt x="15194" y="1184"/>
                    <a:pt x="15191" y="1190"/>
                    <a:pt x="15189" y="1190"/>
                  </a:cubicBezTo>
                  <a:cubicBezTo>
                    <a:pt x="15183" y="1190"/>
                    <a:pt x="15178" y="1165"/>
                    <a:pt x="15194" y="1165"/>
                  </a:cubicBezTo>
                  <a:lnTo>
                    <a:pt x="15194" y="1108"/>
                  </a:lnTo>
                  <a:cubicBezTo>
                    <a:pt x="15187" y="1089"/>
                    <a:pt x="15182" y="1081"/>
                    <a:pt x="15178" y="1081"/>
                  </a:cubicBezTo>
                  <a:cubicBezTo>
                    <a:pt x="15170" y="1081"/>
                    <a:pt x="15170" y="1125"/>
                    <a:pt x="15170" y="1165"/>
                  </a:cubicBezTo>
                  <a:lnTo>
                    <a:pt x="15121" y="1165"/>
                  </a:lnTo>
                  <a:cubicBezTo>
                    <a:pt x="15089" y="1165"/>
                    <a:pt x="15064" y="1165"/>
                    <a:pt x="15089" y="1222"/>
                  </a:cubicBezTo>
                  <a:cubicBezTo>
                    <a:pt x="15089" y="1287"/>
                    <a:pt x="15089" y="1343"/>
                    <a:pt x="15064" y="1343"/>
                  </a:cubicBezTo>
                  <a:cubicBezTo>
                    <a:pt x="15064" y="1362"/>
                    <a:pt x="15062" y="1369"/>
                    <a:pt x="15059" y="1369"/>
                  </a:cubicBezTo>
                  <a:cubicBezTo>
                    <a:pt x="15054" y="1369"/>
                    <a:pt x="15048" y="1343"/>
                    <a:pt x="15064" y="1343"/>
                  </a:cubicBezTo>
                  <a:cubicBezTo>
                    <a:pt x="15064" y="1279"/>
                    <a:pt x="15064" y="1222"/>
                    <a:pt x="15040" y="1222"/>
                  </a:cubicBezTo>
                  <a:cubicBezTo>
                    <a:pt x="15016" y="1222"/>
                    <a:pt x="15016" y="1165"/>
                    <a:pt x="15016" y="1165"/>
                  </a:cubicBezTo>
                  <a:cubicBezTo>
                    <a:pt x="15026" y="1112"/>
                    <a:pt x="15012" y="1093"/>
                    <a:pt x="14991" y="1093"/>
                  </a:cubicBezTo>
                  <a:cubicBezTo>
                    <a:pt x="14964" y="1093"/>
                    <a:pt x="14924" y="1125"/>
                    <a:pt x="14910" y="1157"/>
                  </a:cubicBezTo>
                  <a:cubicBezTo>
                    <a:pt x="14882" y="1218"/>
                    <a:pt x="14862" y="1248"/>
                    <a:pt x="14848" y="1248"/>
                  </a:cubicBezTo>
                  <a:cubicBezTo>
                    <a:pt x="14835" y="1248"/>
                    <a:pt x="14829" y="1218"/>
                    <a:pt x="14829" y="1157"/>
                  </a:cubicBezTo>
                  <a:cubicBezTo>
                    <a:pt x="14829" y="1123"/>
                    <a:pt x="14825" y="1108"/>
                    <a:pt x="14819" y="1108"/>
                  </a:cubicBezTo>
                  <a:cubicBezTo>
                    <a:pt x="14803" y="1108"/>
                    <a:pt x="14771" y="1207"/>
                    <a:pt x="14748" y="1335"/>
                  </a:cubicBezTo>
                  <a:lnTo>
                    <a:pt x="14724" y="1514"/>
                  </a:lnTo>
                  <a:lnTo>
                    <a:pt x="14724" y="1335"/>
                  </a:lnTo>
                  <a:cubicBezTo>
                    <a:pt x="14710" y="1193"/>
                    <a:pt x="14704" y="1134"/>
                    <a:pt x="14685" y="1134"/>
                  </a:cubicBezTo>
                  <a:cubicBezTo>
                    <a:pt x="14672" y="1134"/>
                    <a:pt x="14652" y="1163"/>
                    <a:pt x="14618" y="1214"/>
                  </a:cubicBezTo>
                  <a:cubicBezTo>
                    <a:pt x="14594" y="1242"/>
                    <a:pt x="14582" y="1256"/>
                    <a:pt x="14576" y="1256"/>
                  </a:cubicBezTo>
                  <a:cubicBezTo>
                    <a:pt x="14570" y="1256"/>
                    <a:pt x="14570" y="1242"/>
                    <a:pt x="14570" y="1214"/>
                  </a:cubicBezTo>
                  <a:cubicBezTo>
                    <a:pt x="14570" y="1157"/>
                    <a:pt x="14545" y="1149"/>
                    <a:pt x="14464" y="1149"/>
                  </a:cubicBezTo>
                  <a:cubicBezTo>
                    <a:pt x="14383" y="1149"/>
                    <a:pt x="14359" y="1149"/>
                    <a:pt x="14359" y="1214"/>
                  </a:cubicBezTo>
                  <a:lnTo>
                    <a:pt x="14310" y="1206"/>
                  </a:lnTo>
                  <a:cubicBezTo>
                    <a:pt x="14301" y="1163"/>
                    <a:pt x="14287" y="1144"/>
                    <a:pt x="14275" y="1144"/>
                  </a:cubicBezTo>
                  <a:cubicBezTo>
                    <a:pt x="14255" y="1144"/>
                    <a:pt x="14238" y="1195"/>
                    <a:pt x="14254" y="1270"/>
                  </a:cubicBezTo>
                  <a:lnTo>
                    <a:pt x="14205" y="1270"/>
                  </a:lnTo>
                  <a:lnTo>
                    <a:pt x="14205" y="1206"/>
                  </a:lnTo>
                  <a:cubicBezTo>
                    <a:pt x="14205" y="1149"/>
                    <a:pt x="14148" y="1149"/>
                    <a:pt x="13945" y="1141"/>
                  </a:cubicBezTo>
                  <a:cubicBezTo>
                    <a:pt x="13710" y="1141"/>
                    <a:pt x="13678" y="1141"/>
                    <a:pt x="13678" y="1254"/>
                  </a:cubicBezTo>
                  <a:cubicBezTo>
                    <a:pt x="13666" y="1315"/>
                    <a:pt x="13654" y="1345"/>
                    <a:pt x="13644" y="1345"/>
                  </a:cubicBezTo>
                  <a:cubicBezTo>
                    <a:pt x="13635" y="1345"/>
                    <a:pt x="13629" y="1315"/>
                    <a:pt x="13629" y="1254"/>
                  </a:cubicBezTo>
                  <a:cubicBezTo>
                    <a:pt x="13629" y="1214"/>
                    <a:pt x="13617" y="1174"/>
                    <a:pt x="13610" y="1174"/>
                  </a:cubicBezTo>
                  <a:cubicBezTo>
                    <a:pt x="13607" y="1174"/>
                    <a:pt x="13605" y="1181"/>
                    <a:pt x="13605" y="1197"/>
                  </a:cubicBezTo>
                  <a:cubicBezTo>
                    <a:pt x="13564" y="1189"/>
                    <a:pt x="13540" y="1173"/>
                    <a:pt x="13524" y="1133"/>
                  </a:cubicBezTo>
                  <a:cubicBezTo>
                    <a:pt x="13490" y="1082"/>
                    <a:pt x="13466" y="1064"/>
                    <a:pt x="13450" y="1064"/>
                  </a:cubicBezTo>
                  <a:cubicBezTo>
                    <a:pt x="13427" y="1064"/>
                    <a:pt x="13418" y="1099"/>
                    <a:pt x="13418" y="1133"/>
                  </a:cubicBezTo>
                  <a:cubicBezTo>
                    <a:pt x="13429" y="1185"/>
                    <a:pt x="13430" y="1204"/>
                    <a:pt x="13427" y="1204"/>
                  </a:cubicBezTo>
                  <a:cubicBezTo>
                    <a:pt x="13422" y="1204"/>
                    <a:pt x="13408" y="1170"/>
                    <a:pt x="13394" y="1133"/>
                  </a:cubicBezTo>
                  <a:cubicBezTo>
                    <a:pt x="13377" y="1093"/>
                    <a:pt x="13360" y="1049"/>
                    <a:pt x="13351" y="1049"/>
                  </a:cubicBezTo>
                  <a:cubicBezTo>
                    <a:pt x="13348" y="1049"/>
                    <a:pt x="13345" y="1057"/>
                    <a:pt x="13345" y="1076"/>
                  </a:cubicBezTo>
                  <a:cubicBezTo>
                    <a:pt x="13327" y="1108"/>
                    <a:pt x="13270" y="1140"/>
                    <a:pt x="13224" y="1140"/>
                  </a:cubicBezTo>
                  <a:cubicBezTo>
                    <a:pt x="13188" y="1140"/>
                    <a:pt x="13159" y="1121"/>
                    <a:pt x="13159" y="1068"/>
                  </a:cubicBezTo>
                  <a:lnTo>
                    <a:pt x="13110" y="1068"/>
                  </a:lnTo>
                  <a:cubicBezTo>
                    <a:pt x="13110" y="1120"/>
                    <a:pt x="13074" y="1125"/>
                    <a:pt x="13035" y="1125"/>
                  </a:cubicBezTo>
                  <a:cubicBezTo>
                    <a:pt x="13025" y="1125"/>
                    <a:pt x="13015" y="1124"/>
                    <a:pt x="13005" y="1124"/>
                  </a:cubicBezTo>
                  <a:cubicBezTo>
                    <a:pt x="12948" y="1124"/>
                    <a:pt x="12924" y="1124"/>
                    <a:pt x="12924" y="1068"/>
                  </a:cubicBezTo>
                  <a:cubicBezTo>
                    <a:pt x="12936" y="1038"/>
                    <a:pt x="12936" y="1022"/>
                    <a:pt x="12926" y="1022"/>
                  </a:cubicBezTo>
                  <a:cubicBezTo>
                    <a:pt x="12917" y="1022"/>
                    <a:pt x="12899" y="1036"/>
                    <a:pt x="12875" y="1068"/>
                  </a:cubicBezTo>
                  <a:cubicBezTo>
                    <a:pt x="12843" y="1068"/>
                    <a:pt x="12818" y="1181"/>
                    <a:pt x="12794" y="1181"/>
                  </a:cubicBezTo>
                  <a:cubicBezTo>
                    <a:pt x="12794" y="1246"/>
                    <a:pt x="12770" y="1303"/>
                    <a:pt x="12737" y="1303"/>
                  </a:cubicBezTo>
                  <a:lnTo>
                    <a:pt x="12737" y="1246"/>
                  </a:lnTo>
                  <a:cubicBezTo>
                    <a:pt x="12737" y="1181"/>
                    <a:pt x="12746" y="1124"/>
                    <a:pt x="12746" y="1124"/>
                  </a:cubicBezTo>
                  <a:cubicBezTo>
                    <a:pt x="12713" y="1124"/>
                    <a:pt x="12689" y="1124"/>
                    <a:pt x="12689" y="1181"/>
                  </a:cubicBezTo>
                  <a:cubicBezTo>
                    <a:pt x="12664" y="1124"/>
                    <a:pt x="12640" y="1124"/>
                    <a:pt x="12583" y="1124"/>
                  </a:cubicBezTo>
                  <a:cubicBezTo>
                    <a:pt x="12571" y="1122"/>
                    <a:pt x="12557" y="1121"/>
                    <a:pt x="12544" y="1121"/>
                  </a:cubicBezTo>
                  <a:cubicBezTo>
                    <a:pt x="12507" y="1121"/>
                    <a:pt x="12472" y="1133"/>
                    <a:pt x="12454" y="1181"/>
                  </a:cubicBezTo>
                  <a:cubicBezTo>
                    <a:pt x="12445" y="1118"/>
                    <a:pt x="12396" y="1086"/>
                    <a:pt x="12347" y="1086"/>
                  </a:cubicBezTo>
                  <a:cubicBezTo>
                    <a:pt x="12300" y="1086"/>
                    <a:pt x="12255" y="1114"/>
                    <a:pt x="12243" y="1173"/>
                  </a:cubicBezTo>
                  <a:cubicBezTo>
                    <a:pt x="12243" y="1204"/>
                    <a:pt x="12237" y="1219"/>
                    <a:pt x="12229" y="1219"/>
                  </a:cubicBezTo>
                  <a:cubicBezTo>
                    <a:pt x="12219" y="1219"/>
                    <a:pt x="12207" y="1202"/>
                    <a:pt x="12194" y="1173"/>
                  </a:cubicBezTo>
                  <a:cubicBezTo>
                    <a:pt x="12182" y="1145"/>
                    <a:pt x="12176" y="1131"/>
                    <a:pt x="12169" y="1131"/>
                  </a:cubicBezTo>
                  <a:cubicBezTo>
                    <a:pt x="12162" y="1131"/>
                    <a:pt x="12154" y="1145"/>
                    <a:pt x="12137" y="1173"/>
                  </a:cubicBezTo>
                  <a:cubicBezTo>
                    <a:pt x="12130" y="1189"/>
                    <a:pt x="12123" y="1196"/>
                    <a:pt x="12116" y="1196"/>
                  </a:cubicBezTo>
                  <a:cubicBezTo>
                    <a:pt x="12099" y="1196"/>
                    <a:pt x="12082" y="1154"/>
                    <a:pt x="12064" y="1108"/>
                  </a:cubicBezTo>
                  <a:cubicBezTo>
                    <a:pt x="12050" y="1042"/>
                    <a:pt x="12033" y="1014"/>
                    <a:pt x="12017" y="1014"/>
                  </a:cubicBezTo>
                  <a:cubicBezTo>
                    <a:pt x="12005" y="1014"/>
                    <a:pt x="11993" y="1028"/>
                    <a:pt x="11983" y="1051"/>
                  </a:cubicBezTo>
                  <a:cubicBezTo>
                    <a:pt x="11951" y="1092"/>
                    <a:pt x="11902" y="1108"/>
                    <a:pt x="11854" y="1108"/>
                  </a:cubicBezTo>
                  <a:cubicBezTo>
                    <a:pt x="11805" y="1165"/>
                    <a:pt x="11773" y="1165"/>
                    <a:pt x="11805" y="1230"/>
                  </a:cubicBezTo>
                  <a:cubicBezTo>
                    <a:pt x="11797" y="1270"/>
                    <a:pt x="11789" y="1311"/>
                    <a:pt x="11773" y="1343"/>
                  </a:cubicBezTo>
                  <a:cubicBezTo>
                    <a:pt x="11756" y="1365"/>
                    <a:pt x="11746" y="1372"/>
                    <a:pt x="11739" y="1372"/>
                  </a:cubicBezTo>
                  <a:cubicBezTo>
                    <a:pt x="11727" y="1372"/>
                    <a:pt x="11732" y="1343"/>
                    <a:pt x="11748" y="1343"/>
                  </a:cubicBezTo>
                  <a:cubicBezTo>
                    <a:pt x="11805" y="1287"/>
                    <a:pt x="11773" y="1287"/>
                    <a:pt x="11748" y="1230"/>
                  </a:cubicBezTo>
                  <a:cubicBezTo>
                    <a:pt x="11734" y="1194"/>
                    <a:pt x="11700" y="1164"/>
                    <a:pt x="11658" y="1164"/>
                  </a:cubicBezTo>
                  <a:cubicBezTo>
                    <a:pt x="11653" y="1164"/>
                    <a:pt x="11648" y="1164"/>
                    <a:pt x="11643" y="1165"/>
                  </a:cubicBezTo>
                  <a:lnTo>
                    <a:pt x="11537" y="1165"/>
                  </a:lnTo>
                  <a:cubicBezTo>
                    <a:pt x="11501" y="1133"/>
                    <a:pt x="11475" y="1116"/>
                    <a:pt x="11457" y="1116"/>
                  </a:cubicBezTo>
                  <a:cubicBezTo>
                    <a:pt x="11440" y="1116"/>
                    <a:pt x="11432" y="1133"/>
                    <a:pt x="11432" y="1165"/>
                  </a:cubicBezTo>
                  <a:lnTo>
                    <a:pt x="11432" y="1222"/>
                  </a:lnTo>
                  <a:cubicBezTo>
                    <a:pt x="11420" y="1160"/>
                    <a:pt x="11340" y="1130"/>
                    <a:pt x="11262" y="1130"/>
                  </a:cubicBezTo>
                  <a:cubicBezTo>
                    <a:pt x="11186" y="1130"/>
                    <a:pt x="11112" y="1158"/>
                    <a:pt x="11100" y="1214"/>
                  </a:cubicBezTo>
                  <a:lnTo>
                    <a:pt x="11100" y="1157"/>
                  </a:lnTo>
                  <a:cubicBezTo>
                    <a:pt x="11100" y="1100"/>
                    <a:pt x="11067" y="1092"/>
                    <a:pt x="11019" y="1092"/>
                  </a:cubicBezTo>
                  <a:cubicBezTo>
                    <a:pt x="10954" y="1124"/>
                    <a:pt x="10881" y="1141"/>
                    <a:pt x="10808" y="1149"/>
                  </a:cubicBezTo>
                  <a:cubicBezTo>
                    <a:pt x="10702" y="1149"/>
                    <a:pt x="10629" y="1149"/>
                    <a:pt x="10629" y="1206"/>
                  </a:cubicBezTo>
                  <a:cubicBezTo>
                    <a:pt x="10597" y="1206"/>
                    <a:pt x="10597" y="1206"/>
                    <a:pt x="10597" y="1149"/>
                  </a:cubicBezTo>
                  <a:cubicBezTo>
                    <a:pt x="10629" y="1092"/>
                    <a:pt x="10597" y="1092"/>
                    <a:pt x="10573" y="1084"/>
                  </a:cubicBezTo>
                  <a:cubicBezTo>
                    <a:pt x="10548" y="1084"/>
                    <a:pt x="10548" y="1149"/>
                    <a:pt x="10548" y="1206"/>
                  </a:cubicBezTo>
                  <a:cubicBezTo>
                    <a:pt x="10548" y="1234"/>
                    <a:pt x="10542" y="1248"/>
                    <a:pt x="10529" y="1248"/>
                  </a:cubicBezTo>
                  <a:cubicBezTo>
                    <a:pt x="10516" y="1248"/>
                    <a:pt x="10496" y="1234"/>
                    <a:pt x="10467" y="1206"/>
                  </a:cubicBezTo>
                  <a:cubicBezTo>
                    <a:pt x="10438" y="1172"/>
                    <a:pt x="10400" y="1156"/>
                    <a:pt x="10361" y="1156"/>
                  </a:cubicBezTo>
                  <a:cubicBezTo>
                    <a:pt x="10325" y="1156"/>
                    <a:pt x="10288" y="1170"/>
                    <a:pt x="10256" y="1197"/>
                  </a:cubicBezTo>
                  <a:cubicBezTo>
                    <a:pt x="10232" y="1197"/>
                    <a:pt x="10208" y="1197"/>
                    <a:pt x="10208" y="1141"/>
                  </a:cubicBezTo>
                  <a:cubicBezTo>
                    <a:pt x="10194" y="1104"/>
                    <a:pt x="10169" y="1069"/>
                    <a:pt x="10142" y="1069"/>
                  </a:cubicBezTo>
                  <a:cubicBezTo>
                    <a:pt x="10121" y="1069"/>
                    <a:pt x="10099" y="1089"/>
                    <a:pt x="10078" y="1141"/>
                  </a:cubicBezTo>
                  <a:cubicBezTo>
                    <a:pt x="10054" y="1141"/>
                    <a:pt x="10054" y="1141"/>
                    <a:pt x="10054" y="1076"/>
                  </a:cubicBezTo>
                  <a:cubicBezTo>
                    <a:pt x="10040" y="1043"/>
                    <a:pt x="10034" y="1007"/>
                    <a:pt x="10025" y="1007"/>
                  </a:cubicBezTo>
                  <a:cubicBezTo>
                    <a:pt x="10018" y="1007"/>
                    <a:pt x="10010" y="1025"/>
                    <a:pt x="9997" y="1076"/>
                  </a:cubicBezTo>
                  <a:cubicBezTo>
                    <a:pt x="9977" y="1104"/>
                    <a:pt x="9942" y="1118"/>
                    <a:pt x="9908" y="1118"/>
                  </a:cubicBezTo>
                  <a:cubicBezTo>
                    <a:pt x="9873" y="1118"/>
                    <a:pt x="9839" y="1104"/>
                    <a:pt x="9819" y="1076"/>
                  </a:cubicBezTo>
                  <a:cubicBezTo>
                    <a:pt x="9794" y="1076"/>
                    <a:pt x="9762" y="1076"/>
                    <a:pt x="9762" y="1133"/>
                  </a:cubicBezTo>
                  <a:cubicBezTo>
                    <a:pt x="9762" y="1152"/>
                    <a:pt x="9762" y="1173"/>
                    <a:pt x="9762" y="1189"/>
                  </a:cubicBezTo>
                  <a:cubicBezTo>
                    <a:pt x="9750" y="1133"/>
                    <a:pt x="9744" y="1104"/>
                    <a:pt x="9738" y="1104"/>
                  </a:cubicBezTo>
                  <a:cubicBezTo>
                    <a:pt x="9731" y="1104"/>
                    <a:pt x="9725" y="1133"/>
                    <a:pt x="9713" y="1189"/>
                  </a:cubicBezTo>
                  <a:cubicBezTo>
                    <a:pt x="9713" y="1222"/>
                    <a:pt x="9707" y="1238"/>
                    <a:pt x="9701" y="1238"/>
                  </a:cubicBezTo>
                  <a:cubicBezTo>
                    <a:pt x="9695" y="1238"/>
                    <a:pt x="9689" y="1222"/>
                    <a:pt x="9689" y="1189"/>
                  </a:cubicBezTo>
                  <a:cubicBezTo>
                    <a:pt x="9665" y="1133"/>
                    <a:pt x="9632" y="1133"/>
                    <a:pt x="9632" y="1133"/>
                  </a:cubicBezTo>
                  <a:cubicBezTo>
                    <a:pt x="9543" y="1157"/>
                    <a:pt x="9446" y="1181"/>
                    <a:pt x="9348" y="1189"/>
                  </a:cubicBezTo>
                  <a:cubicBezTo>
                    <a:pt x="9291" y="1187"/>
                    <a:pt x="9242" y="1185"/>
                    <a:pt x="9203" y="1185"/>
                  </a:cubicBezTo>
                  <a:cubicBezTo>
                    <a:pt x="9099" y="1185"/>
                    <a:pt x="9056" y="1197"/>
                    <a:pt x="9056" y="1238"/>
                  </a:cubicBezTo>
                  <a:cubicBezTo>
                    <a:pt x="9044" y="1270"/>
                    <a:pt x="9038" y="1287"/>
                    <a:pt x="9032" y="1287"/>
                  </a:cubicBezTo>
                  <a:cubicBezTo>
                    <a:pt x="9026" y="1287"/>
                    <a:pt x="9020" y="1270"/>
                    <a:pt x="9008" y="1238"/>
                  </a:cubicBezTo>
                  <a:cubicBezTo>
                    <a:pt x="8984" y="1181"/>
                    <a:pt x="8959" y="1181"/>
                    <a:pt x="8927" y="1181"/>
                  </a:cubicBezTo>
                  <a:cubicBezTo>
                    <a:pt x="8902" y="1181"/>
                    <a:pt x="8878" y="1181"/>
                    <a:pt x="8878" y="1116"/>
                  </a:cubicBezTo>
                  <a:cubicBezTo>
                    <a:pt x="8854" y="1181"/>
                    <a:pt x="8854" y="1181"/>
                    <a:pt x="8821" y="1181"/>
                  </a:cubicBezTo>
                  <a:cubicBezTo>
                    <a:pt x="8821" y="1148"/>
                    <a:pt x="8815" y="1132"/>
                    <a:pt x="8805" y="1132"/>
                  </a:cubicBezTo>
                  <a:cubicBezTo>
                    <a:pt x="8796" y="1132"/>
                    <a:pt x="8784" y="1146"/>
                    <a:pt x="8773" y="1173"/>
                  </a:cubicBezTo>
                  <a:cubicBezTo>
                    <a:pt x="8761" y="1234"/>
                    <a:pt x="8754" y="1264"/>
                    <a:pt x="8751" y="1264"/>
                  </a:cubicBezTo>
                  <a:cubicBezTo>
                    <a:pt x="8748" y="1264"/>
                    <a:pt x="8748" y="1234"/>
                    <a:pt x="8748" y="1173"/>
                  </a:cubicBezTo>
                  <a:cubicBezTo>
                    <a:pt x="8748" y="1133"/>
                    <a:pt x="8708" y="1089"/>
                    <a:pt x="8693" y="1089"/>
                  </a:cubicBezTo>
                  <a:cubicBezTo>
                    <a:pt x="8686" y="1089"/>
                    <a:pt x="8684" y="1097"/>
                    <a:pt x="8692" y="1116"/>
                  </a:cubicBezTo>
                  <a:cubicBezTo>
                    <a:pt x="8692" y="1173"/>
                    <a:pt x="8643" y="1173"/>
                    <a:pt x="8619" y="1230"/>
                  </a:cubicBezTo>
                  <a:cubicBezTo>
                    <a:pt x="8586" y="1230"/>
                    <a:pt x="8562" y="1230"/>
                    <a:pt x="8562" y="1173"/>
                  </a:cubicBezTo>
                  <a:cubicBezTo>
                    <a:pt x="8555" y="1156"/>
                    <a:pt x="8539" y="1150"/>
                    <a:pt x="8519" y="1150"/>
                  </a:cubicBezTo>
                  <a:cubicBezTo>
                    <a:pt x="8471" y="1150"/>
                    <a:pt x="8401" y="1190"/>
                    <a:pt x="8384" y="1230"/>
                  </a:cubicBezTo>
                  <a:cubicBezTo>
                    <a:pt x="8384" y="1258"/>
                    <a:pt x="8375" y="1272"/>
                    <a:pt x="8368" y="1272"/>
                  </a:cubicBezTo>
                  <a:cubicBezTo>
                    <a:pt x="8361" y="1272"/>
                    <a:pt x="8355" y="1258"/>
                    <a:pt x="8359" y="1230"/>
                  </a:cubicBezTo>
                  <a:cubicBezTo>
                    <a:pt x="8359" y="1173"/>
                    <a:pt x="8327" y="1173"/>
                    <a:pt x="8302" y="1165"/>
                  </a:cubicBezTo>
                  <a:cubicBezTo>
                    <a:pt x="8295" y="1184"/>
                    <a:pt x="8290" y="1192"/>
                    <a:pt x="8287" y="1192"/>
                  </a:cubicBezTo>
                  <a:cubicBezTo>
                    <a:pt x="8278" y="1192"/>
                    <a:pt x="8278" y="1148"/>
                    <a:pt x="8278" y="1108"/>
                  </a:cubicBezTo>
                  <a:cubicBezTo>
                    <a:pt x="8302" y="1051"/>
                    <a:pt x="8278" y="1051"/>
                    <a:pt x="8221" y="1051"/>
                  </a:cubicBezTo>
                  <a:cubicBezTo>
                    <a:pt x="8204" y="1093"/>
                    <a:pt x="8143" y="1104"/>
                    <a:pt x="8084" y="1104"/>
                  </a:cubicBezTo>
                  <a:cubicBezTo>
                    <a:pt x="8061" y="1104"/>
                    <a:pt x="8039" y="1102"/>
                    <a:pt x="8019" y="1100"/>
                  </a:cubicBezTo>
                  <a:cubicBezTo>
                    <a:pt x="7889" y="1100"/>
                    <a:pt x="7857" y="1165"/>
                    <a:pt x="7808" y="1279"/>
                  </a:cubicBezTo>
                  <a:lnTo>
                    <a:pt x="7784" y="1400"/>
                  </a:lnTo>
                  <a:lnTo>
                    <a:pt x="7784" y="1279"/>
                  </a:lnTo>
                  <a:cubicBezTo>
                    <a:pt x="7775" y="1222"/>
                    <a:pt x="7767" y="1157"/>
                    <a:pt x="7751" y="1100"/>
                  </a:cubicBezTo>
                  <a:cubicBezTo>
                    <a:pt x="7727" y="1100"/>
                    <a:pt x="7727" y="1157"/>
                    <a:pt x="7727" y="1222"/>
                  </a:cubicBezTo>
                  <a:cubicBezTo>
                    <a:pt x="7727" y="1249"/>
                    <a:pt x="7721" y="1263"/>
                    <a:pt x="7710" y="1263"/>
                  </a:cubicBezTo>
                  <a:cubicBezTo>
                    <a:pt x="7698" y="1263"/>
                    <a:pt x="7679" y="1247"/>
                    <a:pt x="7654" y="1214"/>
                  </a:cubicBezTo>
                  <a:cubicBezTo>
                    <a:pt x="7625" y="1185"/>
                    <a:pt x="7605" y="1171"/>
                    <a:pt x="7589" y="1171"/>
                  </a:cubicBezTo>
                  <a:cubicBezTo>
                    <a:pt x="7573" y="1171"/>
                    <a:pt x="7561" y="1185"/>
                    <a:pt x="7548" y="1214"/>
                  </a:cubicBezTo>
                  <a:cubicBezTo>
                    <a:pt x="7516" y="1214"/>
                    <a:pt x="7492" y="1214"/>
                    <a:pt x="7467" y="1157"/>
                  </a:cubicBezTo>
                  <a:cubicBezTo>
                    <a:pt x="7443" y="1157"/>
                    <a:pt x="7443" y="1157"/>
                    <a:pt x="7443" y="1214"/>
                  </a:cubicBezTo>
                  <a:cubicBezTo>
                    <a:pt x="7443" y="1242"/>
                    <a:pt x="7437" y="1256"/>
                    <a:pt x="7427" y="1256"/>
                  </a:cubicBezTo>
                  <a:cubicBezTo>
                    <a:pt x="7417" y="1256"/>
                    <a:pt x="7403" y="1242"/>
                    <a:pt x="7386" y="1214"/>
                  </a:cubicBezTo>
                  <a:cubicBezTo>
                    <a:pt x="7372" y="1141"/>
                    <a:pt x="7337" y="1112"/>
                    <a:pt x="7312" y="1112"/>
                  </a:cubicBezTo>
                  <a:cubicBezTo>
                    <a:pt x="7294" y="1112"/>
                    <a:pt x="7281" y="1126"/>
                    <a:pt x="7281" y="1149"/>
                  </a:cubicBezTo>
                  <a:cubicBezTo>
                    <a:pt x="7281" y="1214"/>
                    <a:pt x="7257" y="1214"/>
                    <a:pt x="7232" y="1214"/>
                  </a:cubicBezTo>
                  <a:cubicBezTo>
                    <a:pt x="7227" y="1214"/>
                    <a:pt x="7223" y="1213"/>
                    <a:pt x="7218" y="1213"/>
                  </a:cubicBezTo>
                  <a:cubicBezTo>
                    <a:pt x="7198" y="1213"/>
                    <a:pt x="7177" y="1219"/>
                    <a:pt x="7151" y="1270"/>
                  </a:cubicBezTo>
                  <a:lnTo>
                    <a:pt x="7103" y="1270"/>
                  </a:lnTo>
                  <a:cubicBezTo>
                    <a:pt x="7078" y="1270"/>
                    <a:pt x="7103" y="1206"/>
                    <a:pt x="7127" y="1206"/>
                  </a:cubicBezTo>
                  <a:lnTo>
                    <a:pt x="7103" y="1149"/>
                  </a:lnTo>
                  <a:cubicBezTo>
                    <a:pt x="7046" y="1149"/>
                    <a:pt x="7021" y="1149"/>
                    <a:pt x="6997" y="1206"/>
                  </a:cubicBezTo>
                  <a:cubicBezTo>
                    <a:pt x="6985" y="1266"/>
                    <a:pt x="6979" y="1297"/>
                    <a:pt x="6976" y="1297"/>
                  </a:cubicBezTo>
                  <a:cubicBezTo>
                    <a:pt x="6973" y="1297"/>
                    <a:pt x="6973" y="1266"/>
                    <a:pt x="6973" y="1206"/>
                  </a:cubicBezTo>
                  <a:cubicBezTo>
                    <a:pt x="6973" y="1166"/>
                    <a:pt x="6961" y="1122"/>
                    <a:pt x="6942" y="1122"/>
                  </a:cubicBezTo>
                  <a:cubicBezTo>
                    <a:pt x="6935" y="1122"/>
                    <a:pt x="6926" y="1130"/>
                    <a:pt x="6916" y="1149"/>
                  </a:cubicBezTo>
                  <a:cubicBezTo>
                    <a:pt x="6906" y="1197"/>
                    <a:pt x="6895" y="1214"/>
                    <a:pt x="6887" y="1214"/>
                  </a:cubicBezTo>
                  <a:cubicBezTo>
                    <a:pt x="6875" y="1214"/>
                    <a:pt x="6867" y="1182"/>
                    <a:pt x="6867" y="1149"/>
                  </a:cubicBezTo>
                  <a:cubicBezTo>
                    <a:pt x="6880" y="1087"/>
                    <a:pt x="6886" y="1057"/>
                    <a:pt x="6875" y="1057"/>
                  </a:cubicBezTo>
                  <a:cubicBezTo>
                    <a:pt x="6864" y="1057"/>
                    <a:pt x="6838" y="1085"/>
                    <a:pt x="6786" y="1141"/>
                  </a:cubicBezTo>
                  <a:cubicBezTo>
                    <a:pt x="6738" y="1141"/>
                    <a:pt x="6632" y="1197"/>
                    <a:pt x="6551" y="1197"/>
                  </a:cubicBezTo>
                  <a:cubicBezTo>
                    <a:pt x="6446" y="1197"/>
                    <a:pt x="6397" y="1197"/>
                    <a:pt x="6373" y="1133"/>
                  </a:cubicBezTo>
                  <a:cubicBezTo>
                    <a:pt x="6373" y="1122"/>
                    <a:pt x="6373" y="1113"/>
                    <a:pt x="6372" y="1104"/>
                  </a:cubicBezTo>
                  <a:lnTo>
                    <a:pt x="6372" y="1104"/>
                  </a:lnTo>
                  <a:cubicBezTo>
                    <a:pt x="6368" y="1197"/>
                    <a:pt x="6342" y="1197"/>
                    <a:pt x="6267" y="1197"/>
                  </a:cubicBezTo>
                  <a:cubicBezTo>
                    <a:pt x="6242" y="1177"/>
                    <a:pt x="6220" y="1169"/>
                    <a:pt x="6201" y="1169"/>
                  </a:cubicBezTo>
                  <a:cubicBezTo>
                    <a:pt x="6158" y="1169"/>
                    <a:pt x="6130" y="1210"/>
                    <a:pt x="6113" y="1254"/>
                  </a:cubicBezTo>
                  <a:lnTo>
                    <a:pt x="6162" y="1254"/>
                  </a:lnTo>
                  <a:cubicBezTo>
                    <a:pt x="6162" y="1324"/>
                    <a:pt x="6154" y="1351"/>
                    <a:pt x="6137" y="1351"/>
                  </a:cubicBezTo>
                  <a:cubicBezTo>
                    <a:pt x="6124" y="1351"/>
                    <a:pt x="6105" y="1335"/>
                    <a:pt x="6081" y="1311"/>
                  </a:cubicBezTo>
                  <a:cubicBezTo>
                    <a:pt x="6057" y="1311"/>
                    <a:pt x="6057" y="1246"/>
                    <a:pt x="6057" y="1189"/>
                  </a:cubicBezTo>
                  <a:cubicBezTo>
                    <a:pt x="6057" y="1133"/>
                    <a:pt x="6032" y="1068"/>
                    <a:pt x="6008" y="1068"/>
                  </a:cubicBezTo>
                  <a:cubicBezTo>
                    <a:pt x="5976" y="1068"/>
                    <a:pt x="5951" y="1068"/>
                    <a:pt x="5976" y="1133"/>
                  </a:cubicBezTo>
                  <a:cubicBezTo>
                    <a:pt x="5976" y="1189"/>
                    <a:pt x="5976" y="1189"/>
                    <a:pt x="5951" y="1189"/>
                  </a:cubicBezTo>
                  <a:cubicBezTo>
                    <a:pt x="5927" y="1189"/>
                    <a:pt x="5903" y="1189"/>
                    <a:pt x="5878" y="1246"/>
                  </a:cubicBezTo>
                  <a:cubicBezTo>
                    <a:pt x="5878" y="1298"/>
                    <a:pt x="5857" y="1303"/>
                    <a:pt x="5837" y="1303"/>
                  </a:cubicBezTo>
                  <a:cubicBezTo>
                    <a:pt x="5832" y="1303"/>
                    <a:pt x="5826" y="1303"/>
                    <a:pt x="5821" y="1303"/>
                  </a:cubicBezTo>
                  <a:cubicBezTo>
                    <a:pt x="5813" y="1270"/>
                    <a:pt x="5781" y="1246"/>
                    <a:pt x="5740" y="1246"/>
                  </a:cubicBezTo>
                  <a:lnTo>
                    <a:pt x="5740" y="1189"/>
                  </a:lnTo>
                  <a:cubicBezTo>
                    <a:pt x="5740" y="1141"/>
                    <a:pt x="5732" y="1100"/>
                    <a:pt x="5716" y="1068"/>
                  </a:cubicBezTo>
                  <a:cubicBezTo>
                    <a:pt x="5692" y="1068"/>
                    <a:pt x="5692" y="1124"/>
                    <a:pt x="5692" y="1124"/>
                  </a:cubicBezTo>
                  <a:cubicBezTo>
                    <a:pt x="5692" y="1169"/>
                    <a:pt x="5314" y="1174"/>
                    <a:pt x="5108" y="1174"/>
                  </a:cubicBezTo>
                  <a:cubicBezTo>
                    <a:pt x="5049" y="1174"/>
                    <a:pt x="5004" y="1173"/>
                    <a:pt x="4986" y="1173"/>
                  </a:cubicBezTo>
                  <a:cubicBezTo>
                    <a:pt x="4962" y="1141"/>
                    <a:pt x="4930" y="1124"/>
                    <a:pt x="4906" y="1124"/>
                  </a:cubicBezTo>
                  <a:cubicBezTo>
                    <a:pt x="4883" y="1124"/>
                    <a:pt x="4869" y="1141"/>
                    <a:pt x="4881" y="1173"/>
                  </a:cubicBezTo>
                  <a:cubicBezTo>
                    <a:pt x="4881" y="1230"/>
                    <a:pt x="4751" y="1230"/>
                    <a:pt x="4597" y="1230"/>
                  </a:cubicBezTo>
                  <a:cubicBezTo>
                    <a:pt x="4546" y="1228"/>
                    <a:pt x="4499" y="1226"/>
                    <a:pt x="4458" y="1226"/>
                  </a:cubicBezTo>
                  <a:cubicBezTo>
                    <a:pt x="4349" y="1226"/>
                    <a:pt x="4281" y="1237"/>
                    <a:pt x="4281" y="1279"/>
                  </a:cubicBezTo>
                  <a:lnTo>
                    <a:pt x="4200" y="1279"/>
                  </a:lnTo>
                  <a:cubicBezTo>
                    <a:pt x="4151" y="1279"/>
                    <a:pt x="4095" y="1335"/>
                    <a:pt x="4070" y="1335"/>
                  </a:cubicBezTo>
                  <a:cubicBezTo>
                    <a:pt x="4058" y="1364"/>
                    <a:pt x="4046" y="1378"/>
                    <a:pt x="4040" y="1378"/>
                  </a:cubicBezTo>
                  <a:cubicBezTo>
                    <a:pt x="4034" y="1378"/>
                    <a:pt x="4034" y="1364"/>
                    <a:pt x="4046" y="1335"/>
                  </a:cubicBezTo>
                  <a:cubicBezTo>
                    <a:pt x="4046" y="1279"/>
                    <a:pt x="4046" y="1214"/>
                    <a:pt x="4022" y="1214"/>
                  </a:cubicBezTo>
                  <a:cubicBezTo>
                    <a:pt x="3965" y="1214"/>
                    <a:pt x="3965" y="1279"/>
                    <a:pt x="3965" y="1335"/>
                  </a:cubicBezTo>
                  <a:cubicBezTo>
                    <a:pt x="3965" y="1392"/>
                    <a:pt x="3940" y="1392"/>
                    <a:pt x="3940" y="1392"/>
                  </a:cubicBezTo>
                  <a:cubicBezTo>
                    <a:pt x="3916" y="1392"/>
                    <a:pt x="3916" y="1392"/>
                    <a:pt x="3916" y="1335"/>
                  </a:cubicBezTo>
                  <a:lnTo>
                    <a:pt x="3916" y="1214"/>
                  </a:lnTo>
                  <a:lnTo>
                    <a:pt x="3892" y="1214"/>
                  </a:lnTo>
                  <a:cubicBezTo>
                    <a:pt x="3892" y="1266"/>
                    <a:pt x="3871" y="1271"/>
                    <a:pt x="3863" y="1271"/>
                  </a:cubicBezTo>
                  <a:cubicBezTo>
                    <a:pt x="3861" y="1271"/>
                    <a:pt x="3859" y="1270"/>
                    <a:pt x="3859" y="1270"/>
                  </a:cubicBezTo>
                  <a:cubicBezTo>
                    <a:pt x="3835" y="1270"/>
                    <a:pt x="3835" y="1270"/>
                    <a:pt x="3835" y="1157"/>
                  </a:cubicBezTo>
                  <a:cubicBezTo>
                    <a:pt x="3835" y="1096"/>
                    <a:pt x="3829" y="1066"/>
                    <a:pt x="3820" y="1066"/>
                  </a:cubicBezTo>
                  <a:cubicBezTo>
                    <a:pt x="3811" y="1066"/>
                    <a:pt x="3799" y="1096"/>
                    <a:pt x="3786" y="1157"/>
                  </a:cubicBezTo>
                  <a:lnTo>
                    <a:pt x="3730" y="1214"/>
                  </a:lnTo>
                  <a:cubicBezTo>
                    <a:pt x="3722" y="1176"/>
                    <a:pt x="3712" y="1161"/>
                    <a:pt x="3701" y="1161"/>
                  </a:cubicBezTo>
                  <a:cubicBezTo>
                    <a:pt x="3677" y="1161"/>
                    <a:pt x="3647" y="1231"/>
                    <a:pt x="3624" y="1270"/>
                  </a:cubicBezTo>
                  <a:cubicBezTo>
                    <a:pt x="3612" y="1210"/>
                    <a:pt x="3600" y="1179"/>
                    <a:pt x="3588" y="1179"/>
                  </a:cubicBezTo>
                  <a:cubicBezTo>
                    <a:pt x="3576" y="1179"/>
                    <a:pt x="3563" y="1210"/>
                    <a:pt x="3551" y="1270"/>
                  </a:cubicBezTo>
                  <a:cubicBezTo>
                    <a:pt x="3551" y="1299"/>
                    <a:pt x="3545" y="1313"/>
                    <a:pt x="3535" y="1313"/>
                  </a:cubicBezTo>
                  <a:cubicBezTo>
                    <a:pt x="3525" y="1313"/>
                    <a:pt x="3511" y="1299"/>
                    <a:pt x="3495" y="1270"/>
                  </a:cubicBezTo>
                  <a:cubicBezTo>
                    <a:pt x="3470" y="1206"/>
                    <a:pt x="3446" y="1206"/>
                    <a:pt x="3397" y="1206"/>
                  </a:cubicBezTo>
                  <a:cubicBezTo>
                    <a:pt x="3365" y="1262"/>
                    <a:pt x="3186" y="1262"/>
                    <a:pt x="2976" y="1262"/>
                  </a:cubicBezTo>
                  <a:cubicBezTo>
                    <a:pt x="2911" y="1260"/>
                    <a:pt x="2853" y="1258"/>
                    <a:pt x="2802" y="1258"/>
                  </a:cubicBezTo>
                  <a:cubicBezTo>
                    <a:pt x="2668" y="1258"/>
                    <a:pt x="2586" y="1270"/>
                    <a:pt x="2586" y="1311"/>
                  </a:cubicBezTo>
                  <a:cubicBezTo>
                    <a:pt x="2554" y="1311"/>
                    <a:pt x="2554" y="1311"/>
                    <a:pt x="2530" y="1254"/>
                  </a:cubicBezTo>
                  <a:cubicBezTo>
                    <a:pt x="2530" y="1227"/>
                    <a:pt x="2525" y="1211"/>
                    <a:pt x="2519" y="1211"/>
                  </a:cubicBezTo>
                  <a:cubicBezTo>
                    <a:pt x="2509" y="1211"/>
                    <a:pt x="2495" y="1241"/>
                    <a:pt x="2481" y="1311"/>
                  </a:cubicBezTo>
                  <a:cubicBezTo>
                    <a:pt x="2467" y="1344"/>
                    <a:pt x="2461" y="1380"/>
                    <a:pt x="2459" y="1380"/>
                  </a:cubicBezTo>
                  <a:cubicBezTo>
                    <a:pt x="2457" y="1380"/>
                    <a:pt x="2457" y="1362"/>
                    <a:pt x="2457" y="1311"/>
                  </a:cubicBezTo>
                  <a:cubicBezTo>
                    <a:pt x="2457" y="1254"/>
                    <a:pt x="2400" y="1246"/>
                    <a:pt x="2295" y="1246"/>
                  </a:cubicBezTo>
                  <a:cubicBezTo>
                    <a:pt x="2222" y="1246"/>
                    <a:pt x="2116" y="1246"/>
                    <a:pt x="2116" y="1303"/>
                  </a:cubicBezTo>
                  <a:cubicBezTo>
                    <a:pt x="2088" y="1331"/>
                    <a:pt x="2074" y="1345"/>
                    <a:pt x="2070" y="1345"/>
                  </a:cubicBezTo>
                  <a:cubicBezTo>
                    <a:pt x="2066" y="1345"/>
                    <a:pt x="2072" y="1331"/>
                    <a:pt x="2084" y="1303"/>
                  </a:cubicBezTo>
                  <a:cubicBezTo>
                    <a:pt x="2104" y="1227"/>
                    <a:pt x="2061" y="1177"/>
                    <a:pt x="2007" y="1177"/>
                  </a:cubicBezTo>
                  <a:cubicBezTo>
                    <a:pt x="1974" y="1177"/>
                    <a:pt x="1936" y="1195"/>
                    <a:pt x="1905" y="1238"/>
                  </a:cubicBezTo>
                  <a:cubicBezTo>
                    <a:pt x="1881" y="1238"/>
                    <a:pt x="1857" y="1238"/>
                    <a:pt x="1857" y="1181"/>
                  </a:cubicBezTo>
                  <a:cubicBezTo>
                    <a:pt x="1824" y="1181"/>
                    <a:pt x="1800" y="1181"/>
                    <a:pt x="1719" y="1238"/>
                  </a:cubicBezTo>
                  <a:lnTo>
                    <a:pt x="1541" y="1238"/>
                  </a:lnTo>
                  <a:cubicBezTo>
                    <a:pt x="1500" y="1238"/>
                    <a:pt x="1460" y="1262"/>
                    <a:pt x="1435" y="1295"/>
                  </a:cubicBezTo>
                  <a:lnTo>
                    <a:pt x="1411" y="1295"/>
                  </a:lnTo>
                  <a:cubicBezTo>
                    <a:pt x="1411" y="1230"/>
                    <a:pt x="1281" y="1230"/>
                    <a:pt x="1095" y="1230"/>
                  </a:cubicBezTo>
                  <a:cubicBezTo>
                    <a:pt x="916" y="1222"/>
                    <a:pt x="754" y="1222"/>
                    <a:pt x="730" y="1165"/>
                  </a:cubicBezTo>
                  <a:cubicBezTo>
                    <a:pt x="730" y="1165"/>
                    <a:pt x="705" y="1165"/>
                    <a:pt x="681" y="1222"/>
                  </a:cubicBezTo>
                  <a:cubicBezTo>
                    <a:pt x="662" y="1292"/>
                    <a:pt x="646" y="1322"/>
                    <a:pt x="631" y="1322"/>
                  </a:cubicBezTo>
                  <a:cubicBezTo>
                    <a:pt x="621" y="1322"/>
                    <a:pt x="610" y="1306"/>
                    <a:pt x="600" y="1279"/>
                  </a:cubicBezTo>
                  <a:cubicBezTo>
                    <a:pt x="588" y="1218"/>
                    <a:pt x="555" y="1187"/>
                    <a:pt x="523" y="1187"/>
                  </a:cubicBezTo>
                  <a:cubicBezTo>
                    <a:pt x="491" y="1187"/>
                    <a:pt x="458" y="1218"/>
                    <a:pt x="446" y="1279"/>
                  </a:cubicBezTo>
                  <a:lnTo>
                    <a:pt x="446" y="1214"/>
                  </a:lnTo>
                  <a:cubicBezTo>
                    <a:pt x="437" y="1170"/>
                    <a:pt x="419" y="1152"/>
                    <a:pt x="400" y="1152"/>
                  </a:cubicBezTo>
                  <a:cubicBezTo>
                    <a:pt x="368" y="1152"/>
                    <a:pt x="331" y="1200"/>
                    <a:pt x="316" y="1270"/>
                  </a:cubicBezTo>
                  <a:cubicBezTo>
                    <a:pt x="293" y="1230"/>
                    <a:pt x="275" y="1190"/>
                    <a:pt x="257" y="1190"/>
                  </a:cubicBezTo>
                  <a:cubicBezTo>
                    <a:pt x="249" y="1190"/>
                    <a:pt x="242" y="1197"/>
                    <a:pt x="235" y="1214"/>
                  </a:cubicBezTo>
                  <a:cubicBezTo>
                    <a:pt x="211" y="1214"/>
                    <a:pt x="211" y="1214"/>
                    <a:pt x="211" y="1092"/>
                  </a:cubicBezTo>
                  <a:cubicBezTo>
                    <a:pt x="211" y="1035"/>
                    <a:pt x="211" y="970"/>
                    <a:pt x="187" y="970"/>
                  </a:cubicBezTo>
                  <a:close/>
                  <a:moveTo>
                    <a:pt x="15981" y="2073"/>
                  </a:moveTo>
                  <a:cubicBezTo>
                    <a:pt x="15981" y="2130"/>
                    <a:pt x="15981" y="2130"/>
                    <a:pt x="16005" y="2130"/>
                  </a:cubicBezTo>
                  <a:cubicBezTo>
                    <a:pt x="16053" y="2130"/>
                    <a:pt x="16053" y="2130"/>
                    <a:pt x="16029" y="20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2"/>
            <p:cNvSpPr/>
            <p:nvPr/>
          </p:nvSpPr>
          <p:spPr>
            <a:xfrm>
              <a:off x="7712165" y="1998283"/>
              <a:ext cx="713546" cy="36716"/>
            </a:xfrm>
            <a:custGeom>
              <a:avLst/>
              <a:gdLst/>
              <a:ahLst/>
              <a:cxnLst/>
              <a:rect l="l" t="t" r="r" b="b"/>
              <a:pathLst>
                <a:path w="41395" h="2130" extrusionOk="0">
                  <a:moveTo>
                    <a:pt x="29848" y="1"/>
                  </a:moveTo>
                  <a:cubicBezTo>
                    <a:pt x="29829" y="1"/>
                    <a:pt x="29801" y="28"/>
                    <a:pt x="29772" y="95"/>
                  </a:cubicBezTo>
                  <a:cubicBezTo>
                    <a:pt x="29772" y="160"/>
                    <a:pt x="29772" y="160"/>
                    <a:pt x="29821" y="160"/>
                  </a:cubicBezTo>
                  <a:cubicBezTo>
                    <a:pt x="29845" y="127"/>
                    <a:pt x="29861" y="87"/>
                    <a:pt x="29870" y="38"/>
                  </a:cubicBezTo>
                  <a:cubicBezTo>
                    <a:pt x="29870" y="15"/>
                    <a:pt x="29861" y="1"/>
                    <a:pt x="29848" y="1"/>
                  </a:cubicBezTo>
                  <a:close/>
                  <a:moveTo>
                    <a:pt x="40580" y="500"/>
                  </a:moveTo>
                  <a:cubicBezTo>
                    <a:pt x="40531" y="500"/>
                    <a:pt x="40531" y="557"/>
                    <a:pt x="40531" y="614"/>
                  </a:cubicBezTo>
                  <a:lnTo>
                    <a:pt x="40580" y="614"/>
                  </a:lnTo>
                  <a:cubicBezTo>
                    <a:pt x="40604" y="581"/>
                    <a:pt x="40620" y="541"/>
                    <a:pt x="40629" y="500"/>
                  </a:cubicBezTo>
                  <a:close/>
                  <a:moveTo>
                    <a:pt x="11866" y="1039"/>
                  </a:moveTo>
                  <a:cubicBezTo>
                    <a:pt x="11863" y="1039"/>
                    <a:pt x="11866" y="1049"/>
                    <a:pt x="11879" y="1067"/>
                  </a:cubicBezTo>
                  <a:lnTo>
                    <a:pt x="11879" y="1067"/>
                  </a:lnTo>
                  <a:cubicBezTo>
                    <a:pt x="11874" y="1047"/>
                    <a:pt x="11868" y="1039"/>
                    <a:pt x="11866" y="1039"/>
                  </a:cubicBezTo>
                  <a:close/>
                  <a:moveTo>
                    <a:pt x="11879" y="1067"/>
                  </a:moveTo>
                  <a:lnTo>
                    <a:pt x="11879" y="1067"/>
                  </a:lnTo>
                  <a:cubicBezTo>
                    <a:pt x="11882" y="1077"/>
                    <a:pt x="11884" y="1089"/>
                    <a:pt x="11885" y="1104"/>
                  </a:cubicBezTo>
                  <a:lnTo>
                    <a:pt x="11885" y="1104"/>
                  </a:lnTo>
                  <a:cubicBezTo>
                    <a:pt x="11886" y="1096"/>
                    <a:pt x="11886" y="1086"/>
                    <a:pt x="11886" y="1076"/>
                  </a:cubicBezTo>
                  <a:cubicBezTo>
                    <a:pt x="11884" y="1073"/>
                    <a:pt x="11882" y="1070"/>
                    <a:pt x="11879" y="1067"/>
                  </a:cubicBezTo>
                  <a:close/>
                  <a:moveTo>
                    <a:pt x="16565" y="1116"/>
                  </a:moveTo>
                  <a:cubicBezTo>
                    <a:pt x="16565" y="1116"/>
                    <a:pt x="16565" y="1116"/>
                    <a:pt x="16565" y="1116"/>
                  </a:cubicBezTo>
                  <a:cubicBezTo>
                    <a:pt x="16565" y="1116"/>
                    <a:pt x="16565" y="1116"/>
                    <a:pt x="16565" y="1116"/>
                  </a:cubicBezTo>
                  <a:close/>
                  <a:moveTo>
                    <a:pt x="32133" y="1112"/>
                  </a:moveTo>
                  <a:cubicBezTo>
                    <a:pt x="32142" y="1112"/>
                    <a:pt x="32148" y="1119"/>
                    <a:pt x="32148" y="1141"/>
                  </a:cubicBezTo>
                  <a:lnTo>
                    <a:pt x="32148" y="1133"/>
                  </a:lnTo>
                  <a:cubicBezTo>
                    <a:pt x="32196" y="1133"/>
                    <a:pt x="32099" y="1197"/>
                    <a:pt x="32051" y="1197"/>
                  </a:cubicBezTo>
                  <a:lnTo>
                    <a:pt x="32051" y="1133"/>
                  </a:lnTo>
                  <a:cubicBezTo>
                    <a:pt x="32053" y="1133"/>
                    <a:pt x="32056" y="1133"/>
                    <a:pt x="32059" y="1133"/>
                  </a:cubicBezTo>
                  <a:cubicBezTo>
                    <a:pt x="32088" y="1133"/>
                    <a:pt x="32116" y="1112"/>
                    <a:pt x="32133" y="1112"/>
                  </a:cubicBezTo>
                  <a:close/>
                  <a:moveTo>
                    <a:pt x="36777" y="1060"/>
                  </a:moveTo>
                  <a:cubicBezTo>
                    <a:pt x="36729" y="1060"/>
                    <a:pt x="36680" y="1116"/>
                    <a:pt x="36680" y="1116"/>
                  </a:cubicBezTo>
                  <a:cubicBezTo>
                    <a:pt x="36680" y="1181"/>
                    <a:pt x="36729" y="1181"/>
                    <a:pt x="36777" y="1181"/>
                  </a:cubicBezTo>
                  <a:cubicBezTo>
                    <a:pt x="36806" y="1198"/>
                    <a:pt x="36830" y="1205"/>
                    <a:pt x="36850" y="1205"/>
                  </a:cubicBezTo>
                  <a:cubicBezTo>
                    <a:pt x="36899" y="1205"/>
                    <a:pt x="36923" y="1165"/>
                    <a:pt x="36923" y="1124"/>
                  </a:cubicBezTo>
                  <a:cubicBezTo>
                    <a:pt x="36923" y="1060"/>
                    <a:pt x="36875" y="1060"/>
                    <a:pt x="36777" y="1060"/>
                  </a:cubicBezTo>
                  <a:close/>
                  <a:moveTo>
                    <a:pt x="11400" y="1254"/>
                  </a:moveTo>
                  <a:cubicBezTo>
                    <a:pt x="11368" y="1254"/>
                    <a:pt x="11357" y="1279"/>
                    <a:pt x="11368" y="1279"/>
                  </a:cubicBezTo>
                  <a:cubicBezTo>
                    <a:pt x="11373" y="1279"/>
                    <a:pt x="11384" y="1273"/>
                    <a:pt x="11400" y="1254"/>
                  </a:cubicBezTo>
                  <a:close/>
                  <a:moveTo>
                    <a:pt x="37215" y="1181"/>
                  </a:moveTo>
                  <a:cubicBezTo>
                    <a:pt x="37215" y="1246"/>
                    <a:pt x="37118" y="1303"/>
                    <a:pt x="37069" y="1303"/>
                  </a:cubicBezTo>
                  <a:cubicBezTo>
                    <a:pt x="37021" y="1303"/>
                    <a:pt x="37021" y="1238"/>
                    <a:pt x="37118" y="1181"/>
                  </a:cubicBezTo>
                  <a:close/>
                  <a:moveTo>
                    <a:pt x="25183" y="1189"/>
                  </a:moveTo>
                  <a:lnTo>
                    <a:pt x="25232" y="1254"/>
                  </a:lnTo>
                  <a:lnTo>
                    <a:pt x="25183" y="1311"/>
                  </a:lnTo>
                  <a:lnTo>
                    <a:pt x="25135" y="1311"/>
                  </a:lnTo>
                  <a:cubicBezTo>
                    <a:pt x="25135" y="1254"/>
                    <a:pt x="25135" y="1189"/>
                    <a:pt x="25183" y="1189"/>
                  </a:cubicBezTo>
                  <a:close/>
                  <a:moveTo>
                    <a:pt x="29487" y="1266"/>
                  </a:moveTo>
                  <a:cubicBezTo>
                    <a:pt x="29505" y="1266"/>
                    <a:pt x="29537" y="1295"/>
                    <a:pt x="29570" y="1295"/>
                  </a:cubicBezTo>
                  <a:cubicBezTo>
                    <a:pt x="29618" y="1351"/>
                    <a:pt x="29618" y="1351"/>
                    <a:pt x="29521" y="1351"/>
                  </a:cubicBezTo>
                  <a:cubicBezTo>
                    <a:pt x="29472" y="1351"/>
                    <a:pt x="29472" y="1295"/>
                    <a:pt x="29472" y="1295"/>
                  </a:cubicBezTo>
                  <a:cubicBezTo>
                    <a:pt x="29472" y="1273"/>
                    <a:pt x="29478" y="1266"/>
                    <a:pt x="29487" y="1266"/>
                  </a:cubicBezTo>
                  <a:close/>
                  <a:moveTo>
                    <a:pt x="24016" y="1181"/>
                  </a:moveTo>
                  <a:cubicBezTo>
                    <a:pt x="24064" y="1181"/>
                    <a:pt x="24016" y="1303"/>
                    <a:pt x="24016" y="1360"/>
                  </a:cubicBezTo>
                  <a:cubicBezTo>
                    <a:pt x="23967" y="1360"/>
                    <a:pt x="23967" y="1360"/>
                    <a:pt x="23967" y="1303"/>
                  </a:cubicBezTo>
                  <a:cubicBezTo>
                    <a:pt x="23975" y="1254"/>
                    <a:pt x="23991" y="1214"/>
                    <a:pt x="24016" y="1181"/>
                  </a:cubicBezTo>
                  <a:close/>
                  <a:moveTo>
                    <a:pt x="30397" y="1238"/>
                  </a:moveTo>
                  <a:cubicBezTo>
                    <a:pt x="30445" y="1238"/>
                    <a:pt x="30494" y="1303"/>
                    <a:pt x="30494" y="1303"/>
                  </a:cubicBezTo>
                  <a:cubicBezTo>
                    <a:pt x="30494" y="1360"/>
                    <a:pt x="30445" y="1360"/>
                    <a:pt x="30445" y="1360"/>
                  </a:cubicBezTo>
                  <a:cubicBezTo>
                    <a:pt x="30397" y="1360"/>
                    <a:pt x="30348" y="1360"/>
                    <a:pt x="30348" y="1303"/>
                  </a:cubicBezTo>
                  <a:cubicBezTo>
                    <a:pt x="30348" y="1303"/>
                    <a:pt x="30348" y="1238"/>
                    <a:pt x="30397" y="1238"/>
                  </a:cubicBezTo>
                  <a:close/>
                  <a:moveTo>
                    <a:pt x="11254" y="1303"/>
                  </a:moveTo>
                  <a:lnTo>
                    <a:pt x="11303" y="1368"/>
                  </a:lnTo>
                  <a:lnTo>
                    <a:pt x="11254" y="1360"/>
                  </a:lnTo>
                  <a:cubicBezTo>
                    <a:pt x="11205" y="1360"/>
                    <a:pt x="11205" y="1360"/>
                    <a:pt x="11205" y="1303"/>
                  </a:cubicBezTo>
                  <a:close/>
                  <a:moveTo>
                    <a:pt x="11741" y="1311"/>
                  </a:moveTo>
                  <a:lnTo>
                    <a:pt x="11789" y="1368"/>
                  </a:lnTo>
                  <a:lnTo>
                    <a:pt x="11741" y="1368"/>
                  </a:lnTo>
                  <a:cubicBezTo>
                    <a:pt x="11692" y="1368"/>
                    <a:pt x="11692" y="1368"/>
                    <a:pt x="11692" y="1311"/>
                  </a:cubicBezTo>
                  <a:close/>
                  <a:moveTo>
                    <a:pt x="19192" y="1254"/>
                  </a:moveTo>
                  <a:cubicBezTo>
                    <a:pt x="19240" y="1303"/>
                    <a:pt x="19208" y="1376"/>
                    <a:pt x="19143" y="1376"/>
                  </a:cubicBezTo>
                  <a:cubicBezTo>
                    <a:pt x="19046" y="1376"/>
                    <a:pt x="19046" y="1376"/>
                    <a:pt x="19046" y="1319"/>
                  </a:cubicBezTo>
                  <a:cubicBezTo>
                    <a:pt x="19046" y="1254"/>
                    <a:pt x="19143" y="1254"/>
                    <a:pt x="19192" y="1254"/>
                  </a:cubicBezTo>
                  <a:close/>
                  <a:moveTo>
                    <a:pt x="33121" y="1262"/>
                  </a:moveTo>
                  <a:cubicBezTo>
                    <a:pt x="33121" y="1311"/>
                    <a:pt x="33105" y="1351"/>
                    <a:pt x="33072" y="1384"/>
                  </a:cubicBezTo>
                  <a:lnTo>
                    <a:pt x="33023" y="1384"/>
                  </a:lnTo>
                  <a:cubicBezTo>
                    <a:pt x="33023" y="1327"/>
                    <a:pt x="33023" y="1262"/>
                    <a:pt x="33072" y="1262"/>
                  </a:cubicBezTo>
                  <a:close/>
                  <a:moveTo>
                    <a:pt x="22556" y="1287"/>
                  </a:moveTo>
                  <a:lnTo>
                    <a:pt x="22605" y="1351"/>
                  </a:lnTo>
                  <a:lnTo>
                    <a:pt x="22556" y="1408"/>
                  </a:lnTo>
                  <a:lnTo>
                    <a:pt x="22508" y="1408"/>
                  </a:lnTo>
                  <a:cubicBezTo>
                    <a:pt x="22508" y="1351"/>
                    <a:pt x="22508" y="1287"/>
                    <a:pt x="22556" y="1287"/>
                  </a:cubicBezTo>
                  <a:close/>
                  <a:moveTo>
                    <a:pt x="12081" y="1311"/>
                  </a:moveTo>
                  <a:cubicBezTo>
                    <a:pt x="12178" y="1311"/>
                    <a:pt x="12178" y="1311"/>
                    <a:pt x="12130" y="1376"/>
                  </a:cubicBezTo>
                  <a:lnTo>
                    <a:pt x="12130" y="1368"/>
                  </a:lnTo>
                  <a:cubicBezTo>
                    <a:pt x="12105" y="1400"/>
                    <a:pt x="12081" y="1416"/>
                    <a:pt x="12063" y="1416"/>
                  </a:cubicBezTo>
                  <a:cubicBezTo>
                    <a:pt x="12045" y="1416"/>
                    <a:pt x="12032" y="1400"/>
                    <a:pt x="12032" y="1368"/>
                  </a:cubicBezTo>
                  <a:cubicBezTo>
                    <a:pt x="12032" y="1311"/>
                    <a:pt x="12032" y="1311"/>
                    <a:pt x="12081" y="1311"/>
                  </a:cubicBezTo>
                  <a:close/>
                  <a:moveTo>
                    <a:pt x="17197" y="1295"/>
                  </a:moveTo>
                  <a:cubicBezTo>
                    <a:pt x="17189" y="1343"/>
                    <a:pt x="17173" y="1384"/>
                    <a:pt x="17148" y="1416"/>
                  </a:cubicBezTo>
                  <a:lnTo>
                    <a:pt x="17100" y="1416"/>
                  </a:lnTo>
                  <a:cubicBezTo>
                    <a:pt x="17100" y="1360"/>
                    <a:pt x="17100" y="1295"/>
                    <a:pt x="17148" y="1295"/>
                  </a:cubicBezTo>
                  <a:close/>
                  <a:moveTo>
                    <a:pt x="28353" y="1343"/>
                  </a:moveTo>
                  <a:lnTo>
                    <a:pt x="28394" y="1400"/>
                  </a:lnTo>
                  <a:lnTo>
                    <a:pt x="28345" y="1457"/>
                  </a:lnTo>
                  <a:lnTo>
                    <a:pt x="28297" y="1457"/>
                  </a:lnTo>
                  <a:cubicBezTo>
                    <a:pt x="28297" y="1400"/>
                    <a:pt x="28305" y="1343"/>
                    <a:pt x="28353" y="1343"/>
                  </a:cubicBezTo>
                  <a:close/>
                  <a:moveTo>
                    <a:pt x="34677" y="1222"/>
                  </a:moveTo>
                  <a:lnTo>
                    <a:pt x="34580" y="1335"/>
                  </a:lnTo>
                  <a:cubicBezTo>
                    <a:pt x="34526" y="1434"/>
                    <a:pt x="34502" y="1479"/>
                    <a:pt x="34491" y="1479"/>
                  </a:cubicBezTo>
                  <a:cubicBezTo>
                    <a:pt x="34483" y="1479"/>
                    <a:pt x="34483" y="1450"/>
                    <a:pt x="34483" y="1400"/>
                  </a:cubicBezTo>
                  <a:cubicBezTo>
                    <a:pt x="34475" y="1319"/>
                    <a:pt x="34515" y="1254"/>
                    <a:pt x="34580" y="1222"/>
                  </a:cubicBezTo>
                  <a:close/>
                  <a:moveTo>
                    <a:pt x="10768" y="1360"/>
                  </a:moveTo>
                  <a:cubicBezTo>
                    <a:pt x="10792" y="1392"/>
                    <a:pt x="10816" y="1433"/>
                    <a:pt x="10816" y="1481"/>
                  </a:cubicBezTo>
                  <a:lnTo>
                    <a:pt x="10768" y="1481"/>
                  </a:lnTo>
                  <a:cubicBezTo>
                    <a:pt x="10719" y="1481"/>
                    <a:pt x="10719" y="1416"/>
                    <a:pt x="10719" y="1416"/>
                  </a:cubicBezTo>
                  <a:cubicBezTo>
                    <a:pt x="10719" y="1416"/>
                    <a:pt x="10719" y="1360"/>
                    <a:pt x="10768" y="1360"/>
                  </a:cubicBezTo>
                  <a:close/>
                  <a:moveTo>
                    <a:pt x="8858" y="1315"/>
                  </a:moveTo>
                  <a:cubicBezTo>
                    <a:pt x="8865" y="1315"/>
                    <a:pt x="8870" y="1322"/>
                    <a:pt x="8870" y="1343"/>
                  </a:cubicBezTo>
                  <a:lnTo>
                    <a:pt x="8870" y="1400"/>
                  </a:lnTo>
                  <a:cubicBezTo>
                    <a:pt x="8836" y="1440"/>
                    <a:pt x="8802" y="1484"/>
                    <a:pt x="8785" y="1484"/>
                  </a:cubicBezTo>
                  <a:cubicBezTo>
                    <a:pt x="8777" y="1484"/>
                    <a:pt x="8773" y="1476"/>
                    <a:pt x="8773" y="1457"/>
                  </a:cubicBezTo>
                  <a:cubicBezTo>
                    <a:pt x="8773" y="1416"/>
                    <a:pt x="8789" y="1376"/>
                    <a:pt x="8822" y="1343"/>
                  </a:cubicBezTo>
                  <a:cubicBezTo>
                    <a:pt x="8822" y="1343"/>
                    <a:pt x="8843" y="1315"/>
                    <a:pt x="8858" y="1315"/>
                  </a:cubicBezTo>
                  <a:close/>
                  <a:moveTo>
                    <a:pt x="28694" y="1343"/>
                  </a:moveTo>
                  <a:cubicBezTo>
                    <a:pt x="28718" y="1376"/>
                    <a:pt x="28734" y="1416"/>
                    <a:pt x="28743" y="1465"/>
                  </a:cubicBezTo>
                  <a:lnTo>
                    <a:pt x="28734" y="1465"/>
                  </a:lnTo>
                  <a:cubicBezTo>
                    <a:pt x="28734" y="1488"/>
                    <a:pt x="28726" y="1502"/>
                    <a:pt x="28714" y="1502"/>
                  </a:cubicBezTo>
                  <a:cubicBezTo>
                    <a:pt x="28696" y="1502"/>
                    <a:pt x="28669" y="1472"/>
                    <a:pt x="28645" y="1400"/>
                  </a:cubicBezTo>
                  <a:cubicBezTo>
                    <a:pt x="28645" y="1343"/>
                    <a:pt x="28645" y="1343"/>
                    <a:pt x="28694" y="1343"/>
                  </a:cubicBezTo>
                  <a:close/>
                  <a:moveTo>
                    <a:pt x="39842" y="1262"/>
                  </a:moveTo>
                  <a:cubicBezTo>
                    <a:pt x="39899" y="1279"/>
                    <a:pt x="39939" y="1327"/>
                    <a:pt x="39939" y="1384"/>
                  </a:cubicBezTo>
                  <a:cubicBezTo>
                    <a:pt x="39988" y="1506"/>
                    <a:pt x="39988" y="1506"/>
                    <a:pt x="39891" y="1506"/>
                  </a:cubicBezTo>
                  <a:cubicBezTo>
                    <a:pt x="39842" y="1506"/>
                    <a:pt x="39793" y="1506"/>
                    <a:pt x="39793" y="1449"/>
                  </a:cubicBezTo>
                  <a:lnTo>
                    <a:pt x="39842" y="1449"/>
                  </a:lnTo>
                  <a:cubicBezTo>
                    <a:pt x="39842" y="1465"/>
                    <a:pt x="39846" y="1472"/>
                    <a:pt x="39851" y="1472"/>
                  </a:cubicBezTo>
                  <a:cubicBezTo>
                    <a:pt x="39862" y="1472"/>
                    <a:pt x="39877" y="1430"/>
                    <a:pt x="39842" y="1384"/>
                  </a:cubicBezTo>
                  <a:lnTo>
                    <a:pt x="39842" y="1262"/>
                  </a:lnTo>
                  <a:close/>
                  <a:moveTo>
                    <a:pt x="40474" y="1392"/>
                  </a:moveTo>
                  <a:lnTo>
                    <a:pt x="40523" y="1449"/>
                  </a:lnTo>
                  <a:cubicBezTo>
                    <a:pt x="40523" y="1514"/>
                    <a:pt x="40474" y="1514"/>
                    <a:pt x="40426" y="1514"/>
                  </a:cubicBezTo>
                  <a:cubicBezTo>
                    <a:pt x="40377" y="1514"/>
                    <a:pt x="40377" y="1514"/>
                    <a:pt x="40377" y="1449"/>
                  </a:cubicBezTo>
                  <a:cubicBezTo>
                    <a:pt x="40377" y="1449"/>
                    <a:pt x="40426" y="1392"/>
                    <a:pt x="40474" y="1392"/>
                  </a:cubicBezTo>
                  <a:close/>
                  <a:moveTo>
                    <a:pt x="31272" y="1489"/>
                  </a:moveTo>
                  <a:lnTo>
                    <a:pt x="31321" y="1546"/>
                  </a:lnTo>
                  <a:lnTo>
                    <a:pt x="31272" y="1546"/>
                  </a:lnTo>
                  <a:cubicBezTo>
                    <a:pt x="31224" y="1546"/>
                    <a:pt x="31224" y="1546"/>
                    <a:pt x="31224" y="1489"/>
                  </a:cubicBezTo>
                  <a:close/>
                  <a:moveTo>
                    <a:pt x="31759" y="1433"/>
                  </a:moveTo>
                  <a:cubicBezTo>
                    <a:pt x="31759" y="1489"/>
                    <a:pt x="31759" y="1554"/>
                    <a:pt x="31710" y="1554"/>
                  </a:cubicBezTo>
                  <a:cubicBezTo>
                    <a:pt x="31697" y="1569"/>
                    <a:pt x="31684" y="1576"/>
                    <a:pt x="31673" y="1576"/>
                  </a:cubicBezTo>
                  <a:cubicBezTo>
                    <a:pt x="31642" y="1576"/>
                    <a:pt x="31626" y="1522"/>
                    <a:pt x="31661" y="1433"/>
                  </a:cubicBezTo>
                  <a:close/>
                  <a:moveTo>
                    <a:pt x="34775" y="1457"/>
                  </a:moveTo>
                  <a:lnTo>
                    <a:pt x="34823" y="1522"/>
                  </a:lnTo>
                  <a:cubicBezTo>
                    <a:pt x="34823" y="1578"/>
                    <a:pt x="34775" y="1578"/>
                    <a:pt x="34726" y="1578"/>
                  </a:cubicBezTo>
                  <a:lnTo>
                    <a:pt x="34726" y="1522"/>
                  </a:lnTo>
                  <a:lnTo>
                    <a:pt x="34775" y="1457"/>
                  </a:lnTo>
                  <a:close/>
                  <a:moveTo>
                    <a:pt x="33510" y="1449"/>
                  </a:moveTo>
                  <a:cubicBezTo>
                    <a:pt x="33559" y="1449"/>
                    <a:pt x="33510" y="1506"/>
                    <a:pt x="33461" y="1627"/>
                  </a:cubicBezTo>
                  <a:cubicBezTo>
                    <a:pt x="33421" y="1651"/>
                    <a:pt x="33397" y="1664"/>
                    <a:pt x="33387" y="1664"/>
                  </a:cubicBezTo>
                  <a:cubicBezTo>
                    <a:pt x="33372" y="1664"/>
                    <a:pt x="33384" y="1637"/>
                    <a:pt x="33413" y="1570"/>
                  </a:cubicBezTo>
                  <a:cubicBezTo>
                    <a:pt x="33461" y="1506"/>
                    <a:pt x="33510" y="1449"/>
                    <a:pt x="33510" y="1449"/>
                  </a:cubicBezTo>
                  <a:close/>
                  <a:moveTo>
                    <a:pt x="7208" y="1506"/>
                  </a:moveTo>
                  <a:cubicBezTo>
                    <a:pt x="7265" y="1506"/>
                    <a:pt x="7257" y="1627"/>
                    <a:pt x="7160" y="1684"/>
                  </a:cubicBezTo>
                  <a:cubicBezTo>
                    <a:pt x="7111" y="1684"/>
                    <a:pt x="7111" y="1684"/>
                    <a:pt x="7111" y="1627"/>
                  </a:cubicBezTo>
                  <a:cubicBezTo>
                    <a:pt x="7111" y="1562"/>
                    <a:pt x="7152" y="1514"/>
                    <a:pt x="7208" y="1506"/>
                  </a:cubicBezTo>
                  <a:close/>
                  <a:moveTo>
                    <a:pt x="30737" y="1603"/>
                  </a:moveTo>
                  <a:cubicBezTo>
                    <a:pt x="30688" y="1603"/>
                    <a:pt x="30688" y="1660"/>
                    <a:pt x="30688" y="1660"/>
                  </a:cubicBezTo>
                  <a:cubicBezTo>
                    <a:pt x="30688" y="1660"/>
                    <a:pt x="30688" y="1724"/>
                    <a:pt x="30737" y="1724"/>
                  </a:cubicBezTo>
                  <a:lnTo>
                    <a:pt x="30786" y="1724"/>
                  </a:lnTo>
                  <a:cubicBezTo>
                    <a:pt x="30778" y="1676"/>
                    <a:pt x="30761" y="1635"/>
                    <a:pt x="30737" y="1603"/>
                  </a:cubicBezTo>
                  <a:close/>
                  <a:moveTo>
                    <a:pt x="392" y="1471"/>
                  </a:moveTo>
                  <a:cubicBezTo>
                    <a:pt x="398" y="1471"/>
                    <a:pt x="398" y="1501"/>
                    <a:pt x="398" y="1562"/>
                  </a:cubicBezTo>
                  <a:cubicBezTo>
                    <a:pt x="398" y="1627"/>
                    <a:pt x="390" y="1684"/>
                    <a:pt x="341" y="1684"/>
                  </a:cubicBezTo>
                  <a:cubicBezTo>
                    <a:pt x="313" y="1717"/>
                    <a:pt x="293" y="1731"/>
                    <a:pt x="281" y="1731"/>
                  </a:cubicBezTo>
                  <a:cubicBezTo>
                    <a:pt x="253" y="1731"/>
                    <a:pt x="274" y="1649"/>
                    <a:pt x="349" y="1562"/>
                  </a:cubicBezTo>
                  <a:cubicBezTo>
                    <a:pt x="373" y="1501"/>
                    <a:pt x="386" y="1471"/>
                    <a:pt x="392" y="1471"/>
                  </a:cubicBezTo>
                  <a:close/>
                  <a:moveTo>
                    <a:pt x="13054" y="1619"/>
                  </a:moveTo>
                  <a:lnTo>
                    <a:pt x="13103" y="1676"/>
                  </a:lnTo>
                  <a:cubicBezTo>
                    <a:pt x="13103" y="1741"/>
                    <a:pt x="13054" y="1741"/>
                    <a:pt x="13054" y="1741"/>
                  </a:cubicBezTo>
                  <a:cubicBezTo>
                    <a:pt x="13005" y="1741"/>
                    <a:pt x="13005" y="1741"/>
                    <a:pt x="13005" y="1676"/>
                  </a:cubicBezTo>
                  <a:cubicBezTo>
                    <a:pt x="13005" y="1676"/>
                    <a:pt x="13005" y="1619"/>
                    <a:pt x="13054" y="1619"/>
                  </a:cubicBezTo>
                  <a:close/>
                  <a:moveTo>
                    <a:pt x="23237" y="1651"/>
                  </a:moveTo>
                  <a:cubicBezTo>
                    <a:pt x="23229" y="1700"/>
                    <a:pt x="23213" y="1741"/>
                    <a:pt x="23181" y="1773"/>
                  </a:cubicBezTo>
                  <a:lnTo>
                    <a:pt x="23132" y="1773"/>
                  </a:lnTo>
                  <a:cubicBezTo>
                    <a:pt x="23132" y="1708"/>
                    <a:pt x="23140" y="1651"/>
                    <a:pt x="23189" y="1651"/>
                  </a:cubicBezTo>
                  <a:close/>
                  <a:moveTo>
                    <a:pt x="12470" y="1676"/>
                  </a:moveTo>
                  <a:lnTo>
                    <a:pt x="12519" y="1733"/>
                  </a:lnTo>
                  <a:lnTo>
                    <a:pt x="12470" y="1789"/>
                  </a:lnTo>
                  <a:lnTo>
                    <a:pt x="12422" y="1789"/>
                  </a:lnTo>
                  <a:cubicBezTo>
                    <a:pt x="12422" y="1733"/>
                    <a:pt x="12422" y="1676"/>
                    <a:pt x="12470" y="1676"/>
                  </a:cubicBezTo>
                  <a:close/>
                  <a:moveTo>
                    <a:pt x="39696" y="1741"/>
                  </a:moveTo>
                  <a:cubicBezTo>
                    <a:pt x="39696" y="1806"/>
                    <a:pt x="39696" y="1806"/>
                    <a:pt x="39745" y="1806"/>
                  </a:cubicBezTo>
                  <a:lnTo>
                    <a:pt x="39793" y="1806"/>
                  </a:lnTo>
                  <a:lnTo>
                    <a:pt x="39745" y="1741"/>
                  </a:lnTo>
                  <a:close/>
                  <a:moveTo>
                    <a:pt x="349" y="970"/>
                  </a:moveTo>
                  <a:cubicBezTo>
                    <a:pt x="301" y="970"/>
                    <a:pt x="301" y="1035"/>
                    <a:pt x="292" y="1092"/>
                  </a:cubicBezTo>
                  <a:lnTo>
                    <a:pt x="195" y="1092"/>
                  </a:lnTo>
                  <a:cubicBezTo>
                    <a:pt x="195" y="1092"/>
                    <a:pt x="146" y="1092"/>
                    <a:pt x="146" y="1149"/>
                  </a:cubicBezTo>
                  <a:cubicBezTo>
                    <a:pt x="146" y="1214"/>
                    <a:pt x="98" y="1214"/>
                    <a:pt x="49" y="1214"/>
                  </a:cubicBezTo>
                  <a:cubicBezTo>
                    <a:pt x="49" y="1194"/>
                    <a:pt x="45" y="1187"/>
                    <a:pt x="40" y="1187"/>
                  </a:cubicBezTo>
                  <a:cubicBezTo>
                    <a:pt x="29" y="1187"/>
                    <a:pt x="15" y="1230"/>
                    <a:pt x="49" y="1270"/>
                  </a:cubicBezTo>
                  <a:cubicBezTo>
                    <a:pt x="49" y="1327"/>
                    <a:pt x="49" y="1392"/>
                    <a:pt x="1" y="1392"/>
                  </a:cubicBezTo>
                  <a:lnTo>
                    <a:pt x="1" y="1506"/>
                  </a:lnTo>
                  <a:cubicBezTo>
                    <a:pt x="1" y="1627"/>
                    <a:pt x="1" y="1684"/>
                    <a:pt x="98" y="1749"/>
                  </a:cubicBezTo>
                  <a:cubicBezTo>
                    <a:pt x="209" y="1786"/>
                    <a:pt x="304" y="1820"/>
                    <a:pt x="366" y="1820"/>
                  </a:cubicBezTo>
                  <a:cubicBezTo>
                    <a:pt x="412" y="1820"/>
                    <a:pt x="438" y="1801"/>
                    <a:pt x="438" y="1749"/>
                  </a:cubicBezTo>
                  <a:cubicBezTo>
                    <a:pt x="438" y="1749"/>
                    <a:pt x="487" y="1692"/>
                    <a:pt x="536" y="1692"/>
                  </a:cubicBezTo>
                  <a:cubicBezTo>
                    <a:pt x="584" y="1692"/>
                    <a:pt x="633" y="1757"/>
                    <a:pt x="633" y="1757"/>
                  </a:cubicBezTo>
                  <a:cubicBezTo>
                    <a:pt x="633" y="1814"/>
                    <a:pt x="828" y="1814"/>
                    <a:pt x="1071" y="1814"/>
                  </a:cubicBezTo>
                  <a:cubicBezTo>
                    <a:pt x="1363" y="1822"/>
                    <a:pt x="1509" y="1822"/>
                    <a:pt x="1557" y="1878"/>
                  </a:cubicBezTo>
                  <a:cubicBezTo>
                    <a:pt x="1582" y="1919"/>
                    <a:pt x="1614" y="1935"/>
                    <a:pt x="1654" y="1943"/>
                  </a:cubicBezTo>
                  <a:cubicBezTo>
                    <a:pt x="1654" y="1887"/>
                    <a:pt x="1946" y="1887"/>
                    <a:pt x="2287" y="1887"/>
                  </a:cubicBezTo>
                  <a:cubicBezTo>
                    <a:pt x="2380" y="1889"/>
                    <a:pt x="2474" y="1890"/>
                    <a:pt x="2560" y="1890"/>
                  </a:cubicBezTo>
                  <a:cubicBezTo>
                    <a:pt x="2789" y="1890"/>
                    <a:pt x="2968" y="1879"/>
                    <a:pt x="2968" y="1838"/>
                  </a:cubicBezTo>
                  <a:lnTo>
                    <a:pt x="3065" y="1838"/>
                  </a:lnTo>
                  <a:cubicBezTo>
                    <a:pt x="3065" y="1895"/>
                    <a:pt x="3163" y="1895"/>
                    <a:pt x="3260" y="1895"/>
                  </a:cubicBezTo>
                  <a:cubicBezTo>
                    <a:pt x="3325" y="1862"/>
                    <a:pt x="3390" y="1846"/>
                    <a:pt x="3454" y="1838"/>
                  </a:cubicBezTo>
                  <a:cubicBezTo>
                    <a:pt x="3454" y="1903"/>
                    <a:pt x="3503" y="1903"/>
                    <a:pt x="3600" y="1903"/>
                  </a:cubicBezTo>
                  <a:cubicBezTo>
                    <a:pt x="3698" y="1903"/>
                    <a:pt x="3746" y="1903"/>
                    <a:pt x="3746" y="1838"/>
                  </a:cubicBezTo>
                  <a:cubicBezTo>
                    <a:pt x="3933" y="1838"/>
                    <a:pt x="4111" y="1862"/>
                    <a:pt x="4281" y="1903"/>
                  </a:cubicBezTo>
                  <a:cubicBezTo>
                    <a:pt x="4297" y="1923"/>
                    <a:pt x="4312" y="1931"/>
                    <a:pt x="4327" y="1931"/>
                  </a:cubicBezTo>
                  <a:cubicBezTo>
                    <a:pt x="4361" y="1931"/>
                    <a:pt x="4396" y="1891"/>
                    <a:pt x="4435" y="1846"/>
                  </a:cubicBezTo>
                  <a:cubicBezTo>
                    <a:pt x="4427" y="1789"/>
                    <a:pt x="4476" y="1741"/>
                    <a:pt x="4533" y="1733"/>
                  </a:cubicBezTo>
                  <a:cubicBezTo>
                    <a:pt x="4533" y="1733"/>
                    <a:pt x="4533" y="1789"/>
                    <a:pt x="4533" y="1846"/>
                  </a:cubicBezTo>
                  <a:cubicBezTo>
                    <a:pt x="4476" y="1911"/>
                    <a:pt x="4476" y="1911"/>
                    <a:pt x="4573" y="1911"/>
                  </a:cubicBezTo>
                  <a:lnTo>
                    <a:pt x="4671" y="1911"/>
                  </a:lnTo>
                  <a:cubicBezTo>
                    <a:pt x="4671" y="1854"/>
                    <a:pt x="4922" y="1854"/>
                    <a:pt x="5262" y="1854"/>
                  </a:cubicBezTo>
                  <a:cubicBezTo>
                    <a:pt x="5377" y="1856"/>
                    <a:pt x="5471" y="1858"/>
                    <a:pt x="5548" y="1858"/>
                  </a:cubicBezTo>
                  <a:cubicBezTo>
                    <a:pt x="5767" y="1858"/>
                    <a:pt x="5846" y="1845"/>
                    <a:pt x="5846" y="1797"/>
                  </a:cubicBezTo>
                  <a:cubicBezTo>
                    <a:pt x="5846" y="1770"/>
                    <a:pt x="5858" y="1756"/>
                    <a:pt x="5886" y="1756"/>
                  </a:cubicBezTo>
                  <a:cubicBezTo>
                    <a:pt x="5916" y="1756"/>
                    <a:pt x="5965" y="1772"/>
                    <a:pt x="6041" y="1806"/>
                  </a:cubicBezTo>
                  <a:cubicBezTo>
                    <a:pt x="6227" y="1920"/>
                    <a:pt x="6295" y="1961"/>
                    <a:pt x="6332" y="1961"/>
                  </a:cubicBezTo>
                  <a:cubicBezTo>
                    <a:pt x="6353" y="1961"/>
                    <a:pt x="6364" y="1948"/>
                    <a:pt x="6381" y="1927"/>
                  </a:cubicBezTo>
                  <a:cubicBezTo>
                    <a:pt x="6333" y="1927"/>
                    <a:pt x="6333" y="1862"/>
                    <a:pt x="6333" y="1806"/>
                  </a:cubicBezTo>
                  <a:cubicBezTo>
                    <a:pt x="6333" y="1745"/>
                    <a:pt x="6345" y="1714"/>
                    <a:pt x="6363" y="1714"/>
                  </a:cubicBezTo>
                  <a:cubicBezTo>
                    <a:pt x="6381" y="1714"/>
                    <a:pt x="6406" y="1745"/>
                    <a:pt x="6430" y="1806"/>
                  </a:cubicBezTo>
                  <a:cubicBezTo>
                    <a:pt x="6430" y="1853"/>
                    <a:pt x="6543" y="1874"/>
                    <a:pt x="6683" y="1874"/>
                  </a:cubicBezTo>
                  <a:cubicBezTo>
                    <a:pt x="6899" y="1874"/>
                    <a:pt x="7179" y="1826"/>
                    <a:pt x="7208" y="1757"/>
                  </a:cubicBezTo>
                  <a:lnTo>
                    <a:pt x="7208" y="1814"/>
                  </a:lnTo>
                  <a:cubicBezTo>
                    <a:pt x="7208" y="1870"/>
                    <a:pt x="7257" y="1878"/>
                    <a:pt x="7452" y="1878"/>
                  </a:cubicBezTo>
                  <a:lnTo>
                    <a:pt x="7597" y="1878"/>
                  </a:lnTo>
                  <a:cubicBezTo>
                    <a:pt x="7597" y="1828"/>
                    <a:pt x="7648" y="1810"/>
                    <a:pt x="7707" y="1810"/>
                  </a:cubicBezTo>
                  <a:cubicBezTo>
                    <a:pt x="7790" y="1810"/>
                    <a:pt x="7889" y="1845"/>
                    <a:pt x="7889" y="1878"/>
                  </a:cubicBezTo>
                  <a:cubicBezTo>
                    <a:pt x="7938" y="1943"/>
                    <a:pt x="7938" y="1943"/>
                    <a:pt x="8035" y="1943"/>
                  </a:cubicBezTo>
                  <a:cubicBezTo>
                    <a:pt x="8096" y="1893"/>
                    <a:pt x="8174" y="1874"/>
                    <a:pt x="8244" y="1874"/>
                  </a:cubicBezTo>
                  <a:cubicBezTo>
                    <a:pt x="8342" y="1874"/>
                    <a:pt x="8424" y="1910"/>
                    <a:pt x="8424" y="1943"/>
                  </a:cubicBezTo>
                  <a:lnTo>
                    <a:pt x="8522" y="1943"/>
                  </a:lnTo>
                  <a:cubicBezTo>
                    <a:pt x="8571" y="1908"/>
                    <a:pt x="8627" y="1885"/>
                    <a:pt x="8688" y="1885"/>
                  </a:cubicBezTo>
                  <a:cubicBezTo>
                    <a:pt x="8698" y="1885"/>
                    <a:pt x="8707" y="1886"/>
                    <a:pt x="8716" y="1887"/>
                  </a:cubicBezTo>
                  <a:cubicBezTo>
                    <a:pt x="8862" y="1887"/>
                    <a:pt x="8911" y="1887"/>
                    <a:pt x="8862" y="1830"/>
                  </a:cubicBezTo>
                  <a:cubicBezTo>
                    <a:pt x="8862" y="1765"/>
                    <a:pt x="8862" y="1708"/>
                    <a:pt x="8911" y="1708"/>
                  </a:cubicBezTo>
                  <a:lnTo>
                    <a:pt x="8911" y="1773"/>
                  </a:lnTo>
                  <a:cubicBezTo>
                    <a:pt x="8911" y="1830"/>
                    <a:pt x="9057" y="1830"/>
                    <a:pt x="9251" y="1830"/>
                  </a:cubicBezTo>
                  <a:cubicBezTo>
                    <a:pt x="9495" y="1838"/>
                    <a:pt x="9592" y="1838"/>
                    <a:pt x="9641" y="1895"/>
                  </a:cubicBezTo>
                  <a:lnTo>
                    <a:pt x="9689" y="1838"/>
                  </a:lnTo>
                  <a:cubicBezTo>
                    <a:pt x="9713" y="1807"/>
                    <a:pt x="9736" y="1792"/>
                    <a:pt x="9754" y="1792"/>
                  </a:cubicBezTo>
                  <a:cubicBezTo>
                    <a:pt x="9774" y="1792"/>
                    <a:pt x="9787" y="1809"/>
                    <a:pt x="9787" y="1838"/>
                  </a:cubicBezTo>
                  <a:cubicBezTo>
                    <a:pt x="9812" y="1867"/>
                    <a:pt x="9876" y="1884"/>
                    <a:pt x="9945" y="1884"/>
                  </a:cubicBezTo>
                  <a:cubicBezTo>
                    <a:pt x="10010" y="1884"/>
                    <a:pt x="10080" y="1869"/>
                    <a:pt x="10127" y="1838"/>
                  </a:cubicBezTo>
                  <a:lnTo>
                    <a:pt x="10224" y="1838"/>
                  </a:lnTo>
                  <a:cubicBezTo>
                    <a:pt x="10245" y="1900"/>
                    <a:pt x="10299" y="1930"/>
                    <a:pt x="10352" y="1930"/>
                  </a:cubicBezTo>
                  <a:cubicBezTo>
                    <a:pt x="10402" y="1930"/>
                    <a:pt x="10452" y="1902"/>
                    <a:pt x="10468" y="1846"/>
                  </a:cubicBezTo>
                  <a:cubicBezTo>
                    <a:pt x="10468" y="1903"/>
                    <a:pt x="10516" y="1903"/>
                    <a:pt x="10565" y="1903"/>
                  </a:cubicBezTo>
                  <a:cubicBezTo>
                    <a:pt x="10614" y="1874"/>
                    <a:pt x="10687" y="1860"/>
                    <a:pt x="10747" y="1860"/>
                  </a:cubicBezTo>
                  <a:cubicBezTo>
                    <a:pt x="10808" y="1860"/>
                    <a:pt x="10857" y="1874"/>
                    <a:pt x="10857" y="1903"/>
                  </a:cubicBezTo>
                  <a:lnTo>
                    <a:pt x="10905" y="1903"/>
                  </a:lnTo>
                  <a:cubicBezTo>
                    <a:pt x="10941" y="1868"/>
                    <a:pt x="10988" y="1845"/>
                    <a:pt x="11032" y="1845"/>
                  </a:cubicBezTo>
                  <a:cubicBezTo>
                    <a:pt x="11039" y="1845"/>
                    <a:pt x="11045" y="1845"/>
                    <a:pt x="11051" y="1846"/>
                  </a:cubicBezTo>
                  <a:cubicBezTo>
                    <a:pt x="11061" y="1847"/>
                    <a:pt x="11070" y="1848"/>
                    <a:pt x="11079" y="1848"/>
                  </a:cubicBezTo>
                  <a:cubicBezTo>
                    <a:pt x="11126" y="1848"/>
                    <a:pt x="11171" y="1830"/>
                    <a:pt x="11205" y="1789"/>
                  </a:cubicBezTo>
                  <a:cubicBezTo>
                    <a:pt x="11222" y="1757"/>
                    <a:pt x="11262" y="1733"/>
                    <a:pt x="11303" y="1733"/>
                  </a:cubicBezTo>
                  <a:cubicBezTo>
                    <a:pt x="11351" y="1733"/>
                    <a:pt x="11303" y="1789"/>
                    <a:pt x="11254" y="1846"/>
                  </a:cubicBezTo>
                  <a:cubicBezTo>
                    <a:pt x="11210" y="1873"/>
                    <a:pt x="11210" y="1889"/>
                    <a:pt x="11237" y="1889"/>
                  </a:cubicBezTo>
                  <a:cubicBezTo>
                    <a:pt x="11273" y="1889"/>
                    <a:pt x="11360" y="1860"/>
                    <a:pt x="11449" y="1789"/>
                  </a:cubicBezTo>
                  <a:cubicBezTo>
                    <a:pt x="11522" y="1733"/>
                    <a:pt x="11558" y="1704"/>
                    <a:pt x="11564" y="1704"/>
                  </a:cubicBezTo>
                  <a:lnTo>
                    <a:pt x="11564" y="1704"/>
                  </a:lnTo>
                  <a:cubicBezTo>
                    <a:pt x="11570" y="1704"/>
                    <a:pt x="11546" y="1733"/>
                    <a:pt x="11497" y="1789"/>
                  </a:cubicBezTo>
                  <a:cubicBezTo>
                    <a:pt x="11463" y="1835"/>
                    <a:pt x="11424" y="1877"/>
                    <a:pt x="11442" y="1877"/>
                  </a:cubicBezTo>
                  <a:cubicBezTo>
                    <a:pt x="11450" y="1877"/>
                    <a:pt x="11467" y="1871"/>
                    <a:pt x="11497" y="1854"/>
                  </a:cubicBezTo>
                  <a:cubicBezTo>
                    <a:pt x="11497" y="1854"/>
                    <a:pt x="11595" y="1854"/>
                    <a:pt x="11595" y="1789"/>
                  </a:cubicBezTo>
                  <a:lnTo>
                    <a:pt x="11741" y="1797"/>
                  </a:lnTo>
                  <a:cubicBezTo>
                    <a:pt x="11797" y="1838"/>
                    <a:pt x="11862" y="1854"/>
                    <a:pt x="11935" y="1854"/>
                  </a:cubicBezTo>
                  <a:cubicBezTo>
                    <a:pt x="11959" y="1826"/>
                    <a:pt x="11972" y="1812"/>
                    <a:pt x="11984" y="1812"/>
                  </a:cubicBezTo>
                  <a:cubicBezTo>
                    <a:pt x="11996" y="1812"/>
                    <a:pt x="12008" y="1826"/>
                    <a:pt x="12032" y="1854"/>
                  </a:cubicBezTo>
                  <a:cubicBezTo>
                    <a:pt x="12032" y="1882"/>
                    <a:pt x="12041" y="1897"/>
                    <a:pt x="12051" y="1897"/>
                  </a:cubicBezTo>
                  <a:cubicBezTo>
                    <a:pt x="12065" y="1897"/>
                    <a:pt x="12081" y="1868"/>
                    <a:pt x="12081" y="1797"/>
                  </a:cubicBezTo>
                  <a:cubicBezTo>
                    <a:pt x="12105" y="1769"/>
                    <a:pt x="12130" y="1755"/>
                    <a:pt x="12154" y="1755"/>
                  </a:cubicBezTo>
                  <a:cubicBezTo>
                    <a:pt x="12178" y="1755"/>
                    <a:pt x="12203" y="1769"/>
                    <a:pt x="12227" y="1797"/>
                  </a:cubicBezTo>
                  <a:cubicBezTo>
                    <a:pt x="12227" y="1870"/>
                    <a:pt x="12244" y="1899"/>
                    <a:pt x="12258" y="1899"/>
                  </a:cubicBezTo>
                  <a:cubicBezTo>
                    <a:pt x="12268" y="1899"/>
                    <a:pt x="12276" y="1885"/>
                    <a:pt x="12276" y="1862"/>
                  </a:cubicBezTo>
                  <a:cubicBezTo>
                    <a:pt x="12292" y="1830"/>
                    <a:pt x="12332" y="1806"/>
                    <a:pt x="12373" y="1797"/>
                  </a:cubicBezTo>
                  <a:cubicBezTo>
                    <a:pt x="12373" y="1862"/>
                    <a:pt x="12811" y="1862"/>
                    <a:pt x="13249" y="1870"/>
                  </a:cubicBezTo>
                  <a:cubicBezTo>
                    <a:pt x="13305" y="1854"/>
                    <a:pt x="13346" y="1806"/>
                    <a:pt x="13346" y="1749"/>
                  </a:cubicBezTo>
                  <a:cubicBezTo>
                    <a:pt x="13346" y="1698"/>
                    <a:pt x="13346" y="1680"/>
                    <a:pt x="13349" y="1680"/>
                  </a:cubicBezTo>
                  <a:cubicBezTo>
                    <a:pt x="13354" y="1680"/>
                    <a:pt x="13366" y="1716"/>
                    <a:pt x="13395" y="1749"/>
                  </a:cubicBezTo>
                  <a:cubicBezTo>
                    <a:pt x="13419" y="1838"/>
                    <a:pt x="13455" y="1883"/>
                    <a:pt x="13480" y="1883"/>
                  </a:cubicBezTo>
                  <a:cubicBezTo>
                    <a:pt x="13504" y="1883"/>
                    <a:pt x="13516" y="1838"/>
                    <a:pt x="13492" y="1749"/>
                  </a:cubicBezTo>
                  <a:cubicBezTo>
                    <a:pt x="13468" y="1688"/>
                    <a:pt x="13455" y="1658"/>
                    <a:pt x="13461" y="1658"/>
                  </a:cubicBezTo>
                  <a:lnTo>
                    <a:pt x="13461" y="1658"/>
                  </a:lnTo>
                  <a:cubicBezTo>
                    <a:pt x="13468" y="1658"/>
                    <a:pt x="13492" y="1688"/>
                    <a:pt x="13540" y="1749"/>
                  </a:cubicBezTo>
                  <a:cubicBezTo>
                    <a:pt x="13565" y="1781"/>
                    <a:pt x="13577" y="1797"/>
                    <a:pt x="13589" y="1797"/>
                  </a:cubicBezTo>
                  <a:cubicBezTo>
                    <a:pt x="13601" y="1797"/>
                    <a:pt x="13613" y="1781"/>
                    <a:pt x="13638" y="1749"/>
                  </a:cubicBezTo>
                  <a:cubicBezTo>
                    <a:pt x="13638" y="1720"/>
                    <a:pt x="13650" y="1706"/>
                    <a:pt x="13662" y="1706"/>
                  </a:cubicBezTo>
                  <a:cubicBezTo>
                    <a:pt x="13674" y="1706"/>
                    <a:pt x="13686" y="1720"/>
                    <a:pt x="13686" y="1749"/>
                  </a:cubicBezTo>
                  <a:cubicBezTo>
                    <a:pt x="13721" y="1795"/>
                    <a:pt x="13756" y="1837"/>
                    <a:pt x="13773" y="1837"/>
                  </a:cubicBezTo>
                  <a:cubicBezTo>
                    <a:pt x="13780" y="1837"/>
                    <a:pt x="13784" y="1830"/>
                    <a:pt x="13784" y="1814"/>
                  </a:cubicBezTo>
                  <a:cubicBezTo>
                    <a:pt x="13824" y="1814"/>
                    <a:pt x="13857" y="1838"/>
                    <a:pt x="13881" y="1870"/>
                  </a:cubicBezTo>
                  <a:cubicBezTo>
                    <a:pt x="13895" y="1890"/>
                    <a:pt x="13910" y="1897"/>
                    <a:pt x="13924" y="1897"/>
                  </a:cubicBezTo>
                  <a:cubicBezTo>
                    <a:pt x="13959" y="1897"/>
                    <a:pt x="13993" y="1854"/>
                    <a:pt x="14027" y="1814"/>
                  </a:cubicBezTo>
                  <a:cubicBezTo>
                    <a:pt x="14100" y="1757"/>
                    <a:pt x="14149" y="1728"/>
                    <a:pt x="14173" y="1728"/>
                  </a:cubicBezTo>
                  <a:cubicBezTo>
                    <a:pt x="14197" y="1728"/>
                    <a:pt x="14197" y="1757"/>
                    <a:pt x="14173" y="1814"/>
                  </a:cubicBezTo>
                  <a:cubicBezTo>
                    <a:pt x="14154" y="1861"/>
                    <a:pt x="14179" y="1881"/>
                    <a:pt x="14220" y="1881"/>
                  </a:cubicBezTo>
                  <a:cubicBezTo>
                    <a:pt x="14284" y="1881"/>
                    <a:pt x="14386" y="1831"/>
                    <a:pt x="14416" y="1757"/>
                  </a:cubicBezTo>
                  <a:cubicBezTo>
                    <a:pt x="14444" y="1687"/>
                    <a:pt x="14456" y="1657"/>
                    <a:pt x="14461" y="1657"/>
                  </a:cubicBezTo>
                  <a:cubicBezTo>
                    <a:pt x="14465" y="1657"/>
                    <a:pt x="14465" y="1673"/>
                    <a:pt x="14465" y="1700"/>
                  </a:cubicBezTo>
                  <a:cubicBezTo>
                    <a:pt x="14465" y="1757"/>
                    <a:pt x="14513" y="1757"/>
                    <a:pt x="14513" y="1757"/>
                  </a:cubicBezTo>
                  <a:cubicBezTo>
                    <a:pt x="14562" y="1757"/>
                    <a:pt x="14611" y="1757"/>
                    <a:pt x="14611" y="1822"/>
                  </a:cubicBezTo>
                  <a:cubicBezTo>
                    <a:pt x="14667" y="1814"/>
                    <a:pt x="14716" y="1789"/>
                    <a:pt x="14757" y="1765"/>
                  </a:cubicBezTo>
                  <a:cubicBezTo>
                    <a:pt x="14793" y="1719"/>
                    <a:pt x="14842" y="1699"/>
                    <a:pt x="14889" y="1699"/>
                  </a:cubicBezTo>
                  <a:cubicBezTo>
                    <a:pt x="14961" y="1699"/>
                    <a:pt x="15029" y="1744"/>
                    <a:pt x="15049" y="1822"/>
                  </a:cubicBezTo>
                  <a:lnTo>
                    <a:pt x="15146" y="1765"/>
                  </a:lnTo>
                  <a:cubicBezTo>
                    <a:pt x="15176" y="1691"/>
                    <a:pt x="15205" y="1641"/>
                    <a:pt x="15224" y="1641"/>
                  </a:cubicBezTo>
                  <a:cubicBezTo>
                    <a:pt x="15236" y="1641"/>
                    <a:pt x="15243" y="1661"/>
                    <a:pt x="15243" y="1708"/>
                  </a:cubicBezTo>
                  <a:cubicBezTo>
                    <a:pt x="15243" y="1729"/>
                    <a:pt x="15243" y="1750"/>
                    <a:pt x="15243" y="1765"/>
                  </a:cubicBezTo>
                  <a:cubicBezTo>
                    <a:pt x="15261" y="1719"/>
                    <a:pt x="15300" y="1700"/>
                    <a:pt x="15341" y="1700"/>
                  </a:cubicBezTo>
                  <a:cubicBezTo>
                    <a:pt x="15410" y="1700"/>
                    <a:pt x="15486" y="1754"/>
                    <a:pt x="15486" y="1830"/>
                  </a:cubicBezTo>
                  <a:cubicBezTo>
                    <a:pt x="15486" y="1887"/>
                    <a:pt x="15486" y="1887"/>
                    <a:pt x="15535" y="1887"/>
                  </a:cubicBezTo>
                  <a:lnTo>
                    <a:pt x="15535" y="1830"/>
                  </a:lnTo>
                  <a:cubicBezTo>
                    <a:pt x="15535" y="1765"/>
                    <a:pt x="15535" y="1708"/>
                    <a:pt x="15584" y="1708"/>
                  </a:cubicBezTo>
                  <a:cubicBezTo>
                    <a:pt x="15632" y="1708"/>
                    <a:pt x="15681" y="1708"/>
                    <a:pt x="15681" y="1773"/>
                  </a:cubicBezTo>
                  <a:cubicBezTo>
                    <a:pt x="15715" y="1813"/>
                    <a:pt x="15750" y="1853"/>
                    <a:pt x="15767" y="1853"/>
                  </a:cubicBezTo>
                  <a:cubicBezTo>
                    <a:pt x="15774" y="1853"/>
                    <a:pt x="15778" y="1846"/>
                    <a:pt x="15778" y="1830"/>
                  </a:cubicBezTo>
                  <a:cubicBezTo>
                    <a:pt x="15819" y="1838"/>
                    <a:pt x="15851" y="1862"/>
                    <a:pt x="15876" y="1895"/>
                  </a:cubicBezTo>
                  <a:lnTo>
                    <a:pt x="16070" y="1895"/>
                  </a:lnTo>
                  <a:cubicBezTo>
                    <a:pt x="16094" y="1866"/>
                    <a:pt x="16131" y="1852"/>
                    <a:pt x="16161" y="1852"/>
                  </a:cubicBezTo>
                  <a:cubicBezTo>
                    <a:pt x="16192" y="1852"/>
                    <a:pt x="16216" y="1866"/>
                    <a:pt x="16216" y="1895"/>
                  </a:cubicBezTo>
                  <a:cubicBezTo>
                    <a:pt x="16273" y="1895"/>
                    <a:pt x="16321" y="1870"/>
                    <a:pt x="16362" y="1838"/>
                  </a:cubicBezTo>
                  <a:cubicBezTo>
                    <a:pt x="16459" y="1838"/>
                    <a:pt x="16508" y="1838"/>
                    <a:pt x="16508" y="1895"/>
                  </a:cubicBezTo>
                  <a:cubicBezTo>
                    <a:pt x="16508" y="1927"/>
                    <a:pt x="16508" y="1943"/>
                    <a:pt x="16514" y="1943"/>
                  </a:cubicBezTo>
                  <a:cubicBezTo>
                    <a:pt x="16520" y="1943"/>
                    <a:pt x="16532" y="1927"/>
                    <a:pt x="16557" y="1895"/>
                  </a:cubicBezTo>
                  <a:cubicBezTo>
                    <a:pt x="16557" y="1838"/>
                    <a:pt x="16605" y="1838"/>
                    <a:pt x="16654" y="1838"/>
                  </a:cubicBezTo>
                  <a:lnTo>
                    <a:pt x="16751" y="1838"/>
                  </a:lnTo>
                  <a:cubicBezTo>
                    <a:pt x="16751" y="1781"/>
                    <a:pt x="16751" y="1781"/>
                    <a:pt x="16800" y="1781"/>
                  </a:cubicBezTo>
                  <a:cubicBezTo>
                    <a:pt x="16848" y="1781"/>
                    <a:pt x="16994" y="1838"/>
                    <a:pt x="17043" y="1846"/>
                  </a:cubicBezTo>
                  <a:cubicBezTo>
                    <a:pt x="17189" y="1846"/>
                    <a:pt x="17189" y="1846"/>
                    <a:pt x="17140" y="1781"/>
                  </a:cubicBezTo>
                  <a:cubicBezTo>
                    <a:pt x="17108" y="1781"/>
                    <a:pt x="17097" y="1756"/>
                    <a:pt x="17122" y="1756"/>
                  </a:cubicBezTo>
                  <a:cubicBezTo>
                    <a:pt x="17135" y="1756"/>
                    <a:pt x="17157" y="1762"/>
                    <a:pt x="17189" y="1781"/>
                  </a:cubicBezTo>
                  <a:cubicBezTo>
                    <a:pt x="17302" y="1814"/>
                    <a:pt x="17416" y="1838"/>
                    <a:pt x="17529" y="1846"/>
                  </a:cubicBezTo>
                  <a:cubicBezTo>
                    <a:pt x="17724" y="1846"/>
                    <a:pt x="17724" y="1846"/>
                    <a:pt x="17732" y="1789"/>
                  </a:cubicBezTo>
                  <a:cubicBezTo>
                    <a:pt x="17708" y="1728"/>
                    <a:pt x="17708" y="1698"/>
                    <a:pt x="17720" y="1698"/>
                  </a:cubicBezTo>
                  <a:cubicBezTo>
                    <a:pt x="17732" y="1698"/>
                    <a:pt x="17757" y="1728"/>
                    <a:pt x="17781" y="1789"/>
                  </a:cubicBezTo>
                  <a:cubicBezTo>
                    <a:pt x="17832" y="1860"/>
                    <a:pt x="17870" y="1889"/>
                    <a:pt x="17895" y="1889"/>
                  </a:cubicBezTo>
                  <a:cubicBezTo>
                    <a:pt x="17913" y="1889"/>
                    <a:pt x="17923" y="1873"/>
                    <a:pt x="17927" y="1846"/>
                  </a:cubicBezTo>
                  <a:cubicBezTo>
                    <a:pt x="17975" y="1789"/>
                    <a:pt x="17975" y="1789"/>
                    <a:pt x="18024" y="1789"/>
                  </a:cubicBezTo>
                  <a:cubicBezTo>
                    <a:pt x="18024" y="1819"/>
                    <a:pt x="18037" y="1835"/>
                    <a:pt x="18063" y="1835"/>
                  </a:cubicBezTo>
                  <a:cubicBezTo>
                    <a:pt x="18087" y="1835"/>
                    <a:pt x="18123" y="1821"/>
                    <a:pt x="18170" y="1789"/>
                  </a:cubicBezTo>
                  <a:cubicBezTo>
                    <a:pt x="18219" y="1789"/>
                    <a:pt x="18219" y="1789"/>
                    <a:pt x="18219" y="1854"/>
                  </a:cubicBezTo>
                  <a:lnTo>
                    <a:pt x="18316" y="1854"/>
                  </a:lnTo>
                  <a:cubicBezTo>
                    <a:pt x="18356" y="1803"/>
                    <a:pt x="18431" y="1785"/>
                    <a:pt x="18507" y="1785"/>
                  </a:cubicBezTo>
                  <a:cubicBezTo>
                    <a:pt x="18614" y="1785"/>
                    <a:pt x="18725" y="1821"/>
                    <a:pt x="18754" y="1854"/>
                  </a:cubicBezTo>
                  <a:cubicBezTo>
                    <a:pt x="18786" y="1854"/>
                    <a:pt x="18827" y="1830"/>
                    <a:pt x="18851" y="1797"/>
                  </a:cubicBezTo>
                  <a:cubicBezTo>
                    <a:pt x="18875" y="1737"/>
                    <a:pt x="18900" y="1706"/>
                    <a:pt x="18918" y="1706"/>
                  </a:cubicBezTo>
                  <a:cubicBezTo>
                    <a:pt x="18936" y="1706"/>
                    <a:pt x="18948" y="1737"/>
                    <a:pt x="18948" y="1797"/>
                  </a:cubicBezTo>
                  <a:cubicBezTo>
                    <a:pt x="18948" y="1858"/>
                    <a:pt x="18948" y="1889"/>
                    <a:pt x="18954" y="1889"/>
                  </a:cubicBezTo>
                  <a:cubicBezTo>
                    <a:pt x="18961" y="1889"/>
                    <a:pt x="18973" y="1858"/>
                    <a:pt x="18997" y="1797"/>
                  </a:cubicBezTo>
                  <a:cubicBezTo>
                    <a:pt x="19017" y="1774"/>
                    <a:pt x="19069" y="1761"/>
                    <a:pt x="19120" y="1761"/>
                  </a:cubicBezTo>
                  <a:cubicBezTo>
                    <a:pt x="19195" y="1761"/>
                    <a:pt x="19269" y="1790"/>
                    <a:pt x="19240" y="1862"/>
                  </a:cubicBezTo>
                  <a:cubicBezTo>
                    <a:pt x="19240" y="1919"/>
                    <a:pt x="19240" y="1984"/>
                    <a:pt x="19240" y="1984"/>
                  </a:cubicBezTo>
                  <a:cubicBezTo>
                    <a:pt x="19256" y="1951"/>
                    <a:pt x="19297" y="1927"/>
                    <a:pt x="19338" y="1919"/>
                  </a:cubicBezTo>
                  <a:cubicBezTo>
                    <a:pt x="19338" y="1862"/>
                    <a:pt x="19386" y="1862"/>
                    <a:pt x="19532" y="1862"/>
                  </a:cubicBezTo>
                  <a:cubicBezTo>
                    <a:pt x="19629" y="1862"/>
                    <a:pt x="19824" y="1806"/>
                    <a:pt x="19921" y="1806"/>
                  </a:cubicBezTo>
                  <a:cubicBezTo>
                    <a:pt x="20019" y="1806"/>
                    <a:pt x="20165" y="1806"/>
                    <a:pt x="20213" y="1870"/>
                  </a:cubicBezTo>
                  <a:cubicBezTo>
                    <a:pt x="20278" y="1870"/>
                    <a:pt x="20351" y="1854"/>
                    <a:pt x="20408" y="1814"/>
                  </a:cubicBezTo>
                  <a:cubicBezTo>
                    <a:pt x="20431" y="1782"/>
                    <a:pt x="20466" y="1768"/>
                    <a:pt x="20496" y="1768"/>
                  </a:cubicBezTo>
                  <a:cubicBezTo>
                    <a:pt x="20528" y="1768"/>
                    <a:pt x="20554" y="1784"/>
                    <a:pt x="20554" y="1814"/>
                  </a:cubicBezTo>
                  <a:lnTo>
                    <a:pt x="20602" y="1814"/>
                  </a:lnTo>
                  <a:cubicBezTo>
                    <a:pt x="20643" y="1781"/>
                    <a:pt x="20692" y="1765"/>
                    <a:pt x="20748" y="1757"/>
                  </a:cubicBezTo>
                  <a:cubicBezTo>
                    <a:pt x="20748" y="1797"/>
                    <a:pt x="20772" y="1841"/>
                    <a:pt x="20804" y="1841"/>
                  </a:cubicBezTo>
                  <a:cubicBezTo>
                    <a:pt x="20817" y="1841"/>
                    <a:pt x="20831" y="1833"/>
                    <a:pt x="20846" y="1814"/>
                  </a:cubicBezTo>
                  <a:cubicBezTo>
                    <a:pt x="20846" y="1757"/>
                    <a:pt x="20894" y="1757"/>
                    <a:pt x="20992" y="1757"/>
                  </a:cubicBezTo>
                  <a:cubicBezTo>
                    <a:pt x="21047" y="1789"/>
                    <a:pt x="21592" y="1808"/>
                    <a:pt x="22051" y="1808"/>
                  </a:cubicBezTo>
                  <a:cubicBezTo>
                    <a:pt x="22397" y="1808"/>
                    <a:pt x="22694" y="1797"/>
                    <a:pt x="22694" y="1773"/>
                  </a:cubicBezTo>
                  <a:lnTo>
                    <a:pt x="22986" y="1773"/>
                  </a:lnTo>
                  <a:cubicBezTo>
                    <a:pt x="22986" y="1826"/>
                    <a:pt x="23032" y="1845"/>
                    <a:pt x="23096" y="1845"/>
                  </a:cubicBezTo>
                  <a:cubicBezTo>
                    <a:pt x="23180" y="1845"/>
                    <a:pt x="23293" y="1813"/>
                    <a:pt x="23375" y="1781"/>
                  </a:cubicBezTo>
                  <a:cubicBezTo>
                    <a:pt x="23416" y="1733"/>
                    <a:pt x="23472" y="1716"/>
                    <a:pt x="23521" y="1716"/>
                  </a:cubicBezTo>
                  <a:cubicBezTo>
                    <a:pt x="23521" y="1789"/>
                    <a:pt x="23573" y="1818"/>
                    <a:pt x="23635" y="1818"/>
                  </a:cubicBezTo>
                  <a:cubicBezTo>
                    <a:pt x="23677" y="1818"/>
                    <a:pt x="23725" y="1804"/>
                    <a:pt x="23764" y="1781"/>
                  </a:cubicBezTo>
                  <a:cubicBezTo>
                    <a:pt x="23789" y="1720"/>
                    <a:pt x="23813" y="1690"/>
                    <a:pt x="23831" y="1690"/>
                  </a:cubicBezTo>
                  <a:cubicBezTo>
                    <a:pt x="23849" y="1690"/>
                    <a:pt x="23862" y="1720"/>
                    <a:pt x="23862" y="1781"/>
                  </a:cubicBezTo>
                  <a:cubicBezTo>
                    <a:pt x="23862" y="1836"/>
                    <a:pt x="23882" y="1866"/>
                    <a:pt x="23912" y="1866"/>
                  </a:cubicBezTo>
                  <a:cubicBezTo>
                    <a:pt x="23950" y="1866"/>
                    <a:pt x="24003" y="1822"/>
                    <a:pt x="24056" y="1724"/>
                  </a:cubicBezTo>
                  <a:cubicBezTo>
                    <a:pt x="24085" y="1696"/>
                    <a:pt x="24099" y="1682"/>
                    <a:pt x="24111" y="1682"/>
                  </a:cubicBezTo>
                  <a:cubicBezTo>
                    <a:pt x="24123" y="1682"/>
                    <a:pt x="24133" y="1696"/>
                    <a:pt x="24154" y="1724"/>
                  </a:cubicBezTo>
                  <a:cubicBezTo>
                    <a:pt x="24182" y="1797"/>
                    <a:pt x="24211" y="1826"/>
                    <a:pt x="24230" y="1826"/>
                  </a:cubicBezTo>
                  <a:cubicBezTo>
                    <a:pt x="24243" y="1826"/>
                    <a:pt x="24251" y="1812"/>
                    <a:pt x="24251" y="1789"/>
                  </a:cubicBezTo>
                  <a:cubicBezTo>
                    <a:pt x="24279" y="1728"/>
                    <a:pt x="24306" y="1698"/>
                    <a:pt x="24330" y="1698"/>
                  </a:cubicBezTo>
                  <a:cubicBezTo>
                    <a:pt x="24354" y="1698"/>
                    <a:pt x="24377" y="1728"/>
                    <a:pt x="24397" y="1789"/>
                  </a:cubicBezTo>
                  <a:cubicBezTo>
                    <a:pt x="24445" y="1850"/>
                    <a:pt x="24470" y="1881"/>
                    <a:pt x="24488" y="1881"/>
                  </a:cubicBezTo>
                  <a:cubicBezTo>
                    <a:pt x="24506" y="1881"/>
                    <a:pt x="24518" y="1850"/>
                    <a:pt x="24543" y="1789"/>
                  </a:cubicBezTo>
                  <a:cubicBezTo>
                    <a:pt x="24575" y="1730"/>
                    <a:pt x="24632" y="1701"/>
                    <a:pt x="24690" y="1701"/>
                  </a:cubicBezTo>
                  <a:cubicBezTo>
                    <a:pt x="24749" y="1701"/>
                    <a:pt x="24810" y="1732"/>
                    <a:pt x="24843" y="1789"/>
                  </a:cubicBezTo>
                  <a:cubicBezTo>
                    <a:pt x="24875" y="1789"/>
                    <a:pt x="24904" y="1818"/>
                    <a:pt x="24922" y="1818"/>
                  </a:cubicBezTo>
                  <a:cubicBezTo>
                    <a:pt x="24931" y="1818"/>
                    <a:pt x="24937" y="1811"/>
                    <a:pt x="24940" y="1789"/>
                  </a:cubicBezTo>
                  <a:lnTo>
                    <a:pt x="24981" y="1854"/>
                  </a:lnTo>
                  <a:lnTo>
                    <a:pt x="25086" y="1854"/>
                  </a:lnTo>
                  <a:lnTo>
                    <a:pt x="25086" y="1797"/>
                  </a:lnTo>
                  <a:cubicBezTo>
                    <a:pt x="25305" y="1830"/>
                    <a:pt x="25532" y="1854"/>
                    <a:pt x="25767" y="1862"/>
                  </a:cubicBezTo>
                  <a:cubicBezTo>
                    <a:pt x="25874" y="1862"/>
                    <a:pt x="25964" y="1863"/>
                    <a:pt x="26038" y="1863"/>
                  </a:cubicBezTo>
                  <a:cubicBezTo>
                    <a:pt x="26335" y="1863"/>
                    <a:pt x="26390" y="1857"/>
                    <a:pt x="26351" y="1806"/>
                  </a:cubicBezTo>
                  <a:cubicBezTo>
                    <a:pt x="26326" y="1745"/>
                    <a:pt x="26339" y="1714"/>
                    <a:pt x="26363" y="1714"/>
                  </a:cubicBezTo>
                  <a:cubicBezTo>
                    <a:pt x="26387" y="1714"/>
                    <a:pt x="26424" y="1745"/>
                    <a:pt x="26448" y="1806"/>
                  </a:cubicBezTo>
                  <a:cubicBezTo>
                    <a:pt x="26521" y="1830"/>
                    <a:pt x="26610" y="1854"/>
                    <a:pt x="26691" y="1870"/>
                  </a:cubicBezTo>
                  <a:cubicBezTo>
                    <a:pt x="26789" y="1870"/>
                    <a:pt x="26886" y="1870"/>
                    <a:pt x="26886" y="1927"/>
                  </a:cubicBezTo>
                  <a:lnTo>
                    <a:pt x="26935" y="1927"/>
                  </a:lnTo>
                  <a:cubicBezTo>
                    <a:pt x="26990" y="1862"/>
                    <a:pt x="27108" y="1835"/>
                    <a:pt x="27227" y="1835"/>
                  </a:cubicBezTo>
                  <a:cubicBezTo>
                    <a:pt x="27317" y="1835"/>
                    <a:pt x="27407" y="1851"/>
                    <a:pt x="27470" y="1878"/>
                  </a:cubicBezTo>
                  <a:cubicBezTo>
                    <a:pt x="27480" y="1880"/>
                    <a:pt x="27491" y="1880"/>
                    <a:pt x="27501" y="1880"/>
                  </a:cubicBezTo>
                  <a:cubicBezTo>
                    <a:pt x="27573" y="1880"/>
                    <a:pt x="27649" y="1857"/>
                    <a:pt x="27713" y="1822"/>
                  </a:cubicBezTo>
                  <a:cubicBezTo>
                    <a:pt x="27761" y="1789"/>
                    <a:pt x="27786" y="1773"/>
                    <a:pt x="27804" y="1773"/>
                  </a:cubicBezTo>
                  <a:cubicBezTo>
                    <a:pt x="27822" y="1773"/>
                    <a:pt x="27834" y="1789"/>
                    <a:pt x="27859" y="1822"/>
                  </a:cubicBezTo>
                  <a:cubicBezTo>
                    <a:pt x="27859" y="1855"/>
                    <a:pt x="27958" y="1891"/>
                    <a:pt x="28041" y="1891"/>
                  </a:cubicBezTo>
                  <a:cubicBezTo>
                    <a:pt x="28100" y="1891"/>
                    <a:pt x="28151" y="1872"/>
                    <a:pt x="28151" y="1822"/>
                  </a:cubicBezTo>
                  <a:lnTo>
                    <a:pt x="28199" y="1887"/>
                  </a:lnTo>
                  <a:cubicBezTo>
                    <a:pt x="28213" y="1903"/>
                    <a:pt x="28227" y="1910"/>
                    <a:pt x="28240" y="1910"/>
                  </a:cubicBezTo>
                  <a:cubicBezTo>
                    <a:pt x="28272" y="1910"/>
                    <a:pt x="28297" y="1868"/>
                    <a:pt x="28297" y="1822"/>
                  </a:cubicBezTo>
                  <a:cubicBezTo>
                    <a:pt x="28297" y="1771"/>
                    <a:pt x="28306" y="1743"/>
                    <a:pt x="28321" y="1743"/>
                  </a:cubicBezTo>
                  <a:cubicBezTo>
                    <a:pt x="28340" y="1743"/>
                    <a:pt x="28367" y="1787"/>
                    <a:pt x="28394" y="1887"/>
                  </a:cubicBezTo>
                  <a:cubicBezTo>
                    <a:pt x="28394" y="1957"/>
                    <a:pt x="28410" y="1987"/>
                    <a:pt x="28424" y="1987"/>
                  </a:cubicBezTo>
                  <a:cubicBezTo>
                    <a:pt x="28434" y="1987"/>
                    <a:pt x="28443" y="1971"/>
                    <a:pt x="28443" y="1943"/>
                  </a:cubicBezTo>
                  <a:cubicBezTo>
                    <a:pt x="28477" y="1903"/>
                    <a:pt x="28511" y="1863"/>
                    <a:pt x="28546" y="1863"/>
                  </a:cubicBezTo>
                  <a:cubicBezTo>
                    <a:pt x="28560" y="1863"/>
                    <a:pt x="28574" y="1870"/>
                    <a:pt x="28588" y="1887"/>
                  </a:cubicBezTo>
                  <a:cubicBezTo>
                    <a:pt x="28637" y="1887"/>
                    <a:pt x="28686" y="1887"/>
                    <a:pt x="28686" y="1765"/>
                  </a:cubicBezTo>
                  <a:cubicBezTo>
                    <a:pt x="28686" y="1708"/>
                    <a:pt x="28734" y="1708"/>
                    <a:pt x="28783" y="1708"/>
                  </a:cubicBezTo>
                  <a:cubicBezTo>
                    <a:pt x="28783" y="1773"/>
                    <a:pt x="28783" y="1773"/>
                    <a:pt x="28734" y="1830"/>
                  </a:cubicBezTo>
                  <a:lnTo>
                    <a:pt x="28832" y="1830"/>
                  </a:lnTo>
                  <a:cubicBezTo>
                    <a:pt x="28880" y="1830"/>
                    <a:pt x="28978" y="1887"/>
                    <a:pt x="28978" y="1951"/>
                  </a:cubicBezTo>
                  <a:cubicBezTo>
                    <a:pt x="28998" y="1975"/>
                    <a:pt x="29018" y="1989"/>
                    <a:pt x="29031" y="1989"/>
                  </a:cubicBezTo>
                  <a:cubicBezTo>
                    <a:pt x="29050" y="1989"/>
                    <a:pt x="29055" y="1961"/>
                    <a:pt x="29026" y="1895"/>
                  </a:cubicBezTo>
                  <a:cubicBezTo>
                    <a:pt x="29026" y="1773"/>
                    <a:pt x="29026" y="1773"/>
                    <a:pt x="29124" y="1773"/>
                  </a:cubicBezTo>
                  <a:cubicBezTo>
                    <a:pt x="29172" y="1773"/>
                    <a:pt x="29221" y="1773"/>
                    <a:pt x="29221" y="1830"/>
                  </a:cubicBezTo>
                  <a:cubicBezTo>
                    <a:pt x="29221" y="1895"/>
                    <a:pt x="29221" y="1895"/>
                    <a:pt x="29318" y="1895"/>
                  </a:cubicBezTo>
                  <a:cubicBezTo>
                    <a:pt x="29464" y="1895"/>
                    <a:pt x="29610" y="1716"/>
                    <a:pt x="29659" y="1595"/>
                  </a:cubicBezTo>
                  <a:cubicBezTo>
                    <a:pt x="29659" y="1538"/>
                    <a:pt x="29659" y="1510"/>
                    <a:pt x="29665" y="1510"/>
                  </a:cubicBezTo>
                  <a:cubicBezTo>
                    <a:pt x="29671" y="1510"/>
                    <a:pt x="29683" y="1538"/>
                    <a:pt x="29707" y="1595"/>
                  </a:cubicBezTo>
                  <a:cubicBezTo>
                    <a:pt x="29707" y="1660"/>
                    <a:pt x="29756" y="1660"/>
                    <a:pt x="29805" y="1660"/>
                  </a:cubicBezTo>
                  <a:cubicBezTo>
                    <a:pt x="29805" y="1641"/>
                    <a:pt x="29810" y="1634"/>
                    <a:pt x="29815" y="1634"/>
                  </a:cubicBezTo>
                  <a:cubicBezTo>
                    <a:pt x="29826" y="1634"/>
                    <a:pt x="29837" y="1660"/>
                    <a:pt x="29805" y="1660"/>
                  </a:cubicBezTo>
                  <a:cubicBezTo>
                    <a:pt x="29805" y="1716"/>
                    <a:pt x="29756" y="1716"/>
                    <a:pt x="29707" y="1716"/>
                  </a:cubicBezTo>
                  <a:lnTo>
                    <a:pt x="29707" y="1781"/>
                  </a:lnTo>
                  <a:cubicBezTo>
                    <a:pt x="29732" y="1838"/>
                    <a:pt x="29756" y="1866"/>
                    <a:pt x="29780" y="1866"/>
                  </a:cubicBezTo>
                  <a:cubicBezTo>
                    <a:pt x="29805" y="1866"/>
                    <a:pt x="29829" y="1838"/>
                    <a:pt x="29853" y="1781"/>
                  </a:cubicBezTo>
                  <a:cubicBezTo>
                    <a:pt x="29878" y="1749"/>
                    <a:pt x="29890" y="1733"/>
                    <a:pt x="29902" y="1733"/>
                  </a:cubicBezTo>
                  <a:cubicBezTo>
                    <a:pt x="29914" y="1733"/>
                    <a:pt x="29926" y="1749"/>
                    <a:pt x="29951" y="1781"/>
                  </a:cubicBezTo>
                  <a:cubicBezTo>
                    <a:pt x="29985" y="1821"/>
                    <a:pt x="30019" y="1865"/>
                    <a:pt x="30036" y="1865"/>
                  </a:cubicBezTo>
                  <a:cubicBezTo>
                    <a:pt x="30044" y="1865"/>
                    <a:pt x="30048" y="1857"/>
                    <a:pt x="30048" y="1838"/>
                  </a:cubicBezTo>
                  <a:cubicBezTo>
                    <a:pt x="30105" y="1838"/>
                    <a:pt x="30153" y="1862"/>
                    <a:pt x="30194" y="1903"/>
                  </a:cubicBezTo>
                  <a:cubicBezTo>
                    <a:pt x="30291" y="1903"/>
                    <a:pt x="30340" y="1903"/>
                    <a:pt x="30340" y="1846"/>
                  </a:cubicBezTo>
                  <a:cubicBezTo>
                    <a:pt x="30340" y="1781"/>
                    <a:pt x="30388" y="1781"/>
                    <a:pt x="30437" y="1781"/>
                  </a:cubicBezTo>
                  <a:cubicBezTo>
                    <a:pt x="30486" y="1781"/>
                    <a:pt x="30534" y="1781"/>
                    <a:pt x="30534" y="1724"/>
                  </a:cubicBezTo>
                  <a:cubicBezTo>
                    <a:pt x="30534" y="1668"/>
                    <a:pt x="30583" y="1603"/>
                    <a:pt x="30680" y="1603"/>
                  </a:cubicBezTo>
                  <a:cubicBezTo>
                    <a:pt x="30723" y="1580"/>
                    <a:pt x="30748" y="1566"/>
                    <a:pt x="30766" y="1566"/>
                  </a:cubicBezTo>
                  <a:cubicBezTo>
                    <a:pt x="30792" y="1566"/>
                    <a:pt x="30802" y="1595"/>
                    <a:pt x="30826" y="1668"/>
                  </a:cubicBezTo>
                  <a:cubicBezTo>
                    <a:pt x="30826" y="1724"/>
                    <a:pt x="30875" y="1724"/>
                    <a:pt x="30924" y="1724"/>
                  </a:cubicBezTo>
                  <a:cubicBezTo>
                    <a:pt x="30964" y="1733"/>
                    <a:pt x="31005" y="1757"/>
                    <a:pt x="31021" y="1789"/>
                  </a:cubicBezTo>
                  <a:cubicBezTo>
                    <a:pt x="31035" y="1806"/>
                    <a:pt x="31045" y="1813"/>
                    <a:pt x="31052" y="1813"/>
                  </a:cubicBezTo>
                  <a:cubicBezTo>
                    <a:pt x="31069" y="1813"/>
                    <a:pt x="31069" y="1773"/>
                    <a:pt x="31069" y="1733"/>
                  </a:cubicBezTo>
                  <a:lnTo>
                    <a:pt x="31078" y="1611"/>
                  </a:lnTo>
                  <a:cubicBezTo>
                    <a:pt x="31126" y="1611"/>
                    <a:pt x="31167" y="1733"/>
                    <a:pt x="31167" y="1789"/>
                  </a:cubicBezTo>
                  <a:cubicBezTo>
                    <a:pt x="31191" y="1850"/>
                    <a:pt x="31203" y="1881"/>
                    <a:pt x="31209" y="1881"/>
                  </a:cubicBezTo>
                  <a:cubicBezTo>
                    <a:pt x="31215" y="1881"/>
                    <a:pt x="31215" y="1850"/>
                    <a:pt x="31215" y="1789"/>
                  </a:cubicBezTo>
                  <a:cubicBezTo>
                    <a:pt x="31215" y="1749"/>
                    <a:pt x="31239" y="1705"/>
                    <a:pt x="31288" y="1705"/>
                  </a:cubicBezTo>
                  <a:cubicBezTo>
                    <a:pt x="31308" y="1705"/>
                    <a:pt x="31332" y="1713"/>
                    <a:pt x="31361" y="1733"/>
                  </a:cubicBezTo>
                  <a:cubicBezTo>
                    <a:pt x="31459" y="1733"/>
                    <a:pt x="31556" y="1733"/>
                    <a:pt x="31556" y="1797"/>
                  </a:cubicBezTo>
                  <a:cubicBezTo>
                    <a:pt x="31568" y="1814"/>
                    <a:pt x="31586" y="1822"/>
                    <a:pt x="31605" y="1822"/>
                  </a:cubicBezTo>
                  <a:cubicBezTo>
                    <a:pt x="31623" y="1822"/>
                    <a:pt x="31641" y="1814"/>
                    <a:pt x="31653" y="1797"/>
                  </a:cubicBezTo>
                  <a:cubicBezTo>
                    <a:pt x="31682" y="1765"/>
                    <a:pt x="31708" y="1749"/>
                    <a:pt x="31744" y="1749"/>
                  </a:cubicBezTo>
                  <a:cubicBezTo>
                    <a:pt x="31781" y="1749"/>
                    <a:pt x="31828" y="1765"/>
                    <a:pt x="31896" y="1797"/>
                  </a:cubicBezTo>
                  <a:cubicBezTo>
                    <a:pt x="32018" y="1858"/>
                    <a:pt x="32079" y="1889"/>
                    <a:pt x="32109" y="1889"/>
                  </a:cubicBezTo>
                  <a:cubicBezTo>
                    <a:pt x="32140" y="1889"/>
                    <a:pt x="32140" y="1858"/>
                    <a:pt x="32140" y="1797"/>
                  </a:cubicBezTo>
                  <a:cubicBezTo>
                    <a:pt x="32140" y="1764"/>
                    <a:pt x="32142" y="1728"/>
                    <a:pt x="32153" y="1728"/>
                  </a:cubicBezTo>
                  <a:cubicBezTo>
                    <a:pt x="32160" y="1728"/>
                    <a:pt x="32171" y="1747"/>
                    <a:pt x="32188" y="1797"/>
                  </a:cubicBezTo>
                  <a:cubicBezTo>
                    <a:pt x="32203" y="1817"/>
                    <a:pt x="32217" y="1824"/>
                    <a:pt x="32233" y="1824"/>
                  </a:cubicBezTo>
                  <a:cubicBezTo>
                    <a:pt x="32271" y="1824"/>
                    <a:pt x="32317" y="1781"/>
                    <a:pt x="32391" y="1741"/>
                  </a:cubicBezTo>
                  <a:cubicBezTo>
                    <a:pt x="32423" y="1668"/>
                    <a:pt x="32448" y="1587"/>
                    <a:pt x="32440" y="1506"/>
                  </a:cubicBezTo>
                  <a:cubicBezTo>
                    <a:pt x="32440" y="1433"/>
                    <a:pt x="32440" y="1404"/>
                    <a:pt x="32460" y="1404"/>
                  </a:cubicBezTo>
                  <a:cubicBezTo>
                    <a:pt x="32474" y="1404"/>
                    <a:pt x="32497" y="1418"/>
                    <a:pt x="32537" y="1441"/>
                  </a:cubicBezTo>
                  <a:cubicBezTo>
                    <a:pt x="32594" y="1457"/>
                    <a:pt x="32634" y="1506"/>
                    <a:pt x="32634" y="1562"/>
                  </a:cubicBezTo>
                  <a:cubicBezTo>
                    <a:pt x="32634" y="1627"/>
                    <a:pt x="32586" y="1627"/>
                    <a:pt x="32586" y="1627"/>
                  </a:cubicBezTo>
                  <a:lnTo>
                    <a:pt x="32537" y="1627"/>
                  </a:lnTo>
                  <a:cubicBezTo>
                    <a:pt x="32537" y="1684"/>
                    <a:pt x="32537" y="1741"/>
                    <a:pt x="32634" y="1741"/>
                  </a:cubicBezTo>
                  <a:cubicBezTo>
                    <a:pt x="32659" y="1773"/>
                    <a:pt x="32683" y="1789"/>
                    <a:pt x="32701" y="1789"/>
                  </a:cubicBezTo>
                  <a:cubicBezTo>
                    <a:pt x="32719" y="1789"/>
                    <a:pt x="32732" y="1773"/>
                    <a:pt x="32732" y="1741"/>
                  </a:cubicBezTo>
                  <a:cubicBezTo>
                    <a:pt x="32780" y="1806"/>
                    <a:pt x="32877" y="1806"/>
                    <a:pt x="32975" y="1806"/>
                  </a:cubicBezTo>
                  <a:cubicBezTo>
                    <a:pt x="33072" y="1806"/>
                    <a:pt x="33218" y="1806"/>
                    <a:pt x="33267" y="1870"/>
                  </a:cubicBezTo>
                  <a:cubicBezTo>
                    <a:pt x="33364" y="1870"/>
                    <a:pt x="33413" y="1870"/>
                    <a:pt x="33413" y="1814"/>
                  </a:cubicBezTo>
                  <a:cubicBezTo>
                    <a:pt x="33413" y="1741"/>
                    <a:pt x="33430" y="1712"/>
                    <a:pt x="33444" y="1712"/>
                  </a:cubicBezTo>
                  <a:cubicBezTo>
                    <a:pt x="33453" y="1712"/>
                    <a:pt x="33461" y="1726"/>
                    <a:pt x="33461" y="1749"/>
                  </a:cubicBezTo>
                  <a:cubicBezTo>
                    <a:pt x="33492" y="1826"/>
                    <a:pt x="33760" y="1881"/>
                    <a:pt x="33963" y="1881"/>
                  </a:cubicBezTo>
                  <a:cubicBezTo>
                    <a:pt x="34079" y="1881"/>
                    <a:pt x="34173" y="1863"/>
                    <a:pt x="34191" y="1822"/>
                  </a:cubicBezTo>
                  <a:lnTo>
                    <a:pt x="34288" y="1822"/>
                  </a:lnTo>
                  <a:cubicBezTo>
                    <a:pt x="34337" y="1850"/>
                    <a:pt x="34434" y="1864"/>
                    <a:pt x="34525" y="1864"/>
                  </a:cubicBezTo>
                  <a:cubicBezTo>
                    <a:pt x="34617" y="1864"/>
                    <a:pt x="34702" y="1850"/>
                    <a:pt x="34726" y="1822"/>
                  </a:cubicBezTo>
                  <a:lnTo>
                    <a:pt x="34872" y="1822"/>
                  </a:lnTo>
                  <a:cubicBezTo>
                    <a:pt x="34922" y="1855"/>
                    <a:pt x="34960" y="1871"/>
                    <a:pt x="34991" y="1871"/>
                  </a:cubicBezTo>
                  <a:cubicBezTo>
                    <a:pt x="35020" y="1871"/>
                    <a:pt x="35043" y="1857"/>
                    <a:pt x="35067" y="1830"/>
                  </a:cubicBezTo>
                  <a:cubicBezTo>
                    <a:pt x="35101" y="1784"/>
                    <a:pt x="35111" y="1742"/>
                    <a:pt x="35114" y="1742"/>
                  </a:cubicBezTo>
                  <a:cubicBezTo>
                    <a:pt x="35115" y="1742"/>
                    <a:pt x="35115" y="1749"/>
                    <a:pt x="35115" y="1765"/>
                  </a:cubicBezTo>
                  <a:cubicBezTo>
                    <a:pt x="35115" y="1830"/>
                    <a:pt x="35213" y="1830"/>
                    <a:pt x="35407" y="1830"/>
                  </a:cubicBezTo>
                  <a:cubicBezTo>
                    <a:pt x="35602" y="1830"/>
                    <a:pt x="35602" y="1830"/>
                    <a:pt x="35553" y="1773"/>
                  </a:cubicBezTo>
                  <a:cubicBezTo>
                    <a:pt x="35610" y="1756"/>
                    <a:pt x="35650" y="1750"/>
                    <a:pt x="35679" y="1750"/>
                  </a:cubicBezTo>
                  <a:cubicBezTo>
                    <a:pt x="35748" y="1750"/>
                    <a:pt x="35748" y="1790"/>
                    <a:pt x="35748" y="1830"/>
                  </a:cubicBezTo>
                  <a:cubicBezTo>
                    <a:pt x="35726" y="1885"/>
                    <a:pt x="35733" y="1915"/>
                    <a:pt x="35753" y="1915"/>
                  </a:cubicBezTo>
                  <a:cubicBezTo>
                    <a:pt x="35777" y="1915"/>
                    <a:pt x="35818" y="1871"/>
                    <a:pt x="35845" y="1773"/>
                  </a:cubicBezTo>
                  <a:cubicBezTo>
                    <a:pt x="35873" y="1703"/>
                    <a:pt x="35917" y="1673"/>
                    <a:pt x="35950" y="1673"/>
                  </a:cubicBezTo>
                  <a:cubicBezTo>
                    <a:pt x="35974" y="1673"/>
                    <a:pt x="35991" y="1689"/>
                    <a:pt x="35991" y="1716"/>
                  </a:cubicBezTo>
                  <a:cubicBezTo>
                    <a:pt x="35991" y="1773"/>
                    <a:pt x="35942" y="1773"/>
                    <a:pt x="35894" y="1773"/>
                  </a:cubicBezTo>
                  <a:lnTo>
                    <a:pt x="35894" y="1895"/>
                  </a:lnTo>
                  <a:cubicBezTo>
                    <a:pt x="35942" y="1895"/>
                    <a:pt x="35942" y="1895"/>
                    <a:pt x="35991" y="1838"/>
                  </a:cubicBezTo>
                  <a:cubicBezTo>
                    <a:pt x="36031" y="1830"/>
                    <a:pt x="36064" y="1806"/>
                    <a:pt x="36088" y="1773"/>
                  </a:cubicBezTo>
                  <a:cubicBezTo>
                    <a:pt x="36137" y="1724"/>
                    <a:pt x="36137" y="1643"/>
                    <a:pt x="36088" y="1595"/>
                  </a:cubicBezTo>
                  <a:cubicBezTo>
                    <a:pt x="36040" y="1538"/>
                    <a:pt x="36088" y="1538"/>
                    <a:pt x="36137" y="1538"/>
                  </a:cubicBezTo>
                  <a:cubicBezTo>
                    <a:pt x="36234" y="1595"/>
                    <a:pt x="36234" y="1660"/>
                    <a:pt x="36185" y="1716"/>
                  </a:cubicBezTo>
                  <a:cubicBezTo>
                    <a:pt x="36137" y="1716"/>
                    <a:pt x="36137" y="1773"/>
                    <a:pt x="36137" y="1838"/>
                  </a:cubicBezTo>
                  <a:cubicBezTo>
                    <a:pt x="36137" y="1848"/>
                    <a:pt x="36145" y="1853"/>
                    <a:pt x="36158" y="1853"/>
                  </a:cubicBezTo>
                  <a:cubicBezTo>
                    <a:pt x="36219" y="1853"/>
                    <a:pt x="36389" y="1759"/>
                    <a:pt x="36429" y="1660"/>
                  </a:cubicBezTo>
                  <a:lnTo>
                    <a:pt x="36429" y="1716"/>
                  </a:lnTo>
                  <a:cubicBezTo>
                    <a:pt x="36429" y="1781"/>
                    <a:pt x="36526" y="1781"/>
                    <a:pt x="36623" y="1781"/>
                  </a:cubicBezTo>
                  <a:cubicBezTo>
                    <a:pt x="36721" y="1781"/>
                    <a:pt x="36769" y="1781"/>
                    <a:pt x="36769" y="1724"/>
                  </a:cubicBezTo>
                  <a:cubicBezTo>
                    <a:pt x="36769" y="1660"/>
                    <a:pt x="36769" y="1603"/>
                    <a:pt x="36818" y="1603"/>
                  </a:cubicBezTo>
                  <a:cubicBezTo>
                    <a:pt x="36769" y="1603"/>
                    <a:pt x="36769" y="1546"/>
                    <a:pt x="36769" y="1481"/>
                  </a:cubicBezTo>
                  <a:lnTo>
                    <a:pt x="36769" y="1481"/>
                  </a:lnTo>
                  <a:cubicBezTo>
                    <a:pt x="36826" y="1514"/>
                    <a:pt x="36875" y="1554"/>
                    <a:pt x="36915" y="1603"/>
                  </a:cubicBezTo>
                  <a:cubicBezTo>
                    <a:pt x="37000" y="1718"/>
                    <a:pt x="37136" y="1790"/>
                    <a:pt x="37281" y="1790"/>
                  </a:cubicBezTo>
                  <a:cubicBezTo>
                    <a:pt x="37289" y="1790"/>
                    <a:pt x="37297" y="1790"/>
                    <a:pt x="37304" y="1789"/>
                  </a:cubicBezTo>
                  <a:cubicBezTo>
                    <a:pt x="37402" y="1789"/>
                    <a:pt x="37548" y="1789"/>
                    <a:pt x="37596" y="1846"/>
                  </a:cubicBezTo>
                  <a:cubicBezTo>
                    <a:pt x="37616" y="1846"/>
                    <a:pt x="37633" y="1846"/>
                    <a:pt x="37649" y="1846"/>
                  </a:cubicBezTo>
                  <a:cubicBezTo>
                    <a:pt x="37711" y="1846"/>
                    <a:pt x="37742" y="1841"/>
                    <a:pt x="37742" y="1789"/>
                  </a:cubicBezTo>
                  <a:lnTo>
                    <a:pt x="37839" y="1789"/>
                  </a:lnTo>
                  <a:cubicBezTo>
                    <a:pt x="37864" y="1822"/>
                    <a:pt x="37900" y="1838"/>
                    <a:pt x="37931" y="1838"/>
                  </a:cubicBezTo>
                  <a:cubicBezTo>
                    <a:pt x="37961" y="1838"/>
                    <a:pt x="37985" y="1822"/>
                    <a:pt x="37985" y="1789"/>
                  </a:cubicBezTo>
                  <a:cubicBezTo>
                    <a:pt x="38000" y="1772"/>
                    <a:pt x="38015" y="1766"/>
                    <a:pt x="38030" y="1766"/>
                  </a:cubicBezTo>
                  <a:cubicBezTo>
                    <a:pt x="38064" y="1766"/>
                    <a:pt x="38097" y="1797"/>
                    <a:pt x="38131" y="1797"/>
                  </a:cubicBezTo>
                  <a:cubicBezTo>
                    <a:pt x="38174" y="1848"/>
                    <a:pt x="38199" y="1876"/>
                    <a:pt x="38208" y="1876"/>
                  </a:cubicBezTo>
                  <a:cubicBezTo>
                    <a:pt x="38219" y="1876"/>
                    <a:pt x="38207" y="1832"/>
                    <a:pt x="38180" y="1733"/>
                  </a:cubicBezTo>
                  <a:cubicBezTo>
                    <a:pt x="38180" y="1676"/>
                    <a:pt x="38083" y="1611"/>
                    <a:pt x="38034" y="1611"/>
                  </a:cubicBezTo>
                  <a:lnTo>
                    <a:pt x="37888" y="1611"/>
                  </a:lnTo>
                  <a:lnTo>
                    <a:pt x="38034" y="1554"/>
                  </a:lnTo>
                  <a:cubicBezTo>
                    <a:pt x="38083" y="1554"/>
                    <a:pt x="38188" y="1497"/>
                    <a:pt x="38188" y="1433"/>
                  </a:cubicBezTo>
                  <a:cubicBezTo>
                    <a:pt x="38188" y="1433"/>
                    <a:pt x="38188" y="1376"/>
                    <a:pt x="38237" y="1376"/>
                  </a:cubicBezTo>
                  <a:lnTo>
                    <a:pt x="38237" y="1497"/>
                  </a:lnTo>
                  <a:cubicBezTo>
                    <a:pt x="38196" y="1546"/>
                    <a:pt x="38180" y="1611"/>
                    <a:pt x="38180" y="1676"/>
                  </a:cubicBezTo>
                  <a:cubicBezTo>
                    <a:pt x="38210" y="1750"/>
                    <a:pt x="38276" y="1800"/>
                    <a:pt x="38323" y="1800"/>
                  </a:cubicBezTo>
                  <a:cubicBezTo>
                    <a:pt x="38352" y="1800"/>
                    <a:pt x="38375" y="1780"/>
                    <a:pt x="38375" y="1733"/>
                  </a:cubicBezTo>
                  <a:cubicBezTo>
                    <a:pt x="38423" y="1733"/>
                    <a:pt x="38423" y="1733"/>
                    <a:pt x="38472" y="1797"/>
                  </a:cubicBezTo>
                  <a:cubicBezTo>
                    <a:pt x="38472" y="1821"/>
                    <a:pt x="38480" y="1835"/>
                    <a:pt x="38493" y="1835"/>
                  </a:cubicBezTo>
                  <a:cubicBezTo>
                    <a:pt x="38512" y="1835"/>
                    <a:pt x="38541" y="1807"/>
                    <a:pt x="38569" y="1741"/>
                  </a:cubicBezTo>
                  <a:cubicBezTo>
                    <a:pt x="38598" y="1680"/>
                    <a:pt x="38624" y="1649"/>
                    <a:pt x="38648" y="1649"/>
                  </a:cubicBezTo>
                  <a:cubicBezTo>
                    <a:pt x="38673" y="1649"/>
                    <a:pt x="38695" y="1680"/>
                    <a:pt x="38715" y="1741"/>
                  </a:cubicBezTo>
                  <a:cubicBezTo>
                    <a:pt x="38773" y="1813"/>
                    <a:pt x="38865" y="1842"/>
                    <a:pt x="38930" y="1842"/>
                  </a:cubicBezTo>
                  <a:cubicBezTo>
                    <a:pt x="38975" y="1842"/>
                    <a:pt x="39007" y="1829"/>
                    <a:pt x="39007" y="1806"/>
                  </a:cubicBezTo>
                  <a:cubicBezTo>
                    <a:pt x="39012" y="1733"/>
                    <a:pt x="39065" y="1704"/>
                    <a:pt x="39116" y="1704"/>
                  </a:cubicBezTo>
                  <a:cubicBezTo>
                    <a:pt x="39151" y="1704"/>
                    <a:pt x="39185" y="1718"/>
                    <a:pt x="39202" y="1741"/>
                  </a:cubicBezTo>
                  <a:cubicBezTo>
                    <a:pt x="39227" y="1774"/>
                    <a:pt x="39252" y="1790"/>
                    <a:pt x="39278" y="1790"/>
                  </a:cubicBezTo>
                  <a:cubicBezTo>
                    <a:pt x="39303" y="1790"/>
                    <a:pt x="39328" y="1776"/>
                    <a:pt x="39356" y="1749"/>
                  </a:cubicBezTo>
                  <a:cubicBezTo>
                    <a:pt x="39356" y="1789"/>
                    <a:pt x="39376" y="1829"/>
                    <a:pt x="39405" y="1829"/>
                  </a:cubicBezTo>
                  <a:cubicBezTo>
                    <a:pt x="39417" y="1829"/>
                    <a:pt x="39431" y="1822"/>
                    <a:pt x="39445" y="1806"/>
                  </a:cubicBezTo>
                  <a:cubicBezTo>
                    <a:pt x="39445" y="1806"/>
                    <a:pt x="39493" y="1806"/>
                    <a:pt x="39445" y="1749"/>
                  </a:cubicBezTo>
                  <a:cubicBezTo>
                    <a:pt x="39445" y="1749"/>
                    <a:pt x="39502" y="1684"/>
                    <a:pt x="39550" y="1627"/>
                  </a:cubicBezTo>
                  <a:cubicBezTo>
                    <a:pt x="39502" y="1627"/>
                    <a:pt x="39502" y="1570"/>
                    <a:pt x="39502" y="1506"/>
                  </a:cubicBezTo>
                  <a:cubicBezTo>
                    <a:pt x="39502" y="1492"/>
                    <a:pt x="39513" y="1484"/>
                    <a:pt x="39532" y="1484"/>
                  </a:cubicBezTo>
                  <a:cubicBezTo>
                    <a:pt x="39591" y="1484"/>
                    <a:pt x="39720" y="1551"/>
                    <a:pt x="39793" y="1692"/>
                  </a:cubicBezTo>
                  <a:lnTo>
                    <a:pt x="39883" y="1814"/>
                  </a:lnTo>
                  <a:cubicBezTo>
                    <a:pt x="39883" y="1749"/>
                    <a:pt x="39891" y="1692"/>
                    <a:pt x="39891" y="1692"/>
                  </a:cubicBezTo>
                  <a:cubicBezTo>
                    <a:pt x="39939" y="1692"/>
                    <a:pt x="39988" y="1692"/>
                    <a:pt x="39988" y="1749"/>
                  </a:cubicBezTo>
                  <a:cubicBezTo>
                    <a:pt x="39988" y="1814"/>
                    <a:pt x="39988" y="1814"/>
                    <a:pt x="40037" y="1814"/>
                  </a:cubicBezTo>
                  <a:cubicBezTo>
                    <a:pt x="40037" y="1814"/>
                    <a:pt x="40085" y="1814"/>
                    <a:pt x="40085" y="1757"/>
                  </a:cubicBezTo>
                  <a:cubicBezTo>
                    <a:pt x="40085" y="1685"/>
                    <a:pt x="40085" y="1655"/>
                    <a:pt x="40095" y="1655"/>
                  </a:cubicBezTo>
                  <a:cubicBezTo>
                    <a:pt x="40102" y="1655"/>
                    <a:pt x="40114" y="1669"/>
                    <a:pt x="40134" y="1692"/>
                  </a:cubicBezTo>
                  <a:cubicBezTo>
                    <a:pt x="40158" y="1753"/>
                    <a:pt x="40183" y="1783"/>
                    <a:pt x="40207" y="1783"/>
                  </a:cubicBezTo>
                  <a:cubicBezTo>
                    <a:pt x="40231" y="1783"/>
                    <a:pt x="40256" y="1753"/>
                    <a:pt x="40280" y="1692"/>
                  </a:cubicBezTo>
                  <a:cubicBezTo>
                    <a:pt x="40280" y="1635"/>
                    <a:pt x="40280" y="1607"/>
                    <a:pt x="40286" y="1607"/>
                  </a:cubicBezTo>
                  <a:cubicBezTo>
                    <a:pt x="40292" y="1607"/>
                    <a:pt x="40304" y="1635"/>
                    <a:pt x="40329" y="1692"/>
                  </a:cubicBezTo>
                  <a:cubicBezTo>
                    <a:pt x="40320" y="1757"/>
                    <a:pt x="40361" y="1806"/>
                    <a:pt x="40426" y="1814"/>
                  </a:cubicBezTo>
                  <a:lnTo>
                    <a:pt x="40426" y="1757"/>
                  </a:lnTo>
                  <a:cubicBezTo>
                    <a:pt x="40426" y="1687"/>
                    <a:pt x="40442" y="1657"/>
                    <a:pt x="40465" y="1657"/>
                  </a:cubicBezTo>
                  <a:cubicBezTo>
                    <a:pt x="40482" y="1657"/>
                    <a:pt x="40503" y="1673"/>
                    <a:pt x="40523" y="1700"/>
                  </a:cubicBezTo>
                  <a:cubicBezTo>
                    <a:pt x="40523" y="1728"/>
                    <a:pt x="40535" y="1743"/>
                    <a:pt x="40560" y="1743"/>
                  </a:cubicBezTo>
                  <a:cubicBezTo>
                    <a:pt x="40584" y="1743"/>
                    <a:pt x="40620" y="1728"/>
                    <a:pt x="40669" y="1700"/>
                  </a:cubicBezTo>
                  <a:cubicBezTo>
                    <a:pt x="40766" y="1700"/>
                    <a:pt x="40815" y="1700"/>
                    <a:pt x="40815" y="1757"/>
                  </a:cubicBezTo>
                  <a:cubicBezTo>
                    <a:pt x="40815" y="1818"/>
                    <a:pt x="40815" y="1848"/>
                    <a:pt x="40821" y="1848"/>
                  </a:cubicBezTo>
                  <a:cubicBezTo>
                    <a:pt x="40827" y="1848"/>
                    <a:pt x="40839" y="1818"/>
                    <a:pt x="40864" y="1757"/>
                  </a:cubicBezTo>
                  <a:cubicBezTo>
                    <a:pt x="40888" y="1728"/>
                    <a:pt x="40900" y="1714"/>
                    <a:pt x="40918" y="1714"/>
                  </a:cubicBezTo>
                  <a:cubicBezTo>
                    <a:pt x="40937" y="1714"/>
                    <a:pt x="40961" y="1728"/>
                    <a:pt x="41010" y="1757"/>
                  </a:cubicBezTo>
                  <a:cubicBezTo>
                    <a:pt x="41035" y="1790"/>
                    <a:pt x="41047" y="1807"/>
                    <a:pt x="41059" y="1807"/>
                  </a:cubicBezTo>
                  <a:cubicBezTo>
                    <a:pt x="41071" y="1807"/>
                    <a:pt x="41083" y="1792"/>
                    <a:pt x="41107" y="1765"/>
                  </a:cubicBezTo>
                  <a:cubicBezTo>
                    <a:pt x="41107" y="1643"/>
                    <a:pt x="41107" y="1578"/>
                    <a:pt x="41058" y="1578"/>
                  </a:cubicBezTo>
                  <a:cubicBezTo>
                    <a:pt x="41010" y="1578"/>
                    <a:pt x="41010" y="1578"/>
                    <a:pt x="41010" y="1522"/>
                  </a:cubicBezTo>
                  <a:lnTo>
                    <a:pt x="41107" y="1522"/>
                  </a:lnTo>
                  <a:cubicBezTo>
                    <a:pt x="41172" y="1522"/>
                    <a:pt x="41245" y="1506"/>
                    <a:pt x="41301" y="1465"/>
                  </a:cubicBezTo>
                  <a:cubicBezTo>
                    <a:pt x="41379" y="1413"/>
                    <a:pt x="41395" y="1325"/>
                    <a:pt x="41348" y="1325"/>
                  </a:cubicBezTo>
                  <a:cubicBezTo>
                    <a:pt x="41336" y="1325"/>
                    <a:pt x="41321" y="1330"/>
                    <a:pt x="41301" y="1343"/>
                  </a:cubicBezTo>
                  <a:lnTo>
                    <a:pt x="41253" y="1279"/>
                  </a:lnTo>
                  <a:cubicBezTo>
                    <a:pt x="41253" y="1189"/>
                    <a:pt x="41228" y="1145"/>
                    <a:pt x="41204" y="1145"/>
                  </a:cubicBezTo>
                  <a:cubicBezTo>
                    <a:pt x="41180" y="1145"/>
                    <a:pt x="41156" y="1189"/>
                    <a:pt x="41156" y="1279"/>
                  </a:cubicBezTo>
                  <a:cubicBezTo>
                    <a:pt x="41156" y="1376"/>
                    <a:pt x="41156" y="1420"/>
                    <a:pt x="41148" y="1420"/>
                  </a:cubicBezTo>
                  <a:cubicBezTo>
                    <a:pt x="41141" y="1420"/>
                    <a:pt x="41129" y="1390"/>
                    <a:pt x="41107" y="1335"/>
                  </a:cubicBezTo>
                  <a:cubicBezTo>
                    <a:pt x="41107" y="1222"/>
                    <a:pt x="41058" y="1222"/>
                    <a:pt x="41010" y="1222"/>
                  </a:cubicBezTo>
                  <a:cubicBezTo>
                    <a:pt x="40961" y="1214"/>
                    <a:pt x="40961" y="1222"/>
                    <a:pt x="40961" y="1157"/>
                  </a:cubicBezTo>
                  <a:cubicBezTo>
                    <a:pt x="40969" y="1100"/>
                    <a:pt x="40929" y="1051"/>
                    <a:pt x="40864" y="1035"/>
                  </a:cubicBezTo>
                  <a:cubicBezTo>
                    <a:pt x="40815" y="1035"/>
                    <a:pt x="40815" y="1035"/>
                    <a:pt x="40815" y="1100"/>
                  </a:cubicBezTo>
                  <a:cubicBezTo>
                    <a:pt x="40835" y="1123"/>
                    <a:pt x="40830" y="1137"/>
                    <a:pt x="40815" y="1137"/>
                  </a:cubicBezTo>
                  <a:cubicBezTo>
                    <a:pt x="40793" y="1137"/>
                    <a:pt x="40747" y="1108"/>
                    <a:pt x="40718" y="1035"/>
                  </a:cubicBezTo>
                  <a:cubicBezTo>
                    <a:pt x="40701" y="1012"/>
                    <a:pt x="40691" y="998"/>
                    <a:pt x="40685" y="998"/>
                  </a:cubicBezTo>
                  <a:cubicBezTo>
                    <a:pt x="40676" y="998"/>
                    <a:pt x="40674" y="1026"/>
                    <a:pt x="40669" y="1092"/>
                  </a:cubicBezTo>
                  <a:cubicBezTo>
                    <a:pt x="40669" y="1153"/>
                    <a:pt x="40645" y="1183"/>
                    <a:pt x="40614" y="1183"/>
                  </a:cubicBezTo>
                  <a:cubicBezTo>
                    <a:pt x="40584" y="1183"/>
                    <a:pt x="40547" y="1153"/>
                    <a:pt x="40523" y="1092"/>
                  </a:cubicBezTo>
                  <a:lnTo>
                    <a:pt x="40426" y="1092"/>
                  </a:lnTo>
                  <a:cubicBezTo>
                    <a:pt x="40377" y="1092"/>
                    <a:pt x="40377" y="1149"/>
                    <a:pt x="40377" y="1214"/>
                  </a:cubicBezTo>
                  <a:cubicBezTo>
                    <a:pt x="40377" y="1284"/>
                    <a:pt x="40377" y="1314"/>
                    <a:pt x="40368" y="1314"/>
                  </a:cubicBezTo>
                  <a:cubicBezTo>
                    <a:pt x="40361" y="1314"/>
                    <a:pt x="40349" y="1298"/>
                    <a:pt x="40329" y="1270"/>
                  </a:cubicBezTo>
                  <a:cubicBezTo>
                    <a:pt x="40304" y="1238"/>
                    <a:pt x="40288" y="1197"/>
                    <a:pt x="40280" y="1149"/>
                  </a:cubicBezTo>
                  <a:cubicBezTo>
                    <a:pt x="40280" y="1092"/>
                    <a:pt x="40231" y="1092"/>
                    <a:pt x="40183" y="1092"/>
                  </a:cubicBezTo>
                  <a:cubicBezTo>
                    <a:pt x="40134" y="1092"/>
                    <a:pt x="40037" y="1092"/>
                    <a:pt x="40037" y="1149"/>
                  </a:cubicBezTo>
                  <a:cubicBezTo>
                    <a:pt x="40037" y="1134"/>
                    <a:pt x="40037" y="1113"/>
                    <a:pt x="40037" y="1092"/>
                  </a:cubicBezTo>
                  <a:cubicBezTo>
                    <a:pt x="40004" y="1092"/>
                    <a:pt x="39993" y="1063"/>
                    <a:pt x="39990" y="1063"/>
                  </a:cubicBezTo>
                  <a:cubicBezTo>
                    <a:pt x="39988" y="1063"/>
                    <a:pt x="39988" y="1070"/>
                    <a:pt x="39988" y="1092"/>
                  </a:cubicBezTo>
                  <a:cubicBezTo>
                    <a:pt x="39939" y="1084"/>
                    <a:pt x="39891" y="1060"/>
                    <a:pt x="39842" y="1027"/>
                  </a:cubicBezTo>
                  <a:cubicBezTo>
                    <a:pt x="39824" y="1017"/>
                    <a:pt x="39805" y="1012"/>
                    <a:pt x="39786" y="1012"/>
                  </a:cubicBezTo>
                  <a:cubicBezTo>
                    <a:pt x="39701" y="1012"/>
                    <a:pt x="39625" y="1106"/>
                    <a:pt x="39745" y="1206"/>
                  </a:cubicBezTo>
                  <a:lnTo>
                    <a:pt x="39696" y="1206"/>
                  </a:lnTo>
                  <a:cubicBezTo>
                    <a:pt x="39647" y="1206"/>
                    <a:pt x="39647" y="1262"/>
                    <a:pt x="39647" y="1262"/>
                  </a:cubicBezTo>
                  <a:cubicBezTo>
                    <a:pt x="39647" y="1327"/>
                    <a:pt x="39599" y="1327"/>
                    <a:pt x="39550" y="1327"/>
                  </a:cubicBezTo>
                  <a:cubicBezTo>
                    <a:pt x="39550" y="1327"/>
                    <a:pt x="39550" y="1262"/>
                    <a:pt x="39550" y="1206"/>
                  </a:cubicBezTo>
                  <a:cubicBezTo>
                    <a:pt x="39579" y="1101"/>
                    <a:pt x="39557" y="1035"/>
                    <a:pt x="39524" y="1035"/>
                  </a:cubicBezTo>
                  <a:cubicBezTo>
                    <a:pt x="39501" y="1035"/>
                    <a:pt x="39473" y="1067"/>
                    <a:pt x="39453" y="1141"/>
                  </a:cubicBezTo>
                  <a:lnTo>
                    <a:pt x="39453" y="1084"/>
                  </a:lnTo>
                  <a:cubicBezTo>
                    <a:pt x="39453" y="1056"/>
                    <a:pt x="39441" y="1041"/>
                    <a:pt x="39416" y="1041"/>
                  </a:cubicBezTo>
                  <a:cubicBezTo>
                    <a:pt x="39392" y="1041"/>
                    <a:pt x="39356" y="1056"/>
                    <a:pt x="39307" y="1084"/>
                  </a:cubicBezTo>
                  <a:cubicBezTo>
                    <a:pt x="39258" y="1084"/>
                    <a:pt x="39210" y="1206"/>
                    <a:pt x="39210" y="1262"/>
                  </a:cubicBezTo>
                  <a:cubicBezTo>
                    <a:pt x="39210" y="1319"/>
                    <a:pt x="39161" y="1319"/>
                    <a:pt x="39161" y="1319"/>
                  </a:cubicBezTo>
                  <a:cubicBezTo>
                    <a:pt x="39112" y="1319"/>
                    <a:pt x="39112" y="1319"/>
                    <a:pt x="39112" y="1262"/>
                  </a:cubicBezTo>
                  <a:cubicBezTo>
                    <a:pt x="39112" y="1201"/>
                    <a:pt x="39088" y="1171"/>
                    <a:pt x="39058" y="1171"/>
                  </a:cubicBezTo>
                  <a:cubicBezTo>
                    <a:pt x="39027" y="1171"/>
                    <a:pt x="38991" y="1201"/>
                    <a:pt x="38966" y="1262"/>
                  </a:cubicBezTo>
                  <a:lnTo>
                    <a:pt x="38966" y="1197"/>
                  </a:lnTo>
                  <a:cubicBezTo>
                    <a:pt x="38966" y="1158"/>
                    <a:pt x="38942" y="1114"/>
                    <a:pt x="38844" y="1114"/>
                  </a:cubicBezTo>
                  <a:cubicBezTo>
                    <a:pt x="38802" y="1114"/>
                    <a:pt x="38747" y="1121"/>
                    <a:pt x="38675" y="1141"/>
                  </a:cubicBezTo>
                  <a:cubicBezTo>
                    <a:pt x="38480" y="1133"/>
                    <a:pt x="38334" y="1133"/>
                    <a:pt x="38334" y="1076"/>
                  </a:cubicBezTo>
                  <a:cubicBezTo>
                    <a:pt x="38334" y="1063"/>
                    <a:pt x="38327" y="1058"/>
                    <a:pt x="38314" y="1058"/>
                  </a:cubicBezTo>
                  <a:cubicBezTo>
                    <a:pt x="38263" y="1058"/>
                    <a:pt x="38121" y="1156"/>
                    <a:pt x="38042" y="1254"/>
                  </a:cubicBezTo>
                  <a:cubicBezTo>
                    <a:pt x="38042" y="1189"/>
                    <a:pt x="37993" y="1189"/>
                    <a:pt x="37896" y="1189"/>
                  </a:cubicBezTo>
                  <a:cubicBezTo>
                    <a:pt x="37750" y="1189"/>
                    <a:pt x="37750" y="1189"/>
                    <a:pt x="37750" y="1133"/>
                  </a:cubicBezTo>
                  <a:cubicBezTo>
                    <a:pt x="37775" y="1072"/>
                    <a:pt x="37787" y="1041"/>
                    <a:pt x="37781" y="1041"/>
                  </a:cubicBezTo>
                  <a:lnTo>
                    <a:pt x="37781" y="1041"/>
                  </a:lnTo>
                  <a:cubicBezTo>
                    <a:pt x="37775" y="1041"/>
                    <a:pt x="37750" y="1072"/>
                    <a:pt x="37702" y="1133"/>
                  </a:cubicBezTo>
                  <a:cubicBezTo>
                    <a:pt x="37683" y="1175"/>
                    <a:pt x="37651" y="1194"/>
                    <a:pt x="37618" y="1194"/>
                  </a:cubicBezTo>
                  <a:cubicBezTo>
                    <a:pt x="37564" y="1194"/>
                    <a:pt x="37507" y="1143"/>
                    <a:pt x="37507" y="1068"/>
                  </a:cubicBezTo>
                  <a:cubicBezTo>
                    <a:pt x="37507" y="1011"/>
                    <a:pt x="37458" y="1011"/>
                    <a:pt x="37361" y="1003"/>
                  </a:cubicBezTo>
                  <a:cubicBezTo>
                    <a:pt x="37312" y="1068"/>
                    <a:pt x="37215" y="1068"/>
                    <a:pt x="37118" y="1068"/>
                  </a:cubicBezTo>
                  <a:cubicBezTo>
                    <a:pt x="37088" y="1066"/>
                    <a:pt x="37064" y="1065"/>
                    <a:pt x="37045" y="1065"/>
                  </a:cubicBezTo>
                  <a:cubicBezTo>
                    <a:pt x="36972" y="1065"/>
                    <a:pt x="36972" y="1085"/>
                    <a:pt x="36972" y="1181"/>
                  </a:cubicBezTo>
                  <a:cubicBezTo>
                    <a:pt x="36972" y="1303"/>
                    <a:pt x="36923" y="1303"/>
                    <a:pt x="36826" y="1303"/>
                  </a:cubicBezTo>
                  <a:cubicBezTo>
                    <a:pt x="36777" y="1303"/>
                    <a:pt x="36729" y="1303"/>
                    <a:pt x="36729" y="1238"/>
                  </a:cubicBezTo>
                  <a:cubicBezTo>
                    <a:pt x="36729" y="1238"/>
                    <a:pt x="36680" y="1181"/>
                    <a:pt x="36631" y="1181"/>
                  </a:cubicBezTo>
                  <a:cubicBezTo>
                    <a:pt x="36583" y="1181"/>
                    <a:pt x="36534" y="1181"/>
                    <a:pt x="36534" y="1116"/>
                  </a:cubicBezTo>
                  <a:cubicBezTo>
                    <a:pt x="36494" y="1076"/>
                    <a:pt x="36437" y="1060"/>
                    <a:pt x="36388" y="1060"/>
                  </a:cubicBezTo>
                  <a:cubicBezTo>
                    <a:pt x="36291" y="1060"/>
                    <a:pt x="36194" y="1051"/>
                    <a:pt x="36194" y="995"/>
                  </a:cubicBezTo>
                  <a:cubicBezTo>
                    <a:pt x="36145" y="995"/>
                    <a:pt x="36145" y="995"/>
                    <a:pt x="36145" y="1051"/>
                  </a:cubicBezTo>
                  <a:cubicBezTo>
                    <a:pt x="36145" y="1098"/>
                    <a:pt x="36120" y="1140"/>
                    <a:pt x="36036" y="1140"/>
                  </a:cubicBezTo>
                  <a:cubicBezTo>
                    <a:pt x="36002" y="1140"/>
                    <a:pt x="35958" y="1133"/>
                    <a:pt x="35902" y="1116"/>
                  </a:cubicBezTo>
                  <a:cubicBezTo>
                    <a:pt x="35876" y="1114"/>
                    <a:pt x="35848" y="1113"/>
                    <a:pt x="35819" y="1113"/>
                  </a:cubicBezTo>
                  <a:cubicBezTo>
                    <a:pt x="35738" y="1113"/>
                    <a:pt x="35658" y="1125"/>
                    <a:pt x="35658" y="1173"/>
                  </a:cubicBezTo>
                  <a:cubicBezTo>
                    <a:pt x="35610" y="1173"/>
                    <a:pt x="35610" y="1173"/>
                    <a:pt x="35610" y="1108"/>
                  </a:cubicBezTo>
                  <a:cubicBezTo>
                    <a:pt x="35610" y="1047"/>
                    <a:pt x="35585" y="1017"/>
                    <a:pt x="35549" y="1017"/>
                  </a:cubicBezTo>
                  <a:cubicBezTo>
                    <a:pt x="35513" y="1017"/>
                    <a:pt x="35464" y="1047"/>
                    <a:pt x="35415" y="1108"/>
                  </a:cubicBezTo>
                  <a:cubicBezTo>
                    <a:pt x="35415" y="1137"/>
                    <a:pt x="35401" y="1151"/>
                    <a:pt x="35382" y="1151"/>
                  </a:cubicBezTo>
                  <a:cubicBezTo>
                    <a:pt x="35363" y="1151"/>
                    <a:pt x="35338" y="1137"/>
                    <a:pt x="35318" y="1108"/>
                  </a:cubicBezTo>
                  <a:cubicBezTo>
                    <a:pt x="35277" y="1108"/>
                    <a:pt x="35237" y="1133"/>
                    <a:pt x="35213" y="1165"/>
                  </a:cubicBezTo>
                  <a:cubicBezTo>
                    <a:pt x="35188" y="1193"/>
                    <a:pt x="35176" y="1208"/>
                    <a:pt x="35158" y="1208"/>
                  </a:cubicBezTo>
                  <a:cubicBezTo>
                    <a:pt x="35140" y="1208"/>
                    <a:pt x="35115" y="1193"/>
                    <a:pt x="35067" y="1165"/>
                  </a:cubicBezTo>
                  <a:cubicBezTo>
                    <a:pt x="35067" y="1108"/>
                    <a:pt x="35018" y="1100"/>
                    <a:pt x="34969" y="1100"/>
                  </a:cubicBezTo>
                  <a:cubicBezTo>
                    <a:pt x="34922" y="1131"/>
                    <a:pt x="34773" y="1146"/>
                    <a:pt x="34626" y="1146"/>
                  </a:cubicBezTo>
                  <a:cubicBezTo>
                    <a:pt x="34468" y="1146"/>
                    <a:pt x="34313" y="1129"/>
                    <a:pt x="34288" y="1100"/>
                  </a:cubicBezTo>
                  <a:cubicBezTo>
                    <a:pt x="34240" y="1157"/>
                    <a:pt x="34240" y="1157"/>
                    <a:pt x="34191" y="1157"/>
                  </a:cubicBezTo>
                  <a:cubicBezTo>
                    <a:pt x="34172" y="1110"/>
                    <a:pt x="34153" y="1089"/>
                    <a:pt x="34137" y="1089"/>
                  </a:cubicBezTo>
                  <a:cubicBezTo>
                    <a:pt x="34112" y="1089"/>
                    <a:pt x="34094" y="1139"/>
                    <a:pt x="34094" y="1214"/>
                  </a:cubicBezTo>
                  <a:lnTo>
                    <a:pt x="34191" y="1214"/>
                  </a:lnTo>
                  <a:cubicBezTo>
                    <a:pt x="34191" y="1269"/>
                    <a:pt x="34161" y="1299"/>
                    <a:pt x="34128" y="1299"/>
                  </a:cubicBezTo>
                  <a:cubicBezTo>
                    <a:pt x="34089" y="1299"/>
                    <a:pt x="34045" y="1255"/>
                    <a:pt x="34045" y="1157"/>
                  </a:cubicBezTo>
                  <a:cubicBezTo>
                    <a:pt x="34021" y="1096"/>
                    <a:pt x="34009" y="1066"/>
                    <a:pt x="33996" y="1066"/>
                  </a:cubicBezTo>
                  <a:cubicBezTo>
                    <a:pt x="33984" y="1066"/>
                    <a:pt x="33972" y="1096"/>
                    <a:pt x="33948" y="1157"/>
                  </a:cubicBezTo>
                  <a:cubicBezTo>
                    <a:pt x="33924" y="1213"/>
                    <a:pt x="33900" y="1241"/>
                    <a:pt x="33876" y="1241"/>
                  </a:cubicBezTo>
                  <a:cubicBezTo>
                    <a:pt x="33851" y="1241"/>
                    <a:pt x="33827" y="1211"/>
                    <a:pt x="33802" y="1149"/>
                  </a:cubicBezTo>
                  <a:cubicBezTo>
                    <a:pt x="33802" y="1092"/>
                    <a:pt x="33802" y="1064"/>
                    <a:pt x="33796" y="1064"/>
                  </a:cubicBezTo>
                  <a:cubicBezTo>
                    <a:pt x="33790" y="1064"/>
                    <a:pt x="33777" y="1092"/>
                    <a:pt x="33753" y="1149"/>
                  </a:cubicBezTo>
                  <a:cubicBezTo>
                    <a:pt x="33698" y="1286"/>
                    <a:pt x="33628" y="1363"/>
                    <a:pt x="33577" y="1363"/>
                  </a:cubicBezTo>
                  <a:cubicBezTo>
                    <a:pt x="33538" y="1363"/>
                    <a:pt x="33510" y="1316"/>
                    <a:pt x="33510" y="1214"/>
                  </a:cubicBezTo>
                  <a:cubicBezTo>
                    <a:pt x="33510" y="1092"/>
                    <a:pt x="33461" y="1027"/>
                    <a:pt x="33413" y="1027"/>
                  </a:cubicBezTo>
                  <a:cubicBezTo>
                    <a:pt x="33364" y="1027"/>
                    <a:pt x="33364" y="1092"/>
                    <a:pt x="33364" y="1149"/>
                  </a:cubicBezTo>
                  <a:cubicBezTo>
                    <a:pt x="33388" y="1210"/>
                    <a:pt x="33388" y="1240"/>
                    <a:pt x="33370" y="1240"/>
                  </a:cubicBezTo>
                  <a:cubicBezTo>
                    <a:pt x="33352" y="1240"/>
                    <a:pt x="33315" y="1210"/>
                    <a:pt x="33267" y="1149"/>
                  </a:cubicBezTo>
                  <a:cubicBezTo>
                    <a:pt x="33185" y="1049"/>
                    <a:pt x="33118" y="1002"/>
                    <a:pt x="33050" y="1002"/>
                  </a:cubicBezTo>
                  <a:cubicBezTo>
                    <a:pt x="32996" y="1002"/>
                    <a:pt x="32942" y="1031"/>
                    <a:pt x="32877" y="1084"/>
                  </a:cubicBezTo>
                  <a:cubicBezTo>
                    <a:pt x="32782" y="1144"/>
                    <a:pt x="32698" y="1172"/>
                    <a:pt x="32655" y="1172"/>
                  </a:cubicBezTo>
                  <a:cubicBezTo>
                    <a:pt x="32610" y="1172"/>
                    <a:pt x="32609" y="1142"/>
                    <a:pt x="32683" y="1084"/>
                  </a:cubicBezTo>
                  <a:cubicBezTo>
                    <a:pt x="32741" y="1012"/>
                    <a:pt x="32764" y="982"/>
                    <a:pt x="32753" y="982"/>
                  </a:cubicBezTo>
                  <a:cubicBezTo>
                    <a:pt x="32746" y="982"/>
                    <a:pt x="32722" y="996"/>
                    <a:pt x="32683" y="1019"/>
                  </a:cubicBezTo>
                  <a:lnTo>
                    <a:pt x="32440" y="1019"/>
                  </a:lnTo>
                  <a:cubicBezTo>
                    <a:pt x="32383" y="1027"/>
                    <a:pt x="32342" y="1084"/>
                    <a:pt x="32342" y="1141"/>
                  </a:cubicBezTo>
                  <a:cubicBezTo>
                    <a:pt x="32312" y="1065"/>
                    <a:pt x="32263" y="1014"/>
                    <a:pt x="32207" y="1014"/>
                  </a:cubicBezTo>
                  <a:cubicBezTo>
                    <a:pt x="32173" y="1014"/>
                    <a:pt x="32136" y="1033"/>
                    <a:pt x="32099" y="1076"/>
                  </a:cubicBezTo>
                  <a:lnTo>
                    <a:pt x="32002" y="1076"/>
                  </a:lnTo>
                  <a:cubicBezTo>
                    <a:pt x="31953" y="1076"/>
                    <a:pt x="31953" y="1076"/>
                    <a:pt x="31905" y="1133"/>
                  </a:cubicBezTo>
                  <a:cubicBezTo>
                    <a:pt x="31890" y="1152"/>
                    <a:pt x="31876" y="1160"/>
                    <a:pt x="31861" y="1160"/>
                  </a:cubicBezTo>
                  <a:cubicBezTo>
                    <a:pt x="31827" y="1160"/>
                    <a:pt x="31793" y="1116"/>
                    <a:pt x="31759" y="1076"/>
                  </a:cubicBezTo>
                  <a:cubicBezTo>
                    <a:pt x="31724" y="1030"/>
                    <a:pt x="31689" y="988"/>
                    <a:pt x="31672" y="988"/>
                  </a:cubicBezTo>
                  <a:cubicBezTo>
                    <a:pt x="31665" y="988"/>
                    <a:pt x="31661" y="995"/>
                    <a:pt x="31661" y="1011"/>
                  </a:cubicBezTo>
                  <a:cubicBezTo>
                    <a:pt x="31661" y="1076"/>
                    <a:pt x="31564" y="1133"/>
                    <a:pt x="31515" y="1189"/>
                  </a:cubicBezTo>
                  <a:cubicBezTo>
                    <a:pt x="31501" y="1209"/>
                    <a:pt x="31487" y="1216"/>
                    <a:pt x="31475" y="1216"/>
                  </a:cubicBezTo>
                  <a:cubicBezTo>
                    <a:pt x="31446" y="1216"/>
                    <a:pt x="31433" y="1172"/>
                    <a:pt x="31467" y="1133"/>
                  </a:cubicBezTo>
                  <a:cubicBezTo>
                    <a:pt x="31467" y="1068"/>
                    <a:pt x="31467" y="1068"/>
                    <a:pt x="31369" y="1011"/>
                  </a:cubicBezTo>
                  <a:cubicBezTo>
                    <a:pt x="31321" y="1011"/>
                    <a:pt x="31224" y="1011"/>
                    <a:pt x="31224" y="1068"/>
                  </a:cubicBezTo>
                  <a:cubicBezTo>
                    <a:pt x="31224" y="1099"/>
                    <a:pt x="31155" y="1113"/>
                    <a:pt x="31079" y="1113"/>
                  </a:cubicBezTo>
                  <a:cubicBezTo>
                    <a:pt x="30998" y="1113"/>
                    <a:pt x="30908" y="1097"/>
                    <a:pt x="30883" y="1068"/>
                  </a:cubicBezTo>
                  <a:lnTo>
                    <a:pt x="30786" y="1068"/>
                  </a:lnTo>
                  <a:cubicBezTo>
                    <a:pt x="30737" y="1068"/>
                    <a:pt x="30688" y="1124"/>
                    <a:pt x="30640" y="1124"/>
                  </a:cubicBezTo>
                  <a:cubicBezTo>
                    <a:pt x="30599" y="1133"/>
                    <a:pt x="30567" y="1149"/>
                    <a:pt x="30542" y="1181"/>
                  </a:cubicBezTo>
                  <a:cubicBezTo>
                    <a:pt x="30494" y="1181"/>
                    <a:pt x="30445" y="1181"/>
                    <a:pt x="30445" y="1124"/>
                  </a:cubicBezTo>
                  <a:cubicBezTo>
                    <a:pt x="30421" y="1181"/>
                    <a:pt x="30409" y="1210"/>
                    <a:pt x="30397" y="1210"/>
                  </a:cubicBezTo>
                  <a:cubicBezTo>
                    <a:pt x="30384" y="1210"/>
                    <a:pt x="30372" y="1181"/>
                    <a:pt x="30348" y="1124"/>
                  </a:cubicBezTo>
                  <a:cubicBezTo>
                    <a:pt x="30348" y="1064"/>
                    <a:pt x="30348" y="1033"/>
                    <a:pt x="30342" y="1033"/>
                  </a:cubicBezTo>
                  <a:cubicBezTo>
                    <a:pt x="30336" y="1033"/>
                    <a:pt x="30324" y="1064"/>
                    <a:pt x="30299" y="1124"/>
                  </a:cubicBezTo>
                  <a:cubicBezTo>
                    <a:pt x="30276" y="1152"/>
                    <a:pt x="30264" y="1166"/>
                    <a:pt x="30252" y="1166"/>
                  </a:cubicBezTo>
                  <a:cubicBezTo>
                    <a:pt x="30239" y="1166"/>
                    <a:pt x="30227" y="1150"/>
                    <a:pt x="30202" y="1116"/>
                  </a:cubicBezTo>
                  <a:cubicBezTo>
                    <a:pt x="30202" y="1088"/>
                    <a:pt x="30190" y="1074"/>
                    <a:pt x="30178" y="1074"/>
                  </a:cubicBezTo>
                  <a:cubicBezTo>
                    <a:pt x="30165" y="1074"/>
                    <a:pt x="30153" y="1088"/>
                    <a:pt x="30153" y="1116"/>
                  </a:cubicBezTo>
                  <a:cubicBezTo>
                    <a:pt x="30123" y="1192"/>
                    <a:pt x="30055" y="1243"/>
                    <a:pt x="30008" y="1243"/>
                  </a:cubicBezTo>
                  <a:cubicBezTo>
                    <a:pt x="29979" y="1243"/>
                    <a:pt x="29959" y="1224"/>
                    <a:pt x="29959" y="1181"/>
                  </a:cubicBezTo>
                  <a:cubicBezTo>
                    <a:pt x="29918" y="1181"/>
                    <a:pt x="29878" y="1206"/>
                    <a:pt x="29861" y="1238"/>
                  </a:cubicBezTo>
                  <a:cubicBezTo>
                    <a:pt x="29837" y="1299"/>
                    <a:pt x="29825" y="1329"/>
                    <a:pt x="29819" y="1329"/>
                  </a:cubicBezTo>
                  <a:cubicBezTo>
                    <a:pt x="29813" y="1329"/>
                    <a:pt x="29813" y="1299"/>
                    <a:pt x="29813" y="1238"/>
                  </a:cubicBezTo>
                  <a:cubicBezTo>
                    <a:pt x="29788" y="1177"/>
                    <a:pt x="29764" y="1147"/>
                    <a:pt x="29740" y="1147"/>
                  </a:cubicBezTo>
                  <a:cubicBezTo>
                    <a:pt x="29715" y="1147"/>
                    <a:pt x="29691" y="1177"/>
                    <a:pt x="29667" y="1238"/>
                  </a:cubicBezTo>
                  <a:cubicBezTo>
                    <a:pt x="29655" y="1254"/>
                    <a:pt x="29634" y="1262"/>
                    <a:pt x="29615" y="1262"/>
                  </a:cubicBezTo>
                  <a:cubicBezTo>
                    <a:pt x="29596" y="1262"/>
                    <a:pt x="29578" y="1254"/>
                    <a:pt x="29570" y="1238"/>
                  </a:cubicBezTo>
                  <a:cubicBezTo>
                    <a:pt x="29512" y="1200"/>
                    <a:pt x="29387" y="1161"/>
                    <a:pt x="29304" y="1161"/>
                  </a:cubicBezTo>
                  <a:cubicBezTo>
                    <a:pt x="29246" y="1161"/>
                    <a:pt x="29209" y="1180"/>
                    <a:pt x="29229" y="1230"/>
                  </a:cubicBezTo>
                  <a:lnTo>
                    <a:pt x="29132" y="1230"/>
                  </a:lnTo>
                  <a:cubicBezTo>
                    <a:pt x="29083" y="1201"/>
                    <a:pt x="29047" y="1187"/>
                    <a:pt x="29016" y="1187"/>
                  </a:cubicBezTo>
                  <a:cubicBezTo>
                    <a:pt x="28986" y="1187"/>
                    <a:pt x="28961" y="1201"/>
                    <a:pt x="28937" y="1230"/>
                  </a:cubicBezTo>
                  <a:lnTo>
                    <a:pt x="28880" y="1287"/>
                  </a:lnTo>
                  <a:cubicBezTo>
                    <a:pt x="28888" y="1230"/>
                    <a:pt x="28848" y="1181"/>
                    <a:pt x="28791" y="1165"/>
                  </a:cubicBezTo>
                  <a:cubicBezTo>
                    <a:pt x="28743" y="1165"/>
                    <a:pt x="28743" y="1165"/>
                    <a:pt x="28734" y="1230"/>
                  </a:cubicBezTo>
                  <a:cubicBezTo>
                    <a:pt x="28783" y="1287"/>
                    <a:pt x="28734" y="1287"/>
                    <a:pt x="28686" y="1287"/>
                  </a:cubicBezTo>
                  <a:cubicBezTo>
                    <a:pt x="28629" y="1279"/>
                    <a:pt x="28588" y="1222"/>
                    <a:pt x="28597" y="1165"/>
                  </a:cubicBezTo>
                  <a:lnTo>
                    <a:pt x="28540" y="1165"/>
                  </a:lnTo>
                  <a:cubicBezTo>
                    <a:pt x="28540" y="1235"/>
                    <a:pt x="28524" y="1265"/>
                    <a:pt x="28510" y="1265"/>
                  </a:cubicBezTo>
                  <a:cubicBezTo>
                    <a:pt x="28500" y="1265"/>
                    <a:pt x="28491" y="1249"/>
                    <a:pt x="28491" y="1222"/>
                  </a:cubicBezTo>
                  <a:cubicBezTo>
                    <a:pt x="28463" y="1186"/>
                    <a:pt x="28416" y="1163"/>
                    <a:pt x="28367" y="1163"/>
                  </a:cubicBezTo>
                  <a:cubicBezTo>
                    <a:pt x="28360" y="1163"/>
                    <a:pt x="28353" y="1164"/>
                    <a:pt x="28345" y="1165"/>
                  </a:cubicBezTo>
                  <a:cubicBezTo>
                    <a:pt x="28345" y="1184"/>
                    <a:pt x="28340" y="1190"/>
                    <a:pt x="28334" y="1190"/>
                  </a:cubicBezTo>
                  <a:cubicBezTo>
                    <a:pt x="28324" y="1190"/>
                    <a:pt x="28313" y="1165"/>
                    <a:pt x="28345" y="1165"/>
                  </a:cubicBezTo>
                  <a:lnTo>
                    <a:pt x="28345" y="1108"/>
                  </a:lnTo>
                  <a:cubicBezTo>
                    <a:pt x="28331" y="1089"/>
                    <a:pt x="28321" y="1081"/>
                    <a:pt x="28314" y="1081"/>
                  </a:cubicBezTo>
                  <a:cubicBezTo>
                    <a:pt x="28297" y="1081"/>
                    <a:pt x="28297" y="1125"/>
                    <a:pt x="28297" y="1165"/>
                  </a:cubicBezTo>
                  <a:lnTo>
                    <a:pt x="28199" y="1165"/>
                  </a:lnTo>
                  <a:cubicBezTo>
                    <a:pt x="28151" y="1165"/>
                    <a:pt x="28102" y="1165"/>
                    <a:pt x="28151" y="1222"/>
                  </a:cubicBezTo>
                  <a:cubicBezTo>
                    <a:pt x="28151" y="1287"/>
                    <a:pt x="28151" y="1343"/>
                    <a:pt x="28102" y="1343"/>
                  </a:cubicBezTo>
                  <a:cubicBezTo>
                    <a:pt x="28102" y="1362"/>
                    <a:pt x="28097" y="1369"/>
                    <a:pt x="28091" y="1369"/>
                  </a:cubicBezTo>
                  <a:cubicBezTo>
                    <a:pt x="28080" y="1369"/>
                    <a:pt x="28070" y="1343"/>
                    <a:pt x="28102" y="1343"/>
                  </a:cubicBezTo>
                  <a:cubicBezTo>
                    <a:pt x="28102" y="1279"/>
                    <a:pt x="28102" y="1222"/>
                    <a:pt x="28053" y="1222"/>
                  </a:cubicBezTo>
                  <a:cubicBezTo>
                    <a:pt x="28005" y="1222"/>
                    <a:pt x="28005" y="1165"/>
                    <a:pt x="28005" y="1165"/>
                  </a:cubicBezTo>
                  <a:cubicBezTo>
                    <a:pt x="28026" y="1112"/>
                    <a:pt x="28001" y="1093"/>
                    <a:pt x="27962" y="1093"/>
                  </a:cubicBezTo>
                  <a:cubicBezTo>
                    <a:pt x="27911" y="1093"/>
                    <a:pt x="27838" y="1125"/>
                    <a:pt x="27810" y="1157"/>
                  </a:cubicBezTo>
                  <a:cubicBezTo>
                    <a:pt x="27761" y="1218"/>
                    <a:pt x="27725" y="1248"/>
                    <a:pt x="27701" y="1248"/>
                  </a:cubicBezTo>
                  <a:cubicBezTo>
                    <a:pt x="27676" y="1248"/>
                    <a:pt x="27664" y="1218"/>
                    <a:pt x="27664" y="1157"/>
                  </a:cubicBezTo>
                  <a:cubicBezTo>
                    <a:pt x="27664" y="1123"/>
                    <a:pt x="27657" y="1108"/>
                    <a:pt x="27645" y="1108"/>
                  </a:cubicBezTo>
                  <a:cubicBezTo>
                    <a:pt x="27614" y="1108"/>
                    <a:pt x="27553" y="1207"/>
                    <a:pt x="27518" y="1335"/>
                  </a:cubicBezTo>
                  <a:lnTo>
                    <a:pt x="27470" y="1514"/>
                  </a:lnTo>
                  <a:lnTo>
                    <a:pt x="27470" y="1335"/>
                  </a:lnTo>
                  <a:cubicBezTo>
                    <a:pt x="27441" y="1193"/>
                    <a:pt x="27429" y="1134"/>
                    <a:pt x="27395" y="1134"/>
                  </a:cubicBezTo>
                  <a:cubicBezTo>
                    <a:pt x="27371" y="1134"/>
                    <a:pt x="27335" y="1163"/>
                    <a:pt x="27275" y="1214"/>
                  </a:cubicBezTo>
                  <a:cubicBezTo>
                    <a:pt x="27226" y="1242"/>
                    <a:pt x="27202" y="1256"/>
                    <a:pt x="27190" y="1256"/>
                  </a:cubicBezTo>
                  <a:cubicBezTo>
                    <a:pt x="27178" y="1256"/>
                    <a:pt x="27178" y="1242"/>
                    <a:pt x="27178" y="1214"/>
                  </a:cubicBezTo>
                  <a:cubicBezTo>
                    <a:pt x="27178" y="1157"/>
                    <a:pt x="27129" y="1149"/>
                    <a:pt x="26983" y="1149"/>
                  </a:cubicBezTo>
                  <a:cubicBezTo>
                    <a:pt x="26837" y="1149"/>
                    <a:pt x="26789" y="1149"/>
                    <a:pt x="26789" y="1214"/>
                  </a:cubicBezTo>
                  <a:lnTo>
                    <a:pt x="26691" y="1206"/>
                  </a:lnTo>
                  <a:cubicBezTo>
                    <a:pt x="26673" y="1163"/>
                    <a:pt x="26648" y="1144"/>
                    <a:pt x="26626" y="1144"/>
                  </a:cubicBezTo>
                  <a:cubicBezTo>
                    <a:pt x="26590" y="1144"/>
                    <a:pt x="26564" y="1195"/>
                    <a:pt x="26594" y="1270"/>
                  </a:cubicBezTo>
                  <a:lnTo>
                    <a:pt x="26497" y="1270"/>
                  </a:lnTo>
                  <a:lnTo>
                    <a:pt x="26497" y="1206"/>
                  </a:lnTo>
                  <a:cubicBezTo>
                    <a:pt x="26497" y="1149"/>
                    <a:pt x="26399" y="1149"/>
                    <a:pt x="26010" y="1141"/>
                  </a:cubicBezTo>
                  <a:cubicBezTo>
                    <a:pt x="25572" y="1141"/>
                    <a:pt x="25524" y="1141"/>
                    <a:pt x="25524" y="1254"/>
                  </a:cubicBezTo>
                  <a:cubicBezTo>
                    <a:pt x="25499" y="1315"/>
                    <a:pt x="25475" y="1345"/>
                    <a:pt x="25457" y="1345"/>
                  </a:cubicBezTo>
                  <a:cubicBezTo>
                    <a:pt x="25439" y="1345"/>
                    <a:pt x="25426" y="1315"/>
                    <a:pt x="25426" y="1254"/>
                  </a:cubicBezTo>
                  <a:cubicBezTo>
                    <a:pt x="25426" y="1214"/>
                    <a:pt x="25402" y="1174"/>
                    <a:pt x="25388" y="1174"/>
                  </a:cubicBezTo>
                  <a:cubicBezTo>
                    <a:pt x="25382" y="1174"/>
                    <a:pt x="25378" y="1181"/>
                    <a:pt x="25378" y="1197"/>
                  </a:cubicBezTo>
                  <a:cubicBezTo>
                    <a:pt x="25321" y="1197"/>
                    <a:pt x="25272" y="1173"/>
                    <a:pt x="25232" y="1133"/>
                  </a:cubicBezTo>
                  <a:cubicBezTo>
                    <a:pt x="25171" y="1082"/>
                    <a:pt x="25127" y="1064"/>
                    <a:pt x="25097" y="1064"/>
                  </a:cubicBezTo>
                  <a:cubicBezTo>
                    <a:pt x="25054" y="1064"/>
                    <a:pt x="25037" y="1099"/>
                    <a:pt x="25037" y="1133"/>
                  </a:cubicBezTo>
                  <a:cubicBezTo>
                    <a:pt x="25058" y="1185"/>
                    <a:pt x="25061" y="1204"/>
                    <a:pt x="25054" y="1204"/>
                  </a:cubicBezTo>
                  <a:cubicBezTo>
                    <a:pt x="25044" y="1204"/>
                    <a:pt x="25016" y="1170"/>
                    <a:pt x="24989" y="1133"/>
                  </a:cubicBezTo>
                  <a:cubicBezTo>
                    <a:pt x="24954" y="1093"/>
                    <a:pt x="24920" y="1049"/>
                    <a:pt x="24903" y="1049"/>
                  </a:cubicBezTo>
                  <a:cubicBezTo>
                    <a:pt x="24896" y="1049"/>
                    <a:pt x="24891" y="1057"/>
                    <a:pt x="24891" y="1076"/>
                  </a:cubicBezTo>
                  <a:cubicBezTo>
                    <a:pt x="24864" y="1108"/>
                    <a:pt x="24759" y="1140"/>
                    <a:pt x="24673" y="1140"/>
                  </a:cubicBezTo>
                  <a:cubicBezTo>
                    <a:pt x="24606" y="1140"/>
                    <a:pt x="24551" y="1121"/>
                    <a:pt x="24551" y="1068"/>
                  </a:cubicBezTo>
                  <a:lnTo>
                    <a:pt x="24454" y="1068"/>
                  </a:lnTo>
                  <a:cubicBezTo>
                    <a:pt x="24454" y="1120"/>
                    <a:pt x="24391" y="1125"/>
                    <a:pt x="24317" y="1125"/>
                  </a:cubicBezTo>
                  <a:cubicBezTo>
                    <a:pt x="24298" y="1125"/>
                    <a:pt x="24278" y="1124"/>
                    <a:pt x="24259" y="1124"/>
                  </a:cubicBezTo>
                  <a:cubicBezTo>
                    <a:pt x="24162" y="1124"/>
                    <a:pt x="24113" y="1124"/>
                    <a:pt x="24113" y="1068"/>
                  </a:cubicBezTo>
                  <a:cubicBezTo>
                    <a:pt x="24138" y="1038"/>
                    <a:pt x="24137" y="1022"/>
                    <a:pt x="24117" y="1022"/>
                  </a:cubicBezTo>
                  <a:cubicBezTo>
                    <a:pt x="24098" y="1022"/>
                    <a:pt x="24063" y="1036"/>
                    <a:pt x="24016" y="1068"/>
                  </a:cubicBezTo>
                  <a:cubicBezTo>
                    <a:pt x="23967" y="1068"/>
                    <a:pt x="23918" y="1181"/>
                    <a:pt x="23870" y="1181"/>
                  </a:cubicBezTo>
                  <a:cubicBezTo>
                    <a:pt x="23870" y="1246"/>
                    <a:pt x="23829" y="1295"/>
                    <a:pt x="23772" y="1303"/>
                  </a:cubicBezTo>
                  <a:lnTo>
                    <a:pt x="23772" y="1246"/>
                  </a:lnTo>
                  <a:cubicBezTo>
                    <a:pt x="23772" y="1181"/>
                    <a:pt x="23772" y="1124"/>
                    <a:pt x="23772" y="1124"/>
                  </a:cubicBezTo>
                  <a:cubicBezTo>
                    <a:pt x="23724" y="1124"/>
                    <a:pt x="23675" y="1124"/>
                    <a:pt x="23675" y="1181"/>
                  </a:cubicBezTo>
                  <a:cubicBezTo>
                    <a:pt x="23627" y="1124"/>
                    <a:pt x="23578" y="1124"/>
                    <a:pt x="23481" y="1124"/>
                  </a:cubicBezTo>
                  <a:cubicBezTo>
                    <a:pt x="23455" y="1122"/>
                    <a:pt x="23430" y="1121"/>
                    <a:pt x="23405" y="1121"/>
                  </a:cubicBezTo>
                  <a:cubicBezTo>
                    <a:pt x="23336" y="1121"/>
                    <a:pt x="23273" y="1133"/>
                    <a:pt x="23237" y="1181"/>
                  </a:cubicBezTo>
                  <a:cubicBezTo>
                    <a:pt x="23212" y="1118"/>
                    <a:pt x="23122" y="1086"/>
                    <a:pt x="23034" y="1086"/>
                  </a:cubicBezTo>
                  <a:cubicBezTo>
                    <a:pt x="22952" y="1086"/>
                    <a:pt x="22872" y="1114"/>
                    <a:pt x="22848" y="1173"/>
                  </a:cubicBezTo>
                  <a:cubicBezTo>
                    <a:pt x="22848" y="1204"/>
                    <a:pt x="22837" y="1219"/>
                    <a:pt x="22820" y="1219"/>
                  </a:cubicBezTo>
                  <a:cubicBezTo>
                    <a:pt x="22801" y="1219"/>
                    <a:pt x="22776" y="1202"/>
                    <a:pt x="22751" y="1173"/>
                  </a:cubicBezTo>
                  <a:cubicBezTo>
                    <a:pt x="22727" y="1145"/>
                    <a:pt x="22714" y="1131"/>
                    <a:pt x="22702" y="1131"/>
                  </a:cubicBezTo>
                  <a:cubicBezTo>
                    <a:pt x="22690" y="1131"/>
                    <a:pt x="22678" y="1145"/>
                    <a:pt x="22654" y="1173"/>
                  </a:cubicBezTo>
                  <a:cubicBezTo>
                    <a:pt x="22637" y="1189"/>
                    <a:pt x="22622" y="1196"/>
                    <a:pt x="22608" y="1196"/>
                  </a:cubicBezTo>
                  <a:cubicBezTo>
                    <a:pt x="22573" y="1196"/>
                    <a:pt x="22542" y="1154"/>
                    <a:pt x="22508" y="1108"/>
                  </a:cubicBezTo>
                  <a:cubicBezTo>
                    <a:pt x="22479" y="1042"/>
                    <a:pt x="22451" y="1014"/>
                    <a:pt x="22422" y="1014"/>
                  </a:cubicBezTo>
                  <a:cubicBezTo>
                    <a:pt x="22402" y="1014"/>
                    <a:pt x="22382" y="1028"/>
                    <a:pt x="22362" y="1051"/>
                  </a:cubicBezTo>
                  <a:cubicBezTo>
                    <a:pt x="22291" y="1087"/>
                    <a:pt x="22221" y="1110"/>
                    <a:pt x="22150" y="1110"/>
                  </a:cubicBezTo>
                  <a:cubicBezTo>
                    <a:pt x="22139" y="1110"/>
                    <a:pt x="22129" y="1109"/>
                    <a:pt x="22118" y="1108"/>
                  </a:cubicBezTo>
                  <a:cubicBezTo>
                    <a:pt x="22013" y="1165"/>
                    <a:pt x="21964" y="1165"/>
                    <a:pt x="22013" y="1230"/>
                  </a:cubicBezTo>
                  <a:cubicBezTo>
                    <a:pt x="22013" y="1270"/>
                    <a:pt x="21997" y="1311"/>
                    <a:pt x="21964" y="1343"/>
                  </a:cubicBezTo>
                  <a:cubicBezTo>
                    <a:pt x="21932" y="1365"/>
                    <a:pt x="21910" y="1372"/>
                    <a:pt x="21898" y="1372"/>
                  </a:cubicBezTo>
                  <a:cubicBezTo>
                    <a:pt x="21873" y="1372"/>
                    <a:pt x="21883" y="1343"/>
                    <a:pt x="21916" y="1343"/>
                  </a:cubicBezTo>
                  <a:cubicBezTo>
                    <a:pt x="22013" y="1287"/>
                    <a:pt x="21964" y="1287"/>
                    <a:pt x="21916" y="1230"/>
                  </a:cubicBezTo>
                  <a:cubicBezTo>
                    <a:pt x="21873" y="1187"/>
                    <a:pt x="21812" y="1163"/>
                    <a:pt x="21749" y="1163"/>
                  </a:cubicBezTo>
                  <a:cubicBezTo>
                    <a:pt x="21740" y="1163"/>
                    <a:pt x="21730" y="1164"/>
                    <a:pt x="21721" y="1165"/>
                  </a:cubicBezTo>
                  <a:lnTo>
                    <a:pt x="21527" y="1165"/>
                  </a:lnTo>
                  <a:cubicBezTo>
                    <a:pt x="21454" y="1133"/>
                    <a:pt x="21405" y="1116"/>
                    <a:pt x="21375" y="1116"/>
                  </a:cubicBezTo>
                  <a:cubicBezTo>
                    <a:pt x="21344" y="1116"/>
                    <a:pt x="21332" y="1133"/>
                    <a:pt x="21332" y="1165"/>
                  </a:cubicBezTo>
                  <a:lnTo>
                    <a:pt x="21332" y="1222"/>
                  </a:lnTo>
                  <a:cubicBezTo>
                    <a:pt x="21307" y="1160"/>
                    <a:pt x="21157" y="1130"/>
                    <a:pt x="21008" y="1130"/>
                  </a:cubicBezTo>
                  <a:cubicBezTo>
                    <a:pt x="20865" y="1130"/>
                    <a:pt x="20724" y="1158"/>
                    <a:pt x="20700" y="1214"/>
                  </a:cubicBezTo>
                  <a:lnTo>
                    <a:pt x="20700" y="1157"/>
                  </a:lnTo>
                  <a:cubicBezTo>
                    <a:pt x="20700" y="1100"/>
                    <a:pt x="20651" y="1092"/>
                    <a:pt x="20554" y="1092"/>
                  </a:cubicBezTo>
                  <a:cubicBezTo>
                    <a:pt x="20424" y="1124"/>
                    <a:pt x="20294" y="1141"/>
                    <a:pt x="20165" y="1149"/>
                  </a:cubicBezTo>
                  <a:cubicBezTo>
                    <a:pt x="19970" y="1149"/>
                    <a:pt x="19824" y="1149"/>
                    <a:pt x="19824" y="1206"/>
                  </a:cubicBezTo>
                  <a:cubicBezTo>
                    <a:pt x="19775" y="1206"/>
                    <a:pt x="19775" y="1206"/>
                    <a:pt x="19775" y="1149"/>
                  </a:cubicBezTo>
                  <a:cubicBezTo>
                    <a:pt x="19824" y="1092"/>
                    <a:pt x="19775" y="1092"/>
                    <a:pt x="19727" y="1084"/>
                  </a:cubicBezTo>
                  <a:cubicBezTo>
                    <a:pt x="19678" y="1084"/>
                    <a:pt x="19678" y="1149"/>
                    <a:pt x="19678" y="1206"/>
                  </a:cubicBezTo>
                  <a:cubicBezTo>
                    <a:pt x="19678" y="1234"/>
                    <a:pt x="19666" y="1248"/>
                    <a:pt x="19642" y="1248"/>
                  </a:cubicBezTo>
                  <a:cubicBezTo>
                    <a:pt x="19617" y="1248"/>
                    <a:pt x="19581" y="1234"/>
                    <a:pt x="19532" y="1206"/>
                  </a:cubicBezTo>
                  <a:cubicBezTo>
                    <a:pt x="19469" y="1172"/>
                    <a:pt x="19400" y="1156"/>
                    <a:pt x="19331" y="1156"/>
                  </a:cubicBezTo>
                  <a:cubicBezTo>
                    <a:pt x="19266" y="1156"/>
                    <a:pt x="19202" y="1170"/>
                    <a:pt x="19143" y="1197"/>
                  </a:cubicBezTo>
                  <a:cubicBezTo>
                    <a:pt x="19094" y="1197"/>
                    <a:pt x="19046" y="1197"/>
                    <a:pt x="19046" y="1141"/>
                  </a:cubicBezTo>
                  <a:cubicBezTo>
                    <a:pt x="19017" y="1096"/>
                    <a:pt x="18971" y="1074"/>
                    <a:pt x="18924" y="1074"/>
                  </a:cubicBezTo>
                  <a:cubicBezTo>
                    <a:pt x="18877" y="1074"/>
                    <a:pt x="18831" y="1096"/>
                    <a:pt x="18802" y="1141"/>
                  </a:cubicBezTo>
                  <a:cubicBezTo>
                    <a:pt x="18754" y="1141"/>
                    <a:pt x="18754" y="1141"/>
                    <a:pt x="18754" y="1076"/>
                  </a:cubicBezTo>
                  <a:cubicBezTo>
                    <a:pt x="18725" y="1043"/>
                    <a:pt x="18714" y="1007"/>
                    <a:pt x="18699" y="1007"/>
                  </a:cubicBezTo>
                  <a:cubicBezTo>
                    <a:pt x="18689" y="1007"/>
                    <a:pt x="18677" y="1025"/>
                    <a:pt x="18656" y="1076"/>
                  </a:cubicBezTo>
                  <a:cubicBezTo>
                    <a:pt x="18604" y="1104"/>
                    <a:pt x="18545" y="1118"/>
                    <a:pt x="18486" y="1118"/>
                  </a:cubicBezTo>
                  <a:cubicBezTo>
                    <a:pt x="18427" y="1118"/>
                    <a:pt x="18369" y="1104"/>
                    <a:pt x="18316" y="1076"/>
                  </a:cubicBezTo>
                  <a:cubicBezTo>
                    <a:pt x="18267" y="1076"/>
                    <a:pt x="18219" y="1076"/>
                    <a:pt x="18219" y="1133"/>
                  </a:cubicBezTo>
                  <a:cubicBezTo>
                    <a:pt x="18219" y="1152"/>
                    <a:pt x="18219" y="1173"/>
                    <a:pt x="18219" y="1189"/>
                  </a:cubicBezTo>
                  <a:cubicBezTo>
                    <a:pt x="18194" y="1133"/>
                    <a:pt x="18182" y="1104"/>
                    <a:pt x="18170" y="1104"/>
                  </a:cubicBezTo>
                  <a:cubicBezTo>
                    <a:pt x="18158" y="1104"/>
                    <a:pt x="18146" y="1133"/>
                    <a:pt x="18121" y="1189"/>
                  </a:cubicBezTo>
                  <a:cubicBezTo>
                    <a:pt x="18121" y="1222"/>
                    <a:pt x="18109" y="1238"/>
                    <a:pt x="18097" y="1238"/>
                  </a:cubicBezTo>
                  <a:cubicBezTo>
                    <a:pt x="18085" y="1238"/>
                    <a:pt x="18073" y="1222"/>
                    <a:pt x="18073" y="1189"/>
                  </a:cubicBezTo>
                  <a:cubicBezTo>
                    <a:pt x="18048" y="1157"/>
                    <a:pt x="18016" y="1133"/>
                    <a:pt x="17975" y="1133"/>
                  </a:cubicBezTo>
                  <a:cubicBezTo>
                    <a:pt x="17797" y="1165"/>
                    <a:pt x="17619" y="1181"/>
                    <a:pt x="17440" y="1189"/>
                  </a:cubicBezTo>
                  <a:cubicBezTo>
                    <a:pt x="17334" y="1187"/>
                    <a:pt x="17245" y="1185"/>
                    <a:pt x="17173" y="1185"/>
                  </a:cubicBezTo>
                  <a:cubicBezTo>
                    <a:pt x="16982" y="1185"/>
                    <a:pt x="16905" y="1197"/>
                    <a:pt x="16905" y="1238"/>
                  </a:cubicBezTo>
                  <a:cubicBezTo>
                    <a:pt x="16881" y="1270"/>
                    <a:pt x="16869" y="1287"/>
                    <a:pt x="16857" y="1287"/>
                  </a:cubicBezTo>
                  <a:cubicBezTo>
                    <a:pt x="16844" y="1287"/>
                    <a:pt x="16832" y="1270"/>
                    <a:pt x="16808" y="1238"/>
                  </a:cubicBezTo>
                  <a:cubicBezTo>
                    <a:pt x="16780" y="1203"/>
                    <a:pt x="16733" y="1180"/>
                    <a:pt x="16684" y="1180"/>
                  </a:cubicBezTo>
                  <a:cubicBezTo>
                    <a:pt x="16677" y="1180"/>
                    <a:pt x="16669" y="1180"/>
                    <a:pt x="16662" y="1181"/>
                  </a:cubicBezTo>
                  <a:cubicBezTo>
                    <a:pt x="16613" y="1181"/>
                    <a:pt x="16565" y="1181"/>
                    <a:pt x="16565" y="1116"/>
                  </a:cubicBezTo>
                  <a:cubicBezTo>
                    <a:pt x="16516" y="1181"/>
                    <a:pt x="16516" y="1181"/>
                    <a:pt x="16467" y="1181"/>
                  </a:cubicBezTo>
                  <a:cubicBezTo>
                    <a:pt x="16467" y="1148"/>
                    <a:pt x="16454" y="1132"/>
                    <a:pt x="16435" y="1132"/>
                  </a:cubicBezTo>
                  <a:cubicBezTo>
                    <a:pt x="16417" y="1132"/>
                    <a:pt x="16394" y="1146"/>
                    <a:pt x="16370" y="1173"/>
                  </a:cubicBezTo>
                  <a:cubicBezTo>
                    <a:pt x="16346" y="1234"/>
                    <a:pt x="16334" y="1264"/>
                    <a:pt x="16328" y="1264"/>
                  </a:cubicBezTo>
                  <a:cubicBezTo>
                    <a:pt x="16321" y="1264"/>
                    <a:pt x="16321" y="1234"/>
                    <a:pt x="16321" y="1173"/>
                  </a:cubicBezTo>
                  <a:cubicBezTo>
                    <a:pt x="16321" y="1133"/>
                    <a:pt x="16249" y="1089"/>
                    <a:pt x="16223" y="1089"/>
                  </a:cubicBezTo>
                  <a:cubicBezTo>
                    <a:pt x="16212" y="1089"/>
                    <a:pt x="16210" y="1097"/>
                    <a:pt x="16224" y="1116"/>
                  </a:cubicBezTo>
                  <a:cubicBezTo>
                    <a:pt x="16224" y="1173"/>
                    <a:pt x="16127" y="1173"/>
                    <a:pt x="16078" y="1230"/>
                  </a:cubicBezTo>
                  <a:cubicBezTo>
                    <a:pt x="16030" y="1230"/>
                    <a:pt x="15981" y="1230"/>
                    <a:pt x="15981" y="1173"/>
                  </a:cubicBezTo>
                  <a:cubicBezTo>
                    <a:pt x="15967" y="1156"/>
                    <a:pt x="15936" y="1150"/>
                    <a:pt x="15898" y="1150"/>
                  </a:cubicBezTo>
                  <a:cubicBezTo>
                    <a:pt x="15806" y="1150"/>
                    <a:pt x="15675" y="1190"/>
                    <a:pt x="15640" y="1230"/>
                  </a:cubicBezTo>
                  <a:cubicBezTo>
                    <a:pt x="15640" y="1258"/>
                    <a:pt x="15628" y="1272"/>
                    <a:pt x="15616" y="1272"/>
                  </a:cubicBezTo>
                  <a:cubicBezTo>
                    <a:pt x="15604" y="1272"/>
                    <a:pt x="15592" y="1258"/>
                    <a:pt x="15592" y="1230"/>
                  </a:cubicBezTo>
                  <a:cubicBezTo>
                    <a:pt x="15592" y="1173"/>
                    <a:pt x="15543" y="1173"/>
                    <a:pt x="15494" y="1165"/>
                  </a:cubicBezTo>
                  <a:cubicBezTo>
                    <a:pt x="15480" y="1184"/>
                    <a:pt x="15470" y="1192"/>
                    <a:pt x="15463" y="1192"/>
                  </a:cubicBezTo>
                  <a:cubicBezTo>
                    <a:pt x="15446" y="1192"/>
                    <a:pt x="15446" y="1148"/>
                    <a:pt x="15446" y="1108"/>
                  </a:cubicBezTo>
                  <a:cubicBezTo>
                    <a:pt x="15494" y="1051"/>
                    <a:pt x="15446" y="1051"/>
                    <a:pt x="15349" y="1051"/>
                  </a:cubicBezTo>
                  <a:cubicBezTo>
                    <a:pt x="15313" y="1093"/>
                    <a:pt x="15201" y="1104"/>
                    <a:pt x="15086" y="1104"/>
                  </a:cubicBezTo>
                  <a:cubicBezTo>
                    <a:pt x="15043" y="1104"/>
                    <a:pt x="14999" y="1102"/>
                    <a:pt x="14959" y="1100"/>
                  </a:cubicBezTo>
                  <a:cubicBezTo>
                    <a:pt x="14716" y="1100"/>
                    <a:pt x="14667" y="1165"/>
                    <a:pt x="14562" y="1279"/>
                  </a:cubicBezTo>
                  <a:lnTo>
                    <a:pt x="14513" y="1400"/>
                  </a:lnTo>
                  <a:lnTo>
                    <a:pt x="14513" y="1279"/>
                  </a:lnTo>
                  <a:cubicBezTo>
                    <a:pt x="14505" y="1214"/>
                    <a:pt x="14489" y="1157"/>
                    <a:pt x="14473" y="1100"/>
                  </a:cubicBezTo>
                  <a:cubicBezTo>
                    <a:pt x="14424" y="1100"/>
                    <a:pt x="14424" y="1157"/>
                    <a:pt x="14416" y="1222"/>
                  </a:cubicBezTo>
                  <a:cubicBezTo>
                    <a:pt x="14416" y="1249"/>
                    <a:pt x="14405" y="1263"/>
                    <a:pt x="14382" y="1263"/>
                  </a:cubicBezTo>
                  <a:cubicBezTo>
                    <a:pt x="14358" y="1263"/>
                    <a:pt x="14320" y="1247"/>
                    <a:pt x="14270" y="1214"/>
                  </a:cubicBezTo>
                  <a:cubicBezTo>
                    <a:pt x="14222" y="1185"/>
                    <a:pt x="14185" y="1171"/>
                    <a:pt x="14155" y="1171"/>
                  </a:cubicBezTo>
                  <a:cubicBezTo>
                    <a:pt x="14124" y="1171"/>
                    <a:pt x="14100" y="1185"/>
                    <a:pt x="14076" y="1214"/>
                  </a:cubicBezTo>
                  <a:cubicBezTo>
                    <a:pt x="14069" y="1215"/>
                    <a:pt x="14063" y="1215"/>
                    <a:pt x="14056" y="1215"/>
                  </a:cubicBezTo>
                  <a:cubicBezTo>
                    <a:pt x="14013" y="1215"/>
                    <a:pt x="13965" y="1192"/>
                    <a:pt x="13930" y="1157"/>
                  </a:cubicBezTo>
                  <a:cubicBezTo>
                    <a:pt x="13881" y="1157"/>
                    <a:pt x="13881" y="1157"/>
                    <a:pt x="13881" y="1214"/>
                  </a:cubicBezTo>
                  <a:cubicBezTo>
                    <a:pt x="13881" y="1242"/>
                    <a:pt x="13869" y="1256"/>
                    <a:pt x="13851" y="1256"/>
                  </a:cubicBezTo>
                  <a:cubicBezTo>
                    <a:pt x="13832" y="1256"/>
                    <a:pt x="13808" y="1242"/>
                    <a:pt x="13784" y="1214"/>
                  </a:cubicBezTo>
                  <a:cubicBezTo>
                    <a:pt x="13755" y="1141"/>
                    <a:pt x="13692" y="1112"/>
                    <a:pt x="13645" y="1112"/>
                  </a:cubicBezTo>
                  <a:cubicBezTo>
                    <a:pt x="13613" y="1112"/>
                    <a:pt x="13589" y="1126"/>
                    <a:pt x="13589" y="1149"/>
                  </a:cubicBezTo>
                  <a:cubicBezTo>
                    <a:pt x="13589" y="1214"/>
                    <a:pt x="13540" y="1214"/>
                    <a:pt x="13492" y="1214"/>
                  </a:cubicBezTo>
                  <a:cubicBezTo>
                    <a:pt x="13483" y="1212"/>
                    <a:pt x="13474" y="1212"/>
                    <a:pt x="13465" y="1212"/>
                  </a:cubicBezTo>
                  <a:cubicBezTo>
                    <a:pt x="13420" y="1212"/>
                    <a:pt x="13380" y="1230"/>
                    <a:pt x="13346" y="1270"/>
                  </a:cubicBezTo>
                  <a:lnTo>
                    <a:pt x="13249" y="1270"/>
                  </a:lnTo>
                  <a:cubicBezTo>
                    <a:pt x="13200" y="1270"/>
                    <a:pt x="13249" y="1206"/>
                    <a:pt x="13297" y="1206"/>
                  </a:cubicBezTo>
                  <a:lnTo>
                    <a:pt x="13249" y="1149"/>
                  </a:lnTo>
                  <a:cubicBezTo>
                    <a:pt x="13151" y="1149"/>
                    <a:pt x="13103" y="1149"/>
                    <a:pt x="13054" y="1206"/>
                  </a:cubicBezTo>
                  <a:cubicBezTo>
                    <a:pt x="13030" y="1266"/>
                    <a:pt x="13018" y="1297"/>
                    <a:pt x="13011" y="1297"/>
                  </a:cubicBezTo>
                  <a:cubicBezTo>
                    <a:pt x="13005" y="1297"/>
                    <a:pt x="13005" y="1266"/>
                    <a:pt x="13005" y="1206"/>
                  </a:cubicBezTo>
                  <a:cubicBezTo>
                    <a:pt x="13005" y="1166"/>
                    <a:pt x="12981" y="1122"/>
                    <a:pt x="12950" y="1122"/>
                  </a:cubicBezTo>
                  <a:cubicBezTo>
                    <a:pt x="12937" y="1122"/>
                    <a:pt x="12923" y="1130"/>
                    <a:pt x="12908" y="1149"/>
                  </a:cubicBezTo>
                  <a:cubicBezTo>
                    <a:pt x="12888" y="1197"/>
                    <a:pt x="12867" y="1214"/>
                    <a:pt x="12850" y="1214"/>
                  </a:cubicBezTo>
                  <a:cubicBezTo>
                    <a:pt x="12827" y="1214"/>
                    <a:pt x="12811" y="1182"/>
                    <a:pt x="12811" y="1149"/>
                  </a:cubicBezTo>
                  <a:cubicBezTo>
                    <a:pt x="12836" y="1087"/>
                    <a:pt x="12848" y="1057"/>
                    <a:pt x="12828" y="1057"/>
                  </a:cubicBezTo>
                  <a:cubicBezTo>
                    <a:pt x="12809" y="1057"/>
                    <a:pt x="12760" y="1085"/>
                    <a:pt x="12665" y="1141"/>
                  </a:cubicBezTo>
                  <a:cubicBezTo>
                    <a:pt x="12568" y="1141"/>
                    <a:pt x="12373" y="1197"/>
                    <a:pt x="12227" y="1197"/>
                  </a:cubicBezTo>
                  <a:cubicBezTo>
                    <a:pt x="12032" y="1197"/>
                    <a:pt x="11935" y="1197"/>
                    <a:pt x="11886" y="1133"/>
                  </a:cubicBezTo>
                  <a:cubicBezTo>
                    <a:pt x="11886" y="1122"/>
                    <a:pt x="11886" y="1113"/>
                    <a:pt x="11885" y="1104"/>
                  </a:cubicBezTo>
                  <a:lnTo>
                    <a:pt x="11885" y="1104"/>
                  </a:lnTo>
                  <a:cubicBezTo>
                    <a:pt x="11877" y="1197"/>
                    <a:pt x="11825" y="1197"/>
                    <a:pt x="11692" y="1197"/>
                  </a:cubicBezTo>
                  <a:cubicBezTo>
                    <a:pt x="11657" y="1177"/>
                    <a:pt x="11618" y="1167"/>
                    <a:pt x="11580" y="1167"/>
                  </a:cubicBezTo>
                  <a:cubicBezTo>
                    <a:pt x="11513" y="1167"/>
                    <a:pt x="11446" y="1197"/>
                    <a:pt x="11400" y="1254"/>
                  </a:cubicBezTo>
                  <a:lnTo>
                    <a:pt x="11497" y="1254"/>
                  </a:lnTo>
                  <a:cubicBezTo>
                    <a:pt x="11497" y="1324"/>
                    <a:pt x="11481" y="1351"/>
                    <a:pt x="11450" y="1351"/>
                  </a:cubicBezTo>
                  <a:cubicBezTo>
                    <a:pt x="11426" y="1351"/>
                    <a:pt x="11393" y="1335"/>
                    <a:pt x="11351" y="1311"/>
                  </a:cubicBezTo>
                  <a:cubicBezTo>
                    <a:pt x="11303" y="1311"/>
                    <a:pt x="11303" y="1246"/>
                    <a:pt x="11303" y="1189"/>
                  </a:cubicBezTo>
                  <a:cubicBezTo>
                    <a:pt x="11303" y="1133"/>
                    <a:pt x="11262" y="1084"/>
                    <a:pt x="11205" y="1068"/>
                  </a:cubicBezTo>
                  <a:cubicBezTo>
                    <a:pt x="11157" y="1068"/>
                    <a:pt x="11108" y="1068"/>
                    <a:pt x="11157" y="1133"/>
                  </a:cubicBezTo>
                  <a:cubicBezTo>
                    <a:pt x="11157" y="1189"/>
                    <a:pt x="11157" y="1189"/>
                    <a:pt x="11108" y="1189"/>
                  </a:cubicBezTo>
                  <a:cubicBezTo>
                    <a:pt x="11101" y="1188"/>
                    <a:pt x="11093" y="1188"/>
                    <a:pt x="11086" y="1188"/>
                  </a:cubicBezTo>
                  <a:cubicBezTo>
                    <a:pt x="11037" y="1188"/>
                    <a:pt x="10990" y="1211"/>
                    <a:pt x="10962" y="1246"/>
                  </a:cubicBezTo>
                  <a:cubicBezTo>
                    <a:pt x="10962" y="1298"/>
                    <a:pt x="10931" y="1303"/>
                    <a:pt x="10894" y="1303"/>
                  </a:cubicBezTo>
                  <a:cubicBezTo>
                    <a:pt x="10884" y="1303"/>
                    <a:pt x="10875" y="1303"/>
                    <a:pt x="10865" y="1303"/>
                  </a:cubicBezTo>
                  <a:cubicBezTo>
                    <a:pt x="10824" y="1270"/>
                    <a:pt x="10776" y="1246"/>
                    <a:pt x="10719" y="1246"/>
                  </a:cubicBezTo>
                  <a:lnTo>
                    <a:pt x="10719" y="1189"/>
                  </a:lnTo>
                  <a:cubicBezTo>
                    <a:pt x="10711" y="1141"/>
                    <a:pt x="10695" y="1100"/>
                    <a:pt x="10670" y="1068"/>
                  </a:cubicBezTo>
                  <a:cubicBezTo>
                    <a:pt x="10622" y="1068"/>
                    <a:pt x="10622" y="1124"/>
                    <a:pt x="10622" y="1124"/>
                  </a:cubicBezTo>
                  <a:cubicBezTo>
                    <a:pt x="10622" y="1169"/>
                    <a:pt x="9915" y="1174"/>
                    <a:pt x="9533" y="1174"/>
                  </a:cubicBezTo>
                  <a:cubicBezTo>
                    <a:pt x="9424" y="1174"/>
                    <a:pt x="9341" y="1173"/>
                    <a:pt x="9308" y="1173"/>
                  </a:cubicBezTo>
                  <a:cubicBezTo>
                    <a:pt x="9260" y="1141"/>
                    <a:pt x="9199" y="1124"/>
                    <a:pt x="9156" y="1124"/>
                  </a:cubicBezTo>
                  <a:cubicBezTo>
                    <a:pt x="9114" y="1124"/>
                    <a:pt x="9089" y="1141"/>
                    <a:pt x="9114" y="1173"/>
                  </a:cubicBezTo>
                  <a:cubicBezTo>
                    <a:pt x="9114" y="1230"/>
                    <a:pt x="8870" y="1230"/>
                    <a:pt x="8579" y="1230"/>
                  </a:cubicBezTo>
                  <a:cubicBezTo>
                    <a:pt x="8485" y="1228"/>
                    <a:pt x="8398" y="1226"/>
                    <a:pt x="8322" y="1226"/>
                  </a:cubicBezTo>
                  <a:cubicBezTo>
                    <a:pt x="8119" y="1226"/>
                    <a:pt x="7987" y="1237"/>
                    <a:pt x="7987" y="1279"/>
                  </a:cubicBezTo>
                  <a:lnTo>
                    <a:pt x="7841" y="1279"/>
                  </a:lnTo>
                  <a:cubicBezTo>
                    <a:pt x="7760" y="1295"/>
                    <a:pt x="7679" y="1311"/>
                    <a:pt x="7597" y="1335"/>
                  </a:cubicBezTo>
                  <a:cubicBezTo>
                    <a:pt x="7573" y="1364"/>
                    <a:pt x="7549" y="1378"/>
                    <a:pt x="7537" y="1378"/>
                  </a:cubicBezTo>
                  <a:cubicBezTo>
                    <a:pt x="7525" y="1378"/>
                    <a:pt x="7525" y="1364"/>
                    <a:pt x="7549" y="1335"/>
                  </a:cubicBezTo>
                  <a:cubicBezTo>
                    <a:pt x="7549" y="1279"/>
                    <a:pt x="7549" y="1214"/>
                    <a:pt x="7500" y="1214"/>
                  </a:cubicBezTo>
                  <a:cubicBezTo>
                    <a:pt x="7403" y="1214"/>
                    <a:pt x="7403" y="1279"/>
                    <a:pt x="7403" y="1335"/>
                  </a:cubicBezTo>
                  <a:cubicBezTo>
                    <a:pt x="7403" y="1392"/>
                    <a:pt x="7354" y="1392"/>
                    <a:pt x="7354" y="1392"/>
                  </a:cubicBezTo>
                  <a:cubicBezTo>
                    <a:pt x="7306" y="1392"/>
                    <a:pt x="7306" y="1392"/>
                    <a:pt x="7306" y="1335"/>
                  </a:cubicBezTo>
                  <a:lnTo>
                    <a:pt x="7306" y="1214"/>
                  </a:lnTo>
                  <a:lnTo>
                    <a:pt x="7257" y="1214"/>
                  </a:lnTo>
                  <a:cubicBezTo>
                    <a:pt x="7257" y="1266"/>
                    <a:pt x="7226" y="1271"/>
                    <a:pt x="7213" y="1271"/>
                  </a:cubicBezTo>
                  <a:cubicBezTo>
                    <a:pt x="7210" y="1271"/>
                    <a:pt x="7208" y="1270"/>
                    <a:pt x="7208" y="1270"/>
                  </a:cubicBezTo>
                  <a:cubicBezTo>
                    <a:pt x="7160" y="1270"/>
                    <a:pt x="7160" y="1270"/>
                    <a:pt x="7160" y="1157"/>
                  </a:cubicBezTo>
                  <a:cubicBezTo>
                    <a:pt x="7164" y="1096"/>
                    <a:pt x="7154" y="1066"/>
                    <a:pt x="7135" y="1066"/>
                  </a:cubicBezTo>
                  <a:cubicBezTo>
                    <a:pt x="7117" y="1066"/>
                    <a:pt x="7091" y="1096"/>
                    <a:pt x="7062" y="1157"/>
                  </a:cubicBezTo>
                  <a:lnTo>
                    <a:pt x="6965" y="1214"/>
                  </a:lnTo>
                  <a:cubicBezTo>
                    <a:pt x="6950" y="1176"/>
                    <a:pt x="6930" y="1161"/>
                    <a:pt x="6908" y="1161"/>
                  </a:cubicBezTo>
                  <a:cubicBezTo>
                    <a:pt x="6861" y="1161"/>
                    <a:pt x="6804" y="1231"/>
                    <a:pt x="6770" y="1270"/>
                  </a:cubicBezTo>
                  <a:cubicBezTo>
                    <a:pt x="6746" y="1210"/>
                    <a:pt x="6722" y="1179"/>
                    <a:pt x="6698" y="1179"/>
                  </a:cubicBezTo>
                  <a:cubicBezTo>
                    <a:pt x="6673" y="1179"/>
                    <a:pt x="6649" y="1210"/>
                    <a:pt x="6625" y="1270"/>
                  </a:cubicBezTo>
                  <a:cubicBezTo>
                    <a:pt x="6625" y="1299"/>
                    <a:pt x="6612" y="1313"/>
                    <a:pt x="6594" y="1313"/>
                  </a:cubicBezTo>
                  <a:cubicBezTo>
                    <a:pt x="6576" y="1313"/>
                    <a:pt x="6552" y="1299"/>
                    <a:pt x="6527" y="1270"/>
                  </a:cubicBezTo>
                  <a:cubicBezTo>
                    <a:pt x="6479" y="1206"/>
                    <a:pt x="6430" y="1206"/>
                    <a:pt x="6333" y="1206"/>
                  </a:cubicBezTo>
                  <a:cubicBezTo>
                    <a:pt x="6284" y="1262"/>
                    <a:pt x="5944" y="1262"/>
                    <a:pt x="5554" y="1262"/>
                  </a:cubicBezTo>
                  <a:cubicBezTo>
                    <a:pt x="5434" y="1260"/>
                    <a:pt x="5325" y="1258"/>
                    <a:pt x="5230" y="1258"/>
                  </a:cubicBezTo>
                  <a:cubicBezTo>
                    <a:pt x="4978" y="1258"/>
                    <a:pt x="4825" y="1270"/>
                    <a:pt x="4825" y="1311"/>
                  </a:cubicBezTo>
                  <a:cubicBezTo>
                    <a:pt x="4776" y="1311"/>
                    <a:pt x="4776" y="1311"/>
                    <a:pt x="4727" y="1254"/>
                  </a:cubicBezTo>
                  <a:cubicBezTo>
                    <a:pt x="4727" y="1227"/>
                    <a:pt x="4719" y="1211"/>
                    <a:pt x="4705" y="1211"/>
                  </a:cubicBezTo>
                  <a:cubicBezTo>
                    <a:pt x="4686" y="1211"/>
                    <a:pt x="4658" y="1241"/>
                    <a:pt x="4630" y="1311"/>
                  </a:cubicBezTo>
                  <a:cubicBezTo>
                    <a:pt x="4602" y="1344"/>
                    <a:pt x="4590" y="1380"/>
                    <a:pt x="4585" y="1380"/>
                  </a:cubicBezTo>
                  <a:cubicBezTo>
                    <a:pt x="4581" y="1380"/>
                    <a:pt x="4581" y="1362"/>
                    <a:pt x="4581" y="1311"/>
                  </a:cubicBezTo>
                  <a:cubicBezTo>
                    <a:pt x="4581" y="1254"/>
                    <a:pt x="4484" y="1246"/>
                    <a:pt x="4290" y="1246"/>
                  </a:cubicBezTo>
                  <a:cubicBezTo>
                    <a:pt x="4144" y="1246"/>
                    <a:pt x="3949" y="1246"/>
                    <a:pt x="3949" y="1303"/>
                  </a:cubicBezTo>
                  <a:cubicBezTo>
                    <a:pt x="3900" y="1331"/>
                    <a:pt x="3876" y="1345"/>
                    <a:pt x="3870" y="1345"/>
                  </a:cubicBezTo>
                  <a:cubicBezTo>
                    <a:pt x="3864" y="1345"/>
                    <a:pt x="3876" y="1331"/>
                    <a:pt x="3900" y="1303"/>
                  </a:cubicBezTo>
                  <a:cubicBezTo>
                    <a:pt x="3931" y="1227"/>
                    <a:pt x="3848" y="1177"/>
                    <a:pt x="3746" y="1177"/>
                  </a:cubicBezTo>
                  <a:cubicBezTo>
                    <a:pt x="3684" y="1177"/>
                    <a:pt x="3615" y="1195"/>
                    <a:pt x="3560" y="1238"/>
                  </a:cubicBezTo>
                  <a:cubicBezTo>
                    <a:pt x="3511" y="1238"/>
                    <a:pt x="3463" y="1238"/>
                    <a:pt x="3463" y="1181"/>
                  </a:cubicBezTo>
                  <a:cubicBezTo>
                    <a:pt x="3373" y="1181"/>
                    <a:pt x="3292" y="1197"/>
                    <a:pt x="3219" y="1238"/>
                  </a:cubicBezTo>
                  <a:lnTo>
                    <a:pt x="2879" y="1238"/>
                  </a:lnTo>
                  <a:cubicBezTo>
                    <a:pt x="2806" y="1238"/>
                    <a:pt x="2741" y="1262"/>
                    <a:pt x="2684" y="1295"/>
                  </a:cubicBezTo>
                  <a:lnTo>
                    <a:pt x="2636" y="1295"/>
                  </a:lnTo>
                  <a:cubicBezTo>
                    <a:pt x="2636" y="1230"/>
                    <a:pt x="2392" y="1230"/>
                    <a:pt x="2052" y="1230"/>
                  </a:cubicBezTo>
                  <a:cubicBezTo>
                    <a:pt x="1711" y="1222"/>
                    <a:pt x="1419" y="1222"/>
                    <a:pt x="1371" y="1165"/>
                  </a:cubicBezTo>
                  <a:cubicBezTo>
                    <a:pt x="1330" y="1165"/>
                    <a:pt x="1290" y="1189"/>
                    <a:pt x="1273" y="1222"/>
                  </a:cubicBezTo>
                  <a:cubicBezTo>
                    <a:pt x="1241" y="1292"/>
                    <a:pt x="1211" y="1322"/>
                    <a:pt x="1182" y="1322"/>
                  </a:cubicBezTo>
                  <a:cubicBezTo>
                    <a:pt x="1160" y="1322"/>
                    <a:pt x="1140" y="1306"/>
                    <a:pt x="1119" y="1279"/>
                  </a:cubicBezTo>
                  <a:cubicBezTo>
                    <a:pt x="1091" y="1218"/>
                    <a:pt x="1034" y="1187"/>
                    <a:pt x="976" y="1187"/>
                  </a:cubicBezTo>
                  <a:cubicBezTo>
                    <a:pt x="919" y="1187"/>
                    <a:pt x="860" y="1218"/>
                    <a:pt x="828" y="1279"/>
                  </a:cubicBezTo>
                  <a:lnTo>
                    <a:pt x="828" y="1214"/>
                  </a:lnTo>
                  <a:cubicBezTo>
                    <a:pt x="812" y="1170"/>
                    <a:pt x="780" y="1152"/>
                    <a:pt x="744" y="1152"/>
                  </a:cubicBezTo>
                  <a:cubicBezTo>
                    <a:pt x="685" y="1152"/>
                    <a:pt x="614" y="1200"/>
                    <a:pt x="584" y="1270"/>
                  </a:cubicBezTo>
                  <a:cubicBezTo>
                    <a:pt x="550" y="1230"/>
                    <a:pt x="515" y="1190"/>
                    <a:pt x="481" y="1190"/>
                  </a:cubicBezTo>
                  <a:cubicBezTo>
                    <a:pt x="467" y="1190"/>
                    <a:pt x="453" y="1197"/>
                    <a:pt x="438" y="1214"/>
                  </a:cubicBezTo>
                  <a:cubicBezTo>
                    <a:pt x="390" y="1214"/>
                    <a:pt x="390" y="1214"/>
                    <a:pt x="390" y="1092"/>
                  </a:cubicBezTo>
                  <a:cubicBezTo>
                    <a:pt x="390" y="1035"/>
                    <a:pt x="398" y="970"/>
                    <a:pt x="349" y="970"/>
                  </a:cubicBezTo>
                  <a:close/>
                  <a:moveTo>
                    <a:pt x="29805" y="2073"/>
                  </a:moveTo>
                  <a:cubicBezTo>
                    <a:pt x="29805" y="2130"/>
                    <a:pt x="29805" y="2130"/>
                    <a:pt x="29853" y="2130"/>
                  </a:cubicBezTo>
                  <a:cubicBezTo>
                    <a:pt x="29951" y="2130"/>
                    <a:pt x="29951" y="2130"/>
                    <a:pt x="29902" y="20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2"/>
            <p:cNvSpPr/>
            <p:nvPr/>
          </p:nvSpPr>
          <p:spPr>
            <a:xfrm>
              <a:off x="7318184" y="1211960"/>
              <a:ext cx="414131" cy="311275"/>
            </a:xfrm>
            <a:custGeom>
              <a:avLst/>
              <a:gdLst/>
              <a:ahLst/>
              <a:cxnLst/>
              <a:rect l="l" t="t" r="r" b="b"/>
              <a:pathLst>
                <a:path w="24025" h="18058" extrusionOk="0">
                  <a:moveTo>
                    <a:pt x="8518" y="210"/>
                  </a:moveTo>
                  <a:cubicBezTo>
                    <a:pt x="8516" y="210"/>
                    <a:pt x="8520" y="217"/>
                    <a:pt x="8532" y="230"/>
                  </a:cubicBezTo>
                  <a:lnTo>
                    <a:pt x="8532" y="230"/>
                  </a:lnTo>
                  <a:cubicBezTo>
                    <a:pt x="8525" y="216"/>
                    <a:pt x="8519" y="210"/>
                    <a:pt x="8518" y="210"/>
                  </a:cubicBezTo>
                  <a:close/>
                  <a:moveTo>
                    <a:pt x="8532" y="230"/>
                  </a:moveTo>
                  <a:cubicBezTo>
                    <a:pt x="8537" y="241"/>
                    <a:pt x="8544" y="258"/>
                    <a:pt x="8550" y="280"/>
                  </a:cubicBezTo>
                  <a:lnTo>
                    <a:pt x="8550" y="280"/>
                  </a:lnTo>
                  <a:cubicBezTo>
                    <a:pt x="8549" y="269"/>
                    <a:pt x="8548" y="257"/>
                    <a:pt x="8546" y="244"/>
                  </a:cubicBezTo>
                  <a:cubicBezTo>
                    <a:pt x="8540" y="239"/>
                    <a:pt x="8536" y="234"/>
                    <a:pt x="8532" y="230"/>
                  </a:cubicBezTo>
                  <a:close/>
                  <a:moveTo>
                    <a:pt x="8141" y="511"/>
                  </a:moveTo>
                  <a:cubicBezTo>
                    <a:pt x="8110" y="521"/>
                    <a:pt x="8105" y="548"/>
                    <a:pt x="8114" y="548"/>
                  </a:cubicBezTo>
                  <a:cubicBezTo>
                    <a:pt x="8119" y="548"/>
                    <a:pt x="8129" y="538"/>
                    <a:pt x="8141" y="511"/>
                  </a:cubicBezTo>
                  <a:close/>
                  <a:moveTo>
                    <a:pt x="8818" y="443"/>
                  </a:moveTo>
                  <a:cubicBezTo>
                    <a:pt x="8852" y="443"/>
                    <a:pt x="8846" y="455"/>
                    <a:pt x="8822" y="503"/>
                  </a:cubicBezTo>
                  <a:cubicBezTo>
                    <a:pt x="8804" y="539"/>
                    <a:pt x="8781" y="557"/>
                    <a:pt x="8763" y="557"/>
                  </a:cubicBezTo>
                  <a:cubicBezTo>
                    <a:pt x="8748" y="557"/>
                    <a:pt x="8736" y="545"/>
                    <a:pt x="8733" y="519"/>
                  </a:cubicBezTo>
                  <a:cubicBezTo>
                    <a:pt x="8725" y="454"/>
                    <a:pt x="8725" y="454"/>
                    <a:pt x="8765" y="446"/>
                  </a:cubicBezTo>
                  <a:cubicBezTo>
                    <a:pt x="8789" y="444"/>
                    <a:pt x="8806" y="443"/>
                    <a:pt x="8818" y="443"/>
                  </a:cubicBezTo>
                  <a:close/>
                  <a:moveTo>
                    <a:pt x="8457" y="503"/>
                  </a:moveTo>
                  <a:lnTo>
                    <a:pt x="8514" y="552"/>
                  </a:lnTo>
                  <a:lnTo>
                    <a:pt x="8465" y="560"/>
                  </a:lnTo>
                  <a:cubicBezTo>
                    <a:pt x="8454" y="562"/>
                    <a:pt x="8446" y="564"/>
                    <a:pt x="8440" y="564"/>
                  </a:cubicBezTo>
                  <a:cubicBezTo>
                    <a:pt x="8424" y="564"/>
                    <a:pt x="8422" y="552"/>
                    <a:pt x="8417" y="511"/>
                  </a:cubicBezTo>
                  <a:lnTo>
                    <a:pt x="8457" y="503"/>
                  </a:lnTo>
                  <a:close/>
                  <a:moveTo>
                    <a:pt x="13387" y="454"/>
                  </a:moveTo>
                  <a:cubicBezTo>
                    <a:pt x="13390" y="454"/>
                    <a:pt x="13392" y="454"/>
                    <a:pt x="13395" y="454"/>
                  </a:cubicBezTo>
                  <a:lnTo>
                    <a:pt x="13443" y="463"/>
                  </a:lnTo>
                  <a:cubicBezTo>
                    <a:pt x="13427" y="503"/>
                    <a:pt x="13403" y="544"/>
                    <a:pt x="13379" y="576"/>
                  </a:cubicBezTo>
                  <a:lnTo>
                    <a:pt x="13330" y="568"/>
                  </a:lnTo>
                  <a:cubicBezTo>
                    <a:pt x="13345" y="507"/>
                    <a:pt x="13353" y="454"/>
                    <a:pt x="13387" y="454"/>
                  </a:cubicBezTo>
                  <a:close/>
                  <a:moveTo>
                    <a:pt x="8019" y="609"/>
                  </a:moveTo>
                  <a:lnTo>
                    <a:pt x="8076" y="657"/>
                  </a:lnTo>
                  <a:lnTo>
                    <a:pt x="8036" y="665"/>
                  </a:lnTo>
                  <a:cubicBezTo>
                    <a:pt x="8024" y="667"/>
                    <a:pt x="8016" y="669"/>
                    <a:pt x="8010" y="669"/>
                  </a:cubicBezTo>
                  <a:cubicBezTo>
                    <a:pt x="7994" y="669"/>
                    <a:pt x="7991" y="658"/>
                    <a:pt x="7979" y="617"/>
                  </a:cubicBezTo>
                  <a:lnTo>
                    <a:pt x="8019" y="609"/>
                  </a:lnTo>
                  <a:close/>
                  <a:moveTo>
                    <a:pt x="11638" y="708"/>
                  </a:moveTo>
                  <a:lnTo>
                    <a:pt x="11638" y="708"/>
                  </a:lnTo>
                  <a:cubicBezTo>
                    <a:pt x="11637" y="710"/>
                    <a:pt x="11636" y="712"/>
                    <a:pt x="11635" y="714"/>
                  </a:cubicBezTo>
                  <a:cubicBezTo>
                    <a:pt x="11635" y="730"/>
                    <a:pt x="11635" y="737"/>
                    <a:pt x="11636" y="737"/>
                  </a:cubicBezTo>
                  <a:cubicBezTo>
                    <a:pt x="11636" y="737"/>
                    <a:pt x="11636" y="726"/>
                    <a:pt x="11638" y="708"/>
                  </a:cubicBezTo>
                  <a:close/>
                  <a:moveTo>
                    <a:pt x="9681" y="625"/>
                  </a:moveTo>
                  <a:lnTo>
                    <a:pt x="9730" y="681"/>
                  </a:lnTo>
                  <a:cubicBezTo>
                    <a:pt x="9738" y="738"/>
                    <a:pt x="9698" y="746"/>
                    <a:pt x="9698" y="746"/>
                  </a:cubicBezTo>
                  <a:cubicBezTo>
                    <a:pt x="9657" y="746"/>
                    <a:pt x="9657" y="746"/>
                    <a:pt x="9649" y="690"/>
                  </a:cubicBezTo>
                  <a:cubicBezTo>
                    <a:pt x="9649" y="690"/>
                    <a:pt x="9641" y="625"/>
                    <a:pt x="9681" y="625"/>
                  </a:cubicBezTo>
                  <a:close/>
                  <a:moveTo>
                    <a:pt x="9171" y="746"/>
                  </a:moveTo>
                  <a:lnTo>
                    <a:pt x="9227" y="795"/>
                  </a:lnTo>
                  <a:lnTo>
                    <a:pt x="9187" y="860"/>
                  </a:lnTo>
                  <a:lnTo>
                    <a:pt x="9146" y="868"/>
                  </a:lnTo>
                  <a:cubicBezTo>
                    <a:pt x="9138" y="811"/>
                    <a:pt x="9130" y="754"/>
                    <a:pt x="9171" y="746"/>
                  </a:cubicBezTo>
                  <a:close/>
                  <a:moveTo>
                    <a:pt x="7606" y="771"/>
                  </a:moveTo>
                  <a:cubicBezTo>
                    <a:pt x="7638" y="795"/>
                    <a:pt x="7663" y="836"/>
                    <a:pt x="7679" y="876"/>
                  </a:cubicBezTo>
                  <a:lnTo>
                    <a:pt x="7638" y="884"/>
                  </a:lnTo>
                  <a:cubicBezTo>
                    <a:pt x="7632" y="886"/>
                    <a:pt x="7627" y="887"/>
                    <a:pt x="7621" y="887"/>
                  </a:cubicBezTo>
                  <a:cubicBezTo>
                    <a:pt x="7586" y="887"/>
                    <a:pt x="7573" y="844"/>
                    <a:pt x="7573" y="844"/>
                  </a:cubicBezTo>
                  <a:cubicBezTo>
                    <a:pt x="7573" y="844"/>
                    <a:pt x="7557" y="787"/>
                    <a:pt x="7606" y="771"/>
                  </a:cubicBezTo>
                  <a:close/>
                  <a:moveTo>
                    <a:pt x="15127" y="909"/>
                  </a:moveTo>
                  <a:cubicBezTo>
                    <a:pt x="15159" y="909"/>
                    <a:pt x="15196" y="923"/>
                    <a:pt x="15219" y="933"/>
                  </a:cubicBezTo>
                  <a:cubicBezTo>
                    <a:pt x="15240" y="983"/>
                    <a:pt x="15205" y="1033"/>
                    <a:pt x="15158" y="1033"/>
                  </a:cubicBezTo>
                  <a:cubicBezTo>
                    <a:pt x="15151" y="1033"/>
                    <a:pt x="15145" y="1032"/>
                    <a:pt x="15138" y="1030"/>
                  </a:cubicBezTo>
                  <a:cubicBezTo>
                    <a:pt x="15057" y="998"/>
                    <a:pt x="15057" y="998"/>
                    <a:pt x="15073" y="941"/>
                  </a:cubicBezTo>
                  <a:cubicBezTo>
                    <a:pt x="15083" y="917"/>
                    <a:pt x="15104" y="909"/>
                    <a:pt x="15127" y="909"/>
                  </a:cubicBezTo>
                  <a:close/>
                  <a:moveTo>
                    <a:pt x="5951" y="1346"/>
                  </a:moveTo>
                  <a:cubicBezTo>
                    <a:pt x="5956" y="1346"/>
                    <a:pt x="5962" y="1350"/>
                    <a:pt x="5968" y="1363"/>
                  </a:cubicBezTo>
                  <a:lnTo>
                    <a:pt x="5992" y="1419"/>
                  </a:lnTo>
                  <a:cubicBezTo>
                    <a:pt x="5980" y="1474"/>
                    <a:pt x="5968" y="1529"/>
                    <a:pt x="5952" y="1529"/>
                  </a:cubicBezTo>
                  <a:cubicBezTo>
                    <a:pt x="5947" y="1529"/>
                    <a:pt x="5942" y="1523"/>
                    <a:pt x="5936" y="1508"/>
                  </a:cubicBezTo>
                  <a:cubicBezTo>
                    <a:pt x="5919" y="1468"/>
                    <a:pt x="5919" y="1427"/>
                    <a:pt x="5928" y="1387"/>
                  </a:cubicBezTo>
                  <a:cubicBezTo>
                    <a:pt x="5928" y="1387"/>
                    <a:pt x="5937" y="1346"/>
                    <a:pt x="5951" y="1346"/>
                  </a:cubicBezTo>
                  <a:close/>
                  <a:moveTo>
                    <a:pt x="4730" y="2218"/>
                  </a:moveTo>
                  <a:cubicBezTo>
                    <a:pt x="4764" y="2218"/>
                    <a:pt x="4813" y="2312"/>
                    <a:pt x="4776" y="2392"/>
                  </a:cubicBezTo>
                  <a:cubicBezTo>
                    <a:pt x="4759" y="2402"/>
                    <a:pt x="4750" y="2408"/>
                    <a:pt x="4742" y="2408"/>
                  </a:cubicBezTo>
                  <a:cubicBezTo>
                    <a:pt x="4730" y="2408"/>
                    <a:pt x="4722" y="2396"/>
                    <a:pt x="4703" y="2368"/>
                  </a:cubicBezTo>
                  <a:cubicBezTo>
                    <a:pt x="4671" y="2319"/>
                    <a:pt x="4679" y="2238"/>
                    <a:pt x="4719" y="2222"/>
                  </a:cubicBezTo>
                  <a:cubicBezTo>
                    <a:pt x="4723" y="2220"/>
                    <a:pt x="4726" y="2218"/>
                    <a:pt x="4730" y="2218"/>
                  </a:cubicBezTo>
                  <a:close/>
                  <a:moveTo>
                    <a:pt x="17929" y="2365"/>
                  </a:moveTo>
                  <a:cubicBezTo>
                    <a:pt x="17937" y="2365"/>
                    <a:pt x="17944" y="2369"/>
                    <a:pt x="17951" y="2376"/>
                  </a:cubicBezTo>
                  <a:lnTo>
                    <a:pt x="17951" y="2449"/>
                  </a:lnTo>
                  <a:lnTo>
                    <a:pt x="17886" y="2473"/>
                  </a:lnTo>
                  <a:lnTo>
                    <a:pt x="17854" y="2441"/>
                  </a:lnTo>
                  <a:cubicBezTo>
                    <a:pt x="17879" y="2403"/>
                    <a:pt x="17904" y="2365"/>
                    <a:pt x="17929" y="2365"/>
                  </a:cubicBezTo>
                  <a:close/>
                  <a:moveTo>
                    <a:pt x="18177" y="3002"/>
                  </a:moveTo>
                  <a:cubicBezTo>
                    <a:pt x="18183" y="3002"/>
                    <a:pt x="18189" y="3004"/>
                    <a:pt x="18195" y="3008"/>
                  </a:cubicBezTo>
                  <a:lnTo>
                    <a:pt x="18235" y="3041"/>
                  </a:lnTo>
                  <a:cubicBezTo>
                    <a:pt x="18203" y="3065"/>
                    <a:pt x="18170" y="3089"/>
                    <a:pt x="18122" y="3106"/>
                  </a:cubicBezTo>
                  <a:lnTo>
                    <a:pt x="18089" y="3081"/>
                  </a:lnTo>
                  <a:cubicBezTo>
                    <a:pt x="18122" y="3042"/>
                    <a:pt x="18150" y="3002"/>
                    <a:pt x="18177" y="3002"/>
                  </a:cubicBezTo>
                  <a:close/>
                  <a:moveTo>
                    <a:pt x="19086" y="3122"/>
                  </a:moveTo>
                  <a:lnTo>
                    <a:pt x="19086" y="3122"/>
                  </a:lnTo>
                  <a:cubicBezTo>
                    <a:pt x="19119" y="3154"/>
                    <a:pt x="19005" y="3211"/>
                    <a:pt x="18965" y="3260"/>
                  </a:cubicBezTo>
                  <a:cubicBezTo>
                    <a:pt x="18932" y="3227"/>
                    <a:pt x="18932" y="3227"/>
                    <a:pt x="18973" y="3179"/>
                  </a:cubicBezTo>
                  <a:cubicBezTo>
                    <a:pt x="19005" y="3154"/>
                    <a:pt x="19038" y="3130"/>
                    <a:pt x="19086" y="3122"/>
                  </a:cubicBezTo>
                  <a:close/>
                  <a:moveTo>
                    <a:pt x="19839" y="3864"/>
                  </a:moveTo>
                  <a:cubicBezTo>
                    <a:pt x="19848" y="3864"/>
                    <a:pt x="19856" y="3868"/>
                    <a:pt x="19865" y="3876"/>
                  </a:cubicBezTo>
                  <a:lnTo>
                    <a:pt x="19849" y="3949"/>
                  </a:lnTo>
                  <a:lnTo>
                    <a:pt x="19776" y="3957"/>
                  </a:lnTo>
                  <a:lnTo>
                    <a:pt x="19751" y="3925"/>
                  </a:lnTo>
                  <a:cubicBezTo>
                    <a:pt x="19781" y="3894"/>
                    <a:pt x="19812" y="3864"/>
                    <a:pt x="19839" y="3864"/>
                  </a:cubicBezTo>
                  <a:close/>
                  <a:moveTo>
                    <a:pt x="21475" y="6265"/>
                  </a:moveTo>
                  <a:cubicBezTo>
                    <a:pt x="21487" y="6265"/>
                    <a:pt x="21497" y="6270"/>
                    <a:pt x="21503" y="6284"/>
                  </a:cubicBezTo>
                  <a:lnTo>
                    <a:pt x="21478" y="6357"/>
                  </a:lnTo>
                  <a:lnTo>
                    <a:pt x="21405" y="6349"/>
                  </a:lnTo>
                  <a:lnTo>
                    <a:pt x="21381" y="6308"/>
                  </a:lnTo>
                  <a:cubicBezTo>
                    <a:pt x="21413" y="6287"/>
                    <a:pt x="21449" y="6265"/>
                    <a:pt x="21475" y="6265"/>
                  </a:cubicBezTo>
                  <a:close/>
                  <a:moveTo>
                    <a:pt x="21635" y="6526"/>
                  </a:moveTo>
                  <a:cubicBezTo>
                    <a:pt x="21646" y="6526"/>
                    <a:pt x="21652" y="6534"/>
                    <a:pt x="21665" y="6551"/>
                  </a:cubicBezTo>
                  <a:cubicBezTo>
                    <a:pt x="21648" y="6592"/>
                    <a:pt x="21616" y="6624"/>
                    <a:pt x="21584" y="6649"/>
                  </a:cubicBezTo>
                  <a:cubicBezTo>
                    <a:pt x="21571" y="6656"/>
                    <a:pt x="21560" y="6660"/>
                    <a:pt x="21552" y="6660"/>
                  </a:cubicBezTo>
                  <a:cubicBezTo>
                    <a:pt x="21525" y="6660"/>
                    <a:pt x="21529" y="6618"/>
                    <a:pt x="21592" y="6543"/>
                  </a:cubicBezTo>
                  <a:cubicBezTo>
                    <a:pt x="21614" y="6532"/>
                    <a:pt x="21626" y="6526"/>
                    <a:pt x="21635" y="6526"/>
                  </a:cubicBezTo>
                  <a:close/>
                  <a:moveTo>
                    <a:pt x="21258" y="6802"/>
                  </a:moveTo>
                  <a:cubicBezTo>
                    <a:pt x="21257" y="6802"/>
                    <a:pt x="21260" y="6807"/>
                    <a:pt x="21267" y="6819"/>
                  </a:cubicBezTo>
                  <a:cubicBezTo>
                    <a:pt x="21268" y="6819"/>
                    <a:pt x="21268" y="6819"/>
                    <a:pt x="21269" y="6819"/>
                  </a:cubicBezTo>
                  <a:lnTo>
                    <a:pt x="21269" y="6819"/>
                  </a:lnTo>
                  <a:cubicBezTo>
                    <a:pt x="21262" y="6808"/>
                    <a:pt x="21258" y="6802"/>
                    <a:pt x="21258" y="6802"/>
                  </a:cubicBezTo>
                  <a:close/>
                  <a:moveTo>
                    <a:pt x="488" y="6636"/>
                  </a:moveTo>
                  <a:cubicBezTo>
                    <a:pt x="495" y="6636"/>
                    <a:pt x="521" y="6652"/>
                    <a:pt x="568" y="6681"/>
                  </a:cubicBezTo>
                  <a:cubicBezTo>
                    <a:pt x="617" y="6706"/>
                    <a:pt x="674" y="6738"/>
                    <a:pt x="649" y="6770"/>
                  </a:cubicBezTo>
                  <a:cubicBezTo>
                    <a:pt x="675" y="6826"/>
                    <a:pt x="674" y="6850"/>
                    <a:pt x="659" y="6850"/>
                  </a:cubicBezTo>
                  <a:cubicBezTo>
                    <a:pt x="636" y="6850"/>
                    <a:pt x="583" y="6796"/>
                    <a:pt x="544" y="6714"/>
                  </a:cubicBezTo>
                  <a:cubicBezTo>
                    <a:pt x="499" y="6660"/>
                    <a:pt x="479" y="6636"/>
                    <a:pt x="488" y="6636"/>
                  </a:cubicBezTo>
                  <a:close/>
                  <a:moveTo>
                    <a:pt x="23265" y="6932"/>
                  </a:moveTo>
                  <a:cubicBezTo>
                    <a:pt x="23257" y="6932"/>
                    <a:pt x="23247" y="6932"/>
                    <a:pt x="23238" y="6933"/>
                  </a:cubicBezTo>
                  <a:cubicBezTo>
                    <a:pt x="23181" y="6957"/>
                    <a:pt x="23181" y="6957"/>
                    <a:pt x="23205" y="6997"/>
                  </a:cubicBezTo>
                  <a:cubicBezTo>
                    <a:pt x="23225" y="7006"/>
                    <a:pt x="23248" y="7010"/>
                    <a:pt x="23270" y="7010"/>
                  </a:cubicBezTo>
                  <a:cubicBezTo>
                    <a:pt x="23292" y="7010"/>
                    <a:pt x="23315" y="7006"/>
                    <a:pt x="23335" y="6997"/>
                  </a:cubicBezTo>
                  <a:cubicBezTo>
                    <a:pt x="23387" y="6975"/>
                    <a:pt x="23371" y="6932"/>
                    <a:pt x="23265" y="6932"/>
                  </a:cubicBezTo>
                  <a:close/>
                  <a:moveTo>
                    <a:pt x="22051" y="7168"/>
                  </a:moveTo>
                  <a:lnTo>
                    <a:pt x="22051" y="7168"/>
                  </a:lnTo>
                  <a:cubicBezTo>
                    <a:pt x="22074" y="7168"/>
                    <a:pt x="22050" y="7223"/>
                    <a:pt x="22070" y="7257"/>
                  </a:cubicBezTo>
                  <a:cubicBezTo>
                    <a:pt x="22051" y="7287"/>
                    <a:pt x="22041" y="7304"/>
                    <a:pt x="22032" y="7304"/>
                  </a:cubicBezTo>
                  <a:cubicBezTo>
                    <a:pt x="22022" y="7304"/>
                    <a:pt x="22014" y="7283"/>
                    <a:pt x="21997" y="7241"/>
                  </a:cubicBezTo>
                  <a:cubicBezTo>
                    <a:pt x="21973" y="7200"/>
                    <a:pt x="22030" y="7176"/>
                    <a:pt x="22030" y="7176"/>
                  </a:cubicBezTo>
                  <a:cubicBezTo>
                    <a:pt x="22039" y="7170"/>
                    <a:pt x="22046" y="7168"/>
                    <a:pt x="22051" y="7168"/>
                  </a:cubicBezTo>
                  <a:close/>
                  <a:moveTo>
                    <a:pt x="21454" y="7768"/>
                  </a:moveTo>
                  <a:cubicBezTo>
                    <a:pt x="21397" y="7792"/>
                    <a:pt x="21397" y="7792"/>
                    <a:pt x="21413" y="7832"/>
                  </a:cubicBezTo>
                  <a:cubicBezTo>
                    <a:pt x="21435" y="7871"/>
                    <a:pt x="21445" y="7889"/>
                    <a:pt x="21455" y="7889"/>
                  </a:cubicBezTo>
                  <a:cubicBezTo>
                    <a:pt x="21463" y="7889"/>
                    <a:pt x="21471" y="7875"/>
                    <a:pt x="21486" y="7849"/>
                  </a:cubicBezTo>
                  <a:lnTo>
                    <a:pt x="21454" y="7768"/>
                  </a:lnTo>
                  <a:close/>
                  <a:moveTo>
                    <a:pt x="22384" y="7906"/>
                  </a:moveTo>
                  <a:cubicBezTo>
                    <a:pt x="22397" y="7906"/>
                    <a:pt x="22411" y="7911"/>
                    <a:pt x="22419" y="7930"/>
                  </a:cubicBezTo>
                  <a:cubicBezTo>
                    <a:pt x="22435" y="7970"/>
                    <a:pt x="22394" y="8043"/>
                    <a:pt x="22394" y="8043"/>
                  </a:cubicBezTo>
                  <a:lnTo>
                    <a:pt x="22394" y="8035"/>
                  </a:lnTo>
                  <a:cubicBezTo>
                    <a:pt x="22381" y="8041"/>
                    <a:pt x="22370" y="8043"/>
                    <a:pt x="22361" y="8043"/>
                  </a:cubicBezTo>
                  <a:cubicBezTo>
                    <a:pt x="22331" y="8043"/>
                    <a:pt x="22321" y="8019"/>
                    <a:pt x="22321" y="8019"/>
                  </a:cubicBezTo>
                  <a:cubicBezTo>
                    <a:pt x="22305" y="7978"/>
                    <a:pt x="22297" y="7930"/>
                    <a:pt x="22354" y="7914"/>
                  </a:cubicBezTo>
                  <a:cubicBezTo>
                    <a:pt x="22354" y="7914"/>
                    <a:pt x="22368" y="7906"/>
                    <a:pt x="22384" y="7906"/>
                  </a:cubicBezTo>
                  <a:close/>
                  <a:moveTo>
                    <a:pt x="22144" y="8324"/>
                  </a:moveTo>
                  <a:cubicBezTo>
                    <a:pt x="22130" y="8324"/>
                    <a:pt x="22119" y="8327"/>
                    <a:pt x="22119" y="8327"/>
                  </a:cubicBezTo>
                  <a:cubicBezTo>
                    <a:pt x="22119" y="8327"/>
                    <a:pt x="22062" y="8351"/>
                    <a:pt x="22078" y="8392"/>
                  </a:cubicBezTo>
                  <a:lnTo>
                    <a:pt x="22086" y="8432"/>
                  </a:lnTo>
                  <a:cubicBezTo>
                    <a:pt x="22127" y="8416"/>
                    <a:pt x="22167" y="8384"/>
                    <a:pt x="22192" y="8351"/>
                  </a:cubicBezTo>
                  <a:cubicBezTo>
                    <a:pt x="22183" y="8329"/>
                    <a:pt x="22161" y="8324"/>
                    <a:pt x="22144" y="8324"/>
                  </a:cubicBezTo>
                  <a:close/>
                  <a:moveTo>
                    <a:pt x="22451" y="8724"/>
                  </a:moveTo>
                  <a:lnTo>
                    <a:pt x="22467" y="8765"/>
                  </a:lnTo>
                  <a:lnTo>
                    <a:pt x="22419" y="8830"/>
                  </a:lnTo>
                  <a:lnTo>
                    <a:pt x="22402" y="8789"/>
                  </a:lnTo>
                  <a:cubicBezTo>
                    <a:pt x="22394" y="8741"/>
                    <a:pt x="22394" y="8741"/>
                    <a:pt x="22451" y="8724"/>
                  </a:cubicBezTo>
                  <a:close/>
                  <a:moveTo>
                    <a:pt x="22589" y="9088"/>
                  </a:moveTo>
                  <a:cubicBezTo>
                    <a:pt x="22597" y="9088"/>
                    <a:pt x="22605" y="9089"/>
                    <a:pt x="22613" y="9089"/>
                  </a:cubicBezTo>
                  <a:cubicBezTo>
                    <a:pt x="22621" y="9138"/>
                    <a:pt x="22621" y="9138"/>
                    <a:pt x="22638" y="9178"/>
                  </a:cubicBezTo>
                  <a:cubicBezTo>
                    <a:pt x="22603" y="9187"/>
                    <a:pt x="22571" y="9196"/>
                    <a:pt x="22547" y="9196"/>
                  </a:cubicBezTo>
                  <a:cubicBezTo>
                    <a:pt x="22526" y="9196"/>
                    <a:pt x="22512" y="9189"/>
                    <a:pt x="22508" y="9170"/>
                  </a:cubicBezTo>
                  <a:cubicBezTo>
                    <a:pt x="22447" y="9140"/>
                    <a:pt x="22479" y="9088"/>
                    <a:pt x="22589" y="9088"/>
                  </a:cubicBezTo>
                  <a:close/>
                  <a:moveTo>
                    <a:pt x="22986" y="9365"/>
                  </a:moveTo>
                  <a:cubicBezTo>
                    <a:pt x="23002" y="9405"/>
                    <a:pt x="23067" y="9438"/>
                    <a:pt x="23011" y="9454"/>
                  </a:cubicBezTo>
                  <a:cubicBezTo>
                    <a:pt x="23012" y="9462"/>
                    <a:pt x="23010" y="9466"/>
                    <a:pt x="23006" y="9466"/>
                  </a:cubicBezTo>
                  <a:cubicBezTo>
                    <a:pt x="22988" y="9466"/>
                    <a:pt x="22936" y="9413"/>
                    <a:pt x="22929" y="9381"/>
                  </a:cubicBezTo>
                  <a:lnTo>
                    <a:pt x="22986" y="9365"/>
                  </a:lnTo>
                  <a:close/>
                  <a:moveTo>
                    <a:pt x="22492" y="9843"/>
                  </a:moveTo>
                  <a:lnTo>
                    <a:pt x="22370" y="9868"/>
                  </a:lnTo>
                  <a:lnTo>
                    <a:pt x="22435" y="9859"/>
                  </a:lnTo>
                  <a:lnTo>
                    <a:pt x="22492" y="9843"/>
                  </a:lnTo>
                  <a:close/>
                  <a:moveTo>
                    <a:pt x="23006" y="10283"/>
                  </a:moveTo>
                  <a:cubicBezTo>
                    <a:pt x="23036" y="10283"/>
                    <a:pt x="23059" y="10289"/>
                    <a:pt x="23059" y="10313"/>
                  </a:cubicBezTo>
                  <a:lnTo>
                    <a:pt x="23067" y="10362"/>
                  </a:lnTo>
                  <a:cubicBezTo>
                    <a:pt x="23027" y="10362"/>
                    <a:pt x="22986" y="10354"/>
                    <a:pt x="22946" y="10338"/>
                  </a:cubicBezTo>
                  <a:lnTo>
                    <a:pt x="22938" y="10289"/>
                  </a:lnTo>
                  <a:cubicBezTo>
                    <a:pt x="22961" y="10286"/>
                    <a:pt x="22985" y="10283"/>
                    <a:pt x="23006" y="10283"/>
                  </a:cubicBezTo>
                  <a:close/>
                  <a:moveTo>
                    <a:pt x="22721" y="10656"/>
                  </a:moveTo>
                  <a:cubicBezTo>
                    <a:pt x="22735" y="10656"/>
                    <a:pt x="22763" y="10661"/>
                    <a:pt x="22808" y="10670"/>
                  </a:cubicBezTo>
                  <a:lnTo>
                    <a:pt x="22938" y="10743"/>
                  </a:lnTo>
                  <a:cubicBezTo>
                    <a:pt x="22940" y="10757"/>
                    <a:pt x="22935" y="10762"/>
                    <a:pt x="22922" y="10762"/>
                  </a:cubicBezTo>
                  <a:cubicBezTo>
                    <a:pt x="22896" y="10762"/>
                    <a:pt x="22840" y="10740"/>
                    <a:pt x="22759" y="10719"/>
                  </a:cubicBezTo>
                  <a:cubicBezTo>
                    <a:pt x="22713" y="10673"/>
                    <a:pt x="22696" y="10656"/>
                    <a:pt x="22721" y="10656"/>
                  </a:cubicBezTo>
                  <a:close/>
                  <a:moveTo>
                    <a:pt x="23121" y="11615"/>
                  </a:moveTo>
                  <a:cubicBezTo>
                    <a:pt x="23180" y="11615"/>
                    <a:pt x="23235" y="11646"/>
                    <a:pt x="23262" y="11700"/>
                  </a:cubicBezTo>
                  <a:lnTo>
                    <a:pt x="23270" y="11789"/>
                  </a:lnTo>
                  <a:lnTo>
                    <a:pt x="23148" y="11700"/>
                  </a:lnTo>
                  <a:cubicBezTo>
                    <a:pt x="22962" y="11627"/>
                    <a:pt x="22962" y="11627"/>
                    <a:pt x="23084" y="11619"/>
                  </a:cubicBezTo>
                  <a:cubicBezTo>
                    <a:pt x="23096" y="11616"/>
                    <a:pt x="23109" y="11615"/>
                    <a:pt x="23121" y="11615"/>
                  </a:cubicBezTo>
                  <a:close/>
                  <a:moveTo>
                    <a:pt x="22970" y="11846"/>
                  </a:moveTo>
                  <a:lnTo>
                    <a:pt x="23035" y="11886"/>
                  </a:lnTo>
                  <a:lnTo>
                    <a:pt x="22970" y="11935"/>
                  </a:lnTo>
                  <a:cubicBezTo>
                    <a:pt x="22913" y="11935"/>
                    <a:pt x="22913" y="11894"/>
                    <a:pt x="22913" y="11846"/>
                  </a:cubicBezTo>
                  <a:close/>
                  <a:moveTo>
                    <a:pt x="23400" y="13654"/>
                  </a:moveTo>
                  <a:cubicBezTo>
                    <a:pt x="23343" y="13654"/>
                    <a:pt x="23343" y="13702"/>
                    <a:pt x="23343" y="13743"/>
                  </a:cubicBezTo>
                  <a:cubicBezTo>
                    <a:pt x="23278" y="13832"/>
                    <a:pt x="23343" y="13881"/>
                    <a:pt x="23400" y="13881"/>
                  </a:cubicBezTo>
                  <a:cubicBezTo>
                    <a:pt x="23456" y="13881"/>
                    <a:pt x="23456" y="13832"/>
                    <a:pt x="23456" y="13743"/>
                  </a:cubicBezTo>
                  <a:cubicBezTo>
                    <a:pt x="23456" y="13702"/>
                    <a:pt x="23400" y="13654"/>
                    <a:pt x="23400" y="13654"/>
                  </a:cubicBezTo>
                  <a:close/>
                  <a:moveTo>
                    <a:pt x="23247" y="13987"/>
                  </a:moveTo>
                  <a:cubicBezTo>
                    <a:pt x="23268" y="13987"/>
                    <a:pt x="23302" y="14010"/>
                    <a:pt x="23335" y="14067"/>
                  </a:cubicBezTo>
                  <a:cubicBezTo>
                    <a:pt x="23335" y="14108"/>
                    <a:pt x="23335" y="14157"/>
                    <a:pt x="23335" y="14157"/>
                  </a:cubicBezTo>
                  <a:cubicBezTo>
                    <a:pt x="23278" y="14157"/>
                    <a:pt x="23213" y="14059"/>
                    <a:pt x="23221" y="14019"/>
                  </a:cubicBezTo>
                  <a:cubicBezTo>
                    <a:pt x="23221" y="13999"/>
                    <a:pt x="23231" y="13987"/>
                    <a:pt x="23247" y="13987"/>
                  </a:cubicBezTo>
                  <a:close/>
                  <a:moveTo>
                    <a:pt x="22775" y="16483"/>
                  </a:moveTo>
                  <a:cubicBezTo>
                    <a:pt x="22719" y="16483"/>
                    <a:pt x="22719" y="16483"/>
                    <a:pt x="22719" y="16524"/>
                  </a:cubicBezTo>
                  <a:lnTo>
                    <a:pt x="22719" y="16573"/>
                  </a:lnTo>
                  <a:lnTo>
                    <a:pt x="22775" y="16524"/>
                  </a:lnTo>
                  <a:lnTo>
                    <a:pt x="22775" y="16483"/>
                  </a:lnTo>
                  <a:close/>
                  <a:moveTo>
                    <a:pt x="23075" y="16573"/>
                  </a:moveTo>
                  <a:lnTo>
                    <a:pt x="23075" y="16621"/>
                  </a:lnTo>
                  <a:cubicBezTo>
                    <a:pt x="23032" y="16621"/>
                    <a:pt x="23047" y="16639"/>
                    <a:pt x="23078" y="16639"/>
                  </a:cubicBezTo>
                  <a:cubicBezTo>
                    <a:pt x="23093" y="16639"/>
                    <a:pt x="23113" y="16635"/>
                    <a:pt x="23132" y="16621"/>
                  </a:cubicBezTo>
                  <a:lnTo>
                    <a:pt x="23254" y="16621"/>
                  </a:lnTo>
                  <a:cubicBezTo>
                    <a:pt x="23254" y="16670"/>
                    <a:pt x="23189" y="16710"/>
                    <a:pt x="23132" y="16710"/>
                  </a:cubicBezTo>
                  <a:cubicBezTo>
                    <a:pt x="23082" y="16731"/>
                    <a:pt x="23052" y="16742"/>
                    <a:pt x="23035" y="16742"/>
                  </a:cubicBezTo>
                  <a:cubicBezTo>
                    <a:pt x="23011" y="16742"/>
                    <a:pt x="23011" y="16719"/>
                    <a:pt x="23011" y="16662"/>
                  </a:cubicBezTo>
                  <a:cubicBezTo>
                    <a:pt x="23011" y="16621"/>
                    <a:pt x="23011" y="16573"/>
                    <a:pt x="23075" y="16573"/>
                  </a:cubicBezTo>
                  <a:close/>
                  <a:moveTo>
                    <a:pt x="23067" y="17124"/>
                  </a:moveTo>
                  <a:cubicBezTo>
                    <a:pt x="23067" y="17124"/>
                    <a:pt x="23124" y="17173"/>
                    <a:pt x="23124" y="17213"/>
                  </a:cubicBezTo>
                  <a:lnTo>
                    <a:pt x="23067" y="17262"/>
                  </a:lnTo>
                  <a:cubicBezTo>
                    <a:pt x="23011" y="17262"/>
                    <a:pt x="23011" y="17213"/>
                    <a:pt x="23011" y="17164"/>
                  </a:cubicBezTo>
                  <a:cubicBezTo>
                    <a:pt x="23011" y="17124"/>
                    <a:pt x="23011" y="17124"/>
                    <a:pt x="23067" y="17124"/>
                  </a:cubicBezTo>
                  <a:close/>
                  <a:moveTo>
                    <a:pt x="23902" y="17262"/>
                  </a:moveTo>
                  <a:lnTo>
                    <a:pt x="23902" y="17310"/>
                  </a:lnTo>
                  <a:cubicBezTo>
                    <a:pt x="23935" y="17335"/>
                    <a:pt x="23983" y="17351"/>
                    <a:pt x="24024" y="17359"/>
                  </a:cubicBezTo>
                  <a:lnTo>
                    <a:pt x="24024" y="17310"/>
                  </a:lnTo>
                  <a:cubicBezTo>
                    <a:pt x="24024" y="17262"/>
                    <a:pt x="23967" y="17262"/>
                    <a:pt x="23902" y="17262"/>
                  </a:cubicBezTo>
                  <a:close/>
                  <a:moveTo>
                    <a:pt x="11773" y="0"/>
                  </a:moveTo>
                  <a:cubicBezTo>
                    <a:pt x="11737" y="37"/>
                    <a:pt x="11649" y="47"/>
                    <a:pt x="11554" y="47"/>
                  </a:cubicBezTo>
                  <a:cubicBezTo>
                    <a:pt x="11503" y="47"/>
                    <a:pt x="11449" y="44"/>
                    <a:pt x="11400" y="41"/>
                  </a:cubicBezTo>
                  <a:cubicBezTo>
                    <a:pt x="11375" y="39"/>
                    <a:pt x="11351" y="38"/>
                    <a:pt x="11330" y="38"/>
                  </a:cubicBezTo>
                  <a:cubicBezTo>
                    <a:pt x="11162" y="38"/>
                    <a:pt x="11115" y="94"/>
                    <a:pt x="11035" y="195"/>
                  </a:cubicBezTo>
                  <a:lnTo>
                    <a:pt x="10995" y="317"/>
                  </a:lnTo>
                  <a:lnTo>
                    <a:pt x="10995" y="195"/>
                  </a:lnTo>
                  <a:cubicBezTo>
                    <a:pt x="10987" y="130"/>
                    <a:pt x="10971" y="73"/>
                    <a:pt x="10946" y="17"/>
                  </a:cubicBezTo>
                  <a:cubicBezTo>
                    <a:pt x="10898" y="17"/>
                    <a:pt x="10898" y="73"/>
                    <a:pt x="10906" y="138"/>
                  </a:cubicBezTo>
                  <a:cubicBezTo>
                    <a:pt x="10906" y="167"/>
                    <a:pt x="10894" y="181"/>
                    <a:pt x="10870" y="181"/>
                  </a:cubicBezTo>
                  <a:cubicBezTo>
                    <a:pt x="10847" y="181"/>
                    <a:pt x="10812" y="167"/>
                    <a:pt x="10768" y="138"/>
                  </a:cubicBezTo>
                  <a:cubicBezTo>
                    <a:pt x="10725" y="111"/>
                    <a:pt x="10691" y="97"/>
                    <a:pt x="10663" y="97"/>
                  </a:cubicBezTo>
                  <a:cubicBezTo>
                    <a:pt x="10634" y="97"/>
                    <a:pt x="10610" y="113"/>
                    <a:pt x="10589" y="146"/>
                  </a:cubicBezTo>
                  <a:cubicBezTo>
                    <a:pt x="10582" y="147"/>
                    <a:pt x="10575" y="148"/>
                    <a:pt x="10568" y="148"/>
                  </a:cubicBezTo>
                  <a:cubicBezTo>
                    <a:pt x="10520" y="148"/>
                    <a:pt x="10480" y="125"/>
                    <a:pt x="10452" y="90"/>
                  </a:cubicBezTo>
                  <a:cubicBezTo>
                    <a:pt x="10403" y="90"/>
                    <a:pt x="10403" y="90"/>
                    <a:pt x="10403" y="146"/>
                  </a:cubicBezTo>
                  <a:cubicBezTo>
                    <a:pt x="10407" y="180"/>
                    <a:pt x="10396" y="196"/>
                    <a:pt x="10378" y="196"/>
                  </a:cubicBezTo>
                  <a:cubicBezTo>
                    <a:pt x="10361" y="196"/>
                    <a:pt x="10337" y="182"/>
                    <a:pt x="10314" y="154"/>
                  </a:cubicBezTo>
                  <a:cubicBezTo>
                    <a:pt x="10286" y="85"/>
                    <a:pt x="10229" y="58"/>
                    <a:pt x="10186" y="58"/>
                  </a:cubicBezTo>
                  <a:cubicBezTo>
                    <a:pt x="10153" y="58"/>
                    <a:pt x="10127" y="73"/>
                    <a:pt x="10127" y="98"/>
                  </a:cubicBezTo>
                  <a:cubicBezTo>
                    <a:pt x="10135" y="154"/>
                    <a:pt x="10087" y="163"/>
                    <a:pt x="10046" y="163"/>
                  </a:cubicBezTo>
                  <a:cubicBezTo>
                    <a:pt x="9989" y="163"/>
                    <a:pt x="9941" y="195"/>
                    <a:pt x="9917" y="236"/>
                  </a:cubicBezTo>
                  <a:lnTo>
                    <a:pt x="9827" y="244"/>
                  </a:lnTo>
                  <a:cubicBezTo>
                    <a:pt x="9824" y="244"/>
                    <a:pt x="9822" y="244"/>
                    <a:pt x="9820" y="244"/>
                  </a:cubicBezTo>
                  <a:cubicBezTo>
                    <a:pt x="9783" y="244"/>
                    <a:pt x="9822" y="187"/>
                    <a:pt x="9868" y="187"/>
                  </a:cubicBezTo>
                  <a:lnTo>
                    <a:pt x="9811" y="130"/>
                  </a:lnTo>
                  <a:cubicBezTo>
                    <a:pt x="9722" y="138"/>
                    <a:pt x="9681" y="138"/>
                    <a:pt x="9641" y="203"/>
                  </a:cubicBezTo>
                  <a:cubicBezTo>
                    <a:pt x="9624" y="265"/>
                    <a:pt x="9616" y="295"/>
                    <a:pt x="9610" y="295"/>
                  </a:cubicBezTo>
                  <a:cubicBezTo>
                    <a:pt x="9604" y="295"/>
                    <a:pt x="9600" y="267"/>
                    <a:pt x="9592" y="211"/>
                  </a:cubicBezTo>
                  <a:cubicBezTo>
                    <a:pt x="9587" y="168"/>
                    <a:pt x="9563" y="132"/>
                    <a:pt x="9536" y="132"/>
                  </a:cubicBezTo>
                  <a:cubicBezTo>
                    <a:pt x="9523" y="132"/>
                    <a:pt x="9508" y="141"/>
                    <a:pt x="9495" y="163"/>
                  </a:cubicBezTo>
                  <a:cubicBezTo>
                    <a:pt x="9481" y="216"/>
                    <a:pt x="9464" y="235"/>
                    <a:pt x="9448" y="235"/>
                  </a:cubicBezTo>
                  <a:cubicBezTo>
                    <a:pt x="9428" y="235"/>
                    <a:pt x="9410" y="203"/>
                    <a:pt x="9406" y="171"/>
                  </a:cubicBezTo>
                  <a:cubicBezTo>
                    <a:pt x="9422" y="107"/>
                    <a:pt x="9430" y="74"/>
                    <a:pt x="9414" y="74"/>
                  </a:cubicBezTo>
                  <a:lnTo>
                    <a:pt x="9414" y="74"/>
                  </a:lnTo>
                  <a:cubicBezTo>
                    <a:pt x="9397" y="74"/>
                    <a:pt x="9354" y="109"/>
                    <a:pt x="9268" y="179"/>
                  </a:cubicBezTo>
                  <a:cubicBezTo>
                    <a:pt x="9179" y="195"/>
                    <a:pt x="9008" y="284"/>
                    <a:pt x="8879" y="309"/>
                  </a:cubicBezTo>
                  <a:cubicBezTo>
                    <a:pt x="8790" y="325"/>
                    <a:pt x="8723" y="335"/>
                    <a:pt x="8671" y="335"/>
                  </a:cubicBezTo>
                  <a:cubicBezTo>
                    <a:pt x="8619" y="335"/>
                    <a:pt x="8583" y="325"/>
                    <a:pt x="8554" y="300"/>
                  </a:cubicBezTo>
                  <a:cubicBezTo>
                    <a:pt x="8553" y="293"/>
                    <a:pt x="8551" y="287"/>
                    <a:pt x="8550" y="280"/>
                  </a:cubicBezTo>
                  <a:lnTo>
                    <a:pt x="8550" y="280"/>
                  </a:lnTo>
                  <a:cubicBezTo>
                    <a:pt x="8551" y="359"/>
                    <a:pt x="8505" y="368"/>
                    <a:pt x="8384" y="390"/>
                  </a:cubicBezTo>
                  <a:cubicBezTo>
                    <a:pt x="8367" y="385"/>
                    <a:pt x="8351" y="383"/>
                    <a:pt x="8334" y="383"/>
                  </a:cubicBezTo>
                  <a:cubicBezTo>
                    <a:pt x="8253" y="383"/>
                    <a:pt x="8175" y="431"/>
                    <a:pt x="8141" y="511"/>
                  </a:cubicBezTo>
                  <a:lnTo>
                    <a:pt x="8222" y="495"/>
                  </a:lnTo>
                  <a:lnTo>
                    <a:pt x="8222" y="495"/>
                  </a:lnTo>
                  <a:cubicBezTo>
                    <a:pt x="8244" y="572"/>
                    <a:pt x="8229" y="601"/>
                    <a:pt x="8186" y="601"/>
                  </a:cubicBezTo>
                  <a:cubicBezTo>
                    <a:pt x="8166" y="601"/>
                    <a:pt x="8140" y="595"/>
                    <a:pt x="8108" y="584"/>
                  </a:cubicBezTo>
                  <a:cubicBezTo>
                    <a:pt x="8106" y="585"/>
                    <a:pt x="8103" y="585"/>
                    <a:pt x="8101" y="585"/>
                  </a:cubicBezTo>
                  <a:cubicBezTo>
                    <a:pt x="8066" y="585"/>
                    <a:pt x="8051" y="532"/>
                    <a:pt x="8036" y="479"/>
                  </a:cubicBezTo>
                  <a:cubicBezTo>
                    <a:pt x="8021" y="426"/>
                    <a:pt x="7971" y="381"/>
                    <a:pt x="7931" y="381"/>
                  </a:cubicBezTo>
                  <a:cubicBezTo>
                    <a:pt x="7928" y="381"/>
                    <a:pt x="7925" y="381"/>
                    <a:pt x="7922" y="381"/>
                  </a:cubicBezTo>
                  <a:cubicBezTo>
                    <a:pt x="7873" y="390"/>
                    <a:pt x="7833" y="406"/>
                    <a:pt x="7890" y="454"/>
                  </a:cubicBezTo>
                  <a:cubicBezTo>
                    <a:pt x="7906" y="511"/>
                    <a:pt x="7906" y="511"/>
                    <a:pt x="7857" y="519"/>
                  </a:cubicBezTo>
                  <a:cubicBezTo>
                    <a:pt x="7809" y="527"/>
                    <a:pt x="7760" y="560"/>
                    <a:pt x="7744" y="609"/>
                  </a:cubicBezTo>
                  <a:cubicBezTo>
                    <a:pt x="7760" y="665"/>
                    <a:pt x="7719" y="673"/>
                    <a:pt x="7671" y="690"/>
                  </a:cubicBezTo>
                  <a:cubicBezTo>
                    <a:pt x="7644" y="668"/>
                    <a:pt x="7609" y="657"/>
                    <a:pt x="7575" y="657"/>
                  </a:cubicBezTo>
                  <a:cubicBezTo>
                    <a:pt x="7558" y="657"/>
                    <a:pt x="7541" y="660"/>
                    <a:pt x="7525" y="665"/>
                  </a:cubicBezTo>
                  <a:lnTo>
                    <a:pt x="7525" y="665"/>
                  </a:lnTo>
                  <a:cubicBezTo>
                    <a:pt x="7520" y="650"/>
                    <a:pt x="7514" y="629"/>
                    <a:pt x="7509" y="609"/>
                  </a:cubicBezTo>
                  <a:cubicBezTo>
                    <a:pt x="7492" y="568"/>
                    <a:pt x="7468" y="536"/>
                    <a:pt x="7436" y="511"/>
                  </a:cubicBezTo>
                  <a:cubicBezTo>
                    <a:pt x="7387" y="519"/>
                    <a:pt x="7403" y="576"/>
                    <a:pt x="7403" y="576"/>
                  </a:cubicBezTo>
                  <a:cubicBezTo>
                    <a:pt x="7411" y="609"/>
                    <a:pt x="7160" y="706"/>
                    <a:pt x="6884" y="803"/>
                  </a:cubicBezTo>
                  <a:cubicBezTo>
                    <a:pt x="6617" y="892"/>
                    <a:pt x="6333" y="1022"/>
                    <a:pt x="6268" y="1046"/>
                  </a:cubicBezTo>
                  <a:cubicBezTo>
                    <a:pt x="6248" y="1042"/>
                    <a:pt x="6228" y="1040"/>
                    <a:pt x="6208" y="1040"/>
                  </a:cubicBezTo>
                  <a:cubicBezTo>
                    <a:pt x="6121" y="1040"/>
                    <a:pt x="6046" y="1078"/>
                    <a:pt x="6106" y="1111"/>
                  </a:cubicBezTo>
                  <a:cubicBezTo>
                    <a:pt x="6122" y="1160"/>
                    <a:pt x="5919" y="1249"/>
                    <a:pt x="5676" y="1371"/>
                  </a:cubicBezTo>
                  <a:cubicBezTo>
                    <a:pt x="5392" y="1508"/>
                    <a:pt x="5190" y="1606"/>
                    <a:pt x="5214" y="1663"/>
                  </a:cubicBezTo>
                  <a:lnTo>
                    <a:pt x="5101" y="1727"/>
                  </a:lnTo>
                  <a:cubicBezTo>
                    <a:pt x="5019" y="1768"/>
                    <a:pt x="4971" y="1865"/>
                    <a:pt x="4930" y="1890"/>
                  </a:cubicBezTo>
                  <a:cubicBezTo>
                    <a:pt x="4926" y="1932"/>
                    <a:pt x="4913" y="1958"/>
                    <a:pt x="4904" y="1958"/>
                  </a:cubicBezTo>
                  <a:cubicBezTo>
                    <a:pt x="4898" y="1958"/>
                    <a:pt x="4894" y="1944"/>
                    <a:pt x="4898" y="1914"/>
                  </a:cubicBezTo>
                  <a:cubicBezTo>
                    <a:pt x="4871" y="1867"/>
                    <a:pt x="4845" y="1826"/>
                    <a:pt x="4814" y="1826"/>
                  </a:cubicBezTo>
                  <a:cubicBezTo>
                    <a:pt x="4807" y="1826"/>
                    <a:pt x="4800" y="1828"/>
                    <a:pt x="4792" y="1833"/>
                  </a:cubicBezTo>
                  <a:cubicBezTo>
                    <a:pt x="4719" y="1873"/>
                    <a:pt x="4744" y="1930"/>
                    <a:pt x="4776" y="1979"/>
                  </a:cubicBezTo>
                  <a:cubicBezTo>
                    <a:pt x="4809" y="2027"/>
                    <a:pt x="4768" y="2052"/>
                    <a:pt x="4768" y="2052"/>
                  </a:cubicBezTo>
                  <a:cubicBezTo>
                    <a:pt x="4752" y="2061"/>
                    <a:pt x="4742" y="2067"/>
                    <a:pt x="4735" y="2067"/>
                  </a:cubicBezTo>
                  <a:cubicBezTo>
                    <a:pt x="4724" y="2067"/>
                    <a:pt x="4718" y="2054"/>
                    <a:pt x="4703" y="2019"/>
                  </a:cubicBezTo>
                  <a:lnTo>
                    <a:pt x="4638" y="1922"/>
                  </a:lnTo>
                  <a:lnTo>
                    <a:pt x="4598" y="1938"/>
                  </a:lnTo>
                  <a:cubicBezTo>
                    <a:pt x="4630" y="1995"/>
                    <a:pt x="4590" y="2011"/>
                    <a:pt x="4590" y="2011"/>
                  </a:cubicBezTo>
                  <a:cubicBezTo>
                    <a:pt x="4576" y="2019"/>
                    <a:pt x="4567" y="2025"/>
                    <a:pt x="4559" y="2025"/>
                  </a:cubicBezTo>
                  <a:cubicBezTo>
                    <a:pt x="4543" y="2025"/>
                    <a:pt x="4530" y="2003"/>
                    <a:pt x="4492" y="1938"/>
                  </a:cubicBezTo>
                  <a:cubicBezTo>
                    <a:pt x="4465" y="1894"/>
                    <a:pt x="4442" y="1872"/>
                    <a:pt x="4426" y="1872"/>
                  </a:cubicBezTo>
                  <a:cubicBezTo>
                    <a:pt x="4405" y="1872"/>
                    <a:pt x="4397" y="1912"/>
                    <a:pt x="4411" y="1987"/>
                  </a:cubicBezTo>
                  <a:lnTo>
                    <a:pt x="4371" y="2084"/>
                  </a:lnTo>
                  <a:cubicBezTo>
                    <a:pt x="4351" y="2070"/>
                    <a:pt x="4334" y="2064"/>
                    <a:pt x="4321" y="2064"/>
                  </a:cubicBezTo>
                  <a:cubicBezTo>
                    <a:pt x="4262" y="2064"/>
                    <a:pt x="4256" y="2172"/>
                    <a:pt x="4249" y="2238"/>
                  </a:cubicBezTo>
                  <a:cubicBezTo>
                    <a:pt x="4212" y="2207"/>
                    <a:pt x="4183" y="2191"/>
                    <a:pt x="4163" y="2191"/>
                  </a:cubicBezTo>
                  <a:cubicBezTo>
                    <a:pt x="4130" y="2191"/>
                    <a:pt x="4121" y="2231"/>
                    <a:pt x="4136" y="2311"/>
                  </a:cubicBezTo>
                  <a:cubicBezTo>
                    <a:pt x="4165" y="2347"/>
                    <a:pt x="4152" y="2369"/>
                    <a:pt x="4113" y="2369"/>
                  </a:cubicBezTo>
                  <a:cubicBezTo>
                    <a:pt x="4099" y="2369"/>
                    <a:pt x="4082" y="2366"/>
                    <a:pt x="4063" y="2360"/>
                  </a:cubicBezTo>
                  <a:cubicBezTo>
                    <a:pt x="4043" y="2353"/>
                    <a:pt x="4027" y="2350"/>
                    <a:pt x="4011" y="2350"/>
                  </a:cubicBezTo>
                  <a:cubicBezTo>
                    <a:pt x="3969" y="2350"/>
                    <a:pt x="3936" y="2373"/>
                    <a:pt x="3876" y="2408"/>
                  </a:cubicBezTo>
                  <a:cubicBezTo>
                    <a:pt x="3876" y="2481"/>
                    <a:pt x="3625" y="2676"/>
                    <a:pt x="3341" y="2887"/>
                  </a:cubicBezTo>
                  <a:cubicBezTo>
                    <a:pt x="3017" y="3138"/>
                    <a:pt x="2822" y="3325"/>
                    <a:pt x="2863" y="3365"/>
                  </a:cubicBezTo>
                  <a:cubicBezTo>
                    <a:pt x="2844" y="3384"/>
                    <a:pt x="2836" y="3392"/>
                    <a:pt x="2818" y="3392"/>
                  </a:cubicBezTo>
                  <a:cubicBezTo>
                    <a:pt x="2805" y="3392"/>
                    <a:pt x="2788" y="3388"/>
                    <a:pt x="2757" y="3381"/>
                  </a:cubicBezTo>
                  <a:cubicBezTo>
                    <a:pt x="2746" y="3370"/>
                    <a:pt x="2734" y="3363"/>
                    <a:pt x="2724" y="3363"/>
                  </a:cubicBezTo>
                  <a:cubicBezTo>
                    <a:pt x="2701" y="3363"/>
                    <a:pt x="2690" y="3401"/>
                    <a:pt x="2725" y="3487"/>
                  </a:cubicBezTo>
                  <a:cubicBezTo>
                    <a:pt x="2730" y="3531"/>
                    <a:pt x="2747" y="3564"/>
                    <a:pt x="2741" y="3564"/>
                  </a:cubicBezTo>
                  <a:cubicBezTo>
                    <a:pt x="2737" y="3564"/>
                    <a:pt x="2724" y="3551"/>
                    <a:pt x="2693" y="3519"/>
                  </a:cubicBezTo>
                  <a:cubicBezTo>
                    <a:pt x="2683" y="3508"/>
                    <a:pt x="2671" y="3502"/>
                    <a:pt x="2658" y="3502"/>
                  </a:cubicBezTo>
                  <a:cubicBezTo>
                    <a:pt x="2614" y="3502"/>
                    <a:pt x="2550" y="3558"/>
                    <a:pt x="2457" y="3657"/>
                  </a:cubicBezTo>
                  <a:cubicBezTo>
                    <a:pt x="2360" y="3754"/>
                    <a:pt x="2230" y="3884"/>
                    <a:pt x="2279" y="3925"/>
                  </a:cubicBezTo>
                  <a:cubicBezTo>
                    <a:pt x="2266" y="3982"/>
                    <a:pt x="2260" y="4008"/>
                    <a:pt x="2256" y="4008"/>
                  </a:cubicBezTo>
                  <a:cubicBezTo>
                    <a:pt x="2252" y="4008"/>
                    <a:pt x="2250" y="3990"/>
                    <a:pt x="2247" y="3957"/>
                  </a:cubicBezTo>
                  <a:cubicBezTo>
                    <a:pt x="2231" y="3923"/>
                    <a:pt x="2203" y="3908"/>
                    <a:pt x="2172" y="3908"/>
                  </a:cubicBezTo>
                  <a:cubicBezTo>
                    <a:pt x="2092" y="3908"/>
                    <a:pt x="1985" y="4007"/>
                    <a:pt x="1979" y="4135"/>
                  </a:cubicBezTo>
                  <a:cubicBezTo>
                    <a:pt x="1956" y="4158"/>
                    <a:pt x="1938" y="4185"/>
                    <a:pt x="1912" y="4185"/>
                  </a:cubicBezTo>
                  <a:cubicBezTo>
                    <a:pt x="1901" y="4185"/>
                    <a:pt x="1888" y="4180"/>
                    <a:pt x="1874" y="4168"/>
                  </a:cubicBezTo>
                  <a:cubicBezTo>
                    <a:pt x="1825" y="4225"/>
                    <a:pt x="1784" y="4298"/>
                    <a:pt x="1768" y="4370"/>
                  </a:cubicBezTo>
                  <a:cubicBezTo>
                    <a:pt x="1744" y="4411"/>
                    <a:pt x="1622" y="4541"/>
                    <a:pt x="1566" y="4614"/>
                  </a:cubicBezTo>
                  <a:cubicBezTo>
                    <a:pt x="1525" y="4662"/>
                    <a:pt x="1501" y="4719"/>
                    <a:pt x="1493" y="4784"/>
                  </a:cubicBezTo>
                  <a:lnTo>
                    <a:pt x="1460" y="4825"/>
                  </a:lnTo>
                  <a:cubicBezTo>
                    <a:pt x="1456" y="4821"/>
                    <a:pt x="1451" y="4819"/>
                    <a:pt x="1446" y="4819"/>
                  </a:cubicBezTo>
                  <a:cubicBezTo>
                    <a:pt x="1393" y="4819"/>
                    <a:pt x="1263" y="4986"/>
                    <a:pt x="1087" y="5214"/>
                  </a:cubicBezTo>
                  <a:cubicBezTo>
                    <a:pt x="893" y="5457"/>
                    <a:pt x="755" y="5700"/>
                    <a:pt x="674" y="5700"/>
                  </a:cubicBezTo>
                  <a:cubicBezTo>
                    <a:pt x="657" y="5733"/>
                    <a:pt x="657" y="5773"/>
                    <a:pt x="674" y="5806"/>
                  </a:cubicBezTo>
                  <a:cubicBezTo>
                    <a:pt x="755" y="5911"/>
                    <a:pt x="730" y="5943"/>
                    <a:pt x="649" y="5952"/>
                  </a:cubicBezTo>
                  <a:cubicBezTo>
                    <a:pt x="640" y="5950"/>
                    <a:pt x="630" y="5949"/>
                    <a:pt x="621" y="5949"/>
                  </a:cubicBezTo>
                  <a:cubicBezTo>
                    <a:pt x="507" y="5949"/>
                    <a:pt x="437" y="6081"/>
                    <a:pt x="512" y="6179"/>
                  </a:cubicBezTo>
                  <a:lnTo>
                    <a:pt x="455" y="6146"/>
                  </a:lnTo>
                  <a:cubicBezTo>
                    <a:pt x="446" y="6144"/>
                    <a:pt x="438" y="6144"/>
                    <a:pt x="430" y="6144"/>
                  </a:cubicBezTo>
                  <a:cubicBezTo>
                    <a:pt x="331" y="6144"/>
                    <a:pt x="323" y="6283"/>
                    <a:pt x="398" y="6373"/>
                  </a:cubicBezTo>
                  <a:cubicBezTo>
                    <a:pt x="325" y="6381"/>
                    <a:pt x="244" y="6389"/>
                    <a:pt x="276" y="6462"/>
                  </a:cubicBezTo>
                  <a:cubicBezTo>
                    <a:pt x="265" y="6481"/>
                    <a:pt x="259" y="6491"/>
                    <a:pt x="247" y="6491"/>
                  </a:cubicBezTo>
                  <a:cubicBezTo>
                    <a:pt x="232" y="6491"/>
                    <a:pt x="208" y="6477"/>
                    <a:pt x="155" y="6446"/>
                  </a:cubicBezTo>
                  <a:cubicBezTo>
                    <a:pt x="117" y="6424"/>
                    <a:pt x="83" y="6403"/>
                    <a:pt x="57" y="6403"/>
                  </a:cubicBezTo>
                  <a:cubicBezTo>
                    <a:pt x="44" y="6403"/>
                    <a:pt x="33" y="6408"/>
                    <a:pt x="25" y="6422"/>
                  </a:cubicBezTo>
                  <a:cubicBezTo>
                    <a:pt x="1" y="6462"/>
                    <a:pt x="49" y="6495"/>
                    <a:pt x="106" y="6519"/>
                  </a:cubicBezTo>
                  <a:lnTo>
                    <a:pt x="57" y="6600"/>
                  </a:lnTo>
                  <a:cubicBezTo>
                    <a:pt x="57" y="6600"/>
                    <a:pt x="41" y="6641"/>
                    <a:pt x="90" y="6673"/>
                  </a:cubicBezTo>
                  <a:cubicBezTo>
                    <a:pt x="147" y="6697"/>
                    <a:pt x="122" y="6738"/>
                    <a:pt x="98" y="6778"/>
                  </a:cubicBezTo>
                  <a:cubicBezTo>
                    <a:pt x="89" y="6772"/>
                    <a:pt x="82" y="6770"/>
                    <a:pt x="78" y="6770"/>
                  </a:cubicBezTo>
                  <a:lnTo>
                    <a:pt x="78" y="6770"/>
                  </a:lnTo>
                  <a:cubicBezTo>
                    <a:pt x="63" y="6770"/>
                    <a:pt x="82" y="6805"/>
                    <a:pt x="132" y="6805"/>
                  </a:cubicBezTo>
                  <a:cubicBezTo>
                    <a:pt x="139" y="6805"/>
                    <a:pt x="146" y="6804"/>
                    <a:pt x="155" y="6803"/>
                  </a:cubicBezTo>
                  <a:cubicBezTo>
                    <a:pt x="203" y="6835"/>
                    <a:pt x="260" y="6860"/>
                    <a:pt x="236" y="6900"/>
                  </a:cubicBezTo>
                  <a:lnTo>
                    <a:pt x="341" y="6957"/>
                  </a:lnTo>
                  <a:cubicBezTo>
                    <a:pt x="410" y="6989"/>
                    <a:pt x="458" y="7013"/>
                    <a:pt x="510" y="7013"/>
                  </a:cubicBezTo>
                  <a:cubicBezTo>
                    <a:pt x="538" y="7013"/>
                    <a:pt x="567" y="7006"/>
                    <a:pt x="601" y="6989"/>
                  </a:cubicBezTo>
                  <a:cubicBezTo>
                    <a:pt x="739" y="6868"/>
                    <a:pt x="852" y="6787"/>
                    <a:pt x="747" y="6722"/>
                  </a:cubicBezTo>
                  <a:cubicBezTo>
                    <a:pt x="747" y="6722"/>
                    <a:pt x="714" y="6657"/>
                    <a:pt x="739" y="6624"/>
                  </a:cubicBezTo>
                  <a:cubicBezTo>
                    <a:pt x="763" y="6584"/>
                    <a:pt x="836" y="6576"/>
                    <a:pt x="836" y="6576"/>
                  </a:cubicBezTo>
                  <a:cubicBezTo>
                    <a:pt x="840" y="6579"/>
                    <a:pt x="845" y="6580"/>
                    <a:pt x="850" y="6580"/>
                  </a:cubicBezTo>
                  <a:cubicBezTo>
                    <a:pt x="898" y="6580"/>
                    <a:pt x="969" y="6438"/>
                    <a:pt x="1087" y="6276"/>
                  </a:cubicBezTo>
                  <a:cubicBezTo>
                    <a:pt x="1225" y="6057"/>
                    <a:pt x="1298" y="5952"/>
                    <a:pt x="1371" y="5952"/>
                  </a:cubicBezTo>
                  <a:cubicBezTo>
                    <a:pt x="1411" y="5952"/>
                    <a:pt x="1444" y="5943"/>
                    <a:pt x="1468" y="5911"/>
                  </a:cubicBezTo>
                  <a:cubicBezTo>
                    <a:pt x="1411" y="5879"/>
                    <a:pt x="1566" y="5668"/>
                    <a:pt x="1752" y="5433"/>
                  </a:cubicBezTo>
                  <a:cubicBezTo>
                    <a:pt x="1922" y="5189"/>
                    <a:pt x="2125" y="4970"/>
                    <a:pt x="2076" y="4930"/>
                  </a:cubicBezTo>
                  <a:lnTo>
                    <a:pt x="2133" y="4865"/>
                  </a:lnTo>
                  <a:cubicBezTo>
                    <a:pt x="2144" y="4874"/>
                    <a:pt x="2154" y="4878"/>
                    <a:pt x="2166" y="4878"/>
                  </a:cubicBezTo>
                  <a:cubicBezTo>
                    <a:pt x="2206" y="4878"/>
                    <a:pt x="2251" y="4827"/>
                    <a:pt x="2295" y="4776"/>
                  </a:cubicBezTo>
                  <a:cubicBezTo>
                    <a:pt x="2303" y="4719"/>
                    <a:pt x="2328" y="4654"/>
                    <a:pt x="2360" y="4606"/>
                  </a:cubicBezTo>
                  <a:cubicBezTo>
                    <a:pt x="2375" y="4618"/>
                    <a:pt x="2387" y="4623"/>
                    <a:pt x="2399" y="4623"/>
                  </a:cubicBezTo>
                  <a:cubicBezTo>
                    <a:pt x="2426" y="4623"/>
                    <a:pt x="2450" y="4594"/>
                    <a:pt x="2490" y="4549"/>
                  </a:cubicBezTo>
                  <a:cubicBezTo>
                    <a:pt x="2555" y="4492"/>
                    <a:pt x="2579" y="4460"/>
                    <a:pt x="2538" y="4419"/>
                  </a:cubicBezTo>
                  <a:cubicBezTo>
                    <a:pt x="2652" y="4306"/>
                    <a:pt x="2774" y="4208"/>
                    <a:pt x="2911" y="4135"/>
                  </a:cubicBezTo>
                  <a:cubicBezTo>
                    <a:pt x="2915" y="4136"/>
                    <a:pt x="2919" y="4136"/>
                    <a:pt x="2922" y="4136"/>
                  </a:cubicBezTo>
                  <a:cubicBezTo>
                    <a:pt x="2984" y="4136"/>
                    <a:pt x="2976" y="4067"/>
                    <a:pt x="2968" y="3998"/>
                  </a:cubicBezTo>
                  <a:cubicBezTo>
                    <a:pt x="2928" y="3957"/>
                    <a:pt x="2911" y="3876"/>
                    <a:pt x="2944" y="3852"/>
                  </a:cubicBezTo>
                  <a:lnTo>
                    <a:pt x="2944" y="3852"/>
                  </a:lnTo>
                  <a:lnTo>
                    <a:pt x="3025" y="3941"/>
                  </a:lnTo>
                  <a:cubicBezTo>
                    <a:pt x="3029" y="3980"/>
                    <a:pt x="3031" y="3998"/>
                    <a:pt x="3042" y="3998"/>
                  </a:cubicBezTo>
                  <a:cubicBezTo>
                    <a:pt x="3051" y="3998"/>
                    <a:pt x="3067" y="3984"/>
                    <a:pt x="3098" y="3957"/>
                  </a:cubicBezTo>
                  <a:lnTo>
                    <a:pt x="3163" y="3900"/>
                  </a:lnTo>
                  <a:cubicBezTo>
                    <a:pt x="3122" y="3852"/>
                    <a:pt x="3284" y="3714"/>
                    <a:pt x="3511" y="3519"/>
                  </a:cubicBezTo>
                  <a:cubicBezTo>
                    <a:pt x="3811" y="3276"/>
                    <a:pt x="3917" y="3203"/>
                    <a:pt x="3884" y="3154"/>
                  </a:cubicBezTo>
                  <a:cubicBezTo>
                    <a:pt x="3844" y="3106"/>
                    <a:pt x="3876" y="3081"/>
                    <a:pt x="4014" y="3049"/>
                  </a:cubicBezTo>
                  <a:cubicBezTo>
                    <a:pt x="4330" y="3041"/>
                    <a:pt x="4330" y="3041"/>
                    <a:pt x="4330" y="2968"/>
                  </a:cubicBezTo>
                  <a:lnTo>
                    <a:pt x="4330" y="2968"/>
                  </a:lnTo>
                  <a:cubicBezTo>
                    <a:pt x="4324" y="2972"/>
                    <a:pt x="4318" y="2974"/>
                    <a:pt x="4312" y="2974"/>
                  </a:cubicBezTo>
                  <a:cubicBezTo>
                    <a:pt x="4283" y="2974"/>
                    <a:pt x="4251" y="2935"/>
                    <a:pt x="4225" y="2895"/>
                  </a:cubicBezTo>
                  <a:cubicBezTo>
                    <a:pt x="4181" y="2836"/>
                    <a:pt x="4178" y="2804"/>
                    <a:pt x="4206" y="2804"/>
                  </a:cubicBezTo>
                  <a:cubicBezTo>
                    <a:pt x="4225" y="2804"/>
                    <a:pt x="4256" y="2817"/>
                    <a:pt x="4298" y="2846"/>
                  </a:cubicBezTo>
                  <a:cubicBezTo>
                    <a:pt x="4305" y="2858"/>
                    <a:pt x="4318" y="2864"/>
                    <a:pt x="4335" y="2864"/>
                  </a:cubicBezTo>
                  <a:cubicBezTo>
                    <a:pt x="4470" y="2864"/>
                    <a:pt x="4863" y="2532"/>
                    <a:pt x="4841" y="2425"/>
                  </a:cubicBezTo>
                  <a:lnTo>
                    <a:pt x="4841" y="2425"/>
                  </a:lnTo>
                  <a:cubicBezTo>
                    <a:pt x="4849" y="2437"/>
                    <a:pt x="4860" y="2453"/>
                    <a:pt x="4873" y="2473"/>
                  </a:cubicBezTo>
                  <a:cubicBezTo>
                    <a:pt x="4885" y="2491"/>
                    <a:pt x="4897" y="2500"/>
                    <a:pt x="4915" y="2500"/>
                  </a:cubicBezTo>
                  <a:cubicBezTo>
                    <a:pt x="4946" y="2500"/>
                    <a:pt x="4995" y="2473"/>
                    <a:pt x="5092" y="2417"/>
                  </a:cubicBezTo>
                  <a:lnTo>
                    <a:pt x="5198" y="2360"/>
                  </a:lnTo>
                  <a:cubicBezTo>
                    <a:pt x="5153" y="2277"/>
                    <a:pt x="5303" y="2215"/>
                    <a:pt x="5381" y="2215"/>
                  </a:cubicBezTo>
                  <a:cubicBezTo>
                    <a:pt x="5403" y="2215"/>
                    <a:pt x="5420" y="2219"/>
                    <a:pt x="5425" y="2230"/>
                  </a:cubicBezTo>
                  <a:cubicBezTo>
                    <a:pt x="5455" y="2245"/>
                    <a:pt x="5472" y="2253"/>
                    <a:pt x="5488" y="2253"/>
                  </a:cubicBezTo>
                  <a:cubicBezTo>
                    <a:pt x="5506" y="2253"/>
                    <a:pt x="5524" y="2243"/>
                    <a:pt x="5563" y="2222"/>
                  </a:cubicBezTo>
                  <a:cubicBezTo>
                    <a:pt x="5603" y="2105"/>
                    <a:pt x="5732" y="2052"/>
                    <a:pt x="5810" y="2052"/>
                  </a:cubicBezTo>
                  <a:cubicBezTo>
                    <a:pt x="5841" y="2052"/>
                    <a:pt x="5864" y="2060"/>
                    <a:pt x="5871" y="2076"/>
                  </a:cubicBezTo>
                  <a:lnTo>
                    <a:pt x="5944" y="2035"/>
                  </a:lnTo>
                  <a:cubicBezTo>
                    <a:pt x="5960" y="1962"/>
                    <a:pt x="6033" y="1930"/>
                    <a:pt x="6073" y="1906"/>
                  </a:cubicBezTo>
                  <a:cubicBezTo>
                    <a:pt x="6187" y="1857"/>
                    <a:pt x="6227" y="1833"/>
                    <a:pt x="6163" y="1800"/>
                  </a:cubicBezTo>
                  <a:cubicBezTo>
                    <a:pt x="6138" y="1744"/>
                    <a:pt x="6114" y="1687"/>
                    <a:pt x="6155" y="1671"/>
                  </a:cubicBezTo>
                  <a:lnTo>
                    <a:pt x="6155" y="1671"/>
                  </a:lnTo>
                  <a:lnTo>
                    <a:pt x="6179" y="1727"/>
                  </a:lnTo>
                  <a:cubicBezTo>
                    <a:pt x="6186" y="1741"/>
                    <a:pt x="6201" y="1747"/>
                    <a:pt x="6223" y="1747"/>
                  </a:cubicBezTo>
                  <a:cubicBezTo>
                    <a:pt x="6276" y="1747"/>
                    <a:pt x="6369" y="1711"/>
                    <a:pt x="6479" y="1671"/>
                  </a:cubicBezTo>
                  <a:cubicBezTo>
                    <a:pt x="6622" y="1613"/>
                    <a:pt x="6705" y="1580"/>
                    <a:pt x="6761" y="1580"/>
                  </a:cubicBezTo>
                  <a:cubicBezTo>
                    <a:pt x="6784" y="1580"/>
                    <a:pt x="6803" y="1586"/>
                    <a:pt x="6819" y="1598"/>
                  </a:cubicBezTo>
                  <a:lnTo>
                    <a:pt x="6844" y="1525"/>
                  </a:lnTo>
                  <a:cubicBezTo>
                    <a:pt x="6853" y="1481"/>
                    <a:pt x="6871" y="1458"/>
                    <a:pt x="6890" y="1458"/>
                  </a:cubicBezTo>
                  <a:cubicBezTo>
                    <a:pt x="6902" y="1458"/>
                    <a:pt x="6915" y="1469"/>
                    <a:pt x="6925" y="1492"/>
                  </a:cubicBezTo>
                  <a:cubicBezTo>
                    <a:pt x="6938" y="1501"/>
                    <a:pt x="6956" y="1506"/>
                    <a:pt x="6978" y="1506"/>
                  </a:cubicBezTo>
                  <a:cubicBezTo>
                    <a:pt x="7050" y="1506"/>
                    <a:pt x="7158" y="1458"/>
                    <a:pt x="7209" y="1395"/>
                  </a:cubicBezTo>
                  <a:lnTo>
                    <a:pt x="7290" y="1371"/>
                  </a:lnTo>
                  <a:cubicBezTo>
                    <a:pt x="7311" y="1411"/>
                    <a:pt x="7348" y="1429"/>
                    <a:pt x="7384" y="1429"/>
                  </a:cubicBezTo>
                  <a:cubicBezTo>
                    <a:pt x="7444" y="1429"/>
                    <a:pt x="7502" y="1381"/>
                    <a:pt x="7492" y="1306"/>
                  </a:cubicBezTo>
                  <a:lnTo>
                    <a:pt x="7492" y="1306"/>
                  </a:lnTo>
                  <a:cubicBezTo>
                    <a:pt x="7502" y="1339"/>
                    <a:pt x="7520" y="1350"/>
                    <a:pt x="7541" y="1350"/>
                  </a:cubicBezTo>
                  <a:cubicBezTo>
                    <a:pt x="7556" y="1350"/>
                    <a:pt x="7573" y="1345"/>
                    <a:pt x="7590" y="1338"/>
                  </a:cubicBezTo>
                  <a:cubicBezTo>
                    <a:pt x="7635" y="1282"/>
                    <a:pt x="7727" y="1237"/>
                    <a:pt x="7785" y="1237"/>
                  </a:cubicBezTo>
                  <a:cubicBezTo>
                    <a:pt x="7810" y="1237"/>
                    <a:pt x="7828" y="1246"/>
                    <a:pt x="7833" y="1265"/>
                  </a:cubicBezTo>
                  <a:lnTo>
                    <a:pt x="7873" y="1257"/>
                  </a:lnTo>
                  <a:cubicBezTo>
                    <a:pt x="7890" y="1208"/>
                    <a:pt x="7938" y="1168"/>
                    <a:pt x="7987" y="1168"/>
                  </a:cubicBezTo>
                  <a:cubicBezTo>
                    <a:pt x="8036" y="1160"/>
                    <a:pt x="8076" y="1127"/>
                    <a:pt x="8092" y="1079"/>
                  </a:cubicBezTo>
                  <a:cubicBezTo>
                    <a:pt x="8125" y="1006"/>
                    <a:pt x="8165" y="998"/>
                    <a:pt x="8165" y="998"/>
                  </a:cubicBezTo>
                  <a:cubicBezTo>
                    <a:pt x="8168" y="997"/>
                    <a:pt x="8170" y="997"/>
                    <a:pt x="8172" y="997"/>
                  </a:cubicBezTo>
                  <a:cubicBezTo>
                    <a:pt x="8203" y="997"/>
                    <a:pt x="8180" y="1059"/>
                    <a:pt x="8149" y="1127"/>
                  </a:cubicBezTo>
                  <a:cubicBezTo>
                    <a:pt x="8126" y="1154"/>
                    <a:pt x="8126" y="1167"/>
                    <a:pt x="8142" y="1167"/>
                  </a:cubicBezTo>
                  <a:cubicBezTo>
                    <a:pt x="8168" y="1167"/>
                    <a:pt x="8241" y="1124"/>
                    <a:pt x="8303" y="1030"/>
                  </a:cubicBezTo>
                  <a:cubicBezTo>
                    <a:pt x="8354" y="954"/>
                    <a:pt x="8378" y="915"/>
                    <a:pt x="8382" y="915"/>
                  </a:cubicBezTo>
                  <a:lnTo>
                    <a:pt x="8382" y="915"/>
                  </a:lnTo>
                  <a:cubicBezTo>
                    <a:pt x="8385" y="915"/>
                    <a:pt x="8371" y="948"/>
                    <a:pt x="8344" y="1014"/>
                  </a:cubicBezTo>
                  <a:cubicBezTo>
                    <a:pt x="8327" y="1064"/>
                    <a:pt x="8306" y="1111"/>
                    <a:pt x="8319" y="1111"/>
                  </a:cubicBezTo>
                  <a:cubicBezTo>
                    <a:pt x="8325" y="1111"/>
                    <a:pt x="8337" y="1101"/>
                    <a:pt x="8360" y="1079"/>
                  </a:cubicBezTo>
                  <a:cubicBezTo>
                    <a:pt x="8360" y="1079"/>
                    <a:pt x="8441" y="1054"/>
                    <a:pt x="8433" y="998"/>
                  </a:cubicBezTo>
                  <a:lnTo>
                    <a:pt x="8554" y="965"/>
                  </a:lnTo>
                  <a:cubicBezTo>
                    <a:pt x="8596" y="989"/>
                    <a:pt x="8642" y="1004"/>
                    <a:pt x="8686" y="1004"/>
                  </a:cubicBezTo>
                  <a:cubicBezTo>
                    <a:pt x="8702" y="1004"/>
                    <a:pt x="8718" y="1002"/>
                    <a:pt x="8733" y="998"/>
                  </a:cubicBezTo>
                  <a:cubicBezTo>
                    <a:pt x="8750" y="963"/>
                    <a:pt x="8758" y="947"/>
                    <a:pt x="8771" y="947"/>
                  </a:cubicBezTo>
                  <a:cubicBezTo>
                    <a:pt x="8782" y="947"/>
                    <a:pt x="8796" y="959"/>
                    <a:pt x="8822" y="981"/>
                  </a:cubicBezTo>
                  <a:cubicBezTo>
                    <a:pt x="8825" y="1007"/>
                    <a:pt x="8834" y="1022"/>
                    <a:pt x="8842" y="1022"/>
                  </a:cubicBezTo>
                  <a:cubicBezTo>
                    <a:pt x="8853" y="1022"/>
                    <a:pt x="8864" y="990"/>
                    <a:pt x="8854" y="917"/>
                  </a:cubicBezTo>
                  <a:cubicBezTo>
                    <a:pt x="8873" y="880"/>
                    <a:pt x="8894" y="861"/>
                    <a:pt x="8918" y="861"/>
                  </a:cubicBezTo>
                  <a:cubicBezTo>
                    <a:pt x="8936" y="861"/>
                    <a:pt x="8955" y="871"/>
                    <a:pt x="8976" y="892"/>
                  </a:cubicBezTo>
                  <a:cubicBezTo>
                    <a:pt x="8990" y="962"/>
                    <a:pt x="9009" y="989"/>
                    <a:pt x="9021" y="989"/>
                  </a:cubicBezTo>
                  <a:cubicBezTo>
                    <a:pt x="9031" y="989"/>
                    <a:pt x="9036" y="973"/>
                    <a:pt x="9033" y="949"/>
                  </a:cubicBezTo>
                  <a:cubicBezTo>
                    <a:pt x="9065" y="884"/>
                    <a:pt x="9106" y="876"/>
                    <a:pt x="9106" y="876"/>
                  </a:cubicBezTo>
                  <a:cubicBezTo>
                    <a:pt x="9110" y="889"/>
                    <a:pt x="9142" y="895"/>
                    <a:pt x="9192" y="895"/>
                  </a:cubicBezTo>
                  <a:cubicBezTo>
                    <a:pt x="9233" y="895"/>
                    <a:pt x="9287" y="891"/>
                    <a:pt x="9349" y="884"/>
                  </a:cubicBezTo>
                  <a:cubicBezTo>
                    <a:pt x="9495" y="876"/>
                    <a:pt x="9690" y="860"/>
                    <a:pt x="9884" y="844"/>
                  </a:cubicBezTo>
                  <a:cubicBezTo>
                    <a:pt x="9925" y="836"/>
                    <a:pt x="9957" y="779"/>
                    <a:pt x="9957" y="714"/>
                  </a:cubicBezTo>
                  <a:cubicBezTo>
                    <a:pt x="9954" y="663"/>
                    <a:pt x="9952" y="645"/>
                    <a:pt x="9954" y="645"/>
                  </a:cubicBezTo>
                  <a:lnTo>
                    <a:pt x="9954" y="645"/>
                  </a:lnTo>
                  <a:cubicBezTo>
                    <a:pt x="9957" y="645"/>
                    <a:pt x="9969" y="681"/>
                    <a:pt x="9998" y="714"/>
                  </a:cubicBezTo>
                  <a:cubicBezTo>
                    <a:pt x="10025" y="797"/>
                    <a:pt x="10061" y="838"/>
                    <a:pt x="10083" y="838"/>
                  </a:cubicBezTo>
                  <a:cubicBezTo>
                    <a:pt x="10107" y="838"/>
                    <a:pt x="10116" y="793"/>
                    <a:pt x="10087" y="706"/>
                  </a:cubicBezTo>
                  <a:cubicBezTo>
                    <a:pt x="10058" y="644"/>
                    <a:pt x="10044" y="614"/>
                    <a:pt x="10050" y="614"/>
                  </a:cubicBezTo>
                  <a:lnTo>
                    <a:pt x="10050" y="614"/>
                  </a:lnTo>
                  <a:cubicBezTo>
                    <a:pt x="10055" y="614"/>
                    <a:pt x="10080" y="642"/>
                    <a:pt x="10127" y="698"/>
                  </a:cubicBezTo>
                  <a:cubicBezTo>
                    <a:pt x="10151" y="725"/>
                    <a:pt x="10163" y="739"/>
                    <a:pt x="10174" y="739"/>
                  </a:cubicBezTo>
                  <a:cubicBezTo>
                    <a:pt x="10185" y="739"/>
                    <a:pt x="10196" y="723"/>
                    <a:pt x="10217" y="690"/>
                  </a:cubicBezTo>
                  <a:cubicBezTo>
                    <a:pt x="10212" y="661"/>
                    <a:pt x="10223" y="647"/>
                    <a:pt x="10234" y="647"/>
                  </a:cubicBezTo>
                  <a:cubicBezTo>
                    <a:pt x="10245" y="647"/>
                    <a:pt x="10257" y="661"/>
                    <a:pt x="10257" y="690"/>
                  </a:cubicBezTo>
                  <a:cubicBezTo>
                    <a:pt x="10291" y="729"/>
                    <a:pt x="10321" y="773"/>
                    <a:pt x="10336" y="773"/>
                  </a:cubicBezTo>
                  <a:cubicBezTo>
                    <a:pt x="10343" y="773"/>
                    <a:pt x="10346" y="766"/>
                    <a:pt x="10346" y="746"/>
                  </a:cubicBezTo>
                  <a:cubicBezTo>
                    <a:pt x="10387" y="754"/>
                    <a:pt x="10419" y="779"/>
                    <a:pt x="10435" y="803"/>
                  </a:cubicBezTo>
                  <a:cubicBezTo>
                    <a:pt x="10450" y="822"/>
                    <a:pt x="10463" y="830"/>
                    <a:pt x="10475" y="830"/>
                  </a:cubicBezTo>
                  <a:cubicBezTo>
                    <a:pt x="10505" y="830"/>
                    <a:pt x="10531" y="786"/>
                    <a:pt x="10565" y="746"/>
                  </a:cubicBezTo>
                  <a:cubicBezTo>
                    <a:pt x="10628" y="684"/>
                    <a:pt x="10669" y="651"/>
                    <a:pt x="10689" y="651"/>
                  </a:cubicBezTo>
                  <a:cubicBezTo>
                    <a:pt x="10707" y="651"/>
                    <a:pt x="10706" y="679"/>
                    <a:pt x="10687" y="738"/>
                  </a:cubicBezTo>
                  <a:cubicBezTo>
                    <a:pt x="10672" y="784"/>
                    <a:pt x="10693" y="803"/>
                    <a:pt x="10728" y="803"/>
                  </a:cubicBezTo>
                  <a:cubicBezTo>
                    <a:pt x="10785" y="803"/>
                    <a:pt x="10880" y="749"/>
                    <a:pt x="10906" y="673"/>
                  </a:cubicBezTo>
                  <a:cubicBezTo>
                    <a:pt x="10929" y="603"/>
                    <a:pt x="10939" y="573"/>
                    <a:pt x="10943" y="573"/>
                  </a:cubicBezTo>
                  <a:cubicBezTo>
                    <a:pt x="10946" y="573"/>
                    <a:pt x="10946" y="589"/>
                    <a:pt x="10946" y="617"/>
                  </a:cubicBezTo>
                  <a:cubicBezTo>
                    <a:pt x="10946" y="673"/>
                    <a:pt x="10995" y="673"/>
                    <a:pt x="10995" y="673"/>
                  </a:cubicBezTo>
                  <a:cubicBezTo>
                    <a:pt x="11035" y="673"/>
                    <a:pt x="11076" y="673"/>
                    <a:pt x="11076" y="738"/>
                  </a:cubicBezTo>
                  <a:cubicBezTo>
                    <a:pt x="11125" y="730"/>
                    <a:pt x="11165" y="714"/>
                    <a:pt x="11206" y="681"/>
                  </a:cubicBezTo>
                  <a:cubicBezTo>
                    <a:pt x="11237" y="642"/>
                    <a:pt x="11273" y="625"/>
                    <a:pt x="11308" y="625"/>
                  </a:cubicBezTo>
                  <a:cubicBezTo>
                    <a:pt x="11375" y="625"/>
                    <a:pt x="11439" y="683"/>
                    <a:pt x="11465" y="763"/>
                  </a:cubicBezTo>
                  <a:lnTo>
                    <a:pt x="11554" y="706"/>
                  </a:lnTo>
                  <a:cubicBezTo>
                    <a:pt x="11584" y="635"/>
                    <a:pt x="11615" y="584"/>
                    <a:pt x="11631" y="584"/>
                  </a:cubicBezTo>
                  <a:cubicBezTo>
                    <a:pt x="11641" y="584"/>
                    <a:pt x="11647" y="603"/>
                    <a:pt x="11643" y="649"/>
                  </a:cubicBezTo>
                  <a:cubicBezTo>
                    <a:pt x="11641" y="671"/>
                    <a:pt x="11639" y="692"/>
                    <a:pt x="11638" y="708"/>
                  </a:cubicBezTo>
                  <a:lnTo>
                    <a:pt x="11638" y="708"/>
                  </a:lnTo>
                  <a:cubicBezTo>
                    <a:pt x="11656" y="668"/>
                    <a:pt x="11688" y="651"/>
                    <a:pt x="11722" y="651"/>
                  </a:cubicBezTo>
                  <a:cubicBezTo>
                    <a:pt x="11784" y="651"/>
                    <a:pt x="11851" y="709"/>
                    <a:pt x="11846" y="787"/>
                  </a:cubicBezTo>
                  <a:cubicBezTo>
                    <a:pt x="11846" y="844"/>
                    <a:pt x="11846" y="844"/>
                    <a:pt x="11887" y="844"/>
                  </a:cubicBezTo>
                  <a:lnTo>
                    <a:pt x="11895" y="787"/>
                  </a:lnTo>
                  <a:cubicBezTo>
                    <a:pt x="11895" y="722"/>
                    <a:pt x="11903" y="665"/>
                    <a:pt x="11943" y="665"/>
                  </a:cubicBezTo>
                  <a:cubicBezTo>
                    <a:pt x="11984" y="673"/>
                    <a:pt x="12033" y="673"/>
                    <a:pt x="12025" y="730"/>
                  </a:cubicBezTo>
                  <a:cubicBezTo>
                    <a:pt x="12053" y="776"/>
                    <a:pt x="12078" y="822"/>
                    <a:pt x="12093" y="822"/>
                  </a:cubicBezTo>
                  <a:cubicBezTo>
                    <a:pt x="12099" y="822"/>
                    <a:pt x="12103" y="814"/>
                    <a:pt x="12106" y="795"/>
                  </a:cubicBezTo>
                  <a:cubicBezTo>
                    <a:pt x="12106" y="795"/>
                    <a:pt x="12146" y="803"/>
                    <a:pt x="12187" y="860"/>
                  </a:cubicBezTo>
                  <a:cubicBezTo>
                    <a:pt x="12227" y="860"/>
                    <a:pt x="12268" y="876"/>
                    <a:pt x="12357" y="884"/>
                  </a:cubicBezTo>
                  <a:cubicBezTo>
                    <a:pt x="12377" y="864"/>
                    <a:pt x="12402" y="855"/>
                    <a:pt x="12424" y="855"/>
                  </a:cubicBezTo>
                  <a:cubicBezTo>
                    <a:pt x="12457" y="855"/>
                    <a:pt x="12483" y="875"/>
                    <a:pt x="12479" y="908"/>
                  </a:cubicBezTo>
                  <a:cubicBezTo>
                    <a:pt x="12487" y="910"/>
                    <a:pt x="12495" y="911"/>
                    <a:pt x="12504" y="911"/>
                  </a:cubicBezTo>
                  <a:cubicBezTo>
                    <a:pt x="12544" y="911"/>
                    <a:pt x="12583" y="895"/>
                    <a:pt x="12616" y="868"/>
                  </a:cubicBezTo>
                  <a:cubicBezTo>
                    <a:pt x="12697" y="884"/>
                    <a:pt x="12738" y="892"/>
                    <a:pt x="12730" y="949"/>
                  </a:cubicBezTo>
                  <a:cubicBezTo>
                    <a:pt x="12726" y="981"/>
                    <a:pt x="12724" y="996"/>
                    <a:pt x="12730" y="996"/>
                  </a:cubicBezTo>
                  <a:cubicBezTo>
                    <a:pt x="12736" y="996"/>
                    <a:pt x="12750" y="981"/>
                    <a:pt x="12779" y="957"/>
                  </a:cubicBezTo>
                  <a:cubicBezTo>
                    <a:pt x="12785" y="913"/>
                    <a:pt x="12811" y="908"/>
                    <a:pt x="12841" y="908"/>
                  </a:cubicBezTo>
                  <a:cubicBezTo>
                    <a:pt x="12850" y="908"/>
                    <a:pt x="12859" y="908"/>
                    <a:pt x="12868" y="908"/>
                  </a:cubicBezTo>
                  <a:lnTo>
                    <a:pt x="12957" y="925"/>
                  </a:lnTo>
                  <a:cubicBezTo>
                    <a:pt x="12963" y="884"/>
                    <a:pt x="12964" y="872"/>
                    <a:pt x="12980" y="872"/>
                  </a:cubicBezTo>
                  <a:cubicBezTo>
                    <a:pt x="12986" y="872"/>
                    <a:pt x="12994" y="874"/>
                    <a:pt x="13006" y="876"/>
                  </a:cubicBezTo>
                  <a:cubicBezTo>
                    <a:pt x="13046" y="884"/>
                    <a:pt x="13168" y="957"/>
                    <a:pt x="13208" y="965"/>
                  </a:cubicBezTo>
                  <a:cubicBezTo>
                    <a:pt x="13254" y="974"/>
                    <a:pt x="13284" y="980"/>
                    <a:pt x="13302" y="980"/>
                  </a:cubicBezTo>
                  <a:cubicBezTo>
                    <a:pt x="13330" y="980"/>
                    <a:pt x="13326" y="965"/>
                    <a:pt x="13306" y="925"/>
                  </a:cubicBezTo>
                  <a:cubicBezTo>
                    <a:pt x="13274" y="919"/>
                    <a:pt x="13270" y="894"/>
                    <a:pt x="13290" y="894"/>
                  </a:cubicBezTo>
                  <a:cubicBezTo>
                    <a:pt x="13301" y="894"/>
                    <a:pt x="13320" y="902"/>
                    <a:pt x="13346" y="925"/>
                  </a:cubicBezTo>
                  <a:cubicBezTo>
                    <a:pt x="13387" y="933"/>
                    <a:pt x="13500" y="1030"/>
                    <a:pt x="13622" y="1063"/>
                  </a:cubicBezTo>
                  <a:cubicBezTo>
                    <a:pt x="13700" y="1081"/>
                    <a:pt x="13742" y="1091"/>
                    <a:pt x="13766" y="1091"/>
                  </a:cubicBezTo>
                  <a:cubicBezTo>
                    <a:pt x="13794" y="1091"/>
                    <a:pt x="13796" y="1077"/>
                    <a:pt x="13800" y="1046"/>
                  </a:cubicBezTo>
                  <a:cubicBezTo>
                    <a:pt x="13796" y="986"/>
                    <a:pt x="13803" y="957"/>
                    <a:pt x="13813" y="957"/>
                  </a:cubicBezTo>
                  <a:cubicBezTo>
                    <a:pt x="13825" y="957"/>
                    <a:pt x="13840" y="994"/>
                    <a:pt x="13849" y="1063"/>
                  </a:cubicBezTo>
                  <a:cubicBezTo>
                    <a:pt x="13879" y="1149"/>
                    <a:pt x="13907" y="1185"/>
                    <a:pt x="13927" y="1185"/>
                  </a:cubicBezTo>
                  <a:cubicBezTo>
                    <a:pt x="13939" y="1185"/>
                    <a:pt x="13948" y="1173"/>
                    <a:pt x="13954" y="1152"/>
                  </a:cubicBezTo>
                  <a:cubicBezTo>
                    <a:pt x="13994" y="1117"/>
                    <a:pt x="14006" y="1107"/>
                    <a:pt x="14024" y="1107"/>
                  </a:cubicBezTo>
                  <a:cubicBezTo>
                    <a:pt x="14031" y="1107"/>
                    <a:pt x="14040" y="1109"/>
                    <a:pt x="14051" y="1111"/>
                  </a:cubicBezTo>
                  <a:cubicBezTo>
                    <a:pt x="14041" y="1152"/>
                    <a:pt x="14053" y="1170"/>
                    <a:pt x="14090" y="1170"/>
                  </a:cubicBezTo>
                  <a:cubicBezTo>
                    <a:pt x="14112" y="1170"/>
                    <a:pt x="14142" y="1164"/>
                    <a:pt x="14181" y="1152"/>
                  </a:cubicBezTo>
                  <a:cubicBezTo>
                    <a:pt x="14222" y="1160"/>
                    <a:pt x="14222" y="1160"/>
                    <a:pt x="14206" y="1217"/>
                  </a:cubicBezTo>
                  <a:lnTo>
                    <a:pt x="14287" y="1241"/>
                  </a:lnTo>
                  <a:cubicBezTo>
                    <a:pt x="14318" y="1214"/>
                    <a:pt x="14356" y="1203"/>
                    <a:pt x="14396" y="1203"/>
                  </a:cubicBezTo>
                  <a:cubicBezTo>
                    <a:pt x="14511" y="1203"/>
                    <a:pt x="14639" y="1294"/>
                    <a:pt x="14651" y="1354"/>
                  </a:cubicBezTo>
                  <a:cubicBezTo>
                    <a:pt x="14660" y="1356"/>
                    <a:pt x="14668" y="1357"/>
                    <a:pt x="14677" y="1357"/>
                  </a:cubicBezTo>
                  <a:cubicBezTo>
                    <a:pt x="14703" y="1357"/>
                    <a:pt x="14731" y="1348"/>
                    <a:pt x="14749" y="1330"/>
                  </a:cubicBezTo>
                  <a:cubicBezTo>
                    <a:pt x="14785" y="1287"/>
                    <a:pt x="14813" y="1266"/>
                    <a:pt x="14829" y="1266"/>
                  </a:cubicBezTo>
                  <a:cubicBezTo>
                    <a:pt x="14850" y="1266"/>
                    <a:pt x="14852" y="1299"/>
                    <a:pt x="14830" y="1363"/>
                  </a:cubicBezTo>
                  <a:cubicBezTo>
                    <a:pt x="14809" y="1416"/>
                    <a:pt x="14799" y="1443"/>
                    <a:pt x="14805" y="1443"/>
                  </a:cubicBezTo>
                  <a:cubicBezTo>
                    <a:pt x="14810" y="1443"/>
                    <a:pt x="14831" y="1418"/>
                    <a:pt x="14870" y="1371"/>
                  </a:cubicBezTo>
                  <a:cubicBezTo>
                    <a:pt x="14882" y="1363"/>
                    <a:pt x="14898" y="1360"/>
                    <a:pt x="14917" y="1360"/>
                  </a:cubicBezTo>
                  <a:cubicBezTo>
                    <a:pt x="14999" y="1360"/>
                    <a:pt x="15122" y="1429"/>
                    <a:pt x="15049" y="1508"/>
                  </a:cubicBezTo>
                  <a:lnTo>
                    <a:pt x="15008" y="1614"/>
                  </a:lnTo>
                  <a:cubicBezTo>
                    <a:pt x="15035" y="1601"/>
                    <a:pt x="15061" y="1587"/>
                    <a:pt x="15092" y="1587"/>
                  </a:cubicBezTo>
                  <a:cubicBezTo>
                    <a:pt x="15099" y="1587"/>
                    <a:pt x="15106" y="1588"/>
                    <a:pt x="15114" y="1590"/>
                  </a:cubicBezTo>
                  <a:cubicBezTo>
                    <a:pt x="15121" y="1564"/>
                    <a:pt x="15133" y="1554"/>
                    <a:pt x="15154" y="1554"/>
                  </a:cubicBezTo>
                  <a:cubicBezTo>
                    <a:pt x="15182" y="1554"/>
                    <a:pt x="15224" y="1571"/>
                    <a:pt x="15292" y="1598"/>
                  </a:cubicBezTo>
                  <a:cubicBezTo>
                    <a:pt x="15373" y="1630"/>
                    <a:pt x="15560" y="1622"/>
                    <a:pt x="15632" y="1671"/>
                  </a:cubicBezTo>
                  <a:cubicBezTo>
                    <a:pt x="15714" y="1703"/>
                    <a:pt x="15827" y="1760"/>
                    <a:pt x="15843" y="1833"/>
                  </a:cubicBezTo>
                  <a:cubicBezTo>
                    <a:pt x="15876" y="1854"/>
                    <a:pt x="15915" y="1865"/>
                    <a:pt x="15957" y="1865"/>
                  </a:cubicBezTo>
                  <a:cubicBezTo>
                    <a:pt x="15978" y="1865"/>
                    <a:pt x="16000" y="1863"/>
                    <a:pt x="16022" y="1857"/>
                  </a:cubicBezTo>
                  <a:cubicBezTo>
                    <a:pt x="16038" y="1849"/>
                    <a:pt x="16055" y="1845"/>
                    <a:pt x="16070" y="1845"/>
                  </a:cubicBezTo>
                  <a:cubicBezTo>
                    <a:pt x="16117" y="1845"/>
                    <a:pt x="16153" y="1877"/>
                    <a:pt x="16135" y="1914"/>
                  </a:cubicBezTo>
                  <a:lnTo>
                    <a:pt x="16176" y="1938"/>
                  </a:lnTo>
                  <a:cubicBezTo>
                    <a:pt x="16196" y="1930"/>
                    <a:pt x="16220" y="1926"/>
                    <a:pt x="16245" y="1926"/>
                  </a:cubicBezTo>
                  <a:cubicBezTo>
                    <a:pt x="16269" y="1926"/>
                    <a:pt x="16293" y="1930"/>
                    <a:pt x="16314" y="1938"/>
                  </a:cubicBezTo>
                  <a:cubicBezTo>
                    <a:pt x="16294" y="1984"/>
                    <a:pt x="16295" y="2036"/>
                    <a:pt x="16332" y="2036"/>
                  </a:cubicBezTo>
                  <a:cubicBezTo>
                    <a:pt x="16340" y="2036"/>
                    <a:pt x="16350" y="2033"/>
                    <a:pt x="16362" y="2027"/>
                  </a:cubicBezTo>
                  <a:cubicBezTo>
                    <a:pt x="16376" y="2006"/>
                    <a:pt x="16392" y="1997"/>
                    <a:pt x="16411" y="1997"/>
                  </a:cubicBezTo>
                  <a:cubicBezTo>
                    <a:pt x="16436" y="1997"/>
                    <a:pt x="16467" y="2013"/>
                    <a:pt x="16508" y="2035"/>
                  </a:cubicBezTo>
                  <a:cubicBezTo>
                    <a:pt x="16719" y="2190"/>
                    <a:pt x="16938" y="2344"/>
                    <a:pt x="17157" y="2473"/>
                  </a:cubicBezTo>
                  <a:lnTo>
                    <a:pt x="17586" y="2733"/>
                  </a:lnTo>
                  <a:cubicBezTo>
                    <a:pt x="17685" y="2796"/>
                    <a:pt x="17753" y="2841"/>
                    <a:pt x="17775" y="2841"/>
                  </a:cubicBezTo>
                  <a:cubicBezTo>
                    <a:pt x="17778" y="2841"/>
                    <a:pt x="17780" y="2840"/>
                    <a:pt x="17781" y="2838"/>
                  </a:cubicBezTo>
                  <a:lnTo>
                    <a:pt x="17886" y="2919"/>
                  </a:lnTo>
                  <a:lnTo>
                    <a:pt x="17992" y="3000"/>
                  </a:lnTo>
                  <a:cubicBezTo>
                    <a:pt x="17919" y="3089"/>
                    <a:pt x="18122" y="3179"/>
                    <a:pt x="18259" y="3203"/>
                  </a:cubicBezTo>
                  <a:cubicBezTo>
                    <a:pt x="18272" y="3199"/>
                    <a:pt x="18286" y="3197"/>
                    <a:pt x="18300" y="3197"/>
                  </a:cubicBezTo>
                  <a:cubicBezTo>
                    <a:pt x="18337" y="3197"/>
                    <a:pt x="18376" y="3212"/>
                    <a:pt x="18405" y="3235"/>
                  </a:cubicBezTo>
                  <a:cubicBezTo>
                    <a:pt x="18324" y="3333"/>
                    <a:pt x="18430" y="3406"/>
                    <a:pt x="18535" y="3422"/>
                  </a:cubicBezTo>
                  <a:cubicBezTo>
                    <a:pt x="18573" y="3399"/>
                    <a:pt x="18602" y="3388"/>
                    <a:pt x="18619" y="3388"/>
                  </a:cubicBezTo>
                  <a:cubicBezTo>
                    <a:pt x="18649" y="3388"/>
                    <a:pt x="18644" y="3422"/>
                    <a:pt x="18592" y="3479"/>
                  </a:cubicBezTo>
                  <a:cubicBezTo>
                    <a:pt x="18542" y="3539"/>
                    <a:pt x="18553" y="3585"/>
                    <a:pt x="18623" y="3585"/>
                  </a:cubicBezTo>
                  <a:cubicBezTo>
                    <a:pt x="18656" y="3585"/>
                    <a:pt x="18703" y="3575"/>
                    <a:pt x="18762" y="3552"/>
                  </a:cubicBezTo>
                  <a:cubicBezTo>
                    <a:pt x="18785" y="3546"/>
                    <a:pt x="18801" y="3543"/>
                    <a:pt x="18812" y="3543"/>
                  </a:cubicBezTo>
                  <a:cubicBezTo>
                    <a:pt x="18834" y="3543"/>
                    <a:pt x="18832" y="3559"/>
                    <a:pt x="18827" y="3608"/>
                  </a:cubicBezTo>
                  <a:cubicBezTo>
                    <a:pt x="18793" y="3694"/>
                    <a:pt x="18799" y="3735"/>
                    <a:pt x="18817" y="3735"/>
                  </a:cubicBezTo>
                  <a:cubicBezTo>
                    <a:pt x="18824" y="3735"/>
                    <a:pt x="18834" y="3728"/>
                    <a:pt x="18843" y="3714"/>
                  </a:cubicBezTo>
                  <a:cubicBezTo>
                    <a:pt x="18882" y="3695"/>
                    <a:pt x="18911" y="3685"/>
                    <a:pt x="18931" y="3685"/>
                  </a:cubicBezTo>
                  <a:cubicBezTo>
                    <a:pt x="18969" y="3685"/>
                    <a:pt x="18973" y="3723"/>
                    <a:pt x="18940" y="3803"/>
                  </a:cubicBezTo>
                  <a:cubicBezTo>
                    <a:pt x="18930" y="3893"/>
                    <a:pt x="18927" y="3927"/>
                    <a:pt x="18952" y="3927"/>
                  </a:cubicBezTo>
                  <a:cubicBezTo>
                    <a:pt x="18967" y="3927"/>
                    <a:pt x="18994" y="3914"/>
                    <a:pt x="19038" y="3892"/>
                  </a:cubicBezTo>
                  <a:cubicBezTo>
                    <a:pt x="19059" y="3882"/>
                    <a:pt x="19080" y="3877"/>
                    <a:pt x="19100" y="3877"/>
                  </a:cubicBezTo>
                  <a:cubicBezTo>
                    <a:pt x="19190" y="3877"/>
                    <a:pt x="19264" y="3970"/>
                    <a:pt x="19224" y="4062"/>
                  </a:cubicBezTo>
                  <a:cubicBezTo>
                    <a:pt x="19250" y="4088"/>
                    <a:pt x="19250" y="4139"/>
                    <a:pt x="19269" y="4139"/>
                  </a:cubicBezTo>
                  <a:cubicBezTo>
                    <a:pt x="19274" y="4139"/>
                    <a:pt x="19281" y="4136"/>
                    <a:pt x="19289" y="4127"/>
                  </a:cubicBezTo>
                  <a:lnTo>
                    <a:pt x="19289" y="4127"/>
                  </a:lnTo>
                  <a:lnTo>
                    <a:pt x="19273" y="4200"/>
                  </a:lnTo>
                  <a:lnTo>
                    <a:pt x="19330" y="4257"/>
                  </a:lnTo>
                  <a:lnTo>
                    <a:pt x="19378" y="4216"/>
                  </a:lnTo>
                  <a:cubicBezTo>
                    <a:pt x="19484" y="4387"/>
                    <a:pt x="19605" y="4557"/>
                    <a:pt x="19735" y="4711"/>
                  </a:cubicBezTo>
                  <a:cubicBezTo>
                    <a:pt x="19982" y="4977"/>
                    <a:pt x="20061" y="5084"/>
                    <a:pt x="20091" y="5084"/>
                  </a:cubicBezTo>
                  <a:cubicBezTo>
                    <a:pt x="20100" y="5084"/>
                    <a:pt x="20104" y="5076"/>
                    <a:pt x="20108" y="5060"/>
                  </a:cubicBezTo>
                  <a:cubicBezTo>
                    <a:pt x="20134" y="5022"/>
                    <a:pt x="20157" y="5006"/>
                    <a:pt x="20172" y="5006"/>
                  </a:cubicBezTo>
                  <a:cubicBezTo>
                    <a:pt x="20201" y="5006"/>
                    <a:pt x="20207" y="5059"/>
                    <a:pt x="20165" y="5133"/>
                  </a:cubicBezTo>
                  <a:cubicBezTo>
                    <a:pt x="20189" y="5165"/>
                    <a:pt x="20189" y="5270"/>
                    <a:pt x="20238" y="5343"/>
                  </a:cubicBezTo>
                  <a:cubicBezTo>
                    <a:pt x="20294" y="5408"/>
                    <a:pt x="20343" y="5481"/>
                    <a:pt x="20294" y="5514"/>
                  </a:cubicBezTo>
                  <a:lnTo>
                    <a:pt x="20319" y="5546"/>
                  </a:lnTo>
                  <a:cubicBezTo>
                    <a:pt x="20465" y="5546"/>
                    <a:pt x="20619" y="5757"/>
                    <a:pt x="20643" y="5895"/>
                  </a:cubicBezTo>
                  <a:cubicBezTo>
                    <a:pt x="20676" y="5960"/>
                    <a:pt x="20740" y="6016"/>
                    <a:pt x="20805" y="6041"/>
                  </a:cubicBezTo>
                  <a:cubicBezTo>
                    <a:pt x="20903" y="6081"/>
                    <a:pt x="20903" y="6081"/>
                    <a:pt x="20870" y="6154"/>
                  </a:cubicBezTo>
                  <a:cubicBezTo>
                    <a:pt x="20827" y="6183"/>
                    <a:pt x="20886" y="6384"/>
                    <a:pt x="20973" y="6384"/>
                  </a:cubicBezTo>
                  <a:cubicBezTo>
                    <a:pt x="20984" y="6384"/>
                    <a:pt x="20996" y="6380"/>
                    <a:pt x="21008" y="6373"/>
                  </a:cubicBezTo>
                  <a:lnTo>
                    <a:pt x="21008" y="6373"/>
                  </a:lnTo>
                  <a:lnTo>
                    <a:pt x="20976" y="6438"/>
                  </a:lnTo>
                  <a:cubicBezTo>
                    <a:pt x="20955" y="6485"/>
                    <a:pt x="20977" y="6505"/>
                    <a:pt x="21011" y="6505"/>
                  </a:cubicBezTo>
                  <a:cubicBezTo>
                    <a:pt x="21030" y="6505"/>
                    <a:pt x="21052" y="6498"/>
                    <a:pt x="21073" y="6487"/>
                  </a:cubicBezTo>
                  <a:cubicBezTo>
                    <a:pt x="21103" y="6466"/>
                    <a:pt x="21127" y="6456"/>
                    <a:pt x="21141" y="6456"/>
                  </a:cubicBezTo>
                  <a:cubicBezTo>
                    <a:pt x="21170" y="6456"/>
                    <a:pt x="21154" y="6503"/>
                    <a:pt x="21065" y="6592"/>
                  </a:cubicBezTo>
                  <a:cubicBezTo>
                    <a:pt x="20983" y="6636"/>
                    <a:pt x="20974" y="6665"/>
                    <a:pt x="21001" y="6665"/>
                  </a:cubicBezTo>
                  <a:cubicBezTo>
                    <a:pt x="21008" y="6665"/>
                    <a:pt x="21019" y="6662"/>
                    <a:pt x="21032" y="6657"/>
                  </a:cubicBezTo>
                  <a:cubicBezTo>
                    <a:pt x="21105" y="6665"/>
                    <a:pt x="21178" y="6673"/>
                    <a:pt x="21146" y="6738"/>
                  </a:cubicBezTo>
                  <a:cubicBezTo>
                    <a:pt x="21161" y="6759"/>
                    <a:pt x="21177" y="6783"/>
                    <a:pt x="21213" y="6783"/>
                  </a:cubicBezTo>
                  <a:cubicBezTo>
                    <a:pt x="21234" y="6783"/>
                    <a:pt x="21262" y="6775"/>
                    <a:pt x="21300" y="6754"/>
                  </a:cubicBezTo>
                  <a:cubicBezTo>
                    <a:pt x="21312" y="6746"/>
                    <a:pt x="21323" y="6742"/>
                    <a:pt x="21333" y="6742"/>
                  </a:cubicBezTo>
                  <a:cubicBezTo>
                    <a:pt x="21361" y="6742"/>
                    <a:pt x="21379" y="6771"/>
                    <a:pt x="21397" y="6795"/>
                  </a:cubicBezTo>
                  <a:cubicBezTo>
                    <a:pt x="21359" y="6816"/>
                    <a:pt x="21347" y="6824"/>
                    <a:pt x="21321" y="6824"/>
                  </a:cubicBezTo>
                  <a:cubicBezTo>
                    <a:pt x="21308" y="6824"/>
                    <a:pt x="21292" y="6822"/>
                    <a:pt x="21269" y="6819"/>
                  </a:cubicBezTo>
                  <a:lnTo>
                    <a:pt x="21269" y="6819"/>
                  </a:lnTo>
                  <a:cubicBezTo>
                    <a:pt x="21278" y="6834"/>
                    <a:pt x="21292" y="6859"/>
                    <a:pt x="21308" y="6892"/>
                  </a:cubicBezTo>
                  <a:cubicBezTo>
                    <a:pt x="21324" y="6957"/>
                    <a:pt x="21308" y="7022"/>
                    <a:pt x="21251" y="7062"/>
                  </a:cubicBezTo>
                  <a:cubicBezTo>
                    <a:pt x="21232" y="7100"/>
                    <a:pt x="21230" y="7130"/>
                    <a:pt x="21249" y="7130"/>
                  </a:cubicBezTo>
                  <a:cubicBezTo>
                    <a:pt x="21263" y="7130"/>
                    <a:pt x="21287" y="7115"/>
                    <a:pt x="21324" y="7078"/>
                  </a:cubicBezTo>
                  <a:cubicBezTo>
                    <a:pt x="21372" y="7053"/>
                    <a:pt x="21398" y="7039"/>
                    <a:pt x="21416" y="7039"/>
                  </a:cubicBezTo>
                  <a:cubicBezTo>
                    <a:pt x="21438" y="7039"/>
                    <a:pt x="21448" y="7059"/>
                    <a:pt x="21470" y="7103"/>
                  </a:cubicBezTo>
                  <a:cubicBezTo>
                    <a:pt x="21486" y="7135"/>
                    <a:pt x="21503" y="7176"/>
                    <a:pt x="21454" y="7200"/>
                  </a:cubicBezTo>
                  <a:cubicBezTo>
                    <a:pt x="21397" y="7233"/>
                    <a:pt x="21397" y="7233"/>
                    <a:pt x="21438" y="7305"/>
                  </a:cubicBezTo>
                  <a:cubicBezTo>
                    <a:pt x="21482" y="7410"/>
                    <a:pt x="21671" y="7452"/>
                    <a:pt x="21802" y="7452"/>
                  </a:cubicBezTo>
                  <a:cubicBezTo>
                    <a:pt x="21813" y="7452"/>
                    <a:pt x="21824" y="7452"/>
                    <a:pt x="21835" y="7451"/>
                  </a:cubicBezTo>
                  <a:cubicBezTo>
                    <a:pt x="21880" y="7431"/>
                    <a:pt x="21905" y="7419"/>
                    <a:pt x="21913" y="7419"/>
                  </a:cubicBezTo>
                  <a:cubicBezTo>
                    <a:pt x="21924" y="7419"/>
                    <a:pt x="21902" y="7441"/>
                    <a:pt x="21851" y="7492"/>
                  </a:cubicBezTo>
                  <a:cubicBezTo>
                    <a:pt x="21794" y="7516"/>
                    <a:pt x="21819" y="7557"/>
                    <a:pt x="21835" y="7597"/>
                  </a:cubicBezTo>
                  <a:cubicBezTo>
                    <a:pt x="21844" y="7593"/>
                    <a:pt x="21851" y="7592"/>
                    <a:pt x="21856" y="7592"/>
                  </a:cubicBezTo>
                  <a:cubicBezTo>
                    <a:pt x="21872" y="7592"/>
                    <a:pt x="21862" y="7611"/>
                    <a:pt x="21850" y="7611"/>
                  </a:cubicBezTo>
                  <a:cubicBezTo>
                    <a:pt x="21845" y="7611"/>
                    <a:pt x="21839" y="7608"/>
                    <a:pt x="21835" y="7597"/>
                  </a:cubicBezTo>
                  <a:cubicBezTo>
                    <a:pt x="21823" y="7602"/>
                    <a:pt x="21813" y="7605"/>
                    <a:pt x="21804" y="7605"/>
                  </a:cubicBezTo>
                  <a:cubicBezTo>
                    <a:pt x="21771" y="7605"/>
                    <a:pt x="21759" y="7573"/>
                    <a:pt x="21746" y="7541"/>
                  </a:cubicBezTo>
                  <a:lnTo>
                    <a:pt x="21689" y="7565"/>
                  </a:lnTo>
                  <a:cubicBezTo>
                    <a:pt x="21607" y="7647"/>
                    <a:pt x="21614" y="7688"/>
                    <a:pt x="21716" y="7688"/>
                  </a:cubicBezTo>
                  <a:cubicBezTo>
                    <a:pt x="21725" y="7688"/>
                    <a:pt x="21735" y="7687"/>
                    <a:pt x="21746" y="7687"/>
                  </a:cubicBezTo>
                  <a:cubicBezTo>
                    <a:pt x="21819" y="7703"/>
                    <a:pt x="21819" y="7703"/>
                    <a:pt x="21778" y="7760"/>
                  </a:cubicBezTo>
                  <a:cubicBezTo>
                    <a:pt x="21751" y="7815"/>
                    <a:pt x="21717" y="7870"/>
                    <a:pt x="21743" y="7870"/>
                  </a:cubicBezTo>
                  <a:cubicBezTo>
                    <a:pt x="21747" y="7870"/>
                    <a:pt x="21754" y="7869"/>
                    <a:pt x="21762" y="7865"/>
                  </a:cubicBezTo>
                  <a:lnTo>
                    <a:pt x="21762" y="7865"/>
                  </a:lnTo>
                  <a:cubicBezTo>
                    <a:pt x="21778" y="7914"/>
                    <a:pt x="21778" y="7962"/>
                    <a:pt x="21754" y="8003"/>
                  </a:cubicBezTo>
                  <a:cubicBezTo>
                    <a:pt x="21775" y="8072"/>
                    <a:pt x="21789" y="8112"/>
                    <a:pt x="21829" y="8112"/>
                  </a:cubicBezTo>
                  <a:cubicBezTo>
                    <a:pt x="21835" y="8112"/>
                    <a:pt x="21843" y="8111"/>
                    <a:pt x="21851" y="8108"/>
                  </a:cubicBezTo>
                  <a:cubicBezTo>
                    <a:pt x="21863" y="8103"/>
                    <a:pt x="21873" y="8101"/>
                    <a:pt x="21881" y="8101"/>
                  </a:cubicBezTo>
                  <a:cubicBezTo>
                    <a:pt x="21912" y="8101"/>
                    <a:pt x="21919" y="8133"/>
                    <a:pt x="21932" y="8165"/>
                  </a:cubicBezTo>
                  <a:cubicBezTo>
                    <a:pt x="21945" y="8197"/>
                    <a:pt x="21958" y="8229"/>
                    <a:pt x="21991" y="8229"/>
                  </a:cubicBezTo>
                  <a:cubicBezTo>
                    <a:pt x="21999" y="8229"/>
                    <a:pt x="22010" y="8227"/>
                    <a:pt x="22021" y="8222"/>
                  </a:cubicBezTo>
                  <a:cubicBezTo>
                    <a:pt x="22034" y="8217"/>
                    <a:pt x="22048" y="8215"/>
                    <a:pt x="22061" y="8215"/>
                  </a:cubicBezTo>
                  <a:cubicBezTo>
                    <a:pt x="22113" y="8215"/>
                    <a:pt x="22162" y="8251"/>
                    <a:pt x="22175" y="8303"/>
                  </a:cubicBezTo>
                  <a:cubicBezTo>
                    <a:pt x="22257" y="8368"/>
                    <a:pt x="22257" y="8368"/>
                    <a:pt x="22159" y="8449"/>
                  </a:cubicBezTo>
                  <a:cubicBezTo>
                    <a:pt x="22102" y="8465"/>
                    <a:pt x="22119" y="8514"/>
                    <a:pt x="22135" y="8554"/>
                  </a:cubicBezTo>
                  <a:cubicBezTo>
                    <a:pt x="22143" y="8587"/>
                    <a:pt x="22127" y="8627"/>
                    <a:pt x="22102" y="8651"/>
                  </a:cubicBezTo>
                  <a:cubicBezTo>
                    <a:pt x="22081" y="8681"/>
                    <a:pt x="22087" y="8691"/>
                    <a:pt x="22105" y="8691"/>
                  </a:cubicBezTo>
                  <a:cubicBezTo>
                    <a:pt x="22122" y="8691"/>
                    <a:pt x="22149" y="8683"/>
                    <a:pt x="22175" y="8676"/>
                  </a:cubicBezTo>
                  <a:lnTo>
                    <a:pt x="22289" y="8635"/>
                  </a:lnTo>
                  <a:lnTo>
                    <a:pt x="22289" y="8635"/>
                  </a:lnTo>
                  <a:cubicBezTo>
                    <a:pt x="22305" y="8676"/>
                    <a:pt x="22208" y="8757"/>
                    <a:pt x="22151" y="8773"/>
                  </a:cubicBezTo>
                  <a:cubicBezTo>
                    <a:pt x="22088" y="8817"/>
                    <a:pt x="22063" y="8834"/>
                    <a:pt x="22077" y="8834"/>
                  </a:cubicBezTo>
                  <a:cubicBezTo>
                    <a:pt x="22087" y="8834"/>
                    <a:pt x="22114" y="8827"/>
                    <a:pt x="22159" y="8814"/>
                  </a:cubicBezTo>
                  <a:cubicBezTo>
                    <a:pt x="22170" y="8811"/>
                    <a:pt x="22181" y="8809"/>
                    <a:pt x="22192" y="8809"/>
                  </a:cubicBezTo>
                  <a:cubicBezTo>
                    <a:pt x="22240" y="8809"/>
                    <a:pt x="22284" y="8840"/>
                    <a:pt x="22265" y="8919"/>
                  </a:cubicBezTo>
                  <a:cubicBezTo>
                    <a:pt x="22281" y="9000"/>
                    <a:pt x="22305" y="9089"/>
                    <a:pt x="22248" y="9105"/>
                  </a:cubicBezTo>
                  <a:cubicBezTo>
                    <a:pt x="22216" y="9130"/>
                    <a:pt x="22232" y="9178"/>
                    <a:pt x="22265" y="9186"/>
                  </a:cubicBezTo>
                  <a:cubicBezTo>
                    <a:pt x="22338" y="9211"/>
                    <a:pt x="22346" y="9251"/>
                    <a:pt x="22321" y="9397"/>
                  </a:cubicBezTo>
                  <a:cubicBezTo>
                    <a:pt x="22274" y="9569"/>
                    <a:pt x="22257" y="9615"/>
                    <a:pt x="22298" y="9615"/>
                  </a:cubicBezTo>
                  <a:cubicBezTo>
                    <a:pt x="22314" y="9615"/>
                    <a:pt x="22337" y="9609"/>
                    <a:pt x="22370" y="9600"/>
                  </a:cubicBezTo>
                  <a:cubicBezTo>
                    <a:pt x="22393" y="9597"/>
                    <a:pt x="22416" y="9592"/>
                    <a:pt x="22428" y="9592"/>
                  </a:cubicBezTo>
                  <a:cubicBezTo>
                    <a:pt x="22446" y="9592"/>
                    <a:pt x="22441" y="9602"/>
                    <a:pt x="22378" y="9641"/>
                  </a:cubicBezTo>
                  <a:cubicBezTo>
                    <a:pt x="22330" y="9697"/>
                    <a:pt x="22402" y="9730"/>
                    <a:pt x="22475" y="9795"/>
                  </a:cubicBezTo>
                  <a:cubicBezTo>
                    <a:pt x="22509" y="9805"/>
                    <a:pt x="22545" y="9809"/>
                    <a:pt x="22580" y="9809"/>
                  </a:cubicBezTo>
                  <a:cubicBezTo>
                    <a:pt x="22630" y="9809"/>
                    <a:pt x="22680" y="9801"/>
                    <a:pt x="22727" y="9786"/>
                  </a:cubicBezTo>
                  <a:cubicBezTo>
                    <a:pt x="22765" y="9778"/>
                    <a:pt x="22790" y="9773"/>
                    <a:pt x="22805" y="9773"/>
                  </a:cubicBezTo>
                  <a:cubicBezTo>
                    <a:pt x="22836" y="9773"/>
                    <a:pt x="22827" y="9795"/>
                    <a:pt x="22800" y="9859"/>
                  </a:cubicBezTo>
                  <a:cubicBezTo>
                    <a:pt x="22816" y="9908"/>
                    <a:pt x="22767" y="9957"/>
                    <a:pt x="22711" y="9973"/>
                  </a:cubicBezTo>
                  <a:cubicBezTo>
                    <a:pt x="22705" y="9974"/>
                    <a:pt x="22699" y="9974"/>
                    <a:pt x="22694" y="9974"/>
                  </a:cubicBezTo>
                  <a:cubicBezTo>
                    <a:pt x="22644" y="9974"/>
                    <a:pt x="22638" y="9941"/>
                    <a:pt x="22638" y="9941"/>
                  </a:cubicBezTo>
                  <a:lnTo>
                    <a:pt x="22629" y="9900"/>
                  </a:lnTo>
                  <a:cubicBezTo>
                    <a:pt x="22573" y="9908"/>
                    <a:pt x="22508" y="9924"/>
                    <a:pt x="22532" y="10005"/>
                  </a:cubicBezTo>
                  <a:cubicBezTo>
                    <a:pt x="22488" y="10057"/>
                    <a:pt x="22484" y="10096"/>
                    <a:pt x="22533" y="10096"/>
                  </a:cubicBezTo>
                  <a:cubicBezTo>
                    <a:pt x="22538" y="10096"/>
                    <a:pt x="22543" y="10095"/>
                    <a:pt x="22548" y="10095"/>
                  </a:cubicBezTo>
                  <a:lnTo>
                    <a:pt x="22548" y="10095"/>
                  </a:lnTo>
                  <a:cubicBezTo>
                    <a:pt x="22492" y="10143"/>
                    <a:pt x="22508" y="10232"/>
                    <a:pt x="22516" y="10313"/>
                  </a:cubicBezTo>
                  <a:cubicBezTo>
                    <a:pt x="22532" y="10403"/>
                    <a:pt x="22548" y="10532"/>
                    <a:pt x="22492" y="10581"/>
                  </a:cubicBezTo>
                  <a:cubicBezTo>
                    <a:pt x="22507" y="10663"/>
                    <a:pt x="22515" y="10704"/>
                    <a:pt x="22560" y="10704"/>
                  </a:cubicBezTo>
                  <a:cubicBezTo>
                    <a:pt x="22564" y="10704"/>
                    <a:pt x="22568" y="10703"/>
                    <a:pt x="22573" y="10703"/>
                  </a:cubicBezTo>
                  <a:cubicBezTo>
                    <a:pt x="22593" y="10700"/>
                    <a:pt x="22609" y="10699"/>
                    <a:pt x="22623" y="10699"/>
                  </a:cubicBezTo>
                  <a:cubicBezTo>
                    <a:pt x="22693" y="10699"/>
                    <a:pt x="22685" y="10728"/>
                    <a:pt x="22638" y="10735"/>
                  </a:cubicBezTo>
                  <a:cubicBezTo>
                    <a:pt x="22524" y="10792"/>
                    <a:pt x="22548" y="11343"/>
                    <a:pt x="22654" y="11384"/>
                  </a:cubicBezTo>
                  <a:lnTo>
                    <a:pt x="22654" y="11465"/>
                  </a:lnTo>
                  <a:cubicBezTo>
                    <a:pt x="22597" y="11562"/>
                    <a:pt x="22613" y="11813"/>
                    <a:pt x="22670" y="11854"/>
                  </a:cubicBezTo>
                  <a:lnTo>
                    <a:pt x="22678" y="11984"/>
                  </a:lnTo>
                  <a:cubicBezTo>
                    <a:pt x="22621" y="12073"/>
                    <a:pt x="22621" y="12113"/>
                    <a:pt x="22686" y="12154"/>
                  </a:cubicBezTo>
                  <a:cubicBezTo>
                    <a:pt x="22743" y="12194"/>
                    <a:pt x="22808" y="12194"/>
                    <a:pt x="22743" y="12194"/>
                  </a:cubicBezTo>
                  <a:cubicBezTo>
                    <a:pt x="22686" y="12194"/>
                    <a:pt x="22694" y="12284"/>
                    <a:pt x="22694" y="12454"/>
                  </a:cubicBezTo>
                  <a:cubicBezTo>
                    <a:pt x="22694" y="12577"/>
                    <a:pt x="22694" y="12619"/>
                    <a:pt x="22711" y="12619"/>
                  </a:cubicBezTo>
                  <a:cubicBezTo>
                    <a:pt x="22719" y="12619"/>
                    <a:pt x="22732" y="12608"/>
                    <a:pt x="22751" y="12592"/>
                  </a:cubicBezTo>
                  <a:lnTo>
                    <a:pt x="22751" y="12592"/>
                  </a:lnTo>
                  <a:cubicBezTo>
                    <a:pt x="22808" y="12778"/>
                    <a:pt x="22751" y="12778"/>
                    <a:pt x="22694" y="12778"/>
                  </a:cubicBezTo>
                  <a:cubicBezTo>
                    <a:pt x="22670" y="12768"/>
                    <a:pt x="22650" y="12764"/>
                    <a:pt x="22636" y="12764"/>
                  </a:cubicBezTo>
                  <a:cubicBezTo>
                    <a:pt x="22580" y="12764"/>
                    <a:pt x="22609" y="12829"/>
                    <a:pt x="22751" y="12867"/>
                  </a:cubicBezTo>
                  <a:cubicBezTo>
                    <a:pt x="22873" y="12916"/>
                    <a:pt x="22865" y="13005"/>
                    <a:pt x="22808" y="13005"/>
                  </a:cubicBezTo>
                  <a:cubicBezTo>
                    <a:pt x="22751" y="13005"/>
                    <a:pt x="22751" y="12957"/>
                    <a:pt x="22751" y="12916"/>
                  </a:cubicBezTo>
                  <a:lnTo>
                    <a:pt x="22629" y="12916"/>
                  </a:lnTo>
                  <a:cubicBezTo>
                    <a:pt x="22629" y="12957"/>
                    <a:pt x="22629" y="12957"/>
                    <a:pt x="22686" y="13005"/>
                  </a:cubicBezTo>
                  <a:cubicBezTo>
                    <a:pt x="22694" y="13046"/>
                    <a:pt x="22719" y="13078"/>
                    <a:pt x="22751" y="13094"/>
                  </a:cubicBezTo>
                  <a:cubicBezTo>
                    <a:pt x="22775" y="13119"/>
                    <a:pt x="22806" y="13131"/>
                    <a:pt x="22837" y="13131"/>
                  </a:cubicBezTo>
                  <a:cubicBezTo>
                    <a:pt x="22869" y="13131"/>
                    <a:pt x="22901" y="13119"/>
                    <a:pt x="22929" y="13094"/>
                  </a:cubicBezTo>
                  <a:cubicBezTo>
                    <a:pt x="22946" y="13083"/>
                    <a:pt x="22957" y="13078"/>
                    <a:pt x="22966" y="13078"/>
                  </a:cubicBezTo>
                  <a:cubicBezTo>
                    <a:pt x="22986" y="13078"/>
                    <a:pt x="22986" y="13108"/>
                    <a:pt x="22986" y="13143"/>
                  </a:cubicBezTo>
                  <a:cubicBezTo>
                    <a:pt x="22952" y="13196"/>
                    <a:pt x="22916" y="13218"/>
                    <a:pt x="22879" y="13218"/>
                  </a:cubicBezTo>
                  <a:cubicBezTo>
                    <a:pt x="22855" y="13218"/>
                    <a:pt x="22831" y="13208"/>
                    <a:pt x="22808" y="13192"/>
                  </a:cubicBezTo>
                  <a:cubicBezTo>
                    <a:pt x="22808" y="13143"/>
                    <a:pt x="22751" y="13143"/>
                    <a:pt x="22686" y="13143"/>
                  </a:cubicBezTo>
                  <a:cubicBezTo>
                    <a:pt x="22629" y="13143"/>
                    <a:pt x="22743" y="13370"/>
                    <a:pt x="22865" y="13419"/>
                  </a:cubicBezTo>
                  <a:lnTo>
                    <a:pt x="22808" y="13419"/>
                  </a:lnTo>
                  <a:cubicBezTo>
                    <a:pt x="22743" y="13419"/>
                    <a:pt x="22743" y="13508"/>
                    <a:pt x="22743" y="13597"/>
                  </a:cubicBezTo>
                  <a:cubicBezTo>
                    <a:pt x="22743" y="13694"/>
                    <a:pt x="22743" y="13735"/>
                    <a:pt x="22800" y="13735"/>
                  </a:cubicBezTo>
                  <a:cubicBezTo>
                    <a:pt x="22865" y="13735"/>
                    <a:pt x="22921" y="13735"/>
                    <a:pt x="22921" y="13784"/>
                  </a:cubicBezTo>
                  <a:cubicBezTo>
                    <a:pt x="22921" y="13749"/>
                    <a:pt x="22950" y="13739"/>
                    <a:pt x="22990" y="13739"/>
                  </a:cubicBezTo>
                  <a:cubicBezTo>
                    <a:pt x="23006" y="13739"/>
                    <a:pt x="23024" y="13741"/>
                    <a:pt x="23043" y="13743"/>
                  </a:cubicBezTo>
                  <a:cubicBezTo>
                    <a:pt x="23011" y="13792"/>
                    <a:pt x="22962" y="13832"/>
                    <a:pt x="22921" y="13873"/>
                  </a:cubicBezTo>
                  <a:cubicBezTo>
                    <a:pt x="22800" y="13954"/>
                    <a:pt x="22727" y="14092"/>
                    <a:pt x="22735" y="14238"/>
                  </a:cubicBezTo>
                  <a:cubicBezTo>
                    <a:pt x="22735" y="14335"/>
                    <a:pt x="22735" y="14465"/>
                    <a:pt x="22678" y="14513"/>
                  </a:cubicBezTo>
                  <a:cubicBezTo>
                    <a:pt x="22670" y="14602"/>
                    <a:pt x="22670" y="14651"/>
                    <a:pt x="22735" y="14651"/>
                  </a:cubicBezTo>
                  <a:lnTo>
                    <a:pt x="22735" y="14740"/>
                  </a:lnTo>
                  <a:cubicBezTo>
                    <a:pt x="22670" y="14789"/>
                    <a:pt x="22670" y="14878"/>
                    <a:pt x="22727" y="14878"/>
                  </a:cubicBezTo>
                  <a:cubicBezTo>
                    <a:pt x="22792" y="14927"/>
                    <a:pt x="22727" y="14967"/>
                    <a:pt x="22727" y="15016"/>
                  </a:cubicBezTo>
                  <a:cubicBezTo>
                    <a:pt x="22654" y="15069"/>
                    <a:pt x="22625" y="15091"/>
                    <a:pt x="22653" y="15091"/>
                  </a:cubicBezTo>
                  <a:cubicBezTo>
                    <a:pt x="22672" y="15091"/>
                    <a:pt x="22717" y="15081"/>
                    <a:pt x="22792" y="15065"/>
                  </a:cubicBezTo>
                  <a:cubicBezTo>
                    <a:pt x="22848" y="15065"/>
                    <a:pt x="22905" y="14975"/>
                    <a:pt x="22913" y="14927"/>
                  </a:cubicBezTo>
                  <a:lnTo>
                    <a:pt x="22913" y="14789"/>
                  </a:lnTo>
                  <a:lnTo>
                    <a:pt x="22970" y="14927"/>
                  </a:lnTo>
                  <a:cubicBezTo>
                    <a:pt x="22970" y="14975"/>
                    <a:pt x="23027" y="15065"/>
                    <a:pt x="23084" y="15065"/>
                  </a:cubicBezTo>
                  <a:cubicBezTo>
                    <a:pt x="23084" y="15065"/>
                    <a:pt x="23148" y="15065"/>
                    <a:pt x="23148" y="15113"/>
                  </a:cubicBezTo>
                  <a:lnTo>
                    <a:pt x="23027" y="15113"/>
                  </a:lnTo>
                  <a:cubicBezTo>
                    <a:pt x="22986" y="15079"/>
                    <a:pt x="22934" y="15063"/>
                    <a:pt x="22881" y="15063"/>
                  </a:cubicBezTo>
                  <a:cubicBezTo>
                    <a:pt x="22870" y="15063"/>
                    <a:pt x="22859" y="15063"/>
                    <a:pt x="22848" y="15065"/>
                  </a:cubicBezTo>
                  <a:cubicBezTo>
                    <a:pt x="22727" y="15105"/>
                    <a:pt x="22670" y="15243"/>
                    <a:pt x="22784" y="15243"/>
                  </a:cubicBezTo>
                  <a:cubicBezTo>
                    <a:pt x="22784" y="15292"/>
                    <a:pt x="22784" y="15292"/>
                    <a:pt x="22727" y="15340"/>
                  </a:cubicBezTo>
                  <a:cubicBezTo>
                    <a:pt x="22670" y="15340"/>
                    <a:pt x="22662" y="15381"/>
                    <a:pt x="22784" y="15429"/>
                  </a:cubicBezTo>
                  <a:cubicBezTo>
                    <a:pt x="22905" y="15478"/>
                    <a:pt x="22905" y="15519"/>
                    <a:pt x="22784" y="15567"/>
                  </a:cubicBezTo>
                  <a:cubicBezTo>
                    <a:pt x="22662" y="15656"/>
                    <a:pt x="22662" y="15843"/>
                    <a:pt x="22719" y="15843"/>
                  </a:cubicBezTo>
                  <a:cubicBezTo>
                    <a:pt x="22816" y="15843"/>
                    <a:pt x="22857" y="15965"/>
                    <a:pt x="22775" y="16021"/>
                  </a:cubicBezTo>
                  <a:cubicBezTo>
                    <a:pt x="22719" y="16070"/>
                    <a:pt x="22719" y="16110"/>
                    <a:pt x="22775" y="16159"/>
                  </a:cubicBezTo>
                  <a:cubicBezTo>
                    <a:pt x="22719" y="16159"/>
                    <a:pt x="22654" y="16208"/>
                    <a:pt x="22719" y="16248"/>
                  </a:cubicBezTo>
                  <a:cubicBezTo>
                    <a:pt x="22719" y="16248"/>
                    <a:pt x="22719" y="16270"/>
                    <a:pt x="22735" y="16270"/>
                  </a:cubicBezTo>
                  <a:cubicBezTo>
                    <a:pt x="22744" y="16270"/>
                    <a:pt x="22757" y="16265"/>
                    <a:pt x="22775" y="16248"/>
                  </a:cubicBezTo>
                  <a:lnTo>
                    <a:pt x="22897" y="16346"/>
                  </a:lnTo>
                  <a:cubicBezTo>
                    <a:pt x="22897" y="16297"/>
                    <a:pt x="22954" y="16297"/>
                    <a:pt x="23019" y="16297"/>
                  </a:cubicBezTo>
                  <a:cubicBezTo>
                    <a:pt x="23075" y="16297"/>
                    <a:pt x="23011" y="16483"/>
                    <a:pt x="22832" y="16573"/>
                  </a:cubicBezTo>
                  <a:lnTo>
                    <a:pt x="22711" y="16662"/>
                  </a:lnTo>
                  <a:lnTo>
                    <a:pt x="22832" y="16662"/>
                  </a:lnTo>
                  <a:cubicBezTo>
                    <a:pt x="22832" y="16710"/>
                    <a:pt x="22832" y="16751"/>
                    <a:pt x="22775" y="16751"/>
                  </a:cubicBezTo>
                  <a:cubicBezTo>
                    <a:pt x="22711" y="16751"/>
                    <a:pt x="22711" y="16751"/>
                    <a:pt x="22711" y="16800"/>
                  </a:cubicBezTo>
                  <a:cubicBezTo>
                    <a:pt x="22711" y="16800"/>
                    <a:pt x="22711" y="16840"/>
                    <a:pt x="22767" y="16848"/>
                  </a:cubicBezTo>
                  <a:cubicBezTo>
                    <a:pt x="22889" y="16848"/>
                    <a:pt x="22889" y="16848"/>
                    <a:pt x="22832" y="16889"/>
                  </a:cubicBezTo>
                  <a:cubicBezTo>
                    <a:pt x="22711" y="16937"/>
                    <a:pt x="22711" y="16978"/>
                    <a:pt x="22824" y="17027"/>
                  </a:cubicBezTo>
                  <a:cubicBezTo>
                    <a:pt x="22946" y="17027"/>
                    <a:pt x="22946" y="17027"/>
                    <a:pt x="22824" y="17075"/>
                  </a:cubicBezTo>
                  <a:cubicBezTo>
                    <a:pt x="22767" y="17075"/>
                    <a:pt x="22711" y="17116"/>
                    <a:pt x="22711" y="17164"/>
                  </a:cubicBezTo>
                  <a:lnTo>
                    <a:pt x="22767" y="17164"/>
                  </a:lnTo>
                  <a:cubicBezTo>
                    <a:pt x="22889" y="17164"/>
                    <a:pt x="22889" y="17213"/>
                    <a:pt x="22824" y="17254"/>
                  </a:cubicBezTo>
                  <a:cubicBezTo>
                    <a:pt x="22767" y="17254"/>
                    <a:pt x="22767" y="17302"/>
                    <a:pt x="22824" y="17392"/>
                  </a:cubicBezTo>
                  <a:cubicBezTo>
                    <a:pt x="22824" y="17481"/>
                    <a:pt x="22824" y="17529"/>
                    <a:pt x="22767" y="17529"/>
                  </a:cubicBezTo>
                  <a:cubicBezTo>
                    <a:pt x="22646" y="17529"/>
                    <a:pt x="22646" y="17529"/>
                    <a:pt x="22767" y="17578"/>
                  </a:cubicBezTo>
                  <a:cubicBezTo>
                    <a:pt x="22824" y="17619"/>
                    <a:pt x="22824" y="17619"/>
                    <a:pt x="22759" y="17716"/>
                  </a:cubicBezTo>
                  <a:cubicBezTo>
                    <a:pt x="22702" y="17756"/>
                    <a:pt x="22702" y="17756"/>
                    <a:pt x="22759" y="17805"/>
                  </a:cubicBezTo>
                  <a:cubicBezTo>
                    <a:pt x="22881" y="17805"/>
                    <a:pt x="22938" y="17805"/>
                    <a:pt x="22946" y="17756"/>
                  </a:cubicBezTo>
                  <a:cubicBezTo>
                    <a:pt x="22946" y="17716"/>
                    <a:pt x="22946" y="17716"/>
                    <a:pt x="23002" y="17716"/>
                  </a:cubicBezTo>
                  <a:cubicBezTo>
                    <a:pt x="23002" y="17716"/>
                    <a:pt x="23002" y="17756"/>
                    <a:pt x="23002" y="17805"/>
                  </a:cubicBezTo>
                  <a:cubicBezTo>
                    <a:pt x="23002" y="17870"/>
                    <a:pt x="23019" y="17935"/>
                    <a:pt x="23059" y="17983"/>
                  </a:cubicBezTo>
                  <a:cubicBezTo>
                    <a:pt x="23088" y="18033"/>
                    <a:pt x="23134" y="18057"/>
                    <a:pt x="23165" y="18057"/>
                  </a:cubicBezTo>
                  <a:cubicBezTo>
                    <a:pt x="23194" y="18057"/>
                    <a:pt x="23209" y="18035"/>
                    <a:pt x="23181" y="17991"/>
                  </a:cubicBezTo>
                  <a:lnTo>
                    <a:pt x="23238" y="17943"/>
                  </a:lnTo>
                  <a:cubicBezTo>
                    <a:pt x="23245" y="17943"/>
                    <a:pt x="23252" y="17943"/>
                    <a:pt x="23258" y="17943"/>
                  </a:cubicBezTo>
                  <a:cubicBezTo>
                    <a:pt x="23416" y="17943"/>
                    <a:pt x="23409" y="17854"/>
                    <a:pt x="23238" y="17854"/>
                  </a:cubicBezTo>
                  <a:cubicBezTo>
                    <a:pt x="23059" y="17854"/>
                    <a:pt x="23059" y="17854"/>
                    <a:pt x="23181" y="17805"/>
                  </a:cubicBezTo>
                  <a:lnTo>
                    <a:pt x="23181" y="17805"/>
                  </a:lnTo>
                  <a:cubicBezTo>
                    <a:pt x="23190" y="17806"/>
                    <a:pt x="23198" y="17806"/>
                    <a:pt x="23206" y="17806"/>
                  </a:cubicBezTo>
                  <a:cubicBezTo>
                    <a:pt x="23302" y="17806"/>
                    <a:pt x="23302" y="17761"/>
                    <a:pt x="23302" y="17716"/>
                  </a:cubicBezTo>
                  <a:cubicBezTo>
                    <a:pt x="23302" y="17675"/>
                    <a:pt x="23302" y="17675"/>
                    <a:pt x="23359" y="17675"/>
                  </a:cubicBezTo>
                  <a:cubicBezTo>
                    <a:pt x="23424" y="17675"/>
                    <a:pt x="23481" y="17627"/>
                    <a:pt x="23481" y="17578"/>
                  </a:cubicBezTo>
                  <a:cubicBezTo>
                    <a:pt x="23481" y="17537"/>
                    <a:pt x="23481" y="17537"/>
                    <a:pt x="23424" y="17537"/>
                  </a:cubicBezTo>
                  <a:cubicBezTo>
                    <a:pt x="23413" y="17545"/>
                    <a:pt x="23403" y="17548"/>
                    <a:pt x="23397" y="17548"/>
                  </a:cubicBezTo>
                  <a:cubicBezTo>
                    <a:pt x="23365" y="17548"/>
                    <a:pt x="23388" y="17482"/>
                    <a:pt x="23481" y="17448"/>
                  </a:cubicBezTo>
                  <a:cubicBezTo>
                    <a:pt x="23546" y="17400"/>
                    <a:pt x="23546" y="17400"/>
                    <a:pt x="23424" y="17400"/>
                  </a:cubicBezTo>
                  <a:cubicBezTo>
                    <a:pt x="23302" y="17400"/>
                    <a:pt x="23302" y="17302"/>
                    <a:pt x="23424" y="17262"/>
                  </a:cubicBezTo>
                  <a:cubicBezTo>
                    <a:pt x="23424" y="17262"/>
                    <a:pt x="23424" y="17213"/>
                    <a:pt x="23424" y="17173"/>
                  </a:cubicBezTo>
                  <a:cubicBezTo>
                    <a:pt x="23424" y="17124"/>
                    <a:pt x="23367" y="17124"/>
                    <a:pt x="23311" y="17124"/>
                  </a:cubicBezTo>
                  <a:cubicBezTo>
                    <a:pt x="23189" y="17124"/>
                    <a:pt x="23189" y="17124"/>
                    <a:pt x="23246" y="17075"/>
                  </a:cubicBezTo>
                  <a:cubicBezTo>
                    <a:pt x="23286" y="17051"/>
                    <a:pt x="23327" y="17035"/>
                    <a:pt x="23367" y="17035"/>
                  </a:cubicBezTo>
                  <a:cubicBezTo>
                    <a:pt x="23424" y="17035"/>
                    <a:pt x="23432" y="16986"/>
                    <a:pt x="23432" y="16937"/>
                  </a:cubicBezTo>
                  <a:cubicBezTo>
                    <a:pt x="23432" y="16897"/>
                    <a:pt x="23432" y="16808"/>
                    <a:pt x="23367" y="16808"/>
                  </a:cubicBezTo>
                  <a:lnTo>
                    <a:pt x="23432" y="16808"/>
                  </a:lnTo>
                  <a:cubicBezTo>
                    <a:pt x="23432" y="16759"/>
                    <a:pt x="23489" y="16759"/>
                    <a:pt x="23432" y="16759"/>
                  </a:cubicBezTo>
                  <a:cubicBezTo>
                    <a:pt x="23440" y="16710"/>
                    <a:pt x="23456" y="16662"/>
                    <a:pt x="23489" y="16621"/>
                  </a:cubicBezTo>
                  <a:cubicBezTo>
                    <a:pt x="23534" y="16559"/>
                    <a:pt x="23489" y="16474"/>
                    <a:pt x="23416" y="16474"/>
                  </a:cubicBezTo>
                  <a:cubicBezTo>
                    <a:pt x="23385" y="16474"/>
                    <a:pt x="23348" y="16490"/>
                    <a:pt x="23311" y="16532"/>
                  </a:cubicBezTo>
                  <a:cubicBezTo>
                    <a:pt x="23311" y="16520"/>
                    <a:pt x="23311" y="16504"/>
                    <a:pt x="23311" y="16483"/>
                  </a:cubicBezTo>
                  <a:cubicBezTo>
                    <a:pt x="23311" y="16435"/>
                    <a:pt x="23254" y="16435"/>
                    <a:pt x="23254" y="16435"/>
                  </a:cubicBezTo>
                  <a:cubicBezTo>
                    <a:pt x="23197" y="16435"/>
                    <a:pt x="23197" y="16394"/>
                    <a:pt x="23197" y="16346"/>
                  </a:cubicBezTo>
                  <a:lnTo>
                    <a:pt x="23319" y="16346"/>
                  </a:lnTo>
                  <a:cubicBezTo>
                    <a:pt x="23355" y="16355"/>
                    <a:pt x="23386" y="16360"/>
                    <a:pt x="23411" y="16360"/>
                  </a:cubicBezTo>
                  <a:cubicBezTo>
                    <a:pt x="23510" y="16360"/>
                    <a:pt x="23518" y="16295"/>
                    <a:pt x="23375" y="16256"/>
                  </a:cubicBezTo>
                  <a:lnTo>
                    <a:pt x="23432" y="16256"/>
                  </a:lnTo>
                  <a:cubicBezTo>
                    <a:pt x="23497" y="16256"/>
                    <a:pt x="23497" y="16208"/>
                    <a:pt x="23440" y="16119"/>
                  </a:cubicBezTo>
                  <a:cubicBezTo>
                    <a:pt x="23440" y="16070"/>
                    <a:pt x="23319" y="16029"/>
                    <a:pt x="23262" y="16029"/>
                  </a:cubicBezTo>
                  <a:cubicBezTo>
                    <a:pt x="23197" y="16029"/>
                    <a:pt x="23197" y="15981"/>
                    <a:pt x="23197" y="15981"/>
                  </a:cubicBezTo>
                  <a:cubicBezTo>
                    <a:pt x="23197" y="15932"/>
                    <a:pt x="23197" y="15932"/>
                    <a:pt x="23262" y="15932"/>
                  </a:cubicBezTo>
                  <a:cubicBezTo>
                    <a:pt x="23375" y="15932"/>
                    <a:pt x="23384" y="15843"/>
                    <a:pt x="23262" y="15794"/>
                  </a:cubicBezTo>
                  <a:lnTo>
                    <a:pt x="23319" y="15794"/>
                  </a:lnTo>
                  <a:cubicBezTo>
                    <a:pt x="23384" y="15794"/>
                    <a:pt x="23440" y="15754"/>
                    <a:pt x="23384" y="15527"/>
                  </a:cubicBezTo>
                  <a:cubicBezTo>
                    <a:pt x="23384" y="15340"/>
                    <a:pt x="23384" y="15202"/>
                    <a:pt x="23448" y="15202"/>
                  </a:cubicBezTo>
                  <a:cubicBezTo>
                    <a:pt x="23505" y="15202"/>
                    <a:pt x="23392" y="15024"/>
                    <a:pt x="23270" y="14927"/>
                  </a:cubicBezTo>
                  <a:cubicBezTo>
                    <a:pt x="23327" y="14927"/>
                    <a:pt x="23327" y="14886"/>
                    <a:pt x="23327" y="14789"/>
                  </a:cubicBezTo>
                  <a:cubicBezTo>
                    <a:pt x="23335" y="14659"/>
                    <a:pt x="23335" y="14659"/>
                    <a:pt x="23392" y="14659"/>
                  </a:cubicBezTo>
                  <a:cubicBezTo>
                    <a:pt x="23441" y="14676"/>
                    <a:pt x="23470" y="14685"/>
                    <a:pt x="23479" y="14685"/>
                  </a:cubicBezTo>
                  <a:cubicBezTo>
                    <a:pt x="23494" y="14685"/>
                    <a:pt x="23464" y="14664"/>
                    <a:pt x="23392" y="14611"/>
                  </a:cubicBezTo>
                  <a:cubicBezTo>
                    <a:pt x="23270" y="14562"/>
                    <a:pt x="23335" y="14424"/>
                    <a:pt x="23448" y="14424"/>
                  </a:cubicBezTo>
                  <a:cubicBezTo>
                    <a:pt x="23513" y="14424"/>
                    <a:pt x="23513" y="14384"/>
                    <a:pt x="23513" y="14294"/>
                  </a:cubicBezTo>
                  <a:cubicBezTo>
                    <a:pt x="23456" y="14246"/>
                    <a:pt x="23456" y="14157"/>
                    <a:pt x="23456" y="14059"/>
                  </a:cubicBezTo>
                  <a:cubicBezTo>
                    <a:pt x="23456" y="13930"/>
                    <a:pt x="23456" y="13930"/>
                    <a:pt x="23335" y="13921"/>
                  </a:cubicBezTo>
                  <a:cubicBezTo>
                    <a:pt x="23221" y="13921"/>
                    <a:pt x="23221" y="13881"/>
                    <a:pt x="23221" y="13784"/>
                  </a:cubicBezTo>
                  <a:cubicBezTo>
                    <a:pt x="23221" y="13743"/>
                    <a:pt x="23221" y="13694"/>
                    <a:pt x="23278" y="13694"/>
                  </a:cubicBezTo>
                  <a:cubicBezTo>
                    <a:pt x="23278" y="13694"/>
                    <a:pt x="23343" y="13654"/>
                    <a:pt x="23343" y="13605"/>
                  </a:cubicBezTo>
                  <a:cubicBezTo>
                    <a:pt x="23343" y="13557"/>
                    <a:pt x="23343" y="13516"/>
                    <a:pt x="23400" y="13516"/>
                  </a:cubicBezTo>
                  <a:cubicBezTo>
                    <a:pt x="23440" y="13475"/>
                    <a:pt x="23465" y="13427"/>
                    <a:pt x="23465" y="13378"/>
                  </a:cubicBezTo>
                  <a:cubicBezTo>
                    <a:pt x="23465" y="13289"/>
                    <a:pt x="23465" y="13192"/>
                    <a:pt x="23521" y="13192"/>
                  </a:cubicBezTo>
                  <a:cubicBezTo>
                    <a:pt x="23521" y="13151"/>
                    <a:pt x="23521" y="13151"/>
                    <a:pt x="23465" y="13151"/>
                  </a:cubicBezTo>
                  <a:cubicBezTo>
                    <a:pt x="23408" y="13151"/>
                    <a:pt x="23343" y="13103"/>
                    <a:pt x="23408" y="12916"/>
                  </a:cubicBezTo>
                  <a:cubicBezTo>
                    <a:pt x="23408" y="12827"/>
                    <a:pt x="23408" y="12689"/>
                    <a:pt x="23351" y="12689"/>
                  </a:cubicBezTo>
                  <a:cubicBezTo>
                    <a:pt x="23351" y="12648"/>
                    <a:pt x="23351" y="12648"/>
                    <a:pt x="23408" y="12648"/>
                  </a:cubicBezTo>
                  <a:cubicBezTo>
                    <a:pt x="23529" y="12648"/>
                    <a:pt x="23529" y="12551"/>
                    <a:pt x="23408" y="12462"/>
                  </a:cubicBezTo>
                  <a:cubicBezTo>
                    <a:pt x="23351" y="12462"/>
                    <a:pt x="23351" y="12413"/>
                    <a:pt x="23408" y="12373"/>
                  </a:cubicBezTo>
                  <a:cubicBezTo>
                    <a:pt x="23400" y="12332"/>
                    <a:pt x="23384" y="12300"/>
                    <a:pt x="23343" y="12284"/>
                  </a:cubicBezTo>
                  <a:cubicBezTo>
                    <a:pt x="23286" y="12235"/>
                    <a:pt x="23286" y="12235"/>
                    <a:pt x="23343" y="12146"/>
                  </a:cubicBezTo>
                  <a:cubicBezTo>
                    <a:pt x="23400" y="12146"/>
                    <a:pt x="23400" y="12097"/>
                    <a:pt x="23400" y="12057"/>
                  </a:cubicBezTo>
                  <a:cubicBezTo>
                    <a:pt x="23335" y="11959"/>
                    <a:pt x="23311" y="11465"/>
                    <a:pt x="23375" y="11416"/>
                  </a:cubicBezTo>
                  <a:cubicBezTo>
                    <a:pt x="23311" y="11376"/>
                    <a:pt x="23311" y="11376"/>
                    <a:pt x="23311" y="11327"/>
                  </a:cubicBezTo>
                  <a:cubicBezTo>
                    <a:pt x="23407" y="11279"/>
                    <a:pt x="23381" y="11242"/>
                    <a:pt x="23296" y="11242"/>
                  </a:cubicBezTo>
                  <a:cubicBezTo>
                    <a:pt x="23281" y="11242"/>
                    <a:pt x="23264" y="11243"/>
                    <a:pt x="23246" y="11246"/>
                  </a:cubicBezTo>
                  <a:lnTo>
                    <a:pt x="23246" y="11286"/>
                  </a:lnTo>
                  <a:lnTo>
                    <a:pt x="23246" y="11335"/>
                  </a:lnTo>
                  <a:cubicBezTo>
                    <a:pt x="23242" y="11335"/>
                    <a:pt x="23239" y="11335"/>
                    <a:pt x="23236" y="11335"/>
                  </a:cubicBezTo>
                  <a:cubicBezTo>
                    <a:pt x="23132" y="11335"/>
                    <a:pt x="23129" y="11213"/>
                    <a:pt x="23302" y="11189"/>
                  </a:cubicBezTo>
                  <a:cubicBezTo>
                    <a:pt x="23424" y="11140"/>
                    <a:pt x="23416" y="11132"/>
                    <a:pt x="23294" y="11100"/>
                  </a:cubicBezTo>
                  <a:cubicBezTo>
                    <a:pt x="23165" y="11067"/>
                    <a:pt x="23165" y="11027"/>
                    <a:pt x="23278" y="10970"/>
                  </a:cubicBezTo>
                  <a:cubicBezTo>
                    <a:pt x="23392" y="10954"/>
                    <a:pt x="23392" y="10954"/>
                    <a:pt x="23270" y="10922"/>
                  </a:cubicBezTo>
                  <a:cubicBezTo>
                    <a:pt x="23019" y="10865"/>
                    <a:pt x="22938" y="10735"/>
                    <a:pt x="23181" y="10703"/>
                  </a:cubicBezTo>
                  <a:cubicBezTo>
                    <a:pt x="23294" y="10695"/>
                    <a:pt x="23351" y="10638"/>
                    <a:pt x="23343" y="10589"/>
                  </a:cubicBezTo>
                  <a:cubicBezTo>
                    <a:pt x="23338" y="10565"/>
                    <a:pt x="23316" y="10558"/>
                    <a:pt x="23286" y="10558"/>
                  </a:cubicBezTo>
                  <a:cubicBezTo>
                    <a:pt x="23265" y="10558"/>
                    <a:pt x="23240" y="10561"/>
                    <a:pt x="23213" y="10565"/>
                  </a:cubicBezTo>
                  <a:cubicBezTo>
                    <a:pt x="23181" y="10585"/>
                    <a:pt x="23157" y="10594"/>
                    <a:pt x="23144" y="10594"/>
                  </a:cubicBezTo>
                  <a:cubicBezTo>
                    <a:pt x="23114" y="10594"/>
                    <a:pt x="23132" y="10548"/>
                    <a:pt x="23205" y="10476"/>
                  </a:cubicBezTo>
                  <a:cubicBezTo>
                    <a:pt x="23359" y="10313"/>
                    <a:pt x="23351" y="10216"/>
                    <a:pt x="23213" y="10103"/>
                  </a:cubicBezTo>
                  <a:cubicBezTo>
                    <a:pt x="23112" y="9983"/>
                    <a:pt x="23063" y="9881"/>
                    <a:pt x="23106" y="9881"/>
                  </a:cubicBezTo>
                  <a:cubicBezTo>
                    <a:pt x="23121" y="9881"/>
                    <a:pt x="23148" y="9894"/>
                    <a:pt x="23189" y="9924"/>
                  </a:cubicBezTo>
                  <a:cubicBezTo>
                    <a:pt x="23250" y="9955"/>
                    <a:pt x="23283" y="9971"/>
                    <a:pt x="23292" y="9971"/>
                  </a:cubicBezTo>
                  <a:cubicBezTo>
                    <a:pt x="23302" y="9971"/>
                    <a:pt x="23284" y="9951"/>
                    <a:pt x="23246" y="9908"/>
                  </a:cubicBezTo>
                  <a:cubicBezTo>
                    <a:pt x="23221" y="9819"/>
                    <a:pt x="23205" y="9730"/>
                    <a:pt x="23189" y="9689"/>
                  </a:cubicBezTo>
                  <a:cubicBezTo>
                    <a:pt x="23169" y="9649"/>
                    <a:pt x="23127" y="9620"/>
                    <a:pt x="23081" y="9620"/>
                  </a:cubicBezTo>
                  <a:cubicBezTo>
                    <a:pt x="23071" y="9620"/>
                    <a:pt x="23061" y="9621"/>
                    <a:pt x="23051" y="9624"/>
                  </a:cubicBezTo>
                  <a:cubicBezTo>
                    <a:pt x="23157" y="9559"/>
                    <a:pt x="23197" y="9454"/>
                    <a:pt x="23059" y="9389"/>
                  </a:cubicBezTo>
                  <a:lnTo>
                    <a:pt x="23035" y="9300"/>
                  </a:lnTo>
                  <a:cubicBezTo>
                    <a:pt x="23027" y="9259"/>
                    <a:pt x="23027" y="9259"/>
                    <a:pt x="22954" y="9227"/>
                  </a:cubicBezTo>
                  <a:cubicBezTo>
                    <a:pt x="22889" y="9203"/>
                    <a:pt x="22929" y="9138"/>
                    <a:pt x="22978" y="9081"/>
                  </a:cubicBezTo>
                  <a:cubicBezTo>
                    <a:pt x="23022" y="9030"/>
                    <a:pt x="23065" y="8973"/>
                    <a:pt x="23033" y="8973"/>
                  </a:cubicBezTo>
                  <a:cubicBezTo>
                    <a:pt x="23030" y="8973"/>
                    <a:pt x="23025" y="8974"/>
                    <a:pt x="23019" y="8976"/>
                  </a:cubicBezTo>
                  <a:cubicBezTo>
                    <a:pt x="23012" y="8977"/>
                    <a:pt x="23006" y="8978"/>
                    <a:pt x="22999" y="8978"/>
                  </a:cubicBezTo>
                  <a:cubicBezTo>
                    <a:pt x="22939" y="8978"/>
                    <a:pt x="22874" y="8917"/>
                    <a:pt x="22808" y="8895"/>
                  </a:cubicBezTo>
                  <a:cubicBezTo>
                    <a:pt x="22754" y="8868"/>
                    <a:pt x="22778" y="8824"/>
                    <a:pt x="22826" y="8824"/>
                  </a:cubicBezTo>
                  <a:cubicBezTo>
                    <a:pt x="22835" y="8824"/>
                    <a:pt x="22846" y="8826"/>
                    <a:pt x="22857" y="8830"/>
                  </a:cubicBezTo>
                  <a:cubicBezTo>
                    <a:pt x="22913" y="8814"/>
                    <a:pt x="22913" y="8814"/>
                    <a:pt x="22946" y="8708"/>
                  </a:cubicBezTo>
                  <a:cubicBezTo>
                    <a:pt x="22938" y="8671"/>
                    <a:pt x="22910" y="8593"/>
                    <a:pt x="22862" y="8593"/>
                  </a:cubicBezTo>
                  <a:cubicBezTo>
                    <a:pt x="22858" y="8593"/>
                    <a:pt x="22853" y="8593"/>
                    <a:pt x="22848" y="8595"/>
                  </a:cubicBezTo>
                  <a:cubicBezTo>
                    <a:pt x="22846" y="8596"/>
                    <a:pt x="22843" y="8596"/>
                    <a:pt x="22841" y="8596"/>
                  </a:cubicBezTo>
                  <a:cubicBezTo>
                    <a:pt x="22784" y="8596"/>
                    <a:pt x="22704" y="8357"/>
                    <a:pt x="22743" y="8295"/>
                  </a:cubicBezTo>
                  <a:lnTo>
                    <a:pt x="22711" y="8214"/>
                  </a:lnTo>
                  <a:cubicBezTo>
                    <a:pt x="22694" y="8165"/>
                    <a:pt x="22621" y="8141"/>
                    <a:pt x="22605" y="8100"/>
                  </a:cubicBezTo>
                  <a:cubicBezTo>
                    <a:pt x="22589" y="8068"/>
                    <a:pt x="22557" y="8043"/>
                    <a:pt x="22524" y="8035"/>
                  </a:cubicBezTo>
                  <a:cubicBezTo>
                    <a:pt x="22508" y="7995"/>
                    <a:pt x="22492" y="7954"/>
                    <a:pt x="22548" y="7930"/>
                  </a:cubicBezTo>
                  <a:cubicBezTo>
                    <a:pt x="22419" y="7930"/>
                    <a:pt x="22419" y="7930"/>
                    <a:pt x="22516" y="7841"/>
                  </a:cubicBezTo>
                  <a:cubicBezTo>
                    <a:pt x="22629" y="7800"/>
                    <a:pt x="22629" y="7800"/>
                    <a:pt x="22500" y="7800"/>
                  </a:cubicBezTo>
                  <a:cubicBezTo>
                    <a:pt x="22427" y="7784"/>
                    <a:pt x="22427" y="7784"/>
                    <a:pt x="22467" y="7719"/>
                  </a:cubicBezTo>
                  <a:cubicBezTo>
                    <a:pt x="22513" y="7699"/>
                    <a:pt x="22511" y="7664"/>
                    <a:pt x="22483" y="7664"/>
                  </a:cubicBezTo>
                  <a:cubicBezTo>
                    <a:pt x="22477" y="7664"/>
                    <a:pt x="22469" y="7666"/>
                    <a:pt x="22459" y="7670"/>
                  </a:cubicBezTo>
                  <a:cubicBezTo>
                    <a:pt x="22338" y="7670"/>
                    <a:pt x="22224" y="7573"/>
                    <a:pt x="22330" y="7524"/>
                  </a:cubicBezTo>
                  <a:cubicBezTo>
                    <a:pt x="22305" y="7500"/>
                    <a:pt x="22273" y="7476"/>
                    <a:pt x="22240" y="7468"/>
                  </a:cubicBezTo>
                  <a:cubicBezTo>
                    <a:pt x="22203" y="7470"/>
                    <a:pt x="22176" y="7472"/>
                    <a:pt x="22160" y="7472"/>
                  </a:cubicBezTo>
                  <a:cubicBezTo>
                    <a:pt x="22119" y="7472"/>
                    <a:pt x="22141" y="7462"/>
                    <a:pt x="22216" y="7427"/>
                  </a:cubicBezTo>
                  <a:cubicBezTo>
                    <a:pt x="22298" y="7345"/>
                    <a:pt x="22291" y="7304"/>
                    <a:pt x="22189" y="7304"/>
                  </a:cubicBezTo>
                  <a:cubicBezTo>
                    <a:pt x="22180" y="7304"/>
                    <a:pt x="22170" y="7305"/>
                    <a:pt x="22159" y="7305"/>
                  </a:cubicBezTo>
                  <a:cubicBezTo>
                    <a:pt x="22119" y="7305"/>
                    <a:pt x="22102" y="7257"/>
                    <a:pt x="22119" y="7224"/>
                  </a:cubicBezTo>
                  <a:cubicBezTo>
                    <a:pt x="22133" y="7134"/>
                    <a:pt x="22093" y="6920"/>
                    <a:pt x="22026" y="6920"/>
                  </a:cubicBezTo>
                  <a:cubicBezTo>
                    <a:pt x="22014" y="6920"/>
                    <a:pt x="22002" y="6926"/>
                    <a:pt x="21989" y="6941"/>
                  </a:cubicBezTo>
                  <a:lnTo>
                    <a:pt x="21948" y="6860"/>
                  </a:lnTo>
                  <a:cubicBezTo>
                    <a:pt x="21965" y="6754"/>
                    <a:pt x="21948" y="6706"/>
                    <a:pt x="21875" y="6697"/>
                  </a:cubicBezTo>
                  <a:lnTo>
                    <a:pt x="21803" y="6681"/>
                  </a:lnTo>
                  <a:cubicBezTo>
                    <a:pt x="21851" y="6657"/>
                    <a:pt x="21884" y="6600"/>
                    <a:pt x="21867" y="6543"/>
                  </a:cubicBezTo>
                  <a:cubicBezTo>
                    <a:pt x="21855" y="6522"/>
                    <a:pt x="21848" y="6512"/>
                    <a:pt x="21838" y="6512"/>
                  </a:cubicBezTo>
                  <a:cubicBezTo>
                    <a:pt x="21829" y="6512"/>
                    <a:pt x="21817" y="6520"/>
                    <a:pt x="21794" y="6535"/>
                  </a:cubicBezTo>
                  <a:cubicBezTo>
                    <a:pt x="21782" y="6561"/>
                    <a:pt x="21770" y="6570"/>
                    <a:pt x="21760" y="6570"/>
                  </a:cubicBezTo>
                  <a:cubicBezTo>
                    <a:pt x="21744" y="6570"/>
                    <a:pt x="21731" y="6547"/>
                    <a:pt x="21721" y="6527"/>
                  </a:cubicBezTo>
                  <a:cubicBezTo>
                    <a:pt x="21697" y="6487"/>
                    <a:pt x="21721" y="6422"/>
                    <a:pt x="21778" y="6389"/>
                  </a:cubicBezTo>
                  <a:lnTo>
                    <a:pt x="21754" y="6349"/>
                  </a:lnTo>
                  <a:cubicBezTo>
                    <a:pt x="21712" y="6371"/>
                    <a:pt x="21683" y="6380"/>
                    <a:pt x="21667" y="6380"/>
                  </a:cubicBezTo>
                  <a:cubicBezTo>
                    <a:pt x="21642" y="6380"/>
                    <a:pt x="21647" y="6360"/>
                    <a:pt x="21681" y="6341"/>
                  </a:cubicBezTo>
                  <a:cubicBezTo>
                    <a:pt x="21697" y="6292"/>
                    <a:pt x="21697" y="6235"/>
                    <a:pt x="21657" y="6195"/>
                  </a:cubicBezTo>
                  <a:cubicBezTo>
                    <a:pt x="21647" y="6201"/>
                    <a:pt x="21641" y="6203"/>
                    <a:pt x="21637" y="6203"/>
                  </a:cubicBezTo>
                  <a:cubicBezTo>
                    <a:pt x="21625" y="6203"/>
                    <a:pt x="21633" y="6182"/>
                    <a:pt x="21644" y="6182"/>
                  </a:cubicBezTo>
                  <a:cubicBezTo>
                    <a:pt x="21648" y="6182"/>
                    <a:pt x="21653" y="6185"/>
                    <a:pt x="21657" y="6195"/>
                  </a:cubicBezTo>
                  <a:lnTo>
                    <a:pt x="21713" y="6162"/>
                  </a:lnTo>
                  <a:cubicBezTo>
                    <a:pt x="21725" y="6132"/>
                    <a:pt x="21720" y="6122"/>
                    <a:pt x="21708" y="6122"/>
                  </a:cubicBezTo>
                  <a:cubicBezTo>
                    <a:pt x="21693" y="6122"/>
                    <a:pt x="21667" y="6137"/>
                    <a:pt x="21640" y="6154"/>
                  </a:cubicBezTo>
                  <a:lnTo>
                    <a:pt x="21592" y="6081"/>
                  </a:lnTo>
                  <a:cubicBezTo>
                    <a:pt x="21577" y="6057"/>
                    <a:pt x="21563" y="6033"/>
                    <a:pt x="21548" y="6033"/>
                  </a:cubicBezTo>
                  <a:cubicBezTo>
                    <a:pt x="21538" y="6033"/>
                    <a:pt x="21529" y="6044"/>
                    <a:pt x="21519" y="6073"/>
                  </a:cubicBezTo>
                  <a:cubicBezTo>
                    <a:pt x="21481" y="6089"/>
                    <a:pt x="21448" y="6109"/>
                    <a:pt x="21422" y="6109"/>
                  </a:cubicBezTo>
                  <a:cubicBezTo>
                    <a:pt x="21409" y="6109"/>
                    <a:pt x="21397" y="6103"/>
                    <a:pt x="21389" y="6089"/>
                  </a:cubicBezTo>
                  <a:cubicBezTo>
                    <a:pt x="21379" y="6096"/>
                    <a:pt x="21372" y="6099"/>
                    <a:pt x="21367" y="6099"/>
                  </a:cubicBezTo>
                  <a:cubicBezTo>
                    <a:pt x="21355" y="6099"/>
                    <a:pt x="21362" y="6080"/>
                    <a:pt x="21374" y="6080"/>
                  </a:cubicBezTo>
                  <a:cubicBezTo>
                    <a:pt x="21379" y="6080"/>
                    <a:pt x="21384" y="6082"/>
                    <a:pt x="21389" y="6089"/>
                  </a:cubicBezTo>
                  <a:cubicBezTo>
                    <a:pt x="21446" y="6065"/>
                    <a:pt x="21494" y="6033"/>
                    <a:pt x="21470" y="5992"/>
                  </a:cubicBezTo>
                  <a:cubicBezTo>
                    <a:pt x="21446" y="5952"/>
                    <a:pt x="21494" y="5919"/>
                    <a:pt x="21494" y="5919"/>
                  </a:cubicBezTo>
                  <a:cubicBezTo>
                    <a:pt x="21624" y="5895"/>
                    <a:pt x="21478" y="5773"/>
                    <a:pt x="21405" y="5765"/>
                  </a:cubicBezTo>
                  <a:cubicBezTo>
                    <a:pt x="21259" y="5749"/>
                    <a:pt x="21235" y="5716"/>
                    <a:pt x="21332" y="5652"/>
                  </a:cubicBezTo>
                  <a:cubicBezTo>
                    <a:pt x="21394" y="5614"/>
                    <a:pt x="21370" y="5592"/>
                    <a:pt x="21304" y="5592"/>
                  </a:cubicBezTo>
                  <a:cubicBezTo>
                    <a:pt x="21257" y="5592"/>
                    <a:pt x="21188" y="5603"/>
                    <a:pt x="21113" y="5627"/>
                  </a:cubicBezTo>
                  <a:lnTo>
                    <a:pt x="20943" y="5692"/>
                  </a:lnTo>
                  <a:lnTo>
                    <a:pt x="20943" y="5692"/>
                  </a:lnTo>
                  <a:lnTo>
                    <a:pt x="21089" y="5595"/>
                  </a:lnTo>
                  <a:cubicBezTo>
                    <a:pt x="21267" y="5424"/>
                    <a:pt x="21267" y="5424"/>
                    <a:pt x="21081" y="5384"/>
                  </a:cubicBezTo>
                  <a:cubicBezTo>
                    <a:pt x="20984" y="5343"/>
                    <a:pt x="20984" y="5343"/>
                    <a:pt x="21032" y="5311"/>
                  </a:cubicBezTo>
                  <a:cubicBezTo>
                    <a:pt x="21081" y="5270"/>
                    <a:pt x="21057" y="5238"/>
                    <a:pt x="20976" y="5125"/>
                  </a:cubicBezTo>
                  <a:cubicBezTo>
                    <a:pt x="20915" y="5046"/>
                    <a:pt x="20882" y="5004"/>
                    <a:pt x="20852" y="5004"/>
                  </a:cubicBezTo>
                  <a:cubicBezTo>
                    <a:pt x="20842" y="5004"/>
                    <a:pt x="20832" y="5009"/>
                    <a:pt x="20821" y="5019"/>
                  </a:cubicBezTo>
                  <a:lnTo>
                    <a:pt x="20765" y="4946"/>
                  </a:lnTo>
                  <a:cubicBezTo>
                    <a:pt x="20802" y="4880"/>
                    <a:pt x="20785" y="4842"/>
                    <a:pt x="20752" y="4842"/>
                  </a:cubicBezTo>
                  <a:cubicBezTo>
                    <a:pt x="20727" y="4842"/>
                    <a:pt x="20695" y="4862"/>
                    <a:pt x="20667" y="4906"/>
                  </a:cubicBezTo>
                  <a:lnTo>
                    <a:pt x="20611" y="4833"/>
                  </a:lnTo>
                  <a:lnTo>
                    <a:pt x="20659" y="4800"/>
                  </a:lnTo>
                  <a:cubicBezTo>
                    <a:pt x="20700" y="4768"/>
                    <a:pt x="20667" y="4679"/>
                    <a:pt x="20424" y="4411"/>
                  </a:cubicBezTo>
                  <a:cubicBezTo>
                    <a:pt x="20230" y="4194"/>
                    <a:pt x="20156" y="4114"/>
                    <a:pt x="20102" y="4114"/>
                  </a:cubicBezTo>
                  <a:cubicBezTo>
                    <a:pt x="20079" y="4114"/>
                    <a:pt x="20059" y="4128"/>
                    <a:pt x="20035" y="4152"/>
                  </a:cubicBezTo>
                  <a:cubicBezTo>
                    <a:pt x="20000" y="4163"/>
                    <a:pt x="19972" y="4169"/>
                    <a:pt x="19952" y="4169"/>
                  </a:cubicBezTo>
                  <a:cubicBezTo>
                    <a:pt x="19905" y="4169"/>
                    <a:pt x="19907" y="4136"/>
                    <a:pt x="19970" y="4079"/>
                  </a:cubicBezTo>
                  <a:cubicBezTo>
                    <a:pt x="20009" y="4046"/>
                    <a:pt x="20022" y="3994"/>
                    <a:pt x="20005" y="3994"/>
                  </a:cubicBezTo>
                  <a:lnTo>
                    <a:pt x="20005" y="3994"/>
                  </a:lnTo>
                  <a:cubicBezTo>
                    <a:pt x="20001" y="3994"/>
                    <a:pt x="19995" y="3997"/>
                    <a:pt x="19986" y="4006"/>
                  </a:cubicBezTo>
                  <a:cubicBezTo>
                    <a:pt x="19954" y="3965"/>
                    <a:pt x="19938" y="3916"/>
                    <a:pt x="19938" y="3868"/>
                  </a:cubicBezTo>
                  <a:cubicBezTo>
                    <a:pt x="19938" y="3744"/>
                    <a:pt x="19902" y="3706"/>
                    <a:pt x="19866" y="3706"/>
                  </a:cubicBezTo>
                  <a:cubicBezTo>
                    <a:pt x="19848" y="3706"/>
                    <a:pt x="19830" y="3716"/>
                    <a:pt x="19816" y="3730"/>
                  </a:cubicBezTo>
                  <a:cubicBezTo>
                    <a:pt x="19795" y="3772"/>
                    <a:pt x="19784" y="3789"/>
                    <a:pt x="19779" y="3789"/>
                  </a:cubicBezTo>
                  <a:cubicBezTo>
                    <a:pt x="19770" y="3789"/>
                    <a:pt x="19779" y="3743"/>
                    <a:pt x="19784" y="3698"/>
                  </a:cubicBezTo>
                  <a:cubicBezTo>
                    <a:pt x="19796" y="3634"/>
                    <a:pt x="19804" y="3580"/>
                    <a:pt x="19787" y="3580"/>
                  </a:cubicBezTo>
                  <a:lnTo>
                    <a:pt x="19787" y="3580"/>
                  </a:lnTo>
                  <a:cubicBezTo>
                    <a:pt x="19782" y="3580"/>
                    <a:pt x="19776" y="3584"/>
                    <a:pt x="19767" y="3592"/>
                  </a:cubicBezTo>
                  <a:cubicBezTo>
                    <a:pt x="19765" y="3592"/>
                    <a:pt x="19763" y="3592"/>
                    <a:pt x="19760" y="3592"/>
                  </a:cubicBezTo>
                  <a:cubicBezTo>
                    <a:pt x="19673" y="3592"/>
                    <a:pt x="19454" y="3460"/>
                    <a:pt x="19532" y="3373"/>
                  </a:cubicBezTo>
                  <a:lnTo>
                    <a:pt x="19459" y="3308"/>
                  </a:lnTo>
                  <a:cubicBezTo>
                    <a:pt x="19449" y="3320"/>
                    <a:pt x="19438" y="3325"/>
                    <a:pt x="19426" y="3325"/>
                  </a:cubicBezTo>
                  <a:cubicBezTo>
                    <a:pt x="19387" y="3325"/>
                    <a:pt x="19338" y="3276"/>
                    <a:pt x="19289" y="3227"/>
                  </a:cubicBezTo>
                  <a:cubicBezTo>
                    <a:pt x="19224" y="3171"/>
                    <a:pt x="19192" y="3138"/>
                    <a:pt x="19232" y="3089"/>
                  </a:cubicBezTo>
                  <a:cubicBezTo>
                    <a:pt x="19305" y="3081"/>
                    <a:pt x="19265" y="3049"/>
                    <a:pt x="19159" y="3033"/>
                  </a:cubicBezTo>
                  <a:cubicBezTo>
                    <a:pt x="19152" y="3025"/>
                    <a:pt x="19139" y="3022"/>
                    <a:pt x="19124" y="3022"/>
                  </a:cubicBezTo>
                  <a:cubicBezTo>
                    <a:pt x="19092" y="3022"/>
                    <a:pt x="19048" y="3035"/>
                    <a:pt x="19016" y="3035"/>
                  </a:cubicBezTo>
                  <a:cubicBezTo>
                    <a:pt x="19001" y="3035"/>
                    <a:pt x="18989" y="3032"/>
                    <a:pt x="18981" y="3025"/>
                  </a:cubicBezTo>
                  <a:cubicBezTo>
                    <a:pt x="18960" y="3056"/>
                    <a:pt x="18929" y="3070"/>
                    <a:pt x="18897" y="3070"/>
                  </a:cubicBezTo>
                  <a:cubicBezTo>
                    <a:pt x="18879" y="3070"/>
                    <a:pt x="18861" y="3066"/>
                    <a:pt x="18843" y="3057"/>
                  </a:cubicBezTo>
                  <a:lnTo>
                    <a:pt x="18876" y="3008"/>
                  </a:lnTo>
                  <a:lnTo>
                    <a:pt x="18957" y="2919"/>
                  </a:lnTo>
                  <a:cubicBezTo>
                    <a:pt x="18936" y="2899"/>
                    <a:pt x="18916" y="2878"/>
                    <a:pt x="18893" y="2878"/>
                  </a:cubicBezTo>
                  <a:cubicBezTo>
                    <a:pt x="18880" y="2878"/>
                    <a:pt x="18866" y="2885"/>
                    <a:pt x="18851" y="2903"/>
                  </a:cubicBezTo>
                  <a:cubicBezTo>
                    <a:pt x="18851" y="2830"/>
                    <a:pt x="18819" y="2806"/>
                    <a:pt x="18746" y="2749"/>
                  </a:cubicBezTo>
                  <a:cubicBezTo>
                    <a:pt x="18685" y="2701"/>
                    <a:pt x="18624" y="2654"/>
                    <a:pt x="18563" y="2654"/>
                  </a:cubicBezTo>
                  <a:cubicBezTo>
                    <a:pt x="18551" y="2654"/>
                    <a:pt x="18539" y="2656"/>
                    <a:pt x="18527" y="2660"/>
                  </a:cubicBezTo>
                  <a:cubicBezTo>
                    <a:pt x="18561" y="2558"/>
                    <a:pt x="18409" y="2423"/>
                    <a:pt x="18296" y="2423"/>
                  </a:cubicBezTo>
                  <a:cubicBezTo>
                    <a:pt x="18274" y="2423"/>
                    <a:pt x="18253" y="2429"/>
                    <a:pt x="18235" y="2441"/>
                  </a:cubicBezTo>
                  <a:cubicBezTo>
                    <a:pt x="18224" y="2457"/>
                    <a:pt x="18214" y="2464"/>
                    <a:pt x="18204" y="2464"/>
                  </a:cubicBezTo>
                  <a:cubicBezTo>
                    <a:pt x="18184" y="2464"/>
                    <a:pt x="18168" y="2433"/>
                    <a:pt x="18162" y="2384"/>
                  </a:cubicBezTo>
                  <a:cubicBezTo>
                    <a:pt x="18162" y="2332"/>
                    <a:pt x="18162" y="2313"/>
                    <a:pt x="18145" y="2313"/>
                  </a:cubicBezTo>
                  <a:cubicBezTo>
                    <a:pt x="18135" y="2313"/>
                    <a:pt x="18120" y="2319"/>
                    <a:pt x="18097" y="2327"/>
                  </a:cubicBezTo>
                  <a:cubicBezTo>
                    <a:pt x="18088" y="2330"/>
                    <a:pt x="18080" y="2332"/>
                    <a:pt x="18073" y="2332"/>
                  </a:cubicBezTo>
                  <a:cubicBezTo>
                    <a:pt x="18024" y="2332"/>
                    <a:pt x="18023" y="2262"/>
                    <a:pt x="18016" y="2198"/>
                  </a:cubicBezTo>
                  <a:cubicBezTo>
                    <a:pt x="18041" y="2097"/>
                    <a:pt x="18027" y="2060"/>
                    <a:pt x="17985" y="2060"/>
                  </a:cubicBezTo>
                  <a:cubicBezTo>
                    <a:pt x="17974" y="2060"/>
                    <a:pt x="17959" y="2063"/>
                    <a:pt x="17943" y="2068"/>
                  </a:cubicBezTo>
                  <a:cubicBezTo>
                    <a:pt x="17862" y="2068"/>
                    <a:pt x="17781" y="2044"/>
                    <a:pt x="17716" y="1995"/>
                  </a:cubicBezTo>
                  <a:cubicBezTo>
                    <a:pt x="17681" y="1995"/>
                    <a:pt x="17654" y="1993"/>
                    <a:pt x="17633" y="1993"/>
                  </a:cubicBezTo>
                  <a:cubicBezTo>
                    <a:pt x="17586" y="1993"/>
                    <a:pt x="17570" y="2001"/>
                    <a:pt x="17570" y="2052"/>
                  </a:cubicBezTo>
                  <a:cubicBezTo>
                    <a:pt x="17546" y="2084"/>
                    <a:pt x="17513" y="2108"/>
                    <a:pt x="17473" y="2125"/>
                  </a:cubicBezTo>
                  <a:cubicBezTo>
                    <a:pt x="17465" y="2125"/>
                    <a:pt x="17458" y="2125"/>
                    <a:pt x="17452" y="2125"/>
                  </a:cubicBezTo>
                  <a:cubicBezTo>
                    <a:pt x="17381" y="2125"/>
                    <a:pt x="17387" y="2094"/>
                    <a:pt x="17412" y="2094"/>
                  </a:cubicBezTo>
                  <a:cubicBezTo>
                    <a:pt x="17418" y="2094"/>
                    <a:pt x="17425" y="2096"/>
                    <a:pt x="17432" y="2100"/>
                  </a:cubicBezTo>
                  <a:cubicBezTo>
                    <a:pt x="17538" y="2100"/>
                    <a:pt x="17505" y="2076"/>
                    <a:pt x="17497" y="2003"/>
                  </a:cubicBezTo>
                  <a:cubicBezTo>
                    <a:pt x="17489" y="1930"/>
                    <a:pt x="17416" y="1881"/>
                    <a:pt x="17376" y="1857"/>
                  </a:cubicBezTo>
                  <a:lnTo>
                    <a:pt x="17222" y="1760"/>
                  </a:lnTo>
                  <a:cubicBezTo>
                    <a:pt x="17161" y="1677"/>
                    <a:pt x="17126" y="1639"/>
                    <a:pt x="17100" y="1639"/>
                  </a:cubicBezTo>
                  <a:cubicBezTo>
                    <a:pt x="17088" y="1639"/>
                    <a:pt x="17078" y="1647"/>
                    <a:pt x="17068" y="1663"/>
                  </a:cubicBezTo>
                  <a:cubicBezTo>
                    <a:pt x="17034" y="1725"/>
                    <a:pt x="17020" y="1751"/>
                    <a:pt x="17020" y="1751"/>
                  </a:cubicBezTo>
                  <a:cubicBezTo>
                    <a:pt x="17019" y="1751"/>
                    <a:pt x="17025" y="1739"/>
                    <a:pt x="17035" y="1719"/>
                  </a:cubicBezTo>
                  <a:cubicBezTo>
                    <a:pt x="17062" y="1597"/>
                    <a:pt x="16747" y="1423"/>
                    <a:pt x="16587" y="1423"/>
                  </a:cubicBezTo>
                  <a:cubicBezTo>
                    <a:pt x="16558" y="1423"/>
                    <a:pt x="16534" y="1429"/>
                    <a:pt x="16518" y="1442"/>
                  </a:cubicBezTo>
                  <a:lnTo>
                    <a:pt x="16518" y="1442"/>
                  </a:lnTo>
                  <a:cubicBezTo>
                    <a:pt x="16526" y="1428"/>
                    <a:pt x="16537" y="1408"/>
                    <a:pt x="16549" y="1387"/>
                  </a:cubicBezTo>
                  <a:cubicBezTo>
                    <a:pt x="16573" y="1330"/>
                    <a:pt x="16532" y="1314"/>
                    <a:pt x="16451" y="1273"/>
                  </a:cubicBezTo>
                  <a:cubicBezTo>
                    <a:pt x="16330" y="1241"/>
                    <a:pt x="16216" y="1208"/>
                    <a:pt x="16103" y="1168"/>
                  </a:cubicBezTo>
                  <a:cubicBezTo>
                    <a:pt x="15983" y="1108"/>
                    <a:pt x="15886" y="1057"/>
                    <a:pt x="15830" y="1057"/>
                  </a:cubicBezTo>
                  <a:cubicBezTo>
                    <a:pt x="15810" y="1057"/>
                    <a:pt x="15795" y="1064"/>
                    <a:pt x="15787" y="1079"/>
                  </a:cubicBezTo>
                  <a:cubicBezTo>
                    <a:pt x="15746" y="1063"/>
                    <a:pt x="15746" y="1063"/>
                    <a:pt x="15770" y="1014"/>
                  </a:cubicBezTo>
                  <a:cubicBezTo>
                    <a:pt x="15835" y="973"/>
                    <a:pt x="15795" y="957"/>
                    <a:pt x="15754" y="941"/>
                  </a:cubicBezTo>
                  <a:cubicBezTo>
                    <a:pt x="15748" y="939"/>
                    <a:pt x="15743" y="938"/>
                    <a:pt x="15738" y="938"/>
                  </a:cubicBezTo>
                  <a:cubicBezTo>
                    <a:pt x="15702" y="938"/>
                    <a:pt x="15686" y="988"/>
                    <a:pt x="15665" y="1038"/>
                  </a:cubicBezTo>
                  <a:cubicBezTo>
                    <a:pt x="15656" y="1056"/>
                    <a:pt x="15644" y="1066"/>
                    <a:pt x="15630" y="1066"/>
                  </a:cubicBezTo>
                  <a:cubicBezTo>
                    <a:pt x="15607" y="1066"/>
                    <a:pt x="15576" y="1040"/>
                    <a:pt x="15535" y="990"/>
                  </a:cubicBezTo>
                  <a:cubicBezTo>
                    <a:pt x="15464" y="905"/>
                    <a:pt x="15357" y="857"/>
                    <a:pt x="15244" y="857"/>
                  </a:cubicBezTo>
                  <a:cubicBezTo>
                    <a:pt x="15228" y="857"/>
                    <a:pt x="15211" y="858"/>
                    <a:pt x="15195" y="860"/>
                  </a:cubicBezTo>
                  <a:cubicBezTo>
                    <a:pt x="15154" y="844"/>
                    <a:pt x="15114" y="827"/>
                    <a:pt x="15138" y="771"/>
                  </a:cubicBezTo>
                  <a:cubicBezTo>
                    <a:pt x="15127" y="700"/>
                    <a:pt x="15069" y="658"/>
                    <a:pt x="15007" y="658"/>
                  </a:cubicBezTo>
                  <a:cubicBezTo>
                    <a:pt x="14977" y="658"/>
                    <a:pt x="14946" y="668"/>
                    <a:pt x="14919" y="690"/>
                  </a:cubicBezTo>
                  <a:cubicBezTo>
                    <a:pt x="14878" y="673"/>
                    <a:pt x="14878" y="673"/>
                    <a:pt x="14895" y="617"/>
                  </a:cubicBezTo>
                  <a:cubicBezTo>
                    <a:pt x="14880" y="571"/>
                    <a:pt x="14883" y="532"/>
                    <a:pt x="14869" y="532"/>
                  </a:cubicBezTo>
                  <a:cubicBezTo>
                    <a:pt x="14860" y="532"/>
                    <a:pt x="14844" y="547"/>
                    <a:pt x="14814" y="584"/>
                  </a:cubicBezTo>
                  <a:cubicBezTo>
                    <a:pt x="14789" y="589"/>
                    <a:pt x="14764" y="592"/>
                    <a:pt x="14740" y="592"/>
                  </a:cubicBezTo>
                  <a:cubicBezTo>
                    <a:pt x="14652" y="592"/>
                    <a:pt x="14569" y="558"/>
                    <a:pt x="14506" y="495"/>
                  </a:cubicBezTo>
                  <a:cubicBezTo>
                    <a:pt x="14489" y="488"/>
                    <a:pt x="14471" y="483"/>
                    <a:pt x="14454" y="483"/>
                  </a:cubicBezTo>
                  <a:cubicBezTo>
                    <a:pt x="14431" y="483"/>
                    <a:pt x="14410" y="494"/>
                    <a:pt x="14400" y="527"/>
                  </a:cubicBezTo>
                  <a:lnTo>
                    <a:pt x="14384" y="584"/>
                  </a:lnTo>
                  <a:cubicBezTo>
                    <a:pt x="14380" y="516"/>
                    <a:pt x="14378" y="484"/>
                    <a:pt x="14365" y="484"/>
                  </a:cubicBezTo>
                  <a:cubicBezTo>
                    <a:pt x="14353" y="484"/>
                    <a:pt x="14333" y="510"/>
                    <a:pt x="14295" y="560"/>
                  </a:cubicBezTo>
                  <a:cubicBezTo>
                    <a:pt x="14287" y="586"/>
                    <a:pt x="14274" y="599"/>
                    <a:pt x="14265" y="599"/>
                  </a:cubicBezTo>
                  <a:cubicBezTo>
                    <a:pt x="14253" y="599"/>
                    <a:pt x="14245" y="582"/>
                    <a:pt x="14254" y="552"/>
                  </a:cubicBezTo>
                  <a:cubicBezTo>
                    <a:pt x="14246" y="511"/>
                    <a:pt x="14214" y="487"/>
                    <a:pt x="14181" y="471"/>
                  </a:cubicBezTo>
                  <a:cubicBezTo>
                    <a:pt x="14019" y="454"/>
                    <a:pt x="13849" y="430"/>
                    <a:pt x="13687" y="398"/>
                  </a:cubicBezTo>
                  <a:cubicBezTo>
                    <a:pt x="13492" y="344"/>
                    <a:pt x="13364" y="322"/>
                    <a:pt x="13285" y="322"/>
                  </a:cubicBezTo>
                  <a:cubicBezTo>
                    <a:pt x="13222" y="322"/>
                    <a:pt x="13191" y="336"/>
                    <a:pt x="13184" y="357"/>
                  </a:cubicBezTo>
                  <a:cubicBezTo>
                    <a:pt x="13161" y="384"/>
                    <a:pt x="13149" y="398"/>
                    <a:pt x="13138" y="398"/>
                  </a:cubicBezTo>
                  <a:cubicBezTo>
                    <a:pt x="13126" y="398"/>
                    <a:pt x="13116" y="380"/>
                    <a:pt x="13095" y="341"/>
                  </a:cubicBezTo>
                  <a:cubicBezTo>
                    <a:pt x="13079" y="292"/>
                    <a:pt x="13030" y="268"/>
                    <a:pt x="12973" y="260"/>
                  </a:cubicBezTo>
                  <a:cubicBezTo>
                    <a:pt x="12933" y="252"/>
                    <a:pt x="12884" y="252"/>
                    <a:pt x="12892" y="187"/>
                  </a:cubicBezTo>
                  <a:lnTo>
                    <a:pt x="12892" y="187"/>
                  </a:lnTo>
                  <a:cubicBezTo>
                    <a:pt x="12857" y="228"/>
                    <a:pt x="12847" y="239"/>
                    <a:pt x="12826" y="239"/>
                  </a:cubicBezTo>
                  <a:cubicBezTo>
                    <a:pt x="12818" y="239"/>
                    <a:pt x="12808" y="238"/>
                    <a:pt x="12795" y="236"/>
                  </a:cubicBezTo>
                  <a:cubicBezTo>
                    <a:pt x="12799" y="201"/>
                    <a:pt x="12789" y="185"/>
                    <a:pt x="12771" y="185"/>
                  </a:cubicBezTo>
                  <a:cubicBezTo>
                    <a:pt x="12755" y="185"/>
                    <a:pt x="12732" y="197"/>
                    <a:pt x="12706" y="219"/>
                  </a:cubicBezTo>
                  <a:cubicBezTo>
                    <a:pt x="12678" y="275"/>
                    <a:pt x="12664" y="303"/>
                    <a:pt x="12658" y="303"/>
                  </a:cubicBezTo>
                  <a:cubicBezTo>
                    <a:pt x="12653" y="303"/>
                    <a:pt x="12657" y="273"/>
                    <a:pt x="12665" y="211"/>
                  </a:cubicBezTo>
                  <a:cubicBezTo>
                    <a:pt x="12671" y="169"/>
                    <a:pt x="12602" y="114"/>
                    <a:pt x="12582" y="114"/>
                  </a:cubicBezTo>
                  <a:lnTo>
                    <a:pt x="12582" y="114"/>
                  </a:lnTo>
                  <a:cubicBezTo>
                    <a:pt x="12574" y="114"/>
                    <a:pt x="12573" y="121"/>
                    <a:pt x="12584" y="138"/>
                  </a:cubicBezTo>
                  <a:cubicBezTo>
                    <a:pt x="12576" y="195"/>
                    <a:pt x="12487" y="179"/>
                    <a:pt x="12430" y="236"/>
                  </a:cubicBezTo>
                  <a:cubicBezTo>
                    <a:pt x="12389" y="227"/>
                    <a:pt x="12341" y="219"/>
                    <a:pt x="12349" y="163"/>
                  </a:cubicBezTo>
                  <a:cubicBezTo>
                    <a:pt x="12334" y="136"/>
                    <a:pt x="12294" y="126"/>
                    <a:pt x="12247" y="126"/>
                  </a:cubicBezTo>
                  <a:cubicBezTo>
                    <a:pt x="12163" y="126"/>
                    <a:pt x="12056" y="159"/>
                    <a:pt x="12025" y="195"/>
                  </a:cubicBezTo>
                  <a:cubicBezTo>
                    <a:pt x="12025" y="223"/>
                    <a:pt x="12012" y="238"/>
                    <a:pt x="12001" y="238"/>
                  </a:cubicBezTo>
                  <a:cubicBezTo>
                    <a:pt x="11990" y="238"/>
                    <a:pt x="11980" y="223"/>
                    <a:pt x="11984" y="195"/>
                  </a:cubicBezTo>
                  <a:cubicBezTo>
                    <a:pt x="11984" y="130"/>
                    <a:pt x="11943" y="130"/>
                    <a:pt x="11895" y="130"/>
                  </a:cubicBezTo>
                  <a:cubicBezTo>
                    <a:pt x="11882" y="146"/>
                    <a:pt x="11872" y="152"/>
                    <a:pt x="11866" y="152"/>
                  </a:cubicBezTo>
                  <a:cubicBezTo>
                    <a:pt x="11850" y="152"/>
                    <a:pt x="11854" y="107"/>
                    <a:pt x="11854" y="65"/>
                  </a:cubicBezTo>
                  <a:cubicBezTo>
                    <a:pt x="11903" y="9"/>
                    <a:pt x="11862" y="9"/>
                    <a:pt x="1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2"/>
            <p:cNvSpPr/>
            <p:nvPr/>
          </p:nvSpPr>
          <p:spPr>
            <a:xfrm>
              <a:off x="7284089" y="1720122"/>
              <a:ext cx="440108" cy="568079"/>
            </a:xfrm>
            <a:custGeom>
              <a:avLst/>
              <a:gdLst/>
              <a:ahLst/>
              <a:cxnLst/>
              <a:rect l="l" t="t" r="r" b="b"/>
              <a:pathLst>
                <a:path w="25532" h="32956" extrusionOk="0">
                  <a:moveTo>
                    <a:pt x="24786" y="465"/>
                  </a:moveTo>
                  <a:cubicBezTo>
                    <a:pt x="24815" y="465"/>
                    <a:pt x="24874" y="510"/>
                    <a:pt x="24932" y="600"/>
                  </a:cubicBezTo>
                  <a:cubicBezTo>
                    <a:pt x="25053" y="681"/>
                    <a:pt x="25053" y="681"/>
                    <a:pt x="24932" y="681"/>
                  </a:cubicBezTo>
                  <a:cubicBezTo>
                    <a:pt x="24875" y="681"/>
                    <a:pt x="24818" y="681"/>
                    <a:pt x="24818" y="592"/>
                  </a:cubicBezTo>
                  <a:cubicBezTo>
                    <a:pt x="24758" y="508"/>
                    <a:pt x="24757" y="465"/>
                    <a:pt x="24786" y="465"/>
                  </a:cubicBezTo>
                  <a:close/>
                  <a:moveTo>
                    <a:pt x="0" y="8667"/>
                  </a:moveTo>
                  <a:lnTo>
                    <a:pt x="0" y="8748"/>
                  </a:lnTo>
                  <a:cubicBezTo>
                    <a:pt x="0" y="8838"/>
                    <a:pt x="65" y="8838"/>
                    <a:pt x="122" y="8838"/>
                  </a:cubicBezTo>
                  <a:lnTo>
                    <a:pt x="122" y="8756"/>
                  </a:lnTo>
                  <a:cubicBezTo>
                    <a:pt x="122" y="8756"/>
                    <a:pt x="65" y="8667"/>
                    <a:pt x="0" y="8667"/>
                  </a:cubicBezTo>
                  <a:close/>
                  <a:moveTo>
                    <a:pt x="957" y="8846"/>
                  </a:moveTo>
                  <a:cubicBezTo>
                    <a:pt x="1022" y="8846"/>
                    <a:pt x="1022" y="8935"/>
                    <a:pt x="1022" y="9016"/>
                  </a:cubicBezTo>
                  <a:cubicBezTo>
                    <a:pt x="1014" y="9105"/>
                    <a:pt x="1022" y="9105"/>
                    <a:pt x="957" y="9105"/>
                  </a:cubicBezTo>
                  <a:cubicBezTo>
                    <a:pt x="925" y="9056"/>
                    <a:pt x="900" y="8992"/>
                    <a:pt x="900" y="8935"/>
                  </a:cubicBezTo>
                  <a:lnTo>
                    <a:pt x="957" y="8846"/>
                  </a:lnTo>
                  <a:close/>
                  <a:moveTo>
                    <a:pt x="990" y="9816"/>
                  </a:moveTo>
                  <a:cubicBezTo>
                    <a:pt x="1014" y="9816"/>
                    <a:pt x="1014" y="9858"/>
                    <a:pt x="1014" y="9956"/>
                  </a:cubicBezTo>
                  <a:cubicBezTo>
                    <a:pt x="1014" y="10042"/>
                    <a:pt x="1014" y="10127"/>
                    <a:pt x="957" y="10127"/>
                  </a:cubicBezTo>
                  <a:cubicBezTo>
                    <a:pt x="954" y="10127"/>
                    <a:pt x="952" y="10127"/>
                    <a:pt x="949" y="10127"/>
                  </a:cubicBezTo>
                  <a:lnTo>
                    <a:pt x="949" y="10046"/>
                  </a:lnTo>
                  <a:cubicBezTo>
                    <a:pt x="992" y="10046"/>
                    <a:pt x="978" y="10006"/>
                    <a:pt x="947" y="10006"/>
                  </a:cubicBezTo>
                  <a:cubicBezTo>
                    <a:pt x="931" y="10006"/>
                    <a:pt x="911" y="10016"/>
                    <a:pt x="892" y="10046"/>
                  </a:cubicBezTo>
                  <a:lnTo>
                    <a:pt x="771" y="10046"/>
                  </a:lnTo>
                  <a:cubicBezTo>
                    <a:pt x="771" y="9956"/>
                    <a:pt x="836" y="9875"/>
                    <a:pt x="892" y="9875"/>
                  </a:cubicBezTo>
                  <a:cubicBezTo>
                    <a:pt x="943" y="9838"/>
                    <a:pt x="973" y="9816"/>
                    <a:pt x="990" y="9816"/>
                  </a:cubicBezTo>
                  <a:close/>
                  <a:moveTo>
                    <a:pt x="1314" y="10135"/>
                  </a:moveTo>
                  <a:lnTo>
                    <a:pt x="1249" y="10216"/>
                  </a:lnTo>
                  <a:lnTo>
                    <a:pt x="1249" y="10305"/>
                  </a:lnTo>
                  <a:cubicBezTo>
                    <a:pt x="1314" y="10305"/>
                    <a:pt x="1314" y="10305"/>
                    <a:pt x="1314" y="10224"/>
                  </a:cubicBezTo>
                  <a:lnTo>
                    <a:pt x="1314" y="10135"/>
                  </a:lnTo>
                  <a:close/>
                  <a:moveTo>
                    <a:pt x="24875" y="12486"/>
                  </a:moveTo>
                  <a:cubicBezTo>
                    <a:pt x="24932" y="12494"/>
                    <a:pt x="24997" y="12575"/>
                    <a:pt x="24997" y="12664"/>
                  </a:cubicBezTo>
                  <a:cubicBezTo>
                    <a:pt x="24997" y="12697"/>
                    <a:pt x="24976" y="12717"/>
                    <a:pt x="24948" y="12717"/>
                  </a:cubicBezTo>
                  <a:cubicBezTo>
                    <a:pt x="24907" y="12717"/>
                    <a:pt x="24849" y="12676"/>
                    <a:pt x="24810" y="12575"/>
                  </a:cubicBezTo>
                  <a:cubicBezTo>
                    <a:pt x="24810" y="12486"/>
                    <a:pt x="24810" y="12486"/>
                    <a:pt x="24875" y="12486"/>
                  </a:cubicBezTo>
                  <a:close/>
                  <a:moveTo>
                    <a:pt x="690" y="14659"/>
                  </a:moveTo>
                  <a:cubicBezTo>
                    <a:pt x="746" y="14667"/>
                    <a:pt x="811" y="14837"/>
                    <a:pt x="811" y="14918"/>
                  </a:cubicBezTo>
                  <a:cubicBezTo>
                    <a:pt x="811" y="14956"/>
                    <a:pt x="800" y="14978"/>
                    <a:pt x="782" y="14978"/>
                  </a:cubicBezTo>
                  <a:cubicBezTo>
                    <a:pt x="758" y="14978"/>
                    <a:pt x="723" y="14936"/>
                    <a:pt x="690" y="14837"/>
                  </a:cubicBezTo>
                  <a:cubicBezTo>
                    <a:pt x="690" y="14748"/>
                    <a:pt x="690" y="14667"/>
                    <a:pt x="690" y="14667"/>
                  </a:cubicBezTo>
                  <a:lnTo>
                    <a:pt x="690" y="14659"/>
                  </a:lnTo>
                  <a:close/>
                  <a:moveTo>
                    <a:pt x="25031" y="15404"/>
                  </a:moveTo>
                  <a:cubicBezTo>
                    <a:pt x="25033" y="15404"/>
                    <a:pt x="25035" y="15404"/>
                    <a:pt x="25037" y="15405"/>
                  </a:cubicBezTo>
                  <a:cubicBezTo>
                    <a:pt x="25037" y="15405"/>
                    <a:pt x="25094" y="15405"/>
                    <a:pt x="25159" y="15486"/>
                  </a:cubicBezTo>
                  <a:cubicBezTo>
                    <a:pt x="25159" y="15486"/>
                    <a:pt x="25216" y="15575"/>
                    <a:pt x="25159" y="15575"/>
                  </a:cubicBezTo>
                  <a:lnTo>
                    <a:pt x="25094" y="15575"/>
                  </a:lnTo>
                  <a:cubicBezTo>
                    <a:pt x="25040" y="15490"/>
                    <a:pt x="24985" y="15404"/>
                    <a:pt x="25031" y="15404"/>
                  </a:cubicBezTo>
                  <a:close/>
                  <a:moveTo>
                    <a:pt x="625" y="15178"/>
                  </a:moveTo>
                  <a:cubicBezTo>
                    <a:pt x="568" y="15178"/>
                    <a:pt x="568" y="15259"/>
                    <a:pt x="568" y="15429"/>
                  </a:cubicBezTo>
                  <a:cubicBezTo>
                    <a:pt x="568" y="15494"/>
                    <a:pt x="592" y="15551"/>
                    <a:pt x="625" y="15607"/>
                  </a:cubicBezTo>
                  <a:cubicBezTo>
                    <a:pt x="690" y="15607"/>
                    <a:pt x="690" y="15518"/>
                    <a:pt x="690" y="15437"/>
                  </a:cubicBezTo>
                  <a:cubicBezTo>
                    <a:pt x="746" y="15259"/>
                    <a:pt x="690" y="15178"/>
                    <a:pt x="625" y="15178"/>
                  </a:cubicBezTo>
                  <a:close/>
                  <a:moveTo>
                    <a:pt x="25078" y="18826"/>
                  </a:moveTo>
                  <a:cubicBezTo>
                    <a:pt x="25078" y="18826"/>
                    <a:pt x="25143" y="18826"/>
                    <a:pt x="25143" y="18907"/>
                  </a:cubicBezTo>
                  <a:cubicBezTo>
                    <a:pt x="25135" y="18907"/>
                    <a:pt x="25078" y="18997"/>
                    <a:pt x="25021" y="18997"/>
                  </a:cubicBezTo>
                  <a:lnTo>
                    <a:pt x="25021" y="18907"/>
                  </a:lnTo>
                  <a:cubicBezTo>
                    <a:pt x="25021" y="18826"/>
                    <a:pt x="25078" y="18826"/>
                    <a:pt x="25078" y="18826"/>
                  </a:cubicBezTo>
                  <a:close/>
                  <a:moveTo>
                    <a:pt x="1030" y="18859"/>
                  </a:moveTo>
                  <a:cubicBezTo>
                    <a:pt x="1087" y="18859"/>
                    <a:pt x="1087" y="18948"/>
                    <a:pt x="1087" y="19029"/>
                  </a:cubicBezTo>
                  <a:lnTo>
                    <a:pt x="1030" y="19029"/>
                  </a:lnTo>
                  <a:lnTo>
                    <a:pt x="965" y="18948"/>
                  </a:lnTo>
                  <a:lnTo>
                    <a:pt x="1030" y="18859"/>
                  </a:lnTo>
                  <a:close/>
                  <a:moveTo>
                    <a:pt x="730" y="19110"/>
                  </a:moveTo>
                  <a:lnTo>
                    <a:pt x="844" y="19288"/>
                  </a:lnTo>
                  <a:cubicBezTo>
                    <a:pt x="1022" y="19459"/>
                    <a:pt x="1022" y="19459"/>
                    <a:pt x="900" y="19459"/>
                  </a:cubicBezTo>
                  <a:cubicBezTo>
                    <a:pt x="844" y="19459"/>
                    <a:pt x="787" y="19459"/>
                    <a:pt x="722" y="19280"/>
                  </a:cubicBezTo>
                  <a:cubicBezTo>
                    <a:pt x="722" y="19199"/>
                    <a:pt x="730" y="19110"/>
                    <a:pt x="730" y="19110"/>
                  </a:cubicBezTo>
                  <a:close/>
                  <a:moveTo>
                    <a:pt x="25191" y="19678"/>
                  </a:moveTo>
                  <a:lnTo>
                    <a:pt x="25191" y="19767"/>
                  </a:lnTo>
                  <a:lnTo>
                    <a:pt x="25135" y="19848"/>
                  </a:lnTo>
                  <a:lnTo>
                    <a:pt x="25135" y="19767"/>
                  </a:lnTo>
                  <a:cubicBezTo>
                    <a:pt x="25135" y="19678"/>
                    <a:pt x="25135" y="19678"/>
                    <a:pt x="25191" y="19678"/>
                  </a:cubicBezTo>
                  <a:close/>
                  <a:moveTo>
                    <a:pt x="25227" y="19959"/>
                  </a:moveTo>
                  <a:cubicBezTo>
                    <a:pt x="25220" y="19959"/>
                    <a:pt x="25220" y="19982"/>
                    <a:pt x="25248" y="20026"/>
                  </a:cubicBezTo>
                  <a:cubicBezTo>
                    <a:pt x="25248" y="19982"/>
                    <a:pt x="25234" y="19959"/>
                    <a:pt x="25227" y="19959"/>
                  </a:cubicBezTo>
                  <a:close/>
                  <a:moveTo>
                    <a:pt x="25191" y="20537"/>
                  </a:moveTo>
                  <a:lnTo>
                    <a:pt x="25183" y="20618"/>
                  </a:lnTo>
                  <a:lnTo>
                    <a:pt x="25118" y="20699"/>
                  </a:lnTo>
                  <a:lnTo>
                    <a:pt x="25126" y="20618"/>
                  </a:lnTo>
                  <a:cubicBezTo>
                    <a:pt x="25126" y="20537"/>
                    <a:pt x="25126" y="20537"/>
                    <a:pt x="25191" y="20537"/>
                  </a:cubicBezTo>
                  <a:close/>
                  <a:moveTo>
                    <a:pt x="25449" y="20843"/>
                  </a:moveTo>
                  <a:lnTo>
                    <a:pt x="25449" y="20843"/>
                  </a:lnTo>
                  <a:cubicBezTo>
                    <a:pt x="25445" y="20843"/>
                    <a:pt x="25434" y="20850"/>
                    <a:pt x="25417" y="20869"/>
                  </a:cubicBezTo>
                  <a:lnTo>
                    <a:pt x="25417" y="20869"/>
                  </a:lnTo>
                  <a:cubicBezTo>
                    <a:pt x="25445" y="20859"/>
                    <a:pt x="25455" y="20843"/>
                    <a:pt x="25449" y="20843"/>
                  </a:cubicBezTo>
                  <a:close/>
                  <a:moveTo>
                    <a:pt x="25087" y="21120"/>
                  </a:moveTo>
                  <a:cubicBezTo>
                    <a:pt x="25089" y="21120"/>
                    <a:pt x="25092" y="21120"/>
                    <a:pt x="25094" y="21121"/>
                  </a:cubicBezTo>
                  <a:cubicBezTo>
                    <a:pt x="25159" y="21121"/>
                    <a:pt x="25159" y="21121"/>
                    <a:pt x="25151" y="21210"/>
                  </a:cubicBezTo>
                  <a:cubicBezTo>
                    <a:pt x="25146" y="21303"/>
                    <a:pt x="25144" y="21343"/>
                    <a:pt x="25132" y="21343"/>
                  </a:cubicBezTo>
                  <a:cubicBezTo>
                    <a:pt x="25124" y="21343"/>
                    <a:pt x="25110" y="21321"/>
                    <a:pt x="25086" y="21283"/>
                  </a:cubicBezTo>
                  <a:cubicBezTo>
                    <a:pt x="25032" y="21205"/>
                    <a:pt x="25037" y="21120"/>
                    <a:pt x="25087" y="21120"/>
                  </a:cubicBezTo>
                  <a:close/>
                  <a:moveTo>
                    <a:pt x="1001" y="21111"/>
                  </a:moveTo>
                  <a:cubicBezTo>
                    <a:pt x="1024" y="21111"/>
                    <a:pt x="1082" y="21169"/>
                    <a:pt x="1168" y="21226"/>
                  </a:cubicBezTo>
                  <a:lnTo>
                    <a:pt x="1168" y="21218"/>
                  </a:lnTo>
                  <a:cubicBezTo>
                    <a:pt x="1212" y="21315"/>
                    <a:pt x="1229" y="21354"/>
                    <a:pt x="1208" y="21354"/>
                  </a:cubicBezTo>
                  <a:cubicBezTo>
                    <a:pt x="1194" y="21354"/>
                    <a:pt x="1163" y="21337"/>
                    <a:pt x="1111" y="21307"/>
                  </a:cubicBezTo>
                  <a:lnTo>
                    <a:pt x="990" y="21145"/>
                  </a:lnTo>
                  <a:cubicBezTo>
                    <a:pt x="987" y="21121"/>
                    <a:pt x="991" y="21111"/>
                    <a:pt x="1001" y="21111"/>
                  </a:cubicBezTo>
                  <a:close/>
                  <a:moveTo>
                    <a:pt x="24640" y="21737"/>
                  </a:moveTo>
                  <a:cubicBezTo>
                    <a:pt x="24697" y="21745"/>
                    <a:pt x="24762" y="21753"/>
                    <a:pt x="24745" y="21834"/>
                  </a:cubicBezTo>
                  <a:lnTo>
                    <a:pt x="24672" y="21907"/>
                  </a:lnTo>
                  <a:lnTo>
                    <a:pt x="24624" y="21818"/>
                  </a:lnTo>
                  <a:lnTo>
                    <a:pt x="24640" y="21737"/>
                  </a:lnTo>
                  <a:close/>
                  <a:moveTo>
                    <a:pt x="853" y="21826"/>
                  </a:moveTo>
                  <a:cubicBezTo>
                    <a:pt x="915" y="21826"/>
                    <a:pt x="981" y="21899"/>
                    <a:pt x="981" y="21899"/>
                  </a:cubicBezTo>
                  <a:lnTo>
                    <a:pt x="990" y="21980"/>
                  </a:lnTo>
                  <a:cubicBezTo>
                    <a:pt x="973" y="21983"/>
                    <a:pt x="956" y="21985"/>
                    <a:pt x="940" y="21985"/>
                  </a:cubicBezTo>
                  <a:cubicBezTo>
                    <a:pt x="900" y="21985"/>
                    <a:pt x="866" y="21971"/>
                    <a:pt x="860" y="21907"/>
                  </a:cubicBezTo>
                  <a:lnTo>
                    <a:pt x="844" y="21826"/>
                  </a:lnTo>
                  <a:cubicBezTo>
                    <a:pt x="847" y="21826"/>
                    <a:pt x="850" y="21826"/>
                    <a:pt x="853" y="21826"/>
                  </a:cubicBezTo>
                  <a:close/>
                  <a:moveTo>
                    <a:pt x="24564" y="22709"/>
                  </a:moveTo>
                  <a:cubicBezTo>
                    <a:pt x="24574" y="22709"/>
                    <a:pt x="24587" y="22713"/>
                    <a:pt x="24607" y="22718"/>
                  </a:cubicBezTo>
                  <a:cubicBezTo>
                    <a:pt x="24607" y="22718"/>
                    <a:pt x="24664" y="22726"/>
                    <a:pt x="24648" y="22807"/>
                  </a:cubicBezTo>
                  <a:lnTo>
                    <a:pt x="24583" y="22872"/>
                  </a:lnTo>
                  <a:cubicBezTo>
                    <a:pt x="24518" y="22864"/>
                    <a:pt x="24535" y="22783"/>
                    <a:pt x="24535" y="22783"/>
                  </a:cubicBezTo>
                  <a:cubicBezTo>
                    <a:pt x="24540" y="22727"/>
                    <a:pt x="24542" y="22709"/>
                    <a:pt x="24564" y="22709"/>
                  </a:cubicBezTo>
                  <a:close/>
                  <a:moveTo>
                    <a:pt x="1606" y="22880"/>
                  </a:moveTo>
                  <a:lnTo>
                    <a:pt x="1549" y="22888"/>
                  </a:lnTo>
                  <a:cubicBezTo>
                    <a:pt x="1507" y="22900"/>
                    <a:pt x="1466" y="22908"/>
                    <a:pt x="1469" y="22908"/>
                  </a:cubicBezTo>
                  <a:cubicBezTo>
                    <a:pt x="1470" y="22908"/>
                    <a:pt x="1477" y="22907"/>
                    <a:pt x="1492" y="22904"/>
                  </a:cubicBezTo>
                  <a:lnTo>
                    <a:pt x="1606" y="22880"/>
                  </a:lnTo>
                  <a:close/>
                  <a:moveTo>
                    <a:pt x="1030" y="23489"/>
                  </a:moveTo>
                  <a:cubicBezTo>
                    <a:pt x="1045" y="23489"/>
                    <a:pt x="1115" y="23594"/>
                    <a:pt x="1127" y="23658"/>
                  </a:cubicBezTo>
                  <a:lnTo>
                    <a:pt x="1071" y="23675"/>
                  </a:lnTo>
                  <a:cubicBezTo>
                    <a:pt x="1046" y="23594"/>
                    <a:pt x="973" y="23529"/>
                    <a:pt x="1030" y="23513"/>
                  </a:cubicBezTo>
                  <a:cubicBezTo>
                    <a:pt x="1025" y="23496"/>
                    <a:pt x="1026" y="23489"/>
                    <a:pt x="1030" y="23489"/>
                  </a:cubicBezTo>
                  <a:close/>
                  <a:moveTo>
                    <a:pt x="1559" y="24072"/>
                  </a:moveTo>
                  <a:cubicBezTo>
                    <a:pt x="1586" y="24072"/>
                    <a:pt x="1609" y="24085"/>
                    <a:pt x="1622" y="24129"/>
                  </a:cubicBezTo>
                  <a:cubicBezTo>
                    <a:pt x="1696" y="24176"/>
                    <a:pt x="1686" y="24252"/>
                    <a:pt x="1596" y="24252"/>
                  </a:cubicBezTo>
                  <a:cubicBezTo>
                    <a:pt x="1578" y="24252"/>
                    <a:pt x="1557" y="24249"/>
                    <a:pt x="1533" y="24242"/>
                  </a:cubicBezTo>
                  <a:cubicBezTo>
                    <a:pt x="1508" y="24161"/>
                    <a:pt x="1508" y="24161"/>
                    <a:pt x="1484" y="24088"/>
                  </a:cubicBezTo>
                  <a:cubicBezTo>
                    <a:pt x="1510" y="24081"/>
                    <a:pt x="1536" y="24072"/>
                    <a:pt x="1559" y="24072"/>
                  </a:cubicBezTo>
                  <a:close/>
                  <a:moveTo>
                    <a:pt x="1849" y="24745"/>
                  </a:moveTo>
                  <a:lnTo>
                    <a:pt x="1873" y="24826"/>
                  </a:lnTo>
                  <a:cubicBezTo>
                    <a:pt x="1898" y="24899"/>
                    <a:pt x="1898" y="24899"/>
                    <a:pt x="1849" y="24923"/>
                  </a:cubicBezTo>
                  <a:lnTo>
                    <a:pt x="1817" y="24842"/>
                  </a:lnTo>
                  <a:lnTo>
                    <a:pt x="1849" y="24745"/>
                  </a:lnTo>
                  <a:close/>
                  <a:moveTo>
                    <a:pt x="2360" y="25507"/>
                  </a:moveTo>
                  <a:cubicBezTo>
                    <a:pt x="2303" y="25531"/>
                    <a:pt x="2287" y="25629"/>
                    <a:pt x="2287" y="25629"/>
                  </a:cubicBezTo>
                  <a:cubicBezTo>
                    <a:pt x="2306" y="25672"/>
                    <a:pt x="2334" y="25681"/>
                    <a:pt x="2354" y="25681"/>
                  </a:cubicBezTo>
                  <a:cubicBezTo>
                    <a:pt x="2367" y="25681"/>
                    <a:pt x="2376" y="25677"/>
                    <a:pt x="2376" y="25677"/>
                  </a:cubicBezTo>
                  <a:cubicBezTo>
                    <a:pt x="2376" y="25677"/>
                    <a:pt x="2425" y="25653"/>
                    <a:pt x="2392" y="25580"/>
                  </a:cubicBezTo>
                  <a:lnTo>
                    <a:pt x="2360" y="25507"/>
                  </a:lnTo>
                  <a:close/>
                  <a:moveTo>
                    <a:pt x="2221" y="26132"/>
                  </a:moveTo>
                  <a:cubicBezTo>
                    <a:pt x="2259" y="26132"/>
                    <a:pt x="2287" y="26188"/>
                    <a:pt x="2287" y="26188"/>
                  </a:cubicBezTo>
                  <a:cubicBezTo>
                    <a:pt x="2319" y="26261"/>
                    <a:pt x="2360" y="26334"/>
                    <a:pt x="2303" y="26358"/>
                  </a:cubicBezTo>
                  <a:cubicBezTo>
                    <a:pt x="2303" y="26358"/>
                    <a:pt x="2292" y="26366"/>
                    <a:pt x="2277" y="26366"/>
                  </a:cubicBezTo>
                  <a:cubicBezTo>
                    <a:pt x="2259" y="26366"/>
                    <a:pt x="2235" y="26356"/>
                    <a:pt x="2214" y="26318"/>
                  </a:cubicBezTo>
                  <a:cubicBezTo>
                    <a:pt x="2190" y="26261"/>
                    <a:pt x="2181" y="26196"/>
                    <a:pt x="2198" y="26139"/>
                  </a:cubicBezTo>
                  <a:cubicBezTo>
                    <a:pt x="2206" y="26134"/>
                    <a:pt x="2214" y="26132"/>
                    <a:pt x="2221" y="26132"/>
                  </a:cubicBezTo>
                  <a:close/>
                  <a:moveTo>
                    <a:pt x="3372" y="26532"/>
                  </a:moveTo>
                  <a:cubicBezTo>
                    <a:pt x="3363" y="26532"/>
                    <a:pt x="3361" y="26556"/>
                    <a:pt x="3357" y="26602"/>
                  </a:cubicBezTo>
                  <a:lnTo>
                    <a:pt x="3438" y="26731"/>
                  </a:lnTo>
                  <a:cubicBezTo>
                    <a:pt x="3487" y="26699"/>
                    <a:pt x="3487" y="26699"/>
                    <a:pt x="3446" y="26634"/>
                  </a:cubicBezTo>
                  <a:cubicBezTo>
                    <a:pt x="3403" y="26564"/>
                    <a:pt x="3383" y="26532"/>
                    <a:pt x="3372" y="26532"/>
                  </a:cubicBezTo>
                  <a:close/>
                  <a:moveTo>
                    <a:pt x="3026" y="27426"/>
                  </a:moveTo>
                  <a:cubicBezTo>
                    <a:pt x="3038" y="27426"/>
                    <a:pt x="3062" y="27460"/>
                    <a:pt x="3114" y="27534"/>
                  </a:cubicBezTo>
                  <a:cubicBezTo>
                    <a:pt x="3162" y="27599"/>
                    <a:pt x="3114" y="27639"/>
                    <a:pt x="3114" y="27639"/>
                  </a:cubicBezTo>
                  <a:cubicBezTo>
                    <a:pt x="3108" y="27644"/>
                    <a:pt x="3102" y="27645"/>
                    <a:pt x="3097" y="27645"/>
                  </a:cubicBezTo>
                  <a:cubicBezTo>
                    <a:pt x="3064" y="27645"/>
                    <a:pt x="3059" y="27558"/>
                    <a:pt x="3017" y="27502"/>
                  </a:cubicBezTo>
                  <a:cubicBezTo>
                    <a:pt x="3017" y="27452"/>
                    <a:pt x="3017" y="27426"/>
                    <a:pt x="3026" y="27426"/>
                  </a:cubicBezTo>
                  <a:close/>
                  <a:moveTo>
                    <a:pt x="1722" y="27734"/>
                  </a:moveTo>
                  <a:cubicBezTo>
                    <a:pt x="1706" y="27734"/>
                    <a:pt x="1691" y="27737"/>
                    <a:pt x="1679" y="27745"/>
                  </a:cubicBezTo>
                  <a:cubicBezTo>
                    <a:pt x="1622" y="27777"/>
                    <a:pt x="1671" y="27858"/>
                    <a:pt x="1825" y="27874"/>
                  </a:cubicBezTo>
                  <a:cubicBezTo>
                    <a:pt x="1873" y="27842"/>
                    <a:pt x="1873" y="27842"/>
                    <a:pt x="1825" y="27761"/>
                  </a:cubicBezTo>
                  <a:cubicBezTo>
                    <a:pt x="1825" y="27761"/>
                    <a:pt x="1770" y="27734"/>
                    <a:pt x="1722" y="27734"/>
                  </a:cubicBezTo>
                  <a:close/>
                  <a:moveTo>
                    <a:pt x="4061" y="28490"/>
                  </a:moveTo>
                  <a:cubicBezTo>
                    <a:pt x="4096" y="28490"/>
                    <a:pt x="4129" y="28550"/>
                    <a:pt x="4103" y="28669"/>
                  </a:cubicBezTo>
                  <a:cubicBezTo>
                    <a:pt x="4081" y="28687"/>
                    <a:pt x="4069" y="28697"/>
                    <a:pt x="4059" y="28697"/>
                  </a:cubicBezTo>
                  <a:cubicBezTo>
                    <a:pt x="4045" y="28697"/>
                    <a:pt x="4033" y="28681"/>
                    <a:pt x="4006" y="28645"/>
                  </a:cubicBezTo>
                  <a:cubicBezTo>
                    <a:pt x="4006" y="28645"/>
                    <a:pt x="3989" y="28539"/>
                    <a:pt x="4038" y="28507"/>
                  </a:cubicBezTo>
                  <a:lnTo>
                    <a:pt x="4038" y="28499"/>
                  </a:lnTo>
                  <a:cubicBezTo>
                    <a:pt x="4045" y="28493"/>
                    <a:pt x="4053" y="28490"/>
                    <a:pt x="4061" y="28490"/>
                  </a:cubicBezTo>
                  <a:close/>
                  <a:moveTo>
                    <a:pt x="21689" y="28880"/>
                  </a:moveTo>
                  <a:cubicBezTo>
                    <a:pt x="21737" y="28920"/>
                    <a:pt x="21778" y="28961"/>
                    <a:pt x="21721" y="29026"/>
                  </a:cubicBezTo>
                  <a:lnTo>
                    <a:pt x="21664" y="29083"/>
                  </a:lnTo>
                  <a:cubicBezTo>
                    <a:pt x="21624" y="29042"/>
                    <a:pt x="21632" y="28937"/>
                    <a:pt x="21632" y="28937"/>
                  </a:cubicBezTo>
                  <a:lnTo>
                    <a:pt x="21689" y="28880"/>
                  </a:lnTo>
                  <a:close/>
                  <a:moveTo>
                    <a:pt x="4379" y="28977"/>
                  </a:moveTo>
                  <a:lnTo>
                    <a:pt x="4476" y="28993"/>
                  </a:lnTo>
                  <a:lnTo>
                    <a:pt x="4541" y="29050"/>
                  </a:lnTo>
                  <a:cubicBezTo>
                    <a:pt x="4514" y="29082"/>
                    <a:pt x="4484" y="29110"/>
                    <a:pt x="4451" y="29110"/>
                  </a:cubicBezTo>
                  <a:cubicBezTo>
                    <a:pt x="4433" y="29110"/>
                    <a:pt x="4415" y="29102"/>
                    <a:pt x="4395" y="29083"/>
                  </a:cubicBezTo>
                  <a:lnTo>
                    <a:pt x="4379" y="28977"/>
                  </a:lnTo>
                  <a:close/>
                  <a:moveTo>
                    <a:pt x="19097" y="30979"/>
                  </a:moveTo>
                  <a:cubicBezTo>
                    <a:pt x="19113" y="30979"/>
                    <a:pt x="19121" y="30991"/>
                    <a:pt x="19135" y="31012"/>
                  </a:cubicBezTo>
                  <a:cubicBezTo>
                    <a:pt x="19159" y="31061"/>
                    <a:pt x="19021" y="31150"/>
                    <a:pt x="18948" y="31199"/>
                  </a:cubicBezTo>
                  <a:cubicBezTo>
                    <a:pt x="18843" y="31182"/>
                    <a:pt x="18892" y="31093"/>
                    <a:pt x="18964" y="31045"/>
                  </a:cubicBezTo>
                  <a:cubicBezTo>
                    <a:pt x="19042" y="30999"/>
                    <a:pt x="19076" y="30979"/>
                    <a:pt x="19097" y="30979"/>
                  </a:cubicBezTo>
                  <a:close/>
                  <a:moveTo>
                    <a:pt x="8951" y="31977"/>
                  </a:moveTo>
                  <a:lnTo>
                    <a:pt x="9024" y="32009"/>
                  </a:lnTo>
                  <a:cubicBezTo>
                    <a:pt x="9011" y="32055"/>
                    <a:pt x="8993" y="32100"/>
                    <a:pt x="8945" y="32100"/>
                  </a:cubicBezTo>
                  <a:cubicBezTo>
                    <a:pt x="8933" y="32100"/>
                    <a:pt x="8919" y="32097"/>
                    <a:pt x="8903" y="32090"/>
                  </a:cubicBezTo>
                  <a:lnTo>
                    <a:pt x="8846" y="32001"/>
                  </a:lnTo>
                  <a:lnTo>
                    <a:pt x="8951" y="31977"/>
                  </a:lnTo>
                  <a:close/>
                  <a:moveTo>
                    <a:pt x="12332" y="32188"/>
                  </a:moveTo>
                  <a:lnTo>
                    <a:pt x="12413" y="32196"/>
                  </a:lnTo>
                  <a:cubicBezTo>
                    <a:pt x="12413" y="32249"/>
                    <a:pt x="12413" y="32310"/>
                    <a:pt x="12346" y="32310"/>
                  </a:cubicBezTo>
                  <a:cubicBezTo>
                    <a:pt x="12341" y="32310"/>
                    <a:pt x="12337" y="32310"/>
                    <a:pt x="12332" y="32309"/>
                  </a:cubicBezTo>
                  <a:lnTo>
                    <a:pt x="12243" y="32301"/>
                  </a:lnTo>
                  <a:cubicBezTo>
                    <a:pt x="12251" y="32245"/>
                    <a:pt x="12332" y="32188"/>
                    <a:pt x="12332" y="32188"/>
                  </a:cubicBezTo>
                  <a:close/>
                  <a:moveTo>
                    <a:pt x="10897" y="32439"/>
                  </a:moveTo>
                  <a:cubicBezTo>
                    <a:pt x="10978" y="32455"/>
                    <a:pt x="10978" y="32455"/>
                    <a:pt x="10970" y="32512"/>
                  </a:cubicBezTo>
                  <a:cubicBezTo>
                    <a:pt x="10962" y="32569"/>
                    <a:pt x="10865" y="32617"/>
                    <a:pt x="10865" y="32617"/>
                  </a:cubicBezTo>
                  <a:cubicBezTo>
                    <a:pt x="10784" y="32601"/>
                    <a:pt x="10889" y="32496"/>
                    <a:pt x="10897" y="32439"/>
                  </a:cubicBezTo>
                  <a:close/>
                  <a:moveTo>
                    <a:pt x="13476" y="32569"/>
                  </a:moveTo>
                  <a:cubicBezTo>
                    <a:pt x="13476" y="32626"/>
                    <a:pt x="13476" y="32682"/>
                    <a:pt x="13394" y="32690"/>
                  </a:cubicBezTo>
                  <a:lnTo>
                    <a:pt x="13313" y="32634"/>
                  </a:lnTo>
                  <a:lnTo>
                    <a:pt x="13394" y="32569"/>
                  </a:lnTo>
                  <a:close/>
                  <a:moveTo>
                    <a:pt x="24966" y="0"/>
                  </a:moveTo>
                  <a:cubicBezTo>
                    <a:pt x="24865" y="0"/>
                    <a:pt x="24813" y="7"/>
                    <a:pt x="24753" y="162"/>
                  </a:cubicBezTo>
                  <a:cubicBezTo>
                    <a:pt x="24697" y="511"/>
                    <a:pt x="24632" y="762"/>
                    <a:pt x="24753" y="762"/>
                  </a:cubicBezTo>
                  <a:cubicBezTo>
                    <a:pt x="24786" y="819"/>
                    <a:pt x="24810" y="876"/>
                    <a:pt x="24810" y="941"/>
                  </a:cubicBezTo>
                  <a:cubicBezTo>
                    <a:pt x="24802" y="997"/>
                    <a:pt x="24786" y="1054"/>
                    <a:pt x="24753" y="1111"/>
                  </a:cubicBezTo>
                  <a:cubicBezTo>
                    <a:pt x="24753" y="1111"/>
                    <a:pt x="24752" y="1111"/>
                    <a:pt x="24751" y="1111"/>
                  </a:cubicBezTo>
                  <a:cubicBezTo>
                    <a:pt x="24689" y="1111"/>
                    <a:pt x="24689" y="1456"/>
                    <a:pt x="24689" y="1873"/>
                  </a:cubicBezTo>
                  <a:cubicBezTo>
                    <a:pt x="24680" y="2392"/>
                    <a:pt x="24680" y="2643"/>
                    <a:pt x="24624" y="2732"/>
                  </a:cubicBezTo>
                  <a:cubicBezTo>
                    <a:pt x="24583" y="2781"/>
                    <a:pt x="24567" y="2838"/>
                    <a:pt x="24559" y="2903"/>
                  </a:cubicBezTo>
                  <a:cubicBezTo>
                    <a:pt x="24624" y="2903"/>
                    <a:pt x="24616" y="3413"/>
                    <a:pt x="24616" y="4013"/>
                  </a:cubicBezTo>
                  <a:cubicBezTo>
                    <a:pt x="24616" y="4613"/>
                    <a:pt x="24607" y="5213"/>
                    <a:pt x="24672" y="5213"/>
                  </a:cubicBezTo>
                  <a:cubicBezTo>
                    <a:pt x="24672" y="5303"/>
                    <a:pt x="24664" y="5384"/>
                    <a:pt x="24664" y="5384"/>
                  </a:cubicBezTo>
                  <a:cubicBezTo>
                    <a:pt x="24607" y="5384"/>
                    <a:pt x="24607" y="5554"/>
                    <a:pt x="24607" y="5724"/>
                  </a:cubicBezTo>
                  <a:cubicBezTo>
                    <a:pt x="24640" y="5838"/>
                    <a:pt x="24664" y="5951"/>
                    <a:pt x="24664" y="6073"/>
                  </a:cubicBezTo>
                  <a:cubicBezTo>
                    <a:pt x="24607" y="6073"/>
                    <a:pt x="24607" y="6154"/>
                    <a:pt x="24607" y="6324"/>
                  </a:cubicBezTo>
                  <a:cubicBezTo>
                    <a:pt x="24599" y="6494"/>
                    <a:pt x="24599" y="6584"/>
                    <a:pt x="24664" y="6584"/>
                  </a:cubicBezTo>
                  <a:cubicBezTo>
                    <a:pt x="24664" y="6665"/>
                    <a:pt x="24656" y="7265"/>
                    <a:pt x="24599" y="7524"/>
                  </a:cubicBezTo>
                  <a:cubicBezTo>
                    <a:pt x="24535" y="7605"/>
                    <a:pt x="24599" y="7694"/>
                    <a:pt x="24656" y="7784"/>
                  </a:cubicBezTo>
                  <a:cubicBezTo>
                    <a:pt x="24713" y="7784"/>
                    <a:pt x="24778" y="7865"/>
                    <a:pt x="24778" y="7954"/>
                  </a:cubicBezTo>
                  <a:lnTo>
                    <a:pt x="24656" y="7954"/>
                  </a:lnTo>
                  <a:cubicBezTo>
                    <a:pt x="24632" y="7916"/>
                    <a:pt x="24618" y="7895"/>
                    <a:pt x="24610" y="7895"/>
                  </a:cubicBezTo>
                  <a:cubicBezTo>
                    <a:pt x="24598" y="7895"/>
                    <a:pt x="24596" y="7936"/>
                    <a:pt x="24591" y="8035"/>
                  </a:cubicBezTo>
                  <a:lnTo>
                    <a:pt x="24591" y="8205"/>
                  </a:lnTo>
                  <a:cubicBezTo>
                    <a:pt x="24656" y="8205"/>
                    <a:pt x="24648" y="8635"/>
                    <a:pt x="24648" y="9235"/>
                  </a:cubicBezTo>
                  <a:cubicBezTo>
                    <a:pt x="24648" y="10005"/>
                    <a:pt x="24640" y="10264"/>
                    <a:pt x="24705" y="10264"/>
                  </a:cubicBezTo>
                  <a:cubicBezTo>
                    <a:pt x="24762" y="10264"/>
                    <a:pt x="24762" y="10346"/>
                    <a:pt x="24705" y="10605"/>
                  </a:cubicBezTo>
                  <a:cubicBezTo>
                    <a:pt x="24518" y="11116"/>
                    <a:pt x="24518" y="11116"/>
                    <a:pt x="24575" y="11205"/>
                  </a:cubicBezTo>
                  <a:cubicBezTo>
                    <a:pt x="24575" y="11116"/>
                    <a:pt x="24640" y="11116"/>
                    <a:pt x="24697" y="11116"/>
                  </a:cubicBezTo>
                  <a:cubicBezTo>
                    <a:pt x="24818" y="11116"/>
                    <a:pt x="24818" y="11205"/>
                    <a:pt x="24697" y="11286"/>
                  </a:cubicBezTo>
                  <a:cubicBezTo>
                    <a:pt x="24575" y="11286"/>
                    <a:pt x="24632" y="12575"/>
                    <a:pt x="24753" y="12656"/>
                  </a:cubicBezTo>
                  <a:lnTo>
                    <a:pt x="24689" y="12656"/>
                  </a:lnTo>
                  <a:cubicBezTo>
                    <a:pt x="24632" y="12656"/>
                    <a:pt x="24632" y="12745"/>
                    <a:pt x="24632" y="13086"/>
                  </a:cubicBezTo>
                  <a:cubicBezTo>
                    <a:pt x="24624" y="13256"/>
                    <a:pt x="24624" y="13345"/>
                    <a:pt x="24624" y="13345"/>
                  </a:cubicBezTo>
                  <a:cubicBezTo>
                    <a:pt x="24745" y="13345"/>
                    <a:pt x="24680" y="13856"/>
                    <a:pt x="24624" y="13856"/>
                  </a:cubicBezTo>
                  <a:cubicBezTo>
                    <a:pt x="24567" y="13937"/>
                    <a:pt x="24567" y="13937"/>
                    <a:pt x="24567" y="14116"/>
                  </a:cubicBezTo>
                  <a:cubicBezTo>
                    <a:pt x="24680" y="14367"/>
                    <a:pt x="24616" y="14797"/>
                    <a:pt x="24559" y="14797"/>
                  </a:cubicBezTo>
                  <a:cubicBezTo>
                    <a:pt x="24559" y="14797"/>
                    <a:pt x="24559" y="14886"/>
                    <a:pt x="24559" y="14967"/>
                  </a:cubicBezTo>
                  <a:cubicBezTo>
                    <a:pt x="24607" y="15072"/>
                    <a:pt x="24624" y="15194"/>
                    <a:pt x="24616" y="15308"/>
                  </a:cubicBezTo>
                  <a:cubicBezTo>
                    <a:pt x="24616" y="15502"/>
                    <a:pt x="24616" y="15601"/>
                    <a:pt x="24639" y="15601"/>
                  </a:cubicBezTo>
                  <a:cubicBezTo>
                    <a:pt x="24647" y="15601"/>
                    <a:pt x="24658" y="15589"/>
                    <a:pt x="24672" y="15567"/>
                  </a:cubicBezTo>
                  <a:cubicBezTo>
                    <a:pt x="24737" y="15567"/>
                    <a:pt x="24794" y="15567"/>
                    <a:pt x="24794" y="15656"/>
                  </a:cubicBezTo>
                  <a:lnTo>
                    <a:pt x="24737" y="15656"/>
                  </a:lnTo>
                  <a:cubicBezTo>
                    <a:pt x="24672" y="15656"/>
                    <a:pt x="24672" y="15907"/>
                    <a:pt x="24672" y="16248"/>
                  </a:cubicBezTo>
                  <a:cubicBezTo>
                    <a:pt x="24672" y="16678"/>
                    <a:pt x="24672" y="16848"/>
                    <a:pt x="24607" y="16937"/>
                  </a:cubicBezTo>
                  <a:lnTo>
                    <a:pt x="24664" y="17018"/>
                  </a:lnTo>
                  <a:cubicBezTo>
                    <a:pt x="24729" y="17107"/>
                    <a:pt x="24729" y="17197"/>
                    <a:pt x="24664" y="17197"/>
                  </a:cubicBezTo>
                  <a:cubicBezTo>
                    <a:pt x="24607" y="17278"/>
                    <a:pt x="24607" y="17618"/>
                    <a:pt x="24664" y="17788"/>
                  </a:cubicBezTo>
                  <a:cubicBezTo>
                    <a:pt x="24664" y="17878"/>
                    <a:pt x="24664" y="17967"/>
                    <a:pt x="24664" y="17967"/>
                  </a:cubicBezTo>
                  <a:cubicBezTo>
                    <a:pt x="24543" y="18080"/>
                    <a:pt x="24543" y="18275"/>
                    <a:pt x="24664" y="18388"/>
                  </a:cubicBezTo>
                  <a:cubicBezTo>
                    <a:pt x="24599" y="18388"/>
                    <a:pt x="24599" y="18478"/>
                    <a:pt x="24599" y="18559"/>
                  </a:cubicBezTo>
                  <a:cubicBezTo>
                    <a:pt x="24656" y="18737"/>
                    <a:pt x="24656" y="19078"/>
                    <a:pt x="24599" y="19078"/>
                  </a:cubicBezTo>
                  <a:lnTo>
                    <a:pt x="24599" y="19159"/>
                  </a:lnTo>
                  <a:cubicBezTo>
                    <a:pt x="24648" y="19240"/>
                    <a:pt x="24664" y="19329"/>
                    <a:pt x="24656" y="19418"/>
                  </a:cubicBezTo>
                  <a:cubicBezTo>
                    <a:pt x="24648" y="19507"/>
                    <a:pt x="24664" y="19596"/>
                    <a:pt x="24713" y="19678"/>
                  </a:cubicBezTo>
                  <a:cubicBezTo>
                    <a:pt x="24745" y="19726"/>
                    <a:pt x="24770" y="19783"/>
                    <a:pt x="24770" y="19848"/>
                  </a:cubicBezTo>
                  <a:cubicBezTo>
                    <a:pt x="24770" y="19871"/>
                    <a:pt x="24765" y="19881"/>
                    <a:pt x="24757" y="19881"/>
                  </a:cubicBezTo>
                  <a:cubicBezTo>
                    <a:pt x="24737" y="19881"/>
                    <a:pt x="24696" y="19822"/>
                    <a:pt x="24656" y="19759"/>
                  </a:cubicBezTo>
                  <a:cubicBezTo>
                    <a:pt x="24642" y="19721"/>
                    <a:pt x="24630" y="19704"/>
                    <a:pt x="24623" y="19704"/>
                  </a:cubicBezTo>
                  <a:cubicBezTo>
                    <a:pt x="24597" y="19704"/>
                    <a:pt x="24618" y="19904"/>
                    <a:pt x="24713" y="20099"/>
                  </a:cubicBezTo>
                  <a:cubicBezTo>
                    <a:pt x="24776" y="20243"/>
                    <a:pt x="24804" y="20307"/>
                    <a:pt x="24797" y="20307"/>
                  </a:cubicBezTo>
                  <a:cubicBezTo>
                    <a:pt x="24792" y="20307"/>
                    <a:pt x="24764" y="20265"/>
                    <a:pt x="24713" y="20188"/>
                  </a:cubicBezTo>
                  <a:cubicBezTo>
                    <a:pt x="24680" y="20137"/>
                    <a:pt x="24645" y="20089"/>
                    <a:pt x="24632" y="20089"/>
                  </a:cubicBezTo>
                  <a:cubicBezTo>
                    <a:pt x="24622" y="20089"/>
                    <a:pt x="24624" y="20116"/>
                    <a:pt x="24648" y="20188"/>
                  </a:cubicBezTo>
                  <a:cubicBezTo>
                    <a:pt x="24648" y="20188"/>
                    <a:pt x="24648" y="20359"/>
                    <a:pt x="24713" y="20359"/>
                  </a:cubicBezTo>
                  <a:cubicBezTo>
                    <a:pt x="24713" y="20448"/>
                    <a:pt x="24713" y="20529"/>
                    <a:pt x="24705" y="20610"/>
                  </a:cubicBezTo>
                  <a:cubicBezTo>
                    <a:pt x="24656" y="20707"/>
                    <a:pt x="24632" y="20821"/>
                    <a:pt x="24624" y="20926"/>
                  </a:cubicBezTo>
                  <a:cubicBezTo>
                    <a:pt x="24680" y="21015"/>
                    <a:pt x="24680" y="21015"/>
                    <a:pt x="24616" y="21088"/>
                  </a:cubicBezTo>
                  <a:cubicBezTo>
                    <a:pt x="24559" y="21088"/>
                    <a:pt x="24551" y="21169"/>
                    <a:pt x="24672" y="21177"/>
                  </a:cubicBezTo>
                  <a:cubicBezTo>
                    <a:pt x="24729" y="21250"/>
                    <a:pt x="24721" y="21348"/>
                    <a:pt x="24656" y="21413"/>
                  </a:cubicBezTo>
                  <a:cubicBezTo>
                    <a:pt x="24651" y="21412"/>
                    <a:pt x="24646" y="21412"/>
                    <a:pt x="24641" y="21412"/>
                  </a:cubicBezTo>
                  <a:cubicBezTo>
                    <a:pt x="24542" y="21412"/>
                    <a:pt x="24537" y="21486"/>
                    <a:pt x="24591" y="21494"/>
                  </a:cubicBezTo>
                  <a:cubicBezTo>
                    <a:pt x="24624" y="21542"/>
                    <a:pt x="24648" y="21599"/>
                    <a:pt x="24648" y="21656"/>
                  </a:cubicBezTo>
                  <a:cubicBezTo>
                    <a:pt x="24624" y="21656"/>
                    <a:pt x="24575" y="21834"/>
                    <a:pt x="24526" y="22094"/>
                  </a:cubicBezTo>
                  <a:cubicBezTo>
                    <a:pt x="24462" y="22361"/>
                    <a:pt x="24445" y="22726"/>
                    <a:pt x="24340" y="23067"/>
                  </a:cubicBezTo>
                  <a:cubicBezTo>
                    <a:pt x="24316" y="23140"/>
                    <a:pt x="24348" y="23221"/>
                    <a:pt x="24413" y="23253"/>
                  </a:cubicBezTo>
                  <a:cubicBezTo>
                    <a:pt x="24535" y="23286"/>
                    <a:pt x="24478" y="23269"/>
                    <a:pt x="24397" y="23334"/>
                  </a:cubicBezTo>
                  <a:cubicBezTo>
                    <a:pt x="24220" y="23364"/>
                    <a:pt x="24171" y="23493"/>
                    <a:pt x="24307" y="23493"/>
                  </a:cubicBezTo>
                  <a:cubicBezTo>
                    <a:pt x="24322" y="23493"/>
                    <a:pt x="24338" y="23491"/>
                    <a:pt x="24356" y="23488"/>
                  </a:cubicBezTo>
                  <a:cubicBezTo>
                    <a:pt x="24409" y="23470"/>
                    <a:pt x="24441" y="23458"/>
                    <a:pt x="24452" y="23458"/>
                  </a:cubicBezTo>
                  <a:cubicBezTo>
                    <a:pt x="24471" y="23458"/>
                    <a:pt x="24432" y="23489"/>
                    <a:pt x="24332" y="23569"/>
                  </a:cubicBezTo>
                  <a:cubicBezTo>
                    <a:pt x="24259" y="23626"/>
                    <a:pt x="24259" y="23626"/>
                    <a:pt x="24291" y="23723"/>
                  </a:cubicBezTo>
                  <a:cubicBezTo>
                    <a:pt x="24343" y="23731"/>
                    <a:pt x="24334" y="23806"/>
                    <a:pt x="24288" y="23806"/>
                  </a:cubicBezTo>
                  <a:cubicBezTo>
                    <a:pt x="24284" y="23806"/>
                    <a:pt x="24280" y="23806"/>
                    <a:pt x="24275" y="23804"/>
                  </a:cubicBezTo>
                  <a:cubicBezTo>
                    <a:pt x="24194" y="23861"/>
                    <a:pt x="24121" y="23918"/>
                    <a:pt x="24178" y="23942"/>
                  </a:cubicBezTo>
                  <a:cubicBezTo>
                    <a:pt x="24153" y="23999"/>
                    <a:pt x="24113" y="24040"/>
                    <a:pt x="24064" y="24072"/>
                  </a:cubicBezTo>
                  <a:cubicBezTo>
                    <a:pt x="23983" y="24129"/>
                    <a:pt x="24008" y="24226"/>
                    <a:pt x="24040" y="24315"/>
                  </a:cubicBezTo>
                  <a:cubicBezTo>
                    <a:pt x="24057" y="24501"/>
                    <a:pt x="24050" y="24597"/>
                    <a:pt x="24015" y="24597"/>
                  </a:cubicBezTo>
                  <a:cubicBezTo>
                    <a:pt x="23999" y="24597"/>
                    <a:pt x="23978" y="24579"/>
                    <a:pt x="23951" y="24542"/>
                  </a:cubicBezTo>
                  <a:cubicBezTo>
                    <a:pt x="23941" y="24528"/>
                    <a:pt x="23931" y="24522"/>
                    <a:pt x="23921" y="24522"/>
                  </a:cubicBezTo>
                  <a:cubicBezTo>
                    <a:pt x="23852" y="24522"/>
                    <a:pt x="23799" y="24834"/>
                    <a:pt x="23870" y="24948"/>
                  </a:cubicBezTo>
                  <a:cubicBezTo>
                    <a:pt x="23926" y="25032"/>
                    <a:pt x="23943" y="25058"/>
                    <a:pt x="23930" y="25058"/>
                  </a:cubicBezTo>
                  <a:cubicBezTo>
                    <a:pt x="23924" y="25058"/>
                    <a:pt x="23912" y="25052"/>
                    <a:pt x="23894" y="25045"/>
                  </a:cubicBezTo>
                  <a:cubicBezTo>
                    <a:pt x="23887" y="25041"/>
                    <a:pt x="23880" y="25040"/>
                    <a:pt x="23874" y="25040"/>
                  </a:cubicBezTo>
                  <a:cubicBezTo>
                    <a:pt x="23837" y="25040"/>
                    <a:pt x="23813" y="25094"/>
                    <a:pt x="23813" y="25094"/>
                  </a:cubicBezTo>
                  <a:cubicBezTo>
                    <a:pt x="23778" y="25157"/>
                    <a:pt x="23749" y="25220"/>
                    <a:pt x="23705" y="25220"/>
                  </a:cubicBezTo>
                  <a:cubicBezTo>
                    <a:pt x="23698" y="25220"/>
                    <a:pt x="23691" y="25218"/>
                    <a:pt x="23683" y="25215"/>
                  </a:cubicBezTo>
                  <a:cubicBezTo>
                    <a:pt x="23659" y="25288"/>
                    <a:pt x="23635" y="25377"/>
                    <a:pt x="23635" y="25458"/>
                  </a:cubicBezTo>
                  <a:cubicBezTo>
                    <a:pt x="23659" y="25637"/>
                    <a:pt x="23545" y="25815"/>
                    <a:pt x="23367" y="25864"/>
                  </a:cubicBezTo>
                  <a:lnTo>
                    <a:pt x="23351" y="26034"/>
                  </a:lnTo>
                  <a:cubicBezTo>
                    <a:pt x="23408" y="26142"/>
                    <a:pt x="23420" y="26225"/>
                    <a:pt x="23376" y="26225"/>
                  </a:cubicBezTo>
                  <a:cubicBezTo>
                    <a:pt x="23364" y="26225"/>
                    <a:pt x="23348" y="26218"/>
                    <a:pt x="23326" y="26204"/>
                  </a:cubicBezTo>
                  <a:lnTo>
                    <a:pt x="23270" y="26180"/>
                  </a:lnTo>
                  <a:lnTo>
                    <a:pt x="23270" y="26180"/>
                  </a:lnTo>
                  <a:cubicBezTo>
                    <a:pt x="23327" y="26295"/>
                    <a:pt x="23156" y="26499"/>
                    <a:pt x="23048" y="26499"/>
                  </a:cubicBezTo>
                  <a:cubicBezTo>
                    <a:pt x="23034" y="26499"/>
                    <a:pt x="23021" y="26495"/>
                    <a:pt x="23010" y="26488"/>
                  </a:cubicBezTo>
                  <a:cubicBezTo>
                    <a:pt x="22988" y="26475"/>
                    <a:pt x="22974" y="26467"/>
                    <a:pt x="22963" y="26467"/>
                  </a:cubicBezTo>
                  <a:cubicBezTo>
                    <a:pt x="22947" y="26467"/>
                    <a:pt x="22937" y="26485"/>
                    <a:pt x="22913" y="26529"/>
                  </a:cubicBezTo>
                  <a:lnTo>
                    <a:pt x="22962" y="26561"/>
                  </a:lnTo>
                  <a:cubicBezTo>
                    <a:pt x="23018" y="26593"/>
                    <a:pt x="23067" y="26626"/>
                    <a:pt x="23026" y="26691"/>
                  </a:cubicBezTo>
                  <a:cubicBezTo>
                    <a:pt x="22987" y="26750"/>
                    <a:pt x="22952" y="26805"/>
                    <a:pt x="22914" y="26805"/>
                  </a:cubicBezTo>
                  <a:cubicBezTo>
                    <a:pt x="22906" y="26805"/>
                    <a:pt x="22897" y="26802"/>
                    <a:pt x="22889" y="26796"/>
                  </a:cubicBezTo>
                  <a:cubicBezTo>
                    <a:pt x="22799" y="26837"/>
                    <a:pt x="22702" y="26869"/>
                    <a:pt x="22751" y="26902"/>
                  </a:cubicBezTo>
                  <a:cubicBezTo>
                    <a:pt x="22718" y="26950"/>
                    <a:pt x="22678" y="26983"/>
                    <a:pt x="22621" y="27007"/>
                  </a:cubicBezTo>
                  <a:lnTo>
                    <a:pt x="22427" y="27258"/>
                  </a:lnTo>
                  <a:cubicBezTo>
                    <a:pt x="22427" y="27345"/>
                    <a:pt x="22349" y="27458"/>
                    <a:pt x="22298" y="27458"/>
                  </a:cubicBezTo>
                  <a:cubicBezTo>
                    <a:pt x="22292" y="27458"/>
                    <a:pt x="22286" y="27456"/>
                    <a:pt x="22281" y="27453"/>
                  </a:cubicBezTo>
                  <a:cubicBezTo>
                    <a:pt x="22232" y="27518"/>
                    <a:pt x="22199" y="27599"/>
                    <a:pt x="22183" y="27680"/>
                  </a:cubicBezTo>
                  <a:cubicBezTo>
                    <a:pt x="22105" y="27784"/>
                    <a:pt x="22059" y="27846"/>
                    <a:pt x="22022" y="27846"/>
                  </a:cubicBezTo>
                  <a:cubicBezTo>
                    <a:pt x="22013" y="27846"/>
                    <a:pt x="22005" y="27842"/>
                    <a:pt x="21997" y="27834"/>
                  </a:cubicBezTo>
                  <a:cubicBezTo>
                    <a:pt x="21978" y="27818"/>
                    <a:pt x="21967" y="27809"/>
                    <a:pt x="21959" y="27809"/>
                  </a:cubicBezTo>
                  <a:cubicBezTo>
                    <a:pt x="21947" y="27809"/>
                    <a:pt x="21945" y="27834"/>
                    <a:pt x="21940" y="27899"/>
                  </a:cubicBezTo>
                  <a:cubicBezTo>
                    <a:pt x="21989" y="27931"/>
                    <a:pt x="21932" y="27996"/>
                    <a:pt x="21883" y="28053"/>
                  </a:cubicBezTo>
                  <a:lnTo>
                    <a:pt x="21770" y="28166"/>
                  </a:lnTo>
                  <a:cubicBezTo>
                    <a:pt x="21818" y="28207"/>
                    <a:pt x="21818" y="28207"/>
                    <a:pt x="21762" y="28272"/>
                  </a:cubicBezTo>
                  <a:cubicBezTo>
                    <a:pt x="21705" y="28329"/>
                    <a:pt x="21502" y="28466"/>
                    <a:pt x="21445" y="28523"/>
                  </a:cubicBezTo>
                  <a:cubicBezTo>
                    <a:pt x="21321" y="28660"/>
                    <a:pt x="21292" y="28692"/>
                    <a:pt x="21329" y="28692"/>
                  </a:cubicBezTo>
                  <a:cubicBezTo>
                    <a:pt x="21341" y="28692"/>
                    <a:pt x="21358" y="28689"/>
                    <a:pt x="21381" y="28685"/>
                  </a:cubicBezTo>
                  <a:cubicBezTo>
                    <a:pt x="21399" y="28667"/>
                    <a:pt x="21416" y="28659"/>
                    <a:pt x="21425" y="28659"/>
                  </a:cubicBezTo>
                  <a:cubicBezTo>
                    <a:pt x="21443" y="28659"/>
                    <a:pt x="21427" y="28693"/>
                    <a:pt x="21324" y="28742"/>
                  </a:cubicBezTo>
                  <a:cubicBezTo>
                    <a:pt x="21275" y="28807"/>
                    <a:pt x="21048" y="28920"/>
                    <a:pt x="20870" y="29083"/>
                  </a:cubicBezTo>
                  <a:cubicBezTo>
                    <a:pt x="20627" y="29293"/>
                    <a:pt x="20627" y="29293"/>
                    <a:pt x="20667" y="29342"/>
                  </a:cubicBezTo>
                  <a:cubicBezTo>
                    <a:pt x="20776" y="29368"/>
                    <a:pt x="20763" y="29408"/>
                    <a:pt x="20685" y="29408"/>
                  </a:cubicBezTo>
                  <a:cubicBezTo>
                    <a:pt x="20665" y="29408"/>
                    <a:pt x="20639" y="29406"/>
                    <a:pt x="20610" y="29399"/>
                  </a:cubicBezTo>
                  <a:cubicBezTo>
                    <a:pt x="20416" y="29415"/>
                    <a:pt x="20351" y="29464"/>
                    <a:pt x="20391" y="29512"/>
                  </a:cubicBezTo>
                  <a:cubicBezTo>
                    <a:pt x="20359" y="29601"/>
                    <a:pt x="20359" y="29601"/>
                    <a:pt x="20294" y="29650"/>
                  </a:cubicBezTo>
                  <a:cubicBezTo>
                    <a:pt x="20286" y="29638"/>
                    <a:pt x="20276" y="29632"/>
                    <a:pt x="20264" y="29632"/>
                  </a:cubicBezTo>
                  <a:cubicBezTo>
                    <a:pt x="20227" y="29632"/>
                    <a:pt x="20173" y="29687"/>
                    <a:pt x="20100" y="29796"/>
                  </a:cubicBezTo>
                  <a:cubicBezTo>
                    <a:pt x="20067" y="29820"/>
                    <a:pt x="20051" y="29832"/>
                    <a:pt x="20039" y="29832"/>
                  </a:cubicBezTo>
                  <a:cubicBezTo>
                    <a:pt x="20027" y="29832"/>
                    <a:pt x="20019" y="29820"/>
                    <a:pt x="20002" y="29796"/>
                  </a:cubicBezTo>
                  <a:lnTo>
                    <a:pt x="19873" y="29893"/>
                  </a:lnTo>
                  <a:cubicBezTo>
                    <a:pt x="19808" y="30015"/>
                    <a:pt x="19719" y="30112"/>
                    <a:pt x="19597" y="30177"/>
                  </a:cubicBezTo>
                  <a:cubicBezTo>
                    <a:pt x="19500" y="30242"/>
                    <a:pt x="19394" y="30282"/>
                    <a:pt x="19281" y="30299"/>
                  </a:cubicBezTo>
                  <a:cubicBezTo>
                    <a:pt x="19232" y="30331"/>
                    <a:pt x="19192" y="30380"/>
                    <a:pt x="19175" y="30428"/>
                  </a:cubicBezTo>
                  <a:cubicBezTo>
                    <a:pt x="19170" y="30519"/>
                    <a:pt x="19140" y="30569"/>
                    <a:pt x="19105" y="30569"/>
                  </a:cubicBezTo>
                  <a:cubicBezTo>
                    <a:pt x="19083" y="30569"/>
                    <a:pt x="19059" y="30550"/>
                    <a:pt x="19037" y="30509"/>
                  </a:cubicBezTo>
                  <a:cubicBezTo>
                    <a:pt x="19008" y="30466"/>
                    <a:pt x="18992" y="30442"/>
                    <a:pt x="18983" y="30442"/>
                  </a:cubicBezTo>
                  <a:cubicBezTo>
                    <a:pt x="18971" y="30442"/>
                    <a:pt x="18969" y="30478"/>
                    <a:pt x="18964" y="30558"/>
                  </a:cubicBezTo>
                  <a:cubicBezTo>
                    <a:pt x="18934" y="30625"/>
                    <a:pt x="18727" y="30762"/>
                    <a:pt x="18635" y="30762"/>
                  </a:cubicBezTo>
                  <a:cubicBezTo>
                    <a:pt x="18605" y="30762"/>
                    <a:pt x="18588" y="30748"/>
                    <a:pt x="18592" y="30712"/>
                  </a:cubicBezTo>
                  <a:lnTo>
                    <a:pt x="18535" y="30607"/>
                  </a:lnTo>
                  <a:cubicBezTo>
                    <a:pt x="18510" y="30655"/>
                    <a:pt x="18470" y="30704"/>
                    <a:pt x="18421" y="30728"/>
                  </a:cubicBezTo>
                  <a:cubicBezTo>
                    <a:pt x="18446" y="30785"/>
                    <a:pt x="18373" y="30818"/>
                    <a:pt x="18162" y="30923"/>
                  </a:cubicBezTo>
                  <a:cubicBezTo>
                    <a:pt x="18016" y="30988"/>
                    <a:pt x="17748" y="31182"/>
                    <a:pt x="17602" y="31247"/>
                  </a:cubicBezTo>
                  <a:cubicBezTo>
                    <a:pt x="17476" y="31303"/>
                    <a:pt x="17289" y="31366"/>
                    <a:pt x="17178" y="31366"/>
                  </a:cubicBezTo>
                  <a:cubicBezTo>
                    <a:pt x="17161" y="31366"/>
                    <a:pt x="17145" y="31364"/>
                    <a:pt x="17132" y="31361"/>
                  </a:cubicBezTo>
                  <a:cubicBezTo>
                    <a:pt x="17027" y="31393"/>
                    <a:pt x="16929" y="31450"/>
                    <a:pt x="16848" y="31523"/>
                  </a:cubicBezTo>
                  <a:cubicBezTo>
                    <a:pt x="16807" y="31587"/>
                    <a:pt x="16716" y="31635"/>
                    <a:pt x="16662" y="31635"/>
                  </a:cubicBezTo>
                  <a:cubicBezTo>
                    <a:pt x="16641" y="31635"/>
                    <a:pt x="16626" y="31628"/>
                    <a:pt x="16621" y="31612"/>
                  </a:cubicBezTo>
                  <a:lnTo>
                    <a:pt x="16548" y="31636"/>
                  </a:lnTo>
                  <a:cubicBezTo>
                    <a:pt x="16484" y="31693"/>
                    <a:pt x="16411" y="31734"/>
                    <a:pt x="16329" y="31758"/>
                  </a:cubicBezTo>
                  <a:cubicBezTo>
                    <a:pt x="16316" y="31718"/>
                    <a:pt x="16279" y="31698"/>
                    <a:pt x="16241" y="31698"/>
                  </a:cubicBezTo>
                  <a:cubicBezTo>
                    <a:pt x="16210" y="31698"/>
                    <a:pt x="16178" y="31712"/>
                    <a:pt x="16159" y="31742"/>
                  </a:cubicBezTo>
                  <a:cubicBezTo>
                    <a:pt x="16175" y="31799"/>
                    <a:pt x="16094" y="31815"/>
                    <a:pt x="15940" y="31855"/>
                  </a:cubicBezTo>
                  <a:cubicBezTo>
                    <a:pt x="15770" y="31872"/>
                    <a:pt x="15600" y="31904"/>
                    <a:pt x="15438" y="31953"/>
                  </a:cubicBezTo>
                  <a:cubicBezTo>
                    <a:pt x="15170" y="31993"/>
                    <a:pt x="14821" y="32034"/>
                    <a:pt x="14489" y="32082"/>
                  </a:cubicBezTo>
                  <a:cubicBezTo>
                    <a:pt x="14148" y="32155"/>
                    <a:pt x="13808" y="32139"/>
                    <a:pt x="13557" y="32163"/>
                  </a:cubicBezTo>
                  <a:cubicBezTo>
                    <a:pt x="13305" y="32188"/>
                    <a:pt x="13143" y="32204"/>
                    <a:pt x="13143" y="32220"/>
                  </a:cubicBezTo>
                  <a:cubicBezTo>
                    <a:pt x="13103" y="32224"/>
                    <a:pt x="13062" y="32226"/>
                    <a:pt x="13022" y="32226"/>
                  </a:cubicBezTo>
                  <a:cubicBezTo>
                    <a:pt x="12981" y="32226"/>
                    <a:pt x="12940" y="32224"/>
                    <a:pt x="12900" y="32220"/>
                  </a:cubicBezTo>
                  <a:lnTo>
                    <a:pt x="12657" y="32204"/>
                  </a:lnTo>
                  <a:cubicBezTo>
                    <a:pt x="12661" y="32147"/>
                    <a:pt x="12561" y="32127"/>
                    <a:pt x="12431" y="32127"/>
                  </a:cubicBezTo>
                  <a:cubicBezTo>
                    <a:pt x="12300" y="32127"/>
                    <a:pt x="12138" y="32147"/>
                    <a:pt x="12016" y="32172"/>
                  </a:cubicBezTo>
                  <a:cubicBezTo>
                    <a:pt x="11956" y="32202"/>
                    <a:pt x="11896" y="32218"/>
                    <a:pt x="11832" y="32218"/>
                  </a:cubicBezTo>
                  <a:cubicBezTo>
                    <a:pt x="11810" y="32218"/>
                    <a:pt x="11788" y="32216"/>
                    <a:pt x="11765" y="32212"/>
                  </a:cubicBezTo>
                  <a:cubicBezTo>
                    <a:pt x="11777" y="32124"/>
                    <a:pt x="11638" y="32080"/>
                    <a:pt x="11495" y="32080"/>
                  </a:cubicBezTo>
                  <a:cubicBezTo>
                    <a:pt x="11455" y="32080"/>
                    <a:pt x="11413" y="32083"/>
                    <a:pt x="11376" y="32090"/>
                  </a:cubicBezTo>
                  <a:cubicBezTo>
                    <a:pt x="11331" y="32138"/>
                    <a:pt x="11291" y="32161"/>
                    <a:pt x="11261" y="32161"/>
                  </a:cubicBezTo>
                  <a:cubicBezTo>
                    <a:pt x="11225" y="32161"/>
                    <a:pt x="11205" y="32128"/>
                    <a:pt x="11213" y="32066"/>
                  </a:cubicBezTo>
                  <a:cubicBezTo>
                    <a:pt x="11226" y="32004"/>
                    <a:pt x="11189" y="31967"/>
                    <a:pt x="11124" y="31967"/>
                  </a:cubicBezTo>
                  <a:cubicBezTo>
                    <a:pt x="11062" y="31967"/>
                    <a:pt x="10975" y="32000"/>
                    <a:pt x="10881" y="32074"/>
                  </a:cubicBezTo>
                  <a:cubicBezTo>
                    <a:pt x="10841" y="32096"/>
                    <a:pt x="10819" y="32108"/>
                    <a:pt x="10801" y="32108"/>
                  </a:cubicBezTo>
                  <a:cubicBezTo>
                    <a:pt x="10779" y="32108"/>
                    <a:pt x="10763" y="32090"/>
                    <a:pt x="10727" y="32050"/>
                  </a:cubicBezTo>
                  <a:cubicBezTo>
                    <a:pt x="10690" y="31966"/>
                    <a:pt x="10644" y="31930"/>
                    <a:pt x="10613" y="31930"/>
                  </a:cubicBezTo>
                  <a:cubicBezTo>
                    <a:pt x="10596" y="31930"/>
                    <a:pt x="10584" y="31941"/>
                    <a:pt x="10581" y="31961"/>
                  </a:cubicBezTo>
                  <a:cubicBezTo>
                    <a:pt x="10538" y="32000"/>
                    <a:pt x="10500" y="32020"/>
                    <a:pt x="10465" y="32020"/>
                  </a:cubicBezTo>
                  <a:cubicBezTo>
                    <a:pt x="10415" y="32020"/>
                    <a:pt x="10375" y="31978"/>
                    <a:pt x="10346" y="31896"/>
                  </a:cubicBezTo>
                  <a:cubicBezTo>
                    <a:pt x="10274" y="31810"/>
                    <a:pt x="10242" y="31772"/>
                    <a:pt x="10209" y="31772"/>
                  </a:cubicBezTo>
                  <a:cubicBezTo>
                    <a:pt x="10183" y="31772"/>
                    <a:pt x="10157" y="31796"/>
                    <a:pt x="10111" y="31839"/>
                  </a:cubicBezTo>
                  <a:cubicBezTo>
                    <a:pt x="10080" y="31865"/>
                    <a:pt x="10031" y="31877"/>
                    <a:pt x="9976" y="31877"/>
                  </a:cubicBezTo>
                  <a:cubicBezTo>
                    <a:pt x="9841" y="31877"/>
                    <a:pt x="9669" y="31807"/>
                    <a:pt x="9641" y="31709"/>
                  </a:cubicBezTo>
                  <a:cubicBezTo>
                    <a:pt x="9586" y="31697"/>
                    <a:pt x="9536" y="31649"/>
                    <a:pt x="9508" y="31649"/>
                  </a:cubicBezTo>
                  <a:cubicBezTo>
                    <a:pt x="9498" y="31649"/>
                    <a:pt x="9491" y="31655"/>
                    <a:pt x="9487" y="31669"/>
                  </a:cubicBezTo>
                  <a:lnTo>
                    <a:pt x="9430" y="31588"/>
                  </a:lnTo>
                  <a:lnTo>
                    <a:pt x="9284" y="31531"/>
                  </a:lnTo>
                  <a:lnTo>
                    <a:pt x="9260" y="31588"/>
                  </a:lnTo>
                  <a:cubicBezTo>
                    <a:pt x="9187" y="31547"/>
                    <a:pt x="8749" y="31353"/>
                    <a:pt x="8238" y="31109"/>
                  </a:cubicBezTo>
                  <a:cubicBezTo>
                    <a:pt x="7849" y="30923"/>
                    <a:pt x="7614" y="30809"/>
                    <a:pt x="7484" y="30753"/>
                  </a:cubicBezTo>
                  <a:cubicBezTo>
                    <a:pt x="7414" y="30718"/>
                    <a:pt x="7375" y="30702"/>
                    <a:pt x="7357" y="30702"/>
                  </a:cubicBezTo>
                  <a:cubicBezTo>
                    <a:pt x="7342" y="30702"/>
                    <a:pt x="7343" y="30714"/>
                    <a:pt x="7354" y="30737"/>
                  </a:cubicBezTo>
                  <a:cubicBezTo>
                    <a:pt x="7357" y="30789"/>
                    <a:pt x="7341" y="30811"/>
                    <a:pt x="7319" y="30811"/>
                  </a:cubicBezTo>
                  <a:cubicBezTo>
                    <a:pt x="7279" y="30811"/>
                    <a:pt x="7222" y="30743"/>
                    <a:pt x="7216" y="30655"/>
                  </a:cubicBezTo>
                  <a:cubicBezTo>
                    <a:pt x="7143" y="30607"/>
                    <a:pt x="7038" y="30477"/>
                    <a:pt x="6900" y="30388"/>
                  </a:cubicBezTo>
                  <a:cubicBezTo>
                    <a:pt x="6770" y="30307"/>
                    <a:pt x="6633" y="30226"/>
                    <a:pt x="6665" y="30169"/>
                  </a:cubicBezTo>
                  <a:lnTo>
                    <a:pt x="6600" y="30128"/>
                  </a:lnTo>
                  <a:cubicBezTo>
                    <a:pt x="6595" y="30129"/>
                    <a:pt x="6589" y="30129"/>
                    <a:pt x="6584" y="30129"/>
                  </a:cubicBezTo>
                  <a:cubicBezTo>
                    <a:pt x="6378" y="30129"/>
                    <a:pt x="6012" y="29840"/>
                    <a:pt x="5854" y="29658"/>
                  </a:cubicBezTo>
                  <a:cubicBezTo>
                    <a:pt x="5749" y="29569"/>
                    <a:pt x="5635" y="29496"/>
                    <a:pt x="5506" y="29455"/>
                  </a:cubicBezTo>
                  <a:cubicBezTo>
                    <a:pt x="5343" y="29391"/>
                    <a:pt x="5343" y="29391"/>
                    <a:pt x="5327" y="29285"/>
                  </a:cubicBezTo>
                  <a:cubicBezTo>
                    <a:pt x="5364" y="29249"/>
                    <a:pt x="5111" y="28949"/>
                    <a:pt x="5001" y="28949"/>
                  </a:cubicBezTo>
                  <a:cubicBezTo>
                    <a:pt x="4989" y="28949"/>
                    <a:pt x="4979" y="28953"/>
                    <a:pt x="4970" y="28961"/>
                  </a:cubicBezTo>
                  <a:lnTo>
                    <a:pt x="4954" y="28864"/>
                  </a:lnTo>
                  <a:cubicBezTo>
                    <a:pt x="4949" y="28809"/>
                    <a:pt x="4906" y="28776"/>
                    <a:pt x="4859" y="28776"/>
                  </a:cubicBezTo>
                  <a:cubicBezTo>
                    <a:pt x="4836" y="28776"/>
                    <a:pt x="4813" y="28783"/>
                    <a:pt x="4792" y="28799"/>
                  </a:cubicBezTo>
                  <a:cubicBezTo>
                    <a:pt x="4767" y="28826"/>
                    <a:pt x="4743" y="28840"/>
                    <a:pt x="4725" y="28840"/>
                  </a:cubicBezTo>
                  <a:cubicBezTo>
                    <a:pt x="4685" y="28840"/>
                    <a:pt x="4671" y="28773"/>
                    <a:pt x="4727" y="28645"/>
                  </a:cubicBezTo>
                  <a:cubicBezTo>
                    <a:pt x="4790" y="28576"/>
                    <a:pt x="4775" y="28526"/>
                    <a:pt x="4742" y="28526"/>
                  </a:cubicBezTo>
                  <a:cubicBezTo>
                    <a:pt x="4733" y="28526"/>
                    <a:pt x="4722" y="28530"/>
                    <a:pt x="4711" y="28539"/>
                  </a:cubicBezTo>
                  <a:cubicBezTo>
                    <a:pt x="4614" y="28523"/>
                    <a:pt x="4516" y="28507"/>
                    <a:pt x="4508" y="28401"/>
                  </a:cubicBezTo>
                  <a:cubicBezTo>
                    <a:pt x="4476" y="28364"/>
                    <a:pt x="4440" y="28326"/>
                    <a:pt x="4394" y="28326"/>
                  </a:cubicBezTo>
                  <a:cubicBezTo>
                    <a:pt x="4370" y="28326"/>
                    <a:pt x="4344" y="28336"/>
                    <a:pt x="4314" y="28361"/>
                  </a:cubicBezTo>
                  <a:cubicBezTo>
                    <a:pt x="4304" y="28370"/>
                    <a:pt x="4294" y="28375"/>
                    <a:pt x="4283" y="28375"/>
                  </a:cubicBezTo>
                  <a:cubicBezTo>
                    <a:pt x="4247" y="28375"/>
                    <a:pt x="4203" y="28330"/>
                    <a:pt x="4160" y="28280"/>
                  </a:cubicBezTo>
                  <a:cubicBezTo>
                    <a:pt x="4188" y="28261"/>
                    <a:pt x="4200" y="28253"/>
                    <a:pt x="4224" y="28253"/>
                  </a:cubicBezTo>
                  <a:cubicBezTo>
                    <a:pt x="4242" y="28253"/>
                    <a:pt x="4265" y="28257"/>
                    <a:pt x="4306" y="28264"/>
                  </a:cubicBezTo>
                  <a:cubicBezTo>
                    <a:pt x="4321" y="28279"/>
                    <a:pt x="4328" y="28286"/>
                    <a:pt x="4328" y="28286"/>
                  </a:cubicBezTo>
                  <a:cubicBezTo>
                    <a:pt x="4329" y="28286"/>
                    <a:pt x="4278" y="28231"/>
                    <a:pt x="4200" y="28142"/>
                  </a:cubicBezTo>
                  <a:cubicBezTo>
                    <a:pt x="4144" y="28085"/>
                    <a:pt x="4079" y="27931"/>
                    <a:pt x="4127" y="27891"/>
                  </a:cubicBezTo>
                  <a:cubicBezTo>
                    <a:pt x="4123" y="27833"/>
                    <a:pt x="4106" y="27787"/>
                    <a:pt x="4084" y="27787"/>
                  </a:cubicBezTo>
                  <a:cubicBezTo>
                    <a:pt x="4069" y="27787"/>
                    <a:pt x="4050" y="27810"/>
                    <a:pt x="4030" y="27866"/>
                  </a:cubicBezTo>
                  <a:cubicBezTo>
                    <a:pt x="3992" y="27898"/>
                    <a:pt x="3970" y="27916"/>
                    <a:pt x="3950" y="27916"/>
                  </a:cubicBezTo>
                  <a:cubicBezTo>
                    <a:pt x="3923" y="27916"/>
                    <a:pt x="3899" y="27884"/>
                    <a:pt x="3844" y="27810"/>
                  </a:cubicBezTo>
                  <a:cubicBezTo>
                    <a:pt x="3795" y="27745"/>
                    <a:pt x="3746" y="27680"/>
                    <a:pt x="3795" y="27647"/>
                  </a:cubicBezTo>
                  <a:cubicBezTo>
                    <a:pt x="3844" y="27607"/>
                    <a:pt x="3844" y="27607"/>
                    <a:pt x="3746" y="27477"/>
                  </a:cubicBezTo>
                  <a:cubicBezTo>
                    <a:pt x="3600" y="27315"/>
                    <a:pt x="3389" y="27210"/>
                    <a:pt x="3162" y="27202"/>
                  </a:cubicBezTo>
                  <a:cubicBezTo>
                    <a:pt x="3123" y="27228"/>
                    <a:pt x="3099" y="27244"/>
                    <a:pt x="3089" y="27244"/>
                  </a:cubicBezTo>
                  <a:cubicBezTo>
                    <a:pt x="3073" y="27244"/>
                    <a:pt x="3085" y="27210"/>
                    <a:pt x="3114" y="27129"/>
                  </a:cubicBezTo>
                  <a:cubicBezTo>
                    <a:pt x="3171" y="27096"/>
                    <a:pt x="3122" y="27031"/>
                    <a:pt x="3081" y="26958"/>
                  </a:cubicBezTo>
                  <a:cubicBezTo>
                    <a:pt x="3075" y="26963"/>
                    <a:pt x="3069" y="26965"/>
                    <a:pt x="3064" y="26965"/>
                  </a:cubicBezTo>
                  <a:cubicBezTo>
                    <a:pt x="3045" y="26965"/>
                    <a:pt x="3044" y="26932"/>
                    <a:pt x="3056" y="26932"/>
                  </a:cubicBezTo>
                  <a:cubicBezTo>
                    <a:pt x="3062" y="26932"/>
                    <a:pt x="3071" y="26939"/>
                    <a:pt x="3081" y="26958"/>
                  </a:cubicBezTo>
                  <a:cubicBezTo>
                    <a:pt x="3091" y="26953"/>
                    <a:pt x="3100" y="26950"/>
                    <a:pt x="3109" y="26950"/>
                  </a:cubicBezTo>
                  <a:cubicBezTo>
                    <a:pt x="3152" y="26950"/>
                    <a:pt x="3186" y="27010"/>
                    <a:pt x="3219" y="27064"/>
                  </a:cubicBezTo>
                  <a:lnTo>
                    <a:pt x="3268" y="27031"/>
                  </a:lnTo>
                  <a:cubicBezTo>
                    <a:pt x="3325" y="26893"/>
                    <a:pt x="3284" y="26829"/>
                    <a:pt x="3146" y="26820"/>
                  </a:cubicBezTo>
                  <a:cubicBezTo>
                    <a:pt x="3049" y="26788"/>
                    <a:pt x="3049" y="26788"/>
                    <a:pt x="3057" y="26683"/>
                  </a:cubicBezTo>
                  <a:cubicBezTo>
                    <a:pt x="3071" y="26598"/>
                    <a:pt x="3079" y="26514"/>
                    <a:pt x="3049" y="26514"/>
                  </a:cubicBezTo>
                  <a:cubicBezTo>
                    <a:pt x="3045" y="26514"/>
                    <a:pt x="3039" y="26516"/>
                    <a:pt x="3033" y="26520"/>
                  </a:cubicBezTo>
                  <a:cubicBezTo>
                    <a:pt x="2984" y="26448"/>
                    <a:pt x="2960" y="26366"/>
                    <a:pt x="2960" y="26277"/>
                  </a:cubicBezTo>
                  <a:cubicBezTo>
                    <a:pt x="2885" y="26168"/>
                    <a:pt x="2844" y="26099"/>
                    <a:pt x="2804" y="26099"/>
                  </a:cubicBezTo>
                  <a:cubicBezTo>
                    <a:pt x="2797" y="26099"/>
                    <a:pt x="2789" y="26102"/>
                    <a:pt x="2781" y="26107"/>
                  </a:cubicBezTo>
                  <a:cubicBezTo>
                    <a:pt x="2773" y="26111"/>
                    <a:pt x="2765" y="26112"/>
                    <a:pt x="2758" y="26112"/>
                  </a:cubicBezTo>
                  <a:cubicBezTo>
                    <a:pt x="2713" y="26112"/>
                    <a:pt x="2679" y="26056"/>
                    <a:pt x="2652" y="25993"/>
                  </a:cubicBezTo>
                  <a:cubicBezTo>
                    <a:pt x="2624" y="25930"/>
                    <a:pt x="2596" y="25867"/>
                    <a:pt x="2552" y="25867"/>
                  </a:cubicBezTo>
                  <a:cubicBezTo>
                    <a:pt x="2545" y="25867"/>
                    <a:pt x="2538" y="25869"/>
                    <a:pt x="2530" y="25872"/>
                  </a:cubicBezTo>
                  <a:cubicBezTo>
                    <a:pt x="2522" y="25876"/>
                    <a:pt x="2513" y="25878"/>
                    <a:pt x="2503" y="25878"/>
                  </a:cubicBezTo>
                  <a:cubicBezTo>
                    <a:pt x="2453" y="25878"/>
                    <a:pt x="2380" y="25824"/>
                    <a:pt x="2319" y="25702"/>
                  </a:cubicBezTo>
                  <a:cubicBezTo>
                    <a:pt x="2198" y="25580"/>
                    <a:pt x="2198" y="25580"/>
                    <a:pt x="2271" y="25458"/>
                  </a:cubicBezTo>
                  <a:cubicBezTo>
                    <a:pt x="2319" y="25434"/>
                    <a:pt x="2287" y="25361"/>
                    <a:pt x="2254" y="25288"/>
                  </a:cubicBezTo>
                  <a:cubicBezTo>
                    <a:pt x="2230" y="25231"/>
                    <a:pt x="2230" y="25175"/>
                    <a:pt x="2238" y="25118"/>
                  </a:cubicBezTo>
                  <a:cubicBezTo>
                    <a:pt x="2252" y="25062"/>
                    <a:pt x="2239" y="25046"/>
                    <a:pt x="2215" y="25046"/>
                  </a:cubicBezTo>
                  <a:cubicBezTo>
                    <a:pt x="2197" y="25046"/>
                    <a:pt x="2173" y="25054"/>
                    <a:pt x="2149" y="25061"/>
                  </a:cubicBezTo>
                  <a:lnTo>
                    <a:pt x="2035" y="25110"/>
                  </a:lnTo>
                  <a:cubicBezTo>
                    <a:pt x="2027" y="25021"/>
                    <a:pt x="2076" y="24931"/>
                    <a:pt x="2149" y="24891"/>
                  </a:cubicBezTo>
                  <a:cubicBezTo>
                    <a:pt x="2204" y="24816"/>
                    <a:pt x="2225" y="24787"/>
                    <a:pt x="2207" y="24787"/>
                  </a:cubicBezTo>
                  <a:cubicBezTo>
                    <a:pt x="2196" y="24787"/>
                    <a:pt x="2169" y="24799"/>
                    <a:pt x="2125" y="24818"/>
                  </a:cubicBezTo>
                  <a:cubicBezTo>
                    <a:pt x="2119" y="24820"/>
                    <a:pt x="2112" y="24821"/>
                    <a:pt x="2106" y="24821"/>
                  </a:cubicBezTo>
                  <a:cubicBezTo>
                    <a:pt x="2051" y="24821"/>
                    <a:pt x="1987" y="24759"/>
                    <a:pt x="1987" y="24607"/>
                  </a:cubicBezTo>
                  <a:cubicBezTo>
                    <a:pt x="1930" y="24453"/>
                    <a:pt x="1873" y="24299"/>
                    <a:pt x="1930" y="24283"/>
                  </a:cubicBezTo>
                  <a:cubicBezTo>
                    <a:pt x="1946" y="24226"/>
                    <a:pt x="1930" y="24169"/>
                    <a:pt x="1881" y="24129"/>
                  </a:cubicBezTo>
                  <a:cubicBezTo>
                    <a:pt x="1792" y="24072"/>
                    <a:pt x="1760" y="23999"/>
                    <a:pt x="1768" y="23748"/>
                  </a:cubicBezTo>
                  <a:cubicBezTo>
                    <a:pt x="1781" y="23418"/>
                    <a:pt x="1783" y="23346"/>
                    <a:pt x="1730" y="23346"/>
                  </a:cubicBezTo>
                  <a:cubicBezTo>
                    <a:pt x="1715" y="23346"/>
                    <a:pt x="1695" y="23351"/>
                    <a:pt x="1671" y="23358"/>
                  </a:cubicBezTo>
                  <a:cubicBezTo>
                    <a:pt x="1650" y="23361"/>
                    <a:pt x="1630" y="23364"/>
                    <a:pt x="1616" y="23364"/>
                  </a:cubicBezTo>
                  <a:cubicBezTo>
                    <a:pt x="1585" y="23364"/>
                    <a:pt x="1580" y="23349"/>
                    <a:pt x="1646" y="23277"/>
                  </a:cubicBezTo>
                  <a:cubicBezTo>
                    <a:pt x="1687" y="23188"/>
                    <a:pt x="1606" y="23123"/>
                    <a:pt x="1508" y="22977"/>
                  </a:cubicBezTo>
                  <a:cubicBezTo>
                    <a:pt x="1462" y="22946"/>
                    <a:pt x="1405" y="22932"/>
                    <a:pt x="1349" y="22932"/>
                  </a:cubicBezTo>
                  <a:cubicBezTo>
                    <a:pt x="1317" y="22932"/>
                    <a:pt x="1286" y="22936"/>
                    <a:pt x="1257" y="22945"/>
                  </a:cubicBezTo>
                  <a:cubicBezTo>
                    <a:pt x="1224" y="22952"/>
                    <a:pt x="1200" y="22956"/>
                    <a:pt x="1184" y="22956"/>
                  </a:cubicBezTo>
                  <a:cubicBezTo>
                    <a:pt x="1138" y="22956"/>
                    <a:pt x="1144" y="22921"/>
                    <a:pt x="1168" y="22791"/>
                  </a:cubicBezTo>
                  <a:cubicBezTo>
                    <a:pt x="1160" y="22710"/>
                    <a:pt x="1200" y="22621"/>
                    <a:pt x="1265" y="22613"/>
                  </a:cubicBezTo>
                  <a:cubicBezTo>
                    <a:pt x="1270" y="22611"/>
                    <a:pt x="1275" y="22610"/>
                    <a:pt x="1280" y="22610"/>
                  </a:cubicBezTo>
                  <a:cubicBezTo>
                    <a:pt x="1325" y="22610"/>
                    <a:pt x="1338" y="22677"/>
                    <a:pt x="1338" y="22677"/>
                  </a:cubicBezTo>
                  <a:lnTo>
                    <a:pt x="1346" y="22759"/>
                  </a:lnTo>
                  <a:cubicBezTo>
                    <a:pt x="1403" y="22750"/>
                    <a:pt x="1460" y="22742"/>
                    <a:pt x="1444" y="22580"/>
                  </a:cubicBezTo>
                  <a:cubicBezTo>
                    <a:pt x="1482" y="22495"/>
                    <a:pt x="1477" y="22417"/>
                    <a:pt x="1427" y="22417"/>
                  </a:cubicBezTo>
                  <a:cubicBezTo>
                    <a:pt x="1424" y="22417"/>
                    <a:pt x="1422" y="22418"/>
                    <a:pt x="1419" y="22418"/>
                  </a:cubicBezTo>
                  <a:cubicBezTo>
                    <a:pt x="1468" y="22329"/>
                    <a:pt x="1444" y="22175"/>
                    <a:pt x="1419" y="22013"/>
                  </a:cubicBezTo>
                  <a:cubicBezTo>
                    <a:pt x="1387" y="21850"/>
                    <a:pt x="1354" y="21615"/>
                    <a:pt x="1419" y="21526"/>
                  </a:cubicBezTo>
                  <a:cubicBezTo>
                    <a:pt x="1419" y="21364"/>
                    <a:pt x="1411" y="21291"/>
                    <a:pt x="1354" y="21291"/>
                  </a:cubicBezTo>
                  <a:cubicBezTo>
                    <a:pt x="1349" y="21291"/>
                    <a:pt x="1343" y="21292"/>
                    <a:pt x="1338" y="21292"/>
                  </a:cubicBezTo>
                  <a:cubicBezTo>
                    <a:pt x="1233" y="21292"/>
                    <a:pt x="1236" y="21218"/>
                    <a:pt x="1290" y="21210"/>
                  </a:cubicBezTo>
                  <a:cubicBezTo>
                    <a:pt x="1346" y="21169"/>
                    <a:pt x="1379" y="20886"/>
                    <a:pt x="1379" y="20610"/>
                  </a:cubicBezTo>
                  <a:cubicBezTo>
                    <a:pt x="1387" y="20326"/>
                    <a:pt x="1379" y="20010"/>
                    <a:pt x="1322" y="19969"/>
                  </a:cubicBezTo>
                  <a:cubicBezTo>
                    <a:pt x="1322" y="19969"/>
                    <a:pt x="1322" y="19888"/>
                    <a:pt x="1322" y="19799"/>
                  </a:cubicBezTo>
                  <a:cubicBezTo>
                    <a:pt x="1379" y="19629"/>
                    <a:pt x="1387" y="19118"/>
                    <a:pt x="1322" y="19029"/>
                  </a:cubicBezTo>
                  <a:lnTo>
                    <a:pt x="1322" y="18778"/>
                  </a:lnTo>
                  <a:cubicBezTo>
                    <a:pt x="1387" y="18607"/>
                    <a:pt x="1387" y="18518"/>
                    <a:pt x="1330" y="18429"/>
                  </a:cubicBezTo>
                  <a:cubicBezTo>
                    <a:pt x="1265" y="18348"/>
                    <a:pt x="1208" y="18348"/>
                    <a:pt x="1265" y="18348"/>
                  </a:cubicBezTo>
                  <a:cubicBezTo>
                    <a:pt x="1330" y="18348"/>
                    <a:pt x="1330" y="18178"/>
                    <a:pt x="1330" y="17837"/>
                  </a:cubicBezTo>
                  <a:cubicBezTo>
                    <a:pt x="1330" y="17606"/>
                    <a:pt x="1330" y="17528"/>
                    <a:pt x="1313" y="17528"/>
                  </a:cubicBezTo>
                  <a:cubicBezTo>
                    <a:pt x="1305" y="17528"/>
                    <a:pt x="1292" y="17548"/>
                    <a:pt x="1273" y="17578"/>
                  </a:cubicBezTo>
                  <a:cubicBezTo>
                    <a:pt x="1217" y="17237"/>
                    <a:pt x="1273" y="17237"/>
                    <a:pt x="1330" y="17237"/>
                  </a:cubicBezTo>
                  <a:cubicBezTo>
                    <a:pt x="1352" y="17252"/>
                    <a:pt x="1371" y="17258"/>
                    <a:pt x="1384" y="17258"/>
                  </a:cubicBezTo>
                  <a:cubicBezTo>
                    <a:pt x="1446" y="17258"/>
                    <a:pt x="1419" y="17132"/>
                    <a:pt x="1273" y="17059"/>
                  </a:cubicBezTo>
                  <a:cubicBezTo>
                    <a:pt x="1152" y="16978"/>
                    <a:pt x="1160" y="16807"/>
                    <a:pt x="1217" y="16807"/>
                  </a:cubicBezTo>
                  <a:cubicBezTo>
                    <a:pt x="1273" y="16807"/>
                    <a:pt x="1273" y="16889"/>
                    <a:pt x="1273" y="16978"/>
                  </a:cubicBezTo>
                  <a:lnTo>
                    <a:pt x="1395" y="16978"/>
                  </a:lnTo>
                  <a:cubicBezTo>
                    <a:pt x="1395" y="16897"/>
                    <a:pt x="1395" y="16897"/>
                    <a:pt x="1338" y="16807"/>
                  </a:cubicBezTo>
                  <a:cubicBezTo>
                    <a:pt x="1330" y="16743"/>
                    <a:pt x="1314" y="16686"/>
                    <a:pt x="1273" y="16637"/>
                  </a:cubicBezTo>
                  <a:cubicBezTo>
                    <a:pt x="1244" y="16592"/>
                    <a:pt x="1215" y="16569"/>
                    <a:pt x="1185" y="16569"/>
                  </a:cubicBezTo>
                  <a:cubicBezTo>
                    <a:pt x="1156" y="16569"/>
                    <a:pt x="1127" y="16589"/>
                    <a:pt x="1095" y="16629"/>
                  </a:cubicBezTo>
                  <a:cubicBezTo>
                    <a:pt x="1078" y="16655"/>
                    <a:pt x="1066" y="16666"/>
                    <a:pt x="1058" y="16666"/>
                  </a:cubicBezTo>
                  <a:cubicBezTo>
                    <a:pt x="1038" y="16666"/>
                    <a:pt x="1038" y="16605"/>
                    <a:pt x="1038" y="16548"/>
                  </a:cubicBezTo>
                  <a:cubicBezTo>
                    <a:pt x="1071" y="16449"/>
                    <a:pt x="1107" y="16408"/>
                    <a:pt x="1142" y="16408"/>
                  </a:cubicBezTo>
                  <a:cubicBezTo>
                    <a:pt x="1168" y="16408"/>
                    <a:pt x="1193" y="16429"/>
                    <a:pt x="1217" y="16467"/>
                  </a:cubicBezTo>
                  <a:cubicBezTo>
                    <a:pt x="1217" y="16548"/>
                    <a:pt x="1273" y="16548"/>
                    <a:pt x="1338" y="16548"/>
                  </a:cubicBezTo>
                  <a:cubicBezTo>
                    <a:pt x="1395" y="16548"/>
                    <a:pt x="1281" y="16118"/>
                    <a:pt x="1160" y="16037"/>
                  </a:cubicBezTo>
                  <a:lnTo>
                    <a:pt x="1217" y="16037"/>
                  </a:lnTo>
                  <a:cubicBezTo>
                    <a:pt x="1281" y="16037"/>
                    <a:pt x="1281" y="15867"/>
                    <a:pt x="1281" y="15697"/>
                  </a:cubicBezTo>
                  <a:cubicBezTo>
                    <a:pt x="1281" y="15526"/>
                    <a:pt x="1281" y="15437"/>
                    <a:pt x="1225" y="15437"/>
                  </a:cubicBezTo>
                  <a:cubicBezTo>
                    <a:pt x="1160" y="15437"/>
                    <a:pt x="1103" y="15437"/>
                    <a:pt x="1103" y="15348"/>
                  </a:cubicBezTo>
                  <a:cubicBezTo>
                    <a:pt x="1103" y="15437"/>
                    <a:pt x="1046" y="15437"/>
                    <a:pt x="981" y="15437"/>
                  </a:cubicBezTo>
                  <a:cubicBezTo>
                    <a:pt x="1014" y="15348"/>
                    <a:pt x="1054" y="15259"/>
                    <a:pt x="1103" y="15178"/>
                  </a:cubicBezTo>
                  <a:cubicBezTo>
                    <a:pt x="1225" y="15008"/>
                    <a:pt x="1290" y="14837"/>
                    <a:pt x="1290" y="14497"/>
                  </a:cubicBezTo>
                  <a:cubicBezTo>
                    <a:pt x="1290" y="14326"/>
                    <a:pt x="1290" y="14067"/>
                    <a:pt x="1346" y="13986"/>
                  </a:cubicBezTo>
                  <a:cubicBezTo>
                    <a:pt x="1354" y="13816"/>
                    <a:pt x="1354" y="13726"/>
                    <a:pt x="1290" y="13726"/>
                  </a:cubicBezTo>
                  <a:lnTo>
                    <a:pt x="1290" y="13556"/>
                  </a:lnTo>
                  <a:cubicBezTo>
                    <a:pt x="1354" y="13467"/>
                    <a:pt x="1354" y="13297"/>
                    <a:pt x="1298" y="13297"/>
                  </a:cubicBezTo>
                  <a:cubicBezTo>
                    <a:pt x="1233" y="13216"/>
                    <a:pt x="1298" y="13127"/>
                    <a:pt x="1298" y="13037"/>
                  </a:cubicBezTo>
                  <a:cubicBezTo>
                    <a:pt x="1369" y="12942"/>
                    <a:pt x="1398" y="12903"/>
                    <a:pt x="1373" y="12903"/>
                  </a:cubicBezTo>
                  <a:cubicBezTo>
                    <a:pt x="1355" y="12903"/>
                    <a:pt x="1310" y="12923"/>
                    <a:pt x="1233" y="12956"/>
                  </a:cubicBezTo>
                  <a:cubicBezTo>
                    <a:pt x="1176" y="12956"/>
                    <a:pt x="1111" y="13127"/>
                    <a:pt x="1111" y="13208"/>
                  </a:cubicBezTo>
                  <a:lnTo>
                    <a:pt x="1111" y="13467"/>
                  </a:lnTo>
                  <a:lnTo>
                    <a:pt x="1054" y="13208"/>
                  </a:lnTo>
                  <a:cubicBezTo>
                    <a:pt x="1054" y="13127"/>
                    <a:pt x="998" y="12956"/>
                    <a:pt x="933" y="12948"/>
                  </a:cubicBezTo>
                  <a:cubicBezTo>
                    <a:pt x="933" y="12948"/>
                    <a:pt x="876" y="12948"/>
                    <a:pt x="876" y="12867"/>
                  </a:cubicBezTo>
                  <a:lnTo>
                    <a:pt x="998" y="12867"/>
                  </a:lnTo>
                  <a:cubicBezTo>
                    <a:pt x="1027" y="12925"/>
                    <a:pt x="1089" y="12957"/>
                    <a:pt x="1154" y="12957"/>
                  </a:cubicBezTo>
                  <a:cubicBezTo>
                    <a:pt x="1161" y="12957"/>
                    <a:pt x="1169" y="12957"/>
                    <a:pt x="1176" y="12956"/>
                  </a:cubicBezTo>
                  <a:cubicBezTo>
                    <a:pt x="1298" y="12867"/>
                    <a:pt x="1354" y="12616"/>
                    <a:pt x="1241" y="12616"/>
                  </a:cubicBezTo>
                  <a:cubicBezTo>
                    <a:pt x="1241" y="12527"/>
                    <a:pt x="1241" y="12527"/>
                    <a:pt x="1298" y="12445"/>
                  </a:cubicBezTo>
                  <a:cubicBezTo>
                    <a:pt x="1354" y="12445"/>
                    <a:pt x="1363" y="12356"/>
                    <a:pt x="1241" y="12267"/>
                  </a:cubicBezTo>
                  <a:cubicBezTo>
                    <a:pt x="1119" y="12186"/>
                    <a:pt x="1119" y="12097"/>
                    <a:pt x="1241" y="12016"/>
                  </a:cubicBezTo>
                  <a:cubicBezTo>
                    <a:pt x="1363" y="11846"/>
                    <a:pt x="1363" y="11505"/>
                    <a:pt x="1306" y="11505"/>
                  </a:cubicBezTo>
                  <a:cubicBezTo>
                    <a:pt x="1184" y="11497"/>
                    <a:pt x="1184" y="11246"/>
                    <a:pt x="1249" y="11156"/>
                  </a:cubicBezTo>
                  <a:cubicBezTo>
                    <a:pt x="1306" y="11083"/>
                    <a:pt x="1306" y="10978"/>
                    <a:pt x="1249" y="10905"/>
                  </a:cubicBezTo>
                  <a:cubicBezTo>
                    <a:pt x="1330" y="10889"/>
                    <a:pt x="1363" y="10792"/>
                    <a:pt x="1306" y="10735"/>
                  </a:cubicBezTo>
                  <a:cubicBezTo>
                    <a:pt x="1306" y="10735"/>
                    <a:pt x="1306" y="10693"/>
                    <a:pt x="1287" y="10693"/>
                  </a:cubicBezTo>
                  <a:cubicBezTo>
                    <a:pt x="1279" y="10693"/>
                    <a:pt x="1267" y="10701"/>
                    <a:pt x="1249" y="10727"/>
                  </a:cubicBezTo>
                  <a:lnTo>
                    <a:pt x="1127" y="10556"/>
                  </a:lnTo>
                  <a:cubicBezTo>
                    <a:pt x="1127" y="10646"/>
                    <a:pt x="1071" y="10646"/>
                    <a:pt x="1006" y="10646"/>
                  </a:cubicBezTo>
                  <a:cubicBezTo>
                    <a:pt x="949" y="10646"/>
                    <a:pt x="1014" y="10297"/>
                    <a:pt x="1192" y="10135"/>
                  </a:cubicBezTo>
                  <a:lnTo>
                    <a:pt x="1314" y="9965"/>
                  </a:lnTo>
                  <a:lnTo>
                    <a:pt x="1192" y="9956"/>
                  </a:lnTo>
                  <a:cubicBezTo>
                    <a:pt x="1192" y="9875"/>
                    <a:pt x="1192" y="9786"/>
                    <a:pt x="1249" y="9786"/>
                  </a:cubicBezTo>
                  <a:cubicBezTo>
                    <a:pt x="1314" y="9786"/>
                    <a:pt x="1314" y="9786"/>
                    <a:pt x="1314" y="9705"/>
                  </a:cubicBezTo>
                  <a:cubicBezTo>
                    <a:pt x="1314" y="9705"/>
                    <a:pt x="1314" y="9616"/>
                    <a:pt x="1257" y="9616"/>
                  </a:cubicBezTo>
                  <a:cubicBezTo>
                    <a:pt x="1136" y="9616"/>
                    <a:pt x="1136" y="9616"/>
                    <a:pt x="1192" y="9535"/>
                  </a:cubicBezTo>
                  <a:cubicBezTo>
                    <a:pt x="1314" y="9446"/>
                    <a:pt x="1314" y="9365"/>
                    <a:pt x="1192" y="9275"/>
                  </a:cubicBezTo>
                  <a:cubicBezTo>
                    <a:pt x="1079" y="9275"/>
                    <a:pt x="1079" y="9275"/>
                    <a:pt x="1192" y="9186"/>
                  </a:cubicBezTo>
                  <a:cubicBezTo>
                    <a:pt x="1195" y="9187"/>
                    <a:pt x="1198" y="9187"/>
                    <a:pt x="1201" y="9187"/>
                  </a:cubicBezTo>
                  <a:cubicBezTo>
                    <a:pt x="1262" y="9187"/>
                    <a:pt x="1314" y="9101"/>
                    <a:pt x="1314" y="9016"/>
                  </a:cubicBezTo>
                  <a:lnTo>
                    <a:pt x="1257" y="9016"/>
                  </a:lnTo>
                  <a:cubicBezTo>
                    <a:pt x="1136" y="9016"/>
                    <a:pt x="1136" y="8935"/>
                    <a:pt x="1200" y="8846"/>
                  </a:cubicBezTo>
                  <a:cubicBezTo>
                    <a:pt x="1257" y="8846"/>
                    <a:pt x="1257" y="8765"/>
                    <a:pt x="1200" y="8594"/>
                  </a:cubicBezTo>
                  <a:cubicBezTo>
                    <a:pt x="1200" y="8416"/>
                    <a:pt x="1200" y="8335"/>
                    <a:pt x="1257" y="8335"/>
                  </a:cubicBezTo>
                  <a:cubicBezTo>
                    <a:pt x="1379" y="8335"/>
                    <a:pt x="1379" y="8335"/>
                    <a:pt x="1257" y="8246"/>
                  </a:cubicBezTo>
                  <a:cubicBezTo>
                    <a:pt x="1200" y="8165"/>
                    <a:pt x="1200" y="8165"/>
                    <a:pt x="1265" y="7994"/>
                  </a:cubicBezTo>
                  <a:cubicBezTo>
                    <a:pt x="1322" y="7905"/>
                    <a:pt x="1322" y="7905"/>
                    <a:pt x="1265" y="7824"/>
                  </a:cubicBezTo>
                  <a:cubicBezTo>
                    <a:pt x="1247" y="7824"/>
                    <a:pt x="1229" y="7824"/>
                    <a:pt x="1214" y="7824"/>
                  </a:cubicBezTo>
                  <a:cubicBezTo>
                    <a:pt x="1127" y="7824"/>
                    <a:pt x="1086" y="7830"/>
                    <a:pt x="1079" y="7905"/>
                  </a:cubicBezTo>
                  <a:cubicBezTo>
                    <a:pt x="1079" y="7974"/>
                    <a:pt x="1079" y="7990"/>
                    <a:pt x="1053" y="7990"/>
                  </a:cubicBezTo>
                  <a:cubicBezTo>
                    <a:pt x="1045" y="7990"/>
                    <a:pt x="1035" y="7988"/>
                    <a:pt x="1022" y="7986"/>
                  </a:cubicBezTo>
                  <a:cubicBezTo>
                    <a:pt x="1022" y="7986"/>
                    <a:pt x="1022" y="7905"/>
                    <a:pt x="1022" y="7816"/>
                  </a:cubicBezTo>
                  <a:cubicBezTo>
                    <a:pt x="1030" y="7702"/>
                    <a:pt x="1006" y="7589"/>
                    <a:pt x="965" y="7475"/>
                  </a:cubicBezTo>
                  <a:cubicBezTo>
                    <a:pt x="937" y="7390"/>
                    <a:pt x="892" y="7348"/>
                    <a:pt x="862" y="7348"/>
                  </a:cubicBezTo>
                  <a:cubicBezTo>
                    <a:pt x="831" y="7348"/>
                    <a:pt x="815" y="7390"/>
                    <a:pt x="844" y="7475"/>
                  </a:cubicBezTo>
                  <a:lnTo>
                    <a:pt x="787" y="7565"/>
                  </a:lnTo>
                  <a:cubicBezTo>
                    <a:pt x="783" y="7564"/>
                    <a:pt x="779" y="7564"/>
                    <a:pt x="775" y="7564"/>
                  </a:cubicBezTo>
                  <a:cubicBezTo>
                    <a:pt x="609" y="7564"/>
                    <a:pt x="613" y="7727"/>
                    <a:pt x="787" y="7735"/>
                  </a:cubicBezTo>
                  <a:cubicBezTo>
                    <a:pt x="965" y="7735"/>
                    <a:pt x="965" y="7735"/>
                    <a:pt x="844" y="7816"/>
                  </a:cubicBezTo>
                  <a:cubicBezTo>
                    <a:pt x="722" y="7816"/>
                    <a:pt x="722" y="7905"/>
                    <a:pt x="722" y="7986"/>
                  </a:cubicBezTo>
                  <a:cubicBezTo>
                    <a:pt x="722" y="8075"/>
                    <a:pt x="722" y="8075"/>
                    <a:pt x="665" y="8075"/>
                  </a:cubicBezTo>
                  <a:cubicBezTo>
                    <a:pt x="600" y="8075"/>
                    <a:pt x="544" y="8156"/>
                    <a:pt x="544" y="8246"/>
                  </a:cubicBezTo>
                  <a:cubicBezTo>
                    <a:pt x="544" y="8327"/>
                    <a:pt x="544" y="8327"/>
                    <a:pt x="600" y="8327"/>
                  </a:cubicBezTo>
                  <a:cubicBezTo>
                    <a:pt x="612" y="8312"/>
                    <a:pt x="622" y="8305"/>
                    <a:pt x="629" y="8305"/>
                  </a:cubicBezTo>
                  <a:cubicBezTo>
                    <a:pt x="661" y="8305"/>
                    <a:pt x="643" y="8431"/>
                    <a:pt x="544" y="8497"/>
                  </a:cubicBezTo>
                  <a:cubicBezTo>
                    <a:pt x="479" y="8586"/>
                    <a:pt x="479" y="8586"/>
                    <a:pt x="600" y="8586"/>
                  </a:cubicBezTo>
                  <a:cubicBezTo>
                    <a:pt x="722" y="8586"/>
                    <a:pt x="722" y="8756"/>
                    <a:pt x="600" y="8846"/>
                  </a:cubicBezTo>
                  <a:cubicBezTo>
                    <a:pt x="600" y="8846"/>
                    <a:pt x="600" y="8927"/>
                    <a:pt x="600" y="9016"/>
                  </a:cubicBezTo>
                  <a:cubicBezTo>
                    <a:pt x="600" y="9097"/>
                    <a:pt x="657" y="9097"/>
                    <a:pt x="722" y="9105"/>
                  </a:cubicBezTo>
                  <a:cubicBezTo>
                    <a:pt x="836" y="9105"/>
                    <a:pt x="836" y="9105"/>
                    <a:pt x="779" y="9186"/>
                  </a:cubicBezTo>
                  <a:cubicBezTo>
                    <a:pt x="714" y="9275"/>
                    <a:pt x="657" y="9275"/>
                    <a:pt x="657" y="9275"/>
                  </a:cubicBezTo>
                  <a:cubicBezTo>
                    <a:pt x="655" y="9275"/>
                    <a:pt x="652" y="9275"/>
                    <a:pt x="650" y="9275"/>
                  </a:cubicBezTo>
                  <a:cubicBezTo>
                    <a:pt x="600" y="9275"/>
                    <a:pt x="600" y="9360"/>
                    <a:pt x="600" y="9446"/>
                  </a:cubicBezTo>
                  <a:cubicBezTo>
                    <a:pt x="600" y="9527"/>
                    <a:pt x="592" y="9697"/>
                    <a:pt x="657" y="9697"/>
                  </a:cubicBezTo>
                  <a:lnTo>
                    <a:pt x="592" y="9697"/>
                  </a:lnTo>
                  <a:cubicBezTo>
                    <a:pt x="592" y="9786"/>
                    <a:pt x="536" y="9786"/>
                    <a:pt x="592" y="9786"/>
                  </a:cubicBezTo>
                  <a:cubicBezTo>
                    <a:pt x="592" y="9875"/>
                    <a:pt x="568" y="9956"/>
                    <a:pt x="536" y="10037"/>
                  </a:cubicBezTo>
                  <a:cubicBezTo>
                    <a:pt x="490" y="10157"/>
                    <a:pt x="536" y="10320"/>
                    <a:pt x="610" y="10320"/>
                  </a:cubicBezTo>
                  <a:cubicBezTo>
                    <a:pt x="641" y="10320"/>
                    <a:pt x="678" y="10291"/>
                    <a:pt x="714" y="10216"/>
                  </a:cubicBezTo>
                  <a:lnTo>
                    <a:pt x="714" y="10297"/>
                  </a:lnTo>
                  <a:cubicBezTo>
                    <a:pt x="714" y="10386"/>
                    <a:pt x="771" y="10386"/>
                    <a:pt x="771" y="10386"/>
                  </a:cubicBezTo>
                  <a:cubicBezTo>
                    <a:pt x="836" y="10386"/>
                    <a:pt x="836" y="10475"/>
                    <a:pt x="836" y="10556"/>
                  </a:cubicBezTo>
                  <a:lnTo>
                    <a:pt x="714" y="10556"/>
                  </a:lnTo>
                  <a:cubicBezTo>
                    <a:pt x="679" y="10539"/>
                    <a:pt x="648" y="10531"/>
                    <a:pt x="623" y="10531"/>
                  </a:cubicBezTo>
                  <a:cubicBezTo>
                    <a:pt x="519" y="10531"/>
                    <a:pt x="506" y="10655"/>
                    <a:pt x="649" y="10727"/>
                  </a:cubicBezTo>
                  <a:lnTo>
                    <a:pt x="592" y="10727"/>
                  </a:lnTo>
                  <a:cubicBezTo>
                    <a:pt x="536" y="10727"/>
                    <a:pt x="527" y="10808"/>
                    <a:pt x="592" y="10986"/>
                  </a:cubicBezTo>
                  <a:cubicBezTo>
                    <a:pt x="592" y="11067"/>
                    <a:pt x="706" y="11156"/>
                    <a:pt x="771" y="11156"/>
                  </a:cubicBezTo>
                  <a:cubicBezTo>
                    <a:pt x="827" y="11156"/>
                    <a:pt x="827" y="11246"/>
                    <a:pt x="827" y="11246"/>
                  </a:cubicBezTo>
                  <a:cubicBezTo>
                    <a:pt x="827" y="11327"/>
                    <a:pt x="827" y="11327"/>
                    <a:pt x="771" y="11327"/>
                  </a:cubicBezTo>
                  <a:cubicBezTo>
                    <a:pt x="649" y="11327"/>
                    <a:pt x="649" y="11497"/>
                    <a:pt x="763" y="11586"/>
                  </a:cubicBezTo>
                  <a:lnTo>
                    <a:pt x="706" y="11586"/>
                  </a:lnTo>
                  <a:cubicBezTo>
                    <a:pt x="704" y="11586"/>
                    <a:pt x="701" y="11586"/>
                    <a:pt x="699" y="11586"/>
                  </a:cubicBezTo>
                  <a:cubicBezTo>
                    <a:pt x="644" y="11586"/>
                    <a:pt x="586" y="11684"/>
                    <a:pt x="641" y="12097"/>
                  </a:cubicBezTo>
                  <a:cubicBezTo>
                    <a:pt x="641" y="12437"/>
                    <a:pt x="641" y="12697"/>
                    <a:pt x="584" y="12697"/>
                  </a:cubicBezTo>
                  <a:cubicBezTo>
                    <a:pt x="583" y="12697"/>
                    <a:pt x="583" y="12697"/>
                    <a:pt x="582" y="12697"/>
                  </a:cubicBezTo>
                  <a:cubicBezTo>
                    <a:pt x="522" y="12697"/>
                    <a:pt x="642" y="13039"/>
                    <a:pt x="754" y="13208"/>
                  </a:cubicBezTo>
                  <a:cubicBezTo>
                    <a:pt x="698" y="13208"/>
                    <a:pt x="698" y="13297"/>
                    <a:pt x="698" y="13467"/>
                  </a:cubicBezTo>
                  <a:cubicBezTo>
                    <a:pt x="698" y="13718"/>
                    <a:pt x="698" y="13718"/>
                    <a:pt x="633" y="13718"/>
                  </a:cubicBezTo>
                  <a:cubicBezTo>
                    <a:pt x="586" y="13685"/>
                    <a:pt x="559" y="13666"/>
                    <a:pt x="551" y="13666"/>
                  </a:cubicBezTo>
                  <a:cubicBezTo>
                    <a:pt x="538" y="13666"/>
                    <a:pt x="566" y="13707"/>
                    <a:pt x="633" y="13808"/>
                  </a:cubicBezTo>
                  <a:cubicBezTo>
                    <a:pt x="754" y="13897"/>
                    <a:pt x="698" y="14148"/>
                    <a:pt x="576" y="14148"/>
                  </a:cubicBezTo>
                  <a:cubicBezTo>
                    <a:pt x="511" y="14148"/>
                    <a:pt x="511" y="14229"/>
                    <a:pt x="511" y="14408"/>
                  </a:cubicBezTo>
                  <a:cubicBezTo>
                    <a:pt x="576" y="14489"/>
                    <a:pt x="576" y="14659"/>
                    <a:pt x="568" y="14829"/>
                  </a:cubicBezTo>
                  <a:cubicBezTo>
                    <a:pt x="568" y="15089"/>
                    <a:pt x="568" y="15089"/>
                    <a:pt x="690" y="15089"/>
                  </a:cubicBezTo>
                  <a:cubicBezTo>
                    <a:pt x="811" y="15089"/>
                    <a:pt x="811" y="15178"/>
                    <a:pt x="811" y="15348"/>
                  </a:cubicBezTo>
                  <a:cubicBezTo>
                    <a:pt x="811" y="15437"/>
                    <a:pt x="803" y="15518"/>
                    <a:pt x="746" y="15518"/>
                  </a:cubicBezTo>
                  <a:cubicBezTo>
                    <a:pt x="714" y="15567"/>
                    <a:pt x="690" y="15632"/>
                    <a:pt x="690" y="15689"/>
                  </a:cubicBezTo>
                  <a:cubicBezTo>
                    <a:pt x="690" y="15778"/>
                    <a:pt x="681" y="15859"/>
                    <a:pt x="625" y="15859"/>
                  </a:cubicBezTo>
                  <a:cubicBezTo>
                    <a:pt x="584" y="15940"/>
                    <a:pt x="560" y="16029"/>
                    <a:pt x="568" y="16118"/>
                  </a:cubicBezTo>
                  <a:cubicBezTo>
                    <a:pt x="560" y="16289"/>
                    <a:pt x="560" y="16459"/>
                    <a:pt x="503" y="16459"/>
                  </a:cubicBezTo>
                  <a:cubicBezTo>
                    <a:pt x="503" y="16540"/>
                    <a:pt x="503" y="16540"/>
                    <a:pt x="560" y="16540"/>
                  </a:cubicBezTo>
                  <a:cubicBezTo>
                    <a:pt x="625" y="16548"/>
                    <a:pt x="681" y="16629"/>
                    <a:pt x="617" y="16970"/>
                  </a:cubicBezTo>
                  <a:cubicBezTo>
                    <a:pt x="617" y="17140"/>
                    <a:pt x="617" y="17399"/>
                    <a:pt x="681" y="17399"/>
                  </a:cubicBezTo>
                  <a:cubicBezTo>
                    <a:pt x="673" y="17488"/>
                    <a:pt x="673" y="17488"/>
                    <a:pt x="617" y="17488"/>
                  </a:cubicBezTo>
                  <a:cubicBezTo>
                    <a:pt x="614" y="17488"/>
                    <a:pt x="611" y="17488"/>
                    <a:pt x="609" y="17488"/>
                  </a:cubicBezTo>
                  <a:cubicBezTo>
                    <a:pt x="495" y="17488"/>
                    <a:pt x="498" y="17662"/>
                    <a:pt x="617" y="17829"/>
                  </a:cubicBezTo>
                  <a:cubicBezTo>
                    <a:pt x="673" y="17829"/>
                    <a:pt x="673" y="17910"/>
                    <a:pt x="617" y="17999"/>
                  </a:cubicBezTo>
                  <a:cubicBezTo>
                    <a:pt x="617" y="18064"/>
                    <a:pt x="641" y="18121"/>
                    <a:pt x="673" y="18170"/>
                  </a:cubicBezTo>
                  <a:cubicBezTo>
                    <a:pt x="730" y="18259"/>
                    <a:pt x="730" y="18259"/>
                    <a:pt x="673" y="18429"/>
                  </a:cubicBezTo>
                  <a:cubicBezTo>
                    <a:pt x="609" y="18429"/>
                    <a:pt x="609" y="18510"/>
                    <a:pt x="609" y="18599"/>
                  </a:cubicBezTo>
                  <a:cubicBezTo>
                    <a:pt x="673" y="18770"/>
                    <a:pt x="665" y="19710"/>
                    <a:pt x="609" y="19799"/>
                  </a:cubicBezTo>
                  <a:cubicBezTo>
                    <a:pt x="665" y="19880"/>
                    <a:pt x="665" y="19880"/>
                    <a:pt x="665" y="19969"/>
                  </a:cubicBezTo>
                  <a:cubicBezTo>
                    <a:pt x="544" y="20051"/>
                    <a:pt x="600" y="20140"/>
                    <a:pt x="722" y="20140"/>
                  </a:cubicBezTo>
                  <a:lnTo>
                    <a:pt x="722" y="20051"/>
                  </a:lnTo>
                  <a:lnTo>
                    <a:pt x="722" y="19969"/>
                  </a:lnTo>
                  <a:cubicBezTo>
                    <a:pt x="842" y="19969"/>
                    <a:pt x="844" y="20221"/>
                    <a:pt x="673" y="20221"/>
                  </a:cubicBezTo>
                  <a:cubicBezTo>
                    <a:pt x="671" y="20221"/>
                    <a:pt x="668" y="20221"/>
                    <a:pt x="665" y="20221"/>
                  </a:cubicBezTo>
                  <a:cubicBezTo>
                    <a:pt x="544" y="20310"/>
                    <a:pt x="544" y="20310"/>
                    <a:pt x="657" y="20399"/>
                  </a:cubicBezTo>
                  <a:cubicBezTo>
                    <a:pt x="779" y="20480"/>
                    <a:pt x="779" y="20569"/>
                    <a:pt x="665" y="20650"/>
                  </a:cubicBezTo>
                  <a:cubicBezTo>
                    <a:pt x="544" y="20650"/>
                    <a:pt x="544" y="20650"/>
                    <a:pt x="673" y="20740"/>
                  </a:cubicBezTo>
                  <a:cubicBezTo>
                    <a:pt x="917" y="20902"/>
                    <a:pt x="990" y="21145"/>
                    <a:pt x="746" y="21161"/>
                  </a:cubicBezTo>
                  <a:cubicBezTo>
                    <a:pt x="742" y="21161"/>
                    <a:pt x="738" y="21161"/>
                    <a:pt x="734" y="21161"/>
                  </a:cubicBezTo>
                  <a:cubicBezTo>
                    <a:pt x="642" y="21161"/>
                    <a:pt x="568" y="21246"/>
                    <a:pt x="576" y="21340"/>
                  </a:cubicBezTo>
                  <a:cubicBezTo>
                    <a:pt x="582" y="21401"/>
                    <a:pt x="616" y="21416"/>
                    <a:pt x="661" y="21416"/>
                  </a:cubicBezTo>
                  <a:cubicBezTo>
                    <a:pt x="675" y="21416"/>
                    <a:pt x="690" y="21415"/>
                    <a:pt x="706" y="21413"/>
                  </a:cubicBezTo>
                  <a:cubicBezTo>
                    <a:pt x="737" y="21388"/>
                    <a:pt x="760" y="21376"/>
                    <a:pt x="774" y="21376"/>
                  </a:cubicBezTo>
                  <a:cubicBezTo>
                    <a:pt x="811" y="21376"/>
                    <a:pt x="788" y="21454"/>
                    <a:pt x="706" y="21583"/>
                  </a:cubicBezTo>
                  <a:cubicBezTo>
                    <a:pt x="536" y="21859"/>
                    <a:pt x="584" y="22029"/>
                    <a:pt x="730" y="22264"/>
                  </a:cubicBezTo>
                  <a:cubicBezTo>
                    <a:pt x="854" y="22500"/>
                    <a:pt x="905" y="22697"/>
                    <a:pt x="864" y="22697"/>
                  </a:cubicBezTo>
                  <a:cubicBezTo>
                    <a:pt x="849" y="22697"/>
                    <a:pt x="821" y="22669"/>
                    <a:pt x="779" y="22604"/>
                  </a:cubicBezTo>
                  <a:cubicBezTo>
                    <a:pt x="710" y="22531"/>
                    <a:pt x="675" y="22493"/>
                    <a:pt x="668" y="22493"/>
                  </a:cubicBezTo>
                  <a:lnTo>
                    <a:pt x="668" y="22493"/>
                  </a:lnTo>
                  <a:cubicBezTo>
                    <a:pt x="661" y="22493"/>
                    <a:pt x="681" y="22531"/>
                    <a:pt x="722" y="22613"/>
                  </a:cubicBezTo>
                  <a:cubicBezTo>
                    <a:pt x="746" y="22783"/>
                    <a:pt x="771" y="22953"/>
                    <a:pt x="787" y="23042"/>
                  </a:cubicBezTo>
                  <a:cubicBezTo>
                    <a:pt x="809" y="23116"/>
                    <a:pt x="871" y="23182"/>
                    <a:pt x="930" y="23182"/>
                  </a:cubicBezTo>
                  <a:cubicBezTo>
                    <a:pt x="937" y="23182"/>
                    <a:pt x="943" y="23182"/>
                    <a:pt x="949" y="23180"/>
                  </a:cubicBezTo>
                  <a:lnTo>
                    <a:pt x="949" y="23180"/>
                  </a:lnTo>
                  <a:cubicBezTo>
                    <a:pt x="836" y="23310"/>
                    <a:pt x="852" y="23504"/>
                    <a:pt x="990" y="23610"/>
                  </a:cubicBezTo>
                  <a:lnTo>
                    <a:pt x="1030" y="23772"/>
                  </a:lnTo>
                  <a:cubicBezTo>
                    <a:pt x="1054" y="23853"/>
                    <a:pt x="1054" y="23861"/>
                    <a:pt x="1136" y="23926"/>
                  </a:cubicBezTo>
                  <a:cubicBezTo>
                    <a:pt x="1208" y="23991"/>
                    <a:pt x="1176" y="24088"/>
                    <a:pt x="1136" y="24185"/>
                  </a:cubicBezTo>
                  <a:cubicBezTo>
                    <a:pt x="1114" y="24273"/>
                    <a:pt x="1085" y="24367"/>
                    <a:pt x="1121" y="24367"/>
                  </a:cubicBezTo>
                  <a:cubicBezTo>
                    <a:pt x="1125" y="24367"/>
                    <a:pt x="1130" y="24366"/>
                    <a:pt x="1136" y="24364"/>
                  </a:cubicBezTo>
                  <a:cubicBezTo>
                    <a:pt x="1138" y="24363"/>
                    <a:pt x="1142" y="24363"/>
                    <a:pt x="1145" y="24363"/>
                  </a:cubicBezTo>
                  <a:cubicBezTo>
                    <a:pt x="1205" y="24363"/>
                    <a:pt x="1318" y="24497"/>
                    <a:pt x="1395" y="24550"/>
                  </a:cubicBezTo>
                  <a:cubicBezTo>
                    <a:pt x="1465" y="24601"/>
                    <a:pt x="1460" y="24673"/>
                    <a:pt x="1415" y="24673"/>
                  </a:cubicBezTo>
                  <a:cubicBezTo>
                    <a:pt x="1403" y="24673"/>
                    <a:pt x="1388" y="24668"/>
                    <a:pt x="1371" y="24656"/>
                  </a:cubicBezTo>
                  <a:cubicBezTo>
                    <a:pt x="1314" y="24672"/>
                    <a:pt x="1314" y="24672"/>
                    <a:pt x="1314" y="24850"/>
                  </a:cubicBezTo>
                  <a:cubicBezTo>
                    <a:pt x="1337" y="24928"/>
                    <a:pt x="1397" y="25078"/>
                    <a:pt x="1452" y="25078"/>
                  </a:cubicBezTo>
                  <a:cubicBezTo>
                    <a:pt x="1454" y="25078"/>
                    <a:pt x="1457" y="25078"/>
                    <a:pt x="1460" y="25077"/>
                  </a:cubicBezTo>
                  <a:cubicBezTo>
                    <a:pt x="1461" y="25076"/>
                    <a:pt x="1463" y="25076"/>
                    <a:pt x="1465" y="25076"/>
                  </a:cubicBezTo>
                  <a:cubicBezTo>
                    <a:pt x="1491" y="25076"/>
                    <a:pt x="1544" y="25183"/>
                    <a:pt x="1590" y="25312"/>
                  </a:cubicBezTo>
                  <a:cubicBezTo>
                    <a:pt x="1638" y="25410"/>
                    <a:pt x="1679" y="25515"/>
                    <a:pt x="1687" y="25629"/>
                  </a:cubicBezTo>
                  <a:lnTo>
                    <a:pt x="1760" y="25783"/>
                  </a:lnTo>
                  <a:cubicBezTo>
                    <a:pt x="1800" y="25856"/>
                    <a:pt x="1890" y="25912"/>
                    <a:pt x="1922" y="25985"/>
                  </a:cubicBezTo>
                  <a:cubicBezTo>
                    <a:pt x="1954" y="26042"/>
                    <a:pt x="1995" y="26083"/>
                    <a:pt x="2052" y="26115"/>
                  </a:cubicBezTo>
                  <a:cubicBezTo>
                    <a:pt x="2084" y="26188"/>
                    <a:pt x="2125" y="26269"/>
                    <a:pt x="2068" y="26293"/>
                  </a:cubicBezTo>
                  <a:cubicBezTo>
                    <a:pt x="2214" y="26318"/>
                    <a:pt x="2206" y="26318"/>
                    <a:pt x="2149" y="26448"/>
                  </a:cubicBezTo>
                  <a:cubicBezTo>
                    <a:pt x="2044" y="26504"/>
                    <a:pt x="2044" y="26504"/>
                    <a:pt x="2190" y="26520"/>
                  </a:cubicBezTo>
                  <a:cubicBezTo>
                    <a:pt x="2287" y="26561"/>
                    <a:pt x="2287" y="26561"/>
                    <a:pt x="2279" y="26666"/>
                  </a:cubicBezTo>
                  <a:cubicBezTo>
                    <a:pt x="2238" y="26687"/>
                    <a:pt x="2260" y="26747"/>
                    <a:pt x="2301" y="26747"/>
                  </a:cubicBezTo>
                  <a:cubicBezTo>
                    <a:pt x="2309" y="26747"/>
                    <a:pt x="2318" y="26745"/>
                    <a:pt x="2327" y="26739"/>
                  </a:cubicBezTo>
                  <a:cubicBezTo>
                    <a:pt x="2473" y="26756"/>
                    <a:pt x="2652" y="26934"/>
                    <a:pt x="2554" y="26999"/>
                  </a:cubicBezTo>
                  <a:cubicBezTo>
                    <a:pt x="2587" y="27047"/>
                    <a:pt x="2635" y="27088"/>
                    <a:pt x="2692" y="27112"/>
                  </a:cubicBezTo>
                  <a:cubicBezTo>
                    <a:pt x="2830" y="27120"/>
                    <a:pt x="2830" y="27120"/>
                    <a:pt x="2733" y="27185"/>
                  </a:cubicBezTo>
                  <a:cubicBezTo>
                    <a:pt x="2676" y="27323"/>
                    <a:pt x="2717" y="27396"/>
                    <a:pt x="2871" y="27396"/>
                  </a:cubicBezTo>
                  <a:cubicBezTo>
                    <a:pt x="2927" y="27420"/>
                    <a:pt x="2968" y="27477"/>
                    <a:pt x="2968" y="27534"/>
                  </a:cubicBezTo>
                  <a:cubicBezTo>
                    <a:pt x="3010" y="27682"/>
                    <a:pt x="3212" y="28038"/>
                    <a:pt x="3290" y="28038"/>
                  </a:cubicBezTo>
                  <a:cubicBezTo>
                    <a:pt x="3302" y="28038"/>
                    <a:pt x="3311" y="28030"/>
                    <a:pt x="3317" y="28012"/>
                  </a:cubicBezTo>
                  <a:lnTo>
                    <a:pt x="3422" y="28142"/>
                  </a:lnTo>
                  <a:cubicBezTo>
                    <a:pt x="3471" y="28320"/>
                    <a:pt x="3527" y="28385"/>
                    <a:pt x="3633" y="28410"/>
                  </a:cubicBezTo>
                  <a:lnTo>
                    <a:pt x="3730" y="28434"/>
                  </a:lnTo>
                  <a:cubicBezTo>
                    <a:pt x="3689" y="28474"/>
                    <a:pt x="3698" y="28572"/>
                    <a:pt x="3754" y="28637"/>
                  </a:cubicBezTo>
                  <a:cubicBezTo>
                    <a:pt x="3786" y="28673"/>
                    <a:pt x="3800" y="28689"/>
                    <a:pt x="3815" y="28689"/>
                  </a:cubicBezTo>
                  <a:cubicBezTo>
                    <a:pt x="3826" y="28689"/>
                    <a:pt x="3838" y="28679"/>
                    <a:pt x="3860" y="28661"/>
                  </a:cubicBezTo>
                  <a:cubicBezTo>
                    <a:pt x="3854" y="28621"/>
                    <a:pt x="3858" y="28605"/>
                    <a:pt x="3869" y="28605"/>
                  </a:cubicBezTo>
                  <a:cubicBezTo>
                    <a:pt x="3887" y="28605"/>
                    <a:pt x="3922" y="28645"/>
                    <a:pt x="3957" y="28685"/>
                  </a:cubicBezTo>
                  <a:cubicBezTo>
                    <a:pt x="4014" y="28742"/>
                    <a:pt x="4022" y="28847"/>
                    <a:pt x="3981" y="28888"/>
                  </a:cubicBezTo>
                  <a:lnTo>
                    <a:pt x="4038" y="28953"/>
                  </a:lnTo>
                  <a:cubicBezTo>
                    <a:pt x="4069" y="28925"/>
                    <a:pt x="4096" y="28914"/>
                    <a:pt x="4116" y="28914"/>
                  </a:cubicBezTo>
                  <a:cubicBezTo>
                    <a:pt x="4154" y="28914"/>
                    <a:pt x="4167" y="28951"/>
                    <a:pt x="4135" y="28977"/>
                  </a:cubicBezTo>
                  <a:cubicBezTo>
                    <a:pt x="4152" y="29066"/>
                    <a:pt x="4200" y="29147"/>
                    <a:pt x="4265" y="29204"/>
                  </a:cubicBezTo>
                  <a:cubicBezTo>
                    <a:pt x="4272" y="29197"/>
                    <a:pt x="4278" y="29195"/>
                    <a:pt x="4283" y="29195"/>
                  </a:cubicBezTo>
                  <a:cubicBezTo>
                    <a:pt x="4301" y="29195"/>
                    <a:pt x="4308" y="29226"/>
                    <a:pt x="4295" y="29226"/>
                  </a:cubicBezTo>
                  <a:cubicBezTo>
                    <a:pt x="4289" y="29226"/>
                    <a:pt x="4279" y="29220"/>
                    <a:pt x="4265" y="29204"/>
                  </a:cubicBezTo>
                  <a:lnTo>
                    <a:pt x="4225" y="29245"/>
                  </a:lnTo>
                  <a:cubicBezTo>
                    <a:pt x="4232" y="29292"/>
                    <a:pt x="4244" y="29308"/>
                    <a:pt x="4259" y="29308"/>
                  </a:cubicBezTo>
                  <a:cubicBezTo>
                    <a:pt x="4277" y="29308"/>
                    <a:pt x="4299" y="29283"/>
                    <a:pt x="4322" y="29261"/>
                  </a:cubicBezTo>
                  <a:cubicBezTo>
                    <a:pt x="4322" y="29261"/>
                    <a:pt x="4387" y="29318"/>
                    <a:pt x="4452" y="29374"/>
                  </a:cubicBezTo>
                  <a:cubicBezTo>
                    <a:pt x="4490" y="29413"/>
                    <a:pt x="4526" y="29449"/>
                    <a:pt x="4545" y="29449"/>
                  </a:cubicBezTo>
                  <a:cubicBezTo>
                    <a:pt x="4558" y="29449"/>
                    <a:pt x="4564" y="29433"/>
                    <a:pt x="4557" y="29391"/>
                  </a:cubicBezTo>
                  <a:cubicBezTo>
                    <a:pt x="4583" y="29364"/>
                    <a:pt x="4609" y="29338"/>
                    <a:pt x="4642" y="29338"/>
                  </a:cubicBezTo>
                  <a:cubicBezTo>
                    <a:pt x="4660" y="29338"/>
                    <a:pt x="4680" y="29346"/>
                    <a:pt x="4703" y="29366"/>
                  </a:cubicBezTo>
                  <a:cubicBezTo>
                    <a:pt x="4711" y="29357"/>
                    <a:pt x="4718" y="29353"/>
                    <a:pt x="4724" y="29353"/>
                  </a:cubicBezTo>
                  <a:cubicBezTo>
                    <a:pt x="4741" y="29353"/>
                    <a:pt x="4746" y="29384"/>
                    <a:pt x="4731" y="29384"/>
                  </a:cubicBezTo>
                  <a:cubicBezTo>
                    <a:pt x="4725" y="29384"/>
                    <a:pt x="4716" y="29379"/>
                    <a:pt x="4703" y="29366"/>
                  </a:cubicBezTo>
                  <a:cubicBezTo>
                    <a:pt x="4662" y="29407"/>
                    <a:pt x="4614" y="29447"/>
                    <a:pt x="4679" y="29504"/>
                  </a:cubicBezTo>
                  <a:cubicBezTo>
                    <a:pt x="4743" y="29561"/>
                    <a:pt x="4703" y="29610"/>
                    <a:pt x="4703" y="29610"/>
                  </a:cubicBezTo>
                  <a:cubicBezTo>
                    <a:pt x="4557" y="29642"/>
                    <a:pt x="4849" y="29828"/>
                    <a:pt x="4954" y="29837"/>
                  </a:cubicBezTo>
                  <a:cubicBezTo>
                    <a:pt x="5157" y="29861"/>
                    <a:pt x="5214" y="29918"/>
                    <a:pt x="5141" y="30007"/>
                  </a:cubicBezTo>
                  <a:cubicBezTo>
                    <a:pt x="5098" y="30059"/>
                    <a:pt x="5139" y="30085"/>
                    <a:pt x="5215" y="30085"/>
                  </a:cubicBezTo>
                  <a:cubicBezTo>
                    <a:pt x="5281" y="30085"/>
                    <a:pt x="5374" y="30065"/>
                    <a:pt x="5457" y="30023"/>
                  </a:cubicBezTo>
                  <a:lnTo>
                    <a:pt x="5635" y="29934"/>
                  </a:lnTo>
                  <a:lnTo>
                    <a:pt x="5522" y="30080"/>
                  </a:lnTo>
                  <a:cubicBezTo>
                    <a:pt x="5441" y="30315"/>
                    <a:pt x="5441" y="30315"/>
                    <a:pt x="5716" y="30372"/>
                  </a:cubicBezTo>
                  <a:cubicBezTo>
                    <a:pt x="5887" y="30428"/>
                    <a:pt x="5887" y="30428"/>
                    <a:pt x="5854" y="30477"/>
                  </a:cubicBezTo>
                  <a:cubicBezTo>
                    <a:pt x="5814" y="30526"/>
                    <a:pt x="5887" y="30574"/>
                    <a:pt x="6089" y="30728"/>
                  </a:cubicBezTo>
                  <a:cubicBezTo>
                    <a:pt x="6243" y="30829"/>
                    <a:pt x="6324" y="30878"/>
                    <a:pt x="6369" y="30878"/>
                  </a:cubicBezTo>
                  <a:cubicBezTo>
                    <a:pt x="6385" y="30878"/>
                    <a:pt x="6397" y="30871"/>
                    <a:pt x="6406" y="30858"/>
                  </a:cubicBezTo>
                  <a:lnTo>
                    <a:pt x="6552" y="30947"/>
                  </a:lnTo>
                  <a:cubicBezTo>
                    <a:pt x="6556" y="31030"/>
                    <a:pt x="6616" y="31079"/>
                    <a:pt x="6665" y="31079"/>
                  </a:cubicBezTo>
                  <a:cubicBezTo>
                    <a:pt x="6702" y="31079"/>
                    <a:pt x="6733" y="31051"/>
                    <a:pt x="6730" y="30988"/>
                  </a:cubicBezTo>
                  <a:lnTo>
                    <a:pt x="6730" y="30988"/>
                  </a:lnTo>
                  <a:lnTo>
                    <a:pt x="6868" y="31069"/>
                  </a:lnTo>
                  <a:lnTo>
                    <a:pt x="6843" y="31126"/>
                  </a:lnTo>
                  <a:cubicBezTo>
                    <a:pt x="6819" y="31166"/>
                    <a:pt x="6941" y="31296"/>
                    <a:pt x="7557" y="31580"/>
                  </a:cubicBezTo>
                  <a:cubicBezTo>
                    <a:pt x="7768" y="31693"/>
                    <a:pt x="7987" y="31791"/>
                    <a:pt x="8205" y="31880"/>
                  </a:cubicBezTo>
                  <a:cubicBezTo>
                    <a:pt x="8240" y="31887"/>
                    <a:pt x="8266" y="31891"/>
                    <a:pt x="8288" y="31891"/>
                  </a:cubicBezTo>
                  <a:cubicBezTo>
                    <a:pt x="8338" y="31891"/>
                    <a:pt x="8359" y="31871"/>
                    <a:pt x="8376" y="31831"/>
                  </a:cubicBezTo>
                  <a:cubicBezTo>
                    <a:pt x="8424" y="31799"/>
                    <a:pt x="8466" y="31783"/>
                    <a:pt x="8496" y="31783"/>
                  </a:cubicBezTo>
                  <a:cubicBezTo>
                    <a:pt x="8541" y="31783"/>
                    <a:pt x="8559" y="31819"/>
                    <a:pt x="8530" y="31888"/>
                  </a:cubicBezTo>
                  <a:cubicBezTo>
                    <a:pt x="8517" y="31931"/>
                    <a:pt x="8547" y="31988"/>
                    <a:pt x="8569" y="31988"/>
                  </a:cubicBezTo>
                  <a:cubicBezTo>
                    <a:pt x="8576" y="31988"/>
                    <a:pt x="8583" y="31982"/>
                    <a:pt x="8587" y="31969"/>
                  </a:cubicBezTo>
                  <a:cubicBezTo>
                    <a:pt x="8676" y="32001"/>
                    <a:pt x="8749" y="32050"/>
                    <a:pt x="8805" y="32115"/>
                  </a:cubicBezTo>
                  <a:cubicBezTo>
                    <a:pt x="8927" y="32237"/>
                    <a:pt x="9011" y="32277"/>
                    <a:pt x="9064" y="32277"/>
                  </a:cubicBezTo>
                  <a:cubicBezTo>
                    <a:pt x="9099" y="32277"/>
                    <a:pt x="9120" y="32259"/>
                    <a:pt x="9130" y="32236"/>
                  </a:cubicBezTo>
                  <a:cubicBezTo>
                    <a:pt x="9114" y="32180"/>
                    <a:pt x="9113" y="32159"/>
                    <a:pt x="9121" y="32159"/>
                  </a:cubicBezTo>
                  <a:cubicBezTo>
                    <a:pt x="9133" y="32159"/>
                    <a:pt x="9168" y="32214"/>
                    <a:pt x="9203" y="32269"/>
                  </a:cubicBezTo>
                  <a:cubicBezTo>
                    <a:pt x="9252" y="32330"/>
                    <a:pt x="9301" y="32397"/>
                    <a:pt x="9329" y="32397"/>
                  </a:cubicBezTo>
                  <a:cubicBezTo>
                    <a:pt x="9338" y="32397"/>
                    <a:pt x="9345" y="32390"/>
                    <a:pt x="9349" y="32374"/>
                  </a:cubicBezTo>
                  <a:cubicBezTo>
                    <a:pt x="9366" y="32369"/>
                    <a:pt x="9393" y="32367"/>
                    <a:pt x="9427" y="32367"/>
                  </a:cubicBezTo>
                  <a:cubicBezTo>
                    <a:pt x="9603" y="32367"/>
                    <a:pt x="9952" y="32433"/>
                    <a:pt x="9924" y="32528"/>
                  </a:cubicBezTo>
                  <a:lnTo>
                    <a:pt x="10095" y="32577"/>
                  </a:lnTo>
                  <a:cubicBezTo>
                    <a:pt x="10100" y="32554"/>
                    <a:pt x="10124" y="32545"/>
                    <a:pt x="10160" y="32545"/>
                  </a:cubicBezTo>
                  <a:cubicBezTo>
                    <a:pt x="10225" y="32545"/>
                    <a:pt x="10330" y="32575"/>
                    <a:pt x="10435" y="32601"/>
                  </a:cubicBezTo>
                  <a:cubicBezTo>
                    <a:pt x="10605" y="32642"/>
                    <a:pt x="10686" y="32650"/>
                    <a:pt x="10678" y="32707"/>
                  </a:cubicBezTo>
                  <a:cubicBezTo>
                    <a:pt x="10620" y="32736"/>
                    <a:pt x="10626" y="32750"/>
                    <a:pt x="10680" y="32750"/>
                  </a:cubicBezTo>
                  <a:cubicBezTo>
                    <a:pt x="10716" y="32750"/>
                    <a:pt x="10774" y="32744"/>
                    <a:pt x="10849" y="32731"/>
                  </a:cubicBezTo>
                  <a:cubicBezTo>
                    <a:pt x="10854" y="32732"/>
                    <a:pt x="10860" y="32733"/>
                    <a:pt x="10866" y="32733"/>
                  </a:cubicBezTo>
                  <a:cubicBezTo>
                    <a:pt x="10939" y="32733"/>
                    <a:pt x="11026" y="32656"/>
                    <a:pt x="11098" y="32656"/>
                  </a:cubicBezTo>
                  <a:cubicBezTo>
                    <a:pt x="11104" y="32656"/>
                    <a:pt x="11110" y="32657"/>
                    <a:pt x="11116" y="32658"/>
                  </a:cubicBezTo>
                  <a:cubicBezTo>
                    <a:pt x="11130" y="32609"/>
                    <a:pt x="11199" y="32566"/>
                    <a:pt x="11270" y="32566"/>
                  </a:cubicBezTo>
                  <a:cubicBezTo>
                    <a:pt x="11281" y="32566"/>
                    <a:pt x="11292" y="32567"/>
                    <a:pt x="11303" y="32569"/>
                  </a:cubicBezTo>
                  <a:lnTo>
                    <a:pt x="11295" y="32626"/>
                  </a:lnTo>
                  <a:lnTo>
                    <a:pt x="11278" y="32739"/>
                  </a:lnTo>
                  <a:cubicBezTo>
                    <a:pt x="11315" y="32746"/>
                    <a:pt x="11352" y="32754"/>
                    <a:pt x="11384" y="32754"/>
                  </a:cubicBezTo>
                  <a:cubicBezTo>
                    <a:pt x="11423" y="32754"/>
                    <a:pt x="11452" y="32743"/>
                    <a:pt x="11457" y="32707"/>
                  </a:cubicBezTo>
                  <a:cubicBezTo>
                    <a:pt x="11530" y="32780"/>
                    <a:pt x="11611" y="32804"/>
                    <a:pt x="11781" y="32820"/>
                  </a:cubicBezTo>
                  <a:cubicBezTo>
                    <a:pt x="11841" y="32823"/>
                    <a:pt x="11901" y="32826"/>
                    <a:pt x="11958" y="32826"/>
                  </a:cubicBezTo>
                  <a:cubicBezTo>
                    <a:pt x="12062" y="32826"/>
                    <a:pt x="12153" y="32816"/>
                    <a:pt x="12211" y="32780"/>
                  </a:cubicBezTo>
                  <a:cubicBezTo>
                    <a:pt x="12252" y="32853"/>
                    <a:pt x="12436" y="32893"/>
                    <a:pt x="12604" y="32893"/>
                  </a:cubicBezTo>
                  <a:cubicBezTo>
                    <a:pt x="12733" y="32893"/>
                    <a:pt x="12853" y="32869"/>
                    <a:pt x="12892" y="32820"/>
                  </a:cubicBezTo>
                  <a:cubicBezTo>
                    <a:pt x="12892" y="32790"/>
                    <a:pt x="12909" y="32777"/>
                    <a:pt x="12937" y="32777"/>
                  </a:cubicBezTo>
                  <a:cubicBezTo>
                    <a:pt x="12969" y="32777"/>
                    <a:pt x="13014" y="32794"/>
                    <a:pt x="13062" y="32820"/>
                  </a:cubicBezTo>
                  <a:cubicBezTo>
                    <a:pt x="13101" y="32848"/>
                    <a:pt x="13121" y="32862"/>
                    <a:pt x="13142" y="32862"/>
                  </a:cubicBezTo>
                  <a:cubicBezTo>
                    <a:pt x="13164" y="32862"/>
                    <a:pt x="13186" y="32846"/>
                    <a:pt x="13232" y="32812"/>
                  </a:cubicBezTo>
                  <a:cubicBezTo>
                    <a:pt x="13258" y="32794"/>
                    <a:pt x="13283" y="32787"/>
                    <a:pt x="13309" y="32787"/>
                  </a:cubicBezTo>
                  <a:cubicBezTo>
                    <a:pt x="13365" y="32787"/>
                    <a:pt x="13423" y="32822"/>
                    <a:pt x="13484" y="32861"/>
                  </a:cubicBezTo>
                  <a:cubicBezTo>
                    <a:pt x="13533" y="32928"/>
                    <a:pt x="13583" y="32956"/>
                    <a:pt x="13631" y="32956"/>
                  </a:cubicBezTo>
                  <a:cubicBezTo>
                    <a:pt x="13669" y="32956"/>
                    <a:pt x="13707" y="32938"/>
                    <a:pt x="13743" y="32909"/>
                  </a:cubicBezTo>
                  <a:cubicBezTo>
                    <a:pt x="13881" y="32861"/>
                    <a:pt x="14019" y="32836"/>
                    <a:pt x="14165" y="32836"/>
                  </a:cubicBezTo>
                  <a:cubicBezTo>
                    <a:pt x="14335" y="32772"/>
                    <a:pt x="14416" y="32739"/>
                    <a:pt x="14327" y="32699"/>
                  </a:cubicBezTo>
                  <a:cubicBezTo>
                    <a:pt x="14319" y="32642"/>
                    <a:pt x="14400" y="32569"/>
                    <a:pt x="14400" y="32569"/>
                  </a:cubicBezTo>
                  <a:cubicBezTo>
                    <a:pt x="14461" y="32533"/>
                    <a:pt x="14499" y="32522"/>
                    <a:pt x="14518" y="32522"/>
                  </a:cubicBezTo>
                  <a:cubicBezTo>
                    <a:pt x="14546" y="32522"/>
                    <a:pt x="14530" y="32548"/>
                    <a:pt x="14481" y="32553"/>
                  </a:cubicBezTo>
                  <a:cubicBezTo>
                    <a:pt x="14319" y="32642"/>
                    <a:pt x="14400" y="32626"/>
                    <a:pt x="14489" y="32674"/>
                  </a:cubicBezTo>
                  <a:cubicBezTo>
                    <a:pt x="14550" y="32692"/>
                    <a:pt x="14613" y="32700"/>
                    <a:pt x="14676" y="32700"/>
                  </a:cubicBezTo>
                  <a:cubicBezTo>
                    <a:pt x="14731" y="32700"/>
                    <a:pt x="14785" y="32694"/>
                    <a:pt x="14838" y="32682"/>
                  </a:cubicBezTo>
                  <a:lnTo>
                    <a:pt x="15170" y="32634"/>
                  </a:lnTo>
                  <a:cubicBezTo>
                    <a:pt x="15248" y="32641"/>
                    <a:pt x="15310" y="32645"/>
                    <a:pt x="15359" y="32645"/>
                  </a:cubicBezTo>
                  <a:cubicBezTo>
                    <a:pt x="15474" y="32645"/>
                    <a:pt x="15514" y="32625"/>
                    <a:pt x="15502" y="32585"/>
                  </a:cubicBezTo>
                  <a:cubicBezTo>
                    <a:pt x="15499" y="32562"/>
                    <a:pt x="15497" y="32544"/>
                    <a:pt x="15495" y="32529"/>
                  </a:cubicBezTo>
                  <a:lnTo>
                    <a:pt x="15495" y="32529"/>
                  </a:lnTo>
                  <a:cubicBezTo>
                    <a:pt x="15513" y="32544"/>
                    <a:pt x="15551" y="32551"/>
                    <a:pt x="15604" y="32551"/>
                  </a:cubicBezTo>
                  <a:cubicBezTo>
                    <a:pt x="15875" y="32551"/>
                    <a:pt x="16513" y="32372"/>
                    <a:pt x="16563" y="32263"/>
                  </a:cubicBezTo>
                  <a:lnTo>
                    <a:pt x="16563" y="32263"/>
                  </a:lnTo>
                  <a:cubicBezTo>
                    <a:pt x="16569" y="32278"/>
                    <a:pt x="16575" y="32298"/>
                    <a:pt x="16581" y="32318"/>
                  </a:cubicBezTo>
                  <a:cubicBezTo>
                    <a:pt x="16588" y="32341"/>
                    <a:pt x="16606" y="32352"/>
                    <a:pt x="16636" y="32352"/>
                  </a:cubicBezTo>
                  <a:cubicBezTo>
                    <a:pt x="16679" y="32352"/>
                    <a:pt x="16746" y="32331"/>
                    <a:pt x="16840" y="32293"/>
                  </a:cubicBezTo>
                  <a:cubicBezTo>
                    <a:pt x="16921" y="32269"/>
                    <a:pt x="17221" y="32090"/>
                    <a:pt x="17456" y="32009"/>
                  </a:cubicBezTo>
                  <a:cubicBezTo>
                    <a:pt x="17781" y="31904"/>
                    <a:pt x="18016" y="31791"/>
                    <a:pt x="17992" y="31734"/>
                  </a:cubicBezTo>
                  <a:cubicBezTo>
                    <a:pt x="18025" y="31715"/>
                    <a:pt x="18043" y="31705"/>
                    <a:pt x="18055" y="31705"/>
                  </a:cubicBezTo>
                  <a:cubicBezTo>
                    <a:pt x="18070" y="31705"/>
                    <a:pt x="18076" y="31719"/>
                    <a:pt x="18089" y="31750"/>
                  </a:cubicBezTo>
                  <a:cubicBezTo>
                    <a:pt x="18062" y="31792"/>
                    <a:pt x="18066" y="31807"/>
                    <a:pt x="18085" y="31807"/>
                  </a:cubicBezTo>
                  <a:cubicBezTo>
                    <a:pt x="18106" y="31807"/>
                    <a:pt x="18147" y="31788"/>
                    <a:pt x="18186" y="31766"/>
                  </a:cubicBezTo>
                  <a:cubicBezTo>
                    <a:pt x="18267" y="31734"/>
                    <a:pt x="18243" y="31677"/>
                    <a:pt x="18219" y="31620"/>
                  </a:cubicBezTo>
                  <a:cubicBezTo>
                    <a:pt x="18194" y="31563"/>
                    <a:pt x="18267" y="31531"/>
                    <a:pt x="18446" y="31515"/>
                  </a:cubicBezTo>
                  <a:cubicBezTo>
                    <a:pt x="18624" y="31491"/>
                    <a:pt x="18940" y="31353"/>
                    <a:pt x="19046" y="31207"/>
                  </a:cubicBezTo>
                  <a:cubicBezTo>
                    <a:pt x="19095" y="31174"/>
                    <a:pt x="19145" y="31144"/>
                    <a:pt x="19182" y="31144"/>
                  </a:cubicBezTo>
                  <a:cubicBezTo>
                    <a:pt x="19199" y="31144"/>
                    <a:pt x="19214" y="31151"/>
                    <a:pt x="19224" y="31166"/>
                  </a:cubicBezTo>
                  <a:cubicBezTo>
                    <a:pt x="19236" y="31167"/>
                    <a:pt x="19248" y="31168"/>
                    <a:pt x="19260" y="31168"/>
                  </a:cubicBezTo>
                  <a:cubicBezTo>
                    <a:pt x="19400" y="31168"/>
                    <a:pt x="19529" y="31082"/>
                    <a:pt x="19589" y="30947"/>
                  </a:cubicBezTo>
                  <a:cubicBezTo>
                    <a:pt x="19624" y="30928"/>
                    <a:pt x="19642" y="30918"/>
                    <a:pt x="19655" y="30918"/>
                  </a:cubicBezTo>
                  <a:cubicBezTo>
                    <a:pt x="19669" y="30918"/>
                    <a:pt x="19677" y="30930"/>
                    <a:pt x="19694" y="30955"/>
                  </a:cubicBezTo>
                  <a:cubicBezTo>
                    <a:pt x="19739" y="30959"/>
                    <a:pt x="19771" y="30970"/>
                    <a:pt x="19793" y="30970"/>
                  </a:cubicBezTo>
                  <a:cubicBezTo>
                    <a:pt x="19823" y="30970"/>
                    <a:pt x="19835" y="30950"/>
                    <a:pt x="19840" y="30866"/>
                  </a:cubicBezTo>
                  <a:cubicBezTo>
                    <a:pt x="19970" y="30712"/>
                    <a:pt x="20140" y="30591"/>
                    <a:pt x="20327" y="30526"/>
                  </a:cubicBezTo>
                  <a:cubicBezTo>
                    <a:pt x="20400" y="30469"/>
                    <a:pt x="20464" y="30420"/>
                    <a:pt x="20432" y="30372"/>
                  </a:cubicBezTo>
                  <a:lnTo>
                    <a:pt x="20391" y="30323"/>
                  </a:lnTo>
                  <a:lnTo>
                    <a:pt x="20391" y="30323"/>
                  </a:lnTo>
                  <a:cubicBezTo>
                    <a:pt x="20442" y="30341"/>
                    <a:pt x="20475" y="30352"/>
                    <a:pt x="20496" y="30352"/>
                  </a:cubicBezTo>
                  <a:cubicBezTo>
                    <a:pt x="20533" y="30352"/>
                    <a:pt x="20534" y="30318"/>
                    <a:pt x="20529" y="30226"/>
                  </a:cubicBezTo>
                  <a:cubicBezTo>
                    <a:pt x="20505" y="30190"/>
                    <a:pt x="20534" y="30154"/>
                    <a:pt x="20568" y="30154"/>
                  </a:cubicBezTo>
                  <a:cubicBezTo>
                    <a:pt x="20579" y="30154"/>
                    <a:pt x="20592" y="30158"/>
                    <a:pt x="20602" y="30169"/>
                  </a:cubicBezTo>
                  <a:cubicBezTo>
                    <a:pt x="20659" y="30169"/>
                    <a:pt x="20724" y="30153"/>
                    <a:pt x="20773" y="30120"/>
                  </a:cubicBezTo>
                  <a:cubicBezTo>
                    <a:pt x="20854" y="30080"/>
                    <a:pt x="21121" y="29739"/>
                    <a:pt x="21437" y="29455"/>
                  </a:cubicBezTo>
                  <a:cubicBezTo>
                    <a:pt x="21624" y="29301"/>
                    <a:pt x="21786" y="29131"/>
                    <a:pt x="21940" y="28945"/>
                  </a:cubicBezTo>
                  <a:cubicBezTo>
                    <a:pt x="22037" y="28831"/>
                    <a:pt x="22070" y="28774"/>
                    <a:pt x="22045" y="28758"/>
                  </a:cubicBezTo>
                  <a:cubicBezTo>
                    <a:pt x="22062" y="28653"/>
                    <a:pt x="22062" y="28653"/>
                    <a:pt x="22159" y="28628"/>
                  </a:cubicBezTo>
                  <a:cubicBezTo>
                    <a:pt x="22248" y="28604"/>
                    <a:pt x="22321" y="28556"/>
                    <a:pt x="22378" y="28483"/>
                  </a:cubicBezTo>
                  <a:cubicBezTo>
                    <a:pt x="22423" y="28431"/>
                    <a:pt x="22469" y="28384"/>
                    <a:pt x="22510" y="28384"/>
                  </a:cubicBezTo>
                  <a:cubicBezTo>
                    <a:pt x="22520" y="28384"/>
                    <a:pt x="22530" y="28387"/>
                    <a:pt x="22540" y="28393"/>
                  </a:cubicBezTo>
                  <a:cubicBezTo>
                    <a:pt x="22548" y="28296"/>
                    <a:pt x="22548" y="28288"/>
                    <a:pt x="22597" y="28223"/>
                  </a:cubicBezTo>
                  <a:cubicBezTo>
                    <a:pt x="22606" y="28231"/>
                    <a:pt x="22616" y="28235"/>
                    <a:pt x="22625" y="28235"/>
                  </a:cubicBezTo>
                  <a:cubicBezTo>
                    <a:pt x="22663" y="28235"/>
                    <a:pt x="22696" y="28172"/>
                    <a:pt x="22702" y="28093"/>
                  </a:cubicBezTo>
                  <a:cubicBezTo>
                    <a:pt x="22674" y="28008"/>
                    <a:pt x="22662" y="27972"/>
                    <a:pt x="22677" y="27972"/>
                  </a:cubicBezTo>
                  <a:cubicBezTo>
                    <a:pt x="22687" y="27972"/>
                    <a:pt x="22711" y="27990"/>
                    <a:pt x="22751" y="28020"/>
                  </a:cubicBezTo>
                  <a:cubicBezTo>
                    <a:pt x="22756" y="28025"/>
                    <a:pt x="22763" y="28027"/>
                    <a:pt x="22771" y="28027"/>
                  </a:cubicBezTo>
                  <a:cubicBezTo>
                    <a:pt x="22833" y="28027"/>
                    <a:pt x="22962" y="27919"/>
                    <a:pt x="22918" y="27919"/>
                  </a:cubicBezTo>
                  <a:cubicBezTo>
                    <a:pt x="22913" y="27919"/>
                    <a:pt x="22906" y="27920"/>
                    <a:pt x="22897" y="27923"/>
                  </a:cubicBezTo>
                  <a:cubicBezTo>
                    <a:pt x="22848" y="27883"/>
                    <a:pt x="22954" y="27753"/>
                    <a:pt x="22954" y="27647"/>
                  </a:cubicBezTo>
                  <a:cubicBezTo>
                    <a:pt x="22999" y="27596"/>
                    <a:pt x="23039" y="27538"/>
                    <a:pt x="23078" y="27538"/>
                  </a:cubicBezTo>
                  <a:cubicBezTo>
                    <a:pt x="23088" y="27538"/>
                    <a:pt x="23098" y="27542"/>
                    <a:pt x="23108" y="27550"/>
                  </a:cubicBezTo>
                  <a:cubicBezTo>
                    <a:pt x="23221" y="27526"/>
                    <a:pt x="23391" y="27129"/>
                    <a:pt x="23383" y="27023"/>
                  </a:cubicBezTo>
                  <a:cubicBezTo>
                    <a:pt x="23343" y="26996"/>
                    <a:pt x="23369" y="26942"/>
                    <a:pt x="23407" y="26942"/>
                  </a:cubicBezTo>
                  <a:cubicBezTo>
                    <a:pt x="23415" y="26942"/>
                    <a:pt x="23423" y="26945"/>
                    <a:pt x="23432" y="26950"/>
                  </a:cubicBezTo>
                  <a:cubicBezTo>
                    <a:pt x="23440" y="26956"/>
                    <a:pt x="23448" y="26958"/>
                    <a:pt x="23456" y="26958"/>
                  </a:cubicBezTo>
                  <a:cubicBezTo>
                    <a:pt x="23494" y="26958"/>
                    <a:pt x="23529" y="26897"/>
                    <a:pt x="23570" y="26837"/>
                  </a:cubicBezTo>
                  <a:cubicBezTo>
                    <a:pt x="23566" y="26782"/>
                    <a:pt x="23576" y="26765"/>
                    <a:pt x="23596" y="26765"/>
                  </a:cubicBezTo>
                  <a:cubicBezTo>
                    <a:pt x="23614" y="26765"/>
                    <a:pt x="23639" y="26780"/>
                    <a:pt x="23667" y="26796"/>
                  </a:cubicBezTo>
                  <a:cubicBezTo>
                    <a:pt x="23667" y="26831"/>
                    <a:pt x="23672" y="26846"/>
                    <a:pt x="23682" y="26846"/>
                  </a:cubicBezTo>
                  <a:cubicBezTo>
                    <a:pt x="23703" y="26846"/>
                    <a:pt x="23745" y="26781"/>
                    <a:pt x="23805" y="26683"/>
                  </a:cubicBezTo>
                  <a:cubicBezTo>
                    <a:pt x="23821" y="26585"/>
                    <a:pt x="23853" y="26496"/>
                    <a:pt x="23902" y="26415"/>
                  </a:cubicBezTo>
                  <a:cubicBezTo>
                    <a:pt x="23959" y="26302"/>
                    <a:pt x="24024" y="26164"/>
                    <a:pt x="24072" y="26050"/>
                  </a:cubicBezTo>
                  <a:cubicBezTo>
                    <a:pt x="24267" y="25661"/>
                    <a:pt x="24251" y="25564"/>
                    <a:pt x="24210" y="25361"/>
                  </a:cubicBezTo>
                  <a:lnTo>
                    <a:pt x="24137" y="25239"/>
                  </a:lnTo>
                  <a:lnTo>
                    <a:pt x="24251" y="25288"/>
                  </a:lnTo>
                  <a:cubicBezTo>
                    <a:pt x="24278" y="25291"/>
                    <a:pt x="24304" y="25293"/>
                    <a:pt x="24331" y="25293"/>
                  </a:cubicBezTo>
                  <a:cubicBezTo>
                    <a:pt x="24369" y="25293"/>
                    <a:pt x="24407" y="25290"/>
                    <a:pt x="24445" y="25280"/>
                  </a:cubicBezTo>
                  <a:cubicBezTo>
                    <a:pt x="24478" y="25199"/>
                    <a:pt x="24421" y="25175"/>
                    <a:pt x="24364" y="25150"/>
                  </a:cubicBezTo>
                  <a:cubicBezTo>
                    <a:pt x="24308" y="25126"/>
                    <a:pt x="24340" y="25053"/>
                    <a:pt x="24453" y="24915"/>
                  </a:cubicBezTo>
                  <a:cubicBezTo>
                    <a:pt x="24567" y="24777"/>
                    <a:pt x="24599" y="24696"/>
                    <a:pt x="24575" y="24599"/>
                  </a:cubicBezTo>
                  <a:cubicBezTo>
                    <a:pt x="24591" y="24510"/>
                    <a:pt x="24648" y="24437"/>
                    <a:pt x="24721" y="24380"/>
                  </a:cubicBezTo>
                  <a:cubicBezTo>
                    <a:pt x="24745" y="24299"/>
                    <a:pt x="24745" y="24299"/>
                    <a:pt x="24689" y="24283"/>
                  </a:cubicBezTo>
                  <a:cubicBezTo>
                    <a:pt x="24632" y="24258"/>
                    <a:pt x="24664" y="24185"/>
                    <a:pt x="24745" y="24121"/>
                  </a:cubicBezTo>
                  <a:cubicBezTo>
                    <a:pt x="24883" y="24080"/>
                    <a:pt x="24948" y="23829"/>
                    <a:pt x="24891" y="23813"/>
                  </a:cubicBezTo>
                  <a:cubicBezTo>
                    <a:pt x="24835" y="23796"/>
                    <a:pt x="24851" y="23715"/>
                    <a:pt x="24875" y="23634"/>
                  </a:cubicBezTo>
                  <a:cubicBezTo>
                    <a:pt x="24907" y="23545"/>
                    <a:pt x="24907" y="23456"/>
                    <a:pt x="24883" y="23367"/>
                  </a:cubicBezTo>
                  <a:cubicBezTo>
                    <a:pt x="24899" y="23286"/>
                    <a:pt x="24924" y="23204"/>
                    <a:pt x="24924" y="23204"/>
                  </a:cubicBezTo>
                  <a:cubicBezTo>
                    <a:pt x="24930" y="23183"/>
                    <a:pt x="24937" y="23174"/>
                    <a:pt x="24944" y="23174"/>
                  </a:cubicBezTo>
                  <a:cubicBezTo>
                    <a:pt x="24962" y="23174"/>
                    <a:pt x="24976" y="23242"/>
                    <a:pt x="24964" y="23302"/>
                  </a:cubicBezTo>
                  <a:lnTo>
                    <a:pt x="25037" y="23237"/>
                  </a:lnTo>
                  <a:cubicBezTo>
                    <a:pt x="25086" y="23075"/>
                    <a:pt x="25110" y="22986"/>
                    <a:pt x="25062" y="22888"/>
                  </a:cubicBezTo>
                  <a:cubicBezTo>
                    <a:pt x="24990" y="22817"/>
                    <a:pt x="24967" y="22794"/>
                    <a:pt x="24995" y="22794"/>
                  </a:cubicBezTo>
                  <a:cubicBezTo>
                    <a:pt x="25008" y="22794"/>
                    <a:pt x="25033" y="22799"/>
                    <a:pt x="25070" y="22807"/>
                  </a:cubicBezTo>
                  <a:cubicBezTo>
                    <a:pt x="25076" y="22809"/>
                    <a:pt x="25082" y="22809"/>
                    <a:pt x="25088" y="22809"/>
                  </a:cubicBezTo>
                  <a:cubicBezTo>
                    <a:pt x="25147" y="22809"/>
                    <a:pt x="25203" y="22741"/>
                    <a:pt x="25159" y="22653"/>
                  </a:cubicBezTo>
                  <a:cubicBezTo>
                    <a:pt x="25059" y="22553"/>
                    <a:pt x="25119" y="22482"/>
                    <a:pt x="25174" y="22482"/>
                  </a:cubicBezTo>
                  <a:cubicBezTo>
                    <a:pt x="25177" y="22482"/>
                    <a:pt x="25180" y="22482"/>
                    <a:pt x="25183" y="22483"/>
                  </a:cubicBezTo>
                  <a:cubicBezTo>
                    <a:pt x="25220" y="22520"/>
                    <a:pt x="25244" y="22544"/>
                    <a:pt x="25257" y="22544"/>
                  </a:cubicBezTo>
                  <a:cubicBezTo>
                    <a:pt x="25281" y="22544"/>
                    <a:pt x="25266" y="22463"/>
                    <a:pt x="25224" y="22232"/>
                  </a:cubicBezTo>
                  <a:cubicBezTo>
                    <a:pt x="25248" y="21980"/>
                    <a:pt x="25256" y="21721"/>
                    <a:pt x="25256" y="21469"/>
                  </a:cubicBezTo>
                  <a:cubicBezTo>
                    <a:pt x="25272" y="21129"/>
                    <a:pt x="25280" y="20959"/>
                    <a:pt x="25345" y="20878"/>
                  </a:cubicBezTo>
                  <a:cubicBezTo>
                    <a:pt x="25351" y="20878"/>
                    <a:pt x="25356" y="20878"/>
                    <a:pt x="25361" y="20878"/>
                  </a:cubicBezTo>
                  <a:cubicBezTo>
                    <a:pt x="25371" y="20878"/>
                    <a:pt x="25379" y="20877"/>
                    <a:pt x="25387" y="20876"/>
                  </a:cubicBezTo>
                  <a:lnTo>
                    <a:pt x="25387" y="20876"/>
                  </a:lnTo>
                  <a:cubicBezTo>
                    <a:pt x="25394" y="20877"/>
                    <a:pt x="25402" y="20878"/>
                    <a:pt x="25410" y="20878"/>
                  </a:cubicBezTo>
                  <a:cubicBezTo>
                    <a:pt x="25413" y="20874"/>
                    <a:pt x="25415" y="20872"/>
                    <a:pt x="25417" y="20869"/>
                  </a:cubicBezTo>
                  <a:lnTo>
                    <a:pt x="25417" y="20869"/>
                  </a:lnTo>
                  <a:cubicBezTo>
                    <a:pt x="25409" y="20872"/>
                    <a:pt x="25399" y="20875"/>
                    <a:pt x="25387" y="20876"/>
                  </a:cubicBezTo>
                  <a:lnTo>
                    <a:pt x="25387" y="20876"/>
                  </a:lnTo>
                  <a:cubicBezTo>
                    <a:pt x="25290" y="20865"/>
                    <a:pt x="25297" y="20771"/>
                    <a:pt x="25305" y="20537"/>
                  </a:cubicBezTo>
                  <a:cubicBezTo>
                    <a:pt x="25362" y="20367"/>
                    <a:pt x="25345" y="20180"/>
                    <a:pt x="25248" y="20026"/>
                  </a:cubicBezTo>
                  <a:cubicBezTo>
                    <a:pt x="25248" y="20107"/>
                    <a:pt x="25248" y="20196"/>
                    <a:pt x="25248" y="20196"/>
                  </a:cubicBezTo>
                  <a:cubicBezTo>
                    <a:pt x="25135" y="20196"/>
                    <a:pt x="25135" y="20107"/>
                    <a:pt x="25191" y="19937"/>
                  </a:cubicBezTo>
                  <a:cubicBezTo>
                    <a:pt x="25191" y="19862"/>
                    <a:pt x="25238" y="19856"/>
                    <a:pt x="25286" y="19856"/>
                  </a:cubicBezTo>
                  <a:cubicBezTo>
                    <a:pt x="25295" y="19856"/>
                    <a:pt x="25304" y="19856"/>
                    <a:pt x="25313" y="19856"/>
                  </a:cubicBezTo>
                  <a:cubicBezTo>
                    <a:pt x="25370" y="19856"/>
                    <a:pt x="25434" y="19767"/>
                    <a:pt x="25434" y="19686"/>
                  </a:cubicBezTo>
                  <a:cubicBezTo>
                    <a:pt x="25434" y="19622"/>
                    <a:pt x="25434" y="19563"/>
                    <a:pt x="25411" y="19563"/>
                  </a:cubicBezTo>
                  <a:cubicBezTo>
                    <a:pt x="25402" y="19563"/>
                    <a:pt x="25388" y="19573"/>
                    <a:pt x="25370" y="19596"/>
                  </a:cubicBezTo>
                  <a:cubicBezTo>
                    <a:pt x="25313" y="19596"/>
                    <a:pt x="25313" y="19596"/>
                    <a:pt x="25313" y="19507"/>
                  </a:cubicBezTo>
                  <a:cubicBezTo>
                    <a:pt x="25321" y="19418"/>
                    <a:pt x="25305" y="19329"/>
                    <a:pt x="25256" y="19256"/>
                  </a:cubicBezTo>
                  <a:cubicBezTo>
                    <a:pt x="25199" y="19256"/>
                    <a:pt x="25199" y="19167"/>
                    <a:pt x="25199" y="19078"/>
                  </a:cubicBezTo>
                  <a:cubicBezTo>
                    <a:pt x="25240" y="19005"/>
                    <a:pt x="25256" y="18915"/>
                    <a:pt x="25256" y="18826"/>
                  </a:cubicBezTo>
                  <a:lnTo>
                    <a:pt x="25321" y="18826"/>
                  </a:lnTo>
                  <a:cubicBezTo>
                    <a:pt x="25378" y="18826"/>
                    <a:pt x="25434" y="18745"/>
                    <a:pt x="25434" y="18745"/>
                  </a:cubicBezTo>
                  <a:cubicBezTo>
                    <a:pt x="25434" y="18656"/>
                    <a:pt x="25378" y="18656"/>
                    <a:pt x="25378" y="18656"/>
                  </a:cubicBezTo>
                  <a:cubicBezTo>
                    <a:pt x="25321" y="18656"/>
                    <a:pt x="25329" y="16605"/>
                    <a:pt x="25329" y="16345"/>
                  </a:cubicBezTo>
                  <a:cubicBezTo>
                    <a:pt x="25385" y="16199"/>
                    <a:pt x="25393" y="15987"/>
                    <a:pt x="25353" y="15987"/>
                  </a:cubicBezTo>
                  <a:cubicBezTo>
                    <a:pt x="25346" y="15987"/>
                    <a:pt x="25338" y="15992"/>
                    <a:pt x="25329" y="16005"/>
                  </a:cubicBezTo>
                  <a:cubicBezTo>
                    <a:pt x="25272" y="16005"/>
                    <a:pt x="25272" y="15575"/>
                    <a:pt x="25280" y="15064"/>
                  </a:cubicBezTo>
                  <a:cubicBezTo>
                    <a:pt x="25280" y="14464"/>
                    <a:pt x="25280" y="14035"/>
                    <a:pt x="25224" y="14035"/>
                  </a:cubicBezTo>
                  <a:lnTo>
                    <a:pt x="25224" y="13775"/>
                  </a:lnTo>
                  <a:cubicBezTo>
                    <a:pt x="25224" y="13605"/>
                    <a:pt x="25167" y="13435"/>
                    <a:pt x="25167" y="13345"/>
                  </a:cubicBezTo>
                  <a:cubicBezTo>
                    <a:pt x="25127" y="13288"/>
                    <a:pt x="25115" y="13227"/>
                    <a:pt x="25131" y="13227"/>
                  </a:cubicBezTo>
                  <a:cubicBezTo>
                    <a:pt x="25138" y="13227"/>
                    <a:pt x="25150" y="13238"/>
                    <a:pt x="25167" y="13264"/>
                  </a:cubicBezTo>
                  <a:cubicBezTo>
                    <a:pt x="25224" y="13264"/>
                    <a:pt x="25289" y="13264"/>
                    <a:pt x="25289" y="13175"/>
                  </a:cubicBezTo>
                  <a:cubicBezTo>
                    <a:pt x="25289" y="13005"/>
                    <a:pt x="25232" y="13005"/>
                    <a:pt x="25167" y="13005"/>
                  </a:cubicBezTo>
                  <a:cubicBezTo>
                    <a:pt x="25110" y="13005"/>
                    <a:pt x="25110" y="12916"/>
                    <a:pt x="25110" y="12916"/>
                  </a:cubicBezTo>
                  <a:cubicBezTo>
                    <a:pt x="25110" y="12835"/>
                    <a:pt x="25110" y="12835"/>
                    <a:pt x="25167" y="12835"/>
                  </a:cubicBezTo>
                  <a:lnTo>
                    <a:pt x="25289" y="12835"/>
                  </a:lnTo>
                  <a:lnTo>
                    <a:pt x="25289" y="12754"/>
                  </a:lnTo>
                  <a:cubicBezTo>
                    <a:pt x="25232" y="12754"/>
                    <a:pt x="25232" y="12664"/>
                    <a:pt x="25232" y="12664"/>
                  </a:cubicBezTo>
                  <a:cubicBezTo>
                    <a:pt x="25232" y="12596"/>
                    <a:pt x="25232" y="12580"/>
                    <a:pt x="25287" y="12580"/>
                  </a:cubicBezTo>
                  <a:cubicBezTo>
                    <a:pt x="25304" y="12580"/>
                    <a:pt x="25325" y="12581"/>
                    <a:pt x="25353" y="12583"/>
                  </a:cubicBezTo>
                  <a:cubicBezTo>
                    <a:pt x="25467" y="12583"/>
                    <a:pt x="25467" y="12494"/>
                    <a:pt x="25353" y="12405"/>
                  </a:cubicBezTo>
                  <a:lnTo>
                    <a:pt x="25289" y="12235"/>
                  </a:lnTo>
                  <a:cubicBezTo>
                    <a:pt x="25410" y="12154"/>
                    <a:pt x="25297" y="11983"/>
                    <a:pt x="25232" y="11894"/>
                  </a:cubicBezTo>
                  <a:cubicBezTo>
                    <a:pt x="25353" y="11813"/>
                    <a:pt x="25353" y="11724"/>
                    <a:pt x="25232" y="11635"/>
                  </a:cubicBezTo>
                  <a:cubicBezTo>
                    <a:pt x="25175" y="11635"/>
                    <a:pt x="25175" y="11554"/>
                    <a:pt x="25240" y="11464"/>
                  </a:cubicBezTo>
                  <a:cubicBezTo>
                    <a:pt x="25297" y="11383"/>
                    <a:pt x="25297" y="11294"/>
                    <a:pt x="25297" y="11124"/>
                  </a:cubicBezTo>
                  <a:cubicBezTo>
                    <a:pt x="25240" y="11035"/>
                    <a:pt x="25240" y="10443"/>
                    <a:pt x="25248" y="9754"/>
                  </a:cubicBezTo>
                  <a:cubicBezTo>
                    <a:pt x="25248" y="8983"/>
                    <a:pt x="25248" y="8473"/>
                    <a:pt x="25191" y="8473"/>
                  </a:cubicBezTo>
                  <a:cubicBezTo>
                    <a:pt x="25191" y="8384"/>
                    <a:pt x="25191" y="8384"/>
                    <a:pt x="25256" y="8302"/>
                  </a:cubicBezTo>
                  <a:cubicBezTo>
                    <a:pt x="25313" y="8302"/>
                    <a:pt x="25313" y="8213"/>
                    <a:pt x="25191" y="8132"/>
                  </a:cubicBezTo>
                  <a:cubicBezTo>
                    <a:pt x="25135" y="8043"/>
                    <a:pt x="25078" y="8043"/>
                    <a:pt x="25191" y="8043"/>
                  </a:cubicBezTo>
                  <a:cubicBezTo>
                    <a:pt x="25256" y="8043"/>
                    <a:pt x="25256" y="7873"/>
                    <a:pt x="25256" y="7532"/>
                  </a:cubicBezTo>
                  <a:cubicBezTo>
                    <a:pt x="25256" y="7273"/>
                    <a:pt x="25256" y="6932"/>
                    <a:pt x="25199" y="6932"/>
                  </a:cubicBezTo>
                  <a:cubicBezTo>
                    <a:pt x="25166" y="6831"/>
                    <a:pt x="25152" y="6790"/>
                    <a:pt x="25158" y="6790"/>
                  </a:cubicBezTo>
                  <a:lnTo>
                    <a:pt x="25158" y="6790"/>
                  </a:lnTo>
                  <a:cubicBezTo>
                    <a:pt x="25162" y="6790"/>
                    <a:pt x="25176" y="6810"/>
                    <a:pt x="25199" y="6843"/>
                  </a:cubicBezTo>
                  <a:cubicBezTo>
                    <a:pt x="25210" y="6851"/>
                    <a:pt x="25221" y="6855"/>
                    <a:pt x="25231" y="6855"/>
                  </a:cubicBezTo>
                  <a:cubicBezTo>
                    <a:pt x="25330" y="6855"/>
                    <a:pt x="25367" y="6479"/>
                    <a:pt x="25264" y="6243"/>
                  </a:cubicBezTo>
                  <a:cubicBezTo>
                    <a:pt x="25264" y="6162"/>
                    <a:pt x="25264" y="6073"/>
                    <a:pt x="25321" y="6073"/>
                  </a:cubicBezTo>
                  <a:cubicBezTo>
                    <a:pt x="25321" y="5935"/>
                    <a:pt x="25305" y="5789"/>
                    <a:pt x="25264" y="5651"/>
                  </a:cubicBezTo>
                  <a:cubicBezTo>
                    <a:pt x="25264" y="5562"/>
                    <a:pt x="25264" y="5221"/>
                    <a:pt x="25272" y="5051"/>
                  </a:cubicBezTo>
                  <a:cubicBezTo>
                    <a:pt x="25264" y="4930"/>
                    <a:pt x="25248" y="4816"/>
                    <a:pt x="25207" y="4703"/>
                  </a:cubicBezTo>
                  <a:cubicBezTo>
                    <a:pt x="25207" y="4674"/>
                    <a:pt x="25208" y="4644"/>
                    <a:pt x="25209" y="4621"/>
                  </a:cubicBezTo>
                  <a:lnTo>
                    <a:pt x="25209" y="4621"/>
                  </a:lnTo>
                  <a:cubicBezTo>
                    <a:pt x="25272" y="4613"/>
                    <a:pt x="25272" y="4186"/>
                    <a:pt x="25272" y="3592"/>
                  </a:cubicBezTo>
                  <a:cubicBezTo>
                    <a:pt x="25280" y="2992"/>
                    <a:pt x="25280" y="2481"/>
                    <a:pt x="25345" y="2400"/>
                  </a:cubicBezTo>
                  <a:cubicBezTo>
                    <a:pt x="25337" y="2335"/>
                    <a:pt x="25321" y="2278"/>
                    <a:pt x="25280" y="2222"/>
                  </a:cubicBezTo>
                  <a:cubicBezTo>
                    <a:pt x="25167" y="2141"/>
                    <a:pt x="25167" y="2051"/>
                    <a:pt x="25224" y="1970"/>
                  </a:cubicBezTo>
                  <a:cubicBezTo>
                    <a:pt x="25345" y="1881"/>
                    <a:pt x="25345" y="1541"/>
                    <a:pt x="25224" y="1451"/>
                  </a:cubicBezTo>
                  <a:lnTo>
                    <a:pt x="25289" y="1451"/>
                  </a:lnTo>
                  <a:cubicBezTo>
                    <a:pt x="25410" y="1370"/>
                    <a:pt x="25345" y="1111"/>
                    <a:pt x="25232" y="1030"/>
                  </a:cubicBezTo>
                  <a:cubicBezTo>
                    <a:pt x="25289" y="941"/>
                    <a:pt x="25353" y="860"/>
                    <a:pt x="25289" y="770"/>
                  </a:cubicBezTo>
                  <a:cubicBezTo>
                    <a:pt x="25289" y="689"/>
                    <a:pt x="25289" y="689"/>
                    <a:pt x="25410" y="689"/>
                  </a:cubicBezTo>
                  <a:cubicBezTo>
                    <a:pt x="25467" y="689"/>
                    <a:pt x="25532" y="689"/>
                    <a:pt x="25532" y="600"/>
                  </a:cubicBezTo>
                  <a:cubicBezTo>
                    <a:pt x="25532" y="519"/>
                    <a:pt x="25475" y="519"/>
                    <a:pt x="25410" y="519"/>
                  </a:cubicBezTo>
                  <a:cubicBezTo>
                    <a:pt x="25410" y="519"/>
                    <a:pt x="25410" y="430"/>
                    <a:pt x="25410" y="341"/>
                  </a:cubicBezTo>
                  <a:cubicBezTo>
                    <a:pt x="25410" y="341"/>
                    <a:pt x="25410" y="260"/>
                    <a:pt x="25353" y="260"/>
                  </a:cubicBezTo>
                  <a:cubicBezTo>
                    <a:pt x="25297" y="260"/>
                    <a:pt x="25297" y="170"/>
                    <a:pt x="25297" y="89"/>
                  </a:cubicBezTo>
                  <a:cubicBezTo>
                    <a:pt x="25334" y="89"/>
                    <a:pt x="25322" y="50"/>
                    <a:pt x="25290" y="50"/>
                  </a:cubicBezTo>
                  <a:cubicBezTo>
                    <a:pt x="25274" y="50"/>
                    <a:pt x="25253" y="60"/>
                    <a:pt x="25232" y="89"/>
                  </a:cubicBezTo>
                  <a:cubicBezTo>
                    <a:pt x="25175" y="81"/>
                    <a:pt x="25118" y="81"/>
                    <a:pt x="25118" y="0"/>
                  </a:cubicBezTo>
                  <a:lnTo>
                    <a:pt x="24997" y="0"/>
                  </a:lnTo>
                  <a:cubicBezTo>
                    <a:pt x="24986" y="0"/>
                    <a:pt x="24976" y="0"/>
                    <a:pt x="249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2"/>
            <p:cNvSpPr/>
            <p:nvPr/>
          </p:nvSpPr>
          <p:spPr>
            <a:xfrm>
              <a:off x="7124624" y="1319781"/>
              <a:ext cx="300777" cy="575801"/>
            </a:xfrm>
            <a:custGeom>
              <a:avLst/>
              <a:gdLst/>
              <a:ahLst/>
              <a:cxnLst/>
              <a:rect l="l" t="t" r="r" b="b"/>
              <a:pathLst>
                <a:path w="17449" h="33404" extrusionOk="0">
                  <a:moveTo>
                    <a:pt x="10516" y="378"/>
                  </a:moveTo>
                  <a:lnTo>
                    <a:pt x="10516" y="386"/>
                  </a:lnTo>
                  <a:lnTo>
                    <a:pt x="10492" y="434"/>
                  </a:lnTo>
                  <a:cubicBezTo>
                    <a:pt x="10468" y="483"/>
                    <a:pt x="10524" y="507"/>
                    <a:pt x="10573" y="532"/>
                  </a:cubicBezTo>
                  <a:lnTo>
                    <a:pt x="10597" y="483"/>
                  </a:lnTo>
                  <a:cubicBezTo>
                    <a:pt x="10581" y="442"/>
                    <a:pt x="10557" y="410"/>
                    <a:pt x="10516" y="378"/>
                  </a:cubicBezTo>
                  <a:close/>
                  <a:moveTo>
                    <a:pt x="11319" y="921"/>
                  </a:moveTo>
                  <a:cubicBezTo>
                    <a:pt x="11376" y="945"/>
                    <a:pt x="11343" y="994"/>
                    <a:pt x="11319" y="1042"/>
                  </a:cubicBezTo>
                  <a:cubicBezTo>
                    <a:pt x="11305" y="1071"/>
                    <a:pt x="11299" y="1083"/>
                    <a:pt x="11287" y="1083"/>
                  </a:cubicBezTo>
                  <a:cubicBezTo>
                    <a:pt x="11278" y="1083"/>
                    <a:pt x="11266" y="1077"/>
                    <a:pt x="11246" y="1067"/>
                  </a:cubicBezTo>
                  <a:cubicBezTo>
                    <a:pt x="11230" y="1026"/>
                    <a:pt x="11230" y="978"/>
                    <a:pt x="11238" y="937"/>
                  </a:cubicBezTo>
                  <a:lnTo>
                    <a:pt x="11319" y="921"/>
                  </a:lnTo>
                  <a:close/>
                  <a:moveTo>
                    <a:pt x="10910" y="1469"/>
                  </a:moveTo>
                  <a:cubicBezTo>
                    <a:pt x="10927" y="1469"/>
                    <a:pt x="10945" y="1473"/>
                    <a:pt x="10962" y="1480"/>
                  </a:cubicBezTo>
                  <a:cubicBezTo>
                    <a:pt x="11092" y="1488"/>
                    <a:pt x="11092" y="1488"/>
                    <a:pt x="11043" y="1586"/>
                  </a:cubicBezTo>
                  <a:cubicBezTo>
                    <a:pt x="11023" y="1625"/>
                    <a:pt x="11004" y="1665"/>
                    <a:pt x="10966" y="1665"/>
                  </a:cubicBezTo>
                  <a:cubicBezTo>
                    <a:pt x="10958" y="1665"/>
                    <a:pt x="10948" y="1663"/>
                    <a:pt x="10938" y="1659"/>
                  </a:cubicBezTo>
                  <a:lnTo>
                    <a:pt x="10962" y="1610"/>
                  </a:lnTo>
                  <a:cubicBezTo>
                    <a:pt x="10970" y="1613"/>
                    <a:pt x="10977" y="1615"/>
                    <a:pt x="10982" y="1615"/>
                  </a:cubicBezTo>
                  <a:cubicBezTo>
                    <a:pt x="11004" y="1615"/>
                    <a:pt x="10985" y="1581"/>
                    <a:pt x="10943" y="1581"/>
                  </a:cubicBezTo>
                  <a:cubicBezTo>
                    <a:pt x="10934" y="1581"/>
                    <a:pt x="10924" y="1582"/>
                    <a:pt x="10914" y="1586"/>
                  </a:cubicBezTo>
                  <a:lnTo>
                    <a:pt x="10800" y="1529"/>
                  </a:lnTo>
                  <a:cubicBezTo>
                    <a:pt x="10828" y="1489"/>
                    <a:pt x="10869" y="1469"/>
                    <a:pt x="10910" y="1469"/>
                  </a:cubicBezTo>
                  <a:close/>
                  <a:moveTo>
                    <a:pt x="11254" y="1821"/>
                  </a:moveTo>
                  <a:lnTo>
                    <a:pt x="11181" y="1845"/>
                  </a:lnTo>
                  <a:lnTo>
                    <a:pt x="11157" y="1894"/>
                  </a:lnTo>
                  <a:cubicBezTo>
                    <a:pt x="11178" y="1908"/>
                    <a:pt x="11190" y="1916"/>
                    <a:pt x="11198" y="1916"/>
                  </a:cubicBezTo>
                  <a:cubicBezTo>
                    <a:pt x="11210" y="1916"/>
                    <a:pt x="11216" y="1902"/>
                    <a:pt x="11230" y="1869"/>
                  </a:cubicBezTo>
                  <a:lnTo>
                    <a:pt x="11254" y="1821"/>
                  </a:lnTo>
                  <a:close/>
                  <a:moveTo>
                    <a:pt x="9373" y="4172"/>
                  </a:moveTo>
                  <a:cubicBezTo>
                    <a:pt x="9430" y="4196"/>
                    <a:pt x="9430" y="4326"/>
                    <a:pt x="9405" y="4375"/>
                  </a:cubicBezTo>
                  <a:cubicBezTo>
                    <a:pt x="9398" y="4390"/>
                    <a:pt x="9387" y="4398"/>
                    <a:pt x="9376" y="4398"/>
                  </a:cubicBezTo>
                  <a:cubicBezTo>
                    <a:pt x="9351" y="4398"/>
                    <a:pt x="9324" y="4359"/>
                    <a:pt x="9324" y="4269"/>
                  </a:cubicBezTo>
                  <a:lnTo>
                    <a:pt x="9373" y="4172"/>
                  </a:lnTo>
                  <a:close/>
                  <a:moveTo>
                    <a:pt x="9147" y="4433"/>
                  </a:moveTo>
                  <a:cubicBezTo>
                    <a:pt x="9110" y="4433"/>
                    <a:pt x="9081" y="4481"/>
                    <a:pt x="9041" y="4561"/>
                  </a:cubicBezTo>
                  <a:cubicBezTo>
                    <a:pt x="9024" y="4602"/>
                    <a:pt x="9033" y="4650"/>
                    <a:pt x="9041" y="4691"/>
                  </a:cubicBezTo>
                  <a:cubicBezTo>
                    <a:pt x="9051" y="4695"/>
                    <a:pt x="9060" y="4697"/>
                    <a:pt x="9069" y="4697"/>
                  </a:cubicBezTo>
                  <a:cubicBezTo>
                    <a:pt x="9106" y="4697"/>
                    <a:pt x="9126" y="4658"/>
                    <a:pt x="9146" y="4618"/>
                  </a:cubicBezTo>
                  <a:cubicBezTo>
                    <a:pt x="9251" y="4545"/>
                    <a:pt x="9227" y="4472"/>
                    <a:pt x="9170" y="4440"/>
                  </a:cubicBezTo>
                  <a:cubicBezTo>
                    <a:pt x="9162" y="4435"/>
                    <a:pt x="9154" y="4433"/>
                    <a:pt x="9147" y="4433"/>
                  </a:cubicBezTo>
                  <a:close/>
                  <a:moveTo>
                    <a:pt x="8449" y="6758"/>
                  </a:moveTo>
                  <a:cubicBezTo>
                    <a:pt x="8506" y="6791"/>
                    <a:pt x="8473" y="6839"/>
                    <a:pt x="8449" y="6888"/>
                  </a:cubicBezTo>
                  <a:lnTo>
                    <a:pt x="8400" y="6856"/>
                  </a:lnTo>
                  <a:lnTo>
                    <a:pt x="8368" y="6783"/>
                  </a:lnTo>
                  <a:lnTo>
                    <a:pt x="8449" y="6758"/>
                  </a:lnTo>
                  <a:close/>
                  <a:moveTo>
                    <a:pt x="8108" y="6775"/>
                  </a:moveTo>
                  <a:lnTo>
                    <a:pt x="8165" y="6929"/>
                  </a:lnTo>
                  <a:cubicBezTo>
                    <a:pt x="8232" y="7043"/>
                    <a:pt x="8257" y="7084"/>
                    <a:pt x="8238" y="7084"/>
                  </a:cubicBezTo>
                  <a:cubicBezTo>
                    <a:pt x="8227" y="7084"/>
                    <a:pt x="8203" y="7071"/>
                    <a:pt x="8165" y="7050"/>
                  </a:cubicBezTo>
                  <a:cubicBezTo>
                    <a:pt x="8092" y="7026"/>
                    <a:pt x="8043" y="6953"/>
                    <a:pt x="8051" y="6872"/>
                  </a:cubicBezTo>
                  <a:lnTo>
                    <a:pt x="8108" y="6775"/>
                  </a:lnTo>
                  <a:close/>
                  <a:moveTo>
                    <a:pt x="7727" y="8056"/>
                  </a:moveTo>
                  <a:cubicBezTo>
                    <a:pt x="7749" y="8056"/>
                    <a:pt x="7777" y="8119"/>
                    <a:pt x="7841" y="8202"/>
                  </a:cubicBezTo>
                  <a:cubicBezTo>
                    <a:pt x="7845" y="8266"/>
                    <a:pt x="7847" y="8296"/>
                    <a:pt x="7836" y="8296"/>
                  </a:cubicBezTo>
                  <a:cubicBezTo>
                    <a:pt x="7826" y="8296"/>
                    <a:pt x="7806" y="8272"/>
                    <a:pt x="7768" y="8226"/>
                  </a:cubicBezTo>
                  <a:lnTo>
                    <a:pt x="7711" y="8072"/>
                  </a:lnTo>
                  <a:cubicBezTo>
                    <a:pt x="7716" y="8061"/>
                    <a:pt x="7722" y="8056"/>
                    <a:pt x="7727" y="8056"/>
                  </a:cubicBezTo>
                  <a:close/>
                  <a:moveTo>
                    <a:pt x="7346" y="8380"/>
                  </a:moveTo>
                  <a:cubicBezTo>
                    <a:pt x="7387" y="8404"/>
                    <a:pt x="7411" y="8445"/>
                    <a:pt x="7427" y="8485"/>
                  </a:cubicBezTo>
                  <a:lnTo>
                    <a:pt x="7403" y="8534"/>
                  </a:lnTo>
                  <a:cubicBezTo>
                    <a:pt x="7346" y="8510"/>
                    <a:pt x="7297" y="8485"/>
                    <a:pt x="7322" y="8429"/>
                  </a:cubicBezTo>
                  <a:lnTo>
                    <a:pt x="7346" y="8380"/>
                  </a:lnTo>
                  <a:close/>
                  <a:moveTo>
                    <a:pt x="7419" y="9296"/>
                  </a:moveTo>
                  <a:lnTo>
                    <a:pt x="7524" y="9353"/>
                  </a:lnTo>
                  <a:lnTo>
                    <a:pt x="7468" y="9320"/>
                  </a:lnTo>
                  <a:lnTo>
                    <a:pt x="7419" y="9296"/>
                  </a:lnTo>
                  <a:close/>
                  <a:moveTo>
                    <a:pt x="6740" y="9309"/>
                  </a:moveTo>
                  <a:lnTo>
                    <a:pt x="6740" y="9309"/>
                  </a:lnTo>
                  <a:cubicBezTo>
                    <a:pt x="6754" y="9309"/>
                    <a:pt x="6750" y="9401"/>
                    <a:pt x="6730" y="9442"/>
                  </a:cubicBezTo>
                  <a:lnTo>
                    <a:pt x="6681" y="9418"/>
                  </a:lnTo>
                  <a:cubicBezTo>
                    <a:pt x="6702" y="9377"/>
                    <a:pt x="6682" y="9313"/>
                    <a:pt x="6709" y="9313"/>
                  </a:cubicBezTo>
                  <a:cubicBezTo>
                    <a:pt x="6714" y="9313"/>
                    <a:pt x="6721" y="9315"/>
                    <a:pt x="6730" y="9320"/>
                  </a:cubicBezTo>
                  <a:cubicBezTo>
                    <a:pt x="6734" y="9313"/>
                    <a:pt x="6737" y="9309"/>
                    <a:pt x="6740" y="9309"/>
                  </a:cubicBezTo>
                  <a:close/>
                  <a:moveTo>
                    <a:pt x="6795" y="9847"/>
                  </a:moveTo>
                  <a:cubicBezTo>
                    <a:pt x="6843" y="9880"/>
                    <a:pt x="6900" y="9904"/>
                    <a:pt x="6876" y="9953"/>
                  </a:cubicBezTo>
                  <a:cubicBezTo>
                    <a:pt x="6889" y="9995"/>
                    <a:pt x="6872" y="10020"/>
                    <a:pt x="6843" y="10020"/>
                  </a:cubicBezTo>
                  <a:cubicBezTo>
                    <a:pt x="6815" y="10020"/>
                    <a:pt x="6777" y="9999"/>
                    <a:pt x="6738" y="9953"/>
                  </a:cubicBezTo>
                  <a:lnTo>
                    <a:pt x="6795" y="9847"/>
                  </a:lnTo>
                  <a:close/>
                  <a:moveTo>
                    <a:pt x="6673" y="10350"/>
                  </a:moveTo>
                  <a:lnTo>
                    <a:pt x="6641" y="10399"/>
                  </a:lnTo>
                  <a:cubicBezTo>
                    <a:pt x="6626" y="10427"/>
                    <a:pt x="6621" y="10439"/>
                    <a:pt x="6608" y="10439"/>
                  </a:cubicBezTo>
                  <a:cubicBezTo>
                    <a:pt x="6600" y="10439"/>
                    <a:pt x="6588" y="10433"/>
                    <a:pt x="6568" y="10423"/>
                  </a:cubicBezTo>
                  <a:lnTo>
                    <a:pt x="6592" y="10374"/>
                  </a:lnTo>
                  <a:lnTo>
                    <a:pt x="6673" y="10350"/>
                  </a:lnTo>
                  <a:close/>
                  <a:moveTo>
                    <a:pt x="6487" y="10962"/>
                  </a:moveTo>
                  <a:cubicBezTo>
                    <a:pt x="6464" y="10962"/>
                    <a:pt x="6442" y="10966"/>
                    <a:pt x="6422" y="10974"/>
                  </a:cubicBezTo>
                  <a:cubicBezTo>
                    <a:pt x="6400" y="11018"/>
                    <a:pt x="6436" y="11054"/>
                    <a:pt x="6475" y="11054"/>
                  </a:cubicBezTo>
                  <a:cubicBezTo>
                    <a:pt x="6494" y="11054"/>
                    <a:pt x="6514" y="11045"/>
                    <a:pt x="6527" y="11023"/>
                  </a:cubicBezTo>
                  <a:lnTo>
                    <a:pt x="6552" y="10974"/>
                  </a:lnTo>
                  <a:cubicBezTo>
                    <a:pt x="6531" y="10966"/>
                    <a:pt x="6509" y="10962"/>
                    <a:pt x="6487" y="10962"/>
                  </a:cubicBezTo>
                  <a:close/>
                  <a:moveTo>
                    <a:pt x="6025" y="11080"/>
                  </a:moveTo>
                  <a:cubicBezTo>
                    <a:pt x="6057" y="11096"/>
                    <a:pt x="6065" y="11128"/>
                    <a:pt x="6049" y="11161"/>
                  </a:cubicBezTo>
                  <a:cubicBezTo>
                    <a:pt x="6029" y="11201"/>
                    <a:pt x="6009" y="11240"/>
                    <a:pt x="5976" y="11240"/>
                  </a:cubicBezTo>
                  <a:cubicBezTo>
                    <a:pt x="5969" y="11240"/>
                    <a:pt x="5961" y="11238"/>
                    <a:pt x="5952" y="11234"/>
                  </a:cubicBezTo>
                  <a:cubicBezTo>
                    <a:pt x="5919" y="11218"/>
                    <a:pt x="5903" y="11185"/>
                    <a:pt x="5919" y="11153"/>
                  </a:cubicBezTo>
                  <a:cubicBezTo>
                    <a:pt x="5943" y="11120"/>
                    <a:pt x="5984" y="11096"/>
                    <a:pt x="6025" y="11080"/>
                  </a:cubicBezTo>
                  <a:close/>
                  <a:moveTo>
                    <a:pt x="4551" y="11147"/>
                  </a:moveTo>
                  <a:cubicBezTo>
                    <a:pt x="4519" y="11147"/>
                    <a:pt x="4514" y="11195"/>
                    <a:pt x="4581" y="11282"/>
                  </a:cubicBezTo>
                  <a:cubicBezTo>
                    <a:pt x="4602" y="11293"/>
                    <a:pt x="4613" y="11298"/>
                    <a:pt x="4622" y="11298"/>
                  </a:cubicBezTo>
                  <a:cubicBezTo>
                    <a:pt x="4634" y="11298"/>
                    <a:pt x="4640" y="11287"/>
                    <a:pt x="4654" y="11258"/>
                  </a:cubicBezTo>
                  <a:cubicBezTo>
                    <a:pt x="4638" y="11218"/>
                    <a:pt x="4614" y="11177"/>
                    <a:pt x="4573" y="11153"/>
                  </a:cubicBezTo>
                  <a:cubicBezTo>
                    <a:pt x="4565" y="11149"/>
                    <a:pt x="4557" y="11147"/>
                    <a:pt x="4551" y="11147"/>
                  </a:cubicBezTo>
                  <a:close/>
                  <a:moveTo>
                    <a:pt x="5589" y="12012"/>
                  </a:moveTo>
                  <a:cubicBezTo>
                    <a:pt x="5615" y="12012"/>
                    <a:pt x="5605" y="12032"/>
                    <a:pt x="5571" y="12101"/>
                  </a:cubicBezTo>
                  <a:cubicBezTo>
                    <a:pt x="5560" y="12117"/>
                    <a:pt x="5543" y="12126"/>
                    <a:pt x="5523" y="12126"/>
                  </a:cubicBezTo>
                  <a:cubicBezTo>
                    <a:pt x="5512" y="12126"/>
                    <a:pt x="5501" y="12123"/>
                    <a:pt x="5489" y="12118"/>
                  </a:cubicBezTo>
                  <a:cubicBezTo>
                    <a:pt x="5441" y="12093"/>
                    <a:pt x="5514" y="12069"/>
                    <a:pt x="5538" y="12020"/>
                  </a:cubicBezTo>
                  <a:cubicBezTo>
                    <a:pt x="5562" y="12016"/>
                    <a:pt x="5578" y="12012"/>
                    <a:pt x="5589" y="12012"/>
                  </a:cubicBezTo>
                  <a:close/>
                  <a:moveTo>
                    <a:pt x="6459" y="12020"/>
                  </a:moveTo>
                  <a:cubicBezTo>
                    <a:pt x="6450" y="12020"/>
                    <a:pt x="6435" y="12024"/>
                    <a:pt x="6414" y="12028"/>
                  </a:cubicBezTo>
                  <a:lnTo>
                    <a:pt x="6357" y="12134"/>
                  </a:lnTo>
                  <a:cubicBezTo>
                    <a:pt x="6380" y="12144"/>
                    <a:pt x="6394" y="12150"/>
                    <a:pt x="6404" y="12150"/>
                  </a:cubicBezTo>
                  <a:cubicBezTo>
                    <a:pt x="6418" y="12150"/>
                    <a:pt x="6424" y="12138"/>
                    <a:pt x="6438" y="12109"/>
                  </a:cubicBezTo>
                  <a:cubicBezTo>
                    <a:pt x="6473" y="12040"/>
                    <a:pt x="6483" y="12020"/>
                    <a:pt x="6459" y="12020"/>
                  </a:cubicBezTo>
                  <a:close/>
                  <a:moveTo>
                    <a:pt x="5193" y="12931"/>
                  </a:moveTo>
                  <a:cubicBezTo>
                    <a:pt x="5220" y="12931"/>
                    <a:pt x="5247" y="12935"/>
                    <a:pt x="5271" y="12945"/>
                  </a:cubicBezTo>
                  <a:cubicBezTo>
                    <a:pt x="5316" y="12967"/>
                    <a:pt x="5298" y="13018"/>
                    <a:pt x="5189" y="13018"/>
                  </a:cubicBezTo>
                  <a:cubicBezTo>
                    <a:pt x="5182" y="13018"/>
                    <a:pt x="5174" y="13018"/>
                    <a:pt x="5165" y="13017"/>
                  </a:cubicBezTo>
                  <a:cubicBezTo>
                    <a:pt x="5108" y="12993"/>
                    <a:pt x="5108" y="12993"/>
                    <a:pt x="5133" y="12936"/>
                  </a:cubicBezTo>
                  <a:cubicBezTo>
                    <a:pt x="5153" y="12933"/>
                    <a:pt x="5173" y="12931"/>
                    <a:pt x="5193" y="12931"/>
                  </a:cubicBezTo>
                  <a:close/>
                  <a:moveTo>
                    <a:pt x="4800" y="13204"/>
                  </a:moveTo>
                  <a:lnTo>
                    <a:pt x="4800" y="13204"/>
                  </a:lnTo>
                  <a:cubicBezTo>
                    <a:pt x="4831" y="13222"/>
                    <a:pt x="4821" y="13235"/>
                    <a:pt x="4809" y="13235"/>
                  </a:cubicBezTo>
                  <a:cubicBezTo>
                    <a:pt x="4800" y="13235"/>
                    <a:pt x="4789" y="13226"/>
                    <a:pt x="4800" y="13204"/>
                  </a:cubicBezTo>
                  <a:close/>
                  <a:moveTo>
                    <a:pt x="5035" y="13261"/>
                  </a:moveTo>
                  <a:lnTo>
                    <a:pt x="5068" y="13342"/>
                  </a:lnTo>
                  <a:lnTo>
                    <a:pt x="5044" y="13390"/>
                  </a:lnTo>
                  <a:cubicBezTo>
                    <a:pt x="4987" y="13366"/>
                    <a:pt x="4930" y="13334"/>
                    <a:pt x="4962" y="13285"/>
                  </a:cubicBezTo>
                  <a:lnTo>
                    <a:pt x="5035" y="13261"/>
                  </a:lnTo>
                  <a:close/>
                  <a:moveTo>
                    <a:pt x="4833" y="13536"/>
                  </a:moveTo>
                  <a:lnTo>
                    <a:pt x="4833" y="13536"/>
                  </a:lnTo>
                  <a:cubicBezTo>
                    <a:pt x="4865" y="13550"/>
                    <a:pt x="4852" y="13564"/>
                    <a:pt x="4840" y="13564"/>
                  </a:cubicBezTo>
                  <a:cubicBezTo>
                    <a:pt x="4831" y="13564"/>
                    <a:pt x="4822" y="13557"/>
                    <a:pt x="4833" y="13536"/>
                  </a:cubicBezTo>
                  <a:close/>
                  <a:moveTo>
                    <a:pt x="3276" y="16423"/>
                  </a:moveTo>
                  <a:lnTo>
                    <a:pt x="3308" y="16504"/>
                  </a:lnTo>
                  <a:lnTo>
                    <a:pt x="3276" y="16552"/>
                  </a:lnTo>
                  <a:cubicBezTo>
                    <a:pt x="3227" y="16528"/>
                    <a:pt x="3171" y="16496"/>
                    <a:pt x="3195" y="16447"/>
                  </a:cubicBezTo>
                  <a:lnTo>
                    <a:pt x="3276" y="16423"/>
                  </a:lnTo>
                  <a:close/>
                  <a:moveTo>
                    <a:pt x="2608" y="17622"/>
                  </a:moveTo>
                  <a:cubicBezTo>
                    <a:pt x="2643" y="17622"/>
                    <a:pt x="2704" y="17694"/>
                    <a:pt x="2749" y="17720"/>
                  </a:cubicBezTo>
                  <a:cubicBezTo>
                    <a:pt x="2736" y="17747"/>
                    <a:pt x="2730" y="17759"/>
                    <a:pt x="2717" y="17759"/>
                  </a:cubicBezTo>
                  <a:cubicBezTo>
                    <a:pt x="2707" y="17759"/>
                    <a:pt x="2693" y="17751"/>
                    <a:pt x="2668" y="17736"/>
                  </a:cubicBezTo>
                  <a:cubicBezTo>
                    <a:pt x="2627" y="17712"/>
                    <a:pt x="2603" y="17679"/>
                    <a:pt x="2587" y="17639"/>
                  </a:cubicBezTo>
                  <a:cubicBezTo>
                    <a:pt x="2592" y="17627"/>
                    <a:pt x="2599" y="17622"/>
                    <a:pt x="2608" y="17622"/>
                  </a:cubicBezTo>
                  <a:close/>
                  <a:moveTo>
                    <a:pt x="2603" y="18644"/>
                  </a:moveTo>
                  <a:cubicBezTo>
                    <a:pt x="2644" y="18669"/>
                    <a:pt x="2676" y="18709"/>
                    <a:pt x="2684" y="18750"/>
                  </a:cubicBezTo>
                  <a:lnTo>
                    <a:pt x="2660" y="18798"/>
                  </a:lnTo>
                  <a:cubicBezTo>
                    <a:pt x="2611" y="18774"/>
                    <a:pt x="2554" y="18742"/>
                    <a:pt x="2579" y="18693"/>
                  </a:cubicBezTo>
                  <a:lnTo>
                    <a:pt x="2603" y="18644"/>
                  </a:lnTo>
                  <a:close/>
                  <a:moveTo>
                    <a:pt x="2011" y="19155"/>
                  </a:moveTo>
                  <a:lnTo>
                    <a:pt x="2036" y="19228"/>
                  </a:lnTo>
                  <a:lnTo>
                    <a:pt x="2011" y="19277"/>
                  </a:lnTo>
                  <a:cubicBezTo>
                    <a:pt x="1963" y="19252"/>
                    <a:pt x="1906" y="19228"/>
                    <a:pt x="1930" y="19171"/>
                  </a:cubicBezTo>
                  <a:lnTo>
                    <a:pt x="2011" y="19155"/>
                  </a:lnTo>
                  <a:close/>
                  <a:moveTo>
                    <a:pt x="443" y="22631"/>
                  </a:moveTo>
                  <a:cubicBezTo>
                    <a:pt x="487" y="22631"/>
                    <a:pt x="524" y="22672"/>
                    <a:pt x="511" y="22722"/>
                  </a:cubicBezTo>
                  <a:cubicBezTo>
                    <a:pt x="494" y="22798"/>
                    <a:pt x="489" y="22819"/>
                    <a:pt x="463" y="22819"/>
                  </a:cubicBezTo>
                  <a:cubicBezTo>
                    <a:pt x="453" y="22819"/>
                    <a:pt x="440" y="22816"/>
                    <a:pt x="422" y="22812"/>
                  </a:cubicBezTo>
                  <a:cubicBezTo>
                    <a:pt x="365" y="22795"/>
                    <a:pt x="390" y="22690"/>
                    <a:pt x="406" y="22641"/>
                  </a:cubicBezTo>
                  <a:cubicBezTo>
                    <a:pt x="418" y="22634"/>
                    <a:pt x="431" y="22631"/>
                    <a:pt x="443" y="22631"/>
                  </a:cubicBezTo>
                  <a:close/>
                  <a:moveTo>
                    <a:pt x="432" y="24795"/>
                  </a:moveTo>
                  <a:cubicBezTo>
                    <a:pt x="464" y="24795"/>
                    <a:pt x="498" y="24802"/>
                    <a:pt x="527" y="24814"/>
                  </a:cubicBezTo>
                  <a:lnTo>
                    <a:pt x="536" y="24863"/>
                  </a:lnTo>
                  <a:cubicBezTo>
                    <a:pt x="507" y="24871"/>
                    <a:pt x="479" y="24879"/>
                    <a:pt x="456" y="24879"/>
                  </a:cubicBezTo>
                  <a:cubicBezTo>
                    <a:pt x="432" y="24879"/>
                    <a:pt x="414" y="24871"/>
                    <a:pt x="406" y="24847"/>
                  </a:cubicBezTo>
                  <a:lnTo>
                    <a:pt x="398" y="24798"/>
                  </a:lnTo>
                  <a:cubicBezTo>
                    <a:pt x="409" y="24796"/>
                    <a:pt x="420" y="24795"/>
                    <a:pt x="432" y="24795"/>
                  </a:cubicBezTo>
                  <a:close/>
                  <a:moveTo>
                    <a:pt x="3557" y="27637"/>
                  </a:moveTo>
                  <a:cubicBezTo>
                    <a:pt x="3566" y="27637"/>
                    <a:pt x="3575" y="27639"/>
                    <a:pt x="3584" y="27644"/>
                  </a:cubicBezTo>
                  <a:cubicBezTo>
                    <a:pt x="3625" y="27668"/>
                    <a:pt x="3625" y="27668"/>
                    <a:pt x="3600" y="27717"/>
                  </a:cubicBezTo>
                  <a:cubicBezTo>
                    <a:pt x="3600" y="27717"/>
                    <a:pt x="3578" y="27755"/>
                    <a:pt x="3548" y="27755"/>
                  </a:cubicBezTo>
                  <a:cubicBezTo>
                    <a:pt x="3541" y="27755"/>
                    <a:pt x="3535" y="27754"/>
                    <a:pt x="3527" y="27749"/>
                  </a:cubicBezTo>
                  <a:lnTo>
                    <a:pt x="3503" y="27668"/>
                  </a:lnTo>
                  <a:cubicBezTo>
                    <a:pt x="3515" y="27651"/>
                    <a:pt x="3535" y="27637"/>
                    <a:pt x="3557" y="27637"/>
                  </a:cubicBezTo>
                  <a:close/>
                  <a:moveTo>
                    <a:pt x="4168" y="27879"/>
                  </a:moveTo>
                  <a:lnTo>
                    <a:pt x="4217" y="27903"/>
                  </a:lnTo>
                  <a:cubicBezTo>
                    <a:pt x="4196" y="27944"/>
                    <a:pt x="4176" y="27990"/>
                    <a:pt x="4141" y="27990"/>
                  </a:cubicBezTo>
                  <a:cubicBezTo>
                    <a:pt x="4135" y="27990"/>
                    <a:pt x="4127" y="27988"/>
                    <a:pt x="4119" y="27984"/>
                  </a:cubicBezTo>
                  <a:lnTo>
                    <a:pt x="4095" y="27903"/>
                  </a:lnTo>
                  <a:lnTo>
                    <a:pt x="4168" y="27879"/>
                  </a:lnTo>
                  <a:close/>
                  <a:moveTo>
                    <a:pt x="4397" y="28400"/>
                  </a:moveTo>
                  <a:cubicBezTo>
                    <a:pt x="4434" y="28400"/>
                    <a:pt x="4452" y="28423"/>
                    <a:pt x="4435" y="28463"/>
                  </a:cubicBezTo>
                  <a:cubicBezTo>
                    <a:pt x="4420" y="28494"/>
                    <a:pt x="4414" y="28505"/>
                    <a:pt x="4400" y="28505"/>
                  </a:cubicBezTo>
                  <a:cubicBezTo>
                    <a:pt x="4392" y="28505"/>
                    <a:pt x="4380" y="28501"/>
                    <a:pt x="4362" y="28495"/>
                  </a:cubicBezTo>
                  <a:cubicBezTo>
                    <a:pt x="4265" y="28446"/>
                    <a:pt x="4265" y="28446"/>
                    <a:pt x="4338" y="28414"/>
                  </a:cubicBezTo>
                  <a:cubicBezTo>
                    <a:pt x="4360" y="28404"/>
                    <a:pt x="4380" y="28400"/>
                    <a:pt x="4397" y="28400"/>
                  </a:cubicBezTo>
                  <a:close/>
                  <a:moveTo>
                    <a:pt x="4687" y="28568"/>
                  </a:moveTo>
                  <a:lnTo>
                    <a:pt x="4735" y="28592"/>
                  </a:lnTo>
                  <a:cubicBezTo>
                    <a:pt x="4792" y="28609"/>
                    <a:pt x="4792" y="28609"/>
                    <a:pt x="4768" y="28665"/>
                  </a:cubicBezTo>
                  <a:lnTo>
                    <a:pt x="4719" y="28649"/>
                  </a:lnTo>
                  <a:lnTo>
                    <a:pt x="4687" y="28568"/>
                  </a:lnTo>
                  <a:close/>
                  <a:moveTo>
                    <a:pt x="4488" y="28780"/>
                  </a:moveTo>
                  <a:lnTo>
                    <a:pt x="4488" y="28780"/>
                  </a:lnTo>
                  <a:cubicBezTo>
                    <a:pt x="4484" y="28787"/>
                    <a:pt x="4480" y="28795"/>
                    <a:pt x="4476" y="28803"/>
                  </a:cubicBezTo>
                  <a:cubicBezTo>
                    <a:pt x="4477" y="28808"/>
                    <a:pt x="4478" y="28812"/>
                    <a:pt x="4479" y="28815"/>
                  </a:cubicBezTo>
                  <a:lnTo>
                    <a:pt x="4479" y="28815"/>
                  </a:lnTo>
                  <a:cubicBezTo>
                    <a:pt x="4481" y="28806"/>
                    <a:pt x="4483" y="28794"/>
                    <a:pt x="4488" y="28780"/>
                  </a:cubicBezTo>
                  <a:close/>
                  <a:moveTo>
                    <a:pt x="4479" y="28815"/>
                  </a:moveTo>
                  <a:cubicBezTo>
                    <a:pt x="4476" y="28839"/>
                    <a:pt x="4479" y="28851"/>
                    <a:pt x="4481" y="28851"/>
                  </a:cubicBezTo>
                  <a:cubicBezTo>
                    <a:pt x="4483" y="28851"/>
                    <a:pt x="4485" y="28839"/>
                    <a:pt x="4479" y="28815"/>
                  </a:cubicBezTo>
                  <a:close/>
                  <a:moveTo>
                    <a:pt x="5098" y="28840"/>
                  </a:moveTo>
                  <a:cubicBezTo>
                    <a:pt x="5091" y="28840"/>
                    <a:pt x="5079" y="28843"/>
                    <a:pt x="5060" y="28852"/>
                  </a:cubicBezTo>
                  <a:cubicBezTo>
                    <a:pt x="5067" y="28854"/>
                    <a:pt x="5074" y="28855"/>
                    <a:pt x="5080" y="28855"/>
                  </a:cubicBezTo>
                  <a:cubicBezTo>
                    <a:pt x="5103" y="28855"/>
                    <a:pt x="5114" y="28840"/>
                    <a:pt x="5098" y="28840"/>
                  </a:cubicBezTo>
                  <a:close/>
                  <a:moveTo>
                    <a:pt x="5198" y="28779"/>
                  </a:moveTo>
                  <a:lnTo>
                    <a:pt x="5246" y="28795"/>
                  </a:lnTo>
                  <a:cubicBezTo>
                    <a:pt x="5295" y="28819"/>
                    <a:pt x="5295" y="28819"/>
                    <a:pt x="5279" y="28876"/>
                  </a:cubicBezTo>
                  <a:lnTo>
                    <a:pt x="5222" y="28852"/>
                  </a:lnTo>
                  <a:lnTo>
                    <a:pt x="5198" y="28779"/>
                  </a:lnTo>
                  <a:close/>
                  <a:moveTo>
                    <a:pt x="5749" y="28860"/>
                  </a:moveTo>
                  <a:lnTo>
                    <a:pt x="5806" y="28884"/>
                  </a:lnTo>
                  <a:cubicBezTo>
                    <a:pt x="5830" y="28892"/>
                    <a:pt x="5846" y="28933"/>
                    <a:pt x="5830" y="28957"/>
                  </a:cubicBezTo>
                  <a:cubicBezTo>
                    <a:pt x="5823" y="28984"/>
                    <a:pt x="5800" y="29000"/>
                    <a:pt x="5778" y="29000"/>
                  </a:cubicBezTo>
                  <a:cubicBezTo>
                    <a:pt x="5774" y="29000"/>
                    <a:pt x="5769" y="28999"/>
                    <a:pt x="5765" y="28998"/>
                  </a:cubicBezTo>
                  <a:cubicBezTo>
                    <a:pt x="5741" y="28949"/>
                    <a:pt x="5741" y="28909"/>
                    <a:pt x="5749" y="28860"/>
                  </a:cubicBezTo>
                  <a:close/>
                  <a:moveTo>
                    <a:pt x="7931" y="29642"/>
                  </a:moveTo>
                  <a:cubicBezTo>
                    <a:pt x="7943" y="29642"/>
                    <a:pt x="7947" y="29650"/>
                    <a:pt x="7938" y="29671"/>
                  </a:cubicBezTo>
                  <a:cubicBezTo>
                    <a:pt x="7922" y="29711"/>
                    <a:pt x="7889" y="29744"/>
                    <a:pt x="7849" y="29768"/>
                  </a:cubicBezTo>
                  <a:cubicBezTo>
                    <a:pt x="7849" y="29768"/>
                    <a:pt x="7828" y="29777"/>
                    <a:pt x="7811" y="29777"/>
                  </a:cubicBezTo>
                  <a:cubicBezTo>
                    <a:pt x="7796" y="29777"/>
                    <a:pt x="7784" y="29770"/>
                    <a:pt x="7792" y="29744"/>
                  </a:cubicBezTo>
                  <a:lnTo>
                    <a:pt x="7816" y="29687"/>
                  </a:lnTo>
                  <a:cubicBezTo>
                    <a:pt x="7863" y="29666"/>
                    <a:pt x="7909" y="29642"/>
                    <a:pt x="7931" y="29642"/>
                  </a:cubicBezTo>
                  <a:close/>
                  <a:moveTo>
                    <a:pt x="9746" y="30084"/>
                  </a:moveTo>
                  <a:cubicBezTo>
                    <a:pt x="9803" y="30100"/>
                    <a:pt x="9803" y="30100"/>
                    <a:pt x="9778" y="30157"/>
                  </a:cubicBezTo>
                  <a:cubicBezTo>
                    <a:pt x="9758" y="30204"/>
                    <a:pt x="9711" y="30234"/>
                    <a:pt x="9663" y="30234"/>
                  </a:cubicBezTo>
                  <a:cubicBezTo>
                    <a:pt x="9653" y="30234"/>
                    <a:pt x="9642" y="30233"/>
                    <a:pt x="9633" y="30230"/>
                  </a:cubicBezTo>
                  <a:cubicBezTo>
                    <a:pt x="9584" y="30214"/>
                    <a:pt x="9624" y="30100"/>
                    <a:pt x="9746" y="30084"/>
                  </a:cubicBezTo>
                  <a:close/>
                  <a:moveTo>
                    <a:pt x="17147" y="32696"/>
                  </a:moveTo>
                  <a:cubicBezTo>
                    <a:pt x="17198" y="32696"/>
                    <a:pt x="17148" y="32776"/>
                    <a:pt x="17035" y="32833"/>
                  </a:cubicBezTo>
                  <a:cubicBezTo>
                    <a:pt x="16988" y="32876"/>
                    <a:pt x="16964" y="32898"/>
                    <a:pt x="16957" y="32898"/>
                  </a:cubicBezTo>
                  <a:cubicBezTo>
                    <a:pt x="16949" y="32898"/>
                    <a:pt x="16961" y="32871"/>
                    <a:pt x="16986" y="32817"/>
                  </a:cubicBezTo>
                  <a:cubicBezTo>
                    <a:pt x="17001" y="32767"/>
                    <a:pt x="17021" y="32716"/>
                    <a:pt x="17059" y="32716"/>
                  </a:cubicBezTo>
                  <a:cubicBezTo>
                    <a:pt x="17064" y="32716"/>
                    <a:pt x="17070" y="32717"/>
                    <a:pt x="17075" y="32719"/>
                  </a:cubicBezTo>
                  <a:cubicBezTo>
                    <a:pt x="17109" y="32703"/>
                    <a:pt x="17132" y="32696"/>
                    <a:pt x="17147" y="32696"/>
                  </a:cubicBezTo>
                  <a:close/>
                  <a:moveTo>
                    <a:pt x="11656" y="0"/>
                  </a:moveTo>
                  <a:cubicBezTo>
                    <a:pt x="11635" y="0"/>
                    <a:pt x="11619" y="22"/>
                    <a:pt x="11619" y="69"/>
                  </a:cubicBezTo>
                  <a:lnTo>
                    <a:pt x="11538" y="94"/>
                  </a:lnTo>
                  <a:cubicBezTo>
                    <a:pt x="11497" y="72"/>
                    <a:pt x="11463" y="63"/>
                    <a:pt x="11438" y="63"/>
                  </a:cubicBezTo>
                  <a:cubicBezTo>
                    <a:pt x="11369" y="63"/>
                    <a:pt x="11370" y="132"/>
                    <a:pt x="11489" y="191"/>
                  </a:cubicBezTo>
                  <a:cubicBezTo>
                    <a:pt x="11651" y="272"/>
                    <a:pt x="11651" y="272"/>
                    <a:pt x="11522" y="272"/>
                  </a:cubicBezTo>
                  <a:cubicBezTo>
                    <a:pt x="11485" y="254"/>
                    <a:pt x="11458" y="247"/>
                    <a:pt x="11437" y="247"/>
                  </a:cubicBezTo>
                  <a:cubicBezTo>
                    <a:pt x="11393" y="247"/>
                    <a:pt x="11376" y="280"/>
                    <a:pt x="11359" y="313"/>
                  </a:cubicBezTo>
                  <a:cubicBezTo>
                    <a:pt x="11345" y="341"/>
                    <a:pt x="11339" y="353"/>
                    <a:pt x="11325" y="353"/>
                  </a:cubicBezTo>
                  <a:cubicBezTo>
                    <a:pt x="11316" y="353"/>
                    <a:pt x="11302" y="347"/>
                    <a:pt x="11278" y="337"/>
                  </a:cubicBezTo>
                  <a:cubicBezTo>
                    <a:pt x="11263" y="329"/>
                    <a:pt x="11246" y="326"/>
                    <a:pt x="11228" y="326"/>
                  </a:cubicBezTo>
                  <a:cubicBezTo>
                    <a:pt x="11188" y="326"/>
                    <a:pt x="11147" y="344"/>
                    <a:pt x="11124" y="378"/>
                  </a:cubicBezTo>
                  <a:cubicBezTo>
                    <a:pt x="11100" y="426"/>
                    <a:pt x="11100" y="426"/>
                    <a:pt x="11149" y="459"/>
                  </a:cubicBezTo>
                  <a:cubicBezTo>
                    <a:pt x="11158" y="456"/>
                    <a:pt x="11165" y="455"/>
                    <a:pt x="11171" y="455"/>
                  </a:cubicBezTo>
                  <a:cubicBezTo>
                    <a:pt x="11218" y="455"/>
                    <a:pt x="11167" y="532"/>
                    <a:pt x="11051" y="532"/>
                  </a:cubicBezTo>
                  <a:cubicBezTo>
                    <a:pt x="10970" y="548"/>
                    <a:pt x="10970" y="548"/>
                    <a:pt x="11076" y="605"/>
                  </a:cubicBezTo>
                  <a:cubicBezTo>
                    <a:pt x="11177" y="659"/>
                    <a:pt x="11136" y="751"/>
                    <a:pt x="11018" y="751"/>
                  </a:cubicBezTo>
                  <a:cubicBezTo>
                    <a:pt x="11013" y="751"/>
                    <a:pt x="11008" y="751"/>
                    <a:pt x="11003" y="751"/>
                  </a:cubicBezTo>
                  <a:lnTo>
                    <a:pt x="10946" y="856"/>
                  </a:lnTo>
                  <a:cubicBezTo>
                    <a:pt x="10922" y="905"/>
                    <a:pt x="10978" y="929"/>
                    <a:pt x="11027" y="953"/>
                  </a:cubicBezTo>
                  <a:cubicBezTo>
                    <a:pt x="11141" y="1010"/>
                    <a:pt x="11141" y="1010"/>
                    <a:pt x="11059" y="1034"/>
                  </a:cubicBezTo>
                  <a:cubicBezTo>
                    <a:pt x="11044" y="1040"/>
                    <a:pt x="11027" y="1043"/>
                    <a:pt x="11010" y="1043"/>
                  </a:cubicBezTo>
                  <a:cubicBezTo>
                    <a:pt x="10983" y="1043"/>
                    <a:pt x="10955" y="1036"/>
                    <a:pt x="10930" y="1026"/>
                  </a:cubicBezTo>
                  <a:cubicBezTo>
                    <a:pt x="10919" y="1022"/>
                    <a:pt x="10910" y="1020"/>
                    <a:pt x="10902" y="1020"/>
                  </a:cubicBezTo>
                  <a:cubicBezTo>
                    <a:pt x="10864" y="1020"/>
                    <a:pt x="10844" y="1059"/>
                    <a:pt x="10824" y="1099"/>
                  </a:cubicBezTo>
                  <a:cubicBezTo>
                    <a:pt x="10800" y="1148"/>
                    <a:pt x="10743" y="1245"/>
                    <a:pt x="10800" y="1278"/>
                  </a:cubicBezTo>
                  <a:lnTo>
                    <a:pt x="10743" y="1245"/>
                  </a:lnTo>
                  <a:cubicBezTo>
                    <a:pt x="10719" y="1294"/>
                    <a:pt x="10670" y="1269"/>
                    <a:pt x="10719" y="1294"/>
                  </a:cubicBezTo>
                  <a:cubicBezTo>
                    <a:pt x="10687" y="1350"/>
                    <a:pt x="10646" y="1391"/>
                    <a:pt x="10589" y="1415"/>
                  </a:cubicBezTo>
                  <a:cubicBezTo>
                    <a:pt x="10502" y="1476"/>
                    <a:pt x="10509" y="1624"/>
                    <a:pt x="10619" y="1624"/>
                  </a:cubicBezTo>
                  <a:cubicBezTo>
                    <a:pt x="10642" y="1624"/>
                    <a:pt x="10670" y="1617"/>
                    <a:pt x="10703" y="1602"/>
                  </a:cubicBezTo>
                  <a:lnTo>
                    <a:pt x="10703" y="1602"/>
                  </a:lnTo>
                  <a:lnTo>
                    <a:pt x="10678" y="1650"/>
                  </a:lnTo>
                  <a:cubicBezTo>
                    <a:pt x="10662" y="1675"/>
                    <a:pt x="10670" y="1715"/>
                    <a:pt x="10703" y="1723"/>
                  </a:cubicBezTo>
                  <a:cubicBezTo>
                    <a:pt x="10751" y="1756"/>
                    <a:pt x="10727" y="1805"/>
                    <a:pt x="10703" y="1853"/>
                  </a:cubicBezTo>
                  <a:lnTo>
                    <a:pt x="10597" y="1796"/>
                  </a:lnTo>
                  <a:cubicBezTo>
                    <a:pt x="10549" y="1749"/>
                    <a:pt x="10505" y="1728"/>
                    <a:pt x="10474" y="1728"/>
                  </a:cubicBezTo>
                  <a:cubicBezTo>
                    <a:pt x="10422" y="1728"/>
                    <a:pt x="10410" y="1787"/>
                    <a:pt x="10490" y="1868"/>
                  </a:cubicBezTo>
                  <a:lnTo>
                    <a:pt x="10490" y="1868"/>
                  </a:lnTo>
                  <a:cubicBezTo>
                    <a:pt x="10477" y="1861"/>
                    <a:pt x="10460" y="1853"/>
                    <a:pt x="10443" y="1845"/>
                  </a:cubicBezTo>
                  <a:cubicBezTo>
                    <a:pt x="10432" y="1839"/>
                    <a:pt x="10422" y="1835"/>
                    <a:pt x="10413" y="1835"/>
                  </a:cubicBezTo>
                  <a:cubicBezTo>
                    <a:pt x="10378" y="1835"/>
                    <a:pt x="10362" y="1887"/>
                    <a:pt x="10362" y="1991"/>
                  </a:cubicBezTo>
                  <a:cubicBezTo>
                    <a:pt x="10338" y="2040"/>
                    <a:pt x="10419" y="2145"/>
                    <a:pt x="10476" y="2169"/>
                  </a:cubicBezTo>
                  <a:cubicBezTo>
                    <a:pt x="10500" y="2186"/>
                    <a:pt x="10516" y="2218"/>
                    <a:pt x="10500" y="2250"/>
                  </a:cubicBezTo>
                  <a:cubicBezTo>
                    <a:pt x="10487" y="2277"/>
                    <a:pt x="10481" y="2289"/>
                    <a:pt x="10468" y="2289"/>
                  </a:cubicBezTo>
                  <a:cubicBezTo>
                    <a:pt x="10459" y="2289"/>
                    <a:pt x="10444" y="2281"/>
                    <a:pt x="10419" y="2267"/>
                  </a:cubicBezTo>
                  <a:cubicBezTo>
                    <a:pt x="10400" y="2258"/>
                    <a:pt x="10382" y="2254"/>
                    <a:pt x="10367" y="2254"/>
                  </a:cubicBezTo>
                  <a:cubicBezTo>
                    <a:pt x="10300" y="2254"/>
                    <a:pt x="10280" y="2335"/>
                    <a:pt x="10346" y="2421"/>
                  </a:cubicBezTo>
                  <a:lnTo>
                    <a:pt x="10289" y="2388"/>
                  </a:lnTo>
                  <a:cubicBezTo>
                    <a:pt x="10280" y="2384"/>
                    <a:pt x="10271" y="2381"/>
                    <a:pt x="10260" y="2381"/>
                  </a:cubicBezTo>
                  <a:cubicBezTo>
                    <a:pt x="10211" y="2381"/>
                    <a:pt x="10146" y="2438"/>
                    <a:pt x="10087" y="2664"/>
                  </a:cubicBezTo>
                  <a:cubicBezTo>
                    <a:pt x="9996" y="2844"/>
                    <a:pt x="9920" y="2983"/>
                    <a:pt x="9871" y="2983"/>
                  </a:cubicBezTo>
                  <a:cubicBezTo>
                    <a:pt x="9867" y="2983"/>
                    <a:pt x="9863" y="2982"/>
                    <a:pt x="9860" y="2980"/>
                  </a:cubicBezTo>
                  <a:cubicBezTo>
                    <a:pt x="9857" y="2979"/>
                    <a:pt x="9854" y="2978"/>
                    <a:pt x="9852" y="2978"/>
                  </a:cubicBezTo>
                  <a:cubicBezTo>
                    <a:pt x="9804" y="2978"/>
                    <a:pt x="9813" y="3214"/>
                    <a:pt x="9860" y="3361"/>
                  </a:cubicBezTo>
                  <a:cubicBezTo>
                    <a:pt x="9849" y="3354"/>
                    <a:pt x="9840" y="3351"/>
                    <a:pt x="9832" y="3351"/>
                  </a:cubicBezTo>
                  <a:cubicBezTo>
                    <a:pt x="9799" y="3351"/>
                    <a:pt x="9775" y="3399"/>
                    <a:pt x="9730" y="3483"/>
                  </a:cubicBezTo>
                  <a:cubicBezTo>
                    <a:pt x="9678" y="3586"/>
                    <a:pt x="9663" y="3616"/>
                    <a:pt x="9638" y="3616"/>
                  </a:cubicBezTo>
                  <a:cubicBezTo>
                    <a:pt x="9628" y="3616"/>
                    <a:pt x="9617" y="3611"/>
                    <a:pt x="9600" y="3604"/>
                  </a:cubicBezTo>
                  <a:cubicBezTo>
                    <a:pt x="9563" y="3557"/>
                    <a:pt x="9543" y="3531"/>
                    <a:pt x="9538" y="3531"/>
                  </a:cubicBezTo>
                  <a:lnTo>
                    <a:pt x="9538" y="3531"/>
                  </a:lnTo>
                  <a:cubicBezTo>
                    <a:pt x="9531" y="3531"/>
                    <a:pt x="9545" y="3569"/>
                    <a:pt x="9576" y="3653"/>
                  </a:cubicBezTo>
                  <a:cubicBezTo>
                    <a:pt x="9643" y="3740"/>
                    <a:pt x="9566" y="3838"/>
                    <a:pt x="9478" y="3838"/>
                  </a:cubicBezTo>
                  <a:cubicBezTo>
                    <a:pt x="9460" y="3838"/>
                    <a:pt x="9440" y="3833"/>
                    <a:pt x="9422" y="3823"/>
                  </a:cubicBezTo>
                  <a:cubicBezTo>
                    <a:pt x="9412" y="3817"/>
                    <a:pt x="9404" y="3814"/>
                    <a:pt x="9395" y="3814"/>
                  </a:cubicBezTo>
                  <a:cubicBezTo>
                    <a:pt x="9360" y="3814"/>
                    <a:pt x="9331" y="3866"/>
                    <a:pt x="9292" y="3945"/>
                  </a:cubicBezTo>
                  <a:cubicBezTo>
                    <a:pt x="9324" y="4018"/>
                    <a:pt x="9268" y="4115"/>
                    <a:pt x="9219" y="4221"/>
                  </a:cubicBezTo>
                  <a:cubicBezTo>
                    <a:pt x="9146" y="4367"/>
                    <a:pt x="9146" y="4367"/>
                    <a:pt x="9251" y="4423"/>
                  </a:cubicBezTo>
                  <a:cubicBezTo>
                    <a:pt x="9357" y="4472"/>
                    <a:pt x="9333" y="4529"/>
                    <a:pt x="9284" y="4626"/>
                  </a:cubicBezTo>
                  <a:cubicBezTo>
                    <a:pt x="9257" y="4666"/>
                    <a:pt x="9236" y="4705"/>
                    <a:pt x="9203" y="4705"/>
                  </a:cubicBezTo>
                  <a:cubicBezTo>
                    <a:pt x="9196" y="4705"/>
                    <a:pt x="9187" y="4703"/>
                    <a:pt x="9178" y="4699"/>
                  </a:cubicBezTo>
                  <a:cubicBezTo>
                    <a:pt x="9138" y="4707"/>
                    <a:pt x="9097" y="4731"/>
                    <a:pt x="9073" y="4764"/>
                  </a:cubicBezTo>
                  <a:cubicBezTo>
                    <a:pt x="9054" y="4803"/>
                    <a:pt x="9034" y="4846"/>
                    <a:pt x="8999" y="4846"/>
                  </a:cubicBezTo>
                  <a:cubicBezTo>
                    <a:pt x="8990" y="4846"/>
                    <a:pt x="8979" y="4843"/>
                    <a:pt x="8968" y="4837"/>
                  </a:cubicBezTo>
                  <a:cubicBezTo>
                    <a:pt x="8911" y="4861"/>
                    <a:pt x="8862" y="4902"/>
                    <a:pt x="8838" y="4958"/>
                  </a:cubicBezTo>
                  <a:cubicBezTo>
                    <a:pt x="8795" y="5043"/>
                    <a:pt x="8753" y="5135"/>
                    <a:pt x="8705" y="5135"/>
                  </a:cubicBezTo>
                  <a:cubicBezTo>
                    <a:pt x="8698" y="5135"/>
                    <a:pt x="8691" y="5133"/>
                    <a:pt x="8684" y="5129"/>
                  </a:cubicBezTo>
                  <a:lnTo>
                    <a:pt x="8684" y="5129"/>
                  </a:lnTo>
                  <a:cubicBezTo>
                    <a:pt x="8660" y="5177"/>
                    <a:pt x="8660" y="5177"/>
                    <a:pt x="8708" y="5210"/>
                  </a:cubicBezTo>
                  <a:cubicBezTo>
                    <a:pt x="8765" y="5234"/>
                    <a:pt x="8789" y="5315"/>
                    <a:pt x="8635" y="5485"/>
                  </a:cubicBezTo>
                  <a:cubicBezTo>
                    <a:pt x="8587" y="5583"/>
                    <a:pt x="8514" y="5729"/>
                    <a:pt x="8562" y="5753"/>
                  </a:cubicBezTo>
                  <a:cubicBezTo>
                    <a:pt x="8548" y="5785"/>
                    <a:pt x="8542" y="5799"/>
                    <a:pt x="8529" y="5799"/>
                  </a:cubicBezTo>
                  <a:cubicBezTo>
                    <a:pt x="8520" y="5799"/>
                    <a:pt x="8506" y="5791"/>
                    <a:pt x="8481" y="5777"/>
                  </a:cubicBezTo>
                  <a:cubicBezTo>
                    <a:pt x="8461" y="5767"/>
                    <a:pt x="8444" y="5762"/>
                    <a:pt x="8428" y="5762"/>
                  </a:cubicBezTo>
                  <a:cubicBezTo>
                    <a:pt x="8361" y="5762"/>
                    <a:pt x="8338" y="5855"/>
                    <a:pt x="8384" y="5980"/>
                  </a:cubicBezTo>
                  <a:cubicBezTo>
                    <a:pt x="8433" y="6004"/>
                    <a:pt x="8408" y="6053"/>
                    <a:pt x="8335" y="6077"/>
                  </a:cubicBezTo>
                  <a:cubicBezTo>
                    <a:pt x="8319" y="6118"/>
                    <a:pt x="8319" y="6158"/>
                    <a:pt x="8335" y="6199"/>
                  </a:cubicBezTo>
                  <a:cubicBezTo>
                    <a:pt x="8360" y="6280"/>
                    <a:pt x="8360" y="6280"/>
                    <a:pt x="8262" y="6353"/>
                  </a:cubicBezTo>
                  <a:cubicBezTo>
                    <a:pt x="8250" y="6346"/>
                    <a:pt x="8239" y="6343"/>
                    <a:pt x="8229" y="6343"/>
                  </a:cubicBezTo>
                  <a:cubicBezTo>
                    <a:pt x="8195" y="6343"/>
                    <a:pt x="8176" y="6382"/>
                    <a:pt x="8157" y="6426"/>
                  </a:cubicBezTo>
                  <a:cubicBezTo>
                    <a:pt x="8157" y="6548"/>
                    <a:pt x="7873" y="7091"/>
                    <a:pt x="7800" y="7115"/>
                  </a:cubicBezTo>
                  <a:cubicBezTo>
                    <a:pt x="7824" y="7188"/>
                    <a:pt x="7824" y="7188"/>
                    <a:pt x="7800" y="7245"/>
                  </a:cubicBezTo>
                  <a:cubicBezTo>
                    <a:pt x="7793" y="7244"/>
                    <a:pt x="7787" y="7244"/>
                    <a:pt x="7781" y="7244"/>
                  </a:cubicBezTo>
                  <a:cubicBezTo>
                    <a:pt x="7673" y="7244"/>
                    <a:pt x="7700" y="7313"/>
                    <a:pt x="7800" y="7366"/>
                  </a:cubicBezTo>
                  <a:lnTo>
                    <a:pt x="7824" y="7318"/>
                  </a:lnTo>
                  <a:lnTo>
                    <a:pt x="7857" y="7269"/>
                  </a:lnTo>
                  <a:lnTo>
                    <a:pt x="7857" y="7269"/>
                  </a:lnTo>
                  <a:cubicBezTo>
                    <a:pt x="7940" y="7314"/>
                    <a:pt x="7907" y="7415"/>
                    <a:pt x="7813" y="7415"/>
                  </a:cubicBezTo>
                  <a:cubicBezTo>
                    <a:pt x="7788" y="7415"/>
                    <a:pt x="7759" y="7408"/>
                    <a:pt x="7727" y="7391"/>
                  </a:cubicBezTo>
                  <a:cubicBezTo>
                    <a:pt x="7697" y="7389"/>
                    <a:pt x="7674" y="7388"/>
                    <a:pt x="7656" y="7388"/>
                  </a:cubicBezTo>
                  <a:cubicBezTo>
                    <a:pt x="7593" y="7388"/>
                    <a:pt x="7607" y="7406"/>
                    <a:pt x="7670" y="7488"/>
                  </a:cubicBezTo>
                  <a:cubicBezTo>
                    <a:pt x="7746" y="7586"/>
                    <a:pt x="7730" y="7635"/>
                    <a:pt x="7624" y="7635"/>
                  </a:cubicBezTo>
                  <a:cubicBezTo>
                    <a:pt x="7615" y="7635"/>
                    <a:pt x="7607" y="7635"/>
                    <a:pt x="7597" y="7634"/>
                  </a:cubicBezTo>
                  <a:cubicBezTo>
                    <a:pt x="7555" y="7614"/>
                    <a:pt x="7529" y="7603"/>
                    <a:pt x="7520" y="7603"/>
                  </a:cubicBezTo>
                  <a:cubicBezTo>
                    <a:pt x="7505" y="7603"/>
                    <a:pt x="7525" y="7628"/>
                    <a:pt x="7573" y="7691"/>
                  </a:cubicBezTo>
                  <a:cubicBezTo>
                    <a:pt x="7700" y="7850"/>
                    <a:pt x="7713" y="7994"/>
                    <a:pt x="7611" y="7994"/>
                  </a:cubicBezTo>
                  <a:cubicBezTo>
                    <a:pt x="7582" y="7994"/>
                    <a:pt x="7546" y="7983"/>
                    <a:pt x="7500" y="7958"/>
                  </a:cubicBezTo>
                  <a:cubicBezTo>
                    <a:pt x="7456" y="7938"/>
                    <a:pt x="7416" y="7929"/>
                    <a:pt x="7383" y="7929"/>
                  </a:cubicBezTo>
                  <a:cubicBezTo>
                    <a:pt x="7337" y="7929"/>
                    <a:pt x="7303" y="7946"/>
                    <a:pt x="7289" y="7974"/>
                  </a:cubicBezTo>
                  <a:cubicBezTo>
                    <a:pt x="7265" y="8031"/>
                    <a:pt x="7314" y="8056"/>
                    <a:pt x="7370" y="8080"/>
                  </a:cubicBezTo>
                  <a:cubicBezTo>
                    <a:pt x="7500" y="8088"/>
                    <a:pt x="7476" y="8137"/>
                    <a:pt x="7314" y="8185"/>
                  </a:cubicBezTo>
                  <a:cubicBezTo>
                    <a:pt x="7079" y="8250"/>
                    <a:pt x="7030" y="8347"/>
                    <a:pt x="7062" y="8550"/>
                  </a:cubicBezTo>
                  <a:cubicBezTo>
                    <a:pt x="7062" y="8719"/>
                    <a:pt x="7029" y="8840"/>
                    <a:pt x="6998" y="8840"/>
                  </a:cubicBezTo>
                  <a:cubicBezTo>
                    <a:pt x="6983" y="8840"/>
                    <a:pt x="6968" y="8811"/>
                    <a:pt x="6957" y="8745"/>
                  </a:cubicBezTo>
                  <a:cubicBezTo>
                    <a:pt x="6927" y="8664"/>
                    <a:pt x="6913" y="8626"/>
                    <a:pt x="6908" y="8626"/>
                  </a:cubicBezTo>
                  <a:lnTo>
                    <a:pt x="6908" y="8626"/>
                  </a:lnTo>
                  <a:cubicBezTo>
                    <a:pt x="6902" y="8626"/>
                    <a:pt x="6904" y="8658"/>
                    <a:pt x="6908" y="8720"/>
                  </a:cubicBezTo>
                  <a:lnTo>
                    <a:pt x="6779" y="8972"/>
                  </a:lnTo>
                  <a:cubicBezTo>
                    <a:pt x="6754" y="9028"/>
                    <a:pt x="6779" y="9093"/>
                    <a:pt x="6835" y="9118"/>
                  </a:cubicBezTo>
                  <a:cubicBezTo>
                    <a:pt x="6706" y="9118"/>
                    <a:pt x="6600" y="9191"/>
                    <a:pt x="6657" y="9345"/>
                  </a:cubicBezTo>
                  <a:lnTo>
                    <a:pt x="6600" y="9442"/>
                  </a:lnTo>
                  <a:cubicBezTo>
                    <a:pt x="6576" y="9491"/>
                    <a:pt x="6576" y="9491"/>
                    <a:pt x="6608" y="9564"/>
                  </a:cubicBezTo>
                  <a:cubicBezTo>
                    <a:pt x="6633" y="9645"/>
                    <a:pt x="6552" y="9669"/>
                    <a:pt x="6479" y="9685"/>
                  </a:cubicBezTo>
                  <a:cubicBezTo>
                    <a:pt x="6398" y="9710"/>
                    <a:pt x="6316" y="9734"/>
                    <a:pt x="6373" y="9758"/>
                  </a:cubicBezTo>
                  <a:cubicBezTo>
                    <a:pt x="6422" y="9791"/>
                    <a:pt x="6430" y="9912"/>
                    <a:pt x="6454" y="9993"/>
                  </a:cubicBezTo>
                  <a:cubicBezTo>
                    <a:pt x="6473" y="10034"/>
                    <a:pt x="6455" y="10060"/>
                    <a:pt x="6430" y="10060"/>
                  </a:cubicBezTo>
                  <a:cubicBezTo>
                    <a:pt x="6411" y="10060"/>
                    <a:pt x="6387" y="10045"/>
                    <a:pt x="6373" y="10010"/>
                  </a:cubicBezTo>
                  <a:cubicBezTo>
                    <a:pt x="6355" y="10001"/>
                    <a:pt x="6344" y="9995"/>
                    <a:pt x="6332" y="9995"/>
                  </a:cubicBezTo>
                  <a:cubicBezTo>
                    <a:pt x="6310" y="9995"/>
                    <a:pt x="6286" y="10012"/>
                    <a:pt x="6219" y="10058"/>
                  </a:cubicBezTo>
                  <a:cubicBezTo>
                    <a:pt x="6195" y="10107"/>
                    <a:pt x="6146" y="10204"/>
                    <a:pt x="6195" y="10237"/>
                  </a:cubicBezTo>
                  <a:cubicBezTo>
                    <a:pt x="6252" y="10261"/>
                    <a:pt x="6098" y="10561"/>
                    <a:pt x="6016" y="10577"/>
                  </a:cubicBezTo>
                  <a:lnTo>
                    <a:pt x="5968" y="10674"/>
                  </a:lnTo>
                  <a:cubicBezTo>
                    <a:pt x="5943" y="10731"/>
                    <a:pt x="5968" y="10804"/>
                    <a:pt x="5943" y="10853"/>
                  </a:cubicBezTo>
                  <a:cubicBezTo>
                    <a:pt x="5927" y="10893"/>
                    <a:pt x="5927" y="10942"/>
                    <a:pt x="5943" y="10982"/>
                  </a:cubicBezTo>
                  <a:cubicBezTo>
                    <a:pt x="5924" y="11022"/>
                    <a:pt x="5904" y="11062"/>
                    <a:pt x="5871" y="11062"/>
                  </a:cubicBezTo>
                  <a:cubicBezTo>
                    <a:pt x="5863" y="11062"/>
                    <a:pt x="5855" y="11060"/>
                    <a:pt x="5846" y="11055"/>
                  </a:cubicBezTo>
                  <a:lnTo>
                    <a:pt x="5846" y="11055"/>
                  </a:lnTo>
                  <a:cubicBezTo>
                    <a:pt x="5927" y="11153"/>
                    <a:pt x="5927" y="11153"/>
                    <a:pt x="5789" y="11153"/>
                  </a:cubicBezTo>
                  <a:cubicBezTo>
                    <a:pt x="5745" y="11129"/>
                    <a:pt x="5719" y="11115"/>
                    <a:pt x="5710" y="11115"/>
                  </a:cubicBezTo>
                  <a:cubicBezTo>
                    <a:pt x="5699" y="11115"/>
                    <a:pt x="5718" y="11141"/>
                    <a:pt x="5765" y="11201"/>
                  </a:cubicBezTo>
                  <a:cubicBezTo>
                    <a:pt x="5798" y="11274"/>
                    <a:pt x="5798" y="11274"/>
                    <a:pt x="5716" y="11299"/>
                  </a:cubicBezTo>
                  <a:cubicBezTo>
                    <a:pt x="5706" y="11294"/>
                    <a:pt x="5696" y="11292"/>
                    <a:pt x="5688" y="11292"/>
                  </a:cubicBezTo>
                  <a:cubicBezTo>
                    <a:pt x="5653" y="11292"/>
                    <a:pt x="5646" y="11328"/>
                    <a:pt x="5692" y="11347"/>
                  </a:cubicBezTo>
                  <a:cubicBezTo>
                    <a:pt x="5762" y="11439"/>
                    <a:pt x="5753" y="11585"/>
                    <a:pt x="5681" y="11585"/>
                  </a:cubicBezTo>
                  <a:cubicBezTo>
                    <a:pt x="5670" y="11585"/>
                    <a:pt x="5657" y="11582"/>
                    <a:pt x="5643" y="11574"/>
                  </a:cubicBezTo>
                  <a:cubicBezTo>
                    <a:pt x="5627" y="11615"/>
                    <a:pt x="5627" y="11664"/>
                    <a:pt x="5643" y="11704"/>
                  </a:cubicBezTo>
                  <a:cubicBezTo>
                    <a:pt x="5691" y="11761"/>
                    <a:pt x="5711" y="11785"/>
                    <a:pt x="5698" y="11785"/>
                  </a:cubicBezTo>
                  <a:cubicBezTo>
                    <a:pt x="5688" y="11785"/>
                    <a:pt x="5663" y="11773"/>
                    <a:pt x="5619" y="11753"/>
                  </a:cubicBezTo>
                  <a:cubicBezTo>
                    <a:pt x="5610" y="11752"/>
                    <a:pt x="5601" y="11752"/>
                    <a:pt x="5593" y="11752"/>
                  </a:cubicBezTo>
                  <a:cubicBezTo>
                    <a:pt x="5486" y="11752"/>
                    <a:pt x="5471" y="11801"/>
                    <a:pt x="5546" y="11899"/>
                  </a:cubicBezTo>
                  <a:cubicBezTo>
                    <a:pt x="5562" y="11939"/>
                    <a:pt x="5538" y="11988"/>
                    <a:pt x="5489" y="11996"/>
                  </a:cubicBezTo>
                  <a:cubicBezTo>
                    <a:pt x="5384" y="12069"/>
                    <a:pt x="5181" y="12336"/>
                    <a:pt x="5311" y="12345"/>
                  </a:cubicBezTo>
                  <a:lnTo>
                    <a:pt x="5262" y="12442"/>
                  </a:lnTo>
                  <a:cubicBezTo>
                    <a:pt x="5157" y="12515"/>
                    <a:pt x="5133" y="12563"/>
                    <a:pt x="5165" y="12636"/>
                  </a:cubicBezTo>
                  <a:lnTo>
                    <a:pt x="5189" y="12718"/>
                  </a:lnTo>
                  <a:cubicBezTo>
                    <a:pt x="5172" y="12710"/>
                    <a:pt x="5154" y="12706"/>
                    <a:pt x="5136" y="12706"/>
                  </a:cubicBezTo>
                  <a:cubicBezTo>
                    <a:pt x="5096" y="12706"/>
                    <a:pt x="5058" y="12724"/>
                    <a:pt x="5035" y="12758"/>
                  </a:cubicBezTo>
                  <a:cubicBezTo>
                    <a:pt x="5003" y="12807"/>
                    <a:pt x="5003" y="12807"/>
                    <a:pt x="5060" y="12839"/>
                  </a:cubicBezTo>
                  <a:cubicBezTo>
                    <a:pt x="5075" y="12835"/>
                    <a:pt x="5086" y="12833"/>
                    <a:pt x="5094" y="12833"/>
                  </a:cubicBezTo>
                  <a:cubicBezTo>
                    <a:pt x="5132" y="12833"/>
                    <a:pt x="5111" y="12872"/>
                    <a:pt x="5084" y="12912"/>
                  </a:cubicBezTo>
                  <a:cubicBezTo>
                    <a:pt x="5061" y="12952"/>
                    <a:pt x="5023" y="12972"/>
                    <a:pt x="4982" y="12972"/>
                  </a:cubicBezTo>
                  <a:cubicBezTo>
                    <a:pt x="4965" y="12972"/>
                    <a:pt x="4947" y="12968"/>
                    <a:pt x="4930" y="12961"/>
                  </a:cubicBezTo>
                  <a:lnTo>
                    <a:pt x="4906" y="13009"/>
                  </a:lnTo>
                  <a:cubicBezTo>
                    <a:pt x="4988" y="13054"/>
                    <a:pt x="4991" y="13093"/>
                    <a:pt x="4962" y="13093"/>
                  </a:cubicBezTo>
                  <a:cubicBezTo>
                    <a:pt x="4954" y="13093"/>
                    <a:pt x="4943" y="13090"/>
                    <a:pt x="4930" y="13082"/>
                  </a:cubicBezTo>
                  <a:cubicBezTo>
                    <a:pt x="4873" y="13107"/>
                    <a:pt x="4825" y="13147"/>
                    <a:pt x="4800" y="13204"/>
                  </a:cubicBezTo>
                  <a:lnTo>
                    <a:pt x="4752" y="13180"/>
                  </a:lnTo>
                  <a:lnTo>
                    <a:pt x="4752" y="13180"/>
                  </a:lnTo>
                  <a:cubicBezTo>
                    <a:pt x="4671" y="13204"/>
                    <a:pt x="4727" y="13228"/>
                    <a:pt x="4776" y="13253"/>
                  </a:cubicBezTo>
                  <a:lnTo>
                    <a:pt x="4727" y="13358"/>
                  </a:lnTo>
                  <a:cubicBezTo>
                    <a:pt x="4707" y="13398"/>
                    <a:pt x="4688" y="13437"/>
                    <a:pt x="4721" y="13437"/>
                  </a:cubicBezTo>
                  <a:cubicBezTo>
                    <a:pt x="4728" y="13437"/>
                    <a:pt x="4738" y="13435"/>
                    <a:pt x="4752" y="13431"/>
                  </a:cubicBezTo>
                  <a:cubicBezTo>
                    <a:pt x="4808" y="13455"/>
                    <a:pt x="4857" y="13488"/>
                    <a:pt x="4833" y="13536"/>
                  </a:cubicBezTo>
                  <a:cubicBezTo>
                    <a:pt x="4802" y="13521"/>
                    <a:pt x="4769" y="13503"/>
                    <a:pt x="4742" y="13503"/>
                  </a:cubicBezTo>
                  <a:cubicBezTo>
                    <a:pt x="4726" y="13503"/>
                    <a:pt x="4712" y="13510"/>
                    <a:pt x="4703" y="13528"/>
                  </a:cubicBezTo>
                  <a:cubicBezTo>
                    <a:pt x="4692" y="13550"/>
                    <a:pt x="4674" y="13561"/>
                    <a:pt x="4654" y="13561"/>
                  </a:cubicBezTo>
                  <a:cubicBezTo>
                    <a:pt x="4644" y="13561"/>
                    <a:pt x="4633" y="13558"/>
                    <a:pt x="4622" y="13553"/>
                  </a:cubicBezTo>
                  <a:cubicBezTo>
                    <a:pt x="4607" y="13533"/>
                    <a:pt x="4593" y="13525"/>
                    <a:pt x="4581" y="13525"/>
                  </a:cubicBezTo>
                  <a:cubicBezTo>
                    <a:pt x="4526" y="13525"/>
                    <a:pt x="4498" y="13688"/>
                    <a:pt x="4525" y="13747"/>
                  </a:cubicBezTo>
                  <a:cubicBezTo>
                    <a:pt x="4567" y="13862"/>
                    <a:pt x="4564" y="13923"/>
                    <a:pt x="4513" y="13923"/>
                  </a:cubicBezTo>
                  <a:cubicBezTo>
                    <a:pt x="4496" y="13923"/>
                    <a:pt x="4472" y="13916"/>
                    <a:pt x="4444" y="13901"/>
                  </a:cubicBezTo>
                  <a:cubicBezTo>
                    <a:pt x="4428" y="13893"/>
                    <a:pt x="4416" y="13889"/>
                    <a:pt x="4407" y="13889"/>
                  </a:cubicBezTo>
                  <a:cubicBezTo>
                    <a:pt x="4357" y="13889"/>
                    <a:pt x="4415" y="14018"/>
                    <a:pt x="4533" y="14128"/>
                  </a:cubicBezTo>
                  <a:lnTo>
                    <a:pt x="4662" y="14258"/>
                  </a:lnTo>
                  <a:lnTo>
                    <a:pt x="4508" y="14177"/>
                  </a:lnTo>
                  <a:cubicBezTo>
                    <a:pt x="4424" y="14157"/>
                    <a:pt x="4369" y="14144"/>
                    <a:pt x="4335" y="14144"/>
                  </a:cubicBezTo>
                  <a:cubicBezTo>
                    <a:pt x="4269" y="14144"/>
                    <a:pt x="4276" y="14190"/>
                    <a:pt x="4298" y="14323"/>
                  </a:cubicBezTo>
                  <a:cubicBezTo>
                    <a:pt x="4298" y="14409"/>
                    <a:pt x="4298" y="14438"/>
                    <a:pt x="4283" y="14438"/>
                  </a:cubicBezTo>
                  <a:cubicBezTo>
                    <a:pt x="4276" y="14438"/>
                    <a:pt x="4265" y="14431"/>
                    <a:pt x="4249" y="14420"/>
                  </a:cubicBezTo>
                  <a:cubicBezTo>
                    <a:pt x="4240" y="14416"/>
                    <a:pt x="4231" y="14414"/>
                    <a:pt x="4224" y="14414"/>
                  </a:cubicBezTo>
                  <a:cubicBezTo>
                    <a:pt x="4183" y="14414"/>
                    <a:pt x="4156" y="14468"/>
                    <a:pt x="4095" y="14590"/>
                  </a:cubicBezTo>
                  <a:cubicBezTo>
                    <a:pt x="4014" y="14744"/>
                    <a:pt x="3989" y="14793"/>
                    <a:pt x="4046" y="14817"/>
                  </a:cubicBezTo>
                  <a:lnTo>
                    <a:pt x="3989" y="14915"/>
                  </a:lnTo>
                  <a:cubicBezTo>
                    <a:pt x="3860" y="14915"/>
                    <a:pt x="3860" y="15036"/>
                    <a:pt x="3998" y="15044"/>
                  </a:cubicBezTo>
                  <a:lnTo>
                    <a:pt x="3941" y="15142"/>
                  </a:lnTo>
                  <a:lnTo>
                    <a:pt x="3892" y="15117"/>
                  </a:lnTo>
                  <a:cubicBezTo>
                    <a:pt x="3886" y="15114"/>
                    <a:pt x="3879" y="15112"/>
                    <a:pt x="3873" y="15112"/>
                  </a:cubicBezTo>
                  <a:cubicBezTo>
                    <a:pt x="3822" y="15112"/>
                    <a:pt x="3763" y="15228"/>
                    <a:pt x="3584" y="15580"/>
                  </a:cubicBezTo>
                  <a:cubicBezTo>
                    <a:pt x="3357" y="16025"/>
                    <a:pt x="3325" y="16074"/>
                    <a:pt x="3438" y="16131"/>
                  </a:cubicBezTo>
                  <a:cubicBezTo>
                    <a:pt x="3496" y="16206"/>
                    <a:pt x="3496" y="16252"/>
                    <a:pt x="3453" y="16252"/>
                  </a:cubicBezTo>
                  <a:cubicBezTo>
                    <a:pt x="3436" y="16252"/>
                    <a:pt x="3412" y="16245"/>
                    <a:pt x="3381" y="16228"/>
                  </a:cubicBezTo>
                  <a:cubicBezTo>
                    <a:pt x="3367" y="16221"/>
                    <a:pt x="3350" y="16218"/>
                    <a:pt x="3335" y="16218"/>
                  </a:cubicBezTo>
                  <a:cubicBezTo>
                    <a:pt x="3297" y="16218"/>
                    <a:pt x="3268" y="16235"/>
                    <a:pt x="3308" y="16252"/>
                  </a:cubicBezTo>
                  <a:cubicBezTo>
                    <a:pt x="3276" y="16309"/>
                    <a:pt x="3235" y="16350"/>
                    <a:pt x="3179" y="16374"/>
                  </a:cubicBezTo>
                  <a:cubicBezTo>
                    <a:pt x="2992" y="16471"/>
                    <a:pt x="3025" y="16544"/>
                    <a:pt x="3073" y="16569"/>
                  </a:cubicBezTo>
                  <a:cubicBezTo>
                    <a:pt x="3203" y="16577"/>
                    <a:pt x="3130" y="16601"/>
                    <a:pt x="3049" y="16625"/>
                  </a:cubicBezTo>
                  <a:cubicBezTo>
                    <a:pt x="2968" y="16642"/>
                    <a:pt x="2895" y="16666"/>
                    <a:pt x="2944" y="16690"/>
                  </a:cubicBezTo>
                  <a:cubicBezTo>
                    <a:pt x="2973" y="16765"/>
                    <a:pt x="2887" y="17046"/>
                    <a:pt x="2790" y="17046"/>
                  </a:cubicBezTo>
                  <a:cubicBezTo>
                    <a:pt x="2782" y="17046"/>
                    <a:pt x="2774" y="17043"/>
                    <a:pt x="2765" y="17039"/>
                  </a:cubicBezTo>
                  <a:cubicBezTo>
                    <a:pt x="2765" y="17039"/>
                    <a:pt x="2741" y="17088"/>
                    <a:pt x="2717" y="17136"/>
                  </a:cubicBezTo>
                  <a:cubicBezTo>
                    <a:pt x="2773" y="17169"/>
                    <a:pt x="2717" y="17266"/>
                    <a:pt x="2668" y="17363"/>
                  </a:cubicBezTo>
                  <a:cubicBezTo>
                    <a:pt x="2628" y="17444"/>
                    <a:pt x="2604" y="17491"/>
                    <a:pt x="2565" y="17491"/>
                  </a:cubicBezTo>
                  <a:cubicBezTo>
                    <a:pt x="2557" y="17491"/>
                    <a:pt x="2548" y="17489"/>
                    <a:pt x="2538" y="17485"/>
                  </a:cubicBezTo>
                  <a:cubicBezTo>
                    <a:pt x="2530" y="17461"/>
                    <a:pt x="2522" y="17451"/>
                    <a:pt x="2514" y="17451"/>
                  </a:cubicBezTo>
                  <a:cubicBezTo>
                    <a:pt x="2497" y="17451"/>
                    <a:pt x="2484" y="17500"/>
                    <a:pt x="2490" y="17582"/>
                  </a:cubicBezTo>
                  <a:cubicBezTo>
                    <a:pt x="2465" y="17631"/>
                    <a:pt x="2546" y="17736"/>
                    <a:pt x="2522" y="17785"/>
                  </a:cubicBezTo>
                  <a:cubicBezTo>
                    <a:pt x="2571" y="17817"/>
                    <a:pt x="2595" y="17882"/>
                    <a:pt x="2571" y="17939"/>
                  </a:cubicBezTo>
                  <a:lnTo>
                    <a:pt x="2522" y="17915"/>
                  </a:lnTo>
                  <a:lnTo>
                    <a:pt x="2417" y="17858"/>
                  </a:lnTo>
                  <a:cubicBezTo>
                    <a:pt x="2392" y="17906"/>
                    <a:pt x="2360" y="17955"/>
                    <a:pt x="2417" y="17988"/>
                  </a:cubicBezTo>
                  <a:cubicBezTo>
                    <a:pt x="2336" y="18004"/>
                    <a:pt x="2311" y="18052"/>
                    <a:pt x="2263" y="18158"/>
                  </a:cubicBezTo>
                  <a:cubicBezTo>
                    <a:pt x="2214" y="18255"/>
                    <a:pt x="2157" y="18352"/>
                    <a:pt x="2190" y="18433"/>
                  </a:cubicBezTo>
                  <a:cubicBezTo>
                    <a:pt x="2188" y="18433"/>
                    <a:pt x="2186" y="18433"/>
                    <a:pt x="2184" y="18433"/>
                  </a:cubicBezTo>
                  <a:cubicBezTo>
                    <a:pt x="2048" y="18433"/>
                    <a:pt x="1907" y="18727"/>
                    <a:pt x="1987" y="18823"/>
                  </a:cubicBezTo>
                  <a:cubicBezTo>
                    <a:pt x="2036" y="18855"/>
                    <a:pt x="2011" y="18904"/>
                    <a:pt x="1930" y="18928"/>
                  </a:cubicBezTo>
                  <a:cubicBezTo>
                    <a:pt x="1857" y="18944"/>
                    <a:pt x="1857" y="18944"/>
                    <a:pt x="1881" y="19025"/>
                  </a:cubicBezTo>
                  <a:cubicBezTo>
                    <a:pt x="1914" y="19098"/>
                    <a:pt x="1833" y="19123"/>
                    <a:pt x="1752" y="19147"/>
                  </a:cubicBezTo>
                  <a:cubicBezTo>
                    <a:pt x="1742" y="19146"/>
                    <a:pt x="1733" y="19146"/>
                    <a:pt x="1725" y="19146"/>
                  </a:cubicBezTo>
                  <a:cubicBezTo>
                    <a:pt x="1619" y="19146"/>
                    <a:pt x="1599" y="19193"/>
                    <a:pt x="1622" y="19269"/>
                  </a:cubicBezTo>
                  <a:cubicBezTo>
                    <a:pt x="1622" y="19366"/>
                    <a:pt x="1598" y="19455"/>
                    <a:pt x="1549" y="19544"/>
                  </a:cubicBezTo>
                  <a:cubicBezTo>
                    <a:pt x="1549" y="19651"/>
                    <a:pt x="1530" y="19701"/>
                    <a:pt x="1580" y="19701"/>
                  </a:cubicBezTo>
                  <a:cubicBezTo>
                    <a:pt x="1587" y="19701"/>
                    <a:pt x="1596" y="19700"/>
                    <a:pt x="1606" y="19698"/>
                  </a:cubicBezTo>
                  <a:cubicBezTo>
                    <a:pt x="1646" y="19723"/>
                    <a:pt x="1671" y="19755"/>
                    <a:pt x="1687" y="19796"/>
                  </a:cubicBezTo>
                  <a:cubicBezTo>
                    <a:pt x="1687" y="19865"/>
                    <a:pt x="1673" y="19890"/>
                    <a:pt x="1664" y="19890"/>
                  </a:cubicBezTo>
                  <a:cubicBezTo>
                    <a:pt x="1656" y="19890"/>
                    <a:pt x="1651" y="19871"/>
                    <a:pt x="1663" y="19844"/>
                  </a:cubicBezTo>
                  <a:cubicBezTo>
                    <a:pt x="1659" y="19783"/>
                    <a:pt x="1650" y="19765"/>
                    <a:pt x="1634" y="19765"/>
                  </a:cubicBezTo>
                  <a:cubicBezTo>
                    <a:pt x="1618" y="19765"/>
                    <a:pt x="1594" y="19783"/>
                    <a:pt x="1557" y="19796"/>
                  </a:cubicBezTo>
                  <a:cubicBezTo>
                    <a:pt x="1476" y="19812"/>
                    <a:pt x="1427" y="19917"/>
                    <a:pt x="1403" y="19966"/>
                  </a:cubicBezTo>
                  <a:lnTo>
                    <a:pt x="1298" y="20160"/>
                  </a:lnTo>
                  <a:cubicBezTo>
                    <a:pt x="1168" y="20282"/>
                    <a:pt x="1144" y="20331"/>
                    <a:pt x="1200" y="20363"/>
                  </a:cubicBezTo>
                  <a:lnTo>
                    <a:pt x="1249" y="20387"/>
                  </a:lnTo>
                  <a:cubicBezTo>
                    <a:pt x="1248" y="20387"/>
                    <a:pt x="1247" y="20387"/>
                    <a:pt x="1246" y="20387"/>
                  </a:cubicBezTo>
                  <a:cubicBezTo>
                    <a:pt x="1115" y="20387"/>
                    <a:pt x="852" y="20931"/>
                    <a:pt x="941" y="21036"/>
                  </a:cubicBezTo>
                  <a:lnTo>
                    <a:pt x="941" y="21036"/>
                  </a:lnTo>
                  <a:cubicBezTo>
                    <a:pt x="926" y="21030"/>
                    <a:pt x="905" y="21021"/>
                    <a:pt x="884" y="21012"/>
                  </a:cubicBezTo>
                  <a:cubicBezTo>
                    <a:pt x="876" y="21008"/>
                    <a:pt x="868" y="21006"/>
                    <a:pt x="861" y="21006"/>
                  </a:cubicBezTo>
                  <a:cubicBezTo>
                    <a:pt x="827" y="21006"/>
                    <a:pt x="803" y="21053"/>
                    <a:pt x="763" y="21133"/>
                  </a:cubicBezTo>
                  <a:cubicBezTo>
                    <a:pt x="738" y="21190"/>
                    <a:pt x="706" y="21417"/>
                    <a:pt x="649" y="21571"/>
                  </a:cubicBezTo>
                  <a:cubicBezTo>
                    <a:pt x="560" y="21774"/>
                    <a:pt x="511" y="21928"/>
                    <a:pt x="568" y="21952"/>
                  </a:cubicBezTo>
                  <a:cubicBezTo>
                    <a:pt x="554" y="21981"/>
                    <a:pt x="548" y="21993"/>
                    <a:pt x="534" y="21993"/>
                  </a:cubicBezTo>
                  <a:cubicBezTo>
                    <a:pt x="524" y="21993"/>
                    <a:pt x="510" y="21987"/>
                    <a:pt x="487" y="21977"/>
                  </a:cubicBezTo>
                  <a:cubicBezTo>
                    <a:pt x="476" y="21955"/>
                    <a:pt x="466" y="21946"/>
                    <a:pt x="457" y="21946"/>
                  </a:cubicBezTo>
                  <a:cubicBezTo>
                    <a:pt x="439" y="21946"/>
                    <a:pt x="425" y="21980"/>
                    <a:pt x="414" y="22017"/>
                  </a:cubicBezTo>
                  <a:cubicBezTo>
                    <a:pt x="398" y="22066"/>
                    <a:pt x="455" y="22082"/>
                    <a:pt x="511" y="22106"/>
                  </a:cubicBezTo>
                  <a:cubicBezTo>
                    <a:pt x="568" y="22122"/>
                    <a:pt x="552" y="22171"/>
                    <a:pt x="463" y="22260"/>
                  </a:cubicBezTo>
                  <a:cubicBezTo>
                    <a:pt x="357" y="22374"/>
                    <a:pt x="317" y="22528"/>
                    <a:pt x="341" y="22682"/>
                  </a:cubicBezTo>
                  <a:cubicBezTo>
                    <a:pt x="327" y="22725"/>
                    <a:pt x="319" y="22774"/>
                    <a:pt x="278" y="22774"/>
                  </a:cubicBezTo>
                  <a:cubicBezTo>
                    <a:pt x="273" y="22774"/>
                    <a:pt x="267" y="22773"/>
                    <a:pt x="260" y="22771"/>
                  </a:cubicBezTo>
                  <a:cubicBezTo>
                    <a:pt x="155" y="22820"/>
                    <a:pt x="122" y="22958"/>
                    <a:pt x="203" y="23047"/>
                  </a:cubicBezTo>
                  <a:cubicBezTo>
                    <a:pt x="197" y="23081"/>
                    <a:pt x="196" y="23091"/>
                    <a:pt x="172" y="23091"/>
                  </a:cubicBezTo>
                  <a:cubicBezTo>
                    <a:pt x="162" y="23091"/>
                    <a:pt x="149" y="23090"/>
                    <a:pt x="130" y="23087"/>
                  </a:cubicBezTo>
                  <a:cubicBezTo>
                    <a:pt x="65" y="23128"/>
                    <a:pt x="0" y="23120"/>
                    <a:pt x="114" y="23193"/>
                  </a:cubicBezTo>
                  <a:cubicBezTo>
                    <a:pt x="155" y="23322"/>
                    <a:pt x="138" y="23468"/>
                    <a:pt x="73" y="23582"/>
                  </a:cubicBezTo>
                  <a:cubicBezTo>
                    <a:pt x="65" y="23639"/>
                    <a:pt x="65" y="23695"/>
                    <a:pt x="122" y="23695"/>
                  </a:cubicBezTo>
                  <a:lnTo>
                    <a:pt x="187" y="23703"/>
                  </a:lnTo>
                  <a:cubicBezTo>
                    <a:pt x="65" y="23752"/>
                    <a:pt x="65" y="23752"/>
                    <a:pt x="179" y="23809"/>
                  </a:cubicBezTo>
                  <a:cubicBezTo>
                    <a:pt x="236" y="23809"/>
                    <a:pt x="236" y="23866"/>
                    <a:pt x="179" y="23866"/>
                  </a:cubicBezTo>
                  <a:cubicBezTo>
                    <a:pt x="146" y="23890"/>
                    <a:pt x="122" y="23930"/>
                    <a:pt x="122" y="23971"/>
                  </a:cubicBezTo>
                  <a:cubicBezTo>
                    <a:pt x="122" y="24028"/>
                    <a:pt x="187" y="24295"/>
                    <a:pt x="227" y="24563"/>
                  </a:cubicBezTo>
                  <a:cubicBezTo>
                    <a:pt x="305" y="24965"/>
                    <a:pt x="375" y="25123"/>
                    <a:pt x="423" y="25123"/>
                  </a:cubicBezTo>
                  <a:cubicBezTo>
                    <a:pt x="426" y="25123"/>
                    <a:pt x="428" y="25123"/>
                    <a:pt x="430" y="25122"/>
                  </a:cubicBezTo>
                  <a:cubicBezTo>
                    <a:pt x="495" y="25155"/>
                    <a:pt x="503" y="25147"/>
                    <a:pt x="463" y="25220"/>
                  </a:cubicBezTo>
                  <a:cubicBezTo>
                    <a:pt x="438" y="25276"/>
                    <a:pt x="438" y="25341"/>
                    <a:pt x="471" y="25390"/>
                  </a:cubicBezTo>
                  <a:cubicBezTo>
                    <a:pt x="487" y="25439"/>
                    <a:pt x="511" y="25487"/>
                    <a:pt x="455" y="25511"/>
                  </a:cubicBezTo>
                  <a:cubicBezTo>
                    <a:pt x="527" y="25544"/>
                    <a:pt x="527" y="25544"/>
                    <a:pt x="552" y="25593"/>
                  </a:cubicBezTo>
                  <a:cubicBezTo>
                    <a:pt x="495" y="25617"/>
                    <a:pt x="519" y="25666"/>
                    <a:pt x="600" y="25690"/>
                  </a:cubicBezTo>
                  <a:cubicBezTo>
                    <a:pt x="638" y="25688"/>
                    <a:pt x="665" y="25686"/>
                    <a:pt x="681" y="25686"/>
                  </a:cubicBezTo>
                  <a:cubicBezTo>
                    <a:pt x="721" y="25686"/>
                    <a:pt x="700" y="25696"/>
                    <a:pt x="625" y="25730"/>
                  </a:cubicBezTo>
                  <a:cubicBezTo>
                    <a:pt x="585" y="25757"/>
                    <a:pt x="594" y="25878"/>
                    <a:pt x="612" y="25878"/>
                  </a:cubicBezTo>
                  <a:cubicBezTo>
                    <a:pt x="616" y="25878"/>
                    <a:pt x="621" y="25873"/>
                    <a:pt x="625" y="25860"/>
                  </a:cubicBezTo>
                  <a:cubicBezTo>
                    <a:pt x="633" y="25856"/>
                    <a:pt x="641" y="25854"/>
                    <a:pt x="648" y="25854"/>
                  </a:cubicBezTo>
                  <a:cubicBezTo>
                    <a:pt x="696" y="25854"/>
                    <a:pt x="742" y="25927"/>
                    <a:pt x="811" y="25941"/>
                  </a:cubicBezTo>
                  <a:cubicBezTo>
                    <a:pt x="836" y="25982"/>
                    <a:pt x="868" y="26030"/>
                    <a:pt x="819" y="26063"/>
                  </a:cubicBezTo>
                  <a:cubicBezTo>
                    <a:pt x="803" y="26136"/>
                    <a:pt x="998" y="26338"/>
                    <a:pt x="1087" y="26338"/>
                  </a:cubicBezTo>
                  <a:cubicBezTo>
                    <a:pt x="1101" y="26327"/>
                    <a:pt x="1114" y="26322"/>
                    <a:pt x="1124" y="26322"/>
                  </a:cubicBezTo>
                  <a:cubicBezTo>
                    <a:pt x="1148" y="26322"/>
                    <a:pt x="1154" y="26350"/>
                    <a:pt x="1119" y="26379"/>
                  </a:cubicBezTo>
                  <a:cubicBezTo>
                    <a:pt x="1071" y="26420"/>
                    <a:pt x="1111" y="26460"/>
                    <a:pt x="1144" y="26501"/>
                  </a:cubicBezTo>
                  <a:cubicBezTo>
                    <a:pt x="1225" y="26501"/>
                    <a:pt x="1176" y="26541"/>
                    <a:pt x="1136" y="26582"/>
                  </a:cubicBezTo>
                  <a:cubicBezTo>
                    <a:pt x="1130" y="26581"/>
                    <a:pt x="1124" y="26581"/>
                    <a:pt x="1120" y="26581"/>
                  </a:cubicBezTo>
                  <a:cubicBezTo>
                    <a:pt x="1059" y="26581"/>
                    <a:pt x="1092" y="26628"/>
                    <a:pt x="1160" y="26703"/>
                  </a:cubicBezTo>
                  <a:cubicBezTo>
                    <a:pt x="1233" y="26711"/>
                    <a:pt x="1395" y="26865"/>
                    <a:pt x="1509" y="26979"/>
                  </a:cubicBezTo>
                  <a:cubicBezTo>
                    <a:pt x="1655" y="27120"/>
                    <a:pt x="1742" y="27150"/>
                    <a:pt x="1837" y="27150"/>
                  </a:cubicBezTo>
                  <a:cubicBezTo>
                    <a:pt x="1874" y="27150"/>
                    <a:pt x="1912" y="27146"/>
                    <a:pt x="1954" y="27141"/>
                  </a:cubicBezTo>
                  <a:lnTo>
                    <a:pt x="2076" y="27076"/>
                  </a:lnTo>
                  <a:lnTo>
                    <a:pt x="1995" y="27174"/>
                  </a:lnTo>
                  <a:cubicBezTo>
                    <a:pt x="1963" y="27230"/>
                    <a:pt x="1946" y="27287"/>
                    <a:pt x="1930" y="27344"/>
                  </a:cubicBezTo>
                  <a:cubicBezTo>
                    <a:pt x="1941" y="27354"/>
                    <a:pt x="1951" y="27359"/>
                    <a:pt x="1962" y="27359"/>
                  </a:cubicBezTo>
                  <a:cubicBezTo>
                    <a:pt x="1991" y="27359"/>
                    <a:pt x="2020" y="27323"/>
                    <a:pt x="2044" y="27287"/>
                  </a:cubicBezTo>
                  <a:cubicBezTo>
                    <a:pt x="2056" y="27272"/>
                    <a:pt x="2068" y="27265"/>
                    <a:pt x="2080" y="27265"/>
                  </a:cubicBezTo>
                  <a:cubicBezTo>
                    <a:pt x="2109" y="27265"/>
                    <a:pt x="2139" y="27305"/>
                    <a:pt x="2173" y="27384"/>
                  </a:cubicBezTo>
                  <a:cubicBezTo>
                    <a:pt x="2221" y="27480"/>
                    <a:pt x="2257" y="27518"/>
                    <a:pt x="2316" y="27518"/>
                  </a:cubicBezTo>
                  <a:cubicBezTo>
                    <a:pt x="2327" y="27518"/>
                    <a:pt x="2339" y="27517"/>
                    <a:pt x="2352" y="27514"/>
                  </a:cubicBezTo>
                  <a:cubicBezTo>
                    <a:pt x="2408" y="27547"/>
                    <a:pt x="2441" y="27595"/>
                    <a:pt x="2457" y="27660"/>
                  </a:cubicBezTo>
                  <a:cubicBezTo>
                    <a:pt x="2474" y="27670"/>
                    <a:pt x="2484" y="27676"/>
                    <a:pt x="2492" y="27676"/>
                  </a:cubicBezTo>
                  <a:cubicBezTo>
                    <a:pt x="2503" y="27676"/>
                    <a:pt x="2511" y="27664"/>
                    <a:pt x="2530" y="27636"/>
                  </a:cubicBezTo>
                  <a:cubicBezTo>
                    <a:pt x="2540" y="27620"/>
                    <a:pt x="2553" y="27613"/>
                    <a:pt x="2565" y="27613"/>
                  </a:cubicBezTo>
                  <a:cubicBezTo>
                    <a:pt x="2590" y="27613"/>
                    <a:pt x="2616" y="27645"/>
                    <a:pt x="2627" y="27701"/>
                  </a:cubicBezTo>
                  <a:cubicBezTo>
                    <a:pt x="2608" y="27806"/>
                    <a:pt x="2695" y="27884"/>
                    <a:pt x="2745" y="27884"/>
                  </a:cubicBezTo>
                  <a:cubicBezTo>
                    <a:pt x="2757" y="27884"/>
                    <a:pt x="2767" y="27880"/>
                    <a:pt x="2773" y="27871"/>
                  </a:cubicBezTo>
                  <a:cubicBezTo>
                    <a:pt x="2787" y="27850"/>
                    <a:pt x="2804" y="27843"/>
                    <a:pt x="2822" y="27843"/>
                  </a:cubicBezTo>
                  <a:cubicBezTo>
                    <a:pt x="2847" y="27843"/>
                    <a:pt x="2875" y="27857"/>
                    <a:pt x="2903" y="27871"/>
                  </a:cubicBezTo>
                  <a:cubicBezTo>
                    <a:pt x="2936" y="27898"/>
                    <a:pt x="2977" y="27915"/>
                    <a:pt x="3017" y="27915"/>
                  </a:cubicBezTo>
                  <a:cubicBezTo>
                    <a:pt x="3036" y="27915"/>
                    <a:pt x="3055" y="27911"/>
                    <a:pt x="3073" y="27903"/>
                  </a:cubicBezTo>
                  <a:lnTo>
                    <a:pt x="3171" y="27960"/>
                  </a:lnTo>
                  <a:cubicBezTo>
                    <a:pt x="3198" y="27982"/>
                    <a:pt x="3174" y="28000"/>
                    <a:pt x="3141" y="28000"/>
                  </a:cubicBezTo>
                  <a:cubicBezTo>
                    <a:pt x="3125" y="28000"/>
                    <a:pt x="3106" y="27995"/>
                    <a:pt x="3090" y="27984"/>
                  </a:cubicBezTo>
                  <a:lnTo>
                    <a:pt x="3090" y="27984"/>
                  </a:lnTo>
                  <a:lnTo>
                    <a:pt x="3106" y="28065"/>
                  </a:lnTo>
                  <a:cubicBezTo>
                    <a:pt x="3178" y="28107"/>
                    <a:pt x="3223" y="28132"/>
                    <a:pt x="3274" y="28132"/>
                  </a:cubicBezTo>
                  <a:cubicBezTo>
                    <a:pt x="3293" y="28132"/>
                    <a:pt x="3312" y="28129"/>
                    <a:pt x="3333" y="28122"/>
                  </a:cubicBezTo>
                  <a:cubicBezTo>
                    <a:pt x="3382" y="28084"/>
                    <a:pt x="3408" y="28064"/>
                    <a:pt x="3416" y="28064"/>
                  </a:cubicBezTo>
                  <a:lnTo>
                    <a:pt x="3416" y="28064"/>
                  </a:lnTo>
                  <a:cubicBezTo>
                    <a:pt x="3426" y="28064"/>
                    <a:pt x="3412" y="28090"/>
                    <a:pt x="3381" y="28147"/>
                  </a:cubicBezTo>
                  <a:cubicBezTo>
                    <a:pt x="3353" y="28189"/>
                    <a:pt x="3368" y="28256"/>
                    <a:pt x="3421" y="28256"/>
                  </a:cubicBezTo>
                  <a:cubicBezTo>
                    <a:pt x="3429" y="28256"/>
                    <a:pt x="3437" y="28255"/>
                    <a:pt x="3446" y="28252"/>
                  </a:cubicBezTo>
                  <a:cubicBezTo>
                    <a:pt x="3479" y="28227"/>
                    <a:pt x="3503" y="28217"/>
                    <a:pt x="3521" y="28217"/>
                  </a:cubicBezTo>
                  <a:cubicBezTo>
                    <a:pt x="3561" y="28217"/>
                    <a:pt x="3566" y="28267"/>
                    <a:pt x="3544" y="28301"/>
                  </a:cubicBezTo>
                  <a:cubicBezTo>
                    <a:pt x="3472" y="28360"/>
                    <a:pt x="3449" y="28380"/>
                    <a:pt x="3545" y="28380"/>
                  </a:cubicBezTo>
                  <a:cubicBezTo>
                    <a:pt x="3579" y="28380"/>
                    <a:pt x="3629" y="28378"/>
                    <a:pt x="3698" y="28374"/>
                  </a:cubicBezTo>
                  <a:cubicBezTo>
                    <a:pt x="3795" y="28422"/>
                    <a:pt x="4022" y="28471"/>
                    <a:pt x="4168" y="28536"/>
                  </a:cubicBezTo>
                  <a:cubicBezTo>
                    <a:pt x="4371" y="28625"/>
                    <a:pt x="4476" y="28674"/>
                    <a:pt x="4500" y="28746"/>
                  </a:cubicBezTo>
                  <a:cubicBezTo>
                    <a:pt x="4495" y="28759"/>
                    <a:pt x="4491" y="28770"/>
                    <a:pt x="4488" y="28780"/>
                  </a:cubicBezTo>
                  <a:lnTo>
                    <a:pt x="4488" y="28780"/>
                  </a:lnTo>
                  <a:cubicBezTo>
                    <a:pt x="4509" y="28743"/>
                    <a:pt x="4532" y="28727"/>
                    <a:pt x="4565" y="28727"/>
                  </a:cubicBezTo>
                  <a:cubicBezTo>
                    <a:pt x="4602" y="28727"/>
                    <a:pt x="4652" y="28747"/>
                    <a:pt x="4727" y="28779"/>
                  </a:cubicBezTo>
                  <a:cubicBezTo>
                    <a:pt x="4781" y="28844"/>
                    <a:pt x="4861" y="28876"/>
                    <a:pt x="4941" y="28876"/>
                  </a:cubicBezTo>
                  <a:cubicBezTo>
                    <a:pt x="4981" y="28876"/>
                    <a:pt x="5022" y="28868"/>
                    <a:pt x="5060" y="28852"/>
                  </a:cubicBezTo>
                  <a:lnTo>
                    <a:pt x="4954" y="28811"/>
                  </a:lnTo>
                  <a:cubicBezTo>
                    <a:pt x="4973" y="28759"/>
                    <a:pt x="4995" y="28736"/>
                    <a:pt x="5022" y="28736"/>
                  </a:cubicBezTo>
                  <a:cubicBezTo>
                    <a:pt x="5052" y="28736"/>
                    <a:pt x="5089" y="28767"/>
                    <a:pt x="5133" y="28819"/>
                  </a:cubicBezTo>
                  <a:cubicBezTo>
                    <a:pt x="5181" y="28836"/>
                    <a:pt x="5157" y="28892"/>
                    <a:pt x="5141" y="28949"/>
                  </a:cubicBezTo>
                  <a:cubicBezTo>
                    <a:pt x="5116" y="29006"/>
                    <a:pt x="5141" y="29071"/>
                    <a:pt x="5198" y="29103"/>
                  </a:cubicBezTo>
                  <a:cubicBezTo>
                    <a:pt x="5220" y="29111"/>
                    <a:pt x="5244" y="29120"/>
                    <a:pt x="5260" y="29120"/>
                  </a:cubicBezTo>
                  <a:cubicBezTo>
                    <a:pt x="5279" y="29120"/>
                    <a:pt x="5288" y="29107"/>
                    <a:pt x="5271" y="29063"/>
                  </a:cubicBezTo>
                  <a:cubicBezTo>
                    <a:pt x="5285" y="29028"/>
                    <a:pt x="5291" y="29015"/>
                    <a:pt x="5304" y="29015"/>
                  </a:cubicBezTo>
                  <a:cubicBezTo>
                    <a:pt x="5313" y="29015"/>
                    <a:pt x="5324" y="29021"/>
                    <a:pt x="5343" y="29030"/>
                  </a:cubicBezTo>
                  <a:cubicBezTo>
                    <a:pt x="5372" y="29046"/>
                    <a:pt x="5402" y="29055"/>
                    <a:pt x="5433" y="29055"/>
                  </a:cubicBezTo>
                  <a:cubicBezTo>
                    <a:pt x="5463" y="29055"/>
                    <a:pt x="5493" y="29046"/>
                    <a:pt x="5522" y="29030"/>
                  </a:cubicBezTo>
                  <a:cubicBezTo>
                    <a:pt x="5530" y="29003"/>
                    <a:pt x="5546" y="28995"/>
                    <a:pt x="5567" y="28995"/>
                  </a:cubicBezTo>
                  <a:cubicBezTo>
                    <a:pt x="5590" y="28995"/>
                    <a:pt x="5618" y="29005"/>
                    <a:pt x="5643" y="29014"/>
                  </a:cubicBezTo>
                  <a:cubicBezTo>
                    <a:pt x="5676" y="29071"/>
                    <a:pt x="5725" y="29111"/>
                    <a:pt x="5781" y="29128"/>
                  </a:cubicBezTo>
                  <a:lnTo>
                    <a:pt x="5757" y="29184"/>
                  </a:lnTo>
                  <a:cubicBezTo>
                    <a:pt x="5749" y="29233"/>
                    <a:pt x="5749" y="29273"/>
                    <a:pt x="5765" y="29322"/>
                  </a:cubicBezTo>
                  <a:cubicBezTo>
                    <a:pt x="5771" y="29324"/>
                    <a:pt x="5776" y="29324"/>
                    <a:pt x="5782" y="29324"/>
                  </a:cubicBezTo>
                  <a:cubicBezTo>
                    <a:pt x="5808" y="29324"/>
                    <a:pt x="5831" y="29308"/>
                    <a:pt x="5838" y="29282"/>
                  </a:cubicBezTo>
                  <a:cubicBezTo>
                    <a:pt x="5839" y="29278"/>
                    <a:pt x="5845" y="29277"/>
                    <a:pt x="5854" y="29277"/>
                  </a:cubicBezTo>
                  <a:cubicBezTo>
                    <a:pt x="6003" y="29277"/>
                    <a:pt x="7120" y="29690"/>
                    <a:pt x="7273" y="29744"/>
                  </a:cubicBezTo>
                  <a:cubicBezTo>
                    <a:pt x="7329" y="29810"/>
                    <a:pt x="7418" y="29858"/>
                    <a:pt x="7462" y="29858"/>
                  </a:cubicBezTo>
                  <a:cubicBezTo>
                    <a:pt x="7482" y="29858"/>
                    <a:pt x="7492" y="29848"/>
                    <a:pt x="7484" y="29825"/>
                  </a:cubicBezTo>
                  <a:cubicBezTo>
                    <a:pt x="7487" y="29813"/>
                    <a:pt x="7500" y="29808"/>
                    <a:pt x="7522" y="29808"/>
                  </a:cubicBezTo>
                  <a:cubicBezTo>
                    <a:pt x="7608" y="29808"/>
                    <a:pt x="7824" y="29888"/>
                    <a:pt x="8076" y="29979"/>
                  </a:cubicBezTo>
                  <a:cubicBezTo>
                    <a:pt x="8368" y="30083"/>
                    <a:pt x="8592" y="30166"/>
                    <a:pt x="8683" y="30166"/>
                  </a:cubicBezTo>
                  <a:cubicBezTo>
                    <a:pt x="8705" y="30166"/>
                    <a:pt x="8720" y="30160"/>
                    <a:pt x="8724" y="30149"/>
                  </a:cubicBezTo>
                  <a:lnTo>
                    <a:pt x="8878" y="30214"/>
                  </a:lnTo>
                  <a:cubicBezTo>
                    <a:pt x="8976" y="30230"/>
                    <a:pt x="9065" y="30246"/>
                    <a:pt x="9162" y="30246"/>
                  </a:cubicBezTo>
                  <a:cubicBezTo>
                    <a:pt x="9189" y="30235"/>
                    <a:pt x="9213" y="30229"/>
                    <a:pt x="9228" y="30229"/>
                  </a:cubicBezTo>
                  <a:cubicBezTo>
                    <a:pt x="9255" y="30229"/>
                    <a:pt x="9257" y="30245"/>
                    <a:pt x="9211" y="30271"/>
                  </a:cubicBezTo>
                  <a:cubicBezTo>
                    <a:pt x="9195" y="30327"/>
                    <a:pt x="9170" y="30384"/>
                    <a:pt x="9227" y="30400"/>
                  </a:cubicBezTo>
                  <a:cubicBezTo>
                    <a:pt x="9250" y="30410"/>
                    <a:pt x="9269" y="30414"/>
                    <a:pt x="9285" y="30414"/>
                  </a:cubicBezTo>
                  <a:cubicBezTo>
                    <a:pt x="9336" y="30414"/>
                    <a:pt x="9354" y="30371"/>
                    <a:pt x="9373" y="30327"/>
                  </a:cubicBezTo>
                  <a:cubicBezTo>
                    <a:pt x="9380" y="30301"/>
                    <a:pt x="9403" y="30285"/>
                    <a:pt x="9429" y="30285"/>
                  </a:cubicBezTo>
                  <a:cubicBezTo>
                    <a:pt x="9435" y="30285"/>
                    <a:pt x="9440" y="30286"/>
                    <a:pt x="9446" y="30287"/>
                  </a:cubicBezTo>
                  <a:cubicBezTo>
                    <a:pt x="9495" y="30311"/>
                    <a:pt x="9495" y="30311"/>
                    <a:pt x="9470" y="30368"/>
                  </a:cubicBezTo>
                  <a:cubicBezTo>
                    <a:pt x="9454" y="30425"/>
                    <a:pt x="9430" y="30482"/>
                    <a:pt x="9430" y="30482"/>
                  </a:cubicBezTo>
                  <a:lnTo>
                    <a:pt x="9487" y="30498"/>
                  </a:lnTo>
                  <a:cubicBezTo>
                    <a:pt x="9493" y="30471"/>
                    <a:pt x="9517" y="30455"/>
                    <a:pt x="9543" y="30455"/>
                  </a:cubicBezTo>
                  <a:cubicBezTo>
                    <a:pt x="9548" y="30455"/>
                    <a:pt x="9554" y="30456"/>
                    <a:pt x="9560" y="30457"/>
                  </a:cubicBezTo>
                  <a:cubicBezTo>
                    <a:pt x="9608" y="30482"/>
                    <a:pt x="9608" y="30482"/>
                    <a:pt x="9568" y="30595"/>
                  </a:cubicBezTo>
                  <a:cubicBezTo>
                    <a:pt x="9545" y="30658"/>
                    <a:pt x="9550" y="30691"/>
                    <a:pt x="9576" y="30691"/>
                  </a:cubicBezTo>
                  <a:cubicBezTo>
                    <a:pt x="9596" y="30691"/>
                    <a:pt x="9630" y="30671"/>
                    <a:pt x="9673" y="30627"/>
                  </a:cubicBezTo>
                  <a:lnTo>
                    <a:pt x="9795" y="30611"/>
                  </a:lnTo>
                  <a:cubicBezTo>
                    <a:pt x="9802" y="30667"/>
                    <a:pt x="9833" y="30686"/>
                    <a:pt x="9872" y="30686"/>
                  </a:cubicBezTo>
                  <a:cubicBezTo>
                    <a:pt x="9923" y="30686"/>
                    <a:pt x="9988" y="30654"/>
                    <a:pt x="10030" y="30636"/>
                  </a:cubicBezTo>
                  <a:cubicBezTo>
                    <a:pt x="10035" y="30711"/>
                    <a:pt x="10053" y="30748"/>
                    <a:pt x="10087" y="30748"/>
                  </a:cubicBezTo>
                  <a:cubicBezTo>
                    <a:pt x="10111" y="30748"/>
                    <a:pt x="10143" y="30729"/>
                    <a:pt x="10184" y="30692"/>
                  </a:cubicBezTo>
                  <a:cubicBezTo>
                    <a:pt x="10190" y="30670"/>
                    <a:pt x="10203" y="30659"/>
                    <a:pt x="10218" y="30659"/>
                  </a:cubicBezTo>
                  <a:cubicBezTo>
                    <a:pt x="10241" y="30659"/>
                    <a:pt x="10270" y="30684"/>
                    <a:pt x="10289" y="30733"/>
                  </a:cubicBezTo>
                  <a:cubicBezTo>
                    <a:pt x="10322" y="30806"/>
                    <a:pt x="10370" y="30822"/>
                    <a:pt x="10476" y="30863"/>
                  </a:cubicBezTo>
                  <a:cubicBezTo>
                    <a:pt x="10483" y="30859"/>
                    <a:pt x="10494" y="30858"/>
                    <a:pt x="10508" y="30858"/>
                  </a:cubicBezTo>
                  <a:cubicBezTo>
                    <a:pt x="10626" y="30858"/>
                    <a:pt x="10958" y="30976"/>
                    <a:pt x="11335" y="31114"/>
                  </a:cubicBezTo>
                  <a:cubicBezTo>
                    <a:pt x="11726" y="31255"/>
                    <a:pt x="12004" y="31363"/>
                    <a:pt x="12102" y="31363"/>
                  </a:cubicBezTo>
                  <a:cubicBezTo>
                    <a:pt x="12121" y="31363"/>
                    <a:pt x="12134" y="31359"/>
                    <a:pt x="12138" y="31349"/>
                  </a:cubicBezTo>
                  <a:cubicBezTo>
                    <a:pt x="12186" y="31365"/>
                    <a:pt x="12186" y="31365"/>
                    <a:pt x="12219" y="31438"/>
                  </a:cubicBezTo>
                  <a:cubicBezTo>
                    <a:pt x="12211" y="31467"/>
                    <a:pt x="12219" y="31488"/>
                    <a:pt x="12243" y="31488"/>
                  </a:cubicBezTo>
                  <a:cubicBezTo>
                    <a:pt x="12265" y="31488"/>
                    <a:pt x="12301" y="31469"/>
                    <a:pt x="12349" y="31422"/>
                  </a:cubicBezTo>
                  <a:cubicBezTo>
                    <a:pt x="12389" y="31404"/>
                    <a:pt x="12412" y="31379"/>
                    <a:pt x="12418" y="31379"/>
                  </a:cubicBezTo>
                  <a:lnTo>
                    <a:pt x="12418" y="31379"/>
                  </a:lnTo>
                  <a:cubicBezTo>
                    <a:pt x="12422" y="31379"/>
                    <a:pt x="12415" y="31395"/>
                    <a:pt x="12397" y="31446"/>
                  </a:cubicBezTo>
                  <a:cubicBezTo>
                    <a:pt x="12373" y="31503"/>
                    <a:pt x="12478" y="31536"/>
                    <a:pt x="12689" y="31617"/>
                  </a:cubicBezTo>
                  <a:cubicBezTo>
                    <a:pt x="12808" y="31660"/>
                    <a:pt x="12960" y="31714"/>
                    <a:pt x="13035" y="31714"/>
                  </a:cubicBezTo>
                  <a:cubicBezTo>
                    <a:pt x="13057" y="31714"/>
                    <a:pt x="13073" y="31709"/>
                    <a:pt x="13078" y="31698"/>
                  </a:cubicBezTo>
                  <a:cubicBezTo>
                    <a:pt x="13131" y="31687"/>
                    <a:pt x="13161" y="31681"/>
                    <a:pt x="13172" y="31681"/>
                  </a:cubicBezTo>
                  <a:cubicBezTo>
                    <a:pt x="13186" y="31681"/>
                    <a:pt x="13168" y="31691"/>
                    <a:pt x="13127" y="31714"/>
                  </a:cubicBezTo>
                  <a:cubicBezTo>
                    <a:pt x="13051" y="31790"/>
                    <a:pt x="13210" y="31913"/>
                    <a:pt x="13384" y="31913"/>
                  </a:cubicBezTo>
                  <a:cubicBezTo>
                    <a:pt x="13414" y="31913"/>
                    <a:pt x="13445" y="31909"/>
                    <a:pt x="13476" y="31900"/>
                  </a:cubicBezTo>
                  <a:cubicBezTo>
                    <a:pt x="13524" y="31925"/>
                    <a:pt x="13573" y="31941"/>
                    <a:pt x="13557" y="31998"/>
                  </a:cubicBezTo>
                  <a:cubicBezTo>
                    <a:pt x="13631" y="32025"/>
                    <a:pt x="13710" y="32040"/>
                    <a:pt x="13790" y="32040"/>
                  </a:cubicBezTo>
                  <a:cubicBezTo>
                    <a:pt x="13807" y="32040"/>
                    <a:pt x="13824" y="32040"/>
                    <a:pt x="13840" y="32038"/>
                  </a:cubicBezTo>
                  <a:lnTo>
                    <a:pt x="14205" y="32176"/>
                  </a:lnTo>
                  <a:cubicBezTo>
                    <a:pt x="14252" y="32191"/>
                    <a:pt x="14301" y="32197"/>
                    <a:pt x="14350" y="32197"/>
                  </a:cubicBezTo>
                  <a:cubicBezTo>
                    <a:pt x="14378" y="32197"/>
                    <a:pt x="14406" y="32195"/>
                    <a:pt x="14432" y="32192"/>
                  </a:cubicBezTo>
                  <a:lnTo>
                    <a:pt x="14481" y="32217"/>
                  </a:lnTo>
                  <a:cubicBezTo>
                    <a:pt x="14465" y="32273"/>
                    <a:pt x="14724" y="32363"/>
                    <a:pt x="15089" y="32500"/>
                  </a:cubicBezTo>
                  <a:cubicBezTo>
                    <a:pt x="15454" y="32638"/>
                    <a:pt x="15770" y="32752"/>
                    <a:pt x="15803" y="32825"/>
                  </a:cubicBezTo>
                  <a:cubicBezTo>
                    <a:pt x="15817" y="32830"/>
                    <a:pt x="15832" y="32833"/>
                    <a:pt x="15848" y="32833"/>
                  </a:cubicBezTo>
                  <a:cubicBezTo>
                    <a:pt x="15875" y="32833"/>
                    <a:pt x="15903" y="32824"/>
                    <a:pt x="15924" y="32808"/>
                  </a:cubicBezTo>
                  <a:cubicBezTo>
                    <a:pt x="15970" y="32766"/>
                    <a:pt x="16006" y="32747"/>
                    <a:pt x="16033" y="32747"/>
                  </a:cubicBezTo>
                  <a:cubicBezTo>
                    <a:pt x="16064" y="32747"/>
                    <a:pt x="16085" y="32770"/>
                    <a:pt x="16102" y="32808"/>
                  </a:cubicBezTo>
                  <a:cubicBezTo>
                    <a:pt x="16125" y="32903"/>
                    <a:pt x="16208" y="32963"/>
                    <a:pt x="16297" y="32963"/>
                  </a:cubicBezTo>
                  <a:cubicBezTo>
                    <a:pt x="16338" y="32963"/>
                    <a:pt x="16380" y="32950"/>
                    <a:pt x="16419" y="32922"/>
                  </a:cubicBezTo>
                  <a:lnTo>
                    <a:pt x="16419" y="32922"/>
                  </a:lnTo>
                  <a:lnTo>
                    <a:pt x="16394" y="32979"/>
                  </a:lnTo>
                  <a:cubicBezTo>
                    <a:pt x="16403" y="33054"/>
                    <a:pt x="16457" y="33088"/>
                    <a:pt x="16521" y="33088"/>
                  </a:cubicBezTo>
                  <a:cubicBezTo>
                    <a:pt x="16574" y="33088"/>
                    <a:pt x="16634" y="33064"/>
                    <a:pt x="16678" y="33019"/>
                  </a:cubicBezTo>
                  <a:cubicBezTo>
                    <a:pt x="16704" y="33084"/>
                    <a:pt x="16730" y="33144"/>
                    <a:pt x="16777" y="33144"/>
                  </a:cubicBezTo>
                  <a:cubicBezTo>
                    <a:pt x="16789" y="33144"/>
                    <a:pt x="16802" y="33141"/>
                    <a:pt x="16816" y="33133"/>
                  </a:cubicBezTo>
                  <a:cubicBezTo>
                    <a:pt x="16865" y="33157"/>
                    <a:pt x="16865" y="33157"/>
                    <a:pt x="16824" y="33271"/>
                  </a:cubicBezTo>
                  <a:cubicBezTo>
                    <a:pt x="16808" y="33327"/>
                    <a:pt x="16784" y="33376"/>
                    <a:pt x="16832" y="33400"/>
                  </a:cubicBezTo>
                  <a:cubicBezTo>
                    <a:pt x="16839" y="33402"/>
                    <a:pt x="16845" y="33403"/>
                    <a:pt x="16851" y="33403"/>
                  </a:cubicBezTo>
                  <a:cubicBezTo>
                    <a:pt x="16893" y="33403"/>
                    <a:pt x="16908" y="33353"/>
                    <a:pt x="16929" y="33303"/>
                  </a:cubicBezTo>
                  <a:lnTo>
                    <a:pt x="17035" y="33344"/>
                  </a:lnTo>
                  <a:cubicBezTo>
                    <a:pt x="17041" y="33345"/>
                    <a:pt x="17046" y="33346"/>
                    <a:pt x="17052" y="33346"/>
                  </a:cubicBezTo>
                  <a:cubicBezTo>
                    <a:pt x="17078" y="33346"/>
                    <a:pt x="17101" y="33331"/>
                    <a:pt x="17108" y="33311"/>
                  </a:cubicBezTo>
                  <a:cubicBezTo>
                    <a:pt x="17116" y="33281"/>
                    <a:pt x="17136" y="33272"/>
                    <a:pt x="17160" y="33272"/>
                  </a:cubicBezTo>
                  <a:cubicBezTo>
                    <a:pt x="17182" y="33272"/>
                    <a:pt x="17207" y="33279"/>
                    <a:pt x="17229" y="33287"/>
                  </a:cubicBezTo>
                  <a:cubicBezTo>
                    <a:pt x="17224" y="33306"/>
                    <a:pt x="17229" y="33315"/>
                    <a:pt x="17237" y="33315"/>
                  </a:cubicBezTo>
                  <a:cubicBezTo>
                    <a:pt x="17251" y="33315"/>
                    <a:pt x="17275" y="33283"/>
                    <a:pt x="17254" y="33230"/>
                  </a:cubicBezTo>
                  <a:cubicBezTo>
                    <a:pt x="17268" y="33187"/>
                    <a:pt x="17289" y="33138"/>
                    <a:pt x="17327" y="33138"/>
                  </a:cubicBezTo>
                  <a:cubicBezTo>
                    <a:pt x="17332" y="33138"/>
                    <a:pt x="17337" y="33139"/>
                    <a:pt x="17343" y="33141"/>
                  </a:cubicBezTo>
                  <a:cubicBezTo>
                    <a:pt x="17343" y="33141"/>
                    <a:pt x="17367" y="33084"/>
                    <a:pt x="17384" y="33027"/>
                  </a:cubicBezTo>
                  <a:cubicBezTo>
                    <a:pt x="17424" y="32914"/>
                    <a:pt x="17448" y="32857"/>
                    <a:pt x="17367" y="32768"/>
                  </a:cubicBezTo>
                  <a:cubicBezTo>
                    <a:pt x="17229" y="32670"/>
                    <a:pt x="17123" y="32584"/>
                    <a:pt x="17059" y="32584"/>
                  </a:cubicBezTo>
                  <a:cubicBezTo>
                    <a:pt x="17033" y="32584"/>
                    <a:pt x="17014" y="32598"/>
                    <a:pt x="17002" y="32630"/>
                  </a:cubicBezTo>
                  <a:cubicBezTo>
                    <a:pt x="16977" y="32645"/>
                    <a:pt x="16948" y="32651"/>
                    <a:pt x="16920" y="32651"/>
                  </a:cubicBezTo>
                  <a:cubicBezTo>
                    <a:pt x="16903" y="32651"/>
                    <a:pt x="16888" y="32649"/>
                    <a:pt x="16873" y="32646"/>
                  </a:cubicBezTo>
                  <a:cubicBezTo>
                    <a:pt x="16824" y="32630"/>
                    <a:pt x="16792" y="32557"/>
                    <a:pt x="16792" y="32557"/>
                  </a:cubicBezTo>
                  <a:cubicBezTo>
                    <a:pt x="16808" y="32500"/>
                    <a:pt x="16605" y="32419"/>
                    <a:pt x="16338" y="32322"/>
                  </a:cubicBezTo>
                  <a:cubicBezTo>
                    <a:pt x="16030" y="32208"/>
                    <a:pt x="15867" y="32152"/>
                    <a:pt x="15843" y="32079"/>
                  </a:cubicBezTo>
                  <a:cubicBezTo>
                    <a:pt x="15827" y="32038"/>
                    <a:pt x="15794" y="31998"/>
                    <a:pt x="15754" y="31981"/>
                  </a:cubicBezTo>
                  <a:cubicBezTo>
                    <a:pt x="15751" y="31992"/>
                    <a:pt x="15738" y="31996"/>
                    <a:pt x="15717" y="31996"/>
                  </a:cubicBezTo>
                  <a:cubicBezTo>
                    <a:pt x="15622" y="31996"/>
                    <a:pt x="15356" y="31900"/>
                    <a:pt x="15057" y="31787"/>
                  </a:cubicBezTo>
                  <a:cubicBezTo>
                    <a:pt x="14752" y="31672"/>
                    <a:pt x="14447" y="31562"/>
                    <a:pt x="14341" y="31562"/>
                  </a:cubicBezTo>
                  <a:cubicBezTo>
                    <a:pt x="14320" y="31562"/>
                    <a:pt x="14307" y="31567"/>
                    <a:pt x="14303" y="31576"/>
                  </a:cubicBezTo>
                  <a:lnTo>
                    <a:pt x="14197" y="31536"/>
                  </a:lnTo>
                  <a:cubicBezTo>
                    <a:pt x="14221" y="31479"/>
                    <a:pt x="14116" y="31438"/>
                    <a:pt x="14011" y="31406"/>
                  </a:cubicBezTo>
                  <a:cubicBezTo>
                    <a:pt x="13992" y="31408"/>
                    <a:pt x="13974" y="31409"/>
                    <a:pt x="13955" y="31409"/>
                  </a:cubicBezTo>
                  <a:cubicBezTo>
                    <a:pt x="13898" y="31409"/>
                    <a:pt x="13838" y="31400"/>
                    <a:pt x="13784" y="31381"/>
                  </a:cubicBezTo>
                  <a:cubicBezTo>
                    <a:pt x="13800" y="31325"/>
                    <a:pt x="13751" y="31309"/>
                    <a:pt x="13646" y="31268"/>
                  </a:cubicBezTo>
                  <a:cubicBezTo>
                    <a:pt x="13589" y="31246"/>
                    <a:pt x="13548" y="31231"/>
                    <a:pt x="13520" y="31231"/>
                  </a:cubicBezTo>
                  <a:cubicBezTo>
                    <a:pt x="13495" y="31231"/>
                    <a:pt x="13479" y="31242"/>
                    <a:pt x="13467" y="31268"/>
                  </a:cubicBezTo>
                  <a:cubicBezTo>
                    <a:pt x="13273" y="31203"/>
                    <a:pt x="13086" y="31114"/>
                    <a:pt x="12916" y="31000"/>
                  </a:cubicBezTo>
                  <a:cubicBezTo>
                    <a:pt x="12902" y="30969"/>
                    <a:pt x="12881" y="30957"/>
                    <a:pt x="12855" y="30957"/>
                  </a:cubicBezTo>
                  <a:cubicBezTo>
                    <a:pt x="12821" y="30957"/>
                    <a:pt x="12779" y="30977"/>
                    <a:pt x="12738" y="31000"/>
                  </a:cubicBezTo>
                  <a:cubicBezTo>
                    <a:pt x="12718" y="31047"/>
                    <a:pt x="12675" y="31078"/>
                    <a:pt x="12625" y="31078"/>
                  </a:cubicBezTo>
                  <a:cubicBezTo>
                    <a:pt x="12614" y="31078"/>
                    <a:pt x="12603" y="31076"/>
                    <a:pt x="12592" y="31073"/>
                  </a:cubicBezTo>
                  <a:cubicBezTo>
                    <a:pt x="12592" y="31073"/>
                    <a:pt x="12616" y="31017"/>
                    <a:pt x="12632" y="30960"/>
                  </a:cubicBezTo>
                  <a:cubicBezTo>
                    <a:pt x="12705" y="30919"/>
                    <a:pt x="12705" y="30919"/>
                    <a:pt x="12600" y="30887"/>
                  </a:cubicBezTo>
                  <a:lnTo>
                    <a:pt x="12495" y="30846"/>
                  </a:lnTo>
                  <a:cubicBezTo>
                    <a:pt x="12491" y="30858"/>
                    <a:pt x="12478" y="30863"/>
                    <a:pt x="12457" y="30863"/>
                  </a:cubicBezTo>
                  <a:cubicBezTo>
                    <a:pt x="12371" y="30863"/>
                    <a:pt x="12146" y="30778"/>
                    <a:pt x="11854" y="30668"/>
                  </a:cubicBezTo>
                  <a:cubicBezTo>
                    <a:pt x="11501" y="30540"/>
                    <a:pt x="11322" y="30476"/>
                    <a:pt x="11247" y="30476"/>
                  </a:cubicBezTo>
                  <a:cubicBezTo>
                    <a:pt x="11223" y="30476"/>
                    <a:pt x="11209" y="30484"/>
                    <a:pt x="11205" y="30498"/>
                  </a:cubicBezTo>
                  <a:cubicBezTo>
                    <a:pt x="11197" y="30517"/>
                    <a:pt x="11186" y="30527"/>
                    <a:pt x="11169" y="30527"/>
                  </a:cubicBezTo>
                  <a:cubicBezTo>
                    <a:pt x="11137" y="30527"/>
                    <a:pt x="11085" y="30491"/>
                    <a:pt x="10995" y="30417"/>
                  </a:cubicBezTo>
                  <a:cubicBezTo>
                    <a:pt x="10812" y="30211"/>
                    <a:pt x="10762" y="30154"/>
                    <a:pt x="10721" y="30154"/>
                  </a:cubicBezTo>
                  <a:cubicBezTo>
                    <a:pt x="10705" y="30154"/>
                    <a:pt x="10690" y="30162"/>
                    <a:pt x="10670" y="30173"/>
                  </a:cubicBezTo>
                  <a:cubicBezTo>
                    <a:pt x="10727" y="30190"/>
                    <a:pt x="10703" y="30246"/>
                    <a:pt x="10678" y="30303"/>
                  </a:cubicBezTo>
                  <a:cubicBezTo>
                    <a:pt x="10661" y="30352"/>
                    <a:pt x="10642" y="30376"/>
                    <a:pt x="10625" y="30376"/>
                  </a:cubicBezTo>
                  <a:cubicBezTo>
                    <a:pt x="10603" y="30376"/>
                    <a:pt x="10586" y="30336"/>
                    <a:pt x="10581" y="30263"/>
                  </a:cubicBezTo>
                  <a:cubicBezTo>
                    <a:pt x="10615" y="30167"/>
                    <a:pt x="10052" y="29991"/>
                    <a:pt x="9815" y="29991"/>
                  </a:cubicBezTo>
                  <a:cubicBezTo>
                    <a:pt x="9775" y="29991"/>
                    <a:pt x="9744" y="29996"/>
                    <a:pt x="9727" y="30007"/>
                  </a:cubicBezTo>
                  <a:lnTo>
                    <a:pt x="9727" y="30007"/>
                  </a:lnTo>
                  <a:cubicBezTo>
                    <a:pt x="9732" y="29993"/>
                    <a:pt x="9738" y="29976"/>
                    <a:pt x="9746" y="29955"/>
                  </a:cubicBezTo>
                  <a:cubicBezTo>
                    <a:pt x="9762" y="29898"/>
                    <a:pt x="9714" y="29882"/>
                    <a:pt x="9503" y="29809"/>
                  </a:cubicBezTo>
                  <a:lnTo>
                    <a:pt x="9349" y="29744"/>
                  </a:lnTo>
                  <a:cubicBezTo>
                    <a:pt x="9337" y="29771"/>
                    <a:pt x="9311" y="29782"/>
                    <a:pt x="9279" y="29782"/>
                  </a:cubicBezTo>
                  <a:cubicBezTo>
                    <a:pt x="9178" y="29782"/>
                    <a:pt x="9014" y="29673"/>
                    <a:pt x="9033" y="29630"/>
                  </a:cubicBezTo>
                  <a:cubicBezTo>
                    <a:pt x="9000" y="29557"/>
                    <a:pt x="9000" y="29557"/>
                    <a:pt x="8895" y="29517"/>
                  </a:cubicBezTo>
                  <a:cubicBezTo>
                    <a:pt x="8865" y="29525"/>
                    <a:pt x="8835" y="29529"/>
                    <a:pt x="8804" y="29529"/>
                  </a:cubicBezTo>
                  <a:cubicBezTo>
                    <a:pt x="8633" y="29529"/>
                    <a:pt x="8461" y="29411"/>
                    <a:pt x="8481" y="29363"/>
                  </a:cubicBezTo>
                  <a:lnTo>
                    <a:pt x="8376" y="29322"/>
                  </a:lnTo>
                  <a:cubicBezTo>
                    <a:pt x="8344" y="29332"/>
                    <a:pt x="8312" y="29336"/>
                    <a:pt x="8280" y="29336"/>
                  </a:cubicBezTo>
                  <a:cubicBezTo>
                    <a:pt x="8232" y="29336"/>
                    <a:pt x="8185" y="29326"/>
                    <a:pt x="8141" y="29306"/>
                  </a:cubicBezTo>
                  <a:cubicBezTo>
                    <a:pt x="8057" y="29275"/>
                    <a:pt x="8004" y="29254"/>
                    <a:pt x="7979" y="29254"/>
                  </a:cubicBezTo>
                  <a:cubicBezTo>
                    <a:pt x="7958" y="29254"/>
                    <a:pt x="7956" y="29269"/>
                    <a:pt x="7970" y="29306"/>
                  </a:cubicBezTo>
                  <a:cubicBezTo>
                    <a:pt x="7949" y="29355"/>
                    <a:pt x="7934" y="29398"/>
                    <a:pt x="7894" y="29398"/>
                  </a:cubicBezTo>
                  <a:cubicBezTo>
                    <a:pt x="7887" y="29398"/>
                    <a:pt x="7881" y="29397"/>
                    <a:pt x="7873" y="29395"/>
                  </a:cubicBezTo>
                  <a:lnTo>
                    <a:pt x="7897" y="29338"/>
                  </a:lnTo>
                  <a:cubicBezTo>
                    <a:pt x="7914" y="29282"/>
                    <a:pt x="7760" y="29225"/>
                    <a:pt x="7549" y="29152"/>
                  </a:cubicBezTo>
                  <a:cubicBezTo>
                    <a:pt x="7289" y="29055"/>
                    <a:pt x="7184" y="29014"/>
                    <a:pt x="7152" y="28941"/>
                  </a:cubicBezTo>
                  <a:lnTo>
                    <a:pt x="7079" y="28973"/>
                  </a:lnTo>
                  <a:cubicBezTo>
                    <a:pt x="7053" y="28988"/>
                    <a:pt x="7030" y="28994"/>
                    <a:pt x="7012" y="28994"/>
                  </a:cubicBezTo>
                  <a:cubicBezTo>
                    <a:pt x="6979" y="28994"/>
                    <a:pt x="6963" y="28973"/>
                    <a:pt x="6973" y="28941"/>
                  </a:cubicBezTo>
                  <a:cubicBezTo>
                    <a:pt x="6944" y="28868"/>
                    <a:pt x="6775" y="28801"/>
                    <a:pt x="6647" y="28801"/>
                  </a:cubicBezTo>
                  <a:cubicBezTo>
                    <a:pt x="6634" y="28801"/>
                    <a:pt x="6621" y="28802"/>
                    <a:pt x="6608" y="28803"/>
                  </a:cubicBezTo>
                  <a:lnTo>
                    <a:pt x="6503" y="28763"/>
                  </a:lnTo>
                  <a:cubicBezTo>
                    <a:pt x="6497" y="28676"/>
                    <a:pt x="6424" y="28622"/>
                    <a:pt x="6349" y="28622"/>
                  </a:cubicBezTo>
                  <a:cubicBezTo>
                    <a:pt x="6311" y="28622"/>
                    <a:pt x="6273" y="28636"/>
                    <a:pt x="6243" y="28665"/>
                  </a:cubicBezTo>
                  <a:cubicBezTo>
                    <a:pt x="6268" y="28609"/>
                    <a:pt x="6211" y="28592"/>
                    <a:pt x="6162" y="28576"/>
                  </a:cubicBezTo>
                  <a:cubicBezTo>
                    <a:pt x="6151" y="28578"/>
                    <a:pt x="6139" y="28578"/>
                    <a:pt x="6127" y="28578"/>
                  </a:cubicBezTo>
                  <a:cubicBezTo>
                    <a:pt x="5999" y="28578"/>
                    <a:pt x="5832" y="28506"/>
                    <a:pt x="5854" y="28455"/>
                  </a:cubicBezTo>
                  <a:lnTo>
                    <a:pt x="5806" y="28438"/>
                  </a:lnTo>
                  <a:cubicBezTo>
                    <a:pt x="5779" y="28453"/>
                    <a:pt x="5751" y="28460"/>
                    <a:pt x="5723" y="28460"/>
                  </a:cubicBezTo>
                  <a:cubicBezTo>
                    <a:pt x="5690" y="28460"/>
                    <a:pt x="5658" y="28451"/>
                    <a:pt x="5627" y="28438"/>
                  </a:cubicBezTo>
                  <a:cubicBezTo>
                    <a:pt x="5601" y="28421"/>
                    <a:pt x="5570" y="28413"/>
                    <a:pt x="5539" y="28413"/>
                  </a:cubicBezTo>
                  <a:cubicBezTo>
                    <a:pt x="5511" y="28413"/>
                    <a:pt x="5483" y="28419"/>
                    <a:pt x="5457" y="28430"/>
                  </a:cubicBezTo>
                  <a:cubicBezTo>
                    <a:pt x="5431" y="28446"/>
                    <a:pt x="5405" y="28455"/>
                    <a:pt x="5378" y="28455"/>
                  </a:cubicBezTo>
                  <a:cubicBezTo>
                    <a:pt x="5364" y="28455"/>
                    <a:pt x="5350" y="28452"/>
                    <a:pt x="5335" y="28446"/>
                  </a:cubicBezTo>
                  <a:cubicBezTo>
                    <a:pt x="5287" y="28430"/>
                    <a:pt x="5360" y="28398"/>
                    <a:pt x="5433" y="28357"/>
                  </a:cubicBezTo>
                  <a:cubicBezTo>
                    <a:pt x="5519" y="28346"/>
                    <a:pt x="5466" y="28314"/>
                    <a:pt x="5358" y="28314"/>
                  </a:cubicBezTo>
                  <a:cubicBezTo>
                    <a:pt x="5314" y="28314"/>
                    <a:pt x="5262" y="28319"/>
                    <a:pt x="5206" y="28333"/>
                  </a:cubicBezTo>
                  <a:cubicBezTo>
                    <a:pt x="5115" y="28356"/>
                    <a:pt x="5067" y="28368"/>
                    <a:pt x="5056" y="28368"/>
                  </a:cubicBezTo>
                  <a:cubicBezTo>
                    <a:pt x="5043" y="28368"/>
                    <a:pt x="5079" y="28352"/>
                    <a:pt x="5157" y="28317"/>
                  </a:cubicBezTo>
                  <a:cubicBezTo>
                    <a:pt x="5217" y="28284"/>
                    <a:pt x="5277" y="28256"/>
                    <a:pt x="5229" y="28256"/>
                  </a:cubicBezTo>
                  <a:cubicBezTo>
                    <a:pt x="5219" y="28256"/>
                    <a:pt x="5203" y="28257"/>
                    <a:pt x="5181" y="28260"/>
                  </a:cubicBezTo>
                  <a:cubicBezTo>
                    <a:pt x="5181" y="28260"/>
                    <a:pt x="5145" y="28246"/>
                    <a:pt x="5112" y="28246"/>
                  </a:cubicBezTo>
                  <a:cubicBezTo>
                    <a:pt x="5088" y="28246"/>
                    <a:pt x="5066" y="28253"/>
                    <a:pt x="5060" y="28276"/>
                  </a:cubicBezTo>
                  <a:lnTo>
                    <a:pt x="4906" y="28211"/>
                  </a:lnTo>
                  <a:cubicBezTo>
                    <a:pt x="4865" y="28147"/>
                    <a:pt x="4808" y="28098"/>
                    <a:pt x="4735" y="28074"/>
                  </a:cubicBezTo>
                  <a:cubicBezTo>
                    <a:pt x="4707" y="28086"/>
                    <a:pt x="4690" y="28094"/>
                    <a:pt x="4678" y="28094"/>
                  </a:cubicBezTo>
                  <a:cubicBezTo>
                    <a:pt x="4659" y="28094"/>
                    <a:pt x="4653" y="28075"/>
                    <a:pt x="4638" y="28025"/>
                  </a:cubicBezTo>
                  <a:cubicBezTo>
                    <a:pt x="4650" y="28001"/>
                    <a:pt x="4645" y="27983"/>
                    <a:pt x="4630" y="27983"/>
                  </a:cubicBezTo>
                  <a:cubicBezTo>
                    <a:pt x="4615" y="27983"/>
                    <a:pt x="4590" y="28003"/>
                    <a:pt x="4565" y="28057"/>
                  </a:cubicBezTo>
                  <a:cubicBezTo>
                    <a:pt x="4548" y="28069"/>
                    <a:pt x="4529" y="28075"/>
                    <a:pt x="4511" y="28075"/>
                  </a:cubicBezTo>
                  <a:cubicBezTo>
                    <a:pt x="4467" y="28075"/>
                    <a:pt x="4425" y="28044"/>
                    <a:pt x="4419" y="27992"/>
                  </a:cubicBezTo>
                  <a:cubicBezTo>
                    <a:pt x="4451" y="27924"/>
                    <a:pt x="4441" y="27890"/>
                    <a:pt x="4424" y="27890"/>
                  </a:cubicBezTo>
                  <a:cubicBezTo>
                    <a:pt x="4415" y="27890"/>
                    <a:pt x="4403" y="27900"/>
                    <a:pt x="4395" y="27919"/>
                  </a:cubicBezTo>
                  <a:cubicBezTo>
                    <a:pt x="4370" y="27930"/>
                    <a:pt x="4345" y="27936"/>
                    <a:pt x="4320" y="27936"/>
                  </a:cubicBezTo>
                  <a:cubicBezTo>
                    <a:pt x="4304" y="27936"/>
                    <a:pt x="4289" y="27934"/>
                    <a:pt x="4273" y="27928"/>
                  </a:cubicBezTo>
                  <a:cubicBezTo>
                    <a:pt x="4298" y="27871"/>
                    <a:pt x="3868" y="27676"/>
                    <a:pt x="3462" y="27441"/>
                  </a:cubicBezTo>
                  <a:cubicBezTo>
                    <a:pt x="3449" y="27437"/>
                    <a:pt x="3434" y="27435"/>
                    <a:pt x="3420" y="27435"/>
                  </a:cubicBezTo>
                  <a:cubicBezTo>
                    <a:pt x="3377" y="27435"/>
                    <a:pt x="3335" y="27455"/>
                    <a:pt x="3317" y="27498"/>
                  </a:cubicBezTo>
                  <a:cubicBezTo>
                    <a:pt x="3291" y="27536"/>
                    <a:pt x="3281" y="27552"/>
                    <a:pt x="3276" y="27552"/>
                  </a:cubicBezTo>
                  <a:cubicBezTo>
                    <a:pt x="3270" y="27552"/>
                    <a:pt x="3278" y="27515"/>
                    <a:pt x="3268" y="27465"/>
                  </a:cubicBezTo>
                  <a:cubicBezTo>
                    <a:pt x="3295" y="27364"/>
                    <a:pt x="3279" y="27305"/>
                    <a:pt x="3250" y="27305"/>
                  </a:cubicBezTo>
                  <a:cubicBezTo>
                    <a:pt x="3228" y="27305"/>
                    <a:pt x="3200" y="27340"/>
                    <a:pt x="3179" y="27417"/>
                  </a:cubicBezTo>
                  <a:cubicBezTo>
                    <a:pt x="3171" y="27479"/>
                    <a:pt x="3167" y="27511"/>
                    <a:pt x="3162" y="27511"/>
                  </a:cubicBezTo>
                  <a:cubicBezTo>
                    <a:pt x="3157" y="27511"/>
                    <a:pt x="3151" y="27473"/>
                    <a:pt x="3138" y="27392"/>
                  </a:cubicBezTo>
                  <a:cubicBezTo>
                    <a:pt x="3128" y="27340"/>
                    <a:pt x="3124" y="27322"/>
                    <a:pt x="3103" y="27322"/>
                  </a:cubicBezTo>
                  <a:cubicBezTo>
                    <a:pt x="3092" y="27322"/>
                    <a:pt x="3075" y="27327"/>
                    <a:pt x="3049" y="27336"/>
                  </a:cubicBezTo>
                  <a:cubicBezTo>
                    <a:pt x="3037" y="27354"/>
                    <a:pt x="3023" y="27362"/>
                    <a:pt x="3011" y="27362"/>
                  </a:cubicBezTo>
                  <a:cubicBezTo>
                    <a:pt x="2992" y="27362"/>
                    <a:pt x="2980" y="27339"/>
                    <a:pt x="3000" y="27303"/>
                  </a:cubicBezTo>
                  <a:cubicBezTo>
                    <a:pt x="2994" y="27246"/>
                    <a:pt x="2988" y="27183"/>
                    <a:pt x="2969" y="27183"/>
                  </a:cubicBezTo>
                  <a:cubicBezTo>
                    <a:pt x="2964" y="27183"/>
                    <a:pt x="2959" y="27188"/>
                    <a:pt x="2952" y="27198"/>
                  </a:cubicBezTo>
                  <a:cubicBezTo>
                    <a:pt x="2919" y="27174"/>
                    <a:pt x="2903" y="27133"/>
                    <a:pt x="2895" y="27093"/>
                  </a:cubicBezTo>
                  <a:cubicBezTo>
                    <a:pt x="2891" y="27053"/>
                    <a:pt x="2867" y="27040"/>
                    <a:pt x="2835" y="27040"/>
                  </a:cubicBezTo>
                  <a:cubicBezTo>
                    <a:pt x="2808" y="27040"/>
                    <a:pt x="2774" y="27049"/>
                    <a:pt x="2741" y="27060"/>
                  </a:cubicBezTo>
                  <a:cubicBezTo>
                    <a:pt x="2721" y="27061"/>
                    <a:pt x="2703" y="27061"/>
                    <a:pt x="2687" y="27061"/>
                  </a:cubicBezTo>
                  <a:cubicBezTo>
                    <a:pt x="2540" y="27061"/>
                    <a:pt x="2517" y="27029"/>
                    <a:pt x="2619" y="26971"/>
                  </a:cubicBezTo>
                  <a:cubicBezTo>
                    <a:pt x="2701" y="26920"/>
                    <a:pt x="2577" y="26845"/>
                    <a:pt x="2464" y="26845"/>
                  </a:cubicBezTo>
                  <a:cubicBezTo>
                    <a:pt x="2432" y="26845"/>
                    <a:pt x="2401" y="26851"/>
                    <a:pt x="2376" y="26865"/>
                  </a:cubicBezTo>
                  <a:cubicBezTo>
                    <a:pt x="2315" y="26900"/>
                    <a:pt x="2287" y="26916"/>
                    <a:pt x="2280" y="26916"/>
                  </a:cubicBezTo>
                  <a:cubicBezTo>
                    <a:pt x="2274" y="26916"/>
                    <a:pt x="2284" y="26904"/>
                    <a:pt x="2303" y="26882"/>
                  </a:cubicBezTo>
                  <a:cubicBezTo>
                    <a:pt x="2319" y="26857"/>
                    <a:pt x="2319" y="26825"/>
                    <a:pt x="2303" y="26801"/>
                  </a:cubicBezTo>
                  <a:cubicBezTo>
                    <a:pt x="2263" y="26768"/>
                    <a:pt x="2222" y="26736"/>
                    <a:pt x="2263" y="26695"/>
                  </a:cubicBezTo>
                  <a:cubicBezTo>
                    <a:pt x="2214" y="26663"/>
                    <a:pt x="2165" y="26647"/>
                    <a:pt x="2108" y="26638"/>
                  </a:cubicBezTo>
                  <a:cubicBezTo>
                    <a:pt x="2094" y="26641"/>
                    <a:pt x="2081" y="26643"/>
                    <a:pt x="2068" y="26643"/>
                  </a:cubicBezTo>
                  <a:cubicBezTo>
                    <a:pt x="1943" y="26643"/>
                    <a:pt x="1894" y="26506"/>
                    <a:pt x="1938" y="26395"/>
                  </a:cubicBezTo>
                  <a:lnTo>
                    <a:pt x="1825" y="26371"/>
                  </a:lnTo>
                  <a:cubicBezTo>
                    <a:pt x="1772" y="26392"/>
                    <a:pt x="1728" y="26404"/>
                    <a:pt x="1702" y="26404"/>
                  </a:cubicBezTo>
                  <a:cubicBezTo>
                    <a:pt x="1669" y="26404"/>
                    <a:pt x="1666" y="26384"/>
                    <a:pt x="1711" y="26338"/>
                  </a:cubicBezTo>
                  <a:lnTo>
                    <a:pt x="1760" y="26298"/>
                  </a:lnTo>
                  <a:lnTo>
                    <a:pt x="1760" y="26298"/>
                  </a:lnTo>
                  <a:cubicBezTo>
                    <a:pt x="1746" y="26303"/>
                    <a:pt x="1732" y="26306"/>
                    <a:pt x="1720" y="26306"/>
                  </a:cubicBezTo>
                  <a:cubicBezTo>
                    <a:pt x="1616" y="26306"/>
                    <a:pt x="1567" y="26144"/>
                    <a:pt x="1646" y="26079"/>
                  </a:cubicBezTo>
                  <a:cubicBezTo>
                    <a:pt x="1695" y="26038"/>
                    <a:pt x="1695" y="26038"/>
                    <a:pt x="1663" y="26006"/>
                  </a:cubicBezTo>
                  <a:lnTo>
                    <a:pt x="1663" y="26006"/>
                  </a:lnTo>
                  <a:lnTo>
                    <a:pt x="1614" y="26047"/>
                  </a:lnTo>
                  <a:cubicBezTo>
                    <a:pt x="1586" y="26069"/>
                    <a:pt x="1553" y="26096"/>
                    <a:pt x="1525" y="26096"/>
                  </a:cubicBezTo>
                  <a:cubicBezTo>
                    <a:pt x="1513" y="26096"/>
                    <a:pt x="1502" y="26091"/>
                    <a:pt x="1492" y="26079"/>
                  </a:cubicBezTo>
                  <a:cubicBezTo>
                    <a:pt x="1460" y="26047"/>
                    <a:pt x="1427" y="26006"/>
                    <a:pt x="1476" y="25974"/>
                  </a:cubicBezTo>
                  <a:cubicBezTo>
                    <a:pt x="1496" y="25907"/>
                    <a:pt x="1516" y="25852"/>
                    <a:pt x="1496" y="25852"/>
                  </a:cubicBezTo>
                  <a:cubicBezTo>
                    <a:pt x="1491" y="25852"/>
                    <a:pt x="1485" y="25854"/>
                    <a:pt x="1476" y="25860"/>
                  </a:cubicBezTo>
                  <a:cubicBezTo>
                    <a:pt x="1460" y="25828"/>
                    <a:pt x="1452" y="25787"/>
                    <a:pt x="1468" y="25747"/>
                  </a:cubicBezTo>
                  <a:lnTo>
                    <a:pt x="1371" y="25601"/>
                  </a:lnTo>
                  <a:cubicBezTo>
                    <a:pt x="1298" y="25593"/>
                    <a:pt x="1249" y="25511"/>
                    <a:pt x="1306" y="25479"/>
                  </a:cubicBezTo>
                  <a:cubicBezTo>
                    <a:pt x="1282" y="25439"/>
                    <a:pt x="1241" y="25406"/>
                    <a:pt x="1184" y="25390"/>
                  </a:cubicBezTo>
                  <a:cubicBezTo>
                    <a:pt x="1144" y="25309"/>
                    <a:pt x="1127" y="25268"/>
                    <a:pt x="1184" y="25244"/>
                  </a:cubicBezTo>
                  <a:cubicBezTo>
                    <a:pt x="1233" y="25220"/>
                    <a:pt x="1233" y="25220"/>
                    <a:pt x="1168" y="25203"/>
                  </a:cubicBezTo>
                  <a:cubicBezTo>
                    <a:pt x="1156" y="25208"/>
                    <a:pt x="1146" y="25211"/>
                    <a:pt x="1137" y="25211"/>
                  </a:cubicBezTo>
                  <a:cubicBezTo>
                    <a:pt x="1104" y="25211"/>
                    <a:pt x="1092" y="25179"/>
                    <a:pt x="1079" y="25147"/>
                  </a:cubicBezTo>
                  <a:lnTo>
                    <a:pt x="1046" y="25057"/>
                  </a:lnTo>
                  <a:cubicBezTo>
                    <a:pt x="1022" y="25068"/>
                    <a:pt x="1008" y="25074"/>
                    <a:pt x="998" y="25074"/>
                  </a:cubicBezTo>
                  <a:cubicBezTo>
                    <a:pt x="987" y="25074"/>
                    <a:pt x="983" y="25064"/>
                    <a:pt x="973" y="25041"/>
                  </a:cubicBezTo>
                  <a:cubicBezTo>
                    <a:pt x="949" y="25001"/>
                    <a:pt x="973" y="24847"/>
                    <a:pt x="957" y="24806"/>
                  </a:cubicBezTo>
                  <a:cubicBezTo>
                    <a:pt x="938" y="24728"/>
                    <a:pt x="930" y="24697"/>
                    <a:pt x="916" y="24697"/>
                  </a:cubicBezTo>
                  <a:cubicBezTo>
                    <a:pt x="907" y="24697"/>
                    <a:pt x="895" y="24711"/>
                    <a:pt x="876" y="24733"/>
                  </a:cubicBezTo>
                  <a:cubicBezTo>
                    <a:pt x="883" y="24752"/>
                    <a:pt x="876" y="24765"/>
                    <a:pt x="868" y="24765"/>
                  </a:cubicBezTo>
                  <a:cubicBezTo>
                    <a:pt x="859" y="24765"/>
                    <a:pt x="850" y="24746"/>
                    <a:pt x="868" y="24693"/>
                  </a:cubicBezTo>
                  <a:cubicBezTo>
                    <a:pt x="852" y="24644"/>
                    <a:pt x="884" y="24498"/>
                    <a:pt x="868" y="24368"/>
                  </a:cubicBezTo>
                  <a:cubicBezTo>
                    <a:pt x="848" y="24221"/>
                    <a:pt x="850" y="24195"/>
                    <a:pt x="815" y="24195"/>
                  </a:cubicBezTo>
                  <a:cubicBezTo>
                    <a:pt x="807" y="24195"/>
                    <a:pt x="798" y="24197"/>
                    <a:pt x="787" y="24198"/>
                  </a:cubicBezTo>
                  <a:cubicBezTo>
                    <a:pt x="751" y="24216"/>
                    <a:pt x="726" y="24223"/>
                    <a:pt x="712" y="24223"/>
                  </a:cubicBezTo>
                  <a:cubicBezTo>
                    <a:pt x="681" y="24223"/>
                    <a:pt x="704" y="24188"/>
                    <a:pt x="787" y="24149"/>
                  </a:cubicBezTo>
                  <a:cubicBezTo>
                    <a:pt x="885" y="24059"/>
                    <a:pt x="899" y="24011"/>
                    <a:pt x="848" y="24011"/>
                  </a:cubicBezTo>
                  <a:cubicBezTo>
                    <a:pt x="845" y="24011"/>
                    <a:pt x="840" y="24011"/>
                    <a:pt x="836" y="24012"/>
                  </a:cubicBezTo>
                  <a:cubicBezTo>
                    <a:pt x="779" y="23963"/>
                    <a:pt x="779" y="23963"/>
                    <a:pt x="779" y="23914"/>
                  </a:cubicBezTo>
                  <a:cubicBezTo>
                    <a:pt x="836" y="23914"/>
                    <a:pt x="836" y="23874"/>
                    <a:pt x="779" y="23776"/>
                  </a:cubicBezTo>
                  <a:cubicBezTo>
                    <a:pt x="779" y="23742"/>
                    <a:pt x="779" y="23732"/>
                    <a:pt x="802" y="23732"/>
                  </a:cubicBezTo>
                  <a:cubicBezTo>
                    <a:pt x="812" y="23732"/>
                    <a:pt x="825" y="23734"/>
                    <a:pt x="844" y="23736"/>
                  </a:cubicBezTo>
                  <a:lnTo>
                    <a:pt x="844" y="23639"/>
                  </a:lnTo>
                  <a:cubicBezTo>
                    <a:pt x="730" y="23541"/>
                    <a:pt x="827" y="23258"/>
                    <a:pt x="900" y="23217"/>
                  </a:cubicBezTo>
                  <a:cubicBezTo>
                    <a:pt x="900" y="23185"/>
                    <a:pt x="884" y="23144"/>
                    <a:pt x="860" y="23112"/>
                  </a:cubicBezTo>
                  <a:cubicBezTo>
                    <a:pt x="769" y="23060"/>
                    <a:pt x="756" y="23013"/>
                    <a:pt x="817" y="23013"/>
                  </a:cubicBezTo>
                  <a:cubicBezTo>
                    <a:pt x="832" y="23013"/>
                    <a:pt x="852" y="23016"/>
                    <a:pt x="876" y="23022"/>
                  </a:cubicBezTo>
                  <a:cubicBezTo>
                    <a:pt x="918" y="23031"/>
                    <a:pt x="944" y="23037"/>
                    <a:pt x="956" y="23037"/>
                  </a:cubicBezTo>
                  <a:cubicBezTo>
                    <a:pt x="976" y="23037"/>
                    <a:pt x="951" y="23020"/>
                    <a:pt x="884" y="22974"/>
                  </a:cubicBezTo>
                  <a:cubicBezTo>
                    <a:pt x="849" y="22918"/>
                    <a:pt x="886" y="22730"/>
                    <a:pt x="965" y="22730"/>
                  </a:cubicBezTo>
                  <a:cubicBezTo>
                    <a:pt x="977" y="22730"/>
                    <a:pt x="991" y="22735"/>
                    <a:pt x="1006" y="22747"/>
                  </a:cubicBezTo>
                  <a:lnTo>
                    <a:pt x="1119" y="22779"/>
                  </a:lnTo>
                  <a:cubicBezTo>
                    <a:pt x="1095" y="22747"/>
                    <a:pt x="1079" y="22706"/>
                    <a:pt x="1087" y="22666"/>
                  </a:cubicBezTo>
                  <a:cubicBezTo>
                    <a:pt x="1030" y="22649"/>
                    <a:pt x="1046" y="22601"/>
                    <a:pt x="1087" y="22463"/>
                  </a:cubicBezTo>
                  <a:cubicBezTo>
                    <a:pt x="1119" y="22366"/>
                    <a:pt x="1127" y="22155"/>
                    <a:pt x="1160" y="22058"/>
                  </a:cubicBezTo>
                  <a:cubicBezTo>
                    <a:pt x="1200" y="21960"/>
                    <a:pt x="1257" y="21814"/>
                    <a:pt x="1330" y="21790"/>
                  </a:cubicBezTo>
                  <a:cubicBezTo>
                    <a:pt x="1363" y="21725"/>
                    <a:pt x="1371" y="21644"/>
                    <a:pt x="1354" y="21571"/>
                  </a:cubicBezTo>
                  <a:cubicBezTo>
                    <a:pt x="1326" y="21513"/>
                    <a:pt x="1355" y="21429"/>
                    <a:pt x="1402" y="21429"/>
                  </a:cubicBezTo>
                  <a:cubicBezTo>
                    <a:pt x="1407" y="21429"/>
                    <a:pt x="1413" y="21431"/>
                    <a:pt x="1419" y="21433"/>
                  </a:cubicBezTo>
                  <a:lnTo>
                    <a:pt x="1444" y="21385"/>
                  </a:lnTo>
                  <a:cubicBezTo>
                    <a:pt x="1427" y="21328"/>
                    <a:pt x="1436" y="21263"/>
                    <a:pt x="1452" y="21214"/>
                  </a:cubicBezTo>
                  <a:cubicBezTo>
                    <a:pt x="1466" y="21220"/>
                    <a:pt x="1481" y="21224"/>
                    <a:pt x="1495" y="21224"/>
                  </a:cubicBezTo>
                  <a:cubicBezTo>
                    <a:pt x="1538" y="21224"/>
                    <a:pt x="1573" y="21196"/>
                    <a:pt x="1549" y="21141"/>
                  </a:cubicBezTo>
                  <a:cubicBezTo>
                    <a:pt x="1500" y="21117"/>
                    <a:pt x="1517" y="21068"/>
                    <a:pt x="1565" y="20971"/>
                  </a:cubicBezTo>
                  <a:cubicBezTo>
                    <a:pt x="1654" y="20906"/>
                    <a:pt x="2490" y="19285"/>
                    <a:pt x="2441" y="19252"/>
                  </a:cubicBezTo>
                  <a:lnTo>
                    <a:pt x="2514" y="19098"/>
                  </a:lnTo>
                  <a:lnTo>
                    <a:pt x="2595" y="18952"/>
                  </a:lnTo>
                  <a:cubicBezTo>
                    <a:pt x="2605" y="18957"/>
                    <a:pt x="2614" y="18960"/>
                    <a:pt x="2623" y="18960"/>
                  </a:cubicBezTo>
                  <a:cubicBezTo>
                    <a:pt x="2713" y="18960"/>
                    <a:pt x="2776" y="18717"/>
                    <a:pt x="2798" y="18555"/>
                  </a:cubicBezTo>
                  <a:cubicBezTo>
                    <a:pt x="2773" y="18498"/>
                    <a:pt x="2781" y="18433"/>
                    <a:pt x="2822" y="18385"/>
                  </a:cubicBezTo>
                  <a:cubicBezTo>
                    <a:pt x="2836" y="18391"/>
                    <a:pt x="2850" y="18394"/>
                    <a:pt x="2863" y="18394"/>
                  </a:cubicBezTo>
                  <a:cubicBezTo>
                    <a:pt x="2946" y="18394"/>
                    <a:pt x="3000" y="18271"/>
                    <a:pt x="3000" y="18166"/>
                  </a:cubicBezTo>
                  <a:cubicBezTo>
                    <a:pt x="2941" y="18088"/>
                    <a:pt x="2938" y="18042"/>
                    <a:pt x="2983" y="18042"/>
                  </a:cubicBezTo>
                  <a:cubicBezTo>
                    <a:pt x="2999" y="18042"/>
                    <a:pt x="3021" y="18048"/>
                    <a:pt x="3049" y="18060"/>
                  </a:cubicBezTo>
                  <a:cubicBezTo>
                    <a:pt x="3069" y="18071"/>
                    <a:pt x="3088" y="18077"/>
                    <a:pt x="3104" y="18077"/>
                  </a:cubicBezTo>
                  <a:cubicBezTo>
                    <a:pt x="3170" y="18077"/>
                    <a:pt x="3189" y="17986"/>
                    <a:pt x="3098" y="17842"/>
                  </a:cubicBezTo>
                  <a:cubicBezTo>
                    <a:pt x="3073" y="17761"/>
                    <a:pt x="3073" y="17761"/>
                    <a:pt x="3146" y="17736"/>
                  </a:cubicBezTo>
                  <a:cubicBezTo>
                    <a:pt x="3157" y="17737"/>
                    <a:pt x="3166" y="17737"/>
                    <a:pt x="3176" y="17737"/>
                  </a:cubicBezTo>
                  <a:cubicBezTo>
                    <a:pt x="3287" y="17737"/>
                    <a:pt x="3304" y="17694"/>
                    <a:pt x="3252" y="17671"/>
                  </a:cubicBezTo>
                  <a:cubicBezTo>
                    <a:pt x="3171" y="17566"/>
                    <a:pt x="3195" y="17517"/>
                    <a:pt x="3333" y="17517"/>
                  </a:cubicBezTo>
                  <a:cubicBezTo>
                    <a:pt x="3487" y="17477"/>
                    <a:pt x="3487" y="17477"/>
                    <a:pt x="3406" y="17371"/>
                  </a:cubicBezTo>
                  <a:cubicBezTo>
                    <a:pt x="3333" y="17242"/>
                    <a:pt x="3414" y="17088"/>
                    <a:pt x="3560" y="17071"/>
                  </a:cubicBezTo>
                  <a:cubicBezTo>
                    <a:pt x="3584" y="17023"/>
                    <a:pt x="3665" y="16998"/>
                    <a:pt x="3608" y="16974"/>
                  </a:cubicBezTo>
                  <a:lnTo>
                    <a:pt x="3690" y="16950"/>
                  </a:lnTo>
                  <a:cubicBezTo>
                    <a:pt x="3714" y="16901"/>
                    <a:pt x="3738" y="16852"/>
                    <a:pt x="3738" y="16852"/>
                  </a:cubicBezTo>
                  <a:lnTo>
                    <a:pt x="3690" y="16828"/>
                  </a:lnTo>
                  <a:cubicBezTo>
                    <a:pt x="3835" y="16609"/>
                    <a:pt x="3973" y="16390"/>
                    <a:pt x="4095" y="16163"/>
                  </a:cubicBezTo>
                  <a:cubicBezTo>
                    <a:pt x="4355" y="15666"/>
                    <a:pt x="4417" y="15536"/>
                    <a:pt x="4364" y="15536"/>
                  </a:cubicBezTo>
                  <a:cubicBezTo>
                    <a:pt x="4359" y="15536"/>
                    <a:pt x="4353" y="15537"/>
                    <a:pt x="4346" y="15539"/>
                  </a:cubicBezTo>
                  <a:cubicBezTo>
                    <a:pt x="4222" y="15531"/>
                    <a:pt x="4262" y="15441"/>
                    <a:pt x="4380" y="15441"/>
                  </a:cubicBezTo>
                  <a:cubicBezTo>
                    <a:pt x="4385" y="15441"/>
                    <a:pt x="4390" y="15441"/>
                    <a:pt x="4395" y="15442"/>
                  </a:cubicBezTo>
                  <a:cubicBezTo>
                    <a:pt x="4419" y="15393"/>
                    <a:pt x="4525" y="15320"/>
                    <a:pt x="4581" y="15223"/>
                  </a:cubicBezTo>
                  <a:cubicBezTo>
                    <a:pt x="4624" y="15138"/>
                    <a:pt x="4666" y="15047"/>
                    <a:pt x="4714" y="15047"/>
                  </a:cubicBezTo>
                  <a:cubicBezTo>
                    <a:pt x="4721" y="15047"/>
                    <a:pt x="4728" y="15048"/>
                    <a:pt x="4735" y="15053"/>
                  </a:cubicBezTo>
                  <a:lnTo>
                    <a:pt x="4760" y="15004"/>
                  </a:lnTo>
                  <a:cubicBezTo>
                    <a:pt x="4703" y="14850"/>
                    <a:pt x="4857" y="14550"/>
                    <a:pt x="4987" y="14428"/>
                  </a:cubicBezTo>
                  <a:cubicBezTo>
                    <a:pt x="5035" y="14347"/>
                    <a:pt x="5060" y="14250"/>
                    <a:pt x="5060" y="14153"/>
                  </a:cubicBezTo>
                  <a:cubicBezTo>
                    <a:pt x="5060" y="14031"/>
                    <a:pt x="5060" y="14031"/>
                    <a:pt x="5133" y="14007"/>
                  </a:cubicBezTo>
                  <a:cubicBezTo>
                    <a:pt x="5135" y="14008"/>
                    <a:pt x="5138" y="14008"/>
                    <a:pt x="5141" y="14008"/>
                  </a:cubicBezTo>
                  <a:cubicBezTo>
                    <a:pt x="5206" y="14008"/>
                    <a:pt x="5388" y="13761"/>
                    <a:pt x="5287" y="13707"/>
                  </a:cubicBezTo>
                  <a:lnTo>
                    <a:pt x="5368" y="13690"/>
                  </a:lnTo>
                  <a:cubicBezTo>
                    <a:pt x="5449" y="13666"/>
                    <a:pt x="5416" y="13585"/>
                    <a:pt x="5368" y="13561"/>
                  </a:cubicBezTo>
                  <a:cubicBezTo>
                    <a:pt x="5280" y="13517"/>
                    <a:pt x="5280" y="13477"/>
                    <a:pt x="5368" y="13477"/>
                  </a:cubicBezTo>
                  <a:cubicBezTo>
                    <a:pt x="5393" y="13477"/>
                    <a:pt x="5425" y="13481"/>
                    <a:pt x="5465" y="13488"/>
                  </a:cubicBezTo>
                  <a:cubicBezTo>
                    <a:pt x="5503" y="13507"/>
                    <a:pt x="5531" y="13514"/>
                    <a:pt x="5549" y="13514"/>
                  </a:cubicBezTo>
                  <a:cubicBezTo>
                    <a:pt x="5586" y="13514"/>
                    <a:pt x="5584" y="13485"/>
                    <a:pt x="5546" y="13463"/>
                  </a:cubicBezTo>
                  <a:cubicBezTo>
                    <a:pt x="5522" y="13390"/>
                    <a:pt x="5489" y="13309"/>
                    <a:pt x="5571" y="13293"/>
                  </a:cubicBezTo>
                  <a:cubicBezTo>
                    <a:pt x="5595" y="13245"/>
                    <a:pt x="5619" y="13196"/>
                    <a:pt x="5514" y="13139"/>
                  </a:cubicBezTo>
                  <a:cubicBezTo>
                    <a:pt x="5465" y="13107"/>
                    <a:pt x="5489" y="13058"/>
                    <a:pt x="5514" y="13009"/>
                  </a:cubicBezTo>
                  <a:cubicBezTo>
                    <a:pt x="5562" y="13042"/>
                    <a:pt x="5562" y="13042"/>
                    <a:pt x="5595" y="13115"/>
                  </a:cubicBezTo>
                  <a:lnTo>
                    <a:pt x="5643" y="13017"/>
                  </a:lnTo>
                  <a:cubicBezTo>
                    <a:pt x="5664" y="12975"/>
                    <a:pt x="5746" y="12915"/>
                    <a:pt x="5804" y="12915"/>
                  </a:cubicBezTo>
                  <a:cubicBezTo>
                    <a:pt x="5814" y="12915"/>
                    <a:pt x="5822" y="12917"/>
                    <a:pt x="5830" y="12920"/>
                  </a:cubicBezTo>
                  <a:cubicBezTo>
                    <a:pt x="5903" y="12904"/>
                    <a:pt x="5927" y="12847"/>
                    <a:pt x="5798" y="12847"/>
                  </a:cubicBezTo>
                  <a:cubicBezTo>
                    <a:pt x="5692" y="12790"/>
                    <a:pt x="5692" y="12790"/>
                    <a:pt x="5741" y="12693"/>
                  </a:cubicBezTo>
                  <a:cubicBezTo>
                    <a:pt x="5761" y="12653"/>
                    <a:pt x="5786" y="12614"/>
                    <a:pt x="5821" y="12614"/>
                  </a:cubicBezTo>
                  <a:cubicBezTo>
                    <a:pt x="5829" y="12614"/>
                    <a:pt x="5837" y="12616"/>
                    <a:pt x="5846" y="12620"/>
                  </a:cubicBezTo>
                  <a:cubicBezTo>
                    <a:pt x="5865" y="12628"/>
                    <a:pt x="5878" y="12634"/>
                    <a:pt x="5888" y="12634"/>
                  </a:cubicBezTo>
                  <a:cubicBezTo>
                    <a:pt x="5908" y="12634"/>
                    <a:pt x="5919" y="12612"/>
                    <a:pt x="5952" y="12547"/>
                  </a:cubicBezTo>
                  <a:cubicBezTo>
                    <a:pt x="6025" y="12401"/>
                    <a:pt x="5943" y="12166"/>
                    <a:pt x="5862" y="12069"/>
                  </a:cubicBezTo>
                  <a:cubicBezTo>
                    <a:pt x="5786" y="12028"/>
                    <a:pt x="5765" y="12016"/>
                    <a:pt x="5809" y="12016"/>
                  </a:cubicBezTo>
                  <a:cubicBezTo>
                    <a:pt x="5825" y="12016"/>
                    <a:pt x="5851" y="12018"/>
                    <a:pt x="5887" y="12020"/>
                  </a:cubicBezTo>
                  <a:cubicBezTo>
                    <a:pt x="5897" y="12025"/>
                    <a:pt x="5906" y="12027"/>
                    <a:pt x="5915" y="12027"/>
                  </a:cubicBezTo>
                  <a:cubicBezTo>
                    <a:pt x="5952" y="12027"/>
                    <a:pt x="5972" y="11987"/>
                    <a:pt x="5992" y="11947"/>
                  </a:cubicBezTo>
                  <a:cubicBezTo>
                    <a:pt x="5965" y="11929"/>
                    <a:pt x="5975" y="11917"/>
                    <a:pt x="5986" y="11917"/>
                  </a:cubicBezTo>
                  <a:cubicBezTo>
                    <a:pt x="5994" y="11917"/>
                    <a:pt x="6003" y="11925"/>
                    <a:pt x="5992" y="11947"/>
                  </a:cubicBezTo>
                  <a:cubicBezTo>
                    <a:pt x="6049" y="11972"/>
                    <a:pt x="6025" y="12020"/>
                    <a:pt x="5992" y="12069"/>
                  </a:cubicBezTo>
                  <a:lnTo>
                    <a:pt x="6049" y="12101"/>
                  </a:lnTo>
                  <a:cubicBezTo>
                    <a:pt x="6179" y="12101"/>
                    <a:pt x="6203" y="12053"/>
                    <a:pt x="6122" y="11947"/>
                  </a:cubicBezTo>
                  <a:cubicBezTo>
                    <a:pt x="6098" y="11874"/>
                    <a:pt x="6098" y="11874"/>
                    <a:pt x="6179" y="11850"/>
                  </a:cubicBezTo>
                  <a:cubicBezTo>
                    <a:pt x="6252" y="11826"/>
                    <a:pt x="6333" y="11809"/>
                    <a:pt x="6276" y="11777"/>
                  </a:cubicBezTo>
                  <a:cubicBezTo>
                    <a:pt x="6308" y="11728"/>
                    <a:pt x="6357" y="11680"/>
                    <a:pt x="6406" y="11655"/>
                  </a:cubicBezTo>
                  <a:cubicBezTo>
                    <a:pt x="6462" y="11558"/>
                    <a:pt x="6487" y="11509"/>
                    <a:pt x="6430" y="11485"/>
                  </a:cubicBezTo>
                  <a:cubicBezTo>
                    <a:pt x="6381" y="11453"/>
                    <a:pt x="6406" y="11404"/>
                    <a:pt x="6430" y="11355"/>
                  </a:cubicBezTo>
                  <a:cubicBezTo>
                    <a:pt x="6454" y="11307"/>
                    <a:pt x="6479" y="11258"/>
                    <a:pt x="6430" y="11234"/>
                  </a:cubicBezTo>
                  <a:cubicBezTo>
                    <a:pt x="6373" y="11201"/>
                    <a:pt x="6349" y="11128"/>
                    <a:pt x="6398" y="11031"/>
                  </a:cubicBezTo>
                  <a:cubicBezTo>
                    <a:pt x="6398" y="10927"/>
                    <a:pt x="6398" y="10907"/>
                    <a:pt x="6464" y="10907"/>
                  </a:cubicBezTo>
                  <a:cubicBezTo>
                    <a:pt x="6481" y="10907"/>
                    <a:pt x="6501" y="10908"/>
                    <a:pt x="6527" y="10909"/>
                  </a:cubicBezTo>
                  <a:cubicBezTo>
                    <a:pt x="6538" y="10914"/>
                    <a:pt x="6547" y="10916"/>
                    <a:pt x="6555" y="10916"/>
                  </a:cubicBezTo>
                  <a:cubicBezTo>
                    <a:pt x="6593" y="10916"/>
                    <a:pt x="6613" y="10876"/>
                    <a:pt x="6633" y="10837"/>
                  </a:cubicBezTo>
                  <a:cubicBezTo>
                    <a:pt x="6657" y="10796"/>
                    <a:pt x="6689" y="10772"/>
                    <a:pt x="6738" y="10764"/>
                  </a:cubicBezTo>
                  <a:cubicBezTo>
                    <a:pt x="6811" y="10739"/>
                    <a:pt x="6762" y="10715"/>
                    <a:pt x="6706" y="10682"/>
                  </a:cubicBezTo>
                  <a:lnTo>
                    <a:pt x="6600" y="10634"/>
                  </a:lnTo>
                  <a:cubicBezTo>
                    <a:pt x="6614" y="10607"/>
                    <a:pt x="6659" y="10595"/>
                    <a:pt x="6706" y="10595"/>
                  </a:cubicBezTo>
                  <a:cubicBezTo>
                    <a:pt x="6745" y="10595"/>
                    <a:pt x="6785" y="10603"/>
                    <a:pt x="6811" y="10618"/>
                  </a:cubicBezTo>
                  <a:cubicBezTo>
                    <a:pt x="6941" y="10618"/>
                    <a:pt x="6941" y="10618"/>
                    <a:pt x="6835" y="10561"/>
                  </a:cubicBezTo>
                  <a:cubicBezTo>
                    <a:pt x="6787" y="10537"/>
                    <a:pt x="6754" y="10464"/>
                    <a:pt x="6860" y="10391"/>
                  </a:cubicBezTo>
                  <a:cubicBezTo>
                    <a:pt x="6902" y="10306"/>
                    <a:pt x="6951" y="10214"/>
                    <a:pt x="6995" y="10214"/>
                  </a:cubicBezTo>
                  <a:cubicBezTo>
                    <a:pt x="7001" y="10214"/>
                    <a:pt x="7008" y="10216"/>
                    <a:pt x="7014" y="10220"/>
                  </a:cubicBezTo>
                  <a:cubicBezTo>
                    <a:pt x="7062" y="10204"/>
                    <a:pt x="7079" y="10164"/>
                    <a:pt x="7062" y="10123"/>
                  </a:cubicBezTo>
                  <a:cubicBezTo>
                    <a:pt x="7038" y="10042"/>
                    <a:pt x="7062" y="9993"/>
                    <a:pt x="7192" y="9872"/>
                  </a:cubicBezTo>
                  <a:cubicBezTo>
                    <a:pt x="7427" y="9677"/>
                    <a:pt x="7427" y="9677"/>
                    <a:pt x="7322" y="9628"/>
                  </a:cubicBezTo>
                  <a:cubicBezTo>
                    <a:pt x="7265" y="9596"/>
                    <a:pt x="7216" y="9572"/>
                    <a:pt x="7346" y="9572"/>
                  </a:cubicBezTo>
                  <a:cubicBezTo>
                    <a:pt x="7427" y="9555"/>
                    <a:pt x="7395" y="9474"/>
                    <a:pt x="7395" y="9353"/>
                  </a:cubicBezTo>
                  <a:cubicBezTo>
                    <a:pt x="7370" y="9272"/>
                    <a:pt x="7257" y="9215"/>
                    <a:pt x="7208" y="9191"/>
                  </a:cubicBezTo>
                  <a:cubicBezTo>
                    <a:pt x="7103" y="9134"/>
                    <a:pt x="7103" y="9134"/>
                    <a:pt x="7208" y="9061"/>
                  </a:cubicBezTo>
                  <a:cubicBezTo>
                    <a:pt x="7231" y="9027"/>
                    <a:pt x="7269" y="9009"/>
                    <a:pt x="7308" y="9009"/>
                  </a:cubicBezTo>
                  <a:cubicBezTo>
                    <a:pt x="7326" y="9009"/>
                    <a:pt x="7345" y="9013"/>
                    <a:pt x="7362" y="9020"/>
                  </a:cubicBezTo>
                  <a:cubicBezTo>
                    <a:pt x="7395" y="9037"/>
                    <a:pt x="7403" y="9069"/>
                    <a:pt x="7387" y="9093"/>
                  </a:cubicBezTo>
                  <a:lnTo>
                    <a:pt x="7362" y="9150"/>
                  </a:lnTo>
                  <a:cubicBezTo>
                    <a:pt x="7388" y="9161"/>
                    <a:pt x="7411" y="9172"/>
                    <a:pt x="7435" y="9172"/>
                  </a:cubicBezTo>
                  <a:cubicBezTo>
                    <a:pt x="7464" y="9172"/>
                    <a:pt x="7493" y="9155"/>
                    <a:pt x="7524" y="9101"/>
                  </a:cubicBezTo>
                  <a:cubicBezTo>
                    <a:pt x="7597" y="9077"/>
                    <a:pt x="7622" y="9028"/>
                    <a:pt x="7573" y="9004"/>
                  </a:cubicBezTo>
                  <a:cubicBezTo>
                    <a:pt x="7654" y="8980"/>
                    <a:pt x="7703" y="8883"/>
                    <a:pt x="7752" y="8785"/>
                  </a:cubicBezTo>
                  <a:cubicBezTo>
                    <a:pt x="7800" y="8688"/>
                    <a:pt x="7881" y="8534"/>
                    <a:pt x="7962" y="8518"/>
                  </a:cubicBezTo>
                  <a:cubicBezTo>
                    <a:pt x="8011" y="8412"/>
                    <a:pt x="8035" y="8364"/>
                    <a:pt x="7979" y="8339"/>
                  </a:cubicBezTo>
                  <a:cubicBezTo>
                    <a:pt x="7892" y="8293"/>
                    <a:pt x="7893" y="8252"/>
                    <a:pt x="7927" y="8252"/>
                  </a:cubicBezTo>
                  <a:cubicBezTo>
                    <a:pt x="7935" y="8252"/>
                    <a:pt x="7944" y="8254"/>
                    <a:pt x="7954" y="8258"/>
                  </a:cubicBezTo>
                  <a:cubicBezTo>
                    <a:pt x="7955" y="8258"/>
                    <a:pt x="7956" y="8258"/>
                    <a:pt x="7957" y="8258"/>
                  </a:cubicBezTo>
                  <a:cubicBezTo>
                    <a:pt x="8089" y="8258"/>
                    <a:pt x="8473" y="7649"/>
                    <a:pt x="8392" y="7545"/>
                  </a:cubicBezTo>
                  <a:cubicBezTo>
                    <a:pt x="8392" y="7545"/>
                    <a:pt x="8416" y="7496"/>
                    <a:pt x="8441" y="7447"/>
                  </a:cubicBezTo>
                  <a:cubicBezTo>
                    <a:pt x="8546" y="7375"/>
                    <a:pt x="8692" y="7083"/>
                    <a:pt x="8668" y="7002"/>
                  </a:cubicBezTo>
                  <a:lnTo>
                    <a:pt x="8741" y="6856"/>
                  </a:lnTo>
                  <a:cubicBezTo>
                    <a:pt x="8846" y="6783"/>
                    <a:pt x="8870" y="6734"/>
                    <a:pt x="8846" y="6653"/>
                  </a:cubicBezTo>
                  <a:cubicBezTo>
                    <a:pt x="8828" y="6598"/>
                    <a:pt x="8791" y="6571"/>
                    <a:pt x="8798" y="6571"/>
                  </a:cubicBezTo>
                  <a:lnTo>
                    <a:pt x="8798" y="6571"/>
                  </a:lnTo>
                  <a:cubicBezTo>
                    <a:pt x="8800" y="6571"/>
                    <a:pt x="8808" y="6574"/>
                    <a:pt x="8822" y="6580"/>
                  </a:cubicBezTo>
                  <a:cubicBezTo>
                    <a:pt x="8827" y="6582"/>
                    <a:pt x="8832" y="6584"/>
                    <a:pt x="8837" y="6584"/>
                  </a:cubicBezTo>
                  <a:cubicBezTo>
                    <a:pt x="8881" y="6584"/>
                    <a:pt x="8930" y="6487"/>
                    <a:pt x="9024" y="6312"/>
                  </a:cubicBezTo>
                  <a:cubicBezTo>
                    <a:pt x="9103" y="6162"/>
                    <a:pt x="9118" y="6123"/>
                    <a:pt x="9091" y="6123"/>
                  </a:cubicBezTo>
                  <a:cubicBezTo>
                    <a:pt x="9082" y="6123"/>
                    <a:pt x="9068" y="6128"/>
                    <a:pt x="9049" y="6134"/>
                  </a:cubicBezTo>
                  <a:cubicBezTo>
                    <a:pt x="9081" y="5983"/>
                    <a:pt x="9114" y="5947"/>
                    <a:pt x="9148" y="5947"/>
                  </a:cubicBezTo>
                  <a:cubicBezTo>
                    <a:pt x="9166" y="5947"/>
                    <a:pt x="9184" y="5956"/>
                    <a:pt x="9203" y="5964"/>
                  </a:cubicBezTo>
                  <a:cubicBezTo>
                    <a:pt x="9227" y="5995"/>
                    <a:pt x="9248" y="6008"/>
                    <a:pt x="9262" y="6008"/>
                  </a:cubicBezTo>
                  <a:cubicBezTo>
                    <a:pt x="9297" y="6008"/>
                    <a:pt x="9294" y="5931"/>
                    <a:pt x="9203" y="5834"/>
                  </a:cubicBezTo>
                  <a:cubicBezTo>
                    <a:pt x="9133" y="5743"/>
                    <a:pt x="9160" y="5657"/>
                    <a:pt x="9200" y="5657"/>
                  </a:cubicBezTo>
                  <a:cubicBezTo>
                    <a:pt x="9206" y="5657"/>
                    <a:pt x="9213" y="5659"/>
                    <a:pt x="9219" y="5664"/>
                  </a:cubicBezTo>
                  <a:cubicBezTo>
                    <a:pt x="9276" y="5688"/>
                    <a:pt x="9251" y="5737"/>
                    <a:pt x="9227" y="5785"/>
                  </a:cubicBezTo>
                  <a:lnTo>
                    <a:pt x="9333" y="5842"/>
                  </a:lnTo>
                  <a:cubicBezTo>
                    <a:pt x="9357" y="5794"/>
                    <a:pt x="9357" y="5794"/>
                    <a:pt x="9333" y="5712"/>
                  </a:cubicBezTo>
                  <a:cubicBezTo>
                    <a:pt x="9349" y="5672"/>
                    <a:pt x="9341" y="5631"/>
                    <a:pt x="9324" y="5591"/>
                  </a:cubicBezTo>
                  <a:cubicBezTo>
                    <a:pt x="9312" y="5535"/>
                    <a:pt x="9267" y="5498"/>
                    <a:pt x="9217" y="5498"/>
                  </a:cubicBezTo>
                  <a:cubicBezTo>
                    <a:pt x="9202" y="5498"/>
                    <a:pt x="9186" y="5502"/>
                    <a:pt x="9170" y="5510"/>
                  </a:cubicBezTo>
                  <a:cubicBezTo>
                    <a:pt x="9159" y="5512"/>
                    <a:pt x="9151" y="5513"/>
                    <a:pt x="9143" y="5513"/>
                  </a:cubicBezTo>
                  <a:cubicBezTo>
                    <a:pt x="9096" y="5513"/>
                    <a:pt x="9117" y="5471"/>
                    <a:pt x="9138" y="5429"/>
                  </a:cubicBezTo>
                  <a:cubicBezTo>
                    <a:pt x="9179" y="5400"/>
                    <a:pt x="9213" y="5388"/>
                    <a:pt x="9241" y="5388"/>
                  </a:cubicBezTo>
                  <a:cubicBezTo>
                    <a:pt x="9283" y="5388"/>
                    <a:pt x="9310" y="5417"/>
                    <a:pt x="9324" y="5461"/>
                  </a:cubicBezTo>
                  <a:cubicBezTo>
                    <a:pt x="9300" y="5510"/>
                    <a:pt x="9349" y="5542"/>
                    <a:pt x="9405" y="5566"/>
                  </a:cubicBezTo>
                  <a:cubicBezTo>
                    <a:pt x="9408" y="5567"/>
                    <a:pt x="9410" y="5568"/>
                    <a:pt x="9412" y="5568"/>
                  </a:cubicBezTo>
                  <a:cubicBezTo>
                    <a:pt x="9463" y="5568"/>
                    <a:pt x="9475" y="5287"/>
                    <a:pt x="9397" y="5185"/>
                  </a:cubicBezTo>
                  <a:lnTo>
                    <a:pt x="9397" y="5185"/>
                  </a:lnTo>
                  <a:lnTo>
                    <a:pt x="9454" y="5218"/>
                  </a:lnTo>
                  <a:cubicBezTo>
                    <a:pt x="9459" y="5220"/>
                    <a:pt x="9464" y="5222"/>
                    <a:pt x="9470" y="5222"/>
                  </a:cubicBezTo>
                  <a:cubicBezTo>
                    <a:pt x="9515" y="5222"/>
                    <a:pt x="9565" y="5135"/>
                    <a:pt x="9608" y="5048"/>
                  </a:cubicBezTo>
                  <a:cubicBezTo>
                    <a:pt x="9657" y="4942"/>
                    <a:pt x="9681" y="4894"/>
                    <a:pt x="9633" y="4869"/>
                  </a:cubicBezTo>
                  <a:cubicBezTo>
                    <a:pt x="9576" y="4845"/>
                    <a:pt x="9527" y="4812"/>
                    <a:pt x="9551" y="4764"/>
                  </a:cubicBezTo>
                  <a:lnTo>
                    <a:pt x="9551" y="4764"/>
                  </a:lnTo>
                  <a:cubicBezTo>
                    <a:pt x="9541" y="4784"/>
                    <a:pt x="9525" y="4792"/>
                    <a:pt x="9506" y="4792"/>
                  </a:cubicBezTo>
                  <a:cubicBezTo>
                    <a:pt x="9479" y="4792"/>
                    <a:pt x="9446" y="4778"/>
                    <a:pt x="9414" y="4764"/>
                  </a:cubicBezTo>
                  <a:cubicBezTo>
                    <a:pt x="9470" y="4723"/>
                    <a:pt x="9535" y="4691"/>
                    <a:pt x="9600" y="4667"/>
                  </a:cubicBezTo>
                  <a:cubicBezTo>
                    <a:pt x="9762" y="4626"/>
                    <a:pt x="9900" y="4512"/>
                    <a:pt x="9965" y="4350"/>
                  </a:cubicBezTo>
                  <a:cubicBezTo>
                    <a:pt x="10014" y="4253"/>
                    <a:pt x="10087" y="4107"/>
                    <a:pt x="10168" y="4083"/>
                  </a:cubicBezTo>
                  <a:cubicBezTo>
                    <a:pt x="10216" y="3985"/>
                    <a:pt x="10249" y="3937"/>
                    <a:pt x="10192" y="3904"/>
                  </a:cubicBezTo>
                  <a:lnTo>
                    <a:pt x="10241" y="3807"/>
                  </a:lnTo>
                  <a:cubicBezTo>
                    <a:pt x="10322" y="3783"/>
                    <a:pt x="10370" y="3686"/>
                    <a:pt x="10322" y="3661"/>
                  </a:cubicBezTo>
                  <a:cubicBezTo>
                    <a:pt x="10289" y="3580"/>
                    <a:pt x="10370" y="3564"/>
                    <a:pt x="10395" y="3507"/>
                  </a:cubicBezTo>
                  <a:cubicBezTo>
                    <a:pt x="10549" y="3467"/>
                    <a:pt x="10549" y="3467"/>
                    <a:pt x="10370" y="3434"/>
                  </a:cubicBezTo>
                  <a:cubicBezTo>
                    <a:pt x="10362" y="3431"/>
                    <a:pt x="10352" y="3429"/>
                    <a:pt x="10342" y="3429"/>
                  </a:cubicBezTo>
                  <a:cubicBezTo>
                    <a:pt x="10284" y="3429"/>
                    <a:pt x="10205" y="3483"/>
                    <a:pt x="10184" y="3531"/>
                  </a:cubicBezTo>
                  <a:lnTo>
                    <a:pt x="10111" y="3677"/>
                  </a:lnTo>
                  <a:lnTo>
                    <a:pt x="10135" y="3499"/>
                  </a:lnTo>
                  <a:cubicBezTo>
                    <a:pt x="10160" y="3450"/>
                    <a:pt x="10151" y="3329"/>
                    <a:pt x="10103" y="3296"/>
                  </a:cubicBezTo>
                  <a:cubicBezTo>
                    <a:pt x="10070" y="3288"/>
                    <a:pt x="10062" y="3248"/>
                    <a:pt x="10070" y="3223"/>
                  </a:cubicBezTo>
                  <a:lnTo>
                    <a:pt x="10070" y="3223"/>
                  </a:lnTo>
                  <a:lnTo>
                    <a:pt x="10184" y="3272"/>
                  </a:lnTo>
                  <a:cubicBezTo>
                    <a:pt x="10200" y="3337"/>
                    <a:pt x="10257" y="3386"/>
                    <a:pt x="10314" y="3410"/>
                  </a:cubicBezTo>
                  <a:cubicBezTo>
                    <a:pt x="10443" y="3410"/>
                    <a:pt x="10573" y="3288"/>
                    <a:pt x="10468" y="3240"/>
                  </a:cubicBezTo>
                  <a:cubicBezTo>
                    <a:pt x="10492" y="3191"/>
                    <a:pt x="10492" y="3191"/>
                    <a:pt x="10573" y="3167"/>
                  </a:cubicBezTo>
                  <a:cubicBezTo>
                    <a:pt x="10583" y="3171"/>
                    <a:pt x="10591" y="3173"/>
                    <a:pt x="10599" y="3173"/>
                  </a:cubicBezTo>
                  <a:cubicBezTo>
                    <a:pt x="10635" y="3173"/>
                    <a:pt x="10640" y="3124"/>
                    <a:pt x="10573" y="3037"/>
                  </a:cubicBezTo>
                  <a:cubicBezTo>
                    <a:pt x="10498" y="2939"/>
                    <a:pt x="10513" y="2890"/>
                    <a:pt x="10620" y="2890"/>
                  </a:cubicBezTo>
                  <a:cubicBezTo>
                    <a:pt x="10628" y="2890"/>
                    <a:pt x="10637" y="2890"/>
                    <a:pt x="10646" y="2891"/>
                  </a:cubicBezTo>
                  <a:cubicBezTo>
                    <a:pt x="10808" y="2842"/>
                    <a:pt x="10905" y="2648"/>
                    <a:pt x="10857" y="2623"/>
                  </a:cubicBezTo>
                  <a:cubicBezTo>
                    <a:pt x="10743" y="2567"/>
                    <a:pt x="10824" y="2421"/>
                    <a:pt x="10905" y="2396"/>
                  </a:cubicBezTo>
                  <a:cubicBezTo>
                    <a:pt x="10970" y="2388"/>
                    <a:pt x="11011" y="2307"/>
                    <a:pt x="10978" y="2250"/>
                  </a:cubicBezTo>
                  <a:lnTo>
                    <a:pt x="10978" y="2250"/>
                  </a:lnTo>
                  <a:cubicBezTo>
                    <a:pt x="10993" y="2257"/>
                    <a:pt x="11008" y="2260"/>
                    <a:pt x="11022" y="2260"/>
                  </a:cubicBezTo>
                  <a:cubicBezTo>
                    <a:pt x="11066" y="2260"/>
                    <a:pt x="11102" y="2232"/>
                    <a:pt x="11084" y="2177"/>
                  </a:cubicBezTo>
                  <a:cubicBezTo>
                    <a:pt x="11084" y="2177"/>
                    <a:pt x="11102" y="2142"/>
                    <a:pt x="11056" y="2142"/>
                  </a:cubicBezTo>
                  <a:cubicBezTo>
                    <a:pt x="11048" y="2142"/>
                    <a:pt x="11039" y="2143"/>
                    <a:pt x="11027" y="2145"/>
                  </a:cubicBezTo>
                  <a:lnTo>
                    <a:pt x="10970" y="1991"/>
                  </a:lnTo>
                  <a:cubicBezTo>
                    <a:pt x="10960" y="2014"/>
                    <a:pt x="10946" y="2023"/>
                    <a:pt x="10929" y="2023"/>
                  </a:cubicBezTo>
                  <a:cubicBezTo>
                    <a:pt x="10905" y="2023"/>
                    <a:pt x="10874" y="2005"/>
                    <a:pt x="10841" y="1991"/>
                  </a:cubicBezTo>
                  <a:cubicBezTo>
                    <a:pt x="10792" y="1959"/>
                    <a:pt x="10946" y="1788"/>
                    <a:pt x="11157" y="1772"/>
                  </a:cubicBezTo>
                  <a:lnTo>
                    <a:pt x="11311" y="1732"/>
                  </a:lnTo>
                  <a:lnTo>
                    <a:pt x="11205" y="1675"/>
                  </a:lnTo>
                  <a:cubicBezTo>
                    <a:pt x="11225" y="1635"/>
                    <a:pt x="11245" y="1595"/>
                    <a:pt x="11283" y="1595"/>
                  </a:cubicBezTo>
                  <a:cubicBezTo>
                    <a:pt x="11291" y="1595"/>
                    <a:pt x="11300" y="1597"/>
                    <a:pt x="11311" y="1602"/>
                  </a:cubicBezTo>
                  <a:cubicBezTo>
                    <a:pt x="11333" y="1616"/>
                    <a:pt x="11345" y="1624"/>
                    <a:pt x="11354" y="1624"/>
                  </a:cubicBezTo>
                  <a:cubicBezTo>
                    <a:pt x="11364" y="1624"/>
                    <a:pt x="11370" y="1612"/>
                    <a:pt x="11384" y="1586"/>
                  </a:cubicBezTo>
                  <a:cubicBezTo>
                    <a:pt x="11400" y="1553"/>
                    <a:pt x="11392" y="1521"/>
                    <a:pt x="11359" y="1505"/>
                  </a:cubicBezTo>
                  <a:cubicBezTo>
                    <a:pt x="11254" y="1448"/>
                    <a:pt x="11254" y="1448"/>
                    <a:pt x="11335" y="1432"/>
                  </a:cubicBezTo>
                  <a:cubicBezTo>
                    <a:pt x="11465" y="1432"/>
                    <a:pt x="11489" y="1383"/>
                    <a:pt x="11408" y="1278"/>
                  </a:cubicBezTo>
                  <a:cubicBezTo>
                    <a:pt x="11303" y="1229"/>
                    <a:pt x="11303" y="1229"/>
                    <a:pt x="11432" y="1229"/>
                  </a:cubicBezTo>
                  <a:cubicBezTo>
                    <a:pt x="11450" y="1236"/>
                    <a:pt x="11468" y="1240"/>
                    <a:pt x="11487" y="1240"/>
                  </a:cubicBezTo>
                  <a:cubicBezTo>
                    <a:pt x="11527" y="1240"/>
                    <a:pt x="11567" y="1222"/>
                    <a:pt x="11595" y="1188"/>
                  </a:cubicBezTo>
                  <a:lnTo>
                    <a:pt x="11538" y="1156"/>
                  </a:lnTo>
                  <a:cubicBezTo>
                    <a:pt x="11432" y="1107"/>
                    <a:pt x="11457" y="1059"/>
                    <a:pt x="11538" y="1034"/>
                  </a:cubicBezTo>
                  <a:cubicBezTo>
                    <a:pt x="11546" y="1038"/>
                    <a:pt x="11553" y="1040"/>
                    <a:pt x="11560" y="1040"/>
                  </a:cubicBezTo>
                  <a:cubicBezTo>
                    <a:pt x="11594" y="1040"/>
                    <a:pt x="11611" y="989"/>
                    <a:pt x="11611" y="880"/>
                  </a:cubicBezTo>
                  <a:cubicBezTo>
                    <a:pt x="11649" y="803"/>
                    <a:pt x="11678" y="757"/>
                    <a:pt x="11712" y="757"/>
                  </a:cubicBezTo>
                  <a:cubicBezTo>
                    <a:pt x="11721" y="757"/>
                    <a:pt x="11730" y="760"/>
                    <a:pt x="11741" y="767"/>
                  </a:cubicBezTo>
                  <a:cubicBezTo>
                    <a:pt x="11783" y="786"/>
                    <a:pt x="11809" y="798"/>
                    <a:pt x="11818" y="798"/>
                  </a:cubicBezTo>
                  <a:cubicBezTo>
                    <a:pt x="11833" y="798"/>
                    <a:pt x="11813" y="773"/>
                    <a:pt x="11765" y="710"/>
                  </a:cubicBezTo>
                  <a:cubicBezTo>
                    <a:pt x="11741" y="637"/>
                    <a:pt x="11741" y="637"/>
                    <a:pt x="11846" y="564"/>
                  </a:cubicBezTo>
                  <a:cubicBezTo>
                    <a:pt x="11919" y="540"/>
                    <a:pt x="11919" y="540"/>
                    <a:pt x="11895" y="467"/>
                  </a:cubicBezTo>
                  <a:cubicBezTo>
                    <a:pt x="11828" y="431"/>
                    <a:pt x="11781" y="408"/>
                    <a:pt x="11749" y="408"/>
                  </a:cubicBezTo>
                  <a:cubicBezTo>
                    <a:pt x="11731" y="408"/>
                    <a:pt x="11717" y="416"/>
                    <a:pt x="11708" y="434"/>
                  </a:cubicBezTo>
                  <a:cubicBezTo>
                    <a:pt x="11694" y="463"/>
                    <a:pt x="11688" y="475"/>
                    <a:pt x="11674" y="475"/>
                  </a:cubicBezTo>
                  <a:cubicBezTo>
                    <a:pt x="11664" y="475"/>
                    <a:pt x="11651" y="469"/>
                    <a:pt x="11627" y="459"/>
                  </a:cubicBezTo>
                  <a:lnTo>
                    <a:pt x="11684" y="353"/>
                  </a:lnTo>
                  <a:cubicBezTo>
                    <a:pt x="11716" y="288"/>
                    <a:pt x="11732" y="207"/>
                    <a:pt x="11732" y="134"/>
                  </a:cubicBezTo>
                  <a:cubicBezTo>
                    <a:pt x="11727" y="51"/>
                    <a:pt x="11687" y="0"/>
                    <a:pt x="11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2"/>
            <p:cNvSpPr/>
            <p:nvPr/>
          </p:nvSpPr>
          <p:spPr>
            <a:xfrm>
              <a:off x="4834967" y="2006902"/>
              <a:ext cx="2147672" cy="999585"/>
            </a:xfrm>
            <a:custGeom>
              <a:avLst/>
              <a:gdLst/>
              <a:ahLst/>
              <a:cxnLst/>
              <a:rect l="l" t="t" r="r" b="b"/>
              <a:pathLst>
                <a:path w="124593" h="57989" extrusionOk="0">
                  <a:moveTo>
                    <a:pt x="121342" y="0"/>
                  </a:moveTo>
                  <a:lnTo>
                    <a:pt x="121139" y="8"/>
                  </a:lnTo>
                  <a:cubicBezTo>
                    <a:pt x="120936" y="16"/>
                    <a:pt x="120936" y="73"/>
                    <a:pt x="120936" y="138"/>
                  </a:cubicBezTo>
                  <a:lnTo>
                    <a:pt x="121139" y="130"/>
                  </a:lnTo>
                  <a:cubicBezTo>
                    <a:pt x="121139" y="130"/>
                    <a:pt x="121342" y="65"/>
                    <a:pt x="121342" y="0"/>
                  </a:cubicBezTo>
                  <a:close/>
                  <a:moveTo>
                    <a:pt x="120734" y="916"/>
                  </a:moveTo>
                  <a:lnTo>
                    <a:pt x="120944" y="973"/>
                  </a:lnTo>
                  <a:cubicBezTo>
                    <a:pt x="120944" y="1030"/>
                    <a:pt x="120734" y="1038"/>
                    <a:pt x="120531" y="1046"/>
                  </a:cubicBezTo>
                  <a:cubicBezTo>
                    <a:pt x="120478" y="1048"/>
                    <a:pt x="120439" y="1050"/>
                    <a:pt x="120410" y="1050"/>
                  </a:cubicBezTo>
                  <a:cubicBezTo>
                    <a:pt x="120328" y="1050"/>
                    <a:pt x="120328" y="1037"/>
                    <a:pt x="120328" y="989"/>
                  </a:cubicBezTo>
                  <a:cubicBezTo>
                    <a:pt x="120458" y="949"/>
                    <a:pt x="120596" y="924"/>
                    <a:pt x="120734" y="916"/>
                  </a:cubicBezTo>
                  <a:close/>
                  <a:moveTo>
                    <a:pt x="118123" y="891"/>
                  </a:moveTo>
                  <a:cubicBezTo>
                    <a:pt x="118319" y="891"/>
                    <a:pt x="118496" y="944"/>
                    <a:pt x="118496" y="997"/>
                  </a:cubicBezTo>
                  <a:cubicBezTo>
                    <a:pt x="118699" y="1111"/>
                    <a:pt x="118699" y="1111"/>
                    <a:pt x="118293" y="1127"/>
                  </a:cubicBezTo>
                  <a:cubicBezTo>
                    <a:pt x="118222" y="1130"/>
                    <a:pt x="118150" y="1133"/>
                    <a:pt x="118087" y="1133"/>
                  </a:cubicBezTo>
                  <a:cubicBezTo>
                    <a:pt x="117973" y="1133"/>
                    <a:pt x="117888" y="1123"/>
                    <a:pt x="117888" y="1087"/>
                  </a:cubicBezTo>
                  <a:lnTo>
                    <a:pt x="118091" y="1078"/>
                  </a:lnTo>
                  <a:cubicBezTo>
                    <a:pt x="118091" y="1093"/>
                    <a:pt x="118104" y="1099"/>
                    <a:pt x="118121" y="1099"/>
                  </a:cubicBezTo>
                  <a:cubicBezTo>
                    <a:pt x="118168" y="1099"/>
                    <a:pt x="118241" y="1050"/>
                    <a:pt x="118091" y="1014"/>
                  </a:cubicBezTo>
                  <a:lnTo>
                    <a:pt x="118082" y="892"/>
                  </a:lnTo>
                  <a:cubicBezTo>
                    <a:pt x="118096" y="891"/>
                    <a:pt x="118110" y="891"/>
                    <a:pt x="118123" y="891"/>
                  </a:cubicBezTo>
                  <a:close/>
                  <a:moveTo>
                    <a:pt x="117693" y="1395"/>
                  </a:moveTo>
                  <a:lnTo>
                    <a:pt x="117491" y="1403"/>
                  </a:lnTo>
                  <a:cubicBezTo>
                    <a:pt x="117491" y="1444"/>
                    <a:pt x="117491" y="1455"/>
                    <a:pt x="117568" y="1455"/>
                  </a:cubicBezTo>
                  <a:cubicBezTo>
                    <a:pt x="117597" y="1455"/>
                    <a:pt x="117638" y="1454"/>
                    <a:pt x="117693" y="1451"/>
                  </a:cubicBezTo>
                  <a:lnTo>
                    <a:pt x="117896" y="1443"/>
                  </a:lnTo>
                  <a:lnTo>
                    <a:pt x="117693" y="1395"/>
                  </a:lnTo>
                  <a:close/>
                  <a:moveTo>
                    <a:pt x="107267" y="2514"/>
                  </a:moveTo>
                  <a:lnTo>
                    <a:pt x="107267" y="2514"/>
                  </a:lnTo>
                  <a:cubicBezTo>
                    <a:pt x="107283" y="2570"/>
                    <a:pt x="106918" y="2757"/>
                    <a:pt x="106732" y="2830"/>
                  </a:cubicBezTo>
                  <a:cubicBezTo>
                    <a:pt x="106677" y="2850"/>
                    <a:pt x="106637" y="2860"/>
                    <a:pt x="106615" y="2860"/>
                  </a:cubicBezTo>
                  <a:cubicBezTo>
                    <a:pt x="106558" y="2860"/>
                    <a:pt x="106623" y="2792"/>
                    <a:pt x="106886" y="2651"/>
                  </a:cubicBezTo>
                  <a:cubicBezTo>
                    <a:pt x="107072" y="2570"/>
                    <a:pt x="107267" y="2514"/>
                    <a:pt x="107267" y="2514"/>
                  </a:cubicBezTo>
                  <a:close/>
                  <a:moveTo>
                    <a:pt x="106057" y="2858"/>
                  </a:moveTo>
                  <a:cubicBezTo>
                    <a:pt x="105979" y="2858"/>
                    <a:pt x="105797" y="2925"/>
                    <a:pt x="105507" y="3049"/>
                  </a:cubicBezTo>
                  <a:cubicBezTo>
                    <a:pt x="105386" y="3105"/>
                    <a:pt x="105264" y="3178"/>
                    <a:pt x="105159" y="3259"/>
                  </a:cubicBezTo>
                  <a:cubicBezTo>
                    <a:pt x="105163" y="3274"/>
                    <a:pt x="105177" y="3280"/>
                    <a:pt x="105200" y="3280"/>
                  </a:cubicBezTo>
                  <a:cubicBezTo>
                    <a:pt x="105268" y="3280"/>
                    <a:pt x="105410" y="3223"/>
                    <a:pt x="105556" y="3162"/>
                  </a:cubicBezTo>
                  <a:cubicBezTo>
                    <a:pt x="105945" y="3057"/>
                    <a:pt x="106124" y="2935"/>
                    <a:pt x="106099" y="2878"/>
                  </a:cubicBezTo>
                  <a:cubicBezTo>
                    <a:pt x="106095" y="2865"/>
                    <a:pt x="106081" y="2858"/>
                    <a:pt x="106057" y="2858"/>
                  </a:cubicBezTo>
                  <a:close/>
                  <a:moveTo>
                    <a:pt x="98591" y="7305"/>
                  </a:moveTo>
                  <a:cubicBezTo>
                    <a:pt x="98616" y="7354"/>
                    <a:pt x="98454" y="7467"/>
                    <a:pt x="98291" y="7589"/>
                  </a:cubicBezTo>
                  <a:lnTo>
                    <a:pt x="98259" y="7540"/>
                  </a:lnTo>
                  <a:lnTo>
                    <a:pt x="98389" y="7370"/>
                  </a:lnTo>
                  <a:lnTo>
                    <a:pt x="98591" y="7305"/>
                  </a:lnTo>
                  <a:close/>
                  <a:moveTo>
                    <a:pt x="97927" y="7411"/>
                  </a:moveTo>
                  <a:lnTo>
                    <a:pt x="97667" y="7743"/>
                  </a:lnTo>
                  <a:cubicBezTo>
                    <a:pt x="97516" y="8002"/>
                    <a:pt x="97465" y="8089"/>
                    <a:pt x="97427" y="8089"/>
                  </a:cubicBezTo>
                  <a:cubicBezTo>
                    <a:pt x="97408" y="8089"/>
                    <a:pt x="97391" y="8067"/>
                    <a:pt x="97367" y="8035"/>
                  </a:cubicBezTo>
                  <a:cubicBezTo>
                    <a:pt x="97335" y="7986"/>
                    <a:pt x="97302" y="7938"/>
                    <a:pt x="97594" y="7646"/>
                  </a:cubicBezTo>
                  <a:lnTo>
                    <a:pt x="97927" y="7411"/>
                  </a:lnTo>
                  <a:close/>
                  <a:moveTo>
                    <a:pt x="222" y="10564"/>
                  </a:moveTo>
                  <a:cubicBezTo>
                    <a:pt x="254" y="10564"/>
                    <a:pt x="333" y="10652"/>
                    <a:pt x="431" y="10832"/>
                  </a:cubicBezTo>
                  <a:cubicBezTo>
                    <a:pt x="593" y="11010"/>
                    <a:pt x="593" y="11010"/>
                    <a:pt x="479" y="11035"/>
                  </a:cubicBezTo>
                  <a:cubicBezTo>
                    <a:pt x="466" y="11037"/>
                    <a:pt x="453" y="11039"/>
                    <a:pt x="440" y="11039"/>
                  </a:cubicBezTo>
                  <a:cubicBezTo>
                    <a:pt x="394" y="11039"/>
                    <a:pt x="348" y="11013"/>
                    <a:pt x="317" y="10856"/>
                  </a:cubicBezTo>
                  <a:cubicBezTo>
                    <a:pt x="208" y="10664"/>
                    <a:pt x="188" y="10564"/>
                    <a:pt x="222" y="10564"/>
                  </a:cubicBezTo>
                  <a:close/>
                  <a:moveTo>
                    <a:pt x="94338" y="10597"/>
                  </a:moveTo>
                  <a:cubicBezTo>
                    <a:pt x="94368" y="10597"/>
                    <a:pt x="94285" y="10741"/>
                    <a:pt x="94229" y="10913"/>
                  </a:cubicBezTo>
                  <a:cubicBezTo>
                    <a:pt x="94089" y="11084"/>
                    <a:pt x="94025" y="11163"/>
                    <a:pt x="94007" y="11163"/>
                  </a:cubicBezTo>
                  <a:cubicBezTo>
                    <a:pt x="93991" y="11163"/>
                    <a:pt x="94009" y="11106"/>
                    <a:pt x="94043" y="11002"/>
                  </a:cubicBezTo>
                  <a:lnTo>
                    <a:pt x="94270" y="10646"/>
                  </a:lnTo>
                  <a:cubicBezTo>
                    <a:pt x="94307" y="10612"/>
                    <a:pt x="94329" y="10597"/>
                    <a:pt x="94338" y="10597"/>
                  </a:cubicBezTo>
                  <a:close/>
                  <a:moveTo>
                    <a:pt x="92948" y="11594"/>
                  </a:moveTo>
                  <a:cubicBezTo>
                    <a:pt x="92981" y="11643"/>
                    <a:pt x="92875" y="11821"/>
                    <a:pt x="92875" y="11821"/>
                  </a:cubicBezTo>
                  <a:lnTo>
                    <a:pt x="92729" y="11967"/>
                  </a:lnTo>
                  <a:cubicBezTo>
                    <a:pt x="92689" y="11919"/>
                    <a:pt x="92648" y="11878"/>
                    <a:pt x="92794" y="11732"/>
                  </a:cubicBezTo>
                  <a:lnTo>
                    <a:pt x="92948" y="11594"/>
                  </a:lnTo>
                  <a:close/>
                  <a:moveTo>
                    <a:pt x="91221" y="13921"/>
                  </a:moveTo>
                  <a:lnTo>
                    <a:pt x="91262" y="13970"/>
                  </a:lnTo>
                  <a:lnTo>
                    <a:pt x="91303" y="14010"/>
                  </a:lnTo>
                  <a:lnTo>
                    <a:pt x="91221" y="13921"/>
                  </a:lnTo>
                  <a:close/>
                  <a:moveTo>
                    <a:pt x="89988" y="14323"/>
                  </a:moveTo>
                  <a:cubicBezTo>
                    <a:pt x="90005" y="14323"/>
                    <a:pt x="89818" y="14571"/>
                    <a:pt x="89697" y="14691"/>
                  </a:cubicBezTo>
                  <a:lnTo>
                    <a:pt x="89657" y="14651"/>
                  </a:lnTo>
                  <a:cubicBezTo>
                    <a:pt x="89787" y="14520"/>
                    <a:pt x="89879" y="14351"/>
                    <a:pt x="89925" y="14351"/>
                  </a:cubicBezTo>
                  <a:cubicBezTo>
                    <a:pt x="89931" y="14351"/>
                    <a:pt x="89936" y="14354"/>
                    <a:pt x="89940" y="14359"/>
                  </a:cubicBezTo>
                  <a:lnTo>
                    <a:pt x="89949" y="14359"/>
                  </a:lnTo>
                  <a:cubicBezTo>
                    <a:pt x="89972" y="14334"/>
                    <a:pt x="89985" y="14323"/>
                    <a:pt x="89988" y="14323"/>
                  </a:cubicBezTo>
                  <a:close/>
                  <a:moveTo>
                    <a:pt x="89016" y="15737"/>
                  </a:moveTo>
                  <a:cubicBezTo>
                    <a:pt x="89057" y="15778"/>
                    <a:pt x="89097" y="15826"/>
                    <a:pt x="88959" y="15972"/>
                  </a:cubicBezTo>
                  <a:cubicBezTo>
                    <a:pt x="88897" y="16083"/>
                    <a:pt x="88809" y="16165"/>
                    <a:pt x="88760" y="16165"/>
                  </a:cubicBezTo>
                  <a:cubicBezTo>
                    <a:pt x="88725" y="16165"/>
                    <a:pt x="88709" y="16125"/>
                    <a:pt x="88732" y="16029"/>
                  </a:cubicBezTo>
                  <a:lnTo>
                    <a:pt x="89016" y="15737"/>
                  </a:lnTo>
                  <a:close/>
                  <a:moveTo>
                    <a:pt x="87824" y="17148"/>
                  </a:moveTo>
                  <a:lnTo>
                    <a:pt x="87686" y="17294"/>
                  </a:lnTo>
                  <a:cubicBezTo>
                    <a:pt x="87596" y="17390"/>
                    <a:pt x="87565" y="17423"/>
                    <a:pt x="87541" y="17423"/>
                  </a:cubicBezTo>
                  <a:cubicBezTo>
                    <a:pt x="87528" y="17423"/>
                    <a:pt x="87517" y="17413"/>
                    <a:pt x="87500" y="17399"/>
                  </a:cubicBezTo>
                  <a:lnTo>
                    <a:pt x="87646" y="17253"/>
                  </a:lnTo>
                  <a:lnTo>
                    <a:pt x="87824" y="17148"/>
                  </a:lnTo>
                  <a:close/>
                  <a:moveTo>
                    <a:pt x="86368" y="18890"/>
                  </a:moveTo>
                  <a:cubicBezTo>
                    <a:pt x="86304" y="18890"/>
                    <a:pt x="86178" y="18964"/>
                    <a:pt x="86178" y="18964"/>
                  </a:cubicBezTo>
                  <a:cubicBezTo>
                    <a:pt x="86032" y="19110"/>
                    <a:pt x="86073" y="19151"/>
                    <a:pt x="86073" y="19151"/>
                  </a:cubicBezTo>
                  <a:cubicBezTo>
                    <a:pt x="86073" y="19151"/>
                    <a:pt x="86079" y="19156"/>
                    <a:pt x="86093" y="19156"/>
                  </a:cubicBezTo>
                  <a:cubicBezTo>
                    <a:pt x="86119" y="19156"/>
                    <a:pt x="86171" y="19139"/>
                    <a:pt x="86259" y="19045"/>
                  </a:cubicBezTo>
                  <a:lnTo>
                    <a:pt x="86397" y="18899"/>
                  </a:lnTo>
                  <a:cubicBezTo>
                    <a:pt x="86391" y="18893"/>
                    <a:pt x="86381" y="18890"/>
                    <a:pt x="86368" y="18890"/>
                  </a:cubicBezTo>
                  <a:close/>
                  <a:moveTo>
                    <a:pt x="85254" y="19483"/>
                  </a:moveTo>
                  <a:lnTo>
                    <a:pt x="85254" y="19483"/>
                  </a:lnTo>
                  <a:cubicBezTo>
                    <a:pt x="85295" y="19532"/>
                    <a:pt x="85157" y="19678"/>
                    <a:pt x="85157" y="19678"/>
                  </a:cubicBezTo>
                  <a:cubicBezTo>
                    <a:pt x="85028" y="19807"/>
                    <a:pt x="84905" y="19936"/>
                    <a:pt x="84850" y="19936"/>
                  </a:cubicBezTo>
                  <a:cubicBezTo>
                    <a:pt x="84843" y="19936"/>
                    <a:pt x="84837" y="19934"/>
                    <a:pt x="84833" y="19929"/>
                  </a:cubicBezTo>
                  <a:cubicBezTo>
                    <a:pt x="84833" y="19929"/>
                    <a:pt x="84792" y="19888"/>
                    <a:pt x="84930" y="19734"/>
                  </a:cubicBezTo>
                  <a:cubicBezTo>
                    <a:pt x="85027" y="19637"/>
                    <a:pt x="85141" y="19556"/>
                    <a:pt x="85254" y="19483"/>
                  </a:cubicBezTo>
                  <a:close/>
                  <a:moveTo>
                    <a:pt x="82510" y="20520"/>
                  </a:moveTo>
                  <a:cubicBezTo>
                    <a:pt x="82454" y="20520"/>
                    <a:pt x="82337" y="20664"/>
                    <a:pt x="82295" y="20869"/>
                  </a:cubicBezTo>
                  <a:cubicBezTo>
                    <a:pt x="82309" y="20883"/>
                    <a:pt x="82318" y="20892"/>
                    <a:pt x="82329" y="20892"/>
                  </a:cubicBezTo>
                  <a:cubicBezTo>
                    <a:pt x="82351" y="20892"/>
                    <a:pt x="82382" y="20858"/>
                    <a:pt x="82473" y="20756"/>
                  </a:cubicBezTo>
                  <a:cubicBezTo>
                    <a:pt x="82473" y="20756"/>
                    <a:pt x="82570" y="20569"/>
                    <a:pt x="82530" y="20529"/>
                  </a:cubicBezTo>
                  <a:cubicBezTo>
                    <a:pt x="82525" y="20523"/>
                    <a:pt x="82518" y="20520"/>
                    <a:pt x="82510" y="20520"/>
                  </a:cubicBezTo>
                  <a:close/>
                  <a:moveTo>
                    <a:pt x="83593" y="21727"/>
                  </a:moveTo>
                  <a:cubicBezTo>
                    <a:pt x="83603" y="21727"/>
                    <a:pt x="83596" y="21746"/>
                    <a:pt x="83543" y="21802"/>
                  </a:cubicBezTo>
                  <a:cubicBezTo>
                    <a:pt x="83518" y="21777"/>
                    <a:pt x="83577" y="21727"/>
                    <a:pt x="83593" y="21727"/>
                  </a:cubicBezTo>
                  <a:close/>
                  <a:moveTo>
                    <a:pt x="84247" y="21738"/>
                  </a:moveTo>
                  <a:cubicBezTo>
                    <a:pt x="84236" y="21738"/>
                    <a:pt x="84194" y="21762"/>
                    <a:pt x="84127" y="21802"/>
                  </a:cubicBezTo>
                  <a:lnTo>
                    <a:pt x="84119" y="21802"/>
                  </a:lnTo>
                  <a:lnTo>
                    <a:pt x="83843" y="22094"/>
                  </a:lnTo>
                  <a:cubicBezTo>
                    <a:pt x="83860" y="22108"/>
                    <a:pt x="83870" y="22117"/>
                    <a:pt x="83882" y="22117"/>
                  </a:cubicBezTo>
                  <a:cubicBezTo>
                    <a:pt x="83905" y="22117"/>
                    <a:pt x="83934" y="22084"/>
                    <a:pt x="84030" y="21988"/>
                  </a:cubicBezTo>
                  <a:cubicBezTo>
                    <a:pt x="84202" y="21806"/>
                    <a:pt x="84267" y="21738"/>
                    <a:pt x="84247" y="21738"/>
                  </a:cubicBezTo>
                  <a:close/>
                  <a:moveTo>
                    <a:pt x="82723" y="22241"/>
                  </a:moveTo>
                  <a:cubicBezTo>
                    <a:pt x="82743" y="22241"/>
                    <a:pt x="82679" y="22311"/>
                    <a:pt x="82506" y="22499"/>
                  </a:cubicBezTo>
                  <a:cubicBezTo>
                    <a:pt x="82417" y="22593"/>
                    <a:pt x="82369" y="22610"/>
                    <a:pt x="82345" y="22610"/>
                  </a:cubicBezTo>
                  <a:cubicBezTo>
                    <a:pt x="82332" y="22610"/>
                    <a:pt x="82327" y="22605"/>
                    <a:pt x="82327" y="22605"/>
                  </a:cubicBezTo>
                  <a:cubicBezTo>
                    <a:pt x="82287" y="22564"/>
                    <a:pt x="82465" y="22459"/>
                    <a:pt x="82603" y="22305"/>
                  </a:cubicBezTo>
                  <a:cubicBezTo>
                    <a:pt x="82669" y="22265"/>
                    <a:pt x="82711" y="22241"/>
                    <a:pt x="82723" y="22241"/>
                  </a:cubicBezTo>
                  <a:close/>
                  <a:moveTo>
                    <a:pt x="80408" y="25012"/>
                  </a:moveTo>
                  <a:cubicBezTo>
                    <a:pt x="80420" y="25012"/>
                    <a:pt x="80431" y="25014"/>
                    <a:pt x="80438" y="25021"/>
                  </a:cubicBezTo>
                  <a:cubicBezTo>
                    <a:pt x="80479" y="25061"/>
                    <a:pt x="80349" y="25215"/>
                    <a:pt x="80122" y="25288"/>
                  </a:cubicBezTo>
                  <a:cubicBezTo>
                    <a:pt x="80081" y="25248"/>
                    <a:pt x="80081" y="25248"/>
                    <a:pt x="80211" y="25094"/>
                  </a:cubicBezTo>
                  <a:cubicBezTo>
                    <a:pt x="80211" y="25094"/>
                    <a:pt x="80340" y="25012"/>
                    <a:pt x="80408" y="25012"/>
                  </a:cubicBezTo>
                  <a:close/>
                  <a:moveTo>
                    <a:pt x="79149" y="26058"/>
                  </a:moveTo>
                  <a:cubicBezTo>
                    <a:pt x="79179" y="26084"/>
                    <a:pt x="79122" y="26137"/>
                    <a:pt x="79105" y="26137"/>
                  </a:cubicBezTo>
                  <a:cubicBezTo>
                    <a:pt x="79095" y="26137"/>
                    <a:pt x="79100" y="26117"/>
                    <a:pt x="79149" y="26058"/>
                  </a:cubicBezTo>
                  <a:close/>
                  <a:moveTo>
                    <a:pt x="79465" y="26058"/>
                  </a:moveTo>
                  <a:lnTo>
                    <a:pt x="79376" y="26253"/>
                  </a:lnTo>
                  <a:lnTo>
                    <a:pt x="79246" y="26415"/>
                  </a:lnTo>
                  <a:cubicBezTo>
                    <a:pt x="79198" y="26375"/>
                    <a:pt x="79157" y="26334"/>
                    <a:pt x="79287" y="26180"/>
                  </a:cubicBezTo>
                  <a:lnTo>
                    <a:pt x="79465" y="26058"/>
                  </a:lnTo>
                  <a:close/>
                  <a:moveTo>
                    <a:pt x="78630" y="26958"/>
                  </a:moveTo>
                  <a:lnTo>
                    <a:pt x="78630" y="26958"/>
                  </a:lnTo>
                  <a:cubicBezTo>
                    <a:pt x="78660" y="26984"/>
                    <a:pt x="78603" y="27037"/>
                    <a:pt x="78586" y="27037"/>
                  </a:cubicBezTo>
                  <a:cubicBezTo>
                    <a:pt x="78576" y="27037"/>
                    <a:pt x="78581" y="27017"/>
                    <a:pt x="78630" y="26958"/>
                  </a:cubicBezTo>
                  <a:close/>
                  <a:moveTo>
                    <a:pt x="70993" y="36266"/>
                  </a:moveTo>
                  <a:lnTo>
                    <a:pt x="70911" y="36461"/>
                  </a:lnTo>
                  <a:lnTo>
                    <a:pt x="70782" y="36623"/>
                  </a:lnTo>
                  <a:cubicBezTo>
                    <a:pt x="70733" y="36582"/>
                    <a:pt x="70684" y="36542"/>
                    <a:pt x="70814" y="36388"/>
                  </a:cubicBezTo>
                  <a:lnTo>
                    <a:pt x="70993" y="36266"/>
                  </a:lnTo>
                  <a:close/>
                  <a:moveTo>
                    <a:pt x="9704" y="37715"/>
                  </a:moveTo>
                  <a:cubicBezTo>
                    <a:pt x="9769" y="37715"/>
                    <a:pt x="9908" y="37852"/>
                    <a:pt x="10006" y="38017"/>
                  </a:cubicBezTo>
                  <a:cubicBezTo>
                    <a:pt x="10057" y="38104"/>
                    <a:pt x="10059" y="38161"/>
                    <a:pt x="10017" y="38161"/>
                  </a:cubicBezTo>
                  <a:cubicBezTo>
                    <a:pt x="9973" y="38161"/>
                    <a:pt x="9880" y="38096"/>
                    <a:pt x="9747" y="37928"/>
                  </a:cubicBezTo>
                  <a:cubicBezTo>
                    <a:pt x="9641" y="37750"/>
                    <a:pt x="9641" y="37750"/>
                    <a:pt x="9690" y="37717"/>
                  </a:cubicBezTo>
                  <a:cubicBezTo>
                    <a:pt x="9694" y="37716"/>
                    <a:pt x="9699" y="37715"/>
                    <a:pt x="9704" y="37715"/>
                  </a:cubicBezTo>
                  <a:close/>
                  <a:moveTo>
                    <a:pt x="67744" y="40098"/>
                  </a:moveTo>
                  <a:cubicBezTo>
                    <a:pt x="67791" y="40098"/>
                    <a:pt x="67775" y="40241"/>
                    <a:pt x="67806" y="40271"/>
                  </a:cubicBezTo>
                  <a:cubicBezTo>
                    <a:pt x="67720" y="40373"/>
                    <a:pt x="67691" y="40408"/>
                    <a:pt x="67668" y="40408"/>
                  </a:cubicBezTo>
                  <a:cubicBezTo>
                    <a:pt x="67655" y="40408"/>
                    <a:pt x="67644" y="40398"/>
                    <a:pt x="67628" y="40385"/>
                  </a:cubicBezTo>
                  <a:cubicBezTo>
                    <a:pt x="67587" y="40344"/>
                    <a:pt x="67676" y="40150"/>
                    <a:pt x="67676" y="40150"/>
                  </a:cubicBezTo>
                  <a:cubicBezTo>
                    <a:pt x="67708" y="40112"/>
                    <a:pt x="67729" y="40098"/>
                    <a:pt x="67744" y="40098"/>
                  </a:cubicBezTo>
                  <a:close/>
                  <a:moveTo>
                    <a:pt x="65868" y="42939"/>
                  </a:moveTo>
                  <a:cubicBezTo>
                    <a:pt x="65909" y="42979"/>
                    <a:pt x="65812" y="43174"/>
                    <a:pt x="65812" y="43174"/>
                  </a:cubicBezTo>
                  <a:lnTo>
                    <a:pt x="65674" y="43320"/>
                  </a:lnTo>
                  <a:cubicBezTo>
                    <a:pt x="65633" y="43279"/>
                    <a:pt x="65593" y="43239"/>
                    <a:pt x="65731" y="43085"/>
                  </a:cubicBezTo>
                  <a:lnTo>
                    <a:pt x="65868" y="42939"/>
                  </a:lnTo>
                  <a:close/>
                  <a:moveTo>
                    <a:pt x="13764" y="43437"/>
                  </a:moveTo>
                  <a:cubicBezTo>
                    <a:pt x="13792" y="43437"/>
                    <a:pt x="13852" y="43451"/>
                    <a:pt x="13963" y="43531"/>
                  </a:cubicBezTo>
                  <a:cubicBezTo>
                    <a:pt x="13963" y="43531"/>
                    <a:pt x="14141" y="43652"/>
                    <a:pt x="14092" y="43693"/>
                  </a:cubicBezTo>
                  <a:lnTo>
                    <a:pt x="14044" y="43725"/>
                  </a:lnTo>
                  <a:cubicBezTo>
                    <a:pt x="13873" y="43604"/>
                    <a:pt x="13695" y="43474"/>
                    <a:pt x="13744" y="43441"/>
                  </a:cubicBezTo>
                  <a:cubicBezTo>
                    <a:pt x="13744" y="43441"/>
                    <a:pt x="13750" y="43437"/>
                    <a:pt x="13764" y="43437"/>
                  </a:cubicBezTo>
                  <a:close/>
                  <a:moveTo>
                    <a:pt x="63842" y="44682"/>
                  </a:moveTo>
                  <a:lnTo>
                    <a:pt x="63744" y="44876"/>
                  </a:lnTo>
                  <a:lnTo>
                    <a:pt x="63606" y="45022"/>
                  </a:lnTo>
                  <a:cubicBezTo>
                    <a:pt x="63558" y="44982"/>
                    <a:pt x="63517" y="44941"/>
                    <a:pt x="63655" y="44787"/>
                  </a:cubicBezTo>
                  <a:lnTo>
                    <a:pt x="63842" y="44682"/>
                  </a:lnTo>
                  <a:close/>
                  <a:moveTo>
                    <a:pt x="19476" y="49362"/>
                  </a:moveTo>
                  <a:cubicBezTo>
                    <a:pt x="19503" y="49362"/>
                    <a:pt x="19557" y="49376"/>
                    <a:pt x="19654" y="49449"/>
                  </a:cubicBezTo>
                  <a:cubicBezTo>
                    <a:pt x="19654" y="49449"/>
                    <a:pt x="19776" y="49628"/>
                    <a:pt x="19735" y="49676"/>
                  </a:cubicBezTo>
                  <a:lnTo>
                    <a:pt x="19573" y="49538"/>
                  </a:lnTo>
                  <a:cubicBezTo>
                    <a:pt x="19411" y="49417"/>
                    <a:pt x="19452" y="49368"/>
                    <a:pt x="19452" y="49368"/>
                  </a:cubicBezTo>
                  <a:cubicBezTo>
                    <a:pt x="19452" y="49368"/>
                    <a:pt x="19458" y="49362"/>
                    <a:pt x="19476" y="49362"/>
                  </a:cubicBezTo>
                  <a:close/>
                  <a:moveTo>
                    <a:pt x="21138" y="50560"/>
                  </a:moveTo>
                  <a:lnTo>
                    <a:pt x="21300" y="50682"/>
                  </a:lnTo>
                  <a:lnTo>
                    <a:pt x="21430" y="50852"/>
                  </a:lnTo>
                  <a:lnTo>
                    <a:pt x="21268" y="50730"/>
                  </a:lnTo>
                  <a:cubicBezTo>
                    <a:pt x="21097" y="50609"/>
                    <a:pt x="21097" y="50609"/>
                    <a:pt x="21138" y="50560"/>
                  </a:cubicBezTo>
                  <a:close/>
                  <a:moveTo>
                    <a:pt x="21702" y="50924"/>
                  </a:moveTo>
                  <a:cubicBezTo>
                    <a:pt x="21684" y="50924"/>
                    <a:pt x="21722" y="50957"/>
                    <a:pt x="21835" y="50998"/>
                  </a:cubicBezTo>
                  <a:cubicBezTo>
                    <a:pt x="21764" y="50944"/>
                    <a:pt x="21716" y="50924"/>
                    <a:pt x="21702" y="50924"/>
                  </a:cubicBezTo>
                  <a:close/>
                  <a:moveTo>
                    <a:pt x="23581" y="51922"/>
                  </a:moveTo>
                  <a:cubicBezTo>
                    <a:pt x="23576" y="51922"/>
                    <a:pt x="23582" y="51938"/>
                    <a:pt x="23616" y="51979"/>
                  </a:cubicBezTo>
                  <a:lnTo>
                    <a:pt x="23616" y="51979"/>
                  </a:lnTo>
                  <a:cubicBezTo>
                    <a:pt x="23608" y="51946"/>
                    <a:pt x="23586" y="51922"/>
                    <a:pt x="23581" y="51922"/>
                  </a:cubicBezTo>
                  <a:close/>
                  <a:moveTo>
                    <a:pt x="23616" y="51979"/>
                  </a:moveTo>
                  <a:cubicBezTo>
                    <a:pt x="23619" y="51993"/>
                    <a:pt x="23619" y="52008"/>
                    <a:pt x="23615" y="52024"/>
                  </a:cubicBezTo>
                  <a:lnTo>
                    <a:pt x="23615" y="52024"/>
                  </a:lnTo>
                  <a:cubicBezTo>
                    <a:pt x="23623" y="52019"/>
                    <a:pt x="23629" y="52012"/>
                    <a:pt x="23635" y="52003"/>
                  </a:cubicBezTo>
                  <a:cubicBezTo>
                    <a:pt x="23628" y="51994"/>
                    <a:pt x="23621" y="51987"/>
                    <a:pt x="23616" y="51979"/>
                  </a:cubicBezTo>
                  <a:close/>
                  <a:moveTo>
                    <a:pt x="22816" y="51752"/>
                  </a:moveTo>
                  <a:lnTo>
                    <a:pt x="22987" y="51865"/>
                  </a:lnTo>
                  <a:lnTo>
                    <a:pt x="23124" y="52027"/>
                  </a:lnTo>
                  <a:lnTo>
                    <a:pt x="22954" y="51914"/>
                  </a:lnTo>
                  <a:cubicBezTo>
                    <a:pt x="22776" y="51800"/>
                    <a:pt x="22776" y="51800"/>
                    <a:pt x="22816" y="51752"/>
                  </a:cubicBezTo>
                  <a:close/>
                  <a:moveTo>
                    <a:pt x="24030" y="52547"/>
                  </a:moveTo>
                  <a:cubicBezTo>
                    <a:pt x="24055" y="52547"/>
                    <a:pt x="24098" y="52570"/>
                    <a:pt x="24203" y="52627"/>
                  </a:cubicBezTo>
                  <a:cubicBezTo>
                    <a:pt x="24444" y="52770"/>
                    <a:pt x="24522" y="52816"/>
                    <a:pt x="24482" y="52816"/>
                  </a:cubicBezTo>
                  <a:cubicBezTo>
                    <a:pt x="24463" y="52816"/>
                    <a:pt x="24417" y="52805"/>
                    <a:pt x="24349" y="52790"/>
                  </a:cubicBezTo>
                  <a:cubicBezTo>
                    <a:pt x="24138" y="52733"/>
                    <a:pt x="23959" y="52627"/>
                    <a:pt x="23992" y="52579"/>
                  </a:cubicBezTo>
                  <a:cubicBezTo>
                    <a:pt x="24005" y="52559"/>
                    <a:pt x="24013" y="52547"/>
                    <a:pt x="24030" y="52547"/>
                  </a:cubicBezTo>
                  <a:close/>
                  <a:moveTo>
                    <a:pt x="25303" y="53701"/>
                  </a:moveTo>
                  <a:cubicBezTo>
                    <a:pt x="25336" y="53701"/>
                    <a:pt x="25385" y="53715"/>
                    <a:pt x="25459" y="53754"/>
                  </a:cubicBezTo>
                  <a:lnTo>
                    <a:pt x="25622" y="53900"/>
                  </a:lnTo>
                  <a:lnTo>
                    <a:pt x="25622" y="53900"/>
                  </a:lnTo>
                  <a:lnTo>
                    <a:pt x="25403" y="53860"/>
                  </a:lnTo>
                  <a:lnTo>
                    <a:pt x="25216" y="53762"/>
                  </a:lnTo>
                  <a:cubicBezTo>
                    <a:pt x="25236" y="53733"/>
                    <a:pt x="25252" y="53701"/>
                    <a:pt x="25303" y="53701"/>
                  </a:cubicBezTo>
                  <a:close/>
                  <a:moveTo>
                    <a:pt x="52726" y="53599"/>
                  </a:moveTo>
                  <a:cubicBezTo>
                    <a:pt x="52831" y="53599"/>
                    <a:pt x="52694" y="53728"/>
                    <a:pt x="52539" y="53819"/>
                  </a:cubicBezTo>
                  <a:cubicBezTo>
                    <a:pt x="52306" y="53952"/>
                    <a:pt x="52225" y="53998"/>
                    <a:pt x="52191" y="53998"/>
                  </a:cubicBezTo>
                  <a:cubicBezTo>
                    <a:pt x="52172" y="53998"/>
                    <a:pt x="52167" y="53985"/>
                    <a:pt x="52158" y="53965"/>
                  </a:cubicBezTo>
                  <a:cubicBezTo>
                    <a:pt x="52126" y="53917"/>
                    <a:pt x="52483" y="53714"/>
                    <a:pt x="52661" y="53608"/>
                  </a:cubicBezTo>
                  <a:cubicBezTo>
                    <a:pt x="52688" y="53602"/>
                    <a:pt x="52710" y="53599"/>
                    <a:pt x="52726" y="53599"/>
                  </a:cubicBezTo>
                  <a:close/>
                  <a:moveTo>
                    <a:pt x="27571" y="54729"/>
                  </a:moveTo>
                  <a:cubicBezTo>
                    <a:pt x="27602" y="54729"/>
                    <a:pt x="27653" y="54739"/>
                    <a:pt x="27738" y="54776"/>
                  </a:cubicBezTo>
                  <a:lnTo>
                    <a:pt x="27908" y="54914"/>
                  </a:lnTo>
                  <a:cubicBezTo>
                    <a:pt x="27902" y="54927"/>
                    <a:pt x="27886" y="54933"/>
                    <a:pt x="27866" y="54933"/>
                  </a:cubicBezTo>
                  <a:cubicBezTo>
                    <a:pt x="27801" y="54933"/>
                    <a:pt x="27689" y="54881"/>
                    <a:pt x="27689" y="54881"/>
                  </a:cubicBezTo>
                  <a:cubicBezTo>
                    <a:pt x="27503" y="54800"/>
                    <a:pt x="27503" y="54800"/>
                    <a:pt x="27527" y="54744"/>
                  </a:cubicBezTo>
                  <a:cubicBezTo>
                    <a:pt x="27527" y="54744"/>
                    <a:pt x="27534" y="54729"/>
                    <a:pt x="27571" y="54729"/>
                  </a:cubicBezTo>
                  <a:close/>
                  <a:moveTo>
                    <a:pt x="44918" y="56884"/>
                  </a:moveTo>
                  <a:lnTo>
                    <a:pt x="44918" y="56884"/>
                  </a:lnTo>
                  <a:cubicBezTo>
                    <a:pt x="44934" y="56941"/>
                    <a:pt x="44748" y="57046"/>
                    <a:pt x="44748" y="57046"/>
                  </a:cubicBezTo>
                  <a:lnTo>
                    <a:pt x="44545" y="57095"/>
                  </a:lnTo>
                  <a:cubicBezTo>
                    <a:pt x="44529" y="57038"/>
                    <a:pt x="44521" y="56973"/>
                    <a:pt x="44723" y="56933"/>
                  </a:cubicBezTo>
                  <a:lnTo>
                    <a:pt x="44918" y="56884"/>
                  </a:lnTo>
                  <a:close/>
                  <a:moveTo>
                    <a:pt x="121599" y="497"/>
                  </a:moveTo>
                  <a:cubicBezTo>
                    <a:pt x="121553" y="497"/>
                    <a:pt x="121553" y="526"/>
                    <a:pt x="121553" y="600"/>
                  </a:cubicBezTo>
                  <a:cubicBezTo>
                    <a:pt x="121553" y="661"/>
                    <a:pt x="121436" y="694"/>
                    <a:pt x="121296" y="694"/>
                  </a:cubicBezTo>
                  <a:cubicBezTo>
                    <a:pt x="121174" y="694"/>
                    <a:pt x="121034" y="669"/>
                    <a:pt x="120936" y="616"/>
                  </a:cubicBezTo>
                  <a:lnTo>
                    <a:pt x="120531" y="624"/>
                  </a:lnTo>
                  <a:cubicBezTo>
                    <a:pt x="120328" y="633"/>
                    <a:pt x="120328" y="689"/>
                    <a:pt x="120328" y="754"/>
                  </a:cubicBezTo>
                  <a:cubicBezTo>
                    <a:pt x="120328" y="826"/>
                    <a:pt x="120328" y="856"/>
                    <a:pt x="120286" y="856"/>
                  </a:cubicBezTo>
                  <a:cubicBezTo>
                    <a:pt x="120257" y="856"/>
                    <a:pt x="120208" y="842"/>
                    <a:pt x="120126" y="819"/>
                  </a:cubicBezTo>
                  <a:cubicBezTo>
                    <a:pt x="119923" y="762"/>
                    <a:pt x="119923" y="706"/>
                    <a:pt x="119923" y="706"/>
                  </a:cubicBezTo>
                  <a:cubicBezTo>
                    <a:pt x="119917" y="661"/>
                    <a:pt x="119793" y="656"/>
                    <a:pt x="119642" y="656"/>
                  </a:cubicBezTo>
                  <a:cubicBezTo>
                    <a:pt x="119600" y="656"/>
                    <a:pt x="119554" y="657"/>
                    <a:pt x="119509" y="657"/>
                  </a:cubicBezTo>
                  <a:cubicBezTo>
                    <a:pt x="119307" y="665"/>
                    <a:pt x="118901" y="681"/>
                    <a:pt x="118901" y="738"/>
                  </a:cubicBezTo>
                  <a:cubicBezTo>
                    <a:pt x="118901" y="722"/>
                    <a:pt x="118901" y="701"/>
                    <a:pt x="118901" y="681"/>
                  </a:cubicBezTo>
                  <a:cubicBezTo>
                    <a:pt x="118887" y="682"/>
                    <a:pt x="118873" y="682"/>
                    <a:pt x="118861" y="682"/>
                  </a:cubicBezTo>
                  <a:cubicBezTo>
                    <a:pt x="118753" y="682"/>
                    <a:pt x="118713" y="664"/>
                    <a:pt x="118699" y="664"/>
                  </a:cubicBezTo>
                  <a:cubicBezTo>
                    <a:pt x="118691" y="664"/>
                    <a:pt x="118691" y="670"/>
                    <a:pt x="118691" y="689"/>
                  </a:cubicBezTo>
                  <a:cubicBezTo>
                    <a:pt x="118488" y="689"/>
                    <a:pt x="118285" y="681"/>
                    <a:pt x="118082" y="657"/>
                  </a:cubicBezTo>
                  <a:cubicBezTo>
                    <a:pt x="118034" y="652"/>
                    <a:pt x="117982" y="650"/>
                    <a:pt x="117931" y="650"/>
                  </a:cubicBezTo>
                  <a:cubicBezTo>
                    <a:pt x="117543" y="650"/>
                    <a:pt x="117133" y="773"/>
                    <a:pt x="117677" y="851"/>
                  </a:cubicBezTo>
                  <a:lnTo>
                    <a:pt x="117677" y="851"/>
                  </a:lnTo>
                  <a:cubicBezTo>
                    <a:pt x="117626" y="854"/>
                    <a:pt x="117559" y="856"/>
                    <a:pt x="117474" y="860"/>
                  </a:cubicBezTo>
                  <a:cubicBezTo>
                    <a:pt x="117272" y="876"/>
                    <a:pt x="117272" y="933"/>
                    <a:pt x="117272" y="933"/>
                  </a:cubicBezTo>
                  <a:cubicBezTo>
                    <a:pt x="117272" y="989"/>
                    <a:pt x="117069" y="1006"/>
                    <a:pt x="116866" y="1014"/>
                  </a:cubicBezTo>
                  <a:lnTo>
                    <a:pt x="116866" y="892"/>
                  </a:lnTo>
                  <a:cubicBezTo>
                    <a:pt x="116973" y="790"/>
                    <a:pt x="116897" y="732"/>
                    <a:pt x="116775" y="732"/>
                  </a:cubicBezTo>
                  <a:cubicBezTo>
                    <a:pt x="116674" y="732"/>
                    <a:pt x="116541" y="772"/>
                    <a:pt x="116453" y="860"/>
                  </a:cubicBezTo>
                  <a:cubicBezTo>
                    <a:pt x="116453" y="844"/>
                    <a:pt x="116453" y="824"/>
                    <a:pt x="116453" y="803"/>
                  </a:cubicBezTo>
                  <a:cubicBezTo>
                    <a:pt x="116453" y="776"/>
                    <a:pt x="116416" y="763"/>
                    <a:pt x="116344" y="763"/>
                  </a:cubicBezTo>
                  <a:cubicBezTo>
                    <a:pt x="116243" y="763"/>
                    <a:pt x="116073" y="788"/>
                    <a:pt x="115837" y="835"/>
                  </a:cubicBezTo>
                  <a:cubicBezTo>
                    <a:pt x="115634" y="851"/>
                    <a:pt x="115439" y="989"/>
                    <a:pt x="115439" y="1046"/>
                  </a:cubicBezTo>
                  <a:cubicBezTo>
                    <a:pt x="115447" y="1103"/>
                    <a:pt x="115245" y="1119"/>
                    <a:pt x="115245" y="1119"/>
                  </a:cubicBezTo>
                  <a:cubicBezTo>
                    <a:pt x="115174" y="1125"/>
                    <a:pt x="115128" y="1128"/>
                    <a:pt x="115098" y="1128"/>
                  </a:cubicBezTo>
                  <a:cubicBezTo>
                    <a:pt x="115041" y="1128"/>
                    <a:pt x="115039" y="1115"/>
                    <a:pt x="115034" y="1078"/>
                  </a:cubicBezTo>
                  <a:cubicBezTo>
                    <a:pt x="115031" y="1027"/>
                    <a:pt x="114956" y="1003"/>
                    <a:pt x="114856" y="1003"/>
                  </a:cubicBezTo>
                  <a:cubicBezTo>
                    <a:pt x="114721" y="1003"/>
                    <a:pt x="114538" y="1048"/>
                    <a:pt x="114426" y="1127"/>
                  </a:cubicBezTo>
                  <a:lnTo>
                    <a:pt x="114426" y="1070"/>
                  </a:lnTo>
                  <a:cubicBezTo>
                    <a:pt x="114422" y="1040"/>
                    <a:pt x="114377" y="1017"/>
                    <a:pt x="114228" y="1017"/>
                  </a:cubicBezTo>
                  <a:cubicBezTo>
                    <a:pt x="114056" y="1017"/>
                    <a:pt x="113745" y="1048"/>
                    <a:pt x="113202" y="1135"/>
                  </a:cubicBezTo>
                  <a:cubicBezTo>
                    <a:pt x="112565" y="1218"/>
                    <a:pt x="112059" y="1291"/>
                    <a:pt x="111866" y="1291"/>
                  </a:cubicBezTo>
                  <a:cubicBezTo>
                    <a:pt x="111814" y="1291"/>
                    <a:pt x="111784" y="1285"/>
                    <a:pt x="111783" y="1273"/>
                  </a:cubicBezTo>
                  <a:cubicBezTo>
                    <a:pt x="111782" y="1266"/>
                    <a:pt x="111773" y="1263"/>
                    <a:pt x="111756" y="1263"/>
                  </a:cubicBezTo>
                  <a:cubicBezTo>
                    <a:pt x="111615" y="1263"/>
                    <a:pt x="110948" y="1496"/>
                    <a:pt x="110607" y="1670"/>
                  </a:cubicBezTo>
                  <a:cubicBezTo>
                    <a:pt x="110605" y="1650"/>
                    <a:pt x="110582" y="1641"/>
                    <a:pt x="110540" y="1641"/>
                  </a:cubicBezTo>
                  <a:cubicBezTo>
                    <a:pt x="110450" y="1641"/>
                    <a:pt x="110270" y="1683"/>
                    <a:pt x="109999" y="1743"/>
                  </a:cubicBezTo>
                  <a:cubicBezTo>
                    <a:pt x="109648" y="1825"/>
                    <a:pt x="109505" y="1858"/>
                    <a:pt x="109444" y="1858"/>
                  </a:cubicBezTo>
                  <a:cubicBezTo>
                    <a:pt x="109401" y="1858"/>
                    <a:pt x="109398" y="1843"/>
                    <a:pt x="109391" y="1816"/>
                  </a:cubicBezTo>
                  <a:cubicBezTo>
                    <a:pt x="109475" y="1743"/>
                    <a:pt x="109518" y="1701"/>
                    <a:pt x="109501" y="1701"/>
                  </a:cubicBezTo>
                  <a:cubicBezTo>
                    <a:pt x="109482" y="1701"/>
                    <a:pt x="109389" y="1753"/>
                    <a:pt x="109196" y="1873"/>
                  </a:cubicBezTo>
                  <a:cubicBezTo>
                    <a:pt x="109075" y="1994"/>
                    <a:pt x="108737" y="2082"/>
                    <a:pt x="108542" y="2082"/>
                  </a:cubicBezTo>
                  <a:cubicBezTo>
                    <a:pt x="108464" y="2082"/>
                    <a:pt x="108409" y="2068"/>
                    <a:pt x="108402" y="2035"/>
                  </a:cubicBezTo>
                  <a:cubicBezTo>
                    <a:pt x="108397" y="2017"/>
                    <a:pt x="108378" y="2008"/>
                    <a:pt x="108343" y="2008"/>
                  </a:cubicBezTo>
                  <a:cubicBezTo>
                    <a:pt x="108256" y="2008"/>
                    <a:pt x="108073" y="2064"/>
                    <a:pt x="107794" y="2157"/>
                  </a:cubicBezTo>
                  <a:cubicBezTo>
                    <a:pt x="107615" y="2278"/>
                    <a:pt x="107226" y="2392"/>
                    <a:pt x="106845" y="2538"/>
                  </a:cubicBezTo>
                  <a:cubicBezTo>
                    <a:pt x="106269" y="2749"/>
                    <a:pt x="106269" y="2749"/>
                    <a:pt x="106310" y="2862"/>
                  </a:cubicBezTo>
                  <a:cubicBezTo>
                    <a:pt x="106351" y="2976"/>
                    <a:pt x="106156" y="3041"/>
                    <a:pt x="105783" y="3195"/>
                  </a:cubicBezTo>
                  <a:cubicBezTo>
                    <a:pt x="105640" y="3257"/>
                    <a:pt x="105497" y="3319"/>
                    <a:pt x="105427" y="3319"/>
                  </a:cubicBezTo>
                  <a:cubicBezTo>
                    <a:pt x="105406" y="3319"/>
                    <a:pt x="105391" y="3313"/>
                    <a:pt x="105386" y="3300"/>
                  </a:cubicBezTo>
                  <a:cubicBezTo>
                    <a:pt x="105256" y="3316"/>
                    <a:pt x="105118" y="3349"/>
                    <a:pt x="104988" y="3397"/>
                  </a:cubicBezTo>
                  <a:cubicBezTo>
                    <a:pt x="104845" y="3459"/>
                    <a:pt x="104702" y="3522"/>
                    <a:pt x="104633" y="3522"/>
                  </a:cubicBezTo>
                  <a:cubicBezTo>
                    <a:pt x="104611" y="3522"/>
                    <a:pt x="104597" y="3516"/>
                    <a:pt x="104591" y="3503"/>
                  </a:cubicBezTo>
                  <a:cubicBezTo>
                    <a:pt x="104397" y="3543"/>
                    <a:pt x="104202" y="3616"/>
                    <a:pt x="104015" y="3705"/>
                  </a:cubicBezTo>
                  <a:cubicBezTo>
                    <a:pt x="103691" y="3854"/>
                    <a:pt x="103372" y="4008"/>
                    <a:pt x="103279" y="4008"/>
                  </a:cubicBezTo>
                  <a:cubicBezTo>
                    <a:pt x="103265" y="4008"/>
                    <a:pt x="103257" y="4005"/>
                    <a:pt x="103253" y="3997"/>
                  </a:cubicBezTo>
                  <a:cubicBezTo>
                    <a:pt x="103067" y="4086"/>
                    <a:pt x="103067" y="4086"/>
                    <a:pt x="103091" y="4143"/>
                  </a:cubicBezTo>
                  <a:cubicBezTo>
                    <a:pt x="103116" y="4200"/>
                    <a:pt x="102961" y="4346"/>
                    <a:pt x="102207" y="4654"/>
                  </a:cubicBezTo>
                  <a:cubicBezTo>
                    <a:pt x="101835" y="4832"/>
                    <a:pt x="101307" y="5140"/>
                    <a:pt x="101332" y="5189"/>
                  </a:cubicBezTo>
                  <a:cubicBezTo>
                    <a:pt x="101227" y="5246"/>
                    <a:pt x="101184" y="5270"/>
                    <a:pt x="101161" y="5270"/>
                  </a:cubicBezTo>
                  <a:cubicBezTo>
                    <a:pt x="101145" y="5270"/>
                    <a:pt x="101139" y="5258"/>
                    <a:pt x="101129" y="5238"/>
                  </a:cubicBezTo>
                  <a:cubicBezTo>
                    <a:pt x="101118" y="5218"/>
                    <a:pt x="101096" y="5208"/>
                    <a:pt x="101066" y="5208"/>
                  </a:cubicBezTo>
                  <a:cubicBezTo>
                    <a:pt x="100937" y="5208"/>
                    <a:pt x="100654" y="5380"/>
                    <a:pt x="100424" y="5643"/>
                  </a:cubicBezTo>
                  <a:cubicBezTo>
                    <a:pt x="100448" y="5692"/>
                    <a:pt x="100278" y="5797"/>
                    <a:pt x="100075" y="5854"/>
                  </a:cubicBezTo>
                  <a:cubicBezTo>
                    <a:pt x="99953" y="5927"/>
                    <a:pt x="99848" y="6016"/>
                    <a:pt x="99751" y="6113"/>
                  </a:cubicBezTo>
                  <a:cubicBezTo>
                    <a:pt x="99613" y="6276"/>
                    <a:pt x="99605" y="6267"/>
                    <a:pt x="99240" y="6446"/>
                  </a:cubicBezTo>
                  <a:cubicBezTo>
                    <a:pt x="99234" y="6435"/>
                    <a:pt x="99223" y="6431"/>
                    <a:pt x="99209" y="6431"/>
                  </a:cubicBezTo>
                  <a:cubicBezTo>
                    <a:pt x="99145" y="6431"/>
                    <a:pt x="99006" y="6523"/>
                    <a:pt x="98867" y="6616"/>
                  </a:cubicBezTo>
                  <a:cubicBezTo>
                    <a:pt x="98543" y="6876"/>
                    <a:pt x="96735" y="8189"/>
                    <a:pt x="96548" y="8286"/>
                  </a:cubicBezTo>
                  <a:cubicBezTo>
                    <a:pt x="96475" y="8400"/>
                    <a:pt x="96378" y="8505"/>
                    <a:pt x="96264" y="8586"/>
                  </a:cubicBezTo>
                  <a:cubicBezTo>
                    <a:pt x="96029" y="8611"/>
                    <a:pt x="95908" y="8789"/>
                    <a:pt x="95981" y="8878"/>
                  </a:cubicBezTo>
                  <a:lnTo>
                    <a:pt x="96135" y="8757"/>
                  </a:lnTo>
                  <a:lnTo>
                    <a:pt x="96297" y="8635"/>
                  </a:lnTo>
                  <a:lnTo>
                    <a:pt x="96297" y="8635"/>
                  </a:lnTo>
                  <a:cubicBezTo>
                    <a:pt x="96359" y="8711"/>
                    <a:pt x="96023" y="8997"/>
                    <a:pt x="95856" y="8997"/>
                  </a:cubicBezTo>
                  <a:cubicBezTo>
                    <a:pt x="95826" y="8997"/>
                    <a:pt x="95802" y="8988"/>
                    <a:pt x="95786" y="8967"/>
                  </a:cubicBezTo>
                  <a:cubicBezTo>
                    <a:pt x="95551" y="9000"/>
                    <a:pt x="95551" y="9000"/>
                    <a:pt x="95470" y="9227"/>
                  </a:cubicBezTo>
                  <a:cubicBezTo>
                    <a:pt x="95405" y="9438"/>
                    <a:pt x="95219" y="9584"/>
                    <a:pt x="95000" y="9616"/>
                  </a:cubicBezTo>
                  <a:cubicBezTo>
                    <a:pt x="94971" y="9577"/>
                    <a:pt x="94953" y="9554"/>
                    <a:pt x="94938" y="9554"/>
                  </a:cubicBezTo>
                  <a:cubicBezTo>
                    <a:pt x="94914" y="9554"/>
                    <a:pt x="94895" y="9608"/>
                    <a:pt x="94846" y="9746"/>
                  </a:cubicBezTo>
                  <a:cubicBezTo>
                    <a:pt x="94709" y="10127"/>
                    <a:pt x="94396" y="10503"/>
                    <a:pt x="94208" y="10503"/>
                  </a:cubicBezTo>
                  <a:cubicBezTo>
                    <a:pt x="94172" y="10503"/>
                    <a:pt x="94141" y="10489"/>
                    <a:pt x="94116" y="10459"/>
                  </a:cubicBezTo>
                  <a:cubicBezTo>
                    <a:pt x="94093" y="10434"/>
                    <a:pt x="94062" y="10423"/>
                    <a:pt x="94025" y="10423"/>
                  </a:cubicBezTo>
                  <a:cubicBezTo>
                    <a:pt x="93930" y="10423"/>
                    <a:pt x="93799" y="10496"/>
                    <a:pt x="93694" y="10589"/>
                  </a:cubicBezTo>
                  <a:cubicBezTo>
                    <a:pt x="93540" y="10727"/>
                    <a:pt x="93581" y="10775"/>
                    <a:pt x="93621" y="10824"/>
                  </a:cubicBezTo>
                  <a:cubicBezTo>
                    <a:pt x="93653" y="10817"/>
                    <a:pt x="93677" y="10814"/>
                    <a:pt x="93694" y="10814"/>
                  </a:cubicBezTo>
                  <a:cubicBezTo>
                    <a:pt x="93802" y="10814"/>
                    <a:pt x="93642" y="10938"/>
                    <a:pt x="93313" y="11092"/>
                  </a:cubicBezTo>
                  <a:cubicBezTo>
                    <a:pt x="92746" y="11367"/>
                    <a:pt x="92446" y="11651"/>
                    <a:pt x="92081" y="12162"/>
                  </a:cubicBezTo>
                  <a:cubicBezTo>
                    <a:pt x="91728" y="12610"/>
                    <a:pt x="91413" y="12958"/>
                    <a:pt x="91371" y="12958"/>
                  </a:cubicBezTo>
                  <a:cubicBezTo>
                    <a:pt x="91352" y="12958"/>
                    <a:pt x="91387" y="12889"/>
                    <a:pt x="91497" y="12729"/>
                  </a:cubicBezTo>
                  <a:cubicBezTo>
                    <a:pt x="91606" y="12537"/>
                    <a:pt x="91658" y="12444"/>
                    <a:pt x="91650" y="12444"/>
                  </a:cubicBezTo>
                  <a:lnTo>
                    <a:pt x="91650" y="12444"/>
                  </a:lnTo>
                  <a:cubicBezTo>
                    <a:pt x="91641" y="12444"/>
                    <a:pt x="91579" y="12527"/>
                    <a:pt x="91457" y="12689"/>
                  </a:cubicBezTo>
                  <a:lnTo>
                    <a:pt x="90727" y="13402"/>
                  </a:lnTo>
                  <a:cubicBezTo>
                    <a:pt x="90581" y="13548"/>
                    <a:pt x="90476" y="13735"/>
                    <a:pt x="90516" y="13775"/>
                  </a:cubicBezTo>
                  <a:cubicBezTo>
                    <a:pt x="90297" y="13840"/>
                    <a:pt x="89965" y="14083"/>
                    <a:pt x="89762" y="14456"/>
                  </a:cubicBezTo>
                  <a:cubicBezTo>
                    <a:pt x="89616" y="14602"/>
                    <a:pt x="89470" y="14748"/>
                    <a:pt x="89470" y="14748"/>
                  </a:cubicBezTo>
                  <a:cubicBezTo>
                    <a:pt x="89373" y="14845"/>
                    <a:pt x="89284" y="14959"/>
                    <a:pt x="89235" y="15089"/>
                  </a:cubicBezTo>
                  <a:cubicBezTo>
                    <a:pt x="89130" y="15275"/>
                    <a:pt x="88943" y="15381"/>
                    <a:pt x="88765" y="15486"/>
                  </a:cubicBezTo>
                  <a:cubicBezTo>
                    <a:pt x="88578" y="15591"/>
                    <a:pt x="88392" y="15689"/>
                    <a:pt x="88440" y="15737"/>
                  </a:cubicBezTo>
                  <a:cubicBezTo>
                    <a:pt x="88481" y="15778"/>
                    <a:pt x="88238" y="16118"/>
                    <a:pt x="88140" y="16305"/>
                  </a:cubicBezTo>
                  <a:cubicBezTo>
                    <a:pt x="88079" y="16423"/>
                    <a:pt x="87982" y="16508"/>
                    <a:pt x="87943" y="16508"/>
                  </a:cubicBezTo>
                  <a:cubicBezTo>
                    <a:pt x="87921" y="16508"/>
                    <a:pt x="87918" y="16479"/>
                    <a:pt x="87954" y="16410"/>
                  </a:cubicBezTo>
                  <a:cubicBezTo>
                    <a:pt x="87942" y="16399"/>
                    <a:pt x="87934" y="16390"/>
                    <a:pt x="87921" y="16390"/>
                  </a:cubicBezTo>
                  <a:cubicBezTo>
                    <a:pt x="87887" y="16390"/>
                    <a:pt x="87821" y="16442"/>
                    <a:pt x="87589" y="16621"/>
                  </a:cubicBezTo>
                  <a:cubicBezTo>
                    <a:pt x="87443" y="16767"/>
                    <a:pt x="87168" y="17059"/>
                    <a:pt x="87208" y="17107"/>
                  </a:cubicBezTo>
                  <a:cubicBezTo>
                    <a:pt x="87249" y="17148"/>
                    <a:pt x="86405" y="18032"/>
                    <a:pt x="86219" y="18137"/>
                  </a:cubicBezTo>
                  <a:lnTo>
                    <a:pt x="85935" y="18429"/>
                  </a:lnTo>
                  <a:cubicBezTo>
                    <a:pt x="85797" y="18583"/>
                    <a:pt x="85700" y="18770"/>
                    <a:pt x="85554" y="18915"/>
                  </a:cubicBezTo>
                  <a:cubicBezTo>
                    <a:pt x="85465" y="19021"/>
                    <a:pt x="85384" y="19134"/>
                    <a:pt x="85311" y="19256"/>
                  </a:cubicBezTo>
                  <a:cubicBezTo>
                    <a:pt x="85189" y="19385"/>
                    <a:pt x="85061" y="19514"/>
                    <a:pt x="85005" y="19514"/>
                  </a:cubicBezTo>
                  <a:cubicBezTo>
                    <a:pt x="84997" y="19514"/>
                    <a:pt x="84991" y="19512"/>
                    <a:pt x="84987" y="19507"/>
                  </a:cubicBezTo>
                  <a:cubicBezTo>
                    <a:pt x="84930" y="19734"/>
                    <a:pt x="84930" y="19734"/>
                    <a:pt x="84703" y="19799"/>
                  </a:cubicBezTo>
                  <a:cubicBezTo>
                    <a:pt x="84672" y="19765"/>
                    <a:pt x="84653" y="19744"/>
                    <a:pt x="84638" y="19744"/>
                  </a:cubicBezTo>
                  <a:cubicBezTo>
                    <a:pt x="84613" y="19744"/>
                    <a:pt x="84600" y="19800"/>
                    <a:pt x="84565" y="19945"/>
                  </a:cubicBezTo>
                  <a:cubicBezTo>
                    <a:pt x="84468" y="20140"/>
                    <a:pt x="84468" y="20140"/>
                    <a:pt x="84281" y="20245"/>
                  </a:cubicBezTo>
                  <a:cubicBezTo>
                    <a:pt x="84276" y="20240"/>
                    <a:pt x="84270" y="20238"/>
                    <a:pt x="84263" y="20238"/>
                  </a:cubicBezTo>
                  <a:cubicBezTo>
                    <a:pt x="84210" y="20238"/>
                    <a:pt x="84108" y="20355"/>
                    <a:pt x="84143" y="20391"/>
                  </a:cubicBezTo>
                  <a:cubicBezTo>
                    <a:pt x="84091" y="20607"/>
                    <a:pt x="83766" y="21034"/>
                    <a:pt x="83650" y="21034"/>
                  </a:cubicBezTo>
                  <a:cubicBezTo>
                    <a:pt x="83640" y="21034"/>
                    <a:pt x="83631" y="21031"/>
                    <a:pt x="83624" y="21024"/>
                  </a:cubicBezTo>
                  <a:cubicBezTo>
                    <a:pt x="83527" y="21129"/>
                    <a:pt x="83446" y="21242"/>
                    <a:pt x="83381" y="21364"/>
                  </a:cubicBezTo>
                  <a:cubicBezTo>
                    <a:pt x="83351" y="21507"/>
                    <a:pt x="83339" y="21563"/>
                    <a:pt x="83313" y="21563"/>
                  </a:cubicBezTo>
                  <a:cubicBezTo>
                    <a:pt x="83297" y="21563"/>
                    <a:pt x="83277" y="21543"/>
                    <a:pt x="83243" y="21510"/>
                  </a:cubicBezTo>
                  <a:cubicBezTo>
                    <a:pt x="83033" y="21567"/>
                    <a:pt x="82870" y="21745"/>
                    <a:pt x="82830" y="21964"/>
                  </a:cubicBezTo>
                  <a:cubicBezTo>
                    <a:pt x="82765" y="22086"/>
                    <a:pt x="82676" y="22191"/>
                    <a:pt x="82562" y="22264"/>
                  </a:cubicBezTo>
                  <a:cubicBezTo>
                    <a:pt x="82250" y="22514"/>
                    <a:pt x="81440" y="23330"/>
                    <a:pt x="81585" y="23330"/>
                  </a:cubicBezTo>
                  <a:cubicBezTo>
                    <a:pt x="81591" y="23330"/>
                    <a:pt x="81597" y="23328"/>
                    <a:pt x="81606" y="23326"/>
                  </a:cubicBezTo>
                  <a:lnTo>
                    <a:pt x="81606" y="23326"/>
                  </a:lnTo>
                  <a:lnTo>
                    <a:pt x="81330" y="23626"/>
                  </a:lnTo>
                  <a:cubicBezTo>
                    <a:pt x="81022" y="23894"/>
                    <a:pt x="80884" y="24048"/>
                    <a:pt x="80795" y="24242"/>
                  </a:cubicBezTo>
                  <a:lnTo>
                    <a:pt x="80706" y="24437"/>
                  </a:lnTo>
                  <a:cubicBezTo>
                    <a:pt x="80699" y="24431"/>
                    <a:pt x="80690" y="24429"/>
                    <a:pt x="80678" y="24429"/>
                  </a:cubicBezTo>
                  <a:cubicBezTo>
                    <a:pt x="80608" y="24429"/>
                    <a:pt x="80461" y="24531"/>
                    <a:pt x="80349" y="24664"/>
                  </a:cubicBezTo>
                  <a:cubicBezTo>
                    <a:pt x="80211" y="24818"/>
                    <a:pt x="80211" y="24818"/>
                    <a:pt x="80260" y="24858"/>
                  </a:cubicBezTo>
                  <a:cubicBezTo>
                    <a:pt x="80303" y="24831"/>
                    <a:pt x="80327" y="24819"/>
                    <a:pt x="80338" y="24819"/>
                  </a:cubicBezTo>
                  <a:cubicBezTo>
                    <a:pt x="80372" y="24819"/>
                    <a:pt x="80269" y="24936"/>
                    <a:pt x="80171" y="25053"/>
                  </a:cubicBezTo>
                  <a:cubicBezTo>
                    <a:pt x="80059" y="25186"/>
                    <a:pt x="79911" y="25288"/>
                    <a:pt x="79841" y="25288"/>
                  </a:cubicBezTo>
                  <a:cubicBezTo>
                    <a:pt x="79830" y="25288"/>
                    <a:pt x="79821" y="25286"/>
                    <a:pt x="79814" y="25280"/>
                  </a:cubicBezTo>
                  <a:lnTo>
                    <a:pt x="79684" y="25434"/>
                  </a:lnTo>
                  <a:cubicBezTo>
                    <a:pt x="79765" y="25508"/>
                    <a:pt x="79666" y="25641"/>
                    <a:pt x="79610" y="25641"/>
                  </a:cubicBezTo>
                  <a:cubicBezTo>
                    <a:pt x="79605" y="25641"/>
                    <a:pt x="79599" y="25640"/>
                    <a:pt x="79595" y="25637"/>
                  </a:cubicBezTo>
                  <a:cubicBezTo>
                    <a:pt x="79425" y="25750"/>
                    <a:pt x="79279" y="25896"/>
                    <a:pt x="79149" y="26058"/>
                  </a:cubicBezTo>
                  <a:lnTo>
                    <a:pt x="79108" y="26018"/>
                  </a:lnTo>
                  <a:cubicBezTo>
                    <a:pt x="78930" y="26131"/>
                    <a:pt x="78979" y="26172"/>
                    <a:pt x="79019" y="26212"/>
                  </a:cubicBezTo>
                  <a:lnTo>
                    <a:pt x="78760" y="26529"/>
                  </a:lnTo>
                  <a:cubicBezTo>
                    <a:pt x="78661" y="26646"/>
                    <a:pt x="78563" y="26762"/>
                    <a:pt x="78596" y="26762"/>
                  </a:cubicBezTo>
                  <a:cubicBezTo>
                    <a:pt x="78606" y="26762"/>
                    <a:pt x="78630" y="26751"/>
                    <a:pt x="78671" y="26723"/>
                  </a:cubicBezTo>
                  <a:lnTo>
                    <a:pt x="78671" y="26723"/>
                  </a:lnTo>
                  <a:cubicBezTo>
                    <a:pt x="78719" y="26764"/>
                    <a:pt x="78760" y="26804"/>
                    <a:pt x="78630" y="26958"/>
                  </a:cubicBezTo>
                  <a:cubicBezTo>
                    <a:pt x="78612" y="26940"/>
                    <a:pt x="78592" y="26922"/>
                    <a:pt x="78564" y="26922"/>
                  </a:cubicBezTo>
                  <a:cubicBezTo>
                    <a:pt x="78530" y="26922"/>
                    <a:pt x="78483" y="26950"/>
                    <a:pt x="78411" y="27039"/>
                  </a:cubicBezTo>
                  <a:cubicBezTo>
                    <a:pt x="78326" y="27140"/>
                    <a:pt x="78276" y="27158"/>
                    <a:pt x="78251" y="27158"/>
                  </a:cubicBezTo>
                  <a:cubicBezTo>
                    <a:pt x="78239" y="27158"/>
                    <a:pt x="78233" y="27153"/>
                    <a:pt x="78233" y="27153"/>
                  </a:cubicBezTo>
                  <a:cubicBezTo>
                    <a:pt x="78239" y="27118"/>
                    <a:pt x="78233" y="27103"/>
                    <a:pt x="78220" y="27103"/>
                  </a:cubicBezTo>
                  <a:cubicBezTo>
                    <a:pt x="78141" y="27103"/>
                    <a:pt x="77783" y="27611"/>
                    <a:pt x="77714" y="27777"/>
                  </a:cubicBezTo>
                  <a:cubicBezTo>
                    <a:pt x="77571" y="28111"/>
                    <a:pt x="77456" y="28273"/>
                    <a:pt x="77371" y="28273"/>
                  </a:cubicBezTo>
                  <a:cubicBezTo>
                    <a:pt x="77354" y="28273"/>
                    <a:pt x="77339" y="28267"/>
                    <a:pt x="77325" y="28256"/>
                  </a:cubicBezTo>
                  <a:cubicBezTo>
                    <a:pt x="77317" y="28248"/>
                    <a:pt x="77308" y="28245"/>
                    <a:pt x="77299" y="28245"/>
                  </a:cubicBezTo>
                  <a:cubicBezTo>
                    <a:pt x="77206" y="28245"/>
                    <a:pt x="77066" y="28597"/>
                    <a:pt x="77073" y="28847"/>
                  </a:cubicBezTo>
                  <a:lnTo>
                    <a:pt x="77081" y="29123"/>
                  </a:lnTo>
                  <a:lnTo>
                    <a:pt x="76944" y="29002"/>
                  </a:lnTo>
                  <a:cubicBezTo>
                    <a:pt x="76636" y="29002"/>
                    <a:pt x="76636" y="29002"/>
                    <a:pt x="76336" y="29553"/>
                  </a:cubicBezTo>
                  <a:cubicBezTo>
                    <a:pt x="76174" y="29827"/>
                    <a:pt x="76136" y="29890"/>
                    <a:pt x="76105" y="29890"/>
                  </a:cubicBezTo>
                  <a:cubicBezTo>
                    <a:pt x="76096" y="29890"/>
                    <a:pt x="76087" y="29885"/>
                    <a:pt x="76076" y="29877"/>
                  </a:cubicBezTo>
                  <a:cubicBezTo>
                    <a:pt x="76072" y="29873"/>
                    <a:pt x="76067" y="29871"/>
                    <a:pt x="76061" y="29871"/>
                  </a:cubicBezTo>
                  <a:cubicBezTo>
                    <a:pt x="76007" y="29871"/>
                    <a:pt x="75867" y="30039"/>
                    <a:pt x="75517" y="30469"/>
                  </a:cubicBezTo>
                  <a:cubicBezTo>
                    <a:pt x="75136" y="30947"/>
                    <a:pt x="75006" y="31101"/>
                    <a:pt x="75055" y="31142"/>
                  </a:cubicBezTo>
                  <a:lnTo>
                    <a:pt x="74795" y="31458"/>
                  </a:lnTo>
                  <a:cubicBezTo>
                    <a:pt x="74598" y="31531"/>
                    <a:pt x="74408" y="31827"/>
                    <a:pt x="74531" y="31827"/>
                  </a:cubicBezTo>
                  <a:cubicBezTo>
                    <a:pt x="74545" y="31827"/>
                    <a:pt x="74562" y="31823"/>
                    <a:pt x="74584" y="31815"/>
                  </a:cubicBezTo>
                  <a:lnTo>
                    <a:pt x="74584" y="31815"/>
                  </a:lnTo>
                  <a:lnTo>
                    <a:pt x="74325" y="32139"/>
                  </a:lnTo>
                  <a:lnTo>
                    <a:pt x="74284" y="32099"/>
                  </a:lnTo>
                  <a:cubicBezTo>
                    <a:pt x="74282" y="32096"/>
                    <a:pt x="74278" y="32095"/>
                    <a:pt x="74275" y="32095"/>
                  </a:cubicBezTo>
                  <a:cubicBezTo>
                    <a:pt x="74206" y="32095"/>
                    <a:pt x="73928" y="32443"/>
                    <a:pt x="72955" y="33647"/>
                  </a:cubicBezTo>
                  <a:cubicBezTo>
                    <a:pt x="71803" y="35082"/>
                    <a:pt x="71674" y="35236"/>
                    <a:pt x="71763" y="35317"/>
                  </a:cubicBezTo>
                  <a:cubicBezTo>
                    <a:pt x="71736" y="35513"/>
                    <a:pt x="71642" y="35652"/>
                    <a:pt x="71560" y="35652"/>
                  </a:cubicBezTo>
                  <a:cubicBezTo>
                    <a:pt x="71543" y="35652"/>
                    <a:pt x="71527" y="35646"/>
                    <a:pt x="71511" y="35634"/>
                  </a:cubicBezTo>
                  <a:cubicBezTo>
                    <a:pt x="71505" y="35628"/>
                    <a:pt x="71495" y="35625"/>
                    <a:pt x="71484" y="35625"/>
                  </a:cubicBezTo>
                  <a:cubicBezTo>
                    <a:pt x="71417" y="35625"/>
                    <a:pt x="71291" y="35720"/>
                    <a:pt x="71333" y="35755"/>
                  </a:cubicBezTo>
                  <a:cubicBezTo>
                    <a:pt x="71203" y="35909"/>
                    <a:pt x="71057" y="36063"/>
                    <a:pt x="70903" y="36193"/>
                  </a:cubicBezTo>
                  <a:cubicBezTo>
                    <a:pt x="70425" y="36582"/>
                    <a:pt x="70336" y="36785"/>
                    <a:pt x="70384" y="36817"/>
                  </a:cubicBezTo>
                  <a:cubicBezTo>
                    <a:pt x="70432" y="36801"/>
                    <a:pt x="70461" y="36794"/>
                    <a:pt x="70475" y="36794"/>
                  </a:cubicBezTo>
                  <a:cubicBezTo>
                    <a:pt x="70526" y="36794"/>
                    <a:pt x="70388" y="36884"/>
                    <a:pt x="70255" y="36980"/>
                  </a:cubicBezTo>
                  <a:cubicBezTo>
                    <a:pt x="70076" y="37101"/>
                    <a:pt x="69906" y="37215"/>
                    <a:pt x="69947" y="37255"/>
                  </a:cubicBezTo>
                  <a:cubicBezTo>
                    <a:pt x="69869" y="37451"/>
                    <a:pt x="69180" y="38362"/>
                    <a:pt x="69051" y="38362"/>
                  </a:cubicBezTo>
                  <a:cubicBezTo>
                    <a:pt x="69046" y="38362"/>
                    <a:pt x="69042" y="38360"/>
                    <a:pt x="69039" y="38358"/>
                  </a:cubicBezTo>
                  <a:lnTo>
                    <a:pt x="68771" y="38666"/>
                  </a:lnTo>
                  <a:cubicBezTo>
                    <a:pt x="68820" y="38706"/>
                    <a:pt x="68560" y="39023"/>
                    <a:pt x="68293" y="39331"/>
                  </a:cubicBezTo>
                  <a:cubicBezTo>
                    <a:pt x="68053" y="39614"/>
                    <a:pt x="67924" y="39767"/>
                    <a:pt x="67871" y="39767"/>
                  </a:cubicBezTo>
                  <a:cubicBezTo>
                    <a:pt x="67864" y="39767"/>
                    <a:pt x="67859" y="39765"/>
                    <a:pt x="67855" y="39760"/>
                  </a:cubicBezTo>
                  <a:cubicBezTo>
                    <a:pt x="67879" y="39702"/>
                    <a:pt x="67884" y="39675"/>
                    <a:pt x="67874" y="39675"/>
                  </a:cubicBezTo>
                  <a:cubicBezTo>
                    <a:pt x="67850" y="39675"/>
                    <a:pt x="67741" y="39824"/>
                    <a:pt x="67587" y="40069"/>
                  </a:cubicBezTo>
                  <a:cubicBezTo>
                    <a:pt x="67449" y="40223"/>
                    <a:pt x="67409" y="40458"/>
                    <a:pt x="67279" y="40612"/>
                  </a:cubicBezTo>
                  <a:cubicBezTo>
                    <a:pt x="67320" y="40652"/>
                    <a:pt x="67231" y="40847"/>
                    <a:pt x="67101" y="41009"/>
                  </a:cubicBezTo>
                  <a:lnTo>
                    <a:pt x="67052" y="40969"/>
                  </a:lnTo>
                  <a:lnTo>
                    <a:pt x="66963" y="40887"/>
                  </a:lnTo>
                  <a:cubicBezTo>
                    <a:pt x="66833" y="41041"/>
                    <a:pt x="66695" y="41187"/>
                    <a:pt x="66736" y="41228"/>
                  </a:cubicBezTo>
                  <a:cubicBezTo>
                    <a:pt x="66558" y="41341"/>
                    <a:pt x="66428" y="41496"/>
                    <a:pt x="66152" y="41804"/>
                  </a:cubicBezTo>
                  <a:cubicBezTo>
                    <a:pt x="65885" y="42112"/>
                    <a:pt x="65617" y="42420"/>
                    <a:pt x="65520" y="42606"/>
                  </a:cubicBezTo>
                  <a:cubicBezTo>
                    <a:pt x="65293" y="42679"/>
                    <a:pt x="64466" y="43579"/>
                    <a:pt x="64417" y="43814"/>
                  </a:cubicBezTo>
                  <a:cubicBezTo>
                    <a:pt x="64458" y="43855"/>
                    <a:pt x="64320" y="44009"/>
                    <a:pt x="64142" y="44114"/>
                  </a:cubicBezTo>
                  <a:cubicBezTo>
                    <a:pt x="63955" y="44220"/>
                    <a:pt x="63955" y="44220"/>
                    <a:pt x="63858" y="44414"/>
                  </a:cubicBezTo>
                  <a:cubicBezTo>
                    <a:pt x="63760" y="44601"/>
                    <a:pt x="63574" y="44706"/>
                    <a:pt x="63387" y="44812"/>
                  </a:cubicBezTo>
                  <a:cubicBezTo>
                    <a:pt x="63185" y="44868"/>
                    <a:pt x="63015" y="45022"/>
                    <a:pt x="62925" y="45217"/>
                  </a:cubicBezTo>
                  <a:cubicBezTo>
                    <a:pt x="62723" y="45493"/>
                    <a:pt x="62504" y="45752"/>
                    <a:pt x="62252" y="45987"/>
                  </a:cubicBezTo>
                  <a:cubicBezTo>
                    <a:pt x="62062" y="46248"/>
                    <a:pt x="61931" y="46394"/>
                    <a:pt x="61973" y="46394"/>
                  </a:cubicBezTo>
                  <a:cubicBezTo>
                    <a:pt x="61985" y="46394"/>
                    <a:pt x="62009" y="46383"/>
                    <a:pt x="62050" y="46360"/>
                  </a:cubicBezTo>
                  <a:lnTo>
                    <a:pt x="62050" y="46360"/>
                  </a:lnTo>
                  <a:cubicBezTo>
                    <a:pt x="62090" y="46409"/>
                    <a:pt x="61985" y="46595"/>
                    <a:pt x="61985" y="46595"/>
                  </a:cubicBezTo>
                  <a:cubicBezTo>
                    <a:pt x="61841" y="46779"/>
                    <a:pt x="61765" y="46847"/>
                    <a:pt x="61751" y="46847"/>
                  </a:cubicBezTo>
                  <a:cubicBezTo>
                    <a:pt x="61740" y="46847"/>
                    <a:pt x="61770" y="46803"/>
                    <a:pt x="61839" y="46741"/>
                  </a:cubicBezTo>
                  <a:cubicBezTo>
                    <a:pt x="61957" y="46586"/>
                    <a:pt x="61987" y="46535"/>
                    <a:pt x="61967" y="46535"/>
                  </a:cubicBezTo>
                  <a:cubicBezTo>
                    <a:pt x="61945" y="46535"/>
                    <a:pt x="61857" y="46600"/>
                    <a:pt x="61758" y="46652"/>
                  </a:cubicBezTo>
                  <a:cubicBezTo>
                    <a:pt x="61563" y="46749"/>
                    <a:pt x="61263" y="47025"/>
                    <a:pt x="61117" y="47171"/>
                  </a:cubicBezTo>
                  <a:cubicBezTo>
                    <a:pt x="60971" y="47309"/>
                    <a:pt x="60671" y="47584"/>
                    <a:pt x="60517" y="47722"/>
                  </a:cubicBezTo>
                  <a:cubicBezTo>
                    <a:pt x="60023" y="48087"/>
                    <a:pt x="59869" y="48217"/>
                    <a:pt x="59901" y="48265"/>
                  </a:cubicBezTo>
                  <a:cubicBezTo>
                    <a:pt x="59950" y="48319"/>
                    <a:pt x="59969" y="48340"/>
                    <a:pt x="59968" y="48340"/>
                  </a:cubicBezTo>
                  <a:cubicBezTo>
                    <a:pt x="59968" y="48340"/>
                    <a:pt x="59958" y="48330"/>
                    <a:pt x="59942" y="48314"/>
                  </a:cubicBezTo>
                  <a:cubicBezTo>
                    <a:pt x="59828" y="48338"/>
                    <a:pt x="59342" y="48703"/>
                    <a:pt x="58871" y="49101"/>
                  </a:cubicBezTo>
                  <a:cubicBezTo>
                    <a:pt x="58401" y="49490"/>
                    <a:pt x="57931" y="49895"/>
                    <a:pt x="57890" y="50009"/>
                  </a:cubicBezTo>
                  <a:cubicBezTo>
                    <a:pt x="57882" y="49996"/>
                    <a:pt x="57870" y="49978"/>
                    <a:pt x="57858" y="49960"/>
                  </a:cubicBezTo>
                  <a:cubicBezTo>
                    <a:pt x="57852" y="49953"/>
                    <a:pt x="57844" y="49950"/>
                    <a:pt x="57834" y="49950"/>
                  </a:cubicBezTo>
                  <a:cubicBezTo>
                    <a:pt x="57771" y="49950"/>
                    <a:pt x="57617" y="50075"/>
                    <a:pt x="57331" y="50284"/>
                  </a:cubicBezTo>
                  <a:cubicBezTo>
                    <a:pt x="57169" y="50406"/>
                    <a:pt x="56553" y="50949"/>
                    <a:pt x="56050" y="51298"/>
                  </a:cubicBezTo>
                  <a:cubicBezTo>
                    <a:pt x="55385" y="51776"/>
                    <a:pt x="54866" y="52109"/>
                    <a:pt x="54899" y="52157"/>
                  </a:cubicBezTo>
                  <a:cubicBezTo>
                    <a:pt x="54796" y="52226"/>
                    <a:pt x="54755" y="52253"/>
                    <a:pt x="54732" y="52253"/>
                  </a:cubicBezTo>
                  <a:cubicBezTo>
                    <a:pt x="54717" y="52253"/>
                    <a:pt x="54709" y="52241"/>
                    <a:pt x="54696" y="52222"/>
                  </a:cubicBezTo>
                  <a:cubicBezTo>
                    <a:pt x="54746" y="52163"/>
                    <a:pt x="54755" y="52141"/>
                    <a:pt x="54739" y="52141"/>
                  </a:cubicBezTo>
                  <a:cubicBezTo>
                    <a:pt x="54711" y="52141"/>
                    <a:pt x="54602" y="52211"/>
                    <a:pt x="54493" y="52279"/>
                  </a:cubicBezTo>
                  <a:cubicBezTo>
                    <a:pt x="54323" y="52392"/>
                    <a:pt x="54355" y="52449"/>
                    <a:pt x="54388" y="52498"/>
                  </a:cubicBezTo>
                  <a:cubicBezTo>
                    <a:pt x="54420" y="52546"/>
                    <a:pt x="54250" y="52660"/>
                    <a:pt x="53869" y="52822"/>
                  </a:cubicBezTo>
                  <a:cubicBezTo>
                    <a:pt x="53374" y="53057"/>
                    <a:pt x="52904" y="53341"/>
                    <a:pt x="52458" y="53657"/>
                  </a:cubicBezTo>
                  <a:cubicBezTo>
                    <a:pt x="52312" y="53743"/>
                    <a:pt x="52167" y="53824"/>
                    <a:pt x="52100" y="53824"/>
                  </a:cubicBezTo>
                  <a:cubicBezTo>
                    <a:pt x="52086" y="53824"/>
                    <a:pt x="52075" y="53820"/>
                    <a:pt x="52069" y="53811"/>
                  </a:cubicBezTo>
                  <a:cubicBezTo>
                    <a:pt x="51737" y="53892"/>
                    <a:pt x="51429" y="54054"/>
                    <a:pt x="51169" y="54289"/>
                  </a:cubicBezTo>
                  <a:cubicBezTo>
                    <a:pt x="51068" y="54345"/>
                    <a:pt x="51024" y="54369"/>
                    <a:pt x="50999" y="54369"/>
                  </a:cubicBezTo>
                  <a:cubicBezTo>
                    <a:pt x="50980" y="54369"/>
                    <a:pt x="50972" y="54355"/>
                    <a:pt x="50958" y="54330"/>
                  </a:cubicBezTo>
                  <a:cubicBezTo>
                    <a:pt x="50756" y="54371"/>
                    <a:pt x="50731" y="54314"/>
                    <a:pt x="50602" y="54517"/>
                  </a:cubicBezTo>
                  <a:cubicBezTo>
                    <a:pt x="50196" y="54776"/>
                    <a:pt x="49758" y="54979"/>
                    <a:pt x="49304" y="55125"/>
                  </a:cubicBezTo>
                  <a:cubicBezTo>
                    <a:pt x="49118" y="55206"/>
                    <a:pt x="48931" y="55279"/>
                    <a:pt x="48956" y="55335"/>
                  </a:cubicBezTo>
                  <a:lnTo>
                    <a:pt x="48972" y="55392"/>
                  </a:lnTo>
                  <a:cubicBezTo>
                    <a:pt x="48904" y="55383"/>
                    <a:pt x="48856" y="55376"/>
                    <a:pt x="48819" y="55376"/>
                  </a:cubicBezTo>
                  <a:cubicBezTo>
                    <a:pt x="48729" y="55376"/>
                    <a:pt x="48703" y="55416"/>
                    <a:pt x="48599" y="55554"/>
                  </a:cubicBezTo>
                  <a:cubicBezTo>
                    <a:pt x="48611" y="55597"/>
                    <a:pt x="48511" y="55648"/>
                    <a:pt x="48449" y="55648"/>
                  </a:cubicBezTo>
                  <a:cubicBezTo>
                    <a:pt x="48427" y="55648"/>
                    <a:pt x="48411" y="55642"/>
                    <a:pt x="48404" y="55627"/>
                  </a:cubicBezTo>
                  <a:cubicBezTo>
                    <a:pt x="48267" y="55643"/>
                    <a:pt x="48137" y="55684"/>
                    <a:pt x="48007" y="55733"/>
                  </a:cubicBezTo>
                  <a:cubicBezTo>
                    <a:pt x="47812" y="55789"/>
                    <a:pt x="46880" y="56227"/>
                    <a:pt x="45891" y="56503"/>
                  </a:cubicBezTo>
                  <a:cubicBezTo>
                    <a:pt x="45104" y="56738"/>
                    <a:pt x="44545" y="56835"/>
                    <a:pt x="44196" y="56941"/>
                  </a:cubicBezTo>
                  <a:cubicBezTo>
                    <a:pt x="43848" y="57006"/>
                    <a:pt x="43694" y="57046"/>
                    <a:pt x="43702" y="57079"/>
                  </a:cubicBezTo>
                  <a:cubicBezTo>
                    <a:pt x="43572" y="57143"/>
                    <a:pt x="43529" y="57165"/>
                    <a:pt x="43452" y="57165"/>
                  </a:cubicBezTo>
                  <a:cubicBezTo>
                    <a:pt x="43414" y="57165"/>
                    <a:pt x="43367" y="57160"/>
                    <a:pt x="43296" y="57152"/>
                  </a:cubicBezTo>
                  <a:cubicBezTo>
                    <a:pt x="43199" y="57140"/>
                    <a:pt x="43103" y="57134"/>
                    <a:pt x="43007" y="57134"/>
                  </a:cubicBezTo>
                  <a:cubicBezTo>
                    <a:pt x="42896" y="57134"/>
                    <a:pt x="42785" y="57142"/>
                    <a:pt x="42672" y="57160"/>
                  </a:cubicBezTo>
                  <a:cubicBezTo>
                    <a:pt x="42561" y="57173"/>
                    <a:pt x="42450" y="57186"/>
                    <a:pt x="42371" y="57186"/>
                  </a:cubicBezTo>
                  <a:cubicBezTo>
                    <a:pt x="42306" y="57186"/>
                    <a:pt x="42262" y="57177"/>
                    <a:pt x="42259" y="57152"/>
                  </a:cubicBezTo>
                  <a:cubicBezTo>
                    <a:pt x="42137" y="57208"/>
                    <a:pt x="41999" y="57233"/>
                    <a:pt x="41853" y="57233"/>
                  </a:cubicBezTo>
                  <a:cubicBezTo>
                    <a:pt x="41853" y="57208"/>
                    <a:pt x="41814" y="57195"/>
                    <a:pt x="41754" y="57195"/>
                  </a:cubicBezTo>
                  <a:cubicBezTo>
                    <a:pt x="41676" y="57195"/>
                    <a:pt x="41562" y="57216"/>
                    <a:pt x="41448" y="57257"/>
                  </a:cubicBezTo>
                  <a:cubicBezTo>
                    <a:pt x="41345" y="57323"/>
                    <a:pt x="41294" y="57355"/>
                    <a:pt x="41268" y="57355"/>
                  </a:cubicBezTo>
                  <a:cubicBezTo>
                    <a:pt x="41243" y="57355"/>
                    <a:pt x="41241" y="57325"/>
                    <a:pt x="41237" y="57265"/>
                  </a:cubicBezTo>
                  <a:cubicBezTo>
                    <a:pt x="41237" y="57225"/>
                    <a:pt x="40933" y="57185"/>
                    <a:pt x="40827" y="57185"/>
                  </a:cubicBezTo>
                  <a:cubicBezTo>
                    <a:pt x="40783" y="57185"/>
                    <a:pt x="40772" y="57192"/>
                    <a:pt x="40832" y="57208"/>
                  </a:cubicBezTo>
                  <a:cubicBezTo>
                    <a:pt x="40832" y="57273"/>
                    <a:pt x="40418" y="57273"/>
                    <a:pt x="40215" y="57330"/>
                  </a:cubicBezTo>
                  <a:cubicBezTo>
                    <a:pt x="40005" y="57322"/>
                    <a:pt x="39802" y="57322"/>
                    <a:pt x="39802" y="57257"/>
                  </a:cubicBezTo>
                  <a:cubicBezTo>
                    <a:pt x="39681" y="57222"/>
                    <a:pt x="39236" y="57202"/>
                    <a:pt x="38867" y="57202"/>
                  </a:cubicBezTo>
                  <a:cubicBezTo>
                    <a:pt x="38643" y="57202"/>
                    <a:pt x="38447" y="57209"/>
                    <a:pt x="38367" y="57224"/>
                  </a:cubicBezTo>
                  <a:cubicBezTo>
                    <a:pt x="38364" y="57252"/>
                    <a:pt x="38326" y="57263"/>
                    <a:pt x="38284" y="57263"/>
                  </a:cubicBezTo>
                  <a:cubicBezTo>
                    <a:pt x="38226" y="57263"/>
                    <a:pt x="38160" y="57241"/>
                    <a:pt x="38164" y="57208"/>
                  </a:cubicBezTo>
                  <a:cubicBezTo>
                    <a:pt x="38172" y="57143"/>
                    <a:pt x="37970" y="57119"/>
                    <a:pt x="37759" y="57095"/>
                  </a:cubicBezTo>
                  <a:cubicBezTo>
                    <a:pt x="37716" y="57101"/>
                    <a:pt x="37683" y="57104"/>
                    <a:pt x="37656" y="57104"/>
                  </a:cubicBezTo>
                  <a:cubicBezTo>
                    <a:pt x="37551" y="57104"/>
                    <a:pt x="37558" y="57059"/>
                    <a:pt x="37564" y="57014"/>
                  </a:cubicBezTo>
                  <a:cubicBezTo>
                    <a:pt x="37783" y="56973"/>
                    <a:pt x="37580" y="56957"/>
                    <a:pt x="37175" y="56900"/>
                  </a:cubicBezTo>
                  <a:cubicBezTo>
                    <a:pt x="37156" y="56902"/>
                    <a:pt x="37131" y="56903"/>
                    <a:pt x="37102" y="56903"/>
                  </a:cubicBezTo>
                  <a:cubicBezTo>
                    <a:pt x="36817" y="56903"/>
                    <a:pt x="36098" y="56799"/>
                    <a:pt x="35554" y="56681"/>
                  </a:cubicBezTo>
                  <a:cubicBezTo>
                    <a:pt x="34791" y="56521"/>
                    <a:pt x="34486" y="56487"/>
                    <a:pt x="34195" y="56487"/>
                  </a:cubicBezTo>
                  <a:cubicBezTo>
                    <a:pt x="34102" y="56487"/>
                    <a:pt x="34011" y="56491"/>
                    <a:pt x="33908" y="56495"/>
                  </a:cubicBezTo>
                  <a:lnTo>
                    <a:pt x="33681" y="56560"/>
                  </a:lnTo>
                  <a:lnTo>
                    <a:pt x="33713" y="56446"/>
                  </a:lnTo>
                  <a:cubicBezTo>
                    <a:pt x="33729" y="56381"/>
                    <a:pt x="33559" y="56219"/>
                    <a:pt x="33559" y="56219"/>
                  </a:cubicBezTo>
                  <a:cubicBezTo>
                    <a:pt x="33507" y="56206"/>
                    <a:pt x="33468" y="56201"/>
                    <a:pt x="33438" y="56201"/>
                  </a:cubicBezTo>
                  <a:cubicBezTo>
                    <a:pt x="33356" y="56201"/>
                    <a:pt x="33344" y="56242"/>
                    <a:pt x="33332" y="56284"/>
                  </a:cubicBezTo>
                  <a:cubicBezTo>
                    <a:pt x="33328" y="56299"/>
                    <a:pt x="33311" y="56306"/>
                    <a:pt x="33281" y="56306"/>
                  </a:cubicBezTo>
                  <a:cubicBezTo>
                    <a:pt x="33198" y="56306"/>
                    <a:pt x="33016" y="56245"/>
                    <a:pt x="32740" y="56114"/>
                  </a:cubicBezTo>
                  <a:cubicBezTo>
                    <a:pt x="32359" y="55943"/>
                    <a:pt x="32164" y="55887"/>
                    <a:pt x="31954" y="55879"/>
                  </a:cubicBezTo>
                  <a:cubicBezTo>
                    <a:pt x="31751" y="55830"/>
                    <a:pt x="31565" y="55749"/>
                    <a:pt x="31386" y="55643"/>
                  </a:cubicBezTo>
                  <a:cubicBezTo>
                    <a:pt x="31286" y="55610"/>
                    <a:pt x="31237" y="55594"/>
                    <a:pt x="31211" y="55594"/>
                  </a:cubicBezTo>
                  <a:cubicBezTo>
                    <a:pt x="31187" y="55594"/>
                    <a:pt x="31183" y="55608"/>
                    <a:pt x="31175" y="55635"/>
                  </a:cubicBezTo>
                  <a:cubicBezTo>
                    <a:pt x="31169" y="55649"/>
                    <a:pt x="31153" y="55656"/>
                    <a:pt x="31129" y="55656"/>
                  </a:cubicBezTo>
                  <a:cubicBezTo>
                    <a:pt x="31056" y="55656"/>
                    <a:pt x="30914" y="55595"/>
                    <a:pt x="30786" y="55498"/>
                  </a:cubicBezTo>
                  <a:cubicBezTo>
                    <a:pt x="30650" y="55347"/>
                    <a:pt x="30182" y="55164"/>
                    <a:pt x="30060" y="55164"/>
                  </a:cubicBezTo>
                  <a:cubicBezTo>
                    <a:pt x="30045" y="55164"/>
                    <a:pt x="30035" y="55167"/>
                    <a:pt x="30032" y="55173"/>
                  </a:cubicBezTo>
                  <a:cubicBezTo>
                    <a:pt x="30026" y="55187"/>
                    <a:pt x="30010" y="55194"/>
                    <a:pt x="29986" y="55194"/>
                  </a:cubicBezTo>
                  <a:cubicBezTo>
                    <a:pt x="29914" y="55194"/>
                    <a:pt x="29773" y="55139"/>
                    <a:pt x="29627" y="55084"/>
                  </a:cubicBezTo>
                  <a:cubicBezTo>
                    <a:pt x="29432" y="55003"/>
                    <a:pt x="29238" y="54954"/>
                    <a:pt x="29027" y="54922"/>
                  </a:cubicBezTo>
                  <a:lnTo>
                    <a:pt x="28646" y="54768"/>
                  </a:lnTo>
                  <a:cubicBezTo>
                    <a:pt x="28564" y="54737"/>
                    <a:pt x="28555" y="54724"/>
                    <a:pt x="28586" y="54724"/>
                  </a:cubicBezTo>
                  <a:cubicBezTo>
                    <a:pt x="28629" y="54724"/>
                    <a:pt x="28748" y="54750"/>
                    <a:pt x="28857" y="54792"/>
                  </a:cubicBezTo>
                  <a:lnTo>
                    <a:pt x="28694" y="54662"/>
                  </a:lnTo>
                  <a:cubicBezTo>
                    <a:pt x="28313" y="54517"/>
                    <a:pt x="28127" y="54419"/>
                    <a:pt x="27916" y="54395"/>
                  </a:cubicBezTo>
                  <a:cubicBezTo>
                    <a:pt x="27840" y="54403"/>
                    <a:pt x="27787" y="54408"/>
                    <a:pt x="27753" y="54408"/>
                  </a:cubicBezTo>
                  <a:cubicBezTo>
                    <a:pt x="27682" y="54408"/>
                    <a:pt x="27691" y="54385"/>
                    <a:pt x="27730" y="54314"/>
                  </a:cubicBezTo>
                  <a:cubicBezTo>
                    <a:pt x="27754" y="54257"/>
                    <a:pt x="27592" y="54119"/>
                    <a:pt x="27381" y="54095"/>
                  </a:cubicBezTo>
                  <a:cubicBezTo>
                    <a:pt x="27362" y="54097"/>
                    <a:pt x="27343" y="54098"/>
                    <a:pt x="27324" y="54098"/>
                  </a:cubicBezTo>
                  <a:cubicBezTo>
                    <a:pt x="27113" y="54098"/>
                    <a:pt x="26977" y="53977"/>
                    <a:pt x="27000" y="53925"/>
                  </a:cubicBezTo>
                  <a:cubicBezTo>
                    <a:pt x="27251" y="53892"/>
                    <a:pt x="27235" y="53925"/>
                    <a:pt x="26457" y="53657"/>
                  </a:cubicBezTo>
                  <a:cubicBezTo>
                    <a:pt x="26092" y="53463"/>
                    <a:pt x="25322" y="53163"/>
                    <a:pt x="24795" y="52838"/>
                  </a:cubicBezTo>
                  <a:cubicBezTo>
                    <a:pt x="24089" y="52433"/>
                    <a:pt x="23732" y="52222"/>
                    <a:pt x="23603" y="52052"/>
                  </a:cubicBezTo>
                  <a:cubicBezTo>
                    <a:pt x="23609" y="52043"/>
                    <a:pt x="23613" y="52033"/>
                    <a:pt x="23615" y="52024"/>
                  </a:cubicBezTo>
                  <a:lnTo>
                    <a:pt x="23615" y="52024"/>
                  </a:lnTo>
                  <a:cubicBezTo>
                    <a:pt x="23603" y="52032"/>
                    <a:pt x="23588" y="52037"/>
                    <a:pt x="23570" y="52037"/>
                  </a:cubicBezTo>
                  <a:cubicBezTo>
                    <a:pt x="23471" y="52037"/>
                    <a:pt x="23275" y="51911"/>
                    <a:pt x="22881" y="51654"/>
                  </a:cubicBezTo>
                  <a:cubicBezTo>
                    <a:pt x="22395" y="51273"/>
                    <a:pt x="22038" y="51071"/>
                    <a:pt x="21835" y="50998"/>
                  </a:cubicBezTo>
                  <a:lnTo>
                    <a:pt x="21835" y="50998"/>
                  </a:lnTo>
                  <a:lnTo>
                    <a:pt x="22168" y="51241"/>
                  </a:lnTo>
                  <a:cubicBezTo>
                    <a:pt x="22151" y="51263"/>
                    <a:pt x="22130" y="51274"/>
                    <a:pt x="22103" y="51274"/>
                  </a:cubicBezTo>
                  <a:cubicBezTo>
                    <a:pt x="22014" y="51274"/>
                    <a:pt x="21864" y="51150"/>
                    <a:pt x="21633" y="50925"/>
                  </a:cubicBezTo>
                  <a:cubicBezTo>
                    <a:pt x="21470" y="50803"/>
                    <a:pt x="21503" y="50755"/>
                    <a:pt x="21543" y="50714"/>
                  </a:cubicBezTo>
                  <a:cubicBezTo>
                    <a:pt x="21576" y="50665"/>
                    <a:pt x="21454" y="50495"/>
                    <a:pt x="21284" y="50373"/>
                  </a:cubicBezTo>
                  <a:cubicBezTo>
                    <a:pt x="21178" y="50299"/>
                    <a:pt x="21072" y="50218"/>
                    <a:pt x="21045" y="50218"/>
                  </a:cubicBezTo>
                  <a:cubicBezTo>
                    <a:pt x="21031" y="50218"/>
                    <a:pt x="21039" y="50241"/>
                    <a:pt x="21081" y="50300"/>
                  </a:cubicBezTo>
                  <a:cubicBezTo>
                    <a:pt x="21069" y="50319"/>
                    <a:pt x="21060" y="50330"/>
                    <a:pt x="21045" y="50330"/>
                  </a:cubicBezTo>
                  <a:cubicBezTo>
                    <a:pt x="21022" y="50330"/>
                    <a:pt x="20982" y="50300"/>
                    <a:pt x="20887" y="50219"/>
                  </a:cubicBezTo>
                  <a:cubicBezTo>
                    <a:pt x="20733" y="50082"/>
                    <a:pt x="20554" y="49968"/>
                    <a:pt x="20368" y="49879"/>
                  </a:cubicBezTo>
                  <a:cubicBezTo>
                    <a:pt x="20362" y="49886"/>
                    <a:pt x="20353" y="49889"/>
                    <a:pt x="20342" y="49889"/>
                  </a:cubicBezTo>
                  <a:cubicBezTo>
                    <a:pt x="20280" y="49889"/>
                    <a:pt x="20142" y="49779"/>
                    <a:pt x="20011" y="49668"/>
                  </a:cubicBezTo>
                  <a:cubicBezTo>
                    <a:pt x="19930" y="49563"/>
                    <a:pt x="19841" y="49465"/>
                    <a:pt x="19743" y="49384"/>
                  </a:cubicBezTo>
                  <a:lnTo>
                    <a:pt x="19574" y="49231"/>
                  </a:lnTo>
                  <a:lnTo>
                    <a:pt x="19574" y="49231"/>
                  </a:lnTo>
                  <a:cubicBezTo>
                    <a:pt x="19585" y="49220"/>
                    <a:pt x="19599" y="49204"/>
                    <a:pt x="19614" y="49190"/>
                  </a:cubicBezTo>
                  <a:cubicBezTo>
                    <a:pt x="19654" y="49141"/>
                    <a:pt x="19541" y="48963"/>
                    <a:pt x="19541" y="48963"/>
                  </a:cubicBezTo>
                  <a:cubicBezTo>
                    <a:pt x="19450" y="48882"/>
                    <a:pt x="19399" y="48865"/>
                    <a:pt x="19372" y="48865"/>
                  </a:cubicBezTo>
                  <a:cubicBezTo>
                    <a:pt x="19353" y="48865"/>
                    <a:pt x="19346" y="48874"/>
                    <a:pt x="19346" y="48874"/>
                  </a:cubicBezTo>
                  <a:cubicBezTo>
                    <a:pt x="19281" y="48833"/>
                    <a:pt x="19224" y="48792"/>
                    <a:pt x="19176" y="48744"/>
                  </a:cubicBezTo>
                  <a:lnTo>
                    <a:pt x="18746" y="48379"/>
                  </a:lnTo>
                  <a:cubicBezTo>
                    <a:pt x="18381" y="48079"/>
                    <a:pt x="17935" y="47633"/>
                    <a:pt x="17457" y="47179"/>
                  </a:cubicBezTo>
                  <a:cubicBezTo>
                    <a:pt x="16525" y="46271"/>
                    <a:pt x="15608" y="45233"/>
                    <a:pt x="15414" y="44998"/>
                  </a:cubicBezTo>
                  <a:cubicBezTo>
                    <a:pt x="15224" y="44707"/>
                    <a:pt x="14915" y="44336"/>
                    <a:pt x="14871" y="44336"/>
                  </a:cubicBezTo>
                  <a:cubicBezTo>
                    <a:pt x="14863" y="44336"/>
                    <a:pt x="14864" y="44350"/>
                    <a:pt x="14879" y="44382"/>
                  </a:cubicBezTo>
                  <a:cubicBezTo>
                    <a:pt x="14878" y="44383"/>
                    <a:pt x="14877" y="44383"/>
                    <a:pt x="14875" y="44383"/>
                  </a:cubicBezTo>
                  <a:cubicBezTo>
                    <a:pt x="14804" y="44383"/>
                    <a:pt x="14159" y="43608"/>
                    <a:pt x="13436" y="42647"/>
                  </a:cubicBezTo>
                  <a:cubicBezTo>
                    <a:pt x="12584" y="41525"/>
                    <a:pt x="12029" y="40676"/>
                    <a:pt x="11955" y="40676"/>
                  </a:cubicBezTo>
                  <a:cubicBezTo>
                    <a:pt x="11954" y="40676"/>
                    <a:pt x="11953" y="40676"/>
                    <a:pt x="11952" y="40677"/>
                  </a:cubicBezTo>
                  <a:lnTo>
                    <a:pt x="11611" y="40174"/>
                  </a:lnTo>
                  <a:cubicBezTo>
                    <a:pt x="11392" y="39825"/>
                    <a:pt x="11117" y="39509"/>
                    <a:pt x="11011" y="39331"/>
                  </a:cubicBezTo>
                  <a:cubicBezTo>
                    <a:pt x="10892" y="39229"/>
                    <a:pt x="10799" y="39106"/>
                    <a:pt x="10823" y="39106"/>
                  </a:cubicBezTo>
                  <a:cubicBezTo>
                    <a:pt x="10831" y="39106"/>
                    <a:pt x="10855" y="39122"/>
                    <a:pt x="10898" y="39160"/>
                  </a:cubicBezTo>
                  <a:cubicBezTo>
                    <a:pt x="10955" y="39128"/>
                    <a:pt x="11003" y="39104"/>
                    <a:pt x="10898" y="38925"/>
                  </a:cubicBezTo>
                  <a:cubicBezTo>
                    <a:pt x="10734" y="38680"/>
                    <a:pt x="10668" y="38624"/>
                    <a:pt x="10622" y="38624"/>
                  </a:cubicBezTo>
                  <a:cubicBezTo>
                    <a:pt x="10604" y="38624"/>
                    <a:pt x="10589" y="38633"/>
                    <a:pt x="10574" y="38642"/>
                  </a:cubicBezTo>
                  <a:cubicBezTo>
                    <a:pt x="10570" y="38643"/>
                    <a:pt x="10567" y="38644"/>
                    <a:pt x="10564" y="38644"/>
                  </a:cubicBezTo>
                  <a:cubicBezTo>
                    <a:pt x="10512" y="38644"/>
                    <a:pt x="10419" y="38488"/>
                    <a:pt x="10419" y="38488"/>
                  </a:cubicBezTo>
                  <a:cubicBezTo>
                    <a:pt x="10314" y="38317"/>
                    <a:pt x="10314" y="38317"/>
                    <a:pt x="10371" y="38285"/>
                  </a:cubicBezTo>
                  <a:lnTo>
                    <a:pt x="10468" y="38228"/>
                  </a:lnTo>
                  <a:lnTo>
                    <a:pt x="10371" y="38050"/>
                  </a:lnTo>
                  <a:cubicBezTo>
                    <a:pt x="10367" y="38051"/>
                    <a:pt x="10363" y="38052"/>
                    <a:pt x="10359" y="38052"/>
                  </a:cubicBezTo>
                  <a:cubicBezTo>
                    <a:pt x="10300" y="38052"/>
                    <a:pt x="10209" y="37904"/>
                    <a:pt x="10209" y="37904"/>
                  </a:cubicBezTo>
                  <a:cubicBezTo>
                    <a:pt x="10111" y="37725"/>
                    <a:pt x="10111" y="37725"/>
                    <a:pt x="10217" y="37669"/>
                  </a:cubicBezTo>
                  <a:cubicBezTo>
                    <a:pt x="10322" y="37612"/>
                    <a:pt x="10217" y="37434"/>
                    <a:pt x="10006" y="37312"/>
                  </a:cubicBezTo>
                  <a:cubicBezTo>
                    <a:pt x="9917" y="37207"/>
                    <a:pt x="9828" y="37101"/>
                    <a:pt x="9755" y="36988"/>
                  </a:cubicBezTo>
                  <a:cubicBezTo>
                    <a:pt x="9763" y="36752"/>
                    <a:pt x="9463" y="36444"/>
                    <a:pt x="9309" y="36290"/>
                  </a:cubicBezTo>
                  <a:cubicBezTo>
                    <a:pt x="9325" y="36071"/>
                    <a:pt x="9211" y="35861"/>
                    <a:pt x="9017" y="35747"/>
                  </a:cubicBezTo>
                  <a:cubicBezTo>
                    <a:pt x="9012" y="35750"/>
                    <a:pt x="9008" y="35751"/>
                    <a:pt x="9003" y="35751"/>
                  </a:cubicBezTo>
                  <a:cubicBezTo>
                    <a:pt x="8947" y="35751"/>
                    <a:pt x="8868" y="35577"/>
                    <a:pt x="8830" y="35382"/>
                  </a:cubicBezTo>
                  <a:cubicBezTo>
                    <a:pt x="8798" y="35180"/>
                    <a:pt x="8701" y="34993"/>
                    <a:pt x="8522" y="34628"/>
                  </a:cubicBezTo>
                  <a:cubicBezTo>
                    <a:pt x="8368" y="34474"/>
                    <a:pt x="7736" y="33185"/>
                    <a:pt x="7087" y="31677"/>
                  </a:cubicBezTo>
                  <a:cubicBezTo>
                    <a:pt x="6714" y="30842"/>
                    <a:pt x="6439" y="30120"/>
                    <a:pt x="6228" y="29626"/>
                  </a:cubicBezTo>
                  <a:cubicBezTo>
                    <a:pt x="6020" y="29138"/>
                    <a:pt x="5907" y="28855"/>
                    <a:pt x="5880" y="28855"/>
                  </a:cubicBezTo>
                  <a:cubicBezTo>
                    <a:pt x="5880" y="28855"/>
                    <a:pt x="5879" y="28855"/>
                    <a:pt x="5879" y="28856"/>
                  </a:cubicBezTo>
                  <a:cubicBezTo>
                    <a:pt x="5814" y="28726"/>
                    <a:pt x="5790" y="28596"/>
                    <a:pt x="5790" y="28450"/>
                  </a:cubicBezTo>
                  <a:cubicBezTo>
                    <a:pt x="5847" y="28434"/>
                    <a:pt x="5774" y="28239"/>
                    <a:pt x="5587" y="28093"/>
                  </a:cubicBezTo>
                  <a:cubicBezTo>
                    <a:pt x="5458" y="27915"/>
                    <a:pt x="5401" y="27939"/>
                    <a:pt x="5514" y="27899"/>
                  </a:cubicBezTo>
                  <a:cubicBezTo>
                    <a:pt x="5571" y="27883"/>
                    <a:pt x="5433" y="27493"/>
                    <a:pt x="5158" y="26723"/>
                  </a:cubicBezTo>
                  <a:cubicBezTo>
                    <a:pt x="4949" y="26153"/>
                    <a:pt x="4701" y="25385"/>
                    <a:pt x="4640" y="25385"/>
                  </a:cubicBezTo>
                  <a:cubicBezTo>
                    <a:pt x="4640" y="25385"/>
                    <a:pt x="4639" y="25385"/>
                    <a:pt x="4639" y="25385"/>
                  </a:cubicBezTo>
                  <a:cubicBezTo>
                    <a:pt x="4528" y="25165"/>
                    <a:pt x="4483" y="25075"/>
                    <a:pt x="4490" y="25075"/>
                  </a:cubicBezTo>
                  <a:cubicBezTo>
                    <a:pt x="4495" y="25075"/>
                    <a:pt x="4524" y="25118"/>
                    <a:pt x="4574" y="25191"/>
                  </a:cubicBezTo>
                  <a:cubicBezTo>
                    <a:pt x="4586" y="25202"/>
                    <a:pt x="4597" y="25207"/>
                    <a:pt x="4605" y="25207"/>
                  </a:cubicBezTo>
                  <a:cubicBezTo>
                    <a:pt x="4714" y="25207"/>
                    <a:pt x="4464" y="24325"/>
                    <a:pt x="4193" y="23813"/>
                  </a:cubicBezTo>
                  <a:cubicBezTo>
                    <a:pt x="4128" y="23618"/>
                    <a:pt x="4071" y="23423"/>
                    <a:pt x="4128" y="23407"/>
                  </a:cubicBezTo>
                  <a:cubicBezTo>
                    <a:pt x="4071" y="23204"/>
                    <a:pt x="3998" y="23018"/>
                    <a:pt x="3771" y="22442"/>
                  </a:cubicBezTo>
                  <a:cubicBezTo>
                    <a:pt x="3714" y="22248"/>
                    <a:pt x="3479" y="21461"/>
                    <a:pt x="3366" y="21072"/>
                  </a:cubicBezTo>
                  <a:cubicBezTo>
                    <a:pt x="3293" y="20805"/>
                    <a:pt x="3195" y="20545"/>
                    <a:pt x="3090" y="20294"/>
                  </a:cubicBezTo>
                  <a:lnTo>
                    <a:pt x="3033" y="20099"/>
                  </a:lnTo>
                  <a:cubicBezTo>
                    <a:pt x="3090" y="20083"/>
                    <a:pt x="2814" y="19102"/>
                    <a:pt x="2458" y="17716"/>
                  </a:cubicBezTo>
                  <a:cubicBezTo>
                    <a:pt x="2101" y="16329"/>
                    <a:pt x="1809" y="15137"/>
                    <a:pt x="1817" y="14926"/>
                  </a:cubicBezTo>
                  <a:cubicBezTo>
                    <a:pt x="1785" y="14797"/>
                    <a:pt x="1736" y="14667"/>
                    <a:pt x="1663" y="14545"/>
                  </a:cubicBezTo>
                  <a:cubicBezTo>
                    <a:pt x="1517" y="14383"/>
                    <a:pt x="1444" y="14172"/>
                    <a:pt x="1468" y="13962"/>
                  </a:cubicBezTo>
                  <a:cubicBezTo>
                    <a:pt x="1533" y="13735"/>
                    <a:pt x="1347" y="12940"/>
                    <a:pt x="1185" y="12770"/>
                  </a:cubicBezTo>
                  <a:lnTo>
                    <a:pt x="1241" y="12754"/>
                  </a:lnTo>
                  <a:cubicBezTo>
                    <a:pt x="1314" y="12527"/>
                    <a:pt x="1112" y="11943"/>
                    <a:pt x="950" y="11773"/>
                  </a:cubicBezTo>
                  <a:cubicBezTo>
                    <a:pt x="966" y="11562"/>
                    <a:pt x="974" y="11351"/>
                    <a:pt x="877" y="11165"/>
                  </a:cubicBezTo>
                  <a:cubicBezTo>
                    <a:pt x="828" y="10962"/>
                    <a:pt x="828" y="10962"/>
                    <a:pt x="941" y="10937"/>
                  </a:cubicBezTo>
                  <a:cubicBezTo>
                    <a:pt x="1006" y="10929"/>
                    <a:pt x="1063" y="10913"/>
                    <a:pt x="1014" y="10719"/>
                  </a:cubicBezTo>
                  <a:cubicBezTo>
                    <a:pt x="983" y="10562"/>
                    <a:pt x="937" y="10536"/>
                    <a:pt x="892" y="10536"/>
                  </a:cubicBezTo>
                  <a:cubicBezTo>
                    <a:pt x="879" y="10536"/>
                    <a:pt x="865" y="10538"/>
                    <a:pt x="852" y="10540"/>
                  </a:cubicBezTo>
                  <a:cubicBezTo>
                    <a:pt x="852" y="10540"/>
                    <a:pt x="812" y="10338"/>
                    <a:pt x="763" y="10143"/>
                  </a:cubicBezTo>
                  <a:cubicBezTo>
                    <a:pt x="763" y="10143"/>
                    <a:pt x="726" y="9956"/>
                    <a:pt x="665" y="9956"/>
                  </a:cubicBezTo>
                  <a:cubicBezTo>
                    <a:pt x="663" y="9956"/>
                    <a:pt x="660" y="9956"/>
                    <a:pt x="658" y="9956"/>
                  </a:cubicBezTo>
                  <a:cubicBezTo>
                    <a:pt x="657" y="9957"/>
                    <a:pt x="655" y="9957"/>
                    <a:pt x="654" y="9957"/>
                  </a:cubicBezTo>
                  <a:cubicBezTo>
                    <a:pt x="599" y="9957"/>
                    <a:pt x="559" y="9766"/>
                    <a:pt x="512" y="9567"/>
                  </a:cubicBezTo>
                  <a:cubicBezTo>
                    <a:pt x="548" y="9562"/>
                    <a:pt x="518" y="9483"/>
                    <a:pt x="489" y="9483"/>
                  </a:cubicBezTo>
                  <a:cubicBezTo>
                    <a:pt x="473" y="9483"/>
                    <a:pt x="458" y="9508"/>
                    <a:pt x="455" y="9584"/>
                  </a:cubicBezTo>
                  <a:cubicBezTo>
                    <a:pt x="440" y="9585"/>
                    <a:pt x="426" y="9588"/>
                    <a:pt x="412" y="9588"/>
                  </a:cubicBezTo>
                  <a:cubicBezTo>
                    <a:pt x="365" y="9588"/>
                    <a:pt x="324" y="9562"/>
                    <a:pt x="293" y="9405"/>
                  </a:cubicBezTo>
                  <a:lnTo>
                    <a:pt x="171" y="9429"/>
                  </a:lnTo>
                  <a:cubicBezTo>
                    <a:pt x="58" y="9454"/>
                    <a:pt x="1" y="9462"/>
                    <a:pt x="25" y="9875"/>
                  </a:cubicBezTo>
                  <a:cubicBezTo>
                    <a:pt x="153" y="10670"/>
                    <a:pt x="225" y="11271"/>
                    <a:pt x="343" y="11271"/>
                  </a:cubicBezTo>
                  <a:cubicBezTo>
                    <a:pt x="345" y="11271"/>
                    <a:pt x="347" y="11270"/>
                    <a:pt x="350" y="11270"/>
                  </a:cubicBezTo>
                  <a:cubicBezTo>
                    <a:pt x="414" y="11392"/>
                    <a:pt x="463" y="11521"/>
                    <a:pt x="496" y="11659"/>
                  </a:cubicBezTo>
                  <a:cubicBezTo>
                    <a:pt x="528" y="11789"/>
                    <a:pt x="536" y="11927"/>
                    <a:pt x="528" y="12064"/>
                  </a:cubicBezTo>
                  <a:cubicBezTo>
                    <a:pt x="471" y="12081"/>
                    <a:pt x="650" y="12875"/>
                    <a:pt x="893" y="13872"/>
                  </a:cubicBezTo>
                  <a:cubicBezTo>
                    <a:pt x="1177" y="15072"/>
                    <a:pt x="1323" y="15664"/>
                    <a:pt x="1314" y="15875"/>
                  </a:cubicBezTo>
                  <a:cubicBezTo>
                    <a:pt x="1306" y="16013"/>
                    <a:pt x="1323" y="16151"/>
                    <a:pt x="1355" y="16289"/>
                  </a:cubicBezTo>
                  <a:cubicBezTo>
                    <a:pt x="1355" y="16288"/>
                    <a:pt x="1356" y="16288"/>
                    <a:pt x="1356" y="16288"/>
                  </a:cubicBezTo>
                  <a:cubicBezTo>
                    <a:pt x="1424" y="16288"/>
                    <a:pt x="1706" y="17482"/>
                    <a:pt x="2077" y="18859"/>
                  </a:cubicBezTo>
                  <a:cubicBezTo>
                    <a:pt x="2447" y="20237"/>
                    <a:pt x="2842" y="21616"/>
                    <a:pt x="2903" y="21616"/>
                  </a:cubicBezTo>
                  <a:cubicBezTo>
                    <a:pt x="2903" y="21616"/>
                    <a:pt x="2903" y="21615"/>
                    <a:pt x="2904" y="21615"/>
                  </a:cubicBezTo>
                  <a:lnTo>
                    <a:pt x="3017" y="22005"/>
                  </a:lnTo>
                  <a:cubicBezTo>
                    <a:pt x="2960" y="22021"/>
                    <a:pt x="3082" y="22418"/>
                    <a:pt x="3195" y="22815"/>
                  </a:cubicBezTo>
                  <a:cubicBezTo>
                    <a:pt x="3309" y="23067"/>
                    <a:pt x="3406" y="23318"/>
                    <a:pt x="3495" y="23586"/>
                  </a:cubicBezTo>
                  <a:cubicBezTo>
                    <a:pt x="3439" y="23602"/>
                    <a:pt x="3495" y="23796"/>
                    <a:pt x="3625" y="24186"/>
                  </a:cubicBezTo>
                  <a:cubicBezTo>
                    <a:pt x="3742" y="24568"/>
                    <a:pt x="3799" y="24762"/>
                    <a:pt x="3861" y="24762"/>
                  </a:cubicBezTo>
                  <a:cubicBezTo>
                    <a:pt x="3863" y="24762"/>
                    <a:pt x="3866" y="24762"/>
                    <a:pt x="3868" y="24761"/>
                  </a:cubicBezTo>
                  <a:cubicBezTo>
                    <a:pt x="3933" y="24956"/>
                    <a:pt x="4371" y="26326"/>
                    <a:pt x="4533" y="26926"/>
                  </a:cubicBezTo>
                  <a:cubicBezTo>
                    <a:pt x="4541" y="27137"/>
                    <a:pt x="4671" y="27315"/>
                    <a:pt x="4793" y="27493"/>
                  </a:cubicBezTo>
                  <a:cubicBezTo>
                    <a:pt x="4796" y="27492"/>
                    <a:pt x="4800" y="27491"/>
                    <a:pt x="4804" y="27491"/>
                  </a:cubicBezTo>
                  <a:cubicBezTo>
                    <a:pt x="4865" y="27491"/>
                    <a:pt x="4983" y="27660"/>
                    <a:pt x="5044" y="27842"/>
                  </a:cubicBezTo>
                  <a:lnTo>
                    <a:pt x="4931" y="27875"/>
                  </a:lnTo>
                  <a:cubicBezTo>
                    <a:pt x="4882" y="27807"/>
                    <a:pt x="4852" y="27766"/>
                    <a:pt x="4842" y="27766"/>
                  </a:cubicBezTo>
                  <a:cubicBezTo>
                    <a:pt x="4827" y="27766"/>
                    <a:pt x="4859" y="27859"/>
                    <a:pt x="4947" y="28093"/>
                  </a:cubicBezTo>
                  <a:cubicBezTo>
                    <a:pt x="5020" y="28280"/>
                    <a:pt x="5093" y="28475"/>
                    <a:pt x="5093" y="28475"/>
                  </a:cubicBezTo>
                  <a:cubicBezTo>
                    <a:pt x="5093" y="28474"/>
                    <a:pt x="5094" y="28474"/>
                    <a:pt x="5094" y="28474"/>
                  </a:cubicBezTo>
                  <a:cubicBezTo>
                    <a:pt x="5163" y="28474"/>
                    <a:pt x="5503" y="29434"/>
                    <a:pt x="6049" y="30761"/>
                  </a:cubicBezTo>
                  <a:cubicBezTo>
                    <a:pt x="6756" y="32444"/>
                    <a:pt x="7027" y="33016"/>
                    <a:pt x="7084" y="33016"/>
                  </a:cubicBezTo>
                  <a:cubicBezTo>
                    <a:pt x="7085" y="33016"/>
                    <a:pt x="7086" y="33015"/>
                    <a:pt x="7087" y="33015"/>
                  </a:cubicBezTo>
                  <a:cubicBezTo>
                    <a:pt x="7090" y="33013"/>
                    <a:pt x="7094" y="33013"/>
                    <a:pt x="7097" y="33013"/>
                  </a:cubicBezTo>
                  <a:cubicBezTo>
                    <a:pt x="7154" y="33013"/>
                    <a:pt x="7245" y="33210"/>
                    <a:pt x="7436" y="33761"/>
                  </a:cubicBezTo>
                  <a:cubicBezTo>
                    <a:pt x="7801" y="34961"/>
                    <a:pt x="7825" y="34953"/>
                    <a:pt x="7963" y="35115"/>
                  </a:cubicBezTo>
                  <a:cubicBezTo>
                    <a:pt x="7866" y="34928"/>
                    <a:pt x="7922" y="34904"/>
                    <a:pt x="7979" y="34880"/>
                  </a:cubicBezTo>
                  <a:cubicBezTo>
                    <a:pt x="7990" y="34874"/>
                    <a:pt x="8002" y="34872"/>
                    <a:pt x="8013" y="34872"/>
                  </a:cubicBezTo>
                  <a:cubicBezTo>
                    <a:pt x="8104" y="34872"/>
                    <a:pt x="8180" y="35043"/>
                    <a:pt x="8166" y="35253"/>
                  </a:cubicBezTo>
                  <a:cubicBezTo>
                    <a:pt x="8028" y="35309"/>
                    <a:pt x="9560" y="38025"/>
                    <a:pt x="9795" y="38131"/>
                  </a:cubicBezTo>
                  <a:cubicBezTo>
                    <a:pt x="9814" y="38121"/>
                    <a:pt x="9826" y="38115"/>
                    <a:pt x="9827" y="38115"/>
                  </a:cubicBezTo>
                  <a:lnTo>
                    <a:pt x="9827" y="38115"/>
                  </a:lnTo>
                  <a:cubicBezTo>
                    <a:pt x="9827" y="38115"/>
                    <a:pt x="9802" y="38129"/>
                    <a:pt x="9738" y="38163"/>
                  </a:cubicBezTo>
                  <a:cubicBezTo>
                    <a:pt x="9690" y="38188"/>
                    <a:pt x="9787" y="38374"/>
                    <a:pt x="10217" y="39079"/>
                  </a:cubicBezTo>
                  <a:lnTo>
                    <a:pt x="10549" y="39606"/>
                  </a:lnTo>
                  <a:cubicBezTo>
                    <a:pt x="10552" y="39605"/>
                    <a:pt x="10555" y="39604"/>
                    <a:pt x="10558" y="39604"/>
                  </a:cubicBezTo>
                  <a:cubicBezTo>
                    <a:pt x="10685" y="39604"/>
                    <a:pt x="11254" y="40637"/>
                    <a:pt x="11222" y="40660"/>
                  </a:cubicBezTo>
                  <a:cubicBezTo>
                    <a:pt x="11287" y="40863"/>
                    <a:pt x="11287" y="40863"/>
                    <a:pt x="11522" y="41204"/>
                  </a:cubicBezTo>
                  <a:cubicBezTo>
                    <a:pt x="11960" y="41658"/>
                    <a:pt x="12519" y="42533"/>
                    <a:pt x="12479" y="42566"/>
                  </a:cubicBezTo>
                  <a:lnTo>
                    <a:pt x="12722" y="42898"/>
                  </a:lnTo>
                  <a:cubicBezTo>
                    <a:pt x="12900" y="43028"/>
                    <a:pt x="13136" y="43368"/>
                    <a:pt x="13273" y="43531"/>
                  </a:cubicBezTo>
                  <a:cubicBezTo>
                    <a:pt x="13553" y="43880"/>
                    <a:pt x="13698" y="44062"/>
                    <a:pt x="13728" y="44062"/>
                  </a:cubicBezTo>
                  <a:cubicBezTo>
                    <a:pt x="13740" y="44062"/>
                    <a:pt x="13734" y="44034"/>
                    <a:pt x="13711" y="43976"/>
                  </a:cubicBezTo>
                  <a:cubicBezTo>
                    <a:pt x="13732" y="43962"/>
                    <a:pt x="13753" y="43947"/>
                    <a:pt x="13781" y="43947"/>
                  </a:cubicBezTo>
                  <a:cubicBezTo>
                    <a:pt x="13817" y="43947"/>
                    <a:pt x="13865" y="43974"/>
                    <a:pt x="13938" y="44066"/>
                  </a:cubicBezTo>
                  <a:lnTo>
                    <a:pt x="13890" y="44106"/>
                  </a:lnTo>
                  <a:cubicBezTo>
                    <a:pt x="13841" y="44139"/>
                    <a:pt x="14214" y="44641"/>
                    <a:pt x="14773" y="45257"/>
                  </a:cubicBezTo>
                  <a:cubicBezTo>
                    <a:pt x="15446" y="46052"/>
                    <a:pt x="15730" y="46352"/>
                    <a:pt x="15835" y="46539"/>
                  </a:cubicBezTo>
                  <a:lnTo>
                    <a:pt x="16022" y="46652"/>
                  </a:lnTo>
                  <a:cubicBezTo>
                    <a:pt x="16208" y="46766"/>
                    <a:pt x="16346" y="46911"/>
                    <a:pt x="16306" y="46952"/>
                  </a:cubicBezTo>
                  <a:cubicBezTo>
                    <a:pt x="16395" y="47155"/>
                    <a:pt x="16987" y="47738"/>
                    <a:pt x="17335" y="47990"/>
                  </a:cubicBezTo>
                  <a:lnTo>
                    <a:pt x="17627" y="48274"/>
                  </a:lnTo>
                  <a:cubicBezTo>
                    <a:pt x="17692" y="48509"/>
                    <a:pt x="18154" y="48930"/>
                    <a:pt x="18398" y="48987"/>
                  </a:cubicBezTo>
                  <a:cubicBezTo>
                    <a:pt x="18357" y="49028"/>
                    <a:pt x="18511" y="49165"/>
                    <a:pt x="18665" y="49303"/>
                  </a:cubicBezTo>
                  <a:cubicBezTo>
                    <a:pt x="18884" y="49457"/>
                    <a:pt x="19087" y="49619"/>
                    <a:pt x="19281" y="49790"/>
                  </a:cubicBezTo>
                  <a:cubicBezTo>
                    <a:pt x="19484" y="49952"/>
                    <a:pt x="19638" y="50098"/>
                    <a:pt x="19622" y="50122"/>
                  </a:cubicBezTo>
                  <a:lnTo>
                    <a:pt x="19784" y="50252"/>
                  </a:lnTo>
                  <a:cubicBezTo>
                    <a:pt x="19970" y="50341"/>
                    <a:pt x="20149" y="50455"/>
                    <a:pt x="20303" y="50600"/>
                  </a:cubicBezTo>
                  <a:cubicBezTo>
                    <a:pt x="20465" y="50738"/>
                    <a:pt x="20643" y="50852"/>
                    <a:pt x="20838" y="50933"/>
                  </a:cubicBezTo>
                  <a:cubicBezTo>
                    <a:pt x="20968" y="50990"/>
                    <a:pt x="21097" y="51055"/>
                    <a:pt x="21211" y="51136"/>
                  </a:cubicBezTo>
                  <a:cubicBezTo>
                    <a:pt x="21276" y="51182"/>
                    <a:pt x="21285" y="51200"/>
                    <a:pt x="21261" y="51200"/>
                  </a:cubicBezTo>
                  <a:cubicBezTo>
                    <a:pt x="21221" y="51200"/>
                    <a:pt x="21093" y="51153"/>
                    <a:pt x="20968" y="51103"/>
                  </a:cubicBezTo>
                  <a:cubicBezTo>
                    <a:pt x="20894" y="51065"/>
                    <a:pt x="20855" y="51048"/>
                    <a:pt x="20843" y="51048"/>
                  </a:cubicBezTo>
                  <a:cubicBezTo>
                    <a:pt x="20795" y="51048"/>
                    <a:pt x="21212" y="51328"/>
                    <a:pt x="21681" y="51549"/>
                  </a:cubicBezTo>
                  <a:cubicBezTo>
                    <a:pt x="22011" y="51707"/>
                    <a:pt x="22151" y="51774"/>
                    <a:pt x="22134" y="51774"/>
                  </a:cubicBezTo>
                  <a:cubicBezTo>
                    <a:pt x="22121" y="51774"/>
                    <a:pt x="22020" y="51737"/>
                    <a:pt x="21843" y="51671"/>
                  </a:cubicBezTo>
                  <a:cubicBezTo>
                    <a:pt x="21737" y="51633"/>
                    <a:pt x="21632" y="51594"/>
                    <a:pt x="21608" y="51594"/>
                  </a:cubicBezTo>
                  <a:cubicBezTo>
                    <a:pt x="21586" y="51594"/>
                    <a:pt x="21633" y="51626"/>
                    <a:pt x="21811" y="51719"/>
                  </a:cubicBezTo>
                  <a:cubicBezTo>
                    <a:pt x="21811" y="51719"/>
                    <a:pt x="22086" y="51922"/>
                    <a:pt x="22165" y="51922"/>
                  </a:cubicBezTo>
                  <a:cubicBezTo>
                    <a:pt x="22174" y="51922"/>
                    <a:pt x="22181" y="51920"/>
                    <a:pt x="22184" y="51914"/>
                  </a:cubicBezTo>
                  <a:lnTo>
                    <a:pt x="22711" y="52254"/>
                  </a:lnTo>
                  <a:cubicBezTo>
                    <a:pt x="22922" y="52441"/>
                    <a:pt x="23141" y="52611"/>
                    <a:pt x="23376" y="52765"/>
                  </a:cubicBezTo>
                  <a:cubicBezTo>
                    <a:pt x="23586" y="52830"/>
                    <a:pt x="23586" y="52822"/>
                    <a:pt x="23732" y="52984"/>
                  </a:cubicBezTo>
                  <a:cubicBezTo>
                    <a:pt x="23710" y="53018"/>
                    <a:pt x="23791" y="53078"/>
                    <a:pt x="23863" y="53078"/>
                  </a:cubicBezTo>
                  <a:cubicBezTo>
                    <a:pt x="23895" y="53078"/>
                    <a:pt x="23926" y="53066"/>
                    <a:pt x="23943" y="53033"/>
                  </a:cubicBezTo>
                  <a:cubicBezTo>
                    <a:pt x="24154" y="53090"/>
                    <a:pt x="24340" y="53195"/>
                    <a:pt x="24486" y="53349"/>
                  </a:cubicBezTo>
                  <a:cubicBezTo>
                    <a:pt x="24439" y="53436"/>
                    <a:pt x="24553" y="53523"/>
                    <a:pt x="24613" y="53523"/>
                  </a:cubicBezTo>
                  <a:cubicBezTo>
                    <a:pt x="24625" y="53523"/>
                    <a:pt x="24635" y="53520"/>
                    <a:pt x="24640" y="53511"/>
                  </a:cubicBezTo>
                  <a:cubicBezTo>
                    <a:pt x="24778" y="53544"/>
                    <a:pt x="24908" y="53600"/>
                    <a:pt x="25030" y="53665"/>
                  </a:cubicBezTo>
                  <a:cubicBezTo>
                    <a:pt x="25013" y="53698"/>
                    <a:pt x="25427" y="53917"/>
                    <a:pt x="26051" y="54249"/>
                  </a:cubicBezTo>
                  <a:cubicBezTo>
                    <a:pt x="26359" y="54419"/>
                    <a:pt x="26732" y="54598"/>
                    <a:pt x="27138" y="54768"/>
                  </a:cubicBezTo>
                  <a:cubicBezTo>
                    <a:pt x="27543" y="54946"/>
                    <a:pt x="27973" y="55149"/>
                    <a:pt x="28411" y="55319"/>
                  </a:cubicBezTo>
                  <a:cubicBezTo>
                    <a:pt x="28528" y="55368"/>
                    <a:pt x="28651" y="55393"/>
                    <a:pt x="28736" y="55393"/>
                  </a:cubicBezTo>
                  <a:cubicBezTo>
                    <a:pt x="28791" y="55393"/>
                    <a:pt x="28831" y="55382"/>
                    <a:pt x="28840" y="55360"/>
                  </a:cubicBezTo>
                  <a:cubicBezTo>
                    <a:pt x="28858" y="55322"/>
                    <a:pt x="28866" y="55305"/>
                    <a:pt x="28877" y="55305"/>
                  </a:cubicBezTo>
                  <a:cubicBezTo>
                    <a:pt x="28897" y="55305"/>
                    <a:pt x="28926" y="55358"/>
                    <a:pt x="29035" y="55441"/>
                  </a:cubicBezTo>
                  <a:cubicBezTo>
                    <a:pt x="29112" y="55596"/>
                    <a:pt x="29302" y="55708"/>
                    <a:pt x="29396" y="55708"/>
                  </a:cubicBezTo>
                  <a:cubicBezTo>
                    <a:pt x="29449" y="55708"/>
                    <a:pt x="29471" y="55672"/>
                    <a:pt x="29424" y="55587"/>
                  </a:cubicBezTo>
                  <a:cubicBezTo>
                    <a:pt x="29353" y="55501"/>
                    <a:pt x="29315" y="55455"/>
                    <a:pt x="29328" y="55455"/>
                  </a:cubicBezTo>
                  <a:cubicBezTo>
                    <a:pt x="29343" y="55455"/>
                    <a:pt x="29430" y="55519"/>
                    <a:pt x="29619" y="55660"/>
                  </a:cubicBezTo>
                  <a:cubicBezTo>
                    <a:pt x="29789" y="55781"/>
                    <a:pt x="29789" y="55781"/>
                    <a:pt x="30008" y="55798"/>
                  </a:cubicBezTo>
                  <a:cubicBezTo>
                    <a:pt x="30012" y="55786"/>
                    <a:pt x="30027" y="55780"/>
                    <a:pt x="30047" y="55780"/>
                  </a:cubicBezTo>
                  <a:cubicBezTo>
                    <a:pt x="30107" y="55780"/>
                    <a:pt x="30215" y="55828"/>
                    <a:pt x="30202" y="55871"/>
                  </a:cubicBezTo>
                  <a:cubicBezTo>
                    <a:pt x="30346" y="55973"/>
                    <a:pt x="30496" y="56076"/>
                    <a:pt x="30554" y="56076"/>
                  </a:cubicBezTo>
                  <a:cubicBezTo>
                    <a:pt x="30564" y="56076"/>
                    <a:pt x="30572" y="56073"/>
                    <a:pt x="30575" y="56065"/>
                  </a:cubicBezTo>
                  <a:cubicBezTo>
                    <a:pt x="30705" y="56106"/>
                    <a:pt x="30827" y="56170"/>
                    <a:pt x="30948" y="56252"/>
                  </a:cubicBezTo>
                  <a:cubicBezTo>
                    <a:pt x="31119" y="56373"/>
                    <a:pt x="31346" y="56381"/>
                    <a:pt x="31556" y="56389"/>
                  </a:cubicBezTo>
                  <a:cubicBezTo>
                    <a:pt x="32189" y="56462"/>
                    <a:pt x="32392" y="56511"/>
                    <a:pt x="32156" y="56568"/>
                  </a:cubicBezTo>
                  <a:cubicBezTo>
                    <a:pt x="31949" y="56618"/>
                    <a:pt x="32710" y="56806"/>
                    <a:pt x="33056" y="56806"/>
                  </a:cubicBezTo>
                  <a:cubicBezTo>
                    <a:pt x="33103" y="56806"/>
                    <a:pt x="33142" y="56803"/>
                    <a:pt x="33170" y="56795"/>
                  </a:cubicBezTo>
                  <a:cubicBezTo>
                    <a:pt x="33287" y="56766"/>
                    <a:pt x="33346" y="56752"/>
                    <a:pt x="33374" y="56752"/>
                  </a:cubicBezTo>
                  <a:cubicBezTo>
                    <a:pt x="33401" y="56752"/>
                    <a:pt x="33397" y="56766"/>
                    <a:pt x="33389" y="56795"/>
                  </a:cubicBezTo>
                  <a:cubicBezTo>
                    <a:pt x="33373" y="56852"/>
                    <a:pt x="33575" y="56900"/>
                    <a:pt x="33575" y="56900"/>
                  </a:cubicBezTo>
                  <a:cubicBezTo>
                    <a:pt x="33778" y="56957"/>
                    <a:pt x="33981" y="57006"/>
                    <a:pt x="33964" y="57062"/>
                  </a:cubicBezTo>
                  <a:cubicBezTo>
                    <a:pt x="34167" y="57111"/>
                    <a:pt x="34378" y="57135"/>
                    <a:pt x="34589" y="57152"/>
                  </a:cubicBezTo>
                  <a:cubicBezTo>
                    <a:pt x="34615" y="57150"/>
                    <a:pt x="34643" y="57149"/>
                    <a:pt x="34671" y="57149"/>
                  </a:cubicBezTo>
                  <a:cubicBezTo>
                    <a:pt x="35091" y="57149"/>
                    <a:pt x="35630" y="57315"/>
                    <a:pt x="35805" y="57460"/>
                  </a:cubicBezTo>
                  <a:lnTo>
                    <a:pt x="36226" y="57476"/>
                  </a:lnTo>
                  <a:cubicBezTo>
                    <a:pt x="36347" y="57433"/>
                    <a:pt x="36465" y="57404"/>
                    <a:pt x="36545" y="57404"/>
                  </a:cubicBezTo>
                  <a:cubicBezTo>
                    <a:pt x="36617" y="57404"/>
                    <a:pt x="36660" y="57427"/>
                    <a:pt x="36648" y="57484"/>
                  </a:cubicBezTo>
                  <a:cubicBezTo>
                    <a:pt x="36642" y="57524"/>
                    <a:pt x="36633" y="57568"/>
                    <a:pt x="36633" y="57568"/>
                  </a:cubicBezTo>
                  <a:cubicBezTo>
                    <a:pt x="36633" y="57568"/>
                    <a:pt x="36635" y="57560"/>
                    <a:pt x="36640" y="57541"/>
                  </a:cubicBezTo>
                  <a:cubicBezTo>
                    <a:pt x="36679" y="57528"/>
                    <a:pt x="36736" y="57522"/>
                    <a:pt x="36803" y="57522"/>
                  </a:cubicBezTo>
                  <a:cubicBezTo>
                    <a:pt x="37123" y="57522"/>
                    <a:pt x="37675" y="57650"/>
                    <a:pt x="37662" y="57743"/>
                  </a:cubicBezTo>
                  <a:cubicBezTo>
                    <a:pt x="37653" y="57808"/>
                    <a:pt x="37653" y="57808"/>
                    <a:pt x="37864" y="57833"/>
                  </a:cubicBezTo>
                  <a:lnTo>
                    <a:pt x="37872" y="57776"/>
                  </a:lnTo>
                  <a:cubicBezTo>
                    <a:pt x="37879" y="57721"/>
                    <a:pt x="37886" y="57673"/>
                    <a:pt x="38012" y="57673"/>
                  </a:cubicBezTo>
                  <a:cubicBezTo>
                    <a:pt x="38036" y="57673"/>
                    <a:pt x="38065" y="57675"/>
                    <a:pt x="38099" y="57679"/>
                  </a:cubicBezTo>
                  <a:cubicBezTo>
                    <a:pt x="38302" y="57703"/>
                    <a:pt x="38513" y="57719"/>
                    <a:pt x="38505" y="57776"/>
                  </a:cubicBezTo>
                  <a:cubicBezTo>
                    <a:pt x="38660" y="57832"/>
                    <a:pt x="38820" y="57892"/>
                    <a:pt x="38886" y="57892"/>
                  </a:cubicBezTo>
                  <a:cubicBezTo>
                    <a:pt x="38907" y="57892"/>
                    <a:pt x="38918" y="57886"/>
                    <a:pt x="38918" y="57873"/>
                  </a:cubicBezTo>
                  <a:cubicBezTo>
                    <a:pt x="39064" y="57889"/>
                    <a:pt x="39202" y="57914"/>
                    <a:pt x="39340" y="57954"/>
                  </a:cubicBezTo>
                  <a:lnTo>
                    <a:pt x="40183" y="57987"/>
                  </a:lnTo>
                  <a:cubicBezTo>
                    <a:pt x="40293" y="57961"/>
                    <a:pt x="40459" y="57947"/>
                    <a:pt x="40593" y="57947"/>
                  </a:cubicBezTo>
                  <a:cubicBezTo>
                    <a:pt x="40718" y="57947"/>
                    <a:pt x="40815" y="57959"/>
                    <a:pt x="40815" y="57987"/>
                  </a:cubicBezTo>
                  <a:cubicBezTo>
                    <a:pt x="40843" y="57988"/>
                    <a:pt x="40870" y="57988"/>
                    <a:pt x="40897" y="57988"/>
                  </a:cubicBezTo>
                  <a:cubicBezTo>
                    <a:pt x="41087" y="57988"/>
                    <a:pt x="41272" y="57963"/>
                    <a:pt x="41456" y="57914"/>
                  </a:cubicBezTo>
                  <a:cubicBezTo>
                    <a:pt x="41657" y="57902"/>
                    <a:pt x="41810" y="57892"/>
                    <a:pt x="41916" y="57892"/>
                  </a:cubicBezTo>
                  <a:cubicBezTo>
                    <a:pt x="42033" y="57892"/>
                    <a:pt x="42092" y="57904"/>
                    <a:pt x="42096" y="57938"/>
                  </a:cubicBezTo>
                  <a:cubicBezTo>
                    <a:pt x="42096" y="57965"/>
                    <a:pt x="42096" y="57979"/>
                    <a:pt x="42118" y="57979"/>
                  </a:cubicBezTo>
                  <a:cubicBezTo>
                    <a:pt x="42143" y="57979"/>
                    <a:pt x="42195" y="57961"/>
                    <a:pt x="42307" y="57922"/>
                  </a:cubicBezTo>
                  <a:cubicBezTo>
                    <a:pt x="42307" y="57865"/>
                    <a:pt x="42518" y="57841"/>
                    <a:pt x="42729" y="57816"/>
                  </a:cubicBezTo>
                  <a:lnTo>
                    <a:pt x="43151" y="57768"/>
                  </a:lnTo>
                  <a:cubicBezTo>
                    <a:pt x="43142" y="57711"/>
                    <a:pt x="43142" y="57711"/>
                    <a:pt x="43353" y="57687"/>
                  </a:cubicBezTo>
                  <a:cubicBezTo>
                    <a:pt x="43564" y="57646"/>
                    <a:pt x="44205" y="57597"/>
                    <a:pt x="44415" y="57557"/>
                  </a:cubicBezTo>
                  <a:cubicBezTo>
                    <a:pt x="45032" y="57411"/>
                    <a:pt x="45032" y="57411"/>
                    <a:pt x="44813" y="57395"/>
                  </a:cubicBezTo>
                  <a:lnTo>
                    <a:pt x="44813" y="57395"/>
                  </a:lnTo>
                  <a:cubicBezTo>
                    <a:pt x="44757" y="57408"/>
                    <a:pt x="44715" y="57414"/>
                    <a:pt x="44693" y="57414"/>
                  </a:cubicBezTo>
                  <a:cubicBezTo>
                    <a:pt x="44634" y="57414"/>
                    <a:pt x="44709" y="57376"/>
                    <a:pt x="45015" y="57346"/>
                  </a:cubicBezTo>
                  <a:cubicBezTo>
                    <a:pt x="45121" y="57322"/>
                    <a:pt x="45331" y="57289"/>
                    <a:pt x="45591" y="57241"/>
                  </a:cubicBezTo>
                  <a:cubicBezTo>
                    <a:pt x="45850" y="57192"/>
                    <a:pt x="46150" y="57111"/>
                    <a:pt x="46458" y="57022"/>
                  </a:cubicBezTo>
                  <a:cubicBezTo>
                    <a:pt x="47269" y="56779"/>
                    <a:pt x="47253" y="56754"/>
                    <a:pt x="47237" y="56706"/>
                  </a:cubicBezTo>
                  <a:cubicBezTo>
                    <a:pt x="47060" y="56668"/>
                    <a:pt x="47139" y="56620"/>
                    <a:pt x="47294" y="56620"/>
                  </a:cubicBezTo>
                  <a:cubicBezTo>
                    <a:pt x="47338" y="56620"/>
                    <a:pt x="47388" y="56624"/>
                    <a:pt x="47440" y="56633"/>
                  </a:cubicBezTo>
                  <a:cubicBezTo>
                    <a:pt x="47869" y="56600"/>
                    <a:pt x="48072" y="56535"/>
                    <a:pt x="48048" y="56479"/>
                  </a:cubicBezTo>
                  <a:cubicBezTo>
                    <a:pt x="48161" y="56389"/>
                    <a:pt x="48283" y="56316"/>
                    <a:pt x="48421" y="56268"/>
                  </a:cubicBezTo>
                  <a:cubicBezTo>
                    <a:pt x="48424" y="56280"/>
                    <a:pt x="48435" y="56285"/>
                    <a:pt x="48454" y="56285"/>
                  </a:cubicBezTo>
                  <a:cubicBezTo>
                    <a:pt x="48525" y="56285"/>
                    <a:pt x="48707" y="56200"/>
                    <a:pt x="48996" y="56033"/>
                  </a:cubicBezTo>
                  <a:cubicBezTo>
                    <a:pt x="49102" y="55989"/>
                    <a:pt x="49150" y="55968"/>
                    <a:pt x="49176" y="55968"/>
                  </a:cubicBezTo>
                  <a:cubicBezTo>
                    <a:pt x="49198" y="55968"/>
                    <a:pt x="49204" y="55982"/>
                    <a:pt x="49215" y="56008"/>
                  </a:cubicBezTo>
                  <a:lnTo>
                    <a:pt x="49604" y="55846"/>
                  </a:lnTo>
                  <a:cubicBezTo>
                    <a:pt x="49937" y="55554"/>
                    <a:pt x="51088" y="55084"/>
                    <a:pt x="51299" y="55027"/>
                  </a:cubicBezTo>
                  <a:cubicBezTo>
                    <a:pt x="51420" y="54962"/>
                    <a:pt x="51534" y="54881"/>
                    <a:pt x="51639" y="54784"/>
                  </a:cubicBezTo>
                  <a:cubicBezTo>
                    <a:pt x="51733" y="54638"/>
                    <a:pt x="51856" y="54546"/>
                    <a:pt x="51939" y="54546"/>
                  </a:cubicBezTo>
                  <a:cubicBezTo>
                    <a:pt x="51971" y="54546"/>
                    <a:pt x="51996" y="54560"/>
                    <a:pt x="52012" y="54589"/>
                  </a:cubicBezTo>
                  <a:cubicBezTo>
                    <a:pt x="52036" y="54638"/>
                    <a:pt x="52050" y="54665"/>
                    <a:pt x="52067" y="54665"/>
                  </a:cubicBezTo>
                  <a:cubicBezTo>
                    <a:pt x="52091" y="54665"/>
                    <a:pt x="52121" y="54614"/>
                    <a:pt x="52191" y="54492"/>
                  </a:cubicBezTo>
                  <a:cubicBezTo>
                    <a:pt x="52320" y="54363"/>
                    <a:pt x="52979" y="53983"/>
                    <a:pt x="53117" y="53983"/>
                  </a:cubicBezTo>
                  <a:cubicBezTo>
                    <a:pt x="53144" y="53983"/>
                    <a:pt x="53151" y="53997"/>
                    <a:pt x="53131" y="54030"/>
                  </a:cubicBezTo>
                  <a:cubicBezTo>
                    <a:pt x="53155" y="54087"/>
                    <a:pt x="53188" y="54135"/>
                    <a:pt x="53188" y="54135"/>
                  </a:cubicBezTo>
                  <a:cubicBezTo>
                    <a:pt x="53285" y="54038"/>
                    <a:pt x="53399" y="53949"/>
                    <a:pt x="53520" y="53876"/>
                  </a:cubicBezTo>
                  <a:cubicBezTo>
                    <a:pt x="53488" y="53827"/>
                    <a:pt x="53666" y="53714"/>
                    <a:pt x="54193" y="53390"/>
                  </a:cubicBezTo>
                  <a:cubicBezTo>
                    <a:pt x="54558" y="53179"/>
                    <a:pt x="55215" y="52660"/>
                    <a:pt x="55563" y="52433"/>
                  </a:cubicBezTo>
                  <a:cubicBezTo>
                    <a:pt x="55912" y="52214"/>
                    <a:pt x="56415" y="51841"/>
                    <a:pt x="56618" y="51776"/>
                  </a:cubicBezTo>
                  <a:cubicBezTo>
                    <a:pt x="56845" y="51622"/>
                    <a:pt x="57063" y="51436"/>
                    <a:pt x="57258" y="51241"/>
                  </a:cubicBezTo>
                  <a:cubicBezTo>
                    <a:pt x="57377" y="51078"/>
                    <a:pt x="57665" y="50854"/>
                    <a:pt x="57738" y="50854"/>
                  </a:cubicBezTo>
                  <a:cubicBezTo>
                    <a:pt x="57745" y="50854"/>
                    <a:pt x="57750" y="50856"/>
                    <a:pt x="57753" y="50860"/>
                  </a:cubicBezTo>
                  <a:lnTo>
                    <a:pt x="57915" y="50738"/>
                  </a:lnTo>
                  <a:cubicBezTo>
                    <a:pt x="58215" y="50438"/>
                    <a:pt x="58369" y="50309"/>
                    <a:pt x="58369" y="50309"/>
                  </a:cubicBezTo>
                  <a:cubicBezTo>
                    <a:pt x="58377" y="50318"/>
                    <a:pt x="58390" y="50323"/>
                    <a:pt x="58408" y="50323"/>
                  </a:cubicBezTo>
                  <a:cubicBezTo>
                    <a:pt x="58482" y="50323"/>
                    <a:pt x="58629" y="50242"/>
                    <a:pt x="58734" y="50098"/>
                  </a:cubicBezTo>
                  <a:cubicBezTo>
                    <a:pt x="58693" y="50049"/>
                    <a:pt x="58855" y="49919"/>
                    <a:pt x="59180" y="49660"/>
                  </a:cubicBezTo>
                  <a:cubicBezTo>
                    <a:pt x="59269" y="49603"/>
                    <a:pt x="59658" y="49287"/>
                    <a:pt x="60201" y="48849"/>
                  </a:cubicBezTo>
                  <a:cubicBezTo>
                    <a:pt x="60728" y="48387"/>
                    <a:pt x="61401" y="47795"/>
                    <a:pt x="62033" y="47187"/>
                  </a:cubicBezTo>
                  <a:cubicBezTo>
                    <a:pt x="62674" y="46571"/>
                    <a:pt x="63274" y="45947"/>
                    <a:pt x="63712" y="45476"/>
                  </a:cubicBezTo>
                  <a:lnTo>
                    <a:pt x="64239" y="44909"/>
                  </a:lnTo>
                  <a:cubicBezTo>
                    <a:pt x="64304" y="44836"/>
                    <a:pt x="64369" y="44763"/>
                    <a:pt x="64425" y="44682"/>
                  </a:cubicBezTo>
                  <a:cubicBezTo>
                    <a:pt x="64425" y="44682"/>
                    <a:pt x="64563" y="44536"/>
                    <a:pt x="64839" y="44228"/>
                  </a:cubicBezTo>
                  <a:lnTo>
                    <a:pt x="65260" y="43774"/>
                  </a:lnTo>
                  <a:cubicBezTo>
                    <a:pt x="65264" y="43778"/>
                    <a:pt x="65270" y="43780"/>
                    <a:pt x="65276" y="43780"/>
                  </a:cubicBezTo>
                  <a:cubicBezTo>
                    <a:pt x="65405" y="43780"/>
                    <a:pt x="66024" y="43044"/>
                    <a:pt x="66363" y="42558"/>
                  </a:cubicBezTo>
                  <a:cubicBezTo>
                    <a:pt x="66460" y="42371"/>
                    <a:pt x="66582" y="42209"/>
                    <a:pt x="66728" y="42055"/>
                  </a:cubicBezTo>
                  <a:cubicBezTo>
                    <a:pt x="66735" y="42061"/>
                    <a:pt x="66744" y="42064"/>
                    <a:pt x="66754" y="42064"/>
                  </a:cubicBezTo>
                  <a:cubicBezTo>
                    <a:pt x="66879" y="42064"/>
                    <a:pt x="67240" y="41647"/>
                    <a:pt x="67449" y="41325"/>
                  </a:cubicBezTo>
                  <a:cubicBezTo>
                    <a:pt x="67489" y="41133"/>
                    <a:pt x="67583" y="40995"/>
                    <a:pt x="67665" y="40995"/>
                  </a:cubicBezTo>
                  <a:cubicBezTo>
                    <a:pt x="67683" y="40995"/>
                    <a:pt x="67701" y="41002"/>
                    <a:pt x="67717" y="41017"/>
                  </a:cubicBezTo>
                  <a:cubicBezTo>
                    <a:pt x="67726" y="41026"/>
                    <a:pt x="67738" y="41030"/>
                    <a:pt x="67751" y="41030"/>
                  </a:cubicBezTo>
                  <a:cubicBezTo>
                    <a:pt x="67861" y="41030"/>
                    <a:pt x="68088" y="40736"/>
                    <a:pt x="68203" y="40352"/>
                  </a:cubicBezTo>
                  <a:cubicBezTo>
                    <a:pt x="68293" y="40158"/>
                    <a:pt x="68293" y="40158"/>
                    <a:pt x="68471" y="40044"/>
                  </a:cubicBezTo>
                  <a:cubicBezTo>
                    <a:pt x="68698" y="39963"/>
                    <a:pt x="68828" y="39809"/>
                    <a:pt x="68787" y="39769"/>
                  </a:cubicBezTo>
                  <a:cubicBezTo>
                    <a:pt x="68812" y="39550"/>
                    <a:pt x="68966" y="39363"/>
                    <a:pt x="69176" y="39298"/>
                  </a:cubicBezTo>
                  <a:cubicBezTo>
                    <a:pt x="69533" y="39063"/>
                    <a:pt x="69533" y="39063"/>
                    <a:pt x="69574" y="38828"/>
                  </a:cubicBezTo>
                  <a:cubicBezTo>
                    <a:pt x="69614" y="38593"/>
                    <a:pt x="70141" y="37961"/>
                    <a:pt x="70360" y="37879"/>
                  </a:cubicBezTo>
                  <a:cubicBezTo>
                    <a:pt x="70490" y="37725"/>
                    <a:pt x="70668" y="37604"/>
                    <a:pt x="70620" y="37563"/>
                  </a:cubicBezTo>
                  <a:lnTo>
                    <a:pt x="70798" y="37450"/>
                  </a:lnTo>
                  <a:lnTo>
                    <a:pt x="71057" y="37134"/>
                  </a:lnTo>
                  <a:lnTo>
                    <a:pt x="71009" y="37093"/>
                  </a:lnTo>
                  <a:cubicBezTo>
                    <a:pt x="71139" y="36931"/>
                    <a:pt x="71965" y="36023"/>
                    <a:pt x="72865" y="34912"/>
                  </a:cubicBezTo>
                  <a:cubicBezTo>
                    <a:pt x="74106" y="33372"/>
                    <a:pt x="74450" y="32935"/>
                    <a:pt x="74399" y="32935"/>
                  </a:cubicBezTo>
                  <a:cubicBezTo>
                    <a:pt x="74392" y="32935"/>
                    <a:pt x="74378" y="32943"/>
                    <a:pt x="74357" y="32958"/>
                  </a:cubicBezTo>
                  <a:cubicBezTo>
                    <a:pt x="74333" y="32967"/>
                    <a:pt x="74314" y="32971"/>
                    <a:pt x="74301" y="32971"/>
                  </a:cubicBezTo>
                  <a:cubicBezTo>
                    <a:pt x="74194" y="32971"/>
                    <a:pt x="74414" y="32714"/>
                    <a:pt x="74609" y="32642"/>
                  </a:cubicBezTo>
                  <a:cubicBezTo>
                    <a:pt x="74738" y="32480"/>
                    <a:pt x="75038" y="32204"/>
                    <a:pt x="75298" y="31888"/>
                  </a:cubicBezTo>
                  <a:cubicBezTo>
                    <a:pt x="75535" y="31590"/>
                    <a:pt x="75779" y="31284"/>
                    <a:pt x="75847" y="31284"/>
                  </a:cubicBezTo>
                  <a:cubicBezTo>
                    <a:pt x="75851" y="31284"/>
                    <a:pt x="75854" y="31286"/>
                    <a:pt x="75857" y="31288"/>
                  </a:cubicBezTo>
                  <a:lnTo>
                    <a:pt x="75979" y="31134"/>
                  </a:lnTo>
                  <a:cubicBezTo>
                    <a:pt x="76149" y="30737"/>
                    <a:pt x="76919" y="29788"/>
                    <a:pt x="77349" y="29350"/>
                  </a:cubicBezTo>
                  <a:cubicBezTo>
                    <a:pt x="77576" y="29099"/>
                    <a:pt x="77771" y="28815"/>
                    <a:pt x="77949" y="28523"/>
                  </a:cubicBezTo>
                  <a:cubicBezTo>
                    <a:pt x="78160" y="28175"/>
                    <a:pt x="78160" y="28175"/>
                    <a:pt x="78338" y="28053"/>
                  </a:cubicBezTo>
                  <a:cubicBezTo>
                    <a:pt x="78339" y="28054"/>
                    <a:pt x="78341" y="28054"/>
                    <a:pt x="78343" y="28054"/>
                  </a:cubicBezTo>
                  <a:cubicBezTo>
                    <a:pt x="78423" y="28054"/>
                    <a:pt x="79212" y="27192"/>
                    <a:pt x="79125" y="27121"/>
                  </a:cubicBezTo>
                  <a:lnTo>
                    <a:pt x="79295" y="26999"/>
                  </a:lnTo>
                  <a:cubicBezTo>
                    <a:pt x="79473" y="26885"/>
                    <a:pt x="79554" y="26691"/>
                    <a:pt x="79514" y="26650"/>
                  </a:cubicBezTo>
                  <a:cubicBezTo>
                    <a:pt x="79425" y="26569"/>
                    <a:pt x="79554" y="26415"/>
                    <a:pt x="79822" y="26383"/>
                  </a:cubicBezTo>
                  <a:cubicBezTo>
                    <a:pt x="79839" y="26396"/>
                    <a:pt x="79857" y="26402"/>
                    <a:pt x="79875" y="26402"/>
                  </a:cubicBezTo>
                  <a:cubicBezTo>
                    <a:pt x="79954" y="26402"/>
                    <a:pt x="80033" y="26296"/>
                    <a:pt x="80000" y="26269"/>
                  </a:cubicBezTo>
                  <a:cubicBezTo>
                    <a:pt x="80081" y="26075"/>
                    <a:pt x="80171" y="25880"/>
                    <a:pt x="80349" y="25758"/>
                  </a:cubicBezTo>
                  <a:cubicBezTo>
                    <a:pt x="80479" y="25604"/>
                    <a:pt x="80608" y="25450"/>
                    <a:pt x="80527" y="25369"/>
                  </a:cubicBezTo>
                  <a:cubicBezTo>
                    <a:pt x="80479" y="25337"/>
                    <a:pt x="80608" y="25175"/>
                    <a:pt x="80746" y="25021"/>
                  </a:cubicBezTo>
                  <a:lnTo>
                    <a:pt x="80746" y="25021"/>
                  </a:lnTo>
                  <a:cubicBezTo>
                    <a:pt x="80787" y="25061"/>
                    <a:pt x="80787" y="25061"/>
                    <a:pt x="80698" y="25256"/>
                  </a:cubicBezTo>
                  <a:cubicBezTo>
                    <a:pt x="80663" y="25297"/>
                    <a:pt x="80647" y="25316"/>
                    <a:pt x="80647" y="25316"/>
                  </a:cubicBezTo>
                  <a:cubicBezTo>
                    <a:pt x="80647" y="25316"/>
                    <a:pt x="80769" y="25173"/>
                    <a:pt x="80965" y="24948"/>
                  </a:cubicBezTo>
                  <a:cubicBezTo>
                    <a:pt x="81093" y="24812"/>
                    <a:pt x="81369" y="24571"/>
                    <a:pt x="81439" y="24571"/>
                  </a:cubicBezTo>
                  <a:cubicBezTo>
                    <a:pt x="81445" y="24571"/>
                    <a:pt x="81449" y="24572"/>
                    <a:pt x="81452" y="24575"/>
                  </a:cubicBezTo>
                  <a:cubicBezTo>
                    <a:pt x="81598" y="24482"/>
                    <a:pt x="81717" y="24361"/>
                    <a:pt x="81634" y="24361"/>
                  </a:cubicBezTo>
                  <a:cubicBezTo>
                    <a:pt x="81616" y="24361"/>
                    <a:pt x="81588" y="24367"/>
                    <a:pt x="81549" y="24380"/>
                  </a:cubicBezTo>
                  <a:cubicBezTo>
                    <a:pt x="81460" y="24299"/>
                    <a:pt x="81460" y="24299"/>
                    <a:pt x="81727" y="23999"/>
                  </a:cubicBezTo>
                  <a:cubicBezTo>
                    <a:pt x="81843" y="23862"/>
                    <a:pt x="81965" y="23725"/>
                    <a:pt x="82019" y="23725"/>
                  </a:cubicBezTo>
                  <a:cubicBezTo>
                    <a:pt x="82025" y="23725"/>
                    <a:pt x="82031" y="23727"/>
                    <a:pt x="82035" y="23731"/>
                  </a:cubicBezTo>
                  <a:cubicBezTo>
                    <a:pt x="82048" y="23742"/>
                    <a:pt x="82058" y="23750"/>
                    <a:pt x="82070" y="23750"/>
                  </a:cubicBezTo>
                  <a:cubicBezTo>
                    <a:pt x="82103" y="23750"/>
                    <a:pt x="82156" y="23691"/>
                    <a:pt x="82352" y="23472"/>
                  </a:cubicBezTo>
                  <a:cubicBezTo>
                    <a:pt x="82757" y="23018"/>
                    <a:pt x="83041" y="22442"/>
                    <a:pt x="83089" y="22215"/>
                  </a:cubicBezTo>
                  <a:cubicBezTo>
                    <a:pt x="83000" y="22126"/>
                    <a:pt x="83000" y="22126"/>
                    <a:pt x="83227" y="22061"/>
                  </a:cubicBezTo>
                  <a:cubicBezTo>
                    <a:pt x="83232" y="22066"/>
                    <a:pt x="83238" y="22068"/>
                    <a:pt x="83245" y="22068"/>
                  </a:cubicBezTo>
                  <a:cubicBezTo>
                    <a:pt x="83299" y="22068"/>
                    <a:pt x="83421" y="21938"/>
                    <a:pt x="83543" y="21802"/>
                  </a:cubicBezTo>
                  <a:lnTo>
                    <a:pt x="83543" y="21802"/>
                  </a:lnTo>
                  <a:cubicBezTo>
                    <a:pt x="83584" y="21842"/>
                    <a:pt x="83454" y="21996"/>
                    <a:pt x="83316" y="22142"/>
                  </a:cubicBezTo>
                  <a:lnTo>
                    <a:pt x="83357" y="22191"/>
                  </a:lnTo>
                  <a:cubicBezTo>
                    <a:pt x="83568" y="22126"/>
                    <a:pt x="83730" y="21956"/>
                    <a:pt x="83770" y="21737"/>
                  </a:cubicBezTo>
                  <a:cubicBezTo>
                    <a:pt x="83868" y="21551"/>
                    <a:pt x="83868" y="21551"/>
                    <a:pt x="84046" y="21445"/>
                  </a:cubicBezTo>
                  <a:cubicBezTo>
                    <a:pt x="84233" y="21340"/>
                    <a:pt x="84411" y="21234"/>
                    <a:pt x="84370" y="21194"/>
                  </a:cubicBezTo>
                  <a:cubicBezTo>
                    <a:pt x="84508" y="21048"/>
                    <a:pt x="84662" y="20910"/>
                    <a:pt x="84833" y="20796"/>
                  </a:cubicBezTo>
                  <a:cubicBezTo>
                    <a:pt x="85108" y="20505"/>
                    <a:pt x="85246" y="20351"/>
                    <a:pt x="85205" y="20310"/>
                  </a:cubicBezTo>
                  <a:cubicBezTo>
                    <a:pt x="85165" y="20269"/>
                    <a:pt x="85303" y="20124"/>
                    <a:pt x="85449" y="19978"/>
                  </a:cubicBezTo>
                  <a:cubicBezTo>
                    <a:pt x="85595" y="19824"/>
                    <a:pt x="85732" y="19678"/>
                    <a:pt x="85692" y="19637"/>
                  </a:cubicBezTo>
                  <a:cubicBezTo>
                    <a:pt x="85651" y="19597"/>
                    <a:pt x="85749" y="19402"/>
                    <a:pt x="86032" y="19110"/>
                  </a:cubicBezTo>
                  <a:cubicBezTo>
                    <a:pt x="86276" y="18770"/>
                    <a:pt x="86276" y="18770"/>
                    <a:pt x="86503" y="18713"/>
                  </a:cubicBezTo>
                  <a:cubicBezTo>
                    <a:pt x="86507" y="18717"/>
                    <a:pt x="86513" y="18720"/>
                    <a:pt x="86520" y="18720"/>
                  </a:cubicBezTo>
                  <a:cubicBezTo>
                    <a:pt x="86575" y="18720"/>
                    <a:pt x="86698" y="18590"/>
                    <a:pt x="86827" y="18453"/>
                  </a:cubicBezTo>
                  <a:cubicBezTo>
                    <a:pt x="86924" y="18356"/>
                    <a:pt x="87030" y="18275"/>
                    <a:pt x="87151" y="18202"/>
                  </a:cubicBezTo>
                  <a:cubicBezTo>
                    <a:pt x="87330" y="18097"/>
                    <a:pt x="87289" y="18056"/>
                    <a:pt x="87249" y="18016"/>
                  </a:cubicBezTo>
                  <a:lnTo>
                    <a:pt x="87159" y="17926"/>
                  </a:lnTo>
                  <a:cubicBezTo>
                    <a:pt x="87277" y="17809"/>
                    <a:pt x="87446" y="17744"/>
                    <a:pt x="87529" y="17744"/>
                  </a:cubicBezTo>
                  <a:cubicBezTo>
                    <a:pt x="87550" y="17744"/>
                    <a:pt x="87565" y="17748"/>
                    <a:pt x="87573" y="17756"/>
                  </a:cubicBezTo>
                  <a:cubicBezTo>
                    <a:pt x="87800" y="17699"/>
                    <a:pt x="87800" y="17699"/>
                    <a:pt x="87711" y="17610"/>
                  </a:cubicBezTo>
                  <a:cubicBezTo>
                    <a:pt x="87670" y="17570"/>
                    <a:pt x="87768" y="17383"/>
                    <a:pt x="88092" y="17124"/>
                  </a:cubicBezTo>
                  <a:cubicBezTo>
                    <a:pt x="88358" y="16850"/>
                    <a:pt x="88624" y="16577"/>
                    <a:pt x="88689" y="16577"/>
                  </a:cubicBezTo>
                  <a:cubicBezTo>
                    <a:pt x="88694" y="16577"/>
                    <a:pt x="88697" y="16578"/>
                    <a:pt x="88700" y="16580"/>
                  </a:cubicBezTo>
                  <a:cubicBezTo>
                    <a:pt x="88813" y="16507"/>
                    <a:pt x="88911" y="16410"/>
                    <a:pt x="88984" y="16289"/>
                  </a:cubicBezTo>
                  <a:cubicBezTo>
                    <a:pt x="89081" y="16094"/>
                    <a:pt x="89219" y="15948"/>
                    <a:pt x="89689" y="15559"/>
                  </a:cubicBezTo>
                  <a:cubicBezTo>
                    <a:pt x="90484" y="14910"/>
                    <a:pt x="90484" y="14918"/>
                    <a:pt x="90403" y="14829"/>
                  </a:cubicBezTo>
                  <a:cubicBezTo>
                    <a:pt x="90362" y="14789"/>
                    <a:pt x="90321" y="14748"/>
                    <a:pt x="90540" y="14683"/>
                  </a:cubicBezTo>
                  <a:cubicBezTo>
                    <a:pt x="90727" y="14586"/>
                    <a:pt x="90832" y="14399"/>
                    <a:pt x="91075" y="14067"/>
                  </a:cubicBezTo>
                  <a:cubicBezTo>
                    <a:pt x="91173" y="13881"/>
                    <a:pt x="91092" y="13791"/>
                    <a:pt x="91051" y="13751"/>
                  </a:cubicBezTo>
                  <a:cubicBezTo>
                    <a:pt x="90970" y="13662"/>
                    <a:pt x="90970" y="13662"/>
                    <a:pt x="91303" y="13418"/>
                  </a:cubicBezTo>
                  <a:cubicBezTo>
                    <a:pt x="91426" y="13302"/>
                    <a:pt x="91578" y="13215"/>
                    <a:pt x="91647" y="13215"/>
                  </a:cubicBezTo>
                  <a:cubicBezTo>
                    <a:pt x="91659" y="13215"/>
                    <a:pt x="91669" y="13218"/>
                    <a:pt x="91675" y="13224"/>
                  </a:cubicBezTo>
                  <a:cubicBezTo>
                    <a:pt x="91716" y="13264"/>
                    <a:pt x="91570" y="13410"/>
                    <a:pt x="91570" y="13410"/>
                  </a:cubicBezTo>
                  <a:lnTo>
                    <a:pt x="91424" y="13556"/>
                  </a:lnTo>
                  <a:cubicBezTo>
                    <a:pt x="91438" y="13571"/>
                    <a:pt x="91453" y="13585"/>
                    <a:pt x="91478" y="13585"/>
                  </a:cubicBezTo>
                  <a:cubicBezTo>
                    <a:pt x="91525" y="13585"/>
                    <a:pt x="91608" y="13537"/>
                    <a:pt x="91797" y="13354"/>
                  </a:cubicBezTo>
                  <a:cubicBezTo>
                    <a:pt x="91984" y="13256"/>
                    <a:pt x="92130" y="13118"/>
                    <a:pt x="92089" y="13070"/>
                  </a:cubicBezTo>
                  <a:cubicBezTo>
                    <a:pt x="92275" y="12973"/>
                    <a:pt x="92567" y="12697"/>
                    <a:pt x="92859" y="12413"/>
                  </a:cubicBezTo>
                  <a:cubicBezTo>
                    <a:pt x="93151" y="12137"/>
                    <a:pt x="93597" y="11732"/>
                    <a:pt x="93783" y="11635"/>
                  </a:cubicBezTo>
                  <a:cubicBezTo>
                    <a:pt x="94083" y="11367"/>
                    <a:pt x="94229" y="11229"/>
                    <a:pt x="94197" y="11181"/>
                  </a:cubicBezTo>
                  <a:cubicBezTo>
                    <a:pt x="94126" y="11103"/>
                    <a:pt x="94234" y="10995"/>
                    <a:pt x="94284" y="10995"/>
                  </a:cubicBezTo>
                  <a:cubicBezTo>
                    <a:pt x="94292" y="10995"/>
                    <a:pt x="94298" y="10997"/>
                    <a:pt x="94302" y="11002"/>
                  </a:cubicBezTo>
                  <a:cubicBezTo>
                    <a:pt x="94424" y="10986"/>
                    <a:pt x="94975" y="10548"/>
                    <a:pt x="95527" y="10111"/>
                  </a:cubicBezTo>
                  <a:cubicBezTo>
                    <a:pt x="96078" y="9673"/>
                    <a:pt x="96613" y="9211"/>
                    <a:pt x="96654" y="9105"/>
                  </a:cubicBezTo>
                  <a:lnTo>
                    <a:pt x="96970" y="8862"/>
                  </a:lnTo>
                  <a:cubicBezTo>
                    <a:pt x="97318" y="8651"/>
                    <a:pt x="98291" y="7954"/>
                    <a:pt x="98421" y="7792"/>
                  </a:cubicBezTo>
                  <a:cubicBezTo>
                    <a:pt x="98421" y="7792"/>
                    <a:pt x="98583" y="7662"/>
                    <a:pt x="98916" y="7443"/>
                  </a:cubicBezTo>
                  <a:cubicBezTo>
                    <a:pt x="99281" y="7273"/>
                    <a:pt x="99451" y="7167"/>
                    <a:pt x="99581" y="7005"/>
                  </a:cubicBezTo>
                  <a:cubicBezTo>
                    <a:pt x="99684" y="6884"/>
                    <a:pt x="99691" y="6822"/>
                    <a:pt x="99702" y="6822"/>
                  </a:cubicBezTo>
                  <a:cubicBezTo>
                    <a:pt x="99706" y="6822"/>
                    <a:pt x="99710" y="6829"/>
                    <a:pt x="99718" y="6843"/>
                  </a:cubicBezTo>
                  <a:cubicBezTo>
                    <a:pt x="99720" y="6846"/>
                    <a:pt x="99725" y="6848"/>
                    <a:pt x="99731" y="6848"/>
                  </a:cubicBezTo>
                  <a:cubicBezTo>
                    <a:pt x="99803" y="6848"/>
                    <a:pt x="100148" y="6646"/>
                    <a:pt x="100772" y="6267"/>
                  </a:cubicBezTo>
                  <a:cubicBezTo>
                    <a:pt x="101279" y="5960"/>
                    <a:pt x="101413" y="5895"/>
                    <a:pt x="101365" y="5895"/>
                  </a:cubicBezTo>
                  <a:cubicBezTo>
                    <a:pt x="101349" y="5895"/>
                    <a:pt x="101311" y="5902"/>
                    <a:pt x="101259" y="5911"/>
                  </a:cubicBezTo>
                  <a:cubicBezTo>
                    <a:pt x="101711" y="5616"/>
                    <a:pt x="101871" y="5546"/>
                    <a:pt x="101936" y="5546"/>
                  </a:cubicBezTo>
                  <a:cubicBezTo>
                    <a:pt x="101968" y="5546"/>
                    <a:pt x="101978" y="5562"/>
                    <a:pt x="101989" y="5578"/>
                  </a:cubicBezTo>
                  <a:cubicBezTo>
                    <a:pt x="101953" y="5638"/>
                    <a:pt x="101957" y="5664"/>
                    <a:pt x="101984" y="5664"/>
                  </a:cubicBezTo>
                  <a:cubicBezTo>
                    <a:pt x="102048" y="5664"/>
                    <a:pt x="102239" y="5518"/>
                    <a:pt x="102313" y="5335"/>
                  </a:cubicBezTo>
                  <a:cubicBezTo>
                    <a:pt x="102426" y="5165"/>
                    <a:pt x="102714" y="5000"/>
                    <a:pt x="102800" y="5000"/>
                  </a:cubicBezTo>
                  <a:cubicBezTo>
                    <a:pt x="102812" y="5000"/>
                    <a:pt x="102821" y="5004"/>
                    <a:pt x="102824" y="5011"/>
                  </a:cubicBezTo>
                  <a:cubicBezTo>
                    <a:pt x="102848" y="5067"/>
                    <a:pt x="102670" y="5157"/>
                    <a:pt x="102491" y="5246"/>
                  </a:cubicBezTo>
                  <a:cubicBezTo>
                    <a:pt x="102491" y="5246"/>
                    <a:pt x="102516" y="5303"/>
                    <a:pt x="102540" y="5351"/>
                  </a:cubicBezTo>
                  <a:cubicBezTo>
                    <a:pt x="102670" y="5303"/>
                    <a:pt x="102783" y="5222"/>
                    <a:pt x="102880" y="5124"/>
                  </a:cubicBezTo>
                  <a:cubicBezTo>
                    <a:pt x="102994" y="5059"/>
                    <a:pt x="103107" y="4978"/>
                    <a:pt x="103213" y="4881"/>
                  </a:cubicBezTo>
                  <a:cubicBezTo>
                    <a:pt x="103339" y="4768"/>
                    <a:pt x="103345" y="4710"/>
                    <a:pt x="103229" y="4710"/>
                  </a:cubicBezTo>
                  <a:cubicBezTo>
                    <a:pt x="103203" y="4710"/>
                    <a:pt x="103170" y="4713"/>
                    <a:pt x="103132" y="4719"/>
                  </a:cubicBezTo>
                  <a:cubicBezTo>
                    <a:pt x="103097" y="4726"/>
                    <a:pt x="103074" y="4729"/>
                    <a:pt x="103060" y="4729"/>
                  </a:cubicBezTo>
                  <a:cubicBezTo>
                    <a:pt x="102990" y="4729"/>
                    <a:pt x="103139" y="4654"/>
                    <a:pt x="103294" y="4573"/>
                  </a:cubicBezTo>
                  <a:cubicBezTo>
                    <a:pt x="103439" y="4527"/>
                    <a:pt x="103533" y="4506"/>
                    <a:pt x="103586" y="4506"/>
                  </a:cubicBezTo>
                  <a:cubicBezTo>
                    <a:pt x="103671" y="4506"/>
                    <a:pt x="103646" y="4560"/>
                    <a:pt x="103545" y="4646"/>
                  </a:cubicBezTo>
                  <a:cubicBezTo>
                    <a:pt x="103367" y="4743"/>
                    <a:pt x="103391" y="4792"/>
                    <a:pt x="103416" y="4849"/>
                  </a:cubicBezTo>
                  <a:cubicBezTo>
                    <a:pt x="103417" y="4851"/>
                    <a:pt x="103419" y="4852"/>
                    <a:pt x="103423" y="4852"/>
                  </a:cubicBezTo>
                  <a:cubicBezTo>
                    <a:pt x="103513" y="4852"/>
                    <a:pt x="104305" y="4354"/>
                    <a:pt x="104437" y="4168"/>
                  </a:cubicBezTo>
                  <a:lnTo>
                    <a:pt x="104437" y="4168"/>
                  </a:lnTo>
                  <a:cubicBezTo>
                    <a:pt x="104443" y="4182"/>
                    <a:pt x="104451" y="4201"/>
                    <a:pt x="104461" y="4224"/>
                  </a:cubicBezTo>
                  <a:cubicBezTo>
                    <a:pt x="104465" y="4232"/>
                    <a:pt x="104473" y="4235"/>
                    <a:pt x="104487" y="4235"/>
                  </a:cubicBezTo>
                  <a:cubicBezTo>
                    <a:pt x="104579" y="4235"/>
                    <a:pt x="104891" y="4084"/>
                    <a:pt x="105215" y="3957"/>
                  </a:cubicBezTo>
                  <a:cubicBezTo>
                    <a:pt x="105580" y="3795"/>
                    <a:pt x="105767" y="3722"/>
                    <a:pt x="105742" y="3665"/>
                  </a:cubicBezTo>
                  <a:cubicBezTo>
                    <a:pt x="105726" y="3608"/>
                    <a:pt x="105702" y="3551"/>
                    <a:pt x="105888" y="3478"/>
                  </a:cubicBezTo>
                  <a:lnTo>
                    <a:pt x="105888" y="3478"/>
                  </a:lnTo>
                  <a:cubicBezTo>
                    <a:pt x="105825" y="3503"/>
                    <a:pt x="105781" y="3513"/>
                    <a:pt x="105749" y="3513"/>
                  </a:cubicBezTo>
                  <a:cubicBezTo>
                    <a:pt x="105686" y="3513"/>
                    <a:pt x="105672" y="3475"/>
                    <a:pt x="105661" y="3438"/>
                  </a:cubicBezTo>
                  <a:cubicBezTo>
                    <a:pt x="105856" y="3389"/>
                    <a:pt x="106059" y="3349"/>
                    <a:pt x="106261" y="3324"/>
                  </a:cubicBezTo>
                  <a:cubicBezTo>
                    <a:pt x="106683" y="3308"/>
                    <a:pt x="107064" y="3195"/>
                    <a:pt x="107826" y="2959"/>
                  </a:cubicBezTo>
                  <a:cubicBezTo>
                    <a:pt x="108190" y="2833"/>
                    <a:pt x="108747" y="2675"/>
                    <a:pt x="108962" y="2675"/>
                  </a:cubicBezTo>
                  <a:cubicBezTo>
                    <a:pt x="108967" y="2675"/>
                    <a:pt x="108973" y="2676"/>
                    <a:pt x="108977" y="2676"/>
                  </a:cubicBezTo>
                  <a:cubicBezTo>
                    <a:pt x="109359" y="2570"/>
                    <a:pt x="109553" y="2522"/>
                    <a:pt x="109537" y="2465"/>
                  </a:cubicBezTo>
                  <a:lnTo>
                    <a:pt x="109926" y="2376"/>
                  </a:lnTo>
                  <a:cubicBezTo>
                    <a:pt x="109936" y="2376"/>
                    <a:pt x="109945" y="2376"/>
                    <a:pt x="109956" y="2376"/>
                  </a:cubicBezTo>
                  <a:cubicBezTo>
                    <a:pt x="110164" y="2376"/>
                    <a:pt x="110518" y="2300"/>
                    <a:pt x="110510" y="2238"/>
                  </a:cubicBezTo>
                  <a:cubicBezTo>
                    <a:pt x="110688" y="2133"/>
                    <a:pt x="110899" y="2165"/>
                    <a:pt x="111094" y="2124"/>
                  </a:cubicBezTo>
                  <a:cubicBezTo>
                    <a:pt x="111245" y="2142"/>
                    <a:pt x="111341" y="2153"/>
                    <a:pt x="111391" y="2153"/>
                  </a:cubicBezTo>
                  <a:cubicBezTo>
                    <a:pt x="111477" y="2153"/>
                    <a:pt x="111424" y="2120"/>
                    <a:pt x="111280" y="2027"/>
                  </a:cubicBezTo>
                  <a:cubicBezTo>
                    <a:pt x="111276" y="2000"/>
                    <a:pt x="111182" y="1990"/>
                    <a:pt x="111063" y="1990"/>
                  </a:cubicBezTo>
                  <a:cubicBezTo>
                    <a:pt x="110933" y="1990"/>
                    <a:pt x="110774" y="2002"/>
                    <a:pt x="110672" y="2019"/>
                  </a:cubicBezTo>
                  <a:lnTo>
                    <a:pt x="110088" y="2157"/>
                  </a:lnTo>
                  <a:lnTo>
                    <a:pt x="110088" y="2157"/>
                  </a:lnTo>
                  <a:lnTo>
                    <a:pt x="110656" y="1962"/>
                  </a:lnTo>
                  <a:cubicBezTo>
                    <a:pt x="110858" y="1922"/>
                    <a:pt x="111240" y="1792"/>
                    <a:pt x="111231" y="1735"/>
                  </a:cubicBezTo>
                  <a:cubicBezTo>
                    <a:pt x="111231" y="1735"/>
                    <a:pt x="111223" y="1678"/>
                    <a:pt x="111426" y="1638"/>
                  </a:cubicBezTo>
                  <a:cubicBezTo>
                    <a:pt x="111426" y="1638"/>
                    <a:pt x="111434" y="1703"/>
                    <a:pt x="111442" y="1760"/>
                  </a:cubicBezTo>
                  <a:cubicBezTo>
                    <a:pt x="111256" y="1857"/>
                    <a:pt x="111264" y="1914"/>
                    <a:pt x="111272" y="1970"/>
                  </a:cubicBezTo>
                  <a:cubicBezTo>
                    <a:pt x="111351" y="1999"/>
                    <a:pt x="111477" y="2013"/>
                    <a:pt x="111607" y="2013"/>
                  </a:cubicBezTo>
                  <a:cubicBezTo>
                    <a:pt x="111838" y="2013"/>
                    <a:pt x="112077" y="1970"/>
                    <a:pt x="112066" y="1897"/>
                  </a:cubicBezTo>
                  <a:cubicBezTo>
                    <a:pt x="112135" y="1881"/>
                    <a:pt x="112204" y="1873"/>
                    <a:pt x="112272" y="1873"/>
                  </a:cubicBezTo>
                  <a:cubicBezTo>
                    <a:pt x="112340" y="1873"/>
                    <a:pt x="112407" y="1881"/>
                    <a:pt x="112472" y="1897"/>
                  </a:cubicBezTo>
                  <a:cubicBezTo>
                    <a:pt x="112475" y="1916"/>
                    <a:pt x="112497" y="1926"/>
                    <a:pt x="112532" y="1926"/>
                  </a:cubicBezTo>
                  <a:cubicBezTo>
                    <a:pt x="112605" y="1926"/>
                    <a:pt x="112735" y="1883"/>
                    <a:pt x="112861" y="1784"/>
                  </a:cubicBezTo>
                  <a:cubicBezTo>
                    <a:pt x="112959" y="1696"/>
                    <a:pt x="113086" y="1649"/>
                    <a:pt x="113215" y="1649"/>
                  </a:cubicBezTo>
                  <a:cubicBezTo>
                    <a:pt x="113299" y="1649"/>
                    <a:pt x="113384" y="1669"/>
                    <a:pt x="113461" y="1711"/>
                  </a:cubicBezTo>
                  <a:cubicBezTo>
                    <a:pt x="113576" y="1732"/>
                    <a:pt x="113723" y="1740"/>
                    <a:pt x="113874" y="1740"/>
                  </a:cubicBezTo>
                  <a:cubicBezTo>
                    <a:pt x="114256" y="1740"/>
                    <a:pt x="114667" y="1687"/>
                    <a:pt x="114661" y="1646"/>
                  </a:cubicBezTo>
                  <a:cubicBezTo>
                    <a:pt x="114655" y="1555"/>
                    <a:pt x="114995" y="1509"/>
                    <a:pt x="115252" y="1509"/>
                  </a:cubicBezTo>
                  <a:cubicBezTo>
                    <a:pt x="115337" y="1509"/>
                    <a:pt x="115413" y="1514"/>
                    <a:pt x="115464" y="1524"/>
                  </a:cubicBezTo>
                  <a:cubicBezTo>
                    <a:pt x="115538" y="1539"/>
                    <a:pt x="115613" y="1547"/>
                    <a:pt x="115689" y="1547"/>
                  </a:cubicBezTo>
                  <a:cubicBezTo>
                    <a:pt x="115819" y="1547"/>
                    <a:pt x="115949" y="1525"/>
                    <a:pt x="116072" y="1484"/>
                  </a:cubicBezTo>
                  <a:cubicBezTo>
                    <a:pt x="116072" y="1520"/>
                    <a:pt x="116155" y="1553"/>
                    <a:pt x="116267" y="1553"/>
                  </a:cubicBezTo>
                  <a:cubicBezTo>
                    <a:pt x="116331" y="1553"/>
                    <a:pt x="116404" y="1543"/>
                    <a:pt x="116477" y="1516"/>
                  </a:cubicBezTo>
                  <a:cubicBezTo>
                    <a:pt x="116477" y="1516"/>
                    <a:pt x="116680" y="1508"/>
                    <a:pt x="116477" y="1460"/>
                  </a:cubicBezTo>
                  <a:lnTo>
                    <a:pt x="116874" y="1314"/>
                  </a:lnTo>
                  <a:lnTo>
                    <a:pt x="116874" y="1314"/>
                  </a:lnTo>
                  <a:cubicBezTo>
                    <a:pt x="116861" y="1314"/>
                    <a:pt x="116849" y="1314"/>
                    <a:pt x="116838" y="1314"/>
                  </a:cubicBezTo>
                  <a:cubicBezTo>
                    <a:pt x="116672" y="1314"/>
                    <a:pt x="116672" y="1261"/>
                    <a:pt x="116672" y="1208"/>
                  </a:cubicBezTo>
                  <a:cubicBezTo>
                    <a:pt x="116669" y="1185"/>
                    <a:pt x="116768" y="1173"/>
                    <a:pt x="116915" y="1173"/>
                  </a:cubicBezTo>
                  <a:cubicBezTo>
                    <a:pt x="117187" y="1173"/>
                    <a:pt x="117625" y="1216"/>
                    <a:pt x="117888" y="1322"/>
                  </a:cubicBezTo>
                  <a:lnTo>
                    <a:pt x="118301" y="1427"/>
                  </a:lnTo>
                  <a:cubicBezTo>
                    <a:pt x="118293" y="1362"/>
                    <a:pt x="118293" y="1306"/>
                    <a:pt x="118293" y="1306"/>
                  </a:cubicBezTo>
                  <a:cubicBezTo>
                    <a:pt x="118365" y="1303"/>
                    <a:pt x="118437" y="1300"/>
                    <a:pt x="118500" y="1300"/>
                  </a:cubicBezTo>
                  <a:cubicBezTo>
                    <a:pt x="118615" y="1300"/>
                    <a:pt x="118702" y="1309"/>
                    <a:pt x="118707" y="1346"/>
                  </a:cubicBezTo>
                  <a:cubicBezTo>
                    <a:pt x="118707" y="1387"/>
                    <a:pt x="118707" y="1399"/>
                    <a:pt x="118784" y="1399"/>
                  </a:cubicBezTo>
                  <a:cubicBezTo>
                    <a:pt x="118814" y="1399"/>
                    <a:pt x="118854" y="1397"/>
                    <a:pt x="118909" y="1395"/>
                  </a:cubicBezTo>
                  <a:cubicBezTo>
                    <a:pt x="118909" y="1395"/>
                    <a:pt x="119112" y="1395"/>
                    <a:pt x="119112" y="1330"/>
                  </a:cubicBezTo>
                  <a:cubicBezTo>
                    <a:pt x="119107" y="1258"/>
                    <a:pt x="119105" y="1228"/>
                    <a:pt x="119149" y="1228"/>
                  </a:cubicBezTo>
                  <a:cubicBezTo>
                    <a:pt x="119178" y="1228"/>
                    <a:pt x="119229" y="1242"/>
                    <a:pt x="119315" y="1265"/>
                  </a:cubicBezTo>
                  <a:cubicBezTo>
                    <a:pt x="119402" y="1318"/>
                    <a:pt x="119501" y="1344"/>
                    <a:pt x="119601" y="1344"/>
                  </a:cubicBezTo>
                  <a:cubicBezTo>
                    <a:pt x="119714" y="1344"/>
                    <a:pt x="119828" y="1310"/>
                    <a:pt x="119923" y="1241"/>
                  </a:cubicBezTo>
                  <a:cubicBezTo>
                    <a:pt x="119923" y="1184"/>
                    <a:pt x="119923" y="1156"/>
                    <a:pt x="119948" y="1156"/>
                  </a:cubicBezTo>
                  <a:cubicBezTo>
                    <a:pt x="119974" y="1156"/>
                    <a:pt x="120024" y="1184"/>
                    <a:pt x="120126" y="1241"/>
                  </a:cubicBezTo>
                  <a:cubicBezTo>
                    <a:pt x="120126" y="1297"/>
                    <a:pt x="120328" y="1346"/>
                    <a:pt x="120531" y="1346"/>
                  </a:cubicBezTo>
                  <a:lnTo>
                    <a:pt x="120531" y="1281"/>
                  </a:lnTo>
                  <a:cubicBezTo>
                    <a:pt x="120531" y="1207"/>
                    <a:pt x="120607" y="1178"/>
                    <a:pt x="120714" y="1178"/>
                  </a:cubicBezTo>
                  <a:cubicBezTo>
                    <a:pt x="120782" y="1178"/>
                    <a:pt x="120863" y="1189"/>
                    <a:pt x="120944" y="1208"/>
                  </a:cubicBezTo>
                  <a:cubicBezTo>
                    <a:pt x="120944" y="1238"/>
                    <a:pt x="120987" y="1252"/>
                    <a:pt x="121071" y="1252"/>
                  </a:cubicBezTo>
                  <a:cubicBezTo>
                    <a:pt x="121172" y="1252"/>
                    <a:pt x="121332" y="1232"/>
                    <a:pt x="121553" y="1192"/>
                  </a:cubicBezTo>
                  <a:cubicBezTo>
                    <a:pt x="121696" y="1189"/>
                    <a:pt x="121814" y="1186"/>
                    <a:pt x="121907" y="1186"/>
                  </a:cubicBezTo>
                  <a:cubicBezTo>
                    <a:pt x="122077" y="1186"/>
                    <a:pt x="122164" y="1196"/>
                    <a:pt x="122169" y="1233"/>
                  </a:cubicBezTo>
                  <a:cubicBezTo>
                    <a:pt x="122169" y="1293"/>
                    <a:pt x="122169" y="1324"/>
                    <a:pt x="122194" y="1324"/>
                  </a:cubicBezTo>
                  <a:cubicBezTo>
                    <a:pt x="122219" y="1324"/>
                    <a:pt x="122270" y="1293"/>
                    <a:pt x="122371" y="1233"/>
                  </a:cubicBezTo>
                  <a:cubicBezTo>
                    <a:pt x="122480" y="1198"/>
                    <a:pt x="122531" y="1182"/>
                    <a:pt x="122616" y="1182"/>
                  </a:cubicBezTo>
                  <a:cubicBezTo>
                    <a:pt x="122691" y="1182"/>
                    <a:pt x="122791" y="1194"/>
                    <a:pt x="122980" y="1216"/>
                  </a:cubicBezTo>
                  <a:cubicBezTo>
                    <a:pt x="123074" y="1239"/>
                    <a:pt x="123124" y="1251"/>
                    <a:pt x="123172" y="1251"/>
                  </a:cubicBezTo>
                  <a:cubicBezTo>
                    <a:pt x="123228" y="1251"/>
                    <a:pt x="123280" y="1235"/>
                    <a:pt x="123393" y="1200"/>
                  </a:cubicBezTo>
                  <a:cubicBezTo>
                    <a:pt x="123393" y="1093"/>
                    <a:pt x="123386" y="1029"/>
                    <a:pt x="123215" y="1029"/>
                  </a:cubicBezTo>
                  <a:cubicBezTo>
                    <a:pt x="123204" y="1029"/>
                    <a:pt x="123194" y="1029"/>
                    <a:pt x="123182" y="1030"/>
                  </a:cubicBezTo>
                  <a:cubicBezTo>
                    <a:pt x="123129" y="1032"/>
                    <a:pt x="123090" y="1034"/>
                    <a:pt x="123061" y="1034"/>
                  </a:cubicBezTo>
                  <a:cubicBezTo>
                    <a:pt x="122980" y="1034"/>
                    <a:pt x="122980" y="1021"/>
                    <a:pt x="122980" y="973"/>
                  </a:cubicBezTo>
                  <a:lnTo>
                    <a:pt x="123385" y="965"/>
                  </a:lnTo>
                  <a:cubicBezTo>
                    <a:pt x="123661" y="957"/>
                    <a:pt x="123936" y="933"/>
                    <a:pt x="124204" y="884"/>
                  </a:cubicBezTo>
                  <a:cubicBezTo>
                    <a:pt x="124528" y="827"/>
                    <a:pt x="124593" y="740"/>
                    <a:pt x="124411" y="740"/>
                  </a:cubicBezTo>
                  <a:cubicBezTo>
                    <a:pt x="124361" y="740"/>
                    <a:pt x="124292" y="746"/>
                    <a:pt x="124204" y="762"/>
                  </a:cubicBezTo>
                  <a:lnTo>
                    <a:pt x="124001" y="706"/>
                  </a:lnTo>
                  <a:cubicBezTo>
                    <a:pt x="124001" y="620"/>
                    <a:pt x="123909" y="580"/>
                    <a:pt x="123812" y="580"/>
                  </a:cubicBezTo>
                  <a:cubicBezTo>
                    <a:pt x="123706" y="580"/>
                    <a:pt x="123596" y="629"/>
                    <a:pt x="123596" y="722"/>
                  </a:cubicBezTo>
                  <a:cubicBezTo>
                    <a:pt x="123596" y="821"/>
                    <a:pt x="123596" y="865"/>
                    <a:pt x="123559" y="865"/>
                  </a:cubicBezTo>
                  <a:cubicBezTo>
                    <a:pt x="123531" y="865"/>
                    <a:pt x="123478" y="837"/>
                    <a:pt x="123385" y="787"/>
                  </a:cubicBezTo>
                  <a:cubicBezTo>
                    <a:pt x="123385" y="679"/>
                    <a:pt x="123227" y="673"/>
                    <a:pt x="123051" y="673"/>
                  </a:cubicBezTo>
                  <a:cubicBezTo>
                    <a:pt x="123027" y="673"/>
                    <a:pt x="123003" y="673"/>
                    <a:pt x="122980" y="673"/>
                  </a:cubicBezTo>
                  <a:cubicBezTo>
                    <a:pt x="122924" y="675"/>
                    <a:pt x="122884" y="677"/>
                    <a:pt x="122854" y="677"/>
                  </a:cubicBezTo>
                  <a:cubicBezTo>
                    <a:pt x="122777" y="677"/>
                    <a:pt x="122777" y="666"/>
                    <a:pt x="122777" y="624"/>
                  </a:cubicBezTo>
                  <a:cubicBezTo>
                    <a:pt x="122777" y="560"/>
                    <a:pt x="122574" y="511"/>
                    <a:pt x="122363" y="511"/>
                  </a:cubicBezTo>
                  <a:cubicBezTo>
                    <a:pt x="122161" y="519"/>
                    <a:pt x="122161" y="519"/>
                    <a:pt x="122161" y="576"/>
                  </a:cubicBezTo>
                  <a:cubicBezTo>
                    <a:pt x="122256" y="602"/>
                    <a:pt x="122223" y="619"/>
                    <a:pt x="122140" y="619"/>
                  </a:cubicBezTo>
                  <a:cubicBezTo>
                    <a:pt x="122040" y="619"/>
                    <a:pt x="121866" y="594"/>
                    <a:pt x="121755" y="527"/>
                  </a:cubicBezTo>
                  <a:cubicBezTo>
                    <a:pt x="121677" y="508"/>
                    <a:pt x="121629" y="497"/>
                    <a:pt x="121599" y="4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2"/>
            <p:cNvSpPr/>
            <p:nvPr/>
          </p:nvSpPr>
          <p:spPr>
            <a:xfrm>
              <a:off x="4406891" y="2252588"/>
              <a:ext cx="1892971" cy="1326632"/>
            </a:xfrm>
            <a:custGeom>
              <a:avLst/>
              <a:gdLst/>
              <a:ahLst/>
              <a:cxnLst/>
              <a:rect l="l" t="t" r="r" b="b"/>
              <a:pathLst>
                <a:path w="109817" h="76962" extrusionOk="0">
                  <a:moveTo>
                    <a:pt x="138" y="1053"/>
                  </a:moveTo>
                  <a:cubicBezTo>
                    <a:pt x="167" y="1053"/>
                    <a:pt x="228" y="1148"/>
                    <a:pt x="293" y="1338"/>
                  </a:cubicBezTo>
                  <a:cubicBezTo>
                    <a:pt x="414" y="1533"/>
                    <a:pt x="414" y="1533"/>
                    <a:pt x="293" y="1533"/>
                  </a:cubicBezTo>
                  <a:cubicBezTo>
                    <a:pt x="236" y="1533"/>
                    <a:pt x="179" y="1533"/>
                    <a:pt x="171" y="1338"/>
                  </a:cubicBezTo>
                  <a:cubicBezTo>
                    <a:pt x="110" y="1148"/>
                    <a:pt x="108" y="1053"/>
                    <a:pt x="138" y="1053"/>
                  </a:cubicBezTo>
                  <a:close/>
                  <a:moveTo>
                    <a:pt x="4582" y="27485"/>
                  </a:moveTo>
                  <a:cubicBezTo>
                    <a:pt x="4641" y="27485"/>
                    <a:pt x="4747" y="27640"/>
                    <a:pt x="4801" y="27818"/>
                  </a:cubicBezTo>
                  <a:cubicBezTo>
                    <a:pt x="4827" y="27900"/>
                    <a:pt x="4817" y="27952"/>
                    <a:pt x="4783" y="27952"/>
                  </a:cubicBezTo>
                  <a:cubicBezTo>
                    <a:pt x="4742" y="27952"/>
                    <a:pt x="4666" y="27878"/>
                    <a:pt x="4574" y="27688"/>
                  </a:cubicBezTo>
                  <a:cubicBezTo>
                    <a:pt x="4517" y="27502"/>
                    <a:pt x="4517" y="27502"/>
                    <a:pt x="4574" y="27486"/>
                  </a:cubicBezTo>
                  <a:cubicBezTo>
                    <a:pt x="4576" y="27485"/>
                    <a:pt x="4579" y="27485"/>
                    <a:pt x="4582" y="27485"/>
                  </a:cubicBezTo>
                  <a:close/>
                  <a:moveTo>
                    <a:pt x="6938" y="33542"/>
                  </a:moveTo>
                  <a:cubicBezTo>
                    <a:pt x="6955" y="33542"/>
                    <a:pt x="7012" y="33553"/>
                    <a:pt x="7120" y="33680"/>
                  </a:cubicBezTo>
                  <a:cubicBezTo>
                    <a:pt x="7120" y="33680"/>
                    <a:pt x="7249" y="33834"/>
                    <a:pt x="7192" y="33858"/>
                  </a:cubicBezTo>
                  <a:lnTo>
                    <a:pt x="7136" y="33883"/>
                  </a:lnTo>
                  <a:cubicBezTo>
                    <a:pt x="7006" y="33721"/>
                    <a:pt x="6876" y="33567"/>
                    <a:pt x="6933" y="33542"/>
                  </a:cubicBezTo>
                  <a:cubicBezTo>
                    <a:pt x="6933" y="33542"/>
                    <a:pt x="6935" y="33542"/>
                    <a:pt x="6938" y="33542"/>
                  </a:cubicBezTo>
                  <a:close/>
                  <a:moveTo>
                    <a:pt x="10127" y="40489"/>
                  </a:moveTo>
                  <a:cubicBezTo>
                    <a:pt x="10146" y="40489"/>
                    <a:pt x="10194" y="40504"/>
                    <a:pt x="10257" y="40636"/>
                  </a:cubicBezTo>
                  <a:cubicBezTo>
                    <a:pt x="10257" y="40636"/>
                    <a:pt x="10290" y="40831"/>
                    <a:pt x="10233" y="40855"/>
                  </a:cubicBezTo>
                  <a:lnTo>
                    <a:pt x="10152" y="40685"/>
                  </a:lnTo>
                  <a:cubicBezTo>
                    <a:pt x="10063" y="40515"/>
                    <a:pt x="10119" y="40491"/>
                    <a:pt x="10119" y="40491"/>
                  </a:cubicBezTo>
                  <a:cubicBezTo>
                    <a:pt x="10119" y="40491"/>
                    <a:pt x="10122" y="40489"/>
                    <a:pt x="10127" y="40489"/>
                  </a:cubicBezTo>
                  <a:close/>
                  <a:moveTo>
                    <a:pt x="11092" y="42136"/>
                  </a:moveTo>
                  <a:lnTo>
                    <a:pt x="11190" y="42307"/>
                  </a:lnTo>
                  <a:lnTo>
                    <a:pt x="11222" y="42501"/>
                  </a:lnTo>
                  <a:lnTo>
                    <a:pt x="11133" y="42331"/>
                  </a:lnTo>
                  <a:cubicBezTo>
                    <a:pt x="11044" y="42161"/>
                    <a:pt x="11044" y="42161"/>
                    <a:pt x="11092" y="42136"/>
                  </a:cubicBezTo>
                  <a:close/>
                  <a:moveTo>
                    <a:pt x="11427" y="42661"/>
                  </a:moveTo>
                  <a:cubicBezTo>
                    <a:pt x="11416" y="42661"/>
                    <a:pt x="11437" y="42704"/>
                    <a:pt x="11514" y="42777"/>
                  </a:cubicBezTo>
                  <a:cubicBezTo>
                    <a:pt x="11472" y="42696"/>
                    <a:pt x="11437" y="42661"/>
                    <a:pt x="11427" y="42661"/>
                  </a:cubicBezTo>
                  <a:close/>
                  <a:moveTo>
                    <a:pt x="12017" y="43807"/>
                  </a:moveTo>
                  <a:lnTo>
                    <a:pt x="12106" y="43977"/>
                  </a:lnTo>
                  <a:lnTo>
                    <a:pt x="12146" y="44171"/>
                  </a:lnTo>
                  <a:lnTo>
                    <a:pt x="12049" y="44001"/>
                  </a:lnTo>
                  <a:cubicBezTo>
                    <a:pt x="11960" y="43839"/>
                    <a:pt x="11960" y="43839"/>
                    <a:pt x="12017" y="43807"/>
                  </a:cubicBezTo>
                  <a:close/>
                  <a:moveTo>
                    <a:pt x="12584" y="44267"/>
                  </a:moveTo>
                  <a:cubicBezTo>
                    <a:pt x="12580" y="44267"/>
                    <a:pt x="12579" y="44285"/>
                    <a:pt x="12587" y="44332"/>
                  </a:cubicBezTo>
                  <a:lnTo>
                    <a:pt x="12587" y="44332"/>
                  </a:lnTo>
                  <a:cubicBezTo>
                    <a:pt x="12596" y="44299"/>
                    <a:pt x="12588" y="44267"/>
                    <a:pt x="12584" y="44267"/>
                  </a:cubicBezTo>
                  <a:close/>
                  <a:moveTo>
                    <a:pt x="12587" y="44332"/>
                  </a:moveTo>
                  <a:cubicBezTo>
                    <a:pt x="12584" y="44344"/>
                    <a:pt x="12579" y="44356"/>
                    <a:pt x="12571" y="44366"/>
                  </a:cubicBezTo>
                  <a:lnTo>
                    <a:pt x="12571" y="44366"/>
                  </a:lnTo>
                  <a:cubicBezTo>
                    <a:pt x="12578" y="44365"/>
                    <a:pt x="12585" y="44362"/>
                    <a:pt x="12592" y="44358"/>
                  </a:cubicBezTo>
                  <a:cubicBezTo>
                    <a:pt x="12590" y="44348"/>
                    <a:pt x="12589" y="44340"/>
                    <a:pt x="12587" y="44332"/>
                  </a:cubicBezTo>
                  <a:close/>
                  <a:moveTo>
                    <a:pt x="12649" y="44990"/>
                  </a:moveTo>
                  <a:cubicBezTo>
                    <a:pt x="12675" y="44990"/>
                    <a:pt x="12695" y="45024"/>
                    <a:pt x="12763" y="45136"/>
                  </a:cubicBezTo>
                  <a:cubicBezTo>
                    <a:pt x="12882" y="45335"/>
                    <a:pt x="12928" y="45412"/>
                    <a:pt x="12912" y="45412"/>
                  </a:cubicBezTo>
                  <a:cubicBezTo>
                    <a:pt x="12902" y="45412"/>
                    <a:pt x="12868" y="45381"/>
                    <a:pt x="12811" y="45331"/>
                  </a:cubicBezTo>
                  <a:cubicBezTo>
                    <a:pt x="12657" y="45193"/>
                    <a:pt x="12560" y="45031"/>
                    <a:pt x="12608" y="45007"/>
                  </a:cubicBezTo>
                  <a:cubicBezTo>
                    <a:pt x="12626" y="44997"/>
                    <a:pt x="12638" y="44990"/>
                    <a:pt x="12649" y="44990"/>
                  </a:cubicBezTo>
                  <a:close/>
                  <a:moveTo>
                    <a:pt x="13104" y="46494"/>
                  </a:moveTo>
                  <a:cubicBezTo>
                    <a:pt x="13140" y="46494"/>
                    <a:pt x="13181" y="46521"/>
                    <a:pt x="13241" y="46620"/>
                  </a:cubicBezTo>
                  <a:lnTo>
                    <a:pt x="13290" y="46815"/>
                  </a:lnTo>
                  <a:lnTo>
                    <a:pt x="13144" y="46685"/>
                  </a:lnTo>
                  <a:lnTo>
                    <a:pt x="13038" y="46515"/>
                  </a:lnTo>
                  <a:cubicBezTo>
                    <a:pt x="13060" y="46505"/>
                    <a:pt x="13081" y="46494"/>
                    <a:pt x="13104" y="46494"/>
                  </a:cubicBezTo>
                  <a:close/>
                  <a:moveTo>
                    <a:pt x="14364" y="48409"/>
                  </a:moveTo>
                  <a:cubicBezTo>
                    <a:pt x="14385" y="48409"/>
                    <a:pt x="14433" y="48426"/>
                    <a:pt x="14514" y="48542"/>
                  </a:cubicBezTo>
                  <a:lnTo>
                    <a:pt x="14562" y="48736"/>
                  </a:lnTo>
                  <a:cubicBezTo>
                    <a:pt x="14559" y="48738"/>
                    <a:pt x="14555" y="48739"/>
                    <a:pt x="14551" y="48739"/>
                  </a:cubicBezTo>
                  <a:cubicBezTo>
                    <a:pt x="14499" y="48739"/>
                    <a:pt x="14408" y="48606"/>
                    <a:pt x="14408" y="48606"/>
                  </a:cubicBezTo>
                  <a:cubicBezTo>
                    <a:pt x="14303" y="48444"/>
                    <a:pt x="14303" y="48444"/>
                    <a:pt x="14352" y="48412"/>
                  </a:cubicBezTo>
                  <a:cubicBezTo>
                    <a:pt x="14352" y="48412"/>
                    <a:pt x="14356" y="48409"/>
                    <a:pt x="14364" y="48409"/>
                  </a:cubicBezTo>
                  <a:close/>
                  <a:moveTo>
                    <a:pt x="107218" y="56811"/>
                  </a:moveTo>
                  <a:lnTo>
                    <a:pt x="107088" y="56957"/>
                  </a:lnTo>
                  <a:cubicBezTo>
                    <a:pt x="106967" y="57095"/>
                    <a:pt x="107007" y="57136"/>
                    <a:pt x="107048" y="57176"/>
                  </a:cubicBezTo>
                  <a:cubicBezTo>
                    <a:pt x="107096" y="57136"/>
                    <a:pt x="107137" y="57087"/>
                    <a:pt x="107177" y="57038"/>
                  </a:cubicBezTo>
                  <a:cubicBezTo>
                    <a:pt x="107177" y="57038"/>
                    <a:pt x="107259" y="56860"/>
                    <a:pt x="107218" y="56811"/>
                  </a:cubicBezTo>
                  <a:close/>
                  <a:moveTo>
                    <a:pt x="107648" y="57768"/>
                  </a:moveTo>
                  <a:lnTo>
                    <a:pt x="107648" y="57768"/>
                  </a:lnTo>
                  <a:cubicBezTo>
                    <a:pt x="107688" y="57809"/>
                    <a:pt x="107550" y="57938"/>
                    <a:pt x="107421" y="58076"/>
                  </a:cubicBezTo>
                  <a:cubicBezTo>
                    <a:pt x="107331" y="58166"/>
                    <a:pt x="107300" y="58197"/>
                    <a:pt x="107278" y="58197"/>
                  </a:cubicBezTo>
                  <a:cubicBezTo>
                    <a:pt x="107266" y="58197"/>
                    <a:pt x="107257" y="58188"/>
                    <a:pt x="107242" y="58173"/>
                  </a:cubicBezTo>
                  <a:cubicBezTo>
                    <a:pt x="107307" y="58060"/>
                    <a:pt x="107380" y="57955"/>
                    <a:pt x="107469" y="57857"/>
                  </a:cubicBezTo>
                  <a:lnTo>
                    <a:pt x="107648" y="57768"/>
                  </a:lnTo>
                  <a:close/>
                  <a:moveTo>
                    <a:pt x="106121" y="59325"/>
                  </a:moveTo>
                  <a:cubicBezTo>
                    <a:pt x="106181" y="59325"/>
                    <a:pt x="106125" y="59382"/>
                    <a:pt x="105937" y="59576"/>
                  </a:cubicBezTo>
                  <a:cubicBezTo>
                    <a:pt x="105817" y="59696"/>
                    <a:pt x="105696" y="59811"/>
                    <a:pt x="105641" y="59811"/>
                  </a:cubicBezTo>
                  <a:cubicBezTo>
                    <a:pt x="105633" y="59811"/>
                    <a:pt x="105626" y="59808"/>
                    <a:pt x="105621" y="59803"/>
                  </a:cubicBezTo>
                  <a:lnTo>
                    <a:pt x="105759" y="59665"/>
                  </a:lnTo>
                  <a:cubicBezTo>
                    <a:pt x="105763" y="59671"/>
                    <a:pt x="105769" y="59674"/>
                    <a:pt x="105775" y="59674"/>
                  </a:cubicBezTo>
                  <a:cubicBezTo>
                    <a:pt x="105808" y="59674"/>
                    <a:pt x="105849" y="59596"/>
                    <a:pt x="105798" y="59596"/>
                  </a:cubicBezTo>
                  <a:cubicBezTo>
                    <a:pt x="105781" y="59596"/>
                    <a:pt x="105756" y="59604"/>
                    <a:pt x="105718" y="59625"/>
                  </a:cubicBezTo>
                  <a:lnTo>
                    <a:pt x="105637" y="59536"/>
                  </a:lnTo>
                  <a:cubicBezTo>
                    <a:pt x="105745" y="59420"/>
                    <a:pt x="105888" y="59339"/>
                    <a:pt x="105955" y="59339"/>
                  </a:cubicBezTo>
                  <a:cubicBezTo>
                    <a:pt x="105968" y="59339"/>
                    <a:pt x="105979" y="59342"/>
                    <a:pt x="105986" y="59349"/>
                  </a:cubicBezTo>
                  <a:cubicBezTo>
                    <a:pt x="106050" y="59335"/>
                    <a:pt x="106096" y="59325"/>
                    <a:pt x="106121" y="59325"/>
                  </a:cubicBezTo>
                  <a:close/>
                  <a:moveTo>
                    <a:pt x="105864" y="60071"/>
                  </a:moveTo>
                  <a:lnTo>
                    <a:pt x="105694" y="60160"/>
                  </a:lnTo>
                  <a:cubicBezTo>
                    <a:pt x="105645" y="60209"/>
                    <a:pt x="105605" y="60257"/>
                    <a:pt x="105548" y="60290"/>
                  </a:cubicBezTo>
                  <a:cubicBezTo>
                    <a:pt x="105563" y="60308"/>
                    <a:pt x="105573" y="60319"/>
                    <a:pt x="105588" y="60319"/>
                  </a:cubicBezTo>
                  <a:cubicBezTo>
                    <a:pt x="105612" y="60319"/>
                    <a:pt x="105648" y="60287"/>
                    <a:pt x="105734" y="60200"/>
                  </a:cubicBezTo>
                  <a:lnTo>
                    <a:pt x="105864" y="60071"/>
                  </a:lnTo>
                  <a:close/>
                  <a:moveTo>
                    <a:pt x="24856" y="60582"/>
                  </a:moveTo>
                  <a:cubicBezTo>
                    <a:pt x="24890" y="60582"/>
                    <a:pt x="24935" y="60604"/>
                    <a:pt x="25005" y="60671"/>
                  </a:cubicBezTo>
                  <a:lnTo>
                    <a:pt x="25143" y="60808"/>
                  </a:lnTo>
                  <a:cubicBezTo>
                    <a:pt x="25134" y="60816"/>
                    <a:pt x="25121" y="60819"/>
                    <a:pt x="25105" y="60819"/>
                  </a:cubicBezTo>
                  <a:cubicBezTo>
                    <a:pt x="25034" y="60819"/>
                    <a:pt x="24916" y="60760"/>
                    <a:pt x="24916" y="60760"/>
                  </a:cubicBezTo>
                  <a:lnTo>
                    <a:pt x="24778" y="60622"/>
                  </a:lnTo>
                  <a:cubicBezTo>
                    <a:pt x="24802" y="60602"/>
                    <a:pt x="24824" y="60582"/>
                    <a:pt x="24856" y="60582"/>
                  </a:cubicBezTo>
                  <a:close/>
                  <a:moveTo>
                    <a:pt x="30803" y="65350"/>
                  </a:moveTo>
                  <a:cubicBezTo>
                    <a:pt x="30879" y="65350"/>
                    <a:pt x="31151" y="65537"/>
                    <a:pt x="31297" y="65633"/>
                  </a:cubicBezTo>
                  <a:cubicBezTo>
                    <a:pt x="31350" y="65700"/>
                    <a:pt x="31343" y="65727"/>
                    <a:pt x="31304" y="65727"/>
                  </a:cubicBezTo>
                  <a:cubicBezTo>
                    <a:pt x="31254" y="65727"/>
                    <a:pt x="31153" y="65684"/>
                    <a:pt x="31062" y="65624"/>
                  </a:cubicBezTo>
                  <a:cubicBezTo>
                    <a:pt x="30754" y="65406"/>
                    <a:pt x="30754" y="65406"/>
                    <a:pt x="30786" y="65357"/>
                  </a:cubicBezTo>
                  <a:cubicBezTo>
                    <a:pt x="30789" y="65352"/>
                    <a:pt x="30795" y="65350"/>
                    <a:pt x="30803" y="65350"/>
                  </a:cubicBezTo>
                  <a:close/>
                  <a:moveTo>
                    <a:pt x="97610" y="65965"/>
                  </a:moveTo>
                  <a:lnTo>
                    <a:pt x="97610" y="65965"/>
                  </a:lnTo>
                  <a:cubicBezTo>
                    <a:pt x="97643" y="66014"/>
                    <a:pt x="97351" y="66273"/>
                    <a:pt x="97189" y="66370"/>
                  </a:cubicBezTo>
                  <a:cubicBezTo>
                    <a:pt x="97136" y="66404"/>
                    <a:pt x="97097" y="66422"/>
                    <a:pt x="97079" y="66422"/>
                  </a:cubicBezTo>
                  <a:cubicBezTo>
                    <a:pt x="97039" y="66422"/>
                    <a:pt x="97088" y="66343"/>
                    <a:pt x="97286" y="66168"/>
                  </a:cubicBezTo>
                  <a:lnTo>
                    <a:pt x="97610" y="65965"/>
                  </a:lnTo>
                  <a:close/>
                  <a:moveTo>
                    <a:pt x="96587" y="66513"/>
                  </a:moveTo>
                  <a:cubicBezTo>
                    <a:pt x="96524" y="66513"/>
                    <a:pt x="96367" y="66614"/>
                    <a:pt x="96102" y="66784"/>
                  </a:cubicBezTo>
                  <a:cubicBezTo>
                    <a:pt x="95989" y="66857"/>
                    <a:pt x="95891" y="66938"/>
                    <a:pt x="95810" y="67035"/>
                  </a:cubicBezTo>
                  <a:cubicBezTo>
                    <a:pt x="95817" y="67046"/>
                    <a:pt x="95827" y="67051"/>
                    <a:pt x="95842" y="67051"/>
                  </a:cubicBezTo>
                  <a:cubicBezTo>
                    <a:pt x="95903" y="67051"/>
                    <a:pt x="96028" y="66966"/>
                    <a:pt x="96159" y="66881"/>
                  </a:cubicBezTo>
                  <a:cubicBezTo>
                    <a:pt x="96516" y="66727"/>
                    <a:pt x="96645" y="66581"/>
                    <a:pt x="96613" y="66524"/>
                  </a:cubicBezTo>
                  <a:cubicBezTo>
                    <a:pt x="96608" y="66517"/>
                    <a:pt x="96599" y="66513"/>
                    <a:pt x="96587" y="66513"/>
                  </a:cubicBezTo>
                  <a:close/>
                  <a:moveTo>
                    <a:pt x="89632" y="70870"/>
                  </a:moveTo>
                  <a:cubicBezTo>
                    <a:pt x="89657" y="70927"/>
                    <a:pt x="89478" y="71016"/>
                    <a:pt x="89308" y="71097"/>
                  </a:cubicBezTo>
                  <a:lnTo>
                    <a:pt x="89284" y="71040"/>
                  </a:lnTo>
                  <a:lnTo>
                    <a:pt x="89430" y="70903"/>
                  </a:lnTo>
                  <a:lnTo>
                    <a:pt x="89632" y="70870"/>
                  </a:lnTo>
                  <a:close/>
                  <a:moveTo>
                    <a:pt x="88992" y="70846"/>
                  </a:moveTo>
                  <a:lnTo>
                    <a:pt x="88684" y="71105"/>
                  </a:lnTo>
                  <a:cubicBezTo>
                    <a:pt x="88511" y="71303"/>
                    <a:pt x="88447" y="71377"/>
                    <a:pt x="88411" y="71377"/>
                  </a:cubicBezTo>
                  <a:cubicBezTo>
                    <a:pt x="88389" y="71377"/>
                    <a:pt x="88378" y="71351"/>
                    <a:pt x="88359" y="71308"/>
                  </a:cubicBezTo>
                  <a:cubicBezTo>
                    <a:pt x="88335" y="71251"/>
                    <a:pt x="88311" y="71194"/>
                    <a:pt x="88643" y="70992"/>
                  </a:cubicBezTo>
                  <a:lnTo>
                    <a:pt x="88992" y="70846"/>
                  </a:lnTo>
                  <a:close/>
                  <a:moveTo>
                    <a:pt x="42700" y="71885"/>
                  </a:moveTo>
                  <a:cubicBezTo>
                    <a:pt x="42731" y="71885"/>
                    <a:pt x="42774" y="71894"/>
                    <a:pt x="42834" y="71916"/>
                  </a:cubicBezTo>
                  <a:lnTo>
                    <a:pt x="42980" y="72046"/>
                  </a:lnTo>
                  <a:lnTo>
                    <a:pt x="42786" y="72030"/>
                  </a:lnTo>
                  <a:lnTo>
                    <a:pt x="42607" y="71957"/>
                  </a:lnTo>
                  <a:cubicBezTo>
                    <a:pt x="42623" y="71919"/>
                    <a:pt x="42639" y="71885"/>
                    <a:pt x="42700" y="71885"/>
                  </a:cubicBezTo>
                  <a:close/>
                  <a:moveTo>
                    <a:pt x="84899" y="72774"/>
                  </a:moveTo>
                  <a:cubicBezTo>
                    <a:pt x="84951" y="72774"/>
                    <a:pt x="84823" y="72882"/>
                    <a:pt x="84711" y="73027"/>
                  </a:cubicBezTo>
                  <a:cubicBezTo>
                    <a:pt x="84535" y="73121"/>
                    <a:pt x="84447" y="73168"/>
                    <a:pt x="84423" y="73168"/>
                  </a:cubicBezTo>
                  <a:cubicBezTo>
                    <a:pt x="84399" y="73168"/>
                    <a:pt x="84436" y="73123"/>
                    <a:pt x="84508" y="73035"/>
                  </a:cubicBezTo>
                  <a:lnTo>
                    <a:pt x="84832" y="72792"/>
                  </a:lnTo>
                  <a:cubicBezTo>
                    <a:pt x="84866" y="72780"/>
                    <a:pt x="84887" y="72774"/>
                    <a:pt x="84899" y="72774"/>
                  </a:cubicBezTo>
                  <a:close/>
                  <a:moveTo>
                    <a:pt x="44885" y="73133"/>
                  </a:moveTo>
                  <a:cubicBezTo>
                    <a:pt x="44915" y="73133"/>
                    <a:pt x="44954" y="73140"/>
                    <a:pt x="45007" y="73157"/>
                  </a:cubicBezTo>
                  <a:lnTo>
                    <a:pt x="45194" y="73221"/>
                  </a:lnTo>
                  <a:cubicBezTo>
                    <a:pt x="45175" y="73266"/>
                    <a:pt x="45048" y="73270"/>
                    <a:pt x="44992" y="73270"/>
                  </a:cubicBezTo>
                  <a:cubicBezTo>
                    <a:pt x="44977" y="73270"/>
                    <a:pt x="44967" y="73270"/>
                    <a:pt x="44967" y="73270"/>
                  </a:cubicBezTo>
                  <a:lnTo>
                    <a:pt x="44788" y="73205"/>
                  </a:lnTo>
                  <a:cubicBezTo>
                    <a:pt x="44800" y="73171"/>
                    <a:pt x="44815" y="73133"/>
                    <a:pt x="44885" y="73133"/>
                  </a:cubicBezTo>
                  <a:close/>
                  <a:moveTo>
                    <a:pt x="83333" y="73140"/>
                  </a:moveTo>
                  <a:lnTo>
                    <a:pt x="83333" y="73140"/>
                  </a:lnTo>
                  <a:cubicBezTo>
                    <a:pt x="83357" y="73197"/>
                    <a:pt x="83195" y="73319"/>
                    <a:pt x="83195" y="73319"/>
                  </a:cubicBezTo>
                  <a:cubicBezTo>
                    <a:pt x="83130" y="73343"/>
                    <a:pt x="83073" y="73367"/>
                    <a:pt x="83008" y="73375"/>
                  </a:cubicBezTo>
                  <a:cubicBezTo>
                    <a:pt x="82992" y="73319"/>
                    <a:pt x="82976" y="73270"/>
                    <a:pt x="83154" y="73205"/>
                  </a:cubicBezTo>
                  <a:lnTo>
                    <a:pt x="83333" y="73140"/>
                  </a:lnTo>
                  <a:close/>
                  <a:moveTo>
                    <a:pt x="48258" y="73740"/>
                  </a:moveTo>
                  <a:cubicBezTo>
                    <a:pt x="48445" y="73789"/>
                    <a:pt x="48218" y="73854"/>
                    <a:pt x="48202" y="73911"/>
                  </a:cubicBezTo>
                  <a:cubicBezTo>
                    <a:pt x="48015" y="73854"/>
                    <a:pt x="48015" y="73854"/>
                    <a:pt x="48039" y="73797"/>
                  </a:cubicBezTo>
                  <a:cubicBezTo>
                    <a:pt x="48056" y="73740"/>
                    <a:pt x="48258" y="73740"/>
                    <a:pt x="48258" y="73740"/>
                  </a:cubicBezTo>
                  <a:close/>
                  <a:moveTo>
                    <a:pt x="79629" y="74112"/>
                  </a:moveTo>
                  <a:cubicBezTo>
                    <a:pt x="79646" y="74112"/>
                    <a:pt x="79656" y="74117"/>
                    <a:pt x="79660" y="74129"/>
                  </a:cubicBezTo>
                  <a:cubicBezTo>
                    <a:pt x="79684" y="74123"/>
                    <a:pt x="79698" y="74120"/>
                    <a:pt x="79704" y="74120"/>
                  </a:cubicBezTo>
                  <a:cubicBezTo>
                    <a:pt x="79746" y="74120"/>
                    <a:pt x="79457" y="74240"/>
                    <a:pt x="79303" y="74275"/>
                  </a:cubicBezTo>
                  <a:lnTo>
                    <a:pt x="79287" y="74219"/>
                  </a:lnTo>
                  <a:cubicBezTo>
                    <a:pt x="79433" y="74180"/>
                    <a:pt x="79570" y="74112"/>
                    <a:pt x="79629" y="74112"/>
                  </a:cubicBezTo>
                  <a:close/>
                  <a:moveTo>
                    <a:pt x="80908" y="74389"/>
                  </a:moveTo>
                  <a:lnTo>
                    <a:pt x="80941" y="74511"/>
                  </a:lnTo>
                  <a:lnTo>
                    <a:pt x="80924" y="74446"/>
                  </a:lnTo>
                  <a:cubicBezTo>
                    <a:pt x="80919" y="74425"/>
                    <a:pt x="80913" y="74404"/>
                    <a:pt x="80908" y="74389"/>
                  </a:cubicBezTo>
                  <a:close/>
                  <a:moveTo>
                    <a:pt x="70717" y="74668"/>
                  </a:moveTo>
                  <a:cubicBezTo>
                    <a:pt x="70648" y="74668"/>
                    <a:pt x="70529" y="74710"/>
                    <a:pt x="70409" y="74802"/>
                  </a:cubicBezTo>
                  <a:cubicBezTo>
                    <a:pt x="70414" y="74843"/>
                    <a:pt x="70416" y="74858"/>
                    <a:pt x="70461" y="74858"/>
                  </a:cubicBezTo>
                  <a:cubicBezTo>
                    <a:pt x="70489" y="74858"/>
                    <a:pt x="70532" y="74852"/>
                    <a:pt x="70603" y="74843"/>
                  </a:cubicBezTo>
                  <a:cubicBezTo>
                    <a:pt x="70603" y="74843"/>
                    <a:pt x="70782" y="74762"/>
                    <a:pt x="70774" y="74697"/>
                  </a:cubicBezTo>
                  <a:cubicBezTo>
                    <a:pt x="70771" y="74678"/>
                    <a:pt x="70750" y="74668"/>
                    <a:pt x="70717" y="74668"/>
                  </a:cubicBezTo>
                  <a:close/>
                  <a:moveTo>
                    <a:pt x="52576" y="74866"/>
                  </a:moveTo>
                  <a:cubicBezTo>
                    <a:pt x="52603" y="74866"/>
                    <a:pt x="52639" y="74871"/>
                    <a:pt x="52685" y="74884"/>
                  </a:cubicBezTo>
                  <a:lnTo>
                    <a:pt x="52855" y="74981"/>
                  </a:lnTo>
                  <a:lnTo>
                    <a:pt x="52653" y="74997"/>
                  </a:lnTo>
                  <a:lnTo>
                    <a:pt x="52466" y="74956"/>
                  </a:lnTo>
                  <a:cubicBezTo>
                    <a:pt x="52478" y="74914"/>
                    <a:pt x="52491" y="74866"/>
                    <a:pt x="52576" y="74866"/>
                  </a:cubicBezTo>
                  <a:close/>
                  <a:moveTo>
                    <a:pt x="78241" y="74778"/>
                  </a:moveTo>
                  <a:lnTo>
                    <a:pt x="78241" y="74778"/>
                  </a:lnTo>
                  <a:cubicBezTo>
                    <a:pt x="78249" y="74843"/>
                    <a:pt x="78265" y="74900"/>
                    <a:pt x="78079" y="74940"/>
                  </a:cubicBezTo>
                  <a:cubicBezTo>
                    <a:pt x="78005" y="74986"/>
                    <a:pt x="77926" y="75010"/>
                    <a:pt x="77872" y="75010"/>
                  </a:cubicBezTo>
                  <a:cubicBezTo>
                    <a:pt x="77801" y="75010"/>
                    <a:pt x="77776" y="74968"/>
                    <a:pt x="77868" y="74875"/>
                  </a:cubicBezTo>
                  <a:lnTo>
                    <a:pt x="78241" y="74778"/>
                  </a:lnTo>
                  <a:close/>
                  <a:moveTo>
                    <a:pt x="76384" y="75265"/>
                  </a:moveTo>
                  <a:lnTo>
                    <a:pt x="76587" y="75289"/>
                  </a:lnTo>
                  <a:lnTo>
                    <a:pt x="76392" y="75329"/>
                  </a:lnTo>
                  <a:cubicBezTo>
                    <a:pt x="76312" y="75343"/>
                    <a:pt x="76266" y="75351"/>
                    <a:pt x="76240" y="75351"/>
                  </a:cubicBezTo>
                  <a:cubicBezTo>
                    <a:pt x="76204" y="75351"/>
                    <a:pt x="76202" y="75337"/>
                    <a:pt x="76198" y="75305"/>
                  </a:cubicBezTo>
                  <a:lnTo>
                    <a:pt x="76384" y="75265"/>
                  </a:lnTo>
                  <a:close/>
                  <a:moveTo>
                    <a:pt x="73105" y="75616"/>
                  </a:moveTo>
                  <a:cubicBezTo>
                    <a:pt x="73186" y="75616"/>
                    <a:pt x="73267" y="75622"/>
                    <a:pt x="73344" y="75638"/>
                  </a:cubicBezTo>
                  <a:cubicBezTo>
                    <a:pt x="73352" y="75694"/>
                    <a:pt x="73165" y="75719"/>
                    <a:pt x="73165" y="75719"/>
                  </a:cubicBezTo>
                  <a:cubicBezTo>
                    <a:pt x="73063" y="75732"/>
                    <a:pt x="72959" y="75745"/>
                    <a:pt x="72884" y="75745"/>
                  </a:cubicBezTo>
                  <a:cubicBezTo>
                    <a:pt x="72822" y="75745"/>
                    <a:pt x="72780" y="75736"/>
                    <a:pt x="72776" y="75710"/>
                  </a:cubicBezTo>
                  <a:cubicBezTo>
                    <a:pt x="72776" y="75710"/>
                    <a:pt x="72768" y="75646"/>
                    <a:pt x="72963" y="75621"/>
                  </a:cubicBezTo>
                  <a:cubicBezTo>
                    <a:pt x="73010" y="75618"/>
                    <a:pt x="73058" y="75616"/>
                    <a:pt x="73105" y="75616"/>
                  </a:cubicBezTo>
                  <a:close/>
                  <a:moveTo>
                    <a:pt x="74333" y="75767"/>
                  </a:moveTo>
                  <a:cubicBezTo>
                    <a:pt x="74138" y="75808"/>
                    <a:pt x="74155" y="75865"/>
                    <a:pt x="74155" y="75865"/>
                  </a:cubicBezTo>
                  <a:cubicBezTo>
                    <a:pt x="74155" y="75865"/>
                    <a:pt x="74159" y="75899"/>
                    <a:pt x="74249" y="75899"/>
                  </a:cubicBezTo>
                  <a:cubicBezTo>
                    <a:pt x="74275" y="75899"/>
                    <a:pt x="74308" y="75896"/>
                    <a:pt x="74349" y="75889"/>
                  </a:cubicBezTo>
                  <a:lnTo>
                    <a:pt x="74536" y="75856"/>
                  </a:lnTo>
                  <a:cubicBezTo>
                    <a:pt x="74527" y="75792"/>
                    <a:pt x="74333" y="75767"/>
                    <a:pt x="74333" y="75767"/>
                  </a:cubicBezTo>
                  <a:close/>
                  <a:moveTo>
                    <a:pt x="69442" y="76055"/>
                  </a:moveTo>
                  <a:cubicBezTo>
                    <a:pt x="69496" y="76055"/>
                    <a:pt x="69574" y="76063"/>
                    <a:pt x="69656" y="76063"/>
                  </a:cubicBezTo>
                  <a:cubicBezTo>
                    <a:pt x="69685" y="76063"/>
                    <a:pt x="69715" y="76062"/>
                    <a:pt x="69744" y="76059"/>
                  </a:cubicBezTo>
                  <a:lnTo>
                    <a:pt x="69744" y="76059"/>
                  </a:lnTo>
                  <a:cubicBezTo>
                    <a:pt x="69938" y="76108"/>
                    <a:pt x="69938" y="76108"/>
                    <a:pt x="69557" y="76132"/>
                  </a:cubicBezTo>
                  <a:cubicBezTo>
                    <a:pt x="69536" y="76134"/>
                    <a:pt x="69517" y="76135"/>
                    <a:pt x="69499" y="76135"/>
                  </a:cubicBezTo>
                  <a:cubicBezTo>
                    <a:pt x="69363" y="76135"/>
                    <a:pt x="69363" y="76083"/>
                    <a:pt x="69363" y="76083"/>
                  </a:cubicBezTo>
                  <a:cubicBezTo>
                    <a:pt x="69363" y="76061"/>
                    <a:pt x="69393" y="76055"/>
                    <a:pt x="69442" y="76055"/>
                  </a:cubicBezTo>
                  <a:close/>
                  <a:moveTo>
                    <a:pt x="64977" y="76148"/>
                  </a:moveTo>
                  <a:cubicBezTo>
                    <a:pt x="64977" y="76171"/>
                    <a:pt x="64953" y="76179"/>
                    <a:pt x="64931" y="76179"/>
                  </a:cubicBezTo>
                  <a:cubicBezTo>
                    <a:pt x="64891" y="76179"/>
                    <a:pt x="64856" y="76154"/>
                    <a:pt x="64977" y="76148"/>
                  </a:cubicBezTo>
                  <a:close/>
                  <a:moveTo>
                    <a:pt x="70777" y="76295"/>
                  </a:moveTo>
                  <a:cubicBezTo>
                    <a:pt x="70812" y="76295"/>
                    <a:pt x="70835" y="76312"/>
                    <a:pt x="70725" y="76327"/>
                  </a:cubicBezTo>
                  <a:cubicBezTo>
                    <a:pt x="70722" y="76303"/>
                    <a:pt x="70752" y="76295"/>
                    <a:pt x="70777" y="76295"/>
                  </a:cubicBezTo>
                  <a:close/>
                  <a:moveTo>
                    <a:pt x="64977" y="76327"/>
                  </a:moveTo>
                  <a:lnTo>
                    <a:pt x="65163" y="76392"/>
                  </a:lnTo>
                  <a:lnTo>
                    <a:pt x="64977" y="76448"/>
                  </a:lnTo>
                  <a:lnTo>
                    <a:pt x="64782" y="76448"/>
                  </a:lnTo>
                  <a:cubicBezTo>
                    <a:pt x="64782" y="76392"/>
                    <a:pt x="64782" y="76335"/>
                    <a:pt x="64977" y="76327"/>
                  </a:cubicBezTo>
                  <a:close/>
                  <a:moveTo>
                    <a:pt x="66314" y="76310"/>
                  </a:moveTo>
                  <a:cubicBezTo>
                    <a:pt x="66314" y="76319"/>
                    <a:pt x="66509" y="76375"/>
                    <a:pt x="66509" y="76432"/>
                  </a:cubicBezTo>
                  <a:cubicBezTo>
                    <a:pt x="66509" y="76456"/>
                    <a:pt x="66473" y="76472"/>
                    <a:pt x="66417" y="76472"/>
                  </a:cubicBezTo>
                  <a:cubicBezTo>
                    <a:pt x="66342" y="76472"/>
                    <a:pt x="66231" y="76445"/>
                    <a:pt x="66120" y="76375"/>
                  </a:cubicBezTo>
                  <a:cubicBezTo>
                    <a:pt x="66120" y="76319"/>
                    <a:pt x="66120" y="76319"/>
                    <a:pt x="66314" y="76310"/>
                  </a:cubicBezTo>
                  <a:close/>
                  <a:moveTo>
                    <a:pt x="66513" y="76787"/>
                  </a:moveTo>
                  <a:cubicBezTo>
                    <a:pt x="66413" y="76789"/>
                    <a:pt x="66400" y="76789"/>
                    <a:pt x="66509" y="76789"/>
                  </a:cubicBezTo>
                  <a:cubicBezTo>
                    <a:pt x="66510" y="76788"/>
                    <a:pt x="66512" y="76788"/>
                    <a:pt x="66513" y="76787"/>
                  </a:cubicBezTo>
                  <a:close/>
                  <a:moveTo>
                    <a:pt x="71147" y="76700"/>
                  </a:moveTo>
                  <a:lnTo>
                    <a:pt x="70757" y="76748"/>
                  </a:lnTo>
                  <a:cubicBezTo>
                    <a:pt x="70762" y="76789"/>
                    <a:pt x="70764" y="76804"/>
                    <a:pt x="70811" y="76804"/>
                  </a:cubicBezTo>
                  <a:cubicBezTo>
                    <a:pt x="70840" y="76804"/>
                    <a:pt x="70886" y="76798"/>
                    <a:pt x="70960" y="76789"/>
                  </a:cubicBezTo>
                  <a:cubicBezTo>
                    <a:pt x="71341" y="76732"/>
                    <a:pt x="71341" y="76732"/>
                    <a:pt x="71147" y="76700"/>
                  </a:cubicBezTo>
                  <a:close/>
                  <a:moveTo>
                    <a:pt x="311" y="1"/>
                  </a:moveTo>
                  <a:cubicBezTo>
                    <a:pt x="199" y="1"/>
                    <a:pt x="145" y="8"/>
                    <a:pt x="98" y="382"/>
                  </a:cubicBezTo>
                  <a:cubicBezTo>
                    <a:pt x="50" y="1144"/>
                    <a:pt x="1" y="1719"/>
                    <a:pt x="123" y="1719"/>
                  </a:cubicBezTo>
                  <a:cubicBezTo>
                    <a:pt x="163" y="1841"/>
                    <a:pt x="179" y="1971"/>
                    <a:pt x="187" y="2100"/>
                  </a:cubicBezTo>
                  <a:cubicBezTo>
                    <a:pt x="187" y="2230"/>
                    <a:pt x="171" y="2360"/>
                    <a:pt x="131" y="2490"/>
                  </a:cubicBezTo>
                  <a:cubicBezTo>
                    <a:pt x="82" y="2490"/>
                    <a:pt x="66" y="3252"/>
                    <a:pt x="131" y="4208"/>
                  </a:cubicBezTo>
                  <a:cubicBezTo>
                    <a:pt x="204" y="5360"/>
                    <a:pt x="236" y="5935"/>
                    <a:pt x="187" y="6130"/>
                  </a:cubicBezTo>
                  <a:cubicBezTo>
                    <a:pt x="155" y="6252"/>
                    <a:pt x="147" y="6389"/>
                    <a:pt x="155" y="6519"/>
                  </a:cubicBezTo>
                  <a:cubicBezTo>
                    <a:pt x="155" y="6519"/>
                    <a:pt x="156" y="6519"/>
                    <a:pt x="156" y="6519"/>
                  </a:cubicBezTo>
                  <a:cubicBezTo>
                    <a:pt x="180" y="6519"/>
                    <a:pt x="212" y="6809"/>
                    <a:pt x="252" y="7257"/>
                  </a:cubicBezTo>
                  <a:cubicBezTo>
                    <a:pt x="301" y="7711"/>
                    <a:pt x="366" y="8327"/>
                    <a:pt x="431" y="9000"/>
                  </a:cubicBezTo>
                  <a:cubicBezTo>
                    <a:pt x="504" y="9665"/>
                    <a:pt x="568" y="10338"/>
                    <a:pt x="633" y="10832"/>
                  </a:cubicBezTo>
                  <a:cubicBezTo>
                    <a:pt x="706" y="11335"/>
                    <a:pt x="771" y="11659"/>
                    <a:pt x="804" y="11659"/>
                  </a:cubicBezTo>
                  <a:lnTo>
                    <a:pt x="852" y="12041"/>
                  </a:lnTo>
                  <a:cubicBezTo>
                    <a:pt x="795" y="12049"/>
                    <a:pt x="844" y="12430"/>
                    <a:pt x="901" y="12803"/>
                  </a:cubicBezTo>
                  <a:cubicBezTo>
                    <a:pt x="974" y="13054"/>
                    <a:pt x="1031" y="13305"/>
                    <a:pt x="1071" y="13557"/>
                  </a:cubicBezTo>
                  <a:cubicBezTo>
                    <a:pt x="1006" y="13565"/>
                    <a:pt x="1039" y="13759"/>
                    <a:pt x="1087" y="14140"/>
                  </a:cubicBezTo>
                  <a:cubicBezTo>
                    <a:pt x="1143" y="14506"/>
                    <a:pt x="1183" y="14700"/>
                    <a:pt x="1238" y="14700"/>
                  </a:cubicBezTo>
                  <a:cubicBezTo>
                    <a:pt x="1239" y="14700"/>
                    <a:pt x="1240" y="14700"/>
                    <a:pt x="1241" y="14700"/>
                  </a:cubicBezTo>
                  <a:cubicBezTo>
                    <a:pt x="1274" y="14886"/>
                    <a:pt x="1517" y="16208"/>
                    <a:pt x="1566" y="16784"/>
                  </a:cubicBezTo>
                  <a:cubicBezTo>
                    <a:pt x="1541" y="16978"/>
                    <a:pt x="1631" y="17156"/>
                    <a:pt x="1728" y="17335"/>
                  </a:cubicBezTo>
                  <a:cubicBezTo>
                    <a:pt x="1729" y="17335"/>
                    <a:pt x="1730" y="17335"/>
                    <a:pt x="1732" y="17335"/>
                  </a:cubicBezTo>
                  <a:cubicBezTo>
                    <a:pt x="1789" y="17335"/>
                    <a:pt x="1875" y="17509"/>
                    <a:pt x="1914" y="17692"/>
                  </a:cubicBezTo>
                  <a:lnTo>
                    <a:pt x="1793" y="17716"/>
                  </a:lnTo>
                  <a:cubicBezTo>
                    <a:pt x="1756" y="17643"/>
                    <a:pt x="1735" y="17600"/>
                    <a:pt x="1726" y="17600"/>
                  </a:cubicBezTo>
                  <a:cubicBezTo>
                    <a:pt x="1714" y="17600"/>
                    <a:pt x="1730" y="17690"/>
                    <a:pt x="1768" y="17911"/>
                  </a:cubicBezTo>
                  <a:cubicBezTo>
                    <a:pt x="1809" y="18105"/>
                    <a:pt x="1849" y="18292"/>
                    <a:pt x="1849" y="18292"/>
                  </a:cubicBezTo>
                  <a:cubicBezTo>
                    <a:pt x="1850" y="18291"/>
                    <a:pt x="1850" y="18291"/>
                    <a:pt x="1851" y="18291"/>
                  </a:cubicBezTo>
                  <a:cubicBezTo>
                    <a:pt x="1910" y="18291"/>
                    <a:pt x="2120" y="19227"/>
                    <a:pt x="2409" y="20521"/>
                  </a:cubicBezTo>
                  <a:cubicBezTo>
                    <a:pt x="2595" y="21373"/>
                    <a:pt x="2741" y="21924"/>
                    <a:pt x="2839" y="22272"/>
                  </a:cubicBezTo>
                  <a:cubicBezTo>
                    <a:pt x="2941" y="22604"/>
                    <a:pt x="2990" y="22743"/>
                    <a:pt x="3022" y="22743"/>
                  </a:cubicBezTo>
                  <a:cubicBezTo>
                    <a:pt x="3023" y="22743"/>
                    <a:pt x="3024" y="22743"/>
                    <a:pt x="3025" y="22743"/>
                  </a:cubicBezTo>
                  <a:cubicBezTo>
                    <a:pt x="3026" y="22743"/>
                    <a:pt x="3028" y="22742"/>
                    <a:pt x="3029" y="22742"/>
                  </a:cubicBezTo>
                  <a:cubicBezTo>
                    <a:pt x="3084" y="22742"/>
                    <a:pt x="3132" y="22925"/>
                    <a:pt x="3220" y="23489"/>
                  </a:cubicBezTo>
                  <a:cubicBezTo>
                    <a:pt x="3341" y="24640"/>
                    <a:pt x="3341" y="24640"/>
                    <a:pt x="3447" y="24810"/>
                  </a:cubicBezTo>
                  <a:cubicBezTo>
                    <a:pt x="3398" y="24632"/>
                    <a:pt x="3455" y="24616"/>
                    <a:pt x="3512" y="24599"/>
                  </a:cubicBezTo>
                  <a:cubicBezTo>
                    <a:pt x="3521" y="24597"/>
                    <a:pt x="3530" y="24596"/>
                    <a:pt x="3538" y="24596"/>
                  </a:cubicBezTo>
                  <a:cubicBezTo>
                    <a:pt x="3640" y="24596"/>
                    <a:pt x="3677" y="24770"/>
                    <a:pt x="3617" y="24972"/>
                  </a:cubicBezTo>
                  <a:cubicBezTo>
                    <a:pt x="3495" y="24997"/>
                    <a:pt x="4403" y="27737"/>
                    <a:pt x="4574" y="27883"/>
                  </a:cubicBezTo>
                  <a:lnTo>
                    <a:pt x="4517" y="27899"/>
                  </a:lnTo>
                  <a:cubicBezTo>
                    <a:pt x="4460" y="27915"/>
                    <a:pt x="4501" y="28102"/>
                    <a:pt x="4752" y="28832"/>
                  </a:cubicBezTo>
                  <a:lnTo>
                    <a:pt x="4947" y="29375"/>
                  </a:lnTo>
                  <a:cubicBezTo>
                    <a:pt x="4948" y="29374"/>
                    <a:pt x="4950" y="29374"/>
                    <a:pt x="4952" y="29374"/>
                  </a:cubicBezTo>
                  <a:cubicBezTo>
                    <a:pt x="5069" y="29374"/>
                    <a:pt x="5384" y="30445"/>
                    <a:pt x="5328" y="30461"/>
                  </a:cubicBezTo>
                  <a:cubicBezTo>
                    <a:pt x="5336" y="30664"/>
                    <a:pt x="5336" y="30664"/>
                    <a:pt x="5457" y="31021"/>
                  </a:cubicBezTo>
                  <a:cubicBezTo>
                    <a:pt x="5620" y="31313"/>
                    <a:pt x="5757" y="31613"/>
                    <a:pt x="5855" y="31929"/>
                  </a:cubicBezTo>
                  <a:cubicBezTo>
                    <a:pt x="5952" y="32221"/>
                    <a:pt x="6017" y="32456"/>
                    <a:pt x="5993" y="32464"/>
                  </a:cubicBezTo>
                  <a:lnTo>
                    <a:pt x="6130" y="32821"/>
                  </a:lnTo>
                  <a:cubicBezTo>
                    <a:pt x="6260" y="32983"/>
                    <a:pt x="6398" y="33340"/>
                    <a:pt x="6471" y="33518"/>
                  </a:cubicBezTo>
                  <a:cubicBezTo>
                    <a:pt x="6625" y="33910"/>
                    <a:pt x="6706" y="34107"/>
                    <a:pt x="6731" y="34107"/>
                  </a:cubicBezTo>
                  <a:cubicBezTo>
                    <a:pt x="6741" y="34107"/>
                    <a:pt x="6743" y="34081"/>
                    <a:pt x="6738" y="34029"/>
                  </a:cubicBezTo>
                  <a:cubicBezTo>
                    <a:pt x="6757" y="34021"/>
                    <a:pt x="6775" y="34014"/>
                    <a:pt x="6794" y="34014"/>
                  </a:cubicBezTo>
                  <a:cubicBezTo>
                    <a:pt x="6833" y="34014"/>
                    <a:pt x="6875" y="34045"/>
                    <a:pt x="6925" y="34167"/>
                  </a:cubicBezTo>
                  <a:lnTo>
                    <a:pt x="6868" y="34183"/>
                  </a:lnTo>
                  <a:cubicBezTo>
                    <a:pt x="6811" y="34207"/>
                    <a:pt x="7022" y="34742"/>
                    <a:pt x="7314" y="35448"/>
                  </a:cubicBezTo>
                  <a:cubicBezTo>
                    <a:pt x="7703" y="36331"/>
                    <a:pt x="7857" y="36680"/>
                    <a:pt x="7882" y="36874"/>
                  </a:cubicBezTo>
                  <a:lnTo>
                    <a:pt x="8019" y="37029"/>
                  </a:lnTo>
                  <a:cubicBezTo>
                    <a:pt x="8149" y="37183"/>
                    <a:pt x="8230" y="37353"/>
                    <a:pt x="8174" y="37377"/>
                  </a:cubicBezTo>
                  <a:cubicBezTo>
                    <a:pt x="8198" y="37580"/>
                    <a:pt x="8506" y="38277"/>
                    <a:pt x="8717" y="38601"/>
                  </a:cubicBezTo>
                  <a:cubicBezTo>
                    <a:pt x="8798" y="38780"/>
                    <a:pt x="8887" y="38950"/>
                    <a:pt x="8887" y="38950"/>
                  </a:cubicBezTo>
                  <a:cubicBezTo>
                    <a:pt x="8863" y="39169"/>
                    <a:pt x="9122" y="39688"/>
                    <a:pt x="9317" y="39809"/>
                  </a:cubicBezTo>
                  <a:cubicBezTo>
                    <a:pt x="9260" y="39834"/>
                    <a:pt x="9341" y="40004"/>
                    <a:pt x="9430" y="40174"/>
                  </a:cubicBezTo>
                  <a:cubicBezTo>
                    <a:pt x="9657" y="40499"/>
                    <a:pt x="9998" y="41188"/>
                    <a:pt x="9941" y="41212"/>
                  </a:cubicBezTo>
                  <a:lnTo>
                    <a:pt x="10030" y="41382"/>
                  </a:lnTo>
                  <a:cubicBezTo>
                    <a:pt x="10160" y="41528"/>
                    <a:pt x="10257" y="41690"/>
                    <a:pt x="10338" y="41869"/>
                  </a:cubicBezTo>
                  <a:cubicBezTo>
                    <a:pt x="10419" y="42047"/>
                    <a:pt x="10533" y="42209"/>
                    <a:pt x="10663" y="42347"/>
                  </a:cubicBezTo>
                  <a:cubicBezTo>
                    <a:pt x="10760" y="42444"/>
                    <a:pt x="10841" y="42550"/>
                    <a:pt x="10906" y="42663"/>
                  </a:cubicBezTo>
                  <a:cubicBezTo>
                    <a:pt x="10935" y="42716"/>
                    <a:pt x="10939" y="42737"/>
                    <a:pt x="10927" y="42737"/>
                  </a:cubicBezTo>
                  <a:cubicBezTo>
                    <a:pt x="10901" y="42737"/>
                    <a:pt x="10802" y="42643"/>
                    <a:pt x="10703" y="42550"/>
                  </a:cubicBezTo>
                  <a:cubicBezTo>
                    <a:pt x="10652" y="42481"/>
                    <a:pt x="10625" y="42452"/>
                    <a:pt x="10618" y="42452"/>
                  </a:cubicBezTo>
                  <a:cubicBezTo>
                    <a:pt x="10592" y="42452"/>
                    <a:pt x="10826" y="42841"/>
                    <a:pt x="11125" y="43190"/>
                  </a:cubicBezTo>
                  <a:cubicBezTo>
                    <a:pt x="11341" y="43443"/>
                    <a:pt x="11437" y="43553"/>
                    <a:pt x="11430" y="43553"/>
                  </a:cubicBezTo>
                  <a:cubicBezTo>
                    <a:pt x="11424" y="43553"/>
                    <a:pt x="11352" y="43483"/>
                    <a:pt x="11222" y="43361"/>
                  </a:cubicBezTo>
                  <a:cubicBezTo>
                    <a:pt x="11140" y="43283"/>
                    <a:pt x="11057" y="43203"/>
                    <a:pt x="11043" y="43203"/>
                  </a:cubicBezTo>
                  <a:cubicBezTo>
                    <a:pt x="11033" y="43203"/>
                    <a:pt x="11063" y="43251"/>
                    <a:pt x="11165" y="43385"/>
                  </a:cubicBezTo>
                  <a:cubicBezTo>
                    <a:pt x="11165" y="43385"/>
                    <a:pt x="11335" y="43695"/>
                    <a:pt x="11400" y="43695"/>
                  </a:cubicBezTo>
                  <a:cubicBezTo>
                    <a:pt x="11403" y="43695"/>
                    <a:pt x="11406" y="43695"/>
                    <a:pt x="11409" y="43693"/>
                  </a:cubicBezTo>
                  <a:lnTo>
                    <a:pt x="11684" y="44196"/>
                  </a:lnTo>
                  <a:cubicBezTo>
                    <a:pt x="11765" y="44439"/>
                    <a:pt x="11871" y="44674"/>
                    <a:pt x="12000" y="44901"/>
                  </a:cubicBezTo>
                  <a:cubicBezTo>
                    <a:pt x="12146" y="45039"/>
                    <a:pt x="12138" y="45039"/>
                    <a:pt x="12187" y="45234"/>
                  </a:cubicBezTo>
                  <a:cubicBezTo>
                    <a:pt x="12145" y="45261"/>
                    <a:pt x="12210" y="45383"/>
                    <a:pt x="12295" y="45383"/>
                  </a:cubicBezTo>
                  <a:cubicBezTo>
                    <a:pt x="12310" y="45383"/>
                    <a:pt x="12325" y="45380"/>
                    <a:pt x="12341" y="45371"/>
                  </a:cubicBezTo>
                  <a:cubicBezTo>
                    <a:pt x="12495" y="45501"/>
                    <a:pt x="12592" y="45671"/>
                    <a:pt x="12641" y="45858"/>
                  </a:cubicBezTo>
                  <a:cubicBezTo>
                    <a:pt x="12545" y="45917"/>
                    <a:pt x="12624" y="46057"/>
                    <a:pt x="12675" y="46057"/>
                  </a:cubicBezTo>
                  <a:cubicBezTo>
                    <a:pt x="12680" y="46057"/>
                    <a:pt x="12685" y="46055"/>
                    <a:pt x="12690" y="46052"/>
                  </a:cubicBezTo>
                  <a:cubicBezTo>
                    <a:pt x="12787" y="46142"/>
                    <a:pt x="12868" y="46239"/>
                    <a:pt x="12941" y="46352"/>
                  </a:cubicBezTo>
                  <a:cubicBezTo>
                    <a:pt x="12917" y="46369"/>
                    <a:pt x="13127" y="46742"/>
                    <a:pt x="13460" y="47301"/>
                  </a:cubicBezTo>
                  <a:lnTo>
                    <a:pt x="14027" y="48250"/>
                  </a:lnTo>
                  <a:lnTo>
                    <a:pt x="14733" y="49304"/>
                  </a:lnTo>
                  <a:cubicBezTo>
                    <a:pt x="14827" y="49449"/>
                    <a:pt x="14967" y="49568"/>
                    <a:pt x="15030" y="49568"/>
                  </a:cubicBezTo>
                  <a:cubicBezTo>
                    <a:pt x="15038" y="49568"/>
                    <a:pt x="15044" y="49566"/>
                    <a:pt x="15049" y="49563"/>
                  </a:cubicBezTo>
                  <a:cubicBezTo>
                    <a:pt x="15079" y="49543"/>
                    <a:pt x="15095" y="49532"/>
                    <a:pt x="15104" y="49532"/>
                  </a:cubicBezTo>
                  <a:cubicBezTo>
                    <a:pt x="15126" y="49532"/>
                    <a:pt x="15115" y="49588"/>
                    <a:pt x="15154" y="49717"/>
                  </a:cubicBezTo>
                  <a:cubicBezTo>
                    <a:pt x="15124" y="49910"/>
                    <a:pt x="15233" y="50133"/>
                    <a:pt x="15307" y="50133"/>
                  </a:cubicBezTo>
                  <a:cubicBezTo>
                    <a:pt x="15333" y="50133"/>
                    <a:pt x="15355" y="50106"/>
                    <a:pt x="15365" y="50041"/>
                  </a:cubicBezTo>
                  <a:cubicBezTo>
                    <a:pt x="15365" y="49943"/>
                    <a:pt x="15365" y="49887"/>
                    <a:pt x="15375" y="49887"/>
                  </a:cubicBezTo>
                  <a:cubicBezTo>
                    <a:pt x="15387" y="49887"/>
                    <a:pt x="15415" y="49980"/>
                    <a:pt x="15479" y="50195"/>
                  </a:cubicBezTo>
                  <a:cubicBezTo>
                    <a:pt x="15535" y="50390"/>
                    <a:pt x="15535" y="50390"/>
                    <a:pt x="15689" y="50520"/>
                  </a:cubicBezTo>
                  <a:cubicBezTo>
                    <a:pt x="15695" y="50515"/>
                    <a:pt x="15701" y="50513"/>
                    <a:pt x="15707" y="50513"/>
                  </a:cubicBezTo>
                  <a:cubicBezTo>
                    <a:pt x="15759" y="50513"/>
                    <a:pt x="15838" y="50645"/>
                    <a:pt x="15795" y="50674"/>
                  </a:cubicBezTo>
                  <a:cubicBezTo>
                    <a:pt x="15847" y="50854"/>
                    <a:pt x="15900" y="51034"/>
                    <a:pt x="15946" y="51034"/>
                  </a:cubicBezTo>
                  <a:cubicBezTo>
                    <a:pt x="15950" y="51034"/>
                    <a:pt x="15953" y="51033"/>
                    <a:pt x="15957" y="51031"/>
                  </a:cubicBezTo>
                  <a:cubicBezTo>
                    <a:pt x="16030" y="51136"/>
                    <a:pt x="16087" y="51249"/>
                    <a:pt x="16127" y="51371"/>
                  </a:cubicBezTo>
                  <a:cubicBezTo>
                    <a:pt x="16192" y="51566"/>
                    <a:pt x="16362" y="51687"/>
                    <a:pt x="16525" y="51801"/>
                  </a:cubicBezTo>
                  <a:cubicBezTo>
                    <a:pt x="16887" y="52130"/>
                    <a:pt x="17027" y="52292"/>
                    <a:pt x="16945" y="52292"/>
                  </a:cubicBezTo>
                  <a:cubicBezTo>
                    <a:pt x="16928" y="52292"/>
                    <a:pt x="16901" y="52285"/>
                    <a:pt x="16865" y="52271"/>
                  </a:cubicBezTo>
                  <a:cubicBezTo>
                    <a:pt x="16853" y="52266"/>
                    <a:pt x="16844" y="52264"/>
                    <a:pt x="16837" y="52264"/>
                  </a:cubicBezTo>
                  <a:cubicBezTo>
                    <a:pt x="16723" y="52264"/>
                    <a:pt x="17282" y="52925"/>
                    <a:pt x="17481" y="53009"/>
                  </a:cubicBezTo>
                  <a:cubicBezTo>
                    <a:pt x="17692" y="53090"/>
                    <a:pt x="17692" y="53090"/>
                    <a:pt x="17643" y="53122"/>
                  </a:cubicBezTo>
                  <a:cubicBezTo>
                    <a:pt x="17595" y="53163"/>
                    <a:pt x="17708" y="53317"/>
                    <a:pt x="17708" y="53317"/>
                  </a:cubicBezTo>
                  <a:cubicBezTo>
                    <a:pt x="17822" y="53471"/>
                    <a:pt x="17935" y="53625"/>
                    <a:pt x="17887" y="53657"/>
                  </a:cubicBezTo>
                  <a:cubicBezTo>
                    <a:pt x="18008" y="53812"/>
                    <a:pt x="18138" y="53957"/>
                    <a:pt x="18284" y="54087"/>
                  </a:cubicBezTo>
                  <a:cubicBezTo>
                    <a:pt x="18624" y="54314"/>
                    <a:pt x="18941" y="54793"/>
                    <a:pt x="18973" y="55011"/>
                  </a:cubicBezTo>
                  <a:lnTo>
                    <a:pt x="19265" y="55271"/>
                  </a:lnTo>
                  <a:cubicBezTo>
                    <a:pt x="19476" y="55352"/>
                    <a:pt x="19646" y="55457"/>
                    <a:pt x="19557" y="55530"/>
                  </a:cubicBezTo>
                  <a:lnTo>
                    <a:pt x="19508" y="55571"/>
                  </a:lnTo>
                  <a:cubicBezTo>
                    <a:pt x="19719" y="55644"/>
                    <a:pt x="20165" y="56276"/>
                    <a:pt x="20076" y="56349"/>
                  </a:cubicBezTo>
                  <a:cubicBezTo>
                    <a:pt x="20027" y="56390"/>
                    <a:pt x="20027" y="56390"/>
                    <a:pt x="20149" y="56544"/>
                  </a:cubicBezTo>
                  <a:lnTo>
                    <a:pt x="20197" y="56503"/>
                  </a:lnTo>
                  <a:cubicBezTo>
                    <a:pt x="20215" y="56485"/>
                    <a:pt x="20235" y="56469"/>
                    <a:pt x="20262" y="56469"/>
                  </a:cubicBezTo>
                  <a:cubicBezTo>
                    <a:pt x="20295" y="56469"/>
                    <a:pt x="20340" y="56495"/>
                    <a:pt x="20408" y="56576"/>
                  </a:cubicBezTo>
                  <a:cubicBezTo>
                    <a:pt x="20546" y="56714"/>
                    <a:pt x="20676" y="56852"/>
                    <a:pt x="20627" y="56892"/>
                  </a:cubicBezTo>
                  <a:cubicBezTo>
                    <a:pt x="20701" y="57054"/>
                    <a:pt x="20781" y="57222"/>
                    <a:pt x="20831" y="57222"/>
                  </a:cubicBezTo>
                  <a:cubicBezTo>
                    <a:pt x="20836" y="57222"/>
                    <a:pt x="20841" y="57221"/>
                    <a:pt x="20846" y="57217"/>
                  </a:cubicBezTo>
                  <a:cubicBezTo>
                    <a:pt x="20927" y="57314"/>
                    <a:pt x="21000" y="57419"/>
                    <a:pt x="21057" y="57541"/>
                  </a:cubicBezTo>
                  <a:cubicBezTo>
                    <a:pt x="21186" y="57679"/>
                    <a:pt x="21324" y="57817"/>
                    <a:pt x="21584" y="58101"/>
                  </a:cubicBezTo>
                  <a:cubicBezTo>
                    <a:pt x="21762" y="58206"/>
                    <a:pt x="22022" y="58490"/>
                    <a:pt x="21981" y="58530"/>
                  </a:cubicBezTo>
                  <a:cubicBezTo>
                    <a:pt x="22111" y="58676"/>
                    <a:pt x="22257" y="58798"/>
                    <a:pt x="22411" y="58911"/>
                  </a:cubicBezTo>
                  <a:cubicBezTo>
                    <a:pt x="22678" y="59195"/>
                    <a:pt x="22824" y="59317"/>
                    <a:pt x="22784" y="59365"/>
                  </a:cubicBezTo>
                  <a:cubicBezTo>
                    <a:pt x="22735" y="59406"/>
                    <a:pt x="22735" y="59406"/>
                    <a:pt x="22922" y="59495"/>
                  </a:cubicBezTo>
                  <a:cubicBezTo>
                    <a:pt x="22926" y="59490"/>
                    <a:pt x="22933" y="59488"/>
                    <a:pt x="22940" y="59488"/>
                  </a:cubicBezTo>
                  <a:cubicBezTo>
                    <a:pt x="22996" y="59488"/>
                    <a:pt x="23117" y="59608"/>
                    <a:pt x="23238" y="59722"/>
                  </a:cubicBezTo>
                  <a:lnTo>
                    <a:pt x="23513" y="59990"/>
                  </a:lnTo>
                  <a:cubicBezTo>
                    <a:pt x="23531" y="59975"/>
                    <a:pt x="23542" y="59966"/>
                    <a:pt x="23556" y="59966"/>
                  </a:cubicBezTo>
                  <a:cubicBezTo>
                    <a:pt x="23580" y="59966"/>
                    <a:pt x="23611" y="59996"/>
                    <a:pt x="23700" y="60079"/>
                  </a:cubicBezTo>
                  <a:cubicBezTo>
                    <a:pt x="23838" y="60217"/>
                    <a:pt x="24211" y="60654"/>
                    <a:pt x="24349" y="60792"/>
                  </a:cubicBezTo>
                  <a:cubicBezTo>
                    <a:pt x="24603" y="61032"/>
                    <a:pt x="24704" y="61127"/>
                    <a:pt x="24723" y="61127"/>
                  </a:cubicBezTo>
                  <a:cubicBezTo>
                    <a:pt x="24735" y="61127"/>
                    <a:pt x="24711" y="61087"/>
                    <a:pt x="24673" y="61019"/>
                  </a:cubicBezTo>
                  <a:cubicBezTo>
                    <a:pt x="24607" y="60957"/>
                    <a:pt x="24581" y="60915"/>
                    <a:pt x="24593" y="60915"/>
                  </a:cubicBezTo>
                  <a:cubicBezTo>
                    <a:pt x="24608" y="60915"/>
                    <a:pt x="24681" y="60979"/>
                    <a:pt x="24811" y="61149"/>
                  </a:cubicBezTo>
                  <a:cubicBezTo>
                    <a:pt x="24940" y="61287"/>
                    <a:pt x="25346" y="61700"/>
                    <a:pt x="25784" y="62081"/>
                  </a:cubicBezTo>
                  <a:cubicBezTo>
                    <a:pt x="26229" y="62465"/>
                    <a:pt x="26334" y="62556"/>
                    <a:pt x="26378" y="62556"/>
                  </a:cubicBezTo>
                  <a:cubicBezTo>
                    <a:pt x="26391" y="62556"/>
                    <a:pt x="26398" y="62547"/>
                    <a:pt x="26408" y="62535"/>
                  </a:cubicBezTo>
                  <a:cubicBezTo>
                    <a:pt x="26384" y="62459"/>
                    <a:pt x="26389" y="62426"/>
                    <a:pt x="26407" y="62426"/>
                  </a:cubicBezTo>
                  <a:cubicBezTo>
                    <a:pt x="26439" y="62426"/>
                    <a:pt x="26513" y="62526"/>
                    <a:pt x="26554" y="62665"/>
                  </a:cubicBezTo>
                  <a:cubicBezTo>
                    <a:pt x="26736" y="62960"/>
                    <a:pt x="26870" y="63097"/>
                    <a:pt x="26929" y="63097"/>
                  </a:cubicBezTo>
                  <a:cubicBezTo>
                    <a:pt x="26938" y="63097"/>
                    <a:pt x="26946" y="63093"/>
                    <a:pt x="26951" y="63087"/>
                  </a:cubicBezTo>
                  <a:cubicBezTo>
                    <a:pt x="27073" y="63127"/>
                    <a:pt x="27186" y="63200"/>
                    <a:pt x="27284" y="63289"/>
                  </a:cubicBezTo>
                  <a:cubicBezTo>
                    <a:pt x="27243" y="63338"/>
                    <a:pt x="27389" y="63468"/>
                    <a:pt x="27729" y="63654"/>
                  </a:cubicBezTo>
                  <a:cubicBezTo>
                    <a:pt x="27884" y="63768"/>
                    <a:pt x="27884" y="63768"/>
                    <a:pt x="27843" y="63816"/>
                  </a:cubicBezTo>
                  <a:lnTo>
                    <a:pt x="28151" y="64052"/>
                  </a:lnTo>
                  <a:cubicBezTo>
                    <a:pt x="28532" y="64189"/>
                    <a:pt x="29408" y="64943"/>
                    <a:pt x="29529" y="65106"/>
                  </a:cubicBezTo>
                  <a:cubicBezTo>
                    <a:pt x="29635" y="65187"/>
                    <a:pt x="29748" y="65252"/>
                    <a:pt x="29870" y="65292"/>
                  </a:cubicBezTo>
                  <a:cubicBezTo>
                    <a:pt x="30089" y="65324"/>
                    <a:pt x="30251" y="65430"/>
                    <a:pt x="30178" y="65519"/>
                  </a:cubicBezTo>
                  <a:cubicBezTo>
                    <a:pt x="30105" y="65616"/>
                    <a:pt x="30105" y="65616"/>
                    <a:pt x="30340" y="65633"/>
                  </a:cubicBezTo>
                  <a:cubicBezTo>
                    <a:pt x="30533" y="65689"/>
                    <a:pt x="31318" y="66225"/>
                    <a:pt x="31107" y="66225"/>
                  </a:cubicBezTo>
                  <a:cubicBezTo>
                    <a:pt x="31106" y="66225"/>
                    <a:pt x="31104" y="66225"/>
                    <a:pt x="31102" y="66224"/>
                  </a:cubicBezTo>
                  <a:lnTo>
                    <a:pt x="31029" y="66322"/>
                  </a:lnTo>
                  <a:cubicBezTo>
                    <a:pt x="31151" y="66362"/>
                    <a:pt x="31273" y="66419"/>
                    <a:pt x="31378" y="66492"/>
                  </a:cubicBezTo>
                  <a:cubicBezTo>
                    <a:pt x="31384" y="66485"/>
                    <a:pt x="31393" y="66481"/>
                    <a:pt x="31405" y="66481"/>
                  </a:cubicBezTo>
                  <a:cubicBezTo>
                    <a:pt x="31473" y="66481"/>
                    <a:pt x="31646" y="66598"/>
                    <a:pt x="32051" y="66873"/>
                  </a:cubicBezTo>
                  <a:cubicBezTo>
                    <a:pt x="32213" y="66987"/>
                    <a:pt x="32456" y="67141"/>
                    <a:pt x="32708" y="67287"/>
                  </a:cubicBezTo>
                  <a:cubicBezTo>
                    <a:pt x="32959" y="67424"/>
                    <a:pt x="33218" y="67562"/>
                    <a:pt x="33381" y="67668"/>
                  </a:cubicBezTo>
                  <a:cubicBezTo>
                    <a:pt x="33705" y="67862"/>
                    <a:pt x="34199" y="68162"/>
                    <a:pt x="34337" y="68316"/>
                  </a:cubicBezTo>
                  <a:cubicBezTo>
                    <a:pt x="34556" y="68454"/>
                    <a:pt x="34783" y="68568"/>
                    <a:pt x="35026" y="68665"/>
                  </a:cubicBezTo>
                  <a:cubicBezTo>
                    <a:pt x="35221" y="68714"/>
                    <a:pt x="35553" y="68916"/>
                    <a:pt x="35521" y="68965"/>
                  </a:cubicBezTo>
                  <a:cubicBezTo>
                    <a:pt x="35570" y="68997"/>
                    <a:pt x="35626" y="69030"/>
                    <a:pt x="35683" y="69054"/>
                  </a:cubicBezTo>
                  <a:cubicBezTo>
                    <a:pt x="35870" y="69119"/>
                    <a:pt x="36048" y="69192"/>
                    <a:pt x="36226" y="69281"/>
                  </a:cubicBezTo>
                  <a:cubicBezTo>
                    <a:pt x="36194" y="69330"/>
                    <a:pt x="36332" y="69476"/>
                    <a:pt x="36534" y="69508"/>
                  </a:cubicBezTo>
                  <a:cubicBezTo>
                    <a:pt x="36540" y="69499"/>
                    <a:pt x="36551" y="69495"/>
                    <a:pt x="36566" y="69495"/>
                  </a:cubicBezTo>
                  <a:cubicBezTo>
                    <a:pt x="36634" y="69495"/>
                    <a:pt x="36799" y="69582"/>
                    <a:pt x="37078" y="69735"/>
                  </a:cubicBezTo>
                  <a:cubicBezTo>
                    <a:pt x="37151" y="69792"/>
                    <a:pt x="37556" y="70019"/>
                    <a:pt x="38132" y="70335"/>
                  </a:cubicBezTo>
                  <a:cubicBezTo>
                    <a:pt x="38691" y="70659"/>
                    <a:pt x="39461" y="70984"/>
                    <a:pt x="40191" y="71340"/>
                  </a:cubicBezTo>
                  <a:lnTo>
                    <a:pt x="41278" y="71843"/>
                  </a:lnTo>
                  <a:cubicBezTo>
                    <a:pt x="41618" y="72005"/>
                    <a:pt x="41959" y="72119"/>
                    <a:pt x="42234" y="72232"/>
                  </a:cubicBezTo>
                  <a:lnTo>
                    <a:pt x="42915" y="72492"/>
                  </a:lnTo>
                  <a:cubicBezTo>
                    <a:pt x="42996" y="72524"/>
                    <a:pt x="43086" y="72557"/>
                    <a:pt x="43175" y="72573"/>
                  </a:cubicBezTo>
                  <a:lnTo>
                    <a:pt x="43710" y="72792"/>
                  </a:lnTo>
                  <a:lnTo>
                    <a:pt x="44245" y="73003"/>
                  </a:lnTo>
                  <a:cubicBezTo>
                    <a:pt x="44196" y="73132"/>
                    <a:pt x="45129" y="73392"/>
                    <a:pt x="45696" y="73521"/>
                  </a:cubicBezTo>
                  <a:cubicBezTo>
                    <a:pt x="45891" y="73530"/>
                    <a:pt x="46077" y="73578"/>
                    <a:pt x="46264" y="73651"/>
                  </a:cubicBezTo>
                  <a:cubicBezTo>
                    <a:pt x="46223" y="73765"/>
                    <a:pt x="46766" y="73951"/>
                    <a:pt x="47156" y="74016"/>
                  </a:cubicBezTo>
                  <a:cubicBezTo>
                    <a:pt x="47209" y="74004"/>
                    <a:pt x="47260" y="73998"/>
                    <a:pt x="47307" y="73998"/>
                  </a:cubicBezTo>
                  <a:cubicBezTo>
                    <a:pt x="47449" y="73998"/>
                    <a:pt x="47545" y="74052"/>
                    <a:pt x="47521" y="74138"/>
                  </a:cubicBezTo>
                  <a:cubicBezTo>
                    <a:pt x="47489" y="74234"/>
                    <a:pt x="47709" y="74320"/>
                    <a:pt x="48015" y="74320"/>
                  </a:cubicBezTo>
                  <a:cubicBezTo>
                    <a:pt x="48096" y="74320"/>
                    <a:pt x="48184" y="74313"/>
                    <a:pt x="48275" y="74300"/>
                  </a:cubicBezTo>
                  <a:cubicBezTo>
                    <a:pt x="48317" y="74298"/>
                    <a:pt x="48351" y="74297"/>
                    <a:pt x="48379" y="74297"/>
                  </a:cubicBezTo>
                  <a:cubicBezTo>
                    <a:pt x="48485" y="74297"/>
                    <a:pt x="48513" y="74316"/>
                    <a:pt x="48647" y="74405"/>
                  </a:cubicBezTo>
                  <a:cubicBezTo>
                    <a:pt x="48757" y="74526"/>
                    <a:pt x="48888" y="74589"/>
                    <a:pt x="48955" y="74589"/>
                  </a:cubicBezTo>
                  <a:cubicBezTo>
                    <a:pt x="48977" y="74589"/>
                    <a:pt x="48992" y="74582"/>
                    <a:pt x="48996" y="74567"/>
                  </a:cubicBezTo>
                  <a:cubicBezTo>
                    <a:pt x="49052" y="74547"/>
                    <a:pt x="49109" y="74538"/>
                    <a:pt x="49166" y="74538"/>
                  </a:cubicBezTo>
                  <a:cubicBezTo>
                    <a:pt x="49313" y="74538"/>
                    <a:pt x="49456" y="74604"/>
                    <a:pt x="49556" y="74721"/>
                  </a:cubicBezTo>
                  <a:cubicBezTo>
                    <a:pt x="49771" y="74863"/>
                    <a:pt x="49847" y="74913"/>
                    <a:pt x="49933" y="74913"/>
                  </a:cubicBezTo>
                  <a:cubicBezTo>
                    <a:pt x="49980" y="74913"/>
                    <a:pt x="50030" y="74898"/>
                    <a:pt x="50107" y="74875"/>
                  </a:cubicBezTo>
                  <a:cubicBezTo>
                    <a:pt x="50133" y="74869"/>
                    <a:pt x="50166" y="74866"/>
                    <a:pt x="50204" y="74866"/>
                  </a:cubicBezTo>
                  <a:cubicBezTo>
                    <a:pt x="50492" y="74866"/>
                    <a:pt x="51083" y="75039"/>
                    <a:pt x="51226" y="75167"/>
                  </a:cubicBezTo>
                  <a:cubicBezTo>
                    <a:pt x="51372" y="75199"/>
                    <a:pt x="51513" y="75266"/>
                    <a:pt x="51571" y="75266"/>
                  </a:cubicBezTo>
                  <a:cubicBezTo>
                    <a:pt x="51587" y="75266"/>
                    <a:pt x="51597" y="75261"/>
                    <a:pt x="51599" y="75248"/>
                  </a:cubicBezTo>
                  <a:lnTo>
                    <a:pt x="51777" y="75354"/>
                  </a:lnTo>
                  <a:lnTo>
                    <a:pt x="52150" y="75435"/>
                  </a:lnTo>
                  <a:lnTo>
                    <a:pt x="52166" y="75378"/>
                  </a:lnTo>
                  <a:lnTo>
                    <a:pt x="53050" y="75605"/>
                  </a:lnTo>
                  <a:cubicBezTo>
                    <a:pt x="53626" y="75759"/>
                    <a:pt x="54209" y="75889"/>
                    <a:pt x="54793" y="75978"/>
                  </a:cubicBezTo>
                  <a:cubicBezTo>
                    <a:pt x="56336" y="76229"/>
                    <a:pt x="56948" y="76330"/>
                    <a:pt x="57092" y="76330"/>
                  </a:cubicBezTo>
                  <a:cubicBezTo>
                    <a:pt x="57143" y="76330"/>
                    <a:pt x="57134" y="76318"/>
                    <a:pt x="57088" y="76294"/>
                  </a:cubicBezTo>
                  <a:cubicBezTo>
                    <a:pt x="57020" y="76233"/>
                    <a:pt x="57040" y="76207"/>
                    <a:pt x="57099" y="76207"/>
                  </a:cubicBezTo>
                  <a:cubicBezTo>
                    <a:pt x="57188" y="76207"/>
                    <a:pt x="57366" y="76265"/>
                    <a:pt x="57469" y="76343"/>
                  </a:cubicBezTo>
                  <a:cubicBezTo>
                    <a:pt x="57663" y="76359"/>
                    <a:pt x="58036" y="76465"/>
                    <a:pt x="58417" y="76505"/>
                  </a:cubicBezTo>
                  <a:cubicBezTo>
                    <a:pt x="58807" y="76546"/>
                    <a:pt x="59188" y="76586"/>
                    <a:pt x="59179" y="76643"/>
                  </a:cubicBezTo>
                  <a:lnTo>
                    <a:pt x="59374" y="76659"/>
                  </a:lnTo>
                  <a:cubicBezTo>
                    <a:pt x="59531" y="76644"/>
                    <a:pt x="59688" y="76636"/>
                    <a:pt x="59844" y="76636"/>
                  </a:cubicBezTo>
                  <a:cubicBezTo>
                    <a:pt x="60019" y="76636"/>
                    <a:pt x="60192" y="76646"/>
                    <a:pt x="60363" y="76667"/>
                  </a:cubicBezTo>
                  <a:cubicBezTo>
                    <a:pt x="60777" y="76700"/>
                    <a:pt x="61206" y="76724"/>
                    <a:pt x="61490" y="76773"/>
                  </a:cubicBezTo>
                  <a:cubicBezTo>
                    <a:pt x="61618" y="76782"/>
                    <a:pt x="61746" y="76787"/>
                    <a:pt x="61874" y="76787"/>
                  </a:cubicBezTo>
                  <a:cubicBezTo>
                    <a:pt x="62070" y="76787"/>
                    <a:pt x="62267" y="76776"/>
                    <a:pt x="62463" y="76756"/>
                  </a:cubicBezTo>
                  <a:cubicBezTo>
                    <a:pt x="62635" y="76738"/>
                    <a:pt x="62731" y="76728"/>
                    <a:pt x="62801" y="76728"/>
                  </a:cubicBezTo>
                  <a:cubicBezTo>
                    <a:pt x="62889" y="76728"/>
                    <a:pt x="62935" y="76744"/>
                    <a:pt x="63039" y="76781"/>
                  </a:cubicBezTo>
                  <a:cubicBezTo>
                    <a:pt x="63039" y="76822"/>
                    <a:pt x="63513" y="76881"/>
                    <a:pt x="63855" y="76881"/>
                  </a:cubicBezTo>
                  <a:cubicBezTo>
                    <a:pt x="64046" y="76881"/>
                    <a:pt x="64195" y="76863"/>
                    <a:pt x="64198" y="76813"/>
                  </a:cubicBezTo>
                  <a:lnTo>
                    <a:pt x="64385" y="76870"/>
                  </a:lnTo>
                  <a:cubicBezTo>
                    <a:pt x="64442" y="76889"/>
                    <a:pt x="64500" y="76897"/>
                    <a:pt x="64553" y="76897"/>
                  </a:cubicBezTo>
                  <a:cubicBezTo>
                    <a:pt x="64678" y="76897"/>
                    <a:pt x="64774" y="76853"/>
                    <a:pt x="64774" y="76813"/>
                  </a:cubicBezTo>
                  <a:cubicBezTo>
                    <a:pt x="64774" y="76757"/>
                    <a:pt x="64815" y="76727"/>
                    <a:pt x="64877" y="76727"/>
                  </a:cubicBezTo>
                  <a:cubicBezTo>
                    <a:pt x="64950" y="76727"/>
                    <a:pt x="65054" y="76770"/>
                    <a:pt x="65155" y="76862"/>
                  </a:cubicBezTo>
                  <a:cubicBezTo>
                    <a:pt x="65155" y="76932"/>
                    <a:pt x="65220" y="76962"/>
                    <a:pt x="65275" y="76962"/>
                  </a:cubicBezTo>
                  <a:cubicBezTo>
                    <a:pt x="65315" y="76962"/>
                    <a:pt x="65349" y="76946"/>
                    <a:pt x="65349" y="76919"/>
                  </a:cubicBezTo>
                  <a:cubicBezTo>
                    <a:pt x="65491" y="76877"/>
                    <a:pt x="65632" y="76832"/>
                    <a:pt x="65774" y="76832"/>
                  </a:cubicBezTo>
                  <a:cubicBezTo>
                    <a:pt x="65827" y="76832"/>
                    <a:pt x="65880" y="76838"/>
                    <a:pt x="65933" y="76854"/>
                  </a:cubicBezTo>
                  <a:cubicBezTo>
                    <a:pt x="66120" y="76854"/>
                    <a:pt x="66314" y="76854"/>
                    <a:pt x="66314" y="76732"/>
                  </a:cubicBezTo>
                  <a:cubicBezTo>
                    <a:pt x="66314" y="76675"/>
                    <a:pt x="66509" y="76667"/>
                    <a:pt x="66695" y="76667"/>
                  </a:cubicBezTo>
                  <a:cubicBezTo>
                    <a:pt x="66703" y="76724"/>
                    <a:pt x="66703" y="76724"/>
                    <a:pt x="66513" y="76787"/>
                  </a:cubicBezTo>
                  <a:lnTo>
                    <a:pt x="66513" y="76787"/>
                  </a:lnTo>
                  <a:cubicBezTo>
                    <a:pt x="66591" y="76786"/>
                    <a:pt x="66723" y="76784"/>
                    <a:pt x="66890" y="76781"/>
                  </a:cubicBezTo>
                  <a:cubicBezTo>
                    <a:pt x="67085" y="76789"/>
                    <a:pt x="67474" y="76813"/>
                    <a:pt x="67474" y="76878"/>
                  </a:cubicBezTo>
                  <a:cubicBezTo>
                    <a:pt x="67542" y="76895"/>
                    <a:pt x="67611" y="76904"/>
                    <a:pt x="67662" y="76904"/>
                  </a:cubicBezTo>
                  <a:cubicBezTo>
                    <a:pt x="67757" y="76904"/>
                    <a:pt x="67794" y="76873"/>
                    <a:pt x="67668" y="76805"/>
                  </a:cubicBezTo>
                  <a:cubicBezTo>
                    <a:pt x="67660" y="76683"/>
                    <a:pt x="67660" y="76683"/>
                    <a:pt x="68049" y="76659"/>
                  </a:cubicBezTo>
                  <a:cubicBezTo>
                    <a:pt x="68133" y="76652"/>
                    <a:pt x="68218" y="76645"/>
                    <a:pt x="68286" y="76645"/>
                  </a:cubicBezTo>
                  <a:cubicBezTo>
                    <a:pt x="68371" y="76645"/>
                    <a:pt x="68430" y="76656"/>
                    <a:pt x="68430" y="76692"/>
                  </a:cubicBezTo>
                  <a:cubicBezTo>
                    <a:pt x="68435" y="76726"/>
                    <a:pt x="68437" y="76739"/>
                    <a:pt x="68522" y="76739"/>
                  </a:cubicBezTo>
                  <a:cubicBezTo>
                    <a:pt x="68578" y="76739"/>
                    <a:pt x="68669" y="76734"/>
                    <a:pt x="68820" y="76724"/>
                  </a:cubicBezTo>
                  <a:cubicBezTo>
                    <a:pt x="69395" y="76683"/>
                    <a:pt x="69963" y="76465"/>
                    <a:pt x="70149" y="76327"/>
                  </a:cubicBezTo>
                  <a:cubicBezTo>
                    <a:pt x="70141" y="76269"/>
                    <a:pt x="70137" y="76241"/>
                    <a:pt x="70162" y="76241"/>
                  </a:cubicBezTo>
                  <a:cubicBezTo>
                    <a:pt x="70186" y="76241"/>
                    <a:pt x="70236" y="76267"/>
                    <a:pt x="70336" y="76319"/>
                  </a:cubicBezTo>
                  <a:cubicBezTo>
                    <a:pt x="70339" y="76347"/>
                    <a:pt x="70377" y="76357"/>
                    <a:pt x="70434" y="76357"/>
                  </a:cubicBezTo>
                  <a:cubicBezTo>
                    <a:pt x="70508" y="76357"/>
                    <a:pt x="70615" y="76340"/>
                    <a:pt x="70725" y="76327"/>
                  </a:cubicBezTo>
                  <a:lnTo>
                    <a:pt x="70725" y="76327"/>
                  </a:lnTo>
                  <a:cubicBezTo>
                    <a:pt x="70725" y="76392"/>
                    <a:pt x="70538" y="76416"/>
                    <a:pt x="70344" y="76432"/>
                  </a:cubicBezTo>
                  <a:lnTo>
                    <a:pt x="70352" y="76497"/>
                  </a:lnTo>
                  <a:cubicBezTo>
                    <a:pt x="70427" y="76536"/>
                    <a:pt x="70508" y="76555"/>
                    <a:pt x="70588" y="76555"/>
                  </a:cubicBezTo>
                  <a:cubicBezTo>
                    <a:pt x="70710" y="76555"/>
                    <a:pt x="70830" y="76512"/>
                    <a:pt x="70928" y="76424"/>
                  </a:cubicBezTo>
                  <a:cubicBezTo>
                    <a:pt x="71037" y="76374"/>
                    <a:pt x="71079" y="76355"/>
                    <a:pt x="71142" y="76355"/>
                  </a:cubicBezTo>
                  <a:cubicBezTo>
                    <a:pt x="71182" y="76355"/>
                    <a:pt x="71230" y="76363"/>
                    <a:pt x="71309" y="76375"/>
                  </a:cubicBezTo>
                  <a:cubicBezTo>
                    <a:pt x="71428" y="76395"/>
                    <a:pt x="71546" y="76418"/>
                    <a:pt x="71619" y="76418"/>
                  </a:cubicBezTo>
                  <a:cubicBezTo>
                    <a:pt x="71665" y="76418"/>
                    <a:pt x="71693" y="76409"/>
                    <a:pt x="71690" y="76383"/>
                  </a:cubicBezTo>
                  <a:cubicBezTo>
                    <a:pt x="71797" y="76370"/>
                    <a:pt x="71904" y="76364"/>
                    <a:pt x="72011" y="76364"/>
                  </a:cubicBezTo>
                  <a:cubicBezTo>
                    <a:pt x="72099" y="76364"/>
                    <a:pt x="72186" y="76368"/>
                    <a:pt x="72274" y="76375"/>
                  </a:cubicBezTo>
                  <a:cubicBezTo>
                    <a:pt x="72655" y="76327"/>
                    <a:pt x="72849" y="76302"/>
                    <a:pt x="72841" y="76237"/>
                  </a:cubicBezTo>
                  <a:cubicBezTo>
                    <a:pt x="72833" y="76181"/>
                    <a:pt x="73028" y="76156"/>
                    <a:pt x="73214" y="76132"/>
                  </a:cubicBezTo>
                  <a:cubicBezTo>
                    <a:pt x="73409" y="76108"/>
                    <a:pt x="73595" y="76083"/>
                    <a:pt x="73587" y="76027"/>
                  </a:cubicBezTo>
                  <a:cubicBezTo>
                    <a:pt x="73587" y="75970"/>
                    <a:pt x="73765" y="75873"/>
                    <a:pt x="74138" y="75808"/>
                  </a:cubicBezTo>
                  <a:cubicBezTo>
                    <a:pt x="74347" y="75735"/>
                    <a:pt x="74439" y="75703"/>
                    <a:pt x="74514" y="75703"/>
                  </a:cubicBezTo>
                  <a:cubicBezTo>
                    <a:pt x="74574" y="75703"/>
                    <a:pt x="74624" y="75723"/>
                    <a:pt x="74714" y="75759"/>
                  </a:cubicBezTo>
                  <a:cubicBezTo>
                    <a:pt x="74717" y="75782"/>
                    <a:pt x="74750" y="75790"/>
                    <a:pt x="74800" y="75790"/>
                  </a:cubicBezTo>
                  <a:cubicBezTo>
                    <a:pt x="74875" y="75790"/>
                    <a:pt x="74991" y="75771"/>
                    <a:pt x="75103" y="75751"/>
                  </a:cubicBezTo>
                  <a:cubicBezTo>
                    <a:pt x="75187" y="75735"/>
                    <a:pt x="75271" y="75726"/>
                    <a:pt x="75354" y="75726"/>
                  </a:cubicBezTo>
                  <a:cubicBezTo>
                    <a:pt x="75400" y="75726"/>
                    <a:pt x="75446" y="75729"/>
                    <a:pt x="75492" y="75735"/>
                  </a:cubicBezTo>
                  <a:cubicBezTo>
                    <a:pt x="75525" y="75739"/>
                    <a:pt x="75553" y="75741"/>
                    <a:pt x="75575" y="75741"/>
                  </a:cubicBezTo>
                  <a:cubicBezTo>
                    <a:pt x="75690" y="75741"/>
                    <a:pt x="75677" y="75693"/>
                    <a:pt x="75671" y="75646"/>
                  </a:cubicBezTo>
                  <a:lnTo>
                    <a:pt x="75654" y="75524"/>
                  </a:lnTo>
                  <a:cubicBezTo>
                    <a:pt x="75684" y="75519"/>
                    <a:pt x="75714" y="75517"/>
                    <a:pt x="75744" y="75517"/>
                  </a:cubicBezTo>
                  <a:cubicBezTo>
                    <a:pt x="75902" y="75517"/>
                    <a:pt x="76053" y="75582"/>
                    <a:pt x="76060" y="75629"/>
                  </a:cubicBezTo>
                  <a:cubicBezTo>
                    <a:pt x="76156" y="75667"/>
                    <a:pt x="76209" y="75687"/>
                    <a:pt x="76235" y="75687"/>
                  </a:cubicBezTo>
                  <a:cubicBezTo>
                    <a:pt x="76266" y="75687"/>
                    <a:pt x="76260" y="75658"/>
                    <a:pt x="76246" y="75597"/>
                  </a:cubicBezTo>
                  <a:cubicBezTo>
                    <a:pt x="76238" y="75540"/>
                    <a:pt x="76417" y="75443"/>
                    <a:pt x="76806" y="75435"/>
                  </a:cubicBezTo>
                  <a:cubicBezTo>
                    <a:pt x="77094" y="75366"/>
                    <a:pt x="77382" y="75292"/>
                    <a:pt x="77506" y="75292"/>
                  </a:cubicBezTo>
                  <a:cubicBezTo>
                    <a:pt x="77542" y="75292"/>
                    <a:pt x="77564" y="75298"/>
                    <a:pt x="77568" y="75313"/>
                  </a:cubicBezTo>
                  <a:cubicBezTo>
                    <a:pt x="77698" y="75313"/>
                    <a:pt x="77827" y="75289"/>
                    <a:pt x="77941" y="75224"/>
                  </a:cubicBezTo>
                  <a:cubicBezTo>
                    <a:pt x="78111" y="75119"/>
                    <a:pt x="78298" y="75070"/>
                    <a:pt x="78873" y="74997"/>
                  </a:cubicBezTo>
                  <a:cubicBezTo>
                    <a:pt x="79838" y="74884"/>
                    <a:pt x="79838" y="74884"/>
                    <a:pt x="79814" y="74762"/>
                  </a:cubicBezTo>
                  <a:cubicBezTo>
                    <a:pt x="79803" y="74724"/>
                    <a:pt x="79792" y="74687"/>
                    <a:pt x="79850" y="74687"/>
                  </a:cubicBezTo>
                  <a:cubicBezTo>
                    <a:pt x="79879" y="74687"/>
                    <a:pt x="79926" y="74697"/>
                    <a:pt x="80000" y="74721"/>
                  </a:cubicBezTo>
                  <a:cubicBezTo>
                    <a:pt x="80007" y="74722"/>
                    <a:pt x="80013" y="74722"/>
                    <a:pt x="80019" y="74722"/>
                  </a:cubicBezTo>
                  <a:cubicBezTo>
                    <a:pt x="80213" y="74722"/>
                    <a:pt x="80376" y="74603"/>
                    <a:pt x="80722" y="74446"/>
                  </a:cubicBezTo>
                  <a:cubicBezTo>
                    <a:pt x="80892" y="74332"/>
                    <a:pt x="80860" y="74219"/>
                    <a:pt x="80843" y="74154"/>
                  </a:cubicBezTo>
                  <a:cubicBezTo>
                    <a:pt x="80811" y="74040"/>
                    <a:pt x="80811" y="74040"/>
                    <a:pt x="81192" y="73992"/>
                  </a:cubicBezTo>
                  <a:cubicBezTo>
                    <a:pt x="81285" y="73963"/>
                    <a:pt x="81383" y="73949"/>
                    <a:pt x="81459" y="73949"/>
                  </a:cubicBezTo>
                  <a:cubicBezTo>
                    <a:pt x="81535" y="73949"/>
                    <a:pt x="81589" y="73963"/>
                    <a:pt x="81597" y="73992"/>
                  </a:cubicBezTo>
                  <a:cubicBezTo>
                    <a:pt x="81614" y="74048"/>
                    <a:pt x="81427" y="74105"/>
                    <a:pt x="81427" y="74105"/>
                  </a:cubicBezTo>
                  <a:lnTo>
                    <a:pt x="81241" y="74162"/>
                  </a:lnTo>
                  <a:cubicBezTo>
                    <a:pt x="81250" y="74195"/>
                    <a:pt x="81260" y="74229"/>
                    <a:pt x="81342" y="74229"/>
                  </a:cubicBezTo>
                  <a:cubicBezTo>
                    <a:pt x="81398" y="74229"/>
                    <a:pt x="81489" y="74213"/>
                    <a:pt x="81638" y="74170"/>
                  </a:cubicBezTo>
                  <a:cubicBezTo>
                    <a:pt x="81841" y="74170"/>
                    <a:pt x="82027" y="74113"/>
                    <a:pt x="82011" y="74057"/>
                  </a:cubicBezTo>
                  <a:cubicBezTo>
                    <a:pt x="82214" y="74057"/>
                    <a:pt x="82578" y="73943"/>
                    <a:pt x="82951" y="73829"/>
                  </a:cubicBezTo>
                  <a:cubicBezTo>
                    <a:pt x="83324" y="73732"/>
                    <a:pt x="83860" y="73513"/>
                    <a:pt x="84054" y="73513"/>
                  </a:cubicBezTo>
                  <a:cubicBezTo>
                    <a:pt x="84419" y="73384"/>
                    <a:pt x="84597" y="73319"/>
                    <a:pt x="84581" y="73262"/>
                  </a:cubicBezTo>
                  <a:cubicBezTo>
                    <a:pt x="84550" y="73175"/>
                    <a:pt x="84651" y="73113"/>
                    <a:pt x="84708" y="73113"/>
                  </a:cubicBezTo>
                  <a:cubicBezTo>
                    <a:pt x="84726" y="73113"/>
                    <a:pt x="84739" y="73119"/>
                    <a:pt x="84743" y="73132"/>
                  </a:cubicBezTo>
                  <a:cubicBezTo>
                    <a:pt x="84750" y="73134"/>
                    <a:pt x="84759" y="73134"/>
                    <a:pt x="84769" y="73134"/>
                  </a:cubicBezTo>
                  <a:cubicBezTo>
                    <a:pt x="84934" y="73134"/>
                    <a:pt x="85543" y="72958"/>
                    <a:pt x="86138" y="72759"/>
                  </a:cubicBezTo>
                  <a:cubicBezTo>
                    <a:pt x="86778" y="72532"/>
                    <a:pt x="87386" y="72232"/>
                    <a:pt x="87451" y="72143"/>
                  </a:cubicBezTo>
                  <a:lnTo>
                    <a:pt x="87808" y="71997"/>
                  </a:lnTo>
                  <a:cubicBezTo>
                    <a:pt x="88189" y="71900"/>
                    <a:pt x="89251" y="71446"/>
                    <a:pt x="89405" y="71316"/>
                  </a:cubicBezTo>
                  <a:lnTo>
                    <a:pt x="89924" y="71057"/>
                  </a:lnTo>
                  <a:cubicBezTo>
                    <a:pt x="90289" y="70943"/>
                    <a:pt x="90467" y="70862"/>
                    <a:pt x="90613" y="70724"/>
                  </a:cubicBezTo>
                  <a:cubicBezTo>
                    <a:pt x="90723" y="70615"/>
                    <a:pt x="90736" y="70560"/>
                    <a:pt x="90747" y="70560"/>
                  </a:cubicBezTo>
                  <a:cubicBezTo>
                    <a:pt x="90750" y="70560"/>
                    <a:pt x="90753" y="70566"/>
                    <a:pt x="90759" y="70578"/>
                  </a:cubicBezTo>
                  <a:cubicBezTo>
                    <a:pt x="90762" y="70586"/>
                    <a:pt x="90771" y="70589"/>
                    <a:pt x="90784" y="70589"/>
                  </a:cubicBezTo>
                  <a:cubicBezTo>
                    <a:pt x="90878" y="70589"/>
                    <a:pt x="91220" y="70422"/>
                    <a:pt x="91821" y="70124"/>
                  </a:cubicBezTo>
                  <a:cubicBezTo>
                    <a:pt x="92356" y="69869"/>
                    <a:pt x="92476" y="69800"/>
                    <a:pt x="92415" y="69800"/>
                  </a:cubicBezTo>
                  <a:cubicBezTo>
                    <a:pt x="92396" y="69800"/>
                    <a:pt x="92361" y="69807"/>
                    <a:pt x="92316" y="69816"/>
                  </a:cubicBezTo>
                  <a:cubicBezTo>
                    <a:pt x="92745" y="69528"/>
                    <a:pt x="92901" y="69459"/>
                    <a:pt x="92965" y="69459"/>
                  </a:cubicBezTo>
                  <a:cubicBezTo>
                    <a:pt x="92996" y="69459"/>
                    <a:pt x="93005" y="69476"/>
                    <a:pt x="93013" y="69492"/>
                  </a:cubicBezTo>
                  <a:cubicBezTo>
                    <a:pt x="92979" y="69552"/>
                    <a:pt x="92986" y="69578"/>
                    <a:pt x="93014" y="69578"/>
                  </a:cubicBezTo>
                  <a:cubicBezTo>
                    <a:pt x="93079" y="69578"/>
                    <a:pt x="93264" y="69433"/>
                    <a:pt x="93321" y="69257"/>
                  </a:cubicBezTo>
                  <a:cubicBezTo>
                    <a:pt x="93422" y="69076"/>
                    <a:pt x="93697" y="68908"/>
                    <a:pt x="93779" y="68908"/>
                  </a:cubicBezTo>
                  <a:cubicBezTo>
                    <a:pt x="93789" y="68908"/>
                    <a:pt x="93796" y="68911"/>
                    <a:pt x="93800" y="68916"/>
                  </a:cubicBezTo>
                  <a:cubicBezTo>
                    <a:pt x="93824" y="68973"/>
                    <a:pt x="93662" y="69062"/>
                    <a:pt x="93492" y="69159"/>
                  </a:cubicBezTo>
                  <a:cubicBezTo>
                    <a:pt x="93492" y="69159"/>
                    <a:pt x="93516" y="69216"/>
                    <a:pt x="93548" y="69265"/>
                  </a:cubicBezTo>
                  <a:cubicBezTo>
                    <a:pt x="93662" y="69208"/>
                    <a:pt x="93767" y="69127"/>
                    <a:pt x="93856" y="69022"/>
                  </a:cubicBezTo>
                  <a:cubicBezTo>
                    <a:pt x="93970" y="68957"/>
                    <a:pt x="94067" y="68876"/>
                    <a:pt x="94164" y="68786"/>
                  </a:cubicBezTo>
                  <a:cubicBezTo>
                    <a:pt x="94273" y="68671"/>
                    <a:pt x="94276" y="68612"/>
                    <a:pt x="94176" y="68612"/>
                  </a:cubicBezTo>
                  <a:cubicBezTo>
                    <a:pt x="94150" y="68612"/>
                    <a:pt x="94116" y="68616"/>
                    <a:pt x="94075" y="68624"/>
                  </a:cubicBezTo>
                  <a:cubicBezTo>
                    <a:pt x="94042" y="68631"/>
                    <a:pt x="94020" y="68634"/>
                    <a:pt x="94006" y="68634"/>
                  </a:cubicBezTo>
                  <a:cubicBezTo>
                    <a:pt x="93938" y="68634"/>
                    <a:pt x="94078" y="68559"/>
                    <a:pt x="94213" y="68478"/>
                  </a:cubicBezTo>
                  <a:cubicBezTo>
                    <a:pt x="94358" y="68424"/>
                    <a:pt x="94450" y="68400"/>
                    <a:pt x="94500" y="68400"/>
                  </a:cubicBezTo>
                  <a:cubicBezTo>
                    <a:pt x="94576" y="68400"/>
                    <a:pt x="94552" y="68455"/>
                    <a:pt x="94464" y="68543"/>
                  </a:cubicBezTo>
                  <a:cubicBezTo>
                    <a:pt x="94302" y="68641"/>
                    <a:pt x="94327" y="68689"/>
                    <a:pt x="94359" y="68738"/>
                  </a:cubicBezTo>
                  <a:cubicBezTo>
                    <a:pt x="94360" y="68740"/>
                    <a:pt x="94362" y="68741"/>
                    <a:pt x="94366" y="68741"/>
                  </a:cubicBezTo>
                  <a:cubicBezTo>
                    <a:pt x="94448" y="68741"/>
                    <a:pt x="95182" y="68218"/>
                    <a:pt x="95275" y="68008"/>
                  </a:cubicBezTo>
                  <a:lnTo>
                    <a:pt x="95300" y="68065"/>
                  </a:lnTo>
                  <a:cubicBezTo>
                    <a:pt x="95303" y="68070"/>
                    <a:pt x="95309" y="68072"/>
                    <a:pt x="95318" y="68072"/>
                  </a:cubicBezTo>
                  <a:cubicBezTo>
                    <a:pt x="95398" y="68072"/>
                    <a:pt x="95689" y="67889"/>
                    <a:pt x="95981" y="67700"/>
                  </a:cubicBezTo>
                  <a:cubicBezTo>
                    <a:pt x="96305" y="67497"/>
                    <a:pt x="96467" y="67392"/>
                    <a:pt x="96435" y="67343"/>
                  </a:cubicBezTo>
                  <a:cubicBezTo>
                    <a:pt x="96410" y="67295"/>
                    <a:pt x="96378" y="67238"/>
                    <a:pt x="96540" y="67141"/>
                  </a:cubicBezTo>
                  <a:lnTo>
                    <a:pt x="96540" y="67141"/>
                  </a:lnTo>
                  <a:cubicBezTo>
                    <a:pt x="96471" y="67182"/>
                    <a:pt x="96426" y="67197"/>
                    <a:pt x="96394" y="67197"/>
                  </a:cubicBezTo>
                  <a:cubicBezTo>
                    <a:pt x="96350" y="67197"/>
                    <a:pt x="96332" y="67169"/>
                    <a:pt x="96313" y="67141"/>
                  </a:cubicBezTo>
                  <a:cubicBezTo>
                    <a:pt x="96491" y="67060"/>
                    <a:pt x="96678" y="66995"/>
                    <a:pt x="96864" y="66930"/>
                  </a:cubicBezTo>
                  <a:cubicBezTo>
                    <a:pt x="97245" y="66824"/>
                    <a:pt x="97618" y="66687"/>
                    <a:pt x="98243" y="66241"/>
                  </a:cubicBezTo>
                  <a:cubicBezTo>
                    <a:pt x="98559" y="66022"/>
                    <a:pt x="99029" y="65681"/>
                    <a:pt x="99224" y="65624"/>
                  </a:cubicBezTo>
                  <a:cubicBezTo>
                    <a:pt x="99532" y="65397"/>
                    <a:pt x="99694" y="65284"/>
                    <a:pt x="99653" y="65235"/>
                  </a:cubicBezTo>
                  <a:lnTo>
                    <a:pt x="99970" y="65016"/>
                  </a:lnTo>
                  <a:cubicBezTo>
                    <a:pt x="100164" y="64952"/>
                    <a:pt x="100472" y="64725"/>
                    <a:pt x="100440" y="64676"/>
                  </a:cubicBezTo>
                  <a:cubicBezTo>
                    <a:pt x="100561" y="64522"/>
                    <a:pt x="100748" y="64449"/>
                    <a:pt x="100902" y="64327"/>
                  </a:cubicBezTo>
                  <a:cubicBezTo>
                    <a:pt x="101267" y="64181"/>
                    <a:pt x="101267" y="64181"/>
                    <a:pt x="101016" y="64157"/>
                  </a:cubicBezTo>
                  <a:cubicBezTo>
                    <a:pt x="101011" y="64152"/>
                    <a:pt x="101003" y="64149"/>
                    <a:pt x="100993" y="64149"/>
                  </a:cubicBezTo>
                  <a:cubicBezTo>
                    <a:pt x="100906" y="64149"/>
                    <a:pt x="100626" y="64316"/>
                    <a:pt x="100489" y="64425"/>
                  </a:cubicBezTo>
                  <a:lnTo>
                    <a:pt x="100026" y="64757"/>
                  </a:lnTo>
                  <a:lnTo>
                    <a:pt x="100456" y="64376"/>
                  </a:lnTo>
                  <a:cubicBezTo>
                    <a:pt x="100610" y="64254"/>
                    <a:pt x="100870" y="63962"/>
                    <a:pt x="100837" y="63914"/>
                  </a:cubicBezTo>
                  <a:cubicBezTo>
                    <a:pt x="100837" y="63914"/>
                    <a:pt x="100797" y="63873"/>
                    <a:pt x="100951" y="63752"/>
                  </a:cubicBezTo>
                  <a:lnTo>
                    <a:pt x="101024" y="63849"/>
                  </a:lnTo>
                  <a:cubicBezTo>
                    <a:pt x="100910" y="64011"/>
                    <a:pt x="100943" y="64060"/>
                    <a:pt x="100975" y="64108"/>
                  </a:cubicBezTo>
                  <a:cubicBezTo>
                    <a:pt x="101194" y="64084"/>
                    <a:pt x="101688" y="63776"/>
                    <a:pt x="101616" y="63679"/>
                  </a:cubicBezTo>
                  <a:cubicBezTo>
                    <a:pt x="101713" y="63589"/>
                    <a:pt x="101826" y="63525"/>
                    <a:pt x="101948" y="63484"/>
                  </a:cubicBezTo>
                  <a:cubicBezTo>
                    <a:pt x="101954" y="63491"/>
                    <a:pt x="101962" y="63495"/>
                    <a:pt x="101972" y="63495"/>
                  </a:cubicBezTo>
                  <a:cubicBezTo>
                    <a:pt x="102030" y="63495"/>
                    <a:pt x="102146" y="63380"/>
                    <a:pt x="102215" y="63200"/>
                  </a:cubicBezTo>
                  <a:cubicBezTo>
                    <a:pt x="102272" y="62998"/>
                    <a:pt x="102451" y="62852"/>
                    <a:pt x="102661" y="62835"/>
                  </a:cubicBezTo>
                  <a:cubicBezTo>
                    <a:pt x="102888" y="62738"/>
                    <a:pt x="103099" y="62608"/>
                    <a:pt x="103286" y="62454"/>
                  </a:cubicBezTo>
                  <a:cubicBezTo>
                    <a:pt x="103472" y="62300"/>
                    <a:pt x="103602" y="62162"/>
                    <a:pt x="103586" y="62138"/>
                  </a:cubicBezTo>
                  <a:cubicBezTo>
                    <a:pt x="103505" y="62041"/>
                    <a:pt x="103934" y="61660"/>
                    <a:pt x="104121" y="61579"/>
                  </a:cubicBezTo>
                  <a:cubicBezTo>
                    <a:pt x="104299" y="61498"/>
                    <a:pt x="104445" y="61360"/>
                    <a:pt x="104551" y="61190"/>
                  </a:cubicBezTo>
                  <a:cubicBezTo>
                    <a:pt x="104556" y="61198"/>
                    <a:pt x="104568" y="61203"/>
                    <a:pt x="104582" y="61203"/>
                  </a:cubicBezTo>
                  <a:cubicBezTo>
                    <a:pt x="104649" y="61203"/>
                    <a:pt x="104789" y="61118"/>
                    <a:pt x="104875" y="60979"/>
                  </a:cubicBezTo>
                  <a:cubicBezTo>
                    <a:pt x="104875" y="60979"/>
                    <a:pt x="104960" y="60903"/>
                    <a:pt x="104917" y="60903"/>
                  </a:cubicBezTo>
                  <a:cubicBezTo>
                    <a:pt x="104904" y="60903"/>
                    <a:pt x="104879" y="60911"/>
                    <a:pt x="104834" y="60930"/>
                  </a:cubicBezTo>
                  <a:lnTo>
                    <a:pt x="105037" y="60590"/>
                  </a:lnTo>
                  <a:lnTo>
                    <a:pt x="105037" y="60590"/>
                  </a:lnTo>
                  <a:cubicBezTo>
                    <a:pt x="104970" y="60653"/>
                    <a:pt x="104926" y="60674"/>
                    <a:pt x="104893" y="60674"/>
                  </a:cubicBezTo>
                  <a:cubicBezTo>
                    <a:pt x="104860" y="60674"/>
                    <a:pt x="104839" y="60651"/>
                    <a:pt x="104818" y="60630"/>
                  </a:cubicBezTo>
                  <a:cubicBezTo>
                    <a:pt x="104778" y="60573"/>
                    <a:pt x="105402" y="60127"/>
                    <a:pt x="105783" y="59973"/>
                  </a:cubicBezTo>
                  <a:lnTo>
                    <a:pt x="106140" y="59795"/>
                  </a:lnTo>
                  <a:lnTo>
                    <a:pt x="106050" y="59706"/>
                  </a:lnTo>
                  <a:cubicBezTo>
                    <a:pt x="106172" y="59585"/>
                    <a:pt x="106293" y="59464"/>
                    <a:pt x="106348" y="59464"/>
                  </a:cubicBezTo>
                  <a:cubicBezTo>
                    <a:pt x="106355" y="59464"/>
                    <a:pt x="106362" y="59466"/>
                    <a:pt x="106367" y="59471"/>
                  </a:cubicBezTo>
                  <a:cubicBezTo>
                    <a:pt x="106382" y="59489"/>
                    <a:pt x="106391" y="59500"/>
                    <a:pt x="106404" y="59500"/>
                  </a:cubicBezTo>
                  <a:cubicBezTo>
                    <a:pt x="106426" y="59500"/>
                    <a:pt x="106459" y="59468"/>
                    <a:pt x="106545" y="59382"/>
                  </a:cubicBezTo>
                  <a:cubicBezTo>
                    <a:pt x="106545" y="59382"/>
                    <a:pt x="106683" y="59244"/>
                    <a:pt x="106634" y="59203"/>
                  </a:cubicBezTo>
                  <a:cubicBezTo>
                    <a:pt x="106553" y="59114"/>
                    <a:pt x="106553" y="59114"/>
                    <a:pt x="106732" y="59025"/>
                  </a:cubicBezTo>
                  <a:cubicBezTo>
                    <a:pt x="106942" y="58984"/>
                    <a:pt x="107104" y="58822"/>
                    <a:pt x="107137" y="58611"/>
                  </a:cubicBezTo>
                  <a:cubicBezTo>
                    <a:pt x="107056" y="58530"/>
                    <a:pt x="107056" y="58530"/>
                    <a:pt x="107275" y="58473"/>
                  </a:cubicBezTo>
                  <a:cubicBezTo>
                    <a:pt x="107282" y="58482"/>
                    <a:pt x="107294" y="58486"/>
                    <a:pt x="107309" y="58486"/>
                  </a:cubicBezTo>
                  <a:cubicBezTo>
                    <a:pt x="107378" y="58486"/>
                    <a:pt x="107518" y="58400"/>
                    <a:pt x="107631" y="58287"/>
                  </a:cubicBezTo>
                  <a:lnTo>
                    <a:pt x="107591" y="58246"/>
                  </a:lnTo>
                  <a:cubicBezTo>
                    <a:pt x="107502" y="58157"/>
                    <a:pt x="107640" y="58028"/>
                    <a:pt x="107818" y="57930"/>
                  </a:cubicBezTo>
                  <a:cubicBezTo>
                    <a:pt x="107823" y="57935"/>
                    <a:pt x="107828" y="57937"/>
                    <a:pt x="107835" y="57937"/>
                  </a:cubicBezTo>
                  <a:cubicBezTo>
                    <a:pt x="107889" y="57937"/>
                    <a:pt x="108012" y="57795"/>
                    <a:pt x="108199" y="57501"/>
                  </a:cubicBezTo>
                  <a:cubicBezTo>
                    <a:pt x="108429" y="57242"/>
                    <a:pt x="108550" y="57104"/>
                    <a:pt x="108609" y="57104"/>
                  </a:cubicBezTo>
                  <a:cubicBezTo>
                    <a:pt x="108617" y="57104"/>
                    <a:pt x="108623" y="57107"/>
                    <a:pt x="108629" y="57111"/>
                  </a:cubicBezTo>
                  <a:cubicBezTo>
                    <a:pt x="108662" y="57142"/>
                    <a:pt x="108683" y="57161"/>
                    <a:pt x="108698" y="57161"/>
                  </a:cubicBezTo>
                  <a:cubicBezTo>
                    <a:pt x="108724" y="57161"/>
                    <a:pt x="108733" y="57108"/>
                    <a:pt x="108758" y="56965"/>
                  </a:cubicBezTo>
                  <a:cubicBezTo>
                    <a:pt x="108840" y="56779"/>
                    <a:pt x="108840" y="56779"/>
                    <a:pt x="109140" y="56536"/>
                  </a:cubicBezTo>
                  <a:cubicBezTo>
                    <a:pt x="109310" y="56430"/>
                    <a:pt x="109310" y="56430"/>
                    <a:pt x="109391" y="56244"/>
                  </a:cubicBezTo>
                  <a:cubicBezTo>
                    <a:pt x="109345" y="56202"/>
                    <a:pt x="109312" y="56171"/>
                    <a:pt x="109272" y="56171"/>
                  </a:cubicBezTo>
                  <a:cubicBezTo>
                    <a:pt x="109236" y="56171"/>
                    <a:pt x="109194" y="56198"/>
                    <a:pt x="109131" y="56268"/>
                  </a:cubicBezTo>
                  <a:cubicBezTo>
                    <a:pt x="109046" y="56364"/>
                    <a:pt x="109017" y="56397"/>
                    <a:pt x="108996" y="56397"/>
                  </a:cubicBezTo>
                  <a:cubicBezTo>
                    <a:pt x="108984" y="56397"/>
                    <a:pt x="108975" y="56388"/>
                    <a:pt x="108961" y="56374"/>
                  </a:cubicBezTo>
                  <a:lnTo>
                    <a:pt x="109212" y="56082"/>
                  </a:lnTo>
                  <a:cubicBezTo>
                    <a:pt x="109391" y="55895"/>
                    <a:pt x="109545" y="55684"/>
                    <a:pt x="109675" y="55466"/>
                  </a:cubicBezTo>
                  <a:cubicBezTo>
                    <a:pt x="109792" y="55285"/>
                    <a:pt x="109816" y="55183"/>
                    <a:pt x="109779" y="55183"/>
                  </a:cubicBezTo>
                  <a:cubicBezTo>
                    <a:pt x="109749" y="55183"/>
                    <a:pt x="109679" y="55248"/>
                    <a:pt x="109585" y="55393"/>
                  </a:cubicBezTo>
                  <a:lnTo>
                    <a:pt x="109415" y="55498"/>
                  </a:lnTo>
                  <a:cubicBezTo>
                    <a:pt x="109393" y="55477"/>
                    <a:pt x="109367" y="55468"/>
                    <a:pt x="109341" y="55468"/>
                  </a:cubicBezTo>
                  <a:cubicBezTo>
                    <a:pt x="109211" y="55468"/>
                    <a:pt x="109056" y="55681"/>
                    <a:pt x="109164" y="55782"/>
                  </a:cubicBezTo>
                  <a:cubicBezTo>
                    <a:pt x="109294" y="55903"/>
                    <a:pt x="109302" y="55903"/>
                    <a:pt x="109083" y="55968"/>
                  </a:cubicBezTo>
                  <a:cubicBezTo>
                    <a:pt x="109064" y="55952"/>
                    <a:pt x="109044" y="55944"/>
                    <a:pt x="109023" y="55944"/>
                  </a:cubicBezTo>
                  <a:cubicBezTo>
                    <a:pt x="108941" y="55944"/>
                    <a:pt x="108839" y="56055"/>
                    <a:pt x="108742" y="56171"/>
                  </a:cubicBezTo>
                  <a:cubicBezTo>
                    <a:pt x="108657" y="56266"/>
                    <a:pt x="108628" y="56299"/>
                    <a:pt x="108606" y="56299"/>
                  </a:cubicBezTo>
                  <a:cubicBezTo>
                    <a:pt x="108595" y="56299"/>
                    <a:pt x="108586" y="56290"/>
                    <a:pt x="108572" y="56276"/>
                  </a:cubicBezTo>
                  <a:cubicBezTo>
                    <a:pt x="108564" y="56270"/>
                    <a:pt x="108554" y="56267"/>
                    <a:pt x="108542" y="56267"/>
                  </a:cubicBezTo>
                  <a:cubicBezTo>
                    <a:pt x="108474" y="56267"/>
                    <a:pt x="108341" y="56356"/>
                    <a:pt x="108231" y="56479"/>
                  </a:cubicBezTo>
                  <a:cubicBezTo>
                    <a:pt x="108102" y="56617"/>
                    <a:pt x="108102" y="56617"/>
                    <a:pt x="108150" y="56657"/>
                  </a:cubicBezTo>
                  <a:cubicBezTo>
                    <a:pt x="108175" y="56643"/>
                    <a:pt x="108191" y="56637"/>
                    <a:pt x="108199" y="56637"/>
                  </a:cubicBezTo>
                  <a:cubicBezTo>
                    <a:pt x="108249" y="56637"/>
                    <a:pt x="108038" y="56852"/>
                    <a:pt x="107850" y="56901"/>
                  </a:cubicBezTo>
                  <a:cubicBezTo>
                    <a:pt x="107688" y="57006"/>
                    <a:pt x="107688" y="57006"/>
                    <a:pt x="107769" y="57087"/>
                  </a:cubicBezTo>
                  <a:cubicBezTo>
                    <a:pt x="107858" y="57168"/>
                    <a:pt x="107607" y="57460"/>
                    <a:pt x="107388" y="57517"/>
                  </a:cubicBezTo>
                  <a:lnTo>
                    <a:pt x="107121" y="57784"/>
                  </a:lnTo>
                  <a:cubicBezTo>
                    <a:pt x="106991" y="57922"/>
                    <a:pt x="107031" y="57963"/>
                    <a:pt x="107072" y="58003"/>
                  </a:cubicBezTo>
                  <a:cubicBezTo>
                    <a:pt x="107153" y="58084"/>
                    <a:pt x="107153" y="58084"/>
                    <a:pt x="106983" y="58182"/>
                  </a:cubicBezTo>
                  <a:cubicBezTo>
                    <a:pt x="106889" y="58228"/>
                    <a:pt x="106834" y="58239"/>
                    <a:pt x="106802" y="58239"/>
                  </a:cubicBezTo>
                  <a:cubicBezTo>
                    <a:pt x="106773" y="58239"/>
                    <a:pt x="106764" y="58230"/>
                    <a:pt x="106764" y="58230"/>
                  </a:cubicBezTo>
                  <a:cubicBezTo>
                    <a:pt x="106759" y="58225"/>
                    <a:pt x="106753" y="58223"/>
                    <a:pt x="106745" y="58223"/>
                  </a:cubicBezTo>
                  <a:cubicBezTo>
                    <a:pt x="106690" y="58223"/>
                    <a:pt x="106569" y="58343"/>
                    <a:pt x="106448" y="58457"/>
                  </a:cubicBezTo>
                  <a:cubicBezTo>
                    <a:pt x="106318" y="58595"/>
                    <a:pt x="106050" y="58863"/>
                    <a:pt x="106091" y="58903"/>
                  </a:cubicBezTo>
                  <a:lnTo>
                    <a:pt x="106050" y="58863"/>
                  </a:lnTo>
                  <a:cubicBezTo>
                    <a:pt x="105913" y="59000"/>
                    <a:pt x="105872" y="58952"/>
                    <a:pt x="105913" y="59000"/>
                  </a:cubicBezTo>
                  <a:cubicBezTo>
                    <a:pt x="105775" y="59130"/>
                    <a:pt x="105629" y="59252"/>
                    <a:pt x="105475" y="59357"/>
                  </a:cubicBezTo>
                  <a:cubicBezTo>
                    <a:pt x="105238" y="59538"/>
                    <a:pt x="104986" y="59863"/>
                    <a:pt x="105108" y="59863"/>
                  </a:cubicBezTo>
                  <a:cubicBezTo>
                    <a:pt x="105143" y="59863"/>
                    <a:pt x="105209" y="59836"/>
                    <a:pt x="105316" y="59771"/>
                  </a:cubicBezTo>
                  <a:lnTo>
                    <a:pt x="105316" y="59771"/>
                  </a:lnTo>
                  <a:cubicBezTo>
                    <a:pt x="105283" y="59803"/>
                    <a:pt x="105242" y="59843"/>
                    <a:pt x="105191" y="59892"/>
                  </a:cubicBezTo>
                  <a:cubicBezTo>
                    <a:pt x="105045" y="60022"/>
                    <a:pt x="105086" y="60071"/>
                    <a:pt x="105086" y="60071"/>
                  </a:cubicBezTo>
                  <a:cubicBezTo>
                    <a:pt x="105126" y="60111"/>
                    <a:pt x="104988" y="60241"/>
                    <a:pt x="104842" y="60371"/>
                  </a:cubicBezTo>
                  <a:lnTo>
                    <a:pt x="104761" y="60273"/>
                  </a:lnTo>
                  <a:cubicBezTo>
                    <a:pt x="104769" y="60190"/>
                    <a:pt x="104741" y="60155"/>
                    <a:pt x="104698" y="60155"/>
                  </a:cubicBezTo>
                  <a:cubicBezTo>
                    <a:pt x="104608" y="60155"/>
                    <a:pt x="104453" y="60308"/>
                    <a:pt x="104437" y="60484"/>
                  </a:cubicBezTo>
                  <a:lnTo>
                    <a:pt x="104405" y="60444"/>
                  </a:lnTo>
                  <a:cubicBezTo>
                    <a:pt x="104399" y="60437"/>
                    <a:pt x="104392" y="60434"/>
                    <a:pt x="104382" y="60434"/>
                  </a:cubicBezTo>
                  <a:cubicBezTo>
                    <a:pt x="104322" y="60434"/>
                    <a:pt x="104185" y="60566"/>
                    <a:pt x="103975" y="60825"/>
                  </a:cubicBezTo>
                  <a:cubicBezTo>
                    <a:pt x="103837" y="60954"/>
                    <a:pt x="103772" y="61165"/>
                    <a:pt x="103813" y="61214"/>
                  </a:cubicBezTo>
                  <a:cubicBezTo>
                    <a:pt x="103845" y="61263"/>
                    <a:pt x="103707" y="61384"/>
                    <a:pt x="103707" y="61384"/>
                  </a:cubicBezTo>
                  <a:cubicBezTo>
                    <a:pt x="103614" y="61467"/>
                    <a:pt x="103580" y="61497"/>
                    <a:pt x="103560" y="61497"/>
                  </a:cubicBezTo>
                  <a:cubicBezTo>
                    <a:pt x="103548" y="61497"/>
                    <a:pt x="103541" y="61488"/>
                    <a:pt x="103529" y="61473"/>
                  </a:cubicBezTo>
                  <a:cubicBezTo>
                    <a:pt x="103517" y="61459"/>
                    <a:pt x="103500" y="61452"/>
                    <a:pt x="103481" y="61452"/>
                  </a:cubicBezTo>
                  <a:cubicBezTo>
                    <a:pt x="103368" y="61452"/>
                    <a:pt x="103154" y="61668"/>
                    <a:pt x="103099" y="61854"/>
                  </a:cubicBezTo>
                  <a:lnTo>
                    <a:pt x="103059" y="61806"/>
                  </a:lnTo>
                  <a:cubicBezTo>
                    <a:pt x="103053" y="61799"/>
                    <a:pt x="103045" y="61795"/>
                    <a:pt x="103033" y="61795"/>
                  </a:cubicBezTo>
                  <a:cubicBezTo>
                    <a:pt x="102962" y="61795"/>
                    <a:pt x="102756" y="61943"/>
                    <a:pt x="102143" y="62487"/>
                  </a:cubicBezTo>
                  <a:cubicBezTo>
                    <a:pt x="101587" y="62936"/>
                    <a:pt x="101160" y="63278"/>
                    <a:pt x="101076" y="63278"/>
                  </a:cubicBezTo>
                  <a:cubicBezTo>
                    <a:pt x="101071" y="63278"/>
                    <a:pt x="101067" y="63276"/>
                    <a:pt x="101064" y="63273"/>
                  </a:cubicBezTo>
                  <a:cubicBezTo>
                    <a:pt x="101063" y="63271"/>
                    <a:pt x="101061" y="63270"/>
                    <a:pt x="101058" y="63270"/>
                  </a:cubicBezTo>
                  <a:cubicBezTo>
                    <a:pt x="100991" y="63270"/>
                    <a:pt x="100504" y="63814"/>
                    <a:pt x="100286" y="64133"/>
                  </a:cubicBezTo>
                  <a:cubicBezTo>
                    <a:pt x="100280" y="64125"/>
                    <a:pt x="100271" y="64122"/>
                    <a:pt x="100259" y="64122"/>
                  </a:cubicBezTo>
                  <a:cubicBezTo>
                    <a:pt x="100194" y="64122"/>
                    <a:pt x="100044" y="64231"/>
                    <a:pt x="99783" y="64416"/>
                  </a:cubicBezTo>
                  <a:cubicBezTo>
                    <a:pt x="99443" y="64657"/>
                    <a:pt x="99349" y="64723"/>
                    <a:pt x="99311" y="64723"/>
                  </a:cubicBezTo>
                  <a:cubicBezTo>
                    <a:pt x="99296" y="64723"/>
                    <a:pt x="99289" y="64714"/>
                    <a:pt x="99280" y="64700"/>
                  </a:cubicBezTo>
                  <a:cubicBezTo>
                    <a:pt x="99321" y="64605"/>
                    <a:pt x="99343" y="64553"/>
                    <a:pt x="99333" y="64553"/>
                  </a:cubicBezTo>
                  <a:cubicBezTo>
                    <a:pt x="99321" y="64553"/>
                    <a:pt x="99260" y="64632"/>
                    <a:pt x="99126" y="64806"/>
                  </a:cubicBezTo>
                  <a:cubicBezTo>
                    <a:pt x="99050" y="64987"/>
                    <a:pt x="98673" y="65223"/>
                    <a:pt x="98528" y="65223"/>
                  </a:cubicBezTo>
                  <a:cubicBezTo>
                    <a:pt x="98504" y="65223"/>
                    <a:pt x="98487" y="65216"/>
                    <a:pt x="98478" y="65203"/>
                  </a:cubicBezTo>
                  <a:cubicBezTo>
                    <a:pt x="98471" y="65195"/>
                    <a:pt x="98462" y="65191"/>
                    <a:pt x="98449" y="65191"/>
                  </a:cubicBezTo>
                  <a:cubicBezTo>
                    <a:pt x="98384" y="65191"/>
                    <a:pt x="98234" y="65296"/>
                    <a:pt x="97975" y="65487"/>
                  </a:cubicBezTo>
                  <a:cubicBezTo>
                    <a:pt x="97854" y="65641"/>
                    <a:pt x="97554" y="65876"/>
                    <a:pt x="97221" y="66070"/>
                  </a:cubicBezTo>
                  <a:cubicBezTo>
                    <a:pt x="96743" y="66370"/>
                    <a:pt x="96743" y="66370"/>
                    <a:pt x="96808" y="66476"/>
                  </a:cubicBezTo>
                  <a:cubicBezTo>
                    <a:pt x="96864" y="66581"/>
                    <a:pt x="96710" y="66678"/>
                    <a:pt x="96386" y="66881"/>
                  </a:cubicBezTo>
                  <a:cubicBezTo>
                    <a:pt x="96255" y="66966"/>
                    <a:pt x="96125" y="67051"/>
                    <a:pt x="96062" y="67051"/>
                  </a:cubicBezTo>
                  <a:cubicBezTo>
                    <a:pt x="96047" y="67051"/>
                    <a:pt x="96036" y="67046"/>
                    <a:pt x="96029" y="67035"/>
                  </a:cubicBezTo>
                  <a:cubicBezTo>
                    <a:pt x="95908" y="67076"/>
                    <a:pt x="95786" y="67124"/>
                    <a:pt x="95681" y="67189"/>
                  </a:cubicBezTo>
                  <a:cubicBezTo>
                    <a:pt x="95548" y="67275"/>
                    <a:pt x="95415" y="67356"/>
                    <a:pt x="95354" y="67356"/>
                  </a:cubicBezTo>
                  <a:cubicBezTo>
                    <a:pt x="95340" y="67356"/>
                    <a:pt x="95330" y="67352"/>
                    <a:pt x="95324" y="67343"/>
                  </a:cubicBezTo>
                  <a:cubicBezTo>
                    <a:pt x="95146" y="67400"/>
                    <a:pt x="94975" y="67489"/>
                    <a:pt x="94813" y="67595"/>
                  </a:cubicBezTo>
                  <a:cubicBezTo>
                    <a:pt x="94517" y="67761"/>
                    <a:pt x="94221" y="67927"/>
                    <a:pt x="94143" y="67927"/>
                  </a:cubicBezTo>
                  <a:cubicBezTo>
                    <a:pt x="94133" y="67927"/>
                    <a:pt x="94127" y="67924"/>
                    <a:pt x="94124" y="67919"/>
                  </a:cubicBezTo>
                  <a:cubicBezTo>
                    <a:pt x="93954" y="68008"/>
                    <a:pt x="93954" y="68008"/>
                    <a:pt x="93986" y="68065"/>
                  </a:cubicBezTo>
                  <a:cubicBezTo>
                    <a:pt x="94010" y="68114"/>
                    <a:pt x="93873" y="68259"/>
                    <a:pt x="93183" y="68576"/>
                  </a:cubicBezTo>
                  <a:cubicBezTo>
                    <a:pt x="92851" y="68762"/>
                    <a:pt x="92356" y="69046"/>
                    <a:pt x="92381" y="69095"/>
                  </a:cubicBezTo>
                  <a:cubicBezTo>
                    <a:pt x="92284" y="69150"/>
                    <a:pt x="92242" y="69174"/>
                    <a:pt x="92220" y="69174"/>
                  </a:cubicBezTo>
                  <a:cubicBezTo>
                    <a:pt x="92203" y="69174"/>
                    <a:pt x="92197" y="69160"/>
                    <a:pt x="92186" y="69135"/>
                  </a:cubicBezTo>
                  <a:cubicBezTo>
                    <a:pt x="92177" y="69117"/>
                    <a:pt x="92158" y="69108"/>
                    <a:pt x="92131" y="69108"/>
                  </a:cubicBezTo>
                  <a:cubicBezTo>
                    <a:pt x="92014" y="69108"/>
                    <a:pt x="91750" y="69267"/>
                    <a:pt x="91513" y="69484"/>
                  </a:cubicBezTo>
                  <a:cubicBezTo>
                    <a:pt x="91538" y="69541"/>
                    <a:pt x="91367" y="69622"/>
                    <a:pt x="91165" y="69654"/>
                  </a:cubicBezTo>
                  <a:cubicBezTo>
                    <a:pt x="91051" y="69711"/>
                    <a:pt x="90946" y="69784"/>
                    <a:pt x="90848" y="69873"/>
                  </a:cubicBezTo>
                  <a:cubicBezTo>
                    <a:pt x="90711" y="70011"/>
                    <a:pt x="90702" y="70011"/>
                    <a:pt x="90338" y="70124"/>
                  </a:cubicBezTo>
                  <a:cubicBezTo>
                    <a:pt x="90332" y="70112"/>
                    <a:pt x="90320" y="70106"/>
                    <a:pt x="90302" y="70106"/>
                  </a:cubicBezTo>
                  <a:cubicBezTo>
                    <a:pt x="90238" y="70106"/>
                    <a:pt x="90106" y="70175"/>
                    <a:pt x="89973" y="70238"/>
                  </a:cubicBezTo>
                  <a:cubicBezTo>
                    <a:pt x="89575" y="70481"/>
                    <a:pt x="89154" y="70700"/>
                    <a:pt x="88724" y="70878"/>
                  </a:cubicBezTo>
                  <a:cubicBezTo>
                    <a:pt x="88173" y="71113"/>
                    <a:pt x="87646" y="71324"/>
                    <a:pt x="87540" y="71332"/>
                  </a:cubicBezTo>
                  <a:cubicBezTo>
                    <a:pt x="87451" y="71422"/>
                    <a:pt x="87338" y="71494"/>
                    <a:pt x="87216" y="71535"/>
                  </a:cubicBezTo>
                  <a:cubicBezTo>
                    <a:pt x="87189" y="71530"/>
                    <a:pt x="87163" y="71528"/>
                    <a:pt x="87139" y="71528"/>
                  </a:cubicBezTo>
                  <a:cubicBezTo>
                    <a:pt x="86962" y="71528"/>
                    <a:pt x="86848" y="71645"/>
                    <a:pt x="86884" y="71738"/>
                  </a:cubicBezTo>
                  <a:lnTo>
                    <a:pt x="87062" y="71665"/>
                  </a:lnTo>
                  <a:lnTo>
                    <a:pt x="87240" y="71592"/>
                  </a:lnTo>
                  <a:lnTo>
                    <a:pt x="87240" y="71592"/>
                  </a:lnTo>
                  <a:cubicBezTo>
                    <a:pt x="87271" y="71676"/>
                    <a:pt x="86985" y="71820"/>
                    <a:pt x="86811" y="71820"/>
                  </a:cubicBezTo>
                  <a:cubicBezTo>
                    <a:pt x="86752" y="71820"/>
                    <a:pt x="86706" y="71803"/>
                    <a:pt x="86689" y="71762"/>
                  </a:cubicBezTo>
                  <a:cubicBezTo>
                    <a:pt x="86620" y="71749"/>
                    <a:pt x="86572" y="71740"/>
                    <a:pt x="86535" y="71740"/>
                  </a:cubicBezTo>
                  <a:cubicBezTo>
                    <a:pt x="86457" y="71740"/>
                    <a:pt x="86429" y="71781"/>
                    <a:pt x="86340" y="71908"/>
                  </a:cubicBezTo>
                  <a:cubicBezTo>
                    <a:pt x="86250" y="72050"/>
                    <a:pt x="86092" y="72136"/>
                    <a:pt x="85929" y="72136"/>
                  </a:cubicBezTo>
                  <a:cubicBezTo>
                    <a:pt x="85888" y="72136"/>
                    <a:pt x="85846" y="72130"/>
                    <a:pt x="85805" y="72119"/>
                  </a:cubicBezTo>
                  <a:cubicBezTo>
                    <a:pt x="85787" y="72068"/>
                    <a:pt x="85777" y="72040"/>
                    <a:pt x="85760" y="72040"/>
                  </a:cubicBezTo>
                  <a:cubicBezTo>
                    <a:pt x="85738" y="72040"/>
                    <a:pt x="85704" y="72084"/>
                    <a:pt x="85627" y="72184"/>
                  </a:cubicBezTo>
                  <a:cubicBezTo>
                    <a:pt x="85423" y="72441"/>
                    <a:pt x="85087" y="72650"/>
                    <a:pt x="84892" y="72650"/>
                  </a:cubicBezTo>
                  <a:cubicBezTo>
                    <a:pt x="84824" y="72650"/>
                    <a:pt x="84773" y="72624"/>
                    <a:pt x="84751" y="72565"/>
                  </a:cubicBezTo>
                  <a:cubicBezTo>
                    <a:pt x="84729" y="72503"/>
                    <a:pt x="84661" y="72477"/>
                    <a:pt x="84575" y="72477"/>
                  </a:cubicBezTo>
                  <a:cubicBezTo>
                    <a:pt x="84503" y="72477"/>
                    <a:pt x="84419" y="72495"/>
                    <a:pt x="84338" y="72524"/>
                  </a:cubicBezTo>
                  <a:cubicBezTo>
                    <a:pt x="84159" y="72589"/>
                    <a:pt x="84176" y="72646"/>
                    <a:pt x="84192" y="72703"/>
                  </a:cubicBezTo>
                  <a:cubicBezTo>
                    <a:pt x="84411" y="72751"/>
                    <a:pt x="84232" y="72816"/>
                    <a:pt x="83835" y="72832"/>
                  </a:cubicBezTo>
                  <a:cubicBezTo>
                    <a:pt x="83243" y="72857"/>
                    <a:pt x="82895" y="72986"/>
                    <a:pt x="82376" y="73262"/>
                  </a:cubicBezTo>
                  <a:cubicBezTo>
                    <a:pt x="81925" y="73477"/>
                    <a:pt x="81538" y="73621"/>
                    <a:pt x="81460" y="73621"/>
                  </a:cubicBezTo>
                  <a:cubicBezTo>
                    <a:pt x="81417" y="73621"/>
                    <a:pt x="81466" y="73578"/>
                    <a:pt x="81646" y="73481"/>
                  </a:cubicBezTo>
                  <a:cubicBezTo>
                    <a:pt x="81824" y="73359"/>
                    <a:pt x="81907" y="73303"/>
                    <a:pt x="81892" y="73303"/>
                  </a:cubicBezTo>
                  <a:cubicBezTo>
                    <a:pt x="81878" y="73303"/>
                    <a:pt x="81792" y="73345"/>
                    <a:pt x="81630" y="73424"/>
                  </a:cubicBezTo>
                  <a:lnTo>
                    <a:pt x="80722" y="73700"/>
                  </a:lnTo>
                  <a:cubicBezTo>
                    <a:pt x="80543" y="73748"/>
                    <a:pt x="80373" y="73862"/>
                    <a:pt x="80389" y="73919"/>
                  </a:cubicBezTo>
                  <a:cubicBezTo>
                    <a:pt x="80338" y="73905"/>
                    <a:pt x="80277" y="73898"/>
                    <a:pt x="80208" y="73898"/>
                  </a:cubicBezTo>
                  <a:cubicBezTo>
                    <a:pt x="79995" y="73898"/>
                    <a:pt x="79715" y="73966"/>
                    <a:pt x="79457" y="74113"/>
                  </a:cubicBezTo>
                  <a:lnTo>
                    <a:pt x="79084" y="74202"/>
                  </a:lnTo>
                  <a:cubicBezTo>
                    <a:pt x="78962" y="74227"/>
                    <a:pt x="78841" y="74275"/>
                    <a:pt x="78727" y="74356"/>
                  </a:cubicBezTo>
                  <a:cubicBezTo>
                    <a:pt x="78614" y="74421"/>
                    <a:pt x="78489" y="74439"/>
                    <a:pt x="78359" y="74439"/>
                  </a:cubicBezTo>
                  <a:cubicBezTo>
                    <a:pt x="78294" y="74439"/>
                    <a:pt x="78227" y="74435"/>
                    <a:pt x="78160" y="74429"/>
                  </a:cubicBezTo>
                  <a:cubicBezTo>
                    <a:pt x="78080" y="74423"/>
                    <a:pt x="78000" y="74418"/>
                    <a:pt x="77934" y="74418"/>
                  </a:cubicBezTo>
                  <a:cubicBezTo>
                    <a:pt x="77840" y="74418"/>
                    <a:pt x="77774" y="74428"/>
                    <a:pt x="77779" y="74462"/>
                  </a:cubicBezTo>
                  <a:cubicBezTo>
                    <a:pt x="77795" y="74519"/>
                    <a:pt x="77438" y="74665"/>
                    <a:pt x="77260" y="74770"/>
                  </a:cubicBezTo>
                  <a:cubicBezTo>
                    <a:pt x="77180" y="74820"/>
                    <a:pt x="77094" y="74842"/>
                    <a:pt x="77044" y="74842"/>
                  </a:cubicBezTo>
                  <a:cubicBezTo>
                    <a:pt x="76987" y="74842"/>
                    <a:pt x="76975" y="74813"/>
                    <a:pt x="77065" y="74762"/>
                  </a:cubicBezTo>
                  <a:cubicBezTo>
                    <a:pt x="77061" y="74725"/>
                    <a:pt x="77059" y="74712"/>
                    <a:pt x="76987" y="74712"/>
                  </a:cubicBezTo>
                  <a:cubicBezTo>
                    <a:pt x="76933" y="74712"/>
                    <a:pt x="76839" y="74719"/>
                    <a:pt x="76676" y="74729"/>
                  </a:cubicBezTo>
                  <a:cubicBezTo>
                    <a:pt x="76490" y="74762"/>
                    <a:pt x="76108" y="74835"/>
                    <a:pt x="76125" y="74892"/>
                  </a:cubicBezTo>
                  <a:cubicBezTo>
                    <a:pt x="76132" y="74945"/>
                    <a:pt x="75132" y="75137"/>
                    <a:pt x="74852" y="75137"/>
                  </a:cubicBezTo>
                  <a:cubicBezTo>
                    <a:pt x="74836" y="75137"/>
                    <a:pt x="74822" y="75136"/>
                    <a:pt x="74811" y="75135"/>
                  </a:cubicBezTo>
                  <a:lnTo>
                    <a:pt x="74438" y="75200"/>
                  </a:lnTo>
                  <a:cubicBezTo>
                    <a:pt x="74252" y="75240"/>
                    <a:pt x="74073" y="75329"/>
                    <a:pt x="73887" y="75370"/>
                  </a:cubicBezTo>
                  <a:cubicBezTo>
                    <a:pt x="73757" y="75394"/>
                    <a:pt x="73636" y="75435"/>
                    <a:pt x="73522" y="75492"/>
                  </a:cubicBezTo>
                  <a:cubicBezTo>
                    <a:pt x="73416" y="75505"/>
                    <a:pt x="73311" y="75518"/>
                    <a:pt x="73238" y="75518"/>
                  </a:cubicBezTo>
                  <a:cubicBezTo>
                    <a:pt x="73177" y="75518"/>
                    <a:pt x="73137" y="75509"/>
                    <a:pt x="73133" y="75483"/>
                  </a:cubicBezTo>
                  <a:cubicBezTo>
                    <a:pt x="73039" y="75560"/>
                    <a:pt x="72997" y="75594"/>
                    <a:pt x="72943" y="75594"/>
                  </a:cubicBezTo>
                  <a:cubicBezTo>
                    <a:pt x="72900" y="75594"/>
                    <a:pt x="72850" y="75572"/>
                    <a:pt x="72760" y="75532"/>
                  </a:cubicBezTo>
                  <a:cubicBezTo>
                    <a:pt x="72752" y="75474"/>
                    <a:pt x="72748" y="75444"/>
                    <a:pt x="72727" y="75444"/>
                  </a:cubicBezTo>
                  <a:cubicBezTo>
                    <a:pt x="72703" y="75444"/>
                    <a:pt x="72659" y="75480"/>
                    <a:pt x="72565" y="75556"/>
                  </a:cubicBezTo>
                  <a:cubicBezTo>
                    <a:pt x="72456" y="75606"/>
                    <a:pt x="72414" y="75625"/>
                    <a:pt x="72353" y="75625"/>
                  </a:cubicBezTo>
                  <a:cubicBezTo>
                    <a:pt x="72314" y="75625"/>
                    <a:pt x="72268" y="75618"/>
                    <a:pt x="72192" y="75605"/>
                  </a:cubicBezTo>
                  <a:cubicBezTo>
                    <a:pt x="72189" y="75579"/>
                    <a:pt x="72156" y="75567"/>
                    <a:pt x="72118" y="75567"/>
                  </a:cubicBezTo>
                  <a:cubicBezTo>
                    <a:pt x="72063" y="75567"/>
                    <a:pt x="71998" y="75591"/>
                    <a:pt x="71998" y="75629"/>
                  </a:cubicBezTo>
                  <a:cubicBezTo>
                    <a:pt x="71873" y="75730"/>
                    <a:pt x="71536" y="75827"/>
                    <a:pt x="71361" y="75827"/>
                  </a:cubicBezTo>
                  <a:cubicBezTo>
                    <a:pt x="71296" y="75827"/>
                    <a:pt x="71254" y="75814"/>
                    <a:pt x="71252" y="75783"/>
                  </a:cubicBezTo>
                  <a:cubicBezTo>
                    <a:pt x="71122" y="75800"/>
                    <a:pt x="71001" y="75840"/>
                    <a:pt x="70879" y="75889"/>
                  </a:cubicBezTo>
                  <a:cubicBezTo>
                    <a:pt x="70786" y="75965"/>
                    <a:pt x="70741" y="76002"/>
                    <a:pt x="70719" y="76002"/>
                  </a:cubicBezTo>
                  <a:cubicBezTo>
                    <a:pt x="70698" y="76002"/>
                    <a:pt x="70696" y="75971"/>
                    <a:pt x="70693" y="75913"/>
                  </a:cubicBezTo>
                  <a:cubicBezTo>
                    <a:pt x="70615" y="75876"/>
                    <a:pt x="70530" y="75857"/>
                    <a:pt x="70446" y="75857"/>
                  </a:cubicBezTo>
                  <a:cubicBezTo>
                    <a:pt x="70328" y="75857"/>
                    <a:pt x="70211" y="75894"/>
                    <a:pt x="70117" y="75970"/>
                  </a:cubicBezTo>
                  <a:cubicBezTo>
                    <a:pt x="70039" y="76001"/>
                    <a:pt x="69958" y="76016"/>
                    <a:pt x="69877" y="76016"/>
                  </a:cubicBezTo>
                  <a:cubicBezTo>
                    <a:pt x="69832" y="76016"/>
                    <a:pt x="69788" y="76011"/>
                    <a:pt x="69744" y="76002"/>
                  </a:cubicBezTo>
                  <a:cubicBezTo>
                    <a:pt x="69628" y="75993"/>
                    <a:pt x="69447" y="75987"/>
                    <a:pt x="69253" y="75987"/>
                  </a:cubicBezTo>
                  <a:cubicBezTo>
                    <a:pt x="68794" y="75987"/>
                    <a:pt x="68269" y="76017"/>
                    <a:pt x="68406" y="76092"/>
                  </a:cubicBezTo>
                  <a:lnTo>
                    <a:pt x="68025" y="76124"/>
                  </a:lnTo>
                  <a:cubicBezTo>
                    <a:pt x="67889" y="76110"/>
                    <a:pt x="67778" y="76102"/>
                    <a:pt x="67682" y="76102"/>
                  </a:cubicBezTo>
                  <a:cubicBezTo>
                    <a:pt x="67510" y="76102"/>
                    <a:pt x="67388" y="76126"/>
                    <a:pt x="67263" y="76173"/>
                  </a:cubicBezTo>
                  <a:cubicBezTo>
                    <a:pt x="67076" y="76246"/>
                    <a:pt x="67076" y="76246"/>
                    <a:pt x="67076" y="76246"/>
                  </a:cubicBezTo>
                  <a:cubicBezTo>
                    <a:pt x="67076" y="76192"/>
                    <a:pt x="66904" y="76131"/>
                    <a:pt x="66728" y="76131"/>
                  </a:cubicBezTo>
                  <a:cubicBezTo>
                    <a:pt x="66717" y="76131"/>
                    <a:pt x="66706" y="76132"/>
                    <a:pt x="66695" y="76132"/>
                  </a:cubicBezTo>
                  <a:cubicBezTo>
                    <a:pt x="66501" y="76132"/>
                    <a:pt x="66501" y="76132"/>
                    <a:pt x="66501" y="76189"/>
                  </a:cubicBezTo>
                  <a:cubicBezTo>
                    <a:pt x="66695" y="76246"/>
                    <a:pt x="66501" y="76254"/>
                    <a:pt x="66314" y="76254"/>
                  </a:cubicBezTo>
                  <a:cubicBezTo>
                    <a:pt x="66120" y="76254"/>
                    <a:pt x="65933" y="76197"/>
                    <a:pt x="65933" y="76140"/>
                  </a:cubicBezTo>
                  <a:lnTo>
                    <a:pt x="65739" y="76140"/>
                  </a:lnTo>
                  <a:cubicBezTo>
                    <a:pt x="65739" y="76212"/>
                    <a:pt x="65673" y="76242"/>
                    <a:pt x="65619" y="76242"/>
                  </a:cubicBezTo>
                  <a:cubicBezTo>
                    <a:pt x="65583" y="76242"/>
                    <a:pt x="65552" y="76228"/>
                    <a:pt x="65552" y="76205"/>
                  </a:cubicBezTo>
                  <a:cubicBezTo>
                    <a:pt x="65396" y="76164"/>
                    <a:pt x="65234" y="76146"/>
                    <a:pt x="65071" y="76146"/>
                  </a:cubicBezTo>
                  <a:cubicBezTo>
                    <a:pt x="65040" y="76146"/>
                    <a:pt x="65008" y="76147"/>
                    <a:pt x="64977" y="76148"/>
                  </a:cubicBezTo>
                  <a:lnTo>
                    <a:pt x="64977" y="76092"/>
                  </a:lnTo>
                  <a:cubicBezTo>
                    <a:pt x="64923" y="76075"/>
                    <a:pt x="64884" y="76068"/>
                    <a:pt x="64857" y="76068"/>
                  </a:cubicBezTo>
                  <a:cubicBezTo>
                    <a:pt x="64790" y="76068"/>
                    <a:pt x="64790" y="76110"/>
                    <a:pt x="64790" y="76156"/>
                  </a:cubicBezTo>
                  <a:lnTo>
                    <a:pt x="64409" y="76156"/>
                  </a:lnTo>
                  <a:cubicBezTo>
                    <a:pt x="64214" y="76156"/>
                    <a:pt x="64028" y="76165"/>
                    <a:pt x="64214" y="76221"/>
                  </a:cubicBezTo>
                  <a:cubicBezTo>
                    <a:pt x="64214" y="76278"/>
                    <a:pt x="64214" y="76335"/>
                    <a:pt x="64020" y="76343"/>
                  </a:cubicBezTo>
                  <a:cubicBezTo>
                    <a:pt x="64020" y="76362"/>
                    <a:pt x="63998" y="76368"/>
                    <a:pt x="63977" y="76368"/>
                  </a:cubicBezTo>
                  <a:cubicBezTo>
                    <a:pt x="63933" y="76368"/>
                    <a:pt x="63890" y="76343"/>
                    <a:pt x="64020" y="76343"/>
                  </a:cubicBezTo>
                  <a:cubicBezTo>
                    <a:pt x="64020" y="76278"/>
                    <a:pt x="64028" y="76221"/>
                    <a:pt x="63833" y="76221"/>
                  </a:cubicBezTo>
                  <a:cubicBezTo>
                    <a:pt x="63647" y="76213"/>
                    <a:pt x="63647" y="76156"/>
                    <a:pt x="63647" y="76156"/>
                  </a:cubicBezTo>
                  <a:cubicBezTo>
                    <a:pt x="63749" y="76097"/>
                    <a:pt x="63587" y="76075"/>
                    <a:pt x="63382" y="76075"/>
                  </a:cubicBezTo>
                  <a:cubicBezTo>
                    <a:pt x="63197" y="76075"/>
                    <a:pt x="62977" y="76093"/>
                    <a:pt x="62885" y="76116"/>
                  </a:cubicBezTo>
                  <a:cubicBezTo>
                    <a:pt x="62704" y="76165"/>
                    <a:pt x="62567" y="76189"/>
                    <a:pt x="62473" y="76189"/>
                  </a:cubicBezTo>
                  <a:cubicBezTo>
                    <a:pt x="62364" y="76189"/>
                    <a:pt x="62313" y="76157"/>
                    <a:pt x="62317" y="76092"/>
                  </a:cubicBezTo>
                  <a:cubicBezTo>
                    <a:pt x="62320" y="76055"/>
                    <a:pt x="62286" y="76039"/>
                    <a:pt x="62233" y="76039"/>
                  </a:cubicBezTo>
                  <a:cubicBezTo>
                    <a:pt x="62108" y="76039"/>
                    <a:pt x="61873" y="76126"/>
                    <a:pt x="61725" y="76246"/>
                  </a:cubicBezTo>
                  <a:lnTo>
                    <a:pt x="61523" y="76416"/>
                  </a:lnTo>
                  <a:lnTo>
                    <a:pt x="61539" y="76237"/>
                  </a:lnTo>
                  <a:cubicBezTo>
                    <a:pt x="61432" y="76080"/>
                    <a:pt x="61392" y="76021"/>
                    <a:pt x="61234" y="76021"/>
                  </a:cubicBezTo>
                  <a:cubicBezTo>
                    <a:pt x="61139" y="76021"/>
                    <a:pt x="61003" y="76042"/>
                    <a:pt x="60785" y="76075"/>
                  </a:cubicBezTo>
                  <a:cubicBezTo>
                    <a:pt x="60627" y="76095"/>
                    <a:pt x="60534" y="76104"/>
                    <a:pt x="60480" y="76104"/>
                  </a:cubicBezTo>
                  <a:cubicBezTo>
                    <a:pt x="60401" y="76104"/>
                    <a:pt x="60404" y="76085"/>
                    <a:pt x="60404" y="76051"/>
                  </a:cubicBezTo>
                  <a:cubicBezTo>
                    <a:pt x="60412" y="75994"/>
                    <a:pt x="60225" y="75970"/>
                    <a:pt x="59658" y="75913"/>
                  </a:cubicBezTo>
                  <a:cubicBezTo>
                    <a:pt x="59323" y="75875"/>
                    <a:pt x="59120" y="75854"/>
                    <a:pt x="59007" y="75854"/>
                  </a:cubicBezTo>
                  <a:cubicBezTo>
                    <a:pt x="58926" y="75854"/>
                    <a:pt x="58891" y="75865"/>
                    <a:pt x="58888" y="75889"/>
                  </a:cubicBezTo>
                  <a:lnTo>
                    <a:pt x="58507" y="75848"/>
                  </a:lnTo>
                  <a:cubicBezTo>
                    <a:pt x="58429" y="75785"/>
                    <a:pt x="58306" y="75756"/>
                    <a:pt x="58211" y="75756"/>
                  </a:cubicBezTo>
                  <a:cubicBezTo>
                    <a:pt x="58099" y="75756"/>
                    <a:pt x="58028" y="75798"/>
                    <a:pt x="58125" y="75873"/>
                  </a:cubicBezTo>
                  <a:lnTo>
                    <a:pt x="57744" y="75832"/>
                  </a:lnTo>
                  <a:lnTo>
                    <a:pt x="57753" y="75767"/>
                  </a:lnTo>
                  <a:cubicBezTo>
                    <a:pt x="57753" y="75743"/>
                    <a:pt x="57663" y="75719"/>
                    <a:pt x="57380" y="75678"/>
                  </a:cubicBezTo>
                  <a:lnTo>
                    <a:pt x="55880" y="75427"/>
                  </a:lnTo>
                  <a:cubicBezTo>
                    <a:pt x="54759" y="75244"/>
                    <a:pt x="54298" y="75168"/>
                    <a:pt x="54107" y="75168"/>
                  </a:cubicBezTo>
                  <a:cubicBezTo>
                    <a:pt x="54009" y="75168"/>
                    <a:pt x="53983" y="75188"/>
                    <a:pt x="53974" y="75224"/>
                  </a:cubicBezTo>
                  <a:cubicBezTo>
                    <a:pt x="53902" y="75252"/>
                    <a:pt x="53833" y="75264"/>
                    <a:pt x="53774" y="75264"/>
                  </a:cubicBezTo>
                  <a:cubicBezTo>
                    <a:pt x="53661" y="75264"/>
                    <a:pt x="53585" y="75218"/>
                    <a:pt x="53601" y="75143"/>
                  </a:cubicBezTo>
                  <a:cubicBezTo>
                    <a:pt x="53614" y="75098"/>
                    <a:pt x="53506" y="75028"/>
                    <a:pt x="53456" y="75028"/>
                  </a:cubicBezTo>
                  <a:cubicBezTo>
                    <a:pt x="53442" y="75028"/>
                    <a:pt x="53433" y="75034"/>
                    <a:pt x="53431" y="75046"/>
                  </a:cubicBezTo>
                  <a:cubicBezTo>
                    <a:pt x="53245" y="75005"/>
                    <a:pt x="53058" y="74940"/>
                    <a:pt x="52888" y="74859"/>
                  </a:cubicBezTo>
                  <a:cubicBezTo>
                    <a:pt x="52546" y="74709"/>
                    <a:pt x="52343" y="74661"/>
                    <a:pt x="52237" y="74661"/>
                  </a:cubicBezTo>
                  <a:cubicBezTo>
                    <a:pt x="52177" y="74661"/>
                    <a:pt x="52148" y="74677"/>
                    <a:pt x="52142" y="74697"/>
                  </a:cubicBezTo>
                  <a:cubicBezTo>
                    <a:pt x="52200" y="74755"/>
                    <a:pt x="52212" y="74778"/>
                    <a:pt x="52195" y="74778"/>
                  </a:cubicBezTo>
                  <a:cubicBezTo>
                    <a:pt x="52167" y="74778"/>
                    <a:pt x="52061" y="74717"/>
                    <a:pt x="51955" y="74656"/>
                  </a:cubicBezTo>
                  <a:cubicBezTo>
                    <a:pt x="51818" y="74578"/>
                    <a:pt x="51681" y="74495"/>
                    <a:pt x="51625" y="74495"/>
                  </a:cubicBezTo>
                  <a:cubicBezTo>
                    <a:pt x="51611" y="74495"/>
                    <a:pt x="51602" y="74499"/>
                    <a:pt x="51599" y="74511"/>
                  </a:cubicBezTo>
                  <a:cubicBezTo>
                    <a:pt x="51347" y="74502"/>
                    <a:pt x="51104" y="74470"/>
                    <a:pt x="50861" y="74413"/>
                  </a:cubicBezTo>
                  <a:cubicBezTo>
                    <a:pt x="50561" y="74340"/>
                    <a:pt x="50293" y="74243"/>
                    <a:pt x="50310" y="74186"/>
                  </a:cubicBezTo>
                  <a:lnTo>
                    <a:pt x="49945" y="74081"/>
                  </a:lnTo>
                  <a:cubicBezTo>
                    <a:pt x="49941" y="74095"/>
                    <a:pt x="49922" y="74101"/>
                    <a:pt x="49889" y="74101"/>
                  </a:cubicBezTo>
                  <a:cubicBezTo>
                    <a:pt x="49770" y="74101"/>
                    <a:pt x="49478" y="74018"/>
                    <a:pt x="49191" y="73935"/>
                  </a:cubicBezTo>
                  <a:cubicBezTo>
                    <a:pt x="48826" y="73829"/>
                    <a:pt x="48639" y="73781"/>
                    <a:pt x="48664" y="73724"/>
                  </a:cubicBezTo>
                  <a:cubicBezTo>
                    <a:pt x="48858" y="73716"/>
                    <a:pt x="48680" y="73667"/>
                    <a:pt x="48291" y="73619"/>
                  </a:cubicBezTo>
                  <a:cubicBezTo>
                    <a:pt x="48233" y="73603"/>
                    <a:pt x="48171" y="73599"/>
                    <a:pt x="48107" y="73599"/>
                  </a:cubicBezTo>
                  <a:cubicBezTo>
                    <a:pt x="48043" y="73599"/>
                    <a:pt x="47976" y="73603"/>
                    <a:pt x="47911" y="73603"/>
                  </a:cubicBezTo>
                  <a:cubicBezTo>
                    <a:pt x="47840" y="73603"/>
                    <a:pt x="47770" y="73598"/>
                    <a:pt x="47707" y="73578"/>
                  </a:cubicBezTo>
                  <a:cubicBezTo>
                    <a:pt x="47700" y="73604"/>
                    <a:pt x="47655" y="73616"/>
                    <a:pt x="47591" y="73616"/>
                  </a:cubicBezTo>
                  <a:cubicBezTo>
                    <a:pt x="47513" y="73616"/>
                    <a:pt x="47408" y="73598"/>
                    <a:pt x="47310" y="73562"/>
                  </a:cubicBezTo>
                  <a:lnTo>
                    <a:pt x="47326" y="73505"/>
                  </a:lnTo>
                  <a:cubicBezTo>
                    <a:pt x="47350" y="73448"/>
                    <a:pt x="47366" y="73392"/>
                    <a:pt x="47366" y="73392"/>
                  </a:cubicBezTo>
                  <a:cubicBezTo>
                    <a:pt x="47237" y="73350"/>
                    <a:pt x="47107" y="73305"/>
                    <a:pt x="47037" y="73305"/>
                  </a:cubicBezTo>
                  <a:cubicBezTo>
                    <a:pt x="47010" y="73305"/>
                    <a:pt x="46992" y="73311"/>
                    <a:pt x="46985" y="73327"/>
                  </a:cubicBezTo>
                  <a:cubicBezTo>
                    <a:pt x="46823" y="73213"/>
                    <a:pt x="46645" y="73148"/>
                    <a:pt x="46288" y="73027"/>
                  </a:cubicBezTo>
                  <a:cubicBezTo>
                    <a:pt x="45923" y="72905"/>
                    <a:pt x="45567" y="72775"/>
                    <a:pt x="45364" y="72775"/>
                  </a:cubicBezTo>
                  <a:cubicBezTo>
                    <a:pt x="45299" y="72686"/>
                    <a:pt x="44991" y="72557"/>
                    <a:pt x="44675" y="72443"/>
                  </a:cubicBezTo>
                  <a:cubicBezTo>
                    <a:pt x="44399" y="72327"/>
                    <a:pt x="44116" y="72237"/>
                    <a:pt x="43979" y="72237"/>
                  </a:cubicBezTo>
                  <a:cubicBezTo>
                    <a:pt x="43963" y="72237"/>
                    <a:pt x="43949" y="72238"/>
                    <a:pt x="43937" y="72240"/>
                  </a:cubicBezTo>
                  <a:cubicBezTo>
                    <a:pt x="43931" y="72251"/>
                    <a:pt x="43919" y="72257"/>
                    <a:pt x="43900" y="72257"/>
                  </a:cubicBezTo>
                  <a:cubicBezTo>
                    <a:pt x="43837" y="72257"/>
                    <a:pt x="43708" y="72195"/>
                    <a:pt x="43588" y="72094"/>
                  </a:cubicBezTo>
                  <a:cubicBezTo>
                    <a:pt x="43434" y="71965"/>
                    <a:pt x="43434" y="71965"/>
                    <a:pt x="43232" y="71949"/>
                  </a:cubicBezTo>
                  <a:cubicBezTo>
                    <a:pt x="43029" y="71932"/>
                    <a:pt x="42875" y="71811"/>
                    <a:pt x="42729" y="71681"/>
                  </a:cubicBezTo>
                  <a:cubicBezTo>
                    <a:pt x="42607" y="71519"/>
                    <a:pt x="42421" y="71422"/>
                    <a:pt x="42218" y="71413"/>
                  </a:cubicBezTo>
                  <a:cubicBezTo>
                    <a:pt x="41910" y="71340"/>
                    <a:pt x="41610" y="71235"/>
                    <a:pt x="41326" y="71089"/>
                  </a:cubicBezTo>
                  <a:cubicBezTo>
                    <a:pt x="41094" y="71024"/>
                    <a:pt x="40941" y="70967"/>
                    <a:pt x="40893" y="70967"/>
                  </a:cubicBezTo>
                  <a:cubicBezTo>
                    <a:pt x="40864" y="70967"/>
                    <a:pt x="40874" y="70988"/>
                    <a:pt x="40929" y="71040"/>
                  </a:cubicBezTo>
                  <a:cubicBezTo>
                    <a:pt x="40917" y="71065"/>
                    <a:pt x="40860" y="71071"/>
                    <a:pt x="40806" y="71071"/>
                  </a:cubicBezTo>
                  <a:cubicBezTo>
                    <a:pt x="40753" y="71071"/>
                    <a:pt x="40702" y="71065"/>
                    <a:pt x="40702" y="71065"/>
                  </a:cubicBezTo>
                  <a:cubicBezTo>
                    <a:pt x="40452" y="70994"/>
                    <a:pt x="40380" y="70945"/>
                    <a:pt x="40414" y="70945"/>
                  </a:cubicBezTo>
                  <a:cubicBezTo>
                    <a:pt x="40431" y="70945"/>
                    <a:pt x="40473" y="70957"/>
                    <a:pt x="40532" y="70984"/>
                  </a:cubicBezTo>
                  <a:cubicBezTo>
                    <a:pt x="40651" y="71017"/>
                    <a:pt x="40714" y="71032"/>
                    <a:pt x="40740" y="71032"/>
                  </a:cubicBezTo>
                  <a:cubicBezTo>
                    <a:pt x="40794" y="71032"/>
                    <a:pt x="40679" y="70966"/>
                    <a:pt x="40580" y="70878"/>
                  </a:cubicBezTo>
                  <a:cubicBezTo>
                    <a:pt x="40434" y="70740"/>
                    <a:pt x="40094" y="70578"/>
                    <a:pt x="39915" y="70497"/>
                  </a:cubicBezTo>
                  <a:cubicBezTo>
                    <a:pt x="39745" y="70416"/>
                    <a:pt x="39397" y="70254"/>
                    <a:pt x="39226" y="70173"/>
                  </a:cubicBezTo>
                  <a:cubicBezTo>
                    <a:pt x="38818" y="69938"/>
                    <a:pt x="38636" y="69826"/>
                    <a:pt x="38571" y="69826"/>
                  </a:cubicBezTo>
                  <a:cubicBezTo>
                    <a:pt x="38558" y="69826"/>
                    <a:pt x="38549" y="69831"/>
                    <a:pt x="38545" y="69840"/>
                  </a:cubicBezTo>
                  <a:cubicBezTo>
                    <a:pt x="38511" y="69903"/>
                    <a:pt x="38498" y="69929"/>
                    <a:pt x="38497" y="69929"/>
                  </a:cubicBezTo>
                  <a:cubicBezTo>
                    <a:pt x="38497" y="69929"/>
                    <a:pt x="38503" y="69917"/>
                    <a:pt x="38513" y="69897"/>
                  </a:cubicBezTo>
                  <a:cubicBezTo>
                    <a:pt x="38400" y="69695"/>
                    <a:pt x="36574" y="68722"/>
                    <a:pt x="36335" y="68722"/>
                  </a:cubicBezTo>
                  <a:cubicBezTo>
                    <a:pt x="36334" y="68722"/>
                    <a:pt x="36333" y="68722"/>
                    <a:pt x="36332" y="68722"/>
                  </a:cubicBezTo>
                  <a:lnTo>
                    <a:pt x="36364" y="68673"/>
                  </a:lnTo>
                  <a:cubicBezTo>
                    <a:pt x="36389" y="68616"/>
                    <a:pt x="36226" y="68535"/>
                    <a:pt x="35886" y="68349"/>
                  </a:cubicBezTo>
                  <a:cubicBezTo>
                    <a:pt x="35724" y="68251"/>
                    <a:pt x="35043" y="67903"/>
                    <a:pt x="34556" y="67611"/>
                  </a:cubicBezTo>
                  <a:cubicBezTo>
                    <a:pt x="33954" y="67242"/>
                    <a:pt x="33492" y="66957"/>
                    <a:pt x="33396" y="66957"/>
                  </a:cubicBezTo>
                  <a:cubicBezTo>
                    <a:pt x="33389" y="66957"/>
                    <a:pt x="33383" y="66959"/>
                    <a:pt x="33381" y="66962"/>
                  </a:cubicBezTo>
                  <a:cubicBezTo>
                    <a:pt x="33218" y="66865"/>
                    <a:pt x="33218" y="66865"/>
                    <a:pt x="33251" y="66816"/>
                  </a:cubicBezTo>
                  <a:lnTo>
                    <a:pt x="33251" y="66816"/>
                  </a:lnTo>
                  <a:cubicBezTo>
                    <a:pt x="33288" y="66825"/>
                    <a:pt x="33313" y="66829"/>
                    <a:pt x="33327" y="66829"/>
                  </a:cubicBezTo>
                  <a:cubicBezTo>
                    <a:pt x="33392" y="66829"/>
                    <a:pt x="33255" y="66750"/>
                    <a:pt x="33129" y="66670"/>
                  </a:cubicBezTo>
                  <a:cubicBezTo>
                    <a:pt x="33059" y="66622"/>
                    <a:pt x="33014" y="66604"/>
                    <a:pt x="32982" y="66604"/>
                  </a:cubicBezTo>
                  <a:cubicBezTo>
                    <a:pt x="32939" y="66604"/>
                    <a:pt x="32921" y="66635"/>
                    <a:pt x="32902" y="66662"/>
                  </a:cubicBezTo>
                  <a:cubicBezTo>
                    <a:pt x="32897" y="66670"/>
                    <a:pt x="32889" y="66673"/>
                    <a:pt x="32879" y="66673"/>
                  </a:cubicBezTo>
                  <a:cubicBezTo>
                    <a:pt x="32818" y="66673"/>
                    <a:pt x="32666" y="66558"/>
                    <a:pt x="32432" y="66338"/>
                  </a:cubicBezTo>
                  <a:cubicBezTo>
                    <a:pt x="32043" y="65997"/>
                    <a:pt x="31621" y="65714"/>
                    <a:pt x="31175" y="65479"/>
                  </a:cubicBezTo>
                  <a:cubicBezTo>
                    <a:pt x="31013" y="65365"/>
                    <a:pt x="30859" y="65260"/>
                    <a:pt x="30891" y="65211"/>
                  </a:cubicBezTo>
                  <a:cubicBezTo>
                    <a:pt x="30689" y="64968"/>
                    <a:pt x="30421" y="64773"/>
                    <a:pt x="30121" y="64660"/>
                  </a:cubicBezTo>
                  <a:cubicBezTo>
                    <a:pt x="29967" y="64538"/>
                    <a:pt x="29967" y="64538"/>
                    <a:pt x="30008" y="64489"/>
                  </a:cubicBezTo>
                  <a:cubicBezTo>
                    <a:pt x="29894" y="64327"/>
                    <a:pt x="29927" y="64287"/>
                    <a:pt x="29700" y="64262"/>
                  </a:cubicBezTo>
                  <a:cubicBezTo>
                    <a:pt x="29319" y="64043"/>
                    <a:pt x="28962" y="63768"/>
                    <a:pt x="28646" y="63452"/>
                  </a:cubicBezTo>
                  <a:cubicBezTo>
                    <a:pt x="28522" y="63356"/>
                    <a:pt x="28393" y="63254"/>
                    <a:pt x="28332" y="63254"/>
                  </a:cubicBezTo>
                  <a:cubicBezTo>
                    <a:pt x="28320" y="63254"/>
                    <a:pt x="28311" y="63258"/>
                    <a:pt x="28305" y="63265"/>
                  </a:cubicBezTo>
                  <a:cubicBezTo>
                    <a:pt x="28294" y="63282"/>
                    <a:pt x="28281" y="63299"/>
                    <a:pt x="28271" y="63311"/>
                  </a:cubicBezTo>
                  <a:lnTo>
                    <a:pt x="28271" y="63311"/>
                  </a:lnTo>
                  <a:cubicBezTo>
                    <a:pt x="28192" y="63103"/>
                    <a:pt x="28190" y="63103"/>
                    <a:pt x="27965" y="63079"/>
                  </a:cubicBezTo>
                  <a:cubicBezTo>
                    <a:pt x="27959" y="63087"/>
                    <a:pt x="27951" y="63090"/>
                    <a:pt x="27941" y="63090"/>
                  </a:cubicBezTo>
                  <a:cubicBezTo>
                    <a:pt x="27887" y="63090"/>
                    <a:pt x="27785" y="62999"/>
                    <a:pt x="27819" y="62965"/>
                  </a:cubicBezTo>
                  <a:cubicBezTo>
                    <a:pt x="27746" y="62852"/>
                    <a:pt x="27665" y="62754"/>
                    <a:pt x="27567" y="62665"/>
                  </a:cubicBezTo>
                  <a:cubicBezTo>
                    <a:pt x="27421" y="62544"/>
                    <a:pt x="26659" y="61968"/>
                    <a:pt x="25938" y="61344"/>
                  </a:cubicBezTo>
                  <a:cubicBezTo>
                    <a:pt x="25354" y="60857"/>
                    <a:pt x="24981" y="60484"/>
                    <a:pt x="24738" y="60257"/>
                  </a:cubicBezTo>
                  <a:cubicBezTo>
                    <a:pt x="24514" y="60049"/>
                    <a:pt x="24400" y="59963"/>
                    <a:pt x="24364" y="59963"/>
                  </a:cubicBezTo>
                  <a:cubicBezTo>
                    <a:pt x="24361" y="59963"/>
                    <a:pt x="24359" y="59964"/>
                    <a:pt x="24357" y="59965"/>
                  </a:cubicBezTo>
                  <a:cubicBezTo>
                    <a:pt x="24178" y="59876"/>
                    <a:pt x="24178" y="59876"/>
                    <a:pt x="24081" y="59698"/>
                  </a:cubicBezTo>
                  <a:cubicBezTo>
                    <a:pt x="23984" y="59536"/>
                    <a:pt x="23862" y="59390"/>
                    <a:pt x="23716" y="59260"/>
                  </a:cubicBezTo>
                  <a:cubicBezTo>
                    <a:pt x="23578" y="59130"/>
                    <a:pt x="23440" y="59000"/>
                    <a:pt x="23481" y="58960"/>
                  </a:cubicBezTo>
                  <a:cubicBezTo>
                    <a:pt x="23359" y="58903"/>
                    <a:pt x="23254" y="58830"/>
                    <a:pt x="23165" y="58733"/>
                  </a:cubicBezTo>
                  <a:cubicBezTo>
                    <a:pt x="23213" y="58692"/>
                    <a:pt x="23067" y="58563"/>
                    <a:pt x="22897" y="58465"/>
                  </a:cubicBezTo>
                  <a:cubicBezTo>
                    <a:pt x="22678" y="58409"/>
                    <a:pt x="22678" y="58409"/>
                    <a:pt x="22768" y="58319"/>
                  </a:cubicBezTo>
                  <a:cubicBezTo>
                    <a:pt x="22801" y="58285"/>
                    <a:pt x="22568" y="57962"/>
                    <a:pt x="22539" y="57962"/>
                  </a:cubicBezTo>
                  <a:cubicBezTo>
                    <a:pt x="22533" y="57962"/>
                    <a:pt x="22535" y="57974"/>
                    <a:pt x="22549" y="58003"/>
                  </a:cubicBezTo>
                  <a:cubicBezTo>
                    <a:pt x="22546" y="58006"/>
                    <a:pt x="22542" y="58007"/>
                    <a:pt x="22538" y="58007"/>
                  </a:cubicBezTo>
                  <a:cubicBezTo>
                    <a:pt x="22474" y="58007"/>
                    <a:pt x="22237" y="57754"/>
                    <a:pt x="22078" y="57663"/>
                  </a:cubicBezTo>
                  <a:cubicBezTo>
                    <a:pt x="21949" y="57525"/>
                    <a:pt x="21819" y="57387"/>
                    <a:pt x="21859" y="57346"/>
                  </a:cubicBezTo>
                  <a:cubicBezTo>
                    <a:pt x="21778" y="57168"/>
                    <a:pt x="21089" y="56503"/>
                    <a:pt x="20911" y="56406"/>
                  </a:cubicBezTo>
                  <a:cubicBezTo>
                    <a:pt x="20905" y="56411"/>
                    <a:pt x="20898" y="56413"/>
                    <a:pt x="20890" y="56413"/>
                  </a:cubicBezTo>
                  <a:cubicBezTo>
                    <a:pt x="20834" y="56413"/>
                    <a:pt x="20738" y="56296"/>
                    <a:pt x="20781" y="56260"/>
                  </a:cubicBezTo>
                  <a:cubicBezTo>
                    <a:pt x="20822" y="56228"/>
                    <a:pt x="20700" y="56082"/>
                    <a:pt x="20578" y="55936"/>
                  </a:cubicBezTo>
                  <a:cubicBezTo>
                    <a:pt x="20416" y="55822"/>
                    <a:pt x="20457" y="55790"/>
                    <a:pt x="20505" y="55749"/>
                  </a:cubicBezTo>
                  <a:lnTo>
                    <a:pt x="20505" y="55749"/>
                  </a:lnTo>
                  <a:cubicBezTo>
                    <a:pt x="20543" y="55772"/>
                    <a:pt x="20566" y="55783"/>
                    <a:pt x="20577" y="55783"/>
                  </a:cubicBezTo>
                  <a:cubicBezTo>
                    <a:pt x="20616" y="55783"/>
                    <a:pt x="20501" y="55645"/>
                    <a:pt x="20311" y="55417"/>
                  </a:cubicBezTo>
                  <a:cubicBezTo>
                    <a:pt x="20141" y="55311"/>
                    <a:pt x="19662" y="54720"/>
                    <a:pt x="19297" y="54282"/>
                  </a:cubicBezTo>
                  <a:cubicBezTo>
                    <a:pt x="18689" y="53552"/>
                    <a:pt x="18535" y="53422"/>
                    <a:pt x="18211" y="53187"/>
                  </a:cubicBezTo>
                  <a:lnTo>
                    <a:pt x="18000" y="53106"/>
                  </a:lnTo>
                  <a:lnTo>
                    <a:pt x="18097" y="53033"/>
                  </a:lnTo>
                  <a:cubicBezTo>
                    <a:pt x="18146" y="53001"/>
                    <a:pt x="18130" y="52774"/>
                    <a:pt x="18130" y="52774"/>
                  </a:cubicBezTo>
                  <a:cubicBezTo>
                    <a:pt x="18067" y="52688"/>
                    <a:pt x="18023" y="52662"/>
                    <a:pt x="17989" y="52662"/>
                  </a:cubicBezTo>
                  <a:cubicBezTo>
                    <a:pt x="17962" y="52662"/>
                    <a:pt x="17941" y="52678"/>
                    <a:pt x="17919" y="52693"/>
                  </a:cubicBezTo>
                  <a:cubicBezTo>
                    <a:pt x="17915" y="52695"/>
                    <a:pt x="17910" y="52697"/>
                    <a:pt x="17905" y="52697"/>
                  </a:cubicBezTo>
                  <a:cubicBezTo>
                    <a:pt x="17850" y="52697"/>
                    <a:pt x="17742" y="52541"/>
                    <a:pt x="17587" y="52231"/>
                  </a:cubicBezTo>
                  <a:cubicBezTo>
                    <a:pt x="17408" y="51890"/>
                    <a:pt x="17295" y="51736"/>
                    <a:pt x="17133" y="51614"/>
                  </a:cubicBezTo>
                  <a:cubicBezTo>
                    <a:pt x="17011" y="51468"/>
                    <a:pt x="16914" y="51306"/>
                    <a:pt x="16841" y="51128"/>
                  </a:cubicBezTo>
                  <a:cubicBezTo>
                    <a:pt x="16763" y="51022"/>
                    <a:pt x="16738" y="50989"/>
                    <a:pt x="16715" y="50989"/>
                  </a:cubicBezTo>
                  <a:cubicBezTo>
                    <a:pt x="16704" y="50989"/>
                    <a:pt x="16694" y="50996"/>
                    <a:pt x="16679" y="51006"/>
                  </a:cubicBezTo>
                  <a:cubicBezTo>
                    <a:pt x="16674" y="51009"/>
                    <a:pt x="16669" y="51011"/>
                    <a:pt x="16664" y="51011"/>
                  </a:cubicBezTo>
                  <a:cubicBezTo>
                    <a:pt x="16609" y="51011"/>
                    <a:pt x="16504" y="50867"/>
                    <a:pt x="16460" y="50690"/>
                  </a:cubicBezTo>
                  <a:cubicBezTo>
                    <a:pt x="16452" y="50478"/>
                    <a:pt x="16156" y="50024"/>
                    <a:pt x="16092" y="50024"/>
                  </a:cubicBezTo>
                  <a:cubicBezTo>
                    <a:pt x="16090" y="50024"/>
                    <a:pt x="16088" y="50024"/>
                    <a:pt x="16087" y="50025"/>
                  </a:cubicBezTo>
                  <a:cubicBezTo>
                    <a:pt x="16082" y="50028"/>
                    <a:pt x="16076" y="50030"/>
                    <a:pt x="16070" y="50030"/>
                  </a:cubicBezTo>
                  <a:cubicBezTo>
                    <a:pt x="16011" y="50030"/>
                    <a:pt x="15915" y="49889"/>
                    <a:pt x="15819" y="49741"/>
                  </a:cubicBezTo>
                  <a:cubicBezTo>
                    <a:pt x="15722" y="49579"/>
                    <a:pt x="15600" y="49425"/>
                    <a:pt x="15454" y="49304"/>
                  </a:cubicBezTo>
                  <a:lnTo>
                    <a:pt x="15244" y="48987"/>
                  </a:lnTo>
                  <a:cubicBezTo>
                    <a:pt x="15206" y="48934"/>
                    <a:pt x="15199" y="48913"/>
                    <a:pt x="15209" y="48913"/>
                  </a:cubicBezTo>
                  <a:cubicBezTo>
                    <a:pt x="15230" y="48913"/>
                    <a:pt x="15327" y="49005"/>
                    <a:pt x="15398" y="49109"/>
                  </a:cubicBezTo>
                  <a:lnTo>
                    <a:pt x="15341" y="48923"/>
                  </a:lnTo>
                  <a:cubicBezTo>
                    <a:pt x="15130" y="48606"/>
                    <a:pt x="15025" y="48444"/>
                    <a:pt x="14871" y="48323"/>
                  </a:cubicBezTo>
                  <a:cubicBezTo>
                    <a:pt x="14660" y="48225"/>
                    <a:pt x="14660" y="48225"/>
                    <a:pt x="14757" y="48160"/>
                  </a:cubicBezTo>
                  <a:cubicBezTo>
                    <a:pt x="14814" y="48128"/>
                    <a:pt x="14757" y="47942"/>
                    <a:pt x="14603" y="47812"/>
                  </a:cubicBezTo>
                  <a:cubicBezTo>
                    <a:pt x="14400" y="47715"/>
                    <a:pt x="14352" y="47520"/>
                    <a:pt x="14400" y="47487"/>
                  </a:cubicBezTo>
                  <a:lnTo>
                    <a:pt x="14400" y="47487"/>
                  </a:lnTo>
                  <a:cubicBezTo>
                    <a:pt x="14460" y="47516"/>
                    <a:pt x="14502" y="47537"/>
                    <a:pt x="14519" y="47537"/>
                  </a:cubicBezTo>
                  <a:cubicBezTo>
                    <a:pt x="14560" y="47537"/>
                    <a:pt x="14457" y="47418"/>
                    <a:pt x="14108" y="47001"/>
                  </a:cubicBezTo>
                  <a:cubicBezTo>
                    <a:pt x="13906" y="46677"/>
                    <a:pt x="13460" y="46052"/>
                    <a:pt x="13160" y="45566"/>
                  </a:cubicBezTo>
                  <a:cubicBezTo>
                    <a:pt x="12763" y="44917"/>
                    <a:pt x="12576" y="44585"/>
                    <a:pt x="12544" y="44390"/>
                  </a:cubicBezTo>
                  <a:cubicBezTo>
                    <a:pt x="12555" y="44384"/>
                    <a:pt x="12564" y="44375"/>
                    <a:pt x="12571" y="44366"/>
                  </a:cubicBezTo>
                  <a:lnTo>
                    <a:pt x="12571" y="44366"/>
                  </a:lnTo>
                  <a:cubicBezTo>
                    <a:pt x="12565" y="44368"/>
                    <a:pt x="12559" y="44369"/>
                    <a:pt x="12553" y="44369"/>
                  </a:cubicBezTo>
                  <a:cubicBezTo>
                    <a:pt x="12462" y="44369"/>
                    <a:pt x="12363" y="44190"/>
                    <a:pt x="12122" y="43750"/>
                  </a:cubicBezTo>
                  <a:cubicBezTo>
                    <a:pt x="11895" y="43223"/>
                    <a:pt x="11660" y="42915"/>
                    <a:pt x="11514" y="42777"/>
                  </a:cubicBezTo>
                  <a:lnTo>
                    <a:pt x="11514" y="42777"/>
                  </a:lnTo>
                  <a:lnTo>
                    <a:pt x="11700" y="43109"/>
                  </a:lnTo>
                  <a:cubicBezTo>
                    <a:pt x="11687" y="43116"/>
                    <a:pt x="11674" y="43120"/>
                    <a:pt x="11661" y="43120"/>
                  </a:cubicBezTo>
                  <a:cubicBezTo>
                    <a:pt x="11570" y="43120"/>
                    <a:pt x="11481" y="42951"/>
                    <a:pt x="11368" y="42639"/>
                  </a:cubicBezTo>
                  <a:cubicBezTo>
                    <a:pt x="11279" y="42469"/>
                    <a:pt x="11336" y="42444"/>
                    <a:pt x="11384" y="42412"/>
                  </a:cubicBezTo>
                  <a:cubicBezTo>
                    <a:pt x="11441" y="42388"/>
                    <a:pt x="11400" y="42193"/>
                    <a:pt x="11311" y="42031"/>
                  </a:cubicBezTo>
                  <a:cubicBezTo>
                    <a:pt x="11245" y="41915"/>
                    <a:pt x="11182" y="41798"/>
                    <a:pt x="11162" y="41798"/>
                  </a:cubicBezTo>
                  <a:cubicBezTo>
                    <a:pt x="11153" y="41798"/>
                    <a:pt x="11152" y="41823"/>
                    <a:pt x="11165" y="41885"/>
                  </a:cubicBezTo>
                  <a:cubicBezTo>
                    <a:pt x="11148" y="41895"/>
                    <a:pt x="11136" y="41902"/>
                    <a:pt x="11125" y="41902"/>
                  </a:cubicBezTo>
                  <a:cubicBezTo>
                    <a:pt x="11100" y="41902"/>
                    <a:pt x="11081" y="41866"/>
                    <a:pt x="11019" y="41747"/>
                  </a:cubicBezTo>
                  <a:cubicBezTo>
                    <a:pt x="10938" y="41577"/>
                    <a:pt x="10833" y="41407"/>
                    <a:pt x="10703" y="41261"/>
                  </a:cubicBezTo>
                  <a:cubicBezTo>
                    <a:pt x="10699" y="41263"/>
                    <a:pt x="10695" y="41265"/>
                    <a:pt x="10690" y="41265"/>
                  </a:cubicBezTo>
                  <a:cubicBezTo>
                    <a:pt x="10640" y="41265"/>
                    <a:pt x="10559" y="41109"/>
                    <a:pt x="10484" y="40953"/>
                  </a:cubicBezTo>
                  <a:cubicBezTo>
                    <a:pt x="10436" y="40766"/>
                    <a:pt x="10371" y="40580"/>
                    <a:pt x="10282" y="40409"/>
                  </a:cubicBezTo>
                  <a:lnTo>
                    <a:pt x="10338" y="40385"/>
                  </a:lnTo>
                  <a:cubicBezTo>
                    <a:pt x="10387" y="40361"/>
                    <a:pt x="10363" y="40166"/>
                    <a:pt x="10363" y="40166"/>
                  </a:cubicBezTo>
                  <a:cubicBezTo>
                    <a:pt x="10293" y="40034"/>
                    <a:pt x="10244" y="40019"/>
                    <a:pt x="10225" y="40019"/>
                  </a:cubicBezTo>
                  <a:cubicBezTo>
                    <a:pt x="10219" y="40019"/>
                    <a:pt x="10217" y="40020"/>
                    <a:pt x="10217" y="40020"/>
                  </a:cubicBezTo>
                  <a:cubicBezTo>
                    <a:pt x="10217" y="40020"/>
                    <a:pt x="10216" y="40020"/>
                    <a:pt x="10216" y="40020"/>
                  </a:cubicBezTo>
                  <a:cubicBezTo>
                    <a:pt x="10204" y="40020"/>
                    <a:pt x="10068" y="39771"/>
                    <a:pt x="9868" y="39388"/>
                  </a:cubicBezTo>
                  <a:cubicBezTo>
                    <a:pt x="9673" y="38999"/>
                    <a:pt x="9382" y="38480"/>
                    <a:pt x="9146" y="37920"/>
                  </a:cubicBezTo>
                  <a:lnTo>
                    <a:pt x="8003" y="35383"/>
                  </a:lnTo>
                  <a:cubicBezTo>
                    <a:pt x="7914" y="35072"/>
                    <a:pt x="7760" y="34633"/>
                    <a:pt x="7720" y="34633"/>
                  </a:cubicBezTo>
                  <a:cubicBezTo>
                    <a:pt x="7714" y="34633"/>
                    <a:pt x="7710" y="34647"/>
                    <a:pt x="7711" y="34677"/>
                  </a:cubicBezTo>
                  <a:cubicBezTo>
                    <a:pt x="7711" y="34678"/>
                    <a:pt x="7710" y="34678"/>
                    <a:pt x="7709" y="34678"/>
                  </a:cubicBezTo>
                  <a:cubicBezTo>
                    <a:pt x="7645" y="34678"/>
                    <a:pt x="7292" y="33804"/>
                    <a:pt x="6876" y="32756"/>
                  </a:cubicBezTo>
                  <a:cubicBezTo>
                    <a:pt x="6372" y="31539"/>
                    <a:pt x="6097" y="30631"/>
                    <a:pt x="6028" y="30631"/>
                  </a:cubicBezTo>
                  <a:cubicBezTo>
                    <a:pt x="6027" y="30631"/>
                    <a:pt x="6026" y="30631"/>
                    <a:pt x="6025" y="30632"/>
                  </a:cubicBezTo>
                  <a:lnTo>
                    <a:pt x="5830" y="30088"/>
                  </a:lnTo>
                  <a:cubicBezTo>
                    <a:pt x="5709" y="29732"/>
                    <a:pt x="5522" y="29391"/>
                    <a:pt x="5457" y="29213"/>
                  </a:cubicBezTo>
                  <a:cubicBezTo>
                    <a:pt x="5370" y="29096"/>
                    <a:pt x="5312" y="28970"/>
                    <a:pt x="5332" y="28970"/>
                  </a:cubicBezTo>
                  <a:cubicBezTo>
                    <a:pt x="5339" y="28970"/>
                    <a:pt x="5359" y="28989"/>
                    <a:pt x="5393" y="29034"/>
                  </a:cubicBezTo>
                  <a:cubicBezTo>
                    <a:pt x="5449" y="29010"/>
                    <a:pt x="5506" y="28994"/>
                    <a:pt x="5441" y="28815"/>
                  </a:cubicBezTo>
                  <a:cubicBezTo>
                    <a:pt x="5345" y="28533"/>
                    <a:pt x="5289" y="28484"/>
                    <a:pt x="5242" y="28484"/>
                  </a:cubicBezTo>
                  <a:cubicBezTo>
                    <a:pt x="5230" y="28484"/>
                    <a:pt x="5218" y="28488"/>
                    <a:pt x="5206" y="28491"/>
                  </a:cubicBezTo>
                  <a:cubicBezTo>
                    <a:pt x="5204" y="28492"/>
                    <a:pt x="5201" y="28492"/>
                    <a:pt x="5199" y="28492"/>
                  </a:cubicBezTo>
                  <a:cubicBezTo>
                    <a:pt x="5144" y="28492"/>
                    <a:pt x="5084" y="28329"/>
                    <a:pt x="5084" y="28329"/>
                  </a:cubicBezTo>
                  <a:cubicBezTo>
                    <a:pt x="5028" y="28142"/>
                    <a:pt x="5028" y="28142"/>
                    <a:pt x="5084" y="28126"/>
                  </a:cubicBezTo>
                  <a:lnTo>
                    <a:pt x="5198" y="28094"/>
                  </a:lnTo>
                  <a:lnTo>
                    <a:pt x="5141" y="27907"/>
                  </a:lnTo>
                  <a:cubicBezTo>
                    <a:pt x="5138" y="27909"/>
                    <a:pt x="5134" y="27910"/>
                    <a:pt x="5131" y="27910"/>
                  </a:cubicBezTo>
                  <a:cubicBezTo>
                    <a:pt x="5078" y="27910"/>
                    <a:pt x="5028" y="27745"/>
                    <a:pt x="5028" y="27745"/>
                  </a:cubicBezTo>
                  <a:cubicBezTo>
                    <a:pt x="4979" y="27567"/>
                    <a:pt x="4979" y="27567"/>
                    <a:pt x="5093" y="27526"/>
                  </a:cubicBezTo>
                  <a:cubicBezTo>
                    <a:pt x="5206" y="27494"/>
                    <a:pt x="5149" y="27315"/>
                    <a:pt x="4979" y="27170"/>
                  </a:cubicBezTo>
                  <a:lnTo>
                    <a:pt x="4809" y="26821"/>
                  </a:lnTo>
                  <a:cubicBezTo>
                    <a:pt x="4866" y="26602"/>
                    <a:pt x="4639" y="26270"/>
                    <a:pt x="4525" y="26107"/>
                  </a:cubicBezTo>
                  <a:cubicBezTo>
                    <a:pt x="4590" y="25905"/>
                    <a:pt x="4525" y="25686"/>
                    <a:pt x="4355" y="25564"/>
                  </a:cubicBezTo>
                  <a:cubicBezTo>
                    <a:pt x="4354" y="25564"/>
                    <a:pt x="4352" y="25564"/>
                    <a:pt x="4351" y="25564"/>
                  </a:cubicBezTo>
                  <a:cubicBezTo>
                    <a:pt x="4296" y="25564"/>
                    <a:pt x="4241" y="25390"/>
                    <a:pt x="4241" y="25199"/>
                  </a:cubicBezTo>
                  <a:cubicBezTo>
                    <a:pt x="4241" y="24997"/>
                    <a:pt x="4193" y="24818"/>
                    <a:pt x="4095" y="24445"/>
                  </a:cubicBezTo>
                  <a:cubicBezTo>
                    <a:pt x="3990" y="24275"/>
                    <a:pt x="3641" y="22986"/>
                    <a:pt x="3252" y="21518"/>
                  </a:cubicBezTo>
                  <a:cubicBezTo>
                    <a:pt x="2872" y="19854"/>
                    <a:pt x="2630" y="18737"/>
                    <a:pt x="2564" y="18737"/>
                  </a:cubicBezTo>
                  <a:cubicBezTo>
                    <a:pt x="2563" y="18737"/>
                    <a:pt x="2563" y="18737"/>
                    <a:pt x="2563" y="18738"/>
                  </a:cubicBezTo>
                  <a:cubicBezTo>
                    <a:pt x="2531" y="18616"/>
                    <a:pt x="2522" y="18486"/>
                    <a:pt x="2539" y="18356"/>
                  </a:cubicBezTo>
                  <a:cubicBezTo>
                    <a:pt x="2604" y="18348"/>
                    <a:pt x="2555" y="18162"/>
                    <a:pt x="2401" y="17992"/>
                  </a:cubicBezTo>
                  <a:cubicBezTo>
                    <a:pt x="2295" y="17821"/>
                    <a:pt x="2239" y="17829"/>
                    <a:pt x="2360" y="17805"/>
                  </a:cubicBezTo>
                  <a:cubicBezTo>
                    <a:pt x="2417" y="17797"/>
                    <a:pt x="2352" y="17424"/>
                    <a:pt x="2214" y="16670"/>
                  </a:cubicBezTo>
                  <a:cubicBezTo>
                    <a:pt x="2109" y="16114"/>
                    <a:pt x="1973" y="15373"/>
                    <a:pt x="1915" y="15373"/>
                  </a:cubicBezTo>
                  <a:cubicBezTo>
                    <a:pt x="1915" y="15373"/>
                    <a:pt x="1915" y="15373"/>
                    <a:pt x="1914" y="15373"/>
                  </a:cubicBezTo>
                  <a:cubicBezTo>
                    <a:pt x="1838" y="15152"/>
                    <a:pt x="1806" y="15062"/>
                    <a:pt x="1814" y="15062"/>
                  </a:cubicBezTo>
                  <a:cubicBezTo>
                    <a:pt x="1819" y="15062"/>
                    <a:pt x="1842" y="15105"/>
                    <a:pt x="1882" y="15178"/>
                  </a:cubicBezTo>
                  <a:cubicBezTo>
                    <a:pt x="1894" y="15192"/>
                    <a:pt x="1905" y="15199"/>
                    <a:pt x="1914" y="15199"/>
                  </a:cubicBezTo>
                  <a:cubicBezTo>
                    <a:pt x="2014" y="15199"/>
                    <a:pt x="1890" y="14363"/>
                    <a:pt x="1712" y="13857"/>
                  </a:cubicBezTo>
                  <a:cubicBezTo>
                    <a:pt x="1687" y="13670"/>
                    <a:pt x="1663" y="13484"/>
                    <a:pt x="1720" y="13476"/>
                  </a:cubicBezTo>
                  <a:cubicBezTo>
                    <a:pt x="1679" y="13159"/>
                    <a:pt x="1614" y="12843"/>
                    <a:pt x="1525" y="12535"/>
                  </a:cubicBezTo>
                  <a:cubicBezTo>
                    <a:pt x="1501" y="12349"/>
                    <a:pt x="1395" y="11595"/>
                    <a:pt x="1339" y="11214"/>
                  </a:cubicBezTo>
                  <a:cubicBezTo>
                    <a:pt x="1314" y="11027"/>
                    <a:pt x="1274" y="10841"/>
                    <a:pt x="1241" y="10703"/>
                  </a:cubicBezTo>
                  <a:lnTo>
                    <a:pt x="1185" y="10468"/>
                  </a:lnTo>
                  <a:cubicBezTo>
                    <a:pt x="1173" y="10336"/>
                    <a:pt x="1158" y="10200"/>
                    <a:pt x="1158" y="10200"/>
                  </a:cubicBezTo>
                  <a:lnTo>
                    <a:pt x="1158" y="10200"/>
                  </a:lnTo>
                  <a:cubicBezTo>
                    <a:pt x="1158" y="10200"/>
                    <a:pt x="1161" y="10224"/>
                    <a:pt x="1168" y="10281"/>
                  </a:cubicBezTo>
                  <a:cubicBezTo>
                    <a:pt x="1225" y="10273"/>
                    <a:pt x="1128" y="9324"/>
                    <a:pt x="998" y="7995"/>
                  </a:cubicBezTo>
                  <a:cubicBezTo>
                    <a:pt x="917" y="7338"/>
                    <a:pt x="877" y="6714"/>
                    <a:pt x="860" y="6243"/>
                  </a:cubicBezTo>
                  <a:cubicBezTo>
                    <a:pt x="844" y="5765"/>
                    <a:pt x="836" y="5433"/>
                    <a:pt x="860" y="5335"/>
                  </a:cubicBezTo>
                  <a:cubicBezTo>
                    <a:pt x="852" y="5206"/>
                    <a:pt x="820" y="5076"/>
                    <a:pt x="779" y="4954"/>
                  </a:cubicBezTo>
                  <a:cubicBezTo>
                    <a:pt x="658" y="4792"/>
                    <a:pt x="625" y="4581"/>
                    <a:pt x="682" y="4387"/>
                  </a:cubicBezTo>
                  <a:cubicBezTo>
                    <a:pt x="795" y="4192"/>
                    <a:pt x="739" y="3438"/>
                    <a:pt x="625" y="3244"/>
                  </a:cubicBezTo>
                  <a:lnTo>
                    <a:pt x="690" y="3244"/>
                  </a:lnTo>
                  <a:cubicBezTo>
                    <a:pt x="804" y="3049"/>
                    <a:pt x="731" y="2482"/>
                    <a:pt x="609" y="2295"/>
                  </a:cubicBezTo>
                  <a:cubicBezTo>
                    <a:pt x="666" y="2100"/>
                    <a:pt x="723" y="1914"/>
                    <a:pt x="658" y="1719"/>
                  </a:cubicBezTo>
                  <a:cubicBezTo>
                    <a:pt x="658" y="1533"/>
                    <a:pt x="658" y="1533"/>
                    <a:pt x="771" y="1533"/>
                  </a:cubicBezTo>
                  <a:cubicBezTo>
                    <a:pt x="836" y="1533"/>
                    <a:pt x="893" y="1533"/>
                    <a:pt x="893" y="1346"/>
                  </a:cubicBezTo>
                  <a:cubicBezTo>
                    <a:pt x="885" y="1152"/>
                    <a:pt x="828" y="1152"/>
                    <a:pt x="771" y="1152"/>
                  </a:cubicBezTo>
                  <a:cubicBezTo>
                    <a:pt x="771" y="1152"/>
                    <a:pt x="763" y="957"/>
                    <a:pt x="763" y="771"/>
                  </a:cubicBezTo>
                  <a:cubicBezTo>
                    <a:pt x="763" y="771"/>
                    <a:pt x="755" y="584"/>
                    <a:pt x="698" y="576"/>
                  </a:cubicBezTo>
                  <a:cubicBezTo>
                    <a:pt x="633" y="576"/>
                    <a:pt x="633" y="390"/>
                    <a:pt x="633" y="195"/>
                  </a:cubicBezTo>
                  <a:cubicBezTo>
                    <a:pt x="671" y="195"/>
                    <a:pt x="655" y="112"/>
                    <a:pt x="623" y="112"/>
                  </a:cubicBezTo>
                  <a:cubicBezTo>
                    <a:pt x="607" y="112"/>
                    <a:pt x="587" y="133"/>
                    <a:pt x="568" y="195"/>
                  </a:cubicBezTo>
                  <a:cubicBezTo>
                    <a:pt x="512" y="195"/>
                    <a:pt x="447" y="195"/>
                    <a:pt x="447" y="1"/>
                  </a:cubicBezTo>
                  <a:lnTo>
                    <a:pt x="325" y="1"/>
                  </a:lnTo>
                  <a:cubicBezTo>
                    <a:pt x="320" y="1"/>
                    <a:pt x="316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2"/>
            <p:cNvSpPr/>
            <p:nvPr/>
          </p:nvSpPr>
          <p:spPr>
            <a:xfrm>
              <a:off x="5739074" y="2932918"/>
              <a:ext cx="315446" cy="481857"/>
            </a:xfrm>
            <a:custGeom>
              <a:avLst/>
              <a:gdLst/>
              <a:ahLst/>
              <a:cxnLst/>
              <a:rect l="l" t="t" r="r" b="b"/>
              <a:pathLst>
                <a:path w="18300" h="27954" extrusionOk="0">
                  <a:moveTo>
                    <a:pt x="868" y="547"/>
                  </a:moveTo>
                  <a:cubicBezTo>
                    <a:pt x="894" y="547"/>
                    <a:pt x="907" y="570"/>
                    <a:pt x="924" y="593"/>
                  </a:cubicBezTo>
                  <a:cubicBezTo>
                    <a:pt x="949" y="625"/>
                    <a:pt x="949" y="625"/>
                    <a:pt x="892" y="658"/>
                  </a:cubicBezTo>
                  <a:cubicBezTo>
                    <a:pt x="892" y="658"/>
                    <a:pt x="827" y="658"/>
                    <a:pt x="803" y="625"/>
                  </a:cubicBezTo>
                  <a:lnTo>
                    <a:pt x="827" y="560"/>
                  </a:lnTo>
                  <a:cubicBezTo>
                    <a:pt x="844" y="551"/>
                    <a:pt x="857" y="547"/>
                    <a:pt x="868" y="547"/>
                  </a:cubicBezTo>
                  <a:close/>
                  <a:moveTo>
                    <a:pt x="1451" y="844"/>
                  </a:moveTo>
                  <a:lnTo>
                    <a:pt x="1427" y="909"/>
                  </a:lnTo>
                  <a:lnTo>
                    <a:pt x="1443" y="941"/>
                  </a:lnTo>
                  <a:cubicBezTo>
                    <a:pt x="1492" y="909"/>
                    <a:pt x="1492" y="909"/>
                    <a:pt x="1476" y="877"/>
                  </a:cubicBezTo>
                  <a:lnTo>
                    <a:pt x="1451" y="844"/>
                  </a:lnTo>
                  <a:close/>
                  <a:moveTo>
                    <a:pt x="114" y="998"/>
                  </a:moveTo>
                  <a:cubicBezTo>
                    <a:pt x="73" y="998"/>
                    <a:pt x="33" y="1014"/>
                    <a:pt x="0" y="1039"/>
                  </a:cubicBezTo>
                  <a:lnTo>
                    <a:pt x="16" y="1063"/>
                  </a:lnTo>
                  <a:cubicBezTo>
                    <a:pt x="23" y="1073"/>
                    <a:pt x="33" y="1077"/>
                    <a:pt x="43" y="1077"/>
                  </a:cubicBezTo>
                  <a:cubicBezTo>
                    <a:pt x="69" y="1077"/>
                    <a:pt x="104" y="1054"/>
                    <a:pt x="138" y="1031"/>
                  </a:cubicBezTo>
                  <a:lnTo>
                    <a:pt x="114" y="998"/>
                  </a:lnTo>
                  <a:close/>
                  <a:moveTo>
                    <a:pt x="1119" y="897"/>
                  </a:moveTo>
                  <a:cubicBezTo>
                    <a:pt x="1132" y="897"/>
                    <a:pt x="1142" y="913"/>
                    <a:pt x="1160" y="941"/>
                  </a:cubicBezTo>
                  <a:cubicBezTo>
                    <a:pt x="1184" y="974"/>
                    <a:pt x="1208" y="1006"/>
                    <a:pt x="1151" y="1047"/>
                  </a:cubicBezTo>
                  <a:lnTo>
                    <a:pt x="1135" y="1014"/>
                  </a:lnTo>
                  <a:cubicBezTo>
                    <a:pt x="1155" y="998"/>
                    <a:pt x="1155" y="990"/>
                    <a:pt x="1146" y="990"/>
                  </a:cubicBezTo>
                  <a:cubicBezTo>
                    <a:pt x="1133" y="990"/>
                    <a:pt x="1101" y="1008"/>
                    <a:pt x="1087" y="1047"/>
                  </a:cubicBezTo>
                  <a:lnTo>
                    <a:pt x="981" y="1112"/>
                  </a:lnTo>
                  <a:cubicBezTo>
                    <a:pt x="965" y="1079"/>
                    <a:pt x="989" y="1014"/>
                    <a:pt x="1038" y="982"/>
                  </a:cubicBezTo>
                  <a:cubicBezTo>
                    <a:pt x="1083" y="923"/>
                    <a:pt x="1103" y="897"/>
                    <a:pt x="1119" y="897"/>
                  </a:cubicBezTo>
                  <a:close/>
                  <a:moveTo>
                    <a:pt x="2163" y="2874"/>
                  </a:moveTo>
                  <a:cubicBezTo>
                    <a:pt x="2200" y="2874"/>
                    <a:pt x="2236" y="2889"/>
                    <a:pt x="2262" y="2920"/>
                  </a:cubicBezTo>
                  <a:cubicBezTo>
                    <a:pt x="2279" y="2943"/>
                    <a:pt x="2260" y="2966"/>
                    <a:pt x="2213" y="2966"/>
                  </a:cubicBezTo>
                  <a:cubicBezTo>
                    <a:pt x="2193" y="2966"/>
                    <a:pt x="2169" y="2962"/>
                    <a:pt x="2141" y="2952"/>
                  </a:cubicBezTo>
                  <a:lnTo>
                    <a:pt x="2100" y="2887"/>
                  </a:lnTo>
                  <a:cubicBezTo>
                    <a:pt x="2120" y="2879"/>
                    <a:pt x="2142" y="2874"/>
                    <a:pt x="2163" y="2874"/>
                  </a:cubicBezTo>
                  <a:close/>
                  <a:moveTo>
                    <a:pt x="2239" y="3095"/>
                  </a:moveTo>
                  <a:cubicBezTo>
                    <a:pt x="2220" y="3095"/>
                    <a:pt x="2199" y="3102"/>
                    <a:pt x="2181" y="3114"/>
                  </a:cubicBezTo>
                  <a:cubicBezTo>
                    <a:pt x="2132" y="3147"/>
                    <a:pt x="2149" y="3179"/>
                    <a:pt x="2189" y="3244"/>
                  </a:cubicBezTo>
                  <a:cubicBezTo>
                    <a:pt x="2214" y="3276"/>
                    <a:pt x="2287" y="3276"/>
                    <a:pt x="2287" y="3276"/>
                  </a:cubicBezTo>
                  <a:cubicBezTo>
                    <a:pt x="2335" y="3244"/>
                    <a:pt x="2311" y="3212"/>
                    <a:pt x="2295" y="3179"/>
                  </a:cubicBezTo>
                  <a:cubicBezTo>
                    <a:pt x="2300" y="3118"/>
                    <a:pt x="2272" y="3095"/>
                    <a:pt x="2239" y="3095"/>
                  </a:cubicBezTo>
                  <a:close/>
                  <a:moveTo>
                    <a:pt x="3483" y="4260"/>
                  </a:moveTo>
                  <a:cubicBezTo>
                    <a:pt x="3508" y="4260"/>
                    <a:pt x="3524" y="4283"/>
                    <a:pt x="3535" y="4306"/>
                  </a:cubicBezTo>
                  <a:lnTo>
                    <a:pt x="3486" y="4339"/>
                  </a:lnTo>
                  <a:lnTo>
                    <a:pt x="3413" y="4339"/>
                  </a:lnTo>
                  <a:lnTo>
                    <a:pt x="3446" y="4274"/>
                  </a:lnTo>
                  <a:cubicBezTo>
                    <a:pt x="3460" y="4264"/>
                    <a:pt x="3472" y="4260"/>
                    <a:pt x="3483" y="4260"/>
                  </a:cubicBezTo>
                  <a:close/>
                  <a:moveTo>
                    <a:pt x="3547" y="4512"/>
                  </a:moveTo>
                  <a:cubicBezTo>
                    <a:pt x="3575" y="4512"/>
                    <a:pt x="3552" y="4528"/>
                    <a:pt x="3495" y="4566"/>
                  </a:cubicBezTo>
                  <a:cubicBezTo>
                    <a:pt x="3455" y="4599"/>
                    <a:pt x="3408" y="4617"/>
                    <a:pt x="3362" y="4617"/>
                  </a:cubicBezTo>
                  <a:cubicBezTo>
                    <a:pt x="3341" y="4617"/>
                    <a:pt x="3320" y="4614"/>
                    <a:pt x="3300" y="4606"/>
                  </a:cubicBezTo>
                  <a:lnTo>
                    <a:pt x="3259" y="4541"/>
                  </a:lnTo>
                  <a:lnTo>
                    <a:pt x="3405" y="4533"/>
                  </a:lnTo>
                  <a:cubicBezTo>
                    <a:pt x="3483" y="4520"/>
                    <a:pt x="3528" y="4512"/>
                    <a:pt x="3547" y="4512"/>
                  </a:cubicBezTo>
                  <a:close/>
                  <a:moveTo>
                    <a:pt x="4143" y="5117"/>
                  </a:moveTo>
                  <a:lnTo>
                    <a:pt x="4143" y="5117"/>
                  </a:lnTo>
                  <a:cubicBezTo>
                    <a:pt x="4232" y="5149"/>
                    <a:pt x="4232" y="5149"/>
                    <a:pt x="4111" y="5182"/>
                  </a:cubicBezTo>
                  <a:lnTo>
                    <a:pt x="3973" y="5182"/>
                  </a:lnTo>
                  <a:cubicBezTo>
                    <a:pt x="3949" y="5149"/>
                    <a:pt x="4022" y="5149"/>
                    <a:pt x="4143" y="5117"/>
                  </a:cubicBezTo>
                  <a:close/>
                  <a:moveTo>
                    <a:pt x="4111" y="5514"/>
                  </a:moveTo>
                  <a:lnTo>
                    <a:pt x="4135" y="5547"/>
                  </a:lnTo>
                  <a:cubicBezTo>
                    <a:pt x="4101" y="5570"/>
                    <a:pt x="4062" y="5593"/>
                    <a:pt x="4037" y="5593"/>
                  </a:cubicBezTo>
                  <a:cubicBezTo>
                    <a:pt x="4026" y="5593"/>
                    <a:pt x="4018" y="5589"/>
                    <a:pt x="4013" y="5579"/>
                  </a:cubicBezTo>
                  <a:lnTo>
                    <a:pt x="3989" y="5547"/>
                  </a:lnTo>
                  <a:cubicBezTo>
                    <a:pt x="4030" y="5522"/>
                    <a:pt x="4070" y="5514"/>
                    <a:pt x="4111" y="5514"/>
                  </a:cubicBezTo>
                  <a:close/>
                  <a:moveTo>
                    <a:pt x="4784" y="5668"/>
                  </a:moveTo>
                  <a:lnTo>
                    <a:pt x="4686" y="5733"/>
                  </a:lnTo>
                  <a:lnTo>
                    <a:pt x="4735" y="5701"/>
                  </a:lnTo>
                  <a:lnTo>
                    <a:pt x="4784" y="5668"/>
                  </a:lnTo>
                  <a:close/>
                  <a:moveTo>
                    <a:pt x="4318" y="6247"/>
                  </a:moveTo>
                  <a:cubicBezTo>
                    <a:pt x="4339" y="6247"/>
                    <a:pt x="4391" y="6270"/>
                    <a:pt x="4403" y="6293"/>
                  </a:cubicBezTo>
                  <a:lnTo>
                    <a:pt x="4354" y="6325"/>
                  </a:lnTo>
                  <a:cubicBezTo>
                    <a:pt x="4338" y="6293"/>
                    <a:pt x="4265" y="6293"/>
                    <a:pt x="4313" y="6260"/>
                  </a:cubicBezTo>
                  <a:cubicBezTo>
                    <a:pt x="4306" y="6251"/>
                    <a:pt x="4310" y="6247"/>
                    <a:pt x="4318" y="6247"/>
                  </a:cubicBezTo>
                  <a:close/>
                  <a:moveTo>
                    <a:pt x="4830" y="6312"/>
                  </a:moveTo>
                  <a:cubicBezTo>
                    <a:pt x="4840" y="6312"/>
                    <a:pt x="4850" y="6315"/>
                    <a:pt x="4857" y="6325"/>
                  </a:cubicBezTo>
                  <a:cubicBezTo>
                    <a:pt x="4922" y="6325"/>
                    <a:pt x="4897" y="6390"/>
                    <a:pt x="4776" y="6422"/>
                  </a:cubicBezTo>
                  <a:lnTo>
                    <a:pt x="4735" y="6357"/>
                  </a:lnTo>
                  <a:cubicBezTo>
                    <a:pt x="4769" y="6334"/>
                    <a:pt x="4804" y="6312"/>
                    <a:pt x="4830" y="6312"/>
                  </a:cubicBezTo>
                  <a:close/>
                  <a:moveTo>
                    <a:pt x="5027" y="6584"/>
                  </a:moveTo>
                  <a:lnTo>
                    <a:pt x="5043" y="6617"/>
                  </a:lnTo>
                  <a:cubicBezTo>
                    <a:pt x="5067" y="6649"/>
                    <a:pt x="5067" y="6649"/>
                    <a:pt x="5019" y="6682"/>
                  </a:cubicBezTo>
                  <a:lnTo>
                    <a:pt x="4994" y="6649"/>
                  </a:lnTo>
                  <a:lnTo>
                    <a:pt x="5027" y="6584"/>
                  </a:lnTo>
                  <a:close/>
                  <a:moveTo>
                    <a:pt x="5408" y="6844"/>
                  </a:moveTo>
                  <a:cubicBezTo>
                    <a:pt x="5367" y="6868"/>
                    <a:pt x="5343" y="6901"/>
                    <a:pt x="5327" y="6941"/>
                  </a:cubicBezTo>
                  <a:cubicBezTo>
                    <a:pt x="5332" y="6952"/>
                    <a:pt x="5342" y="6956"/>
                    <a:pt x="5353" y="6956"/>
                  </a:cubicBezTo>
                  <a:cubicBezTo>
                    <a:pt x="5375" y="6956"/>
                    <a:pt x="5400" y="6941"/>
                    <a:pt x="5400" y="6941"/>
                  </a:cubicBezTo>
                  <a:cubicBezTo>
                    <a:pt x="5400" y="6941"/>
                    <a:pt x="5449" y="6909"/>
                    <a:pt x="5424" y="6876"/>
                  </a:cubicBezTo>
                  <a:lnTo>
                    <a:pt x="5408" y="6844"/>
                  </a:lnTo>
                  <a:close/>
                  <a:moveTo>
                    <a:pt x="6114" y="7184"/>
                  </a:moveTo>
                  <a:cubicBezTo>
                    <a:pt x="6105" y="7184"/>
                    <a:pt x="6097" y="7201"/>
                    <a:pt x="6081" y="7233"/>
                  </a:cubicBezTo>
                  <a:lnTo>
                    <a:pt x="6121" y="7298"/>
                  </a:lnTo>
                  <a:cubicBezTo>
                    <a:pt x="6178" y="7265"/>
                    <a:pt x="6178" y="7265"/>
                    <a:pt x="6154" y="7233"/>
                  </a:cubicBezTo>
                  <a:cubicBezTo>
                    <a:pt x="6134" y="7201"/>
                    <a:pt x="6124" y="7184"/>
                    <a:pt x="6114" y="7184"/>
                  </a:cubicBezTo>
                  <a:close/>
                  <a:moveTo>
                    <a:pt x="5222" y="7251"/>
                  </a:moveTo>
                  <a:cubicBezTo>
                    <a:pt x="5243" y="7251"/>
                    <a:pt x="5254" y="7265"/>
                    <a:pt x="5254" y="7265"/>
                  </a:cubicBezTo>
                  <a:cubicBezTo>
                    <a:pt x="5270" y="7298"/>
                    <a:pt x="5294" y="7338"/>
                    <a:pt x="5246" y="7371"/>
                  </a:cubicBezTo>
                  <a:cubicBezTo>
                    <a:pt x="5246" y="7371"/>
                    <a:pt x="5224" y="7385"/>
                    <a:pt x="5203" y="7385"/>
                  </a:cubicBezTo>
                  <a:cubicBezTo>
                    <a:pt x="5192" y="7385"/>
                    <a:pt x="5181" y="7382"/>
                    <a:pt x="5173" y="7371"/>
                  </a:cubicBezTo>
                  <a:cubicBezTo>
                    <a:pt x="5149" y="7338"/>
                    <a:pt x="5181" y="7265"/>
                    <a:pt x="5181" y="7265"/>
                  </a:cubicBezTo>
                  <a:cubicBezTo>
                    <a:pt x="5197" y="7255"/>
                    <a:pt x="5211" y="7251"/>
                    <a:pt x="5222" y="7251"/>
                  </a:cubicBezTo>
                  <a:close/>
                  <a:moveTo>
                    <a:pt x="5612" y="7841"/>
                  </a:moveTo>
                  <a:cubicBezTo>
                    <a:pt x="5621" y="7841"/>
                    <a:pt x="5631" y="7857"/>
                    <a:pt x="5651" y="7890"/>
                  </a:cubicBezTo>
                  <a:cubicBezTo>
                    <a:pt x="5667" y="7922"/>
                    <a:pt x="5619" y="7955"/>
                    <a:pt x="5619" y="7955"/>
                  </a:cubicBezTo>
                  <a:cubicBezTo>
                    <a:pt x="5610" y="7961"/>
                    <a:pt x="5603" y="7963"/>
                    <a:pt x="5599" y="7963"/>
                  </a:cubicBezTo>
                  <a:cubicBezTo>
                    <a:pt x="5580" y="7963"/>
                    <a:pt x="5598" y="7916"/>
                    <a:pt x="5578" y="7890"/>
                  </a:cubicBezTo>
                  <a:cubicBezTo>
                    <a:pt x="5594" y="7857"/>
                    <a:pt x="5603" y="7841"/>
                    <a:pt x="5612" y="7841"/>
                  </a:cubicBezTo>
                  <a:close/>
                  <a:moveTo>
                    <a:pt x="4524" y="8344"/>
                  </a:moveTo>
                  <a:cubicBezTo>
                    <a:pt x="4484" y="8352"/>
                    <a:pt x="4435" y="8360"/>
                    <a:pt x="4403" y="8376"/>
                  </a:cubicBezTo>
                  <a:cubicBezTo>
                    <a:pt x="4369" y="8399"/>
                    <a:pt x="4366" y="8426"/>
                    <a:pt x="4410" y="8426"/>
                  </a:cubicBezTo>
                  <a:cubicBezTo>
                    <a:pt x="4428" y="8426"/>
                    <a:pt x="4455" y="8421"/>
                    <a:pt x="4492" y="8409"/>
                  </a:cubicBezTo>
                  <a:cubicBezTo>
                    <a:pt x="4540" y="8376"/>
                    <a:pt x="4540" y="8376"/>
                    <a:pt x="4524" y="8344"/>
                  </a:cubicBezTo>
                  <a:close/>
                  <a:moveTo>
                    <a:pt x="6119" y="8332"/>
                  </a:moveTo>
                  <a:cubicBezTo>
                    <a:pt x="6140" y="8332"/>
                    <a:pt x="6136" y="8368"/>
                    <a:pt x="6081" y="8441"/>
                  </a:cubicBezTo>
                  <a:cubicBezTo>
                    <a:pt x="6053" y="8457"/>
                    <a:pt x="6038" y="8465"/>
                    <a:pt x="6029" y="8465"/>
                  </a:cubicBezTo>
                  <a:cubicBezTo>
                    <a:pt x="6020" y="8465"/>
                    <a:pt x="6016" y="8457"/>
                    <a:pt x="6008" y="8441"/>
                  </a:cubicBezTo>
                  <a:cubicBezTo>
                    <a:pt x="6024" y="8409"/>
                    <a:pt x="6049" y="8376"/>
                    <a:pt x="6089" y="8344"/>
                  </a:cubicBezTo>
                  <a:cubicBezTo>
                    <a:pt x="6101" y="8336"/>
                    <a:pt x="6111" y="8332"/>
                    <a:pt x="6119" y="8332"/>
                  </a:cubicBezTo>
                  <a:close/>
                  <a:moveTo>
                    <a:pt x="6251" y="8611"/>
                  </a:moveTo>
                  <a:lnTo>
                    <a:pt x="6276" y="8644"/>
                  </a:lnTo>
                  <a:cubicBezTo>
                    <a:pt x="6241" y="8667"/>
                    <a:pt x="6207" y="8690"/>
                    <a:pt x="6181" y="8690"/>
                  </a:cubicBezTo>
                  <a:cubicBezTo>
                    <a:pt x="6170" y="8690"/>
                    <a:pt x="6161" y="8686"/>
                    <a:pt x="6154" y="8676"/>
                  </a:cubicBezTo>
                  <a:lnTo>
                    <a:pt x="6186" y="8611"/>
                  </a:lnTo>
                  <a:close/>
                  <a:moveTo>
                    <a:pt x="7508" y="10800"/>
                  </a:moveTo>
                  <a:lnTo>
                    <a:pt x="7524" y="10833"/>
                  </a:lnTo>
                  <a:cubicBezTo>
                    <a:pt x="7490" y="10856"/>
                    <a:pt x="7455" y="10879"/>
                    <a:pt x="7430" y="10879"/>
                  </a:cubicBezTo>
                  <a:cubicBezTo>
                    <a:pt x="7419" y="10879"/>
                    <a:pt x="7410" y="10875"/>
                    <a:pt x="7402" y="10865"/>
                  </a:cubicBezTo>
                  <a:lnTo>
                    <a:pt x="7435" y="10800"/>
                  </a:lnTo>
                  <a:close/>
                  <a:moveTo>
                    <a:pt x="8051" y="11563"/>
                  </a:moveTo>
                  <a:cubicBezTo>
                    <a:pt x="8067" y="11595"/>
                    <a:pt x="8067" y="11595"/>
                    <a:pt x="8019" y="11627"/>
                  </a:cubicBezTo>
                  <a:cubicBezTo>
                    <a:pt x="7986" y="11644"/>
                    <a:pt x="7938" y="11660"/>
                    <a:pt x="7897" y="11660"/>
                  </a:cubicBezTo>
                  <a:cubicBezTo>
                    <a:pt x="7881" y="11627"/>
                    <a:pt x="8002" y="11595"/>
                    <a:pt x="8051" y="11563"/>
                  </a:cubicBezTo>
                  <a:close/>
                  <a:moveTo>
                    <a:pt x="8756" y="11895"/>
                  </a:moveTo>
                  <a:lnTo>
                    <a:pt x="8773" y="11927"/>
                  </a:lnTo>
                  <a:cubicBezTo>
                    <a:pt x="8738" y="11950"/>
                    <a:pt x="8704" y="11973"/>
                    <a:pt x="8678" y="11973"/>
                  </a:cubicBezTo>
                  <a:cubicBezTo>
                    <a:pt x="8667" y="11973"/>
                    <a:pt x="8658" y="11969"/>
                    <a:pt x="8651" y="11960"/>
                  </a:cubicBezTo>
                  <a:lnTo>
                    <a:pt x="8635" y="11927"/>
                  </a:lnTo>
                  <a:cubicBezTo>
                    <a:pt x="8667" y="11903"/>
                    <a:pt x="8716" y="11895"/>
                    <a:pt x="8756" y="11895"/>
                  </a:cubicBezTo>
                  <a:close/>
                  <a:moveTo>
                    <a:pt x="8651" y="12511"/>
                  </a:moveTo>
                  <a:lnTo>
                    <a:pt x="8716" y="12519"/>
                  </a:lnTo>
                  <a:lnTo>
                    <a:pt x="8740" y="12552"/>
                  </a:lnTo>
                  <a:cubicBezTo>
                    <a:pt x="8708" y="12573"/>
                    <a:pt x="8672" y="12595"/>
                    <a:pt x="8647" y="12595"/>
                  </a:cubicBezTo>
                  <a:cubicBezTo>
                    <a:pt x="8634" y="12595"/>
                    <a:pt x="8624" y="12590"/>
                    <a:pt x="8619" y="12576"/>
                  </a:cubicBezTo>
                  <a:lnTo>
                    <a:pt x="8651" y="12511"/>
                  </a:lnTo>
                  <a:close/>
                  <a:moveTo>
                    <a:pt x="10096" y="14805"/>
                  </a:moveTo>
                  <a:cubicBezTo>
                    <a:pt x="10119" y="14805"/>
                    <a:pt x="10140" y="14815"/>
                    <a:pt x="10151" y="14830"/>
                  </a:cubicBezTo>
                  <a:cubicBezTo>
                    <a:pt x="10192" y="14895"/>
                    <a:pt x="10192" y="14895"/>
                    <a:pt x="10135" y="14927"/>
                  </a:cubicBezTo>
                  <a:cubicBezTo>
                    <a:pt x="10126" y="14933"/>
                    <a:pt x="10118" y="14935"/>
                    <a:pt x="10110" y="14935"/>
                  </a:cubicBezTo>
                  <a:cubicBezTo>
                    <a:pt x="10073" y="14935"/>
                    <a:pt x="10043" y="14881"/>
                    <a:pt x="10029" y="14854"/>
                  </a:cubicBezTo>
                  <a:cubicBezTo>
                    <a:pt x="10043" y="14819"/>
                    <a:pt x="10070" y="14805"/>
                    <a:pt x="10096" y="14805"/>
                  </a:cubicBezTo>
                  <a:close/>
                  <a:moveTo>
                    <a:pt x="11027" y="16152"/>
                  </a:moveTo>
                  <a:lnTo>
                    <a:pt x="11051" y="16184"/>
                  </a:lnTo>
                  <a:cubicBezTo>
                    <a:pt x="11011" y="16207"/>
                    <a:pt x="10975" y="16230"/>
                    <a:pt x="10951" y="16230"/>
                  </a:cubicBezTo>
                  <a:cubicBezTo>
                    <a:pt x="10942" y="16230"/>
                    <a:pt x="10934" y="16226"/>
                    <a:pt x="10929" y="16216"/>
                  </a:cubicBezTo>
                  <a:lnTo>
                    <a:pt x="10905" y="16184"/>
                  </a:lnTo>
                  <a:cubicBezTo>
                    <a:pt x="10946" y="16160"/>
                    <a:pt x="10986" y="16152"/>
                    <a:pt x="11027" y="16152"/>
                  </a:cubicBezTo>
                  <a:close/>
                  <a:moveTo>
                    <a:pt x="12984" y="18742"/>
                  </a:moveTo>
                  <a:cubicBezTo>
                    <a:pt x="13009" y="18742"/>
                    <a:pt x="13021" y="18762"/>
                    <a:pt x="13021" y="18762"/>
                  </a:cubicBezTo>
                  <a:cubicBezTo>
                    <a:pt x="13037" y="18795"/>
                    <a:pt x="13037" y="18795"/>
                    <a:pt x="12989" y="18827"/>
                  </a:cubicBezTo>
                  <a:cubicBezTo>
                    <a:pt x="12989" y="18827"/>
                    <a:pt x="12971" y="18836"/>
                    <a:pt x="12952" y="18836"/>
                  </a:cubicBezTo>
                  <a:cubicBezTo>
                    <a:pt x="12939" y="18836"/>
                    <a:pt x="12926" y="18832"/>
                    <a:pt x="12916" y="18819"/>
                  </a:cubicBezTo>
                  <a:lnTo>
                    <a:pt x="12948" y="18754"/>
                  </a:lnTo>
                  <a:cubicBezTo>
                    <a:pt x="12962" y="18745"/>
                    <a:pt x="12974" y="18742"/>
                    <a:pt x="12984" y="18742"/>
                  </a:cubicBezTo>
                  <a:close/>
                  <a:moveTo>
                    <a:pt x="13305" y="19127"/>
                  </a:moveTo>
                  <a:lnTo>
                    <a:pt x="13329" y="19160"/>
                  </a:lnTo>
                  <a:cubicBezTo>
                    <a:pt x="13295" y="19182"/>
                    <a:pt x="13256" y="19205"/>
                    <a:pt x="13231" y="19205"/>
                  </a:cubicBezTo>
                  <a:cubicBezTo>
                    <a:pt x="13221" y="19205"/>
                    <a:pt x="13212" y="19201"/>
                    <a:pt x="13208" y="19192"/>
                  </a:cubicBezTo>
                  <a:lnTo>
                    <a:pt x="13240" y="19127"/>
                  </a:lnTo>
                  <a:close/>
                  <a:moveTo>
                    <a:pt x="13049" y="19578"/>
                  </a:moveTo>
                  <a:cubicBezTo>
                    <a:pt x="13058" y="19578"/>
                    <a:pt x="13070" y="19579"/>
                    <a:pt x="13086" y="19581"/>
                  </a:cubicBezTo>
                  <a:cubicBezTo>
                    <a:pt x="13159" y="19581"/>
                    <a:pt x="13183" y="19614"/>
                    <a:pt x="13127" y="19646"/>
                  </a:cubicBezTo>
                  <a:cubicBezTo>
                    <a:pt x="13102" y="19662"/>
                    <a:pt x="13090" y="19670"/>
                    <a:pt x="13081" y="19670"/>
                  </a:cubicBezTo>
                  <a:cubicBezTo>
                    <a:pt x="13072" y="19670"/>
                    <a:pt x="13066" y="19662"/>
                    <a:pt x="13054" y="19646"/>
                  </a:cubicBezTo>
                  <a:cubicBezTo>
                    <a:pt x="13029" y="19591"/>
                    <a:pt x="13023" y="19578"/>
                    <a:pt x="13049" y="19578"/>
                  </a:cubicBezTo>
                  <a:close/>
                  <a:moveTo>
                    <a:pt x="12963" y="19876"/>
                  </a:moveTo>
                  <a:cubicBezTo>
                    <a:pt x="12951" y="19882"/>
                    <a:pt x="12938" y="19888"/>
                    <a:pt x="12924" y="19897"/>
                  </a:cubicBezTo>
                  <a:cubicBezTo>
                    <a:pt x="12921" y="19904"/>
                    <a:pt x="12918" y="19909"/>
                    <a:pt x="12915" y="19913"/>
                  </a:cubicBezTo>
                  <a:lnTo>
                    <a:pt x="12915" y="19913"/>
                  </a:lnTo>
                  <a:cubicBezTo>
                    <a:pt x="12925" y="19904"/>
                    <a:pt x="12940" y="19891"/>
                    <a:pt x="12963" y="19876"/>
                  </a:cubicBezTo>
                  <a:close/>
                  <a:moveTo>
                    <a:pt x="13224" y="19816"/>
                  </a:moveTo>
                  <a:lnTo>
                    <a:pt x="13248" y="19849"/>
                  </a:lnTo>
                  <a:cubicBezTo>
                    <a:pt x="13264" y="19881"/>
                    <a:pt x="13264" y="19881"/>
                    <a:pt x="13216" y="19914"/>
                  </a:cubicBezTo>
                  <a:lnTo>
                    <a:pt x="13200" y="19873"/>
                  </a:lnTo>
                  <a:lnTo>
                    <a:pt x="13224" y="19816"/>
                  </a:lnTo>
                  <a:close/>
                  <a:moveTo>
                    <a:pt x="12915" y="19913"/>
                  </a:moveTo>
                  <a:lnTo>
                    <a:pt x="12915" y="19913"/>
                  </a:lnTo>
                  <a:cubicBezTo>
                    <a:pt x="12902" y="19926"/>
                    <a:pt x="12898" y="19933"/>
                    <a:pt x="12900" y="19933"/>
                  </a:cubicBezTo>
                  <a:cubicBezTo>
                    <a:pt x="12901" y="19933"/>
                    <a:pt x="12907" y="19927"/>
                    <a:pt x="12915" y="19913"/>
                  </a:cubicBezTo>
                  <a:close/>
                  <a:moveTo>
                    <a:pt x="13281" y="20141"/>
                  </a:moveTo>
                  <a:cubicBezTo>
                    <a:pt x="13286" y="20151"/>
                    <a:pt x="13295" y="20155"/>
                    <a:pt x="13302" y="20155"/>
                  </a:cubicBezTo>
                  <a:cubicBezTo>
                    <a:pt x="13317" y="20155"/>
                    <a:pt x="13324" y="20141"/>
                    <a:pt x="13281" y="20141"/>
                  </a:cubicBezTo>
                  <a:close/>
                  <a:moveTo>
                    <a:pt x="13427" y="20149"/>
                  </a:moveTo>
                  <a:lnTo>
                    <a:pt x="13443" y="20181"/>
                  </a:lnTo>
                  <a:cubicBezTo>
                    <a:pt x="13467" y="20214"/>
                    <a:pt x="13467" y="20214"/>
                    <a:pt x="13418" y="20246"/>
                  </a:cubicBezTo>
                  <a:lnTo>
                    <a:pt x="13394" y="20214"/>
                  </a:lnTo>
                  <a:lnTo>
                    <a:pt x="13427" y="20149"/>
                  </a:lnTo>
                  <a:close/>
                  <a:moveTo>
                    <a:pt x="13727" y="20416"/>
                  </a:moveTo>
                  <a:lnTo>
                    <a:pt x="13743" y="20449"/>
                  </a:lnTo>
                  <a:cubicBezTo>
                    <a:pt x="13767" y="20489"/>
                    <a:pt x="13718" y="20514"/>
                    <a:pt x="13718" y="20514"/>
                  </a:cubicBezTo>
                  <a:cubicBezTo>
                    <a:pt x="13718" y="20514"/>
                    <a:pt x="13693" y="20528"/>
                    <a:pt x="13672" y="20528"/>
                  </a:cubicBezTo>
                  <a:cubicBezTo>
                    <a:pt x="13661" y="20528"/>
                    <a:pt x="13651" y="20524"/>
                    <a:pt x="13645" y="20514"/>
                  </a:cubicBezTo>
                  <a:cubicBezTo>
                    <a:pt x="13662" y="20473"/>
                    <a:pt x="13694" y="20441"/>
                    <a:pt x="13727" y="20416"/>
                  </a:cubicBezTo>
                  <a:close/>
                  <a:moveTo>
                    <a:pt x="14464" y="21786"/>
                  </a:moveTo>
                  <a:cubicBezTo>
                    <a:pt x="14537" y="21795"/>
                    <a:pt x="14602" y="21795"/>
                    <a:pt x="14554" y="21827"/>
                  </a:cubicBezTo>
                  <a:cubicBezTo>
                    <a:pt x="14513" y="21843"/>
                    <a:pt x="14472" y="21851"/>
                    <a:pt x="14432" y="21851"/>
                  </a:cubicBezTo>
                  <a:cubicBezTo>
                    <a:pt x="14432" y="21851"/>
                    <a:pt x="14359" y="21851"/>
                    <a:pt x="14408" y="21819"/>
                  </a:cubicBezTo>
                  <a:lnTo>
                    <a:pt x="14464" y="21786"/>
                  </a:lnTo>
                  <a:close/>
                  <a:moveTo>
                    <a:pt x="15348" y="22798"/>
                  </a:moveTo>
                  <a:cubicBezTo>
                    <a:pt x="15367" y="22798"/>
                    <a:pt x="15386" y="22801"/>
                    <a:pt x="15405" y="22808"/>
                  </a:cubicBezTo>
                  <a:cubicBezTo>
                    <a:pt x="15421" y="22840"/>
                    <a:pt x="15421" y="22840"/>
                    <a:pt x="15372" y="22873"/>
                  </a:cubicBezTo>
                  <a:cubicBezTo>
                    <a:pt x="15351" y="22887"/>
                    <a:pt x="15325" y="22893"/>
                    <a:pt x="15301" y="22893"/>
                  </a:cubicBezTo>
                  <a:cubicBezTo>
                    <a:pt x="15271" y="22893"/>
                    <a:pt x="15244" y="22883"/>
                    <a:pt x="15235" y="22865"/>
                  </a:cubicBezTo>
                  <a:cubicBezTo>
                    <a:pt x="15215" y="22839"/>
                    <a:pt x="15277" y="22798"/>
                    <a:pt x="15348" y="22798"/>
                  </a:cubicBezTo>
                  <a:close/>
                  <a:moveTo>
                    <a:pt x="18137" y="27481"/>
                  </a:moveTo>
                  <a:cubicBezTo>
                    <a:pt x="18148" y="27481"/>
                    <a:pt x="18157" y="27484"/>
                    <a:pt x="18162" y="27494"/>
                  </a:cubicBezTo>
                  <a:cubicBezTo>
                    <a:pt x="18291" y="27502"/>
                    <a:pt x="18213" y="27560"/>
                    <a:pt x="18081" y="27560"/>
                  </a:cubicBezTo>
                  <a:cubicBezTo>
                    <a:pt x="18073" y="27560"/>
                    <a:pt x="18065" y="27560"/>
                    <a:pt x="18056" y="27559"/>
                  </a:cubicBezTo>
                  <a:cubicBezTo>
                    <a:pt x="18008" y="27569"/>
                    <a:pt x="17979" y="27575"/>
                    <a:pt x="17968" y="27575"/>
                  </a:cubicBezTo>
                  <a:cubicBezTo>
                    <a:pt x="17951" y="27575"/>
                    <a:pt x="17976" y="27561"/>
                    <a:pt x="18040" y="27527"/>
                  </a:cubicBezTo>
                  <a:lnTo>
                    <a:pt x="18040" y="27519"/>
                  </a:lnTo>
                  <a:cubicBezTo>
                    <a:pt x="18074" y="27502"/>
                    <a:pt x="18112" y="27481"/>
                    <a:pt x="18137" y="27481"/>
                  </a:cubicBezTo>
                  <a:close/>
                  <a:moveTo>
                    <a:pt x="811" y="1"/>
                  </a:moveTo>
                  <a:cubicBezTo>
                    <a:pt x="714" y="74"/>
                    <a:pt x="665" y="106"/>
                    <a:pt x="689" y="139"/>
                  </a:cubicBezTo>
                  <a:cubicBezTo>
                    <a:pt x="705" y="171"/>
                    <a:pt x="705" y="171"/>
                    <a:pt x="657" y="204"/>
                  </a:cubicBezTo>
                  <a:lnTo>
                    <a:pt x="616" y="139"/>
                  </a:lnTo>
                  <a:cubicBezTo>
                    <a:pt x="584" y="90"/>
                    <a:pt x="535" y="58"/>
                    <a:pt x="478" y="41"/>
                  </a:cubicBezTo>
                  <a:cubicBezTo>
                    <a:pt x="465" y="38"/>
                    <a:pt x="451" y="36"/>
                    <a:pt x="438" y="36"/>
                  </a:cubicBezTo>
                  <a:cubicBezTo>
                    <a:pt x="364" y="36"/>
                    <a:pt x="306" y="87"/>
                    <a:pt x="381" y="114"/>
                  </a:cubicBezTo>
                  <a:lnTo>
                    <a:pt x="357" y="179"/>
                  </a:lnTo>
                  <a:cubicBezTo>
                    <a:pt x="262" y="243"/>
                    <a:pt x="246" y="292"/>
                    <a:pt x="287" y="292"/>
                  </a:cubicBezTo>
                  <a:cubicBezTo>
                    <a:pt x="308" y="292"/>
                    <a:pt x="347" y="278"/>
                    <a:pt x="397" y="244"/>
                  </a:cubicBezTo>
                  <a:cubicBezTo>
                    <a:pt x="474" y="191"/>
                    <a:pt x="513" y="165"/>
                    <a:pt x="522" y="165"/>
                  </a:cubicBezTo>
                  <a:cubicBezTo>
                    <a:pt x="531" y="165"/>
                    <a:pt x="511" y="191"/>
                    <a:pt x="470" y="244"/>
                  </a:cubicBezTo>
                  <a:cubicBezTo>
                    <a:pt x="373" y="309"/>
                    <a:pt x="397" y="341"/>
                    <a:pt x="414" y="374"/>
                  </a:cubicBezTo>
                  <a:cubicBezTo>
                    <a:pt x="438" y="406"/>
                    <a:pt x="438" y="406"/>
                    <a:pt x="389" y="439"/>
                  </a:cubicBezTo>
                  <a:cubicBezTo>
                    <a:pt x="341" y="471"/>
                    <a:pt x="308" y="536"/>
                    <a:pt x="333" y="568"/>
                  </a:cubicBezTo>
                  <a:cubicBezTo>
                    <a:pt x="345" y="585"/>
                    <a:pt x="351" y="593"/>
                    <a:pt x="360" y="593"/>
                  </a:cubicBezTo>
                  <a:cubicBezTo>
                    <a:pt x="369" y="593"/>
                    <a:pt x="381" y="585"/>
                    <a:pt x="406" y="568"/>
                  </a:cubicBezTo>
                  <a:cubicBezTo>
                    <a:pt x="412" y="550"/>
                    <a:pt x="421" y="542"/>
                    <a:pt x="428" y="542"/>
                  </a:cubicBezTo>
                  <a:cubicBezTo>
                    <a:pt x="447" y="542"/>
                    <a:pt x="456" y="596"/>
                    <a:pt x="397" y="666"/>
                  </a:cubicBezTo>
                  <a:cubicBezTo>
                    <a:pt x="385" y="698"/>
                    <a:pt x="379" y="714"/>
                    <a:pt x="388" y="714"/>
                  </a:cubicBezTo>
                  <a:cubicBezTo>
                    <a:pt x="397" y="714"/>
                    <a:pt x="422" y="698"/>
                    <a:pt x="470" y="666"/>
                  </a:cubicBezTo>
                  <a:cubicBezTo>
                    <a:pt x="498" y="648"/>
                    <a:pt x="520" y="640"/>
                    <a:pt x="537" y="640"/>
                  </a:cubicBezTo>
                  <a:cubicBezTo>
                    <a:pt x="581" y="640"/>
                    <a:pt x="588" y="693"/>
                    <a:pt x="535" y="763"/>
                  </a:cubicBezTo>
                  <a:lnTo>
                    <a:pt x="576" y="828"/>
                  </a:lnTo>
                  <a:cubicBezTo>
                    <a:pt x="583" y="837"/>
                    <a:pt x="592" y="841"/>
                    <a:pt x="602" y="841"/>
                  </a:cubicBezTo>
                  <a:cubicBezTo>
                    <a:pt x="628" y="841"/>
                    <a:pt x="663" y="816"/>
                    <a:pt x="697" y="787"/>
                  </a:cubicBezTo>
                  <a:cubicBezTo>
                    <a:pt x="746" y="755"/>
                    <a:pt x="770" y="739"/>
                    <a:pt x="779" y="739"/>
                  </a:cubicBezTo>
                  <a:cubicBezTo>
                    <a:pt x="789" y="739"/>
                    <a:pt x="783" y="755"/>
                    <a:pt x="770" y="787"/>
                  </a:cubicBezTo>
                  <a:cubicBezTo>
                    <a:pt x="754" y="828"/>
                    <a:pt x="722" y="860"/>
                    <a:pt x="689" y="893"/>
                  </a:cubicBezTo>
                  <a:cubicBezTo>
                    <a:pt x="641" y="925"/>
                    <a:pt x="665" y="958"/>
                    <a:pt x="681" y="990"/>
                  </a:cubicBezTo>
                  <a:cubicBezTo>
                    <a:pt x="700" y="1015"/>
                    <a:pt x="729" y="1060"/>
                    <a:pt x="767" y="1060"/>
                  </a:cubicBezTo>
                  <a:cubicBezTo>
                    <a:pt x="778" y="1060"/>
                    <a:pt x="790" y="1056"/>
                    <a:pt x="803" y="1047"/>
                  </a:cubicBezTo>
                  <a:lnTo>
                    <a:pt x="803" y="1047"/>
                  </a:lnTo>
                  <a:lnTo>
                    <a:pt x="746" y="1087"/>
                  </a:lnTo>
                  <a:cubicBezTo>
                    <a:pt x="763" y="1104"/>
                    <a:pt x="745" y="1129"/>
                    <a:pt x="748" y="1129"/>
                  </a:cubicBezTo>
                  <a:cubicBezTo>
                    <a:pt x="750" y="1129"/>
                    <a:pt x="755" y="1124"/>
                    <a:pt x="770" y="1112"/>
                  </a:cubicBezTo>
                  <a:cubicBezTo>
                    <a:pt x="787" y="1160"/>
                    <a:pt x="795" y="1201"/>
                    <a:pt x="787" y="1250"/>
                  </a:cubicBezTo>
                  <a:cubicBezTo>
                    <a:pt x="783" y="1297"/>
                    <a:pt x="821" y="1327"/>
                    <a:pt x="864" y="1327"/>
                  </a:cubicBezTo>
                  <a:cubicBezTo>
                    <a:pt x="911" y="1327"/>
                    <a:pt x="964" y="1293"/>
                    <a:pt x="981" y="1209"/>
                  </a:cubicBezTo>
                  <a:lnTo>
                    <a:pt x="997" y="1241"/>
                  </a:lnTo>
                  <a:cubicBezTo>
                    <a:pt x="1005" y="1252"/>
                    <a:pt x="1016" y="1256"/>
                    <a:pt x="1027" y="1256"/>
                  </a:cubicBezTo>
                  <a:cubicBezTo>
                    <a:pt x="1049" y="1256"/>
                    <a:pt x="1070" y="1241"/>
                    <a:pt x="1070" y="1241"/>
                  </a:cubicBezTo>
                  <a:cubicBezTo>
                    <a:pt x="1085" y="1232"/>
                    <a:pt x="1097" y="1228"/>
                    <a:pt x="1107" y="1228"/>
                  </a:cubicBezTo>
                  <a:cubicBezTo>
                    <a:pt x="1133" y="1228"/>
                    <a:pt x="1150" y="1251"/>
                    <a:pt x="1168" y="1274"/>
                  </a:cubicBezTo>
                  <a:lnTo>
                    <a:pt x="1062" y="1339"/>
                  </a:lnTo>
                  <a:cubicBezTo>
                    <a:pt x="932" y="1389"/>
                    <a:pt x="901" y="1457"/>
                    <a:pt x="971" y="1457"/>
                  </a:cubicBezTo>
                  <a:cubicBezTo>
                    <a:pt x="991" y="1457"/>
                    <a:pt x="1020" y="1452"/>
                    <a:pt x="1057" y="1438"/>
                  </a:cubicBezTo>
                  <a:lnTo>
                    <a:pt x="1057" y="1438"/>
                  </a:lnTo>
                  <a:cubicBezTo>
                    <a:pt x="1043" y="1446"/>
                    <a:pt x="1025" y="1457"/>
                    <a:pt x="1005" y="1468"/>
                  </a:cubicBezTo>
                  <a:cubicBezTo>
                    <a:pt x="957" y="1501"/>
                    <a:pt x="981" y="1533"/>
                    <a:pt x="1078" y="1566"/>
                  </a:cubicBezTo>
                  <a:cubicBezTo>
                    <a:pt x="1083" y="1575"/>
                    <a:pt x="1097" y="1579"/>
                    <a:pt x="1115" y="1579"/>
                  </a:cubicBezTo>
                  <a:cubicBezTo>
                    <a:pt x="1160" y="1579"/>
                    <a:pt x="1231" y="1556"/>
                    <a:pt x="1265" y="1533"/>
                  </a:cubicBezTo>
                  <a:cubicBezTo>
                    <a:pt x="1284" y="1518"/>
                    <a:pt x="1299" y="1513"/>
                    <a:pt x="1310" y="1513"/>
                  </a:cubicBezTo>
                  <a:cubicBezTo>
                    <a:pt x="1329" y="1513"/>
                    <a:pt x="1338" y="1525"/>
                    <a:pt x="1338" y="1525"/>
                  </a:cubicBezTo>
                  <a:cubicBezTo>
                    <a:pt x="1362" y="1558"/>
                    <a:pt x="1362" y="1558"/>
                    <a:pt x="1305" y="1598"/>
                  </a:cubicBezTo>
                  <a:cubicBezTo>
                    <a:pt x="1229" y="1649"/>
                    <a:pt x="1243" y="1700"/>
                    <a:pt x="1307" y="1700"/>
                  </a:cubicBezTo>
                  <a:cubicBezTo>
                    <a:pt x="1324" y="1700"/>
                    <a:pt x="1346" y="1696"/>
                    <a:pt x="1370" y="1687"/>
                  </a:cubicBezTo>
                  <a:lnTo>
                    <a:pt x="1370" y="1687"/>
                  </a:lnTo>
                  <a:lnTo>
                    <a:pt x="1322" y="1728"/>
                  </a:lnTo>
                  <a:cubicBezTo>
                    <a:pt x="1273" y="1760"/>
                    <a:pt x="1249" y="1825"/>
                    <a:pt x="1403" y="1955"/>
                  </a:cubicBezTo>
                  <a:cubicBezTo>
                    <a:pt x="1492" y="2085"/>
                    <a:pt x="1557" y="2174"/>
                    <a:pt x="1508" y="2214"/>
                  </a:cubicBezTo>
                  <a:cubicBezTo>
                    <a:pt x="1460" y="2247"/>
                    <a:pt x="1638" y="2304"/>
                    <a:pt x="1784" y="2304"/>
                  </a:cubicBezTo>
                  <a:cubicBezTo>
                    <a:pt x="1735" y="2336"/>
                    <a:pt x="1751" y="2368"/>
                    <a:pt x="1800" y="2433"/>
                  </a:cubicBezTo>
                  <a:cubicBezTo>
                    <a:pt x="1865" y="2531"/>
                    <a:pt x="1865" y="2531"/>
                    <a:pt x="1816" y="2563"/>
                  </a:cubicBezTo>
                  <a:cubicBezTo>
                    <a:pt x="1732" y="2591"/>
                    <a:pt x="1706" y="2600"/>
                    <a:pt x="1744" y="2600"/>
                  </a:cubicBezTo>
                  <a:cubicBezTo>
                    <a:pt x="1760" y="2600"/>
                    <a:pt x="1790" y="2598"/>
                    <a:pt x="1832" y="2595"/>
                  </a:cubicBezTo>
                  <a:cubicBezTo>
                    <a:pt x="1846" y="2592"/>
                    <a:pt x="1858" y="2590"/>
                    <a:pt x="1868" y="2590"/>
                  </a:cubicBezTo>
                  <a:cubicBezTo>
                    <a:pt x="1956" y="2590"/>
                    <a:pt x="1960" y="2700"/>
                    <a:pt x="1873" y="2758"/>
                  </a:cubicBezTo>
                  <a:cubicBezTo>
                    <a:pt x="1824" y="2790"/>
                    <a:pt x="1841" y="2822"/>
                    <a:pt x="1881" y="2887"/>
                  </a:cubicBezTo>
                  <a:cubicBezTo>
                    <a:pt x="1954" y="2887"/>
                    <a:pt x="2003" y="2952"/>
                    <a:pt x="2043" y="3017"/>
                  </a:cubicBezTo>
                  <a:cubicBezTo>
                    <a:pt x="2079" y="3071"/>
                    <a:pt x="2095" y="3095"/>
                    <a:pt x="2118" y="3095"/>
                  </a:cubicBezTo>
                  <a:cubicBezTo>
                    <a:pt x="2138" y="3095"/>
                    <a:pt x="2162" y="3079"/>
                    <a:pt x="2205" y="3049"/>
                  </a:cubicBezTo>
                  <a:cubicBezTo>
                    <a:pt x="2243" y="3025"/>
                    <a:pt x="2269" y="3014"/>
                    <a:pt x="2290" y="3014"/>
                  </a:cubicBezTo>
                  <a:cubicBezTo>
                    <a:pt x="2324" y="3014"/>
                    <a:pt x="2343" y="3042"/>
                    <a:pt x="2368" y="3082"/>
                  </a:cubicBezTo>
                  <a:cubicBezTo>
                    <a:pt x="2392" y="3114"/>
                    <a:pt x="2416" y="3147"/>
                    <a:pt x="2359" y="3179"/>
                  </a:cubicBezTo>
                  <a:cubicBezTo>
                    <a:pt x="2359" y="3179"/>
                    <a:pt x="2335" y="3244"/>
                    <a:pt x="2359" y="3276"/>
                  </a:cubicBezTo>
                  <a:cubicBezTo>
                    <a:pt x="2376" y="3309"/>
                    <a:pt x="2400" y="3341"/>
                    <a:pt x="2351" y="3374"/>
                  </a:cubicBezTo>
                  <a:cubicBezTo>
                    <a:pt x="2335" y="3414"/>
                    <a:pt x="2335" y="3463"/>
                    <a:pt x="2368" y="3503"/>
                  </a:cubicBezTo>
                  <a:cubicBezTo>
                    <a:pt x="2408" y="3568"/>
                    <a:pt x="2449" y="3633"/>
                    <a:pt x="2400" y="3666"/>
                  </a:cubicBezTo>
                  <a:cubicBezTo>
                    <a:pt x="2412" y="3682"/>
                    <a:pt x="2418" y="3690"/>
                    <a:pt x="2427" y="3690"/>
                  </a:cubicBezTo>
                  <a:cubicBezTo>
                    <a:pt x="2436" y="3690"/>
                    <a:pt x="2449" y="3682"/>
                    <a:pt x="2473" y="3666"/>
                  </a:cubicBezTo>
                  <a:cubicBezTo>
                    <a:pt x="2488" y="3656"/>
                    <a:pt x="2505" y="3649"/>
                    <a:pt x="2523" y="3649"/>
                  </a:cubicBezTo>
                  <a:cubicBezTo>
                    <a:pt x="2563" y="3649"/>
                    <a:pt x="2605" y="3683"/>
                    <a:pt x="2627" y="3795"/>
                  </a:cubicBezTo>
                  <a:cubicBezTo>
                    <a:pt x="2662" y="3851"/>
                    <a:pt x="2715" y="3932"/>
                    <a:pt x="2760" y="3932"/>
                  </a:cubicBezTo>
                  <a:cubicBezTo>
                    <a:pt x="2767" y="3932"/>
                    <a:pt x="2774" y="3930"/>
                    <a:pt x="2781" y="3925"/>
                  </a:cubicBezTo>
                  <a:lnTo>
                    <a:pt x="2781" y="3925"/>
                  </a:lnTo>
                  <a:cubicBezTo>
                    <a:pt x="2805" y="3958"/>
                    <a:pt x="2805" y="3958"/>
                    <a:pt x="2757" y="3990"/>
                  </a:cubicBezTo>
                  <a:cubicBezTo>
                    <a:pt x="2659" y="4055"/>
                    <a:pt x="2700" y="4120"/>
                    <a:pt x="2838" y="4120"/>
                  </a:cubicBezTo>
                  <a:cubicBezTo>
                    <a:pt x="2851" y="4111"/>
                    <a:pt x="2862" y="4107"/>
                    <a:pt x="2871" y="4107"/>
                  </a:cubicBezTo>
                  <a:cubicBezTo>
                    <a:pt x="2896" y="4107"/>
                    <a:pt x="2904" y="4137"/>
                    <a:pt x="2886" y="4185"/>
                  </a:cubicBezTo>
                  <a:cubicBezTo>
                    <a:pt x="2886" y="4185"/>
                    <a:pt x="2903" y="4217"/>
                    <a:pt x="2976" y="4217"/>
                  </a:cubicBezTo>
                  <a:cubicBezTo>
                    <a:pt x="3049" y="4217"/>
                    <a:pt x="3049" y="4217"/>
                    <a:pt x="3041" y="4314"/>
                  </a:cubicBezTo>
                  <a:cubicBezTo>
                    <a:pt x="2992" y="4347"/>
                    <a:pt x="3008" y="4379"/>
                    <a:pt x="3032" y="4412"/>
                  </a:cubicBezTo>
                  <a:cubicBezTo>
                    <a:pt x="3122" y="4444"/>
                    <a:pt x="3357" y="4801"/>
                    <a:pt x="3332" y="4866"/>
                  </a:cubicBezTo>
                  <a:cubicBezTo>
                    <a:pt x="3397" y="4866"/>
                    <a:pt x="3397" y="4866"/>
                    <a:pt x="3422" y="4898"/>
                  </a:cubicBezTo>
                  <a:cubicBezTo>
                    <a:pt x="3377" y="4952"/>
                    <a:pt x="3379" y="4976"/>
                    <a:pt x="3407" y="4976"/>
                  </a:cubicBezTo>
                  <a:cubicBezTo>
                    <a:pt x="3431" y="4976"/>
                    <a:pt x="3472" y="4960"/>
                    <a:pt x="3519" y="4930"/>
                  </a:cubicBezTo>
                  <a:lnTo>
                    <a:pt x="3495" y="4898"/>
                  </a:lnTo>
                  <a:lnTo>
                    <a:pt x="3470" y="4866"/>
                  </a:lnTo>
                  <a:cubicBezTo>
                    <a:pt x="3496" y="4848"/>
                    <a:pt x="3518" y="4840"/>
                    <a:pt x="3536" y="4840"/>
                  </a:cubicBezTo>
                  <a:cubicBezTo>
                    <a:pt x="3591" y="4840"/>
                    <a:pt x="3597" y="4915"/>
                    <a:pt x="3486" y="4995"/>
                  </a:cubicBezTo>
                  <a:cubicBezTo>
                    <a:pt x="3435" y="5057"/>
                    <a:pt x="3416" y="5080"/>
                    <a:pt x="3440" y="5080"/>
                  </a:cubicBezTo>
                  <a:cubicBezTo>
                    <a:pt x="3454" y="5080"/>
                    <a:pt x="3482" y="5072"/>
                    <a:pt x="3527" y="5060"/>
                  </a:cubicBezTo>
                  <a:cubicBezTo>
                    <a:pt x="3561" y="5049"/>
                    <a:pt x="3587" y="5043"/>
                    <a:pt x="3606" y="5043"/>
                  </a:cubicBezTo>
                  <a:cubicBezTo>
                    <a:pt x="3654" y="5043"/>
                    <a:pt x="3650" y="5081"/>
                    <a:pt x="3592" y="5157"/>
                  </a:cubicBezTo>
                  <a:cubicBezTo>
                    <a:pt x="3535" y="5195"/>
                    <a:pt x="3511" y="5211"/>
                    <a:pt x="3526" y="5211"/>
                  </a:cubicBezTo>
                  <a:cubicBezTo>
                    <a:pt x="3536" y="5211"/>
                    <a:pt x="3566" y="5203"/>
                    <a:pt x="3616" y="5190"/>
                  </a:cubicBezTo>
                  <a:cubicBezTo>
                    <a:pt x="3685" y="5169"/>
                    <a:pt x="3744" y="5160"/>
                    <a:pt x="3788" y="5160"/>
                  </a:cubicBezTo>
                  <a:cubicBezTo>
                    <a:pt x="3898" y="5160"/>
                    <a:pt x="3915" y="5221"/>
                    <a:pt x="3770" y="5320"/>
                  </a:cubicBezTo>
                  <a:cubicBezTo>
                    <a:pt x="3673" y="5384"/>
                    <a:pt x="3640" y="5449"/>
                    <a:pt x="3665" y="5482"/>
                  </a:cubicBezTo>
                  <a:cubicBezTo>
                    <a:pt x="3670" y="5491"/>
                    <a:pt x="3678" y="5495"/>
                    <a:pt x="3688" y="5495"/>
                  </a:cubicBezTo>
                  <a:cubicBezTo>
                    <a:pt x="3714" y="5495"/>
                    <a:pt x="3752" y="5472"/>
                    <a:pt x="3786" y="5449"/>
                  </a:cubicBezTo>
                  <a:cubicBezTo>
                    <a:pt x="3815" y="5411"/>
                    <a:pt x="3836" y="5393"/>
                    <a:pt x="3848" y="5393"/>
                  </a:cubicBezTo>
                  <a:cubicBezTo>
                    <a:pt x="3866" y="5393"/>
                    <a:pt x="3861" y="5436"/>
                    <a:pt x="3827" y="5514"/>
                  </a:cubicBezTo>
                  <a:cubicBezTo>
                    <a:pt x="3738" y="5709"/>
                    <a:pt x="3778" y="5774"/>
                    <a:pt x="3949" y="5806"/>
                  </a:cubicBezTo>
                  <a:cubicBezTo>
                    <a:pt x="4103" y="5862"/>
                    <a:pt x="4172" y="5942"/>
                    <a:pt x="4084" y="5942"/>
                  </a:cubicBezTo>
                  <a:cubicBezTo>
                    <a:pt x="4070" y="5942"/>
                    <a:pt x="4052" y="5940"/>
                    <a:pt x="4030" y="5936"/>
                  </a:cubicBezTo>
                  <a:cubicBezTo>
                    <a:pt x="3892" y="5936"/>
                    <a:pt x="3892" y="5936"/>
                    <a:pt x="3981" y="5968"/>
                  </a:cubicBezTo>
                  <a:cubicBezTo>
                    <a:pt x="4022" y="6033"/>
                    <a:pt x="4062" y="6098"/>
                    <a:pt x="4086" y="6130"/>
                  </a:cubicBezTo>
                  <a:cubicBezTo>
                    <a:pt x="4099" y="6147"/>
                    <a:pt x="4121" y="6155"/>
                    <a:pt x="4146" y="6155"/>
                  </a:cubicBezTo>
                  <a:cubicBezTo>
                    <a:pt x="4172" y="6155"/>
                    <a:pt x="4200" y="6147"/>
                    <a:pt x="4224" y="6130"/>
                  </a:cubicBezTo>
                  <a:lnTo>
                    <a:pt x="4224" y="6130"/>
                  </a:lnTo>
                  <a:cubicBezTo>
                    <a:pt x="4151" y="6228"/>
                    <a:pt x="4143" y="6325"/>
                    <a:pt x="4281" y="6325"/>
                  </a:cubicBezTo>
                  <a:lnTo>
                    <a:pt x="4330" y="6390"/>
                  </a:lnTo>
                  <a:cubicBezTo>
                    <a:pt x="4346" y="6422"/>
                    <a:pt x="4346" y="6422"/>
                    <a:pt x="4419" y="6422"/>
                  </a:cubicBezTo>
                  <a:cubicBezTo>
                    <a:pt x="4492" y="6422"/>
                    <a:pt x="4459" y="6487"/>
                    <a:pt x="4435" y="6552"/>
                  </a:cubicBezTo>
                  <a:cubicBezTo>
                    <a:pt x="4409" y="6605"/>
                    <a:pt x="4382" y="6658"/>
                    <a:pt x="4404" y="6658"/>
                  </a:cubicBezTo>
                  <a:cubicBezTo>
                    <a:pt x="4409" y="6658"/>
                    <a:pt x="4417" y="6655"/>
                    <a:pt x="4427" y="6649"/>
                  </a:cubicBezTo>
                  <a:cubicBezTo>
                    <a:pt x="4443" y="6638"/>
                    <a:pt x="4464" y="6635"/>
                    <a:pt x="4487" y="6635"/>
                  </a:cubicBezTo>
                  <a:cubicBezTo>
                    <a:pt x="4533" y="6635"/>
                    <a:pt x="4589" y="6649"/>
                    <a:pt x="4638" y="6649"/>
                  </a:cubicBezTo>
                  <a:cubicBezTo>
                    <a:pt x="4711" y="6649"/>
                    <a:pt x="4678" y="6714"/>
                    <a:pt x="4605" y="6714"/>
                  </a:cubicBezTo>
                  <a:cubicBezTo>
                    <a:pt x="4557" y="6747"/>
                    <a:pt x="4557" y="6747"/>
                    <a:pt x="4549" y="6844"/>
                  </a:cubicBezTo>
                  <a:cubicBezTo>
                    <a:pt x="4568" y="6870"/>
                    <a:pt x="4599" y="6918"/>
                    <a:pt x="4635" y="6918"/>
                  </a:cubicBezTo>
                  <a:cubicBezTo>
                    <a:pt x="4644" y="6918"/>
                    <a:pt x="4653" y="6915"/>
                    <a:pt x="4662" y="6909"/>
                  </a:cubicBezTo>
                  <a:cubicBezTo>
                    <a:pt x="4666" y="6906"/>
                    <a:pt x="4670" y="6905"/>
                    <a:pt x="4674" y="6905"/>
                  </a:cubicBezTo>
                  <a:cubicBezTo>
                    <a:pt x="4729" y="6905"/>
                    <a:pt x="4838" y="7076"/>
                    <a:pt x="4808" y="7136"/>
                  </a:cubicBezTo>
                  <a:cubicBezTo>
                    <a:pt x="4808" y="7136"/>
                    <a:pt x="4832" y="7168"/>
                    <a:pt x="4857" y="7201"/>
                  </a:cubicBezTo>
                  <a:cubicBezTo>
                    <a:pt x="4873" y="7233"/>
                    <a:pt x="4946" y="7233"/>
                    <a:pt x="4970" y="7265"/>
                  </a:cubicBezTo>
                  <a:cubicBezTo>
                    <a:pt x="4970" y="7265"/>
                    <a:pt x="4986" y="7298"/>
                    <a:pt x="5059" y="7298"/>
                  </a:cubicBezTo>
                  <a:cubicBezTo>
                    <a:pt x="5076" y="7330"/>
                    <a:pt x="5100" y="7363"/>
                    <a:pt x="5051" y="7395"/>
                  </a:cubicBezTo>
                  <a:cubicBezTo>
                    <a:pt x="5095" y="7384"/>
                    <a:pt x="5123" y="7376"/>
                    <a:pt x="5137" y="7376"/>
                  </a:cubicBezTo>
                  <a:cubicBezTo>
                    <a:pt x="5163" y="7376"/>
                    <a:pt x="5144" y="7400"/>
                    <a:pt x="5092" y="7468"/>
                  </a:cubicBezTo>
                  <a:cubicBezTo>
                    <a:pt x="5035" y="7506"/>
                    <a:pt x="5011" y="7522"/>
                    <a:pt x="5026" y="7522"/>
                  </a:cubicBezTo>
                  <a:cubicBezTo>
                    <a:pt x="5036" y="7522"/>
                    <a:pt x="5066" y="7514"/>
                    <a:pt x="5116" y="7501"/>
                  </a:cubicBezTo>
                  <a:cubicBezTo>
                    <a:pt x="5181" y="7501"/>
                    <a:pt x="5181" y="7501"/>
                    <a:pt x="5157" y="7565"/>
                  </a:cubicBezTo>
                  <a:cubicBezTo>
                    <a:pt x="5122" y="7588"/>
                    <a:pt x="5120" y="7611"/>
                    <a:pt x="5139" y="7611"/>
                  </a:cubicBezTo>
                  <a:cubicBezTo>
                    <a:pt x="5147" y="7611"/>
                    <a:pt x="5159" y="7607"/>
                    <a:pt x="5173" y="7598"/>
                  </a:cubicBezTo>
                  <a:cubicBezTo>
                    <a:pt x="5195" y="7592"/>
                    <a:pt x="5217" y="7589"/>
                    <a:pt x="5238" y="7589"/>
                  </a:cubicBezTo>
                  <a:cubicBezTo>
                    <a:pt x="5329" y="7589"/>
                    <a:pt x="5390" y="7642"/>
                    <a:pt x="5311" y="7695"/>
                  </a:cubicBezTo>
                  <a:cubicBezTo>
                    <a:pt x="5311" y="7695"/>
                    <a:pt x="5327" y="7728"/>
                    <a:pt x="5400" y="7728"/>
                  </a:cubicBezTo>
                  <a:cubicBezTo>
                    <a:pt x="5450" y="7714"/>
                    <a:pt x="5480" y="7706"/>
                    <a:pt x="5490" y="7706"/>
                  </a:cubicBezTo>
                  <a:cubicBezTo>
                    <a:pt x="5505" y="7706"/>
                    <a:pt x="5481" y="7722"/>
                    <a:pt x="5424" y="7760"/>
                  </a:cubicBezTo>
                  <a:cubicBezTo>
                    <a:pt x="5363" y="7833"/>
                    <a:pt x="5362" y="7870"/>
                    <a:pt x="5416" y="7870"/>
                  </a:cubicBezTo>
                  <a:cubicBezTo>
                    <a:pt x="5434" y="7870"/>
                    <a:pt x="5459" y="7865"/>
                    <a:pt x="5489" y="7857"/>
                  </a:cubicBezTo>
                  <a:cubicBezTo>
                    <a:pt x="5489" y="7857"/>
                    <a:pt x="5554" y="7857"/>
                    <a:pt x="5530" y="7922"/>
                  </a:cubicBezTo>
                  <a:cubicBezTo>
                    <a:pt x="5523" y="8003"/>
                    <a:pt x="5572" y="8173"/>
                    <a:pt x="5635" y="8173"/>
                  </a:cubicBezTo>
                  <a:cubicBezTo>
                    <a:pt x="5648" y="8173"/>
                    <a:pt x="5662" y="8166"/>
                    <a:pt x="5676" y="8149"/>
                  </a:cubicBezTo>
                  <a:lnTo>
                    <a:pt x="5716" y="8214"/>
                  </a:lnTo>
                  <a:cubicBezTo>
                    <a:pt x="5708" y="8311"/>
                    <a:pt x="5732" y="8344"/>
                    <a:pt x="5797" y="8344"/>
                  </a:cubicBezTo>
                  <a:lnTo>
                    <a:pt x="5870" y="8344"/>
                  </a:lnTo>
                  <a:cubicBezTo>
                    <a:pt x="5821" y="8376"/>
                    <a:pt x="5789" y="8441"/>
                    <a:pt x="5813" y="8474"/>
                  </a:cubicBezTo>
                  <a:cubicBezTo>
                    <a:pt x="5826" y="8490"/>
                    <a:pt x="5832" y="8498"/>
                    <a:pt x="5841" y="8498"/>
                  </a:cubicBezTo>
                  <a:cubicBezTo>
                    <a:pt x="5850" y="8498"/>
                    <a:pt x="5862" y="8490"/>
                    <a:pt x="5886" y="8474"/>
                  </a:cubicBezTo>
                  <a:cubicBezTo>
                    <a:pt x="5897" y="8446"/>
                    <a:pt x="5907" y="8436"/>
                    <a:pt x="5917" y="8436"/>
                  </a:cubicBezTo>
                  <a:cubicBezTo>
                    <a:pt x="5930" y="8436"/>
                    <a:pt x="5942" y="8455"/>
                    <a:pt x="5951" y="8474"/>
                  </a:cubicBezTo>
                  <a:cubicBezTo>
                    <a:pt x="5976" y="8506"/>
                    <a:pt x="5943" y="8571"/>
                    <a:pt x="5894" y="8603"/>
                  </a:cubicBezTo>
                  <a:lnTo>
                    <a:pt x="5919" y="8636"/>
                  </a:lnTo>
                  <a:cubicBezTo>
                    <a:pt x="5960" y="8608"/>
                    <a:pt x="5988" y="8598"/>
                    <a:pt x="6003" y="8598"/>
                  </a:cubicBezTo>
                  <a:cubicBezTo>
                    <a:pt x="6024" y="8598"/>
                    <a:pt x="6020" y="8617"/>
                    <a:pt x="5992" y="8636"/>
                  </a:cubicBezTo>
                  <a:cubicBezTo>
                    <a:pt x="5967" y="8684"/>
                    <a:pt x="5967" y="8733"/>
                    <a:pt x="6000" y="8765"/>
                  </a:cubicBezTo>
                  <a:cubicBezTo>
                    <a:pt x="6009" y="8759"/>
                    <a:pt x="6016" y="8757"/>
                    <a:pt x="6020" y="8757"/>
                  </a:cubicBezTo>
                  <a:cubicBezTo>
                    <a:pt x="6034" y="8757"/>
                    <a:pt x="6028" y="8778"/>
                    <a:pt x="6016" y="8778"/>
                  </a:cubicBezTo>
                  <a:cubicBezTo>
                    <a:pt x="6011" y="8778"/>
                    <a:pt x="6005" y="8775"/>
                    <a:pt x="6000" y="8765"/>
                  </a:cubicBezTo>
                  <a:lnTo>
                    <a:pt x="5951" y="8806"/>
                  </a:lnTo>
                  <a:cubicBezTo>
                    <a:pt x="5938" y="8833"/>
                    <a:pt x="5938" y="8843"/>
                    <a:pt x="5948" y="8843"/>
                  </a:cubicBezTo>
                  <a:cubicBezTo>
                    <a:pt x="5961" y="8843"/>
                    <a:pt x="5991" y="8825"/>
                    <a:pt x="6024" y="8806"/>
                  </a:cubicBezTo>
                  <a:lnTo>
                    <a:pt x="6065" y="8871"/>
                  </a:lnTo>
                  <a:cubicBezTo>
                    <a:pt x="6074" y="8890"/>
                    <a:pt x="6086" y="8908"/>
                    <a:pt x="6101" y="8908"/>
                  </a:cubicBezTo>
                  <a:cubicBezTo>
                    <a:pt x="6112" y="8908"/>
                    <a:pt x="6124" y="8898"/>
                    <a:pt x="6138" y="8871"/>
                  </a:cubicBezTo>
                  <a:cubicBezTo>
                    <a:pt x="6172" y="8848"/>
                    <a:pt x="6206" y="8825"/>
                    <a:pt x="6232" y="8825"/>
                  </a:cubicBezTo>
                  <a:cubicBezTo>
                    <a:pt x="6243" y="8825"/>
                    <a:pt x="6252" y="8829"/>
                    <a:pt x="6259" y="8838"/>
                  </a:cubicBezTo>
                  <a:cubicBezTo>
                    <a:pt x="6270" y="8832"/>
                    <a:pt x="6276" y="8829"/>
                    <a:pt x="6280" y="8829"/>
                  </a:cubicBezTo>
                  <a:cubicBezTo>
                    <a:pt x="6291" y="8829"/>
                    <a:pt x="6282" y="8848"/>
                    <a:pt x="6271" y="8848"/>
                  </a:cubicBezTo>
                  <a:cubicBezTo>
                    <a:pt x="6267" y="8848"/>
                    <a:pt x="6263" y="8845"/>
                    <a:pt x="6259" y="8838"/>
                  </a:cubicBezTo>
                  <a:cubicBezTo>
                    <a:pt x="6203" y="8871"/>
                    <a:pt x="6154" y="8903"/>
                    <a:pt x="6178" y="8936"/>
                  </a:cubicBezTo>
                  <a:cubicBezTo>
                    <a:pt x="6194" y="8968"/>
                    <a:pt x="6146" y="9001"/>
                    <a:pt x="6146" y="9001"/>
                  </a:cubicBezTo>
                  <a:cubicBezTo>
                    <a:pt x="6024" y="9033"/>
                    <a:pt x="6162" y="9130"/>
                    <a:pt x="6227" y="9130"/>
                  </a:cubicBezTo>
                  <a:cubicBezTo>
                    <a:pt x="6373" y="9130"/>
                    <a:pt x="6389" y="9163"/>
                    <a:pt x="6292" y="9228"/>
                  </a:cubicBezTo>
                  <a:cubicBezTo>
                    <a:pt x="6243" y="9260"/>
                    <a:pt x="6253" y="9276"/>
                    <a:pt x="6297" y="9276"/>
                  </a:cubicBezTo>
                  <a:cubicBezTo>
                    <a:pt x="6340" y="9276"/>
                    <a:pt x="6417" y="9260"/>
                    <a:pt x="6503" y="9228"/>
                  </a:cubicBezTo>
                  <a:lnTo>
                    <a:pt x="6681" y="9163"/>
                  </a:lnTo>
                  <a:lnTo>
                    <a:pt x="6681" y="9163"/>
                  </a:lnTo>
                  <a:lnTo>
                    <a:pt x="6527" y="9260"/>
                  </a:lnTo>
                  <a:cubicBezTo>
                    <a:pt x="6348" y="9422"/>
                    <a:pt x="6348" y="9422"/>
                    <a:pt x="6511" y="9455"/>
                  </a:cubicBezTo>
                  <a:cubicBezTo>
                    <a:pt x="6600" y="9487"/>
                    <a:pt x="6600" y="9487"/>
                    <a:pt x="6551" y="9519"/>
                  </a:cubicBezTo>
                  <a:cubicBezTo>
                    <a:pt x="6503" y="9552"/>
                    <a:pt x="6519" y="9584"/>
                    <a:pt x="6584" y="9690"/>
                  </a:cubicBezTo>
                  <a:cubicBezTo>
                    <a:pt x="6632" y="9763"/>
                    <a:pt x="6654" y="9799"/>
                    <a:pt x="6682" y="9799"/>
                  </a:cubicBezTo>
                  <a:cubicBezTo>
                    <a:pt x="6691" y="9799"/>
                    <a:pt x="6701" y="9795"/>
                    <a:pt x="6713" y="9787"/>
                  </a:cubicBezTo>
                  <a:lnTo>
                    <a:pt x="6762" y="9852"/>
                  </a:lnTo>
                  <a:cubicBezTo>
                    <a:pt x="6715" y="9908"/>
                    <a:pt x="6725" y="9943"/>
                    <a:pt x="6758" y="9943"/>
                  </a:cubicBezTo>
                  <a:cubicBezTo>
                    <a:pt x="6782" y="9943"/>
                    <a:pt x="6817" y="9925"/>
                    <a:pt x="6851" y="9884"/>
                  </a:cubicBezTo>
                  <a:lnTo>
                    <a:pt x="6892" y="9949"/>
                  </a:lnTo>
                  <a:lnTo>
                    <a:pt x="6843" y="9982"/>
                  </a:lnTo>
                  <a:cubicBezTo>
                    <a:pt x="6794" y="10014"/>
                    <a:pt x="6835" y="10079"/>
                    <a:pt x="6997" y="10338"/>
                  </a:cubicBezTo>
                  <a:cubicBezTo>
                    <a:pt x="7133" y="10557"/>
                    <a:pt x="7183" y="10634"/>
                    <a:pt x="7238" y="10634"/>
                  </a:cubicBezTo>
                  <a:cubicBezTo>
                    <a:pt x="7258" y="10634"/>
                    <a:pt x="7279" y="10623"/>
                    <a:pt x="7305" y="10606"/>
                  </a:cubicBezTo>
                  <a:cubicBezTo>
                    <a:pt x="7338" y="10597"/>
                    <a:pt x="7363" y="10593"/>
                    <a:pt x="7381" y="10593"/>
                  </a:cubicBezTo>
                  <a:cubicBezTo>
                    <a:pt x="7431" y="10593"/>
                    <a:pt x="7423" y="10623"/>
                    <a:pt x="7346" y="10671"/>
                  </a:cubicBezTo>
                  <a:cubicBezTo>
                    <a:pt x="7306" y="10697"/>
                    <a:pt x="7278" y="10744"/>
                    <a:pt x="7298" y="10744"/>
                  </a:cubicBezTo>
                  <a:cubicBezTo>
                    <a:pt x="7303" y="10744"/>
                    <a:pt x="7311" y="10742"/>
                    <a:pt x="7321" y="10736"/>
                  </a:cubicBezTo>
                  <a:cubicBezTo>
                    <a:pt x="7346" y="10776"/>
                    <a:pt x="7346" y="10825"/>
                    <a:pt x="7330" y="10865"/>
                  </a:cubicBezTo>
                  <a:cubicBezTo>
                    <a:pt x="7302" y="10977"/>
                    <a:pt x="7328" y="11012"/>
                    <a:pt x="7363" y="11012"/>
                  </a:cubicBezTo>
                  <a:cubicBezTo>
                    <a:pt x="7378" y="11012"/>
                    <a:pt x="7396" y="11005"/>
                    <a:pt x="7411" y="10995"/>
                  </a:cubicBezTo>
                  <a:cubicBezTo>
                    <a:pt x="7440" y="10959"/>
                    <a:pt x="7456" y="10945"/>
                    <a:pt x="7462" y="10945"/>
                  </a:cubicBezTo>
                  <a:cubicBezTo>
                    <a:pt x="7473" y="10945"/>
                    <a:pt x="7455" y="10986"/>
                    <a:pt x="7435" y="11027"/>
                  </a:cubicBezTo>
                  <a:cubicBezTo>
                    <a:pt x="7408" y="11080"/>
                    <a:pt x="7382" y="11133"/>
                    <a:pt x="7404" y="11133"/>
                  </a:cubicBezTo>
                  <a:cubicBezTo>
                    <a:pt x="7409" y="11133"/>
                    <a:pt x="7416" y="11131"/>
                    <a:pt x="7427" y="11125"/>
                  </a:cubicBezTo>
                  <a:cubicBezTo>
                    <a:pt x="7492" y="11125"/>
                    <a:pt x="7670" y="11295"/>
                    <a:pt x="7565" y="11360"/>
                  </a:cubicBezTo>
                  <a:lnTo>
                    <a:pt x="7613" y="11425"/>
                  </a:lnTo>
                  <a:cubicBezTo>
                    <a:pt x="7622" y="11419"/>
                    <a:pt x="7631" y="11416"/>
                    <a:pt x="7639" y="11416"/>
                  </a:cubicBezTo>
                  <a:cubicBezTo>
                    <a:pt x="7677" y="11416"/>
                    <a:pt x="7710" y="11469"/>
                    <a:pt x="7743" y="11522"/>
                  </a:cubicBezTo>
                  <a:cubicBezTo>
                    <a:pt x="7784" y="11587"/>
                    <a:pt x="7808" y="11619"/>
                    <a:pt x="7751" y="11652"/>
                  </a:cubicBezTo>
                  <a:cubicBezTo>
                    <a:pt x="7686" y="11652"/>
                    <a:pt x="7702" y="11684"/>
                    <a:pt x="7792" y="11717"/>
                  </a:cubicBezTo>
                  <a:cubicBezTo>
                    <a:pt x="7816" y="11749"/>
                    <a:pt x="7938" y="11717"/>
                    <a:pt x="7962" y="11757"/>
                  </a:cubicBezTo>
                  <a:cubicBezTo>
                    <a:pt x="7986" y="11741"/>
                    <a:pt x="8017" y="11733"/>
                    <a:pt x="8043" y="11733"/>
                  </a:cubicBezTo>
                  <a:cubicBezTo>
                    <a:pt x="8069" y="11733"/>
                    <a:pt x="8092" y="11741"/>
                    <a:pt x="8100" y="11757"/>
                  </a:cubicBezTo>
                  <a:lnTo>
                    <a:pt x="8051" y="11790"/>
                  </a:lnTo>
                  <a:lnTo>
                    <a:pt x="7946" y="11854"/>
                  </a:lnTo>
                  <a:cubicBezTo>
                    <a:pt x="7963" y="11877"/>
                    <a:pt x="7976" y="11900"/>
                    <a:pt x="8002" y="11900"/>
                  </a:cubicBezTo>
                  <a:cubicBezTo>
                    <a:pt x="8013" y="11900"/>
                    <a:pt x="8026" y="11896"/>
                    <a:pt x="8043" y="11887"/>
                  </a:cubicBezTo>
                  <a:lnTo>
                    <a:pt x="8043" y="11887"/>
                  </a:lnTo>
                  <a:cubicBezTo>
                    <a:pt x="8011" y="11952"/>
                    <a:pt x="8027" y="11984"/>
                    <a:pt x="8075" y="12049"/>
                  </a:cubicBezTo>
                  <a:cubicBezTo>
                    <a:pt x="8116" y="12114"/>
                    <a:pt x="8157" y="12179"/>
                    <a:pt x="8229" y="12179"/>
                  </a:cubicBezTo>
                  <a:cubicBezTo>
                    <a:pt x="8153" y="12270"/>
                    <a:pt x="8257" y="12448"/>
                    <a:pt x="8371" y="12448"/>
                  </a:cubicBezTo>
                  <a:cubicBezTo>
                    <a:pt x="8378" y="12448"/>
                    <a:pt x="8385" y="12448"/>
                    <a:pt x="8392" y="12446"/>
                  </a:cubicBezTo>
                  <a:cubicBezTo>
                    <a:pt x="8405" y="12438"/>
                    <a:pt x="8415" y="12434"/>
                    <a:pt x="8424" y="12434"/>
                  </a:cubicBezTo>
                  <a:cubicBezTo>
                    <a:pt x="8446" y="12434"/>
                    <a:pt x="8450" y="12464"/>
                    <a:pt x="8432" y="12511"/>
                  </a:cubicBezTo>
                  <a:cubicBezTo>
                    <a:pt x="8400" y="12576"/>
                    <a:pt x="8400" y="12576"/>
                    <a:pt x="8473" y="12576"/>
                  </a:cubicBezTo>
                  <a:cubicBezTo>
                    <a:pt x="8538" y="12576"/>
                    <a:pt x="8513" y="12641"/>
                    <a:pt x="8481" y="12706"/>
                  </a:cubicBezTo>
                  <a:cubicBezTo>
                    <a:pt x="8400" y="12803"/>
                    <a:pt x="8424" y="12835"/>
                    <a:pt x="8489" y="12835"/>
                  </a:cubicBezTo>
                  <a:cubicBezTo>
                    <a:pt x="8554" y="12860"/>
                    <a:pt x="8611" y="12908"/>
                    <a:pt x="8643" y="12973"/>
                  </a:cubicBezTo>
                  <a:cubicBezTo>
                    <a:pt x="8699" y="12992"/>
                    <a:pt x="8728" y="13011"/>
                    <a:pt x="8749" y="13011"/>
                  </a:cubicBezTo>
                  <a:cubicBezTo>
                    <a:pt x="8764" y="13011"/>
                    <a:pt x="8775" y="13001"/>
                    <a:pt x="8789" y="12973"/>
                  </a:cubicBezTo>
                  <a:cubicBezTo>
                    <a:pt x="8821" y="12949"/>
                    <a:pt x="8870" y="12941"/>
                    <a:pt x="8911" y="12941"/>
                  </a:cubicBezTo>
                  <a:cubicBezTo>
                    <a:pt x="8974" y="12964"/>
                    <a:pt x="8968" y="12987"/>
                    <a:pt x="8950" y="12987"/>
                  </a:cubicBezTo>
                  <a:cubicBezTo>
                    <a:pt x="8943" y="12987"/>
                    <a:pt x="8934" y="12983"/>
                    <a:pt x="8927" y="12973"/>
                  </a:cubicBezTo>
                  <a:cubicBezTo>
                    <a:pt x="8903" y="12965"/>
                    <a:pt x="8887" y="12961"/>
                    <a:pt x="8876" y="12961"/>
                  </a:cubicBezTo>
                  <a:cubicBezTo>
                    <a:pt x="8847" y="12961"/>
                    <a:pt x="8853" y="12991"/>
                    <a:pt x="8829" y="13038"/>
                  </a:cubicBezTo>
                  <a:cubicBezTo>
                    <a:pt x="8813" y="13095"/>
                    <a:pt x="8821" y="13152"/>
                    <a:pt x="8862" y="13200"/>
                  </a:cubicBezTo>
                  <a:cubicBezTo>
                    <a:pt x="8878" y="13233"/>
                    <a:pt x="8919" y="13298"/>
                    <a:pt x="8943" y="13330"/>
                  </a:cubicBezTo>
                  <a:cubicBezTo>
                    <a:pt x="8949" y="13432"/>
                    <a:pt x="8966" y="13479"/>
                    <a:pt x="8996" y="13479"/>
                  </a:cubicBezTo>
                  <a:cubicBezTo>
                    <a:pt x="9004" y="13479"/>
                    <a:pt x="9013" y="13475"/>
                    <a:pt x="9024" y="13468"/>
                  </a:cubicBezTo>
                  <a:lnTo>
                    <a:pt x="9073" y="13435"/>
                  </a:lnTo>
                  <a:lnTo>
                    <a:pt x="9073" y="13435"/>
                  </a:lnTo>
                  <a:cubicBezTo>
                    <a:pt x="8994" y="13530"/>
                    <a:pt x="9204" y="13866"/>
                    <a:pt x="9328" y="13866"/>
                  </a:cubicBezTo>
                  <a:cubicBezTo>
                    <a:pt x="9332" y="13866"/>
                    <a:pt x="9336" y="13866"/>
                    <a:pt x="9340" y="13865"/>
                  </a:cubicBezTo>
                  <a:lnTo>
                    <a:pt x="9340" y="13865"/>
                  </a:lnTo>
                  <a:lnTo>
                    <a:pt x="9292" y="13889"/>
                  </a:lnTo>
                  <a:cubicBezTo>
                    <a:pt x="9235" y="13922"/>
                    <a:pt x="9259" y="13954"/>
                    <a:pt x="9300" y="14027"/>
                  </a:cubicBezTo>
                  <a:cubicBezTo>
                    <a:pt x="9373" y="14100"/>
                    <a:pt x="9446" y="14173"/>
                    <a:pt x="9511" y="14254"/>
                  </a:cubicBezTo>
                  <a:cubicBezTo>
                    <a:pt x="9581" y="14374"/>
                    <a:pt x="9639" y="14463"/>
                    <a:pt x="9685" y="14463"/>
                  </a:cubicBezTo>
                  <a:cubicBezTo>
                    <a:pt x="9692" y="14463"/>
                    <a:pt x="9699" y="14461"/>
                    <a:pt x="9705" y="14457"/>
                  </a:cubicBezTo>
                  <a:lnTo>
                    <a:pt x="9705" y="14457"/>
                  </a:lnTo>
                  <a:cubicBezTo>
                    <a:pt x="9721" y="14489"/>
                    <a:pt x="9721" y="14489"/>
                    <a:pt x="9673" y="14522"/>
                  </a:cubicBezTo>
                  <a:cubicBezTo>
                    <a:pt x="9600" y="14522"/>
                    <a:pt x="9624" y="14554"/>
                    <a:pt x="9640" y="14587"/>
                  </a:cubicBezTo>
                  <a:cubicBezTo>
                    <a:pt x="9647" y="14596"/>
                    <a:pt x="9657" y="14600"/>
                    <a:pt x="9667" y="14600"/>
                  </a:cubicBezTo>
                  <a:cubicBezTo>
                    <a:pt x="9693" y="14600"/>
                    <a:pt x="9727" y="14577"/>
                    <a:pt x="9762" y="14554"/>
                  </a:cubicBezTo>
                  <a:cubicBezTo>
                    <a:pt x="9776" y="14546"/>
                    <a:pt x="9788" y="14542"/>
                    <a:pt x="9797" y="14542"/>
                  </a:cubicBezTo>
                  <a:cubicBezTo>
                    <a:pt x="9825" y="14542"/>
                    <a:pt x="9833" y="14579"/>
                    <a:pt x="9827" y="14652"/>
                  </a:cubicBezTo>
                  <a:cubicBezTo>
                    <a:pt x="9827" y="14765"/>
                    <a:pt x="9892" y="14871"/>
                    <a:pt x="9989" y="14919"/>
                  </a:cubicBezTo>
                  <a:cubicBezTo>
                    <a:pt x="10005" y="14952"/>
                    <a:pt x="10029" y="14984"/>
                    <a:pt x="9981" y="15016"/>
                  </a:cubicBezTo>
                  <a:cubicBezTo>
                    <a:pt x="9948" y="15081"/>
                    <a:pt x="9940" y="15179"/>
                    <a:pt x="10078" y="15179"/>
                  </a:cubicBezTo>
                  <a:cubicBezTo>
                    <a:pt x="10102" y="15219"/>
                    <a:pt x="10102" y="15219"/>
                    <a:pt x="10046" y="15243"/>
                  </a:cubicBezTo>
                  <a:cubicBezTo>
                    <a:pt x="10027" y="15294"/>
                    <a:pt x="9988" y="15325"/>
                    <a:pt x="10029" y="15325"/>
                  </a:cubicBezTo>
                  <a:cubicBezTo>
                    <a:pt x="10040" y="15325"/>
                    <a:pt x="10059" y="15322"/>
                    <a:pt x="10086" y="15316"/>
                  </a:cubicBezTo>
                  <a:cubicBezTo>
                    <a:pt x="10183" y="15349"/>
                    <a:pt x="10240" y="15446"/>
                    <a:pt x="10232" y="15543"/>
                  </a:cubicBezTo>
                  <a:cubicBezTo>
                    <a:pt x="10244" y="15566"/>
                    <a:pt x="10259" y="15589"/>
                    <a:pt x="10284" y="15589"/>
                  </a:cubicBezTo>
                  <a:cubicBezTo>
                    <a:pt x="10295" y="15589"/>
                    <a:pt x="10307" y="15585"/>
                    <a:pt x="10321" y="15576"/>
                  </a:cubicBezTo>
                  <a:lnTo>
                    <a:pt x="10370" y="15552"/>
                  </a:lnTo>
                  <a:lnTo>
                    <a:pt x="10370" y="15552"/>
                  </a:lnTo>
                  <a:cubicBezTo>
                    <a:pt x="10317" y="15610"/>
                    <a:pt x="10298" y="15630"/>
                    <a:pt x="10327" y="15630"/>
                  </a:cubicBezTo>
                  <a:cubicBezTo>
                    <a:pt x="10341" y="15630"/>
                    <a:pt x="10369" y="15625"/>
                    <a:pt x="10410" y="15616"/>
                  </a:cubicBezTo>
                  <a:cubicBezTo>
                    <a:pt x="10427" y="15607"/>
                    <a:pt x="10440" y="15603"/>
                    <a:pt x="10449" y="15603"/>
                  </a:cubicBezTo>
                  <a:cubicBezTo>
                    <a:pt x="10471" y="15603"/>
                    <a:pt x="10469" y="15626"/>
                    <a:pt x="10435" y="15649"/>
                  </a:cubicBezTo>
                  <a:cubicBezTo>
                    <a:pt x="10402" y="15714"/>
                    <a:pt x="10427" y="15746"/>
                    <a:pt x="10427" y="15746"/>
                  </a:cubicBezTo>
                  <a:cubicBezTo>
                    <a:pt x="10524" y="15852"/>
                    <a:pt x="10613" y="15957"/>
                    <a:pt x="10694" y="16079"/>
                  </a:cubicBezTo>
                  <a:cubicBezTo>
                    <a:pt x="10837" y="16313"/>
                    <a:pt x="10904" y="16417"/>
                    <a:pt x="10951" y="16417"/>
                  </a:cubicBezTo>
                  <a:cubicBezTo>
                    <a:pt x="10958" y="16417"/>
                    <a:pt x="10964" y="16415"/>
                    <a:pt x="10970" y="16411"/>
                  </a:cubicBezTo>
                  <a:cubicBezTo>
                    <a:pt x="11043" y="16411"/>
                    <a:pt x="11043" y="16411"/>
                    <a:pt x="11010" y="16476"/>
                  </a:cubicBezTo>
                  <a:cubicBezTo>
                    <a:pt x="10986" y="16516"/>
                    <a:pt x="10986" y="16573"/>
                    <a:pt x="11019" y="16606"/>
                  </a:cubicBezTo>
                  <a:cubicBezTo>
                    <a:pt x="11043" y="16638"/>
                    <a:pt x="11059" y="16679"/>
                    <a:pt x="11010" y="16703"/>
                  </a:cubicBezTo>
                  <a:cubicBezTo>
                    <a:pt x="11075" y="16711"/>
                    <a:pt x="11075" y="16711"/>
                    <a:pt x="11100" y="16743"/>
                  </a:cubicBezTo>
                  <a:cubicBezTo>
                    <a:pt x="11051" y="16776"/>
                    <a:pt x="11067" y="16808"/>
                    <a:pt x="11140" y="16808"/>
                  </a:cubicBezTo>
                  <a:cubicBezTo>
                    <a:pt x="11191" y="16795"/>
                    <a:pt x="11220" y="16787"/>
                    <a:pt x="11230" y="16787"/>
                  </a:cubicBezTo>
                  <a:cubicBezTo>
                    <a:pt x="11244" y="16787"/>
                    <a:pt x="11218" y="16803"/>
                    <a:pt x="11156" y="16841"/>
                  </a:cubicBezTo>
                  <a:cubicBezTo>
                    <a:pt x="11117" y="16867"/>
                    <a:pt x="11115" y="16956"/>
                    <a:pt x="11132" y="16956"/>
                  </a:cubicBezTo>
                  <a:cubicBezTo>
                    <a:pt x="11137" y="16956"/>
                    <a:pt x="11142" y="16951"/>
                    <a:pt x="11148" y="16938"/>
                  </a:cubicBezTo>
                  <a:cubicBezTo>
                    <a:pt x="11158" y="16932"/>
                    <a:pt x="11167" y="16929"/>
                    <a:pt x="11176" y="16929"/>
                  </a:cubicBezTo>
                  <a:cubicBezTo>
                    <a:pt x="11214" y="16929"/>
                    <a:pt x="11252" y="16972"/>
                    <a:pt x="11310" y="16979"/>
                  </a:cubicBezTo>
                  <a:cubicBezTo>
                    <a:pt x="11335" y="17011"/>
                    <a:pt x="11351" y="17043"/>
                    <a:pt x="11302" y="17076"/>
                  </a:cubicBezTo>
                  <a:cubicBezTo>
                    <a:pt x="11270" y="17141"/>
                    <a:pt x="11424" y="17270"/>
                    <a:pt x="11497" y="17270"/>
                  </a:cubicBezTo>
                  <a:cubicBezTo>
                    <a:pt x="11509" y="17264"/>
                    <a:pt x="11519" y="17262"/>
                    <a:pt x="11527" y="17262"/>
                  </a:cubicBezTo>
                  <a:cubicBezTo>
                    <a:pt x="11550" y="17262"/>
                    <a:pt x="11550" y="17285"/>
                    <a:pt x="11513" y="17303"/>
                  </a:cubicBezTo>
                  <a:cubicBezTo>
                    <a:pt x="11464" y="17335"/>
                    <a:pt x="11481" y="17368"/>
                    <a:pt x="11505" y="17408"/>
                  </a:cubicBezTo>
                  <a:cubicBezTo>
                    <a:pt x="11570" y="17408"/>
                    <a:pt x="11521" y="17441"/>
                    <a:pt x="11473" y="17465"/>
                  </a:cubicBezTo>
                  <a:cubicBezTo>
                    <a:pt x="11400" y="17465"/>
                    <a:pt x="11424" y="17497"/>
                    <a:pt x="11464" y="17570"/>
                  </a:cubicBezTo>
                  <a:cubicBezTo>
                    <a:pt x="11529" y="17570"/>
                    <a:pt x="11610" y="17700"/>
                    <a:pt x="11667" y="17797"/>
                  </a:cubicBezTo>
                  <a:cubicBezTo>
                    <a:pt x="11773" y="17968"/>
                    <a:pt x="11846" y="17968"/>
                    <a:pt x="11983" y="17976"/>
                  </a:cubicBezTo>
                  <a:lnTo>
                    <a:pt x="12105" y="17943"/>
                  </a:lnTo>
                  <a:lnTo>
                    <a:pt x="12000" y="18008"/>
                  </a:lnTo>
                  <a:cubicBezTo>
                    <a:pt x="11951" y="18041"/>
                    <a:pt x="11910" y="18089"/>
                    <a:pt x="11870" y="18130"/>
                  </a:cubicBezTo>
                  <a:cubicBezTo>
                    <a:pt x="11878" y="18143"/>
                    <a:pt x="11889" y="18149"/>
                    <a:pt x="11901" y="18149"/>
                  </a:cubicBezTo>
                  <a:cubicBezTo>
                    <a:pt x="11927" y="18149"/>
                    <a:pt x="11959" y="18127"/>
                    <a:pt x="11991" y="18106"/>
                  </a:cubicBezTo>
                  <a:cubicBezTo>
                    <a:pt x="12004" y="18097"/>
                    <a:pt x="12014" y="18093"/>
                    <a:pt x="12023" y="18093"/>
                  </a:cubicBezTo>
                  <a:cubicBezTo>
                    <a:pt x="12050" y="18093"/>
                    <a:pt x="12062" y="18130"/>
                    <a:pt x="12056" y="18203"/>
                  </a:cubicBezTo>
                  <a:cubicBezTo>
                    <a:pt x="12040" y="18300"/>
                    <a:pt x="12064" y="18333"/>
                    <a:pt x="12129" y="18341"/>
                  </a:cubicBezTo>
                  <a:cubicBezTo>
                    <a:pt x="12162" y="18373"/>
                    <a:pt x="12162" y="18430"/>
                    <a:pt x="12137" y="18470"/>
                  </a:cubicBezTo>
                  <a:cubicBezTo>
                    <a:pt x="12150" y="18487"/>
                    <a:pt x="12156" y="18495"/>
                    <a:pt x="12165" y="18495"/>
                  </a:cubicBezTo>
                  <a:cubicBezTo>
                    <a:pt x="12174" y="18495"/>
                    <a:pt x="12186" y="18487"/>
                    <a:pt x="12210" y="18470"/>
                  </a:cubicBezTo>
                  <a:cubicBezTo>
                    <a:pt x="12223" y="18462"/>
                    <a:pt x="12235" y="18458"/>
                    <a:pt x="12244" y="18458"/>
                  </a:cubicBezTo>
                  <a:cubicBezTo>
                    <a:pt x="12268" y="18458"/>
                    <a:pt x="12275" y="18488"/>
                    <a:pt x="12251" y="18535"/>
                  </a:cubicBezTo>
                  <a:cubicBezTo>
                    <a:pt x="12181" y="18619"/>
                    <a:pt x="12214" y="18704"/>
                    <a:pt x="12261" y="18704"/>
                  </a:cubicBezTo>
                  <a:cubicBezTo>
                    <a:pt x="12268" y="18704"/>
                    <a:pt x="12276" y="18702"/>
                    <a:pt x="12283" y="18697"/>
                  </a:cubicBezTo>
                  <a:cubicBezTo>
                    <a:pt x="12295" y="18691"/>
                    <a:pt x="12305" y="18689"/>
                    <a:pt x="12314" y="18689"/>
                  </a:cubicBezTo>
                  <a:cubicBezTo>
                    <a:pt x="12340" y="18689"/>
                    <a:pt x="12354" y="18713"/>
                    <a:pt x="12373" y="18738"/>
                  </a:cubicBezTo>
                  <a:cubicBezTo>
                    <a:pt x="12387" y="18774"/>
                    <a:pt x="12428" y="18804"/>
                    <a:pt x="12471" y="18804"/>
                  </a:cubicBezTo>
                  <a:cubicBezTo>
                    <a:pt x="12476" y="18804"/>
                    <a:pt x="12481" y="18804"/>
                    <a:pt x="12486" y="18803"/>
                  </a:cubicBezTo>
                  <a:cubicBezTo>
                    <a:pt x="12502" y="18835"/>
                    <a:pt x="12527" y="18876"/>
                    <a:pt x="12527" y="18876"/>
                  </a:cubicBezTo>
                  <a:cubicBezTo>
                    <a:pt x="12534" y="18890"/>
                    <a:pt x="12524" y="18896"/>
                    <a:pt x="12509" y="18896"/>
                  </a:cubicBezTo>
                  <a:cubicBezTo>
                    <a:pt x="12490" y="18896"/>
                    <a:pt x="12463" y="18886"/>
                    <a:pt x="12454" y="18868"/>
                  </a:cubicBezTo>
                  <a:lnTo>
                    <a:pt x="12421" y="18932"/>
                  </a:lnTo>
                  <a:cubicBezTo>
                    <a:pt x="12462" y="18997"/>
                    <a:pt x="12478" y="19030"/>
                    <a:pt x="12551" y="19038"/>
                  </a:cubicBezTo>
                  <a:cubicBezTo>
                    <a:pt x="12601" y="19024"/>
                    <a:pt x="12631" y="19017"/>
                    <a:pt x="12641" y="19017"/>
                  </a:cubicBezTo>
                  <a:cubicBezTo>
                    <a:pt x="12656" y="19017"/>
                    <a:pt x="12632" y="19032"/>
                    <a:pt x="12575" y="19070"/>
                  </a:cubicBezTo>
                  <a:cubicBezTo>
                    <a:pt x="12518" y="19103"/>
                    <a:pt x="12494" y="19168"/>
                    <a:pt x="12559" y="19168"/>
                  </a:cubicBezTo>
                  <a:cubicBezTo>
                    <a:pt x="12582" y="19161"/>
                    <a:pt x="12600" y="19159"/>
                    <a:pt x="12614" y="19159"/>
                  </a:cubicBezTo>
                  <a:cubicBezTo>
                    <a:pt x="12670" y="19159"/>
                    <a:pt x="12645" y="19206"/>
                    <a:pt x="12600" y="19232"/>
                  </a:cubicBezTo>
                  <a:cubicBezTo>
                    <a:pt x="12478" y="19265"/>
                    <a:pt x="12478" y="19265"/>
                    <a:pt x="12656" y="19330"/>
                  </a:cubicBezTo>
                  <a:cubicBezTo>
                    <a:pt x="12697" y="19403"/>
                    <a:pt x="12827" y="19500"/>
                    <a:pt x="12891" y="19605"/>
                  </a:cubicBezTo>
                  <a:cubicBezTo>
                    <a:pt x="12973" y="19735"/>
                    <a:pt x="13005" y="19800"/>
                    <a:pt x="12981" y="19865"/>
                  </a:cubicBezTo>
                  <a:cubicBezTo>
                    <a:pt x="12974" y="19869"/>
                    <a:pt x="12968" y="19873"/>
                    <a:pt x="12963" y="19876"/>
                  </a:cubicBezTo>
                  <a:lnTo>
                    <a:pt x="12963" y="19876"/>
                  </a:lnTo>
                  <a:cubicBezTo>
                    <a:pt x="12979" y="19869"/>
                    <a:pt x="12993" y="19866"/>
                    <a:pt x="13005" y="19866"/>
                  </a:cubicBezTo>
                  <a:cubicBezTo>
                    <a:pt x="13046" y="19866"/>
                    <a:pt x="13067" y="19905"/>
                    <a:pt x="13110" y="19970"/>
                  </a:cubicBezTo>
                  <a:cubicBezTo>
                    <a:pt x="13102" y="20068"/>
                    <a:pt x="13183" y="20141"/>
                    <a:pt x="13281" y="20141"/>
                  </a:cubicBezTo>
                  <a:lnTo>
                    <a:pt x="13240" y="20076"/>
                  </a:lnTo>
                  <a:cubicBezTo>
                    <a:pt x="13275" y="20053"/>
                    <a:pt x="13300" y="20042"/>
                    <a:pt x="13317" y="20042"/>
                  </a:cubicBezTo>
                  <a:cubicBezTo>
                    <a:pt x="13350" y="20042"/>
                    <a:pt x="13356" y="20078"/>
                    <a:pt x="13345" y="20141"/>
                  </a:cubicBezTo>
                  <a:cubicBezTo>
                    <a:pt x="13370" y="20173"/>
                    <a:pt x="13321" y="20205"/>
                    <a:pt x="13264" y="20238"/>
                  </a:cubicBezTo>
                  <a:cubicBezTo>
                    <a:pt x="13216" y="20270"/>
                    <a:pt x="13183" y="20335"/>
                    <a:pt x="13200" y="20368"/>
                  </a:cubicBezTo>
                  <a:cubicBezTo>
                    <a:pt x="13214" y="20386"/>
                    <a:pt x="13225" y="20405"/>
                    <a:pt x="13238" y="20405"/>
                  </a:cubicBezTo>
                  <a:cubicBezTo>
                    <a:pt x="13248" y="20405"/>
                    <a:pt x="13259" y="20395"/>
                    <a:pt x="13273" y="20368"/>
                  </a:cubicBezTo>
                  <a:cubicBezTo>
                    <a:pt x="13301" y="20351"/>
                    <a:pt x="13315" y="20343"/>
                    <a:pt x="13324" y="20343"/>
                  </a:cubicBezTo>
                  <a:cubicBezTo>
                    <a:pt x="13333" y="20343"/>
                    <a:pt x="13337" y="20351"/>
                    <a:pt x="13345" y="20368"/>
                  </a:cubicBezTo>
                  <a:cubicBezTo>
                    <a:pt x="13362" y="20416"/>
                    <a:pt x="13410" y="20441"/>
                    <a:pt x="13459" y="20441"/>
                  </a:cubicBezTo>
                  <a:cubicBezTo>
                    <a:pt x="13473" y="20431"/>
                    <a:pt x="13485" y="20427"/>
                    <a:pt x="13494" y="20427"/>
                  </a:cubicBezTo>
                  <a:cubicBezTo>
                    <a:pt x="13518" y="20427"/>
                    <a:pt x="13531" y="20450"/>
                    <a:pt x="13548" y="20473"/>
                  </a:cubicBezTo>
                  <a:cubicBezTo>
                    <a:pt x="13532" y="20522"/>
                    <a:pt x="13532" y="20562"/>
                    <a:pt x="13556" y="20603"/>
                  </a:cubicBezTo>
                  <a:lnTo>
                    <a:pt x="13508" y="20635"/>
                  </a:lnTo>
                  <a:cubicBezTo>
                    <a:pt x="13467" y="20659"/>
                    <a:pt x="13443" y="20692"/>
                    <a:pt x="13418" y="20732"/>
                  </a:cubicBezTo>
                  <a:cubicBezTo>
                    <a:pt x="13427" y="20743"/>
                    <a:pt x="13437" y="20747"/>
                    <a:pt x="13448" y="20747"/>
                  </a:cubicBezTo>
                  <a:cubicBezTo>
                    <a:pt x="13470" y="20747"/>
                    <a:pt x="13491" y="20732"/>
                    <a:pt x="13491" y="20732"/>
                  </a:cubicBezTo>
                  <a:cubicBezTo>
                    <a:pt x="13493" y="20732"/>
                    <a:pt x="13494" y="20731"/>
                    <a:pt x="13495" y="20731"/>
                  </a:cubicBezTo>
                  <a:cubicBezTo>
                    <a:pt x="13567" y="20731"/>
                    <a:pt x="14020" y="21505"/>
                    <a:pt x="14075" y="21608"/>
                  </a:cubicBezTo>
                  <a:cubicBezTo>
                    <a:pt x="14063" y="21683"/>
                    <a:pt x="14099" y="21759"/>
                    <a:pt x="14131" y="21759"/>
                  </a:cubicBezTo>
                  <a:cubicBezTo>
                    <a:pt x="14140" y="21759"/>
                    <a:pt x="14149" y="21752"/>
                    <a:pt x="14156" y="21738"/>
                  </a:cubicBezTo>
                  <a:cubicBezTo>
                    <a:pt x="14160" y="21736"/>
                    <a:pt x="14163" y="21735"/>
                    <a:pt x="14167" y="21735"/>
                  </a:cubicBezTo>
                  <a:cubicBezTo>
                    <a:pt x="14218" y="21735"/>
                    <a:pt x="14310" y="21889"/>
                    <a:pt x="14424" y="22078"/>
                  </a:cubicBezTo>
                  <a:cubicBezTo>
                    <a:pt x="14552" y="22298"/>
                    <a:pt x="14646" y="22454"/>
                    <a:pt x="14697" y="22454"/>
                  </a:cubicBezTo>
                  <a:cubicBezTo>
                    <a:pt x="14701" y="22454"/>
                    <a:pt x="14704" y="22453"/>
                    <a:pt x="14708" y="22451"/>
                  </a:cubicBezTo>
                  <a:lnTo>
                    <a:pt x="14764" y="22549"/>
                  </a:lnTo>
                  <a:cubicBezTo>
                    <a:pt x="14805" y="22613"/>
                    <a:pt x="14894" y="22654"/>
                    <a:pt x="14918" y="22686"/>
                  </a:cubicBezTo>
                  <a:cubicBezTo>
                    <a:pt x="14983" y="22686"/>
                    <a:pt x="15008" y="22719"/>
                    <a:pt x="14935" y="22719"/>
                  </a:cubicBezTo>
                  <a:cubicBezTo>
                    <a:pt x="14886" y="22751"/>
                    <a:pt x="14829" y="22784"/>
                    <a:pt x="14854" y="22816"/>
                  </a:cubicBezTo>
                  <a:cubicBezTo>
                    <a:pt x="14871" y="22844"/>
                    <a:pt x="14890" y="22854"/>
                    <a:pt x="14911" y="22854"/>
                  </a:cubicBezTo>
                  <a:cubicBezTo>
                    <a:pt x="14937" y="22854"/>
                    <a:pt x="14964" y="22838"/>
                    <a:pt x="14991" y="22824"/>
                  </a:cubicBezTo>
                  <a:cubicBezTo>
                    <a:pt x="15010" y="22813"/>
                    <a:pt x="15025" y="22810"/>
                    <a:pt x="15036" y="22810"/>
                  </a:cubicBezTo>
                  <a:cubicBezTo>
                    <a:pt x="15057" y="22810"/>
                    <a:pt x="15064" y="22824"/>
                    <a:pt x="15064" y="22824"/>
                  </a:cubicBezTo>
                  <a:cubicBezTo>
                    <a:pt x="15081" y="22857"/>
                    <a:pt x="15081" y="22857"/>
                    <a:pt x="15032" y="22889"/>
                  </a:cubicBezTo>
                  <a:lnTo>
                    <a:pt x="14927" y="22946"/>
                  </a:lnTo>
                  <a:lnTo>
                    <a:pt x="14951" y="22978"/>
                  </a:lnTo>
                  <a:cubicBezTo>
                    <a:pt x="14964" y="22972"/>
                    <a:pt x="14976" y="22969"/>
                    <a:pt x="14985" y="22969"/>
                  </a:cubicBezTo>
                  <a:cubicBezTo>
                    <a:pt x="15011" y="22969"/>
                    <a:pt x="15024" y="22986"/>
                    <a:pt x="15024" y="22986"/>
                  </a:cubicBezTo>
                  <a:cubicBezTo>
                    <a:pt x="15040" y="23019"/>
                    <a:pt x="15040" y="23019"/>
                    <a:pt x="14935" y="23076"/>
                  </a:cubicBezTo>
                  <a:cubicBezTo>
                    <a:pt x="14859" y="23126"/>
                    <a:pt x="14852" y="23157"/>
                    <a:pt x="14909" y="23157"/>
                  </a:cubicBezTo>
                  <a:cubicBezTo>
                    <a:pt x="14926" y="23157"/>
                    <a:pt x="14948" y="23154"/>
                    <a:pt x="14975" y="23149"/>
                  </a:cubicBezTo>
                  <a:lnTo>
                    <a:pt x="15064" y="23181"/>
                  </a:lnTo>
                  <a:cubicBezTo>
                    <a:pt x="14983" y="23278"/>
                    <a:pt x="15121" y="23286"/>
                    <a:pt x="15194" y="23286"/>
                  </a:cubicBezTo>
                  <a:cubicBezTo>
                    <a:pt x="15130" y="23363"/>
                    <a:pt x="15127" y="23399"/>
                    <a:pt x="15188" y="23399"/>
                  </a:cubicBezTo>
                  <a:cubicBezTo>
                    <a:pt x="15204" y="23399"/>
                    <a:pt x="15225" y="23397"/>
                    <a:pt x="15251" y="23392"/>
                  </a:cubicBezTo>
                  <a:cubicBezTo>
                    <a:pt x="15266" y="23383"/>
                    <a:pt x="15278" y="23379"/>
                    <a:pt x="15288" y="23379"/>
                  </a:cubicBezTo>
                  <a:cubicBezTo>
                    <a:pt x="15313" y="23379"/>
                    <a:pt x="15315" y="23409"/>
                    <a:pt x="15291" y="23457"/>
                  </a:cubicBezTo>
                  <a:cubicBezTo>
                    <a:pt x="15259" y="23521"/>
                    <a:pt x="15283" y="23554"/>
                    <a:pt x="15316" y="23619"/>
                  </a:cubicBezTo>
                  <a:cubicBezTo>
                    <a:pt x="15389" y="23627"/>
                    <a:pt x="15526" y="23854"/>
                    <a:pt x="15681" y="24130"/>
                  </a:cubicBezTo>
                  <a:cubicBezTo>
                    <a:pt x="15846" y="24408"/>
                    <a:pt x="15956" y="24603"/>
                    <a:pt x="16010" y="24603"/>
                  </a:cubicBezTo>
                  <a:cubicBezTo>
                    <a:pt x="16014" y="24603"/>
                    <a:pt x="16018" y="24602"/>
                    <a:pt x="16021" y="24600"/>
                  </a:cubicBezTo>
                  <a:lnTo>
                    <a:pt x="16021" y="24600"/>
                  </a:lnTo>
                  <a:cubicBezTo>
                    <a:pt x="16045" y="24632"/>
                    <a:pt x="16045" y="24632"/>
                    <a:pt x="16013" y="24697"/>
                  </a:cubicBezTo>
                  <a:cubicBezTo>
                    <a:pt x="15970" y="24722"/>
                    <a:pt x="15973" y="24746"/>
                    <a:pt x="16030" y="24746"/>
                  </a:cubicBezTo>
                  <a:cubicBezTo>
                    <a:pt x="16049" y="24746"/>
                    <a:pt x="16072" y="24744"/>
                    <a:pt x="16102" y="24738"/>
                  </a:cubicBezTo>
                  <a:cubicBezTo>
                    <a:pt x="16139" y="24738"/>
                    <a:pt x="16169" y="24730"/>
                    <a:pt x="16177" y="24730"/>
                  </a:cubicBezTo>
                  <a:cubicBezTo>
                    <a:pt x="16185" y="24730"/>
                    <a:pt x="16171" y="24738"/>
                    <a:pt x="16118" y="24770"/>
                  </a:cubicBezTo>
                  <a:cubicBezTo>
                    <a:pt x="16070" y="24802"/>
                    <a:pt x="16110" y="24867"/>
                    <a:pt x="16183" y="24997"/>
                  </a:cubicBezTo>
                  <a:cubicBezTo>
                    <a:pt x="16234" y="25092"/>
                    <a:pt x="16305" y="25213"/>
                    <a:pt x="16354" y="25213"/>
                  </a:cubicBezTo>
                  <a:cubicBezTo>
                    <a:pt x="16359" y="25213"/>
                    <a:pt x="16365" y="25211"/>
                    <a:pt x="16370" y="25208"/>
                  </a:cubicBezTo>
                  <a:cubicBezTo>
                    <a:pt x="16459" y="25240"/>
                    <a:pt x="16459" y="25240"/>
                    <a:pt x="16394" y="25240"/>
                  </a:cubicBezTo>
                  <a:cubicBezTo>
                    <a:pt x="16264" y="25265"/>
                    <a:pt x="16313" y="25467"/>
                    <a:pt x="16475" y="25508"/>
                  </a:cubicBezTo>
                  <a:cubicBezTo>
                    <a:pt x="16491" y="25540"/>
                    <a:pt x="16516" y="25573"/>
                    <a:pt x="16459" y="25605"/>
                  </a:cubicBezTo>
                  <a:cubicBezTo>
                    <a:pt x="16483" y="25638"/>
                    <a:pt x="16499" y="25670"/>
                    <a:pt x="16613" y="25743"/>
                  </a:cubicBezTo>
                  <a:lnTo>
                    <a:pt x="16743" y="25978"/>
                  </a:lnTo>
                  <a:cubicBezTo>
                    <a:pt x="16775" y="26027"/>
                    <a:pt x="16824" y="26059"/>
                    <a:pt x="16872" y="26084"/>
                  </a:cubicBezTo>
                  <a:lnTo>
                    <a:pt x="16897" y="26116"/>
                  </a:lnTo>
                  <a:cubicBezTo>
                    <a:pt x="16840" y="26148"/>
                    <a:pt x="16937" y="26311"/>
                    <a:pt x="17067" y="26554"/>
                  </a:cubicBezTo>
                  <a:cubicBezTo>
                    <a:pt x="17205" y="26789"/>
                    <a:pt x="17318" y="26992"/>
                    <a:pt x="17286" y="27056"/>
                  </a:cubicBezTo>
                  <a:cubicBezTo>
                    <a:pt x="17286" y="27056"/>
                    <a:pt x="17302" y="27089"/>
                    <a:pt x="17375" y="27089"/>
                  </a:cubicBezTo>
                  <a:cubicBezTo>
                    <a:pt x="17402" y="27083"/>
                    <a:pt x="17425" y="27081"/>
                    <a:pt x="17443" y="27081"/>
                  </a:cubicBezTo>
                  <a:cubicBezTo>
                    <a:pt x="17505" y="27081"/>
                    <a:pt x="17514" y="27112"/>
                    <a:pt x="17489" y="27162"/>
                  </a:cubicBezTo>
                  <a:cubicBezTo>
                    <a:pt x="17408" y="27242"/>
                    <a:pt x="17466" y="27369"/>
                    <a:pt x="17568" y="27369"/>
                  </a:cubicBezTo>
                  <a:cubicBezTo>
                    <a:pt x="17578" y="27369"/>
                    <a:pt x="17588" y="27368"/>
                    <a:pt x="17599" y="27365"/>
                  </a:cubicBezTo>
                  <a:lnTo>
                    <a:pt x="17599" y="27365"/>
                  </a:lnTo>
                  <a:cubicBezTo>
                    <a:pt x="17584" y="27374"/>
                    <a:pt x="17565" y="27385"/>
                    <a:pt x="17545" y="27397"/>
                  </a:cubicBezTo>
                  <a:cubicBezTo>
                    <a:pt x="17475" y="27474"/>
                    <a:pt x="17545" y="27540"/>
                    <a:pt x="17650" y="27540"/>
                  </a:cubicBezTo>
                  <a:cubicBezTo>
                    <a:pt x="17665" y="27540"/>
                    <a:pt x="17682" y="27538"/>
                    <a:pt x="17699" y="27535"/>
                  </a:cubicBezTo>
                  <a:lnTo>
                    <a:pt x="17699" y="27535"/>
                  </a:lnTo>
                  <a:cubicBezTo>
                    <a:pt x="17667" y="27600"/>
                    <a:pt x="17634" y="27665"/>
                    <a:pt x="17699" y="27665"/>
                  </a:cubicBezTo>
                  <a:cubicBezTo>
                    <a:pt x="17724" y="27697"/>
                    <a:pt x="17724" y="27697"/>
                    <a:pt x="17618" y="27762"/>
                  </a:cubicBezTo>
                  <a:cubicBezTo>
                    <a:pt x="17562" y="27786"/>
                    <a:pt x="17513" y="27819"/>
                    <a:pt x="17529" y="27851"/>
                  </a:cubicBezTo>
                  <a:cubicBezTo>
                    <a:pt x="17537" y="27862"/>
                    <a:pt x="17548" y="27866"/>
                    <a:pt x="17561" y="27866"/>
                  </a:cubicBezTo>
                  <a:cubicBezTo>
                    <a:pt x="17587" y="27866"/>
                    <a:pt x="17621" y="27848"/>
                    <a:pt x="17659" y="27827"/>
                  </a:cubicBezTo>
                  <a:lnTo>
                    <a:pt x="17691" y="27892"/>
                  </a:lnTo>
                  <a:cubicBezTo>
                    <a:pt x="17691" y="27892"/>
                    <a:pt x="17704" y="27909"/>
                    <a:pt x="17730" y="27909"/>
                  </a:cubicBezTo>
                  <a:cubicBezTo>
                    <a:pt x="17739" y="27909"/>
                    <a:pt x="17751" y="27906"/>
                    <a:pt x="17764" y="27900"/>
                  </a:cubicBezTo>
                  <a:cubicBezTo>
                    <a:pt x="17778" y="27890"/>
                    <a:pt x="17791" y="27886"/>
                    <a:pt x="17801" y="27886"/>
                  </a:cubicBezTo>
                  <a:cubicBezTo>
                    <a:pt x="17826" y="27886"/>
                    <a:pt x="17842" y="27909"/>
                    <a:pt x="17853" y="27932"/>
                  </a:cubicBezTo>
                  <a:cubicBezTo>
                    <a:pt x="17832" y="27946"/>
                    <a:pt x="17833" y="27954"/>
                    <a:pt x="17843" y="27954"/>
                  </a:cubicBezTo>
                  <a:cubicBezTo>
                    <a:pt x="17856" y="27954"/>
                    <a:pt x="17887" y="27940"/>
                    <a:pt x="17910" y="27908"/>
                  </a:cubicBezTo>
                  <a:cubicBezTo>
                    <a:pt x="17943" y="27886"/>
                    <a:pt x="17975" y="27865"/>
                    <a:pt x="18000" y="27865"/>
                  </a:cubicBezTo>
                  <a:cubicBezTo>
                    <a:pt x="18013" y="27865"/>
                    <a:pt x="18024" y="27870"/>
                    <a:pt x="18032" y="27883"/>
                  </a:cubicBezTo>
                  <a:lnTo>
                    <a:pt x="18137" y="27819"/>
                  </a:lnTo>
                  <a:cubicBezTo>
                    <a:pt x="18234" y="27762"/>
                    <a:pt x="18291" y="27729"/>
                    <a:pt x="18299" y="27632"/>
                  </a:cubicBezTo>
                  <a:cubicBezTo>
                    <a:pt x="18279" y="27496"/>
                    <a:pt x="18276" y="27383"/>
                    <a:pt x="18213" y="27383"/>
                  </a:cubicBezTo>
                  <a:cubicBezTo>
                    <a:pt x="18201" y="27383"/>
                    <a:pt x="18187" y="27388"/>
                    <a:pt x="18170" y="27397"/>
                  </a:cubicBezTo>
                  <a:cubicBezTo>
                    <a:pt x="18170" y="27397"/>
                    <a:pt x="18097" y="27397"/>
                    <a:pt x="18080" y="27356"/>
                  </a:cubicBezTo>
                  <a:cubicBezTo>
                    <a:pt x="18056" y="27324"/>
                    <a:pt x="18089" y="27259"/>
                    <a:pt x="18089" y="27259"/>
                  </a:cubicBezTo>
                  <a:cubicBezTo>
                    <a:pt x="18145" y="27235"/>
                    <a:pt x="18064" y="27097"/>
                    <a:pt x="17975" y="26927"/>
                  </a:cubicBezTo>
                  <a:cubicBezTo>
                    <a:pt x="17853" y="26724"/>
                    <a:pt x="17797" y="26627"/>
                    <a:pt x="17829" y="26562"/>
                  </a:cubicBezTo>
                  <a:cubicBezTo>
                    <a:pt x="17862" y="26497"/>
                    <a:pt x="17845" y="26465"/>
                    <a:pt x="17845" y="26465"/>
                  </a:cubicBezTo>
                  <a:lnTo>
                    <a:pt x="17845" y="26465"/>
                  </a:lnTo>
                  <a:cubicBezTo>
                    <a:pt x="17843" y="26466"/>
                    <a:pt x="17840" y="26467"/>
                    <a:pt x="17837" y="26467"/>
                  </a:cubicBezTo>
                  <a:cubicBezTo>
                    <a:pt x="17783" y="26467"/>
                    <a:pt x="17668" y="26273"/>
                    <a:pt x="17545" y="26051"/>
                  </a:cubicBezTo>
                  <a:cubicBezTo>
                    <a:pt x="17416" y="25831"/>
                    <a:pt x="17294" y="25610"/>
                    <a:pt x="17232" y="25610"/>
                  </a:cubicBezTo>
                  <a:cubicBezTo>
                    <a:pt x="17228" y="25610"/>
                    <a:pt x="17225" y="25611"/>
                    <a:pt x="17221" y="25613"/>
                  </a:cubicBezTo>
                  <a:lnTo>
                    <a:pt x="17189" y="25540"/>
                  </a:lnTo>
                  <a:cubicBezTo>
                    <a:pt x="17237" y="25508"/>
                    <a:pt x="17197" y="25443"/>
                    <a:pt x="17156" y="25378"/>
                  </a:cubicBezTo>
                  <a:cubicBezTo>
                    <a:pt x="17107" y="25354"/>
                    <a:pt x="17059" y="25321"/>
                    <a:pt x="17026" y="25273"/>
                  </a:cubicBezTo>
                  <a:cubicBezTo>
                    <a:pt x="17083" y="25240"/>
                    <a:pt x="17059" y="25208"/>
                    <a:pt x="17026" y="25143"/>
                  </a:cubicBezTo>
                  <a:cubicBezTo>
                    <a:pt x="16997" y="25089"/>
                    <a:pt x="16980" y="25057"/>
                    <a:pt x="16950" y="25057"/>
                  </a:cubicBezTo>
                  <a:cubicBezTo>
                    <a:pt x="16940" y="25057"/>
                    <a:pt x="16928" y="25062"/>
                    <a:pt x="16913" y="25070"/>
                  </a:cubicBezTo>
                  <a:cubicBezTo>
                    <a:pt x="16840" y="24948"/>
                    <a:pt x="16783" y="24811"/>
                    <a:pt x="16751" y="24673"/>
                  </a:cubicBezTo>
                  <a:cubicBezTo>
                    <a:pt x="16783" y="24608"/>
                    <a:pt x="16718" y="24600"/>
                    <a:pt x="16645" y="24600"/>
                  </a:cubicBezTo>
                  <a:cubicBezTo>
                    <a:pt x="16620" y="24614"/>
                    <a:pt x="16594" y="24620"/>
                    <a:pt x="16570" y="24620"/>
                  </a:cubicBezTo>
                  <a:cubicBezTo>
                    <a:pt x="16540" y="24620"/>
                    <a:pt x="16513" y="24610"/>
                    <a:pt x="16499" y="24592"/>
                  </a:cubicBezTo>
                  <a:lnTo>
                    <a:pt x="16605" y="24527"/>
                  </a:lnTo>
                  <a:cubicBezTo>
                    <a:pt x="16624" y="24529"/>
                    <a:pt x="16638" y="24531"/>
                    <a:pt x="16648" y="24531"/>
                  </a:cubicBezTo>
                  <a:cubicBezTo>
                    <a:pt x="16675" y="24531"/>
                    <a:pt x="16667" y="24518"/>
                    <a:pt x="16637" y="24470"/>
                  </a:cubicBezTo>
                  <a:lnTo>
                    <a:pt x="16597" y="24397"/>
                  </a:lnTo>
                  <a:cubicBezTo>
                    <a:pt x="16593" y="24400"/>
                    <a:pt x="16588" y="24401"/>
                    <a:pt x="16584" y="24401"/>
                  </a:cubicBezTo>
                  <a:cubicBezTo>
                    <a:pt x="16532" y="24401"/>
                    <a:pt x="16439" y="24240"/>
                    <a:pt x="16313" y="24024"/>
                  </a:cubicBezTo>
                  <a:cubicBezTo>
                    <a:pt x="16162" y="23759"/>
                    <a:pt x="16094" y="23646"/>
                    <a:pt x="16047" y="23646"/>
                  </a:cubicBezTo>
                  <a:cubicBezTo>
                    <a:pt x="16041" y="23646"/>
                    <a:pt x="16035" y="23647"/>
                    <a:pt x="16029" y="23651"/>
                  </a:cubicBezTo>
                  <a:cubicBezTo>
                    <a:pt x="16018" y="23659"/>
                    <a:pt x="16008" y="23663"/>
                    <a:pt x="15999" y="23663"/>
                  </a:cubicBezTo>
                  <a:cubicBezTo>
                    <a:pt x="15970" y="23663"/>
                    <a:pt x="15954" y="23619"/>
                    <a:pt x="15948" y="23513"/>
                  </a:cubicBezTo>
                  <a:cubicBezTo>
                    <a:pt x="15989" y="23221"/>
                    <a:pt x="15989" y="23221"/>
                    <a:pt x="15916" y="23221"/>
                  </a:cubicBezTo>
                  <a:cubicBezTo>
                    <a:pt x="15940" y="23254"/>
                    <a:pt x="15883" y="23286"/>
                    <a:pt x="15835" y="23319"/>
                  </a:cubicBezTo>
                  <a:cubicBezTo>
                    <a:pt x="15799" y="23338"/>
                    <a:pt x="15774" y="23347"/>
                    <a:pt x="15759" y="23347"/>
                  </a:cubicBezTo>
                  <a:cubicBezTo>
                    <a:pt x="15729" y="23347"/>
                    <a:pt x="15740" y="23311"/>
                    <a:pt x="15794" y="23246"/>
                  </a:cubicBezTo>
                  <a:cubicBezTo>
                    <a:pt x="15896" y="23191"/>
                    <a:pt x="15573" y="22742"/>
                    <a:pt x="15442" y="22742"/>
                  </a:cubicBezTo>
                  <a:cubicBezTo>
                    <a:pt x="15437" y="22742"/>
                    <a:pt x="15433" y="22742"/>
                    <a:pt x="15429" y="22743"/>
                  </a:cubicBezTo>
                  <a:lnTo>
                    <a:pt x="15486" y="22711"/>
                  </a:lnTo>
                  <a:cubicBezTo>
                    <a:pt x="15535" y="22678"/>
                    <a:pt x="15518" y="22646"/>
                    <a:pt x="15437" y="22516"/>
                  </a:cubicBezTo>
                  <a:lnTo>
                    <a:pt x="15381" y="22411"/>
                  </a:lnTo>
                  <a:cubicBezTo>
                    <a:pt x="15368" y="22419"/>
                    <a:pt x="15356" y="22422"/>
                    <a:pt x="15344" y="22422"/>
                  </a:cubicBezTo>
                  <a:cubicBezTo>
                    <a:pt x="15261" y="22422"/>
                    <a:pt x="15216" y="22237"/>
                    <a:pt x="15259" y="22208"/>
                  </a:cubicBezTo>
                  <a:cubicBezTo>
                    <a:pt x="15291" y="22143"/>
                    <a:pt x="15291" y="22143"/>
                    <a:pt x="15251" y="22078"/>
                  </a:cubicBezTo>
                  <a:cubicBezTo>
                    <a:pt x="15089" y="22038"/>
                    <a:pt x="15048" y="21843"/>
                    <a:pt x="15097" y="21811"/>
                  </a:cubicBezTo>
                  <a:cubicBezTo>
                    <a:pt x="15097" y="21811"/>
                    <a:pt x="15081" y="21778"/>
                    <a:pt x="15056" y="21746"/>
                  </a:cubicBezTo>
                  <a:cubicBezTo>
                    <a:pt x="14983" y="21738"/>
                    <a:pt x="14951" y="21673"/>
                    <a:pt x="14927" y="21640"/>
                  </a:cubicBezTo>
                  <a:cubicBezTo>
                    <a:pt x="14889" y="21576"/>
                    <a:pt x="14865" y="21536"/>
                    <a:pt x="14844" y="21536"/>
                  </a:cubicBezTo>
                  <a:cubicBezTo>
                    <a:pt x="14834" y="21536"/>
                    <a:pt x="14824" y="21546"/>
                    <a:pt x="14813" y="21568"/>
                  </a:cubicBezTo>
                  <a:cubicBezTo>
                    <a:pt x="14779" y="21590"/>
                    <a:pt x="14744" y="21613"/>
                    <a:pt x="14718" y="21613"/>
                  </a:cubicBezTo>
                  <a:cubicBezTo>
                    <a:pt x="14708" y="21613"/>
                    <a:pt x="14699" y="21609"/>
                    <a:pt x="14691" y="21600"/>
                  </a:cubicBezTo>
                  <a:lnTo>
                    <a:pt x="14748" y="21568"/>
                  </a:lnTo>
                  <a:cubicBezTo>
                    <a:pt x="14797" y="21535"/>
                    <a:pt x="14740" y="21438"/>
                    <a:pt x="14659" y="21300"/>
                  </a:cubicBezTo>
                  <a:cubicBezTo>
                    <a:pt x="14562" y="21138"/>
                    <a:pt x="14521" y="21065"/>
                    <a:pt x="14554" y="21000"/>
                  </a:cubicBezTo>
                  <a:lnTo>
                    <a:pt x="14481" y="21000"/>
                  </a:lnTo>
                  <a:cubicBezTo>
                    <a:pt x="14408" y="21000"/>
                    <a:pt x="14391" y="20968"/>
                    <a:pt x="14440" y="20935"/>
                  </a:cubicBezTo>
                  <a:cubicBezTo>
                    <a:pt x="14472" y="20870"/>
                    <a:pt x="14399" y="20732"/>
                    <a:pt x="14302" y="20700"/>
                  </a:cubicBezTo>
                  <a:cubicBezTo>
                    <a:pt x="14286" y="20668"/>
                    <a:pt x="14270" y="20635"/>
                    <a:pt x="14270" y="20635"/>
                  </a:cubicBezTo>
                  <a:cubicBezTo>
                    <a:pt x="14341" y="20550"/>
                    <a:pt x="14300" y="20459"/>
                    <a:pt x="14207" y="20459"/>
                  </a:cubicBezTo>
                  <a:cubicBezTo>
                    <a:pt x="14194" y="20459"/>
                    <a:pt x="14180" y="20461"/>
                    <a:pt x="14164" y="20465"/>
                  </a:cubicBezTo>
                  <a:cubicBezTo>
                    <a:pt x="14221" y="20432"/>
                    <a:pt x="14197" y="20400"/>
                    <a:pt x="14181" y="20368"/>
                  </a:cubicBezTo>
                  <a:cubicBezTo>
                    <a:pt x="14091" y="20327"/>
                    <a:pt x="14010" y="20197"/>
                    <a:pt x="14059" y="20165"/>
                  </a:cubicBezTo>
                  <a:lnTo>
                    <a:pt x="14043" y="20132"/>
                  </a:lnTo>
                  <a:cubicBezTo>
                    <a:pt x="13994" y="20132"/>
                    <a:pt x="13945" y="20108"/>
                    <a:pt x="13929" y="20068"/>
                  </a:cubicBezTo>
                  <a:cubicBezTo>
                    <a:pt x="13913" y="20019"/>
                    <a:pt x="13864" y="19995"/>
                    <a:pt x="13816" y="19995"/>
                  </a:cubicBezTo>
                  <a:cubicBezTo>
                    <a:pt x="13751" y="19995"/>
                    <a:pt x="13727" y="19962"/>
                    <a:pt x="13727" y="19962"/>
                  </a:cubicBezTo>
                  <a:cubicBezTo>
                    <a:pt x="13715" y="19933"/>
                    <a:pt x="13745" y="19929"/>
                    <a:pt x="13789" y="19929"/>
                  </a:cubicBezTo>
                  <a:cubicBezTo>
                    <a:pt x="13807" y="19929"/>
                    <a:pt x="13827" y="19930"/>
                    <a:pt x="13848" y="19930"/>
                  </a:cubicBezTo>
                  <a:cubicBezTo>
                    <a:pt x="13861" y="19934"/>
                    <a:pt x="13870" y="19936"/>
                    <a:pt x="13877" y="19936"/>
                  </a:cubicBezTo>
                  <a:cubicBezTo>
                    <a:pt x="13920" y="19936"/>
                    <a:pt x="13858" y="19859"/>
                    <a:pt x="13718" y="19824"/>
                  </a:cubicBezTo>
                  <a:cubicBezTo>
                    <a:pt x="13556" y="19792"/>
                    <a:pt x="13556" y="19792"/>
                    <a:pt x="13702" y="19792"/>
                  </a:cubicBezTo>
                  <a:cubicBezTo>
                    <a:pt x="13722" y="19794"/>
                    <a:pt x="13743" y="19796"/>
                    <a:pt x="13760" y="19796"/>
                  </a:cubicBezTo>
                  <a:cubicBezTo>
                    <a:pt x="13797" y="19796"/>
                    <a:pt x="13813" y="19787"/>
                    <a:pt x="13751" y="19759"/>
                  </a:cubicBezTo>
                  <a:cubicBezTo>
                    <a:pt x="13751" y="19759"/>
                    <a:pt x="13725" y="19718"/>
                    <a:pt x="13690" y="19718"/>
                  </a:cubicBezTo>
                  <a:cubicBezTo>
                    <a:pt x="13681" y="19718"/>
                    <a:pt x="13671" y="19721"/>
                    <a:pt x="13662" y="19727"/>
                  </a:cubicBezTo>
                  <a:lnTo>
                    <a:pt x="13597" y="19630"/>
                  </a:lnTo>
                  <a:cubicBezTo>
                    <a:pt x="13613" y="19573"/>
                    <a:pt x="13605" y="19508"/>
                    <a:pt x="13573" y="19459"/>
                  </a:cubicBezTo>
                  <a:cubicBezTo>
                    <a:pt x="13500" y="19459"/>
                    <a:pt x="13500" y="19459"/>
                    <a:pt x="13532" y="19395"/>
                  </a:cubicBezTo>
                  <a:cubicBezTo>
                    <a:pt x="13560" y="19376"/>
                    <a:pt x="13567" y="19357"/>
                    <a:pt x="13547" y="19357"/>
                  </a:cubicBezTo>
                  <a:cubicBezTo>
                    <a:pt x="13532" y="19357"/>
                    <a:pt x="13504" y="19367"/>
                    <a:pt x="13459" y="19395"/>
                  </a:cubicBezTo>
                  <a:cubicBezTo>
                    <a:pt x="13386" y="19387"/>
                    <a:pt x="13370" y="19354"/>
                    <a:pt x="13402" y="19289"/>
                  </a:cubicBezTo>
                  <a:cubicBezTo>
                    <a:pt x="13477" y="19245"/>
                    <a:pt x="13485" y="19216"/>
                    <a:pt x="13462" y="19216"/>
                  </a:cubicBezTo>
                  <a:cubicBezTo>
                    <a:pt x="13455" y="19216"/>
                    <a:pt x="13446" y="19219"/>
                    <a:pt x="13435" y="19224"/>
                  </a:cubicBezTo>
                  <a:cubicBezTo>
                    <a:pt x="13362" y="19224"/>
                    <a:pt x="13337" y="19192"/>
                    <a:pt x="13337" y="19192"/>
                  </a:cubicBezTo>
                  <a:cubicBezTo>
                    <a:pt x="13394" y="19160"/>
                    <a:pt x="13216" y="18860"/>
                    <a:pt x="13037" y="18560"/>
                  </a:cubicBezTo>
                  <a:cubicBezTo>
                    <a:pt x="13025" y="18543"/>
                    <a:pt x="13001" y="18535"/>
                    <a:pt x="12974" y="18535"/>
                  </a:cubicBezTo>
                  <a:cubicBezTo>
                    <a:pt x="12946" y="18535"/>
                    <a:pt x="12916" y="18543"/>
                    <a:pt x="12891" y="18560"/>
                  </a:cubicBezTo>
                  <a:cubicBezTo>
                    <a:pt x="12854" y="18580"/>
                    <a:pt x="12837" y="18589"/>
                    <a:pt x="12832" y="18589"/>
                  </a:cubicBezTo>
                  <a:cubicBezTo>
                    <a:pt x="12824" y="18589"/>
                    <a:pt x="12854" y="18561"/>
                    <a:pt x="12875" y="18519"/>
                  </a:cubicBezTo>
                  <a:cubicBezTo>
                    <a:pt x="12956" y="18443"/>
                    <a:pt x="12971" y="18389"/>
                    <a:pt x="12939" y="18389"/>
                  </a:cubicBezTo>
                  <a:cubicBezTo>
                    <a:pt x="12919" y="18389"/>
                    <a:pt x="12883" y="18409"/>
                    <a:pt x="12835" y="18454"/>
                  </a:cubicBezTo>
                  <a:cubicBezTo>
                    <a:pt x="12793" y="18499"/>
                    <a:pt x="12771" y="18523"/>
                    <a:pt x="12766" y="18523"/>
                  </a:cubicBezTo>
                  <a:cubicBezTo>
                    <a:pt x="12759" y="18523"/>
                    <a:pt x="12776" y="18491"/>
                    <a:pt x="12810" y="18422"/>
                  </a:cubicBezTo>
                  <a:cubicBezTo>
                    <a:pt x="12843" y="18357"/>
                    <a:pt x="12843" y="18357"/>
                    <a:pt x="12770" y="18357"/>
                  </a:cubicBezTo>
                  <a:cubicBezTo>
                    <a:pt x="12756" y="18366"/>
                    <a:pt x="12743" y="18370"/>
                    <a:pt x="12735" y="18370"/>
                  </a:cubicBezTo>
                  <a:cubicBezTo>
                    <a:pt x="12714" y="18370"/>
                    <a:pt x="12713" y="18347"/>
                    <a:pt x="12754" y="18324"/>
                  </a:cubicBezTo>
                  <a:cubicBezTo>
                    <a:pt x="12780" y="18271"/>
                    <a:pt x="12801" y="18218"/>
                    <a:pt x="12782" y="18218"/>
                  </a:cubicBezTo>
                  <a:cubicBezTo>
                    <a:pt x="12777" y="18218"/>
                    <a:pt x="12771" y="18221"/>
                    <a:pt x="12762" y="18227"/>
                  </a:cubicBezTo>
                  <a:cubicBezTo>
                    <a:pt x="12762" y="18227"/>
                    <a:pt x="12746" y="18195"/>
                    <a:pt x="12770" y="18130"/>
                  </a:cubicBezTo>
                  <a:cubicBezTo>
                    <a:pt x="12802" y="18065"/>
                    <a:pt x="12737" y="18057"/>
                    <a:pt x="12664" y="18057"/>
                  </a:cubicBezTo>
                  <a:cubicBezTo>
                    <a:pt x="12502" y="18024"/>
                    <a:pt x="12478" y="17984"/>
                    <a:pt x="12600" y="17960"/>
                  </a:cubicBezTo>
                  <a:cubicBezTo>
                    <a:pt x="12711" y="17930"/>
                    <a:pt x="12598" y="17819"/>
                    <a:pt x="12485" y="17819"/>
                  </a:cubicBezTo>
                  <a:cubicBezTo>
                    <a:pt x="12474" y="17819"/>
                    <a:pt x="12464" y="17820"/>
                    <a:pt x="12454" y="17822"/>
                  </a:cubicBezTo>
                  <a:cubicBezTo>
                    <a:pt x="12393" y="17838"/>
                    <a:pt x="12362" y="17846"/>
                    <a:pt x="12353" y="17846"/>
                  </a:cubicBezTo>
                  <a:cubicBezTo>
                    <a:pt x="12344" y="17846"/>
                    <a:pt x="12356" y="17838"/>
                    <a:pt x="12381" y="17822"/>
                  </a:cubicBezTo>
                  <a:cubicBezTo>
                    <a:pt x="12429" y="17789"/>
                    <a:pt x="12413" y="17757"/>
                    <a:pt x="12413" y="17757"/>
                  </a:cubicBezTo>
                  <a:cubicBezTo>
                    <a:pt x="12389" y="17724"/>
                    <a:pt x="12373" y="17692"/>
                    <a:pt x="12421" y="17660"/>
                  </a:cubicBezTo>
                  <a:cubicBezTo>
                    <a:pt x="12389" y="17627"/>
                    <a:pt x="12356" y="17603"/>
                    <a:pt x="12308" y="17587"/>
                  </a:cubicBezTo>
                  <a:cubicBezTo>
                    <a:pt x="12170" y="17587"/>
                    <a:pt x="12162" y="17457"/>
                    <a:pt x="12243" y="17360"/>
                  </a:cubicBezTo>
                  <a:lnTo>
                    <a:pt x="12154" y="17327"/>
                  </a:lnTo>
                  <a:cubicBezTo>
                    <a:pt x="12107" y="17336"/>
                    <a:pt x="12068" y="17342"/>
                    <a:pt x="12043" y="17342"/>
                  </a:cubicBezTo>
                  <a:cubicBezTo>
                    <a:pt x="12001" y="17342"/>
                    <a:pt x="11996" y="17327"/>
                    <a:pt x="12056" y="17287"/>
                  </a:cubicBezTo>
                  <a:cubicBezTo>
                    <a:pt x="12097" y="17263"/>
                    <a:pt x="12134" y="17244"/>
                    <a:pt x="12133" y="17244"/>
                  </a:cubicBezTo>
                  <a:lnTo>
                    <a:pt x="12133" y="17244"/>
                  </a:lnTo>
                  <a:cubicBezTo>
                    <a:pt x="12133" y="17244"/>
                    <a:pt x="12127" y="17247"/>
                    <a:pt x="12113" y="17254"/>
                  </a:cubicBezTo>
                  <a:cubicBezTo>
                    <a:pt x="12102" y="17257"/>
                    <a:pt x="12092" y="17258"/>
                    <a:pt x="12083" y="17258"/>
                  </a:cubicBezTo>
                  <a:cubicBezTo>
                    <a:pt x="11987" y="17258"/>
                    <a:pt x="11968" y="17119"/>
                    <a:pt x="12064" y="17060"/>
                  </a:cubicBezTo>
                  <a:cubicBezTo>
                    <a:pt x="12113" y="17027"/>
                    <a:pt x="12113" y="17027"/>
                    <a:pt x="12089" y="16995"/>
                  </a:cubicBezTo>
                  <a:lnTo>
                    <a:pt x="12089" y="16995"/>
                  </a:lnTo>
                  <a:lnTo>
                    <a:pt x="12040" y="17027"/>
                  </a:lnTo>
                  <a:cubicBezTo>
                    <a:pt x="12008" y="17049"/>
                    <a:pt x="11972" y="17070"/>
                    <a:pt x="11946" y="17070"/>
                  </a:cubicBezTo>
                  <a:cubicBezTo>
                    <a:pt x="11934" y="17070"/>
                    <a:pt x="11924" y="17065"/>
                    <a:pt x="11919" y="17052"/>
                  </a:cubicBezTo>
                  <a:cubicBezTo>
                    <a:pt x="11902" y="17019"/>
                    <a:pt x="11878" y="16987"/>
                    <a:pt x="11927" y="16954"/>
                  </a:cubicBezTo>
                  <a:cubicBezTo>
                    <a:pt x="11954" y="16900"/>
                    <a:pt x="11981" y="16851"/>
                    <a:pt x="11960" y="16851"/>
                  </a:cubicBezTo>
                  <a:cubicBezTo>
                    <a:pt x="11956" y="16851"/>
                    <a:pt x="11951" y="16853"/>
                    <a:pt x="11943" y="16857"/>
                  </a:cubicBezTo>
                  <a:cubicBezTo>
                    <a:pt x="11943" y="16857"/>
                    <a:pt x="11919" y="16824"/>
                    <a:pt x="11951" y="16760"/>
                  </a:cubicBezTo>
                  <a:lnTo>
                    <a:pt x="11870" y="16630"/>
                  </a:lnTo>
                  <a:cubicBezTo>
                    <a:pt x="11797" y="16630"/>
                    <a:pt x="11756" y="16565"/>
                    <a:pt x="11805" y="16533"/>
                  </a:cubicBezTo>
                  <a:cubicBezTo>
                    <a:pt x="11781" y="16492"/>
                    <a:pt x="11740" y="16468"/>
                    <a:pt x="11700" y="16460"/>
                  </a:cubicBezTo>
                  <a:cubicBezTo>
                    <a:pt x="11659" y="16395"/>
                    <a:pt x="11635" y="16362"/>
                    <a:pt x="11683" y="16330"/>
                  </a:cubicBezTo>
                  <a:cubicBezTo>
                    <a:pt x="11740" y="16297"/>
                    <a:pt x="11740" y="16297"/>
                    <a:pt x="11667" y="16297"/>
                  </a:cubicBezTo>
                  <a:cubicBezTo>
                    <a:pt x="11653" y="16307"/>
                    <a:pt x="11641" y="16311"/>
                    <a:pt x="11630" y="16311"/>
                  </a:cubicBezTo>
                  <a:cubicBezTo>
                    <a:pt x="11605" y="16311"/>
                    <a:pt x="11589" y="16288"/>
                    <a:pt x="11578" y="16265"/>
                  </a:cubicBezTo>
                  <a:lnTo>
                    <a:pt x="11537" y="16192"/>
                  </a:lnTo>
                  <a:cubicBezTo>
                    <a:pt x="11509" y="16208"/>
                    <a:pt x="11495" y="16216"/>
                    <a:pt x="11486" y="16216"/>
                  </a:cubicBezTo>
                  <a:cubicBezTo>
                    <a:pt x="11477" y="16216"/>
                    <a:pt x="11473" y="16208"/>
                    <a:pt x="11464" y="16192"/>
                  </a:cubicBezTo>
                  <a:cubicBezTo>
                    <a:pt x="11440" y="16160"/>
                    <a:pt x="11432" y="16030"/>
                    <a:pt x="11416" y="15998"/>
                  </a:cubicBezTo>
                  <a:cubicBezTo>
                    <a:pt x="11380" y="15944"/>
                    <a:pt x="11364" y="15920"/>
                    <a:pt x="11353" y="15920"/>
                  </a:cubicBezTo>
                  <a:cubicBezTo>
                    <a:pt x="11344" y="15920"/>
                    <a:pt x="11338" y="15936"/>
                    <a:pt x="11327" y="15965"/>
                  </a:cubicBezTo>
                  <a:cubicBezTo>
                    <a:pt x="11335" y="15981"/>
                    <a:pt x="11327" y="15997"/>
                    <a:pt x="11318" y="15997"/>
                  </a:cubicBezTo>
                  <a:cubicBezTo>
                    <a:pt x="11309" y="15997"/>
                    <a:pt x="11298" y="15979"/>
                    <a:pt x="11302" y="15925"/>
                  </a:cubicBezTo>
                  <a:cubicBezTo>
                    <a:pt x="11278" y="15835"/>
                    <a:pt x="11254" y="15746"/>
                    <a:pt x="11213" y="15665"/>
                  </a:cubicBezTo>
                  <a:cubicBezTo>
                    <a:pt x="11157" y="15575"/>
                    <a:pt x="11139" y="15547"/>
                    <a:pt x="11118" y="15547"/>
                  </a:cubicBezTo>
                  <a:cubicBezTo>
                    <a:pt x="11108" y="15547"/>
                    <a:pt x="11098" y="15552"/>
                    <a:pt x="11083" y="15560"/>
                  </a:cubicBezTo>
                  <a:cubicBezTo>
                    <a:pt x="11049" y="15600"/>
                    <a:pt x="11025" y="15618"/>
                    <a:pt x="11015" y="15618"/>
                  </a:cubicBezTo>
                  <a:cubicBezTo>
                    <a:pt x="11000" y="15618"/>
                    <a:pt x="11012" y="15584"/>
                    <a:pt x="11059" y="15527"/>
                  </a:cubicBezTo>
                  <a:cubicBezTo>
                    <a:pt x="11109" y="15428"/>
                    <a:pt x="11106" y="15386"/>
                    <a:pt x="11081" y="15386"/>
                  </a:cubicBezTo>
                  <a:cubicBezTo>
                    <a:pt x="11073" y="15386"/>
                    <a:pt x="11062" y="15390"/>
                    <a:pt x="11051" y="15398"/>
                  </a:cubicBezTo>
                  <a:cubicBezTo>
                    <a:pt x="10978" y="15398"/>
                    <a:pt x="10978" y="15398"/>
                    <a:pt x="10962" y="15365"/>
                  </a:cubicBezTo>
                  <a:cubicBezTo>
                    <a:pt x="11010" y="15333"/>
                    <a:pt x="10994" y="15300"/>
                    <a:pt x="10897" y="15268"/>
                  </a:cubicBezTo>
                  <a:cubicBezTo>
                    <a:pt x="10881" y="15235"/>
                    <a:pt x="10881" y="15235"/>
                    <a:pt x="10929" y="15203"/>
                  </a:cubicBezTo>
                  <a:lnTo>
                    <a:pt x="10889" y="15130"/>
                  </a:lnTo>
                  <a:cubicBezTo>
                    <a:pt x="10751" y="15130"/>
                    <a:pt x="10678" y="14903"/>
                    <a:pt x="10702" y="14838"/>
                  </a:cubicBezTo>
                  <a:cubicBezTo>
                    <a:pt x="10702" y="14838"/>
                    <a:pt x="10686" y="14806"/>
                    <a:pt x="10613" y="14798"/>
                  </a:cubicBezTo>
                  <a:cubicBezTo>
                    <a:pt x="10581" y="14806"/>
                    <a:pt x="10556" y="14810"/>
                    <a:pt x="10538" y="14810"/>
                  </a:cubicBezTo>
                  <a:cubicBezTo>
                    <a:pt x="10491" y="14810"/>
                    <a:pt x="10501" y="14780"/>
                    <a:pt x="10573" y="14733"/>
                  </a:cubicBezTo>
                  <a:cubicBezTo>
                    <a:pt x="10637" y="14698"/>
                    <a:pt x="10662" y="14681"/>
                    <a:pt x="10644" y="14681"/>
                  </a:cubicBezTo>
                  <a:cubicBezTo>
                    <a:pt x="10632" y="14681"/>
                    <a:pt x="10603" y="14688"/>
                    <a:pt x="10556" y="14700"/>
                  </a:cubicBezTo>
                  <a:cubicBezTo>
                    <a:pt x="10483" y="14700"/>
                    <a:pt x="10378" y="14538"/>
                    <a:pt x="10500" y="14506"/>
                  </a:cubicBezTo>
                  <a:lnTo>
                    <a:pt x="10605" y="14441"/>
                  </a:lnTo>
                  <a:cubicBezTo>
                    <a:pt x="10532" y="14441"/>
                    <a:pt x="10516" y="14408"/>
                    <a:pt x="10516" y="14408"/>
                  </a:cubicBezTo>
                  <a:cubicBezTo>
                    <a:pt x="10502" y="14416"/>
                    <a:pt x="10490" y="14420"/>
                    <a:pt x="10480" y="14420"/>
                  </a:cubicBezTo>
                  <a:cubicBezTo>
                    <a:pt x="10448" y="14420"/>
                    <a:pt x="10427" y="14382"/>
                    <a:pt x="10378" y="14303"/>
                  </a:cubicBezTo>
                  <a:cubicBezTo>
                    <a:pt x="10338" y="14238"/>
                    <a:pt x="10208" y="14141"/>
                    <a:pt x="10167" y="14076"/>
                  </a:cubicBezTo>
                  <a:cubicBezTo>
                    <a:pt x="10127" y="14003"/>
                    <a:pt x="10070" y="13906"/>
                    <a:pt x="10094" y="13841"/>
                  </a:cubicBezTo>
                  <a:cubicBezTo>
                    <a:pt x="10070" y="13792"/>
                    <a:pt x="10021" y="13760"/>
                    <a:pt x="9965" y="13744"/>
                  </a:cubicBezTo>
                  <a:cubicBezTo>
                    <a:pt x="9892" y="13744"/>
                    <a:pt x="9851" y="13671"/>
                    <a:pt x="9908" y="13646"/>
                  </a:cubicBezTo>
                  <a:lnTo>
                    <a:pt x="9883" y="13606"/>
                  </a:lnTo>
                  <a:cubicBezTo>
                    <a:pt x="9843" y="13598"/>
                    <a:pt x="9802" y="13573"/>
                    <a:pt x="9770" y="13541"/>
                  </a:cubicBezTo>
                  <a:cubicBezTo>
                    <a:pt x="9827" y="13508"/>
                    <a:pt x="9851" y="13444"/>
                    <a:pt x="9786" y="13444"/>
                  </a:cubicBezTo>
                  <a:cubicBezTo>
                    <a:pt x="9771" y="13452"/>
                    <a:pt x="9759" y="13456"/>
                    <a:pt x="9748" y="13456"/>
                  </a:cubicBezTo>
                  <a:cubicBezTo>
                    <a:pt x="9719" y="13456"/>
                    <a:pt x="9702" y="13426"/>
                    <a:pt x="9673" y="13379"/>
                  </a:cubicBezTo>
                  <a:cubicBezTo>
                    <a:pt x="9681" y="13283"/>
                    <a:pt x="9019" y="12219"/>
                    <a:pt x="8954" y="12219"/>
                  </a:cubicBezTo>
                  <a:cubicBezTo>
                    <a:pt x="8953" y="12219"/>
                    <a:pt x="8952" y="12219"/>
                    <a:pt x="8951" y="12219"/>
                  </a:cubicBezTo>
                  <a:lnTo>
                    <a:pt x="8894" y="12122"/>
                  </a:lnTo>
                  <a:lnTo>
                    <a:pt x="8829" y="12025"/>
                  </a:lnTo>
                  <a:cubicBezTo>
                    <a:pt x="8935" y="11960"/>
                    <a:pt x="8781" y="11830"/>
                    <a:pt x="8667" y="11757"/>
                  </a:cubicBezTo>
                  <a:cubicBezTo>
                    <a:pt x="8661" y="11758"/>
                    <a:pt x="8655" y="11759"/>
                    <a:pt x="8649" y="11759"/>
                  </a:cubicBezTo>
                  <a:cubicBezTo>
                    <a:pt x="8607" y="11759"/>
                    <a:pt x="8568" y="11735"/>
                    <a:pt x="8554" y="11692"/>
                  </a:cubicBezTo>
                  <a:cubicBezTo>
                    <a:pt x="8651" y="11627"/>
                    <a:pt x="8594" y="11530"/>
                    <a:pt x="8497" y="11498"/>
                  </a:cubicBezTo>
                  <a:cubicBezTo>
                    <a:pt x="8464" y="11506"/>
                    <a:pt x="8439" y="11510"/>
                    <a:pt x="8422" y="11510"/>
                  </a:cubicBezTo>
                  <a:cubicBezTo>
                    <a:pt x="8375" y="11510"/>
                    <a:pt x="8385" y="11480"/>
                    <a:pt x="8457" y="11433"/>
                  </a:cubicBezTo>
                  <a:cubicBezTo>
                    <a:pt x="8543" y="11380"/>
                    <a:pt x="8531" y="11327"/>
                    <a:pt x="8418" y="11327"/>
                  </a:cubicBezTo>
                  <a:cubicBezTo>
                    <a:pt x="8393" y="11327"/>
                    <a:pt x="8362" y="11330"/>
                    <a:pt x="8327" y="11336"/>
                  </a:cubicBezTo>
                  <a:cubicBezTo>
                    <a:pt x="8254" y="11327"/>
                    <a:pt x="8254" y="11327"/>
                    <a:pt x="8286" y="11263"/>
                  </a:cubicBezTo>
                  <a:cubicBezTo>
                    <a:pt x="8347" y="11190"/>
                    <a:pt x="8349" y="11153"/>
                    <a:pt x="8325" y="11153"/>
                  </a:cubicBezTo>
                  <a:cubicBezTo>
                    <a:pt x="8317" y="11153"/>
                    <a:pt x="8307" y="11157"/>
                    <a:pt x="8294" y="11165"/>
                  </a:cubicBezTo>
                  <a:cubicBezTo>
                    <a:pt x="8264" y="11173"/>
                    <a:pt x="8240" y="11177"/>
                    <a:pt x="8222" y="11177"/>
                  </a:cubicBezTo>
                  <a:cubicBezTo>
                    <a:pt x="8167" y="11177"/>
                    <a:pt x="8169" y="11141"/>
                    <a:pt x="8229" y="11068"/>
                  </a:cubicBezTo>
                  <a:cubicBezTo>
                    <a:pt x="8273" y="10982"/>
                    <a:pt x="8287" y="10953"/>
                    <a:pt x="8256" y="10953"/>
                  </a:cubicBezTo>
                  <a:cubicBezTo>
                    <a:pt x="8240" y="10953"/>
                    <a:pt x="8213" y="10960"/>
                    <a:pt x="8173" y="10971"/>
                  </a:cubicBezTo>
                  <a:cubicBezTo>
                    <a:pt x="8158" y="10975"/>
                    <a:pt x="8145" y="10978"/>
                    <a:pt x="8131" y="10978"/>
                  </a:cubicBezTo>
                  <a:cubicBezTo>
                    <a:pt x="8032" y="10978"/>
                    <a:pt x="7971" y="10855"/>
                    <a:pt x="8043" y="10776"/>
                  </a:cubicBezTo>
                  <a:cubicBezTo>
                    <a:pt x="8030" y="10750"/>
                    <a:pt x="8043" y="10702"/>
                    <a:pt x="8023" y="10702"/>
                  </a:cubicBezTo>
                  <a:cubicBezTo>
                    <a:pt x="8018" y="10702"/>
                    <a:pt x="8012" y="10705"/>
                    <a:pt x="8002" y="10711"/>
                  </a:cubicBezTo>
                  <a:lnTo>
                    <a:pt x="8035" y="10646"/>
                  </a:lnTo>
                  <a:lnTo>
                    <a:pt x="7994" y="10573"/>
                  </a:lnTo>
                  <a:lnTo>
                    <a:pt x="7938" y="10606"/>
                  </a:lnTo>
                  <a:cubicBezTo>
                    <a:pt x="7873" y="10436"/>
                    <a:pt x="7792" y="10273"/>
                    <a:pt x="7702" y="10119"/>
                  </a:cubicBezTo>
                  <a:cubicBezTo>
                    <a:pt x="7525" y="9834"/>
                    <a:pt x="7462" y="9732"/>
                    <a:pt x="7427" y="9732"/>
                  </a:cubicBezTo>
                  <a:cubicBezTo>
                    <a:pt x="7417" y="9732"/>
                    <a:pt x="7410" y="9740"/>
                    <a:pt x="7402" y="9755"/>
                  </a:cubicBezTo>
                  <a:cubicBezTo>
                    <a:pt x="7374" y="9788"/>
                    <a:pt x="7351" y="9803"/>
                    <a:pt x="7336" y="9803"/>
                  </a:cubicBezTo>
                  <a:cubicBezTo>
                    <a:pt x="7308" y="9803"/>
                    <a:pt x="7309" y="9753"/>
                    <a:pt x="7362" y="9690"/>
                  </a:cubicBezTo>
                  <a:cubicBezTo>
                    <a:pt x="7338" y="9657"/>
                    <a:pt x="7346" y="9560"/>
                    <a:pt x="7305" y="9495"/>
                  </a:cubicBezTo>
                  <a:cubicBezTo>
                    <a:pt x="7265" y="9430"/>
                    <a:pt x="7224" y="9365"/>
                    <a:pt x="7273" y="9333"/>
                  </a:cubicBezTo>
                  <a:lnTo>
                    <a:pt x="7257" y="9301"/>
                  </a:lnTo>
                  <a:cubicBezTo>
                    <a:pt x="7111" y="9292"/>
                    <a:pt x="6989" y="9098"/>
                    <a:pt x="6973" y="8968"/>
                  </a:cubicBezTo>
                  <a:cubicBezTo>
                    <a:pt x="6940" y="8903"/>
                    <a:pt x="6884" y="8855"/>
                    <a:pt x="6819" y="8838"/>
                  </a:cubicBezTo>
                  <a:cubicBezTo>
                    <a:pt x="6730" y="8806"/>
                    <a:pt x="6730" y="8806"/>
                    <a:pt x="6754" y="8741"/>
                  </a:cubicBezTo>
                  <a:cubicBezTo>
                    <a:pt x="6804" y="8713"/>
                    <a:pt x="6747" y="8527"/>
                    <a:pt x="6666" y="8527"/>
                  </a:cubicBezTo>
                  <a:cubicBezTo>
                    <a:pt x="6655" y="8527"/>
                    <a:pt x="6644" y="8531"/>
                    <a:pt x="6632" y="8538"/>
                  </a:cubicBezTo>
                  <a:lnTo>
                    <a:pt x="6657" y="8474"/>
                  </a:lnTo>
                  <a:cubicBezTo>
                    <a:pt x="6676" y="8436"/>
                    <a:pt x="6658" y="8420"/>
                    <a:pt x="6631" y="8420"/>
                  </a:cubicBezTo>
                  <a:cubicBezTo>
                    <a:pt x="6612" y="8420"/>
                    <a:pt x="6588" y="8428"/>
                    <a:pt x="6567" y="8441"/>
                  </a:cubicBezTo>
                  <a:cubicBezTo>
                    <a:pt x="6535" y="8463"/>
                    <a:pt x="6511" y="8474"/>
                    <a:pt x="6497" y="8474"/>
                  </a:cubicBezTo>
                  <a:cubicBezTo>
                    <a:pt x="6471" y="8474"/>
                    <a:pt x="6489" y="8430"/>
                    <a:pt x="6576" y="8344"/>
                  </a:cubicBezTo>
                  <a:cubicBezTo>
                    <a:pt x="6653" y="8296"/>
                    <a:pt x="6660" y="8266"/>
                    <a:pt x="6640" y="8266"/>
                  </a:cubicBezTo>
                  <a:cubicBezTo>
                    <a:pt x="6632" y="8266"/>
                    <a:pt x="6621" y="8270"/>
                    <a:pt x="6608" y="8279"/>
                  </a:cubicBezTo>
                  <a:cubicBezTo>
                    <a:pt x="6535" y="8279"/>
                    <a:pt x="6462" y="8279"/>
                    <a:pt x="6494" y="8214"/>
                  </a:cubicBezTo>
                  <a:cubicBezTo>
                    <a:pt x="6480" y="8195"/>
                    <a:pt x="6469" y="8177"/>
                    <a:pt x="6442" y="8177"/>
                  </a:cubicBezTo>
                  <a:cubicBezTo>
                    <a:pt x="6422" y="8177"/>
                    <a:pt x="6393" y="8187"/>
                    <a:pt x="6348" y="8214"/>
                  </a:cubicBezTo>
                  <a:cubicBezTo>
                    <a:pt x="6334" y="8224"/>
                    <a:pt x="6323" y="8228"/>
                    <a:pt x="6313" y="8228"/>
                  </a:cubicBezTo>
                  <a:cubicBezTo>
                    <a:pt x="6290" y="8228"/>
                    <a:pt x="6277" y="8205"/>
                    <a:pt x="6259" y="8182"/>
                  </a:cubicBezTo>
                  <a:cubicBezTo>
                    <a:pt x="6284" y="8157"/>
                    <a:pt x="6318" y="8146"/>
                    <a:pt x="6351" y="8146"/>
                  </a:cubicBezTo>
                  <a:cubicBezTo>
                    <a:pt x="6361" y="8146"/>
                    <a:pt x="6371" y="8147"/>
                    <a:pt x="6381" y="8149"/>
                  </a:cubicBezTo>
                  <a:lnTo>
                    <a:pt x="6340" y="8084"/>
                  </a:lnTo>
                  <a:cubicBezTo>
                    <a:pt x="6316" y="8028"/>
                    <a:pt x="6332" y="7963"/>
                    <a:pt x="6373" y="7922"/>
                  </a:cubicBezTo>
                  <a:cubicBezTo>
                    <a:pt x="6391" y="7887"/>
                    <a:pt x="6391" y="7861"/>
                    <a:pt x="6376" y="7861"/>
                  </a:cubicBezTo>
                  <a:cubicBezTo>
                    <a:pt x="6364" y="7861"/>
                    <a:pt x="6341" y="7878"/>
                    <a:pt x="6308" y="7922"/>
                  </a:cubicBezTo>
                  <a:cubicBezTo>
                    <a:pt x="6255" y="7955"/>
                    <a:pt x="6229" y="7971"/>
                    <a:pt x="6211" y="7971"/>
                  </a:cubicBezTo>
                  <a:cubicBezTo>
                    <a:pt x="6192" y="7971"/>
                    <a:pt x="6182" y="7955"/>
                    <a:pt x="6162" y="7922"/>
                  </a:cubicBezTo>
                  <a:cubicBezTo>
                    <a:pt x="6146" y="7890"/>
                    <a:pt x="6121" y="7857"/>
                    <a:pt x="6170" y="7825"/>
                  </a:cubicBezTo>
                  <a:cubicBezTo>
                    <a:pt x="6219" y="7792"/>
                    <a:pt x="6219" y="7792"/>
                    <a:pt x="6178" y="7728"/>
                  </a:cubicBezTo>
                  <a:cubicBezTo>
                    <a:pt x="6137" y="7660"/>
                    <a:pt x="6034" y="7636"/>
                    <a:pt x="5935" y="7636"/>
                  </a:cubicBezTo>
                  <a:cubicBezTo>
                    <a:pt x="5879" y="7636"/>
                    <a:pt x="5824" y="7643"/>
                    <a:pt x="5781" y="7655"/>
                  </a:cubicBezTo>
                  <a:cubicBezTo>
                    <a:pt x="5737" y="7688"/>
                    <a:pt x="5713" y="7706"/>
                    <a:pt x="5707" y="7706"/>
                  </a:cubicBezTo>
                  <a:cubicBezTo>
                    <a:pt x="5700" y="7706"/>
                    <a:pt x="5720" y="7680"/>
                    <a:pt x="5765" y="7622"/>
                  </a:cubicBezTo>
                  <a:cubicBezTo>
                    <a:pt x="5813" y="7590"/>
                    <a:pt x="5789" y="7557"/>
                    <a:pt x="5765" y="7525"/>
                  </a:cubicBezTo>
                  <a:cubicBezTo>
                    <a:pt x="5754" y="7532"/>
                    <a:pt x="5748" y="7534"/>
                    <a:pt x="5744" y="7534"/>
                  </a:cubicBezTo>
                  <a:cubicBezTo>
                    <a:pt x="5733" y="7534"/>
                    <a:pt x="5742" y="7516"/>
                    <a:pt x="5753" y="7516"/>
                  </a:cubicBezTo>
                  <a:cubicBezTo>
                    <a:pt x="5757" y="7516"/>
                    <a:pt x="5761" y="7518"/>
                    <a:pt x="5765" y="7525"/>
                  </a:cubicBezTo>
                  <a:cubicBezTo>
                    <a:pt x="5781" y="7515"/>
                    <a:pt x="5794" y="7511"/>
                    <a:pt x="5805" y="7511"/>
                  </a:cubicBezTo>
                  <a:cubicBezTo>
                    <a:pt x="5832" y="7511"/>
                    <a:pt x="5845" y="7534"/>
                    <a:pt x="5862" y="7557"/>
                  </a:cubicBezTo>
                  <a:lnTo>
                    <a:pt x="5911" y="7525"/>
                  </a:lnTo>
                  <a:cubicBezTo>
                    <a:pt x="5971" y="7452"/>
                    <a:pt x="5973" y="7415"/>
                    <a:pt x="5919" y="7415"/>
                  </a:cubicBezTo>
                  <a:cubicBezTo>
                    <a:pt x="5901" y="7415"/>
                    <a:pt x="5876" y="7420"/>
                    <a:pt x="5846" y="7428"/>
                  </a:cubicBezTo>
                  <a:cubicBezTo>
                    <a:pt x="5781" y="7428"/>
                    <a:pt x="5781" y="7428"/>
                    <a:pt x="5805" y="7363"/>
                  </a:cubicBezTo>
                  <a:cubicBezTo>
                    <a:pt x="5832" y="7310"/>
                    <a:pt x="5853" y="7257"/>
                    <a:pt x="5833" y="7257"/>
                  </a:cubicBezTo>
                  <a:cubicBezTo>
                    <a:pt x="5829" y="7257"/>
                    <a:pt x="5822" y="7260"/>
                    <a:pt x="5813" y="7265"/>
                  </a:cubicBezTo>
                  <a:cubicBezTo>
                    <a:pt x="5789" y="7225"/>
                    <a:pt x="5789" y="7176"/>
                    <a:pt x="5805" y="7136"/>
                  </a:cubicBezTo>
                  <a:cubicBezTo>
                    <a:pt x="5770" y="7088"/>
                    <a:pt x="5751" y="7058"/>
                    <a:pt x="5725" y="7058"/>
                  </a:cubicBezTo>
                  <a:cubicBezTo>
                    <a:pt x="5716" y="7058"/>
                    <a:pt x="5705" y="7062"/>
                    <a:pt x="5692" y="7071"/>
                  </a:cubicBezTo>
                  <a:cubicBezTo>
                    <a:pt x="5675" y="7080"/>
                    <a:pt x="5662" y="7084"/>
                    <a:pt x="5651" y="7084"/>
                  </a:cubicBezTo>
                  <a:cubicBezTo>
                    <a:pt x="5625" y="7084"/>
                    <a:pt x="5612" y="7061"/>
                    <a:pt x="5594" y="7038"/>
                  </a:cubicBezTo>
                  <a:cubicBezTo>
                    <a:pt x="5583" y="7016"/>
                    <a:pt x="5567" y="6993"/>
                    <a:pt x="5542" y="6993"/>
                  </a:cubicBezTo>
                  <a:cubicBezTo>
                    <a:pt x="5532" y="6993"/>
                    <a:pt x="5520" y="6997"/>
                    <a:pt x="5505" y="7006"/>
                  </a:cubicBezTo>
                  <a:cubicBezTo>
                    <a:pt x="5484" y="7021"/>
                    <a:pt x="5460" y="7029"/>
                    <a:pt x="5437" y="7029"/>
                  </a:cubicBezTo>
                  <a:cubicBezTo>
                    <a:pt x="5399" y="7029"/>
                    <a:pt x="5363" y="7009"/>
                    <a:pt x="5343" y="6974"/>
                  </a:cubicBezTo>
                  <a:cubicBezTo>
                    <a:pt x="5246" y="6941"/>
                    <a:pt x="5246" y="6941"/>
                    <a:pt x="5327" y="6844"/>
                  </a:cubicBezTo>
                  <a:cubicBezTo>
                    <a:pt x="5376" y="6811"/>
                    <a:pt x="5359" y="6779"/>
                    <a:pt x="5335" y="6747"/>
                  </a:cubicBezTo>
                  <a:cubicBezTo>
                    <a:pt x="5335" y="6747"/>
                    <a:pt x="5319" y="6714"/>
                    <a:pt x="5343" y="6649"/>
                  </a:cubicBezTo>
                  <a:cubicBezTo>
                    <a:pt x="5357" y="6618"/>
                    <a:pt x="5356" y="6606"/>
                    <a:pt x="5346" y="6606"/>
                  </a:cubicBezTo>
                  <a:cubicBezTo>
                    <a:pt x="5332" y="6606"/>
                    <a:pt x="5302" y="6626"/>
                    <a:pt x="5270" y="6649"/>
                  </a:cubicBezTo>
                  <a:lnTo>
                    <a:pt x="5173" y="6714"/>
                  </a:lnTo>
                  <a:cubicBezTo>
                    <a:pt x="5149" y="6682"/>
                    <a:pt x="5230" y="6576"/>
                    <a:pt x="5278" y="6544"/>
                  </a:cubicBezTo>
                  <a:cubicBezTo>
                    <a:pt x="5323" y="6490"/>
                    <a:pt x="5343" y="6466"/>
                    <a:pt x="5336" y="6466"/>
                  </a:cubicBezTo>
                  <a:cubicBezTo>
                    <a:pt x="5330" y="6466"/>
                    <a:pt x="5306" y="6482"/>
                    <a:pt x="5262" y="6511"/>
                  </a:cubicBezTo>
                  <a:cubicBezTo>
                    <a:pt x="5244" y="6523"/>
                    <a:pt x="5223" y="6531"/>
                    <a:pt x="5204" y="6531"/>
                  </a:cubicBezTo>
                  <a:cubicBezTo>
                    <a:pt x="5171" y="6531"/>
                    <a:pt x="5143" y="6508"/>
                    <a:pt x="5149" y="6447"/>
                  </a:cubicBezTo>
                  <a:cubicBezTo>
                    <a:pt x="5108" y="6382"/>
                    <a:pt x="5059" y="6317"/>
                    <a:pt x="5108" y="6284"/>
                  </a:cubicBezTo>
                  <a:cubicBezTo>
                    <a:pt x="5140" y="6220"/>
                    <a:pt x="5067" y="6220"/>
                    <a:pt x="5067" y="6220"/>
                  </a:cubicBezTo>
                  <a:cubicBezTo>
                    <a:pt x="4994" y="6220"/>
                    <a:pt x="4978" y="6187"/>
                    <a:pt x="4962" y="6057"/>
                  </a:cubicBezTo>
                  <a:cubicBezTo>
                    <a:pt x="4957" y="5909"/>
                    <a:pt x="4955" y="5858"/>
                    <a:pt x="4927" y="5858"/>
                  </a:cubicBezTo>
                  <a:cubicBezTo>
                    <a:pt x="4913" y="5858"/>
                    <a:pt x="4891" y="5873"/>
                    <a:pt x="4857" y="5895"/>
                  </a:cubicBezTo>
                  <a:cubicBezTo>
                    <a:pt x="4832" y="5911"/>
                    <a:pt x="4808" y="5928"/>
                    <a:pt x="4800" y="5928"/>
                  </a:cubicBezTo>
                  <a:cubicBezTo>
                    <a:pt x="4792" y="5928"/>
                    <a:pt x="4800" y="5911"/>
                    <a:pt x="4840" y="5863"/>
                  </a:cubicBezTo>
                  <a:cubicBezTo>
                    <a:pt x="4865" y="5798"/>
                    <a:pt x="4792" y="5798"/>
                    <a:pt x="4703" y="5766"/>
                  </a:cubicBezTo>
                  <a:cubicBezTo>
                    <a:pt x="4622" y="5782"/>
                    <a:pt x="4549" y="5814"/>
                    <a:pt x="4484" y="5863"/>
                  </a:cubicBezTo>
                  <a:cubicBezTo>
                    <a:pt x="4436" y="5892"/>
                    <a:pt x="4410" y="5908"/>
                    <a:pt x="4397" y="5908"/>
                  </a:cubicBezTo>
                  <a:cubicBezTo>
                    <a:pt x="4380" y="5908"/>
                    <a:pt x="4382" y="5884"/>
                    <a:pt x="4386" y="5830"/>
                  </a:cubicBezTo>
                  <a:cubicBezTo>
                    <a:pt x="4370" y="5798"/>
                    <a:pt x="4395" y="5733"/>
                    <a:pt x="4443" y="5701"/>
                  </a:cubicBezTo>
                  <a:cubicBezTo>
                    <a:pt x="4462" y="5690"/>
                    <a:pt x="4476" y="5686"/>
                    <a:pt x="4487" y="5686"/>
                  </a:cubicBezTo>
                  <a:cubicBezTo>
                    <a:pt x="4509" y="5686"/>
                    <a:pt x="4516" y="5701"/>
                    <a:pt x="4516" y="5701"/>
                  </a:cubicBezTo>
                  <a:lnTo>
                    <a:pt x="4540" y="5733"/>
                  </a:lnTo>
                  <a:cubicBezTo>
                    <a:pt x="4589" y="5701"/>
                    <a:pt x="4638" y="5668"/>
                    <a:pt x="4597" y="5603"/>
                  </a:cubicBezTo>
                  <a:cubicBezTo>
                    <a:pt x="4615" y="5556"/>
                    <a:pt x="4611" y="5526"/>
                    <a:pt x="4589" y="5526"/>
                  </a:cubicBezTo>
                  <a:cubicBezTo>
                    <a:pt x="4580" y="5526"/>
                    <a:pt x="4570" y="5530"/>
                    <a:pt x="4557" y="5539"/>
                  </a:cubicBezTo>
                  <a:cubicBezTo>
                    <a:pt x="4581" y="5474"/>
                    <a:pt x="4540" y="5409"/>
                    <a:pt x="4500" y="5344"/>
                  </a:cubicBezTo>
                  <a:cubicBezTo>
                    <a:pt x="4451" y="5279"/>
                    <a:pt x="4395" y="5182"/>
                    <a:pt x="4419" y="5117"/>
                  </a:cubicBezTo>
                  <a:cubicBezTo>
                    <a:pt x="4389" y="5069"/>
                    <a:pt x="4368" y="5039"/>
                    <a:pt x="4340" y="5039"/>
                  </a:cubicBezTo>
                  <a:cubicBezTo>
                    <a:pt x="4330" y="5039"/>
                    <a:pt x="4318" y="5043"/>
                    <a:pt x="4305" y="5052"/>
                  </a:cubicBezTo>
                  <a:cubicBezTo>
                    <a:pt x="4264" y="5079"/>
                    <a:pt x="4236" y="5090"/>
                    <a:pt x="4221" y="5090"/>
                  </a:cubicBezTo>
                  <a:cubicBezTo>
                    <a:pt x="4201" y="5090"/>
                    <a:pt x="4204" y="5071"/>
                    <a:pt x="4232" y="5052"/>
                  </a:cubicBezTo>
                  <a:cubicBezTo>
                    <a:pt x="4311" y="4950"/>
                    <a:pt x="4102" y="4523"/>
                    <a:pt x="3978" y="4523"/>
                  </a:cubicBezTo>
                  <a:cubicBezTo>
                    <a:pt x="3973" y="4523"/>
                    <a:pt x="3969" y="4524"/>
                    <a:pt x="3965" y="4525"/>
                  </a:cubicBezTo>
                  <a:lnTo>
                    <a:pt x="3924" y="4460"/>
                  </a:lnTo>
                  <a:cubicBezTo>
                    <a:pt x="3932" y="4363"/>
                    <a:pt x="3803" y="4168"/>
                    <a:pt x="3730" y="4168"/>
                  </a:cubicBezTo>
                  <a:lnTo>
                    <a:pt x="3665" y="4071"/>
                  </a:lnTo>
                  <a:cubicBezTo>
                    <a:pt x="3673" y="3974"/>
                    <a:pt x="3657" y="3941"/>
                    <a:pt x="3584" y="3941"/>
                  </a:cubicBezTo>
                  <a:cubicBezTo>
                    <a:pt x="3535" y="3941"/>
                    <a:pt x="3497" y="3959"/>
                    <a:pt x="3492" y="3959"/>
                  </a:cubicBezTo>
                  <a:cubicBezTo>
                    <a:pt x="3489" y="3959"/>
                    <a:pt x="3495" y="3955"/>
                    <a:pt x="3511" y="3941"/>
                  </a:cubicBezTo>
                  <a:cubicBezTo>
                    <a:pt x="3559" y="3909"/>
                    <a:pt x="3519" y="3844"/>
                    <a:pt x="3430" y="3714"/>
                  </a:cubicBezTo>
                  <a:cubicBezTo>
                    <a:pt x="3382" y="3638"/>
                    <a:pt x="3363" y="3607"/>
                    <a:pt x="3348" y="3607"/>
                  </a:cubicBezTo>
                  <a:cubicBezTo>
                    <a:pt x="3337" y="3607"/>
                    <a:pt x="3330" y="3623"/>
                    <a:pt x="3316" y="3649"/>
                  </a:cubicBezTo>
                  <a:cubicBezTo>
                    <a:pt x="3186" y="3560"/>
                    <a:pt x="3235" y="3520"/>
                    <a:pt x="3284" y="3487"/>
                  </a:cubicBezTo>
                  <a:cubicBezTo>
                    <a:pt x="3368" y="3465"/>
                    <a:pt x="3374" y="3427"/>
                    <a:pt x="3315" y="3427"/>
                  </a:cubicBezTo>
                  <a:cubicBezTo>
                    <a:pt x="3288" y="3427"/>
                    <a:pt x="3247" y="3435"/>
                    <a:pt x="3195" y="3455"/>
                  </a:cubicBezTo>
                  <a:cubicBezTo>
                    <a:pt x="3167" y="3464"/>
                    <a:pt x="3144" y="3468"/>
                    <a:pt x="3124" y="3468"/>
                  </a:cubicBezTo>
                  <a:cubicBezTo>
                    <a:pt x="3057" y="3468"/>
                    <a:pt x="3037" y="3421"/>
                    <a:pt x="3081" y="3390"/>
                  </a:cubicBezTo>
                  <a:cubicBezTo>
                    <a:pt x="3095" y="3380"/>
                    <a:pt x="3107" y="3377"/>
                    <a:pt x="3116" y="3377"/>
                  </a:cubicBezTo>
                  <a:cubicBezTo>
                    <a:pt x="3140" y="3377"/>
                    <a:pt x="3153" y="3399"/>
                    <a:pt x="3170" y="3422"/>
                  </a:cubicBezTo>
                  <a:lnTo>
                    <a:pt x="3268" y="3358"/>
                  </a:lnTo>
                  <a:cubicBezTo>
                    <a:pt x="3251" y="3325"/>
                    <a:pt x="3251" y="3325"/>
                    <a:pt x="3178" y="3325"/>
                  </a:cubicBezTo>
                  <a:cubicBezTo>
                    <a:pt x="3178" y="3325"/>
                    <a:pt x="3154" y="3293"/>
                    <a:pt x="3081" y="3293"/>
                  </a:cubicBezTo>
                  <a:cubicBezTo>
                    <a:pt x="3016" y="3293"/>
                    <a:pt x="2959" y="3333"/>
                    <a:pt x="2935" y="3398"/>
                  </a:cubicBezTo>
                  <a:cubicBezTo>
                    <a:pt x="2925" y="3426"/>
                    <a:pt x="2915" y="3436"/>
                    <a:pt x="2904" y="3436"/>
                  </a:cubicBezTo>
                  <a:cubicBezTo>
                    <a:pt x="2890" y="3436"/>
                    <a:pt x="2876" y="3417"/>
                    <a:pt x="2862" y="3398"/>
                  </a:cubicBezTo>
                  <a:cubicBezTo>
                    <a:pt x="2870" y="3301"/>
                    <a:pt x="2919" y="3268"/>
                    <a:pt x="2992" y="3268"/>
                  </a:cubicBezTo>
                  <a:cubicBezTo>
                    <a:pt x="2998" y="3277"/>
                    <a:pt x="3006" y="3280"/>
                    <a:pt x="3015" y="3280"/>
                  </a:cubicBezTo>
                  <a:cubicBezTo>
                    <a:pt x="3041" y="3280"/>
                    <a:pt x="3077" y="3252"/>
                    <a:pt x="3113" y="3228"/>
                  </a:cubicBezTo>
                  <a:cubicBezTo>
                    <a:pt x="3154" y="3201"/>
                    <a:pt x="3020" y="3129"/>
                    <a:pt x="2904" y="3129"/>
                  </a:cubicBezTo>
                  <a:cubicBezTo>
                    <a:pt x="2881" y="3129"/>
                    <a:pt x="2858" y="3132"/>
                    <a:pt x="2838" y="3139"/>
                  </a:cubicBezTo>
                  <a:lnTo>
                    <a:pt x="2886" y="3106"/>
                  </a:lnTo>
                  <a:cubicBezTo>
                    <a:pt x="2935" y="3066"/>
                    <a:pt x="2895" y="3001"/>
                    <a:pt x="2846" y="2944"/>
                  </a:cubicBezTo>
                  <a:cubicBezTo>
                    <a:pt x="2816" y="2897"/>
                    <a:pt x="2795" y="2866"/>
                    <a:pt x="2767" y="2866"/>
                  </a:cubicBezTo>
                  <a:cubicBezTo>
                    <a:pt x="2757" y="2866"/>
                    <a:pt x="2745" y="2871"/>
                    <a:pt x="2732" y="2879"/>
                  </a:cubicBezTo>
                  <a:cubicBezTo>
                    <a:pt x="2698" y="2902"/>
                    <a:pt x="2664" y="2925"/>
                    <a:pt x="2638" y="2925"/>
                  </a:cubicBezTo>
                  <a:cubicBezTo>
                    <a:pt x="2627" y="2925"/>
                    <a:pt x="2618" y="2921"/>
                    <a:pt x="2611" y="2912"/>
                  </a:cubicBezTo>
                  <a:lnTo>
                    <a:pt x="2611" y="2912"/>
                  </a:lnTo>
                  <a:cubicBezTo>
                    <a:pt x="2635" y="2944"/>
                    <a:pt x="2586" y="2976"/>
                    <a:pt x="2538" y="3009"/>
                  </a:cubicBezTo>
                  <a:cubicBezTo>
                    <a:pt x="2538" y="2952"/>
                    <a:pt x="2554" y="2895"/>
                    <a:pt x="2570" y="2847"/>
                  </a:cubicBezTo>
                  <a:cubicBezTo>
                    <a:pt x="2635" y="2733"/>
                    <a:pt x="2627" y="2595"/>
                    <a:pt x="2546" y="2490"/>
                  </a:cubicBezTo>
                  <a:cubicBezTo>
                    <a:pt x="2505" y="2425"/>
                    <a:pt x="2441" y="2328"/>
                    <a:pt x="2465" y="2263"/>
                  </a:cubicBezTo>
                  <a:cubicBezTo>
                    <a:pt x="2435" y="2216"/>
                    <a:pt x="2414" y="2185"/>
                    <a:pt x="2386" y="2185"/>
                  </a:cubicBezTo>
                  <a:cubicBezTo>
                    <a:pt x="2376" y="2185"/>
                    <a:pt x="2364" y="2189"/>
                    <a:pt x="2351" y="2198"/>
                  </a:cubicBezTo>
                  <a:lnTo>
                    <a:pt x="2311" y="2133"/>
                  </a:lnTo>
                  <a:cubicBezTo>
                    <a:pt x="2331" y="2080"/>
                    <a:pt x="2307" y="2027"/>
                    <a:pt x="2272" y="2027"/>
                  </a:cubicBezTo>
                  <a:cubicBezTo>
                    <a:pt x="2264" y="2027"/>
                    <a:pt x="2255" y="2030"/>
                    <a:pt x="2246" y="2036"/>
                  </a:cubicBezTo>
                  <a:cubicBezTo>
                    <a:pt x="2173" y="2036"/>
                    <a:pt x="2205" y="1971"/>
                    <a:pt x="2181" y="1939"/>
                  </a:cubicBezTo>
                  <a:cubicBezTo>
                    <a:pt x="2209" y="1874"/>
                    <a:pt x="2224" y="1841"/>
                    <a:pt x="2215" y="1841"/>
                  </a:cubicBezTo>
                  <a:cubicBezTo>
                    <a:pt x="2205" y="1841"/>
                    <a:pt x="2173" y="1874"/>
                    <a:pt x="2108" y="1939"/>
                  </a:cubicBezTo>
                  <a:cubicBezTo>
                    <a:pt x="2068" y="1979"/>
                    <a:pt x="2051" y="2044"/>
                    <a:pt x="2076" y="2101"/>
                  </a:cubicBezTo>
                  <a:lnTo>
                    <a:pt x="2141" y="2198"/>
                  </a:lnTo>
                  <a:lnTo>
                    <a:pt x="2027" y="2133"/>
                  </a:lnTo>
                  <a:cubicBezTo>
                    <a:pt x="2001" y="2108"/>
                    <a:pt x="1966" y="2092"/>
                    <a:pt x="1929" y="2092"/>
                  </a:cubicBezTo>
                  <a:cubicBezTo>
                    <a:pt x="1908" y="2092"/>
                    <a:pt x="1886" y="2097"/>
                    <a:pt x="1865" y="2109"/>
                  </a:cubicBezTo>
                  <a:cubicBezTo>
                    <a:pt x="1865" y="2109"/>
                    <a:pt x="1843" y="2123"/>
                    <a:pt x="1822" y="2123"/>
                  </a:cubicBezTo>
                  <a:cubicBezTo>
                    <a:pt x="1811" y="2123"/>
                    <a:pt x="1800" y="2120"/>
                    <a:pt x="1792" y="2109"/>
                  </a:cubicBezTo>
                  <a:lnTo>
                    <a:pt x="1889" y="2036"/>
                  </a:lnTo>
                  <a:cubicBezTo>
                    <a:pt x="1954" y="2036"/>
                    <a:pt x="2011" y="2012"/>
                    <a:pt x="2059" y="1971"/>
                  </a:cubicBezTo>
                  <a:cubicBezTo>
                    <a:pt x="2125" y="1892"/>
                    <a:pt x="2127" y="1792"/>
                    <a:pt x="2073" y="1792"/>
                  </a:cubicBezTo>
                  <a:cubicBezTo>
                    <a:pt x="2061" y="1792"/>
                    <a:pt x="2045" y="1797"/>
                    <a:pt x="2027" y="1809"/>
                  </a:cubicBezTo>
                  <a:cubicBezTo>
                    <a:pt x="2003" y="1777"/>
                    <a:pt x="2003" y="1777"/>
                    <a:pt x="2035" y="1712"/>
                  </a:cubicBezTo>
                  <a:cubicBezTo>
                    <a:pt x="2070" y="1689"/>
                    <a:pt x="2067" y="1666"/>
                    <a:pt x="2020" y="1666"/>
                  </a:cubicBezTo>
                  <a:cubicBezTo>
                    <a:pt x="2001" y="1666"/>
                    <a:pt x="1973" y="1670"/>
                    <a:pt x="1938" y="1679"/>
                  </a:cubicBezTo>
                  <a:cubicBezTo>
                    <a:pt x="1907" y="1687"/>
                    <a:pt x="1884" y="1691"/>
                    <a:pt x="1866" y="1691"/>
                  </a:cubicBezTo>
                  <a:cubicBezTo>
                    <a:pt x="1814" y="1691"/>
                    <a:pt x="1818" y="1655"/>
                    <a:pt x="1873" y="1582"/>
                  </a:cubicBezTo>
                  <a:cubicBezTo>
                    <a:pt x="1924" y="1466"/>
                    <a:pt x="1858" y="1350"/>
                    <a:pt x="1808" y="1350"/>
                  </a:cubicBezTo>
                  <a:cubicBezTo>
                    <a:pt x="1803" y="1350"/>
                    <a:pt x="1797" y="1352"/>
                    <a:pt x="1792" y="1355"/>
                  </a:cubicBezTo>
                  <a:cubicBezTo>
                    <a:pt x="1775" y="1372"/>
                    <a:pt x="1754" y="1380"/>
                    <a:pt x="1735" y="1380"/>
                  </a:cubicBezTo>
                  <a:cubicBezTo>
                    <a:pt x="1681" y="1380"/>
                    <a:pt x="1630" y="1323"/>
                    <a:pt x="1654" y="1258"/>
                  </a:cubicBezTo>
                  <a:cubicBezTo>
                    <a:pt x="1687" y="1193"/>
                    <a:pt x="1662" y="1160"/>
                    <a:pt x="1589" y="1160"/>
                  </a:cubicBezTo>
                  <a:cubicBezTo>
                    <a:pt x="1646" y="1128"/>
                    <a:pt x="1670" y="1063"/>
                    <a:pt x="1597" y="1063"/>
                  </a:cubicBezTo>
                  <a:cubicBezTo>
                    <a:pt x="1597" y="1063"/>
                    <a:pt x="1593" y="1055"/>
                    <a:pt x="1585" y="1055"/>
                  </a:cubicBezTo>
                  <a:cubicBezTo>
                    <a:pt x="1577" y="1055"/>
                    <a:pt x="1565" y="1063"/>
                    <a:pt x="1549" y="1095"/>
                  </a:cubicBezTo>
                  <a:lnTo>
                    <a:pt x="1411" y="1104"/>
                  </a:lnTo>
                  <a:cubicBezTo>
                    <a:pt x="1427" y="1136"/>
                    <a:pt x="1378" y="1168"/>
                    <a:pt x="1330" y="1201"/>
                  </a:cubicBezTo>
                  <a:cubicBezTo>
                    <a:pt x="1326" y="1204"/>
                    <a:pt x="1321" y="1205"/>
                    <a:pt x="1317" y="1205"/>
                  </a:cubicBezTo>
                  <a:cubicBezTo>
                    <a:pt x="1275" y="1205"/>
                    <a:pt x="1250" y="1057"/>
                    <a:pt x="1346" y="909"/>
                  </a:cubicBezTo>
                  <a:lnTo>
                    <a:pt x="1403" y="771"/>
                  </a:lnTo>
                  <a:lnTo>
                    <a:pt x="1305" y="844"/>
                  </a:lnTo>
                  <a:cubicBezTo>
                    <a:pt x="1281" y="812"/>
                    <a:pt x="1265" y="779"/>
                    <a:pt x="1314" y="747"/>
                  </a:cubicBezTo>
                  <a:cubicBezTo>
                    <a:pt x="1362" y="706"/>
                    <a:pt x="1362" y="706"/>
                    <a:pt x="1338" y="674"/>
                  </a:cubicBezTo>
                  <a:cubicBezTo>
                    <a:pt x="1338" y="674"/>
                    <a:pt x="1329" y="662"/>
                    <a:pt x="1310" y="662"/>
                  </a:cubicBezTo>
                  <a:cubicBezTo>
                    <a:pt x="1299" y="662"/>
                    <a:pt x="1284" y="666"/>
                    <a:pt x="1265" y="682"/>
                  </a:cubicBezTo>
                  <a:cubicBezTo>
                    <a:pt x="1216" y="714"/>
                    <a:pt x="1192" y="731"/>
                    <a:pt x="1184" y="731"/>
                  </a:cubicBezTo>
                  <a:cubicBezTo>
                    <a:pt x="1176" y="731"/>
                    <a:pt x="1184" y="714"/>
                    <a:pt x="1200" y="682"/>
                  </a:cubicBezTo>
                  <a:cubicBezTo>
                    <a:pt x="1255" y="609"/>
                    <a:pt x="1255" y="573"/>
                    <a:pt x="1203" y="573"/>
                  </a:cubicBezTo>
                  <a:cubicBezTo>
                    <a:pt x="1186" y="573"/>
                    <a:pt x="1164" y="577"/>
                    <a:pt x="1135" y="585"/>
                  </a:cubicBezTo>
                  <a:cubicBezTo>
                    <a:pt x="1088" y="614"/>
                    <a:pt x="1062" y="630"/>
                    <a:pt x="1055" y="630"/>
                  </a:cubicBezTo>
                  <a:cubicBezTo>
                    <a:pt x="1046" y="630"/>
                    <a:pt x="1066" y="606"/>
                    <a:pt x="1111" y="552"/>
                  </a:cubicBezTo>
                  <a:cubicBezTo>
                    <a:pt x="1160" y="520"/>
                    <a:pt x="1184" y="455"/>
                    <a:pt x="1168" y="423"/>
                  </a:cubicBezTo>
                  <a:lnTo>
                    <a:pt x="1168" y="423"/>
                  </a:lnTo>
                  <a:lnTo>
                    <a:pt x="1119" y="455"/>
                  </a:lnTo>
                  <a:cubicBezTo>
                    <a:pt x="1082" y="480"/>
                    <a:pt x="1055" y="490"/>
                    <a:pt x="1038" y="490"/>
                  </a:cubicBezTo>
                  <a:cubicBezTo>
                    <a:pt x="1010" y="490"/>
                    <a:pt x="1007" y="463"/>
                    <a:pt x="1022" y="423"/>
                  </a:cubicBezTo>
                  <a:cubicBezTo>
                    <a:pt x="1070" y="390"/>
                    <a:pt x="1054" y="358"/>
                    <a:pt x="957" y="325"/>
                  </a:cubicBezTo>
                  <a:cubicBezTo>
                    <a:pt x="916" y="260"/>
                    <a:pt x="892" y="228"/>
                    <a:pt x="941" y="196"/>
                  </a:cubicBezTo>
                  <a:cubicBezTo>
                    <a:pt x="1002" y="158"/>
                    <a:pt x="1028" y="142"/>
                    <a:pt x="1014" y="142"/>
                  </a:cubicBezTo>
                  <a:cubicBezTo>
                    <a:pt x="1004" y="142"/>
                    <a:pt x="975" y="150"/>
                    <a:pt x="924" y="163"/>
                  </a:cubicBezTo>
                  <a:cubicBezTo>
                    <a:pt x="851" y="163"/>
                    <a:pt x="851" y="163"/>
                    <a:pt x="860" y="66"/>
                  </a:cubicBezTo>
                  <a:cubicBezTo>
                    <a:pt x="884" y="1"/>
                    <a:pt x="884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2"/>
            <p:cNvSpPr/>
            <p:nvPr/>
          </p:nvSpPr>
          <p:spPr>
            <a:xfrm>
              <a:off x="7706580" y="1463455"/>
              <a:ext cx="167342" cy="268560"/>
            </a:xfrm>
            <a:custGeom>
              <a:avLst/>
              <a:gdLst/>
              <a:ahLst/>
              <a:cxnLst/>
              <a:rect l="l" t="t" r="r" b="b"/>
              <a:pathLst>
                <a:path w="9708" h="15580" extrusionOk="0">
                  <a:moveTo>
                    <a:pt x="4881" y="4"/>
                  </a:moveTo>
                  <a:lnTo>
                    <a:pt x="4873" y="126"/>
                  </a:lnTo>
                  <a:lnTo>
                    <a:pt x="4881" y="69"/>
                  </a:lnTo>
                  <a:lnTo>
                    <a:pt x="4881" y="4"/>
                  </a:lnTo>
                  <a:close/>
                  <a:moveTo>
                    <a:pt x="6819" y="211"/>
                  </a:moveTo>
                  <a:cubicBezTo>
                    <a:pt x="6804" y="211"/>
                    <a:pt x="6806" y="228"/>
                    <a:pt x="6811" y="272"/>
                  </a:cubicBezTo>
                  <a:lnTo>
                    <a:pt x="6884" y="304"/>
                  </a:lnTo>
                  <a:cubicBezTo>
                    <a:pt x="6908" y="248"/>
                    <a:pt x="6908" y="248"/>
                    <a:pt x="6876" y="231"/>
                  </a:cubicBezTo>
                  <a:cubicBezTo>
                    <a:pt x="6846" y="218"/>
                    <a:pt x="6829" y="211"/>
                    <a:pt x="6819" y="211"/>
                  </a:cubicBezTo>
                  <a:close/>
                  <a:moveTo>
                    <a:pt x="4186" y="212"/>
                  </a:moveTo>
                  <a:cubicBezTo>
                    <a:pt x="4196" y="212"/>
                    <a:pt x="4190" y="242"/>
                    <a:pt x="4176" y="312"/>
                  </a:cubicBezTo>
                  <a:cubicBezTo>
                    <a:pt x="4143" y="377"/>
                    <a:pt x="4119" y="442"/>
                    <a:pt x="4119" y="442"/>
                  </a:cubicBezTo>
                  <a:cubicBezTo>
                    <a:pt x="4087" y="442"/>
                    <a:pt x="4111" y="377"/>
                    <a:pt x="4135" y="256"/>
                  </a:cubicBezTo>
                  <a:cubicBezTo>
                    <a:pt x="4163" y="228"/>
                    <a:pt x="4178" y="212"/>
                    <a:pt x="4186" y="212"/>
                  </a:cubicBezTo>
                  <a:close/>
                  <a:moveTo>
                    <a:pt x="6065" y="361"/>
                  </a:moveTo>
                  <a:cubicBezTo>
                    <a:pt x="6057" y="402"/>
                    <a:pt x="6057" y="442"/>
                    <a:pt x="6065" y="483"/>
                  </a:cubicBezTo>
                  <a:cubicBezTo>
                    <a:pt x="6067" y="483"/>
                    <a:pt x="6069" y="483"/>
                    <a:pt x="6071" y="483"/>
                  </a:cubicBezTo>
                  <a:cubicBezTo>
                    <a:pt x="6099" y="483"/>
                    <a:pt x="6113" y="434"/>
                    <a:pt x="6113" y="434"/>
                  </a:cubicBezTo>
                  <a:cubicBezTo>
                    <a:pt x="6113" y="434"/>
                    <a:pt x="6138" y="377"/>
                    <a:pt x="6105" y="369"/>
                  </a:cubicBezTo>
                  <a:lnTo>
                    <a:pt x="6065" y="361"/>
                  </a:lnTo>
                  <a:close/>
                  <a:moveTo>
                    <a:pt x="5409" y="353"/>
                  </a:moveTo>
                  <a:cubicBezTo>
                    <a:pt x="5431" y="353"/>
                    <a:pt x="5435" y="410"/>
                    <a:pt x="5392" y="491"/>
                  </a:cubicBezTo>
                  <a:lnTo>
                    <a:pt x="5327" y="483"/>
                  </a:lnTo>
                  <a:cubicBezTo>
                    <a:pt x="5335" y="426"/>
                    <a:pt x="5343" y="369"/>
                    <a:pt x="5384" y="369"/>
                  </a:cubicBezTo>
                  <a:cubicBezTo>
                    <a:pt x="5393" y="358"/>
                    <a:pt x="5402" y="353"/>
                    <a:pt x="5409" y="353"/>
                  </a:cubicBezTo>
                  <a:close/>
                  <a:moveTo>
                    <a:pt x="5651" y="426"/>
                  </a:moveTo>
                  <a:lnTo>
                    <a:pt x="5684" y="434"/>
                  </a:lnTo>
                  <a:cubicBezTo>
                    <a:pt x="5716" y="442"/>
                    <a:pt x="5716" y="442"/>
                    <a:pt x="5700" y="499"/>
                  </a:cubicBezTo>
                  <a:lnTo>
                    <a:pt x="5668" y="491"/>
                  </a:lnTo>
                  <a:lnTo>
                    <a:pt x="5651" y="426"/>
                  </a:lnTo>
                  <a:close/>
                  <a:moveTo>
                    <a:pt x="4459" y="475"/>
                  </a:moveTo>
                  <a:cubicBezTo>
                    <a:pt x="4459" y="539"/>
                    <a:pt x="4459" y="596"/>
                    <a:pt x="4427" y="596"/>
                  </a:cubicBezTo>
                  <a:lnTo>
                    <a:pt x="4395" y="596"/>
                  </a:lnTo>
                  <a:cubicBezTo>
                    <a:pt x="4395" y="556"/>
                    <a:pt x="4403" y="515"/>
                    <a:pt x="4419" y="483"/>
                  </a:cubicBezTo>
                  <a:lnTo>
                    <a:pt x="4459" y="475"/>
                  </a:lnTo>
                  <a:close/>
                  <a:moveTo>
                    <a:pt x="3243" y="499"/>
                  </a:moveTo>
                  <a:lnTo>
                    <a:pt x="3268" y="556"/>
                  </a:lnTo>
                  <a:lnTo>
                    <a:pt x="3251" y="621"/>
                  </a:lnTo>
                  <a:lnTo>
                    <a:pt x="3203" y="572"/>
                  </a:lnTo>
                  <a:cubicBezTo>
                    <a:pt x="3178" y="515"/>
                    <a:pt x="3211" y="507"/>
                    <a:pt x="3243" y="499"/>
                  </a:cubicBezTo>
                  <a:close/>
                  <a:moveTo>
                    <a:pt x="5093" y="693"/>
                  </a:moveTo>
                  <a:cubicBezTo>
                    <a:pt x="5095" y="693"/>
                    <a:pt x="5098" y="693"/>
                    <a:pt x="5100" y="693"/>
                  </a:cubicBezTo>
                  <a:lnTo>
                    <a:pt x="5092" y="750"/>
                  </a:lnTo>
                  <a:cubicBezTo>
                    <a:pt x="5090" y="750"/>
                    <a:pt x="5087" y="749"/>
                    <a:pt x="5085" y="749"/>
                  </a:cubicBezTo>
                  <a:cubicBezTo>
                    <a:pt x="5066" y="749"/>
                    <a:pt x="5048" y="768"/>
                    <a:pt x="5037" y="768"/>
                  </a:cubicBezTo>
                  <a:cubicBezTo>
                    <a:pt x="5031" y="768"/>
                    <a:pt x="5027" y="762"/>
                    <a:pt x="5027" y="742"/>
                  </a:cubicBezTo>
                  <a:cubicBezTo>
                    <a:pt x="4997" y="742"/>
                    <a:pt x="5058" y="693"/>
                    <a:pt x="5093" y="693"/>
                  </a:cubicBezTo>
                  <a:close/>
                  <a:moveTo>
                    <a:pt x="3434" y="543"/>
                  </a:moveTo>
                  <a:cubicBezTo>
                    <a:pt x="3440" y="543"/>
                    <a:pt x="3448" y="571"/>
                    <a:pt x="3462" y="621"/>
                  </a:cubicBezTo>
                  <a:cubicBezTo>
                    <a:pt x="3487" y="685"/>
                    <a:pt x="3487" y="750"/>
                    <a:pt x="3446" y="807"/>
                  </a:cubicBezTo>
                  <a:lnTo>
                    <a:pt x="3389" y="823"/>
                  </a:lnTo>
                  <a:lnTo>
                    <a:pt x="3414" y="693"/>
                  </a:lnTo>
                  <a:cubicBezTo>
                    <a:pt x="3423" y="589"/>
                    <a:pt x="3427" y="543"/>
                    <a:pt x="3434" y="543"/>
                  </a:cubicBezTo>
                  <a:close/>
                  <a:moveTo>
                    <a:pt x="6168" y="781"/>
                  </a:moveTo>
                  <a:cubicBezTo>
                    <a:pt x="6174" y="781"/>
                    <a:pt x="6178" y="783"/>
                    <a:pt x="6178" y="783"/>
                  </a:cubicBezTo>
                  <a:cubicBezTo>
                    <a:pt x="6211" y="791"/>
                    <a:pt x="6243" y="799"/>
                    <a:pt x="6219" y="856"/>
                  </a:cubicBezTo>
                  <a:cubicBezTo>
                    <a:pt x="6219" y="856"/>
                    <a:pt x="6198" y="905"/>
                    <a:pt x="6168" y="905"/>
                  </a:cubicBezTo>
                  <a:cubicBezTo>
                    <a:pt x="6166" y="905"/>
                    <a:pt x="6164" y="905"/>
                    <a:pt x="6162" y="904"/>
                  </a:cubicBezTo>
                  <a:cubicBezTo>
                    <a:pt x="6138" y="888"/>
                    <a:pt x="6130" y="823"/>
                    <a:pt x="6130" y="823"/>
                  </a:cubicBezTo>
                  <a:cubicBezTo>
                    <a:pt x="6140" y="787"/>
                    <a:pt x="6157" y="781"/>
                    <a:pt x="6168" y="781"/>
                  </a:cubicBezTo>
                  <a:close/>
                  <a:moveTo>
                    <a:pt x="6701" y="1021"/>
                  </a:moveTo>
                  <a:cubicBezTo>
                    <a:pt x="6710" y="1021"/>
                    <a:pt x="6723" y="1029"/>
                    <a:pt x="6746" y="1042"/>
                  </a:cubicBezTo>
                  <a:cubicBezTo>
                    <a:pt x="6778" y="1058"/>
                    <a:pt x="6746" y="1107"/>
                    <a:pt x="6746" y="1107"/>
                  </a:cubicBezTo>
                  <a:cubicBezTo>
                    <a:pt x="6739" y="1123"/>
                    <a:pt x="6734" y="1128"/>
                    <a:pt x="6730" y="1128"/>
                  </a:cubicBezTo>
                  <a:cubicBezTo>
                    <a:pt x="6719" y="1128"/>
                    <a:pt x="6713" y="1089"/>
                    <a:pt x="6689" y="1083"/>
                  </a:cubicBezTo>
                  <a:cubicBezTo>
                    <a:pt x="6689" y="1039"/>
                    <a:pt x="6689" y="1021"/>
                    <a:pt x="6701" y="1021"/>
                  </a:cubicBezTo>
                  <a:close/>
                  <a:moveTo>
                    <a:pt x="7293" y="1203"/>
                  </a:moveTo>
                  <a:lnTo>
                    <a:pt x="7293" y="1203"/>
                  </a:lnTo>
                  <a:cubicBezTo>
                    <a:pt x="7306" y="1203"/>
                    <a:pt x="7308" y="1237"/>
                    <a:pt x="7281" y="1318"/>
                  </a:cubicBezTo>
                  <a:cubicBezTo>
                    <a:pt x="7262" y="1346"/>
                    <a:pt x="7254" y="1358"/>
                    <a:pt x="7244" y="1358"/>
                  </a:cubicBezTo>
                  <a:cubicBezTo>
                    <a:pt x="7237" y="1358"/>
                    <a:pt x="7230" y="1352"/>
                    <a:pt x="7216" y="1342"/>
                  </a:cubicBezTo>
                  <a:cubicBezTo>
                    <a:pt x="7224" y="1302"/>
                    <a:pt x="7240" y="1261"/>
                    <a:pt x="7265" y="1229"/>
                  </a:cubicBezTo>
                  <a:cubicBezTo>
                    <a:pt x="7276" y="1212"/>
                    <a:pt x="7286" y="1203"/>
                    <a:pt x="7293" y="1203"/>
                  </a:cubicBezTo>
                  <a:close/>
                  <a:moveTo>
                    <a:pt x="7476" y="1391"/>
                  </a:moveTo>
                  <a:lnTo>
                    <a:pt x="7508" y="1415"/>
                  </a:lnTo>
                  <a:cubicBezTo>
                    <a:pt x="7475" y="1448"/>
                    <a:pt x="7442" y="1486"/>
                    <a:pt x="7418" y="1486"/>
                  </a:cubicBezTo>
                  <a:cubicBezTo>
                    <a:pt x="7412" y="1486"/>
                    <a:pt x="7407" y="1484"/>
                    <a:pt x="7403" y="1480"/>
                  </a:cubicBezTo>
                  <a:lnTo>
                    <a:pt x="7419" y="1415"/>
                  </a:lnTo>
                  <a:lnTo>
                    <a:pt x="7476" y="1391"/>
                  </a:lnTo>
                  <a:close/>
                  <a:moveTo>
                    <a:pt x="2230" y="1469"/>
                  </a:moveTo>
                  <a:cubicBezTo>
                    <a:pt x="2215" y="1469"/>
                    <a:pt x="2202" y="1480"/>
                    <a:pt x="2189" y="1488"/>
                  </a:cubicBezTo>
                  <a:cubicBezTo>
                    <a:pt x="2184" y="1488"/>
                    <a:pt x="2179" y="1487"/>
                    <a:pt x="2175" y="1487"/>
                  </a:cubicBezTo>
                  <a:cubicBezTo>
                    <a:pt x="2101" y="1487"/>
                    <a:pt x="2111" y="1548"/>
                    <a:pt x="2149" y="1593"/>
                  </a:cubicBezTo>
                  <a:cubicBezTo>
                    <a:pt x="2162" y="1610"/>
                    <a:pt x="2176" y="1617"/>
                    <a:pt x="2191" y="1617"/>
                  </a:cubicBezTo>
                  <a:cubicBezTo>
                    <a:pt x="2211" y="1617"/>
                    <a:pt x="2234" y="1604"/>
                    <a:pt x="2262" y="1585"/>
                  </a:cubicBezTo>
                  <a:cubicBezTo>
                    <a:pt x="2287" y="1569"/>
                    <a:pt x="2278" y="1504"/>
                    <a:pt x="2278" y="1504"/>
                  </a:cubicBezTo>
                  <a:cubicBezTo>
                    <a:pt x="2259" y="1477"/>
                    <a:pt x="2244" y="1469"/>
                    <a:pt x="2230" y="1469"/>
                  </a:cubicBezTo>
                  <a:close/>
                  <a:moveTo>
                    <a:pt x="1976" y="1506"/>
                  </a:moveTo>
                  <a:cubicBezTo>
                    <a:pt x="1999" y="1506"/>
                    <a:pt x="2024" y="1552"/>
                    <a:pt x="2011" y="1626"/>
                  </a:cubicBezTo>
                  <a:lnTo>
                    <a:pt x="1962" y="1666"/>
                  </a:lnTo>
                  <a:cubicBezTo>
                    <a:pt x="1930" y="1618"/>
                    <a:pt x="1930" y="1553"/>
                    <a:pt x="1962" y="1512"/>
                  </a:cubicBezTo>
                  <a:cubicBezTo>
                    <a:pt x="1966" y="1508"/>
                    <a:pt x="1971" y="1506"/>
                    <a:pt x="1976" y="1506"/>
                  </a:cubicBezTo>
                  <a:close/>
                  <a:moveTo>
                    <a:pt x="6057" y="2023"/>
                  </a:moveTo>
                  <a:cubicBezTo>
                    <a:pt x="6024" y="2056"/>
                    <a:pt x="6000" y="2088"/>
                    <a:pt x="5976" y="2129"/>
                  </a:cubicBezTo>
                  <a:cubicBezTo>
                    <a:pt x="5965" y="2150"/>
                    <a:pt x="5964" y="2164"/>
                    <a:pt x="5972" y="2164"/>
                  </a:cubicBezTo>
                  <a:cubicBezTo>
                    <a:pt x="5982" y="2164"/>
                    <a:pt x="6008" y="2142"/>
                    <a:pt x="6049" y="2088"/>
                  </a:cubicBezTo>
                  <a:cubicBezTo>
                    <a:pt x="6073" y="2039"/>
                    <a:pt x="6073" y="2039"/>
                    <a:pt x="6057" y="2023"/>
                  </a:cubicBezTo>
                  <a:close/>
                  <a:moveTo>
                    <a:pt x="403" y="2615"/>
                  </a:moveTo>
                  <a:cubicBezTo>
                    <a:pt x="393" y="2615"/>
                    <a:pt x="389" y="2623"/>
                    <a:pt x="381" y="2639"/>
                  </a:cubicBezTo>
                  <a:lnTo>
                    <a:pt x="365" y="2672"/>
                  </a:lnTo>
                  <a:lnTo>
                    <a:pt x="430" y="2672"/>
                  </a:lnTo>
                  <a:lnTo>
                    <a:pt x="454" y="2639"/>
                  </a:lnTo>
                  <a:cubicBezTo>
                    <a:pt x="426" y="2623"/>
                    <a:pt x="412" y="2615"/>
                    <a:pt x="403" y="2615"/>
                  </a:cubicBezTo>
                  <a:close/>
                  <a:moveTo>
                    <a:pt x="642" y="2832"/>
                  </a:moveTo>
                  <a:cubicBezTo>
                    <a:pt x="652" y="2832"/>
                    <a:pt x="665" y="2835"/>
                    <a:pt x="681" y="2842"/>
                  </a:cubicBezTo>
                  <a:lnTo>
                    <a:pt x="665" y="2874"/>
                  </a:lnTo>
                  <a:cubicBezTo>
                    <a:pt x="652" y="2867"/>
                    <a:pt x="645" y="2864"/>
                    <a:pt x="641" y="2864"/>
                  </a:cubicBezTo>
                  <a:lnTo>
                    <a:pt x="641" y="2864"/>
                  </a:lnTo>
                  <a:cubicBezTo>
                    <a:pt x="628" y="2864"/>
                    <a:pt x="665" y="2899"/>
                    <a:pt x="722" y="2899"/>
                  </a:cubicBezTo>
                  <a:lnTo>
                    <a:pt x="827" y="2956"/>
                  </a:lnTo>
                  <a:cubicBezTo>
                    <a:pt x="819" y="2969"/>
                    <a:pt x="794" y="2977"/>
                    <a:pt x="765" y="2977"/>
                  </a:cubicBezTo>
                  <a:cubicBezTo>
                    <a:pt x="740" y="2977"/>
                    <a:pt x="712" y="2971"/>
                    <a:pt x="689" y="2956"/>
                  </a:cubicBezTo>
                  <a:cubicBezTo>
                    <a:pt x="560" y="2939"/>
                    <a:pt x="560" y="2939"/>
                    <a:pt x="592" y="2874"/>
                  </a:cubicBezTo>
                  <a:cubicBezTo>
                    <a:pt x="604" y="2851"/>
                    <a:pt x="615" y="2832"/>
                    <a:pt x="642" y="2832"/>
                  </a:cubicBezTo>
                  <a:close/>
                  <a:moveTo>
                    <a:pt x="8603" y="3174"/>
                  </a:moveTo>
                  <a:lnTo>
                    <a:pt x="8667" y="3183"/>
                  </a:lnTo>
                  <a:lnTo>
                    <a:pt x="8676" y="3207"/>
                  </a:lnTo>
                  <a:cubicBezTo>
                    <a:pt x="8641" y="3224"/>
                    <a:pt x="8603" y="3241"/>
                    <a:pt x="8577" y="3241"/>
                  </a:cubicBezTo>
                  <a:cubicBezTo>
                    <a:pt x="8567" y="3241"/>
                    <a:pt x="8559" y="3238"/>
                    <a:pt x="8554" y="3231"/>
                  </a:cubicBezTo>
                  <a:lnTo>
                    <a:pt x="8603" y="3174"/>
                  </a:lnTo>
                  <a:close/>
                  <a:moveTo>
                    <a:pt x="454" y="3190"/>
                  </a:moveTo>
                  <a:cubicBezTo>
                    <a:pt x="462" y="3190"/>
                    <a:pt x="477" y="3196"/>
                    <a:pt x="503" y="3207"/>
                  </a:cubicBezTo>
                  <a:cubicBezTo>
                    <a:pt x="503" y="3207"/>
                    <a:pt x="543" y="3264"/>
                    <a:pt x="527" y="3296"/>
                  </a:cubicBezTo>
                  <a:lnTo>
                    <a:pt x="462" y="3304"/>
                  </a:lnTo>
                  <a:cubicBezTo>
                    <a:pt x="406" y="3280"/>
                    <a:pt x="422" y="3247"/>
                    <a:pt x="438" y="3215"/>
                  </a:cubicBezTo>
                  <a:cubicBezTo>
                    <a:pt x="442" y="3198"/>
                    <a:pt x="444" y="3190"/>
                    <a:pt x="454" y="3190"/>
                  </a:cubicBezTo>
                  <a:close/>
                  <a:moveTo>
                    <a:pt x="1241" y="3604"/>
                  </a:moveTo>
                  <a:lnTo>
                    <a:pt x="1233" y="3628"/>
                  </a:lnTo>
                  <a:cubicBezTo>
                    <a:pt x="1265" y="3661"/>
                    <a:pt x="1297" y="3685"/>
                    <a:pt x="1338" y="3701"/>
                  </a:cubicBezTo>
                  <a:lnTo>
                    <a:pt x="1346" y="3677"/>
                  </a:lnTo>
                  <a:cubicBezTo>
                    <a:pt x="1354" y="3653"/>
                    <a:pt x="1297" y="3628"/>
                    <a:pt x="1241" y="3604"/>
                  </a:cubicBezTo>
                  <a:close/>
                  <a:moveTo>
                    <a:pt x="8975" y="3896"/>
                  </a:moveTo>
                  <a:cubicBezTo>
                    <a:pt x="8984" y="3928"/>
                    <a:pt x="8984" y="3928"/>
                    <a:pt x="8927" y="3945"/>
                  </a:cubicBezTo>
                  <a:cubicBezTo>
                    <a:pt x="8907" y="3949"/>
                    <a:pt x="8886" y="3951"/>
                    <a:pt x="8866" y="3951"/>
                  </a:cubicBezTo>
                  <a:cubicBezTo>
                    <a:pt x="8846" y="3951"/>
                    <a:pt x="8826" y="3949"/>
                    <a:pt x="8805" y="3945"/>
                  </a:cubicBezTo>
                  <a:cubicBezTo>
                    <a:pt x="8797" y="3920"/>
                    <a:pt x="8919" y="3912"/>
                    <a:pt x="8975" y="3904"/>
                  </a:cubicBezTo>
                  <a:lnTo>
                    <a:pt x="8975" y="3896"/>
                  </a:lnTo>
                  <a:close/>
                  <a:moveTo>
                    <a:pt x="9381" y="4350"/>
                  </a:moveTo>
                  <a:cubicBezTo>
                    <a:pt x="9421" y="4350"/>
                    <a:pt x="9462" y="4350"/>
                    <a:pt x="9503" y="4366"/>
                  </a:cubicBezTo>
                  <a:lnTo>
                    <a:pt x="9511" y="4399"/>
                  </a:lnTo>
                  <a:cubicBezTo>
                    <a:pt x="9480" y="4403"/>
                    <a:pt x="9446" y="4410"/>
                    <a:pt x="9422" y="4410"/>
                  </a:cubicBezTo>
                  <a:cubicBezTo>
                    <a:pt x="9402" y="4410"/>
                    <a:pt x="9389" y="4405"/>
                    <a:pt x="9389" y="4391"/>
                  </a:cubicBezTo>
                  <a:lnTo>
                    <a:pt x="9381" y="4350"/>
                  </a:lnTo>
                  <a:close/>
                  <a:moveTo>
                    <a:pt x="9146" y="4820"/>
                  </a:moveTo>
                  <a:lnTo>
                    <a:pt x="9211" y="4853"/>
                  </a:lnTo>
                  <a:lnTo>
                    <a:pt x="9211" y="4885"/>
                  </a:lnTo>
                  <a:cubicBezTo>
                    <a:pt x="9192" y="4885"/>
                    <a:pt x="9172" y="4886"/>
                    <a:pt x="9154" y="4886"/>
                  </a:cubicBezTo>
                  <a:cubicBezTo>
                    <a:pt x="9118" y="4886"/>
                    <a:pt x="9089" y="4882"/>
                    <a:pt x="9089" y="4861"/>
                  </a:cubicBezTo>
                  <a:lnTo>
                    <a:pt x="9146" y="4820"/>
                  </a:lnTo>
                  <a:close/>
                  <a:moveTo>
                    <a:pt x="9013" y="7038"/>
                  </a:moveTo>
                  <a:cubicBezTo>
                    <a:pt x="9063" y="7038"/>
                    <a:pt x="9097" y="7071"/>
                    <a:pt x="9097" y="7099"/>
                  </a:cubicBezTo>
                  <a:cubicBezTo>
                    <a:pt x="9086" y="7142"/>
                    <a:pt x="9083" y="7156"/>
                    <a:pt x="9065" y="7156"/>
                  </a:cubicBezTo>
                  <a:cubicBezTo>
                    <a:pt x="9056" y="7156"/>
                    <a:pt x="9043" y="7153"/>
                    <a:pt x="9024" y="7147"/>
                  </a:cubicBezTo>
                  <a:cubicBezTo>
                    <a:pt x="8967" y="7139"/>
                    <a:pt x="8975" y="7074"/>
                    <a:pt x="8984" y="7042"/>
                  </a:cubicBezTo>
                  <a:cubicBezTo>
                    <a:pt x="8994" y="7039"/>
                    <a:pt x="9004" y="7038"/>
                    <a:pt x="9013" y="7038"/>
                  </a:cubicBezTo>
                  <a:close/>
                  <a:moveTo>
                    <a:pt x="8716" y="8315"/>
                  </a:moveTo>
                  <a:cubicBezTo>
                    <a:pt x="8757" y="8331"/>
                    <a:pt x="8797" y="8355"/>
                    <a:pt x="8821" y="8388"/>
                  </a:cubicBezTo>
                  <a:lnTo>
                    <a:pt x="8813" y="8412"/>
                  </a:lnTo>
                  <a:cubicBezTo>
                    <a:pt x="8757" y="8396"/>
                    <a:pt x="8700" y="8380"/>
                    <a:pt x="8708" y="8347"/>
                  </a:cubicBezTo>
                  <a:lnTo>
                    <a:pt x="8716" y="8315"/>
                  </a:lnTo>
                  <a:close/>
                  <a:moveTo>
                    <a:pt x="7800" y="10909"/>
                  </a:moveTo>
                  <a:lnTo>
                    <a:pt x="7873" y="10917"/>
                  </a:lnTo>
                  <a:cubicBezTo>
                    <a:pt x="7921" y="10950"/>
                    <a:pt x="7905" y="10974"/>
                    <a:pt x="7905" y="10974"/>
                  </a:cubicBezTo>
                  <a:cubicBezTo>
                    <a:pt x="7894" y="10989"/>
                    <a:pt x="7888" y="10997"/>
                    <a:pt x="7879" y="10997"/>
                  </a:cubicBezTo>
                  <a:cubicBezTo>
                    <a:pt x="7870" y="10997"/>
                    <a:pt x="7858" y="10987"/>
                    <a:pt x="7832" y="10966"/>
                  </a:cubicBezTo>
                  <a:cubicBezTo>
                    <a:pt x="7832" y="10966"/>
                    <a:pt x="7784" y="10934"/>
                    <a:pt x="7800" y="10909"/>
                  </a:cubicBezTo>
                  <a:close/>
                  <a:moveTo>
                    <a:pt x="6877" y="11187"/>
                  </a:moveTo>
                  <a:lnTo>
                    <a:pt x="6877" y="11187"/>
                  </a:lnTo>
                  <a:cubicBezTo>
                    <a:pt x="6876" y="11187"/>
                    <a:pt x="6881" y="11190"/>
                    <a:pt x="6893" y="11194"/>
                  </a:cubicBezTo>
                  <a:lnTo>
                    <a:pt x="6893" y="11194"/>
                  </a:lnTo>
                  <a:cubicBezTo>
                    <a:pt x="6884" y="11189"/>
                    <a:pt x="6878" y="11187"/>
                    <a:pt x="6877" y="11187"/>
                  </a:cubicBezTo>
                  <a:close/>
                  <a:moveTo>
                    <a:pt x="6893" y="11194"/>
                  </a:moveTo>
                  <a:cubicBezTo>
                    <a:pt x="6905" y="11201"/>
                    <a:pt x="6923" y="11211"/>
                    <a:pt x="6947" y="11229"/>
                  </a:cubicBezTo>
                  <a:lnTo>
                    <a:pt x="6947" y="11229"/>
                  </a:lnTo>
                  <a:cubicBezTo>
                    <a:pt x="6939" y="11220"/>
                    <a:pt x="6928" y="11211"/>
                    <a:pt x="6916" y="11201"/>
                  </a:cubicBezTo>
                  <a:cubicBezTo>
                    <a:pt x="6907" y="11199"/>
                    <a:pt x="6899" y="11196"/>
                    <a:pt x="6893" y="11194"/>
                  </a:cubicBezTo>
                  <a:close/>
                  <a:moveTo>
                    <a:pt x="7220" y="11221"/>
                  </a:moveTo>
                  <a:cubicBezTo>
                    <a:pt x="7229" y="11221"/>
                    <a:pt x="7235" y="11235"/>
                    <a:pt x="7249" y="11266"/>
                  </a:cubicBezTo>
                  <a:cubicBezTo>
                    <a:pt x="7265" y="11305"/>
                    <a:pt x="7263" y="11329"/>
                    <a:pt x="7243" y="11329"/>
                  </a:cubicBezTo>
                  <a:cubicBezTo>
                    <a:pt x="7235" y="11329"/>
                    <a:pt x="7223" y="11325"/>
                    <a:pt x="7208" y="11315"/>
                  </a:cubicBezTo>
                  <a:cubicBezTo>
                    <a:pt x="7159" y="11274"/>
                    <a:pt x="7159" y="11274"/>
                    <a:pt x="7184" y="11250"/>
                  </a:cubicBezTo>
                  <a:cubicBezTo>
                    <a:pt x="7202" y="11231"/>
                    <a:pt x="7212" y="11221"/>
                    <a:pt x="7220" y="11221"/>
                  </a:cubicBezTo>
                  <a:close/>
                  <a:moveTo>
                    <a:pt x="7622" y="11266"/>
                  </a:moveTo>
                  <a:lnTo>
                    <a:pt x="7686" y="11274"/>
                  </a:lnTo>
                  <a:lnTo>
                    <a:pt x="7719" y="11331"/>
                  </a:lnTo>
                  <a:lnTo>
                    <a:pt x="7703" y="11363"/>
                  </a:lnTo>
                  <a:cubicBezTo>
                    <a:pt x="7654" y="11323"/>
                    <a:pt x="7605" y="11290"/>
                    <a:pt x="7622" y="11266"/>
                  </a:cubicBezTo>
                  <a:close/>
                  <a:moveTo>
                    <a:pt x="7038" y="11420"/>
                  </a:moveTo>
                  <a:lnTo>
                    <a:pt x="7103" y="11436"/>
                  </a:lnTo>
                  <a:lnTo>
                    <a:pt x="7086" y="11461"/>
                  </a:lnTo>
                  <a:cubicBezTo>
                    <a:pt x="7076" y="11471"/>
                    <a:pt x="7070" y="11477"/>
                    <a:pt x="7063" y="11477"/>
                  </a:cubicBezTo>
                  <a:cubicBezTo>
                    <a:pt x="7054" y="11477"/>
                    <a:pt x="7044" y="11467"/>
                    <a:pt x="7022" y="11444"/>
                  </a:cubicBezTo>
                  <a:lnTo>
                    <a:pt x="7038" y="11420"/>
                  </a:lnTo>
                  <a:close/>
                  <a:moveTo>
                    <a:pt x="6851" y="11558"/>
                  </a:moveTo>
                  <a:cubicBezTo>
                    <a:pt x="6842" y="11572"/>
                    <a:pt x="6852" y="11589"/>
                    <a:pt x="6857" y="11589"/>
                  </a:cubicBezTo>
                  <a:cubicBezTo>
                    <a:pt x="6860" y="11589"/>
                    <a:pt x="6861" y="11581"/>
                    <a:pt x="6851" y="11558"/>
                  </a:cubicBezTo>
                  <a:close/>
                  <a:moveTo>
                    <a:pt x="6835" y="11663"/>
                  </a:moveTo>
                  <a:lnTo>
                    <a:pt x="6900" y="11679"/>
                  </a:lnTo>
                  <a:lnTo>
                    <a:pt x="6884" y="11704"/>
                  </a:lnTo>
                  <a:cubicBezTo>
                    <a:pt x="6873" y="11714"/>
                    <a:pt x="6867" y="11720"/>
                    <a:pt x="6860" y="11720"/>
                  </a:cubicBezTo>
                  <a:cubicBezTo>
                    <a:pt x="6850" y="11720"/>
                    <a:pt x="6838" y="11710"/>
                    <a:pt x="6811" y="11688"/>
                  </a:cubicBezTo>
                  <a:lnTo>
                    <a:pt x="6835" y="11663"/>
                  </a:lnTo>
                  <a:close/>
                  <a:moveTo>
                    <a:pt x="6665" y="11939"/>
                  </a:moveTo>
                  <a:lnTo>
                    <a:pt x="6665" y="11939"/>
                  </a:lnTo>
                  <a:cubicBezTo>
                    <a:pt x="6705" y="11955"/>
                    <a:pt x="6746" y="11971"/>
                    <a:pt x="6778" y="11996"/>
                  </a:cubicBezTo>
                  <a:lnTo>
                    <a:pt x="6754" y="12020"/>
                  </a:lnTo>
                  <a:cubicBezTo>
                    <a:pt x="6748" y="12026"/>
                    <a:pt x="6742" y="12028"/>
                    <a:pt x="6735" y="12028"/>
                  </a:cubicBezTo>
                  <a:cubicBezTo>
                    <a:pt x="6713" y="12028"/>
                    <a:pt x="6689" y="12004"/>
                    <a:pt x="6689" y="12004"/>
                  </a:cubicBezTo>
                  <a:cubicBezTo>
                    <a:pt x="6689" y="12004"/>
                    <a:pt x="6649" y="11963"/>
                    <a:pt x="6665" y="11939"/>
                  </a:cubicBezTo>
                  <a:close/>
                  <a:moveTo>
                    <a:pt x="5746" y="12780"/>
                  </a:moveTo>
                  <a:cubicBezTo>
                    <a:pt x="5750" y="12780"/>
                    <a:pt x="5756" y="12785"/>
                    <a:pt x="5765" y="12798"/>
                  </a:cubicBezTo>
                  <a:lnTo>
                    <a:pt x="5805" y="12839"/>
                  </a:lnTo>
                  <a:cubicBezTo>
                    <a:pt x="5818" y="12889"/>
                    <a:pt x="5830" y="12944"/>
                    <a:pt x="5817" y="12944"/>
                  </a:cubicBezTo>
                  <a:cubicBezTo>
                    <a:pt x="5813" y="12944"/>
                    <a:pt x="5806" y="12939"/>
                    <a:pt x="5797" y="12928"/>
                  </a:cubicBezTo>
                  <a:cubicBezTo>
                    <a:pt x="5773" y="12896"/>
                    <a:pt x="5757" y="12855"/>
                    <a:pt x="5741" y="12815"/>
                  </a:cubicBezTo>
                  <a:cubicBezTo>
                    <a:pt x="5741" y="12815"/>
                    <a:pt x="5736" y="12780"/>
                    <a:pt x="5746" y="12780"/>
                  </a:cubicBezTo>
                  <a:close/>
                  <a:moveTo>
                    <a:pt x="5019" y="13591"/>
                  </a:moveTo>
                  <a:cubicBezTo>
                    <a:pt x="5052" y="13591"/>
                    <a:pt x="5106" y="13681"/>
                    <a:pt x="5084" y="13763"/>
                  </a:cubicBezTo>
                  <a:cubicBezTo>
                    <a:pt x="5075" y="13769"/>
                    <a:pt x="5069" y="13773"/>
                    <a:pt x="5064" y="13773"/>
                  </a:cubicBezTo>
                  <a:cubicBezTo>
                    <a:pt x="5055" y="13773"/>
                    <a:pt x="5048" y="13762"/>
                    <a:pt x="5027" y="13731"/>
                  </a:cubicBezTo>
                  <a:cubicBezTo>
                    <a:pt x="4995" y="13682"/>
                    <a:pt x="4986" y="13617"/>
                    <a:pt x="5011" y="13593"/>
                  </a:cubicBezTo>
                  <a:cubicBezTo>
                    <a:pt x="5013" y="13592"/>
                    <a:pt x="5016" y="13591"/>
                    <a:pt x="5019" y="13591"/>
                  </a:cubicBezTo>
                  <a:close/>
                  <a:moveTo>
                    <a:pt x="835" y="15238"/>
                  </a:moveTo>
                  <a:cubicBezTo>
                    <a:pt x="839" y="15238"/>
                    <a:pt x="844" y="15268"/>
                    <a:pt x="852" y="15328"/>
                  </a:cubicBezTo>
                  <a:cubicBezTo>
                    <a:pt x="860" y="15385"/>
                    <a:pt x="868" y="15450"/>
                    <a:pt x="835" y="15450"/>
                  </a:cubicBezTo>
                  <a:cubicBezTo>
                    <a:pt x="818" y="15489"/>
                    <a:pt x="805" y="15505"/>
                    <a:pt x="797" y="15505"/>
                  </a:cubicBezTo>
                  <a:cubicBezTo>
                    <a:pt x="779" y="15505"/>
                    <a:pt x="785" y="15421"/>
                    <a:pt x="819" y="15336"/>
                  </a:cubicBezTo>
                  <a:cubicBezTo>
                    <a:pt x="827" y="15270"/>
                    <a:pt x="831" y="15238"/>
                    <a:pt x="835" y="15238"/>
                  </a:cubicBezTo>
                  <a:close/>
                  <a:moveTo>
                    <a:pt x="5129" y="0"/>
                  </a:moveTo>
                  <a:cubicBezTo>
                    <a:pt x="5108" y="0"/>
                    <a:pt x="5104" y="30"/>
                    <a:pt x="5100" y="85"/>
                  </a:cubicBezTo>
                  <a:cubicBezTo>
                    <a:pt x="5095" y="119"/>
                    <a:pt x="5091" y="154"/>
                    <a:pt x="5083" y="154"/>
                  </a:cubicBezTo>
                  <a:cubicBezTo>
                    <a:pt x="5077" y="154"/>
                    <a:pt x="5070" y="136"/>
                    <a:pt x="5059" y="85"/>
                  </a:cubicBezTo>
                  <a:cubicBezTo>
                    <a:pt x="5052" y="65"/>
                    <a:pt x="5041" y="56"/>
                    <a:pt x="5028" y="56"/>
                  </a:cubicBezTo>
                  <a:cubicBezTo>
                    <a:pt x="5001" y="56"/>
                    <a:pt x="4963" y="93"/>
                    <a:pt x="4914" y="126"/>
                  </a:cubicBezTo>
                  <a:cubicBezTo>
                    <a:pt x="4881" y="199"/>
                    <a:pt x="4865" y="280"/>
                    <a:pt x="4865" y="361"/>
                  </a:cubicBezTo>
                  <a:cubicBezTo>
                    <a:pt x="4860" y="431"/>
                    <a:pt x="4858" y="461"/>
                    <a:pt x="4845" y="461"/>
                  </a:cubicBezTo>
                  <a:cubicBezTo>
                    <a:pt x="4835" y="461"/>
                    <a:pt x="4819" y="445"/>
                    <a:pt x="4792" y="418"/>
                  </a:cubicBezTo>
                  <a:cubicBezTo>
                    <a:pt x="4759" y="418"/>
                    <a:pt x="4727" y="361"/>
                    <a:pt x="4727" y="296"/>
                  </a:cubicBezTo>
                  <a:cubicBezTo>
                    <a:pt x="4735" y="239"/>
                    <a:pt x="4768" y="239"/>
                    <a:pt x="4768" y="239"/>
                  </a:cubicBezTo>
                  <a:lnTo>
                    <a:pt x="4800" y="239"/>
                  </a:lnTo>
                  <a:cubicBezTo>
                    <a:pt x="4808" y="183"/>
                    <a:pt x="4808" y="118"/>
                    <a:pt x="4735" y="118"/>
                  </a:cubicBezTo>
                  <a:cubicBezTo>
                    <a:pt x="4719" y="89"/>
                    <a:pt x="4701" y="75"/>
                    <a:pt x="4686" y="75"/>
                  </a:cubicBezTo>
                  <a:cubicBezTo>
                    <a:pt x="4672" y="75"/>
                    <a:pt x="4662" y="89"/>
                    <a:pt x="4662" y="118"/>
                  </a:cubicBezTo>
                  <a:cubicBezTo>
                    <a:pt x="4630" y="61"/>
                    <a:pt x="4557" y="53"/>
                    <a:pt x="4484" y="53"/>
                  </a:cubicBezTo>
                  <a:cubicBezTo>
                    <a:pt x="4464" y="55"/>
                    <a:pt x="4441" y="57"/>
                    <a:pt x="4417" y="57"/>
                  </a:cubicBezTo>
                  <a:cubicBezTo>
                    <a:pt x="4354" y="57"/>
                    <a:pt x="4286" y="46"/>
                    <a:pt x="4257" y="4"/>
                  </a:cubicBezTo>
                  <a:cubicBezTo>
                    <a:pt x="4184" y="4"/>
                    <a:pt x="4143" y="12"/>
                    <a:pt x="4151" y="69"/>
                  </a:cubicBezTo>
                  <a:cubicBezTo>
                    <a:pt x="4156" y="142"/>
                    <a:pt x="4147" y="174"/>
                    <a:pt x="4136" y="174"/>
                  </a:cubicBezTo>
                  <a:cubicBezTo>
                    <a:pt x="4129" y="174"/>
                    <a:pt x="4122" y="160"/>
                    <a:pt x="4119" y="134"/>
                  </a:cubicBezTo>
                  <a:cubicBezTo>
                    <a:pt x="4100" y="78"/>
                    <a:pt x="3984" y="51"/>
                    <a:pt x="3863" y="51"/>
                  </a:cubicBezTo>
                  <a:cubicBezTo>
                    <a:pt x="3721" y="51"/>
                    <a:pt x="3572" y="88"/>
                    <a:pt x="3568" y="158"/>
                  </a:cubicBezTo>
                  <a:cubicBezTo>
                    <a:pt x="3543" y="166"/>
                    <a:pt x="3519" y="166"/>
                    <a:pt x="3495" y="175"/>
                  </a:cubicBezTo>
                  <a:cubicBezTo>
                    <a:pt x="3477" y="166"/>
                    <a:pt x="3453" y="162"/>
                    <a:pt x="3426" y="162"/>
                  </a:cubicBezTo>
                  <a:cubicBezTo>
                    <a:pt x="3326" y="162"/>
                    <a:pt x="3185" y="213"/>
                    <a:pt x="3178" y="264"/>
                  </a:cubicBezTo>
                  <a:lnTo>
                    <a:pt x="3073" y="304"/>
                  </a:lnTo>
                  <a:cubicBezTo>
                    <a:pt x="3041" y="293"/>
                    <a:pt x="3015" y="286"/>
                    <a:pt x="2994" y="286"/>
                  </a:cubicBezTo>
                  <a:cubicBezTo>
                    <a:pt x="2958" y="286"/>
                    <a:pt x="2937" y="306"/>
                    <a:pt x="2927" y="353"/>
                  </a:cubicBezTo>
                  <a:cubicBezTo>
                    <a:pt x="2921" y="399"/>
                    <a:pt x="2932" y="441"/>
                    <a:pt x="2930" y="441"/>
                  </a:cubicBezTo>
                  <a:cubicBezTo>
                    <a:pt x="2929" y="441"/>
                    <a:pt x="2926" y="434"/>
                    <a:pt x="2919" y="418"/>
                  </a:cubicBezTo>
                  <a:cubicBezTo>
                    <a:pt x="2910" y="397"/>
                    <a:pt x="2896" y="388"/>
                    <a:pt x="2874" y="388"/>
                  </a:cubicBezTo>
                  <a:cubicBezTo>
                    <a:pt x="2837" y="388"/>
                    <a:pt x="2779" y="414"/>
                    <a:pt x="2692" y="450"/>
                  </a:cubicBezTo>
                  <a:cubicBezTo>
                    <a:pt x="2554" y="507"/>
                    <a:pt x="2554" y="507"/>
                    <a:pt x="2619" y="548"/>
                  </a:cubicBezTo>
                  <a:cubicBezTo>
                    <a:pt x="2572" y="598"/>
                    <a:pt x="2541" y="616"/>
                    <a:pt x="2519" y="616"/>
                  </a:cubicBezTo>
                  <a:cubicBezTo>
                    <a:pt x="2490" y="616"/>
                    <a:pt x="2475" y="587"/>
                    <a:pt x="2457" y="556"/>
                  </a:cubicBezTo>
                  <a:cubicBezTo>
                    <a:pt x="2450" y="507"/>
                    <a:pt x="2435" y="483"/>
                    <a:pt x="2422" y="483"/>
                  </a:cubicBezTo>
                  <a:cubicBezTo>
                    <a:pt x="2403" y="483"/>
                    <a:pt x="2390" y="538"/>
                    <a:pt x="2424" y="645"/>
                  </a:cubicBezTo>
                  <a:cubicBezTo>
                    <a:pt x="2441" y="728"/>
                    <a:pt x="2416" y="769"/>
                    <a:pt x="2391" y="769"/>
                  </a:cubicBezTo>
                  <a:cubicBezTo>
                    <a:pt x="2379" y="769"/>
                    <a:pt x="2367" y="760"/>
                    <a:pt x="2360" y="742"/>
                  </a:cubicBezTo>
                  <a:cubicBezTo>
                    <a:pt x="2327" y="693"/>
                    <a:pt x="2360" y="677"/>
                    <a:pt x="2392" y="661"/>
                  </a:cubicBezTo>
                  <a:lnTo>
                    <a:pt x="2335" y="556"/>
                  </a:lnTo>
                  <a:cubicBezTo>
                    <a:pt x="2303" y="572"/>
                    <a:pt x="2303" y="572"/>
                    <a:pt x="2295" y="645"/>
                  </a:cubicBezTo>
                  <a:cubicBezTo>
                    <a:pt x="2295" y="645"/>
                    <a:pt x="2262" y="661"/>
                    <a:pt x="2262" y="734"/>
                  </a:cubicBezTo>
                  <a:cubicBezTo>
                    <a:pt x="2262" y="799"/>
                    <a:pt x="2295" y="856"/>
                    <a:pt x="2351" y="888"/>
                  </a:cubicBezTo>
                  <a:cubicBezTo>
                    <a:pt x="2416" y="921"/>
                    <a:pt x="2384" y="937"/>
                    <a:pt x="2351" y="953"/>
                  </a:cubicBezTo>
                  <a:cubicBezTo>
                    <a:pt x="2287" y="953"/>
                    <a:pt x="2230" y="888"/>
                    <a:pt x="2230" y="815"/>
                  </a:cubicBezTo>
                  <a:cubicBezTo>
                    <a:pt x="2262" y="799"/>
                    <a:pt x="2230" y="750"/>
                    <a:pt x="2206" y="693"/>
                  </a:cubicBezTo>
                  <a:cubicBezTo>
                    <a:pt x="2202" y="688"/>
                    <a:pt x="2198" y="686"/>
                    <a:pt x="2193" y="686"/>
                  </a:cubicBezTo>
                  <a:cubicBezTo>
                    <a:pt x="2154" y="686"/>
                    <a:pt x="2080" y="853"/>
                    <a:pt x="2116" y="961"/>
                  </a:cubicBezTo>
                  <a:cubicBezTo>
                    <a:pt x="2108" y="949"/>
                    <a:pt x="2097" y="933"/>
                    <a:pt x="2084" y="912"/>
                  </a:cubicBezTo>
                  <a:cubicBezTo>
                    <a:pt x="2070" y="895"/>
                    <a:pt x="2054" y="888"/>
                    <a:pt x="2036" y="888"/>
                  </a:cubicBezTo>
                  <a:cubicBezTo>
                    <a:pt x="2004" y="888"/>
                    <a:pt x="1967" y="913"/>
                    <a:pt x="1930" y="945"/>
                  </a:cubicBezTo>
                  <a:cubicBezTo>
                    <a:pt x="1873" y="985"/>
                    <a:pt x="1841" y="1002"/>
                    <a:pt x="1873" y="1050"/>
                  </a:cubicBezTo>
                  <a:cubicBezTo>
                    <a:pt x="1914" y="1099"/>
                    <a:pt x="1946" y="1148"/>
                    <a:pt x="1914" y="1172"/>
                  </a:cubicBezTo>
                  <a:cubicBezTo>
                    <a:pt x="1920" y="1167"/>
                    <a:pt x="1926" y="1165"/>
                    <a:pt x="1932" y="1165"/>
                  </a:cubicBezTo>
                  <a:cubicBezTo>
                    <a:pt x="1958" y="1165"/>
                    <a:pt x="1986" y="1205"/>
                    <a:pt x="2019" y="1245"/>
                  </a:cubicBezTo>
                  <a:cubicBezTo>
                    <a:pt x="1962" y="1237"/>
                    <a:pt x="1914" y="1229"/>
                    <a:pt x="1857" y="1212"/>
                  </a:cubicBezTo>
                  <a:cubicBezTo>
                    <a:pt x="1813" y="1185"/>
                    <a:pt x="1763" y="1172"/>
                    <a:pt x="1714" y="1172"/>
                  </a:cubicBezTo>
                  <a:cubicBezTo>
                    <a:pt x="1645" y="1172"/>
                    <a:pt x="1576" y="1198"/>
                    <a:pt x="1524" y="1245"/>
                  </a:cubicBezTo>
                  <a:cubicBezTo>
                    <a:pt x="1473" y="1289"/>
                    <a:pt x="1409" y="1353"/>
                    <a:pt x="1343" y="1353"/>
                  </a:cubicBezTo>
                  <a:cubicBezTo>
                    <a:pt x="1336" y="1353"/>
                    <a:pt x="1329" y="1352"/>
                    <a:pt x="1322" y="1350"/>
                  </a:cubicBezTo>
                  <a:cubicBezTo>
                    <a:pt x="1273" y="1399"/>
                    <a:pt x="1241" y="1423"/>
                    <a:pt x="1281" y="1464"/>
                  </a:cubicBezTo>
                  <a:lnTo>
                    <a:pt x="1233" y="1512"/>
                  </a:lnTo>
                  <a:cubicBezTo>
                    <a:pt x="1225" y="1510"/>
                    <a:pt x="1217" y="1510"/>
                    <a:pt x="1210" y="1510"/>
                  </a:cubicBezTo>
                  <a:cubicBezTo>
                    <a:pt x="1156" y="1510"/>
                    <a:pt x="1117" y="1558"/>
                    <a:pt x="1160" y="1593"/>
                  </a:cubicBezTo>
                  <a:cubicBezTo>
                    <a:pt x="1176" y="1658"/>
                    <a:pt x="1111" y="1642"/>
                    <a:pt x="1087" y="1675"/>
                  </a:cubicBezTo>
                  <a:cubicBezTo>
                    <a:pt x="1033" y="1663"/>
                    <a:pt x="999" y="1655"/>
                    <a:pt x="986" y="1655"/>
                  </a:cubicBezTo>
                  <a:cubicBezTo>
                    <a:pt x="962" y="1655"/>
                    <a:pt x="1000" y="1678"/>
                    <a:pt x="1103" y="1739"/>
                  </a:cubicBezTo>
                  <a:cubicBezTo>
                    <a:pt x="1127" y="1756"/>
                    <a:pt x="1156" y="1764"/>
                    <a:pt x="1184" y="1764"/>
                  </a:cubicBezTo>
                  <a:cubicBezTo>
                    <a:pt x="1212" y="1764"/>
                    <a:pt x="1241" y="1756"/>
                    <a:pt x="1265" y="1739"/>
                  </a:cubicBezTo>
                  <a:lnTo>
                    <a:pt x="1338" y="1666"/>
                  </a:lnTo>
                  <a:lnTo>
                    <a:pt x="1306" y="1780"/>
                  </a:lnTo>
                  <a:cubicBezTo>
                    <a:pt x="1281" y="1837"/>
                    <a:pt x="1289" y="1893"/>
                    <a:pt x="1322" y="1942"/>
                  </a:cubicBezTo>
                  <a:cubicBezTo>
                    <a:pt x="1322" y="1942"/>
                    <a:pt x="1370" y="1975"/>
                    <a:pt x="1346" y="1999"/>
                  </a:cubicBezTo>
                  <a:lnTo>
                    <a:pt x="1257" y="1926"/>
                  </a:lnTo>
                  <a:cubicBezTo>
                    <a:pt x="1233" y="1869"/>
                    <a:pt x="1200" y="1812"/>
                    <a:pt x="1143" y="1780"/>
                  </a:cubicBezTo>
                  <a:cubicBezTo>
                    <a:pt x="1109" y="1763"/>
                    <a:pt x="1074" y="1755"/>
                    <a:pt x="1045" y="1755"/>
                  </a:cubicBezTo>
                  <a:cubicBezTo>
                    <a:pt x="980" y="1755"/>
                    <a:pt x="944" y="1794"/>
                    <a:pt x="1006" y="1845"/>
                  </a:cubicBezTo>
                  <a:cubicBezTo>
                    <a:pt x="992" y="1863"/>
                    <a:pt x="989" y="1868"/>
                    <a:pt x="976" y="1868"/>
                  </a:cubicBezTo>
                  <a:cubicBezTo>
                    <a:pt x="965" y="1868"/>
                    <a:pt x="949" y="1865"/>
                    <a:pt x="916" y="1861"/>
                  </a:cubicBezTo>
                  <a:cubicBezTo>
                    <a:pt x="903" y="1850"/>
                    <a:pt x="891" y="1844"/>
                    <a:pt x="883" y="1844"/>
                  </a:cubicBezTo>
                  <a:cubicBezTo>
                    <a:pt x="862" y="1844"/>
                    <a:pt x="864" y="1882"/>
                    <a:pt x="916" y="1958"/>
                  </a:cubicBezTo>
                  <a:cubicBezTo>
                    <a:pt x="967" y="2026"/>
                    <a:pt x="971" y="2058"/>
                    <a:pt x="931" y="2058"/>
                  </a:cubicBezTo>
                  <a:cubicBezTo>
                    <a:pt x="913" y="2058"/>
                    <a:pt x="886" y="2052"/>
                    <a:pt x="852" y="2039"/>
                  </a:cubicBezTo>
                  <a:cubicBezTo>
                    <a:pt x="843" y="2038"/>
                    <a:pt x="835" y="2038"/>
                    <a:pt x="826" y="2038"/>
                  </a:cubicBezTo>
                  <a:cubicBezTo>
                    <a:pt x="703" y="2038"/>
                    <a:pt x="628" y="2147"/>
                    <a:pt x="673" y="2177"/>
                  </a:cubicBezTo>
                  <a:cubicBezTo>
                    <a:pt x="770" y="2250"/>
                    <a:pt x="706" y="2331"/>
                    <a:pt x="641" y="2331"/>
                  </a:cubicBezTo>
                  <a:cubicBezTo>
                    <a:pt x="568" y="2331"/>
                    <a:pt x="552" y="2356"/>
                    <a:pt x="584" y="2420"/>
                  </a:cubicBezTo>
                  <a:cubicBezTo>
                    <a:pt x="564" y="2407"/>
                    <a:pt x="539" y="2399"/>
                    <a:pt x="520" y="2399"/>
                  </a:cubicBezTo>
                  <a:cubicBezTo>
                    <a:pt x="493" y="2399"/>
                    <a:pt x="476" y="2415"/>
                    <a:pt x="495" y="2453"/>
                  </a:cubicBezTo>
                  <a:cubicBezTo>
                    <a:pt x="495" y="2453"/>
                    <a:pt x="470" y="2485"/>
                    <a:pt x="543" y="2485"/>
                  </a:cubicBezTo>
                  <a:lnTo>
                    <a:pt x="608" y="2607"/>
                  </a:lnTo>
                  <a:cubicBezTo>
                    <a:pt x="613" y="2597"/>
                    <a:pt x="622" y="2593"/>
                    <a:pt x="633" y="2593"/>
                  </a:cubicBezTo>
                  <a:cubicBezTo>
                    <a:pt x="658" y="2593"/>
                    <a:pt x="696" y="2614"/>
                    <a:pt x="730" y="2631"/>
                  </a:cubicBezTo>
                  <a:cubicBezTo>
                    <a:pt x="773" y="2660"/>
                    <a:pt x="689" y="2733"/>
                    <a:pt x="536" y="2733"/>
                  </a:cubicBezTo>
                  <a:cubicBezTo>
                    <a:pt x="515" y="2733"/>
                    <a:pt x="493" y="2731"/>
                    <a:pt x="470" y="2729"/>
                  </a:cubicBezTo>
                  <a:lnTo>
                    <a:pt x="333" y="2737"/>
                  </a:lnTo>
                  <a:lnTo>
                    <a:pt x="438" y="2793"/>
                  </a:lnTo>
                  <a:cubicBezTo>
                    <a:pt x="427" y="2816"/>
                    <a:pt x="415" y="2839"/>
                    <a:pt x="389" y="2839"/>
                  </a:cubicBezTo>
                  <a:cubicBezTo>
                    <a:pt x="379" y="2839"/>
                    <a:pt x="365" y="2835"/>
                    <a:pt x="349" y="2826"/>
                  </a:cubicBezTo>
                  <a:cubicBezTo>
                    <a:pt x="326" y="2815"/>
                    <a:pt x="314" y="2808"/>
                    <a:pt x="305" y="2808"/>
                  </a:cubicBezTo>
                  <a:cubicBezTo>
                    <a:pt x="295" y="2808"/>
                    <a:pt x="289" y="2817"/>
                    <a:pt x="276" y="2834"/>
                  </a:cubicBezTo>
                  <a:cubicBezTo>
                    <a:pt x="276" y="2834"/>
                    <a:pt x="260" y="2866"/>
                    <a:pt x="316" y="2891"/>
                  </a:cubicBezTo>
                  <a:cubicBezTo>
                    <a:pt x="422" y="2947"/>
                    <a:pt x="422" y="2947"/>
                    <a:pt x="357" y="2947"/>
                  </a:cubicBezTo>
                  <a:cubicBezTo>
                    <a:pt x="339" y="2945"/>
                    <a:pt x="324" y="2944"/>
                    <a:pt x="310" y="2944"/>
                  </a:cubicBezTo>
                  <a:cubicBezTo>
                    <a:pt x="233" y="2944"/>
                    <a:pt x="233" y="2984"/>
                    <a:pt x="316" y="3053"/>
                  </a:cubicBezTo>
                  <a:cubicBezTo>
                    <a:pt x="389" y="3081"/>
                    <a:pt x="412" y="3090"/>
                    <a:pt x="379" y="3090"/>
                  </a:cubicBezTo>
                  <a:cubicBezTo>
                    <a:pt x="364" y="3090"/>
                    <a:pt x="338" y="3088"/>
                    <a:pt x="300" y="3085"/>
                  </a:cubicBezTo>
                  <a:cubicBezTo>
                    <a:pt x="278" y="3076"/>
                    <a:pt x="253" y="3071"/>
                    <a:pt x="230" y="3071"/>
                  </a:cubicBezTo>
                  <a:cubicBezTo>
                    <a:pt x="195" y="3071"/>
                    <a:pt x="164" y="3082"/>
                    <a:pt x="154" y="3101"/>
                  </a:cubicBezTo>
                  <a:lnTo>
                    <a:pt x="211" y="3126"/>
                  </a:lnTo>
                  <a:cubicBezTo>
                    <a:pt x="325" y="3174"/>
                    <a:pt x="308" y="3199"/>
                    <a:pt x="243" y="3215"/>
                  </a:cubicBezTo>
                  <a:cubicBezTo>
                    <a:pt x="231" y="3210"/>
                    <a:pt x="221" y="3207"/>
                    <a:pt x="213" y="3207"/>
                  </a:cubicBezTo>
                  <a:cubicBezTo>
                    <a:pt x="182" y="3207"/>
                    <a:pt x="177" y="3242"/>
                    <a:pt x="203" y="3312"/>
                  </a:cubicBezTo>
                  <a:cubicBezTo>
                    <a:pt x="184" y="3369"/>
                    <a:pt x="175" y="3401"/>
                    <a:pt x="145" y="3401"/>
                  </a:cubicBezTo>
                  <a:cubicBezTo>
                    <a:pt x="136" y="3401"/>
                    <a:pt x="126" y="3399"/>
                    <a:pt x="114" y="3393"/>
                  </a:cubicBezTo>
                  <a:cubicBezTo>
                    <a:pt x="68" y="3380"/>
                    <a:pt x="41" y="3373"/>
                    <a:pt x="31" y="3373"/>
                  </a:cubicBezTo>
                  <a:cubicBezTo>
                    <a:pt x="16" y="3373"/>
                    <a:pt x="39" y="3390"/>
                    <a:pt x="97" y="3434"/>
                  </a:cubicBezTo>
                  <a:cubicBezTo>
                    <a:pt x="146" y="3483"/>
                    <a:pt x="138" y="3483"/>
                    <a:pt x="65" y="3531"/>
                  </a:cubicBezTo>
                  <a:cubicBezTo>
                    <a:pt x="0" y="3556"/>
                    <a:pt x="0" y="3556"/>
                    <a:pt x="41" y="3604"/>
                  </a:cubicBezTo>
                  <a:cubicBezTo>
                    <a:pt x="116" y="3624"/>
                    <a:pt x="166" y="3638"/>
                    <a:pt x="196" y="3638"/>
                  </a:cubicBezTo>
                  <a:cubicBezTo>
                    <a:pt x="214" y="3638"/>
                    <a:pt x="224" y="3633"/>
                    <a:pt x="227" y="3620"/>
                  </a:cubicBezTo>
                  <a:cubicBezTo>
                    <a:pt x="232" y="3601"/>
                    <a:pt x="234" y="3594"/>
                    <a:pt x="246" y="3594"/>
                  </a:cubicBezTo>
                  <a:cubicBezTo>
                    <a:pt x="255" y="3594"/>
                    <a:pt x="269" y="3597"/>
                    <a:pt x="292" y="3604"/>
                  </a:cubicBezTo>
                  <a:cubicBezTo>
                    <a:pt x="292" y="3604"/>
                    <a:pt x="284" y="3637"/>
                    <a:pt x="276" y="3669"/>
                  </a:cubicBezTo>
                  <a:cubicBezTo>
                    <a:pt x="260" y="3718"/>
                    <a:pt x="268" y="3774"/>
                    <a:pt x="292" y="3815"/>
                  </a:cubicBezTo>
                  <a:cubicBezTo>
                    <a:pt x="316" y="3863"/>
                    <a:pt x="366" y="3894"/>
                    <a:pt x="394" y="3894"/>
                  </a:cubicBezTo>
                  <a:cubicBezTo>
                    <a:pt x="413" y="3894"/>
                    <a:pt x="422" y="3880"/>
                    <a:pt x="406" y="3847"/>
                  </a:cubicBezTo>
                  <a:lnTo>
                    <a:pt x="479" y="3831"/>
                  </a:lnTo>
                  <a:cubicBezTo>
                    <a:pt x="521" y="3843"/>
                    <a:pt x="554" y="3848"/>
                    <a:pt x="577" y="3848"/>
                  </a:cubicBezTo>
                  <a:cubicBezTo>
                    <a:pt x="645" y="3848"/>
                    <a:pt x="622" y="3803"/>
                    <a:pt x="495" y="3766"/>
                  </a:cubicBezTo>
                  <a:cubicBezTo>
                    <a:pt x="325" y="3718"/>
                    <a:pt x="325" y="3718"/>
                    <a:pt x="446" y="3718"/>
                  </a:cubicBezTo>
                  <a:cubicBezTo>
                    <a:pt x="484" y="3728"/>
                    <a:pt x="510" y="3733"/>
                    <a:pt x="528" y="3733"/>
                  </a:cubicBezTo>
                  <a:cubicBezTo>
                    <a:pt x="565" y="3733"/>
                    <a:pt x="570" y="3715"/>
                    <a:pt x="576" y="3693"/>
                  </a:cubicBezTo>
                  <a:cubicBezTo>
                    <a:pt x="581" y="3674"/>
                    <a:pt x="583" y="3666"/>
                    <a:pt x="596" y="3666"/>
                  </a:cubicBezTo>
                  <a:cubicBezTo>
                    <a:pt x="606" y="3666"/>
                    <a:pt x="622" y="3670"/>
                    <a:pt x="649" y="3677"/>
                  </a:cubicBezTo>
                  <a:cubicBezTo>
                    <a:pt x="668" y="3683"/>
                    <a:pt x="688" y="3685"/>
                    <a:pt x="706" y="3685"/>
                  </a:cubicBezTo>
                  <a:cubicBezTo>
                    <a:pt x="743" y="3685"/>
                    <a:pt x="773" y="3674"/>
                    <a:pt x="779" y="3653"/>
                  </a:cubicBezTo>
                  <a:cubicBezTo>
                    <a:pt x="787" y="3628"/>
                    <a:pt x="787" y="3628"/>
                    <a:pt x="730" y="3612"/>
                  </a:cubicBezTo>
                  <a:cubicBezTo>
                    <a:pt x="726" y="3613"/>
                    <a:pt x="723" y="3613"/>
                    <a:pt x="719" y="3613"/>
                  </a:cubicBezTo>
                  <a:cubicBezTo>
                    <a:pt x="674" y="3613"/>
                    <a:pt x="691" y="3569"/>
                    <a:pt x="774" y="3569"/>
                  </a:cubicBezTo>
                  <a:cubicBezTo>
                    <a:pt x="785" y="3569"/>
                    <a:pt x="797" y="3570"/>
                    <a:pt x="811" y="3572"/>
                  </a:cubicBezTo>
                  <a:cubicBezTo>
                    <a:pt x="876" y="3564"/>
                    <a:pt x="876" y="3564"/>
                    <a:pt x="762" y="3523"/>
                  </a:cubicBezTo>
                  <a:cubicBezTo>
                    <a:pt x="661" y="3487"/>
                    <a:pt x="670" y="3431"/>
                    <a:pt x="759" y="3431"/>
                  </a:cubicBezTo>
                  <a:cubicBezTo>
                    <a:pt x="770" y="3431"/>
                    <a:pt x="782" y="3432"/>
                    <a:pt x="795" y="3434"/>
                  </a:cubicBezTo>
                  <a:cubicBezTo>
                    <a:pt x="795" y="3434"/>
                    <a:pt x="811" y="3401"/>
                    <a:pt x="819" y="3377"/>
                  </a:cubicBezTo>
                  <a:cubicBezTo>
                    <a:pt x="835" y="3345"/>
                    <a:pt x="779" y="3320"/>
                    <a:pt x="722" y="3304"/>
                  </a:cubicBezTo>
                  <a:cubicBezTo>
                    <a:pt x="616" y="3256"/>
                    <a:pt x="616" y="3256"/>
                    <a:pt x="681" y="3247"/>
                  </a:cubicBezTo>
                  <a:cubicBezTo>
                    <a:pt x="722" y="3247"/>
                    <a:pt x="762" y="3247"/>
                    <a:pt x="803" y="3264"/>
                  </a:cubicBezTo>
                  <a:cubicBezTo>
                    <a:pt x="819" y="3271"/>
                    <a:pt x="832" y="3274"/>
                    <a:pt x="842" y="3274"/>
                  </a:cubicBezTo>
                  <a:cubicBezTo>
                    <a:pt x="868" y="3274"/>
                    <a:pt x="878" y="3254"/>
                    <a:pt x="884" y="3231"/>
                  </a:cubicBezTo>
                  <a:cubicBezTo>
                    <a:pt x="900" y="3207"/>
                    <a:pt x="924" y="3150"/>
                    <a:pt x="868" y="3126"/>
                  </a:cubicBezTo>
                  <a:cubicBezTo>
                    <a:pt x="853" y="3116"/>
                    <a:pt x="847" y="3112"/>
                    <a:pt x="848" y="3112"/>
                  </a:cubicBezTo>
                  <a:lnTo>
                    <a:pt x="848" y="3112"/>
                  </a:lnTo>
                  <a:cubicBezTo>
                    <a:pt x="849" y="3112"/>
                    <a:pt x="885" y="3133"/>
                    <a:pt x="924" y="3150"/>
                  </a:cubicBezTo>
                  <a:cubicBezTo>
                    <a:pt x="933" y="3134"/>
                    <a:pt x="949" y="3134"/>
                    <a:pt x="957" y="3134"/>
                  </a:cubicBezTo>
                  <a:cubicBezTo>
                    <a:pt x="965" y="3134"/>
                    <a:pt x="965" y="3134"/>
                    <a:pt x="941" y="3118"/>
                  </a:cubicBezTo>
                  <a:cubicBezTo>
                    <a:pt x="941" y="3118"/>
                    <a:pt x="957" y="3093"/>
                    <a:pt x="1038" y="3069"/>
                  </a:cubicBezTo>
                  <a:cubicBezTo>
                    <a:pt x="1111" y="3047"/>
                    <a:pt x="1066" y="2927"/>
                    <a:pt x="949" y="2927"/>
                  </a:cubicBezTo>
                  <a:cubicBezTo>
                    <a:pt x="936" y="2927"/>
                    <a:pt x="923" y="2928"/>
                    <a:pt x="908" y="2931"/>
                  </a:cubicBezTo>
                  <a:lnTo>
                    <a:pt x="924" y="2899"/>
                  </a:lnTo>
                  <a:cubicBezTo>
                    <a:pt x="941" y="2874"/>
                    <a:pt x="884" y="2842"/>
                    <a:pt x="884" y="2842"/>
                  </a:cubicBezTo>
                  <a:cubicBezTo>
                    <a:pt x="835" y="2810"/>
                    <a:pt x="852" y="2785"/>
                    <a:pt x="868" y="2753"/>
                  </a:cubicBezTo>
                  <a:lnTo>
                    <a:pt x="868" y="2753"/>
                  </a:lnTo>
                  <a:lnTo>
                    <a:pt x="973" y="2818"/>
                  </a:lnTo>
                  <a:cubicBezTo>
                    <a:pt x="1035" y="2868"/>
                    <a:pt x="1085" y="2892"/>
                    <a:pt x="1109" y="2892"/>
                  </a:cubicBezTo>
                  <a:cubicBezTo>
                    <a:pt x="1140" y="2892"/>
                    <a:pt x="1130" y="2856"/>
                    <a:pt x="1054" y="2793"/>
                  </a:cubicBezTo>
                  <a:lnTo>
                    <a:pt x="1054" y="2793"/>
                  </a:lnTo>
                  <a:lnTo>
                    <a:pt x="1111" y="2826"/>
                  </a:lnTo>
                  <a:cubicBezTo>
                    <a:pt x="1123" y="2832"/>
                    <a:pt x="1133" y="2835"/>
                    <a:pt x="1141" y="2835"/>
                  </a:cubicBezTo>
                  <a:cubicBezTo>
                    <a:pt x="1166" y="2835"/>
                    <a:pt x="1172" y="2806"/>
                    <a:pt x="1160" y="2745"/>
                  </a:cubicBezTo>
                  <a:cubicBezTo>
                    <a:pt x="1176" y="2720"/>
                    <a:pt x="1087" y="2623"/>
                    <a:pt x="1038" y="2591"/>
                  </a:cubicBezTo>
                  <a:cubicBezTo>
                    <a:pt x="989" y="2558"/>
                    <a:pt x="1006" y="2534"/>
                    <a:pt x="1006" y="2534"/>
                  </a:cubicBezTo>
                  <a:cubicBezTo>
                    <a:pt x="1013" y="2523"/>
                    <a:pt x="1019" y="2517"/>
                    <a:pt x="1028" y="2517"/>
                  </a:cubicBezTo>
                  <a:cubicBezTo>
                    <a:pt x="1038" y="2517"/>
                    <a:pt x="1052" y="2525"/>
                    <a:pt x="1079" y="2542"/>
                  </a:cubicBezTo>
                  <a:cubicBezTo>
                    <a:pt x="1109" y="2562"/>
                    <a:pt x="1133" y="2572"/>
                    <a:pt x="1150" y="2572"/>
                  </a:cubicBezTo>
                  <a:cubicBezTo>
                    <a:pt x="1186" y="2572"/>
                    <a:pt x="1185" y="2528"/>
                    <a:pt x="1135" y="2461"/>
                  </a:cubicBezTo>
                  <a:lnTo>
                    <a:pt x="1135" y="2461"/>
                  </a:lnTo>
                  <a:lnTo>
                    <a:pt x="1184" y="2493"/>
                  </a:lnTo>
                  <a:cubicBezTo>
                    <a:pt x="1201" y="2505"/>
                    <a:pt x="1221" y="2515"/>
                    <a:pt x="1241" y="2515"/>
                  </a:cubicBezTo>
                  <a:cubicBezTo>
                    <a:pt x="1277" y="2515"/>
                    <a:pt x="1315" y="2484"/>
                    <a:pt x="1346" y="2380"/>
                  </a:cubicBezTo>
                  <a:cubicBezTo>
                    <a:pt x="1412" y="2301"/>
                    <a:pt x="1461" y="2239"/>
                    <a:pt x="1503" y="2239"/>
                  </a:cubicBezTo>
                  <a:cubicBezTo>
                    <a:pt x="1513" y="2239"/>
                    <a:pt x="1523" y="2242"/>
                    <a:pt x="1533" y="2250"/>
                  </a:cubicBezTo>
                  <a:cubicBezTo>
                    <a:pt x="1536" y="2253"/>
                    <a:pt x="1539" y="2254"/>
                    <a:pt x="1542" y="2254"/>
                  </a:cubicBezTo>
                  <a:cubicBezTo>
                    <a:pt x="1571" y="2254"/>
                    <a:pt x="1561" y="2109"/>
                    <a:pt x="1524" y="1991"/>
                  </a:cubicBezTo>
                  <a:lnTo>
                    <a:pt x="1524" y="1991"/>
                  </a:lnTo>
                  <a:cubicBezTo>
                    <a:pt x="1539" y="2005"/>
                    <a:pt x="1551" y="2011"/>
                    <a:pt x="1563" y="2011"/>
                  </a:cubicBezTo>
                  <a:cubicBezTo>
                    <a:pt x="1585" y="2011"/>
                    <a:pt x="1606" y="1990"/>
                    <a:pt x="1638" y="1958"/>
                  </a:cubicBezTo>
                  <a:cubicBezTo>
                    <a:pt x="1674" y="1922"/>
                    <a:pt x="1690" y="1906"/>
                    <a:pt x="1704" y="1906"/>
                  </a:cubicBezTo>
                  <a:cubicBezTo>
                    <a:pt x="1715" y="1906"/>
                    <a:pt x="1725" y="1916"/>
                    <a:pt x="1743" y="1934"/>
                  </a:cubicBezTo>
                  <a:cubicBezTo>
                    <a:pt x="1775" y="1985"/>
                    <a:pt x="1791" y="2011"/>
                    <a:pt x="1795" y="2011"/>
                  </a:cubicBezTo>
                  <a:cubicBezTo>
                    <a:pt x="1799" y="2011"/>
                    <a:pt x="1789" y="1981"/>
                    <a:pt x="1768" y="1918"/>
                  </a:cubicBezTo>
                  <a:cubicBezTo>
                    <a:pt x="1735" y="1853"/>
                    <a:pt x="1756" y="1820"/>
                    <a:pt x="1794" y="1820"/>
                  </a:cubicBezTo>
                  <a:cubicBezTo>
                    <a:pt x="1823" y="1820"/>
                    <a:pt x="1863" y="1839"/>
                    <a:pt x="1897" y="1877"/>
                  </a:cubicBezTo>
                  <a:cubicBezTo>
                    <a:pt x="1914" y="1894"/>
                    <a:pt x="1928" y="1901"/>
                    <a:pt x="1941" y="1901"/>
                  </a:cubicBezTo>
                  <a:cubicBezTo>
                    <a:pt x="1962" y="1901"/>
                    <a:pt x="1982" y="1885"/>
                    <a:pt x="2011" y="1861"/>
                  </a:cubicBezTo>
                  <a:cubicBezTo>
                    <a:pt x="1995" y="1796"/>
                    <a:pt x="2043" y="1756"/>
                    <a:pt x="2092" y="1715"/>
                  </a:cubicBezTo>
                  <a:cubicBezTo>
                    <a:pt x="2165" y="1658"/>
                    <a:pt x="2165" y="1658"/>
                    <a:pt x="2084" y="1561"/>
                  </a:cubicBezTo>
                  <a:cubicBezTo>
                    <a:pt x="2011" y="1472"/>
                    <a:pt x="2035" y="1448"/>
                    <a:pt x="2092" y="1415"/>
                  </a:cubicBezTo>
                  <a:cubicBezTo>
                    <a:pt x="2105" y="1402"/>
                    <a:pt x="2120" y="1392"/>
                    <a:pt x="2136" y="1392"/>
                  </a:cubicBezTo>
                  <a:cubicBezTo>
                    <a:pt x="2151" y="1392"/>
                    <a:pt x="2166" y="1400"/>
                    <a:pt x="2181" y="1423"/>
                  </a:cubicBezTo>
                  <a:cubicBezTo>
                    <a:pt x="2181" y="1423"/>
                    <a:pt x="2215" y="1440"/>
                    <a:pt x="2244" y="1440"/>
                  </a:cubicBezTo>
                  <a:cubicBezTo>
                    <a:pt x="2254" y="1440"/>
                    <a:pt x="2264" y="1438"/>
                    <a:pt x="2270" y="1431"/>
                  </a:cubicBezTo>
                  <a:cubicBezTo>
                    <a:pt x="2283" y="1423"/>
                    <a:pt x="2295" y="1415"/>
                    <a:pt x="2308" y="1415"/>
                  </a:cubicBezTo>
                  <a:cubicBezTo>
                    <a:pt x="2321" y="1415"/>
                    <a:pt x="2335" y="1423"/>
                    <a:pt x="2351" y="1448"/>
                  </a:cubicBezTo>
                  <a:cubicBezTo>
                    <a:pt x="2372" y="1456"/>
                    <a:pt x="2392" y="1460"/>
                    <a:pt x="2411" y="1460"/>
                  </a:cubicBezTo>
                  <a:cubicBezTo>
                    <a:pt x="2431" y="1460"/>
                    <a:pt x="2449" y="1456"/>
                    <a:pt x="2465" y="1448"/>
                  </a:cubicBezTo>
                  <a:cubicBezTo>
                    <a:pt x="2499" y="1428"/>
                    <a:pt x="2530" y="1408"/>
                    <a:pt x="2557" y="1408"/>
                  </a:cubicBezTo>
                  <a:cubicBezTo>
                    <a:pt x="2574" y="1408"/>
                    <a:pt x="2590" y="1417"/>
                    <a:pt x="2603" y="1439"/>
                  </a:cubicBezTo>
                  <a:cubicBezTo>
                    <a:pt x="2627" y="1423"/>
                    <a:pt x="2627" y="1423"/>
                    <a:pt x="2595" y="1366"/>
                  </a:cubicBezTo>
                  <a:cubicBezTo>
                    <a:pt x="2570" y="1318"/>
                    <a:pt x="2562" y="1245"/>
                    <a:pt x="2708" y="1245"/>
                  </a:cubicBezTo>
                  <a:cubicBezTo>
                    <a:pt x="2757" y="1212"/>
                    <a:pt x="2846" y="1172"/>
                    <a:pt x="2814" y="1115"/>
                  </a:cubicBezTo>
                  <a:cubicBezTo>
                    <a:pt x="2825" y="1109"/>
                    <a:pt x="2832" y="1106"/>
                    <a:pt x="2838" y="1106"/>
                  </a:cubicBezTo>
                  <a:cubicBezTo>
                    <a:pt x="2849" y="1106"/>
                    <a:pt x="2855" y="1119"/>
                    <a:pt x="2870" y="1156"/>
                  </a:cubicBezTo>
                  <a:cubicBezTo>
                    <a:pt x="2894" y="1200"/>
                    <a:pt x="2917" y="1222"/>
                    <a:pt x="2936" y="1222"/>
                  </a:cubicBezTo>
                  <a:cubicBezTo>
                    <a:pt x="2961" y="1222"/>
                    <a:pt x="2979" y="1182"/>
                    <a:pt x="2984" y="1107"/>
                  </a:cubicBezTo>
                  <a:cubicBezTo>
                    <a:pt x="2969" y="1073"/>
                    <a:pt x="2975" y="1054"/>
                    <a:pt x="2992" y="1054"/>
                  </a:cubicBezTo>
                  <a:cubicBezTo>
                    <a:pt x="3004" y="1054"/>
                    <a:pt x="3021" y="1063"/>
                    <a:pt x="3041" y="1083"/>
                  </a:cubicBezTo>
                  <a:cubicBezTo>
                    <a:pt x="3041" y="1083"/>
                    <a:pt x="3073" y="1066"/>
                    <a:pt x="3081" y="1002"/>
                  </a:cubicBezTo>
                  <a:cubicBezTo>
                    <a:pt x="3081" y="963"/>
                    <a:pt x="3081" y="944"/>
                    <a:pt x="3098" y="944"/>
                  </a:cubicBezTo>
                  <a:cubicBezTo>
                    <a:pt x="3110" y="944"/>
                    <a:pt x="3130" y="953"/>
                    <a:pt x="3162" y="969"/>
                  </a:cubicBezTo>
                  <a:cubicBezTo>
                    <a:pt x="3177" y="999"/>
                    <a:pt x="3196" y="1008"/>
                    <a:pt x="3213" y="1008"/>
                  </a:cubicBezTo>
                  <a:cubicBezTo>
                    <a:pt x="3224" y="1008"/>
                    <a:pt x="3234" y="1005"/>
                    <a:pt x="3243" y="1002"/>
                  </a:cubicBezTo>
                  <a:cubicBezTo>
                    <a:pt x="3275" y="937"/>
                    <a:pt x="3496" y="863"/>
                    <a:pt x="3606" y="863"/>
                  </a:cubicBezTo>
                  <a:cubicBezTo>
                    <a:pt x="3635" y="863"/>
                    <a:pt x="3656" y="868"/>
                    <a:pt x="3665" y="880"/>
                  </a:cubicBezTo>
                  <a:cubicBezTo>
                    <a:pt x="3681" y="807"/>
                    <a:pt x="3681" y="807"/>
                    <a:pt x="3714" y="807"/>
                  </a:cubicBezTo>
                  <a:cubicBezTo>
                    <a:pt x="3734" y="845"/>
                    <a:pt x="3750" y="862"/>
                    <a:pt x="3759" y="862"/>
                  </a:cubicBezTo>
                  <a:cubicBezTo>
                    <a:pt x="3777" y="862"/>
                    <a:pt x="3778" y="811"/>
                    <a:pt x="3762" y="734"/>
                  </a:cubicBezTo>
                  <a:lnTo>
                    <a:pt x="3762" y="734"/>
                  </a:lnTo>
                  <a:lnTo>
                    <a:pt x="3730" y="742"/>
                  </a:lnTo>
                  <a:lnTo>
                    <a:pt x="3697" y="750"/>
                  </a:lnTo>
                  <a:cubicBezTo>
                    <a:pt x="3686" y="692"/>
                    <a:pt x="3702" y="658"/>
                    <a:pt x="3726" y="658"/>
                  </a:cubicBezTo>
                  <a:cubicBezTo>
                    <a:pt x="3751" y="658"/>
                    <a:pt x="3786" y="698"/>
                    <a:pt x="3803" y="791"/>
                  </a:cubicBezTo>
                  <a:cubicBezTo>
                    <a:pt x="3830" y="842"/>
                    <a:pt x="3844" y="868"/>
                    <a:pt x="3853" y="868"/>
                  </a:cubicBezTo>
                  <a:cubicBezTo>
                    <a:pt x="3861" y="868"/>
                    <a:pt x="3863" y="838"/>
                    <a:pt x="3868" y="775"/>
                  </a:cubicBezTo>
                  <a:cubicBezTo>
                    <a:pt x="3872" y="711"/>
                    <a:pt x="3885" y="678"/>
                    <a:pt x="3904" y="678"/>
                  </a:cubicBezTo>
                  <a:cubicBezTo>
                    <a:pt x="3921" y="678"/>
                    <a:pt x="3942" y="705"/>
                    <a:pt x="3965" y="758"/>
                  </a:cubicBezTo>
                  <a:cubicBezTo>
                    <a:pt x="3973" y="817"/>
                    <a:pt x="3977" y="846"/>
                    <a:pt x="3981" y="846"/>
                  </a:cubicBezTo>
                  <a:cubicBezTo>
                    <a:pt x="3985" y="846"/>
                    <a:pt x="3989" y="813"/>
                    <a:pt x="3997" y="750"/>
                  </a:cubicBezTo>
                  <a:cubicBezTo>
                    <a:pt x="4011" y="611"/>
                    <a:pt x="4049" y="531"/>
                    <a:pt x="4083" y="531"/>
                  </a:cubicBezTo>
                  <a:cubicBezTo>
                    <a:pt x="4109" y="531"/>
                    <a:pt x="4133" y="576"/>
                    <a:pt x="4143" y="677"/>
                  </a:cubicBezTo>
                  <a:cubicBezTo>
                    <a:pt x="4158" y="791"/>
                    <a:pt x="4188" y="848"/>
                    <a:pt x="4218" y="848"/>
                  </a:cubicBezTo>
                  <a:cubicBezTo>
                    <a:pt x="4220" y="848"/>
                    <a:pt x="4222" y="848"/>
                    <a:pt x="4224" y="848"/>
                  </a:cubicBezTo>
                  <a:cubicBezTo>
                    <a:pt x="4257" y="848"/>
                    <a:pt x="4249" y="783"/>
                    <a:pt x="4249" y="726"/>
                  </a:cubicBezTo>
                  <a:cubicBezTo>
                    <a:pt x="4224" y="668"/>
                    <a:pt x="4220" y="638"/>
                    <a:pt x="4232" y="638"/>
                  </a:cubicBezTo>
                  <a:lnTo>
                    <a:pt x="4232" y="638"/>
                  </a:lnTo>
                  <a:cubicBezTo>
                    <a:pt x="4244" y="638"/>
                    <a:pt x="4270" y="666"/>
                    <a:pt x="4305" y="726"/>
                  </a:cubicBezTo>
                  <a:cubicBezTo>
                    <a:pt x="4367" y="818"/>
                    <a:pt x="4409" y="860"/>
                    <a:pt x="4451" y="860"/>
                  </a:cubicBezTo>
                  <a:cubicBezTo>
                    <a:pt x="4486" y="860"/>
                    <a:pt x="4520" y="830"/>
                    <a:pt x="4565" y="775"/>
                  </a:cubicBezTo>
                  <a:cubicBezTo>
                    <a:pt x="4626" y="718"/>
                    <a:pt x="4680" y="689"/>
                    <a:pt x="4708" y="689"/>
                  </a:cubicBezTo>
                  <a:cubicBezTo>
                    <a:pt x="4735" y="689"/>
                    <a:pt x="4735" y="718"/>
                    <a:pt x="4686" y="775"/>
                  </a:cubicBezTo>
                  <a:cubicBezTo>
                    <a:pt x="4648" y="847"/>
                    <a:pt x="4632" y="876"/>
                    <a:pt x="4640" y="876"/>
                  </a:cubicBezTo>
                  <a:cubicBezTo>
                    <a:pt x="4645" y="876"/>
                    <a:pt x="4660" y="862"/>
                    <a:pt x="4686" y="839"/>
                  </a:cubicBezTo>
                  <a:lnTo>
                    <a:pt x="4841" y="839"/>
                  </a:lnTo>
                  <a:cubicBezTo>
                    <a:pt x="4842" y="840"/>
                    <a:pt x="4844" y="840"/>
                    <a:pt x="4845" y="840"/>
                  </a:cubicBezTo>
                  <a:cubicBezTo>
                    <a:pt x="4870" y="840"/>
                    <a:pt x="4905" y="787"/>
                    <a:pt x="4905" y="726"/>
                  </a:cubicBezTo>
                  <a:cubicBezTo>
                    <a:pt x="4921" y="809"/>
                    <a:pt x="4950" y="866"/>
                    <a:pt x="4988" y="866"/>
                  </a:cubicBezTo>
                  <a:cubicBezTo>
                    <a:pt x="5009" y="866"/>
                    <a:pt x="5033" y="848"/>
                    <a:pt x="5059" y="807"/>
                  </a:cubicBezTo>
                  <a:lnTo>
                    <a:pt x="5116" y="815"/>
                  </a:lnTo>
                  <a:cubicBezTo>
                    <a:pt x="5149" y="815"/>
                    <a:pt x="5149" y="815"/>
                    <a:pt x="5189" y="758"/>
                  </a:cubicBezTo>
                  <a:cubicBezTo>
                    <a:pt x="5199" y="746"/>
                    <a:pt x="5208" y="741"/>
                    <a:pt x="5216" y="741"/>
                  </a:cubicBezTo>
                  <a:cubicBezTo>
                    <a:pt x="5241" y="741"/>
                    <a:pt x="5258" y="790"/>
                    <a:pt x="5270" y="839"/>
                  </a:cubicBezTo>
                  <a:cubicBezTo>
                    <a:pt x="5288" y="886"/>
                    <a:pt x="5301" y="928"/>
                    <a:pt x="5310" y="928"/>
                  </a:cubicBezTo>
                  <a:cubicBezTo>
                    <a:pt x="5314" y="928"/>
                    <a:pt x="5317" y="921"/>
                    <a:pt x="5319" y="904"/>
                  </a:cubicBezTo>
                  <a:cubicBezTo>
                    <a:pt x="5335" y="848"/>
                    <a:pt x="5408" y="799"/>
                    <a:pt x="5449" y="750"/>
                  </a:cubicBezTo>
                  <a:cubicBezTo>
                    <a:pt x="5459" y="737"/>
                    <a:pt x="5468" y="732"/>
                    <a:pt x="5475" y="732"/>
                  </a:cubicBezTo>
                  <a:cubicBezTo>
                    <a:pt x="5494" y="732"/>
                    <a:pt x="5495" y="773"/>
                    <a:pt x="5465" y="815"/>
                  </a:cubicBezTo>
                  <a:cubicBezTo>
                    <a:pt x="5457" y="872"/>
                    <a:pt x="5457" y="872"/>
                    <a:pt x="5497" y="945"/>
                  </a:cubicBezTo>
                  <a:cubicBezTo>
                    <a:pt x="5510" y="948"/>
                    <a:pt x="5528" y="953"/>
                    <a:pt x="5544" y="953"/>
                  </a:cubicBezTo>
                  <a:cubicBezTo>
                    <a:pt x="5569" y="953"/>
                    <a:pt x="5593" y="943"/>
                    <a:pt x="5603" y="904"/>
                  </a:cubicBezTo>
                  <a:cubicBezTo>
                    <a:pt x="5608" y="887"/>
                    <a:pt x="5628" y="879"/>
                    <a:pt x="5654" y="879"/>
                  </a:cubicBezTo>
                  <a:cubicBezTo>
                    <a:pt x="5713" y="879"/>
                    <a:pt x="5802" y="918"/>
                    <a:pt x="5813" y="969"/>
                  </a:cubicBezTo>
                  <a:lnTo>
                    <a:pt x="5870" y="985"/>
                  </a:lnTo>
                  <a:cubicBezTo>
                    <a:pt x="5873" y="986"/>
                    <a:pt x="5875" y="986"/>
                    <a:pt x="5878" y="986"/>
                  </a:cubicBezTo>
                  <a:cubicBezTo>
                    <a:pt x="5905" y="986"/>
                    <a:pt x="5940" y="958"/>
                    <a:pt x="5964" y="958"/>
                  </a:cubicBezTo>
                  <a:cubicBezTo>
                    <a:pt x="5968" y="958"/>
                    <a:pt x="5972" y="959"/>
                    <a:pt x="5976" y="961"/>
                  </a:cubicBezTo>
                  <a:cubicBezTo>
                    <a:pt x="5976" y="961"/>
                    <a:pt x="5978" y="962"/>
                    <a:pt x="5981" y="962"/>
                  </a:cubicBezTo>
                  <a:cubicBezTo>
                    <a:pt x="5993" y="962"/>
                    <a:pt x="6020" y="957"/>
                    <a:pt x="6057" y="921"/>
                  </a:cubicBezTo>
                  <a:cubicBezTo>
                    <a:pt x="6089" y="937"/>
                    <a:pt x="6113" y="945"/>
                    <a:pt x="6097" y="1002"/>
                  </a:cubicBezTo>
                  <a:cubicBezTo>
                    <a:pt x="6132" y="956"/>
                    <a:pt x="6150" y="931"/>
                    <a:pt x="6158" y="931"/>
                  </a:cubicBezTo>
                  <a:lnTo>
                    <a:pt x="6158" y="931"/>
                  </a:lnTo>
                  <a:cubicBezTo>
                    <a:pt x="6167" y="931"/>
                    <a:pt x="6163" y="962"/>
                    <a:pt x="6154" y="1026"/>
                  </a:cubicBezTo>
                  <a:cubicBezTo>
                    <a:pt x="6133" y="1084"/>
                    <a:pt x="6123" y="1112"/>
                    <a:pt x="6128" y="1112"/>
                  </a:cubicBezTo>
                  <a:cubicBezTo>
                    <a:pt x="6132" y="1112"/>
                    <a:pt x="6151" y="1086"/>
                    <a:pt x="6186" y="1034"/>
                  </a:cubicBezTo>
                  <a:cubicBezTo>
                    <a:pt x="6208" y="1016"/>
                    <a:pt x="6220" y="1006"/>
                    <a:pt x="6227" y="1006"/>
                  </a:cubicBezTo>
                  <a:cubicBezTo>
                    <a:pt x="6237" y="1006"/>
                    <a:pt x="6239" y="1022"/>
                    <a:pt x="6243" y="1058"/>
                  </a:cubicBezTo>
                  <a:cubicBezTo>
                    <a:pt x="6229" y="1091"/>
                    <a:pt x="6231" y="1110"/>
                    <a:pt x="6240" y="1110"/>
                  </a:cubicBezTo>
                  <a:cubicBezTo>
                    <a:pt x="6247" y="1110"/>
                    <a:pt x="6257" y="1099"/>
                    <a:pt x="6268" y="1075"/>
                  </a:cubicBezTo>
                  <a:cubicBezTo>
                    <a:pt x="6310" y="1023"/>
                    <a:pt x="6363" y="994"/>
                    <a:pt x="6394" y="994"/>
                  </a:cubicBezTo>
                  <a:cubicBezTo>
                    <a:pt x="6421" y="994"/>
                    <a:pt x="6432" y="1017"/>
                    <a:pt x="6405" y="1066"/>
                  </a:cubicBezTo>
                  <a:cubicBezTo>
                    <a:pt x="6405" y="1066"/>
                    <a:pt x="6412" y="1070"/>
                    <a:pt x="6424" y="1070"/>
                  </a:cubicBezTo>
                  <a:cubicBezTo>
                    <a:pt x="6439" y="1070"/>
                    <a:pt x="6463" y="1065"/>
                    <a:pt x="6495" y="1042"/>
                  </a:cubicBezTo>
                  <a:cubicBezTo>
                    <a:pt x="6533" y="995"/>
                    <a:pt x="6554" y="971"/>
                    <a:pt x="6558" y="971"/>
                  </a:cubicBezTo>
                  <a:lnTo>
                    <a:pt x="6558" y="971"/>
                  </a:lnTo>
                  <a:cubicBezTo>
                    <a:pt x="6562" y="971"/>
                    <a:pt x="6548" y="999"/>
                    <a:pt x="6519" y="1058"/>
                  </a:cubicBezTo>
                  <a:cubicBezTo>
                    <a:pt x="6510" y="1127"/>
                    <a:pt x="6513" y="1162"/>
                    <a:pt x="6533" y="1162"/>
                  </a:cubicBezTo>
                  <a:cubicBezTo>
                    <a:pt x="6548" y="1162"/>
                    <a:pt x="6573" y="1141"/>
                    <a:pt x="6608" y="1099"/>
                  </a:cubicBezTo>
                  <a:cubicBezTo>
                    <a:pt x="6608" y="1099"/>
                    <a:pt x="6622" y="1091"/>
                    <a:pt x="6636" y="1091"/>
                  </a:cubicBezTo>
                  <a:cubicBezTo>
                    <a:pt x="6651" y="1091"/>
                    <a:pt x="6665" y="1099"/>
                    <a:pt x="6665" y="1131"/>
                  </a:cubicBezTo>
                  <a:cubicBezTo>
                    <a:pt x="6689" y="1191"/>
                    <a:pt x="6766" y="1286"/>
                    <a:pt x="6817" y="1286"/>
                  </a:cubicBezTo>
                  <a:cubicBezTo>
                    <a:pt x="6836" y="1286"/>
                    <a:pt x="6851" y="1274"/>
                    <a:pt x="6859" y="1245"/>
                  </a:cubicBezTo>
                  <a:lnTo>
                    <a:pt x="6916" y="1277"/>
                  </a:lnTo>
                  <a:cubicBezTo>
                    <a:pt x="6927" y="1336"/>
                    <a:pt x="6945" y="1363"/>
                    <a:pt x="6972" y="1363"/>
                  </a:cubicBezTo>
                  <a:cubicBezTo>
                    <a:pt x="6986" y="1363"/>
                    <a:pt x="7002" y="1356"/>
                    <a:pt x="7022" y="1342"/>
                  </a:cubicBezTo>
                  <a:lnTo>
                    <a:pt x="7078" y="1318"/>
                  </a:lnTo>
                  <a:lnTo>
                    <a:pt x="7078" y="1318"/>
                  </a:lnTo>
                  <a:cubicBezTo>
                    <a:pt x="7046" y="1366"/>
                    <a:pt x="7038" y="1431"/>
                    <a:pt x="7070" y="1448"/>
                  </a:cubicBezTo>
                  <a:cubicBezTo>
                    <a:pt x="7080" y="1458"/>
                    <a:pt x="7086" y="1463"/>
                    <a:pt x="7092" y="1463"/>
                  </a:cubicBezTo>
                  <a:cubicBezTo>
                    <a:pt x="7100" y="1463"/>
                    <a:pt x="7108" y="1452"/>
                    <a:pt x="7127" y="1423"/>
                  </a:cubicBezTo>
                  <a:cubicBezTo>
                    <a:pt x="7131" y="1385"/>
                    <a:pt x="7140" y="1373"/>
                    <a:pt x="7151" y="1373"/>
                  </a:cubicBezTo>
                  <a:cubicBezTo>
                    <a:pt x="7160" y="1373"/>
                    <a:pt x="7172" y="1383"/>
                    <a:pt x="7184" y="1391"/>
                  </a:cubicBezTo>
                  <a:cubicBezTo>
                    <a:pt x="7216" y="1407"/>
                    <a:pt x="7208" y="1480"/>
                    <a:pt x="7167" y="1529"/>
                  </a:cubicBezTo>
                  <a:lnTo>
                    <a:pt x="7192" y="1545"/>
                  </a:lnTo>
                  <a:cubicBezTo>
                    <a:pt x="7229" y="1495"/>
                    <a:pt x="7254" y="1477"/>
                    <a:pt x="7265" y="1477"/>
                  </a:cubicBezTo>
                  <a:cubicBezTo>
                    <a:pt x="7275" y="1477"/>
                    <a:pt x="7272" y="1493"/>
                    <a:pt x="7257" y="1512"/>
                  </a:cubicBezTo>
                  <a:cubicBezTo>
                    <a:pt x="7240" y="1553"/>
                    <a:pt x="7257" y="1602"/>
                    <a:pt x="7297" y="1626"/>
                  </a:cubicBezTo>
                  <a:cubicBezTo>
                    <a:pt x="7306" y="1612"/>
                    <a:pt x="7312" y="1607"/>
                    <a:pt x="7316" y="1607"/>
                  </a:cubicBezTo>
                  <a:lnTo>
                    <a:pt x="7316" y="1607"/>
                  </a:lnTo>
                  <a:cubicBezTo>
                    <a:pt x="7322" y="1607"/>
                    <a:pt x="7317" y="1629"/>
                    <a:pt x="7305" y="1629"/>
                  </a:cubicBezTo>
                  <a:cubicBezTo>
                    <a:pt x="7303" y="1629"/>
                    <a:pt x="7300" y="1628"/>
                    <a:pt x="7297" y="1626"/>
                  </a:cubicBezTo>
                  <a:lnTo>
                    <a:pt x="7257" y="1666"/>
                  </a:lnTo>
                  <a:cubicBezTo>
                    <a:pt x="7251" y="1693"/>
                    <a:pt x="7252" y="1704"/>
                    <a:pt x="7259" y="1704"/>
                  </a:cubicBezTo>
                  <a:cubicBezTo>
                    <a:pt x="7270" y="1704"/>
                    <a:pt x="7296" y="1673"/>
                    <a:pt x="7322" y="1642"/>
                  </a:cubicBezTo>
                  <a:lnTo>
                    <a:pt x="7370" y="1683"/>
                  </a:lnTo>
                  <a:cubicBezTo>
                    <a:pt x="7382" y="1694"/>
                    <a:pt x="7393" y="1704"/>
                    <a:pt x="7403" y="1704"/>
                  </a:cubicBezTo>
                  <a:cubicBezTo>
                    <a:pt x="7414" y="1704"/>
                    <a:pt x="7423" y="1692"/>
                    <a:pt x="7427" y="1658"/>
                  </a:cubicBezTo>
                  <a:cubicBezTo>
                    <a:pt x="7461" y="1617"/>
                    <a:pt x="7496" y="1582"/>
                    <a:pt x="7520" y="1582"/>
                  </a:cubicBezTo>
                  <a:cubicBezTo>
                    <a:pt x="7525" y="1582"/>
                    <a:pt x="7529" y="1583"/>
                    <a:pt x="7532" y="1585"/>
                  </a:cubicBezTo>
                  <a:cubicBezTo>
                    <a:pt x="7542" y="1575"/>
                    <a:pt x="7549" y="1572"/>
                    <a:pt x="7553" y="1572"/>
                  </a:cubicBezTo>
                  <a:lnTo>
                    <a:pt x="7553" y="1572"/>
                  </a:lnTo>
                  <a:cubicBezTo>
                    <a:pt x="7562" y="1572"/>
                    <a:pt x="7555" y="1591"/>
                    <a:pt x="7544" y="1591"/>
                  </a:cubicBezTo>
                  <a:cubicBezTo>
                    <a:pt x="7540" y="1591"/>
                    <a:pt x="7536" y="1589"/>
                    <a:pt x="7532" y="1585"/>
                  </a:cubicBezTo>
                  <a:cubicBezTo>
                    <a:pt x="7492" y="1634"/>
                    <a:pt x="7451" y="1683"/>
                    <a:pt x="7476" y="1699"/>
                  </a:cubicBezTo>
                  <a:cubicBezTo>
                    <a:pt x="7500" y="1723"/>
                    <a:pt x="7459" y="1764"/>
                    <a:pt x="7459" y="1764"/>
                  </a:cubicBezTo>
                  <a:cubicBezTo>
                    <a:pt x="7381" y="1822"/>
                    <a:pt x="7449" y="1860"/>
                    <a:pt x="7513" y="1860"/>
                  </a:cubicBezTo>
                  <a:cubicBezTo>
                    <a:pt x="7529" y="1860"/>
                    <a:pt x="7544" y="1858"/>
                    <a:pt x="7557" y="1853"/>
                  </a:cubicBezTo>
                  <a:cubicBezTo>
                    <a:pt x="7598" y="1840"/>
                    <a:pt x="7629" y="1834"/>
                    <a:pt x="7648" y="1834"/>
                  </a:cubicBezTo>
                  <a:cubicBezTo>
                    <a:pt x="7690" y="1834"/>
                    <a:pt x="7682" y="1863"/>
                    <a:pt x="7622" y="1918"/>
                  </a:cubicBezTo>
                  <a:cubicBezTo>
                    <a:pt x="7592" y="1951"/>
                    <a:pt x="7590" y="1965"/>
                    <a:pt x="7608" y="1965"/>
                  </a:cubicBezTo>
                  <a:cubicBezTo>
                    <a:pt x="7638" y="1965"/>
                    <a:pt x="7724" y="1923"/>
                    <a:pt x="7816" y="1861"/>
                  </a:cubicBezTo>
                  <a:lnTo>
                    <a:pt x="7970" y="1764"/>
                  </a:lnTo>
                  <a:lnTo>
                    <a:pt x="7840" y="1885"/>
                  </a:lnTo>
                  <a:cubicBezTo>
                    <a:pt x="7717" y="2041"/>
                    <a:pt x="7693" y="2067"/>
                    <a:pt x="7766" y="2067"/>
                  </a:cubicBezTo>
                  <a:cubicBezTo>
                    <a:pt x="7785" y="2067"/>
                    <a:pt x="7810" y="2065"/>
                    <a:pt x="7840" y="2064"/>
                  </a:cubicBezTo>
                  <a:cubicBezTo>
                    <a:pt x="7930" y="2072"/>
                    <a:pt x="7930" y="2080"/>
                    <a:pt x="7881" y="2112"/>
                  </a:cubicBezTo>
                  <a:cubicBezTo>
                    <a:pt x="7832" y="2153"/>
                    <a:pt x="7857" y="2177"/>
                    <a:pt x="7913" y="2250"/>
                  </a:cubicBezTo>
                  <a:cubicBezTo>
                    <a:pt x="7952" y="2305"/>
                    <a:pt x="7976" y="2334"/>
                    <a:pt x="8000" y="2334"/>
                  </a:cubicBezTo>
                  <a:cubicBezTo>
                    <a:pt x="8011" y="2334"/>
                    <a:pt x="8022" y="2328"/>
                    <a:pt x="8035" y="2315"/>
                  </a:cubicBezTo>
                  <a:lnTo>
                    <a:pt x="8076" y="2364"/>
                  </a:lnTo>
                  <a:cubicBezTo>
                    <a:pt x="8035" y="2418"/>
                    <a:pt x="8042" y="2447"/>
                    <a:pt x="8070" y="2447"/>
                  </a:cubicBezTo>
                  <a:cubicBezTo>
                    <a:pt x="8092" y="2447"/>
                    <a:pt x="8129" y="2428"/>
                    <a:pt x="8165" y="2388"/>
                  </a:cubicBezTo>
                  <a:cubicBezTo>
                    <a:pt x="8165" y="2388"/>
                    <a:pt x="8181" y="2412"/>
                    <a:pt x="8197" y="2437"/>
                  </a:cubicBezTo>
                  <a:lnTo>
                    <a:pt x="8149" y="2469"/>
                  </a:lnTo>
                  <a:cubicBezTo>
                    <a:pt x="8100" y="2510"/>
                    <a:pt x="8140" y="2558"/>
                    <a:pt x="8270" y="2777"/>
                  </a:cubicBezTo>
                  <a:cubicBezTo>
                    <a:pt x="8371" y="2955"/>
                    <a:pt x="8398" y="3020"/>
                    <a:pt x="8450" y="3020"/>
                  </a:cubicBezTo>
                  <a:cubicBezTo>
                    <a:pt x="8469" y="3020"/>
                    <a:pt x="8491" y="3011"/>
                    <a:pt x="8521" y="2996"/>
                  </a:cubicBezTo>
                  <a:cubicBezTo>
                    <a:pt x="8549" y="2991"/>
                    <a:pt x="8571" y="2988"/>
                    <a:pt x="8587" y="2988"/>
                  </a:cubicBezTo>
                  <a:cubicBezTo>
                    <a:pt x="8641" y="2988"/>
                    <a:pt x="8627" y="3017"/>
                    <a:pt x="8546" y="3061"/>
                  </a:cubicBezTo>
                  <a:cubicBezTo>
                    <a:pt x="8506" y="3081"/>
                    <a:pt x="8472" y="3116"/>
                    <a:pt x="8487" y="3116"/>
                  </a:cubicBezTo>
                  <a:cubicBezTo>
                    <a:pt x="8490" y="3116"/>
                    <a:pt x="8496" y="3114"/>
                    <a:pt x="8505" y="3110"/>
                  </a:cubicBezTo>
                  <a:lnTo>
                    <a:pt x="8505" y="3110"/>
                  </a:lnTo>
                  <a:cubicBezTo>
                    <a:pt x="8521" y="3150"/>
                    <a:pt x="8513" y="3191"/>
                    <a:pt x="8489" y="3223"/>
                  </a:cubicBezTo>
                  <a:cubicBezTo>
                    <a:pt x="8438" y="3320"/>
                    <a:pt x="8455" y="3349"/>
                    <a:pt x="8489" y="3349"/>
                  </a:cubicBezTo>
                  <a:cubicBezTo>
                    <a:pt x="8503" y="3349"/>
                    <a:pt x="8521" y="3344"/>
                    <a:pt x="8538" y="3337"/>
                  </a:cubicBezTo>
                  <a:cubicBezTo>
                    <a:pt x="8571" y="3311"/>
                    <a:pt x="8588" y="3302"/>
                    <a:pt x="8595" y="3302"/>
                  </a:cubicBezTo>
                  <a:lnTo>
                    <a:pt x="8595" y="3302"/>
                  </a:lnTo>
                  <a:cubicBezTo>
                    <a:pt x="8607" y="3302"/>
                    <a:pt x="8580" y="3337"/>
                    <a:pt x="8554" y="3369"/>
                  </a:cubicBezTo>
                  <a:cubicBezTo>
                    <a:pt x="8513" y="3410"/>
                    <a:pt x="8478" y="3456"/>
                    <a:pt x="8501" y="3456"/>
                  </a:cubicBezTo>
                  <a:cubicBezTo>
                    <a:pt x="8505" y="3456"/>
                    <a:pt x="8512" y="3454"/>
                    <a:pt x="8521" y="3450"/>
                  </a:cubicBezTo>
                  <a:cubicBezTo>
                    <a:pt x="8586" y="3450"/>
                    <a:pt x="8708" y="3612"/>
                    <a:pt x="8594" y="3653"/>
                  </a:cubicBezTo>
                  <a:lnTo>
                    <a:pt x="8611" y="3710"/>
                  </a:lnTo>
                  <a:cubicBezTo>
                    <a:pt x="8617" y="3708"/>
                    <a:pt x="8624" y="3707"/>
                    <a:pt x="8629" y="3707"/>
                  </a:cubicBezTo>
                  <a:cubicBezTo>
                    <a:pt x="8673" y="3707"/>
                    <a:pt x="8694" y="3758"/>
                    <a:pt x="8708" y="3815"/>
                  </a:cubicBezTo>
                  <a:cubicBezTo>
                    <a:pt x="8724" y="3872"/>
                    <a:pt x="8732" y="3904"/>
                    <a:pt x="8676" y="3920"/>
                  </a:cubicBezTo>
                  <a:cubicBezTo>
                    <a:pt x="8664" y="3917"/>
                    <a:pt x="8655" y="3916"/>
                    <a:pt x="8648" y="3916"/>
                  </a:cubicBezTo>
                  <a:cubicBezTo>
                    <a:pt x="8616" y="3916"/>
                    <a:pt x="8632" y="3944"/>
                    <a:pt x="8692" y="3977"/>
                  </a:cubicBezTo>
                  <a:cubicBezTo>
                    <a:pt x="8700" y="4010"/>
                    <a:pt x="8821" y="4010"/>
                    <a:pt x="8830" y="4042"/>
                  </a:cubicBezTo>
                  <a:cubicBezTo>
                    <a:pt x="8845" y="4038"/>
                    <a:pt x="8861" y="4036"/>
                    <a:pt x="8876" y="4036"/>
                  </a:cubicBezTo>
                  <a:cubicBezTo>
                    <a:pt x="8917" y="4036"/>
                    <a:pt x="8953" y="4051"/>
                    <a:pt x="8959" y="4074"/>
                  </a:cubicBezTo>
                  <a:lnTo>
                    <a:pt x="8903" y="4083"/>
                  </a:lnTo>
                  <a:lnTo>
                    <a:pt x="8781" y="4115"/>
                  </a:lnTo>
                  <a:cubicBezTo>
                    <a:pt x="8788" y="4143"/>
                    <a:pt x="8795" y="4165"/>
                    <a:pt x="8834" y="4165"/>
                  </a:cubicBezTo>
                  <a:cubicBezTo>
                    <a:pt x="8840" y="4165"/>
                    <a:pt x="8846" y="4165"/>
                    <a:pt x="8854" y="4164"/>
                  </a:cubicBezTo>
                  <a:lnTo>
                    <a:pt x="8854" y="4164"/>
                  </a:lnTo>
                  <a:cubicBezTo>
                    <a:pt x="8805" y="4204"/>
                    <a:pt x="8813" y="4237"/>
                    <a:pt x="8821" y="4293"/>
                  </a:cubicBezTo>
                  <a:cubicBezTo>
                    <a:pt x="8838" y="4358"/>
                    <a:pt x="8846" y="4415"/>
                    <a:pt x="8911" y="4439"/>
                  </a:cubicBezTo>
                  <a:cubicBezTo>
                    <a:pt x="8797" y="4496"/>
                    <a:pt x="8830" y="4666"/>
                    <a:pt x="8951" y="4691"/>
                  </a:cubicBezTo>
                  <a:cubicBezTo>
                    <a:pt x="8957" y="4690"/>
                    <a:pt x="8963" y="4689"/>
                    <a:pt x="8968" y="4689"/>
                  </a:cubicBezTo>
                  <a:cubicBezTo>
                    <a:pt x="9009" y="4689"/>
                    <a:pt x="9010" y="4718"/>
                    <a:pt x="8959" y="4747"/>
                  </a:cubicBezTo>
                  <a:cubicBezTo>
                    <a:pt x="8903" y="4788"/>
                    <a:pt x="8903" y="4788"/>
                    <a:pt x="8967" y="4812"/>
                  </a:cubicBezTo>
                  <a:cubicBezTo>
                    <a:pt x="9024" y="4837"/>
                    <a:pt x="8967" y="4877"/>
                    <a:pt x="8911" y="4910"/>
                  </a:cubicBezTo>
                  <a:cubicBezTo>
                    <a:pt x="8797" y="4958"/>
                    <a:pt x="8805" y="4982"/>
                    <a:pt x="8862" y="5015"/>
                  </a:cubicBezTo>
                  <a:cubicBezTo>
                    <a:pt x="8911" y="5047"/>
                    <a:pt x="8935" y="5104"/>
                    <a:pt x="8935" y="5161"/>
                  </a:cubicBezTo>
                  <a:cubicBezTo>
                    <a:pt x="8982" y="5202"/>
                    <a:pt x="8995" y="5230"/>
                    <a:pt x="9020" y="5230"/>
                  </a:cubicBezTo>
                  <a:cubicBezTo>
                    <a:pt x="9030" y="5230"/>
                    <a:pt x="9041" y="5226"/>
                    <a:pt x="9057" y="5218"/>
                  </a:cubicBezTo>
                  <a:cubicBezTo>
                    <a:pt x="9097" y="5218"/>
                    <a:pt x="9138" y="5226"/>
                    <a:pt x="9178" y="5242"/>
                  </a:cubicBezTo>
                  <a:cubicBezTo>
                    <a:pt x="9218" y="5277"/>
                    <a:pt x="9209" y="5293"/>
                    <a:pt x="9196" y="5293"/>
                  </a:cubicBezTo>
                  <a:cubicBezTo>
                    <a:pt x="9188" y="5293"/>
                    <a:pt x="9178" y="5287"/>
                    <a:pt x="9178" y="5274"/>
                  </a:cubicBezTo>
                  <a:cubicBezTo>
                    <a:pt x="9152" y="5248"/>
                    <a:pt x="9137" y="5237"/>
                    <a:pt x="9126" y="5237"/>
                  </a:cubicBezTo>
                  <a:cubicBezTo>
                    <a:pt x="9109" y="5237"/>
                    <a:pt x="9098" y="5259"/>
                    <a:pt x="9065" y="5282"/>
                  </a:cubicBezTo>
                  <a:cubicBezTo>
                    <a:pt x="9016" y="5307"/>
                    <a:pt x="9000" y="5355"/>
                    <a:pt x="9000" y="5404"/>
                  </a:cubicBezTo>
                  <a:lnTo>
                    <a:pt x="9008" y="5534"/>
                  </a:lnTo>
                  <a:cubicBezTo>
                    <a:pt x="8951" y="5631"/>
                    <a:pt x="8943" y="5655"/>
                    <a:pt x="9008" y="5655"/>
                  </a:cubicBezTo>
                  <a:lnTo>
                    <a:pt x="9065" y="5655"/>
                  </a:lnTo>
                  <a:cubicBezTo>
                    <a:pt x="8951" y="5688"/>
                    <a:pt x="8935" y="6028"/>
                    <a:pt x="9048" y="6069"/>
                  </a:cubicBezTo>
                  <a:lnTo>
                    <a:pt x="8992" y="6069"/>
                  </a:lnTo>
                  <a:cubicBezTo>
                    <a:pt x="8986" y="6068"/>
                    <a:pt x="8981" y="6068"/>
                    <a:pt x="8976" y="6068"/>
                  </a:cubicBezTo>
                  <a:cubicBezTo>
                    <a:pt x="8933" y="6068"/>
                    <a:pt x="8927" y="6100"/>
                    <a:pt x="8927" y="6158"/>
                  </a:cubicBezTo>
                  <a:cubicBezTo>
                    <a:pt x="8943" y="6239"/>
                    <a:pt x="8959" y="6320"/>
                    <a:pt x="8959" y="6409"/>
                  </a:cubicBezTo>
                  <a:cubicBezTo>
                    <a:pt x="8951" y="6531"/>
                    <a:pt x="8935" y="6628"/>
                    <a:pt x="8992" y="6636"/>
                  </a:cubicBezTo>
                  <a:cubicBezTo>
                    <a:pt x="8992" y="6652"/>
                    <a:pt x="8992" y="6658"/>
                    <a:pt x="8977" y="6658"/>
                  </a:cubicBezTo>
                  <a:cubicBezTo>
                    <a:pt x="8969" y="6658"/>
                    <a:pt x="8956" y="6656"/>
                    <a:pt x="8935" y="6653"/>
                  </a:cubicBezTo>
                  <a:cubicBezTo>
                    <a:pt x="8916" y="6642"/>
                    <a:pt x="8903" y="6637"/>
                    <a:pt x="8893" y="6637"/>
                  </a:cubicBezTo>
                  <a:cubicBezTo>
                    <a:pt x="8874" y="6637"/>
                    <a:pt x="8870" y="6655"/>
                    <a:pt x="8870" y="6677"/>
                  </a:cubicBezTo>
                  <a:cubicBezTo>
                    <a:pt x="8862" y="6709"/>
                    <a:pt x="8927" y="6718"/>
                    <a:pt x="8984" y="6726"/>
                  </a:cubicBezTo>
                  <a:cubicBezTo>
                    <a:pt x="9040" y="6734"/>
                    <a:pt x="9040" y="6766"/>
                    <a:pt x="8967" y="6823"/>
                  </a:cubicBezTo>
                  <a:cubicBezTo>
                    <a:pt x="8894" y="6880"/>
                    <a:pt x="8878" y="6985"/>
                    <a:pt x="8919" y="7066"/>
                  </a:cubicBezTo>
                  <a:cubicBezTo>
                    <a:pt x="8912" y="7093"/>
                    <a:pt x="8911" y="7119"/>
                    <a:pt x="8875" y="7119"/>
                  </a:cubicBezTo>
                  <a:cubicBezTo>
                    <a:pt x="8867" y="7119"/>
                    <a:pt x="8858" y="7118"/>
                    <a:pt x="8846" y="7115"/>
                  </a:cubicBezTo>
                  <a:cubicBezTo>
                    <a:pt x="8781" y="7139"/>
                    <a:pt x="8716" y="7188"/>
                    <a:pt x="8813" y="7269"/>
                  </a:cubicBezTo>
                  <a:cubicBezTo>
                    <a:pt x="8813" y="7288"/>
                    <a:pt x="8813" y="7296"/>
                    <a:pt x="8800" y="7296"/>
                  </a:cubicBezTo>
                  <a:cubicBezTo>
                    <a:pt x="8791" y="7296"/>
                    <a:pt x="8775" y="7292"/>
                    <a:pt x="8748" y="7285"/>
                  </a:cubicBezTo>
                  <a:cubicBezTo>
                    <a:pt x="8692" y="7309"/>
                    <a:pt x="8627" y="7293"/>
                    <a:pt x="8740" y="7350"/>
                  </a:cubicBezTo>
                  <a:cubicBezTo>
                    <a:pt x="8789" y="7423"/>
                    <a:pt x="8765" y="7512"/>
                    <a:pt x="8700" y="7561"/>
                  </a:cubicBezTo>
                  <a:cubicBezTo>
                    <a:pt x="8692" y="7593"/>
                    <a:pt x="8676" y="7617"/>
                    <a:pt x="8740" y="7634"/>
                  </a:cubicBezTo>
                  <a:lnTo>
                    <a:pt x="8797" y="7650"/>
                  </a:lnTo>
                  <a:cubicBezTo>
                    <a:pt x="8667" y="7650"/>
                    <a:pt x="8667" y="7650"/>
                    <a:pt x="8781" y="7707"/>
                  </a:cubicBezTo>
                  <a:cubicBezTo>
                    <a:pt x="8827" y="7720"/>
                    <a:pt x="8830" y="7744"/>
                    <a:pt x="8800" y="7744"/>
                  </a:cubicBezTo>
                  <a:cubicBezTo>
                    <a:pt x="8793" y="7744"/>
                    <a:pt x="8784" y="7742"/>
                    <a:pt x="8773" y="7739"/>
                  </a:cubicBezTo>
                  <a:cubicBezTo>
                    <a:pt x="8700" y="7755"/>
                    <a:pt x="8692" y="7788"/>
                    <a:pt x="8692" y="7788"/>
                  </a:cubicBezTo>
                  <a:cubicBezTo>
                    <a:pt x="8692" y="7901"/>
                    <a:pt x="8676" y="8015"/>
                    <a:pt x="8651" y="8128"/>
                  </a:cubicBezTo>
                  <a:cubicBezTo>
                    <a:pt x="8586" y="8372"/>
                    <a:pt x="8546" y="8453"/>
                    <a:pt x="8603" y="8477"/>
                  </a:cubicBezTo>
                  <a:cubicBezTo>
                    <a:pt x="8643" y="8526"/>
                    <a:pt x="8643" y="8526"/>
                    <a:pt x="8578" y="8534"/>
                  </a:cubicBezTo>
                  <a:cubicBezTo>
                    <a:pt x="8505" y="8542"/>
                    <a:pt x="8497" y="8574"/>
                    <a:pt x="8489" y="8599"/>
                  </a:cubicBezTo>
                  <a:cubicBezTo>
                    <a:pt x="8477" y="8623"/>
                    <a:pt x="8469" y="8648"/>
                    <a:pt x="8442" y="8648"/>
                  </a:cubicBezTo>
                  <a:cubicBezTo>
                    <a:pt x="8433" y="8648"/>
                    <a:pt x="8422" y="8645"/>
                    <a:pt x="8408" y="8639"/>
                  </a:cubicBezTo>
                  <a:lnTo>
                    <a:pt x="8408" y="8639"/>
                  </a:lnTo>
                  <a:cubicBezTo>
                    <a:pt x="8448" y="8688"/>
                    <a:pt x="8448" y="8688"/>
                    <a:pt x="8440" y="8720"/>
                  </a:cubicBezTo>
                  <a:cubicBezTo>
                    <a:pt x="8427" y="8714"/>
                    <a:pt x="8417" y="8712"/>
                    <a:pt x="8409" y="8712"/>
                  </a:cubicBezTo>
                  <a:cubicBezTo>
                    <a:pt x="8382" y="8712"/>
                    <a:pt x="8385" y="8740"/>
                    <a:pt x="8416" y="8777"/>
                  </a:cubicBezTo>
                  <a:cubicBezTo>
                    <a:pt x="8472" y="8819"/>
                    <a:pt x="8496" y="8837"/>
                    <a:pt x="8486" y="8837"/>
                  </a:cubicBezTo>
                  <a:cubicBezTo>
                    <a:pt x="8479" y="8837"/>
                    <a:pt x="8453" y="8827"/>
                    <a:pt x="8408" y="8809"/>
                  </a:cubicBezTo>
                  <a:cubicBezTo>
                    <a:pt x="8399" y="8805"/>
                    <a:pt x="8389" y="8804"/>
                    <a:pt x="8379" y="8804"/>
                  </a:cubicBezTo>
                  <a:cubicBezTo>
                    <a:pt x="8330" y="8804"/>
                    <a:pt x="8280" y="8842"/>
                    <a:pt x="8317" y="8842"/>
                  </a:cubicBezTo>
                  <a:cubicBezTo>
                    <a:pt x="8320" y="8842"/>
                    <a:pt x="8323" y="8842"/>
                    <a:pt x="8327" y="8842"/>
                  </a:cubicBezTo>
                  <a:cubicBezTo>
                    <a:pt x="8384" y="8866"/>
                    <a:pt x="8359" y="8923"/>
                    <a:pt x="8400" y="8971"/>
                  </a:cubicBezTo>
                  <a:cubicBezTo>
                    <a:pt x="8394" y="8996"/>
                    <a:pt x="8383" y="9021"/>
                    <a:pt x="8357" y="9021"/>
                  </a:cubicBezTo>
                  <a:cubicBezTo>
                    <a:pt x="8349" y="9021"/>
                    <a:pt x="8339" y="9018"/>
                    <a:pt x="8327" y="9012"/>
                  </a:cubicBezTo>
                  <a:cubicBezTo>
                    <a:pt x="8262" y="9020"/>
                    <a:pt x="8246" y="9182"/>
                    <a:pt x="8286" y="9231"/>
                  </a:cubicBezTo>
                  <a:cubicBezTo>
                    <a:pt x="8329" y="9249"/>
                    <a:pt x="8330" y="9272"/>
                    <a:pt x="8305" y="9272"/>
                  </a:cubicBezTo>
                  <a:cubicBezTo>
                    <a:pt x="8296" y="9272"/>
                    <a:pt x="8284" y="9269"/>
                    <a:pt x="8270" y="9263"/>
                  </a:cubicBezTo>
                  <a:cubicBezTo>
                    <a:pt x="8256" y="9256"/>
                    <a:pt x="8245" y="9253"/>
                    <a:pt x="8236" y="9253"/>
                  </a:cubicBezTo>
                  <a:cubicBezTo>
                    <a:pt x="8212" y="9253"/>
                    <a:pt x="8201" y="9273"/>
                    <a:pt x="8189" y="9296"/>
                  </a:cubicBezTo>
                  <a:cubicBezTo>
                    <a:pt x="8206" y="9316"/>
                    <a:pt x="8206" y="9324"/>
                    <a:pt x="8196" y="9324"/>
                  </a:cubicBezTo>
                  <a:cubicBezTo>
                    <a:pt x="8183" y="9324"/>
                    <a:pt x="8152" y="9310"/>
                    <a:pt x="8124" y="9296"/>
                  </a:cubicBezTo>
                  <a:cubicBezTo>
                    <a:pt x="8109" y="9275"/>
                    <a:pt x="8098" y="9266"/>
                    <a:pt x="8088" y="9266"/>
                  </a:cubicBezTo>
                  <a:cubicBezTo>
                    <a:pt x="8071" y="9266"/>
                    <a:pt x="8058" y="9292"/>
                    <a:pt x="8043" y="9328"/>
                  </a:cubicBezTo>
                  <a:cubicBezTo>
                    <a:pt x="8084" y="9377"/>
                    <a:pt x="8027" y="9490"/>
                    <a:pt x="7986" y="9571"/>
                  </a:cubicBezTo>
                  <a:cubicBezTo>
                    <a:pt x="7913" y="9709"/>
                    <a:pt x="7954" y="9766"/>
                    <a:pt x="8027" y="9880"/>
                  </a:cubicBezTo>
                  <a:lnTo>
                    <a:pt x="8116" y="9961"/>
                  </a:lnTo>
                  <a:lnTo>
                    <a:pt x="8011" y="9904"/>
                  </a:lnTo>
                  <a:cubicBezTo>
                    <a:pt x="7954" y="9880"/>
                    <a:pt x="7897" y="9863"/>
                    <a:pt x="7840" y="9847"/>
                  </a:cubicBezTo>
                  <a:lnTo>
                    <a:pt x="7840" y="9847"/>
                  </a:lnTo>
                  <a:cubicBezTo>
                    <a:pt x="7824" y="9871"/>
                    <a:pt x="7873" y="9904"/>
                    <a:pt x="7930" y="9928"/>
                  </a:cubicBezTo>
                  <a:cubicBezTo>
                    <a:pt x="7978" y="9961"/>
                    <a:pt x="7962" y="9985"/>
                    <a:pt x="7881" y="10009"/>
                  </a:cubicBezTo>
                  <a:cubicBezTo>
                    <a:pt x="7792" y="10034"/>
                    <a:pt x="7776" y="10066"/>
                    <a:pt x="7816" y="10123"/>
                  </a:cubicBezTo>
                  <a:cubicBezTo>
                    <a:pt x="7802" y="10151"/>
                    <a:pt x="7763" y="10173"/>
                    <a:pt x="7727" y="10173"/>
                  </a:cubicBezTo>
                  <a:cubicBezTo>
                    <a:pt x="7721" y="10173"/>
                    <a:pt x="7716" y="10172"/>
                    <a:pt x="7711" y="10171"/>
                  </a:cubicBezTo>
                  <a:lnTo>
                    <a:pt x="7711" y="10171"/>
                  </a:lnTo>
                  <a:cubicBezTo>
                    <a:pt x="7694" y="10196"/>
                    <a:pt x="7694" y="10196"/>
                    <a:pt x="7751" y="10228"/>
                  </a:cubicBezTo>
                  <a:cubicBezTo>
                    <a:pt x="7800" y="10261"/>
                    <a:pt x="7784" y="10285"/>
                    <a:pt x="7719" y="10285"/>
                  </a:cubicBezTo>
                  <a:cubicBezTo>
                    <a:pt x="7695" y="10277"/>
                    <a:pt x="7675" y="10274"/>
                    <a:pt x="7657" y="10274"/>
                  </a:cubicBezTo>
                  <a:cubicBezTo>
                    <a:pt x="7582" y="10274"/>
                    <a:pt x="7559" y="10332"/>
                    <a:pt x="7605" y="10358"/>
                  </a:cubicBezTo>
                  <a:cubicBezTo>
                    <a:pt x="7654" y="10390"/>
                    <a:pt x="7638" y="10415"/>
                    <a:pt x="7622" y="10439"/>
                  </a:cubicBezTo>
                  <a:cubicBezTo>
                    <a:pt x="7597" y="10471"/>
                    <a:pt x="7597" y="10520"/>
                    <a:pt x="7622" y="10552"/>
                  </a:cubicBezTo>
                  <a:lnTo>
                    <a:pt x="7581" y="10609"/>
                  </a:lnTo>
                  <a:cubicBezTo>
                    <a:pt x="7578" y="10613"/>
                    <a:pt x="7576" y="10615"/>
                    <a:pt x="7573" y="10615"/>
                  </a:cubicBezTo>
                  <a:cubicBezTo>
                    <a:pt x="7556" y="10615"/>
                    <a:pt x="7535" y="10565"/>
                    <a:pt x="7549" y="10544"/>
                  </a:cubicBezTo>
                  <a:lnTo>
                    <a:pt x="7484" y="10536"/>
                  </a:lnTo>
                  <a:cubicBezTo>
                    <a:pt x="7443" y="10593"/>
                    <a:pt x="7427" y="10617"/>
                    <a:pt x="7459" y="10674"/>
                  </a:cubicBezTo>
                  <a:cubicBezTo>
                    <a:pt x="7504" y="10723"/>
                    <a:pt x="7524" y="10748"/>
                    <a:pt x="7517" y="10748"/>
                  </a:cubicBezTo>
                  <a:cubicBezTo>
                    <a:pt x="7511" y="10748"/>
                    <a:pt x="7487" y="10731"/>
                    <a:pt x="7443" y="10698"/>
                  </a:cubicBezTo>
                  <a:cubicBezTo>
                    <a:pt x="7420" y="10683"/>
                    <a:pt x="7391" y="10673"/>
                    <a:pt x="7371" y="10673"/>
                  </a:cubicBezTo>
                  <a:cubicBezTo>
                    <a:pt x="7349" y="10673"/>
                    <a:pt x="7337" y="10685"/>
                    <a:pt x="7354" y="10715"/>
                  </a:cubicBezTo>
                  <a:cubicBezTo>
                    <a:pt x="7403" y="10773"/>
                    <a:pt x="7399" y="10793"/>
                    <a:pt x="7377" y="10793"/>
                  </a:cubicBezTo>
                  <a:cubicBezTo>
                    <a:pt x="7363" y="10793"/>
                    <a:pt x="7341" y="10784"/>
                    <a:pt x="7322" y="10771"/>
                  </a:cubicBezTo>
                  <a:cubicBezTo>
                    <a:pt x="7287" y="10730"/>
                    <a:pt x="7267" y="10706"/>
                    <a:pt x="7257" y="10706"/>
                  </a:cubicBezTo>
                  <a:lnTo>
                    <a:pt x="7257" y="10706"/>
                  </a:lnTo>
                  <a:cubicBezTo>
                    <a:pt x="7245" y="10706"/>
                    <a:pt x="7251" y="10747"/>
                    <a:pt x="7265" y="10844"/>
                  </a:cubicBezTo>
                  <a:cubicBezTo>
                    <a:pt x="7224" y="10893"/>
                    <a:pt x="7200" y="11031"/>
                    <a:pt x="7151" y="11104"/>
                  </a:cubicBezTo>
                  <a:cubicBezTo>
                    <a:pt x="7077" y="11201"/>
                    <a:pt x="7037" y="11243"/>
                    <a:pt x="6980" y="11243"/>
                  </a:cubicBezTo>
                  <a:cubicBezTo>
                    <a:pt x="6975" y="11243"/>
                    <a:pt x="6970" y="11242"/>
                    <a:pt x="6965" y="11242"/>
                  </a:cubicBezTo>
                  <a:cubicBezTo>
                    <a:pt x="6959" y="11237"/>
                    <a:pt x="6953" y="11233"/>
                    <a:pt x="6947" y="11229"/>
                  </a:cubicBezTo>
                  <a:lnTo>
                    <a:pt x="6947" y="11229"/>
                  </a:lnTo>
                  <a:cubicBezTo>
                    <a:pt x="7000" y="11282"/>
                    <a:pt x="6980" y="11308"/>
                    <a:pt x="6924" y="11371"/>
                  </a:cubicBezTo>
                  <a:cubicBezTo>
                    <a:pt x="6843" y="11396"/>
                    <a:pt x="6811" y="11485"/>
                    <a:pt x="6851" y="11558"/>
                  </a:cubicBezTo>
                  <a:lnTo>
                    <a:pt x="6892" y="11509"/>
                  </a:lnTo>
                  <a:lnTo>
                    <a:pt x="6892" y="11509"/>
                  </a:lnTo>
                  <a:cubicBezTo>
                    <a:pt x="6981" y="11582"/>
                    <a:pt x="6965" y="11606"/>
                    <a:pt x="6876" y="11615"/>
                  </a:cubicBezTo>
                  <a:cubicBezTo>
                    <a:pt x="6872" y="11620"/>
                    <a:pt x="6866" y="11623"/>
                    <a:pt x="6859" y="11623"/>
                  </a:cubicBezTo>
                  <a:cubicBezTo>
                    <a:pt x="6836" y="11623"/>
                    <a:pt x="6799" y="11597"/>
                    <a:pt x="6762" y="11566"/>
                  </a:cubicBezTo>
                  <a:cubicBezTo>
                    <a:pt x="6735" y="11538"/>
                    <a:pt x="6696" y="11522"/>
                    <a:pt x="6666" y="11522"/>
                  </a:cubicBezTo>
                  <a:cubicBezTo>
                    <a:pt x="6652" y="11522"/>
                    <a:pt x="6640" y="11526"/>
                    <a:pt x="6632" y="11534"/>
                  </a:cubicBezTo>
                  <a:cubicBezTo>
                    <a:pt x="6616" y="11558"/>
                    <a:pt x="6592" y="11582"/>
                    <a:pt x="6657" y="11598"/>
                  </a:cubicBezTo>
                  <a:cubicBezTo>
                    <a:pt x="6705" y="11639"/>
                    <a:pt x="6705" y="11639"/>
                    <a:pt x="6689" y="11663"/>
                  </a:cubicBezTo>
                  <a:cubicBezTo>
                    <a:pt x="6657" y="11688"/>
                    <a:pt x="6649" y="11736"/>
                    <a:pt x="6673" y="11769"/>
                  </a:cubicBezTo>
                  <a:cubicBezTo>
                    <a:pt x="6713" y="11809"/>
                    <a:pt x="6689" y="11834"/>
                    <a:pt x="6673" y="11858"/>
                  </a:cubicBezTo>
                  <a:cubicBezTo>
                    <a:pt x="6663" y="11856"/>
                    <a:pt x="6653" y="11855"/>
                    <a:pt x="6643" y="11855"/>
                  </a:cubicBezTo>
                  <a:cubicBezTo>
                    <a:pt x="6613" y="11855"/>
                    <a:pt x="6584" y="11864"/>
                    <a:pt x="6559" y="11882"/>
                  </a:cubicBezTo>
                  <a:cubicBezTo>
                    <a:pt x="6571" y="11894"/>
                    <a:pt x="6576" y="11899"/>
                    <a:pt x="6576" y="11899"/>
                  </a:cubicBezTo>
                  <a:cubicBezTo>
                    <a:pt x="6575" y="11899"/>
                    <a:pt x="6545" y="11870"/>
                    <a:pt x="6511" y="11842"/>
                  </a:cubicBezTo>
                  <a:cubicBezTo>
                    <a:pt x="6486" y="11817"/>
                    <a:pt x="6446" y="11793"/>
                    <a:pt x="6405" y="11785"/>
                  </a:cubicBezTo>
                  <a:lnTo>
                    <a:pt x="6405" y="11785"/>
                  </a:lnTo>
                  <a:cubicBezTo>
                    <a:pt x="6381" y="11809"/>
                    <a:pt x="6430" y="11850"/>
                    <a:pt x="6430" y="11850"/>
                  </a:cubicBezTo>
                  <a:cubicBezTo>
                    <a:pt x="6470" y="11890"/>
                    <a:pt x="5943" y="12425"/>
                    <a:pt x="5862" y="12474"/>
                  </a:cubicBezTo>
                  <a:cubicBezTo>
                    <a:pt x="5781" y="12474"/>
                    <a:pt x="5708" y="12531"/>
                    <a:pt x="5773" y="12555"/>
                  </a:cubicBezTo>
                  <a:cubicBezTo>
                    <a:pt x="5813" y="12604"/>
                    <a:pt x="5692" y="12701"/>
                    <a:pt x="5546" y="12831"/>
                  </a:cubicBezTo>
                  <a:cubicBezTo>
                    <a:pt x="5376" y="12960"/>
                    <a:pt x="5246" y="13058"/>
                    <a:pt x="5286" y="13106"/>
                  </a:cubicBezTo>
                  <a:lnTo>
                    <a:pt x="5213" y="13163"/>
                  </a:lnTo>
                  <a:cubicBezTo>
                    <a:pt x="5157" y="13196"/>
                    <a:pt x="5141" y="13285"/>
                    <a:pt x="5116" y="13301"/>
                  </a:cubicBezTo>
                  <a:cubicBezTo>
                    <a:pt x="5125" y="13343"/>
                    <a:pt x="5119" y="13366"/>
                    <a:pt x="5110" y="13366"/>
                  </a:cubicBezTo>
                  <a:cubicBezTo>
                    <a:pt x="5103" y="13366"/>
                    <a:pt x="5095" y="13353"/>
                    <a:pt x="5092" y="13325"/>
                  </a:cubicBezTo>
                  <a:cubicBezTo>
                    <a:pt x="5064" y="13283"/>
                    <a:pt x="5030" y="13241"/>
                    <a:pt x="5005" y="13241"/>
                  </a:cubicBezTo>
                  <a:cubicBezTo>
                    <a:pt x="5001" y="13241"/>
                    <a:pt x="4998" y="13242"/>
                    <a:pt x="4995" y="13244"/>
                  </a:cubicBezTo>
                  <a:cubicBezTo>
                    <a:pt x="4946" y="13285"/>
                    <a:pt x="4978" y="13333"/>
                    <a:pt x="5019" y="13382"/>
                  </a:cubicBezTo>
                  <a:cubicBezTo>
                    <a:pt x="5051" y="13431"/>
                    <a:pt x="5027" y="13447"/>
                    <a:pt x="5027" y="13447"/>
                  </a:cubicBezTo>
                  <a:cubicBezTo>
                    <a:pt x="5018" y="13453"/>
                    <a:pt x="5012" y="13457"/>
                    <a:pt x="5007" y="13457"/>
                  </a:cubicBezTo>
                  <a:cubicBezTo>
                    <a:pt x="4997" y="13457"/>
                    <a:pt x="4988" y="13445"/>
                    <a:pt x="4962" y="13415"/>
                  </a:cubicBezTo>
                  <a:lnTo>
                    <a:pt x="4897" y="13317"/>
                  </a:lnTo>
                  <a:lnTo>
                    <a:pt x="4873" y="13333"/>
                  </a:lnTo>
                  <a:cubicBezTo>
                    <a:pt x="4905" y="13382"/>
                    <a:pt x="4881" y="13398"/>
                    <a:pt x="4881" y="13398"/>
                  </a:cubicBezTo>
                  <a:cubicBezTo>
                    <a:pt x="4872" y="13403"/>
                    <a:pt x="4865" y="13406"/>
                    <a:pt x="4859" y="13406"/>
                  </a:cubicBezTo>
                  <a:cubicBezTo>
                    <a:pt x="4843" y="13406"/>
                    <a:pt x="4830" y="13386"/>
                    <a:pt x="4784" y="13317"/>
                  </a:cubicBezTo>
                  <a:cubicBezTo>
                    <a:pt x="4755" y="13274"/>
                    <a:pt x="4733" y="13253"/>
                    <a:pt x="4720" y="13253"/>
                  </a:cubicBezTo>
                  <a:cubicBezTo>
                    <a:pt x="4705" y="13253"/>
                    <a:pt x="4704" y="13286"/>
                    <a:pt x="4727" y="13350"/>
                  </a:cubicBezTo>
                  <a:lnTo>
                    <a:pt x="4711" y="13439"/>
                  </a:lnTo>
                  <a:cubicBezTo>
                    <a:pt x="4690" y="13418"/>
                    <a:pt x="4675" y="13410"/>
                    <a:pt x="4663" y="13410"/>
                  </a:cubicBezTo>
                  <a:cubicBezTo>
                    <a:pt x="4625" y="13410"/>
                    <a:pt x="4632" y="13503"/>
                    <a:pt x="4638" y="13552"/>
                  </a:cubicBezTo>
                  <a:cubicBezTo>
                    <a:pt x="4601" y="13519"/>
                    <a:pt x="4573" y="13502"/>
                    <a:pt x="4557" y="13502"/>
                  </a:cubicBezTo>
                  <a:cubicBezTo>
                    <a:pt x="4534" y="13502"/>
                    <a:pt x="4533" y="13535"/>
                    <a:pt x="4557" y="13601"/>
                  </a:cubicBezTo>
                  <a:cubicBezTo>
                    <a:pt x="4577" y="13636"/>
                    <a:pt x="4575" y="13656"/>
                    <a:pt x="4557" y="13656"/>
                  </a:cubicBezTo>
                  <a:cubicBezTo>
                    <a:pt x="4546" y="13656"/>
                    <a:pt x="4530" y="13649"/>
                    <a:pt x="4508" y="13633"/>
                  </a:cubicBezTo>
                  <a:cubicBezTo>
                    <a:pt x="4484" y="13622"/>
                    <a:pt x="4466" y="13616"/>
                    <a:pt x="4450" y="13616"/>
                  </a:cubicBezTo>
                  <a:cubicBezTo>
                    <a:pt x="4422" y="13616"/>
                    <a:pt x="4401" y="13632"/>
                    <a:pt x="4370" y="13658"/>
                  </a:cubicBezTo>
                  <a:cubicBezTo>
                    <a:pt x="4370" y="13723"/>
                    <a:pt x="4184" y="13836"/>
                    <a:pt x="3957" y="13950"/>
                  </a:cubicBezTo>
                  <a:cubicBezTo>
                    <a:pt x="3705" y="14079"/>
                    <a:pt x="3543" y="14177"/>
                    <a:pt x="3568" y="14225"/>
                  </a:cubicBezTo>
                  <a:cubicBezTo>
                    <a:pt x="3558" y="14228"/>
                    <a:pt x="3551" y="14230"/>
                    <a:pt x="3544" y="14230"/>
                  </a:cubicBezTo>
                  <a:cubicBezTo>
                    <a:pt x="3530" y="14230"/>
                    <a:pt x="3518" y="14221"/>
                    <a:pt x="3478" y="14193"/>
                  </a:cubicBezTo>
                  <a:cubicBezTo>
                    <a:pt x="3470" y="14172"/>
                    <a:pt x="3461" y="14161"/>
                    <a:pt x="3454" y="14161"/>
                  </a:cubicBezTo>
                  <a:cubicBezTo>
                    <a:pt x="3442" y="14161"/>
                    <a:pt x="3436" y="14196"/>
                    <a:pt x="3446" y="14274"/>
                  </a:cubicBezTo>
                  <a:cubicBezTo>
                    <a:pt x="3446" y="14312"/>
                    <a:pt x="3454" y="14347"/>
                    <a:pt x="3452" y="14347"/>
                  </a:cubicBezTo>
                  <a:cubicBezTo>
                    <a:pt x="3450" y="14347"/>
                    <a:pt x="3442" y="14329"/>
                    <a:pt x="3422" y="14282"/>
                  </a:cubicBezTo>
                  <a:cubicBezTo>
                    <a:pt x="3409" y="14263"/>
                    <a:pt x="3393" y="14256"/>
                    <a:pt x="3372" y="14256"/>
                  </a:cubicBezTo>
                  <a:cubicBezTo>
                    <a:pt x="3338" y="14256"/>
                    <a:pt x="3289" y="14276"/>
                    <a:pt x="3219" y="14306"/>
                  </a:cubicBezTo>
                  <a:cubicBezTo>
                    <a:pt x="3130" y="14339"/>
                    <a:pt x="3016" y="14396"/>
                    <a:pt x="3041" y="14444"/>
                  </a:cubicBezTo>
                  <a:cubicBezTo>
                    <a:pt x="3019" y="14487"/>
                    <a:pt x="3009" y="14507"/>
                    <a:pt x="3006" y="14507"/>
                  </a:cubicBezTo>
                  <a:cubicBezTo>
                    <a:pt x="3002" y="14507"/>
                    <a:pt x="3004" y="14491"/>
                    <a:pt x="3008" y="14460"/>
                  </a:cubicBezTo>
                  <a:cubicBezTo>
                    <a:pt x="3001" y="14400"/>
                    <a:pt x="2962" y="14372"/>
                    <a:pt x="2918" y="14372"/>
                  </a:cubicBezTo>
                  <a:cubicBezTo>
                    <a:pt x="2866" y="14372"/>
                    <a:pt x="2807" y="14411"/>
                    <a:pt x="2781" y="14485"/>
                  </a:cubicBezTo>
                  <a:cubicBezTo>
                    <a:pt x="2767" y="14488"/>
                    <a:pt x="2755" y="14493"/>
                    <a:pt x="2743" y="14493"/>
                  </a:cubicBezTo>
                  <a:cubicBezTo>
                    <a:pt x="2728" y="14493"/>
                    <a:pt x="2714" y="14485"/>
                    <a:pt x="2700" y="14452"/>
                  </a:cubicBezTo>
                  <a:cubicBezTo>
                    <a:pt x="2676" y="14460"/>
                    <a:pt x="2643" y="14469"/>
                    <a:pt x="2570" y="14558"/>
                  </a:cubicBezTo>
                  <a:lnTo>
                    <a:pt x="2368" y="14623"/>
                  </a:lnTo>
                  <a:cubicBezTo>
                    <a:pt x="2319" y="14647"/>
                    <a:pt x="2287" y="14679"/>
                    <a:pt x="2262" y="14720"/>
                  </a:cubicBezTo>
                  <a:lnTo>
                    <a:pt x="2230" y="14728"/>
                  </a:lnTo>
                  <a:cubicBezTo>
                    <a:pt x="2225" y="14713"/>
                    <a:pt x="2209" y="14708"/>
                    <a:pt x="2182" y="14708"/>
                  </a:cubicBezTo>
                  <a:cubicBezTo>
                    <a:pt x="2120" y="14708"/>
                    <a:pt x="2002" y="14740"/>
                    <a:pt x="1849" y="14769"/>
                  </a:cubicBezTo>
                  <a:cubicBezTo>
                    <a:pt x="1704" y="14808"/>
                    <a:pt x="1571" y="14839"/>
                    <a:pt x="1488" y="14839"/>
                  </a:cubicBezTo>
                  <a:cubicBezTo>
                    <a:pt x="1451" y="14839"/>
                    <a:pt x="1424" y="14832"/>
                    <a:pt x="1411" y="14817"/>
                  </a:cubicBezTo>
                  <a:cubicBezTo>
                    <a:pt x="1411" y="14817"/>
                    <a:pt x="1379" y="14825"/>
                    <a:pt x="1362" y="14890"/>
                  </a:cubicBezTo>
                  <a:cubicBezTo>
                    <a:pt x="1357" y="14965"/>
                    <a:pt x="1343" y="14997"/>
                    <a:pt x="1323" y="14997"/>
                  </a:cubicBezTo>
                  <a:cubicBezTo>
                    <a:pt x="1311" y="14997"/>
                    <a:pt x="1297" y="14985"/>
                    <a:pt x="1281" y="14963"/>
                  </a:cubicBezTo>
                  <a:cubicBezTo>
                    <a:pt x="1255" y="14911"/>
                    <a:pt x="1216" y="14886"/>
                    <a:pt x="1180" y="14886"/>
                  </a:cubicBezTo>
                  <a:cubicBezTo>
                    <a:pt x="1137" y="14886"/>
                    <a:pt x="1099" y="14921"/>
                    <a:pt x="1095" y="14987"/>
                  </a:cubicBezTo>
                  <a:cubicBezTo>
                    <a:pt x="1097" y="15007"/>
                    <a:pt x="1098" y="15014"/>
                    <a:pt x="1098" y="15014"/>
                  </a:cubicBezTo>
                  <a:cubicBezTo>
                    <a:pt x="1097" y="15014"/>
                    <a:pt x="1090" y="14971"/>
                    <a:pt x="1079" y="14931"/>
                  </a:cubicBezTo>
                  <a:cubicBezTo>
                    <a:pt x="1062" y="14891"/>
                    <a:pt x="1041" y="14874"/>
                    <a:pt x="1020" y="14874"/>
                  </a:cubicBezTo>
                  <a:cubicBezTo>
                    <a:pt x="981" y="14874"/>
                    <a:pt x="943" y="14933"/>
                    <a:pt x="933" y="15012"/>
                  </a:cubicBezTo>
                  <a:cubicBezTo>
                    <a:pt x="905" y="14979"/>
                    <a:pt x="878" y="14942"/>
                    <a:pt x="858" y="14942"/>
                  </a:cubicBezTo>
                  <a:cubicBezTo>
                    <a:pt x="848" y="14942"/>
                    <a:pt x="841" y="14950"/>
                    <a:pt x="835" y="14971"/>
                  </a:cubicBezTo>
                  <a:cubicBezTo>
                    <a:pt x="803" y="14971"/>
                    <a:pt x="803" y="14971"/>
                    <a:pt x="787" y="14858"/>
                  </a:cubicBezTo>
                  <a:cubicBezTo>
                    <a:pt x="779" y="14797"/>
                    <a:pt x="771" y="14743"/>
                    <a:pt x="744" y="14743"/>
                  </a:cubicBezTo>
                  <a:cubicBezTo>
                    <a:pt x="742" y="14743"/>
                    <a:pt x="740" y="14744"/>
                    <a:pt x="738" y="14744"/>
                  </a:cubicBezTo>
                  <a:cubicBezTo>
                    <a:pt x="706" y="14744"/>
                    <a:pt x="714" y="14801"/>
                    <a:pt x="722" y="14866"/>
                  </a:cubicBezTo>
                  <a:lnTo>
                    <a:pt x="665" y="14874"/>
                  </a:lnTo>
                  <a:cubicBezTo>
                    <a:pt x="665" y="14874"/>
                    <a:pt x="633" y="14874"/>
                    <a:pt x="641" y="14939"/>
                  </a:cubicBezTo>
                  <a:cubicBezTo>
                    <a:pt x="649" y="14996"/>
                    <a:pt x="616" y="15004"/>
                    <a:pt x="584" y="15004"/>
                  </a:cubicBezTo>
                  <a:cubicBezTo>
                    <a:pt x="582" y="14988"/>
                    <a:pt x="578" y="14982"/>
                    <a:pt x="575" y="14982"/>
                  </a:cubicBezTo>
                  <a:lnTo>
                    <a:pt x="575" y="14982"/>
                  </a:lnTo>
                  <a:cubicBezTo>
                    <a:pt x="567" y="14982"/>
                    <a:pt x="563" y="15027"/>
                    <a:pt x="592" y="15068"/>
                  </a:cubicBezTo>
                  <a:cubicBezTo>
                    <a:pt x="600" y="15125"/>
                    <a:pt x="600" y="15182"/>
                    <a:pt x="576" y="15190"/>
                  </a:cubicBezTo>
                  <a:lnTo>
                    <a:pt x="584" y="15304"/>
                  </a:lnTo>
                  <a:cubicBezTo>
                    <a:pt x="600" y="15425"/>
                    <a:pt x="608" y="15482"/>
                    <a:pt x="681" y="15539"/>
                  </a:cubicBezTo>
                  <a:cubicBezTo>
                    <a:pt x="750" y="15559"/>
                    <a:pt x="811" y="15579"/>
                    <a:pt x="853" y="15579"/>
                  </a:cubicBezTo>
                  <a:cubicBezTo>
                    <a:pt x="894" y="15579"/>
                    <a:pt x="916" y="15559"/>
                    <a:pt x="908" y="15498"/>
                  </a:cubicBezTo>
                  <a:cubicBezTo>
                    <a:pt x="908" y="15498"/>
                    <a:pt x="933" y="15441"/>
                    <a:pt x="965" y="15433"/>
                  </a:cubicBezTo>
                  <a:cubicBezTo>
                    <a:pt x="967" y="15433"/>
                    <a:pt x="969" y="15433"/>
                    <a:pt x="972" y="15433"/>
                  </a:cubicBezTo>
                  <a:cubicBezTo>
                    <a:pt x="1003" y="15433"/>
                    <a:pt x="1038" y="15482"/>
                    <a:pt x="1038" y="15482"/>
                  </a:cubicBezTo>
                  <a:cubicBezTo>
                    <a:pt x="1042" y="15510"/>
                    <a:pt x="1079" y="15520"/>
                    <a:pt x="1134" y="15520"/>
                  </a:cubicBezTo>
                  <a:cubicBezTo>
                    <a:pt x="1190" y="15520"/>
                    <a:pt x="1265" y="15510"/>
                    <a:pt x="1346" y="15498"/>
                  </a:cubicBezTo>
                  <a:cubicBezTo>
                    <a:pt x="1468" y="15479"/>
                    <a:pt x="1552" y="15459"/>
                    <a:pt x="1610" y="15459"/>
                  </a:cubicBezTo>
                  <a:cubicBezTo>
                    <a:pt x="1648" y="15459"/>
                    <a:pt x="1675" y="15468"/>
                    <a:pt x="1695" y="15490"/>
                  </a:cubicBezTo>
                  <a:cubicBezTo>
                    <a:pt x="1725" y="15527"/>
                    <a:pt x="1751" y="15531"/>
                    <a:pt x="1762" y="15531"/>
                  </a:cubicBezTo>
                  <a:cubicBezTo>
                    <a:pt x="1766" y="15531"/>
                    <a:pt x="1768" y="15531"/>
                    <a:pt x="1768" y="15531"/>
                  </a:cubicBezTo>
                  <a:cubicBezTo>
                    <a:pt x="1760" y="15474"/>
                    <a:pt x="1954" y="15425"/>
                    <a:pt x="2181" y="15368"/>
                  </a:cubicBezTo>
                  <a:cubicBezTo>
                    <a:pt x="2416" y="15312"/>
                    <a:pt x="2635" y="15223"/>
                    <a:pt x="2619" y="15174"/>
                  </a:cubicBezTo>
                  <a:lnTo>
                    <a:pt x="2676" y="15150"/>
                  </a:lnTo>
                  <a:cubicBezTo>
                    <a:pt x="2687" y="15176"/>
                    <a:pt x="2708" y="15185"/>
                    <a:pt x="2733" y="15185"/>
                  </a:cubicBezTo>
                  <a:cubicBezTo>
                    <a:pt x="2761" y="15185"/>
                    <a:pt x="2796" y="15174"/>
                    <a:pt x="2830" y="15166"/>
                  </a:cubicBezTo>
                  <a:cubicBezTo>
                    <a:pt x="2846" y="15117"/>
                    <a:pt x="2887" y="15085"/>
                    <a:pt x="2935" y="15068"/>
                  </a:cubicBezTo>
                  <a:cubicBezTo>
                    <a:pt x="2944" y="15098"/>
                    <a:pt x="2957" y="15108"/>
                    <a:pt x="2977" y="15108"/>
                  </a:cubicBezTo>
                  <a:cubicBezTo>
                    <a:pt x="2995" y="15108"/>
                    <a:pt x="3018" y="15100"/>
                    <a:pt x="3049" y="15093"/>
                  </a:cubicBezTo>
                  <a:cubicBezTo>
                    <a:pt x="3114" y="15068"/>
                    <a:pt x="3146" y="15052"/>
                    <a:pt x="3122" y="14996"/>
                  </a:cubicBezTo>
                  <a:cubicBezTo>
                    <a:pt x="3235" y="14947"/>
                    <a:pt x="3357" y="14914"/>
                    <a:pt x="3487" y="14906"/>
                  </a:cubicBezTo>
                  <a:cubicBezTo>
                    <a:pt x="3499" y="14915"/>
                    <a:pt x="3508" y="14919"/>
                    <a:pt x="3516" y="14919"/>
                  </a:cubicBezTo>
                  <a:cubicBezTo>
                    <a:pt x="3544" y="14919"/>
                    <a:pt x="3545" y="14866"/>
                    <a:pt x="3551" y="14809"/>
                  </a:cubicBezTo>
                  <a:cubicBezTo>
                    <a:pt x="3527" y="14760"/>
                    <a:pt x="3535" y="14687"/>
                    <a:pt x="3568" y="14679"/>
                  </a:cubicBezTo>
                  <a:cubicBezTo>
                    <a:pt x="3568" y="14679"/>
                    <a:pt x="3592" y="14736"/>
                    <a:pt x="3616" y="14785"/>
                  </a:cubicBezTo>
                  <a:cubicBezTo>
                    <a:pt x="3611" y="14828"/>
                    <a:pt x="3609" y="14846"/>
                    <a:pt x="3623" y="14846"/>
                  </a:cubicBezTo>
                  <a:cubicBezTo>
                    <a:pt x="3632" y="14846"/>
                    <a:pt x="3647" y="14838"/>
                    <a:pt x="3673" y="14825"/>
                  </a:cubicBezTo>
                  <a:lnTo>
                    <a:pt x="3730" y="14801"/>
                  </a:lnTo>
                  <a:cubicBezTo>
                    <a:pt x="3705" y="14744"/>
                    <a:pt x="3859" y="14679"/>
                    <a:pt x="4070" y="14566"/>
                  </a:cubicBezTo>
                  <a:cubicBezTo>
                    <a:pt x="4330" y="14428"/>
                    <a:pt x="4419" y="14379"/>
                    <a:pt x="4395" y="14331"/>
                  </a:cubicBezTo>
                  <a:cubicBezTo>
                    <a:pt x="4362" y="14282"/>
                    <a:pt x="4395" y="14266"/>
                    <a:pt x="4508" y="14266"/>
                  </a:cubicBezTo>
                  <a:cubicBezTo>
                    <a:pt x="4629" y="14291"/>
                    <a:pt x="4695" y="14304"/>
                    <a:pt x="4730" y="14304"/>
                  </a:cubicBezTo>
                  <a:cubicBezTo>
                    <a:pt x="4774" y="14304"/>
                    <a:pt x="4772" y="14285"/>
                    <a:pt x="4768" y="14250"/>
                  </a:cubicBezTo>
                  <a:lnTo>
                    <a:pt x="4768" y="14250"/>
                  </a:lnTo>
                  <a:cubicBezTo>
                    <a:pt x="4764" y="14252"/>
                    <a:pt x="4761" y="14253"/>
                    <a:pt x="4757" y="14253"/>
                  </a:cubicBezTo>
                  <a:cubicBezTo>
                    <a:pt x="4735" y="14253"/>
                    <a:pt x="4707" y="14210"/>
                    <a:pt x="4678" y="14160"/>
                  </a:cubicBezTo>
                  <a:cubicBezTo>
                    <a:pt x="4642" y="14105"/>
                    <a:pt x="4636" y="14076"/>
                    <a:pt x="4655" y="14076"/>
                  </a:cubicBezTo>
                  <a:cubicBezTo>
                    <a:pt x="4669" y="14076"/>
                    <a:pt x="4697" y="14093"/>
                    <a:pt x="4735" y="14128"/>
                  </a:cubicBezTo>
                  <a:cubicBezTo>
                    <a:pt x="4744" y="14142"/>
                    <a:pt x="4759" y="14149"/>
                    <a:pt x="4778" y="14149"/>
                  </a:cubicBezTo>
                  <a:cubicBezTo>
                    <a:pt x="4898" y="14149"/>
                    <a:pt x="5184" y="13894"/>
                    <a:pt x="5149" y="13796"/>
                  </a:cubicBezTo>
                  <a:cubicBezTo>
                    <a:pt x="5135" y="13775"/>
                    <a:pt x="5127" y="13764"/>
                    <a:pt x="5128" y="13764"/>
                  </a:cubicBezTo>
                  <a:lnTo>
                    <a:pt x="5128" y="13764"/>
                  </a:lnTo>
                  <a:cubicBezTo>
                    <a:pt x="5129" y="13764"/>
                    <a:pt x="5146" y="13787"/>
                    <a:pt x="5189" y="13844"/>
                  </a:cubicBezTo>
                  <a:cubicBezTo>
                    <a:pt x="5201" y="13862"/>
                    <a:pt x="5213" y="13872"/>
                    <a:pt x="5230" y="13872"/>
                  </a:cubicBezTo>
                  <a:cubicBezTo>
                    <a:pt x="5256" y="13872"/>
                    <a:pt x="5294" y="13846"/>
                    <a:pt x="5359" y="13796"/>
                  </a:cubicBezTo>
                  <a:lnTo>
                    <a:pt x="5441" y="13739"/>
                  </a:lnTo>
                  <a:cubicBezTo>
                    <a:pt x="5384" y="13663"/>
                    <a:pt x="5490" y="13602"/>
                    <a:pt x="5554" y="13602"/>
                  </a:cubicBezTo>
                  <a:cubicBezTo>
                    <a:pt x="5573" y="13602"/>
                    <a:pt x="5587" y="13607"/>
                    <a:pt x="5595" y="13617"/>
                  </a:cubicBezTo>
                  <a:cubicBezTo>
                    <a:pt x="5623" y="13628"/>
                    <a:pt x="5639" y="13634"/>
                    <a:pt x="5653" y="13634"/>
                  </a:cubicBezTo>
                  <a:cubicBezTo>
                    <a:pt x="5670" y="13634"/>
                    <a:pt x="5684" y="13624"/>
                    <a:pt x="5716" y="13601"/>
                  </a:cubicBezTo>
                  <a:cubicBezTo>
                    <a:pt x="5722" y="13481"/>
                    <a:pt x="5827" y="13425"/>
                    <a:pt x="5888" y="13425"/>
                  </a:cubicBezTo>
                  <a:cubicBezTo>
                    <a:pt x="5906" y="13425"/>
                    <a:pt x="5920" y="13430"/>
                    <a:pt x="5927" y="13439"/>
                  </a:cubicBezTo>
                  <a:lnTo>
                    <a:pt x="5984" y="13398"/>
                  </a:lnTo>
                  <a:cubicBezTo>
                    <a:pt x="5976" y="13350"/>
                    <a:pt x="6000" y="13301"/>
                    <a:pt x="6049" y="13269"/>
                  </a:cubicBezTo>
                  <a:cubicBezTo>
                    <a:pt x="6122" y="13204"/>
                    <a:pt x="6146" y="13179"/>
                    <a:pt x="6081" y="13155"/>
                  </a:cubicBezTo>
                  <a:cubicBezTo>
                    <a:pt x="6040" y="13115"/>
                    <a:pt x="6008" y="13066"/>
                    <a:pt x="6032" y="13042"/>
                  </a:cubicBezTo>
                  <a:lnTo>
                    <a:pt x="6032" y="13042"/>
                  </a:lnTo>
                  <a:lnTo>
                    <a:pt x="6065" y="13090"/>
                  </a:lnTo>
                  <a:cubicBezTo>
                    <a:pt x="6074" y="13101"/>
                    <a:pt x="6085" y="13106"/>
                    <a:pt x="6098" y="13106"/>
                  </a:cubicBezTo>
                  <a:cubicBezTo>
                    <a:pt x="6142" y="13106"/>
                    <a:pt x="6208" y="13048"/>
                    <a:pt x="6284" y="12985"/>
                  </a:cubicBezTo>
                  <a:cubicBezTo>
                    <a:pt x="6388" y="12887"/>
                    <a:pt x="6439" y="12844"/>
                    <a:pt x="6497" y="12844"/>
                  </a:cubicBezTo>
                  <a:cubicBezTo>
                    <a:pt x="6507" y="12844"/>
                    <a:pt x="6517" y="12845"/>
                    <a:pt x="6527" y="12847"/>
                  </a:cubicBezTo>
                  <a:lnTo>
                    <a:pt x="6511" y="12782"/>
                  </a:lnTo>
                  <a:cubicBezTo>
                    <a:pt x="6500" y="12741"/>
                    <a:pt x="6507" y="12716"/>
                    <a:pt x="6523" y="12716"/>
                  </a:cubicBezTo>
                  <a:cubicBezTo>
                    <a:pt x="6532" y="12716"/>
                    <a:pt x="6545" y="12724"/>
                    <a:pt x="6559" y="12742"/>
                  </a:cubicBezTo>
                  <a:cubicBezTo>
                    <a:pt x="6564" y="12743"/>
                    <a:pt x="6569" y="12743"/>
                    <a:pt x="6574" y="12743"/>
                  </a:cubicBezTo>
                  <a:cubicBezTo>
                    <a:pt x="6637" y="12743"/>
                    <a:pt x="6714" y="12654"/>
                    <a:pt x="6722" y="12571"/>
                  </a:cubicBezTo>
                  <a:lnTo>
                    <a:pt x="6762" y="12523"/>
                  </a:lnTo>
                  <a:cubicBezTo>
                    <a:pt x="6792" y="12540"/>
                    <a:pt x="6819" y="12547"/>
                    <a:pt x="6841" y="12547"/>
                  </a:cubicBezTo>
                  <a:cubicBezTo>
                    <a:pt x="6904" y="12547"/>
                    <a:pt x="6932" y="12487"/>
                    <a:pt x="6884" y="12409"/>
                  </a:cubicBezTo>
                  <a:lnTo>
                    <a:pt x="6884" y="12409"/>
                  </a:lnTo>
                  <a:cubicBezTo>
                    <a:pt x="6899" y="12425"/>
                    <a:pt x="6913" y="12431"/>
                    <a:pt x="6924" y="12431"/>
                  </a:cubicBezTo>
                  <a:cubicBezTo>
                    <a:pt x="6943" y="12431"/>
                    <a:pt x="6958" y="12416"/>
                    <a:pt x="6973" y="12401"/>
                  </a:cubicBezTo>
                  <a:cubicBezTo>
                    <a:pt x="6973" y="12326"/>
                    <a:pt x="7041" y="12246"/>
                    <a:pt x="7087" y="12246"/>
                  </a:cubicBezTo>
                  <a:cubicBezTo>
                    <a:pt x="7096" y="12246"/>
                    <a:pt x="7104" y="12249"/>
                    <a:pt x="7111" y="12255"/>
                  </a:cubicBezTo>
                  <a:lnTo>
                    <a:pt x="7135" y="12231"/>
                  </a:lnTo>
                  <a:cubicBezTo>
                    <a:pt x="7119" y="12190"/>
                    <a:pt x="7127" y="12150"/>
                    <a:pt x="7159" y="12117"/>
                  </a:cubicBezTo>
                  <a:cubicBezTo>
                    <a:pt x="7192" y="12093"/>
                    <a:pt x="7200" y="12044"/>
                    <a:pt x="7176" y="12004"/>
                  </a:cubicBezTo>
                  <a:cubicBezTo>
                    <a:pt x="7151" y="11939"/>
                    <a:pt x="7176" y="11915"/>
                    <a:pt x="7176" y="11915"/>
                  </a:cubicBezTo>
                  <a:cubicBezTo>
                    <a:pt x="7179" y="11911"/>
                    <a:pt x="7183" y="11909"/>
                    <a:pt x="7186" y="11909"/>
                  </a:cubicBezTo>
                  <a:cubicBezTo>
                    <a:pt x="7207" y="11909"/>
                    <a:pt x="7228" y="11965"/>
                    <a:pt x="7249" y="12020"/>
                  </a:cubicBezTo>
                  <a:cubicBezTo>
                    <a:pt x="7249" y="12045"/>
                    <a:pt x="7254" y="12057"/>
                    <a:pt x="7261" y="12057"/>
                  </a:cubicBezTo>
                  <a:cubicBezTo>
                    <a:pt x="7278" y="12057"/>
                    <a:pt x="7304" y="11984"/>
                    <a:pt x="7281" y="11874"/>
                  </a:cubicBezTo>
                  <a:cubicBezTo>
                    <a:pt x="7268" y="11795"/>
                    <a:pt x="7262" y="11758"/>
                    <a:pt x="7266" y="11758"/>
                  </a:cubicBezTo>
                  <a:lnTo>
                    <a:pt x="7266" y="11758"/>
                  </a:lnTo>
                  <a:cubicBezTo>
                    <a:pt x="7270" y="11758"/>
                    <a:pt x="7282" y="11791"/>
                    <a:pt x="7305" y="11850"/>
                  </a:cubicBezTo>
                  <a:cubicBezTo>
                    <a:pt x="7321" y="11892"/>
                    <a:pt x="7337" y="11934"/>
                    <a:pt x="7346" y="11934"/>
                  </a:cubicBezTo>
                  <a:cubicBezTo>
                    <a:pt x="7351" y="11934"/>
                    <a:pt x="7354" y="11922"/>
                    <a:pt x="7354" y="11890"/>
                  </a:cubicBezTo>
                  <a:cubicBezTo>
                    <a:pt x="7354" y="11890"/>
                    <a:pt x="7394" y="11842"/>
                    <a:pt x="7346" y="11801"/>
                  </a:cubicBezTo>
                  <a:lnTo>
                    <a:pt x="7411" y="11720"/>
                  </a:lnTo>
                  <a:cubicBezTo>
                    <a:pt x="7467" y="11720"/>
                    <a:pt x="7516" y="11696"/>
                    <a:pt x="7540" y="11655"/>
                  </a:cubicBezTo>
                  <a:cubicBezTo>
                    <a:pt x="7523" y="11614"/>
                    <a:pt x="7518" y="11603"/>
                    <a:pt x="7544" y="11603"/>
                  </a:cubicBezTo>
                  <a:cubicBezTo>
                    <a:pt x="7555" y="11603"/>
                    <a:pt x="7569" y="11604"/>
                    <a:pt x="7589" y="11606"/>
                  </a:cubicBezTo>
                  <a:cubicBezTo>
                    <a:pt x="7605" y="11620"/>
                    <a:pt x="7617" y="11626"/>
                    <a:pt x="7624" y="11626"/>
                  </a:cubicBezTo>
                  <a:cubicBezTo>
                    <a:pt x="7637" y="11626"/>
                    <a:pt x="7625" y="11599"/>
                    <a:pt x="7565" y="11550"/>
                  </a:cubicBezTo>
                  <a:cubicBezTo>
                    <a:pt x="7536" y="11493"/>
                    <a:pt x="7552" y="11467"/>
                    <a:pt x="7599" y="11467"/>
                  </a:cubicBezTo>
                  <a:cubicBezTo>
                    <a:pt x="7606" y="11467"/>
                    <a:pt x="7614" y="11468"/>
                    <a:pt x="7622" y="11469"/>
                  </a:cubicBezTo>
                  <a:cubicBezTo>
                    <a:pt x="7667" y="11503"/>
                    <a:pt x="7696" y="11515"/>
                    <a:pt x="7710" y="11515"/>
                  </a:cubicBezTo>
                  <a:cubicBezTo>
                    <a:pt x="7726" y="11515"/>
                    <a:pt x="7720" y="11498"/>
                    <a:pt x="7694" y="11477"/>
                  </a:cubicBezTo>
                  <a:cubicBezTo>
                    <a:pt x="7662" y="11412"/>
                    <a:pt x="7686" y="11388"/>
                    <a:pt x="7686" y="11388"/>
                  </a:cubicBezTo>
                  <a:lnTo>
                    <a:pt x="7686" y="11388"/>
                  </a:lnTo>
                  <a:cubicBezTo>
                    <a:pt x="7689" y="11391"/>
                    <a:pt x="7693" y="11392"/>
                    <a:pt x="7697" y="11392"/>
                  </a:cubicBezTo>
                  <a:cubicBezTo>
                    <a:pt x="7753" y="11392"/>
                    <a:pt x="7918" y="11159"/>
                    <a:pt x="8084" y="10934"/>
                  </a:cubicBezTo>
                  <a:cubicBezTo>
                    <a:pt x="8100" y="10909"/>
                    <a:pt x="8067" y="10844"/>
                    <a:pt x="8019" y="10812"/>
                  </a:cubicBezTo>
                  <a:cubicBezTo>
                    <a:pt x="7973" y="10781"/>
                    <a:pt x="7959" y="10772"/>
                    <a:pt x="7965" y="10772"/>
                  </a:cubicBezTo>
                  <a:lnTo>
                    <a:pt x="7965" y="10772"/>
                  </a:lnTo>
                  <a:cubicBezTo>
                    <a:pt x="7971" y="10772"/>
                    <a:pt x="8001" y="10783"/>
                    <a:pt x="8035" y="10788"/>
                  </a:cubicBezTo>
                  <a:cubicBezTo>
                    <a:pt x="8088" y="10811"/>
                    <a:pt x="8128" y="10820"/>
                    <a:pt x="8153" y="10820"/>
                  </a:cubicBezTo>
                  <a:cubicBezTo>
                    <a:pt x="8206" y="10820"/>
                    <a:pt x="8187" y="10775"/>
                    <a:pt x="8076" y="10731"/>
                  </a:cubicBezTo>
                  <a:cubicBezTo>
                    <a:pt x="7994" y="10709"/>
                    <a:pt x="7967" y="10702"/>
                    <a:pt x="7999" y="10702"/>
                  </a:cubicBezTo>
                  <a:cubicBezTo>
                    <a:pt x="8015" y="10702"/>
                    <a:pt x="8046" y="10704"/>
                    <a:pt x="8092" y="10707"/>
                  </a:cubicBezTo>
                  <a:cubicBezTo>
                    <a:pt x="8157" y="10707"/>
                    <a:pt x="8157" y="10707"/>
                    <a:pt x="8124" y="10650"/>
                  </a:cubicBezTo>
                  <a:cubicBezTo>
                    <a:pt x="8090" y="10627"/>
                    <a:pt x="8088" y="10604"/>
                    <a:pt x="8107" y="10604"/>
                  </a:cubicBezTo>
                  <a:cubicBezTo>
                    <a:pt x="8115" y="10604"/>
                    <a:pt x="8126" y="10608"/>
                    <a:pt x="8140" y="10617"/>
                  </a:cubicBezTo>
                  <a:cubicBezTo>
                    <a:pt x="8165" y="10620"/>
                    <a:pt x="8188" y="10622"/>
                    <a:pt x="8207" y="10622"/>
                  </a:cubicBezTo>
                  <a:cubicBezTo>
                    <a:pt x="8244" y="10622"/>
                    <a:pt x="8262" y="10615"/>
                    <a:pt x="8230" y="10593"/>
                  </a:cubicBezTo>
                  <a:cubicBezTo>
                    <a:pt x="8230" y="10593"/>
                    <a:pt x="8246" y="10569"/>
                    <a:pt x="8311" y="10569"/>
                  </a:cubicBezTo>
                  <a:cubicBezTo>
                    <a:pt x="8384" y="10569"/>
                    <a:pt x="8343" y="10512"/>
                    <a:pt x="8311" y="10447"/>
                  </a:cubicBezTo>
                  <a:cubicBezTo>
                    <a:pt x="8281" y="10358"/>
                    <a:pt x="8275" y="10314"/>
                    <a:pt x="8296" y="10314"/>
                  </a:cubicBezTo>
                  <a:cubicBezTo>
                    <a:pt x="8309" y="10314"/>
                    <a:pt x="8333" y="10331"/>
                    <a:pt x="8367" y="10366"/>
                  </a:cubicBezTo>
                  <a:cubicBezTo>
                    <a:pt x="8383" y="10383"/>
                    <a:pt x="8397" y="10390"/>
                    <a:pt x="8409" y="10390"/>
                  </a:cubicBezTo>
                  <a:cubicBezTo>
                    <a:pt x="8459" y="10390"/>
                    <a:pt x="8472" y="10261"/>
                    <a:pt x="8400" y="10196"/>
                  </a:cubicBezTo>
                  <a:cubicBezTo>
                    <a:pt x="8344" y="10140"/>
                    <a:pt x="8323" y="10119"/>
                    <a:pt x="8327" y="10119"/>
                  </a:cubicBezTo>
                  <a:lnTo>
                    <a:pt x="8327" y="10119"/>
                  </a:lnTo>
                  <a:cubicBezTo>
                    <a:pt x="8330" y="10119"/>
                    <a:pt x="8341" y="10127"/>
                    <a:pt x="8359" y="10139"/>
                  </a:cubicBezTo>
                  <a:cubicBezTo>
                    <a:pt x="8378" y="10147"/>
                    <a:pt x="8393" y="10150"/>
                    <a:pt x="8403" y="10150"/>
                  </a:cubicBezTo>
                  <a:cubicBezTo>
                    <a:pt x="8425" y="10150"/>
                    <a:pt x="8432" y="10139"/>
                    <a:pt x="8432" y="10139"/>
                  </a:cubicBezTo>
                  <a:cubicBezTo>
                    <a:pt x="8444" y="10116"/>
                    <a:pt x="8456" y="10097"/>
                    <a:pt x="8482" y="10097"/>
                  </a:cubicBezTo>
                  <a:cubicBezTo>
                    <a:pt x="8493" y="10097"/>
                    <a:pt x="8505" y="10100"/>
                    <a:pt x="8521" y="10107"/>
                  </a:cubicBezTo>
                  <a:cubicBezTo>
                    <a:pt x="8521" y="10107"/>
                    <a:pt x="8538" y="10074"/>
                    <a:pt x="8513" y="9993"/>
                  </a:cubicBezTo>
                  <a:cubicBezTo>
                    <a:pt x="8445" y="9890"/>
                    <a:pt x="8504" y="9833"/>
                    <a:pt x="8598" y="9833"/>
                  </a:cubicBezTo>
                  <a:cubicBezTo>
                    <a:pt x="8615" y="9833"/>
                    <a:pt x="8633" y="9835"/>
                    <a:pt x="8651" y="9839"/>
                  </a:cubicBezTo>
                  <a:lnTo>
                    <a:pt x="8627" y="9750"/>
                  </a:lnTo>
                  <a:cubicBezTo>
                    <a:pt x="8563" y="9692"/>
                    <a:pt x="8524" y="9646"/>
                    <a:pt x="8546" y="9646"/>
                  </a:cubicBezTo>
                  <a:cubicBezTo>
                    <a:pt x="8555" y="9646"/>
                    <a:pt x="8573" y="9653"/>
                    <a:pt x="8603" y="9669"/>
                  </a:cubicBezTo>
                  <a:cubicBezTo>
                    <a:pt x="8623" y="9678"/>
                    <a:pt x="8644" y="9687"/>
                    <a:pt x="8659" y="9693"/>
                  </a:cubicBezTo>
                  <a:cubicBezTo>
                    <a:pt x="8581" y="9628"/>
                    <a:pt x="8639" y="9558"/>
                    <a:pt x="8724" y="9558"/>
                  </a:cubicBezTo>
                  <a:cubicBezTo>
                    <a:pt x="8744" y="9558"/>
                    <a:pt x="8767" y="9562"/>
                    <a:pt x="8789" y="9571"/>
                  </a:cubicBezTo>
                  <a:cubicBezTo>
                    <a:pt x="8812" y="9583"/>
                    <a:pt x="8824" y="9589"/>
                    <a:pt x="8832" y="9589"/>
                  </a:cubicBezTo>
                  <a:cubicBezTo>
                    <a:pt x="8841" y="9589"/>
                    <a:pt x="8845" y="9581"/>
                    <a:pt x="8854" y="9563"/>
                  </a:cubicBezTo>
                  <a:lnTo>
                    <a:pt x="8805" y="9539"/>
                  </a:lnTo>
                  <a:cubicBezTo>
                    <a:pt x="8748" y="9515"/>
                    <a:pt x="8692" y="9490"/>
                    <a:pt x="8708" y="9458"/>
                  </a:cubicBezTo>
                  <a:cubicBezTo>
                    <a:pt x="8720" y="9440"/>
                    <a:pt x="8732" y="9417"/>
                    <a:pt x="8758" y="9417"/>
                  </a:cubicBezTo>
                  <a:cubicBezTo>
                    <a:pt x="8767" y="9417"/>
                    <a:pt x="8777" y="9419"/>
                    <a:pt x="8789" y="9426"/>
                  </a:cubicBezTo>
                  <a:cubicBezTo>
                    <a:pt x="8862" y="9417"/>
                    <a:pt x="8927" y="9409"/>
                    <a:pt x="8878" y="9385"/>
                  </a:cubicBezTo>
                  <a:cubicBezTo>
                    <a:pt x="8878" y="9385"/>
                    <a:pt x="8894" y="9361"/>
                    <a:pt x="8959" y="9353"/>
                  </a:cubicBezTo>
                  <a:cubicBezTo>
                    <a:pt x="8975" y="9320"/>
                    <a:pt x="8984" y="9288"/>
                    <a:pt x="9008" y="9231"/>
                  </a:cubicBezTo>
                  <a:cubicBezTo>
                    <a:pt x="8973" y="9183"/>
                    <a:pt x="8986" y="9128"/>
                    <a:pt x="9025" y="9128"/>
                  </a:cubicBezTo>
                  <a:cubicBezTo>
                    <a:pt x="9032" y="9128"/>
                    <a:pt x="9040" y="9130"/>
                    <a:pt x="9048" y="9134"/>
                  </a:cubicBezTo>
                  <a:cubicBezTo>
                    <a:pt x="9057" y="9093"/>
                    <a:pt x="9057" y="9053"/>
                    <a:pt x="9024" y="9020"/>
                  </a:cubicBezTo>
                  <a:cubicBezTo>
                    <a:pt x="9049" y="8970"/>
                    <a:pt x="9060" y="8939"/>
                    <a:pt x="9090" y="8939"/>
                  </a:cubicBezTo>
                  <a:cubicBezTo>
                    <a:pt x="9098" y="8939"/>
                    <a:pt x="9109" y="8942"/>
                    <a:pt x="9121" y="8947"/>
                  </a:cubicBezTo>
                  <a:cubicBezTo>
                    <a:pt x="9142" y="8953"/>
                    <a:pt x="9155" y="8957"/>
                    <a:pt x="9161" y="8957"/>
                  </a:cubicBezTo>
                  <a:cubicBezTo>
                    <a:pt x="9172" y="8957"/>
                    <a:pt x="9160" y="8946"/>
                    <a:pt x="9130" y="8915"/>
                  </a:cubicBezTo>
                  <a:cubicBezTo>
                    <a:pt x="9081" y="8890"/>
                    <a:pt x="9089" y="8858"/>
                    <a:pt x="9105" y="8834"/>
                  </a:cubicBezTo>
                  <a:lnTo>
                    <a:pt x="9130" y="8769"/>
                  </a:lnTo>
                  <a:cubicBezTo>
                    <a:pt x="9073" y="8744"/>
                    <a:pt x="9073" y="8744"/>
                    <a:pt x="9081" y="8720"/>
                  </a:cubicBezTo>
                  <a:cubicBezTo>
                    <a:pt x="9097" y="8688"/>
                    <a:pt x="9186" y="8615"/>
                    <a:pt x="9203" y="8582"/>
                  </a:cubicBezTo>
                  <a:cubicBezTo>
                    <a:pt x="9226" y="8513"/>
                    <a:pt x="9228" y="8493"/>
                    <a:pt x="9204" y="8493"/>
                  </a:cubicBezTo>
                  <a:cubicBezTo>
                    <a:pt x="9195" y="8493"/>
                    <a:pt x="9181" y="8497"/>
                    <a:pt x="9162" y="8501"/>
                  </a:cubicBezTo>
                  <a:cubicBezTo>
                    <a:pt x="9159" y="8509"/>
                    <a:pt x="9152" y="8513"/>
                    <a:pt x="9145" y="8513"/>
                  </a:cubicBezTo>
                  <a:cubicBezTo>
                    <a:pt x="9132" y="8513"/>
                    <a:pt x="9123" y="8496"/>
                    <a:pt x="9178" y="8469"/>
                  </a:cubicBezTo>
                  <a:cubicBezTo>
                    <a:pt x="9227" y="8404"/>
                    <a:pt x="9267" y="8331"/>
                    <a:pt x="9300" y="8258"/>
                  </a:cubicBezTo>
                  <a:cubicBezTo>
                    <a:pt x="9340" y="8128"/>
                    <a:pt x="9340" y="8128"/>
                    <a:pt x="9284" y="8112"/>
                  </a:cubicBezTo>
                  <a:cubicBezTo>
                    <a:pt x="9154" y="8112"/>
                    <a:pt x="9162" y="8080"/>
                    <a:pt x="9292" y="8080"/>
                  </a:cubicBezTo>
                  <a:cubicBezTo>
                    <a:pt x="9421" y="8047"/>
                    <a:pt x="9438" y="8015"/>
                    <a:pt x="9373" y="7999"/>
                  </a:cubicBezTo>
                  <a:cubicBezTo>
                    <a:pt x="9324" y="7950"/>
                    <a:pt x="9324" y="7950"/>
                    <a:pt x="9340" y="7917"/>
                  </a:cubicBezTo>
                  <a:lnTo>
                    <a:pt x="9340" y="7917"/>
                  </a:lnTo>
                  <a:cubicBezTo>
                    <a:pt x="9350" y="7920"/>
                    <a:pt x="9358" y="7922"/>
                    <a:pt x="9365" y="7922"/>
                  </a:cubicBezTo>
                  <a:cubicBezTo>
                    <a:pt x="9398" y="7922"/>
                    <a:pt x="9398" y="7889"/>
                    <a:pt x="9365" y="7828"/>
                  </a:cubicBezTo>
                  <a:cubicBezTo>
                    <a:pt x="9370" y="7807"/>
                    <a:pt x="9372" y="7799"/>
                    <a:pt x="9392" y="7799"/>
                  </a:cubicBezTo>
                  <a:cubicBezTo>
                    <a:pt x="9402" y="7799"/>
                    <a:pt x="9416" y="7801"/>
                    <a:pt x="9438" y="7804"/>
                  </a:cubicBezTo>
                  <a:lnTo>
                    <a:pt x="9454" y="7739"/>
                  </a:lnTo>
                  <a:cubicBezTo>
                    <a:pt x="9348" y="7650"/>
                    <a:pt x="9446" y="7463"/>
                    <a:pt x="9511" y="7447"/>
                  </a:cubicBezTo>
                  <a:cubicBezTo>
                    <a:pt x="9511" y="7447"/>
                    <a:pt x="9519" y="7415"/>
                    <a:pt x="9470" y="7366"/>
                  </a:cubicBezTo>
                  <a:cubicBezTo>
                    <a:pt x="9383" y="7322"/>
                    <a:pt x="9367" y="7293"/>
                    <a:pt x="9417" y="7293"/>
                  </a:cubicBezTo>
                  <a:cubicBezTo>
                    <a:pt x="9432" y="7293"/>
                    <a:pt x="9452" y="7296"/>
                    <a:pt x="9478" y="7301"/>
                  </a:cubicBezTo>
                  <a:cubicBezTo>
                    <a:pt x="9526" y="7311"/>
                    <a:pt x="9555" y="7317"/>
                    <a:pt x="9566" y="7317"/>
                  </a:cubicBezTo>
                  <a:cubicBezTo>
                    <a:pt x="9582" y="7317"/>
                    <a:pt x="9555" y="7303"/>
                    <a:pt x="9486" y="7269"/>
                  </a:cubicBezTo>
                  <a:cubicBezTo>
                    <a:pt x="9445" y="7227"/>
                    <a:pt x="9462" y="7103"/>
                    <a:pt x="9539" y="7103"/>
                  </a:cubicBezTo>
                  <a:cubicBezTo>
                    <a:pt x="9552" y="7103"/>
                    <a:pt x="9567" y="7107"/>
                    <a:pt x="9584" y="7115"/>
                  </a:cubicBezTo>
                  <a:lnTo>
                    <a:pt x="9697" y="7131"/>
                  </a:lnTo>
                  <a:cubicBezTo>
                    <a:pt x="9648" y="7090"/>
                    <a:pt x="9657" y="7058"/>
                    <a:pt x="9657" y="7058"/>
                  </a:cubicBezTo>
                  <a:cubicBezTo>
                    <a:pt x="9592" y="7050"/>
                    <a:pt x="9600" y="7018"/>
                    <a:pt x="9624" y="6912"/>
                  </a:cubicBezTo>
                  <a:cubicBezTo>
                    <a:pt x="9632" y="6847"/>
                    <a:pt x="9592" y="6701"/>
                    <a:pt x="9600" y="6636"/>
                  </a:cubicBezTo>
                  <a:cubicBezTo>
                    <a:pt x="9608" y="6572"/>
                    <a:pt x="9616" y="6474"/>
                    <a:pt x="9681" y="6442"/>
                  </a:cubicBezTo>
                  <a:cubicBezTo>
                    <a:pt x="9689" y="6393"/>
                    <a:pt x="9673" y="6336"/>
                    <a:pt x="9632" y="6304"/>
                  </a:cubicBezTo>
                  <a:cubicBezTo>
                    <a:pt x="9575" y="6263"/>
                    <a:pt x="9584" y="6199"/>
                    <a:pt x="9640" y="6199"/>
                  </a:cubicBezTo>
                  <a:lnTo>
                    <a:pt x="9640" y="6166"/>
                  </a:lnTo>
                  <a:cubicBezTo>
                    <a:pt x="9592" y="6093"/>
                    <a:pt x="9592" y="6061"/>
                    <a:pt x="9592" y="6061"/>
                  </a:cubicBezTo>
                  <a:lnTo>
                    <a:pt x="9592" y="6061"/>
                  </a:lnTo>
                  <a:cubicBezTo>
                    <a:pt x="9598" y="6062"/>
                    <a:pt x="9604" y="6062"/>
                    <a:pt x="9610" y="6062"/>
                  </a:cubicBezTo>
                  <a:cubicBezTo>
                    <a:pt x="9661" y="6062"/>
                    <a:pt x="9707" y="6032"/>
                    <a:pt x="9657" y="5996"/>
                  </a:cubicBezTo>
                  <a:cubicBezTo>
                    <a:pt x="9592" y="5996"/>
                    <a:pt x="9600" y="5964"/>
                    <a:pt x="9600" y="5899"/>
                  </a:cubicBezTo>
                  <a:cubicBezTo>
                    <a:pt x="9632" y="5866"/>
                    <a:pt x="9657" y="5566"/>
                    <a:pt x="9640" y="5274"/>
                  </a:cubicBezTo>
                  <a:cubicBezTo>
                    <a:pt x="9632" y="4987"/>
                    <a:pt x="9585" y="4707"/>
                    <a:pt x="9553" y="4707"/>
                  </a:cubicBezTo>
                  <a:cubicBezTo>
                    <a:pt x="9552" y="4707"/>
                    <a:pt x="9552" y="4707"/>
                    <a:pt x="9551" y="4707"/>
                  </a:cubicBezTo>
                  <a:lnTo>
                    <a:pt x="9543" y="4601"/>
                  </a:lnTo>
                  <a:cubicBezTo>
                    <a:pt x="9535" y="4569"/>
                    <a:pt x="9527" y="4504"/>
                    <a:pt x="9527" y="4504"/>
                  </a:cubicBezTo>
                  <a:cubicBezTo>
                    <a:pt x="9648" y="4488"/>
                    <a:pt x="9559" y="4318"/>
                    <a:pt x="9478" y="4228"/>
                  </a:cubicBezTo>
                  <a:cubicBezTo>
                    <a:pt x="9438" y="4220"/>
                    <a:pt x="9405" y="4188"/>
                    <a:pt x="9405" y="4139"/>
                  </a:cubicBezTo>
                  <a:cubicBezTo>
                    <a:pt x="9519" y="4115"/>
                    <a:pt x="9494" y="4010"/>
                    <a:pt x="9421" y="3961"/>
                  </a:cubicBezTo>
                  <a:cubicBezTo>
                    <a:pt x="9300" y="3953"/>
                    <a:pt x="9292" y="3920"/>
                    <a:pt x="9405" y="3888"/>
                  </a:cubicBezTo>
                  <a:cubicBezTo>
                    <a:pt x="9527" y="3864"/>
                    <a:pt x="9503" y="3791"/>
                    <a:pt x="9316" y="3774"/>
                  </a:cubicBezTo>
                  <a:cubicBezTo>
                    <a:pt x="9243" y="3750"/>
                    <a:pt x="9243" y="3750"/>
                    <a:pt x="9292" y="3701"/>
                  </a:cubicBezTo>
                  <a:cubicBezTo>
                    <a:pt x="9379" y="3648"/>
                    <a:pt x="9388" y="3616"/>
                    <a:pt x="9357" y="3616"/>
                  </a:cubicBezTo>
                  <a:cubicBezTo>
                    <a:pt x="9350" y="3616"/>
                    <a:pt x="9342" y="3618"/>
                    <a:pt x="9332" y="3620"/>
                  </a:cubicBezTo>
                  <a:cubicBezTo>
                    <a:pt x="9211" y="3620"/>
                    <a:pt x="9203" y="3588"/>
                    <a:pt x="9300" y="3515"/>
                  </a:cubicBezTo>
                  <a:cubicBezTo>
                    <a:pt x="9380" y="3435"/>
                    <a:pt x="9394" y="3415"/>
                    <a:pt x="9325" y="3415"/>
                  </a:cubicBezTo>
                  <a:cubicBezTo>
                    <a:pt x="9310" y="3415"/>
                    <a:pt x="9291" y="3416"/>
                    <a:pt x="9267" y="3418"/>
                  </a:cubicBezTo>
                  <a:cubicBezTo>
                    <a:pt x="9262" y="3418"/>
                    <a:pt x="9256" y="3419"/>
                    <a:pt x="9251" y="3419"/>
                  </a:cubicBezTo>
                  <a:cubicBezTo>
                    <a:pt x="9149" y="3419"/>
                    <a:pt x="9102" y="3277"/>
                    <a:pt x="9203" y="3215"/>
                  </a:cubicBezTo>
                  <a:cubicBezTo>
                    <a:pt x="9189" y="3187"/>
                    <a:pt x="9217" y="3147"/>
                    <a:pt x="9188" y="3147"/>
                  </a:cubicBezTo>
                  <a:cubicBezTo>
                    <a:pt x="9184" y="3147"/>
                    <a:pt x="9178" y="3148"/>
                    <a:pt x="9170" y="3150"/>
                  </a:cubicBezTo>
                  <a:lnTo>
                    <a:pt x="9219" y="3093"/>
                  </a:lnTo>
                  <a:lnTo>
                    <a:pt x="9186" y="3029"/>
                  </a:lnTo>
                  <a:lnTo>
                    <a:pt x="9130" y="3053"/>
                  </a:lnTo>
                  <a:cubicBezTo>
                    <a:pt x="9105" y="2883"/>
                    <a:pt x="9048" y="2720"/>
                    <a:pt x="8975" y="2574"/>
                  </a:cubicBezTo>
                  <a:cubicBezTo>
                    <a:pt x="8825" y="2299"/>
                    <a:pt x="8757" y="2203"/>
                    <a:pt x="8723" y="2203"/>
                  </a:cubicBezTo>
                  <a:cubicBezTo>
                    <a:pt x="8713" y="2203"/>
                    <a:pt x="8705" y="2211"/>
                    <a:pt x="8700" y="2226"/>
                  </a:cubicBezTo>
                  <a:cubicBezTo>
                    <a:pt x="8672" y="2260"/>
                    <a:pt x="8648" y="2274"/>
                    <a:pt x="8633" y="2274"/>
                  </a:cubicBezTo>
                  <a:cubicBezTo>
                    <a:pt x="8605" y="2274"/>
                    <a:pt x="8606" y="2224"/>
                    <a:pt x="8659" y="2161"/>
                  </a:cubicBezTo>
                  <a:cubicBezTo>
                    <a:pt x="8643" y="2137"/>
                    <a:pt x="8651" y="2039"/>
                    <a:pt x="8611" y="1983"/>
                  </a:cubicBezTo>
                  <a:cubicBezTo>
                    <a:pt x="8562" y="1918"/>
                    <a:pt x="8521" y="1861"/>
                    <a:pt x="8562" y="1829"/>
                  </a:cubicBezTo>
                  <a:lnTo>
                    <a:pt x="8546" y="1796"/>
                  </a:lnTo>
                  <a:cubicBezTo>
                    <a:pt x="8542" y="1796"/>
                    <a:pt x="8539" y="1796"/>
                    <a:pt x="8536" y="1796"/>
                  </a:cubicBezTo>
                  <a:cubicBezTo>
                    <a:pt x="8401" y="1796"/>
                    <a:pt x="8261" y="1639"/>
                    <a:pt x="8230" y="1520"/>
                  </a:cubicBezTo>
                  <a:cubicBezTo>
                    <a:pt x="8189" y="1464"/>
                    <a:pt x="8124" y="1431"/>
                    <a:pt x="8059" y="1431"/>
                  </a:cubicBezTo>
                  <a:cubicBezTo>
                    <a:pt x="7962" y="1423"/>
                    <a:pt x="7962" y="1423"/>
                    <a:pt x="7978" y="1350"/>
                  </a:cubicBezTo>
                  <a:cubicBezTo>
                    <a:pt x="8017" y="1311"/>
                    <a:pt x="7941" y="1177"/>
                    <a:pt x="7867" y="1177"/>
                  </a:cubicBezTo>
                  <a:cubicBezTo>
                    <a:pt x="7850" y="1177"/>
                    <a:pt x="7832" y="1185"/>
                    <a:pt x="7816" y="1204"/>
                  </a:cubicBezTo>
                  <a:lnTo>
                    <a:pt x="7824" y="1131"/>
                  </a:lnTo>
                  <a:cubicBezTo>
                    <a:pt x="7828" y="1101"/>
                    <a:pt x="7816" y="1089"/>
                    <a:pt x="7799" y="1089"/>
                  </a:cubicBezTo>
                  <a:cubicBezTo>
                    <a:pt x="7779" y="1089"/>
                    <a:pt x="7752" y="1105"/>
                    <a:pt x="7735" y="1131"/>
                  </a:cubicBezTo>
                  <a:cubicBezTo>
                    <a:pt x="7704" y="1166"/>
                    <a:pt x="7681" y="1185"/>
                    <a:pt x="7669" y="1185"/>
                  </a:cubicBezTo>
                  <a:cubicBezTo>
                    <a:pt x="7651" y="1185"/>
                    <a:pt x="7661" y="1138"/>
                    <a:pt x="7711" y="1034"/>
                  </a:cubicBezTo>
                  <a:cubicBezTo>
                    <a:pt x="7759" y="975"/>
                    <a:pt x="7765" y="945"/>
                    <a:pt x="7751" y="945"/>
                  </a:cubicBezTo>
                  <a:cubicBezTo>
                    <a:pt x="7744" y="945"/>
                    <a:pt x="7733" y="953"/>
                    <a:pt x="7719" y="969"/>
                  </a:cubicBezTo>
                  <a:cubicBezTo>
                    <a:pt x="7686" y="981"/>
                    <a:pt x="7654" y="993"/>
                    <a:pt x="7631" y="993"/>
                  </a:cubicBezTo>
                  <a:cubicBezTo>
                    <a:pt x="7607" y="993"/>
                    <a:pt x="7593" y="981"/>
                    <a:pt x="7597" y="945"/>
                  </a:cubicBezTo>
                  <a:cubicBezTo>
                    <a:pt x="7584" y="938"/>
                    <a:pt x="7570" y="930"/>
                    <a:pt x="7554" y="930"/>
                  </a:cubicBezTo>
                  <a:cubicBezTo>
                    <a:pt x="7532" y="930"/>
                    <a:pt x="7505" y="945"/>
                    <a:pt x="7467" y="1002"/>
                  </a:cubicBezTo>
                  <a:cubicBezTo>
                    <a:pt x="7450" y="1023"/>
                    <a:pt x="7435" y="1030"/>
                    <a:pt x="7421" y="1030"/>
                  </a:cubicBezTo>
                  <a:cubicBezTo>
                    <a:pt x="7404" y="1030"/>
                    <a:pt x="7388" y="1019"/>
                    <a:pt x="7370" y="1010"/>
                  </a:cubicBezTo>
                  <a:cubicBezTo>
                    <a:pt x="7403" y="961"/>
                    <a:pt x="7403" y="961"/>
                    <a:pt x="7467" y="929"/>
                  </a:cubicBezTo>
                  <a:lnTo>
                    <a:pt x="7467" y="929"/>
                  </a:lnTo>
                  <a:cubicBezTo>
                    <a:pt x="7476" y="935"/>
                    <a:pt x="7480" y="938"/>
                    <a:pt x="7480" y="938"/>
                  </a:cubicBezTo>
                  <a:cubicBezTo>
                    <a:pt x="7480" y="938"/>
                    <a:pt x="7476" y="935"/>
                    <a:pt x="7467" y="929"/>
                  </a:cubicBezTo>
                  <a:cubicBezTo>
                    <a:pt x="7467" y="929"/>
                    <a:pt x="7467" y="929"/>
                    <a:pt x="7467" y="929"/>
                  </a:cubicBezTo>
                  <a:lnTo>
                    <a:pt x="7467" y="929"/>
                  </a:lnTo>
                  <a:cubicBezTo>
                    <a:pt x="7455" y="920"/>
                    <a:pt x="7435" y="905"/>
                    <a:pt x="7411" y="888"/>
                  </a:cubicBezTo>
                  <a:cubicBezTo>
                    <a:pt x="7370" y="848"/>
                    <a:pt x="7362" y="783"/>
                    <a:pt x="7386" y="726"/>
                  </a:cubicBezTo>
                  <a:cubicBezTo>
                    <a:pt x="7386" y="691"/>
                    <a:pt x="7379" y="669"/>
                    <a:pt x="7368" y="669"/>
                  </a:cubicBezTo>
                  <a:cubicBezTo>
                    <a:pt x="7355" y="669"/>
                    <a:pt x="7338" y="695"/>
                    <a:pt x="7322" y="758"/>
                  </a:cubicBezTo>
                  <a:cubicBezTo>
                    <a:pt x="7282" y="817"/>
                    <a:pt x="7267" y="841"/>
                    <a:pt x="7246" y="841"/>
                  </a:cubicBezTo>
                  <a:cubicBezTo>
                    <a:pt x="7233" y="841"/>
                    <a:pt x="7217" y="831"/>
                    <a:pt x="7192" y="815"/>
                  </a:cubicBezTo>
                  <a:cubicBezTo>
                    <a:pt x="7167" y="799"/>
                    <a:pt x="7135" y="783"/>
                    <a:pt x="7167" y="726"/>
                  </a:cubicBezTo>
                  <a:cubicBezTo>
                    <a:pt x="7192" y="677"/>
                    <a:pt x="7192" y="677"/>
                    <a:pt x="7135" y="637"/>
                  </a:cubicBezTo>
                  <a:cubicBezTo>
                    <a:pt x="7117" y="626"/>
                    <a:pt x="7096" y="621"/>
                    <a:pt x="7073" y="621"/>
                  </a:cubicBezTo>
                  <a:cubicBezTo>
                    <a:pt x="6972" y="621"/>
                    <a:pt x="6836" y="710"/>
                    <a:pt x="6770" y="783"/>
                  </a:cubicBezTo>
                  <a:cubicBezTo>
                    <a:pt x="6743" y="833"/>
                    <a:pt x="6729" y="860"/>
                    <a:pt x="6724" y="860"/>
                  </a:cubicBezTo>
                  <a:cubicBezTo>
                    <a:pt x="6719" y="860"/>
                    <a:pt x="6725" y="829"/>
                    <a:pt x="6738" y="766"/>
                  </a:cubicBezTo>
                  <a:cubicBezTo>
                    <a:pt x="6762" y="710"/>
                    <a:pt x="6738" y="693"/>
                    <a:pt x="6705" y="677"/>
                  </a:cubicBezTo>
                  <a:cubicBezTo>
                    <a:pt x="6698" y="694"/>
                    <a:pt x="6693" y="699"/>
                    <a:pt x="6689" y="699"/>
                  </a:cubicBezTo>
                  <a:cubicBezTo>
                    <a:pt x="6681" y="699"/>
                    <a:pt x="6682" y="675"/>
                    <a:pt x="6696" y="675"/>
                  </a:cubicBezTo>
                  <a:cubicBezTo>
                    <a:pt x="6699" y="675"/>
                    <a:pt x="6702" y="676"/>
                    <a:pt x="6705" y="677"/>
                  </a:cubicBezTo>
                  <a:cubicBezTo>
                    <a:pt x="6717" y="649"/>
                    <a:pt x="6732" y="639"/>
                    <a:pt x="6747" y="639"/>
                  </a:cubicBezTo>
                  <a:cubicBezTo>
                    <a:pt x="6762" y="639"/>
                    <a:pt x="6778" y="649"/>
                    <a:pt x="6795" y="661"/>
                  </a:cubicBezTo>
                  <a:lnTo>
                    <a:pt x="6819" y="604"/>
                  </a:lnTo>
                  <a:cubicBezTo>
                    <a:pt x="6833" y="533"/>
                    <a:pt x="6828" y="496"/>
                    <a:pt x="6804" y="496"/>
                  </a:cubicBezTo>
                  <a:cubicBezTo>
                    <a:pt x="6786" y="496"/>
                    <a:pt x="6759" y="515"/>
                    <a:pt x="6722" y="556"/>
                  </a:cubicBezTo>
                  <a:cubicBezTo>
                    <a:pt x="6697" y="573"/>
                    <a:pt x="6683" y="583"/>
                    <a:pt x="6675" y="583"/>
                  </a:cubicBezTo>
                  <a:cubicBezTo>
                    <a:pt x="6663" y="583"/>
                    <a:pt x="6661" y="565"/>
                    <a:pt x="6657" y="523"/>
                  </a:cubicBezTo>
                  <a:cubicBezTo>
                    <a:pt x="6651" y="475"/>
                    <a:pt x="6645" y="422"/>
                    <a:pt x="6632" y="422"/>
                  </a:cubicBezTo>
                  <a:cubicBezTo>
                    <a:pt x="6627" y="422"/>
                    <a:pt x="6622" y="428"/>
                    <a:pt x="6616" y="442"/>
                  </a:cubicBezTo>
                  <a:cubicBezTo>
                    <a:pt x="6576" y="418"/>
                    <a:pt x="6551" y="385"/>
                    <a:pt x="6535" y="337"/>
                  </a:cubicBezTo>
                  <a:cubicBezTo>
                    <a:pt x="6503" y="325"/>
                    <a:pt x="6478" y="314"/>
                    <a:pt x="6459" y="314"/>
                  </a:cubicBezTo>
                  <a:cubicBezTo>
                    <a:pt x="6440" y="314"/>
                    <a:pt x="6426" y="325"/>
                    <a:pt x="6413" y="353"/>
                  </a:cubicBezTo>
                  <a:cubicBezTo>
                    <a:pt x="6399" y="386"/>
                    <a:pt x="6382" y="397"/>
                    <a:pt x="6364" y="397"/>
                  </a:cubicBezTo>
                  <a:cubicBezTo>
                    <a:pt x="6351" y="397"/>
                    <a:pt x="6338" y="392"/>
                    <a:pt x="6324" y="385"/>
                  </a:cubicBezTo>
                  <a:cubicBezTo>
                    <a:pt x="6311" y="379"/>
                    <a:pt x="6298" y="373"/>
                    <a:pt x="6285" y="373"/>
                  </a:cubicBezTo>
                  <a:cubicBezTo>
                    <a:pt x="6267" y="373"/>
                    <a:pt x="6249" y="384"/>
                    <a:pt x="6235" y="418"/>
                  </a:cubicBezTo>
                  <a:cubicBezTo>
                    <a:pt x="6222" y="463"/>
                    <a:pt x="6183" y="498"/>
                    <a:pt x="6135" y="498"/>
                  </a:cubicBezTo>
                  <a:cubicBezTo>
                    <a:pt x="6123" y="498"/>
                    <a:pt x="6110" y="496"/>
                    <a:pt x="6097" y="491"/>
                  </a:cubicBezTo>
                  <a:cubicBezTo>
                    <a:pt x="6068" y="505"/>
                    <a:pt x="6050" y="515"/>
                    <a:pt x="6038" y="515"/>
                  </a:cubicBezTo>
                  <a:cubicBezTo>
                    <a:pt x="6016" y="515"/>
                    <a:pt x="6016" y="485"/>
                    <a:pt x="6016" y="402"/>
                  </a:cubicBezTo>
                  <a:cubicBezTo>
                    <a:pt x="6032" y="345"/>
                    <a:pt x="6000" y="337"/>
                    <a:pt x="5968" y="329"/>
                  </a:cubicBezTo>
                  <a:cubicBezTo>
                    <a:pt x="5968" y="329"/>
                    <a:pt x="5935" y="312"/>
                    <a:pt x="5919" y="248"/>
                  </a:cubicBezTo>
                  <a:cubicBezTo>
                    <a:pt x="5911" y="227"/>
                    <a:pt x="5904" y="219"/>
                    <a:pt x="5898" y="219"/>
                  </a:cubicBezTo>
                  <a:cubicBezTo>
                    <a:pt x="5884" y="219"/>
                    <a:pt x="5873" y="257"/>
                    <a:pt x="5862" y="296"/>
                  </a:cubicBezTo>
                  <a:cubicBezTo>
                    <a:pt x="5846" y="353"/>
                    <a:pt x="5830" y="410"/>
                    <a:pt x="5830" y="410"/>
                  </a:cubicBezTo>
                  <a:cubicBezTo>
                    <a:pt x="5797" y="402"/>
                    <a:pt x="5797" y="280"/>
                    <a:pt x="5813" y="215"/>
                  </a:cubicBezTo>
                  <a:cubicBezTo>
                    <a:pt x="5809" y="153"/>
                    <a:pt x="5807" y="123"/>
                    <a:pt x="5802" y="123"/>
                  </a:cubicBezTo>
                  <a:cubicBezTo>
                    <a:pt x="5797" y="123"/>
                    <a:pt x="5789" y="151"/>
                    <a:pt x="5773" y="207"/>
                  </a:cubicBezTo>
                  <a:cubicBezTo>
                    <a:pt x="5768" y="243"/>
                    <a:pt x="5746" y="280"/>
                    <a:pt x="5716" y="280"/>
                  </a:cubicBezTo>
                  <a:cubicBezTo>
                    <a:pt x="5699" y="280"/>
                    <a:pt x="5680" y="269"/>
                    <a:pt x="5659" y="239"/>
                  </a:cubicBezTo>
                  <a:cubicBezTo>
                    <a:pt x="5586" y="223"/>
                    <a:pt x="5522" y="207"/>
                    <a:pt x="5530" y="150"/>
                  </a:cubicBezTo>
                  <a:cubicBezTo>
                    <a:pt x="5521" y="127"/>
                    <a:pt x="5509" y="119"/>
                    <a:pt x="5497" y="119"/>
                  </a:cubicBezTo>
                  <a:cubicBezTo>
                    <a:pt x="5476" y="119"/>
                    <a:pt x="5457" y="142"/>
                    <a:pt x="5457" y="142"/>
                  </a:cubicBezTo>
                  <a:cubicBezTo>
                    <a:pt x="5436" y="162"/>
                    <a:pt x="5419" y="173"/>
                    <a:pt x="5399" y="173"/>
                  </a:cubicBezTo>
                  <a:cubicBezTo>
                    <a:pt x="5370" y="173"/>
                    <a:pt x="5335" y="152"/>
                    <a:pt x="5278" y="110"/>
                  </a:cubicBezTo>
                  <a:cubicBezTo>
                    <a:pt x="5195" y="34"/>
                    <a:pt x="5152" y="0"/>
                    <a:pt x="5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2"/>
            <p:cNvSpPr/>
            <p:nvPr/>
          </p:nvSpPr>
          <p:spPr>
            <a:xfrm>
              <a:off x="7708200" y="1558124"/>
              <a:ext cx="86860" cy="71587"/>
            </a:xfrm>
            <a:custGeom>
              <a:avLst/>
              <a:gdLst/>
              <a:ahLst/>
              <a:cxnLst/>
              <a:rect l="l" t="t" r="r" b="b"/>
              <a:pathLst>
                <a:path w="5039" h="4153" extrusionOk="0">
                  <a:moveTo>
                    <a:pt x="4791" y="119"/>
                  </a:moveTo>
                  <a:cubicBezTo>
                    <a:pt x="4794" y="119"/>
                    <a:pt x="4819" y="200"/>
                    <a:pt x="4836" y="285"/>
                  </a:cubicBezTo>
                  <a:cubicBezTo>
                    <a:pt x="4820" y="244"/>
                    <a:pt x="4803" y="212"/>
                    <a:pt x="4803" y="172"/>
                  </a:cubicBezTo>
                  <a:cubicBezTo>
                    <a:pt x="4793" y="135"/>
                    <a:pt x="4790" y="119"/>
                    <a:pt x="4791" y="119"/>
                  </a:cubicBezTo>
                  <a:close/>
                  <a:moveTo>
                    <a:pt x="3895" y="528"/>
                  </a:moveTo>
                  <a:cubicBezTo>
                    <a:pt x="3903" y="528"/>
                    <a:pt x="3903" y="528"/>
                    <a:pt x="3928" y="585"/>
                  </a:cubicBezTo>
                  <a:cubicBezTo>
                    <a:pt x="3952" y="617"/>
                    <a:pt x="3960" y="658"/>
                    <a:pt x="3968" y="699"/>
                  </a:cubicBezTo>
                  <a:cubicBezTo>
                    <a:pt x="3936" y="642"/>
                    <a:pt x="3911" y="593"/>
                    <a:pt x="3895" y="528"/>
                  </a:cubicBezTo>
                  <a:close/>
                  <a:moveTo>
                    <a:pt x="3044" y="901"/>
                  </a:moveTo>
                  <a:cubicBezTo>
                    <a:pt x="3061" y="926"/>
                    <a:pt x="3067" y="941"/>
                    <a:pt x="3065" y="941"/>
                  </a:cubicBezTo>
                  <a:cubicBezTo>
                    <a:pt x="3064" y="941"/>
                    <a:pt x="3056" y="929"/>
                    <a:pt x="3044" y="901"/>
                  </a:cubicBezTo>
                  <a:close/>
                  <a:moveTo>
                    <a:pt x="2744" y="917"/>
                  </a:moveTo>
                  <a:lnTo>
                    <a:pt x="2776" y="966"/>
                  </a:lnTo>
                  <a:cubicBezTo>
                    <a:pt x="2752" y="917"/>
                    <a:pt x="2752" y="917"/>
                    <a:pt x="2744" y="917"/>
                  </a:cubicBezTo>
                  <a:close/>
                  <a:moveTo>
                    <a:pt x="3125" y="861"/>
                  </a:moveTo>
                  <a:cubicBezTo>
                    <a:pt x="3133" y="861"/>
                    <a:pt x="3133" y="861"/>
                    <a:pt x="3157" y="909"/>
                  </a:cubicBezTo>
                  <a:cubicBezTo>
                    <a:pt x="3157" y="909"/>
                    <a:pt x="3190" y="966"/>
                    <a:pt x="3182" y="966"/>
                  </a:cubicBezTo>
                  <a:lnTo>
                    <a:pt x="3149" y="917"/>
                  </a:lnTo>
                  <a:cubicBezTo>
                    <a:pt x="3117" y="861"/>
                    <a:pt x="3125" y="861"/>
                    <a:pt x="3125" y="861"/>
                  </a:cubicBezTo>
                  <a:close/>
                  <a:moveTo>
                    <a:pt x="3778" y="810"/>
                  </a:moveTo>
                  <a:cubicBezTo>
                    <a:pt x="3780" y="810"/>
                    <a:pt x="3783" y="815"/>
                    <a:pt x="3790" y="828"/>
                  </a:cubicBezTo>
                  <a:cubicBezTo>
                    <a:pt x="3790" y="828"/>
                    <a:pt x="3814" y="885"/>
                    <a:pt x="3838" y="942"/>
                  </a:cubicBezTo>
                  <a:cubicBezTo>
                    <a:pt x="3838" y="942"/>
                    <a:pt x="3846" y="967"/>
                    <a:pt x="3843" y="967"/>
                  </a:cubicBezTo>
                  <a:cubicBezTo>
                    <a:pt x="3842" y="967"/>
                    <a:pt x="3838" y="961"/>
                    <a:pt x="3830" y="942"/>
                  </a:cubicBezTo>
                  <a:lnTo>
                    <a:pt x="3806" y="893"/>
                  </a:lnTo>
                  <a:cubicBezTo>
                    <a:pt x="3788" y="851"/>
                    <a:pt x="3775" y="810"/>
                    <a:pt x="3778" y="810"/>
                  </a:cubicBezTo>
                  <a:close/>
                  <a:moveTo>
                    <a:pt x="2776" y="966"/>
                  </a:moveTo>
                  <a:lnTo>
                    <a:pt x="2776" y="966"/>
                  </a:lnTo>
                  <a:cubicBezTo>
                    <a:pt x="2782" y="976"/>
                    <a:pt x="2788" y="985"/>
                    <a:pt x="2794" y="993"/>
                  </a:cubicBezTo>
                  <a:lnTo>
                    <a:pt x="2794" y="993"/>
                  </a:lnTo>
                  <a:cubicBezTo>
                    <a:pt x="2789" y="984"/>
                    <a:pt x="2783" y="975"/>
                    <a:pt x="2776" y="966"/>
                  </a:cubicBezTo>
                  <a:close/>
                  <a:moveTo>
                    <a:pt x="3532" y="941"/>
                  </a:moveTo>
                  <a:cubicBezTo>
                    <a:pt x="3542" y="941"/>
                    <a:pt x="3563" y="990"/>
                    <a:pt x="3563" y="990"/>
                  </a:cubicBezTo>
                  <a:cubicBezTo>
                    <a:pt x="3563" y="990"/>
                    <a:pt x="3595" y="1039"/>
                    <a:pt x="3587" y="1047"/>
                  </a:cubicBezTo>
                  <a:cubicBezTo>
                    <a:pt x="3587" y="1047"/>
                    <a:pt x="3555" y="990"/>
                    <a:pt x="3530" y="942"/>
                  </a:cubicBezTo>
                  <a:cubicBezTo>
                    <a:pt x="3531" y="941"/>
                    <a:pt x="3532" y="941"/>
                    <a:pt x="3532" y="941"/>
                  </a:cubicBezTo>
                  <a:close/>
                  <a:moveTo>
                    <a:pt x="3522" y="1071"/>
                  </a:moveTo>
                  <a:cubicBezTo>
                    <a:pt x="3530" y="1071"/>
                    <a:pt x="3530" y="1071"/>
                    <a:pt x="3563" y="1120"/>
                  </a:cubicBezTo>
                  <a:lnTo>
                    <a:pt x="3555" y="1128"/>
                  </a:lnTo>
                  <a:lnTo>
                    <a:pt x="3522" y="1071"/>
                  </a:lnTo>
                  <a:close/>
                  <a:moveTo>
                    <a:pt x="3466" y="1096"/>
                  </a:moveTo>
                  <a:cubicBezTo>
                    <a:pt x="3474" y="1096"/>
                    <a:pt x="3474" y="1096"/>
                    <a:pt x="3498" y="1153"/>
                  </a:cubicBezTo>
                  <a:lnTo>
                    <a:pt x="3490" y="1153"/>
                  </a:lnTo>
                  <a:lnTo>
                    <a:pt x="3457" y="1104"/>
                  </a:lnTo>
                  <a:lnTo>
                    <a:pt x="3466" y="1096"/>
                  </a:lnTo>
                  <a:close/>
                  <a:moveTo>
                    <a:pt x="3403" y="1078"/>
                  </a:moveTo>
                  <a:cubicBezTo>
                    <a:pt x="3405" y="1078"/>
                    <a:pt x="3413" y="1092"/>
                    <a:pt x="3425" y="1120"/>
                  </a:cubicBezTo>
                  <a:cubicBezTo>
                    <a:pt x="3457" y="1169"/>
                    <a:pt x="3457" y="1169"/>
                    <a:pt x="3449" y="1169"/>
                  </a:cubicBezTo>
                  <a:cubicBezTo>
                    <a:pt x="3447" y="1171"/>
                    <a:pt x="3445" y="1173"/>
                    <a:pt x="3444" y="1173"/>
                  </a:cubicBezTo>
                  <a:cubicBezTo>
                    <a:pt x="3439" y="1173"/>
                    <a:pt x="3435" y="1161"/>
                    <a:pt x="3417" y="1120"/>
                  </a:cubicBezTo>
                  <a:cubicBezTo>
                    <a:pt x="3405" y="1092"/>
                    <a:pt x="3401" y="1078"/>
                    <a:pt x="3403" y="1078"/>
                  </a:cubicBezTo>
                  <a:close/>
                  <a:moveTo>
                    <a:pt x="3554" y="1160"/>
                  </a:moveTo>
                  <a:cubicBezTo>
                    <a:pt x="3553" y="1160"/>
                    <a:pt x="3555" y="1166"/>
                    <a:pt x="3563" y="1185"/>
                  </a:cubicBezTo>
                  <a:cubicBezTo>
                    <a:pt x="3568" y="1185"/>
                    <a:pt x="3556" y="1160"/>
                    <a:pt x="3554" y="1160"/>
                  </a:cubicBezTo>
                  <a:close/>
                  <a:moveTo>
                    <a:pt x="2801" y="1428"/>
                  </a:moveTo>
                  <a:cubicBezTo>
                    <a:pt x="2825" y="1461"/>
                    <a:pt x="2841" y="1493"/>
                    <a:pt x="2857" y="1534"/>
                  </a:cubicBezTo>
                  <a:lnTo>
                    <a:pt x="2849" y="1534"/>
                  </a:lnTo>
                  <a:cubicBezTo>
                    <a:pt x="2833" y="1501"/>
                    <a:pt x="2809" y="1469"/>
                    <a:pt x="2793" y="1428"/>
                  </a:cubicBezTo>
                  <a:close/>
                  <a:moveTo>
                    <a:pt x="1901" y="1615"/>
                  </a:moveTo>
                  <a:cubicBezTo>
                    <a:pt x="1933" y="1663"/>
                    <a:pt x="1966" y="1712"/>
                    <a:pt x="1966" y="1720"/>
                  </a:cubicBezTo>
                  <a:lnTo>
                    <a:pt x="1957" y="1720"/>
                  </a:lnTo>
                  <a:cubicBezTo>
                    <a:pt x="1933" y="1688"/>
                    <a:pt x="1909" y="1655"/>
                    <a:pt x="1893" y="1623"/>
                  </a:cubicBezTo>
                  <a:lnTo>
                    <a:pt x="1901" y="1615"/>
                  </a:lnTo>
                  <a:close/>
                  <a:moveTo>
                    <a:pt x="2582" y="1615"/>
                  </a:moveTo>
                  <a:cubicBezTo>
                    <a:pt x="2598" y="1615"/>
                    <a:pt x="2598" y="1615"/>
                    <a:pt x="2630" y="1663"/>
                  </a:cubicBezTo>
                  <a:cubicBezTo>
                    <a:pt x="2663" y="1712"/>
                    <a:pt x="2655" y="1720"/>
                    <a:pt x="2647" y="1720"/>
                  </a:cubicBezTo>
                  <a:cubicBezTo>
                    <a:pt x="2614" y="1688"/>
                    <a:pt x="2598" y="1655"/>
                    <a:pt x="2582" y="1615"/>
                  </a:cubicBezTo>
                  <a:close/>
                  <a:moveTo>
                    <a:pt x="2184" y="1858"/>
                  </a:moveTo>
                  <a:cubicBezTo>
                    <a:pt x="2209" y="1890"/>
                    <a:pt x="2233" y="1923"/>
                    <a:pt x="2249" y="1955"/>
                  </a:cubicBezTo>
                  <a:lnTo>
                    <a:pt x="2209" y="1915"/>
                  </a:lnTo>
                  <a:lnTo>
                    <a:pt x="2176" y="1858"/>
                  </a:lnTo>
                  <a:close/>
                  <a:moveTo>
                    <a:pt x="912" y="1955"/>
                  </a:moveTo>
                  <a:cubicBezTo>
                    <a:pt x="903" y="1963"/>
                    <a:pt x="903" y="1963"/>
                    <a:pt x="944" y="2004"/>
                  </a:cubicBezTo>
                  <a:lnTo>
                    <a:pt x="960" y="1996"/>
                  </a:lnTo>
                  <a:cubicBezTo>
                    <a:pt x="920" y="1955"/>
                    <a:pt x="920" y="1955"/>
                    <a:pt x="912" y="1955"/>
                  </a:cubicBezTo>
                  <a:close/>
                  <a:moveTo>
                    <a:pt x="2047" y="2020"/>
                  </a:moveTo>
                  <a:cubicBezTo>
                    <a:pt x="2055" y="2020"/>
                    <a:pt x="2055" y="2020"/>
                    <a:pt x="2087" y="2061"/>
                  </a:cubicBezTo>
                  <a:cubicBezTo>
                    <a:pt x="2128" y="2109"/>
                    <a:pt x="2152" y="2166"/>
                    <a:pt x="2152" y="2166"/>
                  </a:cubicBezTo>
                  <a:cubicBezTo>
                    <a:pt x="2120" y="2117"/>
                    <a:pt x="2079" y="2069"/>
                    <a:pt x="2047" y="2020"/>
                  </a:cubicBezTo>
                  <a:close/>
                  <a:moveTo>
                    <a:pt x="1957" y="2150"/>
                  </a:moveTo>
                  <a:cubicBezTo>
                    <a:pt x="1982" y="2182"/>
                    <a:pt x="2006" y="2215"/>
                    <a:pt x="2022" y="2247"/>
                  </a:cubicBezTo>
                  <a:lnTo>
                    <a:pt x="1982" y="2207"/>
                  </a:lnTo>
                  <a:lnTo>
                    <a:pt x="1949" y="2158"/>
                  </a:lnTo>
                  <a:lnTo>
                    <a:pt x="1957" y="2150"/>
                  </a:lnTo>
                  <a:close/>
                  <a:moveTo>
                    <a:pt x="2032" y="2235"/>
                  </a:moveTo>
                  <a:lnTo>
                    <a:pt x="2032" y="2235"/>
                  </a:lnTo>
                  <a:cubicBezTo>
                    <a:pt x="2033" y="2235"/>
                    <a:pt x="2056" y="2260"/>
                    <a:pt x="2079" y="2288"/>
                  </a:cubicBezTo>
                  <a:cubicBezTo>
                    <a:pt x="2044" y="2249"/>
                    <a:pt x="2032" y="2235"/>
                    <a:pt x="2032" y="2235"/>
                  </a:cubicBezTo>
                  <a:close/>
                  <a:moveTo>
                    <a:pt x="1236" y="2312"/>
                  </a:moveTo>
                  <a:cubicBezTo>
                    <a:pt x="1249" y="2325"/>
                    <a:pt x="1253" y="2330"/>
                    <a:pt x="1252" y="2330"/>
                  </a:cubicBezTo>
                  <a:cubicBezTo>
                    <a:pt x="1250" y="2330"/>
                    <a:pt x="1230" y="2312"/>
                    <a:pt x="1236" y="2312"/>
                  </a:cubicBezTo>
                  <a:close/>
                  <a:moveTo>
                    <a:pt x="1605" y="2370"/>
                  </a:moveTo>
                  <a:cubicBezTo>
                    <a:pt x="1607" y="2370"/>
                    <a:pt x="1622" y="2388"/>
                    <a:pt x="1617" y="2393"/>
                  </a:cubicBezTo>
                  <a:cubicBezTo>
                    <a:pt x="1605" y="2375"/>
                    <a:pt x="1603" y="2370"/>
                    <a:pt x="1605" y="2370"/>
                  </a:cubicBezTo>
                  <a:close/>
                  <a:moveTo>
                    <a:pt x="1520" y="2312"/>
                  </a:moveTo>
                  <a:cubicBezTo>
                    <a:pt x="1560" y="2361"/>
                    <a:pt x="1601" y="2409"/>
                    <a:pt x="1593" y="2409"/>
                  </a:cubicBezTo>
                  <a:lnTo>
                    <a:pt x="1552" y="2369"/>
                  </a:lnTo>
                  <a:lnTo>
                    <a:pt x="1520" y="2320"/>
                  </a:lnTo>
                  <a:lnTo>
                    <a:pt x="1520" y="2312"/>
                  </a:lnTo>
                  <a:close/>
                  <a:moveTo>
                    <a:pt x="1090" y="2344"/>
                  </a:moveTo>
                  <a:lnTo>
                    <a:pt x="1090" y="2353"/>
                  </a:lnTo>
                  <a:cubicBezTo>
                    <a:pt x="1130" y="2393"/>
                    <a:pt x="1171" y="2434"/>
                    <a:pt x="1171" y="2434"/>
                  </a:cubicBezTo>
                  <a:cubicBezTo>
                    <a:pt x="1179" y="2434"/>
                    <a:pt x="1139" y="2385"/>
                    <a:pt x="1139" y="2385"/>
                  </a:cubicBezTo>
                  <a:cubicBezTo>
                    <a:pt x="1139" y="2385"/>
                    <a:pt x="1098" y="2344"/>
                    <a:pt x="1090" y="2344"/>
                  </a:cubicBezTo>
                  <a:close/>
                  <a:moveTo>
                    <a:pt x="1448" y="2320"/>
                  </a:moveTo>
                  <a:lnTo>
                    <a:pt x="1448" y="2320"/>
                  </a:lnTo>
                  <a:cubicBezTo>
                    <a:pt x="1451" y="2320"/>
                    <a:pt x="1473" y="2342"/>
                    <a:pt x="1520" y="2393"/>
                  </a:cubicBezTo>
                  <a:cubicBezTo>
                    <a:pt x="1560" y="2434"/>
                    <a:pt x="1560" y="2434"/>
                    <a:pt x="1560" y="2442"/>
                  </a:cubicBezTo>
                  <a:cubicBezTo>
                    <a:pt x="1560" y="2442"/>
                    <a:pt x="1512" y="2401"/>
                    <a:pt x="1471" y="2353"/>
                  </a:cubicBezTo>
                  <a:cubicBezTo>
                    <a:pt x="1454" y="2332"/>
                    <a:pt x="1445" y="2320"/>
                    <a:pt x="1448" y="2320"/>
                  </a:cubicBezTo>
                  <a:close/>
                  <a:moveTo>
                    <a:pt x="822" y="2417"/>
                  </a:moveTo>
                  <a:lnTo>
                    <a:pt x="903" y="2507"/>
                  </a:lnTo>
                  <a:lnTo>
                    <a:pt x="863" y="2458"/>
                  </a:lnTo>
                  <a:lnTo>
                    <a:pt x="822" y="2417"/>
                  </a:lnTo>
                  <a:close/>
                  <a:moveTo>
                    <a:pt x="1463" y="2507"/>
                  </a:moveTo>
                  <a:cubicBezTo>
                    <a:pt x="1471" y="2507"/>
                    <a:pt x="1512" y="2547"/>
                    <a:pt x="1512" y="2547"/>
                  </a:cubicBezTo>
                  <a:cubicBezTo>
                    <a:pt x="1527" y="2565"/>
                    <a:pt x="1529" y="2571"/>
                    <a:pt x="1527" y="2571"/>
                  </a:cubicBezTo>
                  <a:cubicBezTo>
                    <a:pt x="1522" y="2571"/>
                    <a:pt x="1503" y="2555"/>
                    <a:pt x="1503" y="2555"/>
                  </a:cubicBezTo>
                  <a:cubicBezTo>
                    <a:pt x="1455" y="2515"/>
                    <a:pt x="1455" y="2515"/>
                    <a:pt x="1463" y="2507"/>
                  </a:cubicBezTo>
                  <a:close/>
                  <a:moveTo>
                    <a:pt x="1161" y="2527"/>
                  </a:moveTo>
                  <a:cubicBezTo>
                    <a:pt x="1167" y="2527"/>
                    <a:pt x="1175" y="2535"/>
                    <a:pt x="1203" y="2563"/>
                  </a:cubicBezTo>
                  <a:lnTo>
                    <a:pt x="1195" y="2571"/>
                  </a:lnTo>
                  <a:lnTo>
                    <a:pt x="1147" y="2531"/>
                  </a:lnTo>
                  <a:lnTo>
                    <a:pt x="1155" y="2531"/>
                  </a:lnTo>
                  <a:cubicBezTo>
                    <a:pt x="1157" y="2528"/>
                    <a:pt x="1159" y="2527"/>
                    <a:pt x="1161" y="2527"/>
                  </a:cubicBezTo>
                  <a:close/>
                  <a:moveTo>
                    <a:pt x="1714" y="2547"/>
                  </a:moveTo>
                  <a:lnTo>
                    <a:pt x="1747" y="2596"/>
                  </a:lnTo>
                  <a:cubicBezTo>
                    <a:pt x="1760" y="2607"/>
                    <a:pt x="1766" y="2611"/>
                    <a:pt x="1768" y="2611"/>
                  </a:cubicBezTo>
                  <a:cubicBezTo>
                    <a:pt x="1774" y="2611"/>
                    <a:pt x="1744" y="2577"/>
                    <a:pt x="1714" y="2547"/>
                  </a:cubicBezTo>
                  <a:close/>
                  <a:moveTo>
                    <a:pt x="1457" y="2558"/>
                  </a:moveTo>
                  <a:cubicBezTo>
                    <a:pt x="1458" y="2558"/>
                    <a:pt x="1476" y="2581"/>
                    <a:pt x="1512" y="2628"/>
                  </a:cubicBezTo>
                  <a:cubicBezTo>
                    <a:pt x="1474" y="2583"/>
                    <a:pt x="1456" y="2558"/>
                    <a:pt x="1457" y="2558"/>
                  </a:cubicBezTo>
                  <a:close/>
                  <a:moveTo>
                    <a:pt x="1095" y="2546"/>
                  </a:moveTo>
                  <a:lnTo>
                    <a:pt x="1095" y="2546"/>
                  </a:lnTo>
                  <a:cubicBezTo>
                    <a:pt x="1100" y="2546"/>
                    <a:pt x="1137" y="2583"/>
                    <a:pt x="1195" y="2652"/>
                  </a:cubicBezTo>
                  <a:lnTo>
                    <a:pt x="1187" y="2661"/>
                  </a:lnTo>
                  <a:cubicBezTo>
                    <a:pt x="1147" y="2612"/>
                    <a:pt x="1098" y="2571"/>
                    <a:pt x="1106" y="2563"/>
                  </a:cubicBezTo>
                  <a:cubicBezTo>
                    <a:pt x="1097" y="2552"/>
                    <a:pt x="1094" y="2546"/>
                    <a:pt x="1095" y="2546"/>
                  </a:cubicBezTo>
                  <a:close/>
                  <a:moveTo>
                    <a:pt x="1372" y="2583"/>
                  </a:moveTo>
                  <a:cubicBezTo>
                    <a:pt x="1378" y="2583"/>
                    <a:pt x="1386" y="2592"/>
                    <a:pt x="1414" y="2620"/>
                  </a:cubicBezTo>
                  <a:cubicBezTo>
                    <a:pt x="1414" y="2620"/>
                    <a:pt x="1455" y="2669"/>
                    <a:pt x="1455" y="2669"/>
                  </a:cubicBezTo>
                  <a:cubicBezTo>
                    <a:pt x="1454" y="2669"/>
                    <a:pt x="1453" y="2670"/>
                    <a:pt x="1452" y="2670"/>
                  </a:cubicBezTo>
                  <a:cubicBezTo>
                    <a:pt x="1438" y="2670"/>
                    <a:pt x="1398" y="2636"/>
                    <a:pt x="1398" y="2636"/>
                  </a:cubicBezTo>
                  <a:cubicBezTo>
                    <a:pt x="1357" y="2596"/>
                    <a:pt x="1366" y="2588"/>
                    <a:pt x="1366" y="2588"/>
                  </a:cubicBezTo>
                  <a:cubicBezTo>
                    <a:pt x="1368" y="2585"/>
                    <a:pt x="1370" y="2583"/>
                    <a:pt x="1372" y="2583"/>
                  </a:cubicBezTo>
                  <a:close/>
                  <a:moveTo>
                    <a:pt x="859" y="2646"/>
                  </a:moveTo>
                  <a:cubicBezTo>
                    <a:pt x="861" y="2646"/>
                    <a:pt x="879" y="2668"/>
                    <a:pt x="920" y="2717"/>
                  </a:cubicBezTo>
                  <a:lnTo>
                    <a:pt x="993" y="2815"/>
                  </a:lnTo>
                  <a:cubicBezTo>
                    <a:pt x="952" y="2774"/>
                    <a:pt x="912" y="2734"/>
                    <a:pt x="879" y="2685"/>
                  </a:cubicBezTo>
                  <a:cubicBezTo>
                    <a:pt x="865" y="2660"/>
                    <a:pt x="857" y="2646"/>
                    <a:pt x="859" y="2646"/>
                  </a:cubicBezTo>
                  <a:close/>
                  <a:moveTo>
                    <a:pt x="1090" y="2815"/>
                  </a:moveTo>
                  <a:cubicBezTo>
                    <a:pt x="1130" y="2855"/>
                    <a:pt x="1171" y="2904"/>
                    <a:pt x="1171" y="2904"/>
                  </a:cubicBezTo>
                  <a:lnTo>
                    <a:pt x="1163" y="2912"/>
                  </a:lnTo>
                  <a:cubicBezTo>
                    <a:pt x="1122" y="2863"/>
                    <a:pt x="1082" y="2815"/>
                    <a:pt x="1082" y="2815"/>
                  </a:cubicBezTo>
                  <a:close/>
                  <a:moveTo>
                    <a:pt x="1317" y="2855"/>
                  </a:moveTo>
                  <a:lnTo>
                    <a:pt x="1357" y="2904"/>
                  </a:lnTo>
                  <a:cubicBezTo>
                    <a:pt x="1357" y="2904"/>
                    <a:pt x="1374" y="2928"/>
                    <a:pt x="1369" y="2928"/>
                  </a:cubicBezTo>
                  <a:cubicBezTo>
                    <a:pt x="1367" y="2928"/>
                    <a:pt x="1361" y="2924"/>
                    <a:pt x="1349" y="2912"/>
                  </a:cubicBezTo>
                  <a:cubicBezTo>
                    <a:pt x="1341" y="2912"/>
                    <a:pt x="1309" y="2863"/>
                    <a:pt x="1317" y="2855"/>
                  </a:cubicBezTo>
                  <a:close/>
                  <a:moveTo>
                    <a:pt x="782" y="2847"/>
                  </a:moveTo>
                  <a:lnTo>
                    <a:pt x="830" y="2888"/>
                  </a:lnTo>
                  <a:lnTo>
                    <a:pt x="863" y="2936"/>
                  </a:lnTo>
                  <a:lnTo>
                    <a:pt x="814" y="2896"/>
                  </a:lnTo>
                  <a:cubicBezTo>
                    <a:pt x="774" y="2855"/>
                    <a:pt x="782" y="2847"/>
                    <a:pt x="782" y="2847"/>
                  </a:cubicBezTo>
                  <a:close/>
                  <a:moveTo>
                    <a:pt x="879" y="2889"/>
                  </a:moveTo>
                  <a:cubicBezTo>
                    <a:pt x="881" y="2889"/>
                    <a:pt x="901" y="2909"/>
                    <a:pt x="936" y="2944"/>
                  </a:cubicBezTo>
                  <a:cubicBezTo>
                    <a:pt x="985" y="2985"/>
                    <a:pt x="1017" y="3034"/>
                    <a:pt x="1058" y="3082"/>
                  </a:cubicBezTo>
                  <a:lnTo>
                    <a:pt x="1041" y="3090"/>
                  </a:lnTo>
                  <a:lnTo>
                    <a:pt x="968" y="3001"/>
                  </a:lnTo>
                  <a:cubicBezTo>
                    <a:pt x="904" y="2923"/>
                    <a:pt x="876" y="2889"/>
                    <a:pt x="879" y="2889"/>
                  </a:cubicBezTo>
                  <a:close/>
                  <a:moveTo>
                    <a:pt x="140" y="3216"/>
                  </a:moveTo>
                  <a:cubicBezTo>
                    <a:pt x="137" y="3216"/>
                    <a:pt x="136" y="3218"/>
                    <a:pt x="133" y="3220"/>
                  </a:cubicBezTo>
                  <a:lnTo>
                    <a:pt x="182" y="3252"/>
                  </a:lnTo>
                  <a:lnTo>
                    <a:pt x="190" y="3252"/>
                  </a:lnTo>
                  <a:cubicBezTo>
                    <a:pt x="156" y="3224"/>
                    <a:pt x="146" y="3216"/>
                    <a:pt x="140" y="3216"/>
                  </a:cubicBezTo>
                  <a:close/>
                  <a:moveTo>
                    <a:pt x="386" y="3140"/>
                  </a:moveTo>
                  <a:cubicBezTo>
                    <a:pt x="403" y="3151"/>
                    <a:pt x="421" y="3159"/>
                    <a:pt x="441" y="3163"/>
                  </a:cubicBezTo>
                  <a:lnTo>
                    <a:pt x="458" y="3147"/>
                  </a:lnTo>
                  <a:lnTo>
                    <a:pt x="482" y="3204"/>
                  </a:lnTo>
                  <a:cubicBezTo>
                    <a:pt x="482" y="3212"/>
                    <a:pt x="514" y="3261"/>
                    <a:pt x="563" y="3301"/>
                  </a:cubicBezTo>
                  <a:cubicBezTo>
                    <a:pt x="563" y="3301"/>
                    <a:pt x="603" y="3342"/>
                    <a:pt x="595" y="3342"/>
                  </a:cubicBezTo>
                  <a:lnTo>
                    <a:pt x="506" y="3261"/>
                  </a:lnTo>
                  <a:cubicBezTo>
                    <a:pt x="466" y="3220"/>
                    <a:pt x="426" y="3180"/>
                    <a:pt x="386" y="3140"/>
                  </a:cubicBezTo>
                  <a:close/>
                  <a:moveTo>
                    <a:pt x="758" y="3269"/>
                  </a:moveTo>
                  <a:cubicBezTo>
                    <a:pt x="766" y="3269"/>
                    <a:pt x="806" y="3309"/>
                    <a:pt x="847" y="3358"/>
                  </a:cubicBezTo>
                  <a:lnTo>
                    <a:pt x="839" y="3366"/>
                  </a:lnTo>
                  <a:cubicBezTo>
                    <a:pt x="806" y="3342"/>
                    <a:pt x="774" y="3309"/>
                    <a:pt x="758" y="3269"/>
                  </a:cubicBezTo>
                  <a:close/>
                  <a:moveTo>
                    <a:pt x="854" y="3315"/>
                  </a:moveTo>
                  <a:cubicBezTo>
                    <a:pt x="841" y="3315"/>
                    <a:pt x="874" y="3351"/>
                    <a:pt x="912" y="3382"/>
                  </a:cubicBezTo>
                  <a:lnTo>
                    <a:pt x="903" y="3382"/>
                  </a:lnTo>
                  <a:cubicBezTo>
                    <a:pt x="932" y="3406"/>
                    <a:pt x="944" y="3413"/>
                    <a:pt x="952" y="3413"/>
                  </a:cubicBezTo>
                  <a:cubicBezTo>
                    <a:pt x="958" y="3413"/>
                    <a:pt x="962" y="3410"/>
                    <a:pt x="968" y="3407"/>
                  </a:cubicBezTo>
                  <a:cubicBezTo>
                    <a:pt x="968" y="3398"/>
                    <a:pt x="928" y="3358"/>
                    <a:pt x="928" y="3358"/>
                  </a:cubicBezTo>
                  <a:cubicBezTo>
                    <a:pt x="900" y="3330"/>
                    <a:pt x="887" y="3321"/>
                    <a:pt x="882" y="3321"/>
                  </a:cubicBezTo>
                  <a:cubicBezTo>
                    <a:pt x="880" y="3321"/>
                    <a:pt x="879" y="3323"/>
                    <a:pt x="879" y="3325"/>
                  </a:cubicBezTo>
                  <a:cubicBezTo>
                    <a:pt x="866" y="3318"/>
                    <a:pt x="858" y="3315"/>
                    <a:pt x="854" y="3315"/>
                  </a:cubicBezTo>
                  <a:close/>
                  <a:moveTo>
                    <a:pt x="2234" y="3427"/>
                  </a:moveTo>
                  <a:cubicBezTo>
                    <a:pt x="2233" y="3427"/>
                    <a:pt x="2233" y="3428"/>
                    <a:pt x="2233" y="3431"/>
                  </a:cubicBezTo>
                  <a:cubicBezTo>
                    <a:pt x="2233" y="3430"/>
                    <a:pt x="2233" y="3430"/>
                    <a:pt x="2234" y="3430"/>
                  </a:cubicBezTo>
                  <a:cubicBezTo>
                    <a:pt x="2238" y="3430"/>
                    <a:pt x="2269" y="3475"/>
                    <a:pt x="2306" y="3520"/>
                  </a:cubicBezTo>
                  <a:cubicBezTo>
                    <a:pt x="2322" y="3536"/>
                    <a:pt x="2332" y="3546"/>
                    <a:pt x="2333" y="3546"/>
                  </a:cubicBezTo>
                  <a:cubicBezTo>
                    <a:pt x="2335" y="3546"/>
                    <a:pt x="2317" y="3525"/>
                    <a:pt x="2274" y="3471"/>
                  </a:cubicBezTo>
                  <a:cubicBezTo>
                    <a:pt x="2245" y="3437"/>
                    <a:pt x="2237" y="3427"/>
                    <a:pt x="2234" y="3427"/>
                  </a:cubicBezTo>
                  <a:close/>
                  <a:moveTo>
                    <a:pt x="295" y="3479"/>
                  </a:moveTo>
                  <a:cubicBezTo>
                    <a:pt x="303" y="3479"/>
                    <a:pt x="303" y="3479"/>
                    <a:pt x="344" y="3512"/>
                  </a:cubicBezTo>
                  <a:cubicBezTo>
                    <a:pt x="344" y="3512"/>
                    <a:pt x="385" y="3561"/>
                    <a:pt x="385" y="3561"/>
                  </a:cubicBezTo>
                  <a:lnTo>
                    <a:pt x="336" y="3528"/>
                  </a:lnTo>
                  <a:cubicBezTo>
                    <a:pt x="287" y="3488"/>
                    <a:pt x="287" y="3488"/>
                    <a:pt x="295" y="3479"/>
                  </a:cubicBezTo>
                  <a:close/>
                  <a:moveTo>
                    <a:pt x="356" y="3424"/>
                  </a:moveTo>
                  <a:cubicBezTo>
                    <a:pt x="364" y="3424"/>
                    <a:pt x="377" y="3431"/>
                    <a:pt x="401" y="3455"/>
                  </a:cubicBezTo>
                  <a:lnTo>
                    <a:pt x="401" y="3463"/>
                  </a:lnTo>
                  <a:cubicBezTo>
                    <a:pt x="387" y="3451"/>
                    <a:pt x="380" y="3446"/>
                    <a:pt x="379" y="3446"/>
                  </a:cubicBezTo>
                  <a:lnTo>
                    <a:pt x="379" y="3446"/>
                  </a:lnTo>
                  <a:cubicBezTo>
                    <a:pt x="377" y="3446"/>
                    <a:pt x="407" y="3475"/>
                    <a:pt x="441" y="3504"/>
                  </a:cubicBezTo>
                  <a:lnTo>
                    <a:pt x="539" y="3577"/>
                  </a:lnTo>
                  <a:cubicBezTo>
                    <a:pt x="498" y="3561"/>
                    <a:pt x="466" y="3536"/>
                    <a:pt x="433" y="3512"/>
                  </a:cubicBezTo>
                  <a:cubicBezTo>
                    <a:pt x="336" y="3439"/>
                    <a:pt x="336" y="3439"/>
                    <a:pt x="344" y="3431"/>
                  </a:cubicBezTo>
                  <a:cubicBezTo>
                    <a:pt x="347" y="3428"/>
                    <a:pt x="351" y="3424"/>
                    <a:pt x="356" y="3424"/>
                  </a:cubicBezTo>
                  <a:close/>
                  <a:moveTo>
                    <a:pt x="4537" y="1"/>
                  </a:moveTo>
                  <a:cubicBezTo>
                    <a:pt x="4536" y="1"/>
                    <a:pt x="4536" y="1"/>
                    <a:pt x="4536" y="1"/>
                  </a:cubicBezTo>
                  <a:cubicBezTo>
                    <a:pt x="4552" y="58"/>
                    <a:pt x="4511" y="66"/>
                    <a:pt x="4471" y="82"/>
                  </a:cubicBezTo>
                  <a:cubicBezTo>
                    <a:pt x="4422" y="99"/>
                    <a:pt x="4374" y="115"/>
                    <a:pt x="4398" y="163"/>
                  </a:cubicBezTo>
                  <a:lnTo>
                    <a:pt x="4382" y="172"/>
                  </a:lnTo>
                  <a:cubicBezTo>
                    <a:pt x="4363" y="127"/>
                    <a:pt x="4354" y="122"/>
                    <a:pt x="4343" y="122"/>
                  </a:cubicBezTo>
                  <a:cubicBezTo>
                    <a:pt x="4340" y="122"/>
                    <a:pt x="4337" y="123"/>
                    <a:pt x="4333" y="123"/>
                  </a:cubicBezTo>
                  <a:cubicBezTo>
                    <a:pt x="4341" y="188"/>
                    <a:pt x="4325" y="188"/>
                    <a:pt x="4325" y="188"/>
                  </a:cubicBezTo>
                  <a:cubicBezTo>
                    <a:pt x="4312" y="144"/>
                    <a:pt x="4305" y="139"/>
                    <a:pt x="4294" y="139"/>
                  </a:cubicBezTo>
                  <a:cubicBezTo>
                    <a:pt x="4291" y="139"/>
                    <a:pt x="4288" y="139"/>
                    <a:pt x="4284" y="139"/>
                  </a:cubicBezTo>
                  <a:cubicBezTo>
                    <a:pt x="4268" y="147"/>
                    <a:pt x="4268" y="147"/>
                    <a:pt x="4284" y="204"/>
                  </a:cubicBezTo>
                  <a:cubicBezTo>
                    <a:pt x="4277" y="206"/>
                    <a:pt x="4269" y="207"/>
                    <a:pt x="4260" y="207"/>
                  </a:cubicBezTo>
                  <a:cubicBezTo>
                    <a:pt x="4234" y="207"/>
                    <a:pt x="4208" y="196"/>
                    <a:pt x="4195" y="172"/>
                  </a:cubicBezTo>
                  <a:cubicBezTo>
                    <a:pt x="4187" y="159"/>
                    <a:pt x="4181" y="153"/>
                    <a:pt x="4179" y="153"/>
                  </a:cubicBezTo>
                  <a:lnTo>
                    <a:pt x="4179" y="153"/>
                  </a:lnTo>
                  <a:cubicBezTo>
                    <a:pt x="4171" y="153"/>
                    <a:pt x="4183" y="195"/>
                    <a:pt x="4195" y="236"/>
                  </a:cubicBezTo>
                  <a:cubicBezTo>
                    <a:pt x="4211" y="269"/>
                    <a:pt x="4220" y="309"/>
                    <a:pt x="4228" y="350"/>
                  </a:cubicBezTo>
                  <a:lnTo>
                    <a:pt x="4179" y="236"/>
                  </a:lnTo>
                  <a:cubicBezTo>
                    <a:pt x="4167" y="195"/>
                    <a:pt x="4164" y="184"/>
                    <a:pt x="4160" y="184"/>
                  </a:cubicBezTo>
                  <a:cubicBezTo>
                    <a:pt x="4159" y="184"/>
                    <a:pt x="4157" y="186"/>
                    <a:pt x="4155" y="188"/>
                  </a:cubicBezTo>
                  <a:lnTo>
                    <a:pt x="4138" y="188"/>
                  </a:lnTo>
                  <a:cubicBezTo>
                    <a:pt x="4163" y="244"/>
                    <a:pt x="4130" y="253"/>
                    <a:pt x="4082" y="269"/>
                  </a:cubicBezTo>
                  <a:cubicBezTo>
                    <a:pt x="4025" y="293"/>
                    <a:pt x="4001" y="301"/>
                    <a:pt x="4025" y="358"/>
                  </a:cubicBezTo>
                  <a:cubicBezTo>
                    <a:pt x="4038" y="387"/>
                    <a:pt x="4041" y="402"/>
                    <a:pt x="4037" y="402"/>
                  </a:cubicBezTo>
                  <a:cubicBezTo>
                    <a:pt x="4032" y="402"/>
                    <a:pt x="4020" y="389"/>
                    <a:pt x="4001" y="366"/>
                  </a:cubicBezTo>
                  <a:cubicBezTo>
                    <a:pt x="3931" y="276"/>
                    <a:pt x="3904" y="242"/>
                    <a:pt x="3897" y="242"/>
                  </a:cubicBezTo>
                  <a:lnTo>
                    <a:pt x="3897" y="242"/>
                  </a:lnTo>
                  <a:cubicBezTo>
                    <a:pt x="3893" y="242"/>
                    <a:pt x="3897" y="255"/>
                    <a:pt x="3903" y="277"/>
                  </a:cubicBezTo>
                  <a:cubicBezTo>
                    <a:pt x="3928" y="309"/>
                    <a:pt x="3944" y="342"/>
                    <a:pt x="3960" y="382"/>
                  </a:cubicBezTo>
                  <a:cubicBezTo>
                    <a:pt x="3985" y="437"/>
                    <a:pt x="3995" y="466"/>
                    <a:pt x="3991" y="466"/>
                  </a:cubicBezTo>
                  <a:cubicBezTo>
                    <a:pt x="3987" y="466"/>
                    <a:pt x="3971" y="441"/>
                    <a:pt x="3944" y="390"/>
                  </a:cubicBezTo>
                  <a:cubicBezTo>
                    <a:pt x="3928" y="353"/>
                    <a:pt x="3909" y="338"/>
                    <a:pt x="3893" y="338"/>
                  </a:cubicBezTo>
                  <a:cubicBezTo>
                    <a:pt x="3860" y="338"/>
                    <a:pt x="3836" y="403"/>
                    <a:pt x="3863" y="480"/>
                  </a:cubicBezTo>
                  <a:lnTo>
                    <a:pt x="3838" y="423"/>
                  </a:lnTo>
                  <a:cubicBezTo>
                    <a:pt x="3821" y="388"/>
                    <a:pt x="3812" y="378"/>
                    <a:pt x="3800" y="378"/>
                  </a:cubicBezTo>
                  <a:cubicBezTo>
                    <a:pt x="3794" y="378"/>
                    <a:pt x="3789" y="380"/>
                    <a:pt x="3782" y="382"/>
                  </a:cubicBezTo>
                  <a:lnTo>
                    <a:pt x="3765" y="390"/>
                  </a:lnTo>
                  <a:cubicBezTo>
                    <a:pt x="3789" y="441"/>
                    <a:pt x="3786" y="460"/>
                    <a:pt x="3774" y="460"/>
                  </a:cubicBezTo>
                  <a:cubicBezTo>
                    <a:pt x="3762" y="460"/>
                    <a:pt x="3738" y="436"/>
                    <a:pt x="3725" y="407"/>
                  </a:cubicBezTo>
                  <a:cubicBezTo>
                    <a:pt x="3693" y="358"/>
                    <a:pt x="3693" y="358"/>
                    <a:pt x="3676" y="358"/>
                  </a:cubicBezTo>
                  <a:cubicBezTo>
                    <a:pt x="3692" y="416"/>
                    <a:pt x="3687" y="437"/>
                    <a:pt x="3675" y="437"/>
                  </a:cubicBezTo>
                  <a:cubicBezTo>
                    <a:pt x="3662" y="437"/>
                    <a:pt x="3640" y="412"/>
                    <a:pt x="3628" y="382"/>
                  </a:cubicBezTo>
                  <a:lnTo>
                    <a:pt x="3611" y="390"/>
                  </a:lnTo>
                  <a:cubicBezTo>
                    <a:pt x="3636" y="447"/>
                    <a:pt x="3620" y="447"/>
                    <a:pt x="3611" y="455"/>
                  </a:cubicBezTo>
                  <a:cubicBezTo>
                    <a:pt x="3595" y="463"/>
                    <a:pt x="3587" y="463"/>
                    <a:pt x="3620" y="512"/>
                  </a:cubicBezTo>
                  <a:cubicBezTo>
                    <a:pt x="3644" y="544"/>
                    <a:pt x="3652" y="585"/>
                    <a:pt x="3668" y="626"/>
                  </a:cubicBezTo>
                  <a:lnTo>
                    <a:pt x="3636" y="569"/>
                  </a:lnTo>
                  <a:cubicBezTo>
                    <a:pt x="3621" y="539"/>
                    <a:pt x="3609" y="530"/>
                    <a:pt x="3596" y="530"/>
                  </a:cubicBezTo>
                  <a:cubicBezTo>
                    <a:pt x="3588" y="530"/>
                    <a:pt x="3580" y="533"/>
                    <a:pt x="3571" y="536"/>
                  </a:cubicBezTo>
                  <a:cubicBezTo>
                    <a:pt x="3559" y="542"/>
                    <a:pt x="3549" y="546"/>
                    <a:pt x="3540" y="546"/>
                  </a:cubicBezTo>
                  <a:cubicBezTo>
                    <a:pt x="3524" y="546"/>
                    <a:pt x="3510" y="535"/>
                    <a:pt x="3490" y="504"/>
                  </a:cubicBezTo>
                  <a:lnTo>
                    <a:pt x="3490" y="504"/>
                  </a:lnTo>
                  <a:lnTo>
                    <a:pt x="3506" y="561"/>
                  </a:lnTo>
                  <a:cubicBezTo>
                    <a:pt x="3519" y="590"/>
                    <a:pt x="3523" y="604"/>
                    <a:pt x="3520" y="604"/>
                  </a:cubicBezTo>
                  <a:cubicBezTo>
                    <a:pt x="3518" y="604"/>
                    <a:pt x="3510" y="592"/>
                    <a:pt x="3498" y="569"/>
                  </a:cubicBezTo>
                  <a:cubicBezTo>
                    <a:pt x="3484" y="544"/>
                    <a:pt x="3470" y="533"/>
                    <a:pt x="3460" y="533"/>
                  </a:cubicBezTo>
                  <a:cubicBezTo>
                    <a:pt x="3447" y="533"/>
                    <a:pt x="3440" y="553"/>
                    <a:pt x="3449" y="585"/>
                  </a:cubicBezTo>
                  <a:lnTo>
                    <a:pt x="3441" y="593"/>
                  </a:lnTo>
                  <a:cubicBezTo>
                    <a:pt x="3410" y="542"/>
                    <a:pt x="3390" y="518"/>
                    <a:pt x="3383" y="518"/>
                  </a:cubicBezTo>
                  <a:lnTo>
                    <a:pt x="3383" y="518"/>
                  </a:lnTo>
                  <a:cubicBezTo>
                    <a:pt x="3376" y="518"/>
                    <a:pt x="3384" y="547"/>
                    <a:pt x="3409" y="601"/>
                  </a:cubicBezTo>
                  <a:cubicBezTo>
                    <a:pt x="3376" y="553"/>
                    <a:pt x="3368" y="553"/>
                    <a:pt x="3368" y="553"/>
                  </a:cubicBezTo>
                  <a:lnTo>
                    <a:pt x="3368" y="553"/>
                  </a:lnTo>
                  <a:cubicBezTo>
                    <a:pt x="3373" y="590"/>
                    <a:pt x="3367" y="608"/>
                    <a:pt x="3356" y="608"/>
                  </a:cubicBezTo>
                  <a:cubicBezTo>
                    <a:pt x="3349" y="608"/>
                    <a:pt x="3338" y="598"/>
                    <a:pt x="3328" y="577"/>
                  </a:cubicBezTo>
                  <a:lnTo>
                    <a:pt x="3320" y="577"/>
                  </a:lnTo>
                  <a:cubicBezTo>
                    <a:pt x="3344" y="634"/>
                    <a:pt x="3336" y="634"/>
                    <a:pt x="3328" y="642"/>
                  </a:cubicBezTo>
                  <a:cubicBezTo>
                    <a:pt x="3320" y="642"/>
                    <a:pt x="3311" y="642"/>
                    <a:pt x="3336" y="699"/>
                  </a:cubicBezTo>
                  <a:cubicBezTo>
                    <a:pt x="3360" y="755"/>
                    <a:pt x="3352" y="755"/>
                    <a:pt x="3352" y="755"/>
                  </a:cubicBezTo>
                  <a:cubicBezTo>
                    <a:pt x="3328" y="723"/>
                    <a:pt x="3311" y="690"/>
                    <a:pt x="3303" y="650"/>
                  </a:cubicBezTo>
                  <a:cubicBezTo>
                    <a:pt x="3297" y="628"/>
                    <a:pt x="3291" y="615"/>
                    <a:pt x="3287" y="615"/>
                  </a:cubicBezTo>
                  <a:lnTo>
                    <a:pt x="3287" y="615"/>
                  </a:lnTo>
                  <a:cubicBezTo>
                    <a:pt x="3282" y="615"/>
                    <a:pt x="3284" y="646"/>
                    <a:pt x="3303" y="715"/>
                  </a:cubicBezTo>
                  <a:cubicBezTo>
                    <a:pt x="3324" y="771"/>
                    <a:pt x="3334" y="800"/>
                    <a:pt x="3333" y="800"/>
                  </a:cubicBezTo>
                  <a:cubicBezTo>
                    <a:pt x="3332" y="800"/>
                    <a:pt x="3320" y="771"/>
                    <a:pt x="3295" y="715"/>
                  </a:cubicBezTo>
                  <a:cubicBezTo>
                    <a:pt x="3284" y="676"/>
                    <a:pt x="3269" y="641"/>
                    <a:pt x="3266" y="641"/>
                  </a:cubicBezTo>
                  <a:lnTo>
                    <a:pt x="3266" y="641"/>
                  </a:lnTo>
                  <a:cubicBezTo>
                    <a:pt x="3265" y="641"/>
                    <a:pt x="3266" y="648"/>
                    <a:pt x="3271" y="666"/>
                  </a:cubicBezTo>
                  <a:cubicBezTo>
                    <a:pt x="3271" y="666"/>
                    <a:pt x="3255" y="666"/>
                    <a:pt x="3287" y="723"/>
                  </a:cubicBezTo>
                  <a:lnTo>
                    <a:pt x="3263" y="731"/>
                  </a:lnTo>
                  <a:cubicBezTo>
                    <a:pt x="3232" y="694"/>
                    <a:pt x="3225" y="690"/>
                    <a:pt x="3219" y="690"/>
                  </a:cubicBezTo>
                  <a:cubicBezTo>
                    <a:pt x="3218" y="690"/>
                    <a:pt x="3216" y="690"/>
                    <a:pt x="3214" y="690"/>
                  </a:cubicBezTo>
                  <a:cubicBezTo>
                    <a:pt x="3223" y="720"/>
                    <a:pt x="3227" y="734"/>
                    <a:pt x="3224" y="734"/>
                  </a:cubicBezTo>
                  <a:cubicBezTo>
                    <a:pt x="3222" y="734"/>
                    <a:pt x="3214" y="722"/>
                    <a:pt x="3198" y="699"/>
                  </a:cubicBezTo>
                  <a:cubicBezTo>
                    <a:pt x="3188" y="676"/>
                    <a:pt x="3181" y="664"/>
                    <a:pt x="3180" y="664"/>
                  </a:cubicBezTo>
                  <a:lnTo>
                    <a:pt x="3180" y="664"/>
                  </a:lnTo>
                  <a:cubicBezTo>
                    <a:pt x="3177" y="664"/>
                    <a:pt x="3188" y="692"/>
                    <a:pt x="3222" y="755"/>
                  </a:cubicBezTo>
                  <a:cubicBezTo>
                    <a:pt x="3235" y="782"/>
                    <a:pt x="3239" y="796"/>
                    <a:pt x="3235" y="796"/>
                  </a:cubicBezTo>
                  <a:cubicBezTo>
                    <a:pt x="3231" y="796"/>
                    <a:pt x="3221" y="786"/>
                    <a:pt x="3206" y="763"/>
                  </a:cubicBezTo>
                  <a:cubicBezTo>
                    <a:pt x="3169" y="703"/>
                    <a:pt x="3153" y="677"/>
                    <a:pt x="3151" y="677"/>
                  </a:cubicBezTo>
                  <a:lnTo>
                    <a:pt x="3151" y="677"/>
                  </a:lnTo>
                  <a:cubicBezTo>
                    <a:pt x="3149" y="677"/>
                    <a:pt x="3155" y="691"/>
                    <a:pt x="3166" y="715"/>
                  </a:cubicBezTo>
                  <a:cubicBezTo>
                    <a:pt x="3190" y="763"/>
                    <a:pt x="3182" y="771"/>
                    <a:pt x="3182" y="771"/>
                  </a:cubicBezTo>
                  <a:cubicBezTo>
                    <a:pt x="3198" y="804"/>
                    <a:pt x="3214" y="836"/>
                    <a:pt x="3230" y="877"/>
                  </a:cubicBezTo>
                  <a:lnTo>
                    <a:pt x="3198" y="828"/>
                  </a:lnTo>
                  <a:lnTo>
                    <a:pt x="3174" y="771"/>
                  </a:lnTo>
                  <a:lnTo>
                    <a:pt x="3182" y="771"/>
                  </a:lnTo>
                  <a:cubicBezTo>
                    <a:pt x="3171" y="747"/>
                    <a:pt x="3153" y="737"/>
                    <a:pt x="3131" y="737"/>
                  </a:cubicBezTo>
                  <a:cubicBezTo>
                    <a:pt x="3102" y="737"/>
                    <a:pt x="3068" y="753"/>
                    <a:pt x="3036" y="771"/>
                  </a:cubicBezTo>
                  <a:cubicBezTo>
                    <a:pt x="3044" y="812"/>
                    <a:pt x="3060" y="844"/>
                    <a:pt x="3084" y="885"/>
                  </a:cubicBezTo>
                  <a:cubicBezTo>
                    <a:pt x="3108" y="926"/>
                    <a:pt x="3118" y="941"/>
                    <a:pt x="3118" y="941"/>
                  </a:cubicBezTo>
                  <a:cubicBezTo>
                    <a:pt x="3118" y="941"/>
                    <a:pt x="3100" y="913"/>
                    <a:pt x="3076" y="885"/>
                  </a:cubicBezTo>
                  <a:cubicBezTo>
                    <a:pt x="3033" y="810"/>
                    <a:pt x="3007" y="773"/>
                    <a:pt x="3003" y="773"/>
                  </a:cubicBezTo>
                  <a:lnTo>
                    <a:pt x="3003" y="773"/>
                  </a:lnTo>
                  <a:cubicBezTo>
                    <a:pt x="2998" y="773"/>
                    <a:pt x="3018" y="814"/>
                    <a:pt x="3068" y="893"/>
                  </a:cubicBezTo>
                  <a:cubicBezTo>
                    <a:pt x="3101" y="942"/>
                    <a:pt x="3117" y="966"/>
                    <a:pt x="3116" y="966"/>
                  </a:cubicBezTo>
                  <a:cubicBezTo>
                    <a:pt x="3115" y="966"/>
                    <a:pt x="3097" y="942"/>
                    <a:pt x="3060" y="893"/>
                  </a:cubicBezTo>
                  <a:cubicBezTo>
                    <a:pt x="3045" y="870"/>
                    <a:pt x="3036" y="858"/>
                    <a:pt x="3034" y="858"/>
                  </a:cubicBezTo>
                  <a:lnTo>
                    <a:pt x="3034" y="858"/>
                  </a:lnTo>
                  <a:cubicBezTo>
                    <a:pt x="3031" y="858"/>
                    <a:pt x="3035" y="872"/>
                    <a:pt x="3044" y="901"/>
                  </a:cubicBezTo>
                  <a:cubicBezTo>
                    <a:pt x="3016" y="868"/>
                    <a:pt x="2993" y="835"/>
                    <a:pt x="2990" y="835"/>
                  </a:cubicBezTo>
                  <a:lnTo>
                    <a:pt x="2990" y="835"/>
                  </a:lnTo>
                  <a:cubicBezTo>
                    <a:pt x="2989" y="835"/>
                    <a:pt x="2993" y="842"/>
                    <a:pt x="3003" y="861"/>
                  </a:cubicBezTo>
                  <a:cubicBezTo>
                    <a:pt x="3003" y="861"/>
                    <a:pt x="2995" y="861"/>
                    <a:pt x="2955" y="812"/>
                  </a:cubicBezTo>
                  <a:cubicBezTo>
                    <a:pt x="2946" y="799"/>
                    <a:pt x="2941" y="793"/>
                    <a:pt x="2940" y="793"/>
                  </a:cubicBezTo>
                  <a:lnTo>
                    <a:pt x="2940" y="793"/>
                  </a:lnTo>
                  <a:cubicBezTo>
                    <a:pt x="2935" y="793"/>
                    <a:pt x="2953" y="833"/>
                    <a:pt x="2971" y="869"/>
                  </a:cubicBezTo>
                  <a:cubicBezTo>
                    <a:pt x="2992" y="929"/>
                    <a:pt x="3000" y="959"/>
                    <a:pt x="2994" y="959"/>
                  </a:cubicBezTo>
                  <a:cubicBezTo>
                    <a:pt x="2989" y="959"/>
                    <a:pt x="2973" y="935"/>
                    <a:pt x="2947" y="885"/>
                  </a:cubicBezTo>
                  <a:cubicBezTo>
                    <a:pt x="2929" y="844"/>
                    <a:pt x="2918" y="828"/>
                    <a:pt x="2913" y="828"/>
                  </a:cubicBezTo>
                  <a:lnTo>
                    <a:pt x="2913" y="828"/>
                  </a:lnTo>
                  <a:cubicBezTo>
                    <a:pt x="2904" y="828"/>
                    <a:pt x="2915" y="882"/>
                    <a:pt x="2947" y="950"/>
                  </a:cubicBezTo>
                  <a:cubicBezTo>
                    <a:pt x="2980" y="1013"/>
                    <a:pt x="2994" y="1038"/>
                    <a:pt x="2993" y="1038"/>
                  </a:cubicBezTo>
                  <a:cubicBezTo>
                    <a:pt x="2992" y="1038"/>
                    <a:pt x="2984" y="1026"/>
                    <a:pt x="2971" y="1007"/>
                  </a:cubicBezTo>
                  <a:cubicBezTo>
                    <a:pt x="2946" y="962"/>
                    <a:pt x="2940" y="958"/>
                    <a:pt x="2939" y="958"/>
                  </a:cubicBezTo>
                  <a:cubicBezTo>
                    <a:pt x="2939" y="958"/>
                    <a:pt x="2939" y="958"/>
                    <a:pt x="2939" y="958"/>
                  </a:cubicBezTo>
                  <a:cubicBezTo>
                    <a:pt x="2930" y="958"/>
                    <a:pt x="2922" y="958"/>
                    <a:pt x="2890" y="909"/>
                  </a:cubicBezTo>
                  <a:lnTo>
                    <a:pt x="2890" y="909"/>
                  </a:lnTo>
                  <a:cubicBezTo>
                    <a:pt x="2890" y="909"/>
                    <a:pt x="2890" y="910"/>
                    <a:pt x="2906" y="966"/>
                  </a:cubicBezTo>
                  <a:cubicBezTo>
                    <a:pt x="2926" y="1014"/>
                    <a:pt x="2930" y="1034"/>
                    <a:pt x="2921" y="1034"/>
                  </a:cubicBezTo>
                  <a:cubicBezTo>
                    <a:pt x="2910" y="1034"/>
                    <a:pt x="2875" y="995"/>
                    <a:pt x="2833" y="934"/>
                  </a:cubicBezTo>
                  <a:lnTo>
                    <a:pt x="2833" y="934"/>
                  </a:lnTo>
                  <a:lnTo>
                    <a:pt x="2857" y="999"/>
                  </a:lnTo>
                  <a:cubicBezTo>
                    <a:pt x="2888" y="1064"/>
                    <a:pt x="2909" y="1108"/>
                    <a:pt x="2906" y="1108"/>
                  </a:cubicBezTo>
                  <a:cubicBezTo>
                    <a:pt x="2905" y="1108"/>
                    <a:pt x="2895" y="1092"/>
                    <a:pt x="2874" y="1055"/>
                  </a:cubicBezTo>
                  <a:lnTo>
                    <a:pt x="2841" y="999"/>
                  </a:lnTo>
                  <a:lnTo>
                    <a:pt x="2841" y="999"/>
                  </a:lnTo>
                  <a:cubicBezTo>
                    <a:pt x="2865" y="1043"/>
                    <a:pt x="2869" y="1063"/>
                    <a:pt x="2860" y="1063"/>
                  </a:cubicBezTo>
                  <a:cubicBezTo>
                    <a:pt x="2850" y="1063"/>
                    <a:pt x="2824" y="1037"/>
                    <a:pt x="2794" y="993"/>
                  </a:cubicBezTo>
                  <a:lnTo>
                    <a:pt x="2794" y="993"/>
                  </a:lnTo>
                  <a:cubicBezTo>
                    <a:pt x="2809" y="1020"/>
                    <a:pt x="2819" y="1048"/>
                    <a:pt x="2825" y="1071"/>
                  </a:cubicBezTo>
                  <a:cubicBezTo>
                    <a:pt x="2825" y="1074"/>
                    <a:pt x="2824" y="1076"/>
                    <a:pt x="2823" y="1076"/>
                  </a:cubicBezTo>
                  <a:cubicBezTo>
                    <a:pt x="2818" y="1076"/>
                    <a:pt x="2807" y="1065"/>
                    <a:pt x="2784" y="1031"/>
                  </a:cubicBezTo>
                  <a:cubicBezTo>
                    <a:pt x="2762" y="997"/>
                    <a:pt x="2735" y="962"/>
                    <a:pt x="2732" y="962"/>
                  </a:cubicBezTo>
                  <a:lnTo>
                    <a:pt x="2732" y="962"/>
                  </a:lnTo>
                  <a:cubicBezTo>
                    <a:pt x="2731" y="962"/>
                    <a:pt x="2734" y="968"/>
                    <a:pt x="2744" y="982"/>
                  </a:cubicBezTo>
                  <a:cubicBezTo>
                    <a:pt x="2744" y="982"/>
                    <a:pt x="2743" y="983"/>
                    <a:pt x="2742" y="983"/>
                  </a:cubicBezTo>
                  <a:cubicBezTo>
                    <a:pt x="2738" y="983"/>
                    <a:pt x="2726" y="978"/>
                    <a:pt x="2695" y="942"/>
                  </a:cubicBezTo>
                  <a:lnTo>
                    <a:pt x="2671" y="958"/>
                  </a:lnTo>
                  <a:cubicBezTo>
                    <a:pt x="2684" y="984"/>
                    <a:pt x="2688" y="999"/>
                    <a:pt x="2683" y="999"/>
                  </a:cubicBezTo>
                  <a:cubicBezTo>
                    <a:pt x="2679" y="999"/>
                    <a:pt x="2670" y="988"/>
                    <a:pt x="2655" y="966"/>
                  </a:cubicBezTo>
                  <a:lnTo>
                    <a:pt x="2655" y="966"/>
                  </a:lnTo>
                  <a:cubicBezTo>
                    <a:pt x="2655" y="966"/>
                    <a:pt x="2647" y="974"/>
                    <a:pt x="2671" y="1023"/>
                  </a:cubicBezTo>
                  <a:cubicBezTo>
                    <a:pt x="2665" y="1026"/>
                    <a:pt x="2660" y="1029"/>
                    <a:pt x="2655" y="1029"/>
                  </a:cubicBezTo>
                  <a:cubicBezTo>
                    <a:pt x="2646" y="1029"/>
                    <a:pt x="2635" y="1019"/>
                    <a:pt x="2614" y="982"/>
                  </a:cubicBezTo>
                  <a:cubicBezTo>
                    <a:pt x="2603" y="959"/>
                    <a:pt x="2596" y="947"/>
                    <a:pt x="2596" y="947"/>
                  </a:cubicBezTo>
                  <a:lnTo>
                    <a:pt x="2596" y="947"/>
                  </a:lnTo>
                  <a:cubicBezTo>
                    <a:pt x="2595" y="947"/>
                    <a:pt x="2602" y="961"/>
                    <a:pt x="2614" y="990"/>
                  </a:cubicBezTo>
                  <a:cubicBezTo>
                    <a:pt x="2647" y="1039"/>
                    <a:pt x="2639" y="1039"/>
                    <a:pt x="2630" y="1047"/>
                  </a:cubicBezTo>
                  <a:lnTo>
                    <a:pt x="2614" y="1055"/>
                  </a:lnTo>
                  <a:cubicBezTo>
                    <a:pt x="2647" y="1104"/>
                    <a:pt x="2647" y="1104"/>
                    <a:pt x="2647" y="1104"/>
                  </a:cubicBezTo>
                  <a:cubicBezTo>
                    <a:pt x="2646" y="1105"/>
                    <a:pt x="2645" y="1105"/>
                    <a:pt x="2643" y="1105"/>
                  </a:cubicBezTo>
                  <a:cubicBezTo>
                    <a:pt x="2630" y="1105"/>
                    <a:pt x="2589" y="1071"/>
                    <a:pt x="2582" y="1071"/>
                  </a:cubicBezTo>
                  <a:lnTo>
                    <a:pt x="2582" y="1071"/>
                  </a:lnTo>
                  <a:cubicBezTo>
                    <a:pt x="2566" y="1080"/>
                    <a:pt x="2566" y="1080"/>
                    <a:pt x="2598" y="1128"/>
                  </a:cubicBezTo>
                  <a:cubicBezTo>
                    <a:pt x="2604" y="1128"/>
                    <a:pt x="2622" y="1152"/>
                    <a:pt x="2617" y="1152"/>
                  </a:cubicBezTo>
                  <a:cubicBezTo>
                    <a:pt x="2616" y="1152"/>
                    <a:pt x="2610" y="1148"/>
                    <a:pt x="2598" y="1136"/>
                  </a:cubicBezTo>
                  <a:cubicBezTo>
                    <a:pt x="2591" y="1136"/>
                    <a:pt x="2550" y="1103"/>
                    <a:pt x="2524" y="1103"/>
                  </a:cubicBezTo>
                  <a:cubicBezTo>
                    <a:pt x="2522" y="1103"/>
                    <a:pt x="2519" y="1103"/>
                    <a:pt x="2517" y="1104"/>
                  </a:cubicBezTo>
                  <a:cubicBezTo>
                    <a:pt x="2493" y="1120"/>
                    <a:pt x="2493" y="1120"/>
                    <a:pt x="2525" y="1169"/>
                  </a:cubicBezTo>
                  <a:cubicBezTo>
                    <a:pt x="2562" y="1218"/>
                    <a:pt x="2578" y="1245"/>
                    <a:pt x="2576" y="1245"/>
                  </a:cubicBezTo>
                  <a:cubicBezTo>
                    <a:pt x="2573" y="1245"/>
                    <a:pt x="2553" y="1220"/>
                    <a:pt x="2517" y="1169"/>
                  </a:cubicBezTo>
                  <a:cubicBezTo>
                    <a:pt x="2475" y="1117"/>
                    <a:pt x="2454" y="1096"/>
                    <a:pt x="2451" y="1096"/>
                  </a:cubicBezTo>
                  <a:lnTo>
                    <a:pt x="2451" y="1096"/>
                  </a:lnTo>
                  <a:cubicBezTo>
                    <a:pt x="2448" y="1096"/>
                    <a:pt x="2454" y="1108"/>
                    <a:pt x="2468" y="1128"/>
                  </a:cubicBezTo>
                  <a:cubicBezTo>
                    <a:pt x="2493" y="1185"/>
                    <a:pt x="2493" y="1185"/>
                    <a:pt x="2493" y="1185"/>
                  </a:cubicBezTo>
                  <a:cubicBezTo>
                    <a:pt x="2478" y="1163"/>
                    <a:pt x="2469" y="1153"/>
                    <a:pt x="2464" y="1153"/>
                  </a:cubicBezTo>
                  <a:lnTo>
                    <a:pt x="2464" y="1153"/>
                  </a:lnTo>
                  <a:cubicBezTo>
                    <a:pt x="2458" y="1153"/>
                    <a:pt x="2459" y="1170"/>
                    <a:pt x="2468" y="1201"/>
                  </a:cubicBezTo>
                  <a:cubicBezTo>
                    <a:pt x="2468" y="1201"/>
                    <a:pt x="2468" y="1201"/>
                    <a:pt x="2436" y="1153"/>
                  </a:cubicBezTo>
                  <a:lnTo>
                    <a:pt x="2420" y="1161"/>
                  </a:lnTo>
                  <a:cubicBezTo>
                    <a:pt x="2448" y="1213"/>
                    <a:pt x="2444" y="1232"/>
                    <a:pt x="2428" y="1232"/>
                  </a:cubicBezTo>
                  <a:cubicBezTo>
                    <a:pt x="2412" y="1232"/>
                    <a:pt x="2383" y="1213"/>
                    <a:pt x="2363" y="1193"/>
                  </a:cubicBezTo>
                  <a:lnTo>
                    <a:pt x="2363" y="1193"/>
                  </a:lnTo>
                  <a:cubicBezTo>
                    <a:pt x="2363" y="1193"/>
                    <a:pt x="2363" y="1194"/>
                    <a:pt x="2387" y="1250"/>
                  </a:cubicBezTo>
                  <a:cubicBezTo>
                    <a:pt x="2416" y="1304"/>
                    <a:pt x="2430" y="1330"/>
                    <a:pt x="2428" y="1330"/>
                  </a:cubicBezTo>
                  <a:cubicBezTo>
                    <a:pt x="2425" y="1330"/>
                    <a:pt x="2407" y="1306"/>
                    <a:pt x="2371" y="1258"/>
                  </a:cubicBezTo>
                  <a:lnTo>
                    <a:pt x="2371" y="1258"/>
                  </a:lnTo>
                  <a:cubicBezTo>
                    <a:pt x="2383" y="1285"/>
                    <a:pt x="2381" y="1303"/>
                    <a:pt x="2371" y="1303"/>
                  </a:cubicBezTo>
                  <a:cubicBezTo>
                    <a:pt x="2359" y="1303"/>
                    <a:pt x="2336" y="1281"/>
                    <a:pt x="2306" y="1226"/>
                  </a:cubicBezTo>
                  <a:lnTo>
                    <a:pt x="2241" y="1128"/>
                  </a:lnTo>
                  <a:lnTo>
                    <a:pt x="2241" y="1128"/>
                  </a:lnTo>
                  <a:cubicBezTo>
                    <a:pt x="2266" y="1177"/>
                    <a:pt x="2257" y="1185"/>
                    <a:pt x="2257" y="1185"/>
                  </a:cubicBezTo>
                  <a:cubicBezTo>
                    <a:pt x="2290" y="1234"/>
                    <a:pt x="2290" y="1234"/>
                    <a:pt x="2266" y="1250"/>
                  </a:cubicBezTo>
                  <a:cubicBezTo>
                    <a:pt x="2257" y="1258"/>
                    <a:pt x="2266" y="1323"/>
                    <a:pt x="2257" y="1323"/>
                  </a:cubicBezTo>
                  <a:cubicBezTo>
                    <a:pt x="2250" y="1327"/>
                    <a:pt x="2242" y="1332"/>
                    <a:pt x="2233" y="1332"/>
                  </a:cubicBezTo>
                  <a:cubicBezTo>
                    <a:pt x="2221" y="1332"/>
                    <a:pt x="2206" y="1325"/>
                    <a:pt x="2184" y="1299"/>
                  </a:cubicBezTo>
                  <a:lnTo>
                    <a:pt x="2184" y="1299"/>
                  </a:lnTo>
                  <a:cubicBezTo>
                    <a:pt x="2176" y="1299"/>
                    <a:pt x="2168" y="1307"/>
                    <a:pt x="2193" y="1363"/>
                  </a:cubicBezTo>
                  <a:cubicBezTo>
                    <a:pt x="2206" y="1390"/>
                    <a:pt x="2209" y="1404"/>
                    <a:pt x="2205" y="1404"/>
                  </a:cubicBezTo>
                  <a:cubicBezTo>
                    <a:pt x="2201" y="1404"/>
                    <a:pt x="2191" y="1394"/>
                    <a:pt x="2176" y="1371"/>
                  </a:cubicBezTo>
                  <a:lnTo>
                    <a:pt x="2168" y="1371"/>
                  </a:lnTo>
                  <a:cubicBezTo>
                    <a:pt x="2193" y="1428"/>
                    <a:pt x="2184" y="1436"/>
                    <a:pt x="2184" y="1436"/>
                  </a:cubicBezTo>
                  <a:cubicBezTo>
                    <a:pt x="2162" y="1403"/>
                    <a:pt x="2137" y="1370"/>
                    <a:pt x="2130" y="1370"/>
                  </a:cubicBezTo>
                  <a:lnTo>
                    <a:pt x="2130" y="1370"/>
                  </a:lnTo>
                  <a:cubicBezTo>
                    <a:pt x="2127" y="1370"/>
                    <a:pt x="2128" y="1378"/>
                    <a:pt x="2136" y="1396"/>
                  </a:cubicBezTo>
                  <a:cubicBezTo>
                    <a:pt x="2176" y="1444"/>
                    <a:pt x="2168" y="1444"/>
                    <a:pt x="2152" y="1453"/>
                  </a:cubicBezTo>
                  <a:cubicBezTo>
                    <a:pt x="2146" y="1447"/>
                    <a:pt x="2138" y="1444"/>
                    <a:pt x="2127" y="1444"/>
                  </a:cubicBezTo>
                  <a:cubicBezTo>
                    <a:pt x="2060" y="1444"/>
                    <a:pt x="1914" y="1540"/>
                    <a:pt x="1949" y="1582"/>
                  </a:cubicBezTo>
                  <a:lnTo>
                    <a:pt x="1933" y="1598"/>
                  </a:lnTo>
                  <a:lnTo>
                    <a:pt x="1909" y="1607"/>
                  </a:lnTo>
                  <a:cubicBezTo>
                    <a:pt x="1885" y="1571"/>
                    <a:pt x="1870" y="1557"/>
                    <a:pt x="1862" y="1557"/>
                  </a:cubicBezTo>
                  <a:lnTo>
                    <a:pt x="1862" y="1557"/>
                  </a:lnTo>
                  <a:cubicBezTo>
                    <a:pt x="1847" y="1557"/>
                    <a:pt x="1853" y="1598"/>
                    <a:pt x="1868" y="1639"/>
                  </a:cubicBezTo>
                  <a:cubicBezTo>
                    <a:pt x="1893" y="1688"/>
                    <a:pt x="1893" y="1696"/>
                    <a:pt x="1884" y="1696"/>
                  </a:cubicBezTo>
                  <a:cubicBezTo>
                    <a:pt x="1847" y="1646"/>
                    <a:pt x="1825" y="1626"/>
                    <a:pt x="1815" y="1626"/>
                  </a:cubicBezTo>
                  <a:lnTo>
                    <a:pt x="1815" y="1626"/>
                  </a:lnTo>
                  <a:cubicBezTo>
                    <a:pt x="1806" y="1626"/>
                    <a:pt x="1808" y="1644"/>
                    <a:pt x="1820" y="1671"/>
                  </a:cubicBezTo>
                  <a:cubicBezTo>
                    <a:pt x="1853" y="1721"/>
                    <a:pt x="1867" y="1745"/>
                    <a:pt x="1864" y="1745"/>
                  </a:cubicBezTo>
                  <a:cubicBezTo>
                    <a:pt x="1861" y="1745"/>
                    <a:pt x="1843" y="1723"/>
                    <a:pt x="1812" y="1680"/>
                  </a:cubicBezTo>
                  <a:cubicBezTo>
                    <a:pt x="1780" y="1637"/>
                    <a:pt x="1759" y="1615"/>
                    <a:pt x="1753" y="1615"/>
                  </a:cubicBezTo>
                  <a:lnTo>
                    <a:pt x="1753" y="1615"/>
                  </a:lnTo>
                  <a:cubicBezTo>
                    <a:pt x="1746" y="1615"/>
                    <a:pt x="1764" y="1654"/>
                    <a:pt x="1820" y="1736"/>
                  </a:cubicBezTo>
                  <a:cubicBezTo>
                    <a:pt x="1836" y="1766"/>
                    <a:pt x="1845" y="1780"/>
                    <a:pt x="1843" y="1780"/>
                  </a:cubicBezTo>
                  <a:cubicBezTo>
                    <a:pt x="1841" y="1780"/>
                    <a:pt x="1831" y="1768"/>
                    <a:pt x="1812" y="1744"/>
                  </a:cubicBezTo>
                  <a:cubicBezTo>
                    <a:pt x="1766" y="1694"/>
                    <a:pt x="1743" y="1675"/>
                    <a:pt x="1740" y="1675"/>
                  </a:cubicBezTo>
                  <a:lnTo>
                    <a:pt x="1740" y="1675"/>
                  </a:lnTo>
                  <a:cubicBezTo>
                    <a:pt x="1737" y="1675"/>
                    <a:pt x="1745" y="1686"/>
                    <a:pt x="1763" y="1704"/>
                  </a:cubicBezTo>
                  <a:cubicBezTo>
                    <a:pt x="1797" y="1759"/>
                    <a:pt x="1811" y="1785"/>
                    <a:pt x="1806" y="1785"/>
                  </a:cubicBezTo>
                  <a:cubicBezTo>
                    <a:pt x="1802" y="1785"/>
                    <a:pt x="1782" y="1763"/>
                    <a:pt x="1747" y="1720"/>
                  </a:cubicBezTo>
                  <a:cubicBezTo>
                    <a:pt x="1703" y="1676"/>
                    <a:pt x="1681" y="1654"/>
                    <a:pt x="1678" y="1654"/>
                  </a:cubicBezTo>
                  <a:lnTo>
                    <a:pt x="1678" y="1654"/>
                  </a:lnTo>
                  <a:cubicBezTo>
                    <a:pt x="1675" y="1654"/>
                    <a:pt x="1693" y="1679"/>
                    <a:pt x="1730" y="1728"/>
                  </a:cubicBezTo>
                  <a:cubicBezTo>
                    <a:pt x="1766" y="1782"/>
                    <a:pt x="1775" y="1811"/>
                    <a:pt x="1762" y="1811"/>
                  </a:cubicBezTo>
                  <a:cubicBezTo>
                    <a:pt x="1751" y="1811"/>
                    <a:pt x="1726" y="1792"/>
                    <a:pt x="1690" y="1753"/>
                  </a:cubicBezTo>
                  <a:cubicBezTo>
                    <a:pt x="1690" y="1753"/>
                    <a:pt x="1690" y="1753"/>
                    <a:pt x="1689" y="1753"/>
                  </a:cubicBezTo>
                  <a:cubicBezTo>
                    <a:pt x="1685" y="1753"/>
                    <a:pt x="1669" y="1739"/>
                    <a:pt x="1666" y="1739"/>
                  </a:cubicBezTo>
                  <a:lnTo>
                    <a:pt x="1666" y="1739"/>
                  </a:lnTo>
                  <a:cubicBezTo>
                    <a:pt x="1664" y="1739"/>
                    <a:pt x="1668" y="1744"/>
                    <a:pt x="1682" y="1761"/>
                  </a:cubicBezTo>
                  <a:lnTo>
                    <a:pt x="1641" y="1720"/>
                  </a:lnTo>
                  <a:lnTo>
                    <a:pt x="1625" y="1728"/>
                  </a:lnTo>
                  <a:lnTo>
                    <a:pt x="1666" y="1777"/>
                  </a:lnTo>
                  <a:cubicBezTo>
                    <a:pt x="1661" y="1777"/>
                    <a:pt x="1633" y="1768"/>
                    <a:pt x="1602" y="1768"/>
                  </a:cubicBezTo>
                  <a:cubicBezTo>
                    <a:pt x="1582" y="1768"/>
                    <a:pt x="1560" y="1772"/>
                    <a:pt x="1544" y="1785"/>
                  </a:cubicBezTo>
                  <a:cubicBezTo>
                    <a:pt x="1479" y="1826"/>
                    <a:pt x="1471" y="1834"/>
                    <a:pt x="1512" y="1874"/>
                  </a:cubicBezTo>
                  <a:cubicBezTo>
                    <a:pt x="1555" y="1922"/>
                    <a:pt x="1573" y="1946"/>
                    <a:pt x="1568" y="1946"/>
                  </a:cubicBezTo>
                  <a:cubicBezTo>
                    <a:pt x="1563" y="1946"/>
                    <a:pt x="1541" y="1928"/>
                    <a:pt x="1503" y="1890"/>
                  </a:cubicBezTo>
                  <a:cubicBezTo>
                    <a:pt x="1496" y="1890"/>
                    <a:pt x="1455" y="1857"/>
                    <a:pt x="1442" y="1857"/>
                  </a:cubicBezTo>
                  <a:cubicBezTo>
                    <a:pt x="1440" y="1857"/>
                    <a:pt x="1439" y="1857"/>
                    <a:pt x="1439" y="1858"/>
                  </a:cubicBezTo>
                  <a:cubicBezTo>
                    <a:pt x="1432" y="1861"/>
                    <a:pt x="1427" y="1865"/>
                    <a:pt x="1420" y="1865"/>
                  </a:cubicBezTo>
                  <a:cubicBezTo>
                    <a:pt x="1410" y="1865"/>
                    <a:pt x="1398" y="1858"/>
                    <a:pt x="1374" y="1834"/>
                  </a:cubicBezTo>
                  <a:lnTo>
                    <a:pt x="1366" y="1834"/>
                  </a:lnTo>
                  <a:cubicBezTo>
                    <a:pt x="1413" y="1911"/>
                    <a:pt x="1408" y="1944"/>
                    <a:pt x="1381" y="1944"/>
                  </a:cubicBezTo>
                  <a:cubicBezTo>
                    <a:pt x="1370" y="1944"/>
                    <a:pt x="1357" y="1940"/>
                    <a:pt x="1341" y="1931"/>
                  </a:cubicBezTo>
                  <a:lnTo>
                    <a:pt x="1341" y="1931"/>
                  </a:lnTo>
                  <a:cubicBezTo>
                    <a:pt x="1333" y="1939"/>
                    <a:pt x="1325" y="1939"/>
                    <a:pt x="1357" y="1996"/>
                  </a:cubicBezTo>
                  <a:cubicBezTo>
                    <a:pt x="1370" y="2021"/>
                    <a:pt x="1376" y="2033"/>
                    <a:pt x="1373" y="2033"/>
                  </a:cubicBezTo>
                  <a:cubicBezTo>
                    <a:pt x="1371" y="2033"/>
                    <a:pt x="1361" y="2023"/>
                    <a:pt x="1341" y="2004"/>
                  </a:cubicBezTo>
                  <a:cubicBezTo>
                    <a:pt x="1321" y="1984"/>
                    <a:pt x="1293" y="1967"/>
                    <a:pt x="1278" y="1967"/>
                  </a:cubicBezTo>
                  <a:cubicBezTo>
                    <a:pt x="1264" y="1967"/>
                    <a:pt x="1264" y="1984"/>
                    <a:pt x="1301" y="2028"/>
                  </a:cubicBezTo>
                  <a:lnTo>
                    <a:pt x="1260" y="1988"/>
                  </a:lnTo>
                  <a:cubicBezTo>
                    <a:pt x="1247" y="1977"/>
                    <a:pt x="1240" y="1973"/>
                    <a:pt x="1237" y="1973"/>
                  </a:cubicBezTo>
                  <a:lnTo>
                    <a:pt x="1237" y="1973"/>
                  </a:lnTo>
                  <a:cubicBezTo>
                    <a:pt x="1229" y="1973"/>
                    <a:pt x="1255" y="2008"/>
                    <a:pt x="1285" y="2044"/>
                  </a:cubicBezTo>
                  <a:cubicBezTo>
                    <a:pt x="1322" y="2086"/>
                    <a:pt x="1341" y="2110"/>
                    <a:pt x="1337" y="2110"/>
                  </a:cubicBezTo>
                  <a:cubicBezTo>
                    <a:pt x="1334" y="2110"/>
                    <a:pt x="1301" y="2078"/>
                    <a:pt x="1236" y="2004"/>
                  </a:cubicBezTo>
                  <a:cubicBezTo>
                    <a:pt x="1190" y="1954"/>
                    <a:pt x="1170" y="1934"/>
                    <a:pt x="1169" y="1934"/>
                  </a:cubicBezTo>
                  <a:lnTo>
                    <a:pt x="1169" y="1934"/>
                  </a:lnTo>
                  <a:cubicBezTo>
                    <a:pt x="1168" y="1934"/>
                    <a:pt x="1178" y="1946"/>
                    <a:pt x="1195" y="1963"/>
                  </a:cubicBezTo>
                  <a:cubicBezTo>
                    <a:pt x="1219" y="1999"/>
                    <a:pt x="1243" y="2035"/>
                    <a:pt x="1235" y="2035"/>
                  </a:cubicBezTo>
                  <a:cubicBezTo>
                    <a:pt x="1231" y="2035"/>
                    <a:pt x="1224" y="2031"/>
                    <a:pt x="1212" y="2020"/>
                  </a:cubicBezTo>
                  <a:lnTo>
                    <a:pt x="1212" y="2020"/>
                  </a:lnTo>
                  <a:cubicBezTo>
                    <a:pt x="1212" y="2028"/>
                    <a:pt x="1203" y="2036"/>
                    <a:pt x="1285" y="2125"/>
                  </a:cubicBezTo>
                  <a:cubicBezTo>
                    <a:pt x="1317" y="2166"/>
                    <a:pt x="1317" y="2174"/>
                    <a:pt x="1309" y="2174"/>
                  </a:cubicBezTo>
                  <a:cubicBezTo>
                    <a:pt x="1285" y="2150"/>
                    <a:pt x="1260" y="2117"/>
                    <a:pt x="1236" y="2085"/>
                  </a:cubicBezTo>
                  <a:lnTo>
                    <a:pt x="1228" y="2093"/>
                  </a:lnTo>
                  <a:cubicBezTo>
                    <a:pt x="1187" y="2069"/>
                    <a:pt x="1155" y="2044"/>
                    <a:pt x="1130" y="2012"/>
                  </a:cubicBezTo>
                  <a:cubicBezTo>
                    <a:pt x="1112" y="1997"/>
                    <a:pt x="1101" y="1988"/>
                    <a:pt x="1098" y="1988"/>
                  </a:cubicBezTo>
                  <a:lnTo>
                    <a:pt x="1098" y="1988"/>
                  </a:lnTo>
                  <a:cubicBezTo>
                    <a:pt x="1094" y="1988"/>
                    <a:pt x="1113" y="2010"/>
                    <a:pt x="1163" y="2061"/>
                  </a:cubicBezTo>
                  <a:cubicBezTo>
                    <a:pt x="1244" y="2150"/>
                    <a:pt x="1244" y="2150"/>
                    <a:pt x="1228" y="2158"/>
                  </a:cubicBezTo>
                  <a:cubicBezTo>
                    <a:pt x="1228" y="2161"/>
                    <a:pt x="1227" y="2164"/>
                    <a:pt x="1223" y="2164"/>
                  </a:cubicBezTo>
                  <a:cubicBezTo>
                    <a:pt x="1217" y="2164"/>
                    <a:pt x="1204" y="2156"/>
                    <a:pt x="1179" y="2125"/>
                  </a:cubicBezTo>
                  <a:cubicBezTo>
                    <a:pt x="1150" y="2091"/>
                    <a:pt x="1142" y="2081"/>
                    <a:pt x="1137" y="2081"/>
                  </a:cubicBezTo>
                  <a:cubicBezTo>
                    <a:pt x="1134" y="2081"/>
                    <a:pt x="1133" y="2083"/>
                    <a:pt x="1130" y="2085"/>
                  </a:cubicBezTo>
                  <a:cubicBezTo>
                    <a:pt x="1114" y="2101"/>
                    <a:pt x="1212" y="2247"/>
                    <a:pt x="1293" y="2344"/>
                  </a:cubicBezTo>
                  <a:cubicBezTo>
                    <a:pt x="1329" y="2389"/>
                    <a:pt x="1347" y="2411"/>
                    <a:pt x="1346" y="2411"/>
                  </a:cubicBezTo>
                  <a:cubicBezTo>
                    <a:pt x="1345" y="2411"/>
                    <a:pt x="1325" y="2389"/>
                    <a:pt x="1285" y="2344"/>
                  </a:cubicBezTo>
                  <a:cubicBezTo>
                    <a:pt x="1257" y="2316"/>
                    <a:pt x="1244" y="2308"/>
                    <a:pt x="1239" y="2308"/>
                  </a:cubicBezTo>
                  <a:cubicBezTo>
                    <a:pt x="1237" y="2308"/>
                    <a:pt x="1236" y="2309"/>
                    <a:pt x="1236" y="2312"/>
                  </a:cubicBezTo>
                  <a:cubicBezTo>
                    <a:pt x="1195" y="2263"/>
                    <a:pt x="1195" y="2263"/>
                    <a:pt x="1203" y="2255"/>
                  </a:cubicBezTo>
                  <a:lnTo>
                    <a:pt x="1163" y="2215"/>
                  </a:lnTo>
                  <a:cubicBezTo>
                    <a:pt x="1124" y="2172"/>
                    <a:pt x="1102" y="2152"/>
                    <a:pt x="1098" y="2152"/>
                  </a:cubicBezTo>
                  <a:lnTo>
                    <a:pt x="1098" y="2152"/>
                  </a:lnTo>
                  <a:cubicBezTo>
                    <a:pt x="1093" y="2152"/>
                    <a:pt x="1109" y="2176"/>
                    <a:pt x="1147" y="2223"/>
                  </a:cubicBezTo>
                  <a:cubicBezTo>
                    <a:pt x="1164" y="2248"/>
                    <a:pt x="1172" y="2260"/>
                    <a:pt x="1170" y="2260"/>
                  </a:cubicBezTo>
                  <a:cubicBezTo>
                    <a:pt x="1168" y="2260"/>
                    <a:pt x="1158" y="2250"/>
                    <a:pt x="1139" y="2231"/>
                  </a:cubicBezTo>
                  <a:cubicBezTo>
                    <a:pt x="1104" y="2208"/>
                    <a:pt x="1074" y="2181"/>
                    <a:pt x="1073" y="2181"/>
                  </a:cubicBezTo>
                  <a:lnTo>
                    <a:pt x="1073" y="2181"/>
                  </a:lnTo>
                  <a:cubicBezTo>
                    <a:pt x="1073" y="2181"/>
                    <a:pt x="1078" y="2186"/>
                    <a:pt x="1090" y="2198"/>
                  </a:cubicBezTo>
                  <a:cubicBezTo>
                    <a:pt x="1090" y="2198"/>
                    <a:pt x="1089" y="2199"/>
                    <a:pt x="1086" y="2199"/>
                  </a:cubicBezTo>
                  <a:cubicBezTo>
                    <a:pt x="1079" y="2199"/>
                    <a:pt x="1062" y="2195"/>
                    <a:pt x="1033" y="2166"/>
                  </a:cubicBezTo>
                  <a:lnTo>
                    <a:pt x="1033" y="2166"/>
                  </a:lnTo>
                  <a:cubicBezTo>
                    <a:pt x="1017" y="2174"/>
                    <a:pt x="1017" y="2182"/>
                    <a:pt x="1058" y="2223"/>
                  </a:cubicBezTo>
                  <a:cubicBezTo>
                    <a:pt x="1090" y="2271"/>
                    <a:pt x="1090" y="2271"/>
                    <a:pt x="1082" y="2280"/>
                  </a:cubicBezTo>
                  <a:cubicBezTo>
                    <a:pt x="1074" y="2280"/>
                    <a:pt x="1074" y="2288"/>
                    <a:pt x="1114" y="2328"/>
                  </a:cubicBezTo>
                  <a:cubicBezTo>
                    <a:pt x="1155" y="2377"/>
                    <a:pt x="1187" y="2425"/>
                    <a:pt x="1179" y="2434"/>
                  </a:cubicBezTo>
                  <a:cubicBezTo>
                    <a:pt x="1190" y="2455"/>
                    <a:pt x="1196" y="2467"/>
                    <a:pt x="1192" y="2467"/>
                  </a:cubicBezTo>
                  <a:cubicBezTo>
                    <a:pt x="1188" y="2467"/>
                    <a:pt x="1168" y="2447"/>
                    <a:pt x="1122" y="2401"/>
                  </a:cubicBezTo>
                  <a:cubicBezTo>
                    <a:pt x="1094" y="2373"/>
                    <a:pt x="1082" y="2364"/>
                    <a:pt x="1074" y="2364"/>
                  </a:cubicBezTo>
                  <a:cubicBezTo>
                    <a:pt x="1071" y="2364"/>
                    <a:pt x="1068" y="2366"/>
                    <a:pt x="1066" y="2369"/>
                  </a:cubicBezTo>
                  <a:cubicBezTo>
                    <a:pt x="1066" y="2369"/>
                    <a:pt x="1066" y="2369"/>
                    <a:pt x="1017" y="2328"/>
                  </a:cubicBezTo>
                  <a:cubicBezTo>
                    <a:pt x="1004" y="2317"/>
                    <a:pt x="997" y="2313"/>
                    <a:pt x="995" y="2313"/>
                  </a:cubicBezTo>
                  <a:lnTo>
                    <a:pt x="995" y="2313"/>
                  </a:lnTo>
                  <a:cubicBezTo>
                    <a:pt x="990" y="2313"/>
                    <a:pt x="1020" y="2347"/>
                    <a:pt x="1049" y="2377"/>
                  </a:cubicBezTo>
                  <a:cubicBezTo>
                    <a:pt x="1090" y="2425"/>
                    <a:pt x="1130" y="2466"/>
                    <a:pt x="1130" y="2466"/>
                  </a:cubicBezTo>
                  <a:cubicBezTo>
                    <a:pt x="1082" y="2434"/>
                    <a:pt x="1041" y="2385"/>
                    <a:pt x="1001" y="2344"/>
                  </a:cubicBezTo>
                  <a:cubicBezTo>
                    <a:pt x="956" y="2304"/>
                    <a:pt x="934" y="2284"/>
                    <a:pt x="933" y="2284"/>
                  </a:cubicBezTo>
                  <a:lnTo>
                    <a:pt x="933" y="2284"/>
                  </a:lnTo>
                  <a:cubicBezTo>
                    <a:pt x="932" y="2284"/>
                    <a:pt x="952" y="2304"/>
                    <a:pt x="993" y="2344"/>
                  </a:cubicBezTo>
                  <a:cubicBezTo>
                    <a:pt x="1023" y="2380"/>
                    <a:pt x="1053" y="2416"/>
                    <a:pt x="1043" y="2416"/>
                  </a:cubicBezTo>
                  <a:cubicBezTo>
                    <a:pt x="1040" y="2416"/>
                    <a:pt x="1032" y="2412"/>
                    <a:pt x="1017" y="2401"/>
                  </a:cubicBezTo>
                  <a:cubicBezTo>
                    <a:pt x="1013" y="2408"/>
                    <a:pt x="1010" y="2414"/>
                    <a:pt x="1004" y="2414"/>
                  </a:cubicBezTo>
                  <a:cubicBezTo>
                    <a:pt x="996" y="2414"/>
                    <a:pt x="983" y="2404"/>
                    <a:pt x="960" y="2377"/>
                  </a:cubicBezTo>
                  <a:cubicBezTo>
                    <a:pt x="946" y="2365"/>
                    <a:pt x="939" y="2361"/>
                    <a:pt x="935" y="2361"/>
                  </a:cubicBezTo>
                  <a:lnTo>
                    <a:pt x="935" y="2361"/>
                  </a:lnTo>
                  <a:cubicBezTo>
                    <a:pt x="928" y="2361"/>
                    <a:pt x="944" y="2385"/>
                    <a:pt x="944" y="2385"/>
                  </a:cubicBezTo>
                  <a:cubicBezTo>
                    <a:pt x="968" y="2414"/>
                    <a:pt x="975" y="2429"/>
                    <a:pt x="964" y="2429"/>
                  </a:cubicBezTo>
                  <a:cubicBezTo>
                    <a:pt x="957" y="2429"/>
                    <a:pt x="942" y="2422"/>
                    <a:pt x="920" y="2409"/>
                  </a:cubicBezTo>
                  <a:cubicBezTo>
                    <a:pt x="871" y="2379"/>
                    <a:pt x="845" y="2363"/>
                    <a:pt x="839" y="2363"/>
                  </a:cubicBezTo>
                  <a:lnTo>
                    <a:pt x="839" y="2363"/>
                  </a:lnTo>
                  <a:cubicBezTo>
                    <a:pt x="831" y="2363"/>
                    <a:pt x="852" y="2385"/>
                    <a:pt x="895" y="2434"/>
                  </a:cubicBezTo>
                  <a:cubicBezTo>
                    <a:pt x="920" y="2458"/>
                    <a:pt x="944" y="2486"/>
                    <a:pt x="940" y="2486"/>
                  </a:cubicBezTo>
                  <a:cubicBezTo>
                    <a:pt x="938" y="2486"/>
                    <a:pt x="923" y="2474"/>
                    <a:pt x="887" y="2442"/>
                  </a:cubicBezTo>
                  <a:cubicBezTo>
                    <a:pt x="875" y="2431"/>
                    <a:pt x="868" y="2427"/>
                    <a:pt x="866" y="2427"/>
                  </a:cubicBezTo>
                  <a:lnTo>
                    <a:pt x="866" y="2427"/>
                  </a:lnTo>
                  <a:cubicBezTo>
                    <a:pt x="859" y="2427"/>
                    <a:pt x="888" y="2463"/>
                    <a:pt x="912" y="2498"/>
                  </a:cubicBezTo>
                  <a:cubicBezTo>
                    <a:pt x="944" y="2547"/>
                    <a:pt x="1025" y="2636"/>
                    <a:pt x="1066" y="2677"/>
                  </a:cubicBezTo>
                  <a:cubicBezTo>
                    <a:pt x="1114" y="2730"/>
                    <a:pt x="1134" y="2752"/>
                    <a:pt x="1131" y="2752"/>
                  </a:cubicBezTo>
                  <a:cubicBezTo>
                    <a:pt x="1129" y="2752"/>
                    <a:pt x="1118" y="2742"/>
                    <a:pt x="1098" y="2725"/>
                  </a:cubicBezTo>
                  <a:cubicBezTo>
                    <a:pt x="1066" y="2709"/>
                    <a:pt x="1033" y="2685"/>
                    <a:pt x="1009" y="2652"/>
                  </a:cubicBezTo>
                  <a:cubicBezTo>
                    <a:pt x="960" y="2604"/>
                    <a:pt x="968" y="2604"/>
                    <a:pt x="968" y="2604"/>
                  </a:cubicBezTo>
                  <a:lnTo>
                    <a:pt x="976" y="2596"/>
                  </a:lnTo>
                  <a:cubicBezTo>
                    <a:pt x="939" y="2559"/>
                    <a:pt x="902" y="2522"/>
                    <a:pt x="884" y="2522"/>
                  </a:cubicBezTo>
                  <a:cubicBezTo>
                    <a:pt x="882" y="2522"/>
                    <a:pt x="881" y="2522"/>
                    <a:pt x="879" y="2523"/>
                  </a:cubicBezTo>
                  <a:cubicBezTo>
                    <a:pt x="857" y="2505"/>
                    <a:pt x="845" y="2496"/>
                    <a:pt x="842" y="2496"/>
                  </a:cubicBezTo>
                  <a:lnTo>
                    <a:pt x="842" y="2496"/>
                  </a:lnTo>
                  <a:cubicBezTo>
                    <a:pt x="839" y="2496"/>
                    <a:pt x="849" y="2509"/>
                    <a:pt x="871" y="2531"/>
                  </a:cubicBezTo>
                  <a:cubicBezTo>
                    <a:pt x="842" y="2507"/>
                    <a:pt x="828" y="2500"/>
                    <a:pt x="817" y="2500"/>
                  </a:cubicBezTo>
                  <a:cubicBezTo>
                    <a:pt x="810" y="2500"/>
                    <a:pt x="805" y="2503"/>
                    <a:pt x="798" y="2507"/>
                  </a:cubicBezTo>
                  <a:cubicBezTo>
                    <a:pt x="794" y="2515"/>
                    <a:pt x="788" y="2521"/>
                    <a:pt x="777" y="2521"/>
                  </a:cubicBezTo>
                  <a:cubicBezTo>
                    <a:pt x="766" y="2521"/>
                    <a:pt x="749" y="2515"/>
                    <a:pt x="725" y="2498"/>
                  </a:cubicBezTo>
                  <a:lnTo>
                    <a:pt x="725" y="2498"/>
                  </a:lnTo>
                  <a:cubicBezTo>
                    <a:pt x="717" y="2507"/>
                    <a:pt x="709" y="2507"/>
                    <a:pt x="758" y="2547"/>
                  </a:cubicBezTo>
                  <a:cubicBezTo>
                    <a:pt x="807" y="2601"/>
                    <a:pt x="823" y="2625"/>
                    <a:pt x="819" y="2625"/>
                  </a:cubicBezTo>
                  <a:cubicBezTo>
                    <a:pt x="817" y="2625"/>
                    <a:pt x="806" y="2615"/>
                    <a:pt x="790" y="2596"/>
                  </a:cubicBezTo>
                  <a:cubicBezTo>
                    <a:pt x="753" y="2562"/>
                    <a:pt x="711" y="2546"/>
                    <a:pt x="681" y="2546"/>
                  </a:cubicBezTo>
                  <a:cubicBezTo>
                    <a:pt x="640" y="2546"/>
                    <a:pt x="621" y="2576"/>
                    <a:pt x="668" y="2628"/>
                  </a:cubicBezTo>
                  <a:lnTo>
                    <a:pt x="660" y="2636"/>
                  </a:lnTo>
                  <a:cubicBezTo>
                    <a:pt x="642" y="2626"/>
                    <a:pt x="627" y="2622"/>
                    <a:pt x="615" y="2622"/>
                  </a:cubicBezTo>
                  <a:cubicBezTo>
                    <a:pt x="590" y="2622"/>
                    <a:pt x="584" y="2643"/>
                    <a:pt x="612" y="2677"/>
                  </a:cubicBezTo>
                  <a:lnTo>
                    <a:pt x="595" y="2693"/>
                  </a:lnTo>
                  <a:cubicBezTo>
                    <a:pt x="573" y="2678"/>
                    <a:pt x="560" y="2670"/>
                    <a:pt x="555" y="2670"/>
                  </a:cubicBezTo>
                  <a:lnTo>
                    <a:pt x="555" y="2670"/>
                  </a:lnTo>
                  <a:cubicBezTo>
                    <a:pt x="549" y="2670"/>
                    <a:pt x="557" y="2682"/>
                    <a:pt x="579" y="2709"/>
                  </a:cubicBezTo>
                  <a:cubicBezTo>
                    <a:pt x="602" y="2744"/>
                    <a:pt x="634" y="2774"/>
                    <a:pt x="632" y="2774"/>
                  </a:cubicBezTo>
                  <a:cubicBezTo>
                    <a:pt x="631" y="2774"/>
                    <a:pt x="626" y="2770"/>
                    <a:pt x="612" y="2758"/>
                  </a:cubicBezTo>
                  <a:cubicBezTo>
                    <a:pt x="590" y="2736"/>
                    <a:pt x="577" y="2728"/>
                    <a:pt x="567" y="2728"/>
                  </a:cubicBezTo>
                  <a:cubicBezTo>
                    <a:pt x="558" y="2728"/>
                    <a:pt x="550" y="2734"/>
                    <a:pt x="539" y="2742"/>
                  </a:cubicBezTo>
                  <a:cubicBezTo>
                    <a:pt x="514" y="2766"/>
                    <a:pt x="514" y="2758"/>
                    <a:pt x="563" y="2798"/>
                  </a:cubicBezTo>
                  <a:cubicBezTo>
                    <a:pt x="572" y="2819"/>
                    <a:pt x="572" y="2826"/>
                    <a:pt x="567" y="2826"/>
                  </a:cubicBezTo>
                  <a:cubicBezTo>
                    <a:pt x="559" y="2826"/>
                    <a:pt x="532" y="2800"/>
                    <a:pt x="506" y="2774"/>
                  </a:cubicBezTo>
                  <a:cubicBezTo>
                    <a:pt x="472" y="2736"/>
                    <a:pt x="449" y="2718"/>
                    <a:pt x="444" y="2718"/>
                  </a:cubicBezTo>
                  <a:lnTo>
                    <a:pt x="444" y="2718"/>
                  </a:lnTo>
                  <a:cubicBezTo>
                    <a:pt x="438" y="2718"/>
                    <a:pt x="464" y="2753"/>
                    <a:pt x="539" y="2823"/>
                  </a:cubicBezTo>
                  <a:cubicBezTo>
                    <a:pt x="590" y="2879"/>
                    <a:pt x="602" y="2903"/>
                    <a:pt x="594" y="2903"/>
                  </a:cubicBezTo>
                  <a:cubicBezTo>
                    <a:pt x="590" y="2903"/>
                    <a:pt x="578" y="2895"/>
                    <a:pt x="563" y="2880"/>
                  </a:cubicBezTo>
                  <a:cubicBezTo>
                    <a:pt x="522" y="2839"/>
                    <a:pt x="522" y="2839"/>
                    <a:pt x="531" y="2831"/>
                  </a:cubicBezTo>
                  <a:lnTo>
                    <a:pt x="441" y="2750"/>
                  </a:lnTo>
                  <a:lnTo>
                    <a:pt x="441" y="2750"/>
                  </a:lnTo>
                  <a:cubicBezTo>
                    <a:pt x="441" y="2750"/>
                    <a:pt x="442" y="2750"/>
                    <a:pt x="474" y="2798"/>
                  </a:cubicBezTo>
                  <a:cubicBezTo>
                    <a:pt x="474" y="2798"/>
                    <a:pt x="474" y="2807"/>
                    <a:pt x="506" y="2847"/>
                  </a:cubicBezTo>
                  <a:cubicBezTo>
                    <a:pt x="547" y="2896"/>
                    <a:pt x="595" y="2936"/>
                    <a:pt x="636" y="2977"/>
                  </a:cubicBezTo>
                  <a:cubicBezTo>
                    <a:pt x="685" y="3009"/>
                    <a:pt x="685" y="3017"/>
                    <a:pt x="676" y="3017"/>
                  </a:cubicBezTo>
                  <a:cubicBezTo>
                    <a:pt x="628" y="2985"/>
                    <a:pt x="579" y="2944"/>
                    <a:pt x="539" y="2904"/>
                  </a:cubicBezTo>
                  <a:cubicBezTo>
                    <a:pt x="547" y="2896"/>
                    <a:pt x="506" y="2855"/>
                    <a:pt x="458" y="2815"/>
                  </a:cubicBezTo>
                  <a:cubicBezTo>
                    <a:pt x="451" y="2808"/>
                    <a:pt x="448" y="2806"/>
                    <a:pt x="446" y="2806"/>
                  </a:cubicBezTo>
                  <a:lnTo>
                    <a:pt x="446" y="2806"/>
                  </a:lnTo>
                  <a:cubicBezTo>
                    <a:pt x="437" y="2806"/>
                    <a:pt x="494" y="2893"/>
                    <a:pt x="563" y="2969"/>
                  </a:cubicBezTo>
                  <a:lnTo>
                    <a:pt x="514" y="2928"/>
                  </a:lnTo>
                  <a:cubicBezTo>
                    <a:pt x="490" y="2904"/>
                    <a:pt x="478" y="2897"/>
                    <a:pt x="470" y="2897"/>
                  </a:cubicBezTo>
                  <a:cubicBezTo>
                    <a:pt x="464" y="2897"/>
                    <a:pt x="461" y="2901"/>
                    <a:pt x="458" y="2904"/>
                  </a:cubicBezTo>
                  <a:cubicBezTo>
                    <a:pt x="441" y="2912"/>
                    <a:pt x="441" y="2920"/>
                    <a:pt x="482" y="2961"/>
                  </a:cubicBezTo>
                  <a:cubicBezTo>
                    <a:pt x="522" y="3001"/>
                    <a:pt x="571" y="3042"/>
                    <a:pt x="563" y="3042"/>
                  </a:cubicBezTo>
                  <a:cubicBezTo>
                    <a:pt x="571" y="3042"/>
                    <a:pt x="612" y="3082"/>
                    <a:pt x="660" y="3123"/>
                  </a:cubicBezTo>
                  <a:cubicBezTo>
                    <a:pt x="660" y="3123"/>
                    <a:pt x="603" y="3090"/>
                    <a:pt x="555" y="3058"/>
                  </a:cubicBezTo>
                  <a:cubicBezTo>
                    <a:pt x="474" y="2997"/>
                    <a:pt x="421" y="2965"/>
                    <a:pt x="396" y="2965"/>
                  </a:cubicBezTo>
                  <a:cubicBezTo>
                    <a:pt x="391" y="2965"/>
                    <a:pt x="387" y="2966"/>
                    <a:pt x="385" y="2969"/>
                  </a:cubicBezTo>
                  <a:cubicBezTo>
                    <a:pt x="381" y="2977"/>
                    <a:pt x="374" y="2983"/>
                    <a:pt x="363" y="2983"/>
                  </a:cubicBezTo>
                  <a:cubicBezTo>
                    <a:pt x="352" y="2983"/>
                    <a:pt x="336" y="2977"/>
                    <a:pt x="312" y="2961"/>
                  </a:cubicBezTo>
                  <a:lnTo>
                    <a:pt x="312" y="2961"/>
                  </a:lnTo>
                  <a:cubicBezTo>
                    <a:pt x="295" y="2969"/>
                    <a:pt x="295" y="2977"/>
                    <a:pt x="336" y="3017"/>
                  </a:cubicBezTo>
                  <a:lnTo>
                    <a:pt x="328" y="3025"/>
                  </a:lnTo>
                  <a:cubicBezTo>
                    <a:pt x="308" y="3012"/>
                    <a:pt x="294" y="3005"/>
                    <a:pt x="289" y="3005"/>
                  </a:cubicBezTo>
                  <a:lnTo>
                    <a:pt x="289" y="3005"/>
                  </a:lnTo>
                  <a:cubicBezTo>
                    <a:pt x="281" y="3005"/>
                    <a:pt x="288" y="3018"/>
                    <a:pt x="312" y="3042"/>
                  </a:cubicBezTo>
                  <a:cubicBezTo>
                    <a:pt x="328" y="3058"/>
                    <a:pt x="330" y="3063"/>
                    <a:pt x="326" y="3063"/>
                  </a:cubicBezTo>
                  <a:cubicBezTo>
                    <a:pt x="321" y="3063"/>
                    <a:pt x="307" y="3057"/>
                    <a:pt x="300" y="3057"/>
                  </a:cubicBezTo>
                  <a:cubicBezTo>
                    <a:pt x="298" y="3057"/>
                    <a:pt x="296" y="3057"/>
                    <a:pt x="295" y="3058"/>
                  </a:cubicBezTo>
                  <a:cubicBezTo>
                    <a:pt x="252" y="3025"/>
                    <a:pt x="228" y="3007"/>
                    <a:pt x="227" y="3007"/>
                  </a:cubicBezTo>
                  <a:lnTo>
                    <a:pt x="227" y="3007"/>
                  </a:lnTo>
                  <a:cubicBezTo>
                    <a:pt x="225" y="3007"/>
                    <a:pt x="259" y="3035"/>
                    <a:pt x="336" y="3098"/>
                  </a:cubicBezTo>
                  <a:cubicBezTo>
                    <a:pt x="344" y="3107"/>
                    <a:pt x="353" y="3115"/>
                    <a:pt x="361" y="3122"/>
                  </a:cubicBezTo>
                  <a:lnTo>
                    <a:pt x="361" y="3122"/>
                  </a:lnTo>
                  <a:cubicBezTo>
                    <a:pt x="318" y="3091"/>
                    <a:pt x="286" y="3072"/>
                    <a:pt x="278" y="3072"/>
                  </a:cubicBezTo>
                  <a:lnTo>
                    <a:pt x="278" y="3072"/>
                  </a:lnTo>
                  <a:cubicBezTo>
                    <a:pt x="270" y="3072"/>
                    <a:pt x="281" y="3087"/>
                    <a:pt x="320" y="3123"/>
                  </a:cubicBezTo>
                  <a:cubicBezTo>
                    <a:pt x="312" y="3123"/>
                    <a:pt x="312" y="3123"/>
                    <a:pt x="263" y="3090"/>
                  </a:cubicBezTo>
                  <a:cubicBezTo>
                    <a:pt x="244" y="3075"/>
                    <a:pt x="233" y="3067"/>
                    <a:pt x="230" y="3067"/>
                  </a:cubicBezTo>
                  <a:lnTo>
                    <a:pt x="230" y="3067"/>
                  </a:lnTo>
                  <a:cubicBezTo>
                    <a:pt x="226" y="3067"/>
                    <a:pt x="245" y="3089"/>
                    <a:pt x="295" y="3139"/>
                  </a:cubicBezTo>
                  <a:cubicBezTo>
                    <a:pt x="343" y="3183"/>
                    <a:pt x="363" y="3205"/>
                    <a:pt x="356" y="3205"/>
                  </a:cubicBezTo>
                  <a:cubicBezTo>
                    <a:pt x="350" y="3205"/>
                    <a:pt x="324" y="3189"/>
                    <a:pt x="279" y="3155"/>
                  </a:cubicBezTo>
                  <a:cubicBezTo>
                    <a:pt x="232" y="3120"/>
                    <a:pt x="204" y="3107"/>
                    <a:pt x="192" y="3107"/>
                  </a:cubicBezTo>
                  <a:cubicBezTo>
                    <a:pt x="179" y="3107"/>
                    <a:pt x="185" y="3122"/>
                    <a:pt x="206" y="3139"/>
                  </a:cubicBezTo>
                  <a:cubicBezTo>
                    <a:pt x="267" y="3194"/>
                    <a:pt x="279" y="3219"/>
                    <a:pt x="265" y="3219"/>
                  </a:cubicBezTo>
                  <a:cubicBezTo>
                    <a:pt x="258" y="3219"/>
                    <a:pt x="246" y="3214"/>
                    <a:pt x="231" y="3204"/>
                  </a:cubicBezTo>
                  <a:cubicBezTo>
                    <a:pt x="209" y="3189"/>
                    <a:pt x="195" y="3181"/>
                    <a:pt x="190" y="3181"/>
                  </a:cubicBezTo>
                  <a:lnTo>
                    <a:pt x="190" y="3181"/>
                  </a:lnTo>
                  <a:cubicBezTo>
                    <a:pt x="184" y="3181"/>
                    <a:pt x="192" y="3193"/>
                    <a:pt x="214" y="3220"/>
                  </a:cubicBezTo>
                  <a:cubicBezTo>
                    <a:pt x="187" y="3193"/>
                    <a:pt x="156" y="3169"/>
                    <a:pt x="151" y="3169"/>
                  </a:cubicBezTo>
                  <a:lnTo>
                    <a:pt x="151" y="3169"/>
                  </a:lnTo>
                  <a:cubicBezTo>
                    <a:pt x="149" y="3169"/>
                    <a:pt x="152" y="3174"/>
                    <a:pt x="166" y="3188"/>
                  </a:cubicBezTo>
                  <a:cubicBezTo>
                    <a:pt x="166" y="3188"/>
                    <a:pt x="158" y="3196"/>
                    <a:pt x="206" y="3228"/>
                  </a:cubicBezTo>
                  <a:lnTo>
                    <a:pt x="287" y="3317"/>
                  </a:lnTo>
                  <a:cubicBezTo>
                    <a:pt x="288" y="3317"/>
                    <a:pt x="289" y="3316"/>
                    <a:pt x="290" y="3316"/>
                  </a:cubicBezTo>
                  <a:cubicBezTo>
                    <a:pt x="303" y="3316"/>
                    <a:pt x="340" y="3353"/>
                    <a:pt x="385" y="3390"/>
                  </a:cubicBezTo>
                  <a:cubicBezTo>
                    <a:pt x="399" y="3403"/>
                    <a:pt x="404" y="3409"/>
                    <a:pt x="399" y="3409"/>
                  </a:cubicBezTo>
                  <a:cubicBezTo>
                    <a:pt x="387" y="3409"/>
                    <a:pt x="324" y="3375"/>
                    <a:pt x="222" y="3301"/>
                  </a:cubicBezTo>
                  <a:lnTo>
                    <a:pt x="117" y="3236"/>
                  </a:lnTo>
                  <a:lnTo>
                    <a:pt x="214" y="3309"/>
                  </a:lnTo>
                  <a:cubicBezTo>
                    <a:pt x="212" y="3312"/>
                    <a:pt x="209" y="3314"/>
                    <a:pt x="205" y="3314"/>
                  </a:cubicBezTo>
                  <a:cubicBezTo>
                    <a:pt x="197" y="3314"/>
                    <a:pt x="185" y="3307"/>
                    <a:pt x="158" y="3285"/>
                  </a:cubicBezTo>
                  <a:cubicBezTo>
                    <a:pt x="124" y="3257"/>
                    <a:pt x="114" y="3248"/>
                    <a:pt x="108" y="3248"/>
                  </a:cubicBezTo>
                  <a:cubicBezTo>
                    <a:pt x="105" y="3248"/>
                    <a:pt x="103" y="3250"/>
                    <a:pt x="101" y="3252"/>
                  </a:cubicBezTo>
                  <a:cubicBezTo>
                    <a:pt x="101" y="3252"/>
                    <a:pt x="101" y="3252"/>
                    <a:pt x="141" y="3293"/>
                  </a:cubicBezTo>
                  <a:cubicBezTo>
                    <a:pt x="200" y="3337"/>
                    <a:pt x="223" y="3354"/>
                    <a:pt x="220" y="3354"/>
                  </a:cubicBezTo>
                  <a:cubicBezTo>
                    <a:pt x="218" y="3354"/>
                    <a:pt x="205" y="3347"/>
                    <a:pt x="182" y="3334"/>
                  </a:cubicBezTo>
                  <a:cubicBezTo>
                    <a:pt x="141" y="3300"/>
                    <a:pt x="117" y="3284"/>
                    <a:pt x="112" y="3284"/>
                  </a:cubicBezTo>
                  <a:lnTo>
                    <a:pt x="112" y="3284"/>
                  </a:lnTo>
                  <a:cubicBezTo>
                    <a:pt x="106" y="3284"/>
                    <a:pt x="126" y="3306"/>
                    <a:pt x="174" y="3350"/>
                  </a:cubicBezTo>
                  <a:cubicBezTo>
                    <a:pt x="220" y="3391"/>
                    <a:pt x="242" y="3412"/>
                    <a:pt x="240" y="3412"/>
                  </a:cubicBezTo>
                  <a:cubicBezTo>
                    <a:pt x="237" y="3412"/>
                    <a:pt x="213" y="3393"/>
                    <a:pt x="166" y="3358"/>
                  </a:cubicBezTo>
                  <a:cubicBezTo>
                    <a:pt x="133" y="3325"/>
                    <a:pt x="101" y="3301"/>
                    <a:pt x="68" y="3293"/>
                  </a:cubicBezTo>
                  <a:lnTo>
                    <a:pt x="68" y="3293"/>
                  </a:lnTo>
                  <a:lnTo>
                    <a:pt x="109" y="3325"/>
                  </a:lnTo>
                  <a:cubicBezTo>
                    <a:pt x="164" y="3375"/>
                    <a:pt x="185" y="3394"/>
                    <a:pt x="182" y="3394"/>
                  </a:cubicBezTo>
                  <a:cubicBezTo>
                    <a:pt x="180" y="3394"/>
                    <a:pt x="168" y="3387"/>
                    <a:pt x="149" y="3374"/>
                  </a:cubicBezTo>
                  <a:cubicBezTo>
                    <a:pt x="128" y="3360"/>
                    <a:pt x="114" y="3351"/>
                    <a:pt x="109" y="3351"/>
                  </a:cubicBezTo>
                  <a:lnTo>
                    <a:pt x="109" y="3351"/>
                  </a:lnTo>
                  <a:cubicBezTo>
                    <a:pt x="103" y="3351"/>
                    <a:pt x="111" y="3364"/>
                    <a:pt x="133" y="3390"/>
                  </a:cubicBezTo>
                  <a:cubicBezTo>
                    <a:pt x="130" y="3394"/>
                    <a:pt x="127" y="3397"/>
                    <a:pt x="121" y="3397"/>
                  </a:cubicBezTo>
                  <a:cubicBezTo>
                    <a:pt x="112" y="3397"/>
                    <a:pt x="97" y="3390"/>
                    <a:pt x="68" y="3366"/>
                  </a:cubicBezTo>
                  <a:cubicBezTo>
                    <a:pt x="25" y="3330"/>
                    <a:pt x="3" y="3312"/>
                    <a:pt x="2" y="3312"/>
                  </a:cubicBezTo>
                  <a:lnTo>
                    <a:pt x="2" y="3312"/>
                  </a:lnTo>
                  <a:cubicBezTo>
                    <a:pt x="0" y="3312"/>
                    <a:pt x="23" y="3332"/>
                    <a:pt x="68" y="3374"/>
                  </a:cubicBezTo>
                  <a:cubicBezTo>
                    <a:pt x="91" y="3397"/>
                    <a:pt x="101" y="3407"/>
                    <a:pt x="95" y="3407"/>
                  </a:cubicBezTo>
                  <a:cubicBezTo>
                    <a:pt x="91" y="3407"/>
                    <a:pt x="77" y="3401"/>
                    <a:pt x="52" y="3390"/>
                  </a:cubicBezTo>
                  <a:cubicBezTo>
                    <a:pt x="29" y="3375"/>
                    <a:pt x="17" y="3367"/>
                    <a:pt x="15" y="3367"/>
                  </a:cubicBezTo>
                  <a:lnTo>
                    <a:pt x="15" y="3367"/>
                  </a:lnTo>
                  <a:cubicBezTo>
                    <a:pt x="13" y="3367"/>
                    <a:pt x="23" y="3377"/>
                    <a:pt x="44" y="3398"/>
                  </a:cubicBezTo>
                  <a:cubicBezTo>
                    <a:pt x="85" y="3439"/>
                    <a:pt x="133" y="3479"/>
                    <a:pt x="182" y="3504"/>
                  </a:cubicBezTo>
                  <a:cubicBezTo>
                    <a:pt x="190" y="3504"/>
                    <a:pt x="190" y="3504"/>
                    <a:pt x="239" y="3544"/>
                  </a:cubicBezTo>
                  <a:cubicBezTo>
                    <a:pt x="239" y="3544"/>
                    <a:pt x="231" y="3544"/>
                    <a:pt x="222" y="3552"/>
                  </a:cubicBezTo>
                  <a:cubicBezTo>
                    <a:pt x="222" y="3552"/>
                    <a:pt x="214" y="3561"/>
                    <a:pt x="255" y="3609"/>
                  </a:cubicBezTo>
                  <a:cubicBezTo>
                    <a:pt x="280" y="3647"/>
                    <a:pt x="343" y="3698"/>
                    <a:pt x="356" y="3698"/>
                  </a:cubicBezTo>
                  <a:cubicBezTo>
                    <a:pt x="360" y="3698"/>
                    <a:pt x="360" y="3693"/>
                    <a:pt x="352" y="3682"/>
                  </a:cubicBezTo>
                  <a:lnTo>
                    <a:pt x="352" y="3682"/>
                  </a:lnTo>
                  <a:lnTo>
                    <a:pt x="401" y="3715"/>
                  </a:lnTo>
                  <a:cubicBezTo>
                    <a:pt x="467" y="3769"/>
                    <a:pt x="504" y="3796"/>
                    <a:pt x="508" y="3796"/>
                  </a:cubicBezTo>
                  <a:cubicBezTo>
                    <a:pt x="512" y="3796"/>
                    <a:pt x="480" y="3765"/>
                    <a:pt x="409" y="3706"/>
                  </a:cubicBezTo>
                  <a:cubicBezTo>
                    <a:pt x="332" y="3643"/>
                    <a:pt x="298" y="3615"/>
                    <a:pt x="300" y="3615"/>
                  </a:cubicBezTo>
                  <a:lnTo>
                    <a:pt x="300" y="3615"/>
                  </a:lnTo>
                  <a:cubicBezTo>
                    <a:pt x="301" y="3615"/>
                    <a:pt x="325" y="3633"/>
                    <a:pt x="368" y="3666"/>
                  </a:cubicBezTo>
                  <a:cubicBezTo>
                    <a:pt x="435" y="3721"/>
                    <a:pt x="457" y="3734"/>
                    <a:pt x="463" y="3734"/>
                  </a:cubicBezTo>
                  <a:cubicBezTo>
                    <a:pt x="465" y="3734"/>
                    <a:pt x="466" y="3733"/>
                    <a:pt x="466" y="3731"/>
                  </a:cubicBezTo>
                  <a:cubicBezTo>
                    <a:pt x="468" y="3728"/>
                    <a:pt x="470" y="3727"/>
                    <a:pt x="473" y="3727"/>
                  </a:cubicBezTo>
                  <a:cubicBezTo>
                    <a:pt x="478" y="3727"/>
                    <a:pt x="489" y="3735"/>
                    <a:pt x="522" y="3763"/>
                  </a:cubicBezTo>
                  <a:cubicBezTo>
                    <a:pt x="547" y="3796"/>
                    <a:pt x="579" y="3812"/>
                    <a:pt x="620" y="3828"/>
                  </a:cubicBezTo>
                  <a:cubicBezTo>
                    <a:pt x="628" y="3828"/>
                    <a:pt x="628" y="3828"/>
                    <a:pt x="579" y="3788"/>
                  </a:cubicBezTo>
                  <a:cubicBezTo>
                    <a:pt x="558" y="3773"/>
                    <a:pt x="547" y="3764"/>
                    <a:pt x="551" y="3764"/>
                  </a:cubicBezTo>
                  <a:lnTo>
                    <a:pt x="551" y="3764"/>
                  </a:lnTo>
                  <a:cubicBezTo>
                    <a:pt x="555" y="3764"/>
                    <a:pt x="581" y="3779"/>
                    <a:pt x="636" y="3820"/>
                  </a:cubicBezTo>
                  <a:cubicBezTo>
                    <a:pt x="655" y="3833"/>
                    <a:pt x="666" y="3840"/>
                    <a:pt x="668" y="3840"/>
                  </a:cubicBezTo>
                  <a:cubicBezTo>
                    <a:pt x="671" y="3840"/>
                    <a:pt x="650" y="3821"/>
                    <a:pt x="595" y="3771"/>
                  </a:cubicBezTo>
                  <a:cubicBezTo>
                    <a:pt x="544" y="3733"/>
                    <a:pt x="524" y="3712"/>
                    <a:pt x="530" y="3712"/>
                  </a:cubicBezTo>
                  <a:lnTo>
                    <a:pt x="530" y="3712"/>
                  </a:lnTo>
                  <a:cubicBezTo>
                    <a:pt x="536" y="3712"/>
                    <a:pt x="561" y="3729"/>
                    <a:pt x="603" y="3763"/>
                  </a:cubicBezTo>
                  <a:lnTo>
                    <a:pt x="612" y="3747"/>
                  </a:lnTo>
                  <a:cubicBezTo>
                    <a:pt x="620" y="3747"/>
                    <a:pt x="571" y="3706"/>
                    <a:pt x="531" y="3666"/>
                  </a:cubicBezTo>
                  <a:cubicBezTo>
                    <a:pt x="477" y="3622"/>
                    <a:pt x="456" y="3605"/>
                    <a:pt x="458" y="3605"/>
                  </a:cubicBezTo>
                  <a:lnTo>
                    <a:pt x="458" y="3605"/>
                  </a:lnTo>
                  <a:cubicBezTo>
                    <a:pt x="459" y="3605"/>
                    <a:pt x="471" y="3612"/>
                    <a:pt x="490" y="3625"/>
                  </a:cubicBezTo>
                  <a:cubicBezTo>
                    <a:pt x="539" y="3658"/>
                    <a:pt x="587" y="3698"/>
                    <a:pt x="587" y="3698"/>
                  </a:cubicBezTo>
                  <a:cubicBezTo>
                    <a:pt x="616" y="3727"/>
                    <a:pt x="629" y="3731"/>
                    <a:pt x="633" y="3731"/>
                  </a:cubicBezTo>
                  <a:cubicBezTo>
                    <a:pt x="635" y="3731"/>
                    <a:pt x="636" y="3731"/>
                    <a:pt x="636" y="3731"/>
                  </a:cubicBezTo>
                  <a:cubicBezTo>
                    <a:pt x="644" y="3723"/>
                    <a:pt x="652" y="3715"/>
                    <a:pt x="604" y="3674"/>
                  </a:cubicBezTo>
                  <a:lnTo>
                    <a:pt x="604" y="3674"/>
                  </a:lnTo>
                  <a:lnTo>
                    <a:pt x="652" y="3715"/>
                  </a:lnTo>
                  <a:cubicBezTo>
                    <a:pt x="653" y="3714"/>
                    <a:pt x="654" y="3713"/>
                    <a:pt x="655" y="3713"/>
                  </a:cubicBezTo>
                  <a:cubicBezTo>
                    <a:pt x="663" y="3713"/>
                    <a:pt x="677" y="3725"/>
                    <a:pt x="678" y="3725"/>
                  </a:cubicBezTo>
                  <a:cubicBezTo>
                    <a:pt x="679" y="3725"/>
                    <a:pt x="674" y="3721"/>
                    <a:pt x="660" y="3706"/>
                  </a:cubicBezTo>
                  <a:lnTo>
                    <a:pt x="660" y="3706"/>
                  </a:lnTo>
                  <a:cubicBezTo>
                    <a:pt x="660" y="3706"/>
                    <a:pt x="661" y="3707"/>
                    <a:pt x="717" y="3731"/>
                  </a:cubicBezTo>
                  <a:cubicBezTo>
                    <a:pt x="725" y="3736"/>
                    <a:pt x="731" y="3738"/>
                    <a:pt x="733" y="3738"/>
                  </a:cubicBezTo>
                  <a:cubicBezTo>
                    <a:pt x="750" y="3738"/>
                    <a:pt x="677" y="3665"/>
                    <a:pt x="587" y="3609"/>
                  </a:cubicBezTo>
                  <a:cubicBezTo>
                    <a:pt x="587" y="3609"/>
                    <a:pt x="587" y="3609"/>
                    <a:pt x="595" y="3601"/>
                  </a:cubicBezTo>
                  <a:cubicBezTo>
                    <a:pt x="595" y="3601"/>
                    <a:pt x="555" y="3561"/>
                    <a:pt x="555" y="3561"/>
                  </a:cubicBezTo>
                  <a:cubicBezTo>
                    <a:pt x="506" y="3520"/>
                    <a:pt x="514" y="3512"/>
                    <a:pt x="514" y="3512"/>
                  </a:cubicBezTo>
                  <a:lnTo>
                    <a:pt x="514" y="3512"/>
                  </a:lnTo>
                  <a:lnTo>
                    <a:pt x="612" y="3585"/>
                  </a:lnTo>
                  <a:cubicBezTo>
                    <a:pt x="685" y="3654"/>
                    <a:pt x="732" y="3694"/>
                    <a:pt x="736" y="3694"/>
                  </a:cubicBezTo>
                  <a:cubicBezTo>
                    <a:pt x="739" y="3694"/>
                    <a:pt x="717" y="3670"/>
                    <a:pt x="660" y="3617"/>
                  </a:cubicBezTo>
                  <a:lnTo>
                    <a:pt x="660" y="3617"/>
                  </a:lnTo>
                  <a:lnTo>
                    <a:pt x="709" y="3658"/>
                  </a:lnTo>
                  <a:cubicBezTo>
                    <a:pt x="726" y="3675"/>
                    <a:pt x="738" y="3684"/>
                    <a:pt x="743" y="3684"/>
                  </a:cubicBezTo>
                  <a:cubicBezTo>
                    <a:pt x="749" y="3684"/>
                    <a:pt x="744" y="3669"/>
                    <a:pt x="725" y="3642"/>
                  </a:cubicBezTo>
                  <a:cubicBezTo>
                    <a:pt x="685" y="3593"/>
                    <a:pt x="644" y="3552"/>
                    <a:pt x="595" y="3512"/>
                  </a:cubicBezTo>
                  <a:cubicBezTo>
                    <a:pt x="547" y="3479"/>
                    <a:pt x="555" y="3471"/>
                    <a:pt x="555" y="3471"/>
                  </a:cubicBezTo>
                  <a:cubicBezTo>
                    <a:pt x="557" y="3469"/>
                    <a:pt x="559" y="3467"/>
                    <a:pt x="561" y="3467"/>
                  </a:cubicBezTo>
                  <a:cubicBezTo>
                    <a:pt x="567" y="3467"/>
                    <a:pt x="575" y="3476"/>
                    <a:pt x="603" y="3504"/>
                  </a:cubicBezTo>
                  <a:cubicBezTo>
                    <a:pt x="646" y="3542"/>
                    <a:pt x="670" y="3561"/>
                    <a:pt x="675" y="3561"/>
                  </a:cubicBezTo>
                  <a:cubicBezTo>
                    <a:pt x="680" y="3561"/>
                    <a:pt x="662" y="3538"/>
                    <a:pt x="620" y="3496"/>
                  </a:cubicBezTo>
                  <a:lnTo>
                    <a:pt x="620" y="3496"/>
                  </a:lnTo>
                  <a:lnTo>
                    <a:pt x="660" y="3528"/>
                  </a:lnTo>
                  <a:cubicBezTo>
                    <a:pt x="690" y="3553"/>
                    <a:pt x="720" y="3575"/>
                    <a:pt x="733" y="3575"/>
                  </a:cubicBezTo>
                  <a:cubicBezTo>
                    <a:pt x="741" y="3575"/>
                    <a:pt x="743" y="3566"/>
                    <a:pt x="733" y="3544"/>
                  </a:cubicBezTo>
                  <a:cubicBezTo>
                    <a:pt x="746" y="3536"/>
                    <a:pt x="755" y="3527"/>
                    <a:pt x="767" y="3527"/>
                  </a:cubicBezTo>
                  <a:cubicBezTo>
                    <a:pt x="778" y="3527"/>
                    <a:pt x="792" y="3534"/>
                    <a:pt x="814" y="3552"/>
                  </a:cubicBezTo>
                  <a:cubicBezTo>
                    <a:pt x="822" y="3559"/>
                    <a:pt x="827" y="3562"/>
                    <a:pt x="829" y="3562"/>
                  </a:cubicBezTo>
                  <a:cubicBezTo>
                    <a:pt x="839" y="3562"/>
                    <a:pt x="777" y="3481"/>
                    <a:pt x="709" y="3407"/>
                  </a:cubicBezTo>
                  <a:lnTo>
                    <a:pt x="709" y="3407"/>
                  </a:lnTo>
                  <a:cubicBezTo>
                    <a:pt x="738" y="3430"/>
                    <a:pt x="749" y="3437"/>
                    <a:pt x="756" y="3437"/>
                  </a:cubicBezTo>
                  <a:cubicBezTo>
                    <a:pt x="760" y="3437"/>
                    <a:pt x="762" y="3434"/>
                    <a:pt x="766" y="3431"/>
                  </a:cubicBezTo>
                  <a:cubicBezTo>
                    <a:pt x="772" y="3425"/>
                    <a:pt x="776" y="3421"/>
                    <a:pt x="781" y="3421"/>
                  </a:cubicBezTo>
                  <a:cubicBezTo>
                    <a:pt x="789" y="3421"/>
                    <a:pt x="801" y="3430"/>
                    <a:pt x="830" y="3455"/>
                  </a:cubicBezTo>
                  <a:cubicBezTo>
                    <a:pt x="795" y="3416"/>
                    <a:pt x="786" y="3399"/>
                    <a:pt x="795" y="3399"/>
                  </a:cubicBezTo>
                  <a:lnTo>
                    <a:pt x="795" y="3399"/>
                  </a:lnTo>
                  <a:cubicBezTo>
                    <a:pt x="806" y="3399"/>
                    <a:pt x="846" y="3426"/>
                    <a:pt x="895" y="3471"/>
                  </a:cubicBezTo>
                  <a:cubicBezTo>
                    <a:pt x="923" y="3499"/>
                    <a:pt x="936" y="3508"/>
                    <a:pt x="944" y="3508"/>
                  </a:cubicBezTo>
                  <a:cubicBezTo>
                    <a:pt x="947" y="3508"/>
                    <a:pt x="950" y="3506"/>
                    <a:pt x="952" y="3504"/>
                  </a:cubicBezTo>
                  <a:cubicBezTo>
                    <a:pt x="912" y="3455"/>
                    <a:pt x="920" y="3447"/>
                    <a:pt x="936" y="3439"/>
                  </a:cubicBezTo>
                  <a:cubicBezTo>
                    <a:pt x="944" y="3423"/>
                    <a:pt x="944" y="3423"/>
                    <a:pt x="863" y="3342"/>
                  </a:cubicBezTo>
                  <a:cubicBezTo>
                    <a:pt x="774" y="3261"/>
                    <a:pt x="774" y="3261"/>
                    <a:pt x="782" y="3244"/>
                  </a:cubicBezTo>
                  <a:cubicBezTo>
                    <a:pt x="784" y="3244"/>
                    <a:pt x="786" y="3244"/>
                    <a:pt x="790" y="3244"/>
                  </a:cubicBezTo>
                  <a:cubicBezTo>
                    <a:pt x="797" y="3244"/>
                    <a:pt x="810" y="3248"/>
                    <a:pt x="839" y="3277"/>
                  </a:cubicBezTo>
                  <a:cubicBezTo>
                    <a:pt x="839" y="3277"/>
                    <a:pt x="879" y="3310"/>
                    <a:pt x="892" y="3310"/>
                  </a:cubicBezTo>
                  <a:cubicBezTo>
                    <a:pt x="894" y="3310"/>
                    <a:pt x="895" y="3310"/>
                    <a:pt x="895" y="3309"/>
                  </a:cubicBezTo>
                  <a:cubicBezTo>
                    <a:pt x="895" y="3309"/>
                    <a:pt x="896" y="3309"/>
                    <a:pt x="898" y="3309"/>
                  </a:cubicBezTo>
                  <a:cubicBezTo>
                    <a:pt x="903" y="3309"/>
                    <a:pt x="915" y="3313"/>
                    <a:pt x="944" y="3342"/>
                  </a:cubicBezTo>
                  <a:cubicBezTo>
                    <a:pt x="944" y="3342"/>
                    <a:pt x="978" y="3370"/>
                    <a:pt x="994" y="3370"/>
                  </a:cubicBezTo>
                  <a:cubicBezTo>
                    <a:pt x="997" y="3370"/>
                    <a:pt x="999" y="3369"/>
                    <a:pt x="1001" y="3366"/>
                  </a:cubicBezTo>
                  <a:cubicBezTo>
                    <a:pt x="1007" y="3363"/>
                    <a:pt x="1013" y="3359"/>
                    <a:pt x="1019" y="3359"/>
                  </a:cubicBezTo>
                  <a:cubicBezTo>
                    <a:pt x="1029" y="3359"/>
                    <a:pt x="1042" y="3366"/>
                    <a:pt x="1066" y="3390"/>
                  </a:cubicBezTo>
                  <a:cubicBezTo>
                    <a:pt x="1074" y="3390"/>
                    <a:pt x="1074" y="3390"/>
                    <a:pt x="1025" y="3350"/>
                  </a:cubicBezTo>
                  <a:cubicBezTo>
                    <a:pt x="992" y="3317"/>
                    <a:pt x="959" y="3278"/>
                    <a:pt x="983" y="3278"/>
                  </a:cubicBezTo>
                  <a:cubicBezTo>
                    <a:pt x="988" y="3278"/>
                    <a:pt x="997" y="3280"/>
                    <a:pt x="1009" y="3285"/>
                  </a:cubicBezTo>
                  <a:cubicBezTo>
                    <a:pt x="1017" y="3277"/>
                    <a:pt x="1033" y="3261"/>
                    <a:pt x="993" y="3220"/>
                  </a:cubicBezTo>
                  <a:lnTo>
                    <a:pt x="993" y="3220"/>
                  </a:lnTo>
                  <a:cubicBezTo>
                    <a:pt x="993" y="3220"/>
                    <a:pt x="993" y="3221"/>
                    <a:pt x="1041" y="3261"/>
                  </a:cubicBezTo>
                  <a:cubicBezTo>
                    <a:pt x="1079" y="3298"/>
                    <a:pt x="1101" y="3317"/>
                    <a:pt x="1106" y="3317"/>
                  </a:cubicBezTo>
                  <a:cubicBezTo>
                    <a:pt x="1112" y="3317"/>
                    <a:pt x="1097" y="3292"/>
                    <a:pt x="1058" y="3244"/>
                  </a:cubicBezTo>
                  <a:cubicBezTo>
                    <a:pt x="1035" y="3218"/>
                    <a:pt x="1025" y="3206"/>
                    <a:pt x="1029" y="3206"/>
                  </a:cubicBezTo>
                  <a:lnTo>
                    <a:pt x="1029" y="3206"/>
                  </a:lnTo>
                  <a:cubicBezTo>
                    <a:pt x="1032" y="3206"/>
                    <a:pt x="1044" y="3214"/>
                    <a:pt x="1066" y="3228"/>
                  </a:cubicBezTo>
                  <a:cubicBezTo>
                    <a:pt x="1066" y="3228"/>
                    <a:pt x="1074" y="3228"/>
                    <a:pt x="1033" y="3179"/>
                  </a:cubicBezTo>
                  <a:cubicBezTo>
                    <a:pt x="1013" y="3155"/>
                    <a:pt x="1003" y="3145"/>
                    <a:pt x="1005" y="3145"/>
                  </a:cubicBezTo>
                  <a:lnTo>
                    <a:pt x="1005" y="3145"/>
                  </a:lnTo>
                  <a:cubicBezTo>
                    <a:pt x="1007" y="3145"/>
                    <a:pt x="1021" y="3155"/>
                    <a:pt x="1049" y="3171"/>
                  </a:cubicBezTo>
                  <a:cubicBezTo>
                    <a:pt x="1078" y="3200"/>
                    <a:pt x="1091" y="3204"/>
                    <a:pt x="1095" y="3204"/>
                  </a:cubicBezTo>
                  <a:cubicBezTo>
                    <a:pt x="1097" y="3204"/>
                    <a:pt x="1098" y="3204"/>
                    <a:pt x="1098" y="3204"/>
                  </a:cubicBezTo>
                  <a:cubicBezTo>
                    <a:pt x="1073" y="3167"/>
                    <a:pt x="1105" y="3125"/>
                    <a:pt x="1139" y="3125"/>
                  </a:cubicBezTo>
                  <a:cubicBezTo>
                    <a:pt x="1150" y="3125"/>
                    <a:pt x="1161" y="3129"/>
                    <a:pt x="1171" y="3139"/>
                  </a:cubicBezTo>
                  <a:cubicBezTo>
                    <a:pt x="1130" y="3090"/>
                    <a:pt x="1130" y="3090"/>
                    <a:pt x="1139" y="3090"/>
                  </a:cubicBezTo>
                  <a:cubicBezTo>
                    <a:pt x="1171" y="3120"/>
                    <a:pt x="1186" y="3132"/>
                    <a:pt x="1189" y="3132"/>
                  </a:cubicBezTo>
                  <a:cubicBezTo>
                    <a:pt x="1193" y="3132"/>
                    <a:pt x="1158" y="3093"/>
                    <a:pt x="1106" y="3042"/>
                  </a:cubicBezTo>
                  <a:lnTo>
                    <a:pt x="1098" y="3042"/>
                  </a:lnTo>
                  <a:lnTo>
                    <a:pt x="1098" y="3050"/>
                  </a:lnTo>
                  <a:cubicBezTo>
                    <a:pt x="1055" y="3007"/>
                    <a:pt x="1037" y="2983"/>
                    <a:pt x="1043" y="2983"/>
                  </a:cubicBezTo>
                  <a:lnTo>
                    <a:pt x="1043" y="2983"/>
                  </a:lnTo>
                  <a:cubicBezTo>
                    <a:pt x="1051" y="2983"/>
                    <a:pt x="1087" y="3011"/>
                    <a:pt x="1155" y="3074"/>
                  </a:cubicBezTo>
                  <a:cubicBezTo>
                    <a:pt x="1198" y="3114"/>
                    <a:pt x="1221" y="3134"/>
                    <a:pt x="1223" y="3134"/>
                  </a:cubicBezTo>
                  <a:cubicBezTo>
                    <a:pt x="1225" y="3134"/>
                    <a:pt x="1204" y="3112"/>
                    <a:pt x="1163" y="3066"/>
                  </a:cubicBezTo>
                  <a:cubicBezTo>
                    <a:pt x="1121" y="3020"/>
                    <a:pt x="1103" y="2998"/>
                    <a:pt x="1107" y="2998"/>
                  </a:cubicBezTo>
                  <a:lnTo>
                    <a:pt x="1107" y="2998"/>
                  </a:lnTo>
                  <a:cubicBezTo>
                    <a:pt x="1111" y="2998"/>
                    <a:pt x="1136" y="3018"/>
                    <a:pt x="1179" y="3058"/>
                  </a:cubicBezTo>
                  <a:cubicBezTo>
                    <a:pt x="1219" y="3097"/>
                    <a:pt x="1239" y="3118"/>
                    <a:pt x="1240" y="3118"/>
                  </a:cubicBezTo>
                  <a:cubicBezTo>
                    <a:pt x="1241" y="3118"/>
                    <a:pt x="1221" y="3095"/>
                    <a:pt x="1179" y="3050"/>
                  </a:cubicBezTo>
                  <a:cubicBezTo>
                    <a:pt x="1089" y="2945"/>
                    <a:pt x="1043" y="2883"/>
                    <a:pt x="1053" y="2883"/>
                  </a:cubicBezTo>
                  <a:lnTo>
                    <a:pt x="1053" y="2883"/>
                  </a:lnTo>
                  <a:cubicBezTo>
                    <a:pt x="1060" y="2883"/>
                    <a:pt x="1096" y="2914"/>
                    <a:pt x="1163" y="2985"/>
                  </a:cubicBezTo>
                  <a:cubicBezTo>
                    <a:pt x="1252" y="3074"/>
                    <a:pt x="1293" y="3107"/>
                    <a:pt x="1301" y="3107"/>
                  </a:cubicBezTo>
                  <a:cubicBezTo>
                    <a:pt x="1309" y="3098"/>
                    <a:pt x="1260" y="3058"/>
                    <a:pt x="1220" y="3017"/>
                  </a:cubicBezTo>
                  <a:cubicBezTo>
                    <a:pt x="1173" y="2975"/>
                    <a:pt x="1153" y="2952"/>
                    <a:pt x="1158" y="2952"/>
                  </a:cubicBezTo>
                  <a:lnTo>
                    <a:pt x="1158" y="2952"/>
                  </a:lnTo>
                  <a:cubicBezTo>
                    <a:pt x="1164" y="2952"/>
                    <a:pt x="1190" y="2971"/>
                    <a:pt x="1236" y="3009"/>
                  </a:cubicBezTo>
                  <a:cubicBezTo>
                    <a:pt x="1305" y="3066"/>
                    <a:pt x="1341" y="3092"/>
                    <a:pt x="1352" y="3092"/>
                  </a:cubicBezTo>
                  <a:cubicBezTo>
                    <a:pt x="1364" y="3092"/>
                    <a:pt x="1349" y="3066"/>
                    <a:pt x="1317" y="3017"/>
                  </a:cubicBezTo>
                  <a:cubicBezTo>
                    <a:pt x="1283" y="2961"/>
                    <a:pt x="1271" y="2933"/>
                    <a:pt x="1277" y="2933"/>
                  </a:cubicBezTo>
                  <a:lnTo>
                    <a:pt x="1277" y="2933"/>
                  </a:lnTo>
                  <a:cubicBezTo>
                    <a:pt x="1283" y="2933"/>
                    <a:pt x="1303" y="2955"/>
                    <a:pt x="1333" y="3001"/>
                  </a:cubicBezTo>
                  <a:cubicBezTo>
                    <a:pt x="1375" y="3056"/>
                    <a:pt x="1392" y="3080"/>
                    <a:pt x="1394" y="3080"/>
                  </a:cubicBezTo>
                  <a:cubicBezTo>
                    <a:pt x="1396" y="3080"/>
                    <a:pt x="1388" y="3066"/>
                    <a:pt x="1374" y="3042"/>
                  </a:cubicBezTo>
                  <a:lnTo>
                    <a:pt x="1398" y="3025"/>
                  </a:lnTo>
                  <a:cubicBezTo>
                    <a:pt x="1387" y="2997"/>
                    <a:pt x="1371" y="2972"/>
                    <a:pt x="1351" y="2951"/>
                  </a:cubicBezTo>
                  <a:lnTo>
                    <a:pt x="1351" y="2951"/>
                  </a:lnTo>
                  <a:cubicBezTo>
                    <a:pt x="1390" y="2985"/>
                    <a:pt x="1420" y="3006"/>
                    <a:pt x="1429" y="3006"/>
                  </a:cubicBezTo>
                  <a:cubicBezTo>
                    <a:pt x="1436" y="3006"/>
                    <a:pt x="1429" y="2990"/>
                    <a:pt x="1398" y="2952"/>
                  </a:cubicBezTo>
                  <a:lnTo>
                    <a:pt x="1406" y="2944"/>
                  </a:lnTo>
                  <a:cubicBezTo>
                    <a:pt x="1414" y="2936"/>
                    <a:pt x="1414" y="2936"/>
                    <a:pt x="1374" y="2888"/>
                  </a:cubicBezTo>
                  <a:cubicBezTo>
                    <a:pt x="1363" y="2872"/>
                    <a:pt x="1360" y="2865"/>
                    <a:pt x="1363" y="2865"/>
                  </a:cubicBezTo>
                  <a:lnTo>
                    <a:pt x="1363" y="2865"/>
                  </a:lnTo>
                  <a:cubicBezTo>
                    <a:pt x="1369" y="2865"/>
                    <a:pt x="1398" y="2893"/>
                    <a:pt x="1430" y="2920"/>
                  </a:cubicBezTo>
                  <a:cubicBezTo>
                    <a:pt x="1463" y="2947"/>
                    <a:pt x="1492" y="2975"/>
                    <a:pt x="1495" y="2975"/>
                  </a:cubicBezTo>
                  <a:cubicBezTo>
                    <a:pt x="1497" y="2975"/>
                    <a:pt x="1492" y="2968"/>
                    <a:pt x="1479" y="2952"/>
                  </a:cubicBezTo>
                  <a:cubicBezTo>
                    <a:pt x="1447" y="2912"/>
                    <a:pt x="1406" y="2863"/>
                    <a:pt x="1374" y="2815"/>
                  </a:cubicBezTo>
                  <a:cubicBezTo>
                    <a:pt x="1363" y="2799"/>
                    <a:pt x="1360" y="2793"/>
                    <a:pt x="1363" y="2793"/>
                  </a:cubicBezTo>
                  <a:lnTo>
                    <a:pt x="1363" y="2793"/>
                  </a:lnTo>
                  <a:cubicBezTo>
                    <a:pt x="1367" y="2793"/>
                    <a:pt x="1395" y="2822"/>
                    <a:pt x="1422" y="2855"/>
                  </a:cubicBezTo>
                  <a:cubicBezTo>
                    <a:pt x="1447" y="2880"/>
                    <a:pt x="1479" y="2912"/>
                    <a:pt x="1512" y="2928"/>
                  </a:cubicBezTo>
                  <a:cubicBezTo>
                    <a:pt x="1520" y="2928"/>
                    <a:pt x="1528" y="2920"/>
                    <a:pt x="1487" y="2871"/>
                  </a:cubicBezTo>
                  <a:cubicBezTo>
                    <a:pt x="1461" y="2846"/>
                    <a:pt x="1465" y="2826"/>
                    <a:pt x="1482" y="2826"/>
                  </a:cubicBezTo>
                  <a:cubicBezTo>
                    <a:pt x="1491" y="2826"/>
                    <a:pt x="1505" y="2832"/>
                    <a:pt x="1520" y="2847"/>
                  </a:cubicBezTo>
                  <a:lnTo>
                    <a:pt x="1528" y="2839"/>
                  </a:lnTo>
                  <a:cubicBezTo>
                    <a:pt x="1536" y="2831"/>
                    <a:pt x="1503" y="2782"/>
                    <a:pt x="1503" y="2782"/>
                  </a:cubicBezTo>
                  <a:cubicBezTo>
                    <a:pt x="1503" y="2782"/>
                    <a:pt x="1512" y="2774"/>
                    <a:pt x="1479" y="2734"/>
                  </a:cubicBezTo>
                  <a:cubicBezTo>
                    <a:pt x="1479" y="2731"/>
                    <a:pt x="1480" y="2729"/>
                    <a:pt x="1482" y="2729"/>
                  </a:cubicBezTo>
                  <a:cubicBezTo>
                    <a:pt x="1487" y="2729"/>
                    <a:pt x="1500" y="2738"/>
                    <a:pt x="1528" y="2766"/>
                  </a:cubicBezTo>
                  <a:cubicBezTo>
                    <a:pt x="1490" y="2720"/>
                    <a:pt x="1472" y="2698"/>
                    <a:pt x="1474" y="2698"/>
                  </a:cubicBezTo>
                  <a:lnTo>
                    <a:pt x="1474" y="2698"/>
                  </a:lnTo>
                  <a:cubicBezTo>
                    <a:pt x="1476" y="2698"/>
                    <a:pt x="1496" y="2718"/>
                    <a:pt x="1536" y="2758"/>
                  </a:cubicBezTo>
                  <a:cubicBezTo>
                    <a:pt x="1576" y="2802"/>
                    <a:pt x="1597" y="2825"/>
                    <a:pt x="1598" y="2825"/>
                  </a:cubicBezTo>
                  <a:cubicBezTo>
                    <a:pt x="1599" y="2825"/>
                    <a:pt x="1580" y="2802"/>
                    <a:pt x="1544" y="2758"/>
                  </a:cubicBezTo>
                  <a:cubicBezTo>
                    <a:pt x="1527" y="2732"/>
                    <a:pt x="1519" y="2720"/>
                    <a:pt x="1521" y="2720"/>
                  </a:cubicBezTo>
                  <a:lnTo>
                    <a:pt x="1521" y="2720"/>
                  </a:lnTo>
                  <a:cubicBezTo>
                    <a:pt x="1523" y="2720"/>
                    <a:pt x="1533" y="2730"/>
                    <a:pt x="1552" y="2750"/>
                  </a:cubicBezTo>
                  <a:cubicBezTo>
                    <a:pt x="1571" y="2769"/>
                    <a:pt x="1583" y="2779"/>
                    <a:pt x="1586" y="2779"/>
                  </a:cubicBezTo>
                  <a:cubicBezTo>
                    <a:pt x="1589" y="2779"/>
                    <a:pt x="1581" y="2767"/>
                    <a:pt x="1560" y="2742"/>
                  </a:cubicBezTo>
                  <a:cubicBezTo>
                    <a:pt x="1508" y="2684"/>
                    <a:pt x="1483" y="2640"/>
                    <a:pt x="1491" y="2640"/>
                  </a:cubicBezTo>
                  <a:lnTo>
                    <a:pt x="1491" y="2640"/>
                  </a:lnTo>
                  <a:cubicBezTo>
                    <a:pt x="1495" y="2640"/>
                    <a:pt x="1510" y="2653"/>
                    <a:pt x="1536" y="2685"/>
                  </a:cubicBezTo>
                  <a:cubicBezTo>
                    <a:pt x="1536" y="2685"/>
                    <a:pt x="1544" y="2677"/>
                    <a:pt x="1512" y="2628"/>
                  </a:cubicBezTo>
                  <a:lnTo>
                    <a:pt x="1512" y="2628"/>
                  </a:lnTo>
                  <a:cubicBezTo>
                    <a:pt x="1554" y="2667"/>
                    <a:pt x="1576" y="2687"/>
                    <a:pt x="1580" y="2687"/>
                  </a:cubicBezTo>
                  <a:cubicBezTo>
                    <a:pt x="1584" y="2687"/>
                    <a:pt x="1566" y="2663"/>
                    <a:pt x="1528" y="2612"/>
                  </a:cubicBezTo>
                  <a:cubicBezTo>
                    <a:pt x="1528" y="2612"/>
                    <a:pt x="1512" y="2588"/>
                    <a:pt x="1519" y="2588"/>
                  </a:cubicBezTo>
                  <a:lnTo>
                    <a:pt x="1519" y="2588"/>
                  </a:lnTo>
                  <a:cubicBezTo>
                    <a:pt x="1522" y="2588"/>
                    <a:pt x="1530" y="2592"/>
                    <a:pt x="1544" y="2604"/>
                  </a:cubicBezTo>
                  <a:cubicBezTo>
                    <a:pt x="1567" y="2620"/>
                    <a:pt x="1595" y="2633"/>
                    <a:pt x="1608" y="2633"/>
                  </a:cubicBezTo>
                  <a:cubicBezTo>
                    <a:pt x="1621" y="2633"/>
                    <a:pt x="1618" y="2618"/>
                    <a:pt x="1576" y="2571"/>
                  </a:cubicBezTo>
                  <a:lnTo>
                    <a:pt x="1585" y="2563"/>
                  </a:lnTo>
                  <a:cubicBezTo>
                    <a:pt x="1607" y="2582"/>
                    <a:pt x="1621" y="2592"/>
                    <a:pt x="1626" y="2592"/>
                  </a:cubicBezTo>
                  <a:cubicBezTo>
                    <a:pt x="1632" y="2592"/>
                    <a:pt x="1626" y="2578"/>
                    <a:pt x="1609" y="2547"/>
                  </a:cubicBezTo>
                  <a:lnTo>
                    <a:pt x="1576" y="2498"/>
                  </a:lnTo>
                  <a:lnTo>
                    <a:pt x="1576" y="2498"/>
                  </a:lnTo>
                  <a:cubicBezTo>
                    <a:pt x="1617" y="2547"/>
                    <a:pt x="1657" y="2588"/>
                    <a:pt x="1666" y="2588"/>
                  </a:cubicBezTo>
                  <a:cubicBezTo>
                    <a:pt x="1666" y="2580"/>
                    <a:pt x="1666" y="2580"/>
                    <a:pt x="1633" y="2531"/>
                  </a:cubicBezTo>
                  <a:cubicBezTo>
                    <a:pt x="1585" y="2490"/>
                    <a:pt x="1593" y="2490"/>
                    <a:pt x="1593" y="2482"/>
                  </a:cubicBezTo>
                  <a:lnTo>
                    <a:pt x="1593" y="2482"/>
                  </a:lnTo>
                  <a:cubicBezTo>
                    <a:pt x="1601" y="2482"/>
                    <a:pt x="1641" y="2523"/>
                    <a:pt x="1682" y="2571"/>
                  </a:cubicBezTo>
                  <a:lnTo>
                    <a:pt x="1690" y="2563"/>
                  </a:lnTo>
                  <a:cubicBezTo>
                    <a:pt x="1641" y="2509"/>
                    <a:pt x="1624" y="2485"/>
                    <a:pt x="1628" y="2485"/>
                  </a:cubicBezTo>
                  <a:lnTo>
                    <a:pt x="1628" y="2485"/>
                  </a:lnTo>
                  <a:cubicBezTo>
                    <a:pt x="1631" y="2485"/>
                    <a:pt x="1641" y="2495"/>
                    <a:pt x="1657" y="2515"/>
                  </a:cubicBezTo>
                  <a:cubicBezTo>
                    <a:pt x="1685" y="2543"/>
                    <a:pt x="1698" y="2551"/>
                    <a:pt x="1706" y="2551"/>
                  </a:cubicBezTo>
                  <a:cubicBezTo>
                    <a:pt x="1709" y="2551"/>
                    <a:pt x="1712" y="2550"/>
                    <a:pt x="1714" y="2547"/>
                  </a:cubicBezTo>
                  <a:lnTo>
                    <a:pt x="1730" y="2539"/>
                  </a:lnTo>
                  <a:cubicBezTo>
                    <a:pt x="1730" y="2531"/>
                    <a:pt x="1739" y="2531"/>
                    <a:pt x="1690" y="2490"/>
                  </a:cubicBezTo>
                  <a:cubicBezTo>
                    <a:pt x="1658" y="2442"/>
                    <a:pt x="1617" y="2393"/>
                    <a:pt x="1617" y="2393"/>
                  </a:cubicBezTo>
                  <a:lnTo>
                    <a:pt x="1617" y="2393"/>
                  </a:lnTo>
                  <a:cubicBezTo>
                    <a:pt x="1657" y="2434"/>
                    <a:pt x="1698" y="2482"/>
                    <a:pt x="1706" y="2482"/>
                  </a:cubicBezTo>
                  <a:cubicBezTo>
                    <a:pt x="1706" y="2482"/>
                    <a:pt x="1706" y="2481"/>
                    <a:pt x="1707" y="2481"/>
                  </a:cubicBezTo>
                  <a:cubicBezTo>
                    <a:pt x="1712" y="2481"/>
                    <a:pt x="1747" y="2523"/>
                    <a:pt x="1747" y="2523"/>
                  </a:cubicBezTo>
                  <a:cubicBezTo>
                    <a:pt x="1775" y="2557"/>
                    <a:pt x="1789" y="2570"/>
                    <a:pt x="1795" y="2570"/>
                  </a:cubicBezTo>
                  <a:cubicBezTo>
                    <a:pt x="1805" y="2570"/>
                    <a:pt x="1791" y="2537"/>
                    <a:pt x="1771" y="2507"/>
                  </a:cubicBezTo>
                  <a:cubicBezTo>
                    <a:pt x="1736" y="2455"/>
                    <a:pt x="1720" y="2428"/>
                    <a:pt x="1725" y="2428"/>
                  </a:cubicBezTo>
                  <a:lnTo>
                    <a:pt x="1725" y="2428"/>
                  </a:lnTo>
                  <a:cubicBezTo>
                    <a:pt x="1729" y="2428"/>
                    <a:pt x="1749" y="2449"/>
                    <a:pt x="1787" y="2490"/>
                  </a:cubicBezTo>
                  <a:cubicBezTo>
                    <a:pt x="1807" y="2517"/>
                    <a:pt x="1817" y="2528"/>
                    <a:pt x="1818" y="2528"/>
                  </a:cubicBezTo>
                  <a:cubicBezTo>
                    <a:pt x="1822" y="2528"/>
                    <a:pt x="1767" y="2445"/>
                    <a:pt x="1690" y="2344"/>
                  </a:cubicBezTo>
                  <a:lnTo>
                    <a:pt x="1576" y="2198"/>
                  </a:lnTo>
                  <a:lnTo>
                    <a:pt x="1690" y="2336"/>
                  </a:lnTo>
                  <a:cubicBezTo>
                    <a:pt x="1782" y="2443"/>
                    <a:pt x="1822" y="2488"/>
                    <a:pt x="1827" y="2488"/>
                  </a:cubicBezTo>
                  <a:cubicBezTo>
                    <a:pt x="1831" y="2488"/>
                    <a:pt x="1815" y="2463"/>
                    <a:pt x="1787" y="2417"/>
                  </a:cubicBezTo>
                  <a:cubicBezTo>
                    <a:pt x="1775" y="2388"/>
                    <a:pt x="1769" y="2374"/>
                    <a:pt x="1771" y="2374"/>
                  </a:cubicBezTo>
                  <a:lnTo>
                    <a:pt x="1771" y="2374"/>
                  </a:lnTo>
                  <a:cubicBezTo>
                    <a:pt x="1774" y="2374"/>
                    <a:pt x="1784" y="2386"/>
                    <a:pt x="1803" y="2409"/>
                  </a:cubicBezTo>
                  <a:cubicBezTo>
                    <a:pt x="1824" y="2440"/>
                    <a:pt x="1834" y="2448"/>
                    <a:pt x="1844" y="2448"/>
                  </a:cubicBezTo>
                  <a:cubicBezTo>
                    <a:pt x="1849" y="2448"/>
                    <a:pt x="1854" y="2445"/>
                    <a:pt x="1860" y="2442"/>
                  </a:cubicBezTo>
                  <a:cubicBezTo>
                    <a:pt x="1876" y="2425"/>
                    <a:pt x="1884" y="2425"/>
                    <a:pt x="1844" y="2377"/>
                  </a:cubicBezTo>
                  <a:lnTo>
                    <a:pt x="1852" y="2369"/>
                  </a:lnTo>
                  <a:cubicBezTo>
                    <a:pt x="1881" y="2400"/>
                    <a:pt x="1896" y="2414"/>
                    <a:pt x="1901" y="2414"/>
                  </a:cubicBezTo>
                  <a:cubicBezTo>
                    <a:pt x="1909" y="2414"/>
                    <a:pt x="1880" y="2370"/>
                    <a:pt x="1828" y="2312"/>
                  </a:cubicBezTo>
                  <a:lnTo>
                    <a:pt x="1836" y="2304"/>
                  </a:lnTo>
                  <a:lnTo>
                    <a:pt x="1876" y="2353"/>
                  </a:lnTo>
                  <a:cubicBezTo>
                    <a:pt x="1897" y="2377"/>
                    <a:pt x="1909" y="2387"/>
                    <a:pt x="1921" y="2387"/>
                  </a:cubicBezTo>
                  <a:cubicBezTo>
                    <a:pt x="1933" y="2387"/>
                    <a:pt x="1945" y="2377"/>
                    <a:pt x="1966" y="2361"/>
                  </a:cubicBezTo>
                  <a:cubicBezTo>
                    <a:pt x="2014" y="2328"/>
                    <a:pt x="2022" y="2328"/>
                    <a:pt x="1949" y="2231"/>
                  </a:cubicBezTo>
                  <a:cubicBezTo>
                    <a:pt x="1911" y="2180"/>
                    <a:pt x="1895" y="2154"/>
                    <a:pt x="1899" y="2154"/>
                  </a:cubicBezTo>
                  <a:lnTo>
                    <a:pt x="1899" y="2154"/>
                  </a:lnTo>
                  <a:cubicBezTo>
                    <a:pt x="1902" y="2154"/>
                    <a:pt x="1923" y="2176"/>
                    <a:pt x="1957" y="2223"/>
                  </a:cubicBezTo>
                  <a:cubicBezTo>
                    <a:pt x="1985" y="2256"/>
                    <a:pt x="2013" y="2285"/>
                    <a:pt x="2015" y="2285"/>
                  </a:cubicBezTo>
                  <a:cubicBezTo>
                    <a:pt x="2016" y="2285"/>
                    <a:pt x="2011" y="2279"/>
                    <a:pt x="1998" y="2263"/>
                  </a:cubicBezTo>
                  <a:cubicBezTo>
                    <a:pt x="1998" y="2263"/>
                    <a:pt x="1999" y="2263"/>
                    <a:pt x="2001" y="2263"/>
                  </a:cubicBezTo>
                  <a:cubicBezTo>
                    <a:pt x="2008" y="2263"/>
                    <a:pt x="2024" y="2267"/>
                    <a:pt x="2055" y="2304"/>
                  </a:cubicBezTo>
                  <a:cubicBezTo>
                    <a:pt x="2089" y="2335"/>
                    <a:pt x="2106" y="2347"/>
                    <a:pt x="2111" y="2347"/>
                  </a:cubicBezTo>
                  <a:cubicBezTo>
                    <a:pt x="2119" y="2347"/>
                    <a:pt x="2099" y="2317"/>
                    <a:pt x="2079" y="2288"/>
                  </a:cubicBezTo>
                  <a:lnTo>
                    <a:pt x="2079" y="2288"/>
                  </a:lnTo>
                  <a:cubicBezTo>
                    <a:pt x="2106" y="2315"/>
                    <a:pt x="2137" y="2342"/>
                    <a:pt x="2142" y="2342"/>
                  </a:cubicBezTo>
                  <a:cubicBezTo>
                    <a:pt x="2145" y="2342"/>
                    <a:pt x="2141" y="2336"/>
                    <a:pt x="2128" y="2320"/>
                  </a:cubicBezTo>
                  <a:cubicBezTo>
                    <a:pt x="2107" y="2289"/>
                    <a:pt x="2100" y="2251"/>
                    <a:pt x="2116" y="2251"/>
                  </a:cubicBezTo>
                  <a:cubicBezTo>
                    <a:pt x="2125" y="2251"/>
                    <a:pt x="2142" y="2263"/>
                    <a:pt x="2168" y="2296"/>
                  </a:cubicBezTo>
                  <a:lnTo>
                    <a:pt x="2176" y="2288"/>
                  </a:lnTo>
                  <a:cubicBezTo>
                    <a:pt x="2144" y="2247"/>
                    <a:pt x="2152" y="2239"/>
                    <a:pt x="2160" y="2231"/>
                  </a:cubicBezTo>
                  <a:cubicBezTo>
                    <a:pt x="2166" y="2228"/>
                    <a:pt x="2170" y="2225"/>
                    <a:pt x="2175" y="2225"/>
                  </a:cubicBezTo>
                  <a:cubicBezTo>
                    <a:pt x="2182" y="2225"/>
                    <a:pt x="2192" y="2233"/>
                    <a:pt x="2217" y="2263"/>
                  </a:cubicBezTo>
                  <a:cubicBezTo>
                    <a:pt x="2232" y="2290"/>
                    <a:pt x="2240" y="2302"/>
                    <a:pt x="2242" y="2302"/>
                  </a:cubicBezTo>
                  <a:cubicBezTo>
                    <a:pt x="2244" y="2302"/>
                    <a:pt x="2238" y="2286"/>
                    <a:pt x="2225" y="2255"/>
                  </a:cubicBezTo>
                  <a:cubicBezTo>
                    <a:pt x="2233" y="2255"/>
                    <a:pt x="2168" y="2158"/>
                    <a:pt x="2168" y="2150"/>
                  </a:cubicBezTo>
                  <a:cubicBezTo>
                    <a:pt x="2144" y="2125"/>
                    <a:pt x="2120" y="2085"/>
                    <a:pt x="2112" y="2053"/>
                  </a:cubicBezTo>
                  <a:lnTo>
                    <a:pt x="2112" y="2053"/>
                  </a:lnTo>
                  <a:lnTo>
                    <a:pt x="2144" y="2093"/>
                  </a:lnTo>
                  <a:lnTo>
                    <a:pt x="2217" y="2190"/>
                  </a:lnTo>
                  <a:cubicBezTo>
                    <a:pt x="2225" y="2190"/>
                    <a:pt x="2225" y="2182"/>
                    <a:pt x="2193" y="2134"/>
                  </a:cubicBezTo>
                  <a:lnTo>
                    <a:pt x="2193" y="2134"/>
                  </a:lnTo>
                  <a:cubicBezTo>
                    <a:pt x="2223" y="2170"/>
                    <a:pt x="2235" y="2175"/>
                    <a:pt x="2243" y="2175"/>
                  </a:cubicBezTo>
                  <a:cubicBezTo>
                    <a:pt x="2245" y="2175"/>
                    <a:pt x="2247" y="2174"/>
                    <a:pt x="2249" y="2174"/>
                  </a:cubicBezTo>
                  <a:cubicBezTo>
                    <a:pt x="2266" y="2166"/>
                    <a:pt x="2274" y="2158"/>
                    <a:pt x="2241" y="2101"/>
                  </a:cubicBezTo>
                  <a:lnTo>
                    <a:pt x="2241" y="2101"/>
                  </a:lnTo>
                  <a:cubicBezTo>
                    <a:pt x="2277" y="2144"/>
                    <a:pt x="2303" y="2163"/>
                    <a:pt x="2316" y="2163"/>
                  </a:cubicBezTo>
                  <a:cubicBezTo>
                    <a:pt x="2332" y="2163"/>
                    <a:pt x="2326" y="2131"/>
                    <a:pt x="2290" y="2077"/>
                  </a:cubicBezTo>
                  <a:cubicBezTo>
                    <a:pt x="2269" y="2051"/>
                    <a:pt x="2261" y="2039"/>
                    <a:pt x="2264" y="2039"/>
                  </a:cubicBezTo>
                  <a:lnTo>
                    <a:pt x="2264" y="2039"/>
                  </a:lnTo>
                  <a:cubicBezTo>
                    <a:pt x="2267" y="2039"/>
                    <a:pt x="2279" y="2049"/>
                    <a:pt x="2298" y="2069"/>
                  </a:cubicBezTo>
                  <a:cubicBezTo>
                    <a:pt x="2317" y="2092"/>
                    <a:pt x="2328" y="2104"/>
                    <a:pt x="2329" y="2104"/>
                  </a:cubicBezTo>
                  <a:cubicBezTo>
                    <a:pt x="2331" y="2104"/>
                    <a:pt x="2323" y="2090"/>
                    <a:pt x="2306" y="2061"/>
                  </a:cubicBezTo>
                  <a:cubicBezTo>
                    <a:pt x="2298" y="2045"/>
                    <a:pt x="2297" y="2039"/>
                    <a:pt x="2301" y="2039"/>
                  </a:cubicBezTo>
                  <a:lnTo>
                    <a:pt x="2301" y="2039"/>
                  </a:lnTo>
                  <a:cubicBezTo>
                    <a:pt x="2308" y="2039"/>
                    <a:pt x="2335" y="2068"/>
                    <a:pt x="2363" y="2101"/>
                  </a:cubicBezTo>
                  <a:cubicBezTo>
                    <a:pt x="2405" y="2152"/>
                    <a:pt x="2425" y="2174"/>
                    <a:pt x="2429" y="2174"/>
                  </a:cubicBezTo>
                  <a:cubicBezTo>
                    <a:pt x="2432" y="2174"/>
                    <a:pt x="2425" y="2162"/>
                    <a:pt x="2412" y="2142"/>
                  </a:cubicBezTo>
                  <a:cubicBezTo>
                    <a:pt x="2387" y="2085"/>
                    <a:pt x="2403" y="2077"/>
                    <a:pt x="2403" y="2069"/>
                  </a:cubicBezTo>
                  <a:cubicBezTo>
                    <a:pt x="2395" y="2036"/>
                    <a:pt x="2379" y="1996"/>
                    <a:pt x="2347" y="1971"/>
                  </a:cubicBezTo>
                  <a:cubicBezTo>
                    <a:pt x="2314" y="1923"/>
                    <a:pt x="2282" y="1866"/>
                    <a:pt x="2282" y="1866"/>
                  </a:cubicBezTo>
                  <a:cubicBezTo>
                    <a:pt x="2273" y="1846"/>
                    <a:pt x="2273" y="1839"/>
                    <a:pt x="2275" y="1839"/>
                  </a:cubicBezTo>
                  <a:lnTo>
                    <a:pt x="2275" y="1839"/>
                  </a:lnTo>
                  <a:cubicBezTo>
                    <a:pt x="2280" y="1839"/>
                    <a:pt x="2295" y="1861"/>
                    <a:pt x="2290" y="1866"/>
                  </a:cubicBezTo>
                  <a:cubicBezTo>
                    <a:pt x="2306" y="1898"/>
                    <a:pt x="2330" y="1939"/>
                    <a:pt x="2363" y="1963"/>
                  </a:cubicBezTo>
                  <a:cubicBezTo>
                    <a:pt x="2392" y="1992"/>
                    <a:pt x="2404" y="1996"/>
                    <a:pt x="2412" y="1996"/>
                  </a:cubicBezTo>
                  <a:cubicBezTo>
                    <a:pt x="2415" y="1996"/>
                    <a:pt x="2417" y="1996"/>
                    <a:pt x="2420" y="1996"/>
                  </a:cubicBezTo>
                  <a:lnTo>
                    <a:pt x="2436" y="1980"/>
                  </a:lnTo>
                  <a:cubicBezTo>
                    <a:pt x="2463" y="1999"/>
                    <a:pt x="2477" y="2009"/>
                    <a:pt x="2481" y="2009"/>
                  </a:cubicBezTo>
                  <a:cubicBezTo>
                    <a:pt x="2485" y="2009"/>
                    <a:pt x="2477" y="1997"/>
                    <a:pt x="2460" y="1971"/>
                  </a:cubicBezTo>
                  <a:lnTo>
                    <a:pt x="2428" y="1923"/>
                  </a:lnTo>
                  <a:lnTo>
                    <a:pt x="2428" y="1923"/>
                  </a:lnTo>
                  <a:cubicBezTo>
                    <a:pt x="2456" y="1957"/>
                    <a:pt x="2483" y="1972"/>
                    <a:pt x="2502" y="1972"/>
                  </a:cubicBezTo>
                  <a:cubicBezTo>
                    <a:pt x="2531" y="1972"/>
                    <a:pt x="2541" y="1934"/>
                    <a:pt x="2501" y="1874"/>
                  </a:cubicBezTo>
                  <a:lnTo>
                    <a:pt x="2501" y="1874"/>
                  </a:lnTo>
                  <a:lnTo>
                    <a:pt x="2533" y="1923"/>
                  </a:lnTo>
                  <a:cubicBezTo>
                    <a:pt x="2556" y="1957"/>
                    <a:pt x="2567" y="1967"/>
                    <a:pt x="2574" y="1967"/>
                  </a:cubicBezTo>
                  <a:cubicBezTo>
                    <a:pt x="2577" y="1967"/>
                    <a:pt x="2579" y="1966"/>
                    <a:pt x="2582" y="1963"/>
                  </a:cubicBezTo>
                  <a:cubicBezTo>
                    <a:pt x="2590" y="1955"/>
                    <a:pt x="2582" y="1898"/>
                    <a:pt x="2598" y="1882"/>
                  </a:cubicBezTo>
                  <a:cubicBezTo>
                    <a:pt x="2622" y="1874"/>
                    <a:pt x="2639" y="1866"/>
                    <a:pt x="2606" y="1817"/>
                  </a:cubicBezTo>
                  <a:cubicBezTo>
                    <a:pt x="2606" y="1815"/>
                    <a:pt x="2606" y="1813"/>
                    <a:pt x="2607" y="1813"/>
                  </a:cubicBezTo>
                  <a:cubicBezTo>
                    <a:pt x="2609" y="1813"/>
                    <a:pt x="2615" y="1823"/>
                    <a:pt x="2639" y="1858"/>
                  </a:cubicBezTo>
                  <a:cubicBezTo>
                    <a:pt x="2664" y="1902"/>
                    <a:pt x="2674" y="1907"/>
                    <a:pt x="2678" y="1907"/>
                  </a:cubicBezTo>
                  <a:cubicBezTo>
                    <a:pt x="2679" y="1907"/>
                    <a:pt x="2679" y="1907"/>
                    <a:pt x="2679" y="1907"/>
                  </a:cubicBezTo>
                  <a:cubicBezTo>
                    <a:pt x="2663" y="1866"/>
                    <a:pt x="2647" y="1834"/>
                    <a:pt x="2622" y="1801"/>
                  </a:cubicBezTo>
                  <a:cubicBezTo>
                    <a:pt x="2605" y="1776"/>
                    <a:pt x="2597" y="1764"/>
                    <a:pt x="2600" y="1764"/>
                  </a:cubicBezTo>
                  <a:lnTo>
                    <a:pt x="2600" y="1764"/>
                  </a:lnTo>
                  <a:cubicBezTo>
                    <a:pt x="2603" y="1764"/>
                    <a:pt x="2615" y="1774"/>
                    <a:pt x="2639" y="1793"/>
                  </a:cubicBezTo>
                  <a:cubicBezTo>
                    <a:pt x="2655" y="1810"/>
                    <a:pt x="2669" y="1818"/>
                    <a:pt x="2678" y="1818"/>
                  </a:cubicBezTo>
                  <a:cubicBezTo>
                    <a:pt x="2691" y="1818"/>
                    <a:pt x="2693" y="1802"/>
                    <a:pt x="2679" y="1769"/>
                  </a:cubicBezTo>
                  <a:cubicBezTo>
                    <a:pt x="2681" y="1766"/>
                    <a:pt x="2684" y="1765"/>
                    <a:pt x="2687" y="1765"/>
                  </a:cubicBezTo>
                  <a:cubicBezTo>
                    <a:pt x="2694" y="1765"/>
                    <a:pt x="2705" y="1775"/>
                    <a:pt x="2728" y="1809"/>
                  </a:cubicBezTo>
                  <a:cubicBezTo>
                    <a:pt x="2750" y="1835"/>
                    <a:pt x="2771" y="1859"/>
                    <a:pt x="2779" y="1859"/>
                  </a:cubicBezTo>
                  <a:cubicBezTo>
                    <a:pt x="2786" y="1859"/>
                    <a:pt x="2783" y="1842"/>
                    <a:pt x="2760" y="1793"/>
                  </a:cubicBezTo>
                  <a:lnTo>
                    <a:pt x="2760" y="1793"/>
                  </a:lnTo>
                  <a:cubicBezTo>
                    <a:pt x="2760" y="1793"/>
                    <a:pt x="2761" y="1794"/>
                    <a:pt x="2793" y="1842"/>
                  </a:cubicBezTo>
                  <a:cubicBezTo>
                    <a:pt x="2815" y="1869"/>
                    <a:pt x="2836" y="1896"/>
                    <a:pt x="2839" y="1896"/>
                  </a:cubicBezTo>
                  <a:cubicBezTo>
                    <a:pt x="2841" y="1896"/>
                    <a:pt x="2834" y="1880"/>
                    <a:pt x="2809" y="1834"/>
                  </a:cubicBezTo>
                  <a:cubicBezTo>
                    <a:pt x="2795" y="1801"/>
                    <a:pt x="2794" y="1784"/>
                    <a:pt x="2806" y="1784"/>
                  </a:cubicBezTo>
                  <a:cubicBezTo>
                    <a:pt x="2814" y="1784"/>
                    <a:pt x="2829" y="1792"/>
                    <a:pt x="2849" y="1809"/>
                  </a:cubicBezTo>
                  <a:cubicBezTo>
                    <a:pt x="2849" y="1809"/>
                    <a:pt x="2857" y="1801"/>
                    <a:pt x="2825" y="1753"/>
                  </a:cubicBezTo>
                  <a:lnTo>
                    <a:pt x="2793" y="1704"/>
                  </a:lnTo>
                  <a:lnTo>
                    <a:pt x="2793" y="1704"/>
                  </a:lnTo>
                  <a:cubicBezTo>
                    <a:pt x="2828" y="1752"/>
                    <a:pt x="2847" y="1776"/>
                    <a:pt x="2848" y="1776"/>
                  </a:cubicBezTo>
                  <a:cubicBezTo>
                    <a:pt x="2850" y="1776"/>
                    <a:pt x="2834" y="1750"/>
                    <a:pt x="2801" y="1696"/>
                  </a:cubicBezTo>
                  <a:cubicBezTo>
                    <a:pt x="2784" y="1671"/>
                    <a:pt x="2778" y="1659"/>
                    <a:pt x="2780" y="1659"/>
                  </a:cubicBezTo>
                  <a:lnTo>
                    <a:pt x="2780" y="1659"/>
                  </a:lnTo>
                  <a:cubicBezTo>
                    <a:pt x="2782" y="1659"/>
                    <a:pt x="2793" y="1671"/>
                    <a:pt x="2809" y="1696"/>
                  </a:cubicBezTo>
                  <a:cubicBezTo>
                    <a:pt x="2839" y="1732"/>
                    <a:pt x="2847" y="1737"/>
                    <a:pt x="2849" y="1737"/>
                  </a:cubicBezTo>
                  <a:cubicBezTo>
                    <a:pt x="2849" y="1737"/>
                    <a:pt x="2849" y="1736"/>
                    <a:pt x="2849" y="1736"/>
                  </a:cubicBezTo>
                  <a:cubicBezTo>
                    <a:pt x="2857" y="1736"/>
                    <a:pt x="2857" y="1671"/>
                    <a:pt x="2882" y="1655"/>
                  </a:cubicBezTo>
                  <a:cubicBezTo>
                    <a:pt x="2930" y="1631"/>
                    <a:pt x="2947" y="1623"/>
                    <a:pt x="2914" y="1566"/>
                  </a:cubicBezTo>
                  <a:cubicBezTo>
                    <a:pt x="2902" y="1542"/>
                    <a:pt x="2896" y="1530"/>
                    <a:pt x="2898" y="1530"/>
                  </a:cubicBezTo>
                  <a:lnTo>
                    <a:pt x="2898" y="1530"/>
                  </a:lnTo>
                  <a:cubicBezTo>
                    <a:pt x="2900" y="1530"/>
                    <a:pt x="2910" y="1542"/>
                    <a:pt x="2930" y="1566"/>
                  </a:cubicBezTo>
                  <a:cubicBezTo>
                    <a:pt x="2971" y="1607"/>
                    <a:pt x="2971" y="1607"/>
                    <a:pt x="2979" y="1607"/>
                  </a:cubicBezTo>
                  <a:cubicBezTo>
                    <a:pt x="2981" y="1604"/>
                    <a:pt x="2983" y="1603"/>
                    <a:pt x="2985" y="1603"/>
                  </a:cubicBezTo>
                  <a:cubicBezTo>
                    <a:pt x="2990" y="1603"/>
                    <a:pt x="2997" y="1613"/>
                    <a:pt x="3020" y="1647"/>
                  </a:cubicBezTo>
                  <a:cubicBezTo>
                    <a:pt x="2995" y="1590"/>
                    <a:pt x="2995" y="1590"/>
                    <a:pt x="3003" y="1590"/>
                  </a:cubicBezTo>
                  <a:cubicBezTo>
                    <a:pt x="3019" y="1614"/>
                    <a:pt x="3027" y="1626"/>
                    <a:pt x="3029" y="1626"/>
                  </a:cubicBezTo>
                  <a:cubicBezTo>
                    <a:pt x="3030" y="1626"/>
                    <a:pt x="3024" y="1612"/>
                    <a:pt x="3011" y="1582"/>
                  </a:cubicBezTo>
                  <a:cubicBezTo>
                    <a:pt x="2983" y="1530"/>
                    <a:pt x="2969" y="1503"/>
                    <a:pt x="2970" y="1503"/>
                  </a:cubicBezTo>
                  <a:lnTo>
                    <a:pt x="2970" y="1503"/>
                  </a:lnTo>
                  <a:cubicBezTo>
                    <a:pt x="2971" y="1503"/>
                    <a:pt x="2987" y="1530"/>
                    <a:pt x="3020" y="1582"/>
                  </a:cubicBezTo>
                  <a:cubicBezTo>
                    <a:pt x="3042" y="1615"/>
                    <a:pt x="3071" y="1645"/>
                    <a:pt x="3075" y="1645"/>
                  </a:cubicBezTo>
                  <a:cubicBezTo>
                    <a:pt x="3077" y="1645"/>
                    <a:pt x="3073" y="1638"/>
                    <a:pt x="3060" y="1623"/>
                  </a:cubicBezTo>
                  <a:cubicBezTo>
                    <a:pt x="3044" y="1590"/>
                    <a:pt x="3028" y="1550"/>
                    <a:pt x="3020" y="1517"/>
                  </a:cubicBezTo>
                  <a:cubicBezTo>
                    <a:pt x="3020" y="1515"/>
                    <a:pt x="3020" y="1513"/>
                    <a:pt x="3022" y="1513"/>
                  </a:cubicBezTo>
                  <a:cubicBezTo>
                    <a:pt x="3026" y="1513"/>
                    <a:pt x="3037" y="1523"/>
                    <a:pt x="3060" y="1558"/>
                  </a:cubicBezTo>
                  <a:cubicBezTo>
                    <a:pt x="3070" y="1570"/>
                    <a:pt x="3077" y="1575"/>
                    <a:pt x="3082" y="1575"/>
                  </a:cubicBezTo>
                  <a:cubicBezTo>
                    <a:pt x="3096" y="1575"/>
                    <a:pt x="3087" y="1528"/>
                    <a:pt x="3068" y="1485"/>
                  </a:cubicBezTo>
                  <a:cubicBezTo>
                    <a:pt x="3052" y="1461"/>
                    <a:pt x="3046" y="1448"/>
                    <a:pt x="3048" y="1448"/>
                  </a:cubicBezTo>
                  <a:lnTo>
                    <a:pt x="3048" y="1448"/>
                  </a:lnTo>
                  <a:cubicBezTo>
                    <a:pt x="3050" y="1448"/>
                    <a:pt x="3060" y="1461"/>
                    <a:pt x="3076" y="1485"/>
                  </a:cubicBezTo>
                  <a:cubicBezTo>
                    <a:pt x="3099" y="1520"/>
                    <a:pt x="3106" y="1530"/>
                    <a:pt x="3111" y="1530"/>
                  </a:cubicBezTo>
                  <a:cubicBezTo>
                    <a:pt x="3113" y="1530"/>
                    <a:pt x="3115" y="1528"/>
                    <a:pt x="3117" y="1526"/>
                  </a:cubicBezTo>
                  <a:cubicBezTo>
                    <a:pt x="3110" y="1511"/>
                    <a:pt x="3107" y="1505"/>
                    <a:pt x="3109" y="1505"/>
                  </a:cubicBezTo>
                  <a:lnTo>
                    <a:pt x="3109" y="1505"/>
                  </a:lnTo>
                  <a:cubicBezTo>
                    <a:pt x="3112" y="1505"/>
                    <a:pt x="3134" y="1540"/>
                    <a:pt x="3157" y="1574"/>
                  </a:cubicBezTo>
                  <a:cubicBezTo>
                    <a:pt x="3175" y="1615"/>
                    <a:pt x="3180" y="1627"/>
                    <a:pt x="3187" y="1627"/>
                  </a:cubicBezTo>
                  <a:cubicBezTo>
                    <a:pt x="3190" y="1627"/>
                    <a:pt x="3194" y="1625"/>
                    <a:pt x="3198" y="1623"/>
                  </a:cubicBezTo>
                  <a:cubicBezTo>
                    <a:pt x="3174" y="1566"/>
                    <a:pt x="3198" y="1558"/>
                    <a:pt x="3214" y="1550"/>
                  </a:cubicBezTo>
                  <a:cubicBezTo>
                    <a:pt x="3247" y="1534"/>
                    <a:pt x="3222" y="1477"/>
                    <a:pt x="3174" y="1371"/>
                  </a:cubicBezTo>
                  <a:lnTo>
                    <a:pt x="3174" y="1371"/>
                  </a:lnTo>
                  <a:lnTo>
                    <a:pt x="3271" y="1517"/>
                  </a:lnTo>
                  <a:cubicBezTo>
                    <a:pt x="3263" y="1485"/>
                    <a:pt x="3238" y="1444"/>
                    <a:pt x="3222" y="1412"/>
                  </a:cubicBezTo>
                  <a:cubicBezTo>
                    <a:pt x="3205" y="1386"/>
                    <a:pt x="3199" y="1371"/>
                    <a:pt x="3204" y="1371"/>
                  </a:cubicBezTo>
                  <a:lnTo>
                    <a:pt x="3204" y="1371"/>
                  </a:lnTo>
                  <a:cubicBezTo>
                    <a:pt x="3208" y="1371"/>
                    <a:pt x="3220" y="1382"/>
                    <a:pt x="3238" y="1404"/>
                  </a:cubicBezTo>
                  <a:cubicBezTo>
                    <a:pt x="3257" y="1426"/>
                    <a:pt x="3269" y="1437"/>
                    <a:pt x="3274" y="1437"/>
                  </a:cubicBezTo>
                  <a:cubicBezTo>
                    <a:pt x="3280" y="1437"/>
                    <a:pt x="3276" y="1422"/>
                    <a:pt x="3263" y="1396"/>
                  </a:cubicBezTo>
                  <a:cubicBezTo>
                    <a:pt x="3263" y="1393"/>
                    <a:pt x="3263" y="1392"/>
                    <a:pt x="3265" y="1392"/>
                  </a:cubicBezTo>
                  <a:cubicBezTo>
                    <a:pt x="3270" y="1392"/>
                    <a:pt x="3283" y="1402"/>
                    <a:pt x="3311" y="1436"/>
                  </a:cubicBezTo>
                  <a:cubicBezTo>
                    <a:pt x="3311" y="1436"/>
                    <a:pt x="3311" y="1436"/>
                    <a:pt x="3287" y="1380"/>
                  </a:cubicBezTo>
                  <a:cubicBezTo>
                    <a:pt x="3270" y="1353"/>
                    <a:pt x="3264" y="1339"/>
                    <a:pt x="3268" y="1339"/>
                  </a:cubicBezTo>
                  <a:lnTo>
                    <a:pt x="3268" y="1339"/>
                  </a:lnTo>
                  <a:cubicBezTo>
                    <a:pt x="3271" y="1339"/>
                    <a:pt x="3280" y="1349"/>
                    <a:pt x="3295" y="1371"/>
                  </a:cubicBezTo>
                  <a:cubicBezTo>
                    <a:pt x="3331" y="1430"/>
                    <a:pt x="3352" y="1453"/>
                    <a:pt x="3360" y="1453"/>
                  </a:cubicBezTo>
                  <a:cubicBezTo>
                    <a:pt x="3366" y="1453"/>
                    <a:pt x="3363" y="1437"/>
                    <a:pt x="3352" y="1412"/>
                  </a:cubicBezTo>
                  <a:cubicBezTo>
                    <a:pt x="3320" y="1363"/>
                    <a:pt x="3328" y="1363"/>
                    <a:pt x="3336" y="1355"/>
                  </a:cubicBezTo>
                  <a:cubicBezTo>
                    <a:pt x="3336" y="1355"/>
                    <a:pt x="3344" y="1355"/>
                    <a:pt x="3320" y="1299"/>
                  </a:cubicBezTo>
                  <a:lnTo>
                    <a:pt x="3336" y="1290"/>
                  </a:lnTo>
                  <a:cubicBezTo>
                    <a:pt x="3336" y="1290"/>
                    <a:pt x="3360" y="1347"/>
                    <a:pt x="3352" y="1347"/>
                  </a:cubicBezTo>
                  <a:lnTo>
                    <a:pt x="3393" y="1396"/>
                  </a:lnTo>
                  <a:cubicBezTo>
                    <a:pt x="3401" y="1388"/>
                    <a:pt x="3409" y="1388"/>
                    <a:pt x="3384" y="1331"/>
                  </a:cubicBezTo>
                  <a:cubicBezTo>
                    <a:pt x="3360" y="1278"/>
                    <a:pt x="3348" y="1252"/>
                    <a:pt x="3349" y="1252"/>
                  </a:cubicBezTo>
                  <a:lnTo>
                    <a:pt x="3349" y="1252"/>
                  </a:lnTo>
                  <a:cubicBezTo>
                    <a:pt x="3350" y="1252"/>
                    <a:pt x="3364" y="1278"/>
                    <a:pt x="3393" y="1331"/>
                  </a:cubicBezTo>
                  <a:cubicBezTo>
                    <a:pt x="3409" y="1364"/>
                    <a:pt x="3433" y="1397"/>
                    <a:pt x="3439" y="1397"/>
                  </a:cubicBezTo>
                  <a:cubicBezTo>
                    <a:pt x="3442" y="1397"/>
                    <a:pt x="3441" y="1390"/>
                    <a:pt x="3433" y="1371"/>
                  </a:cubicBezTo>
                  <a:cubicBezTo>
                    <a:pt x="3409" y="1326"/>
                    <a:pt x="3402" y="1309"/>
                    <a:pt x="3405" y="1309"/>
                  </a:cubicBezTo>
                  <a:lnTo>
                    <a:pt x="3405" y="1309"/>
                  </a:lnTo>
                  <a:cubicBezTo>
                    <a:pt x="3408" y="1309"/>
                    <a:pt x="3427" y="1339"/>
                    <a:pt x="3441" y="1371"/>
                  </a:cubicBezTo>
                  <a:cubicBezTo>
                    <a:pt x="3469" y="1423"/>
                    <a:pt x="3483" y="1450"/>
                    <a:pt x="3487" y="1450"/>
                  </a:cubicBezTo>
                  <a:cubicBezTo>
                    <a:pt x="3490" y="1450"/>
                    <a:pt x="3482" y="1421"/>
                    <a:pt x="3466" y="1363"/>
                  </a:cubicBezTo>
                  <a:cubicBezTo>
                    <a:pt x="3474" y="1355"/>
                    <a:pt x="3474" y="1290"/>
                    <a:pt x="3490" y="1282"/>
                  </a:cubicBezTo>
                  <a:cubicBezTo>
                    <a:pt x="3499" y="1279"/>
                    <a:pt x="3506" y="1276"/>
                    <a:pt x="3513" y="1276"/>
                  </a:cubicBezTo>
                  <a:cubicBezTo>
                    <a:pt x="3524" y="1276"/>
                    <a:pt x="3535" y="1284"/>
                    <a:pt x="3555" y="1315"/>
                  </a:cubicBezTo>
                  <a:cubicBezTo>
                    <a:pt x="3588" y="1380"/>
                    <a:pt x="3604" y="1405"/>
                    <a:pt x="3606" y="1405"/>
                  </a:cubicBezTo>
                  <a:cubicBezTo>
                    <a:pt x="3607" y="1405"/>
                    <a:pt x="3601" y="1392"/>
                    <a:pt x="3587" y="1371"/>
                  </a:cubicBezTo>
                  <a:cubicBezTo>
                    <a:pt x="3530" y="1266"/>
                    <a:pt x="3538" y="1266"/>
                    <a:pt x="3555" y="1258"/>
                  </a:cubicBezTo>
                  <a:lnTo>
                    <a:pt x="3555" y="1258"/>
                  </a:lnTo>
                  <a:cubicBezTo>
                    <a:pt x="3566" y="1268"/>
                    <a:pt x="3574" y="1272"/>
                    <a:pt x="3579" y="1272"/>
                  </a:cubicBezTo>
                  <a:cubicBezTo>
                    <a:pt x="3595" y="1272"/>
                    <a:pt x="3581" y="1228"/>
                    <a:pt x="3563" y="1185"/>
                  </a:cubicBezTo>
                  <a:lnTo>
                    <a:pt x="3547" y="1193"/>
                  </a:lnTo>
                  <a:cubicBezTo>
                    <a:pt x="3516" y="1128"/>
                    <a:pt x="3505" y="1100"/>
                    <a:pt x="3510" y="1100"/>
                  </a:cubicBezTo>
                  <a:lnTo>
                    <a:pt x="3510" y="1100"/>
                  </a:lnTo>
                  <a:cubicBezTo>
                    <a:pt x="3514" y="1100"/>
                    <a:pt x="3523" y="1110"/>
                    <a:pt x="3538" y="1128"/>
                  </a:cubicBezTo>
                  <a:cubicBezTo>
                    <a:pt x="3563" y="1161"/>
                    <a:pt x="3587" y="1193"/>
                    <a:pt x="3603" y="1234"/>
                  </a:cubicBezTo>
                  <a:cubicBezTo>
                    <a:pt x="3620" y="1274"/>
                    <a:pt x="3644" y="1307"/>
                    <a:pt x="3668" y="1331"/>
                  </a:cubicBezTo>
                  <a:cubicBezTo>
                    <a:pt x="3676" y="1331"/>
                    <a:pt x="3684" y="1331"/>
                    <a:pt x="3644" y="1282"/>
                  </a:cubicBezTo>
                  <a:cubicBezTo>
                    <a:pt x="3620" y="1226"/>
                    <a:pt x="3620" y="1226"/>
                    <a:pt x="3628" y="1226"/>
                  </a:cubicBezTo>
                  <a:cubicBezTo>
                    <a:pt x="3636" y="1217"/>
                    <a:pt x="3636" y="1217"/>
                    <a:pt x="3620" y="1161"/>
                  </a:cubicBezTo>
                  <a:cubicBezTo>
                    <a:pt x="3587" y="1112"/>
                    <a:pt x="3595" y="1104"/>
                    <a:pt x="3603" y="1104"/>
                  </a:cubicBezTo>
                  <a:lnTo>
                    <a:pt x="3603" y="1104"/>
                  </a:lnTo>
                  <a:cubicBezTo>
                    <a:pt x="3636" y="1153"/>
                    <a:pt x="3644" y="1153"/>
                    <a:pt x="3644" y="1153"/>
                  </a:cubicBezTo>
                  <a:lnTo>
                    <a:pt x="3676" y="1201"/>
                  </a:lnTo>
                  <a:cubicBezTo>
                    <a:pt x="3701" y="1258"/>
                    <a:pt x="3733" y="1307"/>
                    <a:pt x="3733" y="1307"/>
                  </a:cubicBezTo>
                  <a:cubicBezTo>
                    <a:pt x="3741" y="1307"/>
                    <a:pt x="3717" y="1250"/>
                    <a:pt x="3717" y="1250"/>
                  </a:cubicBezTo>
                  <a:cubicBezTo>
                    <a:pt x="3684" y="1193"/>
                    <a:pt x="3830" y="1136"/>
                    <a:pt x="3855" y="1128"/>
                  </a:cubicBezTo>
                  <a:cubicBezTo>
                    <a:pt x="3870" y="1151"/>
                    <a:pt x="3883" y="1161"/>
                    <a:pt x="3889" y="1161"/>
                  </a:cubicBezTo>
                  <a:cubicBezTo>
                    <a:pt x="3897" y="1161"/>
                    <a:pt x="3897" y="1146"/>
                    <a:pt x="3879" y="1120"/>
                  </a:cubicBezTo>
                  <a:cubicBezTo>
                    <a:pt x="3847" y="1063"/>
                    <a:pt x="3879" y="1055"/>
                    <a:pt x="3920" y="1039"/>
                  </a:cubicBezTo>
                  <a:cubicBezTo>
                    <a:pt x="3960" y="1023"/>
                    <a:pt x="3993" y="1007"/>
                    <a:pt x="3968" y="950"/>
                  </a:cubicBezTo>
                  <a:lnTo>
                    <a:pt x="3984" y="942"/>
                  </a:lnTo>
                  <a:cubicBezTo>
                    <a:pt x="3993" y="942"/>
                    <a:pt x="3984" y="885"/>
                    <a:pt x="3993" y="877"/>
                  </a:cubicBezTo>
                  <a:cubicBezTo>
                    <a:pt x="3980" y="849"/>
                    <a:pt x="3976" y="834"/>
                    <a:pt x="3977" y="834"/>
                  </a:cubicBezTo>
                  <a:lnTo>
                    <a:pt x="3977" y="834"/>
                  </a:lnTo>
                  <a:cubicBezTo>
                    <a:pt x="3978" y="834"/>
                    <a:pt x="3984" y="849"/>
                    <a:pt x="3993" y="877"/>
                  </a:cubicBezTo>
                  <a:cubicBezTo>
                    <a:pt x="4009" y="917"/>
                    <a:pt x="4025" y="950"/>
                    <a:pt x="4049" y="982"/>
                  </a:cubicBezTo>
                  <a:cubicBezTo>
                    <a:pt x="4065" y="974"/>
                    <a:pt x="4041" y="926"/>
                    <a:pt x="4017" y="869"/>
                  </a:cubicBezTo>
                  <a:cubicBezTo>
                    <a:pt x="3993" y="812"/>
                    <a:pt x="3993" y="812"/>
                    <a:pt x="3993" y="812"/>
                  </a:cubicBezTo>
                  <a:cubicBezTo>
                    <a:pt x="4001" y="812"/>
                    <a:pt x="4001" y="812"/>
                    <a:pt x="4025" y="869"/>
                  </a:cubicBezTo>
                  <a:cubicBezTo>
                    <a:pt x="4049" y="917"/>
                    <a:pt x="4074" y="974"/>
                    <a:pt x="4074" y="974"/>
                  </a:cubicBezTo>
                  <a:lnTo>
                    <a:pt x="4082" y="974"/>
                  </a:lnTo>
                  <a:cubicBezTo>
                    <a:pt x="4057" y="917"/>
                    <a:pt x="4065" y="917"/>
                    <a:pt x="4065" y="917"/>
                  </a:cubicBezTo>
                  <a:cubicBezTo>
                    <a:pt x="4067" y="916"/>
                    <a:pt x="4069" y="914"/>
                    <a:pt x="4070" y="914"/>
                  </a:cubicBezTo>
                  <a:cubicBezTo>
                    <a:pt x="4076" y="914"/>
                    <a:pt x="4084" y="933"/>
                    <a:pt x="4122" y="1023"/>
                  </a:cubicBezTo>
                  <a:cubicBezTo>
                    <a:pt x="4146" y="1075"/>
                    <a:pt x="4160" y="1101"/>
                    <a:pt x="4163" y="1101"/>
                  </a:cubicBezTo>
                  <a:cubicBezTo>
                    <a:pt x="4165" y="1101"/>
                    <a:pt x="4155" y="1073"/>
                    <a:pt x="4130" y="1015"/>
                  </a:cubicBezTo>
                  <a:lnTo>
                    <a:pt x="4122" y="958"/>
                  </a:lnTo>
                  <a:lnTo>
                    <a:pt x="4122" y="958"/>
                  </a:lnTo>
                  <a:cubicBezTo>
                    <a:pt x="4139" y="989"/>
                    <a:pt x="4147" y="1001"/>
                    <a:pt x="4150" y="1001"/>
                  </a:cubicBezTo>
                  <a:cubicBezTo>
                    <a:pt x="4157" y="1001"/>
                    <a:pt x="4134" y="933"/>
                    <a:pt x="4122" y="893"/>
                  </a:cubicBezTo>
                  <a:lnTo>
                    <a:pt x="4122" y="893"/>
                  </a:lnTo>
                  <a:cubicBezTo>
                    <a:pt x="4150" y="945"/>
                    <a:pt x="4164" y="971"/>
                    <a:pt x="4167" y="971"/>
                  </a:cubicBezTo>
                  <a:cubicBezTo>
                    <a:pt x="4169" y="971"/>
                    <a:pt x="4159" y="943"/>
                    <a:pt x="4138" y="885"/>
                  </a:cubicBezTo>
                  <a:cubicBezTo>
                    <a:pt x="4126" y="857"/>
                    <a:pt x="4122" y="842"/>
                    <a:pt x="4125" y="842"/>
                  </a:cubicBezTo>
                  <a:lnTo>
                    <a:pt x="4125" y="842"/>
                  </a:lnTo>
                  <a:cubicBezTo>
                    <a:pt x="4128" y="842"/>
                    <a:pt x="4138" y="857"/>
                    <a:pt x="4155" y="885"/>
                  </a:cubicBezTo>
                  <a:cubicBezTo>
                    <a:pt x="4172" y="920"/>
                    <a:pt x="4181" y="930"/>
                    <a:pt x="4191" y="930"/>
                  </a:cubicBezTo>
                  <a:cubicBezTo>
                    <a:pt x="4195" y="930"/>
                    <a:pt x="4199" y="928"/>
                    <a:pt x="4203" y="926"/>
                  </a:cubicBezTo>
                  <a:cubicBezTo>
                    <a:pt x="4187" y="869"/>
                    <a:pt x="4228" y="853"/>
                    <a:pt x="4276" y="836"/>
                  </a:cubicBezTo>
                  <a:cubicBezTo>
                    <a:pt x="4333" y="812"/>
                    <a:pt x="4374" y="804"/>
                    <a:pt x="4349" y="747"/>
                  </a:cubicBezTo>
                  <a:cubicBezTo>
                    <a:pt x="4357" y="747"/>
                    <a:pt x="4357" y="747"/>
                    <a:pt x="4382" y="796"/>
                  </a:cubicBezTo>
                  <a:cubicBezTo>
                    <a:pt x="4392" y="819"/>
                    <a:pt x="4399" y="833"/>
                    <a:pt x="4401" y="833"/>
                  </a:cubicBezTo>
                  <a:cubicBezTo>
                    <a:pt x="4404" y="833"/>
                    <a:pt x="4397" y="806"/>
                    <a:pt x="4374" y="739"/>
                  </a:cubicBezTo>
                  <a:cubicBezTo>
                    <a:pt x="4364" y="706"/>
                    <a:pt x="4352" y="674"/>
                    <a:pt x="4353" y="674"/>
                  </a:cubicBezTo>
                  <a:lnTo>
                    <a:pt x="4353" y="674"/>
                  </a:lnTo>
                  <a:cubicBezTo>
                    <a:pt x="4354" y="674"/>
                    <a:pt x="4361" y="691"/>
                    <a:pt x="4382" y="739"/>
                  </a:cubicBezTo>
                  <a:cubicBezTo>
                    <a:pt x="4397" y="776"/>
                    <a:pt x="4406" y="785"/>
                    <a:pt x="4417" y="785"/>
                  </a:cubicBezTo>
                  <a:cubicBezTo>
                    <a:pt x="4423" y="785"/>
                    <a:pt x="4430" y="782"/>
                    <a:pt x="4438" y="780"/>
                  </a:cubicBezTo>
                  <a:cubicBezTo>
                    <a:pt x="4463" y="771"/>
                    <a:pt x="4487" y="763"/>
                    <a:pt x="4463" y="707"/>
                  </a:cubicBezTo>
                  <a:cubicBezTo>
                    <a:pt x="4459" y="678"/>
                    <a:pt x="4457" y="664"/>
                    <a:pt x="4458" y="664"/>
                  </a:cubicBezTo>
                  <a:lnTo>
                    <a:pt x="4458" y="664"/>
                  </a:lnTo>
                  <a:cubicBezTo>
                    <a:pt x="4459" y="664"/>
                    <a:pt x="4463" y="678"/>
                    <a:pt x="4471" y="707"/>
                  </a:cubicBezTo>
                  <a:cubicBezTo>
                    <a:pt x="4495" y="774"/>
                    <a:pt x="4522" y="818"/>
                    <a:pt x="4535" y="818"/>
                  </a:cubicBezTo>
                  <a:cubicBezTo>
                    <a:pt x="4543" y="818"/>
                    <a:pt x="4546" y="797"/>
                    <a:pt x="4536" y="747"/>
                  </a:cubicBezTo>
                  <a:cubicBezTo>
                    <a:pt x="4544" y="747"/>
                    <a:pt x="4552" y="747"/>
                    <a:pt x="4568" y="804"/>
                  </a:cubicBezTo>
                  <a:cubicBezTo>
                    <a:pt x="4576" y="796"/>
                    <a:pt x="4584" y="796"/>
                    <a:pt x="4576" y="731"/>
                  </a:cubicBezTo>
                  <a:lnTo>
                    <a:pt x="4625" y="723"/>
                  </a:lnTo>
                  <a:cubicBezTo>
                    <a:pt x="4633" y="715"/>
                    <a:pt x="4625" y="658"/>
                    <a:pt x="4625" y="658"/>
                  </a:cubicBezTo>
                  <a:cubicBezTo>
                    <a:pt x="4628" y="655"/>
                    <a:pt x="4632" y="653"/>
                    <a:pt x="4634" y="652"/>
                  </a:cubicBezTo>
                  <a:lnTo>
                    <a:pt x="4634" y="652"/>
                  </a:lnTo>
                  <a:cubicBezTo>
                    <a:pt x="4649" y="687"/>
                    <a:pt x="4668" y="696"/>
                    <a:pt x="4690" y="696"/>
                  </a:cubicBezTo>
                  <a:cubicBezTo>
                    <a:pt x="4703" y="696"/>
                    <a:pt x="4716" y="693"/>
                    <a:pt x="4730" y="690"/>
                  </a:cubicBezTo>
                  <a:cubicBezTo>
                    <a:pt x="4751" y="683"/>
                    <a:pt x="4771" y="678"/>
                    <a:pt x="4788" y="678"/>
                  </a:cubicBezTo>
                  <a:cubicBezTo>
                    <a:pt x="4811" y="678"/>
                    <a:pt x="4830" y="687"/>
                    <a:pt x="4844" y="715"/>
                  </a:cubicBezTo>
                  <a:cubicBezTo>
                    <a:pt x="4844" y="715"/>
                    <a:pt x="4852" y="715"/>
                    <a:pt x="4836" y="658"/>
                  </a:cubicBezTo>
                  <a:cubicBezTo>
                    <a:pt x="4816" y="589"/>
                    <a:pt x="4808" y="562"/>
                    <a:pt x="4812" y="562"/>
                  </a:cubicBezTo>
                  <a:lnTo>
                    <a:pt x="4812" y="562"/>
                  </a:lnTo>
                  <a:cubicBezTo>
                    <a:pt x="4815" y="562"/>
                    <a:pt x="4823" y="574"/>
                    <a:pt x="4836" y="593"/>
                  </a:cubicBezTo>
                  <a:cubicBezTo>
                    <a:pt x="4859" y="648"/>
                    <a:pt x="4877" y="674"/>
                    <a:pt x="4885" y="674"/>
                  </a:cubicBezTo>
                  <a:cubicBezTo>
                    <a:pt x="4893" y="674"/>
                    <a:pt x="4889" y="644"/>
                    <a:pt x="4868" y="585"/>
                  </a:cubicBezTo>
                  <a:lnTo>
                    <a:pt x="4868" y="585"/>
                  </a:lnTo>
                  <a:lnTo>
                    <a:pt x="4892" y="642"/>
                  </a:lnTo>
                  <a:cubicBezTo>
                    <a:pt x="4910" y="683"/>
                    <a:pt x="4922" y="701"/>
                    <a:pt x="4927" y="701"/>
                  </a:cubicBezTo>
                  <a:cubicBezTo>
                    <a:pt x="4936" y="701"/>
                    <a:pt x="4926" y="649"/>
                    <a:pt x="4901" y="577"/>
                  </a:cubicBezTo>
                  <a:lnTo>
                    <a:pt x="4901" y="577"/>
                  </a:lnTo>
                  <a:cubicBezTo>
                    <a:pt x="4923" y="611"/>
                    <a:pt x="4942" y="649"/>
                    <a:pt x="4946" y="649"/>
                  </a:cubicBezTo>
                  <a:cubicBezTo>
                    <a:pt x="4947" y="649"/>
                    <a:pt x="4946" y="642"/>
                    <a:pt x="4941" y="626"/>
                  </a:cubicBezTo>
                  <a:cubicBezTo>
                    <a:pt x="4949" y="626"/>
                    <a:pt x="4949" y="626"/>
                    <a:pt x="4990" y="739"/>
                  </a:cubicBezTo>
                  <a:cubicBezTo>
                    <a:pt x="4998" y="780"/>
                    <a:pt x="5014" y="812"/>
                    <a:pt x="5038" y="844"/>
                  </a:cubicBezTo>
                  <a:cubicBezTo>
                    <a:pt x="5030" y="812"/>
                    <a:pt x="5014" y="771"/>
                    <a:pt x="4998" y="731"/>
                  </a:cubicBezTo>
                  <a:lnTo>
                    <a:pt x="5014" y="731"/>
                  </a:lnTo>
                  <a:cubicBezTo>
                    <a:pt x="5014" y="731"/>
                    <a:pt x="5022" y="731"/>
                    <a:pt x="4998" y="674"/>
                  </a:cubicBezTo>
                  <a:cubicBezTo>
                    <a:pt x="4983" y="622"/>
                    <a:pt x="4989" y="611"/>
                    <a:pt x="4996" y="610"/>
                  </a:cubicBezTo>
                  <a:lnTo>
                    <a:pt x="4996" y="610"/>
                  </a:lnTo>
                  <a:cubicBezTo>
                    <a:pt x="5001" y="624"/>
                    <a:pt x="5004" y="633"/>
                    <a:pt x="5004" y="633"/>
                  </a:cubicBezTo>
                  <a:cubicBezTo>
                    <a:pt x="5005" y="633"/>
                    <a:pt x="5003" y="626"/>
                    <a:pt x="4998" y="609"/>
                  </a:cubicBezTo>
                  <a:cubicBezTo>
                    <a:pt x="4997" y="609"/>
                    <a:pt x="4997" y="609"/>
                    <a:pt x="4996" y="610"/>
                  </a:cubicBezTo>
                  <a:lnTo>
                    <a:pt x="4996" y="610"/>
                  </a:lnTo>
                  <a:cubicBezTo>
                    <a:pt x="4990" y="594"/>
                    <a:pt x="4982" y="573"/>
                    <a:pt x="4974" y="553"/>
                  </a:cubicBezTo>
                  <a:cubicBezTo>
                    <a:pt x="4957" y="520"/>
                    <a:pt x="4949" y="480"/>
                    <a:pt x="4941" y="439"/>
                  </a:cubicBezTo>
                  <a:lnTo>
                    <a:pt x="4901" y="326"/>
                  </a:lnTo>
                  <a:cubicBezTo>
                    <a:pt x="4884" y="253"/>
                    <a:pt x="4852" y="172"/>
                    <a:pt x="4811" y="107"/>
                  </a:cubicBezTo>
                  <a:cubicBezTo>
                    <a:pt x="4784" y="79"/>
                    <a:pt x="4759" y="49"/>
                    <a:pt x="4750" y="49"/>
                  </a:cubicBezTo>
                  <a:lnTo>
                    <a:pt x="4750" y="49"/>
                  </a:lnTo>
                  <a:cubicBezTo>
                    <a:pt x="4743" y="49"/>
                    <a:pt x="4745" y="66"/>
                    <a:pt x="4763" y="115"/>
                  </a:cubicBezTo>
                  <a:cubicBezTo>
                    <a:pt x="4763" y="115"/>
                    <a:pt x="4779" y="180"/>
                    <a:pt x="4771" y="180"/>
                  </a:cubicBezTo>
                  <a:cubicBezTo>
                    <a:pt x="4763" y="180"/>
                    <a:pt x="4738" y="123"/>
                    <a:pt x="4738" y="123"/>
                  </a:cubicBezTo>
                  <a:cubicBezTo>
                    <a:pt x="4724" y="89"/>
                    <a:pt x="4710" y="79"/>
                    <a:pt x="4694" y="79"/>
                  </a:cubicBezTo>
                  <a:cubicBezTo>
                    <a:pt x="4683" y="79"/>
                    <a:pt x="4671" y="84"/>
                    <a:pt x="4657" y="90"/>
                  </a:cubicBezTo>
                  <a:cubicBezTo>
                    <a:pt x="4643" y="93"/>
                    <a:pt x="4631" y="96"/>
                    <a:pt x="4620" y="96"/>
                  </a:cubicBezTo>
                  <a:cubicBezTo>
                    <a:pt x="4600" y="96"/>
                    <a:pt x="4584" y="87"/>
                    <a:pt x="4568" y="50"/>
                  </a:cubicBezTo>
                  <a:cubicBezTo>
                    <a:pt x="4549" y="6"/>
                    <a:pt x="4540" y="1"/>
                    <a:pt x="4537" y="1"/>
                  </a:cubicBezTo>
                  <a:close/>
                  <a:moveTo>
                    <a:pt x="968" y="4071"/>
                  </a:moveTo>
                  <a:cubicBezTo>
                    <a:pt x="968" y="4071"/>
                    <a:pt x="1009" y="4112"/>
                    <a:pt x="1058" y="4152"/>
                  </a:cubicBezTo>
                  <a:cubicBezTo>
                    <a:pt x="1066" y="4144"/>
                    <a:pt x="1017" y="4104"/>
                    <a:pt x="976" y="40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2"/>
            <p:cNvSpPr/>
            <p:nvPr/>
          </p:nvSpPr>
          <p:spPr>
            <a:xfrm>
              <a:off x="7738969" y="1583790"/>
              <a:ext cx="35820" cy="52626"/>
            </a:xfrm>
            <a:custGeom>
              <a:avLst/>
              <a:gdLst/>
              <a:ahLst/>
              <a:cxnLst/>
              <a:rect l="l" t="t" r="r" b="b"/>
              <a:pathLst>
                <a:path w="2078" h="3053" extrusionOk="0">
                  <a:moveTo>
                    <a:pt x="1535" y="69"/>
                  </a:moveTo>
                  <a:cubicBezTo>
                    <a:pt x="1535" y="69"/>
                    <a:pt x="1534" y="69"/>
                    <a:pt x="1478" y="93"/>
                  </a:cubicBezTo>
                  <a:cubicBezTo>
                    <a:pt x="1535" y="77"/>
                    <a:pt x="1535" y="77"/>
                    <a:pt x="1535" y="69"/>
                  </a:cubicBezTo>
                  <a:close/>
                  <a:moveTo>
                    <a:pt x="1543" y="85"/>
                  </a:moveTo>
                  <a:lnTo>
                    <a:pt x="1486" y="109"/>
                  </a:lnTo>
                  <a:lnTo>
                    <a:pt x="1486" y="118"/>
                  </a:lnTo>
                  <a:cubicBezTo>
                    <a:pt x="1543" y="93"/>
                    <a:pt x="1543" y="93"/>
                    <a:pt x="1543" y="93"/>
                  </a:cubicBezTo>
                  <a:lnTo>
                    <a:pt x="1543" y="85"/>
                  </a:lnTo>
                  <a:close/>
                  <a:moveTo>
                    <a:pt x="1248" y="145"/>
                  </a:moveTo>
                  <a:cubicBezTo>
                    <a:pt x="1251" y="145"/>
                    <a:pt x="1251" y="147"/>
                    <a:pt x="1251" y="150"/>
                  </a:cubicBezTo>
                  <a:cubicBezTo>
                    <a:pt x="1251" y="150"/>
                    <a:pt x="1251" y="150"/>
                    <a:pt x="1194" y="174"/>
                  </a:cubicBezTo>
                  <a:cubicBezTo>
                    <a:pt x="1180" y="182"/>
                    <a:pt x="1159" y="182"/>
                    <a:pt x="1143" y="188"/>
                  </a:cubicBezTo>
                  <a:lnTo>
                    <a:pt x="1143" y="188"/>
                  </a:lnTo>
                  <a:lnTo>
                    <a:pt x="1194" y="166"/>
                  </a:lnTo>
                  <a:cubicBezTo>
                    <a:pt x="1230" y="151"/>
                    <a:pt x="1243" y="145"/>
                    <a:pt x="1248" y="145"/>
                  </a:cubicBezTo>
                  <a:close/>
                  <a:moveTo>
                    <a:pt x="1226" y="200"/>
                  </a:moveTo>
                  <a:lnTo>
                    <a:pt x="1226" y="200"/>
                  </a:lnTo>
                  <a:cubicBezTo>
                    <a:pt x="1225" y="200"/>
                    <a:pt x="1218" y="202"/>
                    <a:pt x="1202" y="207"/>
                  </a:cubicBezTo>
                  <a:lnTo>
                    <a:pt x="1202" y="209"/>
                  </a:lnTo>
                  <a:lnTo>
                    <a:pt x="1202" y="209"/>
                  </a:lnTo>
                  <a:cubicBezTo>
                    <a:pt x="1217" y="203"/>
                    <a:pt x="1226" y="200"/>
                    <a:pt x="1226" y="200"/>
                  </a:cubicBezTo>
                  <a:close/>
                  <a:moveTo>
                    <a:pt x="1259" y="182"/>
                  </a:moveTo>
                  <a:cubicBezTo>
                    <a:pt x="1259" y="191"/>
                    <a:pt x="1259" y="191"/>
                    <a:pt x="1202" y="215"/>
                  </a:cubicBezTo>
                  <a:lnTo>
                    <a:pt x="1202" y="209"/>
                  </a:lnTo>
                  <a:lnTo>
                    <a:pt x="1202" y="209"/>
                  </a:lnTo>
                  <a:cubicBezTo>
                    <a:pt x="1187" y="214"/>
                    <a:pt x="1166" y="222"/>
                    <a:pt x="1145" y="231"/>
                  </a:cubicBezTo>
                  <a:lnTo>
                    <a:pt x="1032" y="272"/>
                  </a:lnTo>
                  <a:cubicBezTo>
                    <a:pt x="1072" y="255"/>
                    <a:pt x="1105" y="239"/>
                    <a:pt x="1145" y="223"/>
                  </a:cubicBezTo>
                  <a:cubicBezTo>
                    <a:pt x="1258" y="183"/>
                    <a:pt x="1259" y="182"/>
                    <a:pt x="1259" y="182"/>
                  </a:cubicBezTo>
                  <a:close/>
                  <a:moveTo>
                    <a:pt x="1101" y="303"/>
                  </a:moveTo>
                  <a:cubicBezTo>
                    <a:pt x="1105" y="303"/>
                    <a:pt x="1105" y="304"/>
                    <a:pt x="1105" y="304"/>
                  </a:cubicBezTo>
                  <a:cubicBezTo>
                    <a:pt x="1105" y="304"/>
                    <a:pt x="1105" y="304"/>
                    <a:pt x="1048" y="320"/>
                  </a:cubicBezTo>
                  <a:cubicBezTo>
                    <a:pt x="1082" y="306"/>
                    <a:pt x="1096" y="303"/>
                    <a:pt x="1101" y="303"/>
                  </a:cubicBezTo>
                  <a:close/>
                  <a:moveTo>
                    <a:pt x="1129" y="442"/>
                  </a:moveTo>
                  <a:lnTo>
                    <a:pt x="1129" y="442"/>
                  </a:lnTo>
                  <a:cubicBezTo>
                    <a:pt x="1097" y="458"/>
                    <a:pt x="1056" y="474"/>
                    <a:pt x="1016" y="482"/>
                  </a:cubicBezTo>
                  <a:lnTo>
                    <a:pt x="1016" y="474"/>
                  </a:lnTo>
                  <a:cubicBezTo>
                    <a:pt x="1056" y="458"/>
                    <a:pt x="1089" y="450"/>
                    <a:pt x="1129" y="442"/>
                  </a:cubicBezTo>
                  <a:close/>
                  <a:moveTo>
                    <a:pt x="408" y="458"/>
                  </a:moveTo>
                  <a:lnTo>
                    <a:pt x="294" y="499"/>
                  </a:lnTo>
                  <a:cubicBezTo>
                    <a:pt x="335" y="491"/>
                    <a:pt x="375" y="474"/>
                    <a:pt x="408" y="458"/>
                  </a:cubicBezTo>
                  <a:close/>
                  <a:moveTo>
                    <a:pt x="1441" y="518"/>
                  </a:moveTo>
                  <a:cubicBezTo>
                    <a:pt x="1445" y="518"/>
                    <a:pt x="1445" y="520"/>
                    <a:pt x="1445" y="523"/>
                  </a:cubicBezTo>
                  <a:lnTo>
                    <a:pt x="1389" y="539"/>
                  </a:lnTo>
                  <a:lnTo>
                    <a:pt x="1332" y="547"/>
                  </a:lnTo>
                  <a:lnTo>
                    <a:pt x="1332" y="547"/>
                  </a:lnTo>
                  <a:lnTo>
                    <a:pt x="1389" y="531"/>
                  </a:lnTo>
                  <a:cubicBezTo>
                    <a:pt x="1422" y="522"/>
                    <a:pt x="1436" y="518"/>
                    <a:pt x="1441" y="518"/>
                  </a:cubicBezTo>
                  <a:close/>
                  <a:moveTo>
                    <a:pt x="1360" y="564"/>
                  </a:moveTo>
                  <a:cubicBezTo>
                    <a:pt x="1363" y="564"/>
                    <a:pt x="1333" y="573"/>
                    <a:pt x="1275" y="588"/>
                  </a:cubicBezTo>
                  <a:cubicBezTo>
                    <a:pt x="1218" y="604"/>
                    <a:pt x="1162" y="620"/>
                    <a:pt x="1105" y="636"/>
                  </a:cubicBezTo>
                  <a:cubicBezTo>
                    <a:pt x="1105" y="628"/>
                    <a:pt x="1105" y="628"/>
                    <a:pt x="1105" y="628"/>
                  </a:cubicBezTo>
                  <a:lnTo>
                    <a:pt x="1218" y="596"/>
                  </a:lnTo>
                  <a:cubicBezTo>
                    <a:pt x="1313" y="575"/>
                    <a:pt x="1357" y="564"/>
                    <a:pt x="1360" y="564"/>
                  </a:cubicBezTo>
                  <a:close/>
                  <a:moveTo>
                    <a:pt x="1762" y="612"/>
                  </a:moveTo>
                  <a:lnTo>
                    <a:pt x="1705" y="620"/>
                  </a:lnTo>
                  <a:lnTo>
                    <a:pt x="1648" y="636"/>
                  </a:lnTo>
                  <a:lnTo>
                    <a:pt x="1762" y="612"/>
                  </a:lnTo>
                  <a:close/>
                  <a:moveTo>
                    <a:pt x="1555" y="591"/>
                  </a:moveTo>
                  <a:cubicBezTo>
                    <a:pt x="1560" y="591"/>
                    <a:pt x="1534" y="597"/>
                    <a:pt x="1462" y="612"/>
                  </a:cubicBezTo>
                  <a:lnTo>
                    <a:pt x="1348" y="645"/>
                  </a:lnTo>
                  <a:cubicBezTo>
                    <a:pt x="1348" y="645"/>
                    <a:pt x="1405" y="620"/>
                    <a:pt x="1518" y="596"/>
                  </a:cubicBezTo>
                  <a:cubicBezTo>
                    <a:pt x="1539" y="593"/>
                    <a:pt x="1552" y="591"/>
                    <a:pt x="1555" y="591"/>
                  </a:cubicBezTo>
                  <a:close/>
                  <a:moveTo>
                    <a:pt x="1191" y="641"/>
                  </a:moveTo>
                  <a:cubicBezTo>
                    <a:pt x="1198" y="641"/>
                    <a:pt x="1173" y="650"/>
                    <a:pt x="1113" y="669"/>
                  </a:cubicBezTo>
                  <a:lnTo>
                    <a:pt x="1113" y="669"/>
                  </a:lnTo>
                  <a:lnTo>
                    <a:pt x="1113" y="661"/>
                  </a:lnTo>
                  <a:cubicBezTo>
                    <a:pt x="1158" y="648"/>
                    <a:pt x="1186" y="641"/>
                    <a:pt x="1191" y="641"/>
                  </a:cubicBezTo>
                  <a:close/>
                  <a:moveTo>
                    <a:pt x="1291" y="685"/>
                  </a:moveTo>
                  <a:lnTo>
                    <a:pt x="1291" y="693"/>
                  </a:lnTo>
                  <a:cubicBezTo>
                    <a:pt x="1259" y="701"/>
                    <a:pt x="1218" y="718"/>
                    <a:pt x="1178" y="718"/>
                  </a:cubicBezTo>
                  <a:lnTo>
                    <a:pt x="1291" y="685"/>
                  </a:lnTo>
                  <a:close/>
                  <a:moveTo>
                    <a:pt x="2075" y="729"/>
                  </a:moveTo>
                  <a:cubicBezTo>
                    <a:pt x="2070" y="729"/>
                    <a:pt x="2057" y="735"/>
                    <a:pt x="2021" y="750"/>
                  </a:cubicBezTo>
                  <a:lnTo>
                    <a:pt x="2021" y="758"/>
                  </a:lnTo>
                  <a:cubicBezTo>
                    <a:pt x="2078" y="742"/>
                    <a:pt x="2078" y="742"/>
                    <a:pt x="2078" y="734"/>
                  </a:cubicBezTo>
                  <a:cubicBezTo>
                    <a:pt x="2078" y="731"/>
                    <a:pt x="2078" y="729"/>
                    <a:pt x="2075" y="729"/>
                  </a:cubicBezTo>
                  <a:close/>
                  <a:moveTo>
                    <a:pt x="1503" y="737"/>
                  </a:moveTo>
                  <a:cubicBezTo>
                    <a:pt x="1511" y="737"/>
                    <a:pt x="1452" y="755"/>
                    <a:pt x="1364" y="774"/>
                  </a:cubicBezTo>
                  <a:lnTo>
                    <a:pt x="1364" y="766"/>
                  </a:lnTo>
                  <a:cubicBezTo>
                    <a:pt x="1405" y="758"/>
                    <a:pt x="1437" y="742"/>
                    <a:pt x="1478" y="742"/>
                  </a:cubicBezTo>
                  <a:cubicBezTo>
                    <a:pt x="1492" y="738"/>
                    <a:pt x="1500" y="737"/>
                    <a:pt x="1503" y="737"/>
                  </a:cubicBezTo>
                  <a:close/>
                  <a:moveTo>
                    <a:pt x="1664" y="766"/>
                  </a:moveTo>
                  <a:lnTo>
                    <a:pt x="1608" y="782"/>
                  </a:lnTo>
                  <a:cubicBezTo>
                    <a:pt x="1624" y="782"/>
                    <a:pt x="1648" y="774"/>
                    <a:pt x="1664" y="766"/>
                  </a:cubicBezTo>
                  <a:close/>
                  <a:moveTo>
                    <a:pt x="1608" y="782"/>
                  </a:moveTo>
                  <a:lnTo>
                    <a:pt x="1591" y="787"/>
                  </a:lnTo>
                  <a:lnTo>
                    <a:pt x="1591" y="787"/>
                  </a:lnTo>
                  <a:cubicBezTo>
                    <a:pt x="1596" y="786"/>
                    <a:pt x="1601" y="784"/>
                    <a:pt x="1608" y="782"/>
                  </a:cubicBezTo>
                  <a:close/>
                  <a:moveTo>
                    <a:pt x="1486" y="766"/>
                  </a:moveTo>
                  <a:lnTo>
                    <a:pt x="1486" y="774"/>
                  </a:lnTo>
                  <a:cubicBezTo>
                    <a:pt x="1486" y="774"/>
                    <a:pt x="1486" y="774"/>
                    <a:pt x="1429" y="791"/>
                  </a:cubicBezTo>
                  <a:lnTo>
                    <a:pt x="1429" y="782"/>
                  </a:lnTo>
                  <a:lnTo>
                    <a:pt x="1486" y="766"/>
                  </a:lnTo>
                  <a:close/>
                  <a:moveTo>
                    <a:pt x="1591" y="787"/>
                  </a:moveTo>
                  <a:cubicBezTo>
                    <a:pt x="1575" y="791"/>
                    <a:pt x="1563" y="793"/>
                    <a:pt x="1551" y="799"/>
                  </a:cubicBezTo>
                  <a:lnTo>
                    <a:pt x="1591" y="787"/>
                  </a:lnTo>
                  <a:close/>
                  <a:moveTo>
                    <a:pt x="1129" y="807"/>
                  </a:moveTo>
                  <a:lnTo>
                    <a:pt x="1072" y="823"/>
                  </a:lnTo>
                  <a:cubicBezTo>
                    <a:pt x="1072" y="821"/>
                    <a:pt x="1070" y="821"/>
                    <a:pt x="1066" y="821"/>
                  </a:cubicBezTo>
                  <a:cubicBezTo>
                    <a:pt x="1059" y="821"/>
                    <a:pt x="1049" y="822"/>
                    <a:pt x="1047" y="822"/>
                  </a:cubicBezTo>
                  <a:cubicBezTo>
                    <a:pt x="1046" y="822"/>
                    <a:pt x="1051" y="821"/>
                    <a:pt x="1072" y="815"/>
                  </a:cubicBezTo>
                  <a:cubicBezTo>
                    <a:pt x="1089" y="807"/>
                    <a:pt x="1113" y="807"/>
                    <a:pt x="1129" y="807"/>
                  </a:cubicBezTo>
                  <a:close/>
                  <a:moveTo>
                    <a:pt x="1316" y="872"/>
                  </a:moveTo>
                  <a:cubicBezTo>
                    <a:pt x="1316" y="880"/>
                    <a:pt x="1316" y="880"/>
                    <a:pt x="1259" y="896"/>
                  </a:cubicBezTo>
                  <a:cubicBezTo>
                    <a:pt x="1243" y="904"/>
                    <a:pt x="1218" y="904"/>
                    <a:pt x="1202" y="904"/>
                  </a:cubicBezTo>
                  <a:cubicBezTo>
                    <a:pt x="1218" y="896"/>
                    <a:pt x="1243" y="888"/>
                    <a:pt x="1259" y="888"/>
                  </a:cubicBezTo>
                  <a:cubicBezTo>
                    <a:pt x="1315" y="872"/>
                    <a:pt x="1316" y="872"/>
                    <a:pt x="1316" y="872"/>
                  </a:cubicBezTo>
                  <a:close/>
                  <a:moveTo>
                    <a:pt x="1135" y="918"/>
                  </a:moveTo>
                  <a:cubicBezTo>
                    <a:pt x="1123" y="921"/>
                    <a:pt x="1107" y="924"/>
                    <a:pt x="1089" y="928"/>
                  </a:cubicBezTo>
                  <a:cubicBezTo>
                    <a:pt x="1113" y="925"/>
                    <a:pt x="1127" y="921"/>
                    <a:pt x="1135" y="918"/>
                  </a:cubicBezTo>
                  <a:close/>
                  <a:moveTo>
                    <a:pt x="1324" y="936"/>
                  </a:moveTo>
                  <a:lnTo>
                    <a:pt x="1324" y="936"/>
                  </a:lnTo>
                  <a:cubicBezTo>
                    <a:pt x="1308" y="945"/>
                    <a:pt x="1283" y="953"/>
                    <a:pt x="1267" y="953"/>
                  </a:cubicBezTo>
                  <a:cubicBezTo>
                    <a:pt x="1323" y="937"/>
                    <a:pt x="1324" y="936"/>
                    <a:pt x="1324" y="936"/>
                  </a:cubicBezTo>
                  <a:close/>
                  <a:moveTo>
                    <a:pt x="1482" y="960"/>
                  </a:moveTo>
                  <a:cubicBezTo>
                    <a:pt x="1488" y="960"/>
                    <a:pt x="1462" y="969"/>
                    <a:pt x="1389" y="985"/>
                  </a:cubicBezTo>
                  <a:lnTo>
                    <a:pt x="1445" y="969"/>
                  </a:lnTo>
                  <a:cubicBezTo>
                    <a:pt x="1465" y="963"/>
                    <a:pt x="1478" y="960"/>
                    <a:pt x="1482" y="960"/>
                  </a:cubicBezTo>
                  <a:close/>
                  <a:moveTo>
                    <a:pt x="1445" y="993"/>
                  </a:moveTo>
                  <a:lnTo>
                    <a:pt x="1445" y="1001"/>
                  </a:lnTo>
                  <a:cubicBezTo>
                    <a:pt x="1413" y="1009"/>
                    <a:pt x="1372" y="1018"/>
                    <a:pt x="1332" y="1026"/>
                  </a:cubicBezTo>
                  <a:lnTo>
                    <a:pt x="1389" y="1009"/>
                  </a:lnTo>
                  <a:lnTo>
                    <a:pt x="1445" y="993"/>
                  </a:lnTo>
                  <a:close/>
                  <a:moveTo>
                    <a:pt x="156" y="1196"/>
                  </a:moveTo>
                  <a:lnTo>
                    <a:pt x="43" y="1220"/>
                  </a:lnTo>
                  <a:cubicBezTo>
                    <a:pt x="14" y="1224"/>
                    <a:pt x="0" y="1228"/>
                    <a:pt x="7" y="1228"/>
                  </a:cubicBezTo>
                  <a:cubicBezTo>
                    <a:pt x="14" y="1228"/>
                    <a:pt x="43" y="1224"/>
                    <a:pt x="99" y="1212"/>
                  </a:cubicBezTo>
                  <a:cubicBezTo>
                    <a:pt x="156" y="1196"/>
                    <a:pt x="156" y="1196"/>
                    <a:pt x="156" y="1196"/>
                  </a:cubicBezTo>
                  <a:close/>
                  <a:moveTo>
                    <a:pt x="1374" y="1221"/>
                  </a:moveTo>
                  <a:cubicBezTo>
                    <a:pt x="1380" y="1221"/>
                    <a:pt x="1350" y="1228"/>
                    <a:pt x="1283" y="1236"/>
                  </a:cubicBezTo>
                  <a:cubicBezTo>
                    <a:pt x="1338" y="1225"/>
                    <a:pt x="1368" y="1221"/>
                    <a:pt x="1374" y="1221"/>
                  </a:cubicBezTo>
                  <a:close/>
                  <a:moveTo>
                    <a:pt x="1348" y="1245"/>
                  </a:moveTo>
                  <a:lnTo>
                    <a:pt x="1348" y="1253"/>
                  </a:lnTo>
                  <a:cubicBezTo>
                    <a:pt x="1308" y="1261"/>
                    <a:pt x="1267" y="1261"/>
                    <a:pt x="1226" y="1269"/>
                  </a:cubicBezTo>
                  <a:lnTo>
                    <a:pt x="1283" y="1253"/>
                  </a:lnTo>
                  <a:lnTo>
                    <a:pt x="1348" y="1245"/>
                  </a:lnTo>
                  <a:close/>
                  <a:moveTo>
                    <a:pt x="1826" y="1318"/>
                  </a:moveTo>
                  <a:lnTo>
                    <a:pt x="1826" y="1318"/>
                  </a:lnTo>
                  <a:cubicBezTo>
                    <a:pt x="1786" y="1326"/>
                    <a:pt x="1745" y="1334"/>
                    <a:pt x="1705" y="1334"/>
                  </a:cubicBezTo>
                  <a:lnTo>
                    <a:pt x="1705" y="1326"/>
                  </a:lnTo>
                  <a:lnTo>
                    <a:pt x="1826" y="1318"/>
                  </a:lnTo>
                  <a:close/>
                  <a:moveTo>
                    <a:pt x="1405" y="1318"/>
                  </a:moveTo>
                  <a:cubicBezTo>
                    <a:pt x="1405" y="1326"/>
                    <a:pt x="1405" y="1326"/>
                    <a:pt x="1348" y="1334"/>
                  </a:cubicBezTo>
                  <a:lnTo>
                    <a:pt x="1235" y="1350"/>
                  </a:lnTo>
                  <a:lnTo>
                    <a:pt x="1235" y="1350"/>
                  </a:lnTo>
                  <a:lnTo>
                    <a:pt x="1405" y="1318"/>
                  </a:lnTo>
                  <a:close/>
                  <a:moveTo>
                    <a:pt x="1470" y="1415"/>
                  </a:moveTo>
                  <a:cubicBezTo>
                    <a:pt x="1429" y="1423"/>
                    <a:pt x="1389" y="1431"/>
                    <a:pt x="1348" y="1431"/>
                  </a:cubicBezTo>
                  <a:lnTo>
                    <a:pt x="1413" y="1415"/>
                  </a:lnTo>
                  <a:close/>
                  <a:moveTo>
                    <a:pt x="1470" y="1658"/>
                  </a:moveTo>
                  <a:cubicBezTo>
                    <a:pt x="1470" y="1666"/>
                    <a:pt x="1470" y="1666"/>
                    <a:pt x="1405" y="1666"/>
                  </a:cubicBezTo>
                  <a:cubicBezTo>
                    <a:pt x="1386" y="1669"/>
                    <a:pt x="1373" y="1670"/>
                    <a:pt x="1365" y="1670"/>
                  </a:cubicBezTo>
                  <a:cubicBezTo>
                    <a:pt x="1348" y="1670"/>
                    <a:pt x="1348" y="1666"/>
                    <a:pt x="1348" y="1666"/>
                  </a:cubicBezTo>
                  <a:cubicBezTo>
                    <a:pt x="1389" y="1658"/>
                    <a:pt x="1429" y="1658"/>
                    <a:pt x="1470" y="1658"/>
                  </a:cubicBezTo>
                  <a:close/>
                  <a:moveTo>
                    <a:pt x="1321" y="1744"/>
                  </a:moveTo>
                  <a:cubicBezTo>
                    <a:pt x="1334" y="1744"/>
                    <a:pt x="1321" y="1747"/>
                    <a:pt x="1283" y="1747"/>
                  </a:cubicBezTo>
                  <a:cubicBezTo>
                    <a:pt x="1302" y="1745"/>
                    <a:pt x="1315" y="1744"/>
                    <a:pt x="1321" y="1744"/>
                  </a:cubicBezTo>
                  <a:close/>
                  <a:moveTo>
                    <a:pt x="1518" y="1796"/>
                  </a:moveTo>
                  <a:cubicBezTo>
                    <a:pt x="1478" y="1804"/>
                    <a:pt x="1445" y="1804"/>
                    <a:pt x="1405" y="1804"/>
                  </a:cubicBezTo>
                  <a:lnTo>
                    <a:pt x="1518" y="1796"/>
                  </a:lnTo>
                  <a:close/>
                  <a:moveTo>
                    <a:pt x="1989" y="1885"/>
                  </a:moveTo>
                  <a:lnTo>
                    <a:pt x="1932" y="1893"/>
                  </a:lnTo>
                  <a:cubicBezTo>
                    <a:pt x="1989" y="1893"/>
                    <a:pt x="1989" y="1893"/>
                    <a:pt x="1989" y="1885"/>
                  </a:cubicBezTo>
                  <a:close/>
                  <a:moveTo>
                    <a:pt x="1840" y="2076"/>
                  </a:moveTo>
                  <a:cubicBezTo>
                    <a:pt x="1859" y="2076"/>
                    <a:pt x="1859" y="2080"/>
                    <a:pt x="1859" y="2080"/>
                  </a:cubicBezTo>
                  <a:lnTo>
                    <a:pt x="1794" y="2080"/>
                  </a:lnTo>
                  <a:cubicBezTo>
                    <a:pt x="1789" y="2082"/>
                    <a:pt x="1782" y="2083"/>
                    <a:pt x="1776" y="2083"/>
                  </a:cubicBezTo>
                  <a:cubicBezTo>
                    <a:pt x="1762" y="2083"/>
                    <a:pt x="1748" y="2080"/>
                    <a:pt x="1737" y="2080"/>
                  </a:cubicBezTo>
                  <a:lnTo>
                    <a:pt x="1794" y="2080"/>
                  </a:lnTo>
                  <a:cubicBezTo>
                    <a:pt x="1816" y="2077"/>
                    <a:pt x="1830" y="2076"/>
                    <a:pt x="1840" y="2076"/>
                  </a:cubicBezTo>
                  <a:close/>
                  <a:moveTo>
                    <a:pt x="1908" y="2120"/>
                  </a:moveTo>
                  <a:lnTo>
                    <a:pt x="1908" y="2128"/>
                  </a:lnTo>
                  <a:cubicBezTo>
                    <a:pt x="1875" y="2128"/>
                    <a:pt x="1835" y="2128"/>
                    <a:pt x="1794" y="2120"/>
                  </a:cubicBezTo>
                  <a:close/>
                  <a:moveTo>
                    <a:pt x="1494" y="2153"/>
                  </a:moveTo>
                  <a:cubicBezTo>
                    <a:pt x="1551" y="2153"/>
                    <a:pt x="1551" y="2161"/>
                    <a:pt x="1486" y="2161"/>
                  </a:cubicBezTo>
                  <a:cubicBezTo>
                    <a:pt x="1429" y="2161"/>
                    <a:pt x="1429" y="2161"/>
                    <a:pt x="1429" y="2153"/>
                  </a:cubicBezTo>
                  <a:close/>
                  <a:moveTo>
                    <a:pt x="1265" y="2174"/>
                  </a:moveTo>
                  <a:cubicBezTo>
                    <a:pt x="1247" y="2174"/>
                    <a:pt x="1222" y="2175"/>
                    <a:pt x="1186" y="2177"/>
                  </a:cubicBezTo>
                  <a:lnTo>
                    <a:pt x="1243" y="2177"/>
                  </a:lnTo>
                  <a:cubicBezTo>
                    <a:pt x="1252" y="2176"/>
                    <a:pt x="1259" y="2175"/>
                    <a:pt x="1266" y="2174"/>
                  </a:cubicBezTo>
                  <a:lnTo>
                    <a:pt x="1266" y="2174"/>
                  </a:lnTo>
                  <a:cubicBezTo>
                    <a:pt x="1266" y="2174"/>
                    <a:pt x="1265" y="2174"/>
                    <a:pt x="1265" y="2174"/>
                  </a:cubicBezTo>
                  <a:close/>
                  <a:moveTo>
                    <a:pt x="1486" y="2177"/>
                  </a:moveTo>
                  <a:cubicBezTo>
                    <a:pt x="1486" y="2185"/>
                    <a:pt x="1486" y="2185"/>
                    <a:pt x="1429" y="2185"/>
                  </a:cubicBezTo>
                  <a:lnTo>
                    <a:pt x="1429" y="2177"/>
                  </a:lnTo>
                  <a:close/>
                  <a:moveTo>
                    <a:pt x="1486" y="2209"/>
                  </a:moveTo>
                  <a:lnTo>
                    <a:pt x="1486" y="2217"/>
                  </a:lnTo>
                  <a:lnTo>
                    <a:pt x="1421" y="2217"/>
                  </a:lnTo>
                  <a:lnTo>
                    <a:pt x="1486" y="2209"/>
                  </a:lnTo>
                  <a:close/>
                  <a:moveTo>
                    <a:pt x="1599" y="2242"/>
                  </a:moveTo>
                  <a:lnTo>
                    <a:pt x="1599" y="2250"/>
                  </a:lnTo>
                  <a:lnTo>
                    <a:pt x="1478" y="2250"/>
                  </a:lnTo>
                  <a:lnTo>
                    <a:pt x="1599" y="2242"/>
                  </a:lnTo>
                  <a:close/>
                  <a:moveTo>
                    <a:pt x="1462" y="2380"/>
                  </a:moveTo>
                  <a:lnTo>
                    <a:pt x="1518" y="2388"/>
                  </a:lnTo>
                  <a:cubicBezTo>
                    <a:pt x="1575" y="2388"/>
                    <a:pt x="1640" y="2396"/>
                    <a:pt x="1575" y="2396"/>
                  </a:cubicBezTo>
                  <a:lnTo>
                    <a:pt x="1462" y="2388"/>
                  </a:lnTo>
                  <a:cubicBezTo>
                    <a:pt x="1462" y="2388"/>
                    <a:pt x="1397" y="2380"/>
                    <a:pt x="1462" y="2380"/>
                  </a:cubicBezTo>
                  <a:close/>
                  <a:moveTo>
                    <a:pt x="1616" y="2509"/>
                  </a:moveTo>
                  <a:cubicBezTo>
                    <a:pt x="1681" y="2509"/>
                    <a:pt x="1737" y="2509"/>
                    <a:pt x="1794" y="2517"/>
                  </a:cubicBezTo>
                  <a:cubicBezTo>
                    <a:pt x="1794" y="2522"/>
                    <a:pt x="1794" y="2524"/>
                    <a:pt x="1787" y="2524"/>
                  </a:cubicBezTo>
                  <a:cubicBezTo>
                    <a:pt x="1780" y="2524"/>
                    <a:pt x="1766" y="2522"/>
                    <a:pt x="1737" y="2517"/>
                  </a:cubicBezTo>
                  <a:cubicBezTo>
                    <a:pt x="1697" y="2517"/>
                    <a:pt x="1656" y="2517"/>
                    <a:pt x="1616" y="2509"/>
                  </a:cubicBezTo>
                  <a:close/>
                  <a:moveTo>
                    <a:pt x="1032" y="2931"/>
                  </a:moveTo>
                  <a:cubicBezTo>
                    <a:pt x="1072" y="2939"/>
                    <a:pt x="1113" y="2947"/>
                    <a:pt x="1154" y="2947"/>
                  </a:cubicBezTo>
                  <a:cubicBezTo>
                    <a:pt x="1113" y="2939"/>
                    <a:pt x="1072" y="2931"/>
                    <a:pt x="1032" y="2931"/>
                  </a:cubicBezTo>
                  <a:close/>
                  <a:moveTo>
                    <a:pt x="1542" y="2993"/>
                  </a:moveTo>
                  <a:cubicBezTo>
                    <a:pt x="1547" y="2993"/>
                    <a:pt x="1577" y="2997"/>
                    <a:pt x="1632" y="3004"/>
                  </a:cubicBezTo>
                  <a:cubicBezTo>
                    <a:pt x="1672" y="3012"/>
                    <a:pt x="1705" y="3012"/>
                    <a:pt x="1745" y="3028"/>
                  </a:cubicBezTo>
                  <a:cubicBezTo>
                    <a:pt x="1788" y="3037"/>
                    <a:pt x="1801" y="3040"/>
                    <a:pt x="1795" y="3040"/>
                  </a:cubicBezTo>
                  <a:cubicBezTo>
                    <a:pt x="1783" y="3040"/>
                    <a:pt x="1706" y="3028"/>
                    <a:pt x="1632" y="3012"/>
                  </a:cubicBezTo>
                  <a:cubicBezTo>
                    <a:pt x="1565" y="2999"/>
                    <a:pt x="1535" y="2993"/>
                    <a:pt x="1542" y="2993"/>
                  </a:cubicBezTo>
                  <a:close/>
                  <a:moveTo>
                    <a:pt x="1504" y="1"/>
                  </a:moveTo>
                  <a:cubicBezTo>
                    <a:pt x="1501" y="1"/>
                    <a:pt x="1487" y="5"/>
                    <a:pt x="1462" y="12"/>
                  </a:cubicBezTo>
                  <a:cubicBezTo>
                    <a:pt x="1348" y="61"/>
                    <a:pt x="1291" y="85"/>
                    <a:pt x="1291" y="85"/>
                  </a:cubicBezTo>
                  <a:cubicBezTo>
                    <a:pt x="1291" y="85"/>
                    <a:pt x="1291" y="85"/>
                    <a:pt x="1235" y="109"/>
                  </a:cubicBezTo>
                  <a:lnTo>
                    <a:pt x="1235" y="101"/>
                  </a:lnTo>
                  <a:cubicBezTo>
                    <a:pt x="1235" y="101"/>
                    <a:pt x="1235" y="99"/>
                    <a:pt x="1227" y="99"/>
                  </a:cubicBezTo>
                  <a:cubicBezTo>
                    <a:pt x="1220" y="99"/>
                    <a:pt x="1206" y="101"/>
                    <a:pt x="1178" y="109"/>
                  </a:cubicBezTo>
                  <a:cubicBezTo>
                    <a:pt x="1130" y="123"/>
                    <a:pt x="1043" y="154"/>
                    <a:pt x="1049" y="154"/>
                  </a:cubicBezTo>
                  <a:cubicBezTo>
                    <a:pt x="1050" y="154"/>
                    <a:pt x="1055" y="153"/>
                    <a:pt x="1064" y="150"/>
                  </a:cubicBezTo>
                  <a:lnTo>
                    <a:pt x="1064" y="150"/>
                  </a:lnTo>
                  <a:lnTo>
                    <a:pt x="1016" y="174"/>
                  </a:lnTo>
                  <a:cubicBezTo>
                    <a:pt x="925" y="209"/>
                    <a:pt x="883" y="227"/>
                    <a:pt x="888" y="227"/>
                  </a:cubicBezTo>
                  <a:cubicBezTo>
                    <a:pt x="893" y="227"/>
                    <a:pt x="936" y="213"/>
                    <a:pt x="1016" y="182"/>
                  </a:cubicBezTo>
                  <a:cubicBezTo>
                    <a:pt x="1103" y="148"/>
                    <a:pt x="1143" y="132"/>
                    <a:pt x="1145" y="132"/>
                  </a:cubicBezTo>
                  <a:lnTo>
                    <a:pt x="1145" y="132"/>
                  </a:lnTo>
                  <a:cubicBezTo>
                    <a:pt x="1148" y="132"/>
                    <a:pt x="1121" y="144"/>
                    <a:pt x="1072" y="166"/>
                  </a:cubicBezTo>
                  <a:cubicBezTo>
                    <a:pt x="959" y="207"/>
                    <a:pt x="959" y="215"/>
                    <a:pt x="959" y="215"/>
                  </a:cubicBezTo>
                  <a:cubicBezTo>
                    <a:pt x="959" y="223"/>
                    <a:pt x="959" y="223"/>
                    <a:pt x="902" y="239"/>
                  </a:cubicBezTo>
                  <a:cubicBezTo>
                    <a:pt x="870" y="255"/>
                    <a:pt x="829" y="272"/>
                    <a:pt x="797" y="288"/>
                  </a:cubicBezTo>
                  <a:cubicBezTo>
                    <a:pt x="797" y="291"/>
                    <a:pt x="797" y="293"/>
                    <a:pt x="800" y="293"/>
                  </a:cubicBezTo>
                  <a:cubicBezTo>
                    <a:pt x="804" y="293"/>
                    <a:pt x="818" y="287"/>
                    <a:pt x="854" y="272"/>
                  </a:cubicBezTo>
                  <a:cubicBezTo>
                    <a:pt x="874" y="263"/>
                    <a:pt x="887" y="258"/>
                    <a:pt x="890" y="258"/>
                  </a:cubicBezTo>
                  <a:lnTo>
                    <a:pt x="890" y="258"/>
                  </a:lnTo>
                  <a:cubicBezTo>
                    <a:pt x="896" y="258"/>
                    <a:pt x="870" y="273"/>
                    <a:pt x="797" y="304"/>
                  </a:cubicBezTo>
                  <a:lnTo>
                    <a:pt x="797" y="304"/>
                  </a:lnTo>
                  <a:cubicBezTo>
                    <a:pt x="811" y="298"/>
                    <a:pt x="830" y="290"/>
                    <a:pt x="854" y="280"/>
                  </a:cubicBezTo>
                  <a:cubicBezTo>
                    <a:pt x="903" y="262"/>
                    <a:pt x="930" y="254"/>
                    <a:pt x="937" y="254"/>
                  </a:cubicBezTo>
                  <a:cubicBezTo>
                    <a:pt x="946" y="254"/>
                    <a:pt x="918" y="268"/>
                    <a:pt x="854" y="296"/>
                  </a:cubicBezTo>
                  <a:lnTo>
                    <a:pt x="862" y="296"/>
                  </a:lnTo>
                  <a:cubicBezTo>
                    <a:pt x="894" y="288"/>
                    <a:pt x="935" y="272"/>
                    <a:pt x="967" y="255"/>
                  </a:cubicBezTo>
                  <a:cubicBezTo>
                    <a:pt x="1031" y="233"/>
                    <a:pt x="1059" y="223"/>
                    <a:pt x="1061" y="223"/>
                  </a:cubicBezTo>
                  <a:lnTo>
                    <a:pt x="1061" y="223"/>
                  </a:lnTo>
                  <a:cubicBezTo>
                    <a:pt x="1063" y="223"/>
                    <a:pt x="1049" y="229"/>
                    <a:pt x="1024" y="239"/>
                  </a:cubicBezTo>
                  <a:lnTo>
                    <a:pt x="918" y="288"/>
                  </a:lnTo>
                  <a:cubicBezTo>
                    <a:pt x="862" y="304"/>
                    <a:pt x="862" y="312"/>
                    <a:pt x="862" y="312"/>
                  </a:cubicBezTo>
                  <a:cubicBezTo>
                    <a:pt x="862" y="316"/>
                    <a:pt x="862" y="318"/>
                    <a:pt x="866" y="318"/>
                  </a:cubicBezTo>
                  <a:cubicBezTo>
                    <a:pt x="871" y="318"/>
                    <a:pt x="885" y="314"/>
                    <a:pt x="917" y="305"/>
                  </a:cubicBezTo>
                  <a:lnTo>
                    <a:pt x="917" y="305"/>
                  </a:lnTo>
                  <a:lnTo>
                    <a:pt x="862" y="320"/>
                  </a:lnTo>
                  <a:cubicBezTo>
                    <a:pt x="862" y="326"/>
                    <a:pt x="835" y="335"/>
                    <a:pt x="836" y="335"/>
                  </a:cubicBezTo>
                  <a:cubicBezTo>
                    <a:pt x="837" y="335"/>
                    <a:pt x="844" y="333"/>
                    <a:pt x="862" y="328"/>
                  </a:cubicBezTo>
                  <a:lnTo>
                    <a:pt x="862" y="328"/>
                  </a:lnTo>
                  <a:cubicBezTo>
                    <a:pt x="862" y="328"/>
                    <a:pt x="861" y="329"/>
                    <a:pt x="813" y="361"/>
                  </a:cubicBezTo>
                  <a:cubicBezTo>
                    <a:pt x="800" y="367"/>
                    <a:pt x="796" y="369"/>
                    <a:pt x="799" y="369"/>
                  </a:cubicBezTo>
                  <a:cubicBezTo>
                    <a:pt x="809" y="369"/>
                    <a:pt x="896" y="341"/>
                    <a:pt x="983" y="304"/>
                  </a:cubicBezTo>
                  <a:cubicBezTo>
                    <a:pt x="999" y="304"/>
                    <a:pt x="1016" y="296"/>
                    <a:pt x="1040" y="288"/>
                  </a:cubicBezTo>
                  <a:cubicBezTo>
                    <a:pt x="1074" y="273"/>
                    <a:pt x="1088" y="270"/>
                    <a:pt x="1093" y="270"/>
                  </a:cubicBezTo>
                  <a:cubicBezTo>
                    <a:pt x="1097" y="270"/>
                    <a:pt x="1097" y="272"/>
                    <a:pt x="1097" y="272"/>
                  </a:cubicBezTo>
                  <a:lnTo>
                    <a:pt x="983" y="312"/>
                  </a:lnTo>
                  <a:cubicBezTo>
                    <a:pt x="879" y="352"/>
                    <a:pt x="817" y="376"/>
                    <a:pt x="824" y="376"/>
                  </a:cubicBezTo>
                  <a:cubicBezTo>
                    <a:pt x="826" y="376"/>
                    <a:pt x="835" y="374"/>
                    <a:pt x="850" y="369"/>
                  </a:cubicBezTo>
                  <a:lnTo>
                    <a:pt x="850" y="369"/>
                  </a:lnTo>
                  <a:cubicBezTo>
                    <a:pt x="834" y="377"/>
                    <a:pt x="828" y="380"/>
                    <a:pt x="832" y="380"/>
                  </a:cubicBezTo>
                  <a:cubicBezTo>
                    <a:pt x="837" y="380"/>
                    <a:pt x="852" y="376"/>
                    <a:pt x="878" y="369"/>
                  </a:cubicBezTo>
                  <a:cubicBezTo>
                    <a:pt x="878" y="369"/>
                    <a:pt x="991" y="337"/>
                    <a:pt x="1048" y="320"/>
                  </a:cubicBezTo>
                  <a:lnTo>
                    <a:pt x="1048" y="320"/>
                  </a:lnTo>
                  <a:cubicBezTo>
                    <a:pt x="982" y="344"/>
                    <a:pt x="954" y="357"/>
                    <a:pt x="965" y="357"/>
                  </a:cubicBezTo>
                  <a:cubicBezTo>
                    <a:pt x="973" y="357"/>
                    <a:pt x="1001" y="350"/>
                    <a:pt x="1048" y="337"/>
                  </a:cubicBezTo>
                  <a:lnTo>
                    <a:pt x="1048" y="337"/>
                  </a:lnTo>
                  <a:lnTo>
                    <a:pt x="991" y="353"/>
                  </a:lnTo>
                  <a:cubicBezTo>
                    <a:pt x="942" y="374"/>
                    <a:pt x="893" y="395"/>
                    <a:pt x="923" y="395"/>
                  </a:cubicBezTo>
                  <a:cubicBezTo>
                    <a:pt x="928" y="395"/>
                    <a:pt x="934" y="394"/>
                    <a:pt x="943" y="393"/>
                  </a:cubicBezTo>
                  <a:lnTo>
                    <a:pt x="943" y="393"/>
                  </a:lnTo>
                  <a:cubicBezTo>
                    <a:pt x="943" y="409"/>
                    <a:pt x="943" y="418"/>
                    <a:pt x="886" y="434"/>
                  </a:cubicBezTo>
                  <a:cubicBezTo>
                    <a:pt x="870" y="440"/>
                    <a:pt x="868" y="444"/>
                    <a:pt x="876" y="444"/>
                  </a:cubicBezTo>
                  <a:cubicBezTo>
                    <a:pt x="896" y="444"/>
                    <a:pt x="982" y="423"/>
                    <a:pt x="1064" y="393"/>
                  </a:cubicBezTo>
                  <a:lnTo>
                    <a:pt x="1064" y="393"/>
                  </a:lnTo>
                  <a:cubicBezTo>
                    <a:pt x="1008" y="418"/>
                    <a:pt x="1008" y="418"/>
                    <a:pt x="1008" y="426"/>
                  </a:cubicBezTo>
                  <a:cubicBezTo>
                    <a:pt x="1008" y="434"/>
                    <a:pt x="1008" y="434"/>
                    <a:pt x="951" y="458"/>
                  </a:cubicBezTo>
                  <a:cubicBezTo>
                    <a:pt x="987" y="448"/>
                    <a:pt x="1007" y="443"/>
                    <a:pt x="1013" y="443"/>
                  </a:cubicBezTo>
                  <a:cubicBezTo>
                    <a:pt x="1026" y="443"/>
                    <a:pt x="979" y="463"/>
                    <a:pt x="902" y="491"/>
                  </a:cubicBezTo>
                  <a:cubicBezTo>
                    <a:pt x="845" y="515"/>
                    <a:pt x="845" y="515"/>
                    <a:pt x="845" y="523"/>
                  </a:cubicBezTo>
                  <a:cubicBezTo>
                    <a:pt x="874" y="515"/>
                    <a:pt x="888" y="513"/>
                    <a:pt x="895" y="513"/>
                  </a:cubicBezTo>
                  <a:cubicBezTo>
                    <a:pt x="902" y="513"/>
                    <a:pt x="902" y="515"/>
                    <a:pt x="902" y="515"/>
                  </a:cubicBezTo>
                  <a:cubicBezTo>
                    <a:pt x="902" y="521"/>
                    <a:pt x="902" y="525"/>
                    <a:pt x="909" y="525"/>
                  </a:cubicBezTo>
                  <a:cubicBezTo>
                    <a:pt x="915" y="525"/>
                    <a:pt x="928" y="521"/>
                    <a:pt x="954" y="512"/>
                  </a:cubicBezTo>
                  <a:lnTo>
                    <a:pt x="954" y="512"/>
                  </a:lnTo>
                  <a:cubicBezTo>
                    <a:pt x="910" y="531"/>
                    <a:pt x="910" y="532"/>
                    <a:pt x="910" y="539"/>
                  </a:cubicBezTo>
                  <a:cubicBezTo>
                    <a:pt x="926" y="539"/>
                    <a:pt x="951" y="531"/>
                    <a:pt x="967" y="523"/>
                  </a:cubicBezTo>
                  <a:cubicBezTo>
                    <a:pt x="1024" y="507"/>
                    <a:pt x="1024" y="507"/>
                    <a:pt x="1024" y="499"/>
                  </a:cubicBezTo>
                  <a:cubicBezTo>
                    <a:pt x="1045" y="490"/>
                    <a:pt x="1050" y="486"/>
                    <a:pt x="1046" y="486"/>
                  </a:cubicBezTo>
                  <a:lnTo>
                    <a:pt x="1046" y="486"/>
                  </a:lnTo>
                  <a:cubicBezTo>
                    <a:pt x="1040" y="486"/>
                    <a:pt x="1013" y="494"/>
                    <a:pt x="983" y="502"/>
                  </a:cubicBezTo>
                  <a:lnTo>
                    <a:pt x="983" y="502"/>
                  </a:lnTo>
                  <a:cubicBezTo>
                    <a:pt x="993" y="499"/>
                    <a:pt x="1003" y="495"/>
                    <a:pt x="1016" y="491"/>
                  </a:cubicBezTo>
                  <a:cubicBezTo>
                    <a:pt x="1097" y="462"/>
                    <a:pt x="1124" y="457"/>
                    <a:pt x="1133" y="457"/>
                  </a:cubicBezTo>
                  <a:cubicBezTo>
                    <a:pt x="1137" y="457"/>
                    <a:pt x="1137" y="458"/>
                    <a:pt x="1137" y="458"/>
                  </a:cubicBezTo>
                  <a:cubicBezTo>
                    <a:pt x="1137" y="466"/>
                    <a:pt x="1137" y="466"/>
                    <a:pt x="1081" y="491"/>
                  </a:cubicBezTo>
                  <a:cubicBezTo>
                    <a:pt x="1064" y="491"/>
                    <a:pt x="1040" y="499"/>
                    <a:pt x="1024" y="515"/>
                  </a:cubicBezTo>
                  <a:cubicBezTo>
                    <a:pt x="1024" y="515"/>
                    <a:pt x="1024" y="523"/>
                    <a:pt x="967" y="539"/>
                  </a:cubicBezTo>
                  <a:cubicBezTo>
                    <a:pt x="967" y="539"/>
                    <a:pt x="910" y="555"/>
                    <a:pt x="910" y="564"/>
                  </a:cubicBezTo>
                  <a:cubicBezTo>
                    <a:pt x="918" y="572"/>
                    <a:pt x="918" y="580"/>
                    <a:pt x="862" y="596"/>
                  </a:cubicBezTo>
                  <a:cubicBezTo>
                    <a:pt x="862" y="599"/>
                    <a:pt x="862" y="601"/>
                    <a:pt x="864" y="601"/>
                  </a:cubicBezTo>
                  <a:cubicBezTo>
                    <a:pt x="869" y="601"/>
                    <a:pt x="882" y="595"/>
                    <a:pt x="918" y="580"/>
                  </a:cubicBezTo>
                  <a:cubicBezTo>
                    <a:pt x="951" y="570"/>
                    <a:pt x="984" y="561"/>
                    <a:pt x="995" y="561"/>
                  </a:cubicBezTo>
                  <a:cubicBezTo>
                    <a:pt x="1003" y="561"/>
                    <a:pt x="999" y="566"/>
                    <a:pt x="975" y="580"/>
                  </a:cubicBezTo>
                  <a:cubicBezTo>
                    <a:pt x="975" y="584"/>
                    <a:pt x="975" y="589"/>
                    <a:pt x="986" y="589"/>
                  </a:cubicBezTo>
                  <a:cubicBezTo>
                    <a:pt x="994" y="589"/>
                    <a:pt x="1008" y="587"/>
                    <a:pt x="1032" y="580"/>
                  </a:cubicBezTo>
                  <a:lnTo>
                    <a:pt x="1032" y="580"/>
                  </a:lnTo>
                  <a:cubicBezTo>
                    <a:pt x="1032" y="580"/>
                    <a:pt x="1031" y="580"/>
                    <a:pt x="983" y="596"/>
                  </a:cubicBezTo>
                  <a:cubicBezTo>
                    <a:pt x="912" y="620"/>
                    <a:pt x="886" y="632"/>
                    <a:pt x="898" y="632"/>
                  </a:cubicBezTo>
                  <a:cubicBezTo>
                    <a:pt x="907" y="632"/>
                    <a:pt x="936" y="626"/>
                    <a:pt x="983" y="612"/>
                  </a:cubicBezTo>
                  <a:cubicBezTo>
                    <a:pt x="1009" y="605"/>
                    <a:pt x="1023" y="601"/>
                    <a:pt x="1025" y="601"/>
                  </a:cubicBezTo>
                  <a:lnTo>
                    <a:pt x="1025" y="601"/>
                  </a:lnTo>
                  <a:cubicBezTo>
                    <a:pt x="1029" y="601"/>
                    <a:pt x="1014" y="607"/>
                    <a:pt x="983" y="620"/>
                  </a:cubicBezTo>
                  <a:cubicBezTo>
                    <a:pt x="983" y="620"/>
                    <a:pt x="983" y="620"/>
                    <a:pt x="1040" y="612"/>
                  </a:cubicBezTo>
                  <a:cubicBezTo>
                    <a:pt x="1066" y="605"/>
                    <a:pt x="1080" y="601"/>
                    <a:pt x="1082" y="601"/>
                  </a:cubicBezTo>
                  <a:lnTo>
                    <a:pt x="1082" y="601"/>
                  </a:lnTo>
                  <a:cubicBezTo>
                    <a:pt x="1085" y="601"/>
                    <a:pt x="1071" y="607"/>
                    <a:pt x="1040" y="620"/>
                  </a:cubicBezTo>
                  <a:cubicBezTo>
                    <a:pt x="983" y="636"/>
                    <a:pt x="983" y="636"/>
                    <a:pt x="983" y="645"/>
                  </a:cubicBezTo>
                  <a:cubicBezTo>
                    <a:pt x="994" y="642"/>
                    <a:pt x="1003" y="641"/>
                    <a:pt x="1010" y="641"/>
                  </a:cubicBezTo>
                  <a:cubicBezTo>
                    <a:pt x="1047" y="641"/>
                    <a:pt x="1039" y="672"/>
                    <a:pt x="991" y="685"/>
                  </a:cubicBezTo>
                  <a:cubicBezTo>
                    <a:pt x="1048" y="677"/>
                    <a:pt x="1048" y="677"/>
                    <a:pt x="1048" y="677"/>
                  </a:cubicBezTo>
                  <a:lnTo>
                    <a:pt x="1048" y="677"/>
                  </a:lnTo>
                  <a:cubicBezTo>
                    <a:pt x="1000" y="694"/>
                    <a:pt x="984" y="701"/>
                    <a:pt x="990" y="701"/>
                  </a:cubicBezTo>
                  <a:cubicBezTo>
                    <a:pt x="996" y="701"/>
                    <a:pt x="1032" y="692"/>
                    <a:pt x="1082" y="678"/>
                  </a:cubicBezTo>
                  <a:lnTo>
                    <a:pt x="1082" y="678"/>
                  </a:lnTo>
                  <a:cubicBezTo>
                    <a:pt x="1074" y="680"/>
                    <a:pt x="1065" y="683"/>
                    <a:pt x="1056" y="685"/>
                  </a:cubicBezTo>
                  <a:cubicBezTo>
                    <a:pt x="996" y="707"/>
                    <a:pt x="968" y="717"/>
                    <a:pt x="971" y="717"/>
                  </a:cubicBezTo>
                  <a:cubicBezTo>
                    <a:pt x="974" y="717"/>
                    <a:pt x="1003" y="709"/>
                    <a:pt x="1056" y="693"/>
                  </a:cubicBezTo>
                  <a:cubicBezTo>
                    <a:pt x="1106" y="679"/>
                    <a:pt x="1134" y="673"/>
                    <a:pt x="1140" y="673"/>
                  </a:cubicBezTo>
                  <a:cubicBezTo>
                    <a:pt x="1148" y="673"/>
                    <a:pt x="1120" y="683"/>
                    <a:pt x="1056" y="701"/>
                  </a:cubicBezTo>
                  <a:cubicBezTo>
                    <a:pt x="995" y="719"/>
                    <a:pt x="967" y="727"/>
                    <a:pt x="972" y="727"/>
                  </a:cubicBezTo>
                  <a:cubicBezTo>
                    <a:pt x="975" y="727"/>
                    <a:pt x="1004" y="721"/>
                    <a:pt x="1056" y="709"/>
                  </a:cubicBezTo>
                  <a:cubicBezTo>
                    <a:pt x="1174" y="677"/>
                    <a:pt x="1247" y="661"/>
                    <a:pt x="1262" y="661"/>
                  </a:cubicBezTo>
                  <a:cubicBezTo>
                    <a:pt x="1277" y="661"/>
                    <a:pt x="1235" y="677"/>
                    <a:pt x="1121" y="709"/>
                  </a:cubicBezTo>
                  <a:cubicBezTo>
                    <a:pt x="999" y="742"/>
                    <a:pt x="943" y="766"/>
                    <a:pt x="943" y="766"/>
                  </a:cubicBezTo>
                  <a:cubicBezTo>
                    <a:pt x="983" y="758"/>
                    <a:pt x="1024" y="750"/>
                    <a:pt x="1064" y="734"/>
                  </a:cubicBezTo>
                  <a:cubicBezTo>
                    <a:pt x="1118" y="718"/>
                    <a:pt x="1146" y="710"/>
                    <a:pt x="1149" y="710"/>
                  </a:cubicBezTo>
                  <a:lnTo>
                    <a:pt x="1149" y="710"/>
                  </a:lnTo>
                  <a:cubicBezTo>
                    <a:pt x="1153" y="710"/>
                    <a:pt x="1124" y="720"/>
                    <a:pt x="1064" y="742"/>
                  </a:cubicBezTo>
                  <a:cubicBezTo>
                    <a:pt x="948" y="779"/>
                    <a:pt x="911" y="795"/>
                    <a:pt x="931" y="795"/>
                  </a:cubicBezTo>
                  <a:cubicBezTo>
                    <a:pt x="942" y="795"/>
                    <a:pt x="968" y="791"/>
                    <a:pt x="1008" y="782"/>
                  </a:cubicBezTo>
                  <a:cubicBezTo>
                    <a:pt x="1048" y="777"/>
                    <a:pt x="1075" y="774"/>
                    <a:pt x="1087" y="774"/>
                  </a:cubicBezTo>
                  <a:cubicBezTo>
                    <a:pt x="1111" y="774"/>
                    <a:pt x="1086" y="783"/>
                    <a:pt x="1008" y="799"/>
                  </a:cubicBezTo>
                  <a:cubicBezTo>
                    <a:pt x="936" y="814"/>
                    <a:pt x="909" y="820"/>
                    <a:pt x="914" y="820"/>
                  </a:cubicBezTo>
                  <a:cubicBezTo>
                    <a:pt x="917" y="820"/>
                    <a:pt x="930" y="818"/>
                    <a:pt x="951" y="815"/>
                  </a:cubicBezTo>
                  <a:cubicBezTo>
                    <a:pt x="951" y="815"/>
                    <a:pt x="951" y="823"/>
                    <a:pt x="951" y="831"/>
                  </a:cubicBezTo>
                  <a:cubicBezTo>
                    <a:pt x="991" y="823"/>
                    <a:pt x="1032" y="815"/>
                    <a:pt x="1072" y="807"/>
                  </a:cubicBezTo>
                  <a:lnTo>
                    <a:pt x="1072" y="807"/>
                  </a:lnTo>
                  <a:cubicBezTo>
                    <a:pt x="985" y="830"/>
                    <a:pt x="931" y="849"/>
                    <a:pt x="953" y="849"/>
                  </a:cubicBezTo>
                  <a:cubicBezTo>
                    <a:pt x="961" y="849"/>
                    <a:pt x="981" y="846"/>
                    <a:pt x="1016" y="839"/>
                  </a:cubicBezTo>
                  <a:cubicBezTo>
                    <a:pt x="1016" y="843"/>
                    <a:pt x="1016" y="845"/>
                    <a:pt x="1020" y="845"/>
                  </a:cubicBezTo>
                  <a:cubicBezTo>
                    <a:pt x="1025" y="845"/>
                    <a:pt x="1039" y="841"/>
                    <a:pt x="1072" y="831"/>
                  </a:cubicBezTo>
                  <a:cubicBezTo>
                    <a:pt x="1083" y="830"/>
                    <a:pt x="1089" y="829"/>
                    <a:pt x="1093" y="829"/>
                  </a:cubicBezTo>
                  <a:cubicBezTo>
                    <a:pt x="1108" y="829"/>
                    <a:pt x="1062" y="842"/>
                    <a:pt x="1016" y="855"/>
                  </a:cubicBezTo>
                  <a:cubicBezTo>
                    <a:pt x="975" y="873"/>
                    <a:pt x="934" y="886"/>
                    <a:pt x="935" y="886"/>
                  </a:cubicBezTo>
                  <a:cubicBezTo>
                    <a:pt x="936" y="886"/>
                    <a:pt x="943" y="884"/>
                    <a:pt x="959" y="880"/>
                  </a:cubicBezTo>
                  <a:cubicBezTo>
                    <a:pt x="1016" y="864"/>
                    <a:pt x="1072" y="855"/>
                    <a:pt x="1137" y="847"/>
                  </a:cubicBezTo>
                  <a:cubicBezTo>
                    <a:pt x="1151" y="843"/>
                    <a:pt x="1158" y="842"/>
                    <a:pt x="1160" y="842"/>
                  </a:cubicBezTo>
                  <a:lnTo>
                    <a:pt x="1160" y="842"/>
                  </a:lnTo>
                  <a:cubicBezTo>
                    <a:pt x="1167" y="842"/>
                    <a:pt x="1124" y="857"/>
                    <a:pt x="1081" y="864"/>
                  </a:cubicBezTo>
                  <a:cubicBezTo>
                    <a:pt x="1040" y="872"/>
                    <a:pt x="999" y="888"/>
                    <a:pt x="959" y="896"/>
                  </a:cubicBezTo>
                  <a:cubicBezTo>
                    <a:pt x="959" y="901"/>
                    <a:pt x="962" y="905"/>
                    <a:pt x="975" y="905"/>
                  </a:cubicBezTo>
                  <a:cubicBezTo>
                    <a:pt x="984" y="905"/>
                    <a:pt x="1000" y="903"/>
                    <a:pt x="1024" y="896"/>
                  </a:cubicBezTo>
                  <a:cubicBezTo>
                    <a:pt x="1040" y="891"/>
                    <a:pt x="1051" y="889"/>
                    <a:pt x="1058" y="889"/>
                  </a:cubicBezTo>
                  <a:cubicBezTo>
                    <a:pt x="1076" y="889"/>
                    <a:pt x="1065" y="903"/>
                    <a:pt x="1024" y="920"/>
                  </a:cubicBezTo>
                  <a:cubicBezTo>
                    <a:pt x="1024" y="922"/>
                    <a:pt x="1026" y="923"/>
                    <a:pt x="1030" y="923"/>
                  </a:cubicBezTo>
                  <a:cubicBezTo>
                    <a:pt x="1041" y="923"/>
                    <a:pt x="1063" y="918"/>
                    <a:pt x="1074" y="918"/>
                  </a:cubicBezTo>
                  <a:cubicBezTo>
                    <a:pt x="1078" y="918"/>
                    <a:pt x="1081" y="919"/>
                    <a:pt x="1081" y="920"/>
                  </a:cubicBezTo>
                  <a:cubicBezTo>
                    <a:pt x="1081" y="920"/>
                    <a:pt x="1081" y="920"/>
                    <a:pt x="1145" y="912"/>
                  </a:cubicBezTo>
                  <a:lnTo>
                    <a:pt x="1145" y="912"/>
                  </a:lnTo>
                  <a:cubicBezTo>
                    <a:pt x="1145" y="912"/>
                    <a:pt x="1145" y="915"/>
                    <a:pt x="1135" y="918"/>
                  </a:cubicBezTo>
                  <a:lnTo>
                    <a:pt x="1135" y="918"/>
                  </a:lnTo>
                  <a:cubicBezTo>
                    <a:pt x="1158" y="914"/>
                    <a:pt x="1171" y="911"/>
                    <a:pt x="1173" y="911"/>
                  </a:cubicBezTo>
                  <a:lnTo>
                    <a:pt x="1173" y="911"/>
                  </a:lnTo>
                  <a:cubicBezTo>
                    <a:pt x="1178" y="911"/>
                    <a:pt x="1149" y="919"/>
                    <a:pt x="1089" y="936"/>
                  </a:cubicBezTo>
                  <a:cubicBezTo>
                    <a:pt x="1023" y="954"/>
                    <a:pt x="993" y="962"/>
                    <a:pt x="998" y="962"/>
                  </a:cubicBezTo>
                  <a:cubicBezTo>
                    <a:pt x="1002" y="962"/>
                    <a:pt x="1032" y="956"/>
                    <a:pt x="1089" y="945"/>
                  </a:cubicBezTo>
                  <a:lnTo>
                    <a:pt x="1089" y="945"/>
                  </a:lnTo>
                  <a:cubicBezTo>
                    <a:pt x="1049" y="955"/>
                    <a:pt x="1036" y="962"/>
                    <a:pt x="1046" y="962"/>
                  </a:cubicBezTo>
                  <a:cubicBezTo>
                    <a:pt x="1052" y="962"/>
                    <a:pt x="1067" y="959"/>
                    <a:pt x="1089" y="953"/>
                  </a:cubicBezTo>
                  <a:cubicBezTo>
                    <a:pt x="1149" y="940"/>
                    <a:pt x="1194" y="931"/>
                    <a:pt x="1205" y="931"/>
                  </a:cubicBezTo>
                  <a:cubicBezTo>
                    <a:pt x="1214" y="931"/>
                    <a:pt x="1198" y="938"/>
                    <a:pt x="1145" y="953"/>
                  </a:cubicBezTo>
                  <a:cubicBezTo>
                    <a:pt x="1145" y="953"/>
                    <a:pt x="1145" y="953"/>
                    <a:pt x="1202" y="945"/>
                  </a:cubicBezTo>
                  <a:lnTo>
                    <a:pt x="1202" y="945"/>
                  </a:lnTo>
                  <a:cubicBezTo>
                    <a:pt x="1133" y="964"/>
                    <a:pt x="1106" y="975"/>
                    <a:pt x="1121" y="975"/>
                  </a:cubicBezTo>
                  <a:cubicBezTo>
                    <a:pt x="1130" y="975"/>
                    <a:pt x="1157" y="970"/>
                    <a:pt x="1202" y="961"/>
                  </a:cubicBezTo>
                  <a:lnTo>
                    <a:pt x="1202" y="961"/>
                  </a:lnTo>
                  <a:cubicBezTo>
                    <a:pt x="1162" y="978"/>
                    <a:pt x="1123" y="999"/>
                    <a:pt x="1144" y="999"/>
                  </a:cubicBezTo>
                  <a:cubicBezTo>
                    <a:pt x="1153" y="999"/>
                    <a:pt x="1174" y="995"/>
                    <a:pt x="1210" y="985"/>
                  </a:cubicBezTo>
                  <a:lnTo>
                    <a:pt x="1210" y="993"/>
                  </a:lnTo>
                  <a:cubicBezTo>
                    <a:pt x="1174" y="1009"/>
                    <a:pt x="1161" y="1014"/>
                    <a:pt x="1171" y="1014"/>
                  </a:cubicBezTo>
                  <a:cubicBezTo>
                    <a:pt x="1176" y="1014"/>
                    <a:pt x="1189" y="1012"/>
                    <a:pt x="1210" y="1009"/>
                  </a:cubicBezTo>
                  <a:lnTo>
                    <a:pt x="1267" y="1001"/>
                  </a:lnTo>
                  <a:lnTo>
                    <a:pt x="1267" y="1001"/>
                  </a:lnTo>
                  <a:cubicBezTo>
                    <a:pt x="1226" y="1009"/>
                    <a:pt x="1194" y="1018"/>
                    <a:pt x="1154" y="1034"/>
                  </a:cubicBezTo>
                  <a:cubicBezTo>
                    <a:pt x="1154" y="1034"/>
                    <a:pt x="1154" y="1034"/>
                    <a:pt x="1210" y="1018"/>
                  </a:cubicBezTo>
                  <a:cubicBezTo>
                    <a:pt x="1239" y="1009"/>
                    <a:pt x="1253" y="1007"/>
                    <a:pt x="1260" y="1007"/>
                  </a:cubicBezTo>
                  <a:cubicBezTo>
                    <a:pt x="1267" y="1007"/>
                    <a:pt x="1267" y="1009"/>
                    <a:pt x="1267" y="1009"/>
                  </a:cubicBezTo>
                  <a:cubicBezTo>
                    <a:pt x="1235" y="1026"/>
                    <a:pt x="1194" y="1034"/>
                    <a:pt x="1154" y="1042"/>
                  </a:cubicBezTo>
                  <a:lnTo>
                    <a:pt x="1154" y="1050"/>
                  </a:lnTo>
                  <a:cubicBezTo>
                    <a:pt x="1216" y="1037"/>
                    <a:pt x="1247" y="1031"/>
                    <a:pt x="1251" y="1031"/>
                  </a:cubicBezTo>
                  <a:lnTo>
                    <a:pt x="1251" y="1031"/>
                  </a:lnTo>
                  <a:cubicBezTo>
                    <a:pt x="1254" y="1031"/>
                    <a:pt x="1239" y="1035"/>
                    <a:pt x="1210" y="1042"/>
                  </a:cubicBezTo>
                  <a:cubicBezTo>
                    <a:pt x="1154" y="1058"/>
                    <a:pt x="1154" y="1058"/>
                    <a:pt x="1154" y="1058"/>
                  </a:cubicBezTo>
                  <a:cubicBezTo>
                    <a:pt x="1166" y="1056"/>
                    <a:pt x="1172" y="1056"/>
                    <a:pt x="1176" y="1056"/>
                  </a:cubicBezTo>
                  <a:cubicBezTo>
                    <a:pt x="1185" y="1056"/>
                    <a:pt x="1169" y="1060"/>
                    <a:pt x="1160" y="1060"/>
                  </a:cubicBezTo>
                  <a:cubicBezTo>
                    <a:pt x="1156" y="1060"/>
                    <a:pt x="1154" y="1060"/>
                    <a:pt x="1154" y="1058"/>
                  </a:cubicBezTo>
                  <a:lnTo>
                    <a:pt x="1097" y="1074"/>
                  </a:lnTo>
                  <a:cubicBezTo>
                    <a:pt x="1079" y="1079"/>
                    <a:pt x="1072" y="1081"/>
                    <a:pt x="1073" y="1081"/>
                  </a:cubicBezTo>
                  <a:cubicBezTo>
                    <a:pt x="1075" y="1081"/>
                    <a:pt x="1114" y="1072"/>
                    <a:pt x="1154" y="1066"/>
                  </a:cubicBezTo>
                  <a:lnTo>
                    <a:pt x="1154" y="1074"/>
                  </a:lnTo>
                  <a:cubicBezTo>
                    <a:pt x="1154" y="1074"/>
                    <a:pt x="1154" y="1074"/>
                    <a:pt x="1210" y="1058"/>
                  </a:cubicBezTo>
                  <a:cubicBezTo>
                    <a:pt x="1251" y="1050"/>
                    <a:pt x="1291" y="1042"/>
                    <a:pt x="1332" y="1042"/>
                  </a:cubicBezTo>
                  <a:cubicBezTo>
                    <a:pt x="1291" y="1050"/>
                    <a:pt x="1251" y="1058"/>
                    <a:pt x="1218" y="1066"/>
                  </a:cubicBezTo>
                  <a:cubicBezTo>
                    <a:pt x="1194" y="1074"/>
                    <a:pt x="1178" y="1082"/>
                    <a:pt x="1154" y="1082"/>
                  </a:cubicBezTo>
                  <a:cubicBezTo>
                    <a:pt x="1082" y="1098"/>
                    <a:pt x="1078" y="1103"/>
                    <a:pt x="1100" y="1103"/>
                  </a:cubicBezTo>
                  <a:cubicBezTo>
                    <a:pt x="1112" y="1103"/>
                    <a:pt x="1133" y="1102"/>
                    <a:pt x="1154" y="1099"/>
                  </a:cubicBezTo>
                  <a:cubicBezTo>
                    <a:pt x="1208" y="1091"/>
                    <a:pt x="1238" y="1087"/>
                    <a:pt x="1245" y="1087"/>
                  </a:cubicBezTo>
                  <a:cubicBezTo>
                    <a:pt x="1252" y="1087"/>
                    <a:pt x="1224" y="1093"/>
                    <a:pt x="1162" y="1107"/>
                  </a:cubicBezTo>
                  <a:cubicBezTo>
                    <a:pt x="1121" y="1115"/>
                    <a:pt x="1108" y="1118"/>
                    <a:pt x="1114" y="1118"/>
                  </a:cubicBezTo>
                  <a:cubicBezTo>
                    <a:pt x="1126" y="1118"/>
                    <a:pt x="1218" y="1104"/>
                    <a:pt x="1332" y="1082"/>
                  </a:cubicBezTo>
                  <a:lnTo>
                    <a:pt x="1332" y="1082"/>
                  </a:lnTo>
                  <a:cubicBezTo>
                    <a:pt x="1179" y="1119"/>
                    <a:pt x="1125" y="1132"/>
                    <a:pt x="1140" y="1132"/>
                  </a:cubicBezTo>
                  <a:cubicBezTo>
                    <a:pt x="1148" y="1132"/>
                    <a:pt x="1176" y="1129"/>
                    <a:pt x="1218" y="1123"/>
                  </a:cubicBezTo>
                  <a:cubicBezTo>
                    <a:pt x="1242" y="1120"/>
                    <a:pt x="1256" y="1118"/>
                    <a:pt x="1260" y="1118"/>
                  </a:cubicBezTo>
                  <a:cubicBezTo>
                    <a:pt x="1265" y="1118"/>
                    <a:pt x="1252" y="1122"/>
                    <a:pt x="1218" y="1131"/>
                  </a:cubicBezTo>
                  <a:cubicBezTo>
                    <a:pt x="1162" y="1139"/>
                    <a:pt x="1162" y="1147"/>
                    <a:pt x="1162" y="1155"/>
                  </a:cubicBezTo>
                  <a:cubicBezTo>
                    <a:pt x="1162" y="1160"/>
                    <a:pt x="1162" y="1165"/>
                    <a:pt x="1173" y="1165"/>
                  </a:cubicBezTo>
                  <a:cubicBezTo>
                    <a:pt x="1181" y="1165"/>
                    <a:pt x="1194" y="1162"/>
                    <a:pt x="1218" y="1155"/>
                  </a:cubicBezTo>
                  <a:lnTo>
                    <a:pt x="1218" y="1163"/>
                  </a:lnTo>
                  <a:cubicBezTo>
                    <a:pt x="1166" y="1175"/>
                    <a:pt x="1150" y="1181"/>
                    <a:pt x="1160" y="1181"/>
                  </a:cubicBezTo>
                  <a:cubicBezTo>
                    <a:pt x="1172" y="1181"/>
                    <a:pt x="1218" y="1173"/>
                    <a:pt x="1283" y="1155"/>
                  </a:cubicBezTo>
                  <a:lnTo>
                    <a:pt x="1283" y="1163"/>
                  </a:lnTo>
                  <a:lnTo>
                    <a:pt x="1218" y="1180"/>
                  </a:lnTo>
                  <a:cubicBezTo>
                    <a:pt x="1162" y="1188"/>
                    <a:pt x="1162" y="1196"/>
                    <a:pt x="1162" y="1220"/>
                  </a:cubicBezTo>
                  <a:cubicBezTo>
                    <a:pt x="1162" y="1239"/>
                    <a:pt x="1162" y="1247"/>
                    <a:pt x="1186" y="1247"/>
                  </a:cubicBezTo>
                  <a:cubicBezTo>
                    <a:pt x="1203" y="1247"/>
                    <a:pt x="1233" y="1243"/>
                    <a:pt x="1283" y="1236"/>
                  </a:cubicBezTo>
                  <a:lnTo>
                    <a:pt x="1283" y="1236"/>
                  </a:lnTo>
                  <a:cubicBezTo>
                    <a:pt x="1242" y="1248"/>
                    <a:pt x="1196" y="1256"/>
                    <a:pt x="1200" y="1256"/>
                  </a:cubicBezTo>
                  <a:cubicBezTo>
                    <a:pt x="1201" y="1256"/>
                    <a:pt x="1209" y="1255"/>
                    <a:pt x="1226" y="1253"/>
                  </a:cubicBezTo>
                  <a:lnTo>
                    <a:pt x="1226" y="1253"/>
                  </a:lnTo>
                  <a:cubicBezTo>
                    <a:pt x="1226" y="1253"/>
                    <a:pt x="1226" y="1261"/>
                    <a:pt x="1170" y="1277"/>
                  </a:cubicBezTo>
                  <a:cubicBezTo>
                    <a:pt x="1103" y="1290"/>
                    <a:pt x="1090" y="1296"/>
                    <a:pt x="1103" y="1296"/>
                  </a:cubicBezTo>
                  <a:cubicBezTo>
                    <a:pt x="1113" y="1296"/>
                    <a:pt x="1141" y="1292"/>
                    <a:pt x="1170" y="1285"/>
                  </a:cubicBezTo>
                  <a:cubicBezTo>
                    <a:pt x="1211" y="1276"/>
                    <a:pt x="1230" y="1273"/>
                    <a:pt x="1234" y="1273"/>
                  </a:cubicBezTo>
                  <a:lnTo>
                    <a:pt x="1234" y="1273"/>
                  </a:lnTo>
                  <a:cubicBezTo>
                    <a:pt x="1242" y="1273"/>
                    <a:pt x="1206" y="1283"/>
                    <a:pt x="1170" y="1293"/>
                  </a:cubicBezTo>
                  <a:cubicBezTo>
                    <a:pt x="1117" y="1300"/>
                    <a:pt x="1070" y="1312"/>
                    <a:pt x="1084" y="1312"/>
                  </a:cubicBezTo>
                  <a:cubicBezTo>
                    <a:pt x="1087" y="1312"/>
                    <a:pt x="1094" y="1311"/>
                    <a:pt x="1105" y="1309"/>
                  </a:cubicBezTo>
                  <a:cubicBezTo>
                    <a:pt x="1121" y="1307"/>
                    <a:pt x="1137" y="1306"/>
                    <a:pt x="1149" y="1306"/>
                  </a:cubicBezTo>
                  <a:cubicBezTo>
                    <a:pt x="1187" y="1306"/>
                    <a:pt x="1196" y="1316"/>
                    <a:pt x="1105" y="1334"/>
                  </a:cubicBezTo>
                  <a:cubicBezTo>
                    <a:pt x="1124" y="1331"/>
                    <a:pt x="1137" y="1330"/>
                    <a:pt x="1147" y="1330"/>
                  </a:cubicBezTo>
                  <a:cubicBezTo>
                    <a:pt x="1170" y="1330"/>
                    <a:pt x="1170" y="1336"/>
                    <a:pt x="1170" y="1342"/>
                  </a:cubicBezTo>
                  <a:cubicBezTo>
                    <a:pt x="1170" y="1350"/>
                    <a:pt x="1170" y="1350"/>
                    <a:pt x="1105" y="1358"/>
                  </a:cubicBezTo>
                  <a:cubicBezTo>
                    <a:pt x="1048" y="1366"/>
                    <a:pt x="1048" y="1366"/>
                    <a:pt x="1105" y="1366"/>
                  </a:cubicBezTo>
                  <a:cubicBezTo>
                    <a:pt x="1105" y="1366"/>
                    <a:pt x="1226" y="1358"/>
                    <a:pt x="1226" y="1358"/>
                  </a:cubicBezTo>
                  <a:cubicBezTo>
                    <a:pt x="1267" y="1350"/>
                    <a:pt x="1308" y="1342"/>
                    <a:pt x="1348" y="1342"/>
                  </a:cubicBezTo>
                  <a:lnTo>
                    <a:pt x="1283" y="1358"/>
                  </a:lnTo>
                  <a:lnTo>
                    <a:pt x="1170" y="1374"/>
                  </a:lnTo>
                  <a:cubicBezTo>
                    <a:pt x="1170" y="1374"/>
                    <a:pt x="1170" y="1378"/>
                    <a:pt x="1187" y="1378"/>
                  </a:cubicBezTo>
                  <a:cubicBezTo>
                    <a:pt x="1195" y="1378"/>
                    <a:pt x="1208" y="1377"/>
                    <a:pt x="1226" y="1374"/>
                  </a:cubicBezTo>
                  <a:lnTo>
                    <a:pt x="1226" y="1374"/>
                  </a:lnTo>
                  <a:cubicBezTo>
                    <a:pt x="1170" y="1382"/>
                    <a:pt x="1170" y="1391"/>
                    <a:pt x="1170" y="1391"/>
                  </a:cubicBezTo>
                  <a:cubicBezTo>
                    <a:pt x="1170" y="1396"/>
                    <a:pt x="1170" y="1402"/>
                    <a:pt x="1190" y="1402"/>
                  </a:cubicBezTo>
                  <a:cubicBezTo>
                    <a:pt x="1198" y="1402"/>
                    <a:pt x="1210" y="1401"/>
                    <a:pt x="1226" y="1399"/>
                  </a:cubicBezTo>
                  <a:lnTo>
                    <a:pt x="1226" y="1399"/>
                  </a:lnTo>
                  <a:cubicBezTo>
                    <a:pt x="1133" y="1419"/>
                    <a:pt x="1117" y="1433"/>
                    <a:pt x="1177" y="1433"/>
                  </a:cubicBezTo>
                  <a:cubicBezTo>
                    <a:pt x="1190" y="1433"/>
                    <a:pt x="1206" y="1432"/>
                    <a:pt x="1226" y="1431"/>
                  </a:cubicBezTo>
                  <a:lnTo>
                    <a:pt x="1226" y="1431"/>
                  </a:lnTo>
                  <a:cubicBezTo>
                    <a:pt x="1193" y="1441"/>
                    <a:pt x="1179" y="1444"/>
                    <a:pt x="1185" y="1444"/>
                  </a:cubicBezTo>
                  <a:cubicBezTo>
                    <a:pt x="1189" y="1444"/>
                    <a:pt x="1203" y="1443"/>
                    <a:pt x="1226" y="1439"/>
                  </a:cubicBezTo>
                  <a:cubicBezTo>
                    <a:pt x="1283" y="1439"/>
                    <a:pt x="1226" y="1447"/>
                    <a:pt x="1170" y="1463"/>
                  </a:cubicBezTo>
                  <a:cubicBezTo>
                    <a:pt x="1048" y="1480"/>
                    <a:pt x="1048" y="1480"/>
                    <a:pt x="1113" y="1480"/>
                  </a:cubicBezTo>
                  <a:cubicBezTo>
                    <a:pt x="1170" y="1480"/>
                    <a:pt x="1170" y="1480"/>
                    <a:pt x="1170" y="1488"/>
                  </a:cubicBezTo>
                  <a:cubicBezTo>
                    <a:pt x="1210" y="1488"/>
                    <a:pt x="1251" y="1488"/>
                    <a:pt x="1291" y="1480"/>
                  </a:cubicBezTo>
                  <a:lnTo>
                    <a:pt x="1405" y="1463"/>
                  </a:lnTo>
                  <a:cubicBezTo>
                    <a:pt x="1462" y="1463"/>
                    <a:pt x="1405" y="1472"/>
                    <a:pt x="1405" y="1472"/>
                  </a:cubicBezTo>
                  <a:cubicBezTo>
                    <a:pt x="1364" y="1472"/>
                    <a:pt x="1324" y="1472"/>
                    <a:pt x="1291" y="1488"/>
                  </a:cubicBezTo>
                  <a:cubicBezTo>
                    <a:pt x="1226" y="1496"/>
                    <a:pt x="1226" y="1504"/>
                    <a:pt x="1226" y="1504"/>
                  </a:cubicBezTo>
                  <a:lnTo>
                    <a:pt x="1226" y="1520"/>
                  </a:lnTo>
                  <a:cubicBezTo>
                    <a:pt x="1193" y="1530"/>
                    <a:pt x="1179" y="1534"/>
                    <a:pt x="1185" y="1534"/>
                  </a:cubicBezTo>
                  <a:cubicBezTo>
                    <a:pt x="1189" y="1534"/>
                    <a:pt x="1203" y="1532"/>
                    <a:pt x="1226" y="1528"/>
                  </a:cubicBezTo>
                  <a:lnTo>
                    <a:pt x="1291" y="1528"/>
                  </a:lnTo>
                  <a:cubicBezTo>
                    <a:pt x="1183" y="1543"/>
                    <a:pt x="1171" y="1570"/>
                    <a:pt x="1256" y="1570"/>
                  </a:cubicBezTo>
                  <a:cubicBezTo>
                    <a:pt x="1266" y="1570"/>
                    <a:pt x="1278" y="1570"/>
                    <a:pt x="1291" y="1569"/>
                  </a:cubicBezTo>
                  <a:lnTo>
                    <a:pt x="1291" y="1569"/>
                  </a:lnTo>
                  <a:lnTo>
                    <a:pt x="1226" y="1577"/>
                  </a:lnTo>
                  <a:cubicBezTo>
                    <a:pt x="1170" y="1585"/>
                    <a:pt x="1170" y="1585"/>
                    <a:pt x="1170" y="1593"/>
                  </a:cubicBezTo>
                  <a:cubicBezTo>
                    <a:pt x="1170" y="1593"/>
                    <a:pt x="1226" y="1601"/>
                    <a:pt x="1226" y="1609"/>
                  </a:cubicBezTo>
                  <a:cubicBezTo>
                    <a:pt x="1226" y="1621"/>
                    <a:pt x="1226" y="1629"/>
                    <a:pt x="1249" y="1629"/>
                  </a:cubicBezTo>
                  <a:cubicBezTo>
                    <a:pt x="1257" y="1629"/>
                    <a:pt x="1268" y="1628"/>
                    <a:pt x="1283" y="1626"/>
                  </a:cubicBezTo>
                  <a:lnTo>
                    <a:pt x="1283" y="1626"/>
                  </a:lnTo>
                  <a:cubicBezTo>
                    <a:pt x="1283" y="1634"/>
                    <a:pt x="1283" y="1634"/>
                    <a:pt x="1226" y="1642"/>
                  </a:cubicBezTo>
                  <a:cubicBezTo>
                    <a:pt x="1170" y="1642"/>
                    <a:pt x="1170" y="1642"/>
                    <a:pt x="1170" y="1650"/>
                  </a:cubicBezTo>
                  <a:cubicBezTo>
                    <a:pt x="1210" y="1650"/>
                    <a:pt x="1243" y="1642"/>
                    <a:pt x="1283" y="1642"/>
                  </a:cubicBezTo>
                  <a:cubicBezTo>
                    <a:pt x="1310" y="1638"/>
                    <a:pt x="1326" y="1637"/>
                    <a:pt x="1330" y="1637"/>
                  </a:cubicBezTo>
                  <a:cubicBezTo>
                    <a:pt x="1337" y="1637"/>
                    <a:pt x="1321" y="1640"/>
                    <a:pt x="1283" y="1650"/>
                  </a:cubicBezTo>
                  <a:cubicBezTo>
                    <a:pt x="1226" y="1666"/>
                    <a:pt x="1226" y="1674"/>
                    <a:pt x="1283" y="1674"/>
                  </a:cubicBezTo>
                  <a:cubicBezTo>
                    <a:pt x="1283" y="1682"/>
                    <a:pt x="1283" y="1682"/>
                    <a:pt x="1226" y="1690"/>
                  </a:cubicBezTo>
                  <a:cubicBezTo>
                    <a:pt x="1162" y="1699"/>
                    <a:pt x="1105" y="1707"/>
                    <a:pt x="1226" y="1707"/>
                  </a:cubicBezTo>
                  <a:cubicBezTo>
                    <a:pt x="1226" y="1707"/>
                    <a:pt x="1226" y="1707"/>
                    <a:pt x="1162" y="1715"/>
                  </a:cubicBezTo>
                  <a:cubicBezTo>
                    <a:pt x="1121" y="1721"/>
                    <a:pt x="1081" y="1726"/>
                    <a:pt x="1101" y="1726"/>
                  </a:cubicBezTo>
                  <a:cubicBezTo>
                    <a:pt x="1110" y="1726"/>
                    <a:pt x="1128" y="1725"/>
                    <a:pt x="1162" y="1723"/>
                  </a:cubicBezTo>
                  <a:cubicBezTo>
                    <a:pt x="1226" y="1723"/>
                    <a:pt x="1226" y="1731"/>
                    <a:pt x="1162" y="1747"/>
                  </a:cubicBezTo>
                  <a:lnTo>
                    <a:pt x="1223" y="1747"/>
                  </a:lnTo>
                  <a:cubicBezTo>
                    <a:pt x="1196" y="1751"/>
                    <a:pt x="1187" y="1753"/>
                    <a:pt x="1195" y="1753"/>
                  </a:cubicBezTo>
                  <a:cubicBezTo>
                    <a:pt x="1203" y="1753"/>
                    <a:pt x="1233" y="1751"/>
                    <a:pt x="1283" y="1747"/>
                  </a:cubicBezTo>
                  <a:lnTo>
                    <a:pt x="1283" y="1747"/>
                  </a:lnTo>
                  <a:cubicBezTo>
                    <a:pt x="1226" y="1755"/>
                    <a:pt x="1226" y="1763"/>
                    <a:pt x="1226" y="1763"/>
                  </a:cubicBezTo>
                  <a:cubicBezTo>
                    <a:pt x="1226" y="1763"/>
                    <a:pt x="1283" y="1780"/>
                    <a:pt x="1283" y="1796"/>
                  </a:cubicBezTo>
                  <a:cubicBezTo>
                    <a:pt x="1275" y="1820"/>
                    <a:pt x="1275" y="1828"/>
                    <a:pt x="1340" y="1828"/>
                  </a:cubicBezTo>
                  <a:cubicBezTo>
                    <a:pt x="1397" y="1828"/>
                    <a:pt x="1397" y="1828"/>
                    <a:pt x="1340" y="1836"/>
                  </a:cubicBezTo>
                  <a:cubicBezTo>
                    <a:pt x="1275" y="1845"/>
                    <a:pt x="1275" y="1845"/>
                    <a:pt x="1275" y="1845"/>
                  </a:cubicBezTo>
                  <a:cubicBezTo>
                    <a:pt x="1275" y="1853"/>
                    <a:pt x="1275" y="1853"/>
                    <a:pt x="1218" y="1861"/>
                  </a:cubicBezTo>
                  <a:lnTo>
                    <a:pt x="1275" y="1861"/>
                  </a:lnTo>
                  <a:cubicBezTo>
                    <a:pt x="1218" y="1861"/>
                    <a:pt x="1218" y="1869"/>
                    <a:pt x="1275" y="1869"/>
                  </a:cubicBezTo>
                  <a:cubicBezTo>
                    <a:pt x="1235" y="1875"/>
                    <a:pt x="1191" y="1880"/>
                    <a:pt x="1191" y="1880"/>
                  </a:cubicBezTo>
                  <a:cubicBezTo>
                    <a:pt x="1192" y="1880"/>
                    <a:pt x="1199" y="1879"/>
                    <a:pt x="1218" y="1877"/>
                  </a:cubicBezTo>
                  <a:cubicBezTo>
                    <a:pt x="1275" y="1877"/>
                    <a:pt x="1275" y="1885"/>
                    <a:pt x="1332" y="1885"/>
                  </a:cubicBezTo>
                  <a:cubicBezTo>
                    <a:pt x="1332" y="1885"/>
                    <a:pt x="1332" y="1893"/>
                    <a:pt x="1275" y="1893"/>
                  </a:cubicBezTo>
                  <a:cubicBezTo>
                    <a:pt x="1218" y="1901"/>
                    <a:pt x="1275" y="1918"/>
                    <a:pt x="1332" y="1918"/>
                  </a:cubicBezTo>
                  <a:cubicBezTo>
                    <a:pt x="1351" y="1915"/>
                    <a:pt x="1363" y="1914"/>
                    <a:pt x="1370" y="1914"/>
                  </a:cubicBezTo>
                  <a:cubicBezTo>
                    <a:pt x="1382" y="1914"/>
                    <a:pt x="1370" y="1918"/>
                    <a:pt x="1332" y="1918"/>
                  </a:cubicBezTo>
                  <a:cubicBezTo>
                    <a:pt x="1275" y="1918"/>
                    <a:pt x="1275" y="1926"/>
                    <a:pt x="1275" y="1926"/>
                  </a:cubicBezTo>
                  <a:cubicBezTo>
                    <a:pt x="1332" y="1926"/>
                    <a:pt x="1275" y="1934"/>
                    <a:pt x="1210" y="1934"/>
                  </a:cubicBezTo>
                  <a:cubicBezTo>
                    <a:pt x="1154" y="1934"/>
                    <a:pt x="1154" y="1934"/>
                    <a:pt x="1154" y="1942"/>
                  </a:cubicBezTo>
                  <a:cubicBezTo>
                    <a:pt x="1210" y="1942"/>
                    <a:pt x="1210" y="1958"/>
                    <a:pt x="1210" y="1966"/>
                  </a:cubicBezTo>
                  <a:cubicBezTo>
                    <a:pt x="1210" y="1982"/>
                    <a:pt x="1267" y="1982"/>
                    <a:pt x="1389" y="1982"/>
                  </a:cubicBezTo>
                  <a:lnTo>
                    <a:pt x="1502" y="1982"/>
                  </a:lnTo>
                  <a:lnTo>
                    <a:pt x="1389" y="1990"/>
                  </a:lnTo>
                  <a:lnTo>
                    <a:pt x="1202" y="1999"/>
                  </a:lnTo>
                  <a:cubicBezTo>
                    <a:pt x="1216" y="2001"/>
                    <a:pt x="1229" y="2002"/>
                    <a:pt x="1243" y="2002"/>
                  </a:cubicBezTo>
                  <a:cubicBezTo>
                    <a:pt x="1270" y="2002"/>
                    <a:pt x="1297" y="1999"/>
                    <a:pt x="1324" y="1999"/>
                  </a:cubicBezTo>
                  <a:cubicBezTo>
                    <a:pt x="1389" y="1999"/>
                    <a:pt x="1381" y="1999"/>
                    <a:pt x="1324" y="2007"/>
                  </a:cubicBezTo>
                  <a:cubicBezTo>
                    <a:pt x="1267" y="2015"/>
                    <a:pt x="1267" y="2023"/>
                    <a:pt x="1324" y="2023"/>
                  </a:cubicBezTo>
                  <a:cubicBezTo>
                    <a:pt x="1324" y="2023"/>
                    <a:pt x="1324" y="2031"/>
                    <a:pt x="1259" y="2031"/>
                  </a:cubicBezTo>
                  <a:cubicBezTo>
                    <a:pt x="1259" y="2039"/>
                    <a:pt x="1259" y="2039"/>
                    <a:pt x="1324" y="2039"/>
                  </a:cubicBezTo>
                  <a:cubicBezTo>
                    <a:pt x="1343" y="2036"/>
                    <a:pt x="1355" y="2036"/>
                    <a:pt x="1362" y="2036"/>
                  </a:cubicBezTo>
                  <a:cubicBezTo>
                    <a:pt x="1374" y="2036"/>
                    <a:pt x="1362" y="2039"/>
                    <a:pt x="1324" y="2039"/>
                  </a:cubicBezTo>
                  <a:cubicBezTo>
                    <a:pt x="1225" y="2046"/>
                    <a:pt x="1207" y="2058"/>
                    <a:pt x="1233" y="2058"/>
                  </a:cubicBezTo>
                  <a:cubicBezTo>
                    <a:pt x="1239" y="2058"/>
                    <a:pt x="1248" y="2057"/>
                    <a:pt x="1259" y="2055"/>
                  </a:cubicBezTo>
                  <a:cubicBezTo>
                    <a:pt x="1324" y="2055"/>
                    <a:pt x="1316" y="2055"/>
                    <a:pt x="1316" y="2063"/>
                  </a:cubicBezTo>
                  <a:cubicBezTo>
                    <a:pt x="1316" y="2063"/>
                    <a:pt x="1316" y="2072"/>
                    <a:pt x="1381" y="2072"/>
                  </a:cubicBezTo>
                  <a:lnTo>
                    <a:pt x="1381" y="2080"/>
                  </a:lnTo>
                  <a:lnTo>
                    <a:pt x="1259" y="2080"/>
                  </a:lnTo>
                  <a:cubicBezTo>
                    <a:pt x="1259" y="2088"/>
                    <a:pt x="1259" y="2088"/>
                    <a:pt x="1316" y="2096"/>
                  </a:cubicBezTo>
                  <a:cubicBezTo>
                    <a:pt x="1259" y="2096"/>
                    <a:pt x="1194" y="2104"/>
                    <a:pt x="1259" y="2104"/>
                  </a:cubicBezTo>
                  <a:cubicBezTo>
                    <a:pt x="1372" y="2104"/>
                    <a:pt x="1316" y="2112"/>
                    <a:pt x="1251" y="2112"/>
                  </a:cubicBezTo>
                  <a:cubicBezTo>
                    <a:pt x="1137" y="2112"/>
                    <a:pt x="1137" y="2112"/>
                    <a:pt x="1251" y="2120"/>
                  </a:cubicBezTo>
                  <a:cubicBezTo>
                    <a:pt x="1251" y="2128"/>
                    <a:pt x="1308" y="2136"/>
                    <a:pt x="1308" y="2153"/>
                  </a:cubicBezTo>
                  <a:cubicBezTo>
                    <a:pt x="1308" y="2160"/>
                    <a:pt x="1308" y="2167"/>
                    <a:pt x="1266" y="2174"/>
                  </a:cubicBezTo>
                  <a:lnTo>
                    <a:pt x="1266" y="2174"/>
                  </a:lnTo>
                  <a:cubicBezTo>
                    <a:pt x="1308" y="2174"/>
                    <a:pt x="1308" y="2179"/>
                    <a:pt x="1308" y="2185"/>
                  </a:cubicBezTo>
                  <a:cubicBezTo>
                    <a:pt x="1243" y="2193"/>
                    <a:pt x="1299" y="2201"/>
                    <a:pt x="1364" y="2209"/>
                  </a:cubicBezTo>
                  <a:lnTo>
                    <a:pt x="1364" y="2201"/>
                  </a:lnTo>
                  <a:cubicBezTo>
                    <a:pt x="1486" y="2201"/>
                    <a:pt x="1478" y="2201"/>
                    <a:pt x="1421" y="2209"/>
                  </a:cubicBezTo>
                  <a:cubicBezTo>
                    <a:pt x="1401" y="2213"/>
                    <a:pt x="1381" y="2215"/>
                    <a:pt x="1360" y="2215"/>
                  </a:cubicBezTo>
                  <a:cubicBezTo>
                    <a:pt x="1340" y="2215"/>
                    <a:pt x="1320" y="2213"/>
                    <a:pt x="1299" y="2209"/>
                  </a:cubicBezTo>
                  <a:cubicBezTo>
                    <a:pt x="1259" y="2209"/>
                    <a:pt x="1218" y="2217"/>
                    <a:pt x="1178" y="2217"/>
                  </a:cubicBezTo>
                  <a:cubicBezTo>
                    <a:pt x="1178" y="2226"/>
                    <a:pt x="1178" y="2226"/>
                    <a:pt x="1243" y="2226"/>
                  </a:cubicBezTo>
                  <a:lnTo>
                    <a:pt x="1299" y="2226"/>
                  </a:lnTo>
                  <a:cubicBezTo>
                    <a:pt x="1299" y="2234"/>
                    <a:pt x="1299" y="2234"/>
                    <a:pt x="1356" y="2234"/>
                  </a:cubicBezTo>
                  <a:cubicBezTo>
                    <a:pt x="1421" y="2234"/>
                    <a:pt x="1421" y="2242"/>
                    <a:pt x="1413" y="2242"/>
                  </a:cubicBezTo>
                  <a:cubicBezTo>
                    <a:pt x="1356" y="2250"/>
                    <a:pt x="1356" y="2250"/>
                    <a:pt x="1356" y="2250"/>
                  </a:cubicBezTo>
                  <a:lnTo>
                    <a:pt x="1299" y="2250"/>
                  </a:lnTo>
                  <a:lnTo>
                    <a:pt x="1178" y="2258"/>
                  </a:lnTo>
                  <a:lnTo>
                    <a:pt x="1235" y="2258"/>
                  </a:lnTo>
                  <a:cubicBezTo>
                    <a:pt x="1299" y="2258"/>
                    <a:pt x="1283" y="2339"/>
                    <a:pt x="1283" y="2347"/>
                  </a:cubicBezTo>
                  <a:cubicBezTo>
                    <a:pt x="1218" y="2355"/>
                    <a:pt x="1218" y="2363"/>
                    <a:pt x="1283" y="2363"/>
                  </a:cubicBezTo>
                  <a:cubicBezTo>
                    <a:pt x="1340" y="2363"/>
                    <a:pt x="1340" y="2380"/>
                    <a:pt x="1332" y="2404"/>
                  </a:cubicBezTo>
                  <a:cubicBezTo>
                    <a:pt x="1332" y="2428"/>
                    <a:pt x="1324" y="2445"/>
                    <a:pt x="1389" y="2445"/>
                  </a:cubicBezTo>
                  <a:lnTo>
                    <a:pt x="1389" y="2453"/>
                  </a:lnTo>
                  <a:cubicBezTo>
                    <a:pt x="1381" y="2461"/>
                    <a:pt x="1445" y="2469"/>
                    <a:pt x="1445" y="2477"/>
                  </a:cubicBezTo>
                  <a:cubicBezTo>
                    <a:pt x="1483" y="2477"/>
                    <a:pt x="1496" y="2481"/>
                    <a:pt x="1481" y="2481"/>
                  </a:cubicBezTo>
                  <a:cubicBezTo>
                    <a:pt x="1473" y="2481"/>
                    <a:pt x="1459" y="2480"/>
                    <a:pt x="1437" y="2477"/>
                  </a:cubicBezTo>
                  <a:cubicBezTo>
                    <a:pt x="1416" y="2477"/>
                    <a:pt x="1390" y="2473"/>
                    <a:pt x="1364" y="2473"/>
                  </a:cubicBezTo>
                  <a:cubicBezTo>
                    <a:pt x="1351" y="2473"/>
                    <a:pt x="1337" y="2474"/>
                    <a:pt x="1324" y="2477"/>
                  </a:cubicBezTo>
                  <a:cubicBezTo>
                    <a:pt x="1356" y="2485"/>
                    <a:pt x="1397" y="2485"/>
                    <a:pt x="1437" y="2485"/>
                  </a:cubicBezTo>
                  <a:cubicBezTo>
                    <a:pt x="1502" y="2493"/>
                    <a:pt x="1502" y="2493"/>
                    <a:pt x="1502" y="2493"/>
                  </a:cubicBezTo>
                  <a:lnTo>
                    <a:pt x="1437" y="2493"/>
                  </a:lnTo>
                  <a:lnTo>
                    <a:pt x="1316" y="2485"/>
                  </a:lnTo>
                  <a:lnTo>
                    <a:pt x="1316" y="2493"/>
                  </a:lnTo>
                  <a:lnTo>
                    <a:pt x="1372" y="2493"/>
                  </a:lnTo>
                  <a:cubicBezTo>
                    <a:pt x="1372" y="2497"/>
                    <a:pt x="1372" y="2499"/>
                    <a:pt x="1358" y="2499"/>
                  </a:cubicBezTo>
                  <a:cubicBezTo>
                    <a:pt x="1344" y="2499"/>
                    <a:pt x="1316" y="2497"/>
                    <a:pt x="1259" y="2493"/>
                  </a:cubicBezTo>
                  <a:cubicBezTo>
                    <a:pt x="1223" y="2491"/>
                    <a:pt x="1198" y="2490"/>
                    <a:pt x="1183" y="2490"/>
                  </a:cubicBezTo>
                  <a:cubicBezTo>
                    <a:pt x="1148" y="2490"/>
                    <a:pt x="1173" y="2496"/>
                    <a:pt x="1259" y="2501"/>
                  </a:cubicBezTo>
                  <a:lnTo>
                    <a:pt x="1316" y="2509"/>
                  </a:lnTo>
                  <a:cubicBezTo>
                    <a:pt x="1194" y="2509"/>
                    <a:pt x="1308" y="2517"/>
                    <a:pt x="1372" y="2526"/>
                  </a:cubicBezTo>
                  <a:cubicBezTo>
                    <a:pt x="1251" y="2526"/>
                    <a:pt x="1251" y="2526"/>
                    <a:pt x="1372" y="2534"/>
                  </a:cubicBezTo>
                  <a:cubicBezTo>
                    <a:pt x="1429" y="2542"/>
                    <a:pt x="1429" y="2542"/>
                    <a:pt x="1364" y="2542"/>
                  </a:cubicBezTo>
                  <a:cubicBezTo>
                    <a:pt x="1308" y="2542"/>
                    <a:pt x="1308" y="2550"/>
                    <a:pt x="1308" y="2558"/>
                  </a:cubicBezTo>
                  <a:cubicBezTo>
                    <a:pt x="1364" y="2558"/>
                    <a:pt x="1356" y="2582"/>
                    <a:pt x="1356" y="2615"/>
                  </a:cubicBezTo>
                  <a:cubicBezTo>
                    <a:pt x="1348" y="2639"/>
                    <a:pt x="1348" y="2663"/>
                    <a:pt x="1405" y="2663"/>
                  </a:cubicBezTo>
                  <a:cubicBezTo>
                    <a:pt x="1405" y="2671"/>
                    <a:pt x="1405" y="2672"/>
                    <a:pt x="1344" y="2672"/>
                  </a:cubicBezTo>
                  <a:lnTo>
                    <a:pt x="1344" y="2672"/>
                  </a:lnTo>
                  <a:cubicBezTo>
                    <a:pt x="1316" y="2668"/>
                    <a:pt x="1304" y="2666"/>
                    <a:pt x="1303" y="2666"/>
                  </a:cubicBezTo>
                  <a:lnTo>
                    <a:pt x="1303" y="2666"/>
                  </a:lnTo>
                  <a:cubicBezTo>
                    <a:pt x="1303" y="2666"/>
                    <a:pt x="1316" y="2668"/>
                    <a:pt x="1340" y="2672"/>
                  </a:cubicBezTo>
                  <a:cubicBezTo>
                    <a:pt x="1341" y="2672"/>
                    <a:pt x="1343" y="2672"/>
                    <a:pt x="1344" y="2672"/>
                  </a:cubicBezTo>
                  <a:lnTo>
                    <a:pt x="1344" y="2672"/>
                  </a:lnTo>
                  <a:cubicBezTo>
                    <a:pt x="1359" y="2674"/>
                    <a:pt x="1379" y="2676"/>
                    <a:pt x="1405" y="2680"/>
                  </a:cubicBezTo>
                  <a:cubicBezTo>
                    <a:pt x="1438" y="2684"/>
                    <a:pt x="1470" y="2689"/>
                    <a:pt x="1469" y="2689"/>
                  </a:cubicBezTo>
                  <a:cubicBezTo>
                    <a:pt x="1468" y="2689"/>
                    <a:pt x="1448" y="2686"/>
                    <a:pt x="1397" y="2680"/>
                  </a:cubicBezTo>
                  <a:cubicBezTo>
                    <a:pt x="1340" y="2680"/>
                    <a:pt x="1340" y="2688"/>
                    <a:pt x="1340" y="2696"/>
                  </a:cubicBezTo>
                  <a:cubicBezTo>
                    <a:pt x="1332" y="2704"/>
                    <a:pt x="1332" y="2720"/>
                    <a:pt x="1389" y="2728"/>
                  </a:cubicBezTo>
                  <a:cubicBezTo>
                    <a:pt x="1355" y="2724"/>
                    <a:pt x="1326" y="2722"/>
                    <a:pt x="1305" y="2722"/>
                  </a:cubicBezTo>
                  <a:cubicBezTo>
                    <a:pt x="1252" y="2722"/>
                    <a:pt x="1244" y="2733"/>
                    <a:pt x="1324" y="2744"/>
                  </a:cubicBezTo>
                  <a:cubicBezTo>
                    <a:pt x="1324" y="2749"/>
                    <a:pt x="1324" y="2751"/>
                    <a:pt x="1317" y="2751"/>
                  </a:cubicBezTo>
                  <a:cubicBezTo>
                    <a:pt x="1310" y="2751"/>
                    <a:pt x="1295" y="2749"/>
                    <a:pt x="1267" y="2744"/>
                  </a:cubicBezTo>
                  <a:lnTo>
                    <a:pt x="1267" y="2744"/>
                  </a:lnTo>
                  <a:cubicBezTo>
                    <a:pt x="1267" y="2753"/>
                    <a:pt x="1259" y="2753"/>
                    <a:pt x="1324" y="2769"/>
                  </a:cubicBezTo>
                  <a:lnTo>
                    <a:pt x="1316" y="2793"/>
                  </a:lnTo>
                  <a:cubicBezTo>
                    <a:pt x="1316" y="2801"/>
                    <a:pt x="1372" y="2809"/>
                    <a:pt x="1372" y="2809"/>
                  </a:cubicBezTo>
                  <a:cubicBezTo>
                    <a:pt x="1372" y="2817"/>
                    <a:pt x="1372" y="2817"/>
                    <a:pt x="1372" y="2817"/>
                  </a:cubicBezTo>
                  <a:cubicBezTo>
                    <a:pt x="1361" y="2816"/>
                    <a:pt x="1351" y="2815"/>
                    <a:pt x="1344" y="2815"/>
                  </a:cubicBezTo>
                  <a:cubicBezTo>
                    <a:pt x="1307" y="2815"/>
                    <a:pt x="1306" y="2830"/>
                    <a:pt x="1299" y="2850"/>
                  </a:cubicBezTo>
                  <a:cubicBezTo>
                    <a:pt x="1291" y="2874"/>
                    <a:pt x="1291" y="2890"/>
                    <a:pt x="1226" y="2890"/>
                  </a:cubicBezTo>
                  <a:cubicBezTo>
                    <a:pt x="1226" y="2890"/>
                    <a:pt x="1226" y="2890"/>
                    <a:pt x="1291" y="2899"/>
                  </a:cubicBezTo>
                  <a:cubicBezTo>
                    <a:pt x="1363" y="2914"/>
                    <a:pt x="1390" y="2920"/>
                    <a:pt x="1383" y="2920"/>
                  </a:cubicBezTo>
                  <a:cubicBezTo>
                    <a:pt x="1379" y="2920"/>
                    <a:pt x="1364" y="2918"/>
                    <a:pt x="1340" y="2915"/>
                  </a:cubicBezTo>
                  <a:cubicBezTo>
                    <a:pt x="1319" y="2913"/>
                    <a:pt x="1302" y="2913"/>
                    <a:pt x="1288" y="2913"/>
                  </a:cubicBezTo>
                  <a:cubicBezTo>
                    <a:pt x="1233" y="2913"/>
                    <a:pt x="1239" y="2924"/>
                    <a:pt x="1318" y="2936"/>
                  </a:cubicBezTo>
                  <a:lnTo>
                    <a:pt x="1318" y="2936"/>
                  </a:lnTo>
                  <a:lnTo>
                    <a:pt x="1283" y="2931"/>
                  </a:lnTo>
                  <a:cubicBezTo>
                    <a:pt x="1255" y="2927"/>
                    <a:pt x="1236" y="2926"/>
                    <a:pt x="1226" y="2926"/>
                  </a:cubicBezTo>
                  <a:cubicBezTo>
                    <a:pt x="1191" y="2926"/>
                    <a:pt x="1245" y="2943"/>
                    <a:pt x="1332" y="2955"/>
                  </a:cubicBezTo>
                  <a:cubicBezTo>
                    <a:pt x="1304" y="2951"/>
                    <a:pt x="1273" y="2949"/>
                    <a:pt x="1258" y="2949"/>
                  </a:cubicBezTo>
                  <a:cubicBezTo>
                    <a:pt x="1243" y="2949"/>
                    <a:pt x="1243" y="2951"/>
                    <a:pt x="1275" y="2955"/>
                  </a:cubicBezTo>
                  <a:cubicBezTo>
                    <a:pt x="1275" y="2959"/>
                    <a:pt x="1275" y="2961"/>
                    <a:pt x="1266" y="2961"/>
                  </a:cubicBezTo>
                  <a:cubicBezTo>
                    <a:pt x="1254" y="2961"/>
                    <a:pt x="1225" y="2957"/>
                    <a:pt x="1154" y="2947"/>
                  </a:cubicBezTo>
                  <a:lnTo>
                    <a:pt x="1154" y="2955"/>
                  </a:lnTo>
                  <a:cubicBezTo>
                    <a:pt x="1154" y="2955"/>
                    <a:pt x="1145" y="2963"/>
                    <a:pt x="1210" y="2972"/>
                  </a:cubicBezTo>
                  <a:cubicBezTo>
                    <a:pt x="1267" y="2980"/>
                    <a:pt x="1267" y="2980"/>
                    <a:pt x="1267" y="2980"/>
                  </a:cubicBezTo>
                  <a:cubicBezTo>
                    <a:pt x="1256" y="2978"/>
                    <a:pt x="1249" y="2977"/>
                    <a:pt x="1246" y="2977"/>
                  </a:cubicBezTo>
                  <a:cubicBezTo>
                    <a:pt x="1233" y="2977"/>
                    <a:pt x="1278" y="2988"/>
                    <a:pt x="1324" y="2988"/>
                  </a:cubicBezTo>
                  <a:cubicBezTo>
                    <a:pt x="1364" y="2996"/>
                    <a:pt x="1405" y="3004"/>
                    <a:pt x="1445" y="3012"/>
                  </a:cubicBezTo>
                  <a:lnTo>
                    <a:pt x="1559" y="3028"/>
                  </a:lnTo>
                  <a:cubicBezTo>
                    <a:pt x="1640" y="3044"/>
                    <a:pt x="1721" y="3053"/>
                    <a:pt x="1802" y="3053"/>
                  </a:cubicBezTo>
                  <a:cubicBezTo>
                    <a:pt x="1859" y="3053"/>
                    <a:pt x="1924" y="3044"/>
                    <a:pt x="1802" y="3028"/>
                  </a:cubicBezTo>
                  <a:cubicBezTo>
                    <a:pt x="1786" y="3028"/>
                    <a:pt x="1770" y="3020"/>
                    <a:pt x="1745" y="3012"/>
                  </a:cubicBezTo>
                  <a:lnTo>
                    <a:pt x="1810" y="3012"/>
                  </a:lnTo>
                  <a:cubicBezTo>
                    <a:pt x="1824" y="3014"/>
                    <a:pt x="1836" y="3015"/>
                    <a:pt x="1844" y="3015"/>
                  </a:cubicBezTo>
                  <a:cubicBezTo>
                    <a:pt x="1871" y="3015"/>
                    <a:pt x="1875" y="3006"/>
                    <a:pt x="1875" y="2988"/>
                  </a:cubicBezTo>
                  <a:cubicBezTo>
                    <a:pt x="1882" y="2974"/>
                    <a:pt x="1883" y="2961"/>
                    <a:pt x="1918" y="2961"/>
                  </a:cubicBezTo>
                  <a:cubicBezTo>
                    <a:pt x="1926" y="2961"/>
                    <a:pt x="1936" y="2962"/>
                    <a:pt x="1948" y="2963"/>
                  </a:cubicBezTo>
                  <a:lnTo>
                    <a:pt x="2005" y="2963"/>
                  </a:lnTo>
                  <a:cubicBezTo>
                    <a:pt x="1948" y="2955"/>
                    <a:pt x="1948" y="2931"/>
                    <a:pt x="1956" y="2907"/>
                  </a:cubicBezTo>
                  <a:cubicBezTo>
                    <a:pt x="1964" y="2882"/>
                    <a:pt x="1972" y="2858"/>
                    <a:pt x="1908" y="2850"/>
                  </a:cubicBezTo>
                  <a:lnTo>
                    <a:pt x="1916" y="2842"/>
                  </a:lnTo>
                  <a:cubicBezTo>
                    <a:pt x="1932" y="2844"/>
                    <a:pt x="1944" y="2845"/>
                    <a:pt x="1952" y="2845"/>
                  </a:cubicBezTo>
                  <a:cubicBezTo>
                    <a:pt x="1972" y="2845"/>
                    <a:pt x="1972" y="2839"/>
                    <a:pt x="1972" y="2834"/>
                  </a:cubicBezTo>
                  <a:cubicBezTo>
                    <a:pt x="1916" y="2817"/>
                    <a:pt x="1916" y="2809"/>
                    <a:pt x="1916" y="2809"/>
                  </a:cubicBezTo>
                  <a:lnTo>
                    <a:pt x="1916" y="2809"/>
                  </a:lnTo>
                  <a:cubicBezTo>
                    <a:pt x="1948" y="2813"/>
                    <a:pt x="1964" y="2815"/>
                    <a:pt x="1972" y="2815"/>
                  </a:cubicBezTo>
                  <a:cubicBezTo>
                    <a:pt x="1980" y="2815"/>
                    <a:pt x="1980" y="2813"/>
                    <a:pt x="1980" y="2809"/>
                  </a:cubicBezTo>
                  <a:cubicBezTo>
                    <a:pt x="1980" y="2801"/>
                    <a:pt x="1980" y="2793"/>
                    <a:pt x="1924" y="2793"/>
                  </a:cubicBezTo>
                  <a:cubicBezTo>
                    <a:pt x="1924" y="2785"/>
                    <a:pt x="1932" y="2761"/>
                    <a:pt x="1989" y="2753"/>
                  </a:cubicBezTo>
                  <a:cubicBezTo>
                    <a:pt x="2053" y="2753"/>
                    <a:pt x="1997" y="2744"/>
                    <a:pt x="1932" y="2736"/>
                  </a:cubicBezTo>
                  <a:cubicBezTo>
                    <a:pt x="1891" y="2736"/>
                    <a:pt x="1859" y="2728"/>
                    <a:pt x="1818" y="2720"/>
                  </a:cubicBezTo>
                  <a:lnTo>
                    <a:pt x="1818" y="2720"/>
                  </a:lnTo>
                  <a:lnTo>
                    <a:pt x="1932" y="2728"/>
                  </a:lnTo>
                  <a:cubicBezTo>
                    <a:pt x="1997" y="2736"/>
                    <a:pt x="1997" y="2736"/>
                    <a:pt x="1997" y="2736"/>
                  </a:cubicBezTo>
                  <a:lnTo>
                    <a:pt x="1997" y="2728"/>
                  </a:lnTo>
                  <a:cubicBezTo>
                    <a:pt x="1940" y="2720"/>
                    <a:pt x="1940" y="2704"/>
                    <a:pt x="1948" y="2680"/>
                  </a:cubicBezTo>
                  <a:cubicBezTo>
                    <a:pt x="1956" y="2639"/>
                    <a:pt x="1956" y="2631"/>
                    <a:pt x="1899" y="2631"/>
                  </a:cubicBezTo>
                  <a:cubicBezTo>
                    <a:pt x="1835" y="2623"/>
                    <a:pt x="1835" y="2623"/>
                    <a:pt x="1899" y="2615"/>
                  </a:cubicBezTo>
                  <a:cubicBezTo>
                    <a:pt x="2078" y="2599"/>
                    <a:pt x="2078" y="2599"/>
                    <a:pt x="2021" y="2599"/>
                  </a:cubicBezTo>
                  <a:cubicBezTo>
                    <a:pt x="1980" y="2599"/>
                    <a:pt x="1940" y="2599"/>
                    <a:pt x="1899" y="2590"/>
                  </a:cubicBezTo>
                  <a:cubicBezTo>
                    <a:pt x="1786" y="2582"/>
                    <a:pt x="1786" y="2582"/>
                    <a:pt x="1908" y="2582"/>
                  </a:cubicBezTo>
                  <a:cubicBezTo>
                    <a:pt x="1915" y="2583"/>
                    <a:pt x="1922" y="2583"/>
                    <a:pt x="1928" y="2583"/>
                  </a:cubicBezTo>
                  <a:cubicBezTo>
                    <a:pt x="2014" y="2583"/>
                    <a:pt x="1964" y="2533"/>
                    <a:pt x="1851" y="2526"/>
                  </a:cubicBezTo>
                  <a:lnTo>
                    <a:pt x="1916" y="2526"/>
                  </a:lnTo>
                  <a:cubicBezTo>
                    <a:pt x="1972" y="2526"/>
                    <a:pt x="1972" y="2526"/>
                    <a:pt x="1980" y="2509"/>
                  </a:cubicBezTo>
                  <a:lnTo>
                    <a:pt x="1980" y="2501"/>
                  </a:lnTo>
                  <a:cubicBezTo>
                    <a:pt x="1859" y="2493"/>
                    <a:pt x="1924" y="2477"/>
                    <a:pt x="1980" y="2477"/>
                  </a:cubicBezTo>
                  <a:cubicBezTo>
                    <a:pt x="2045" y="2477"/>
                    <a:pt x="2045" y="2477"/>
                    <a:pt x="2045" y="2469"/>
                  </a:cubicBezTo>
                  <a:cubicBezTo>
                    <a:pt x="1924" y="2453"/>
                    <a:pt x="1989" y="2436"/>
                    <a:pt x="2045" y="2436"/>
                  </a:cubicBezTo>
                  <a:lnTo>
                    <a:pt x="2053" y="2428"/>
                  </a:lnTo>
                  <a:cubicBezTo>
                    <a:pt x="1989" y="2420"/>
                    <a:pt x="1989" y="2412"/>
                    <a:pt x="1989" y="2412"/>
                  </a:cubicBezTo>
                  <a:cubicBezTo>
                    <a:pt x="1997" y="2404"/>
                    <a:pt x="1997" y="2396"/>
                    <a:pt x="1932" y="2396"/>
                  </a:cubicBezTo>
                  <a:cubicBezTo>
                    <a:pt x="1918" y="2399"/>
                    <a:pt x="1905" y="2399"/>
                    <a:pt x="1892" y="2399"/>
                  </a:cubicBezTo>
                  <a:cubicBezTo>
                    <a:pt x="1865" y="2399"/>
                    <a:pt x="1840" y="2396"/>
                    <a:pt x="1818" y="2396"/>
                  </a:cubicBezTo>
                  <a:lnTo>
                    <a:pt x="1875" y="2396"/>
                  </a:lnTo>
                  <a:cubicBezTo>
                    <a:pt x="1932" y="2396"/>
                    <a:pt x="1940" y="2388"/>
                    <a:pt x="1940" y="2372"/>
                  </a:cubicBezTo>
                  <a:cubicBezTo>
                    <a:pt x="1940" y="2347"/>
                    <a:pt x="1940" y="2347"/>
                    <a:pt x="2005" y="2339"/>
                  </a:cubicBezTo>
                  <a:lnTo>
                    <a:pt x="1940" y="2339"/>
                  </a:lnTo>
                  <a:cubicBezTo>
                    <a:pt x="1883" y="2331"/>
                    <a:pt x="1883" y="2331"/>
                    <a:pt x="1948" y="2331"/>
                  </a:cubicBezTo>
                  <a:cubicBezTo>
                    <a:pt x="2005" y="2323"/>
                    <a:pt x="2005" y="2315"/>
                    <a:pt x="1948" y="2307"/>
                  </a:cubicBezTo>
                  <a:lnTo>
                    <a:pt x="1948" y="2299"/>
                  </a:lnTo>
                  <a:cubicBezTo>
                    <a:pt x="2070" y="2290"/>
                    <a:pt x="2070" y="2282"/>
                    <a:pt x="1948" y="2274"/>
                  </a:cubicBezTo>
                  <a:cubicBezTo>
                    <a:pt x="2013" y="2274"/>
                    <a:pt x="2013" y="2274"/>
                    <a:pt x="2013" y="2266"/>
                  </a:cubicBezTo>
                  <a:cubicBezTo>
                    <a:pt x="1956" y="2258"/>
                    <a:pt x="1956" y="2250"/>
                    <a:pt x="2013" y="2250"/>
                  </a:cubicBezTo>
                  <a:lnTo>
                    <a:pt x="2013" y="2242"/>
                  </a:lnTo>
                  <a:cubicBezTo>
                    <a:pt x="1956" y="2242"/>
                    <a:pt x="1956" y="2234"/>
                    <a:pt x="1956" y="2234"/>
                  </a:cubicBezTo>
                  <a:cubicBezTo>
                    <a:pt x="1956" y="2226"/>
                    <a:pt x="1956" y="2226"/>
                    <a:pt x="1899" y="2217"/>
                  </a:cubicBezTo>
                  <a:lnTo>
                    <a:pt x="1843" y="2217"/>
                  </a:lnTo>
                  <a:cubicBezTo>
                    <a:pt x="1859" y="2213"/>
                    <a:pt x="1877" y="2211"/>
                    <a:pt x="1896" y="2211"/>
                  </a:cubicBezTo>
                  <a:cubicBezTo>
                    <a:pt x="1916" y="2211"/>
                    <a:pt x="1936" y="2213"/>
                    <a:pt x="1956" y="2217"/>
                  </a:cubicBezTo>
                  <a:cubicBezTo>
                    <a:pt x="1969" y="2219"/>
                    <a:pt x="1979" y="2220"/>
                    <a:pt x="1986" y="2220"/>
                  </a:cubicBezTo>
                  <a:cubicBezTo>
                    <a:pt x="2017" y="2220"/>
                    <a:pt x="1998" y="2208"/>
                    <a:pt x="1899" y="2201"/>
                  </a:cubicBezTo>
                  <a:cubicBezTo>
                    <a:pt x="1839" y="2197"/>
                    <a:pt x="1810" y="2195"/>
                    <a:pt x="1811" y="2195"/>
                  </a:cubicBezTo>
                  <a:lnTo>
                    <a:pt x="1811" y="2195"/>
                  </a:lnTo>
                  <a:cubicBezTo>
                    <a:pt x="1812" y="2195"/>
                    <a:pt x="1843" y="2197"/>
                    <a:pt x="1899" y="2201"/>
                  </a:cubicBezTo>
                  <a:cubicBezTo>
                    <a:pt x="1937" y="2201"/>
                    <a:pt x="1979" y="2205"/>
                    <a:pt x="1983" y="2205"/>
                  </a:cubicBezTo>
                  <a:cubicBezTo>
                    <a:pt x="1985" y="2205"/>
                    <a:pt x="1978" y="2204"/>
                    <a:pt x="1956" y="2201"/>
                  </a:cubicBezTo>
                  <a:cubicBezTo>
                    <a:pt x="1956" y="2201"/>
                    <a:pt x="1964" y="2193"/>
                    <a:pt x="1899" y="2193"/>
                  </a:cubicBezTo>
                  <a:lnTo>
                    <a:pt x="1899" y="2177"/>
                  </a:lnTo>
                  <a:cubicBezTo>
                    <a:pt x="1964" y="2169"/>
                    <a:pt x="1964" y="2169"/>
                    <a:pt x="1964" y="2169"/>
                  </a:cubicBezTo>
                  <a:cubicBezTo>
                    <a:pt x="1908" y="2161"/>
                    <a:pt x="1908" y="2161"/>
                    <a:pt x="1964" y="2161"/>
                  </a:cubicBezTo>
                  <a:cubicBezTo>
                    <a:pt x="2021" y="2161"/>
                    <a:pt x="2029" y="2153"/>
                    <a:pt x="1908" y="2153"/>
                  </a:cubicBezTo>
                  <a:cubicBezTo>
                    <a:pt x="1843" y="2153"/>
                    <a:pt x="1843" y="2145"/>
                    <a:pt x="1908" y="2145"/>
                  </a:cubicBezTo>
                  <a:cubicBezTo>
                    <a:pt x="2029" y="2145"/>
                    <a:pt x="2029" y="2136"/>
                    <a:pt x="1964" y="2136"/>
                  </a:cubicBezTo>
                  <a:lnTo>
                    <a:pt x="1908" y="2136"/>
                  </a:lnTo>
                  <a:cubicBezTo>
                    <a:pt x="1964" y="2128"/>
                    <a:pt x="1972" y="2096"/>
                    <a:pt x="1972" y="2063"/>
                  </a:cubicBezTo>
                  <a:cubicBezTo>
                    <a:pt x="1952" y="2059"/>
                    <a:pt x="1932" y="2057"/>
                    <a:pt x="1913" y="2057"/>
                  </a:cubicBezTo>
                  <a:cubicBezTo>
                    <a:pt x="1893" y="2057"/>
                    <a:pt x="1875" y="2059"/>
                    <a:pt x="1859" y="2063"/>
                  </a:cubicBezTo>
                  <a:cubicBezTo>
                    <a:pt x="1737" y="2063"/>
                    <a:pt x="1794" y="2063"/>
                    <a:pt x="1859" y="2055"/>
                  </a:cubicBezTo>
                  <a:cubicBezTo>
                    <a:pt x="1985" y="2050"/>
                    <a:pt x="2022" y="2044"/>
                    <a:pt x="1970" y="2044"/>
                  </a:cubicBezTo>
                  <a:cubicBezTo>
                    <a:pt x="1948" y="2044"/>
                    <a:pt x="1911" y="2045"/>
                    <a:pt x="1859" y="2047"/>
                  </a:cubicBezTo>
                  <a:cubicBezTo>
                    <a:pt x="1916" y="2039"/>
                    <a:pt x="1916" y="2039"/>
                    <a:pt x="1859" y="2039"/>
                  </a:cubicBezTo>
                  <a:cubicBezTo>
                    <a:pt x="1794" y="2039"/>
                    <a:pt x="1794" y="2039"/>
                    <a:pt x="1859" y="2031"/>
                  </a:cubicBezTo>
                  <a:cubicBezTo>
                    <a:pt x="1916" y="2031"/>
                    <a:pt x="1980" y="2023"/>
                    <a:pt x="1916" y="2023"/>
                  </a:cubicBezTo>
                  <a:cubicBezTo>
                    <a:pt x="1916" y="2023"/>
                    <a:pt x="1916" y="2023"/>
                    <a:pt x="1980" y="2015"/>
                  </a:cubicBezTo>
                  <a:cubicBezTo>
                    <a:pt x="2037" y="2007"/>
                    <a:pt x="1980" y="2007"/>
                    <a:pt x="1916" y="2007"/>
                  </a:cubicBezTo>
                  <a:cubicBezTo>
                    <a:pt x="1802" y="1999"/>
                    <a:pt x="1802" y="1999"/>
                    <a:pt x="1924" y="1999"/>
                  </a:cubicBezTo>
                  <a:cubicBezTo>
                    <a:pt x="2021" y="1999"/>
                    <a:pt x="1993" y="1981"/>
                    <a:pt x="1907" y="1981"/>
                  </a:cubicBezTo>
                  <a:cubicBezTo>
                    <a:pt x="1892" y="1981"/>
                    <a:pt x="1876" y="1981"/>
                    <a:pt x="1859" y="1982"/>
                  </a:cubicBezTo>
                  <a:cubicBezTo>
                    <a:pt x="1745" y="1982"/>
                    <a:pt x="1745" y="1982"/>
                    <a:pt x="1802" y="1974"/>
                  </a:cubicBezTo>
                  <a:lnTo>
                    <a:pt x="1859" y="1974"/>
                  </a:lnTo>
                  <a:cubicBezTo>
                    <a:pt x="1859" y="1966"/>
                    <a:pt x="1867" y="1966"/>
                    <a:pt x="1924" y="1958"/>
                  </a:cubicBezTo>
                  <a:cubicBezTo>
                    <a:pt x="1924" y="1958"/>
                    <a:pt x="1924" y="1958"/>
                    <a:pt x="1867" y="1950"/>
                  </a:cubicBezTo>
                  <a:cubicBezTo>
                    <a:pt x="1745" y="1950"/>
                    <a:pt x="1810" y="1934"/>
                    <a:pt x="1924" y="1926"/>
                  </a:cubicBezTo>
                  <a:lnTo>
                    <a:pt x="1867" y="1926"/>
                  </a:lnTo>
                  <a:cubicBezTo>
                    <a:pt x="1745" y="1926"/>
                    <a:pt x="1689" y="1926"/>
                    <a:pt x="1810" y="1918"/>
                  </a:cubicBezTo>
                  <a:lnTo>
                    <a:pt x="1867" y="1918"/>
                  </a:lnTo>
                  <a:cubicBezTo>
                    <a:pt x="1745" y="1918"/>
                    <a:pt x="1810" y="1901"/>
                    <a:pt x="1932" y="1893"/>
                  </a:cubicBezTo>
                  <a:lnTo>
                    <a:pt x="1810" y="1893"/>
                  </a:lnTo>
                  <a:cubicBezTo>
                    <a:pt x="1810" y="1893"/>
                    <a:pt x="1810" y="1885"/>
                    <a:pt x="1867" y="1885"/>
                  </a:cubicBezTo>
                  <a:cubicBezTo>
                    <a:pt x="1932" y="1877"/>
                    <a:pt x="1989" y="1869"/>
                    <a:pt x="1932" y="1869"/>
                  </a:cubicBezTo>
                  <a:cubicBezTo>
                    <a:pt x="1932" y="1869"/>
                    <a:pt x="1932" y="1869"/>
                    <a:pt x="1989" y="1861"/>
                  </a:cubicBezTo>
                  <a:lnTo>
                    <a:pt x="1989" y="1845"/>
                  </a:lnTo>
                  <a:cubicBezTo>
                    <a:pt x="1932" y="1845"/>
                    <a:pt x="1932" y="1836"/>
                    <a:pt x="1989" y="1836"/>
                  </a:cubicBezTo>
                  <a:cubicBezTo>
                    <a:pt x="1989" y="1836"/>
                    <a:pt x="1989" y="1828"/>
                    <a:pt x="1932" y="1828"/>
                  </a:cubicBezTo>
                  <a:cubicBezTo>
                    <a:pt x="1932" y="1820"/>
                    <a:pt x="1932" y="1812"/>
                    <a:pt x="1989" y="1812"/>
                  </a:cubicBezTo>
                  <a:cubicBezTo>
                    <a:pt x="1932" y="1812"/>
                    <a:pt x="1932" y="1812"/>
                    <a:pt x="1932" y="1804"/>
                  </a:cubicBezTo>
                  <a:lnTo>
                    <a:pt x="1932" y="1796"/>
                  </a:lnTo>
                  <a:cubicBezTo>
                    <a:pt x="1903" y="1800"/>
                    <a:pt x="1889" y="1802"/>
                    <a:pt x="1882" y="1802"/>
                  </a:cubicBezTo>
                  <a:cubicBezTo>
                    <a:pt x="1875" y="1802"/>
                    <a:pt x="1875" y="1800"/>
                    <a:pt x="1875" y="1796"/>
                  </a:cubicBezTo>
                  <a:cubicBezTo>
                    <a:pt x="1875" y="1796"/>
                    <a:pt x="1932" y="1780"/>
                    <a:pt x="1932" y="1772"/>
                  </a:cubicBezTo>
                  <a:cubicBezTo>
                    <a:pt x="1932" y="1768"/>
                    <a:pt x="1932" y="1765"/>
                    <a:pt x="1925" y="1765"/>
                  </a:cubicBezTo>
                  <a:cubicBezTo>
                    <a:pt x="1918" y="1765"/>
                    <a:pt x="1903" y="1768"/>
                    <a:pt x="1875" y="1772"/>
                  </a:cubicBezTo>
                  <a:cubicBezTo>
                    <a:pt x="1875" y="1763"/>
                    <a:pt x="1940" y="1747"/>
                    <a:pt x="1940" y="1739"/>
                  </a:cubicBezTo>
                  <a:cubicBezTo>
                    <a:pt x="1940" y="1730"/>
                    <a:pt x="1940" y="1726"/>
                    <a:pt x="1927" y="1726"/>
                  </a:cubicBezTo>
                  <a:cubicBezTo>
                    <a:pt x="1918" y="1726"/>
                    <a:pt x="1902" y="1728"/>
                    <a:pt x="1875" y="1731"/>
                  </a:cubicBezTo>
                  <a:cubicBezTo>
                    <a:pt x="1828" y="1734"/>
                    <a:pt x="1801" y="1736"/>
                    <a:pt x="1792" y="1736"/>
                  </a:cubicBezTo>
                  <a:cubicBezTo>
                    <a:pt x="1781" y="1736"/>
                    <a:pt x="1809" y="1732"/>
                    <a:pt x="1875" y="1723"/>
                  </a:cubicBezTo>
                  <a:cubicBezTo>
                    <a:pt x="1964" y="1711"/>
                    <a:pt x="1988" y="1704"/>
                    <a:pt x="1972" y="1704"/>
                  </a:cubicBezTo>
                  <a:cubicBezTo>
                    <a:pt x="1966" y="1704"/>
                    <a:pt x="1955" y="1705"/>
                    <a:pt x="1940" y="1707"/>
                  </a:cubicBezTo>
                  <a:lnTo>
                    <a:pt x="1875" y="1707"/>
                  </a:lnTo>
                  <a:cubicBezTo>
                    <a:pt x="1940" y="1699"/>
                    <a:pt x="1940" y="1699"/>
                    <a:pt x="1875" y="1690"/>
                  </a:cubicBezTo>
                  <a:cubicBezTo>
                    <a:pt x="1875" y="1690"/>
                    <a:pt x="1875" y="1690"/>
                    <a:pt x="1940" y="1682"/>
                  </a:cubicBezTo>
                  <a:lnTo>
                    <a:pt x="1940" y="1674"/>
                  </a:lnTo>
                  <a:cubicBezTo>
                    <a:pt x="1927" y="1675"/>
                    <a:pt x="1915" y="1676"/>
                    <a:pt x="1906" y="1676"/>
                  </a:cubicBezTo>
                  <a:cubicBezTo>
                    <a:pt x="1831" y="1676"/>
                    <a:pt x="1882" y="1649"/>
                    <a:pt x="1940" y="1642"/>
                  </a:cubicBezTo>
                  <a:lnTo>
                    <a:pt x="1875" y="1642"/>
                  </a:lnTo>
                  <a:cubicBezTo>
                    <a:pt x="1842" y="1644"/>
                    <a:pt x="1818" y="1645"/>
                    <a:pt x="1805" y="1645"/>
                  </a:cubicBezTo>
                  <a:cubicBezTo>
                    <a:pt x="1771" y="1645"/>
                    <a:pt x="1795" y="1639"/>
                    <a:pt x="1875" y="1634"/>
                  </a:cubicBezTo>
                  <a:cubicBezTo>
                    <a:pt x="1818" y="1634"/>
                    <a:pt x="1818" y="1618"/>
                    <a:pt x="1940" y="1609"/>
                  </a:cubicBezTo>
                  <a:lnTo>
                    <a:pt x="2062" y="1593"/>
                  </a:lnTo>
                  <a:lnTo>
                    <a:pt x="1997" y="1593"/>
                  </a:lnTo>
                  <a:cubicBezTo>
                    <a:pt x="1980" y="1596"/>
                    <a:pt x="1968" y="1597"/>
                    <a:pt x="1960" y="1597"/>
                  </a:cubicBezTo>
                  <a:cubicBezTo>
                    <a:pt x="1940" y="1597"/>
                    <a:pt x="1940" y="1591"/>
                    <a:pt x="1940" y="1585"/>
                  </a:cubicBezTo>
                  <a:cubicBezTo>
                    <a:pt x="1940" y="1577"/>
                    <a:pt x="1883" y="1569"/>
                    <a:pt x="1883" y="1561"/>
                  </a:cubicBezTo>
                  <a:cubicBezTo>
                    <a:pt x="1883" y="1553"/>
                    <a:pt x="1883" y="1545"/>
                    <a:pt x="1940" y="1528"/>
                  </a:cubicBezTo>
                  <a:cubicBezTo>
                    <a:pt x="1940" y="1528"/>
                    <a:pt x="1940" y="1520"/>
                    <a:pt x="1883" y="1520"/>
                  </a:cubicBezTo>
                  <a:cubicBezTo>
                    <a:pt x="1864" y="1523"/>
                    <a:pt x="1851" y="1524"/>
                    <a:pt x="1843" y="1524"/>
                  </a:cubicBezTo>
                  <a:cubicBezTo>
                    <a:pt x="1824" y="1524"/>
                    <a:pt x="1837" y="1518"/>
                    <a:pt x="1883" y="1512"/>
                  </a:cubicBezTo>
                  <a:lnTo>
                    <a:pt x="1883" y="1504"/>
                  </a:lnTo>
                  <a:lnTo>
                    <a:pt x="1818" y="1504"/>
                  </a:lnTo>
                  <a:cubicBezTo>
                    <a:pt x="1883" y="1496"/>
                    <a:pt x="1940" y="1488"/>
                    <a:pt x="1883" y="1488"/>
                  </a:cubicBezTo>
                  <a:cubicBezTo>
                    <a:pt x="1851" y="1492"/>
                    <a:pt x="1835" y="1494"/>
                    <a:pt x="1826" y="1494"/>
                  </a:cubicBezTo>
                  <a:cubicBezTo>
                    <a:pt x="1818" y="1494"/>
                    <a:pt x="1818" y="1492"/>
                    <a:pt x="1818" y="1488"/>
                  </a:cubicBezTo>
                  <a:cubicBezTo>
                    <a:pt x="1881" y="1472"/>
                    <a:pt x="1876" y="1358"/>
                    <a:pt x="1824" y="1358"/>
                  </a:cubicBezTo>
                  <a:cubicBezTo>
                    <a:pt x="1822" y="1358"/>
                    <a:pt x="1820" y="1358"/>
                    <a:pt x="1818" y="1358"/>
                  </a:cubicBezTo>
                  <a:lnTo>
                    <a:pt x="1818" y="1342"/>
                  </a:lnTo>
                  <a:lnTo>
                    <a:pt x="1818" y="1334"/>
                  </a:lnTo>
                  <a:cubicBezTo>
                    <a:pt x="1940" y="1318"/>
                    <a:pt x="1875" y="1309"/>
                    <a:pt x="1818" y="1301"/>
                  </a:cubicBezTo>
                  <a:cubicBezTo>
                    <a:pt x="1799" y="1304"/>
                    <a:pt x="1787" y="1305"/>
                    <a:pt x="1778" y="1305"/>
                  </a:cubicBezTo>
                  <a:cubicBezTo>
                    <a:pt x="1762" y="1305"/>
                    <a:pt x="1762" y="1301"/>
                    <a:pt x="1762" y="1301"/>
                  </a:cubicBezTo>
                  <a:cubicBezTo>
                    <a:pt x="1854" y="1288"/>
                    <a:pt x="1871" y="1275"/>
                    <a:pt x="1844" y="1275"/>
                  </a:cubicBezTo>
                  <a:cubicBezTo>
                    <a:pt x="1837" y="1275"/>
                    <a:pt x="1829" y="1276"/>
                    <a:pt x="1818" y="1277"/>
                  </a:cubicBezTo>
                  <a:cubicBezTo>
                    <a:pt x="1768" y="1280"/>
                    <a:pt x="1738" y="1282"/>
                    <a:pt x="1730" y="1282"/>
                  </a:cubicBezTo>
                  <a:cubicBezTo>
                    <a:pt x="1718" y="1282"/>
                    <a:pt x="1747" y="1278"/>
                    <a:pt x="1818" y="1269"/>
                  </a:cubicBezTo>
                  <a:cubicBezTo>
                    <a:pt x="1889" y="1255"/>
                    <a:pt x="1916" y="1246"/>
                    <a:pt x="1893" y="1246"/>
                  </a:cubicBezTo>
                  <a:cubicBezTo>
                    <a:pt x="1876" y="1246"/>
                    <a:pt x="1833" y="1251"/>
                    <a:pt x="1762" y="1261"/>
                  </a:cubicBezTo>
                  <a:cubicBezTo>
                    <a:pt x="1735" y="1264"/>
                    <a:pt x="1719" y="1266"/>
                    <a:pt x="1714" y="1266"/>
                  </a:cubicBezTo>
                  <a:cubicBezTo>
                    <a:pt x="1708" y="1266"/>
                    <a:pt x="1724" y="1262"/>
                    <a:pt x="1762" y="1253"/>
                  </a:cubicBezTo>
                  <a:cubicBezTo>
                    <a:pt x="1834" y="1237"/>
                    <a:pt x="1860" y="1232"/>
                    <a:pt x="1855" y="1232"/>
                  </a:cubicBezTo>
                  <a:lnTo>
                    <a:pt x="1855" y="1232"/>
                  </a:lnTo>
                  <a:cubicBezTo>
                    <a:pt x="1852" y="1232"/>
                    <a:pt x="1839" y="1233"/>
                    <a:pt x="1818" y="1236"/>
                  </a:cubicBezTo>
                  <a:cubicBezTo>
                    <a:pt x="1764" y="1244"/>
                    <a:pt x="1734" y="1248"/>
                    <a:pt x="1728" y="1248"/>
                  </a:cubicBezTo>
                  <a:cubicBezTo>
                    <a:pt x="1721" y="1248"/>
                    <a:pt x="1751" y="1242"/>
                    <a:pt x="1818" y="1228"/>
                  </a:cubicBezTo>
                  <a:cubicBezTo>
                    <a:pt x="1885" y="1209"/>
                    <a:pt x="1912" y="1201"/>
                    <a:pt x="1901" y="1201"/>
                  </a:cubicBezTo>
                  <a:cubicBezTo>
                    <a:pt x="1893" y="1201"/>
                    <a:pt x="1865" y="1205"/>
                    <a:pt x="1818" y="1212"/>
                  </a:cubicBezTo>
                  <a:cubicBezTo>
                    <a:pt x="1783" y="1217"/>
                    <a:pt x="1758" y="1219"/>
                    <a:pt x="1743" y="1219"/>
                  </a:cubicBezTo>
                  <a:cubicBezTo>
                    <a:pt x="1707" y="1219"/>
                    <a:pt x="1732" y="1207"/>
                    <a:pt x="1818" y="1196"/>
                  </a:cubicBezTo>
                  <a:cubicBezTo>
                    <a:pt x="1818" y="1190"/>
                    <a:pt x="1845" y="1181"/>
                    <a:pt x="1843" y="1181"/>
                  </a:cubicBezTo>
                  <a:lnTo>
                    <a:pt x="1843" y="1181"/>
                  </a:lnTo>
                  <a:cubicBezTo>
                    <a:pt x="1843" y="1181"/>
                    <a:pt x="1836" y="1183"/>
                    <a:pt x="1818" y="1188"/>
                  </a:cubicBezTo>
                  <a:lnTo>
                    <a:pt x="1875" y="1172"/>
                  </a:lnTo>
                  <a:lnTo>
                    <a:pt x="1875" y="1163"/>
                  </a:lnTo>
                  <a:lnTo>
                    <a:pt x="1818" y="1172"/>
                  </a:lnTo>
                  <a:cubicBezTo>
                    <a:pt x="1818" y="1172"/>
                    <a:pt x="1875" y="1139"/>
                    <a:pt x="1875" y="1107"/>
                  </a:cubicBezTo>
                  <a:cubicBezTo>
                    <a:pt x="1870" y="1079"/>
                    <a:pt x="1868" y="1066"/>
                    <a:pt x="1849" y="1066"/>
                  </a:cubicBezTo>
                  <a:cubicBezTo>
                    <a:pt x="1840" y="1066"/>
                    <a:pt x="1828" y="1069"/>
                    <a:pt x="1810" y="1074"/>
                  </a:cubicBezTo>
                  <a:cubicBezTo>
                    <a:pt x="1757" y="1089"/>
                    <a:pt x="1727" y="1095"/>
                    <a:pt x="1720" y="1095"/>
                  </a:cubicBezTo>
                  <a:cubicBezTo>
                    <a:pt x="1712" y="1095"/>
                    <a:pt x="1742" y="1084"/>
                    <a:pt x="1810" y="1066"/>
                  </a:cubicBezTo>
                  <a:cubicBezTo>
                    <a:pt x="1810" y="1066"/>
                    <a:pt x="1867" y="1050"/>
                    <a:pt x="1867" y="1042"/>
                  </a:cubicBezTo>
                  <a:cubicBezTo>
                    <a:pt x="1867" y="1034"/>
                    <a:pt x="1867" y="1026"/>
                    <a:pt x="1924" y="1009"/>
                  </a:cubicBezTo>
                  <a:lnTo>
                    <a:pt x="1924" y="1009"/>
                  </a:lnTo>
                  <a:cubicBezTo>
                    <a:pt x="1896" y="1013"/>
                    <a:pt x="1875" y="1015"/>
                    <a:pt x="1859" y="1015"/>
                  </a:cubicBezTo>
                  <a:cubicBezTo>
                    <a:pt x="1805" y="1015"/>
                    <a:pt x="1815" y="996"/>
                    <a:pt x="1859" y="977"/>
                  </a:cubicBezTo>
                  <a:cubicBezTo>
                    <a:pt x="1859" y="969"/>
                    <a:pt x="1859" y="969"/>
                    <a:pt x="1802" y="969"/>
                  </a:cubicBezTo>
                  <a:cubicBezTo>
                    <a:pt x="1779" y="972"/>
                    <a:pt x="1765" y="974"/>
                    <a:pt x="1761" y="974"/>
                  </a:cubicBezTo>
                  <a:cubicBezTo>
                    <a:pt x="1755" y="974"/>
                    <a:pt x="1769" y="970"/>
                    <a:pt x="1802" y="961"/>
                  </a:cubicBezTo>
                  <a:cubicBezTo>
                    <a:pt x="1846" y="955"/>
                    <a:pt x="1890" y="929"/>
                    <a:pt x="1855" y="929"/>
                  </a:cubicBezTo>
                  <a:cubicBezTo>
                    <a:pt x="1845" y="929"/>
                    <a:pt x="1828" y="931"/>
                    <a:pt x="1802" y="936"/>
                  </a:cubicBezTo>
                  <a:lnTo>
                    <a:pt x="1859" y="920"/>
                  </a:lnTo>
                  <a:cubicBezTo>
                    <a:pt x="1881" y="914"/>
                    <a:pt x="1886" y="911"/>
                    <a:pt x="1880" y="911"/>
                  </a:cubicBezTo>
                  <a:cubicBezTo>
                    <a:pt x="1871" y="911"/>
                    <a:pt x="1834" y="918"/>
                    <a:pt x="1794" y="928"/>
                  </a:cubicBezTo>
                  <a:cubicBezTo>
                    <a:pt x="1747" y="938"/>
                    <a:pt x="1719" y="944"/>
                    <a:pt x="1716" y="944"/>
                  </a:cubicBezTo>
                  <a:cubicBezTo>
                    <a:pt x="1711" y="944"/>
                    <a:pt x="1754" y="933"/>
                    <a:pt x="1859" y="904"/>
                  </a:cubicBezTo>
                  <a:cubicBezTo>
                    <a:pt x="1931" y="889"/>
                    <a:pt x="1957" y="883"/>
                    <a:pt x="1952" y="883"/>
                  </a:cubicBezTo>
                  <a:lnTo>
                    <a:pt x="1952" y="883"/>
                  </a:lnTo>
                  <a:cubicBezTo>
                    <a:pt x="1950" y="883"/>
                    <a:pt x="1936" y="885"/>
                    <a:pt x="1916" y="888"/>
                  </a:cubicBezTo>
                  <a:cubicBezTo>
                    <a:pt x="1871" y="893"/>
                    <a:pt x="1830" y="903"/>
                    <a:pt x="1828" y="903"/>
                  </a:cubicBezTo>
                  <a:cubicBezTo>
                    <a:pt x="1826" y="903"/>
                    <a:pt x="1833" y="901"/>
                    <a:pt x="1851" y="896"/>
                  </a:cubicBezTo>
                  <a:cubicBezTo>
                    <a:pt x="1851" y="893"/>
                    <a:pt x="1851" y="891"/>
                    <a:pt x="1845" y="891"/>
                  </a:cubicBezTo>
                  <a:cubicBezTo>
                    <a:pt x="1836" y="891"/>
                    <a:pt x="1809" y="897"/>
                    <a:pt x="1737" y="912"/>
                  </a:cubicBezTo>
                  <a:cubicBezTo>
                    <a:pt x="1709" y="916"/>
                    <a:pt x="1695" y="918"/>
                    <a:pt x="1688" y="918"/>
                  </a:cubicBezTo>
                  <a:cubicBezTo>
                    <a:pt x="1681" y="918"/>
                    <a:pt x="1681" y="916"/>
                    <a:pt x="1681" y="912"/>
                  </a:cubicBezTo>
                  <a:cubicBezTo>
                    <a:pt x="1737" y="904"/>
                    <a:pt x="1737" y="904"/>
                    <a:pt x="1794" y="896"/>
                  </a:cubicBezTo>
                  <a:cubicBezTo>
                    <a:pt x="1794" y="896"/>
                    <a:pt x="1794" y="896"/>
                    <a:pt x="1794" y="888"/>
                  </a:cubicBezTo>
                  <a:cubicBezTo>
                    <a:pt x="1826" y="872"/>
                    <a:pt x="1867" y="855"/>
                    <a:pt x="1908" y="847"/>
                  </a:cubicBezTo>
                  <a:cubicBezTo>
                    <a:pt x="1933" y="840"/>
                    <a:pt x="1947" y="836"/>
                    <a:pt x="1945" y="836"/>
                  </a:cubicBezTo>
                  <a:lnTo>
                    <a:pt x="1945" y="836"/>
                  </a:lnTo>
                  <a:cubicBezTo>
                    <a:pt x="1941" y="836"/>
                    <a:pt x="1913" y="842"/>
                    <a:pt x="1851" y="855"/>
                  </a:cubicBezTo>
                  <a:cubicBezTo>
                    <a:pt x="1775" y="877"/>
                    <a:pt x="1750" y="884"/>
                    <a:pt x="1739" y="884"/>
                  </a:cubicBezTo>
                  <a:cubicBezTo>
                    <a:pt x="1734" y="884"/>
                    <a:pt x="1732" y="882"/>
                    <a:pt x="1729" y="880"/>
                  </a:cubicBezTo>
                  <a:cubicBezTo>
                    <a:pt x="1729" y="872"/>
                    <a:pt x="1729" y="872"/>
                    <a:pt x="1794" y="855"/>
                  </a:cubicBezTo>
                  <a:cubicBezTo>
                    <a:pt x="1851" y="847"/>
                    <a:pt x="1851" y="847"/>
                    <a:pt x="1851" y="839"/>
                  </a:cubicBezTo>
                  <a:cubicBezTo>
                    <a:pt x="1745" y="839"/>
                    <a:pt x="1648" y="855"/>
                    <a:pt x="1551" y="880"/>
                  </a:cubicBezTo>
                  <a:cubicBezTo>
                    <a:pt x="1498" y="891"/>
                    <a:pt x="1470" y="897"/>
                    <a:pt x="1466" y="897"/>
                  </a:cubicBezTo>
                  <a:cubicBezTo>
                    <a:pt x="1462" y="897"/>
                    <a:pt x="1490" y="889"/>
                    <a:pt x="1551" y="872"/>
                  </a:cubicBezTo>
                  <a:cubicBezTo>
                    <a:pt x="1616" y="864"/>
                    <a:pt x="1608" y="855"/>
                    <a:pt x="1608" y="855"/>
                  </a:cubicBezTo>
                  <a:lnTo>
                    <a:pt x="1608" y="855"/>
                  </a:lnTo>
                  <a:cubicBezTo>
                    <a:pt x="1596" y="857"/>
                    <a:pt x="1589" y="858"/>
                    <a:pt x="1585" y="858"/>
                  </a:cubicBezTo>
                  <a:cubicBezTo>
                    <a:pt x="1576" y="858"/>
                    <a:pt x="1592" y="853"/>
                    <a:pt x="1602" y="853"/>
                  </a:cubicBezTo>
                  <a:cubicBezTo>
                    <a:pt x="1605" y="853"/>
                    <a:pt x="1608" y="854"/>
                    <a:pt x="1608" y="855"/>
                  </a:cubicBezTo>
                  <a:cubicBezTo>
                    <a:pt x="1640" y="847"/>
                    <a:pt x="1656" y="845"/>
                    <a:pt x="1664" y="845"/>
                  </a:cubicBezTo>
                  <a:cubicBezTo>
                    <a:pt x="1672" y="845"/>
                    <a:pt x="1672" y="847"/>
                    <a:pt x="1672" y="847"/>
                  </a:cubicBezTo>
                  <a:lnTo>
                    <a:pt x="1729" y="831"/>
                  </a:lnTo>
                  <a:cubicBezTo>
                    <a:pt x="1790" y="814"/>
                    <a:pt x="1818" y="806"/>
                    <a:pt x="1814" y="806"/>
                  </a:cubicBezTo>
                  <a:lnTo>
                    <a:pt x="1814" y="806"/>
                  </a:lnTo>
                  <a:cubicBezTo>
                    <a:pt x="1810" y="806"/>
                    <a:pt x="1782" y="812"/>
                    <a:pt x="1729" y="823"/>
                  </a:cubicBezTo>
                  <a:cubicBezTo>
                    <a:pt x="1706" y="826"/>
                    <a:pt x="1692" y="828"/>
                    <a:pt x="1688" y="828"/>
                  </a:cubicBezTo>
                  <a:cubicBezTo>
                    <a:pt x="1682" y="828"/>
                    <a:pt x="1696" y="824"/>
                    <a:pt x="1729" y="815"/>
                  </a:cubicBezTo>
                  <a:cubicBezTo>
                    <a:pt x="1775" y="802"/>
                    <a:pt x="1822" y="788"/>
                    <a:pt x="1806" y="788"/>
                  </a:cubicBezTo>
                  <a:cubicBezTo>
                    <a:pt x="1803" y="788"/>
                    <a:pt x="1796" y="789"/>
                    <a:pt x="1786" y="791"/>
                  </a:cubicBezTo>
                  <a:cubicBezTo>
                    <a:pt x="1786" y="791"/>
                    <a:pt x="1786" y="782"/>
                    <a:pt x="1843" y="766"/>
                  </a:cubicBezTo>
                  <a:cubicBezTo>
                    <a:pt x="1843" y="763"/>
                    <a:pt x="1843" y="761"/>
                    <a:pt x="1838" y="761"/>
                  </a:cubicBezTo>
                  <a:cubicBezTo>
                    <a:pt x="1832" y="761"/>
                    <a:pt x="1816" y="765"/>
                    <a:pt x="1778" y="774"/>
                  </a:cubicBezTo>
                  <a:cubicBezTo>
                    <a:pt x="1749" y="778"/>
                    <a:pt x="1735" y="780"/>
                    <a:pt x="1728" y="780"/>
                  </a:cubicBezTo>
                  <a:cubicBezTo>
                    <a:pt x="1721" y="780"/>
                    <a:pt x="1721" y="778"/>
                    <a:pt x="1721" y="774"/>
                  </a:cubicBezTo>
                  <a:cubicBezTo>
                    <a:pt x="1721" y="774"/>
                    <a:pt x="1721" y="774"/>
                    <a:pt x="1664" y="782"/>
                  </a:cubicBezTo>
                  <a:cubicBezTo>
                    <a:pt x="1635" y="794"/>
                    <a:pt x="1605" y="802"/>
                    <a:pt x="1575" y="802"/>
                  </a:cubicBezTo>
                  <a:cubicBezTo>
                    <a:pt x="1564" y="802"/>
                    <a:pt x="1554" y="801"/>
                    <a:pt x="1543" y="799"/>
                  </a:cubicBezTo>
                  <a:cubicBezTo>
                    <a:pt x="1524" y="801"/>
                    <a:pt x="1511" y="803"/>
                    <a:pt x="1507" y="803"/>
                  </a:cubicBezTo>
                  <a:cubicBezTo>
                    <a:pt x="1499" y="803"/>
                    <a:pt x="1524" y="796"/>
                    <a:pt x="1599" y="774"/>
                  </a:cubicBezTo>
                  <a:cubicBezTo>
                    <a:pt x="1664" y="766"/>
                    <a:pt x="1664" y="758"/>
                    <a:pt x="1656" y="758"/>
                  </a:cubicBezTo>
                  <a:cubicBezTo>
                    <a:pt x="1656" y="758"/>
                    <a:pt x="1656" y="750"/>
                    <a:pt x="1721" y="734"/>
                  </a:cubicBezTo>
                  <a:cubicBezTo>
                    <a:pt x="1739" y="729"/>
                    <a:pt x="1745" y="727"/>
                    <a:pt x="1744" y="727"/>
                  </a:cubicBezTo>
                  <a:lnTo>
                    <a:pt x="1744" y="727"/>
                  </a:lnTo>
                  <a:cubicBezTo>
                    <a:pt x="1742" y="727"/>
                    <a:pt x="1701" y="736"/>
                    <a:pt x="1656" y="742"/>
                  </a:cubicBezTo>
                  <a:lnTo>
                    <a:pt x="1543" y="774"/>
                  </a:lnTo>
                  <a:cubicBezTo>
                    <a:pt x="1543" y="774"/>
                    <a:pt x="1656" y="734"/>
                    <a:pt x="1713" y="726"/>
                  </a:cubicBezTo>
                  <a:cubicBezTo>
                    <a:pt x="1778" y="708"/>
                    <a:pt x="1808" y="700"/>
                    <a:pt x="1804" y="700"/>
                  </a:cubicBezTo>
                  <a:lnTo>
                    <a:pt x="1804" y="700"/>
                  </a:lnTo>
                  <a:cubicBezTo>
                    <a:pt x="1800" y="700"/>
                    <a:pt x="1769" y="706"/>
                    <a:pt x="1713" y="718"/>
                  </a:cubicBezTo>
                  <a:cubicBezTo>
                    <a:pt x="1678" y="728"/>
                    <a:pt x="1643" y="735"/>
                    <a:pt x="1635" y="735"/>
                  </a:cubicBezTo>
                  <a:cubicBezTo>
                    <a:pt x="1629" y="735"/>
                    <a:pt x="1635" y="732"/>
                    <a:pt x="1656" y="726"/>
                  </a:cubicBezTo>
                  <a:cubicBezTo>
                    <a:pt x="1656" y="718"/>
                    <a:pt x="1656" y="709"/>
                    <a:pt x="1713" y="693"/>
                  </a:cubicBezTo>
                  <a:cubicBezTo>
                    <a:pt x="1741" y="685"/>
                    <a:pt x="1741" y="683"/>
                    <a:pt x="1734" y="683"/>
                  </a:cubicBezTo>
                  <a:cubicBezTo>
                    <a:pt x="1727" y="683"/>
                    <a:pt x="1713" y="685"/>
                    <a:pt x="1713" y="685"/>
                  </a:cubicBezTo>
                  <a:cubicBezTo>
                    <a:pt x="1690" y="691"/>
                    <a:pt x="1675" y="694"/>
                    <a:pt x="1668" y="694"/>
                  </a:cubicBezTo>
                  <a:cubicBezTo>
                    <a:pt x="1655" y="694"/>
                    <a:pt x="1668" y="685"/>
                    <a:pt x="1705" y="669"/>
                  </a:cubicBezTo>
                  <a:cubicBezTo>
                    <a:pt x="1767" y="642"/>
                    <a:pt x="1795" y="630"/>
                    <a:pt x="1789" y="630"/>
                  </a:cubicBezTo>
                  <a:lnTo>
                    <a:pt x="1789" y="630"/>
                  </a:lnTo>
                  <a:cubicBezTo>
                    <a:pt x="1784" y="630"/>
                    <a:pt x="1756" y="638"/>
                    <a:pt x="1705" y="653"/>
                  </a:cubicBezTo>
                  <a:cubicBezTo>
                    <a:pt x="1676" y="661"/>
                    <a:pt x="1648" y="667"/>
                    <a:pt x="1641" y="667"/>
                  </a:cubicBezTo>
                  <a:cubicBezTo>
                    <a:pt x="1634" y="667"/>
                    <a:pt x="1648" y="661"/>
                    <a:pt x="1705" y="645"/>
                  </a:cubicBezTo>
                  <a:cubicBezTo>
                    <a:pt x="1729" y="638"/>
                    <a:pt x="1733" y="635"/>
                    <a:pt x="1725" y="635"/>
                  </a:cubicBezTo>
                  <a:cubicBezTo>
                    <a:pt x="1714" y="635"/>
                    <a:pt x="1681" y="640"/>
                    <a:pt x="1648" y="645"/>
                  </a:cubicBezTo>
                  <a:lnTo>
                    <a:pt x="1413" y="701"/>
                  </a:lnTo>
                  <a:cubicBezTo>
                    <a:pt x="1389" y="708"/>
                    <a:pt x="1371" y="713"/>
                    <a:pt x="1356" y="718"/>
                  </a:cubicBezTo>
                  <a:lnTo>
                    <a:pt x="1356" y="718"/>
                  </a:lnTo>
                  <a:cubicBezTo>
                    <a:pt x="1389" y="701"/>
                    <a:pt x="1429" y="685"/>
                    <a:pt x="1470" y="677"/>
                  </a:cubicBezTo>
                  <a:cubicBezTo>
                    <a:pt x="1526" y="661"/>
                    <a:pt x="1526" y="661"/>
                    <a:pt x="1526" y="661"/>
                  </a:cubicBezTo>
                  <a:lnTo>
                    <a:pt x="1526" y="669"/>
                  </a:lnTo>
                  <a:cubicBezTo>
                    <a:pt x="1567" y="661"/>
                    <a:pt x="1608" y="645"/>
                    <a:pt x="1640" y="628"/>
                  </a:cubicBezTo>
                  <a:cubicBezTo>
                    <a:pt x="1675" y="618"/>
                    <a:pt x="1688" y="611"/>
                    <a:pt x="1680" y="611"/>
                  </a:cubicBezTo>
                  <a:cubicBezTo>
                    <a:pt x="1675" y="611"/>
                    <a:pt x="1662" y="614"/>
                    <a:pt x="1640" y="620"/>
                  </a:cubicBezTo>
                  <a:cubicBezTo>
                    <a:pt x="1697" y="604"/>
                    <a:pt x="1697" y="596"/>
                    <a:pt x="1697" y="588"/>
                  </a:cubicBezTo>
                  <a:cubicBezTo>
                    <a:pt x="1697" y="580"/>
                    <a:pt x="1697" y="572"/>
                    <a:pt x="1753" y="547"/>
                  </a:cubicBezTo>
                  <a:cubicBezTo>
                    <a:pt x="1753" y="544"/>
                    <a:pt x="1752" y="542"/>
                    <a:pt x="1746" y="542"/>
                  </a:cubicBezTo>
                  <a:cubicBezTo>
                    <a:pt x="1738" y="542"/>
                    <a:pt x="1722" y="546"/>
                    <a:pt x="1689" y="555"/>
                  </a:cubicBezTo>
                  <a:cubicBezTo>
                    <a:pt x="1632" y="572"/>
                    <a:pt x="1603" y="578"/>
                    <a:pt x="1596" y="578"/>
                  </a:cubicBezTo>
                  <a:cubicBezTo>
                    <a:pt x="1589" y="578"/>
                    <a:pt x="1603" y="572"/>
                    <a:pt x="1632" y="564"/>
                  </a:cubicBezTo>
                  <a:cubicBezTo>
                    <a:pt x="1728" y="536"/>
                    <a:pt x="1778" y="485"/>
                    <a:pt x="1721" y="485"/>
                  </a:cubicBezTo>
                  <a:cubicBezTo>
                    <a:pt x="1711" y="485"/>
                    <a:pt x="1698" y="487"/>
                    <a:pt x="1681" y="491"/>
                  </a:cubicBezTo>
                  <a:cubicBezTo>
                    <a:pt x="1730" y="469"/>
                    <a:pt x="1730" y="448"/>
                    <a:pt x="1693" y="448"/>
                  </a:cubicBezTo>
                  <a:cubicBezTo>
                    <a:pt x="1687" y="448"/>
                    <a:pt x="1680" y="449"/>
                    <a:pt x="1672" y="450"/>
                  </a:cubicBezTo>
                  <a:lnTo>
                    <a:pt x="1672" y="442"/>
                  </a:lnTo>
                  <a:cubicBezTo>
                    <a:pt x="1708" y="426"/>
                    <a:pt x="1722" y="421"/>
                    <a:pt x="1712" y="421"/>
                  </a:cubicBezTo>
                  <a:cubicBezTo>
                    <a:pt x="1706" y="421"/>
                    <a:pt x="1693" y="423"/>
                    <a:pt x="1672" y="426"/>
                  </a:cubicBezTo>
                  <a:cubicBezTo>
                    <a:pt x="1658" y="430"/>
                    <a:pt x="1644" y="434"/>
                    <a:pt x="1631" y="437"/>
                  </a:cubicBezTo>
                  <a:lnTo>
                    <a:pt x="1631" y="437"/>
                  </a:lnTo>
                  <a:cubicBezTo>
                    <a:pt x="1671" y="424"/>
                    <a:pt x="1664" y="416"/>
                    <a:pt x="1664" y="401"/>
                  </a:cubicBezTo>
                  <a:cubicBezTo>
                    <a:pt x="1664" y="394"/>
                    <a:pt x="1664" y="390"/>
                    <a:pt x="1659" y="390"/>
                  </a:cubicBezTo>
                  <a:cubicBezTo>
                    <a:pt x="1653" y="390"/>
                    <a:pt x="1639" y="396"/>
                    <a:pt x="1608" y="409"/>
                  </a:cubicBezTo>
                  <a:cubicBezTo>
                    <a:pt x="1543" y="409"/>
                    <a:pt x="1599" y="393"/>
                    <a:pt x="1664" y="377"/>
                  </a:cubicBezTo>
                  <a:cubicBezTo>
                    <a:pt x="1721" y="361"/>
                    <a:pt x="1749" y="351"/>
                    <a:pt x="1741" y="351"/>
                  </a:cubicBezTo>
                  <a:cubicBezTo>
                    <a:pt x="1733" y="351"/>
                    <a:pt x="1689" y="361"/>
                    <a:pt x="1599" y="385"/>
                  </a:cubicBezTo>
                  <a:cubicBezTo>
                    <a:pt x="1543" y="401"/>
                    <a:pt x="1514" y="407"/>
                    <a:pt x="1507" y="407"/>
                  </a:cubicBezTo>
                  <a:cubicBezTo>
                    <a:pt x="1500" y="407"/>
                    <a:pt x="1514" y="401"/>
                    <a:pt x="1543" y="393"/>
                  </a:cubicBezTo>
                  <a:cubicBezTo>
                    <a:pt x="1576" y="384"/>
                    <a:pt x="1590" y="380"/>
                    <a:pt x="1595" y="380"/>
                  </a:cubicBezTo>
                  <a:cubicBezTo>
                    <a:pt x="1599" y="380"/>
                    <a:pt x="1599" y="382"/>
                    <a:pt x="1599" y="385"/>
                  </a:cubicBezTo>
                  <a:lnTo>
                    <a:pt x="1713" y="345"/>
                  </a:lnTo>
                  <a:lnTo>
                    <a:pt x="1713" y="345"/>
                  </a:lnTo>
                  <a:cubicBezTo>
                    <a:pt x="1713" y="345"/>
                    <a:pt x="1712" y="345"/>
                    <a:pt x="1656" y="361"/>
                  </a:cubicBezTo>
                  <a:cubicBezTo>
                    <a:pt x="1656" y="361"/>
                    <a:pt x="1656" y="359"/>
                    <a:pt x="1649" y="359"/>
                  </a:cubicBezTo>
                  <a:cubicBezTo>
                    <a:pt x="1642" y="359"/>
                    <a:pt x="1628" y="361"/>
                    <a:pt x="1599" y="369"/>
                  </a:cubicBezTo>
                  <a:cubicBezTo>
                    <a:pt x="1543" y="385"/>
                    <a:pt x="1486" y="401"/>
                    <a:pt x="1429" y="426"/>
                  </a:cubicBezTo>
                  <a:cubicBezTo>
                    <a:pt x="1396" y="435"/>
                    <a:pt x="1382" y="439"/>
                    <a:pt x="1376" y="439"/>
                  </a:cubicBezTo>
                  <a:cubicBezTo>
                    <a:pt x="1372" y="439"/>
                    <a:pt x="1372" y="437"/>
                    <a:pt x="1372" y="434"/>
                  </a:cubicBezTo>
                  <a:cubicBezTo>
                    <a:pt x="1429" y="409"/>
                    <a:pt x="1486" y="393"/>
                    <a:pt x="1543" y="377"/>
                  </a:cubicBezTo>
                  <a:cubicBezTo>
                    <a:pt x="1583" y="369"/>
                    <a:pt x="1616" y="361"/>
                    <a:pt x="1656" y="345"/>
                  </a:cubicBezTo>
                  <a:cubicBezTo>
                    <a:pt x="1671" y="340"/>
                    <a:pt x="1674" y="338"/>
                    <a:pt x="1667" y="338"/>
                  </a:cubicBezTo>
                  <a:cubicBezTo>
                    <a:pt x="1648" y="338"/>
                    <a:pt x="1561" y="353"/>
                    <a:pt x="1478" y="377"/>
                  </a:cubicBezTo>
                  <a:lnTo>
                    <a:pt x="1535" y="361"/>
                  </a:lnTo>
                  <a:cubicBezTo>
                    <a:pt x="1591" y="345"/>
                    <a:pt x="1591" y="337"/>
                    <a:pt x="1591" y="328"/>
                  </a:cubicBezTo>
                  <a:cubicBezTo>
                    <a:pt x="1591" y="325"/>
                    <a:pt x="1591" y="323"/>
                    <a:pt x="1587" y="323"/>
                  </a:cubicBezTo>
                  <a:cubicBezTo>
                    <a:pt x="1582" y="323"/>
                    <a:pt x="1568" y="327"/>
                    <a:pt x="1535" y="337"/>
                  </a:cubicBezTo>
                  <a:cubicBezTo>
                    <a:pt x="1494" y="353"/>
                    <a:pt x="1453" y="361"/>
                    <a:pt x="1421" y="369"/>
                  </a:cubicBezTo>
                  <a:cubicBezTo>
                    <a:pt x="1381" y="385"/>
                    <a:pt x="1340" y="401"/>
                    <a:pt x="1308" y="409"/>
                  </a:cubicBezTo>
                  <a:lnTo>
                    <a:pt x="1413" y="361"/>
                  </a:lnTo>
                  <a:cubicBezTo>
                    <a:pt x="1526" y="320"/>
                    <a:pt x="1583" y="288"/>
                    <a:pt x="1583" y="280"/>
                  </a:cubicBezTo>
                  <a:cubicBezTo>
                    <a:pt x="1575" y="272"/>
                    <a:pt x="1575" y="255"/>
                    <a:pt x="1632" y="239"/>
                  </a:cubicBezTo>
                  <a:cubicBezTo>
                    <a:pt x="1632" y="235"/>
                    <a:pt x="1632" y="231"/>
                    <a:pt x="1625" y="231"/>
                  </a:cubicBezTo>
                  <a:cubicBezTo>
                    <a:pt x="1618" y="231"/>
                    <a:pt x="1603" y="235"/>
                    <a:pt x="1575" y="247"/>
                  </a:cubicBezTo>
                  <a:lnTo>
                    <a:pt x="1575" y="239"/>
                  </a:lnTo>
                  <a:cubicBezTo>
                    <a:pt x="1607" y="224"/>
                    <a:pt x="1618" y="215"/>
                    <a:pt x="1606" y="215"/>
                  </a:cubicBezTo>
                  <a:cubicBezTo>
                    <a:pt x="1600" y="215"/>
                    <a:pt x="1587" y="217"/>
                    <a:pt x="1567" y="223"/>
                  </a:cubicBezTo>
                  <a:cubicBezTo>
                    <a:pt x="1553" y="227"/>
                    <a:pt x="1546" y="229"/>
                    <a:pt x="1543" y="229"/>
                  </a:cubicBezTo>
                  <a:cubicBezTo>
                    <a:pt x="1535" y="229"/>
                    <a:pt x="1567" y="215"/>
                    <a:pt x="1567" y="215"/>
                  </a:cubicBezTo>
                  <a:cubicBezTo>
                    <a:pt x="1620" y="192"/>
                    <a:pt x="1648" y="180"/>
                    <a:pt x="1646" y="180"/>
                  </a:cubicBezTo>
                  <a:lnTo>
                    <a:pt x="1646" y="180"/>
                  </a:lnTo>
                  <a:cubicBezTo>
                    <a:pt x="1644" y="180"/>
                    <a:pt x="1601" y="196"/>
                    <a:pt x="1510" y="231"/>
                  </a:cubicBezTo>
                  <a:cubicBezTo>
                    <a:pt x="1470" y="239"/>
                    <a:pt x="1437" y="264"/>
                    <a:pt x="1397" y="280"/>
                  </a:cubicBezTo>
                  <a:lnTo>
                    <a:pt x="1405" y="288"/>
                  </a:lnTo>
                  <a:lnTo>
                    <a:pt x="1340" y="304"/>
                  </a:lnTo>
                  <a:cubicBezTo>
                    <a:pt x="1299" y="304"/>
                    <a:pt x="1267" y="312"/>
                    <a:pt x="1226" y="328"/>
                  </a:cubicBezTo>
                  <a:cubicBezTo>
                    <a:pt x="1210" y="337"/>
                    <a:pt x="1186" y="345"/>
                    <a:pt x="1170" y="345"/>
                  </a:cubicBezTo>
                  <a:lnTo>
                    <a:pt x="1283" y="304"/>
                  </a:lnTo>
                  <a:lnTo>
                    <a:pt x="1453" y="247"/>
                  </a:lnTo>
                  <a:cubicBezTo>
                    <a:pt x="1530" y="220"/>
                    <a:pt x="1577" y="196"/>
                    <a:pt x="1567" y="196"/>
                  </a:cubicBezTo>
                  <a:lnTo>
                    <a:pt x="1567" y="196"/>
                  </a:lnTo>
                  <a:cubicBezTo>
                    <a:pt x="1562" y="196"/>
                    <a:pt x="1544" y="202"/>
                    <a:pt x="1510" y="215"/>
                  </a:cubicBezTo>
                  <a:cubicBezTo>
                    <a:pt x="1502" y="215"/>
                    <a:pt x="1502" y="215"/>
                    <a:pt x="1559" y="191"/>
                  </a:cubicBezTo>
                  <a:cubicBezTo>
                    <a:pt x="1585" y="179"/>
                    <a:pt x="1599" y="173"/>
                    <a:pt x="1596" y="173"/>
                  </a:cubicBezTo>
                  <a:lnTo>
                    <a:pt x="1596" y="173"/>
                  </a:lnTo>
                  <a:cubicBezTo>
                    <a:pt x="1591" y="173"/>
                    <a:pt x="1563" y="181"/>
                    <a:pt x="1502" y="199"/>
                  </a:cubicBezTo>
                  <a:cubicBezTo>
                    <a:pt x="1451" y="217"/>
                    <a:pt x="1423" y="225"/>
                    <a:pt x="1418" y="225"/>
                  </a:cubicBezTo>
                  <a:cubicBezTo>
                    <a:pt x="1412" y="225"/>
                    <a:pt x="1440" y="213"/>
                    <a:pt x="1502" y="191"/>
                  </a:cubicBezTo>
                  <a:cubicBezTo>
                    <a:pt x="1581" y="157"/>
                    <a:pt x="1601" y="139"/>
                    <a:pt x="1587" y="139"/>
                  </a:cubicBezTo>
                  <a:cubicBezTo>
                    <a:pt x="1581" y="139"/>
                    <a:pt x="1568" y="142"/>
                    <a:pt x="1551" y="150"/>
                  </a:cubicBezTo>
                  <a:cubicBezTo>
                    <a:pt x="1494" y="170"/>
                    <a:pt x="1466" y="178"/>
                    <a:pt x="1459" y="178"/>
                  </a:cubicBezTo>
                  <a:cubicBezTo>
                    <a:pt x="1451" y="178"/>
                    <a:pt x="1466" y="170"/>
                    <a:pt x="1494" y="158"/>
                  </a:cubicBezTo>
                  <a:cubicBezTo>
                    <a:pt x="1531" y="142"/>
                    <a:pt x="1544" y="133"/>
                    <a:pt x="1531" y="133"/>
                  </a:cubicBezTo>
                  <a:cubicBezTo>
                    <a:pt x="1524" y="133"/>
                    <a:pt x="1509" y="136"/>
                    <a:pt x="1486" y="142"/>
                  </a:cubicBezTo>
                  <a:cubicBezTo>
                    <a:pt x="1529" y="129"/>
                    <a:pt x="1573" y="112"/>
                    <a:pt x="1565" y="112"/>
                  </a:cubicBezTo>
                  <a:lnTo>
                    <a:pt x="1565" y="112"/>
                  </a:lnTo>
                  <a:cubicBezTo>
                    <a:pt x="1563" y="112"/>
                    <a:pt x="1556" y="114"/>
                    <a:pt x="1543" y="118"/>
                  </a:cubicBezTo>
                  <a:cubicBezTo>
                    <a:pt x="1543" y="118"/>
                    <a:pt x="1543" y="116"/>
                    <a:pt x="1539" y="116"/>
                  </a:cubicBezTo>
                  <a:cubicBezTo>
                    <a:pt x="1534" y="116"/>
                    <a:pt x="1520" y="119"/>
                    <a:pt x="1486" y="134"/>
                  </a:cubicBezTo>
                  <a:lnTo>
                    <a:pt x="1372" y="174"/>
                  </a:lnTo>
                  <a:cubicBezTo>
                    <a:pt x="1340" y="191"/>
                    <a:pt x="1299" y="207"/>
                    <a:pt x="1259" y="215"/>
                  </a:cubicBezTo>
                  <a:cubicBezTo>
                    <a:pt x="1249" y="220"/>
                    <a:pt x="1243" y="222"/>
                    <a:pt x="1242" y="222"/>
                  </a:cubicBezTo>
                  <a:cubicBezTo>
                    <a:pt x="1235" y="222"/>
                    <a:pt x="1293" y="186"/>
                    <a:pt x="1429" y="134"/>
                  </a:cubicBezTo>
                  <a:lnTo>
                    <a:pt x="1535" y="85"/>
                  </a:lnTo>
                  <a:lnTo>
                    <a:pt x="1421" y="126"/>
                  </a:lnTo>
                  <a:cubicBezTo>
                    <a:pt x="1421" y="118"/>
                    <a:pt x="1421" y="118"/>
                    <a:pt x="1478" y="93"/>
                  </a:cubicBezTo>
                  <a:lnTo>
                    <a:pt x="1478" y="93"/>
                  </a:lnTo>
                  <a:cubicBezTo>
                    <a:pt x="1414" y="116"/>
                    <a:pt x="1386" y="126"/>
                    <a:pt x="1384" y="126"/>
                  </a:cubicBezTo>
                  <a:cubicBezTo>
                    <a:pt x="1382" y="126"/>
                    <a:pt x="1396" y="120"/>
                    <a:pt x="1421" y="109"/>
                  </a:cubicBezTo>
                  <a:cubicBezTo>
                    <a:pt x="1484" y="83"/>
                    <a:pt x="1509" y="71"/>
                    <a:pt x="1502" y="71"/>
                  </a:cubicBezTo>
                  <a:lnTo>
                    <a:pt x="1502" y="71"/>
                  </a:lnTo>
                  <a:cubicBezTo>
                    <a:pt x="1496" y="71"/>
                    <a:pt x="1468" y="79"/>
                    <a:pt x="1421" y="93"/>
                  </a:cubicBezTo>
                  <a:cubicBezTo>
                    <a:pt x="1364" y="118"/>
                    <a:pt x="1336" y="130"/>
                    <a:pt x="1335" y="130"/>
                  </a:cubicBezTo>
                  <a:cubicBezTo>
                    <a:pt x="1334" y="130"/>
                    <a:pt x="1360" y="118"/>
                    <a:pt x="1413" y="93"/>
                  </a:cubicBezTo>
                  <a:cubicBezTo>
                    <a:pt x="1453" y="77"/>
                    <a:pt x="1494" y="61"/>
                    <a:pt x="1526" y="45"/>
                  </a:cubicBezTo>
                  <a:lnTo>
                    <a:pt x="1526" y="45"/>
                  </a:lnTo>
                  <a:lnTo>
                    <a:pt x="1470" y="61"/>
                  </a:lnTo>
                  <a:cubicBezTo>
                    <a:pt x="1410" y="87"/>
                    <a:pt x="1381" y="96"/>
                    <a:pt x="1376" y="96"/>
                  </a:cubicBezTo>
                  <a:cubicBezTo>
                    <a:pt x="1372" y="96"/>
                    <a:pt x="1386" y="89"/>
                    <a:pt x="1413" y="77"/>
                  </a:cubicBezTo>
                  <a:cubicBezTo>
                    <a:pt x="1448" y="67"/>
                    <a:pt x="1461" y="60"/>
                    <a:pt x="1453" y="60"/>
                  </a:cubicBezTo>
                  <a:cubicBezTo>
                    <a:pt x="1448" y="60"/>
                    <a:pt x="1435" y="63"/>
                    <a:pt x="1413" y="69"/>
                  </a:cubicBezTo>
                  <a:cubicBezTo>
                    <a:pt x="1405" y="61"/>
                    <a:pt x="1405" y="61"/>
                    <a:pt x="1462" y="37"/>
                  </a:cubicBezTo>
                  <a:cubicBezTo>
                    <a:pt x="1522" y="15"/>
                    <a:pt x="1550" y="5"/>
                    <a:pt x="1546" y="5"/>
                  </a:cubicBezTo>
                  <a:lnTo>
                    <a:pt x="1546" y="5"/>
                  </a:lnTo>
                  <a:cubicBezTo>
                    <a:pt x="1543" y="5"/>
                    <a:pt x="1515" y="13"/>
                    <a:pt x="1462" y="28"/>
                  </a:cubicBezTo>
                  <a:cubicBezTo>
                    <a:pt x="1435" y="40"/>
                    <a:pt x="1421" y="46"/>
                    <a:pt x="1419" y="46"/>
                  </a:cubicBezTo>
                  <a:cubicBezTo>
                    <a:pt x="1417" y="46"/>
                    <a:pt x="1431" y="38"/>
                    <a:pt x="1462" y="20"/>
                  </a:cubicBezTo>
                  <a:cubicBezTo>
                    <a:pt x="1493" y="7"/>
                    <a:pt x="1507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2"/>
            <p:cNvSpPr/>
            <p:nvPr/>
          </p:nvSpPr>
          <p:spPr>
            <a:xfrm>
              <a:off x="6981674" y="1236110"/>
              <a:ext cx="733163" cy="205247"/>
            </a:xfrm>
            <a:custGeom>
              <a:avLst/>
              <a:gdLst/>
              <a:ahLst/>
              <a:cxnLst/>
              <a:rect l="l" t="t" r="r" b="b"/>
              <a:pathLst>
                <a:path w="42533" h="11907" extrusionOk="0">
                  <a:moveTo>
                    <a:pt x="1783" y="334"/>
                  </a:moveTo>
                  <a:lnTo>
                    <a:pt x="1815" y="399"/>
                  </a:lnTo>
                  <a:lnTo>
                    <a:pt x="1864" y="416"/>
                  </a:lnTo>
                  <a:cubicBezTo>
                    <a:pt x="1880" y="359"/>
                    <a:pt x="1880" y="359"/>
                    <a:pt x="1832" y="343"/>
                  </a:cubicBezTo>
                  <a:lnTo>
                    <a:pt x="1783" y="334"/>
                  </a:lnTo>
                  <a:close/>
                  <a:moveTo>
                    <a:pt x="996" y="436"/>
                  </a:moveTo>
                  <a:cubicBezTo>
                    <a:pt x="1013" y="436"/>
                    <a:pt x="1033" y="441"/>
                    <a:pt x="1053" y="448"/>
                  </a:cubicBezTo>
                  <a:cubicBezTo>
                    <a:pt x="1102" y="464"/>
                    <a:pt x="1102" y="464"/>
                    <a:pt x="1086" y="521"/>
                  </a:cubicBezTo>
                  <a:cubicBezTo>
                    <a:pt x="1053" y="545"/>
                    <a:pt x="1013" y="553"/>
                    <a:pt x="972" y="553"/>
                  </a:cubicBezTo>
                  <a:lnTo>
                    <a:pt x="940" y="480"/>
                  </a:lnTo>
                  <a:cubicBezTo>
                    <a:pt x="949" y="447"/>
                    <a:pt x="970" y="436"/>
                    <a:pt x="996" y="436"/>
                  </a:cubicBezTo>
                  <a:close/>
                  <a:moveTo>
                    <a:pt x="1541" y="581"/>
                  </a:moveTo>
                  <a:cubicBezTo>
                    <a:pt x="1555" y="581"/>
                    <a:pt x="1575" y="587"/>
                    <a:pt x="1605" y="594"/>
                  </a:cubicBezTo>
                  <a:cubicBezTo>
                    <a:pt x="1653" y="610"/>
                    <a:pt x="1702" y="618"/>
                    <a:pt x="1686" y="675"/>
                  </a:cubicBezTo>
                  <a:lnTo>
                    <a:pt x="1637" y="667"/>
                  </a:lnTo>
                  <a:cubicBezTo>
                    <a:pt x="1642" y="648"/>
                    <a:pt x="1639" y="640"/>
                    <a:pt x="1633" y="640"/>
                  </a:cubicBezTo>
                  <a:cubicBezTo>
                    <a:pt x="1621" y="640"/>
                    <a:pt x="1599" y="675"/>
                    <a:pt x="1621" y="724"/>
                  </a:cubicBezTo>
                  <a:lnTo>
                    <a:pt x="1596" y="837"/>
                  </a:lnTo>
                  <a:cubicBezTo>
                    <a:pt x="1540" y="813"/>
                    <a:pt x="1507" y="756"/>
                    <a:pt x="1523" y="699"/>
                  </a:cubicBezTo>
                  <a:cubicBezTo>
                    <a:pt x="1512" y="609"/>
                    <a:pt x="1509" y="581"/>
                    <a:pt x="1541" y="581"/>
                  </a:cubicBezTo>
                  <a:close/>
                  <a:moveTo>
                    <a:pt x="680" y="1275"/>
                  </a:moveTo>
                  <a:cubicBezTo>
                    <a:pt x="640" y="1299"/>
                    <a:pt x="615" y="1340"/>
                    <a:pt x="599" y="1380"/>
                  </a:cubicBezTo>
                  <a:lnTo>
                    <a:pt x="648" y="1397"/>
                  </a:lnTo>
                  <a:cubicBezTo>
                    <a:pt x="651" y="1397"/>
                    <a:pt x="654" y="1397"/>
                    <a:pt x="657" y="1397"/>
                  </a:cubicBezTo>
                  <a:cubicBezTo>
                    <a:pt x="699" y="1397"/>
                    <a:pt x="714" y="1344"/>
                    <a:pt x="729" y="1291"/>
                  </a:cubicBezTo>
                  <a:lnTo>
                    <a:pt x="680" y="1275"/>
                  </a:lnTo>
                  <a:close/>
                  <a:moveTo>
                    <a:pt x="4420" y="1546"/>
                  </a:moveTo>
                  <a:cubicBezTo>
                    <a:pt x="4431" y="1546"/>
                    <a:pt x="4442" y="1548"/>
                    <a:pt x="4450" y="1551"/>
                  </a:cubicBezTo>
                  <a:cubicBezTo>
                    <a:pt x="4499" y="1567"/>
                    <a:pt x="4483" y="1624"/>
                    <a:pt x="4369" y="1648"/>
                  </a:cubicBezTo>
                  <a:lnTo>
                    <a:pt x="4272" y="1624"/>
                  </a:lnTo>
                  <a:cubicBezTo>
                    <a:pt x="4285" y="1577"/>
                    <a:pt x="4365" y="1546"/>
                    <a:pt x="4420" y="1546"/>
                  </a:cubicBezTo>
                  <a:close/>
                  <a:moveTo>
                    <a:pt x="4630" y="1700"/>
                  </a:moveTo>
                  <a:cubicBezTo>
                    <a:pt x="4592" y="1700"/>
                    <a:pt x="4565" y="1728"/>
                    <a:pt x="4556" y="1761"/>
                  </a:cubicBezTo>
                  <a:cubicBezTo>
                    <a:pt x="4540" y="1818"/>
                    <a:pt x="4588" y="1834"/>
                    <a:pt x="4686" y="1859"/>
                  </a:cubicBezTo>
                  <a:cubicBezTo>
                    <a:pt x="4696" y="1861"/>
                    <a:pt x="4706" y="1862"/>
                    <a:pt x="4716" y="1862"/>
                  </a:cubicBezTo>
                  <a:cubicBezTo>
                    <a:pt x="4746" y="1862"/>
                    <a:pt x="4775" y="1853"/>
                    <a:pt x="4799" y="1834"/>
                  </a:cubicBezTo>
                  <a:cubicBezTo>
                    <a:pt x="4815" y="1778"/>
                    <a:pt x="4767" y="1761"/>
                    <a:pt x="4718" y="1745"/>
                  </a:cubicBezTo>
                  <a:cubicBezTo>
                    <a:pt x="4685" y="1712"/>
                    <a:pt x="4655" y="1700"/>
                    <a:pt x="4630" y="1700"/>
                  </a:cubicBezTo>
                  <a:close/>
                  <a:moveTo>
                    <a:pt x="6866" y="1904"/>
                  </a:moveTo>
                  <a:cubicBezTo>
                    <a:pt x="6883" y="1904"/>
                    <a:pt x="6903" y="1909"/>
                    <a:pt x="6923" y="1915"/>
                  </a:cubicBezTo>
                  <a:lnTo>
                    <a:pt x="6907" y="1972"/>
                  </a:lnTo>
                  <a:lnTo>
                    <a:pt x="6842" y="2021"/>
                  </a:lnTo>
                  <a:lnTo>
                    <a:pt x="6810" y="1948"/>
                  </a:lnTo>
                  <a:cubicBezTo>
                    <a:pt x="6819" y="1914"/>
                    <a:pt x="6840" y="1904"/>
                    <a:pt x="6866" y="1904"/>
                  </a:cubicBezTo>
                  <a:close/>
                  <a:moveTo>
                    <a:pt x="7139" y="2077"/>
                  </a:moveTo>
                  <a:lnTo>
                    <a:pt x="7139" y="2077"/>
                  </a:lnTo>
                  <a:cubicBezTo>
                    <a:pt x="7149" y="2077"/>
                    <a:pt x="7141" y="2106"/>
                    <a:pt x="7126" y="2159"/>
                  </a:cubicBezTo>
                  <a:cubicBezTo>
                    <a:pt x="7110" y="2232"/>
                    <a:pt x="7053" y="2297"/>
                    <a:pt x="6980" y="2305"/>
                  </a:cubicBezTo>
                  <a:lnTo>
                    <a:pt x="6875" y="2272"/>
                  </a:lnTo>
                  <a:lnTo>
                    <a:pt x="7012" y="2191"/>
                  </a:lnTo>
                  <a:cubicBezTo>
                    <a:pt x="7090" y="2114"/>
                    <a:pt x="7126" y="2077"/>
                    <a:pt x="7139" y="2077"/>
                  </a:cubicBezTo>
                  <a:close/>
                  <a:moveTo>
                    <a:pt x="8316" y="2196"/>
                  </a:moveTo>
                  <a:cubicBezTo>
                    <a:pt x="8340" y="2196"/>
                    <a:pt x="8321" y="2221"/>
                    <a:pt x="8269" y="2288"/>
                  </a:cubicBezTo>
                  <a:lnTo>
                    <a:pt x="8139" y="2378"/>
                  </a:lnTo>
                  <a:cubicBezTo>
                    <a:pt x="8091" y="2361"/>
                    <a:pt x="8156" y="2313"/>
                    <a:pt x="8237" y="2215"/>
                  </a:cubicBezTo>
                  <a:cubicBezTo>
                    <a:pt x="8277" y="2204"/>
                    <a:pt x="8303" y="2196"/>
                    <a:pt x="8316" y="2196"/>
                  </a:cubicBezTo>
                  <a:close/>
                  <a:moveTo>
                    <a:pt x="9339" y="2272"/>
                  </a:moveTo>
                  <a:lnTo>
                    <a:pt x="9315" y="2386"/>
                  </a:lnTo>
                  <a:lnTo>
                    <a:pt x="9331" y="2329"/>
                  </a:lnTo>
                  <a:lnTo>
                    <a:pt x="9339" y="2272"/>
                  </a:lnTo>
                  <a:close/>
                  <a:moveTo>
                    <a:pt x="8569" y="2556"/>
                  </a:moveTo>
                  <a:lnTo>
                    <a:pt x="8618" y="2572"/>
                  </a:lnTo>
                  <a:cubicBezTo>
                    <a:pt x="8603" y="2622"/>
                    <a:pt x="8589" y="2672"/>
                    <a:pt x="8553" y="2672"/>
                  </a:cubicBezTo>
                  <a:cubicBezTo>
                    <a:pt x="8548" y="2672"/>
                    <a:pt x="8542" y="2671"/>
                    <a:pt x="8537" y="2670"/>
                  </a:cubicBezTo>
                  <a:lnTo>
                    <a:pt x="8488" y="2653"/>
                  </a:lnTo>
                  <a:cubicBezTo>
                    <a:pt x="8504" y="2613"/>
                    <a:pt x="8529" y="2580"/>
                    <a:pt x="8569" y="2556"/>
                  </a:cubicBezTo>
                  <a:close/>
                  <a:moveTo>
                    <a:pt x="11989" y="2697"/>
                  </a:moveTo>
                  <a:cubicBezTo>
                    <a:pt x="11971" y="2697"/>
                    <a:pt x="11979" y="2715"/>
                    <a:pt x="11999" y="2759"/>
                  </a:cubicBezTo>
                  <a:lnTo>
                    <a:pt x="12096" y="2783"/>
                  </a:lnTo>
                  <a:cubicBezTo>
                    <a:pt x="12112" y="2726"/>
                    <a:pt x="12112" y="2726"/>
                    <a:pt x="12064" y="2718"/>
                  </a:cubicBezTo>
                  <a:cubicBezTo>
                    <a:pt x="12025" y="2705"/>
                    <a:pt x="12001" y="2697"/>
                    <a:pt x="11989" y="2697"/>
                  </a:cubicBezTo>
                  <a:close/>
                  <a:moveTo>
                    <a:pt x="10046" y="2755"/>
                  </a:moveTo>
                  <a:cubicBezTo>
                    <a:pt x="10085" y="2755"/>
                    <a:pt x="10094" y="2818"/>
                    <a:pt x="10029" y="2897"/>
                  </a:cubicBezTo>
                  <a:lnTo>
                    <a:pt x="9931" y="2872"/>
                  </a:lnTo>
                  <a:cubicBezTo>
                    <a:pt x="9946" y="2821"/>
                    <a:pt x="9960" y="2764"/>
                    <a:pt x="9998" y="2764"/>
                  </a:cubicBezTo>
                  <a:cubicBezTo>
                    <a:pt x="10002" y="2764"/>
                    <a:pt x="10007" y="2765"/>
                    <a:pt x="10012" y="2767"/>
                  </a:cubicBezTo>
                  <a:cubicBezTo>
                    <a:pt x="10025" y="2759"/>
                    <a:pt x="10036" y="2755"/>
                    <a:pt x="10046" y="2755"/>
                  </a:cubicBezTo>
                  <a:close/>
                  <a:moveTo>
                    <a:pt x="10410" y="2880"/>
                  </a:moveTo>
                  <a:lnTo>
                    <a:pt x="10458" y="2888"/>
                  </a:lnTo>
                  <a:cubicBezTo>
                    <a:pt x="10507" y="2905"/>
                    <a:pt x="10507" y="2905"/>
                    <a:pt x="10491" y="2961"/>
                  </a:cubicBezTo>
                  <a:lnTo>
                    <a:pt x="10442" y="2945"/>
                  </a:lnTo>
                  <a:lnTo>
                    <a:pt x="10410" y="2880"/>
                  </a:lnTo>
                  <a:close/>
                  <a:moveTo>
                    <a:pt x="11001" y="2856"/>
                  </a:moveTo>
                  <a:cubicBezTo>
                    <a:pt x="11001" y="2897"/>
                    <a:pt x="11001" y="2945"/>
                    <a:pt x="11026" y="2986"/>
                  </a:cubicBezTo>
                  <a:cubicBezTo>
                    <a:pt x="11032" y="2988"/>
                    <a:pt x="11037" y="2989"/>
                    <a:pt x="11043" y="2989"/>
                  </a:cubicBezTo>
                  <a:cubicBezTo>
                    <a:pt x="11078" y="2989"/>
                    <a:pt x="11091" y="2945"/>
                    <a:pt x="11091" y="2945"/>
                  </a:cubicBezTo>
                  <a:cubicBezTo>
                    <a:pt x="11091" y="2945"/>
                    <a:pt x="11107" y="2880"/>
                    <a:pt x="11058" y="2872"/>
                  </a:cubicBezTo>
                  <a:lnTo>
                    <a:pt x="11001" y="2856"/>
                  </a:lnTo>
                  <a:close/>
                  <a:moveTo>
                    <a:pt x="9533" y="3014"/>
                  </a:moveTo>
                  <a:cubicBezTo>
                    <a:pt x="9545" y="3014"/>
                    <a:pt x="9557" y="3015"/>
                    <a:pt x="9566" y="3018"/>
                  </a:cubicBezTo>
                  <a:lnTo>
                    <a:pt x="9550" y="3075"/>
                  </a:lnTo>
                  <a:cubicBezTo>
                    <a:pt x="9543" y="3072"/>
                    <a:pt x="9534" y="3071"/>
                    <a:pt x="9526" y="3071"/>
                  </a:cubicBezTo>
                  <a:cubicBezTo>
                    <a:pt x="9503" y="3071"/>
                    <a:pt x="9480" y="3079"/>
                    <a:pt x="9466" y="3079"/>
                  </a:cubicBezTo>
                  <a:cubicBezTo>
                    <a:pt x="9453" y="3079"/>
                    <a:pt x="9446" y="3073"/>
                    <a:pt x="9453" y="3051"/>
                  </a:cubicBezTo>
                  <a:cubicBezTo>
                    <a:pt x="9414" y="3037"/>
                    <a:pt x="9480" y="3014"/>
                    <a:pt x="9533" y="3014"/>
                  </a:cubicBezTo>
                  <a:close/>
                  <a:moveTo>
                    <a:pt x="11244" y="3300"/>
                  </a:moveTo>
                  <a:cubicBezTo>
                    <a:pt x="11250" y="3300"/>
                    <a:pt x="11255" y="3301"/>
                    <a:pt x="11261" y="3302"/>
                  </a:cubicBezTo>
                  <a:cubicBezTo>
                    <a:pt x="11310" y="3310"/>
                    <a:pt x="11358" y="3326"/>
                    <a:pt x="11342" y="3383"/>
                  </a:cubicBezTo>
                  <a:cubicBezTo>
                    <a:pt x="11342" y="3383"/>
                    <a:pt x="11328" y="3432"/>
                    <a:pt x="11286" y="3432"/>
                  </a:cubicBezTo>
                  <a:cubicBezTo>
                    <a:pt x="11283" y="3432"/>
                    <a:pt x="11280" y="3432"/>
                    <a:pt x="11277" y="3432"/>
                  </a:cubicBezTo>
                  <a:cubicBezTo>
                    <a:pt x="11228" y="3415"/>
                    <a:pt x="11196" y="3342"/>
                    <a:pt x="11196" y="3342"/>
                  </a:cubicBezTo>
                  <a:cubicBezTo>
                    <a:pt x="11196" y="3316"/>
                    <a:pt x="11218" y="3300"/>
                    <a:pt x="11244" y="3300"/>
                  </a:cubicBezTo>
                  <a:close/>
                  <a:moveTo>
                    <a:pt x="12129" y="3546"/>
                  </a:moveTo>
                  <a:cubicBezTo>
                    <a:pt x="12142" y="3546"/>
                    <a:pt x="12164" y="3552"/>
                    <a:pt x="12201" y="3561"/>
                  </a:cubicBezTo>
                  <a:cubicBezTo>
                    <a:pt x="12258" y="3578"/>
                    <a:pt x="12242" y="3634"/>
                    <a:pt x="12242" y="3634"/>
                  </a:cubicBezTo>
                  <a:cubicBezTo>
                    <a:pt x="12238" y="3650"/>
                    <a:pt x="12231" y="3656"/>
                    <a:pt x="12224" y="3656"/>
                  </a:cubicBezTo>
                  <a:cubicBezTo>
                    <a:pt x="12203" y="3656"/>
                    <a:pt x="12172" y="3614"/>
                    <a:pt x="12137" y="3602"/>
                  </a:cubicBezTo>
                  <a:cubicBezTo>
                    <a:pt x="12116" y="3562"/>
                    <a:pt x="12109" y="3546"/>
                    <a:pt x="12129" y="3546"/>
                  </a:cubicBezTo>
                  <a:close/>
                  <a:moveTo>
                    <a:pt x="13060" y="3635"/>
                  </a:moveTo>
                  <a:cubicBezTo>
                    <a:pt x="13080" y="3635"/>
                    <a:pt x="13107" y="3670"/>
                    <a:pt x="13118" y="3748"/>
                  </a:cubicBezTo>
                  <a:cubicBezTo>
                    <a:pt x="13107" y="3791"/>
                    <a:pt x="13103" y="3805"/>
                    <a:pt x="13088" y="3805"/>
                  </a:cubicBezTo>
                  <a:cubicBezTo>
                    <a:pt x="13080" y="3805"/>
                    <a:pt x="13069" y="3802"/>
                    <a:pt x="13053" y="3796"/>
                  </a:cubicBezTo>
                  <a:cubicBezTo>
                    <a:pt x="13028" y="3756"/>
                    <a:pt x="13028" y="3707"/>
                    <a:pt x="13037" y="3667"/>
                  </a:cubicBezTo>
                  <a:cubicBezTo>
                    <a:pt x="13039" y="3646"/>
                    <a:pt x="13049" y="3635"/>
                    <a:pt x="13060" y="3635"/>
                  </a:cubicBezTo>
                  <a:close/>
                  <a:moveTo>
                    <a:pt x="13434" y="3780"/>
                  </a:moveTo>
                  <a:lnTo>
                    <a:pt x="13482" y="3788"/>
                  </a:lnTo>
                  <a:cubicBezTo>
                    <a:pt x="13468" y="3839"/>
                    <a:pt x="13453" y="3896"/>
                    <a:pt x="13416" y="3896"/>
                  </a:cubicBezTo>
                  <a:cubicBezTo>
                    <a:pt x="13411" y="3896"/>
                    <a:pt x="13407" y="3895"/>
                    <a:pt x="13401" y="3894"/>
                  </a:cubicBezTo>
                  <a:lnTo>
                    <a:pt x="13369" y="3821"/>
                  </a:lnTo>
                  <a:lnTo>
                    <a:pt x="13434" y="3780"/>
                  </a:lnTo>
                  <a:close/>
                  <a:moveTo>
                    <a:pt x="11585" y="4632"/>
                  </a:moveTo>
                  <a:cubicBezTo>
                    <a:pt x="11553" y="4656"/>
                    <a:pt x="11520" y="4688"/>
                    <a:pt x="11504" y="4737"/>
                  </a:cubicBezTo>
                  <a:cubicBezTo>
                    <a:pt x="11497" y="4763"/>
                    <a:pt x="11505" y="4779"/>
                    <a:pt x="11523" y="4779"/>
                  </a:cubicBezTo>
                  <a:cubicBezTo>
                    <a:pt x="11545" y="4779"/>
                    <a:pt x="11582" y="4757"/>
                    <a:pt x="11626" y="4705"/>
                  </a:cubicBezTo>
                  <a:cubicBezTo>
                    <a:pt x="11642" y="4648"/>
                    <a:pt x="11642" y="4648"/>
                    <a:pt x="11585" y="4632"/>
                  </a:cubicBezTo>
                  <a:close/>
                  <a:moveTo>
                    <a:pt x="16636" y="4794"/>
                  </a:moveTo>
                  <a:lnTo>
                    <a:pt x="16685" y="4802"/>
                  </a:lnTo>
                  <a:cubicBezTo>
                    <a:pt x="16671" y="4859"/>
                    <a:pt x="16656" y="4910"/>
                    <a:pt x="16620" y="4910"/>
                  </a:cubicBezTo>
                  <a:cubicBezTo>
                    <a:pt x="16615" y="4910"/>
                    <a:pt x="16610" y="4909"/>
                    <a:pt x="16604" y="4907"/>
                  </a:cubicBezTo>
                  <a:lnTo>
                    <a:pt x="16572" y="4834"/>
                  </a:lnTo>
                  <a:lnTo>
                    <a:pt x="16636" y="4794"/>
                  </a:lnTo>
                  <a:close/>
                  <a:moveTo>
                    <a:pt x="18801" y="4899"/>
                  </a:moveTo>
                  <a:lnTo>
                    <a:pt x="18850" y="4915"/>
                  </a:lnTo>
                  <a:cubicBezTo>
                    <a:pt x="18835" y="4965"/>
                    <a:pt x="18821" y="5015"/>
                    <a:pt x="18785" y="5015"/>
                  </a:cubicBezTo>
                  <a:cubicBezTo>
                    <a:pt x="18780" y="5015"/>
                    <a:pt x="18774" y="5015"/>
                    <a:pt x="18769" y="5013"/>
                  </a:cubicBezTo>
                  <a:lnTo>
                    <a:pt x="18720" y="4996"/>
                  </a:lnTo>
                  <a:cubicBezTo>
                    <a:pt x="18736" y="4956"/>
                    <a:pt x="18769" y="4923"/>
                    <a:pt x="18801" y="4899"/>
                  </a:cubicBezTo>
                  <a:close/>
                  <a:moveTo>
                    <a:pt x="17844" y="5069"/>
                  </a:moveTo>
                  <a:cubicBezTo>
                    <a:pt x="17893" y="5078"/>
                    <a:pt x="17893" y="5078"/>
                    <a:pt x="17877" y="5134"/>
                  </a:cubicBezTo>
                  <a:cubicBezTo>
                    <a:pt x="17861" y="5175"/>
                    <a:pt x="17836" y="5215"/>
                    <a:pt x="17796" y="5240"/>
                  </a:cubicBezTo>
                  <a:cubicBezTo>
                    <a:pt x="17747" y="5223"/>
                    <a:pt x="17828" y="5126"/>
                    <a:pt x="17844" y="5069"/>
                  </a:cubicBezTo>
                  <a:close/>
                  <a:moveTo>
                    <a:pt x="19352" y="5426"/>
                  </a:moveTo>
                  <a:lnTo>
                    <a:pt x="19401" y="5434"/>
                  </a:lnTo>
                  <a:cubicBezTo>
                    <a:pt x="19387" y="5492"/>
                    <a:pt x="19372" y="5542"/>
                    <a:pt x="19336" y="5542"/>
                  </a:cubicBezTo>
                  <a:cubicBezTo>
                    <a:pt x="19331" y="5542"/>
                    <a:pt x="19326" y="5542"/>
                    <a:pt x="19320" y="5540"/>
                  </a:cubicBezTo>
                  <a:lnTo>
                    <a:pt x="19288" y="5467"/>
                  </a:lnTo>
                  <a:lnTo>
                    <a:pt x="19352" y="5426"/>
                  </a:lnTo>
                  <a:close/>
                  <a:moveTo>
                    <a:pt x="22819" y="6388"/>
                  </a:moveTo>
                  <a:cubicBezTo>
                    <a:pt x="22825" y="6388"/>
                    <a:pt x="22832" y="6389"/>
                    <a:pt x="22839" y="6391"/>
                  </a:cubicBezTo>
                  <a:cubicBezTo>
                    <a:pt x="22936" y="6423"/>
                    <a:pt x="22936" y="6423"/>
                    <a:pt x="22920" y="6480"/>
                  </a:cubicBezTo>
                  <a:cubicBezTo>
                    <a:pt x="22912" y="6507"/>
                    <a:pt x="22886" y="6516"/>
                    <a:pt x="22856" y="6516"/>
                  </a:cubicBezTo>
                  <a:cubicBezTo>
                    <a:pt x="22822" y="6516"/>
                    <a:pt x="22783" y="6505"/>
                    <a:pt x="22758" y="6496"/>
                  </a:cubicBezTo>
                  <a:cubicBezTo>
                    <a:pt x="22729" y="6446"/>
                    <a:pt x="22765" y="6388"/>
                    <a:pt x="22819" y="6388"/>
                  </a:cubicBezTo>
                  <a:close/>
                  <a:moveTo>
                    <a:pt x="24898" y="6902"/>
                  </a:moveTo>
                  <a:lnTo>
                    <a:pt x="24947" y="6918"/>
                  </a:lnTo>
                  <a:cubicBezTo>
                    <a:pt x="24933" y="6968"/>
                    <a:pt x="24918" y="7018"/>
                    <a:pt x="24882" y="7018"/>
                  </a:cubicBezTo>
                  <a:cubicBezTo>
                    <a:pt x="24877" y="7018"/>
                    <a:pt x="24871" y="7017"/>
                    <a:pt x="24866" y="7015"/>
                  </a:cubicBezTo>
                  <a:lnTo>
                    <a:pt x="24817" y="7007"/>
                  </a:lnTo>
                  <a:cubicBezTo>
                    <a:pt x="24833" y="6967"/>
                    <a:pt x="24858" y="6926"/>
                    <a:pt x="24898" y="6902"/>
                  </a:cubicBezTo>
                  <a:close/>
                  <a:moveTo>
                    <a:pt x="29155" y="7719"/>
                  </a:moveTo>
                  <a:cubicBezTo>
                    <a:pt x="29160" y="7719"/>
                    <a:pt x="29165" y="7719"/>
                    <a:pt x="29171" y="7721"/>
                  </a:cubicBezTo>
                  <a:cubicBezTo>
                    <a:pt x="29220" y="7737"/>
                    <a:pt x="29220" y="7737"/>
                    <a:pt x="29203" y="7794"/>
                  </a:cubicBezTo>
                  <a:cubicBezTo>
                    <a:pt x="29203" y="7794"/>
                    <a:pt x="29191" y="7837"/>
                    <a:pt x="29155" y="7837"/>
                  </a:cubicBezTo>
                  <a:cubicBezTo>
                    <a:pt x="29150" y="7837"/>
                    <a:pt x="29145" y="7836"/>
                    <a:pt x="29139" y="7834"/>
                  </a:cubicBezTo>
                  <a:lnTo>
                    <a:pt x="29106" y="7761"/>
                  </a:lnTo>
                  <a:cubicBezTo>
                    <a:pt x="29113" y="7734"/>
                    <a:pt x="29131" y="7719"/>
                    <a:pt x="29155" y="7719"/>
                  </a:cubicBezTo>
                  <a:close/>
                  <a:moveTo>
                    <a:pt x="29787" y="7826"/>
                  </a:moveTo>
                  <a:lnTo>
                    <a:pt x="29836" y="7842"/>
                  </a:lnTo>
                  <a:cubicBezTo>
                    <a:pt x="29822" y="7892"/>
                    <a:pt x="29807" y="7942"/>
                    <a:pt x="29771" y="7942"/>
                  </a:cubicBezTo>
                  <a:cubicBezTo>
                    <a:pt x="29766" y="7942"/>
                    <a:pt x="29760" y="7941"/>
                    <a:pt x="29755" y="7940"/>
                  </a:cubicBezTo>
                  <a:lnTo>
                    <a:pt x="29722" y="7875"/>
                  </a:lnTo>
                  <a:lnTo>
                    <a:pt x="29787" y="7826"/>
                  </a:lnTo>
                  <a:close/>
                  <a:moveTo>
                    <a:pt x="30090" y="8300"/>
                  </a:moveTo>
                  <a:cubicBezTo>
                    <a:pt x="30116" y="8300"/>
                    <a:pt x="30129" y="8319"/>
                    <a:pt x="30120" y="8353"/>
                  </a:cubicBezTo>
                  <a:cubicBezTo>
                    <a:pt x="30108" y="8394"/>
                    <a:pt x="30105" y="8406"/>
                    <a:pt x="30085" y="8406"/>
                  </a:cubicBezTo>
                  <a:cubicBezTo>
                    <a:pt x="30078" y="8406"/>
                    <a:pt x="30068" y="8404"/>
                    <a:pt x="30055" y="8402"/>
                  </a:cubicBezTo>
                  <a:cubicBezTo>
                    <a:pt x="29957" y="8369"/>
                    <a:pt x="29957" y="8369"/>
                    <a:pt x="30022" y="8329"/>
                  </a:cubicBezTo>
                  <a:cubicBezTo>
                    <a:pt x="30049" y="8309"/>
                    <a:pt x="30072" y="8300"/>
                    <a:pt x="30090" y="8300"/>
                  </a:cubicBezTo>
                  <a:close/>
                  <a:moveTo>
                    <a:pt x="30371" y="8426"/>
                  </a:moveTo>
                  <a:lnTo>
                    <a:pt x="30420" y="8434"/>
                  </a:lnTo>
                  <a:cubicBezTo>
                    <a:pt x="30468" y="8450"/>
                    <a:pt x="30468" y="8450"/>
                    <a:pt x="30452" y="8507"/>
                  </a:cubicBezTo>
                  <a:lnTo>
                    <a:pt x="30403" y="8499"/>
                  </a:lnTo>
                  <a:lnTo>
                    <a:pt x="30371" y="8426"/>
                  </a:lnTo>
                  <a:close/>
                  <a:moveTo>
                    <a:pt x="30865" y="8564"/>
                  </a:moveTo>
                  <a:lnTo>
                    <a:pt x="30914" y="8580"/>
                  </a:lnTo>
                  <a:cubicBezTo>
                    <a:pt x="30971" y="8588"/>
                    <a:pt x="30971" y="8588"/>
                    <a:pt x="30955" y="8645"/>
                  </a:cubicBezTo>
                  <a:lnTo>
                    <a:pt x="30906" y="8637"/>
                  </a:lnTo>
                  <a:lnTo>
                    <a:pt x="30865" y="8564"/>
                  </a:lnTo>
                  <a:close/>
                  <a:moveTo>
                    <a:pt x="30772" y="8630"/>
                  </a:moveTo>
                  <a:cubicBezTo>
                    <a:pt x="30765" y="8630"/>
                    <a:pt x="30754" y="8634"/>
                    <a:pt x="30736" y="8645"/>
                  </a:cubicBezTo>
                  <a:cubicBezTo>
                    <a:pt x="30742" y="8647"/>
                    <a:pt x="30748" y="8648"/>
                    <a:pt x="30753" y="8648"/>
                  </a:cubicBezTo>
                  <a:cubicBezTo>
                    <a:pt x="30777" y="8648"/>
                    <a:pt x="30786" y="8630"/>
                    <a:pt x="30772" y="8630"/>
                  </a:cubicBezTo>
                  <a:close/>
                  <a:moveTo>
                    <a:pt x="30202" y="8650"/>
                  </a:moveTo>
                  <a:lnTo>
                    <a:pt x="30202" y="8650"/>
                  </a:lnTo>
                  <a:cubicBezTo>
                    <a:pt x="30198" y="8658"/>
                    <a:pt x="30195" y="8667"/>
                    <a:pt x="30193" y="8677"/>
                  </a:cubicBezTo>
                  <a:cubicBezTo>
                    <a:pt x="30194" y="8681"/>
                    <a:pt x="30196" y="8685"/>
                    <a:pt x="30197" y="8688"/>
                  </a:cubicBezTo>
                  <a:lnTo>
                    <a:pt x="30197" y="8688"/>
                  </a:lnTo>
                  <a:cubicBezTo>
                    <a:pt x="30197" y="8678"/>
                    <a:pt x="30199" y="8665"/>
                    <a:pt x="30202" y="8650"/>
                  </a:cubicBezTo>
                  <a:close/>
                  <a:moveTo>
                    <a:pt x="31401" y="8588"/>
                  </a:moveTo>
                  <a:lnTo>
                    <a:pt x="31449" y="8596"/>
                  </a:lnTo>
                  <a:cubicBezTo>
                    <a:pt x="31498" y="8612"/>
                    <a:pt x="31482" y="8669"/>
                    <a:pt x="31482" y="8669"/>
                  </a:cubicBezTo>
                  <a:cubicBezTo>
                    <a:pt x="31482" y="8669"/>
                    <a:pt x="31469" y="8713"/>
                    <a:pt x="31434" y="8713"/>
                  </a:cubicBezTo>
                  <a:cubicBezTo>
                    <a:pt x="31428" y="8713"/>
                    <a:pt x="31423" y="8712"/>
                    <a:pt x="31417" y="8710"/>
                  </a:cubicBezTo>
                  <a:cubicBezTo>
                    <a:pt x="31401" y="8677"/>
                    <a:pt x="31392" y="8629"/>
                    <a:pt x="31401" y="8588"/>
                  </a:cubicBezTo>
                  <a:close/>
                  <a:moveTo>
                    <a:pt x="30197" y="8688"/>
                  </a:moveTo>
                  <a:cubicBezTo>
                    <a:pt x="30196" y="8711"/>
                    <a:pt x="30201" y="8722"/>
                    <a:pt x="30203" y="8722"/>
                  </a:cubicBezTo>
                  <a:cubicBezTo>
                    <a:pt x="30205" y="8722"/>
                    <a:pt x="30206" y="8710"/>
                    <a:pt x="30197" y="8688"/>
                  </a:cubicBezTo>
                  <a:close/>
                  <a:moveTo>
                    <a:pt x="33478" y="9136"/>
                  </a:moveTo>
                  <a:cubicBezTo>
                    <a:pt x="33489" y="9136"/>
                    <a:pt x="33495" y="9144"/>
                    <a:pt x="33492" y="9164"/>
                  </a:cubicBezTo>
                  <a:cubicBezTo>
                    <a:pt x="33476" y="9204"/>
                    <a:pt x="33444" y="9237"/>
                    <a:pt x="33411" y="9261"/>
                  </a:cubicBezTo>
                  <a:cubicBezTo>
                    <a:pt x="33411" y="9261"/>
                    <a:pt x="33382" y="9280"/>
                    <a:pt x="33365" y="9280"/>
                  </a:cubicBezTo>
                  <a:cubicBezTo>
                    <a:pt x="33355" y="9280"/>
                    <a:pt x="33349" y="9274"/>
                    <a:pt x="33355" y="9253"/>
                  </a:cubicBezTo>
                  <a:lnTo>
                    <a:pt x="33371" y="9196"/>
                  </a:lnTo>
                  <a:cubicBezTo>
                    <a:pt x="33413" y="9164"/>
                    <a:pt x="33456" y="9136"/>
                    <a:pt x="33478" y="9136"/>
                  </a:cubicBezTo>
                  <a:close/>
                  <a:moveTo>
                    <a:pt x="35195" y="9383"/>
                  </a:moveTo>
                  <a:cubicBezTo>
                    <a:pt x="35244" y="9399"/>
                    <a:pt x="35244" y="9399"/>
                    <a:pt x="35227" y="9456"/>
                  </a:cubicBezTo>
                  <a:cubicBezTo>
                    <a:pt x="35213" y="9508"/>
                    <a:pt x="35164" y="9546"/>
                    <a:pt x="35112" y="9546"/>
                  </a:cubicBezTo>
                  <a:cubicBezTo>
                    <a:pt x="35107" y="9546"/>
                    <a:pt x="35103" y="9546"/>
                    <a:pt x="35098" y="9545"/>
                  </a:cubicBezTo>
                  <a:cubicBezTo>
                    <a:pt x="35049" y="9529"/>
                    <a:pt x="35082" y="9415"/>
                    <a:pt x="35195" y="9383"/>
                  </a:cubicBezTo>
                  <a:close/>
                  <a:moveTo>
                    <a:pt x="42253" y="11183"/>
                  </a:moveTo>
                  <a:cubicBezTo>
                    <a:pt x="42291" y="11183"/>
                    <a:pt x="42248" y="11262"/>
                    <a:pt x="42151" y="11329"/>
                  </a:cubicBezTo>
                  <a:cubicBezTo>
                    <a:pt x="42112" y="11380"/>
                    <a:pt x="42091" y="11407"/>
                    <a:pt x="42085" y="11407"/>
                  </a:cubicBezTo>
                  <a:cubicBezTo>
                    <a:pt x="42078" y="11407"/>
                    <a:pt x="42086" y="11378"/>
                    <a:pt x="42103" y="11320"/>
                  </a:cubicBezTo>
                  <a:cubicBezTo>
                    <a:pt x="42117" y="11270"/>
                    <a:pt x="42132" y="11213"/>
                    <a:pt x="42169" y="11213"/>
                  </a:cubicBezTo>
                  <a:cubicBezTo>
                    <a:pt x="42174" y="11213"/>
                    <a:pt x="42179" y="11213"/>
                    <a:pt x="42184" y="11215"/>
                  </a:cubicBezTo>
                  <a:cubicBezTo>
                    <a:pt x="42217" y="11192"/>
                    <a:pt x="42240" y="11183"/>
                    <a:pt x="42253" y="11183"/>
                  </a:cubicBezTo>
                  <a:close/>
                  <a:moveTo>
                    <a:pt x="470" y="1"/>
                  </a:moveTo>
                  <a:cubicBezTo>
                    <a:pt x="458" y="1"/>
                    <a:pt x="442" y="13"/>
                    <a:pt x="413" y="34"/>
                  </a:cubicBezTo>
                  <a:cubicBezTo>
                    <a:pt x="380" y="148"/>
                    <a:pt x="364" y="205"/>
                    <a:pt x="413" y="221"/>
                  </a:cubicBezTo>
                  <a:cubicBezTo>
                    <a:pt x="469" y="229"/>
                    <a:pt x="469" y="229"/>
                    <a:pt x="453" y="286"/>
                  </a:cubicBezTo>
                  <a:lnTo>
                    <a:pt x="348" y="262"/>
                  </a:lnTo>
                  <a:cubicBezTo>
                    <a:pt x="319" y="254"/>
                    <a:pt x="286" y="250"/>
                    <a:pt x="254" y="250"/>
                  </a:cubicBezTo>
                  <a:cubicBezTo>
                    <a:pt x="213" y="250"/>
                    <a:pt x="173" y="256"/>
                    <a:pt x="137" y="270"/>
                  </a:cubicBezTo>
                  <a:cubicBezTo>
                    <a:pt x="38" y="298"/>
                    <a:pt x="0" y="389"/>
                    <a:pt x="69" y="389"/>
                  </a:cubicBezTo>
                  <a:cubicBezTo>
                    <a:pt x="79" y="389"/>
                    <a:pt x="91" y="387"/>
                    <a:pt x="105" y="383"/>
                  </a:cubicBezTo>
                  <a:lnTo>
                    <a:pt x="145" y="456"/>
                  </a:lnTo>
                  <a:cubicBezTo>
                    <a:pt x="119" y="548"/>
                    <a:pt x="135" y="600"/>
                    <a:pt x="163" y="600"/>
                  </a:cubicBezTo>
                  <a:cubicBezTo>
                    <a:pt x="187" y="600"/>
                    <a:pt x="220" y="562"/>
                    <a:pt x="242" y="480"/>
                  </a:cubicBezTo>
                  <a:cubicBezTo>
                    <a:pt x="268" y="390"/>
                    <a:pt x="281" y="347"/>
                    <a:pt x="289" y="347"/>
                  </a:cubicBezTo>
                  <a:cubicBezTo>
                    <a:pt x="296" y="347"/>
                    <a:pt x="300" y="379"/>
                    <a:pt x="307" y="440"/>
                  </a:cubicBezTo>
                  <a:cubicBezTo>
                    <a:pt x="275" y="553"/>
                    <a:pt x="332" y="570"/>
                    <a:pt x="380" y="578"/>
                  </a:cubicBezTo>
                  <a:cubicBezTo>
                    <a:pt x="429" y="594"/>
                    <a:pt x="429" y="594"/>
                    <a:pt x="413" y="651"/>
                  </a:cubicBezTo>
                  <a:cubicBezTo>
                    <a:pt x="397" y="707"/>
                    <a:pt x="429" y="764"/>
                    <a:pt x="486" y="789"/>
                  </a:cubicBezTo>
                  <a:cubicBezTo>
                    <a:pt x="503" y="794"/>
                    <a:pt x="514" y="798"/>
                    <a:pt x="522" y="798"/>
                  </a:cubicBezTo>
                  <a:cubicBezTo>
                    <a:pt x="536" y="798"/>
                    <a:pt x="540" y="785"/>
                    <a:pt x="551" y="748"/>
                  </a:cubicBezTo>
                  <a:cubicBezTo>
                    <a:pt x="536" y="721"/>
                    <a:pt x="541" y="707"/>
                    <a:pt x="554" y="707"/>
                  </a:cubicBezTo>
                  <a:cubicBezTo>
                    <a:pt x="576" y="707"/>
                    <a:pt x="621" y="747"/>
                    <a:pt x="632" y="829"/>
                  </a:cubicBezTo>
                  <a:cubicBezTo>
                    <a:pt x="646" y="862"/>
                    <a:pt x="654" y="880"/>
                    <a:pt x="661" y="880"/>
                  </a:cubicBezTo>
                  <a:cubicBezTo>
                    <a:pt x="670" y="880"/>
                    <a:pt x="679" y="852"/>
                    <a:pt x="697" y="789"/>
                  </a:cubicBezTo>
                  <a:cubicBezTo>
                    <a:pt x="711" y="739"/>
                    <a:pt x="737" y="716"/>
                    <a:pt x="764" y="716"/>
                  </a:cubicBezTo>
                  <a:cubicBezTo>
                    <a:pt x="800" y="716"/>
                    <a:pt x="837" y="756"/>
                    <a:pt x="851" y="829"/>
                  </a:cubicBezTo>
                  <a:lnTo>
                    <a:pt x="948" y="853"/>
                  </a:lnTo>
                  <a:cubicBezTo>
                    <a:pt x="953" y="855"/>
                    <a:pt x="958" y="856"/>
                    <a:pt x="962" y="856"/>
                  </a:cubicBezTo>
                  <a:cubicBezTo>
                    <a:pt x="1000" y="856"/>
                    <a:pt x="1014" y="799"/>
                    <a:pt x="1029" y="748"/>
                  </a:cubicBezTo>
                  <a:cubicBezTo>
                    <a:pt x="1047" y="685"/>
                    <a:pt x="1055" y="657"/>
                    <a:pt x="1064" y="657"/>
                  </a:cubicBezTo>
                  <a:cubicBezTo>
                    <a:pt x="1071" y="657"/>
                    <a:pt x="1079" y="675"/>
                    <a:pt x="1094" y="707"/>
                  </a:cubicBezTo>
                  <a:cubicBezTo>
                    <a:pt x="1110" y="748"/>
                    <a:pt x="1118" y="789"/>
                    <a:pt x="1110" y="837"/>
                  </a:cubicBezTo>
                  <a:cubicBezTo>
                    <a:pt x="1094" y="894"/>
                    <a:pt x="1151" y="902"/>
                    <a:pt x="1199" y="918"/>
                  </a:cubicBezTo>
                  <a:cubicBezTo>
                    <a:pt x="1225" y="927"/>
                    <a:pt x="1264" y="938"/>
                    <a:pt x="1298" y="938"/>
                  </a:cubicBezTo>
                  <a:cubicBezTo>
                    <a:pt x="1328" y="938"/>
                    <a:pt x="1354" y="929"/>
                    <a:pt x="1361" y="902"/>
                  </a:cubicBezTo>
                  <a:lnTo>
                    <a:pt x="1361" y="902"/>
                  </a:lnTo>
                  <a:lnTo>
                    <a:pt x="1345" y="959"/>
                  </a:lnTo>
                  <a:cubicBezTo>
                    <a:pt x="1378" y="970"/>
                    <a:pt x="1381" y="1000"/>
                    <a:pt x="1385" y="1000"/>
                  </a:cubicBezTo>
                  <a:cubicBezTo>
                    <a:pt x="1387" y="1000"/>
                    <a:pt x="1389" y="993"/>
                    <a:pt x="1394" y="975"/>
                  </a:cubicBezTo>
                  <a:cubicBezTo>
                    <a:pt x="1451" y="991"/>
                    <a:pt x="1491" y="1024"/>
                    <a:pt x="1532" y="1072"/>
                  </a:cubicBezTo>
                  <a:cubicBezTo>
                    <a:pt x="1554" y="1095"/>
                    <a:pt x="1585" y="1106"/>
                    <a:pt x="1615" y="1106"/>
                  </a:cubicBezTo>
                  <a:cubicBezTo>
                    <a:pt x="1693" y="1106"/>
                    <a:pt x="1765" y="1035"/>
                    <a:pt x="1678" y="918"/>
                  </a:cubicBezTo>
                  <a:lnTo>
                    <a:pt x="1678" y="918"/>
                  </a:lnTo>
                  <a:lnTo>
                    <a:pt x="1726" y="934"/>
                  </a:lnTo>
                  <a:cubicBezTo>
                    <a:pt x="1732" y="936"/>
                    <a:pt x="1738" y="937"/>
                    <a:pt x="1743" y="937"/>
                  </a:cubicBezTo>
                  <a:cubicBezTo>
                    <a:pt x="1779" y="937"/>
                    <a:pt x="1791" y="894"/>
                    <a:pt x="1791" y="894"/>
                  </a:cubicBezTo>
                  <a:cubicBezTo>
                    <a:pt x="1800" y="858"/>
                    <a:pt x="1819" y="847"/>
                    <a:pt x="1842" y="847"/>
                  </a:cubicBezTo>
                  <a:cubicBezTo>
                    <a:pt x="1861" y="847"/>
                    <a:pt x="1883" y="854"/>
                    <a:pt x="1905" y="861"/>
                  </a:cubicBezTo>
                  <a:cubicBezTo>
                    <a:pt x="1905" y="861"/>
                    <a:pt x="1888" y="918"/>
                    <a:pt x="1880" y="975"/>
                  </a:cubicBezTo>
                  <a:cubicBezTo>
                    <a:pt x="1819" y="1077"/>
                    <a:pt x="1828" y="1146"/>
                    <a:pt x="1868" y="1146"/>
                  </a:cubicBezTo>
                  <a:cubicBezTo>
                    <a:pt x="1891" y="1146"/>
                    <a:pt x="1924" y="1122"/>
                    <a:pt x="1960" y="1066"/>
                  </a:cubicBezTo>
                  <a:lnTo>
                    <a:pt x="1960" y="1066"/>
                  </a:lnTo>
                  <a:cubicBezTo>
                    <a:pt x="1956" y="1081"/>
                    <a:pt x="1951" y="1102"/>
                    <a:pt x="1945" y="1121"/>
                  </a:cubicBezTo>
                  <a:cubicBezTo>
                    <a:pt x="1934" y="1158"/>
                    <a:pt x="1952" y="1174"/>
                    <a:pt x="1999" y="1174"/>
                  </a:cubicBezTo>
                  <a:cubicBezTo>
                    <a:pt x="2024" y="1174"/>
                    <a:pt x="2057" y="1170"/>
                    <a:pt x="2099" y="1161"/>
                  </a:cubicBezTo>
                  <a:cubicBezTo>
                    <a:pt x="2101" y="1162"/>
                    <a:pt x="2103" y="1162"/>
                    <a:pt x="2105" y="1162"/>
                  </a:cubicBezTo>
                  <a:cubicBezTo>
                    <a:pt x="2154" y="1162"/>
                    <a:pt x="2230" y="1070"/>
                    <a:pt x="2245" y="1016"/>
                  </a:cubicBezTo>
                  <a:cubicBezTo>
                    <a:pt x="2245" y="987"/>
                    <a:pt x="2270" y="965"/>
                    <a:pt x="2297" y="965"/>
                  </a:cubicBezTo>
                  <a:cubicBezTo>
                    <a:pt x="2301" y="965"/>
                    <a:pt x="2306" y="966"/>
                    <a:pt x="2310" y="967"/>
                  </a:cubicBezTo>
                  <a:cubicBezTo>
                    <a:pt x="2359" y="983"/>
                    <a:pt x="2359" y="983"/>
                    <a:pt x="2342" y="1040"/>
                  </a:cubicBezTo>
                  <a:cubicBezTo>
                    <a:pt x="2324" y="1106"/>
                    <a:pt x="2349" y="1144"/>
                    <a:pt x="2389" y="1144"/>
                  </a:cubicBezTo>
                  <a:cubicBezTo>
                    <a:pt x="2418" y="1144"/>
                    <a:pt x="2454" y="1124"/>
                    <a:pt x="2488" y="1080"/>
                  </a:cubicBezTo>
                  <a:lnTo>
                    <a:pt x="2488" y="1080"/>
                  </a:lnTo>
                  <a:lnTo>
                    <a:pt x="2472" y="1137"/>
                  </a:lnTo>
                  <a:cubicBezTo>
                    <a:pt x="2464" y="1194"/>
                    <a:pt x="2496" y="1267"/>
                    <a:pt x="2756" y="1275"/>
                  </a:cubicBezTo>
                  <a:cubicBezTo>
                    <a:pt x="2959" y="1332"/>
                    <a:pt x="3113" y="1372"/>
                    <a:pt x="3096" y="1429"/>
                  </a:cubicBezTo>
                  <a:cubicBezTo>
                    <a:pt x="3092" y="1444"/>
                    <a:pt x="3104" y="1450"/>
                    <a:pt x="3127" y="1450"/>
                  </a:cubicBezTo>
                  <a:cubicBezTo>
                    <a:pt x="3192" y="1450"/>
                    <a:pt x="3341" y="1398"/>
                    <a:pt x="3437" y="1332"/>
                  </a:cubicBezTo>
                  <a:lnTo>
                    <a:pt x="3437" y="1332"/>
                  </a:lnTo>
                  <a:cubicBezTo>
                    <a:pt x="3421" y="1397"/>
                    <a:pt x="3469" y="1405"/>
                    <a:pt x="3575" y="1437"/>
                  </a:cubicBezTo>
                  <a:cubicBezTo>
                    <a:pt x="3721" y="1478"/>
                    <a:pt x="3721" y="1478"/>
                    <a:pt x="3704" y="1534"/>
                  </a:cubicBezTo>
                  <a:cubicBezTo>
                    <a:pt x="3663" y="1584"/>
                    <a:pt x="3643" y="1608"/>
                    <a:pt x="3650" y="1608"/>
                  </a:cubicBezTo>
                  <a:cubicBezTo>
                    <a:pt x="3657" y="1608"/>
                    <a:pt x="3690" y="1586"/>
                    <a:pt x="3753" y="1543"/>
                  </a:cubicBezTo>
                  <a:cubicBezTo>
                    <a:pt x="3776" y="1515"/>
                    <a:pt x="3805" y="1503"/>
                    <a:pt x="3832" y="1503"/>
                  </a:cubicBezTo>
                  <a:cubicBezTo>
                    <a:pt x="3899" y="1503"/>
                    <a:pt x="3963" y="1575"/>
                    <a:pt x="3940" y="1656"/>
                  </a:cubicBezTo>
                  <a:cubicBezTo>
                    <a:pt x="3923" y="1713"/>
                    <a:pt x="3972" y="1729"/>
                    <a:pt x="4077" y="1753"/>
                  </a:cubicBezTo>
                  <a:cubicBezTo>
                    <a:pt x="4102" y="1738"/>
                    <a:pt x="4130" y="1732"/>
                    <a:pt x="4162" y="1732"/>
                  </a:cubicBezTo>
                  <a:cubicBezTo>
                    <a:pt x="4215" y="1732"/>
                    <a:pt x="4276" y="1749"/>
                    <a:pt x="4337" y="1770"/>
                  </a:cubicBezTo>
                  <a:cubicBezTo>
                    <a:pt x="4393" y="1784"/>
                    <a:pt x="4429" y="1794"/>
                    <a:pt x="4453" y="1794"/>
                  </a:cubicBezTo>
                  <a:cubicBezTo>
                    <a:pt x="4495" y="1794"/>
                    <a:pt x="4503" y="1766"/>
                    <a:pt x="4523" y="1688"/>
                  </a:cubicBezTo>
                  <a:cubicBezTo>
                    <a:pt x="4538" y="1619"/>
                    <a:pt x="4566" y="1598"/>
                    <a:pt x="4607" y="1598"/>
                  </a:cubicBezTo>
                  <a:cubicBezTo>
                    <a:pt x="4633" y="1598"/>
                    <a:pt x="4664" y="1606"/>
                    <a:pt x="4702" y="1616"/>
                  </a:cubicBezTo>
                  <a:cubicBezTo>
                    <a:pt x="4750" y="1632"/>
                    <a:pt x="4799" y="1648"/>
                    <a:pt x="4783" y="1705"/>
                  </a:cubicBezTo>
                  <a:cubicBezTo>
                    <a:pt x="4783" y="1705"/>
                    <a:pt x="4823" y="1770"/>
                    <a:pt x="4872" y="1786"/>
                  </a:cubicBezTo>
                  <a:cubicBezTo>
                    <a:pt x="4921" y="1802"/>
                    <a:pt x="4969" y="1818"/>
                    <a:pt x="4953" y="1875"/>
                  </a:cubicBezTo>
                  <a:cubicBezTo>
                    <a:pt x="4986" y="1924"/>
                    <a:pt x="5034" y="1956"/>
                    <a:pt x="5091" y="1972"/>
                  </a:cubicBezTo>
                  <a:cubicBezTo>
                    <a:pt x="5188" y="1997"/>
                    <a:pt x="5285" y="2029"/>
                    <a:pt x="5269" y="2086"/>
                  </a:cubicBezTo>
                  <a:cubicBezTo>
                    <a:pt x="5283" y="2088"/>
                    <a:pt x="5292" y="2090"/>
                    <a:pt x="5300" y="2090"/>
                  </a:cubicBezTo>
                  <a:cubicBezTo>
                    <a:pt x="5319" y="2090"/>
                    <a:pt x="5322" y="2078"/>
                    <a:pt x="5334" y="2037"/>
                  </a:cubicBezTo>
                  <a:cubicBezTo>
                    <a:pt x="5343" y="2006"/>
                    <a:pt x="5367" y="1980"/>
                    <a:pt x="5417" y="1980"/>
                  </a:cubicBezTo>
                  <a:cubicBezTo>
                    <a:pt x="5458" y="1980"/>
                    <a:pt x="5517" y="1998"/>
                    <a:pt x="5602" y="2045"/>
                  </a:cubicBezTo>
                  <a:cubicBezTo>
                    <a:pt x="5664" y="2066"/>
                    <a:pt x="5749" y="2090"/>
                    <a:pt x="5806" y="2090"/>
                  </a:cubicBezTo>
                  <a:cubicBezTo>
                    <a:pt x="5839" y="2090"/>
                    <a:pt x="5863" y="2082"/>
                    <a:pt x="5869" y="2061"/>
                  </a:cubicBezTo>
                  <a:cubicBezTo>
                    <a:pt x="5918" y="2070"/>
                    <a:pt x="5918" y="2070"/>
                    <a:pt x="5902" y="2126"/>
                  </a:cubicBezTo>
                  <a:cubicBezTo>
                    <a:pt x="5882" y="2199"/>
                    <a:pt x="5909" y="2237"/>
                    <a:pt x="5961" y="2237"/>
                  </a:cubicBezTo>
                  <a:cubicBezTo>
                    <a:pt x="5997" y="2237"/>
                    <a:pt x="6044" y="2219"/>
                    <a:pt x="6096" y="2183"/>
                  </a:cubicBezTo>
                  <a:cubicBezTo>
                    <a:pt x="6103" y="2160"/>
                    <a:pt x="6115" y="2149"/>
                    <a:pt x="6129" y="2149"/>
                  </a:cubicBezTo>
                  <a:cubicBezTo>
                    <a:pt x="6151" y="2149"/>
                    <a:pt x="6178" y="2172"/>
                    <a:pt x="6202" y="2215"/>
                  </a:cubicBezTo>
                  <a:cubicBezTo>
                    <a:pt x="6242" y="2215"/>
                    <a:pt x="6283" y="2207"/>
                    <a:pt x="6315" y="2183"/>
                  </a:cubicBezTo>
                  <a:cubicBezTo>
                    <a:pt x="6343" y="2162"/>
                    <a:pt x="6359" y="2150"/>
                    <a:pt x="6374" y="2150"/>
                  </a:cubicBezTo>
                  <a:cubicBezTo>
                    <a:pt x="6395" y="2150"/>
                    <a:pt x="6414" y="2172"/>
                    <a:pt x="6461" y="2224"/>
                  </a:cubicBezTo>
                  <a:cubicBezTo>
                    <a:pt x="6445" y="2280"/>
                    <a:pt x="6502" y="2297"/>
                    <a:pt x="6550" y="2305"/>
                  </a:cubicBezTo>
                  <a:cubicBezTo>
                    <a:pt x="6559" y="2303"/>
                    <a:pt x="6570" y="2302"/>
                    <a:pt x="6583" y="2302"/>
                  </a:cubicBezTo>
                  <a:cubicBezTo>
                    <a:pt x="6744" y="2302"/>
                    <a:pt x="7218" y="2432"/>
                    <a:pt x="7248" y="2499"/>
                  </a:cubicBezTo>
                  <a:cubicBezTo>
                    <a:pt x="7292" y="2471"/>
                    <a:pt x="7306" y="2463"/>
                    <a:pt x="7327" y="2463"/>
                  </a:cubicBezTo>
                  <a:cubicBezTo>
                    <a:pt x="7336" y="2463"/>
                    <a:pt x="7346" y="2464"/>
                    <a:pt x="7361" y="2467"/>
                  </a:cubicBezTo>
                  <a:cubicBezTo>
                    <a:pt x="7368" y="2523"/>
                    <a:pt x="7384" y="2547"/>
                    <a:pt x="7403" y="2547"/>
                  </a:cubicBezTo>
                  <a:cubicBezTo>
                    <a:pt x="7428" y="2547"/>
                    <a:pt x="7456" y="2507"/>
                    <a:pt x="7475" y="2442"/>
                  </a:cubicBezTo>
                  <a:lnTo>
                    <a:pt x="7426" y="2426"/>
                  </a:lnTo>
                  <a:lnTo>
                    <a:pt x="7377" y="2410"/>
                  </a:lnTo>
                  <a:cubicBezTo>
                    <a:pt x="7390" y="2367"/>
                    <a:pt x="7418" y="2346"/>
                    <a:pt x="7446" y="2346"/>
                  </a:cubicBezTo>
                  <a:cubicBezTo>
                    <a:pt x="7493" y="2346"/>
                    <a:pt x="7537" y="2402"/>
                    <a:pt x="7507" y="2507"/>
                  </a:cubicBezTo>
                  <a:cubicBezTo>
                    <a:pt x="7520" y="2577"/>
                    <a:pt x="7526" y="2609"/>
                    <a:pt x="7541" y="2609"/>
                  </a:cubicBezTo>
                  <a:cubicBezTo>
                    <a:pt x="7555" y="2609"/>
                    <a:pt x="7575" y="2585"/>
                    <a:pt x="7612" y="2540"/>
                  </a:cubicBezTo>
                  <a:cubicBezTo>
                    <a:pt x="7648" y="2493"/>
                    <a:pt x="7677" y="2471"/>
                    <a:pt x="7701" y="2471"/>
                  </a:cubicBezTo>
                  <a:cubicBezTo>
                    <a:pt x="7730" y="2471"/>
                    <a:pt x="7749" y="2508"/>
                    <a:pt x="7758" y="2580"/>
                  </a:cubicBezTo>
                  <a:cubicBezTo>
                    <a:pt x="7742" y="2638"/>
                    <a:pt x="7734" y="2666"/>
                    <a:pt x="7740" y="2666"/>
                  </a:cubicBezTo>
                  <a:cubicBezTo>
                    <a:pt x="7747" y="2666"/>
                    <a:pt x="7767" y="2640"/>
                    <a:pt x="7807" y="2588"/>
                  </a:cubicBezTo>
                  <a:cubicBezTo>
                    <a:pt x="7888" y="2487"/>
                    <a:pt x="7971" y="2432"/>
                    <a:pt x="8026" y="2432"/>
                  </a:cubicBezTo>
                  <a:cubicBezTo>
                    <a:pt x="8081" y="2432"/>
                    <a:pt x="8107" y="2487"/>
                    <a:pt x="8075" y="2605"/>
                  </a:cubicBezTo>
                  <a:cubicBezTo>
                    <a:pt x="8042" y="2718"/>
                    <a:pt x="8075" y="2791"/>
                    <a:pt x="8123" y="2807"/>
                  </a:cubicBezTo>
                  <a:cubicBezTo>
                    <a:pt x="8127" y="2808"/>
                    <a:pt x="8130" y="2808"/>
                    <a:pt x="8134" y="2808"/>
                  </a:cubicBezTo>
                  <a:cubicBezTo>
                    <a:pt x="8181" y="2808"/>
                    <a:pt x="8189" y="2755"/>
                    <a:pt x="8204" y="2702"/>
                  </a:cubicBezTo>
                  <a:cubicBezTo>
                    <a:pt x="8197" y="2642"/>
                    <a:pt x="8203" y="2613"/>
                    <a:pt x="8219" y="2613"/>
                  </a:cubicBezTo>
                  <a:cubicBezTo>
                    <a:pt x="8238" y="2613"/>
                    <a:pt x="8270" y="2652"/>
                    <a:pt x="8310" y="2726"/>
                  </a:cubicBezTo>
                  <a:cubicBezTo>
                    <a:pt x="8376" y="2874"/>
                    <a:pt x="8445" y="2934"/>
                    <a:pt x="8539" y="2934"/>
                  </a:cubicBezTo>
                  <a:cubicBezTo>
                    <a:pt x="8583" y="2934"/>
                    <a:pt x="8633" y="2920"/>
                    <a:pt x="8691" y="2897"/>
                  </a:cubicBezTo>
                  <a:cubicBezTo>
                    <a:pt x="8765" y="2878"/>
                    <a:pt x="8832" y="2870"/>
                    <a:pt x="8881" y="2870"/>
                  </a:cubicBezTo>
                  <a:cubicBezTo>
                    <a:pt x="8982" y="2870"/>
                    <a:pt x="9011" y="2904"/>
                    <a:pt x="8885" y="2953"/>
                  </a:cubicBezTo>
                  <a:cubicBezTo>
                    <a:pt x="8804" y="3009"/>
                    <a:pt x="8774" y="3030"/>
                    <a:pt x="8790" y="3030"/>
                  </a:cubicBezTo>
                  <a:cubicBezTo>
                    <a:pt x="8800" y="3030"/>
                    <a:pt x="8826" y="3022"/>
                    <a:pt x="8869" y="3010"/>
                  </a:cubicBezTo>
                  <a:lnTo>
                    <a:pt x="9120" y="3075"/>
                  </a:lnTo>
                  <a:cubicBezTo>
                    <a:pt x="9127" y="3076"/>
                    <a:pt x="9134" y="3076"/>
                    <a:pt x="9140" y="3076"/>
                  </a:cubicBezTo>
                  <a:cubicBezTo>
                    <a:pt x="9195" y="3076"/>
                    <a:pt x="9236" y="3045"/>
                    <a:pt x="9250" y="2994"/>
                  </a:cubicBezTo>
                  <a:cubicBezTo>
                    <a:pt x="9267" y="3086"/>
                    <a:pt x="9313" y="3153"/>
                    <a:pt x="9384" y="3153"/>
                  </a:cubicBezTo>
                  <a:cubicBezTo>
                    <a:pt x="9414" y="3153"/>
                    <a:pt x="9447" y="3142"/>
                    <a:pt x="9485" y="3115"/>
                  </a:cubicBezTo>
                  <a:lnTo>
                    <a:pt x="9583" y="3148"/>
                  </a:lnTo>
                  <a:cubicBezTo>
                    <a:pt x="9600" y="3150"/>
                    <a:pt x="9612" y="3152"/>
                    <a:pt x="9623" y="3152"/>
                  </a:cubicBezTo>
                  <a:cubicBezTo>
                    <a:pt x="9646" y="3152"/>
                    <a:pt x="9659" y="3143"/>
                    <a:pt x="9704" y="3115"/>
                  </a:cubicBezTo>
                  <a:cubicBezTo>
                    <a:pt x="9719" y="3104"/>
                    <a:pt x="9732" y="3100"/>
                    <a:pt x="9744" y="3100"/>
                  </a:cubicBezTo>
                  <a:cubicBezTo>
                    <a:pt x="9784" y="3100"/>
                    <a:pt x="9809" y="3156"/>
                    <a:pt x="9834" y="3213"/>
                  </a:cubicBezTo>
                  <a:cubicBezTo>
                    <a:pt x="9858" y="3267"/>
                    <a:pt x="9883" y="3322"/>
                    <a:pt x="9900" y="3322"/>
                  </a:cubicBezTo>
                  <a:cubicBezTo>
                    <a:pt x="9906" y="3322"/>
                    <a:pt x="9911" y="3316"/>
                    <a:pt x="9915" y="3302"/>
                  </a:cubicBezTo>
                  <a:cubicBezTo>
                    <a:pt x="9931" y="3237"/>
                    <a:pt x="10053" y="3213"/>
                    <a:pt x="10118" y="3164"/>
                  </a:cubicBezTo>
                  <a:cubicBezTo>
                    <a:pt x="10131" y="3156"/>
                    <a:pt x="10143" y="3152"/>
                    <a:pt x="10153" y="3152"/>
                  </a:cubicBezTo>
                  <a:cubicBezTo>
                    <a:pt x="10192" y="3152"/>
                    <a:pt x="10202" y="3205"/>
                    <a:pt x="10150" y="3237"/>
                  </a:cubicBezTo>
                  <a:cubicBezTo>
                    <a:pt x="10134" y="3294"/>
                    <a:pt x="10134" y="3294"/>
                    <a:pt x="10215" y="3383"/>
                  </a:cubicBezTo>
                  <a:cubicBezTo>
                    <a:pt x="10242" y="3388"/>
                    <a:pt x="10287" y="3400"/>
                    <a:pt x="10324" y="3400"/>
                  </a:cubicBezTo>
                  <a:cubicBezTo>
                    <a:pt x="10353" y="3400"/>
                    <a:pt x="10378" y="3392"/>
                    <a:pt x="10385" y="3367"/>
                  </a:cubicBezTo>
                  <a:cubicBezTo>
                    <a:pt x="10389" y="3353"/>
                    <a:pt x="10408" y="3348"/>
                    <a:pt x="10436" y="3348"/>
                  </a:cubicBezTo>
                  <a:cubicBezTo>
                    <a:pt x="10525" y="3348"/>
                    <a:pt x="10703" y="3408"/>
                    <a:pt x="10734" y="3464"/>
                  </a:cubicBezTo>
                  <a:lnTo>
                    <a:pt x="10831" y="3488"/>
                  </a:lnTo>
                  <a:cubicBezTo>
                    <a:pt x="10838" y="3491"/>
                    <a:pt x="10846" y="3492"/>
                    <a:pt x="10854" y="3492"/>
                  </a:cubicBezTo>
                  <a:cubicBezTo>
                    <a:pt x="10891" y="3492"/>
                    <a:pt x="10934" y="3469"/>
                    <a:pt x="10971" y="3469"/>
                  </a:cubicBezTo>
                  <a:cubicBezTo>
                    <a:pt x="10979" y="3469"/>
                    <a:pt x="10986" y="3470"/>
                    <a:pt x="10993" y="3472"/>
                  </a:cubicBezTo>
                  <a:cubicBezTo>
                    <a:pt x="11001" y="3474"/>
                    <a:pt x="11008" y="3474"/>
                    <a:pt x="11016" y="3474"/>
                  </a:cubicBezTo>
                  <a:cubicBezTo>
                    <a:pt x="11051" y="3474"/>
                    <a:pt x="11088" y="3460"/>
                    <a:pt x="11115" y="3440"/>
                  </a:cubicBezTo>
                  <a:cubicBezTo>
                    <a:pt x="11164" y="3456"/>
                    <a:pt x="11212" y="3472"/>
                    <a:pt x="11196" y="3529"/>
                  </a:cubicBezTo>
                  <a:cubicBezTo>
                    <a:pt x="11234" y="3479"/>
                    <a:pt x="11255" y="3453"/>
                    <a:pt x="11267" y="3453"/>
                  </a:cubicBezTo>
                  <a:cubicBezTo>
                    <a:pt x="11281" y="3453"/>
                    <a:pt x="11285" y="3485"/>
                    <a:pt x="11293" y="3553"/>
                  </a:cubicBezTo>
                  <a:cubicBezTo>
                    <a:pt x="11277" y="3612"/>
                    <a:pt x="11268" y="3641"/>
                    <a:pt x="11276" y="3641"/>
                  </a:cubicBezTo>
                  <a:cubicBezTo>
                    <a:pt x="11283" y="3641"/>
                    <a:pt x="11303" y="3616"/>
                    <a:pt x="11342" y="3569"/>
                  </a:cubicBezTo>
                  <a:cubicBezTo>
                    <a:pt x="11371" y="3548"/>
                    <a:pt x="11387" y="3536"/>
                    <a:pt x="11400" y="3536"/>
                  </a:cubicBezTo>
                  <a:cubicBezTo>
                    <a:pt x="11415" y="3536"/>
                    <a:pt x="11425" y="3554"/>
                    <a:pt x="11447" y="3594"/>
                  </a:cubicBezTo>
                  <a:cubicBezTo>
                    <a:pt x="11438" y="3626"/>
                    <a:pt x="11450" y="3645"/>
                    <a:pt x="11465" y="3645"/>
                  </a:cubicBezTo>
                  <a:cubicBezTo>
                    <a:pt x="11476" y="3645"/>
                    <a:pt x="11489" y="3634"/>
                    <a:pt x="11496" y="3610"/>
                  </a:cubicBezTo>
                  <a:cubicBezTo>
                    <a:pt x="11538" y="3555"/>
                    <a:pt x="11602" y="3525"/>
                    <a:pt x="11649" y="3525"/>
                  </a:cubicBezTo>
                  <a:cubicBezTo>
                    <a:pt x="11693" y="3525"/>
                    <a:pt x="11722" y="3551"/>
                    <a:pt x="11707" y="3610"/>
                  </a:cubicBezTo>
                  <a:cubicBezTo>
                    <a:pt x="11747" y="3610"/>
                    <a:pt x="11788" y="3602"/>
                    <a:pt x="11820" y="3578"/>
                  </a:cubicBezTo>
                  <a:cubicBezTo>
                    <a:pt x="11859" y="3527"/>
                    <a:pt x="11880" y="3500"/>
                    <a:pt x="11887" y="3500"/>
                  </a:cubicBezTo>
                  <a:lnTo>
                    <a:pt x="11887" y="3500"/>
                  </a:lnTo>
                  <a:cubicBezTo>
                    <a:pt x="11896" y="3500"/>
                    <a:pt x="11890" y="3531"/>
                    <a:pt x="11877" y="3594"/>
                  </a:cubicBezTo>
                  <a:cubicBezTo>
                    <a:pt x="11886" y="3666"/>
                    <a:pt x="11905" y="3700"/>
                    <a:pt x="11934" y="3700"/>
                  </a:cubicBezTo>
                  <a:cubicBezTo>
                    <a:pt x="11957" y="3700"/>
                    <a:pt x="11987" y="3678"/>
                    <a:pt x="12023" y="3634"/>
                  </a:cubicBezTo>
                  <a:cubicBezTo>
                    <a:pt x="12035" y="3625"/>
                    <a:pt x="12050" y="3621"/>
                    <a:pt x="12064" y="3621"/>
                  </a:cubicBezTo>
                  <a:cubicBezTo>
                    <a:pt x="12087" y="3621"/>
                    <a:pt x="12110" y="3633"/>
                    <a:pt x="12120" y="3659"/>
                  </a:cubicBezTo>
                  <a:cubicBezTo>
                    <a:pt x="12183" y="3722"/>
                    <a:pt x="12344" y="3809"/>
                    <a:pt x="12424" y="3809"/>
                  </a:cubicBezTo>
                  <a:cubicBezTo>
                    <a:pt x="12457" y="3809"/>
                    <a:pt x="12476" y="3794"/>
                    <a:pt x="12469" y="3756"/>
                  </a:cubicBezTo>
                  <a:lnTo>
                    <a:pt x="12469" y="3756"/>
                  </a:lnTo>
                  <a:lnTo>
                    <a:pt x="12574" y="3780"/>
                  </a:lnTo>
                  <a:cubicBezTo>
                    <a:pt x="12626" y="3837"/>
                    <a:pt x="12664" y="3864"/>
                    <a:pt x="12702" y="3864"/>
                  </a:cubicBezTo>
                  <a:cubicBezTo>
                    <a:pt x="12724" y="3864"/>
                    <a:pt x="12745" y="3855"/>
                    <a:pt x="12769" y="3837"/>
                  </a:cubicBezTo>
                  <a:lnTo>
                    <a:pt x="12834" y="3796"/>
                  </a:lnTo>
                  <a:lnTo>
                    <a:pt x="12834" y="3796"/>
                  </a:lnTo>
                  <a:cubicBezTo>
                    <a:pt x="12818" y="3853"/>
                    <a:pt x="12850" y="3918"/>
                    <a:pt x="12907" y="3942"/>
                  </a:cubicBezTo>
                  <a:cubicBezTo>
                    <a:pt x="12920" y="3945"/>
                    <a:pt x="12930" y="3946"/>
                    <a:pt x="12937" y="3946"/>
                  </a:cubicBezTo>
                  <a:cubicBezTo>
                    <a:pt x="12957" y="3946"/>
                    <a:pt x="12960" y="3935"/>
                    <a:pt x="12972" y="3894"/>
                  </a:cubicBezTo>
                  <a:cubicBezTo>
                    <a:pt x="12953" y="3852"/>
                    <a:pt x="12961" y="3839"/>
                    <a:pt x="12981" y="3839"/>
                  </a:cubicBezTo>
                  <a:cubicBezTo>
                    <a:pt x="12995" y="3839"/>
                    <a:pt x="13016" y="3846"/>
                    <a:pt x="13037" y="3853"/>
                  </a:cubicBezTo>
                  <a:cubicBezTo>
                    <a:pt x="13093" y="3878"/>
                    <a:pt x="13118" y="3934"/>
                    <a:pt x="13101" y="3991"/>
                  </a:cubicBezTo>
                  <a:lnTo>
                    <a:pt x="13150" y="4007"/>
                  </a:lnTo>
                  <a:cubicBezTo>
                    <a:pt x="13167" y="3946"/>
                    <a:pt x="13189" y="3923"/>
                    <a:pt x="13204" y="3923"/>
                  </a:cubicBezTo>
                  <a:cubicBezTo>
                    <a:pt x="13216" y="3923"/>
                    <a:pt x="13222" y="3940"/>
                    <a:pt x="13215" y="3967"/>
                  </a:cubicBezTo>
                  <a:cubicBezTo>
                    <a:pt x="13239" y="4015"/>
                    <a:pt x="13296" y="4056"/>
                    <a:pt x="13353" y="4064"/>
                  </a:cubicBezTo>
                  <a:cubicBezTo>
                    <a:pt x="13357" y="4048"/>
                    <a:pt x="13363" y="4042"/>
                    <a:pt x="13369" y="4042"/>
                  </a:cubicBezTo>
                  <a:lnTo>
                    <a:pt x="13369" y="4042"/>
                  </a:lnTo>
                  <a:cubicBezTo>
                    <a:pt x="13379" y="4042"/>
                    <a:pt x="13385" y="4066"/>
                    <a:pt x="13365" y="4066"/>
                  </a:cubicBezTo>
                  <a:cubicBezTo>
                    <a:pt x="13362" y="4066"/>
                    <a:pt x="13358" y="4066"/>
                    <a:pt x="13353" y="4064"/>
                  </a:cubicBezTo>
                  <a:lnTo>
                    <a:pt x="13337" y="4121"/>
                  </a:lnTo>
                  <a:cubicBezTo>
                    <a:pt x="13347" y="4145"/>
                    <a:pt x="13357" y="4155"/>
                    <a:pt x="13365" y="4155"/>
                  </a:cubicBezTo>
                  <a:cubicBezTo>
                    <a:pt x="13380" y="4155"/>
                    <a:pt x="13391" y="4118"/>
                    <a:pt x="13401" y="4080"/>
                  </a:cubicBezTo>
                  <a:lnTo>
                    <a:pt x="13499" y="4105"/>
                  </a:lnTo>
                  <a:cubicBezTo>
                    <a:pt x="13518" y="4111"/>
                    <a:pt x="13538" y="4116"/>
                    <a:pt x="13553" y="4116"/>
                  </a:cubicBezTo>
                  <a:cubicBezTo>
                    <a:pt x="13577" y="4116"/>
                    <a:pt x="13588" y="4104"/>
                    <a:pt x="13564" y="4064"/>
                  </a:cubicBezTo>
                  <a:cubicBezTo>
                    <a:pt x="13578" y="4007"/>
                    <a:pt x="13592" y="3956"/>
                    <a:pt x="13629" y="3956"/>
                  </a:cubicBezTo>
                  <a:cubicBezTo>
                    <a:pt x="13634" y="3956"/>
                    <a:pt x="13639" y="3957"/>
                    <a:pt x="13645" y="3959"/>
                  </a:cubicBezTo>
                  <a:cubicBezTo>
                    <a:pt x="13649" y="3942"/>
                    <a:pt x="13656" y="3937"/>
                    <a:pt x="13662" y="3937"/>
                  </a:cubicBezTo>
                  <a:lnTo>
                    <a:pt x="13662" y="3937"/>
                  </a:lnTo>
                  <a:cubicBezTo>
                    <a:pt x="13674" y="3937"/>
                    <a:pt x="13682" y="3961"/>
                    <a:pt x="13659" y="3961"/>
                  </a:cubicBezTo>
                  <a:cubicBezTo>
                    <a:pt x="13655" y="3961"/>
                    <a:pt x="13651" y="3960"/>
                    <a:pt x="13645" y="3959"/>
                  </a:cubicBezTo>
                  <a:lnTo>
                    <a:pt x="13645" y="3959"/>
                  </a:lnTo>
                  <a:cubicBezTo>
                    <a:pt x="13628" y="4015"/>
                    <a:pt x="13612" y="4072"/>
                    <a:pt x="13669" y="4088"/>
                  </a:cubicBezTo>
                  <a:cubicBezTo>
                    <a:pt x="13718" y="4105"/>
                    <a:pt x="13701" y="4161"/>
                    <a:pt x="13701" y="4161"/>
                  </a:cubicBezTo>
                  <a:cubicBezTo>
                    <a:pt x="13652" y="4220"/>
                    <a:pt x="13711" y="4244"/>
                    <a:pt x="13779" y="4244"/>
                  </a:cubicBezTo>
                  <a:cubicBezTo>
                    <a:pt x="13823" y="4244"/>
                    <a:pt x="13870" y="4234"/>
                    <a:pt x="13896" y="4218"/>
                  </a:cubicBezTo>
                  <a:cubicBezTo>
                    <a:pt x="13957" y="4179"/>
                    <a:pt x="14000" y="4158"/>
                    <a:pt x="14027" y="4158"/>
                  </a:cubicBezTo>
                  <a:cubicBezTo>
                    <a:pt x="14061" y="4158"/>
                    <a:pt x="14068" y="4191"/>
                    <a:pt x="14050" y="4259"/>
                  </a:cubicBezTo>
                  <a:cubicBezTo>
                    <a:pt x="14040" y="4294"/>
                    <a:pt x="14045" y="4310"/>
                    <a:pt x="14061" y="4310"/>
                  </a:cubicBezTo>
                  <a:cubicBezTo>
                    <a:pt x="14095" y="4310"/>
                    <a:pt x="14178" y="4233"/>
                    <a:pt x="14245" y="4121"/>
                  </a:cubicBezTo>
                  <a:lnTo>
                    <a:pt x="14342" y="3967"/>
                  </a:lnTo>
                  <a:lnTo>
                    <a:pt x="14293" y="4137"/>
                  </a:lnTo>
                  <a:cubicBezTo>
                    <a:pt x="14288" y="4294"/>
                    <a:pt x="14283" y="4350"/>
                    <a:pt x="14330" y="4350"/>
                  </a:cubicBezTo>
                  <a:cubicBezTo>
                    <a:pt x="14356" y="4350"/>
                    <a:pt x="14397" y="4333"/>
                    <a:pt x="14463" y="4307"/>
                  </a:cubicBezTo>
                  <a:cubicBezTo>
                    <a:pt x="14511" y="4294"/>
                    <a:pt x="14538" y="4286"/>
                    <a:pt x="14553" y="4286"/>
                  </a:cubicBezTo>
                  <a:cubicBezTo>
                    <a:pt x="14574" y="4286"/>
                    <a:pt x="14570" y="4302"/>
                    <a:pt x="14561" y="4340"/>
                  </a:cubicBezTo>
                  <a:cubicBezTo>
                    <a:pt x="14545" y="4396"/>
                    <a:pt x="14593" y="4405"/>
                    <a:pt x="14747" y="4453"/>
                  </a:cubicBezTo>
                  <a:cubicBezTo>
                    <a:pt x="14820" y="4473"/>
                    <a:pt x="14869" y="4486"/>
                    <a:pt x="14901" y="4486"/>
                  </a:cubicBezTo>
                  <a:cubicBezTo>
                    <a:pt x="14934" y="4486"/>
                    <a:pt x="14950" y="4473"/>
                    <a:pt x="14958" y="4445"/>
                  </a:cubicBezTo>
                  <a:lnTo>
                    <a:pt x="15063" y="4478"/>
                  </a:lnTo>
                  <a:cubicBezTo>
                    <a:pt x="15071" y="4534"/>
                    <a:pt x="15096" y="4560"/>
                    <a:pt x="15122" y="4560"/>
                  </a:cubicBezTo>
                  <a:cubicBezTo>
                    <a:pt x="15154" y="4560"/>
                    <a:pt x="15186" y="4518"/>
                    <a:pt x="15177" y="4445"/>
                  </a:cubicBezTo>
                  <a:lnTo>
                    <a:pt x="15177" y="4445"/>
                  </a:lnTo>
                  <a:lnTo>
                    <a:pt x="15274" y="4469"/>
                  </a:lnTo>
                  <a:lnTo>
                    <a:pt x="15258" y="4526"/>
                  </a:lnTo>
                  <a:cubicBezTo>
                    <a:pt x="15242" y="4591"/>
                    <a:pt x="15339" y="4615"/>
                    <a:pt x="15745" y="4729"/>
                  </a:cubicBezTo>
                  <a:cubicBezTo>
                    <a:pt x="15982" y="4794"/>
                    <a:pt x="16107" y="4829"/>
                    <a:pt x="16177" y="4829"/>
                  </a:cubicBezTo>
                  <a:cubicBezTo>
                    <a:pt x="16238" y="4829"/>
                    <a:pt x="16256" y="4802"/>
                    <a:pt x="16272" y="4745"/>
                  </a:cubicBezTo>
                  <a:cubicBezTo>
                    <a:pt x="16307" y="4702"/>
                    <a:pt x="16337" y="4681"/>
                    <a:pt x="16356" y="4681"/>
                  </a:cubicBezTo>
                  <a:cubicBezTo>
                    <a:pt x="16380" y="4681"/>
                    <a:pt x="16387" y="4714"/>
                    <a:pt x="16369" y="4778"/>
                  </a:cubicBezTo>
                  <a:cubicBezTo>
                    <a:pt x="16357" y="4820"/>
                    <a:pt x="16372" y="4871"/>
                    <a:pt x="16387" y="4871"/>
                  </a:cubicBezTo>
                  <a:cubicBezTo>
                    <a:pt x="16392" y="4871"/>
                    <a:pt x="16397" y="4865"/>
                    <a:pt x="16401" y="4850"/>
                  </a:cubicBezTo>
                  <a:cubicBezTo>
                    <a:pt x="16458" y="4867"/>
                    <a:pt x="16507" y="4899"/>
                    <a:pt x="16539" y="4948"/>
                  </a:cubicBezTo>
                  <a:cubicBezTo>
                    <a:pt x="16598" y="5028"/>
                    <a:pt x="16644" y="5055"/>
                    <a:pt x="16677" y="5055"/>
                  </a:cubicBezTo>
                  <a:cubicBezTo>
                    <a:pt x="16707" y="5055"/>
                    <a:pt x="16726" y="5032"/>
                    <a:pt x="16734" y="5005"/>
                  </a:cubicBezTo>
                  <a:cubicBezTo>
                    <a:pt x="16727" y="4952"/>
                    <a:pt x="16729" y="4933"/>
                    <a:pt x="16735" y="4933"/>
                  </a:cubicBezTo>
                  <a:cubicBezTo>
                    <a:pt x="16744" y="4933"/>
                    <a:pt x="16763" y="4974"/>
                    <a:pt x="16782" y="5013"/>
                  </a:cubicBezTo>
                  <a:cubicBezTo>
                    <a:pt x="16813" y="5067"/>
                    <a:pt x="16839" y="5122"/>
                    <a:pt x="16856" y="5122"/>
                  </a:cubicBezTo>
                  <a:cubicBezTo>
                    <a:pt x="16862" y="5122"/>
                    <a:pt x="16867" y="5116"/>
                    <a:pt x="16871" y="5102"/>
                  </a:cubicBezTo>
                  <a:cubicBezTo>
                    <a:pt x="16891" y="5087"/>
                    <a:pt x="16933" y="5080"/>
                    <a:pt x="16982" y="5080"/>
                  </a:cubicBezTo>
                  <a:cubicBezTo>
                    <a:pt x="17095" y="5080"/>
                    <a:pt x="17243" y="5120"/>
                    <a:pt x="17220" y="5199"/>
                  </a:cubicBezTo>
                  <a:lnTo>
                    <a:pt x="17317" y="5223"/>
                  </a:lnTo>
                  <a:cubicBezTo>
                    <a:pt x="17324" y="5200"/>
                    <a:pt x="17344" y="5192"/>
                    <a:pt x="17373" y="5192"/>
                  </a:cubicBezTo>
                  <a:cubicBezTo>
                    <a:pt x="17415" y="5192"/>
                    <a:pt x="17474" y="5209"/>
                    <a:pt x="17536" y="5223"/>
                  </a:cubicBezTo>
                  <a:cubicBezTo>
                    <a:pt x="17634" y="5248"/>
                    <a:pt x="17682" y="5264"/>
                    <a:pt x="17666" y="5321"/>
                  </a:cubicBezTo>
                  <a:cubicBezTo>
                    <a:pt x="17624" y="5352"/>
                    <a:pt x="17630" y="5366"/>
                    <a:pt x="17668" y="5366"/>
                  </a:cubicBezTo>
                  <a:cubicBezTo>
                    <a:pt x="17690" y="5366"/>
                    <a:pt x="17723" y="5362"/>
                    <a:pt x="17763" y="5353"/>
                  </a:cubicBezTo>
                  <a:cubicBezTo>
                    <a:pt x="17765" y="5353"/>
                    <a:pt x="17767" y="5354"/>
                    <a:pt x="17769" y="5354"/>
                  </a:cubicBezTo>
                  <a:cubicBezTo>
                    <a:pt x="17815" y="5354"/>
                    <a:pt x="17883" y="5278"/>
                    <a:pt x="17936" y="5278"/>
                  </a:cubicBezTo>
                  <a:cubicBezTo>
                    <a:pt x="17941" y="5278"/>
                    <a:pt x="17945" y="5279"/>
                    <a:pt x="17950" y="5280"/>
                  </a:cubicBezTo>
                  <a:cubicBezTo>
                    <a:pt x="17964" y="5222"/>
                    <a:pt x="18005" y="5190"/>
                    <a:pt x="18060" y="5190"/>
                  </a:cubicBezTo>
                  <a:cubicBezTo>
                    <a:pt x="18067" y="5190"/>
                    <a:pt x="18073" y="5190"/>
                    <a:pt x="18080" y="5191"/>
                  </a:cubicBezTo>
                  <a:lnTo>
                    <a:pt x="18063" y="5248"/>
                  </a:lnTo>
                  <a:lnTo>
                    <a:pt x="18031" y="5361"/>
                  </a:lnTo>
                  <a:cubicBezTo>
                    <a:pt x="18051" y="5368"/>
                    <a:pt x="18071" y="5373"/>
                    <a:pt x="18089" y="5373"/>
                  </a:cubicBezTo>
                  <a:cubicBezTo>
                    <a:pt x="18114" y="5373"/>
                    <a:pt x="18135" y="5362"/>
                    <a:pt x="18144" y="5329"/>
                  </a:cubicBezTo>
                  <a:cubicBezTo>
                    <a:pt x="18177" y="5402"/>
                    <a:pt x="18234" y="5418"/>
                    <a:pt x="18331" y="5442"/>
                  </a:cubicBezTo>
                  <a:cubicBezTo>
                    <a:pt x="18392" y="5463"/>
                    <a:pt x="18453" y="5480"/>
                    <a:pt x="18506" y="5480"/>
                  </a:cubicBezTo>
                  <a:cubicBezTo>
                    <a:pt x="18537" y="5480"/>
                    <a:pt x="18566" y="5474"/>
                    <a:pt x="18590" y="5459"/>
                  </a:cubicBezTo>
                  <a:cubicBezTo>
                    <a:pt x="18607" y="5547"/>
                    <a:pt x="18747" y="5612"/>
                    <a:pt x="18863" y="5612"/>
                  </a:cubicBezTo>
                  <a:cubicBezTo>
                    <a:pt x="18918" y="5612"/>
                    <a:pt x="18967" y="5598"/>
                    <a:pt x="18996" y="5564"/>
                  </a:cubicBezTo>
                  <a:cubicBezTo>
                    <a:pt x="19002" y="5541"/>
                    <a:pt x="19014" y="5530"/>
                    <a:pt x="19028" y="5530"/>
                  </a:cubicBezTo>
                  <a:cubicBezTo>
                    <a:pt x="19049" y="5530"/>
                    <a:pt x="19074" y="5553"/>
                    <a:pt x="19093" y="5596"/>
                  </a:cubicBezTo>
                  <a:cubicBezTo>
                    <a:pt x="19111" y="5637"/>
                    <a:pt x="19119" y="5655"/>
                    <a:pt x="19133" y="5655"/>
                  </a:cubicBezTo>
                  <a:cubicBezTo>
                    <a:pt x="19145" y="5655"/>
                    <a:pt x="19161" y="5643"/>
                    <a:pt x="19190" y="5621"/>
                  </a:cubicBezTo>
                  <a:cubicBezTo>
                    <a:pt x="19203" y="5613"/>
                    <a:pt x="19215" y="5609"/>
                    <a:pt x="19226" y="5609"/>
                  </a:cubicBezTo>
                  <a:cubicBezTo>
                    <a:pt x="19268" y="5609"/>
                    <a:pt x="19296" y="5666"/>
                    <a:pt x="19328" y="5718"/>
                  </a:cubicBezTo>
                  <a:cubicBezTo>
                    <a:pt x="19339" y="5808"/>
                    <a:pt x="19366" y="5843"/>
                    <a:pt x="19403" y="5843"/>
                  </a:cubicBezTo>
                  <a:cubicBezTo>
                    <a:pt x="19419" y="5843"/>
                    <a:pt x="19438" y="5836"/>
                    <a:pt x="19458" y="5823"/>
                  </a:cubicBezTo>
                  <a:cubicBezTo>
                    <a:pt x="19495" y="5813"/>
                    <a:pt x="19533" y="5809"/>
                    <a:pt x="19570" y="5809"/>
                  </a:cubicBezTo>
                  <a:cubicBezTo>
                    <a:pt x="19622" y="5809"/>
                    <a:pt x="19674" y="5817"/>
                    <a:pt x="19725" y="5832"/>
                  </a:cubicBezTo>
                  <a:cubicBezTo>
                    <a:pt x="19839" y="5799"/>
                    <a:pt x="19888" y="5815"/>
                    <a:pt x="19855" y="5742"/>
                  </a:cubicBezTo>
                  <a:cubicBezTo>
                    <a:pt x="19871" y="5702"/>
                    <a:pt x="19896" y="5669"/>
                    <a:pt x="19936" y="5645"/>
                  </a:cubicBezTo>
                  <a:cubicBezTo>
                    <a:pt x="19962" y="5638"/>
                    <a:pt x="19981" y="5635"/>
                    <a:pt x="19994" y="5635"/>
                  </a:cubicBezTo>
                  <a:cubicBezTo>
                    <a:pt x="20037" y="5635"/>
                    <a:pt x="20025" y="5662"/>
                    <a:pt x="19994" y="5662"/>
                  </a:cubicBezTo>
                  <a:cubicBezTo>
                    <a:pt x="19991" y="5662"/>
                    <a:pt x="19988" y="5662"/>
                    <a:pt x="19985" y="5661"/>
                  </a:cubicBezTo>
                  <a:cubicBezTo>
                    <a:pt x="19871" y="5686"/>
                    <a:pt x="19920" y="5702"/>
                    <a:pt x="19952" y="5775"/>
                  </a:cubicBezTo>
                  <a:cubicBezTo>
                    <a:pt x="19985" y="5848"/>
                    <a:pt x="20090" y="5872"/>
                    <a:pt x="20139" y="5888"/>
                  </a:cubicBezTo>
                  <a:lnTo>
                    <a:pt x="20334" y="5945"/>
                  </a:lnTo>
                  <a:cubicBezTo>
                    <a:pt x="20415" y="6003"/>
                    <a:pt x="20466" y="6029"/>
                    <a:pt x="20497" y="6029"/>
                  </a:cubicBezTo>
                  <a:cubicBezTo>
                    <a:pt x="20518" y="6029"/>
                    <a:pt x="20530" y="6017"/>
                    <a:pt x="20536" y="5994"/>
                  </a:cubicBezTo>
                  <a:lnTo>
                    <a:pt x="20552" y="5937"/>
                  </a:lnTo>
                  <a:cubicBezTo>
                    <a:pt x="20565" y="6036"/>
                    <a:pt x="20892" y="6150"/>
                    <a:pt x="21081" y="6150"/>
                  </a:cubicBezTo>
                  <a:cubicBezTo>
                    <a:pt x="21138" y="6150"/>
                    <a:pt x="21182" y="6140"/>
                    <a:pt x="21201" y="6115"/>
                  </a:cubicBezTo>
                  <a:lnTo>
                    <a:pt x="21201" y="6115"/>
                  </a:lnTo>
                  <a:lnTo>
                    <a:pt x="21185" y="6180"/>
                  </a:lnTo>
                  <a:cubicBezTo>
                    <a:pt x="21169" y="6237"/>
                    <a:pt x="21217" y="6245"/>
                    <a:pt x="21315" y="6277"/>
                  </a:cubicBezTo>
                  <a:cubicBezTo>
                    <a:pt x="21452" y="6286"/>
                    <a:pt x="21590" y="6302"/>
                    <a:pt x="21728" y="6326"/>
                  </a:cubicBezTo>
                  <a:cubicBezTo>
                    <a:pt x="21862" y="6364"/>
                    <a:pt x="21971" y="6394"/>
                    <a:pt x="22034" y="6394"/>
                  </a:cubicBezTo>
                  <a:cubicBezTo>
                    <a:pt x="22067" y="6394"/>
                    <a:pt x="22087" y="6386"/>
                    <a:pt x="22093" y="6367"/>
                  </a:cubicBezTo>
                  <a:cubicBezTo>
                    <a:pt x="22142" y="6383"/>
                    <a:pt x="22142" y="6383"/>
                    <a:pt x="22125" y="6440"/>
                  </a:cubicBezTo>
                  <a:cubicBezTo>
                    <a:pt x="22060" y="6480"/>
                    <a:pt x="22109" y="6496"/>
                    <a:pt x="22166" y="6513"/>
                  </a:cubicBezTo>
                  <a:cubicBezTo>
                    <a:pt x="22169" y="6513"/>
                    <a:pt x="22172" y="6513"/>
                    <a:pt x="22175" y="6513"/>
                  </a:cubicBezTo>
                  <a:cubicBezTo>
                    <a:pt x="22217" y="6513"/>
                    <a:pt x="22232" y="6460"/>
                    <a:pt x="22247" y="6407"/>
                  </a:cubicBezTo>
                  <a:cubicBezTo>
                    <a:pt x="22253" y="6385"/>
                    <a:pt x="22265" y="6374"/>
                    <a:pt x="22282" y="6374"/>
                  </a:cubicBezTo>
                  <a:cubicBezTo>
                    <a:pt x="22307" y="6374"/>
                    <a:pt x="22344" y="6399"/>
                    <a:pt x="22393" y="6448"/>
                  </a:cubicBezTo>
                  <a:cubicBezTo>
                    <a:pt x="22485" y="6527"/>
                    <a:pt x="22598" y="6568"/>
                    <a:pt x="22711" y="6568"/>
                  </a:cubicBezTo>
                  <a:cubicBezTo>
                    <a:pt x="22738" y="6568"/>
                    <a:pt x="22764" y="6566"/>
                    <a:pt x="22790" y="6561"/>
                  </a:cubicBezTo>
                  <a:cubicBezTo>
                    <a:pt x="22839" y="6577"/>
                    <a:pt x="22887" y="6586"/>
                    <a:pt x="22871" y="6650"/>
                  </a:cubicBezTo>
                  <a:cubicBezTo>
                    <a:pt x="22897" y="6713"/>
                    <a:pt x="22961" y="6753"/>
                    <a:pt x="23025" y="6753"/>
                  </a:cubicBezTo>
                  <a:cubicBezTo>
                    <a:pt x="23059" y="6753"/>
                    <a:pt x="23094" y="6741"/>
                    <a:pt x="23123" y="6715"/>
                  </a:cubicBezTo>
                  <a:cubicBezTo>
                    <a:pt x="23171" y="6731"/>
                    <a:pt x="23171" y="6731"/>
                    <a:pt x="23155" y="6788"/>
                  </a:cubicBezTo>
                  <a:cubicBezTo>
                    <a:pt x="23175" y="6832"/>
                    <a:pt x="23179" y="6871"/>
                    <a:pt x="23198" y="6871"/>
                  </a:cubicBezTo>
                  <a:cubicBezTo>
                    <a:pt x="23210" y="6871"/>
                    <a:pt x="23228" y="6854"/>
                    <a:pt x="23260" y="6813"/>
                  </a:cubicBezTo>
                  <a:cubicBezTo>
                    <a:pt x="23286" y="6807"/>
                    <a:pt x="23313" y="6805"/>
                    <a:pt x="23339" y="6805"/>
                  </a:cubicBezTo>
                  <a:cubicBezTo>
                    <a:pt x="23436" y="6805"/>
                    <a:pt x="23533" y="6840"/>
                    <a:pt x="23609" y="6910"/>
                  </a:cubicBezTo>
                  <a:cubicBezTo>
                    <a:pt x="23632" y="6917"/>
                    <a:pt x="23655" y="6925"/>
                    <a:pt x="23674" y="6925"/>
                  </a:cubicBezTo>
                  <a:cubicBezTo>
                    <a:pt x="23696" y="6925"/>
                    <a:pt x="23714" y="6916"/>
                    <a:pt x="23723" y="6886"/>
                  </a:cubicBezTo>
                  <a:lnTo>
                    <a:pt x="23739" y="6821"/>
                  </a:lnTo>
                  <a:cubicBezTo>
                    <a:pt x="23747" y="6890"/>
                    <a:pt x="23751" y="6922"/>
                    <a:pt x="23766" y="6922"/>
                  </a:cubicBezTo>
                  <a:cubicBezTo>
                    <a:pt x="23778" y="6922"/>
                    <a:pt x="23798" y="6898"/>
                    <a:pt x="23836" y="6853"/>
                  </a:cubicBezTo>
                  <a:cubicBezTo>
                    <a:pt x="23843" y="6828"/>
                    <a:pt x="23857" y="6815"/>
                    <a:pt x="23869" y="6815"/>
                  </a:cubicBezTo>
                  <a:cubicBezTo>
                    <a:pt x="23883" y="6815"/>
                    <a:pt x="23894" y="6834"/>
                    <a:pt x="23885" y="6869"/>
                  </a:cubicBezTo>
                  <a:cubicBezTo>
                    <a:pt x="23901" y="6902"/>
                    <a:pt x="23933" y="6934"/>
                    <a:pt x="23966" y="6950"/>
                  </a:cubicBezTo>
                  <a:cubicBezTo>
                    <a:pt x="24160" y="6975"/>
                    <a:pt x="24347" y="6999"/>
                    <a:pt x="24533" y="7048"/>
                  </a:cubicBezTo>
                  <a:cubicBezTo>
                    <a:pt x="24808" y="7120"/>
                    <a:pt x="24962" y="7166"/>
                    <a:pt x="25037" y="7166"/>
                  </a:cubicBezTo>
                  <a:cubicBezTo>
                    <a:pt x="25070" y="7166"/>
                    <a:pt x="25088" y="7157"/>
                    <a:pt x="25093" y="7137"/>
                  </a:cubicBezTo>
                  <a:cubicBezTo>
                    <a:pt x="25124" y="7120"/>
                    <a:pt x="25142" y="7110"/>
                    <a:pt x="25155" y="7110"/>
                  </a:cubicBezTo>
                  <a:cubicBezTo>
                    <a:pt x="25172" y="7110"/>
                    <a:pt x="25180" y="7127"/>
                    <a:pt x="25198" y="7169"/>
                  </a:cubicBezTo>
                  <a:cubicBezTo>
                    <a:pt x="25222" y="7218"/>
                    <a:pt x="25271" y="7258"/>
                    <a:pt x="25328" y="7267"/>
                  </a:cubicBezTo>
                  <a:cubicBezTo>
                    <a:pt x="25377" y="7283"/>
                    <a:pt x="25425" y="7299"/>
                    <a:pt x="25409" y="7356"/>
                  </a:cubicBezTo>
                  <a:cubicBezTo>
                    <a:pt x="25455" y="7325"/>
                    <a:pt x="25472" y="7314"/>
                    <a:pt x="25491" y="7314"/>
                  </a:cubicBezTo>
                  <a:cubicBezTo>
                    <a:pt x="25501" y="7314"/>
                    <a:pt x="25513" y="7317"/>
                    <a:pt x="25531" y="7323"/>
                  </a:cubicBezTo>
                  <a:cubicBezTo>
                    <a:pt x="25521" y="7357"/>
                    <a:pt x="25534" y="7376"/>
                    <a:pt x="25560" y="7376"/>
                  </a:cubicBezTo>
                  <a:cubicBezTo>
                    <a:pt x="25578" y="7376"/>
                    <a:pt x="25602" y="7367"/>
                    <a:pt x="25628" y="7348"/>
                  </a:cubicBezTo>
                  <a:cubicBezTo>
                    <a:pt x="25667" y="7301"/>
                    <a:pt x="25687" y="7277"/>
                    <a:pt x="25694" y="7277"/>
                  </a:cubicBezTo>
                  <a:lnTo>
                    <a:pt x="25694" y="7277"/>
                  </a:lnTo>
                  <a:cubicBezTo>
                    <a:pt x="25701" y="7277"/>
                    <a:pt x="25693" y="7305"/>
                    <a:pt x="25677" y="7364"/>
                  </a:cubicBezTo>
                  <a:cubicBezTo>
                    <a:pt x="25664" y="7407"/>
                    <a:pt x="25742" y="7475"/>
                    <a:pt x="25761" y="7475"/>
                  </a:cubicBezTo>
                  <a:cubicBezTo>
                    <a:pt x="25767" y="7475"/>
                    <a:pt x="25767" y="7468"/>
                    <a:pt x="25758" y="7453"/>
                  </a:cubicBezTo>
                  <a:cubicBezTo>
                    <a:pt x="25774" y="7388"/>
                    <a:pt x="25879" y="7421"/>
                    <a:pt x="25944" y="7372"/>
                  </a:cubicBezTo>
                  <a:cubicBezTo>
                    <a:pt x="25993" y="7388"/>
                    <a:pt x="26041" y="7404"/>
                    <a:pt x="26025" y="7461"/>
                  </a:cubicBezTo>
                  <a:cubicBezTo>
                    <a:pt x="26045" y="7506"/>
                    <a:pt x="26152" y="7526"/>
                    <a:pt x="26247" y="7526"/>
                  </a:cubicBezTo>
                  <a:cubicBezTo>
                    <a:pt x="26308" y="7526"/>
                    <a:pt x="26365" y="7518"/>
                    <a:pt x="26390" y="7502"/>
                  </a:cubicBezTo>
                  <a:cubicBezTo>
                    <a:pt x="26397" y="7476"/>
                    <a:pt x="26411" y="7464"/>
                    <a:pt x="26423" y="7464"/>
                  </a:cubicBezTo>
                  <a:cubicBezTo>
                    <a:pt x="26437" y="7464"/>
                    <a:pt x="26448" y="7482"/>
                    <a:pt x="26439" y="7518"/>
                  </a:cubicBezTo>
                  <a:cubicBezTo>
                    <a:pt x="26422" y="7575"/>
                    <a:pt x="26471" y="7583"/>
                    <a:pt x="26528" y="7599"/>
                  </a:cubicBezTo>
                  <a:cubicBezTo>
                    <a:pt x="26543" y="7589"/>
                    <a:pt x="26554" y="7585"/>
                    <a:pt x="26561" y="7585"/>
                  </a:cubicBezTo>
                  <a:cubicBezTo>
                    <a:pt x="26585" y="7585"/>
                    <a:pt x="26573" y="7629"/>
                    <a:pt x="26560" y="7672"/>
                  </a:cubicBezTo>
                  <a:cubicBezTo>
                    <a:pt x="26495" y="7713"/>
                    <a:pt x="26544" y="7729"/>
                    <a:pt x="26641" y="7753"/>
                  </a:cubicBezTo>
                  <a:cubicBezTo>
                    <a:pt x="26657" y="7743"/>
                    <a:pt x="26681" y="7739"/>
                    <a:pt x="26710" y="7739"/>
                  </a:cubicBezTo>
                  <a:cubicBezTo>
                    <a:pt x="26801" y="7739"/>
                    <a:pt x="26944" y="7779"/>
                    <a:pt x="27055" y="7810"/>
                  </a:cubicBezTo>
                  <a:cubicBezTo>
                    <a:pt x="27140" y="7832"/>
                    <a:pt x="27204" y="7842"/>
                    <a:pt x="27256" y="7842"/>
                  </a:cubicBezTo>
                  <a:cubicBezTo>
                    <a:pt x="27358" y="7842"/>
                    <a:pt x="27415" y="7804"/>
                    <a:pt x="27501" y="7745"/>
                  </a:cubicBezTo>
                  <a:lnTo>
                    <a:pt x="27582" y="7648"/>
                  </a:lnTo>
                  <a:lnTo>
                    <a:pt x="27549" y="7761"/>
                  </a:lnTo>
                  <a:cubicBezTo>
                    <a:pt x="27541" y="7826"/>
                    <a:pt x="27541" y="7883"/>
                    <a:pt x="27549" y="7948"/>
                  </a:cubicBezTo>
                  <a:cubicBezTo>
                    <a:pt x="27556" y="7950"/>
                    <a:pt x="27562" y="7950"/>
                    <a:pt x="27568" y="7950"/>
                  </a:cubicBezTo>
                  <a:cubicBezTo>
                    <a:pt x="27610" y="7950"/>
                    <a:pt x="27623" y="7900"/>
                    <a:pt x="27630" y="7850"/>
                  </a:cubicBezTo>
                  <a:cubicBezTo>
                    <a:pt x="27637" y="7824"/>
                    <a:pt x="27650" y="7811"/>
                    <a:pt x="27670" y="7811"/>
                  </a:cubicBezTo>
                  <a:cubicBezTo>
                    <a:pt x="27697" y="7811"/>
                    <a:pt x="27737" y="7838"/>
                    <a:pt x="27785" y="7891"/>
                  </a:cubicBezTo>
                  <a:cubicBezTo>
                    <a:pt x="27835" y="7942"/>
                    <a:pt x="27873" y="7967"/>
                    <a:pt x="27910" y="7967"/>
                  </a:cubicBezTo>
                  <a:cubicBezTo>
                    <a:pt x="27933" y="7967"/>
                    <a:pt x="27955" y="7958"/>
                    <a:pt x="27979" y="7940"/>
                  </a:cubicBezTo>
                  <a:cubicBezTo>
                    <a:pt x="28044" y="7948"/>
                    <a:pt x="28093" y="7988"/>
                    <a:pt x="28117" y="8045"/>
                  </a:cubicBezTo>
                  <a:cubicBezTo>
                    <a:pt x="28130" y="8047"/>
                    <a:pt x="28140" y="8049"/>
                    <a:pt x="28147" y="8049"/>
                  </a:cubicBezTo>
                  <a:cubicBezTo>
                    <a:pt x="28167" y="8049"/>
                    <a:pt x="28170" y="8037"/>
                    <a:pt x="28182" y="7996"/>
                  </a:cubicBezTo>
                  <a:cubicBezTo>
                    <a:pt x="28188" y="7973"/>
                    <a:pt x="28200" y="7962"/>
                    <a:pt x="28214" y="7962"/>
                  </a:cubicBezTo>
                  <a:cubicBezTo>
                    <a:pt x="28235" y="7962"/>
                    <a:pt x="28260" y="7985"/>
                    <a:pt x="28279" y="8029"/>
                  </a:cubicBezTo>
                  <a:cubicBezTo>
                    <a:pt x="28296" y="8120"/>
                    <a:pt x="28374" y="8167"/>
                    <a:pt x="28424" y="8167"/>
                  </a:cubicBezTo>
                  <a:cubicBezTo>
                    <a:pt x="28445" y="8167"/>
                    <a:pt x="28461" y="8159"/>
                    <a:pt x="28466" y="8142"/>
                  </a:cubicBezTo>
                  <a:cubicBezTo>
                    <a:pt x="28475" y="8106"/>
                    <a:pt x="28493" y="8095"/>
                    <a:pt x="28517" y="8095"/>
                  </a:cubicBezTo>
                  <a:cubicBezTo>
                    <a:pt x="28536" y="8095"/>
                    <a:pt x="28557" y="8103"/>
                    <a:pt x="28579" y="8110"/>
                  </a:cubicBezTo>
                  <a:cubicBezTo>
                    <a:pt x="28601" y="8119"/>
                    <a:pt x="28625" y="8124"/>
                    <a:pt x="28649" y="8124"/>
                  </a:cubicBezTo>
                  <a:cubicBezTo>
                    <a:pt x="28685" y="8124"/>
                    <a:pt x="28720" y="8113"/>
                    <a:pt x="28749" y="8094"/>
                  </a:cubicBezTo>
                  <a:lnTo>
                    <a:pt x="28847" y="8118"/>
                  </a:lnTo>
                  <a:cubicBezTo>
                    <a:pt x="28891" y="8133"/>
                    <a:pt x="28841" y="8168"/>
                    <a:pt x="28795" y="8168"/>
                  </a:cubicBezTo>
                  <a:cubicBezTo>
                    <a:pt x="28791" y="8168"/>
                    <a:pt x="28786" y="8167"/>
                    <a:pt x="28782" y="8167"/>
                  </a:cubicBezTo>
                  <a:lnTo>
                    <a:pt x="28782" y="8167"/>
                  </a:lnTo>
                  <a:lnTo>
                    <a:pt x="28814" y="8231"/>
                  </a:lnTo>
                  <a:cubicBezTo>
                    <a:pt x="28868" y="8249"/>
                    <a:pt x="28906" y="8262"/>
                    <a:pt x="28941" y="8262"/>
                  </a:cubicBezTo>
                  <a:cubicBezTo>
                    <a:pt x="28970" y="8262"/>
                    <a:pt x="28996" y="8253"/>
                    <a:pt x="29025" y="8231"/>
                  </a:cubicBezTo>
                  <a:cubicBezTo>
                    <a:pt x="29064" y="8185"/>
                    <a:pt x="29084" y="8160"/>
                    <a:pt x="29092" y="8160"/>
                  </a:cubicBezTo>
                  <a:lnTo>
                    <a:pt x="29092" y="8160"/>
                  </a:lnTo>
                  <a:cubicBezTo>
                    <a:pt x="29100" y="8160"/>
                    <a:pt x="29094" y="8189"/>
                    <a:pt x="29082" y="8248"/>
                  </a:cubicBezTo>
                  <a:cubicBezTo>
                    <a:pt x="29069" y="8291"/>
                    <a:pt x="29086" y="8345"/>
                    <a:pt x="29123" y="8345"/>
                  </a:cubicBezTo>
                  <a:cubicBezTo>
                    <a:pt x="29135" y="8345"/>
                    <a:pt x="29148" y="8340"/>
                    <a:pt x="29163" y="8329"/>
                  </a:cubicBezTo>
                  <a:cubicBezTo>
                    <a:pt x="29192" y="8294"/>
                    <a:pt x="29214" y="8281"/>
                    <a:pt x="29231" y="8281"/>
                  </a:cubicBezTo>
                  <a:cubicBezTo>
                    <a:pt x="29261" y="8281"/>
                    <a:pt x="29271" y="8325"/>
                    <a:pt x="29260" y="8361"/>
                  </a:cubicBezTo>
                  <a:cubicBezTo>
                    <a:pt x="29214" y="8416"/>
                    <a:pt x="29194" y="8440"/>
                    <a:pt x="29229" y="8440"/>
                  </a:cubicBezTo>
                  <a:cubicBezTo>
                    <a:pt x="29255" y="8440"/>
                    <a:pt x="29312" y="8426"/>
                    <a:pt x="29414" y="8402"/>
                  </a:cubicBezTo>
                  <a:cubicBezTo>
                    <a:pt x="29511" y="8426"/>
                    <a:pt x="29722" y="8426"/>
                    <a:pt x="29876" y="8467"/>
                  </a:cubicBezTo>
                  <a:cubicBezTo>
                    <a:pt x="30071" y="8523"/>
                    <a:pt x="30176" y="8548"/>
                    <a:pt x="30209" y="8621"/>
                  </a:cubicBezTo>
                  <a:cubicBezTo>
                    <a:pt x="30206" y="8631"/>
                    <a:pt x="30203" y="8641"/>
                    <a:pt x="30202" y="8650"/>
                  </a:cubicBezTo>
                  <a:lnTo>
                    <a:pt x="30202" y="8650"/>
                  </a:lnTo>
                  <a:cubicBezTo>
                    <a:pt x="30219" y="8606"/>
                    <a:pt x="30242" y="8590"/>
                    <a:pt x="30279" y="8590"/>
                  </a:cubicBezTo>
                  <a:cubicBezTo>
                    <a:pt x="30312" y="8590"/>
                    <a:pt x="30357" y="8603"/>
                    <a:pt x="30420" y="8621"/>
                  </a:cubicBezTo>
                  <a:cubicBezTo>
                    <a:pt x="30471" y="8662"/>
                    <a:pt x="30535" y="8686"/>
                    <a:pt x="30599" y="8686"/>
                  </a:cubicBezTo>
                  <a:cubicBezTo>
                    <a:pt x="30647" y="8686"/>
                    <a:pt x="30694" y="8673"/>
                    <a:pt x="30736" y="8645"/>
                  </a:cubicBezTo>
                  <a:lnTo>
                    <a:pt x="30638" y="8621"/>
                  </a:lnTo>
                  <a:cubicBezTo>
                    <a:pt x="30655" y="8560"/>
                    <a:pt x="30675" y="8533"/>
                    <a:pt x="30701" y="8533"/>
                  </a:cubicBezTo>
                  <a:cubicBezTo>
                    <a:pt x="30728" y="8533"/>
                    <a:pt x="30760" y="8560"/>
                    <a:pt x="30801" y="8604"/>
                  </a:cubicBezTo>
                  <a:cubicBezTo>
                    <a:pt x="30849" y="8612"/>
                    <a:pt x="30833" y="8669"/>
                    <a:pt x="30817" y="8726"/>
                  </a:cubicBezTo>
                  <a:cubicBezTo>
                    <a:pt x="30801" y="8791"/>
                    <a:pt x="30833" y="8848"/>
                    <a:pt x="30890" y="8872"/>
                  </a:cubicBezTo>
                  <a:cubicBezTo>
                    <a:pt x="30911" y="8879"/>
                    <a:pt x="30931" y="8886"/>
                    <a:pt x="30946" y="8886"/>
                  </a:cubicBezTo>
                  <a:cubicBezTo>
                    <a:pt x="30965" y="8886"/>
                    <a:pt x="30973" y="8873"/>
                    <a:pt x="30955" y="8831"/>
                  </a:cubicBezTo>
                  <a:cubicBezTo>
                    <a:pt x="30966" y="8790"/>
                    <a:pt x="30970" y="8779"/>
                    <a:pt x="30989" y="8779"/>
                  </a:cubicBezTo>
                  <a:cubicBezTo>
                    <a:pt x="30997" y="8779"/>
                    <a:pt x="31006" y="8781"/>
                    <a:pt x="31020" y="8783"/>
                  </a:cubicBezTo>
                  <a:cubicBezTo>
                    <a:pt x="31042" y="8792"/>
                    <a:pt x="31064" y="8797"/>
                    <a:pt x="31086" y="8797"/>
                  </a:cubicBezTo>
                  <a:cubicBezTo>
                    <a:pt x="31120" y="8797"/>
                    <a:pt x="31152" y="8786"/>
                    <a:pt x="31182" y="8767"/>
                  </a:cubicBezTo>
                  <a:cubicBezTo>
                    <a:pt x="31190" y="8737"/>
                    <a:pt x="31208" y="8727"/>
                    <a:pt x="31231" y="8727"/>
                  </a:cubicBezTo>
                  <a:cubicBezTo>
                    <a:pt x="31252" y="8727"/>
                    <a:pt x="31277" y="8735"/>
                    <a:pt x="31303" y="8742"/>
                  </a:cubicBezTo>
                  <a:cubicBezTo>
                    <a:pt x="31328" y="8783"/>
                    <a:pt x="31376" y="8823"/>
                    <a:pt x="31433" y="8839"/>
                  </a:cubicBezTo>
                  <a:lnTo>
                    <a:pt x="31433" y="8839"/>
                  </a:lnTo>
                  <a:cubicBezTo>
                    <a:pt x="31429" y="8855"/>
                    <a:pt x="31423" y="8875"/>
                    <a:pt x="31417" y="8896"/>
                  </a:cubicBezTo>
                  <a:cubicBezTo>
                    <a:pt x="31409" y="8937"/>
                    <a:pt x="31417" y="8985"/>
                    <a:pt x="31433" y="9026"/>
                  </a:cubicBezTo>
                  <a:cubicBezTo>
                    <a:pt x="31436" y="9027"/>
                    <a:pt x="31439" y="9027"/>
                    <a:pt x="31442" y="9027"/>
                  </a:cubicBezTo>
                  <a:cubicBezTo>
                    <a:pt x="31484" y="9027"/>
                    <a:pt x="31498" y="8977"/>
                    <a:pt x="31498" y="8977"/>
                  </a:cubicBezTo>
                  <a:cubicBezTo>
                    <a:pt x="31499" y="8973"/>
                    <a:pt x="31508" y="8971"/>
                    <a:pt x="31522" y="8971"/>
                  </a:cubicBezTo>
                  <a:cubicBezTo>
                    <a:pt x="31696" y="8971"/>
                    <a:pt x="32725" y="9256"/>
                    <a:pt x="32860" y="9294"/>
                  </a:cubicBezTo>
                  <a:cubicBezTo>
                    <a:pt x="32917" y="9351"/>
                    <a:pt x="32998" y="9388"/>
                    <a:pt x="33040" y="9388"/>
                  </a:cubicBezTo>
                  <a:cubicBezTo>
                    <a:pt x="33063" y="9388"/>
                    <a:pt x="33074" y="9376"/>
                    <a:pt x="33063" y="9350"/>
                  </a:cubicBezTo>
                  <a:cubicBezTo>
                    <a:pt x="33067" y="9335"/>
                    <a:pt x="33087" y="9329"/>
                    <a:pt x="33120" y="9329"/>
                  </a:cubicBezTo>
                  <a:cubicBezTo>
                    <a:pt x="33211" y="9329"/>
                    <a:pt x="33401" y="9380"/>
                    <a:pt x="33622" y="9439"/>
                  </a:cubicBezTo>
                  <a:cubicBezTo>
                    <a:pt x="33886" y="9513"/>
                    <a:pt x="34094" y="9573"/>
                    <a:pt x="34187" y="9573"/>
                  </a:cubicBezTo>
                  <a:cubicBezTo>
                    <a:pt x="34217" y="9573"/>
                    <a:pt x="34234" y="9567"/>
                    <a:pt x="34238" y="9553"/>
                  </a:cubicBezTo>
                  <a:lnTo>
                    <a:pt x="34384" y="9594"/>
                  </a:lnTo>
                  <a:cubicBezTo>
                    <a:pt x="34473" y="9602"/>
                    <a:pt x="34563" y="9602"/>
                    <a:pt x="34652" y="9602"/>
                  </a:cubicBezTo>
                  <a:cubicBezTo>
                    <a:pt x="34680" y="9584"/>
                    <a:pt x="34705" y="9576"/>
                    <a:pt x="34719" y="9576"/>
                  </a:cubicBezTo>
                  <a:cubicBezTo>
                    <a:pt x="34738" y="9576"/>
                    <a:pt x="34737" y="9590"/>
                    <a:pt x="34700" y="9618"/>
                  </a:cubicBezTo>
                  <a:cubicBezTo>
                    <a:pt x="34684" y="9675"/>
                    <a:pt x="34668" y="9731"/>
                    <a:pt x="34717" y="9748"/>
                  </a:cubicBezTo>
                  <a:cubicBezTo>
                    <a:pt x="34734" y="9752"/>
                    <a:pt x="34749" y="9753"/>
                    <a:pt x="34762" y="9753"/>
                  </a:cubicBezTo>
                  <a:cubicBezTo>
                    <a:pt x="34827" y="9753"/>
                    <a:pt x="34841" y="9706"/>
                    <a:pt x="34855" y="9658"/>
                  </a:cubicBezTo>
                  <a:cubicBezTo>
                    <a:pt x="34855" y="9630"/>
                    <a:pt x="34879" y="9608"/>
                    <a:pt x="34907" y="9608"/>
                  </a:cubicBezTo>
                  <a:cubicBezTo>
                    <a:pt x="34911" y="9608"/>
                    <a:pt x="34915" y="9609"/>
                    <a:pt x="34919" y="9610"/>
                  </a:cubicBezTo>
                  <a:cubicBezTo>
                    <a:pt x="34968" y="9626"/>
                    <a:pt x="34968" y="9626"/>
                    <a:pt x="34952" y="9683"/>
                  </a:cubicBezTo>
                  <a:cubicBezTo>
                    <a:pt x="34936" y="9739"/>
                    <a:pt x="34919" y="9796"/>
                    <a:pt x="34919" y="9796"/>
                  </a:cubicBezTo>
                  <a:lnTo>
                    <a:pt x="34968" y="9812"/>
                  </a:lnTo>
                  <a:cubicBezTo>
                    <a:pt x="34975" y="9786"/>
                    <a:pt x="34993" y="9770"/>
                    <a:pt x="35017" y="9770"/>
                  </a:cubicBezTo>
                  <a:cubicBezTo>
                    <a:pt x="35022" y="9770"/>
                    <a:pt x="35027" y="9770"/>
                    <a:pt x="35033" y="9772"/>
                  </a:cubicBezTo>
                  <a:cubicBezTo>
                    <a:pt x="35082" y="9780"/>
                    <a:pt x="35082" y="9780"/>
                    <a:pt x="35049" y="9902"/>
                  </a:cubicBezTo>
                  <a:cubicBezTo>
                    <a:pt x="35036" y="9963"/>
                    <a:pt x="35044" y="9993"/>
                    <a:pt x="35067" y="9993"/>
                  </a:cubicBezTo>
                  <a:cubicBezTo>
                    <a:pt x="35087" y="9993"/>
                    <a:pt x="35117" y="9971"/>
                    <a:pt x="35154" y="9926"/>
                  </a:cubicBezTo>
                  <a:lnTo>
                    <a:pt x="35268" y="9893"/>
                  </a:lnTo>
                  <a:cubicBezTo>
                    <a:pt x="35274" y="9944"/>
                    <a:pt x="35298" y="9961"/>
                    <a:pt x="35328" y="9961"/>
                  </a:cubicBezTo>
                  <a:cubicBezTo>
                    <a:pt x="35375" y="9961"/>
                    <a:pt x="35439" y="9918"/>
                    <a:pt x="35479" y="9893"/>
                  </a:cubicBezTo>
                  <a:cubicBezTo>
                    <a:pt x="35492" y="9965"/>
                    <a:pt x="35513" y="10000"/>
                    <a:pt x="35543" y="10000"/>
                  </a:cubicBezTo>
                  <a:cubicBezTo>
                    <a:pt x="35567" y="10000"/>
                    <a:pt x="35597" y="9977"/>
                    <a:pt x="35633" y="9934"/>
                  </a:cubicBezTo>
                  <a:cubicBezTo>
                    <a:pt x="35640" y="9909"/>
                    <a:pt x="35653" y="9897"/>
                    <a:pt x="35669" y="9897"/>
                  </a:cubicBezTo>
                  <a:cubicBezTo>
                    <a:pt x="35689" y="9897"/>
                    <a:pt x="35712" y="9917"/>
                    <a:pt x="35730" y="9958"/>
                  </a:cubicBezTo>
                  <a:cubicBezTo>
                    <a:pt x="35763" y="10031"/>
                    <a:pt x="35819" y="10048"/>
                    <a:pt x="35917" y="10072"/>
                  </a:cubicBezTo>
                  <a:cubicBezTo>
                    <a:pt x="35927" y="10065"/>
                    <a:pt x="35944" y="10062"/>
                    <a:pt x="35968" y="10062"/>
                  </a:cubicBezTo>
                  <a:cubicBezTo>
                    <a:pt x="36094" y="10062"/>
                    <a:pt x="36393" y="10145"/>
                    <a:pt x="36727" y="10234"/>
                  </a:cubicBezTo>
                  <a:cubicBezTo>
                    <a:pt x="37074" y="10328"/>
                    <a:pt x="37332" y="10398"/>
                    <a:pt x="37438" y="10398"/>
                  </a:cubicBezTo>
                  <a:cubicBezTo>
                    <a:pt x="37468" y="10398"/>
                    <a:pt x="37486" y="10393"/>
                    <a:pt x="37490" y="10380"/>
                  </a:cubicBezTo>
                  <a:cubicBezTo>
                    <a:pt x="37538" y="10396"/>
                    <a:pt x="37538" y="10396"/>
                    <a:pt x="37579" y="10469"/>
                  </a:cubicBezTo>
                  <a:cubicBezTo>
                    <a:pt x="37571" y="10495"/>
                    <a:pt x="37578" y="10511"/>
                    <a:pt x="37594" y="10511"/>
                  </a:cubicBezTo>
                  <a:cubicBezTo>
                    <a:pt x="37614" y="10511"/>
                    <a:pt x="37648" y="10489"/>
                    <a:pt x="37692" y="10437"/>
                  </a:cubicBezTo>
                  <a:cubicBezTo>
                    <a:pt x="37729" y="10409"/>
                    <a:pt x="37750" y="10379"/>
                    <a:pt x="37756" y="10379"/>
                  </a:cubicBezTo>
                  <a:lnTo>
                    <a:pt x="37756" y="10379"/>
                  </a:lnTo>
                  <a:cubicBezTo>
                    <a:pt x="37760" y="10379"/>
                    <a:pt x="37755" y="10396"/>
                    <a:pt x="37741" y="10445"/>
                  </a:cubicBezTo>
                  <a:cubicBezTo>
                    <a:pt x="37725" y="10510"/>
                    <a:pt x="37822" y="10534"/>
                    <a:pt x="38025" y="10591"/>
                  </a:cubicBezTo>
                  <a:cubicBezTo>
                    <a:pt x="38123" y="10618"/>
                    <a:pt x="38247" y="10649"/>
                    <a:pt x="38322" y="10649"/>
                  </a:cubicBezTo>
                  <a:cubicBezTo>
                    <a:pt x="38359" y="10649"/>
                    <a:pt x="38384" y="10642"/>
                    <a:pt x="38389" y="10623"/>
                  </a:cubicBezTo>
                  <a:cubicBezTo>
                    <a:pt x="38439" y="10613"/>
                    <a:pt x="38467" y="10607"/>
                    <a:pt x="38477" y="10607"/>
                  </a:cubicBezTo>
                  <a:cubicBezTo>
                    <a:pt x="38491" y="10607"/>
                    <a:pt x="38475" y="10617"/>
                    <a:pt x="38438" y="10639"/>
                  </a:cubicBezTo>
                  <a:cubicBezTo>
                    <a:pt x="38374" y="10717"/>
                    <a:pt x="38509" y="10815"/>
                    <a:pt x="38657" y="10815"/>
                  </a:cubicBezTo>
                  <a:cubicBezTo>
                    <a:pt x="38695" y="10815"/>
                    <a:pt x="38734" y="10808"/>
                    <a:pt x="38771" y="10793"/>
                  </a:cubicBezTo>
                  <a:cubicBezTo>
                    <a:pt x="38819" y="10802"/>
                    <a:pt x="38868" y="10818"/>
                    <a:pt x="38860" y="10875"/>
                  </a:cubicBezTo>
                  <a:cubicBezTo>
                    <a:pt x="38904" y="10888"/>
                    <a:pt x="38951" y="10894"/>
                    <a:pt x="39000" y="10894"/>
                  </a:cubicBezTo>
                  <a:cubicBezTo>
                    <a:pt x="39039" y="10894"/>
                    <a:pt x="39079" y="10890"/>
                    <a:pt x="39119" y="10883"/>
                  </a:cubicBezTo>
                  <a:lnTo>
                    <a:pt x="39468" y="10980"/>
                  </a:lnTo>
                  <a:cubicBezTo>
                    <a:pt x="39504" y="10988"/>
                    <a:pt x="39541" y="10992"/>
                    <a:pt x="39577" y="10992"/>
                  </a:cubicBezTo>
                  <a:cubicBezTo>
                    <a:pt x="39614" y="10992"/>
                    <a:pt x="39650" y="10988"/>
                    <a:pt x="39687" y="10980"/>
                  </a:cubicBezTo>
                  <a:lnTo>
                    <a:pt x="39735" y="10988"/>
                  </a:lnTo>
                  <a:cubicBezTo>
                    <a:pt x="39719" y="11045"/>
                    <a:pt x="39971" y="11118"/>
                    <a:pt x="40319" y="11207"/>
                  </a:cubicBezTo>
                  <a:cubicBezTo>
                    <a:pt x="40668" y="11304"/>
                    <a:pt x="40968" y="11385"/>
                    <a:pt x="41000" y="11450"/>
                  </a:cubicBezTo>
                  <a:cubicBezTo>
                    <a:pt x="41010" y="11452"/>
                    <a:pt x="41020" y="11453"/>
                    <a:pt x="41030" y="11453"/>
                  </a:cubicBezTo>
                  <a:cubicBezTo>
                    <a:pt x="41060" y="11453"/>
                    <a:pt x="41089" y="11444"/>
                    <a:pt x="41114" y="11426"/>
                  </a:cubicBezTo>
                  <a:cubicBezTo>
                    <a:pt x="41155" y="11372"/>
                    <a:pt x="41188" y="11350"/>
                    <a:pt x="41216" y="11350"/>
                  </a:cubicBezTo>
                  <a:cubicBezTo>
                    <a:pt x="41242" y="11350"/>
                    <a:pt x="41264" y="11370"/>
                    <a:pt x="41284" y="11402"/>
                  </a:cubicBezTo>
                  <a:cubicBezTo>
                    <a:pt x="41304" y="11488"/>
                    <a:pt x="41379" y="11536"/>
                    <a:pt x="41455" y="11536"/>
                  </a:cubicBezTo>
                  <a:cubicBezTo>
                    <a:pt x="41501" y="11536"/>
                    <a:pt x="41548" y="11519"/>
                    <a:pt x="41584" y="11483"/>
                  </a:cubicBezTo>
                  <a:lnTo>
                    <a:pt x="41584" y="11483"/>
                  </a:lnTo>
                  <a:lnTo>
                    <a:pt x="41568" y="11539"/>
                  </a:lnTo>
                  <a:cubicBezTo>
                    <a:pt x="41576" y="11603"/>
                    <a:pt x="41619" y="11632"/>
                    <a:pt x="41670" y="11632"/>
                  </a:cubicBezTo>
                  <a:cubicBezTo>
                    <a:pt x="41724" y="11632"/>
                    <a:pt x="41786" y="11601"/>
                    <a:pt x="41827" y="11547"/>
                  </a:cubicBezTo>
                  <a:cubicBezTo>
                    <a:pt x="41859" y="11604"/>
                    <a:pt x="41885" y="11661"/>
                    <a:pt x="41926" y="11661"/>
                  </a:cubicBezTo>
                  <a:cubicBezTo>
                    <a:pt x="41937" y="11661"/>
                    <a:pt x="41950" y="11656"/>
                    <a:pt x="41965" y="11645"/>
                  </a:cubicBezTo>
                  <a:cubicBezTo>
                    <a:pt x="42014" y="11661"/>
                    <a:pt x="42014" y="11661"/>
                    <a:pt x="41981" y="11774"/>
                  </a:cubicBezTo>
                  <a:cubicBezTo>
                    <a:pt x="41973" y="11831"/>
                    <a:pt x="41957" y="11888"/>
                    <a:pt x="42006" y="11904"/>
                  </a:cubicBezTo>
                  <a:cubicBezTo>
                    <a:pt x="42011" y="11906"/>
                    <a:pt x="42016" y="11907"/>
                    <a:pt x="42020" y="11907"/>
                  </a:cubicBezTo>
                  <a:cubicBezTo>
                    <a:pt x="42058" y="11907"/>
                    <a:pt x="42072" y="11850"/>
                    <a:pt x="42087" y="11799"/>
                  </a:cubicBezTo>
                  <a:lnTo>
                    <a:pt x="42184" y="11831"/>
                  </a:lnTo>
                  <a:cubicBezTo>
                    <a:pt x="42216" y="11831"/>
                    <a:pt x="42249" y="11815"/>
                    <a:pt x="42249" y="11783"/>
                  </a:cubicBezTo>
                  <a:cubicBezTo>
                    <a:pt x="42258" y="11750"/>
                    <a:pt x="42278" y="11742"/>
                    <a:pt x="42302" y="11742"/>
                  </a:cubicBezTo>
                  <a:cubicBezTo>
                    <a:pt x="42320" y="11742"/>
                    <a:pt x="42341" y="11747"/>
                    <a:pt x="42362" y="11750"/>
                  </a:cubicBezTo>
                  <a:cubicBezTo>
                    <a:pt x="42357" y="11769"/>
                    <a:pt x="42360" y="11777"/>
                    <a:pt x="42366" y="11777"/>
                  </a:cubicBezTo>
                  <a:cubicBezTo>
                    <a:pt x="42378" y="11777"/>
                    <a:pt x="42400" y="11742"/>
                    <a:pt x="42379" y="11693"/>
                  </a:cubicBezTo>
                  <a:cubicBezTo>
                    <a:pt x="42394" y="11640"/>
                    <a:pt x="42409" y="11587"/>
                    <a:pt x="42451" y="11587"/>
                  </a:cubicBezTo>
                  <a:cubicBezTo>
                    <a:pt x="42453" y="11587"/>
                    <a:pt x="42456" y="11587"/>
                    <a:pt x="42460" y="11588"/>
                  </a:cubicBezTo>
                  <a:cubicBezTo>
                    <a:pt x="42460" y="11588"/>
                    <a:pt x="42476" y="11531"/>
                    <a:pt x="42492" y="11474"/>
                  </a:cubicBezTo>
                  <a:cubicBezTo>
                    <a:pt x="42516" y="11361"/>
                    <a:pt x="42533" y="11304"/>
                    <a:pt x="42451" y="11215"/>
                  </a:cubicBezTo>
                  <a:cubicBezTo>
                    <a:pt x="42324" y="11143"/>
                    <a:pt x="42220" y="11075"/>
                    <a:pt x="42158" y="11075"/>
                  </a:cubicBezTo>
                  <a:cubicBezTo>
                    <a:pt x="42130" y="11075"/>
                    <a:pt x="42111" y="11090"/>
                    <a:pt x="42103" y="11126"/>
                  </a:cubicBezTo>
                  <a:cubicBezTo>
                    <a:pt x="42070" y="11150"/>
                    <a:pt x="42030" y="11158"/>
                    <a:pt x="41989" y="11158"/>
                  </a:cubicBezTo>
                  <a:cubicBezTo>
                    <a:pt x="41933" y="11142"/>
                    <a:pt x="41900" y="11069"/>
                    <a:pt x="41900" y="11069"/>
                  </a:cubicBezTo>
                  <a:cubicBezTo>
                    <a:pt x="41916" y="11012"/>
                    <a:pt x="41714" y="10964"/>
                    <a:pt x="41470" y="10899"/>
                  </a:cubicBezTo>
                  <a:cubicBezTo>
                    <a:pt x="41170" y="10818"/>
                    <a:pt x="41016" y="10777"/>
                    <a:pt x="40984" y="10704"/>
                  </a:cubicBezTo>
                  <a:cubicBezTo>
                    <a:pt x="40968" y="10672"/>
                    <a:pt x="40935" y="10639"/>
                    <a:pt x="40903" y="10623"/>
                  </a:cubicBezTo>
                  <a:cubicBezTo>
                    <a:pt x="40899" y="10636"/>
                    <a:pt x="40880" y="10642"/>
                    <a:pt x="40849" y="10642"/>
                  </a:cubicBezTo>
                  <a:cubicBezTo>
                    <a:pt x="40746" y="10642"/>
                    <a:pt x="40506" y="10578"/>
                    <a:pt x="40238" y="10510"/>
                  </a:cubicBezTo>
                  <a:cubicBezTo>
                    <a:pt x="39961" y="10432"/>
                    <a:pt x="39684" y="10355"/>
                    <a:pt x="39574" y="10355"/>
                  </a:cubicBezTo>
                  <a:cubicBezTo>
                    <a:pt x="39545" y="10355"/>
                    <a:pt x="39528" y="10360"/>
                    <a:pt x="39525" y="10372"/>
                  </a:cubicBezTo>
                  <a:lnTo>
                    <a:pt x="39427" y="10348"/>
                  </a:lnTo>
                  <a:cubicBezTo>
                    <a:pt x="39444" y="10291"/>
                    <a:pt x="39338" y="10266"/>
                    <a:pt x="39241" y="10234"/>
                  </a:cubicBezTo>
                  <a:cubicBezTo>
                    <a:pt x="39201" y="10247"/>
                    <a:pt x="39160" y="10253"/>
                    <a:pt x="39122" y="10253"/>
                  </a:cubicBezTo>
                  <a:cubicBezTo>
                    <a:pt x="39090" y="10253"/>
                    <a:pt x="39059" y="10249"/>
                    <a:pt x="39030" y="10242"/>
                  </a:cubicBezTo>
                  <a:cubicBezTo>
                    <a:pt x="39046" y="10185"/>
                    <a:pt x="38989" y="10169"/>
                    <a:pt x="38892" y="10145"/>
                  </a:cubicBezTo>
                  <a:cubicBezTo>
                    <a:pt x="38846" y="10129"/>
                    <a:pt x="38810" y="10119"/>
                    <a:pt x="38784" y="10119"/>
                  </a:cubicBezTo>
                  <a:cubicBezTo>
                    <a:pt x="38756" y="10119"/>
                    <a:pt x="38739" y="10131"/>
                    <a:pt x="38730" y="10161"/>
                  </a:cubicBezTo>
                  <a:cubicBezTo>
                    <a:pt x="38544" y="10112"/>
                    <a:pt x="38365" y="10048"/>
                    <a:pt x="38195" y="9950"/>
                  </a:cubicBezTo>
                  <a:cubicBezTo>
                    <a:pt x="38183" y="9926"/>
                    <a:pt x="38166" y="9916"/>
                    <a:pt x="38146" y="9916"/>
                  </a:cubicBezTo>
                  <a:cubicBezTo>
                    <a:pt x="38113" y="9916"/>
                    <a:pt x="38073" y="9941"/>
                    <a:pt x="38033" y="9966"/>
                  </a:cubicBezTo>
                  <a:cubicBezTo>
                    <a:pt x="38018" y="10025"/>
                    <a:pt x="37971" y="10057"/>
                    <a:pt x="37920" y="10057"/>
                  </a:cubicBezTo>
                  <a:cubicBezTo>
                    <a:pt x="37914" y="10057"/>
                    <a:pt x="37909" y="10056"/>
                    <a:pt x="37903" y="10056"/>
                  </a:cubicBezTo>
                  <a:cubicBezTo>
                    <a:pt x="37903" y="10056"/>
                    <a:pt x="37919" y="9999"/>
                    <a:pt x="37935" y="9942"/>
                  </a:cubicBezTo>
                  <a:cubicBezTo>
                    <a:pt x="38000" y="9902"/>
                    <a:pt x="38000" y="9902"/>
                    <a:pt x="37895" y="9869"/>
                  </a:cubicBezTo>
                  <a:lnTo>
                    <a:pt x="37798" y="9845"/>
                  </a:lnTo>
                  <a:cubicBezTo>
                    <a:pt x="37793" y="9859"/>
                    <a:pt x="37774" y="9866"/>
                    <a:pt x="37741" y="9866"/>
                  </a:cubicBezTo>
                  <a:cubicBezTo>
                    <a:pt x="37645" y="9866"/>
                    <a:pt x="37440" y="9812"/>
                    <a:pt x="37181" y="9739"/>
                  </a:cubicBezTo>
                  <a:cubicBezTo>
                    <a:pt x="36869" y="9654"/>
                    <a:pt x="36704" y="9609"/>
                    <a:pt x="36627" y="9609"/>
                  </a:cubicBezTo>
                  <a:cubicBezTo>
                    <a:pt x="36595" y="9609"/>
                    <a:pt x="36578" y="9617"/>
                    <a:pt x="36573" y="9634"/>
                  </a:cubicBezTo>
                  <a:cubicBezTo>
                    <a:pt x="36567" y="9656"/>
                    <a:pt x="36556" y="9667"/>
                    <a:pt x="36538" y="9667"/>
                  </a:cubicBezTo>
                  <a:cubicBezTo>
                    <a:pt x="36507" y="9667"/>
                    <a:pt x="36456" y="9638"/>
                    <a:pt x="36371" y="9577"/>
                  </a:cubicBezTo>
                  <a:cubicBezTo>
                    <a:pt x="36191" y="9398"/>
                    <a:pt x="36140" y="9347"/>
                    <a:pt x="36102" y="9347"/>
                  </a:cubicBezTo>
                  <a:cubicBezTo>
                    <a:pt x="36086" y="9347"/>
                    <a:pt x="36073" y="9355"/>
                    <a:pt x="36054" y="9366"/>
                  </a:cubicBezTo>
                  <a:cubicBezTo>
                    <a:pt x="36103" y="9383"/>
                    <a:pt x="36087" y="9439"/>
                    <a:pt x="36071" y="9496"/>
                  </a:cubicBezTo>
                  <a:cubicBezTo>
                    <a:pt x="36056" y="9549"/>
                    <a:pt x="36037" y="9576"/>
                    <a:pt x="36020" y="9576"/>
                  </a:cubicBezTo>
                  <a:cubicBezTo>
                    <a:pt x="36000" y="9576"/>
                    <a:pt x="35982" y="9541"/>
                    <a:pt x="35973" y="9472"/>
                  </a:cubicBezTo>
                  <a:cubicBezTo>
                    <a:pt x="35998" y="9380"/>
                    <a:pt x="35566" y="9273"/>
                    <a:pt x="35320" y="9273"/>
                  </a:cubicBezTo>
                  <a:cubicBezTo>
                    <a:pt x="35242" y="9273"/>
                    <a:pt x="35182" y="9284"/>
                    <a:pt x="35163" y="9310"/>
                  </a:cubicBezTo>
                  <a:cubicBezTo>
                    <a:pt x="35167" y="9295"/>
                    <a:pt x="35172" y="9277"/>
                    <a:pt x="35179" y="9253"/>
                  </a:cubicBezTo>
                  <a:cubicBezTo>
                    <a:pt x="35195" y="9196"/>
                    <a:pt x="35146" y="9180"/>
                    <a:pt x="34944" y="9123"/>
                  </a:cubicBezTo>
                  <a:lnTo>
                    <a:pt x="34798" y="9083"/>
                  </a:lnTo>
                  <a:cubicBezTo>
                    <a:pt x="34789" y="9114"/>
                    <a:pt x="34761" y="9126"/>
                    <a:pt x="34725" y="9126"/>
                  </a:cubicBezTo>
                  <a:cubicBezTo>
                    <a:pt x="34631" y="9126"/>
                    <a:pt x="34486" y="9043"/>
                    <a:pt x="34498" y="9002"/>
                  </a:cubicBezTo>
                  <a:cubicBezTo>
                    <a:pt x="34465" y="8929"/>
                    <a:pt x="34465" y="8929"/>
                    <a:pt x="34360" y="8904"/>
                  </a:cubicBezTo>
                  <a:cubicBezTo>
                    <a:pt x="34322" y="8920"/>
                    <a:pt x="34283" y="8926"/>
                    <a:pt x="34243" y="8926"/>
                  </a:cubicBezTo>
                  <a:cubicBezTo>
                    <a:pt x="34094" y="8926"/>
                    <a:pt x="33950" y="8836"/>
                    <a:pt x="33963" y="8791"/>
                  </a:cubicBezTo>
                  <a:lnTo>
                    <a:pt x="33865" y="8767"/>
                  </a:lnTo>
                  <a:cubicBezTo>
                    <a:pt x="33826" y="8780"/>
                    <a:pt x="33787" y="8788"/>
                    <a:pt x="33748" y="8788"/>
                  </a:cubicBezTo>
                  <a:cubicBezTo>
                    <a:pt x="33714" y="8788"/>
                    <a:pt x="33680" y="8782"/>
                    <a:pt x="33646" y="8767"/>
                  </a:cubicBezTo>
                  <a:cubicBezTo>
                    <a:pt x="33573" y="8746"/>
                    <a:pt x="33525" y="8732"/>
                    <a:pt x="33498" y="8732"/>
                  </a:cubicBezTo>
                  <a:cubicBezTo>
                    <a:pt x="33472" y="8732"/>
                    <a:pt x="33468" y="8746"/>
                    <a:pt x="33484" y="8783"/>
                  </a:cubicBezTo>
                  <a:cubicBezTo>
                    <a:pt x="33469" y="8836"/>
                    <a:pt x="33454" y="8889"/>
                    <a:pt x="33412" y="8889"/>
                  </a:cubicBezTo>
                  <a:cubicBezTo>
                    <a:pt x="33409" y="8889"/>
                    <a:pt x="33406" y="8889"/>
                    <a:pt x="33403" y="8888"/>
                  </a:cubicBezTo>
                  <a:lnTo>
                    <a:pt x="33419" y="8831"/>
                  </a:lnTo>
                  <a:cubicBezTo>
                    <a:pt x="33436" y="8767"/>
                    <a:pt x="33290" y="8726"/>
                    <a:pt x="33087" y="8677"/>
                  </a:cubicBezTo>
                  <a:cubicBezTo>
                    <a:pt x="32836" y="8604"/>
                    <a:pt x="32738" y="8580"/>
                    <a:pt x="32706" y="8507"/>
                  </a:cubicBezTo>
                  <a:lnTo>
                    <a:pt x="32641" y="8548"/>
                  </a:lnTo>
                  <a:cubicBezTo>
                    <a:pt x="32615" y="8567"/>
                    <a:pt x="32590" y="8576"/>
                    <a:pt x="32570" y="8576"/>
                  </a:cubicBezTo>
                  <a:cubicBezTo>
                    <a:pt x="32542" y="8576"/>
                    <a:pt x="32526" y="8557"/>
                    <a:pt x="32536" y="8523"/>
                  </a:cubicBezTo>
                  <a:cubicBezTo>
                    <a:pt x="32510" y="8465"/>
                    <a:pt x="32379" y="8417"/>
                    <a:pt x="32266" y="8417"/>
                  </a:cubicBezTo>
                  <a:cubicBezTo>
                    <a:pt x="32238" y="8417"/>
                    <a:pt x="32211" y="8420"/>
                    <a:pt x="32187" y="8426"/>
                  </a:cubicBezTo>
                  <a:lnTo>
                    <a:pt x="32090" y="8402"/>
                  </a:lnTo>
                  <a:cubicBezTo>
                    <a:pt x="32085" y="8321"/>
                    <a:pt x="32020" y="8271"/>
                    <a:pt x="31952" y="8271"/>
                  </a:cubicBezTo>
                  <a:cubicBezTo>
                    <a:pt x="31911" y="8271"/>
                    <a:pt x="31869" y="8289"/>
                    <a:pt x="31838" y="8329"/>
                  </a:cubicBezTo>
                  <a:cubicBezTo>
                    <a:pt x="31855" y="8272"/>
                    <a:pt x="31806" y="8256"/>
                    <a:pt x="31757" y="8248"/>
                  </a:cubicBezTo>
                  <a:cubicBezTo>
                    <a:pt x="31739" y="8252"/>
                    <a:pt x="31718" y="8253"/>
                    <a:pt x="31696" y="8253"/>
                  </a:cubicBezTo>
                  <a:cubicBezTo>
                    <a:pt x="31583" y="8253"/>
                    <a:pt x="31444" y="8206"/>
                    <a:pt x="31457" y="8158"/>
                  </a:cubicBezTo>
                  <a:lnTo>
                    <a:pt x="31409" y="8150"/>
                  </a:lnTo>
                  <a:cubicBezTo>
                    <a:pt x="31379" y="8170"/>
                    <a:pt x="31344" y="8181"/>
                    <a:pt x="31310" y="8181"/>
                  </a:cubicBezTo>
                  <a:cubicBezTo>
                    <a:pt x="31287" y="8181"/>
                    <a:pt x="31266" y="8176"/>
                    <a:pt x="31247" y="8167"/>
                  </a:cubicBezTo>
                  <a:cubicBezTo>
                    <a:pt x="31224" y="8157"/>
                    <a:pt x="31201" y="8152"/>
                    <a:pt x="31177" y="8152"/>
                  </a:cubicBezTo>
                  <a:cubicBezTo>
                    <a:pt x="31141" y="8152"/>
                    <a:pt x="31106" y="8163"/>
                    <a:pt x="31076" y="8183"/>
                  </a:cubicBezTo>
                  <a:cubicBezTo>
                    <a:pt x="31052" y="8201"/>
                    <a:pt x="31023" y="8210"/>
                    <a:pt x="30993" y="8210"/>
                  </a:cubicBezTo>
                  <a:cubicBezTo>
                    <a:pt x="30983" y="8210"/>
                    <a:pt x="30973" y="8209"/>
                    <a:pt x="30963" y="8207"/>
                  </a:cubicBezTo>
                  <a:cubicBezTo>
                    <a:pt x="30914" y="8199"/>
                    <a:pt x="30979" y="8150"/>
                    <a:pt x="31044" y="8110"/>
                  </a:cubicBezTo>
                  <a:cubicBezTo>
                    <a:pt x="31111" y="8091"/>
                    <a:pt x="31088" y="8069"/>
                    <a:pt x="31021" y="8069"/>
                  </a:cubicBezTo>
                  <a:cubicBezTo>
                    <a:pt x="30975" y="8069"/>
                    <a:pt x="30907" y="8080"/>
                    <a:pt x="30833" y="8110"/>
                  </a:cubicBezTo>
                  <a:cubicBezTo>
                    <a:pt x="30742" y="8145"/>
                    <a:pt x="30696" y="8164"/>
                    <a:pt x="30688" y="8164"/>
                  </a:cubicBezTo>
                  <a:cubicBezTo>
                    <a:pt x="30679" y="8164"/>
                    <a:pt x="30714" y="8143"/>
                    <a:pt x="30784" y="8102"/>
                  </a:cubicBezTo>
                  <a:cubicBezTo>
                    <a:pt x="30836" y="8063"/>
                    <a:pt x="30887" y="8030"/>
                    <a:pt x="30846" y="8030"/>
                  </a:cubicBezTo>
                  <a:cubicBezTo>
                    <a:pt x="30835" y="8030"/>
                    <a:pt x="30818" y="8032"/>
                    <a:pt x="30793" y="8037"/>
                  </a:cubicBezTo>
                  <a:cubicBezTo>
                    <a:pt x="30793" y="8037"/>
                    <a:pt x="30772" y="8032"/>
                    <a:pt x="30748" y="8032"/>
                  </a:cubicBezTo>
                  <a:cubicBezTo>
                    <a:pt x="30720" y="8032"/>
                    <a:pt x="30688" y="8039"/>
                    <a:pt x="30679" y="8069"/>
                  </a:cubicBezTo>
                  <a:lnTo>
                    <a:pt x="30533" y="8029"/>
                  </a:lnTo>
                  <a:cubicBezTo>
                    <a:pt x="30484" y="7972"/>
                    <a:pt x="30420" y="7931"/>
                    <a:pt x="30347" y="7915"/>
                  </a:cubicBezTo>
                  <a:cubicBezTo>
                    <a:pt x="30317" y="7937"/>
                    <a:pt x="30301" y="7949"/>
                    <a:pt x="30290" y="7949"/>
                  </a:cubicBezTo>
                  <a:cubicBezTo>
                    <a:pt x="30275" y="7949"/>
                    <a:pt x="30267" y="7931"/>
                    <a:pt x="30249" y="7891"/>
                  </a:cubicBezTo>
                  <a:cubicBezTo>
                    <a:pt x="30257" y="7865"/>
                    <a:pt x="30250" y="7847"/>
                    <a:pt x="30238" y="7847"/>
                  </a:cubicBezTo>
                  <a:cubicBezTo>
                    <a:pt x="30224" y="7847"/>
                    <a:pt x="30202" y="7871"/>
                    <a:pt x="30184" y="7931"/>
                  </a:cubicBezTo>
                  <a:cubicBezTo>
                    <a:pt x="30167" y="7949"/>
                    <a:pt x="30145" y="7957"/>
                    <a:pt x="30123" y="7957"/>
                  </a:cubicBezTo>
                  <a:cubicBezTo>
                    <a:pt x="30084" y="7957"/>
                    <a:pt x="30046" y="7932"/>
                    <a:pt x="30030" y="7891"/>
                  </a:cubicBezTo>
                  <a:cubicBezTo>
                    <a:pt x="30051" y="7819"/>
                    <a:pt x="30039" y="7786"/>
                    <a:pt x="30023" y="7786"/>
                  </a:cubicBezTo>
                  <a:cubicBezTo>
                    <a:pt x="30014" y="7786"/>
                    <a:pt x="30004" y="7797"/>
                    <a:pt x="29998" y="7818"/>
                  </a:cubicBezTo>
                  <a:cubicBezTo>
                    <a:pt x="29971" y="7838"/>
                    <a:pt x="29939" y="7852"/>
                    <a:pt x="29906" y="7852"/>
                  </a:cubicBezTo>
                  <a:cubicBezTo>
                    <a:pt x="29899" y="7852"/>
                    <a:pt x="29892" y="7852"/>
                    <a:pt x="29884" y="7850"/>
                  </a:cubicBezTo>
                  <a:cubicBezTo>
                    <a:pt x="29901" y="7794"/>
                    <a:pt x="29455" y="7664"/>
                    <a:pt x="29001" y="7542"/>
                  </a:cubicBezTo>
                  <a:cubicBezTo>
                    <a:pt x="28996" y="7542"/>
                    <a:pt x="28991" y="7541"/>
                    <a:pt x="28986" y="7541"/>
                  </a:cubicBezTo>
                  <a:cubicBezTo>
                    <a:pt x="28935" y="7541"/>
                    <a:pt x="28886" y="7580"/>
                    <a:pt x="28871" y="7631"/>
                  </a:cubicBezTo>
                  <a:cubicBezTo>
                    <a:pt x="28858" y="7678"/>
                    <a:pt x="28853" y="7696"/>
                    <a:pt x="28849" y="7696"/>
                  </a:cubicBezTo>
                  <a:cubicBezTo>
                    <a:pt x="28844" y="7696"/>
                    <a:pt x="28842" y="7658"/>
                    <a:pt x="28822" y="7615"/>
                  </a:cubicBezTo>
                  <a:cubicBezTo>
                    <a:pt x="28822" y="7516"/>
                    <a:pt x="28795" y="7463"/>
                    <a:pt x="28769" y="7463"/>
                  </a:cubicBezTo>
                  <a:cubicBezTo>
                    <a:pt x="28746" y="7463"/>
                    <a:pt x="28725" y="7504"/>
                    <a:pt x="28725" y="7591"/>
                  </a:cubicBezTo>
                  <a:cubicBezTo>
                    <a:pt x="28733" y="7654"/>
                    <a:pt x="28737" y="7686"/>
                    <a:pt x="28732" y="7686"/>
                  </a:cubicBezTo>
                  <a:cubicBezTo>
                    <a:pt x="28726" y="7686"/>
                    <a:pt x="28710" y="7650"/>
                    <a:pt x="28676" y="7575"/>
                  </a:cubicBezTo>
                  <a:cubicBezTo>
                    <a:pt x="28654" y="7535"/>
                    <a:pt x="28644" y="7516"/>
                    <a:pt x="28629" y="7516"/>
                  </a:cubicBezTo>
                  <a:cubicBezTo>
                    <a:pt x="28616" y="7516"/>
                    <a:pt x="28600" y="7528"/>
                    <a:pt x="28571" y="7550"/>
                  </a:cubicBezTo>
                  <a:cubicBezTo>
                    <a:pt x="28564" y="7575"/>
                    <a:pt x="28551" y="7586"/>
                    <a:pt x="28540" y="7586"/>
                  </a:cubicBezTo>
                  <a:cubicBezTo>
                    <a:pt x="28525" y="7586"/>
                    <a:pt x="28513" y="7566"/>
                    <a:pt x="28522" y="7534"/>
                  </a:cubicBezTo>
                  <a:cubicBezTo>
                    <a:pt x="28499" y="7481"/>
                    <a:pt x="28475" y="7428"/>
                    <a:pt x="28458" y="7428"/>
                  </a:cubicBezTo>
                  <a:cubicBezTo>
                    <a:pt x="28451" y="7428"/>
                    <a:pt x="28446" y="7435"/>
                    <a:pt x="28441" y="7453"/>
                  </a:cubicBezTo>
                  <a:cubicBezTo>
                    <a:pt x="28401" y="7437"/>
                    <a:pt x="28368" y="7404"/>
                    <a:pt x="28360" y="7364"/>
                  </a:cubicBezTo>
                  <a:cubicBezTo>
                    <a:pt x="28345" y="7337"/>
                    <a:pt x="28326" y="7326"/>
                    <a:pt x="28306" y="7326"/>
                  </a:cubicBezTo>
                  <a:cubicBezTo>
                    <a:pt x="28271" y="7326"/>
                    <a:pt x="28230" y="7355"/>
                    <a:pt x="28190" y="7380"/>
                  </a:cubicBezTo>
                  <a:cubicBezTo>
                    <a:pt x="28116" y="7411"/>
                    <a:pt x="28064" y="7425"/>
                    <a:pt x="28034" y="7425"/>
                  </a:cubicBezTo>
                  <a:cubicBezTo>
                    <a:pt x="27994" y="7425"/>
                    <a:pt x="27997" y="7396"/>
                    <a:pt x="28044" y="7340"/>
                  </a:cubicBezTo>
                  <a:cubicBezTo>
                    <a:pt x="28086" y="7285"/>
                    <a:pt x="28034" y="7256"/>
                    <a:pt x="27963" y="7256"/>
                  </a:cubicBezTo>
                  <a:cubicBezTo>
                    <a:pt x="27898" y="7256"/>
                    <a:pt x="27815" y="7281"/>
                    <a:pt x="27776" y="7331"/>
                  </a:cubicBezTo>
                  <a:cubicBezTo>
                    <a:pt x="27730" y="7387"/>
                    <a:pt x="27711" y="7410"/>
                    <a:pt x="27705" y="7410"/>
                  </a:cubicBezTo>
                  <a:cubicBezTo>
                    <a:pt x="27701" y="7410"/>
                    <a:pt x="27705" y="7397"/>
                    <a:pt x="27712" y="7372"/>
                  </a:cubicBezTo>
                  <a:cubicBezTo>
                    <a:pt x="27728" y="7340"/>
                    <a:pt x="27712" y="7307"/>
                    <a:pt x="27679" y="7299"/>
                  </a:cubicBezTo>
                  <a:cubicBezTo>
                    <a:pt x="27630" y="7283"/>
                    <a:pt x="27582" y="7275"/>
                    <a:pt x="27598" y="7218"/>
                  </a:cubicBezTo>
                  <a:cubicBezTo>
                    <a:pt x="27577" y="7215"/>
                    <a:pt x="27557" y="7213"/>
                    <a:pt x="27536" y="7213"/>
                  </a:cubicBezTo>
                  <a:cubicBezTo>
                    <a:pt x="27500" y="7213"/>
                    <a:pt x="27464" y="7219"/>
                    <a:pt x="27428" y="7234"/>
                  </a:cubicBezTo>
                  <a:cubicBezTo>
                    <a:pt x="27397" y="7254"/>
                    <a:pt x="27363" y="7263"/>
                    <a:pt x="27330" y="7263"/>
                  </a:cubicBezTo>
                  <a:cubicBezTo>
                    <a:pt x="27238" y="7263"/>
                    <a:pt x="27150" y="7195"/>
                    <a:pt x="27144" y="7088"/>
                  </a:cubicBezTo>
                  <a:lnTo>
                    <a:pt x="27031" y="7121"/>
                  </a:lnTo>
                  <a:cubicBezTo>
                    <a:pt x="26983" y="7178"/>
                    <a:pt x="26940" y="7219"/>
                    <a:pt x="26920" y="7219"/>
                  </a:cubicBezTo>
                  <a:cubicBezTo>
                    <a:pt x="26907" y="7219"/>
                    <a:pt x="26904" y="7199"/>
                    <a:pt x="26917" y="7153"/>
                  </a:cubicBezTo>
                  <a:lnTo>
                    <a:pt x="26933" y="7096"/>
                  </a:lnTo>
                  <a:lnTo>
                    <a:pt x="26933" y="7096"/>
                  </a:lnTo>
                  <a:cubicBezTo>
                    <a:pt x="26912" y="7122"/>
                    <a:pt x="26883" y="7133"/>
                    <a:pt x="26852" y="7133"/>
                  </a:cubicBezTo>
                  <a:cubicBezTo>
                    <a:pt x="26768" y="7133"/>
                    <a:pt x="26674" y="7050"/>
                    <a:pt x="26698" y="6967"/>
                  </a:cubicBezTo>
                  <a:cubicBezTo>
                    <a:pt x="26714" y="6910"/>
                    <a:pt x="26714" y="6910"/>
                    <a:pt x="26666" y="6894"/>
                  </a:cubicBezTo>
                  <a:lnTo>
                    <a:pt x="26649" y="6950"/>
                  </a:lnTo>
                  <a:cubicBezTo>
                    <a:pt x="26635" y="7001"/>
                    <a:pt x="26620" y="7058"/>
                    <a:pt x="26583" y="7058"/>
                  </a:cubicBezTo>
                  <a:cubicBezTo>
                    <a:pt x="26578" y="7058"/>
                    <a:pt x="26574" y="7058"/>
                    <a:pt x="26568" y="7056"/>
                  </a:cubicBezTo>
                  <a:cubicBezTo>
                    <a:pt x="26520" y="7040"/>
                    <a:pt x="26471" y="7023"/>
                    <a:pt x="26487" y="6967"/>
                  </a:cubicBezTo>
                  <a:cubicBezTo>
                    <a:pt x="26458" y="6913"/>
                    <a:pt x="26432" y="6864"/>
                    <a:pt x="26414" y="6864"/>
                  </a:cubicBezTo>
                  <a:cubicBezTo>
                    <a:pt x="26408" y="6864"/>
                    <a:pt x="26402" y="6870"/>
                    <a:pt x="26398" y="6886"/>
                  </a:cubicBezTo>
                  <a:cubicBezTo>
                    <a:pt x="26366" y="6869"/>
                    <a:pt x="26333" y="6837"/>
                    <a:pt x="26317" y="6796"/>
                  </a:cubicBezTo>
                  <a:lnTo>
                    <a:pt x="26114" y="6740"/>
                  </a:lnTo>
                  <a:cubicBezTo>
                    <a:pt x="26092" y="6756"/>
                    <a:pt x="26066" y="6763"/>
                    <a:pt x="26043" y="6763"/>
                  </a:cubicBezTo>
                  <a:cubicBezTo>
                    <a:pt x="25996" y="6763"/>
                    <a:pt x="25958" y="6736"/>
                    <a:pt x="25968" y="6699"/>
                  </a:cubicBezTo>
                  <a:cubicBezTo>
                    <a:pt x="25948" y="6693"/>
                    <a:pt x="25928" y="6691"/>
                    <a:pt x="25908" y="6691"/>
                  </a:cubicBezTo>
                  <a:cubicBezTo>
                    <a:pt x="25872" y="6691"/>
                    <a:pt x="25838" y="6700"/>
                    <a:pt x="25806" y="6715"/>
                  </a:cubicBezTo>
                  <a:cubicBezTo>
                    <a:pt x="25701" y="6691"/>
                    <a:pt x="25652" y="6675"/>
                    <a:pt x="25668" y="6618"/>
                  </a:cubicBezTo>
                  <a:cubicBezTo>
                    <a:pt x="25677" y="6587"/>
                    <a:pt x="25681" y="6573"/>
                    <a:pt x="25673" y="6573"/>
                  </a:cubicBezTo>
                  <a:cubicBezTo>
                    <a:pt x="25666" y="6573"/>
                    <a:pt x="25649" y="6583"/>
                    <a:pt x="25620" y="6602"/>
                  </a:cubicBezTo>
                  <a:cubicBezTo>
                    <a:pt x="25610" y="6635"/>
                    <a:pt x="25589" y="6646"/>
                    <a:pt x="25564" y="6646"/>
                  </a:cubicBezTo>
                  <a:cubicBezTo>
                    <a:pt x="25546" y="6646"/>
                    <a:pt x="25526" y="6641"/>
                    <a:pt x="25506" y="6634"/>
                  </a:cubicBezTo>
                  <a:lnTo>
                    <a:pt x="25409" y="6610"/>
                  </a:lnTo>
                  <a:cubicBezTo>
                    <a:pt x="25398" y="6647"/>
                    <a:pt x="25395" y="6660"/>
                    <a:pt x="25378" y="6660"/>
                  </a:cubicBezTo>
                  <a:cubicBezTo>
                    <a:pt x="25369" y="6660"/>
                    <a:pt x="25356" y="6656"/>
                    <a:pt x="25336" y="6650"/>
                  </a:cubicBezTo>
                  <a:cubicBezTo>
                    <a:pt x="25287" y="6634"/>
                    <a:pt x="25158" y="6537"/>
                    <a:pt x="25109" y="6521"/>
                  </a:cubicBezTo>
                  <a:cubicBezTo>
                    <a:pt x="25043" y="6503"/>
                    <a:pt x="25006" y="6493"/>
                    <a:pt x="24986" y="6493"/>
                  </a:cubicBezTo>
                  <a:cubicBezTo>
                    <a:pt x="24961" y="6493"/>
                    <a:pt x="24969" y="6511"/>
                    <a:pt x="24987" y="6553"/>
                  </a:cubicBezTo>
                  <a:cubicBezTo>
                    <a:pt x="25020" y="6563"/>
                    <a:pt x="25029" y="6586"/>
                    <a:pt x="25012" y="6586"/>
                  </a:cubicBezTo>
                  <a:cubicBezTo>
                    <a:pt x="25000" y="6586"/>
                    <a:pt x="24976" y="6574"/>
                    <a:pt x="24939" y="6537"/>
                  </a:cubicBezTo>
                  <a:cubicBezTo>
                    <a:pt x="24833" y="6480"/>
                    <a:pt x="24720" y="6431"/>
                    <a:pt x="24606" y="6383"/>
                  </a:cubicBezTo>
                  <a:cubicBezTo>
                    <a:pt x="24513" y="6359"/>
                    <a:pt x="24464" y="6347"/>
                    <a:pt x="24437" y="6347"/>
                  </a:cubicBezTo>
                  <a:cubicBezTo>
                    <a:pt x="24408" y="6347"/>
                    <a:pt x="24404" y="6361"/>
                    <a:pt x="24395" y="6391"/>
                  </a:cubicBezTo>
                  <a:cubicBezTo>
                    <a:pt x="24403" y="6452"/>
                    <a:pt x="24396" y="6481"/>
                    <a:pt x="24386" y="6481"/>
                  </a:cubicBezTo>
                  <a:cubicBezTo>
                    <a:pt x="24373" y="6481"/>
                    <a:pt x="24355" y="6444"/>
                    <a:pt x="24347" y="6375"/>
                  </a:cubicBezTo>
                  <a:cubicBezTo>
                    <a:pt x="24300" y="6282"/>
                    <a:pt x="24264" y="6245"/>
                    <a:pt x="24239" y="6245"/>
                  </a:cubicBezTo>
                  <a:cubicBezTo>
                    <a:pt x="24225" y="6245"/>
                    <a:pt x="24215" y="6257"/>
                    <a:pt x="24209" y="6277"/>
                  </a:cubicBezTo>
                  <a:cubicBezTo>
                    <a:pt x="24164" y="6305"/>
                    <a:pt x="24150" y="6314"/>
                    <a:pt x="24130" y="6314"/>
                  </a:cubicBezTo>
                  <a:cubicBezTo>
                    <a:pt x="24121" y="6314"/>
                    <a:pt x="24111" y="6312"/>
                    <a:pt x="24096" y="6310"/>
                  </a:cubicBezTo>
                  <a:cubicBezTo>
                    <a:pt x="24106" y="6267"/>
                    <a:pt x="24088" y="6249"/>
                    <a:pt x="24041" y="6249"/>
                  </a:cubicBezTo>
                  <a:cubicBezTo>
                    <a:pt x="24018" y="6249"/>
                    <a:pt x="23987" y="6253"/>
                    <a:pt x="23950" y="6261"/>
                  </a:cubicBezTo>
                  <a:cubicBezTo>
                    <a:pt x="23893" y="6253"/>
                    <a:pt x="23893" y="6253"/>
                    <a:pt x="23909" y="6196"/>
                  </a:cubicBezTo>
                  <a:lnTo>
                    <a:pt x="23812" y="6164"/>
                  </a:lnTo>
                  <a:cubicBezTo>
                    <a:pt x="23782" y="6185"/>
                    <a:pt x="23744" y="6193"/>
                    <a:pt x="23702" y="6193"/>
                  </a:cubicBezTo>
                  <a:cubicBezTo>
                    <a:pt x="23564" y="6193"/>
                    <a:pt x="23391" y="6098"/>
                    <a:pt x="23366" y="6042"/>
                  </a:cubicBezTo>
                  <a:cubicBezTo>
                    <a:pt x="23356" y="6040"/>
                    <a:pt x="23347" y="6039"/>
                    <a:pt x="23337" y="6039"/>
                  </a:cubicBezTo>
                  <a:cubicBezTo>
                    <a:pt x="23307" y="6039"/>
                    <a:pt x="23277" y="6050"/>
                    <a:pt x="23252" y="6075"/>
                  </a:cubicBezTo>
                  <a:cubicBezTo>
                    <a:pt x="23216" y="6118"/>
                    <a:pt x="23185" y="6139"/>
                    <a:pt x="23165" y="6139"/>
                  </a:cubicBezTo>
                  <a:cubicBezTo>
                    <a:pt x="23138" y="6139"/>
                    <a:pt x="23129" y="6106"/>
                    <a:pt x="23147" y="6042"/>
                  </a:cubicBezTo>
                  <a:cubicBezTo>
                    <a:pt x="23164" y="5983"/>
                    <a:pt x="23172" y="5955"/>
                    <a:pt x="23164" y="5955"/>
                  </a:cubicBezTo>
                  <a:lnTo>
                    <a:pt x="23164" y="5955"/>
                  </a:lnTo>
                  <a:cubicBezTo>
                    <a:pt x="23157" y="5955"/>
                    <a:pt x="23137" y="5979"/>
                    <a:pt x="23098" y="6026"/>
                  </a:cubicBezTo>
                  <a:cubicBezTo>
                    <a:pt x="23084" y="6037"/>
                    <a:pt x="23061" y="6042"/>
                    <a:pt x="23034" y="6042"/>
                  </a:cubicBezTo>
                  <a:cubicBezTo>
                    <a:pt x="22939" y="6042"/>
                    <a:pt x="22800" y="5980"/>
                    <a:pt x="22863" y="5904"/>
                  </a:cubicBezTo>
                  <a:lnTo>
                    <a:pt x="22896" y="5791"/>
                  </a:lnTo>
                  <a:lnTo>
                    <a:pt x="22896" y="5791"/>
                  </a:lnTo>
                  <a:cubicBezTo>
                    <a:pt x="22871" y="5809"/>
                    <a:pt x="22842" y="5818"/>
                    <a:pt x="22812" y="5818"/>
                  </a:cubicBezTo>
                  <a:cubicBezTo>
                    <a:pt x="22802" y="5818"/>
                    <a:pt x="22792" y="5817"/>
                    <a:pt x="22782" y="5815"/>
                  </a:cubicBezTo>
                  <a:cubicBezTo>
                    <a:pt x="22774" y="5843"/>
                    <a:pt x="22759" y="5855"/>
                    <a:pt x="22729" y="5855"/>
                  </a:cubicBezTo>
                  <a:cubicBezTo>
                    <a:pt x="22697" y="5855"/>
                    <a:pt x="22647" y="5841"/>
                    <a:pt x="22571" y="5815"/>
                  </a:cubicBezTo>
                  <a:cubicBezTo>
                    <a:pt x="22466" y="5791"/>
                    <a:pt x="22255" y="5791"/>
                    <a:pt x="22158" y="5767"/>
                  </a:cubicBezTo>
                  <a:cubicBezTo>
                    <a:pt x="22052" y="5742"/>
                    <a:pt x="21906" y="5694"/>
                    <a:pt x="21874" y="5629"/>
                  </a:cubicBezTo>
                  <a:cubicBezTo>
                    <a:pt x="21837" y="5617"/>
                    <a:pt x="21801" y="5611"/>
                    <a:pt x="21765" y="5611"/>
                  </a:cubicBezTo>
                  <a:cubicBezTo>
                    <a:pt x="21728" y="5611"/>
                    <a:pt x="21692" y="5617"/>
                    <a:pt x="21655" y="5629"/>
                  </a:cubicBezTo>
                  <a:cubicBezTo>
                    <a:pt x="21633" y="5643"/>
                    <a:pt x="21607" y="5649"/>
                    <a:pt x="21583" y="5649"/>
                  </a:cubicBezTo>
                  <a:cubicBezTo>
                    <a:pt x="21537" y="5649"/>
                    <a:pt x="21498" y="5626"/>
                    <a:pt x="21509" y="5588"/>
                  </a:cubicBezTo>
                  <a:lnTo>
                    <a:pt x="21460" y="5572"/>
                  </a:lnTo>
                  <a:cubicBezTo>
                    <a:pt x="21419" y="5584"/>
                    <a:pt x="21377" y="5591"/>
                    <a:pt x="21336" y="5591"/>
                  </a:cubicBezTo>
                  <a:cubicBezTo>
                    <a:pt x="21321" y="5591"/>
                    <a:pt x="21305" y="5590"/>
                    <a:pt x="21290" y="5588"/>
                  </a:cubicBezTo>
                  <a:cubicBezTo>
                    <a:pt x="21303" y="5543"/>
                    <a:pt x="21285" y="5487"/>
                    <a:pt x="21244" y="5487"/>
                  </a:cubicBezTo>
                  <a:cubicBezTo>
                    <a:pt x="21234" y="5487"/>
                    <a:pt x="21222" y="5491"/>
                    <a:pt x="21209" y="5499"/>
                  </a:cubicBezTo>
                  <a:cubicBezTo>
                    <a:pt x="21201" y="5532"/>
                    <a:pt x="21185" y="5544"/>
                    <a:pt x="21158" y="5544"/>
                  </a:cubicBezTo>
                  <a:cubicBezTo>
                    <a:pt x="21132" y="5544"/>
                    <a:pt x="21096" y="5532"/>
                    <a:pt x="21047" y="5515"/>
                  </a:cubicBezTo>
                  <a:cubicBezTo>
                    <a:pt x="20963" y="5439"/>
                    <a:pt x="19506" y="5032"/>
                    <a:pt x="19323" y="5032"/>
                  </a:cubicBezTo>
                  <a:cubicBezTo>
                    <a:pt x="19311" y="5032"/>
                    <a:pt x="19305" y="5034"/>
                    <a:pt x="19304" y="5037"/>
                  </a:cubicBezTo>
                  <a:lnTo>
                    <a:pt x="19150" y="4996"/>
                  </a:lnTo>
                  <a:lnTo>
                    <a:pt x="19004" y="4948"/>
                  </a:lnTo>
                  <a:cubicBezTo>
                    <a:pt x="19029" y="4861"/>
                    <a:pt x="18879" y="4836"/>
                    <a:pt x="18735" y="4836"/>
                  </a:cubicBezTo>
                  <a:cubicBezTo>
                    <a:pt x="18690" y="4836"/>
                    <a:pt x="18645" y="4839"/>
                    <a:pt x="18607" y="4842"/>
                  </a:cubicBezTo>
                  <a:cubicBezTo>
                    <a:pt x="18577" y="4862"/>
                    <a:pt x="18542" y="4873"/>
                    <a:pt x="18506" y="4873"/>
                  </a:cubicBezTo>
                  <a:cubicBezTo>
                    <a:pt x="18482" y="4873"/>
                    <a:pt x="18459" y="4868"/>
                    <a:pt x="18436" y="4859"/>
                  </a:cubicBezTo>
                  <a:cubicBezTo>
                    <a:pt x="18462" y="4764"/>
                    <a:pt x="18378" y="4718"/>
                    <a:pt x="18286" y="4718"/>
                  </a:cubicBezTo>
                  <a:cubicBezTo>
                    <a:pt x="18261" y="4718"/>
                    <a:pt x="18234" y="4722"/>
                    <a:pt x="18209" y="4729"/>
                  </a:cubicBezTo>
                  <a:cubicBezTo>
                    <a:pt x="18172" y="4777"/>
                    <a:pt x="18141" y="4800"/>
                    <a:pt x="18120" y="4800"/>
                  </a:cubicBezTo>
                  <a:cubicBezTo>
                    <a:pt x="18095" y="4800"/>
                    <a:pt x="18086" y="4767"/>
                    <a:pt x="18104" y="4705"/>
                  </a:cubicBezTo>
                  <a:cubicBezTo>
                    <a:pt x="18121" y="4641"/>
                    <a:pt x="18102" y="4604"/>
                    <a:pt x="18060" y="4604"/>
                  </a:cubicBezTo>
                  <a:cubicBezTo>
                    <a:pt x="18021" y="4604"/>
                    <a:pt x="17963" y="4635"/>
                    <a:pt x="17893" y="4705"/>
                  </a:cubicBezTo>
                  <a:cubicBezTo>
                    <a:pt x="17864" y="4722"/>
                    <a:pt x="17848" y="4732"/>
                    <a:pt x="17837" y="4732"/>
                  </a:cubicBezTo>
                  <a:cubicBezTo>
                    <a:pt x="17822" y="4732"/>
                    <a:pt x="17814" y="4716"/>
                    <a:pt x="17796" y="4680"/>
                  </a:cubicBezTo>
                  <a:cubicBezTo>
                    <a:pt x="17780" y="4596"/>
                    <a:pt x="17754" y="4560"/>
                    <a:pt x="17733" y="4560"/>
                  </a:cubicBezTo>
                  <a:cubicBezTo>
                    <a:pt x="17722" y="4560"/>
                    <a:pt x="17712" y="4571"/>
                    <a:pt x="17707" y="4591"/>
                  </a:cubicBezTo>
                  <a:cubicBezTo>
                    <a:pt x="17670" y="4634"/>
                    <a:pt x="17641" y="4657"/>
                    <a:pt x="17617" y="4657"/>
                  </a:cubicBezTo>
                  <a:cubicBezTo>
                    <a:pt x="17589" y="4657"/>
                    <a:pt x="17570" y="4622"/>
                    <a:pt x="17561" y="4551"/>
                  </a:cubicBezTo>
                  <a:cubicBezTo>
                    <a:pt x="17521" y="4472"/>
                    <a:pt x="17503" y="4435"/>
                    <a:pt x="17482" y="4435"/>
                  </a:cubicBezTo>
                  <a:cubicBezTo>
                    <a:pt x="17464" y="4435"/>
                    <a:pt x="17444" y="4462"/>
                    <a:pt x="17407" y="4510"/>
                  </a:cubicBezTo>
                  <a:cubicBezTo>
                    <a:pt x="17372" y="4545"/>
                    <a:pt x="17329" y="4561"/>
                    <a:pt x="17286" y="4561"/>
                  </a:cubicBezTo>
                  <a:cubicBezTo>
                    <a:pt x="17210" y="4561"/>
                    <a:pt x="17136" y="4509"/>
                    <a:pt x="17115" y="4421"/>
                  </a:cubicBezTo>
                  <a:cubicBezTo>
                    <a:pt x="17074" y="4415"/>
                    <a:pt x="17045" y="4375"/>
                    <a:pt x="17027" y="4375"/>
                  </a:cubicBezTo>
                  <a:cubicBezTo>
                    <a:pt x="17020" y="4375"/>
                    <a:pt x="17014" y="4381"/>
                    <a:pt x="17009" y="4396"/>
                  </a:cubicBezTo>
                  <a:lnTo>
                    <a:pt x="16977" y="4323"/>
                  </a:lnTo>
                  <a:lnTo>
                    <a:pt x="16880" y="4299"/>
                  </a:lnTo>
                  <a:lnTo>
                    <a:pt x="16863" y="4356"/>
                  </a:lnTo>
                  <a:cubicBezTo>
                    <a:pt x="16636" y="4259"/>
                    <a:pt x="16409" y="4178"/>
                    <a:pt x="16182" y="4105"/>
                  </a:cubicBezTo>
                  <a:cubicBezTo>
                    <a:pt x="15826" y="4005"/>
                    <a:pt x="15660" y="3960"/>
                    <a:pt x="15595" y="3960"/>
                  </a:cubicBezTo>
                  <a:cubicBezTo>
                    <a:pt x="15559" y="3960"/>
                    <a:pt x="15555" y="3973"/>
                    <a:pt x="15566" y="3999"/>
                  </a:cubicBezTo>
                  <a:cubicBezTo>
                    <a:pt x="15573" y="4056"/>
                    <a:pt x="15559" y="4082"/>
                    <a:pt x="15538" y="4082"/>
                  </a:cubicBezTo>
                  <a:cubicBezTo>
                    <a:pt x="15513" y="4082"/>
                    <a:pt x="15478" y="4040"/>
                    <a:pt x="15469" y="3967"/>
                  </a:cubicBezTo>
                  <a:cubicBezTo>
                    <a:pt x="15396" y="3918"/>
                    <a:pt x="15315" y="3878"/>
                    <a:pt x="15234" y="3845"/>
                  </a:cubicBezTo>
                  <a:cubicBezTo>
                    <a:pt x="15136" y="3813"/>
                    <a:pt x="15039" y="3788"/>
                    <a:pt x="15055" y="3732"/>
                  </a:cubicBezTo>
                  <a:lnTo>
                    <a:pt x="14999" y="3715"/>
                  </a:lnTo>
                  <a:cubicBezTo>
                    <a:pt x="14960" y="3742"/>
                    <a:pt x="14905" y="3754"/>
                    <a:pt x="14845" y="3754"/>
                  </a:cubicBezTo>
                  <a:cubicBezTo>
                    <a:pt x="14704" y="3754"/>
                    <a:pt x="14530" y="3692"/>
                    <a:pt x="14439" y="3618"/>
                  </a:cubicBezTo>
                  <a:cubicBezTo>
                    <a:pt x="14391" y="3601"/>
                    <a:pt x="14344" y="3593"/>
                    <a:pt x="14296" y="3593"/>
                  </a:cubicBezTo>
                  <a:cubicBezTo>
                    <a:pt x="14254" y="3593"/>
                    <a:pt x="14213" y="3599"/>
                    <a:pt x="14172" y="3610"/>
                  </a:cubicBezTo>
                  <a:cubicBezTo>
                    <a:pt x="14126" y="3623"/>
                    <a:pt x="14099" y="3631"/>
                    <a:pt x="14081" y="3631"/>
                  </a:cubicBezTo>
                  <a:cubicBezTo>
                    <a:pt x="14053" y="3631"/>
                    <a:pt x="14045" y="3613"/>
                    <a:pt x="14026" y="3569"/>
                  </a:cubicBezTo>
                  <a:cubicBezTo>
                    <a:pt x="14037" y="3529"/>
                    <a:pt x="13893" y="3441"/>
                    <a:pt x="13800" y="3441"/>
                  </a:cubicBezTo>
                  <a:cubicBezTo>
                    <a:pt x="13763" y="3441"/>
                    <a:pt x="13735" y="3454"/>
                    <a:pt x="13726" y="3488"/>
                  </a:cubicBezTo>
                  <a:lnTo>
                    <a:pt x="13693" y="3415"/>
                  </a:lnTo>
                  <a:cubicBezTo>
                    <a:pt x="13681" y="3388"/>
                    <a:pt x="13664" y="3377"/>
                    <a:pt x="13647" y="3377"/>
                  </a:cubicBezTo>
                  <a:cubicBezTo>
                    <a:pt x="13619" y="3377"/>
                    <a:pt x="13590" y="3407"/>
                    <a:pt x="13580" y="3448"/>
                  </a:cubicBezTo>
                  <a:cubicBezTo>
                    <a:pt x="13566" y="3495"/>
                    <a:pt x="13549" y="3519"/>
                    <a:pt x="13533" y="3519"/>
                  </a:cubicBezTo>
                  <a:cubicBezTo>
                    <a:pt x="13510" y="3519"/>
                    <a:pt x="13491" y="3468"/>
                    <a:pt x="13491" y="3359"/>
                  </a:cubicBezTo>
                  <a:cubicBezTo>
                    <a:pt x="13511" y="3287"/>
                    <a:pt x="13499" y="3254"/>
                    <a:pt x="13483" y="3254"/>
                  </a:cubicBezTo>
                  <a:cubicBezTo>
                    <a:pt x="13474" y="3254"/>
                    <a:pt x="13464" y="3265"/>
                    <a:pt x="13458" y="3286"/>
                  </a:cubicBezTo>
                  <a:cubicBezTo>
                    <a:pt x="13419" y="3315"/>
                    <a:pt x="13379" y="3342"/>
                    <a:pt x="13347" y="3342"/>
                  </a:cubicBezTo>
                  <a:cubicBezTo>
                    <a:pt x="13326" y="3342"/>
                    <a:pt x="13309" y="3331"/>
                    <a:pt x="13296" y="3302"/>
                  </a:cubicBezTo>
                  <a:cubicBezTo>
                    <a:pt x="13281" y="3299"/>
                    <a:pt x="13265" y="3296"/>
                    <a:pt x="13250" y="3296"/>
                  </a:cubicBezTo>
                  <a:cubicBezTo>
                    <a:pt x="13215" y="3296"/>
                    <a:pt x="13181" y="3313"/>
                    <a:pt x="13158" y="3391"/>
                  </a:cubicBezTo>
                  <a:cubicBezTo>
                    <a:pt x="13149" y="3423"/>
                    <a:pt x="13129" y="3432"/>
                    <a:pt x="13105" y="3432"/>
                  </a:cubicBezTo>
                  <a:cubicBezTo>
                    <a:pt x="13087" y="3432"/>
                    <a:pt x="13066" y="3427"/>
                    <a:pt x="13045" y="3424"/>
                  </a:cubicBezTo>
                  <a:cubicBezTo>
                    <a:pt x="13061" y="3367"/>
                    <a:pt x="13061" y="3367"/>
                    <a:pt x="13126" y="3318"/>
                  </a:cubicBezTo>
                  <a:lnTo>
                    <a:pt x="13028" y="3294"/>
                  </a:lnTo>
                  <a:cubicBezTo>
                    <a:pt x="12980" y="3278"/>
                    <a:pt x="12891" y="3197"/>
                    <a:pt x="12907" y="3140"/>
                  </a:cubicBezTo>
                  <a:cubicBezTo>
                    <a:pt x="12892" y="3105"/>
                    <a:pt x="12873" y="3084"/>
                    <a:pt x="12859" y="3084"/>
                  </a:cubicBezTo>
                  <a:cubicBezTo>
                    <a:pt x="12843" y="3084"/>
                    <a:pt x="12833" y="3111"/>
                    <a:pt x="12842" y="3180"/>
                  </a:cubicBezTo>
                  <a:cubicBezTo>
                    <a:pt x="12820" y="3258"/>
                    <a:pt x="12813" y="3282"/>
                    <a:pt x="12779" y="3282"/>
                  </a:cubicBezTo>
                  <a:cubicBezTo>
                    <a:pt x="12764" y="3282"/>
                    <a:pt x="12743" y="3277"/>
                    <a:pt x="12712" y="3269"/>
                  </a:cubicBezTo>
                  <a:cubicBezTo>
                    <a:pt x="12664" y="3253"/>
                    <a:pt x="12615" y="3237"/>
                    <a:pt x="12631" y="3180"/>
                  </a:cubicBezTo>
                  <a:cubicBezTo>
                    <a:pt x="12647" y="3124"/>
                    <a:pt x="12647" y="3124"/>
                    <a:pt x="12542" y="3099"/>
                  </a:cubicBezTo>
                  <a:cubicBezTo>
                    <a:pt x="12523" y="3094"/>
                    <a:pt x="12504" y="3092"/>
                    <a:pt x="12483" y="3092"/>
                  </a:cubicBezTo>
                  <a:cubicBezTo>
                    <a:pt x="12348" y="3092"/>
                    <a:pt x="12191" y="3201"/>
                    <a:pt x="12120" y="3286"/>
                  </a:cubicBezTo>
                  <a:cubicBezTo>
                    <a:pt x="12104" y="3346"/>
                    <a:pt x="12096" y="3376"/>
                    <a:pt x="12089" y="3376"/>
                  </a:cubicBezTo>
                  <a:cubicBezTo>
                    <a:pt x="12082" y="3376"/>
                    <a:pt x="12076" y="3343"/>
                    <a:pt x="12064" y="3278"/>
                  </a:cubicBezTo>
                  <a:cubicBezTo>
                    <a:pt x="12080" y="3221"/>
                    <a:pt x="12031" y="3205"/>
                    <a:pt x="11983" y="3188"/>
                  </a:cubicBezTo>
                  <a:cubicBezTo>
                    <a:pt x="11978" y="3205"/>
                    <a:pt x="11972" y="3210"/>
                    <a:pt x="11967" y="3210"/>
                  </a:cubicBezTo>
                  <a:cubicBezTo>
                    <a:pt x="11956" y="3210"/>
                    <a:pt x="11950" y="3186"/>
                    <a:pt x="11970" y="3186"/>
                  </a:cubicBezTo>
                  <a:cubicBezTo>
                    <a:pt x="11973" y="3186"/>
                    <a:pt x="11977" y="3187"/>
                    <a:pt x="11983" y="3188"/>
                  </a:cubicBezTo>
                  <a:cubicBezTo>
                    <a:pt x="11992" y="3156"/>
                    <a:pt x="12011" y="3147"/>
                    <a:pt x="12036" y="3147"/>
                  </a:cubicBezTo>
                  <a:cubicBezTo>
                    <a:pt x="12054" y="3147"/>
                    <a:pt x="12075" y="3152"/>
                    <a:pt x="12096" y="3156"/>
                  </a:cubicBezTo>
                  <a:lnTo>
                    <a:pt x="12112" y="3099"/>
                  </a:lnTo>
                  <a:cubicBezTo>
                    <a:pt x="12103" y="3027"/>
                    <a:pt x="12084" y="2993"/>
                    <a:pt x="12055" y="2993"/>
                  </a:cubicBezTo>
                  <a:cubicBezTo>
                    <a:pt x="12032" y="2993"/>
                    <a:pt x="12002" y="3015"/>
                    <a:pt x="11966" y="3059"/>
                  </a:cubicBezTo>
                  <a:cubicBezTo>
                    <a:pt x="11937" y="3081"/>
                    <a:pt x="11921" y="3093"/>
                    <a:pt x="11909" y="3093"/>
                  </a:cubicBezTo>
                  <a:cubicBezTo>
                    <a:pt x="11895" y="3093"/>
                    <a:pt x="11887" y="3075"/>
                    <a:pt x="11869" y="3034"/>
                  </a:cubicBezTo>
                  <a:cubicBezTo>
                    <a:pt x="11839" y="2980"/>
                    <a:pt x="11813" y="2925"/>
                    <a:pt x="11795" y="2925"/>
                  </a:cubicBezTo>
                  <a:cubicBezTo>
                    <a:pt x="11789" y="2925"/>
                    <a:pt x="11784" y="2931"/>
                    <a:pt x="11780" y="2945"/>
                  </a:cubicBezTo>
                  <a:cubicBezTo>
                    <a:pt x="11731" y="2929"/>
                    <a:pt x="11683" y="2897"/>
                    <a:pt x="11650" y="2848"/>
                  </a:cubicBezTo>
                  <a:cubicBezTo>
                    <a:pt x="11601" y="2836"/>
                    <a:pt x="11563" y="2826"/>
                    <a:pt x="11535" y="2826"/>
                  </a:cubicBezTo>
                  <a:cubicBezTo>
                    <a:pt x="11506" y="2826"/>
                    <a:pt x="11488" y="2836"/>
                    <a:pt x="11480" y="2864"/>
                  </a:cubicBezTo>
                  <a:cubicBezTo>
                    <a:pt x="11475" y="2896"/>
                    <a:pt x="11455" y="2905"/>
                    <a:pt x="11429" y="2905"/>
                  </a:cubicBezTo>
                  <a:cubicBezTo>
                    <a:pt x="11410" y="2905"/>
                    <a:pt x="11387" y="2900"/>
                    <a:pt x="11366" y="2897"/>
                  </a:cubicBezTo>
                  <a:cubicBezTo>
                    <a:pt x="11345" y="2889"/>
                    <a:pt x="11323" y="2882"/>
                    <a:pt x="11304" y="2882"/>
                  </a:cubicBezTo>
                  <a:cubicBezTo>
                    <a:pt x="11281" y="2882"/>
                    <a:pt x="11262" y="2893"/>
                    <a:pt x="11253" y="2929"/>
                  </a:cubicBezTo>
                  <a:cubicBezTo>
                    <a:pt x="11240" y="2974"/>
                    <a:pt x="11196" y="3009"/>
                    <a:pt x="11130" y="3009"/>
                  </a:cubicBezTo>
                  <a:cubicBezTo>
                    <a:pt x="11113" y="3009"/>
                    <a:pt x="11094" y="3007"/>
                    <a:pt x="11074" y="3002"/>
                  </a:cubicBezTo>
                  <a:cubicBezTo>
                    <a:pt x="11037" y="3009"/>
                    <a:pt x="11011" y="3015"/>
                    <a:pt x="10992" y="3015"/>
                  </a:cubicBezTo>
                  <a:cubicBezTo>
                    <a:pt x="10951" y="3015"/>
                    <a:pt x="10948" y="2989"/>
                    <a:pt x="10937" y="2905"/>
                  </a:cubicBezTo>
                  <a:cubicBezTo>
                    <a:pt x="10953" y="2840"/>
                    <a:pt x="10904" y="2832"/>
                    <a:pt x="10856" y="2815"/>
                  </a:cubicBezTo>
                  <a:cubicBezTo>
                    <a:pt x="10815" y="2799"/>
                    <a:pt x="10783" y="2767"/>
                    <a:pt x="10774" y="2726"/>
                  </a:cubicBezTo>
                  <a:cubicBezTo>
                    <a:pt x="10762" y="2706"/>
                    <a:pt x="10751" y="2697"/>
                    <a:pt x="10742" y="2697"/>
                  </a:cubicBezTo>
                  <a:cubicBezTo>
                    <a:pt x="10724" y="2697"/>
                    <a:pt x="10713" y="2736"/>
                    <a:pt x="10701" y="2775"/>
                  </a:cubicBezTo>
                  <a:lnTo>
                    <a:pt x="10677" y="2888"/>
                  </a:lnTo>
                  <a:cubicBezTo>
                    <a:pt x="10620" y="2872"/>
                    <a:pt x="10604" y="2742"/>
                    <a:pt x="10620" y="2686"/>
                  </a:cubicBezTo>
                  <a:cubicBezTo>
                    <a:pt x="10612" y="2620"/>
                    <a:pt x="10608" y="2587"/>
                    <a:pt x="10602" y="2587"/>
                  </a:cubicBezTo>
                  <a:cubicBezTo>
                    <a:pt x="10596" y="2587"/>
                    <a:pt x="10588" y="2618"/>
                    <a:pt x="10572" y="2678"/>
                  </a:cubicBezTo>
                  <a:cubicBezTo>
                    <a:pt x="10562" y="2711"/>
                    <a:pt x="10535" y="2739"/>
                    <a:pt x="10498" y="2739"/>
                  </a:cubicBezTo>
                  <a:cubicBezTo>
                    <a:pt x="10472" y="2739"/>
                    <a:pt x="10442" y="2727"/>
                    <a:pt x="10410" y="2694"/>
                  </a:cubicBezTo>
                  <a:cubicBezTo>
                    <a:pt x="10304" y="2661"/>
                    <a:pt x="10207" y="2637"/>
                    <a:pt x="10223" y="2580"/>
                  </a:cubicBezTo>
                  <a:cubicBezTo>
                    <a:pt x="10212" y="2553"/>
                    <a:pt x="10186" y="2536"/>
                    <a:pt x="10160" y="2536"/>
                  </a:cubicBezTo>
                  <a:cubicBezTo>
                    <a:pt x="10148" y="2536"/>
                    <a:pt x="10136" y="2540"/>
                    <a:pt x="10126" y="2548"/>
                  </a:cubicBezTo>
                  <a:cubicBezTo>
                    <a:pt x="10103" y="2565"/>
                    <a:pt x="10080" y="2574"/>
                    <a:pt x="10055" y="2574"/>
                  </a:cubicBezTo>
                  <a:cubicBezTo>
                    <a:pt x="10011" y="2574"/>
                    <a:pt x="9958" y="2545"/>
                    <a:pt x="9874" y="2483"/>
                  </a:cubicBezTo>
                  <a:cubicBezTo>
                    <a:pt x="9752" y="2378"/>
                    <a:pt x="9698" y="2332"/>
                    <a:pt x="9668" y="2332"/>
                  </a:cubicBezTo>
                  <a:cubicBezTo>
                    <a:pt x="9645" y="2332"/>
                    <a:pt x="9637" y="2360"/>
                    <a:pt x="9623" y="2410"/>
                  </a:cubicBezTo>
                  <a:cubicBezTo>
                    <a:pt x="9614" y="2446"/>
                    <a:pt x="9605" y="2480"/>
                    <a:pt x="9596" y="2480"/>
                  </a:cubicBezTo>
                  <a:cubicBezTo>
                    <a:pt x="9589" y="2480"/>
                    <a:pt x="9582" y="2459"/>
                    <a:pt x="9575" y="2402"/>
                  </a:cubicBezTo>
                  <a:cubicBezTo>
                    <a:pt x="9561" y="2372"/>
                    <a:pt x="9542" y="2361"/>
                    <a:pt x="9517" y="2361"/>
                  </a:cubicBezTo>
                  <a:cubicBezTo>
                    <a:pt x="9480" y="2361"/>
                    <a:pt x="9430" y="2383"/>
                    <a:pt x="9364" y="2402"/>
                  </a:cubicBezTo>
                  <a:cubicBezTo>
                    <a:pt x="9299" y="2459"/>
                    <a:pt x="9258" y="2540"/>
                    <a:pt x="9250" y="2621"/>
                  </a:cubicBezTo>
                  <a:cubicBezTo>
                    <a:pt x="9233" y="2682"/>
                    <a:pt x="9225" y="2711"/>
                    <a:pt x="9207" y="2711"/>
                  </a:cubicBezTo>
                  <a:cubicBezTo>
                    <a:pt x="9192" y="2711"/>
                    <a:pt x="9169" y="2690"/>
                    <a:pt x="9129" y="2653"/>
                  </a:cubicBezTo>
                  <a:cubicBezTo>
                    <a:pt x="9080" y="2629"/>
                    <a:pt x="9048" y="2564"/>
                    <a:pt x="9064" y="2507"/>
                  </a:cubicBezTo>
                  <a:cubicBezTo>
                    <a:pt x="9072" y="2475"/>
                    <a:pt x="9096" y="2459"/>
                    <a:pt x="9129" y="2459"/>
                  </a:cubicBezTo>
                  <a:lnTo>
                    <a:pt x="9177" y="2475"/>
                  </a:lnTo>
                  <a:cubicBezTo>
                    <a:pt x="9193" y="2418"/>
                    <a:pt x="9210" y="2361"/>
                    <a:pt x="9112" y="2337"/>
                  </a:cubicBezTo>
                  <a:cubicBezTo>
                    <a:pt x="9093" y="2294"/>
                    <a:pt x="9068" y="2271"/>
                    <a:pt x="9048" y="2271"/>
                  </a:cubicBezTo>
                  <a:cubicBezTo>
                    <a:pt x="9034" y="2271"/>
                    <a:pt x="9022" y="2282"/>
                    <a:pt x="9015" y="2305"/>
                  </a:cubicBezTo>
                  <a:cubicBezTo>
                    <a:pt x="8975" y="2232"/>
                    <a:pt x="8877" y="2207"/>
                    <a:pt x="8780" y="2183"/>
                  </a:cubicBezTo>
                  <a:cubicBezTo>
                    <a:pt x="8683" y="2151"/>
                    <a:pt x="8529" y="2110"/>
                    <a:pt x="8496" y="2037"/>
                  </a:cubicBezTo>
                  <a:cubicBezTo>
                    <a:pt x="8448" y="2025"/>
                    <a:pt x="8409" y="2015"/>
                    <a:pt x="8382" y="2015"/>
                  </a:cubicBezTo>
                  <a:cubicBezTo>
                    <a:pt x="8354" y="2015"/>
                    <a:pt x="8338" y="2025"/>
                    <a:pt x="8334" y="2053"/>
                  </a:cubicBezTo>
                  <a:cubicBezTo>
                    <a:pt x="8316" y="2120"/>
                    <a:pt x="8294" y="2145"/>
                    <a:pt x="8278" y="2145"/>
                  </a:cubicBezTo>
                  <a:cubicBezTo>
                    <a:pt x="8265" y="2145"/>
                    <a:pt x="8257" y="2128"/>
                    <a:pt x="8261" y="2102"/>
                  </a:cubicBezTo>
                  <a:cubicBezTo>
                    <a:pt x="8247" y="1994"/>
                    <a:pt x="7803" y="1811"/>
                    <a:pt x="7611" y="1811"/>
                  </a:cubicBezTo>
                  <a:cubicBezTo>
                    <a:pt x="7573" y="1811"/>
                    <a:pt x="7545" y="1818"/>
                    <a:pt x="7531" y="1834"/>
                  </a:cubicBezTo>
                  <a:lnTo>
                    <a:pt x="7434" y="1810"/>
                  </a:lnTo>
                  <a:cubicBezTo>
                    <a:pt x="7370" y="1739"/>
                    <a:pt x="7168" y="1674"/>
                    <a:pt x="7055" y="1674"/>
                  </a:cubicBezTo>
                  <a:cubicBezTo>
                    <a:pt x="7025" y="1674"/>
                    <a:pt x="7002" y="1678"/>
                    <a:pt x="6988" y="1688"/>
                  </a:cubicBezTo>
                  <a:lnTo>
                    <a:pt x="6834" y="1648"/>
                  </a:lnTo>
                  <a:cubicBezTo>
                    <a:pt x="6783" y="1591"/>
                    <a:pt x="6744" y="1564"/>
                    <a:pt x="6707" y="1564"/>
                  </a:cubicBezTo>
                  <a:cubicBezTo>
                    <a:pt x="6685" y="1564"/>
                    <a:pt x="6663" y="1573"/>
                    <a:pt x="6639" y="1591"/>
                  </a:cubicBezTo>
                  <a:cubicBezTo>
                    <a:pt x="6589" y="1619"/>
                    <a:pt x="6569" y="1656"/>
                    <a:pt x="6565" y="1656"/>
                  </a:cubicBezTo>
                  <a:cubicBezTo>
                    <a:pt x="6563" y="1656"/>
                    <a:pt x="6564" y="1649"/>
                    <a:pt x="6567" y="1632"/>
                  </a:cubicBezTo>
                  <a:cubicBezTo>
                    <a:pt x="6583" y="1575"/>
                    <a:pt x="6485" y="1551"/>
                    <a:pt x="6291" y="1494"/>
                  </a:cubicBezTo>
                  <a:cubicBezTo>
                    <a:pt x="6196" y="1467"/>
                    <a:pt x="6145" y="1453"/>
                    <a:pt x="6122" y="1453"/>
                  </a:cubicBezTo>
                  <a:cubicBezTo>
                    <a:pt x="6095" y="1453"/>
                    <a:pt x="6103" y="1471"/>
                    <a:pt x="6121" y="1510"/>
                  </a:cubicBezTo>
                  <a:cubicBezTo>
                    <a:pt x="5910" y="1510"/>
                    <a:pt x="5926" y="1453"/>
                    <a:pt x="5934" y="1397"/>
                  </a:cubicBezTo>
                  <a:cubicBezTo>
                    <a:pt x="5975" y="1348"/>
                    <a:pt x="5971" y="1316"/>
                    <a:pt x="5944" y="1316"/>
                  </a:cubicBezTo>
                  <a:cubicBezTo>
                    <a:pt x="5918" y="1316"/>
                    <a:pt x="5869" y="1348"/>
                    <a:pt x="5821" y="1429"/>
                  </a:cubicBezTo>
                  <a:cubicBezTo>
                    <a:pt x="5781" y="1476"/>
                    <a:pt x="5738" y="1495"/>
                    <a:pt x="5706" y="1495"/>
                  </a:cubicBezTo>
                  <a:cubicBezTo>
                    <a:pt x="5672" y="1495"/>
                    <a:pt x="5650" y="1474"/>
                    <a:pt x="5658" y="1445"/>
                  </a:cubicBezTo>
                  <a:cubicBezTo>
                    <a:pt x="5668" y="1413"/>
                    <a:pt x="5687" y="1404"/>
                    <a:pt x="5712" y="1404"/>
                  </a:cubicBezTo>
                  <a:cubicBezTo>
                    <a:pt x="5730" y="1404"/>
                    <a:pt x="5751" y="1409"/>
                    <a:pt x="5772" y="1413"/>
                  </a:cubicBezTo>
                  <a:lnTo>
                    <a:pt x="5804" y="1299"/>
                  </a:lnTo>
                  <a:cubicBezTo>
                    <a:pt x="5787" y="1293"/>
                    <a:pt x="5775" y="1290"/>
                    <a:pt x="5765" y="1290"/>
                  </a:cubicBezTo>
                  <a:cubicBezTo>
                    <a:pt x="5747" y="1290"/>
                    <a:pt x="5732" y="1301"/>
                    <a:pt x="5691" y="1332"/>
                  </a:cubicBezTo>
                  <a:cubicBezTo>
                    <a:pt x="5681" y="1330"/>
                    <a:pt x="5671" y="1329"/>
                    <a:pt x="5661" y="1329"/>
                  </a:cubicBezTo>
                  <a:cubicBezTo>
                    <a:pt x="5628" y="1329"/>
                    <a:pt x="5594" y="1339"/>
                    <a:pt x="5569" y="1364"/>
                  </a:cubicBezTo>
                  <a:cubicBezTo>
                    <a:pt x="5513" y="1397"/>
                    <a:pt x="5488" y="1470"/>
                    <a:pt x="5529" y="1534"/>
                  </a:cubicBezTo>
                  <a:cubicBezTo>
                    <a:pt x="5547" y="1576"/>
                    <a:pt x="5539" y="1589"/>
                    <a:pt x="5520" y="1589"/>
                  </a:cubicBezTo>
                  <a:cubicBezTo>
                    <a:pt x="5505" y="1589"/>
                    <a:pt x="5485" y="1582"/>
                    <a:pt x="5464" y="1575"/>
                  </a:cubicBezTo>
                  <a:cubicBezTo>
                    <a:pt x="5375" y="1494"/>
                    <a:pt x="5391" y="1437"/>
                    <a:pt x="5456" y="1388"/>
                  </a:cubicBezTo>
                  <a:lnTo>
                    <a:pt x="5456" y="1388"/>
                  </a:lnTo>
                  <a:cubicBezTo>
                    <a:pt x="5462" y="1390"/>
                    <a:pt x="5467" y="1391"/>
                    <a:pt x="5472" y="1391"/>
                  </a:cubicBezTo>
                  <a:cubicBezTo>
                    <a:pt x="5508" y="1391"/>
                    <a:pt x="5523" y="1341"/>
                    <a:pt x="5537" y="1291"/>
                  </a:cubicBezTo>
                  <a:cubicBezTo>
                    <a:pt x="5542" y="1275"/>
                    <a:pt x="5521" y="1267"/>
                    <a:pt x="5488" y="1267"/>
                  </a:cubicBezTo>
                  <a:cubicBezTo>
                    <a:pt x="5409" y="1267"/>
                    <a:pt x="5254" y="1312"/>
                    <a:pt x="5196" y="1380"/>
                  </a:cubicBezTo>
                  <a:lnTo>
                    <a:pt x="5204" y="1324"/>
                  </a:lnTo>
                  <a:cubicBezTo>
                    <a:pt x="5221" y="1267"/>
                    <a:pt x="5123" y="1234"/>
                    <a:pt x="5026" y="1210"/>
                  </a:cubicBezTo>
                  <a:cubicBezTo>
                    <a:pt x="4973" y="1198"/>
                    <a:pt x="4935" y="1188"/>
                    <a:pt x="4907" y="1188"/>
                  </a:cubicBezTo>
                  <a:cubicBezTo>
                    <a:pt x="4880" y="1188"/>
                    <a:pt x="4864" y="1198"/>
                    <a:pt x="4856" y="1226"/>
                  </a:cubicBezTo>
                  <a:cubicBezTo>
                    <a:pt x="4841" y="1279"/>
                    <a:pt x="4833" y="1333"/>
                    <a:pt x="4785" y="1333"/>
                  </a:cubicBezTo>
                  <a:cubicBezTo>
                    <a:pt x="4782" y="1333"/>
                    <a:pt x="4778" y="1332"/>
                    <a:pt x="4775" y="1332"/>
                  </a:cubicBezTo>
                  <a:lnTo>
                    <a:pt x="4775" y="1332"/>
                  </a:lnTo>
                  <a:cubicBezTo>
                    <a:pt x="4831" y="1340"/>
                    <a:pt x="4815" y="1397"/>
                    <a:pt x="4799" y="1461"/>
                  </a:cubicBezTo>
                  <a:cubicBezTo>
                    <a:pt x="4750" y="1413"/>
                    <a:pt x="4710" y="1356"/>
                    <a:pt x="4677" y="1299"/>
                  </a:cubicBezTo>
                  <a:cubicBezTo>
                    <a:pt x="4613" y="1153"/>
                    <a:pt x="4483" y="1048"/>
                    <a:pt x="4329" y="1016"/>
                  </a:cubicBezTo>
                  <a:cubicBezTo>
                    <a:pt x="4223" y="991"/>
                    <a:pt x="4077" y="951"/>
                    <a:pt x="4045" y="878"/>
                  </a:cubicBezTo>
                  <a:cubicBezTo>
                    <a:pt x="3992" y="866"/>
                    <a:pt x="3954" y="855"/>
                    <a:pt x="3926" y="855"/>
                  </a:cubicBezTo>
                  <a:cubicBezTo>
                    <a:pt x="3899" y="855"/>
                    <a:pt x="3883" y="866"/>
                    <a:pt x="3875" y="894"/>
                  </a:cubicBezTo>
                  <a:lnTo>
                    <a:pt x="3777" y="870"/>
                  </a:lnTo>
                  <a:cubicBezTo>
                    <a:pt x="3757" y="824"/>
                    <a:pt x="3709" y="798"/>
                    <a:pt x="3671" y="798"/>
                  </a:cubicBezTo>
                  <a:cubicBezTo>
                    <a:pt x="3648" y="798"/>
                    <a:pt x="3630" y="808"/>
                    <a:pt x="3623" y="829"/>
                  </a:cubicBezTo>
                  <a:cubicBezTo>
                    <a:pt x="3608" y="838"/>
                    <a:pt x="3595" y="842"/>
                    <a:pt x="3583" y="842"/>
                  </a:cubicBezTo>
                  <a:cubicBezTo>
                    <a:pt x="3543" y="842"/>
                    <a:pt x="3515" y="801"/>
                    <a:pt x="3477" y="789"/>
                  </a:cubicBezTo>
                  <a:cubicBezTo>
                    <a:pt x="3443" y="720"/>
                    <a:pt x="3425" y="684"/>
                    <a:pt x="3416" y="684"/>
                  </a:cubicBezTo>
                  <a:cubicBezTo>
                    <a:pt x="3406" y="684"/>
                    <a:pt x="3408" y="730"/>
                    <a:pt x="3413" y="829"/>
                  </a:cubicBezTo>
                  <a:cubicBezTo>
                    <a:pt x="3396" y="894"/>
                    <a:pt x="3477" y="975"/>
                    <a:pt x="3534" y="991"/>
                  </a:cubicBezTo>
                  <a:lnTo>
                    <a:pt x="3680" y="1032"/>
                  </a:lnTo>
                  <a:lnTo>
                    <a:pt x="3518" y="1048"/>
                  </a:lnTo>
                  <a:cubicBezTo>
                    <a:pt x="3508" y="1045"/>
                    <a:pt x="3497" y="1044"/>
                    <a:pt x="3484" y="1044"/>
                  </a:cubicBezTo>
                  <a:cubicBezTo>
                    <a:pt x="3425" y="1044"/>
                    <a:pt x="3345" y="1074"/>
                    <a:pt x="3332" y="1121"/>
                  </a:cubicBezTo>
                  <a:cubicBezTo>
                    <a:pt x="3332" y="1121"/>
                    <a:pt x="3317" y="1170"/>
                    <a:pt x="3276" y="1170"/>
                  </a:cubicBezTo>
                  <a:cubicBezTo>
                    <a:pt x="3273" y="1170"/>
                    <a:pt x="3270" y="1170"/>
                    <a:pt x="3267" y="1170"/>
                  </a:cubicBezTo>
                  <a:lnTo>
                    <a:pt x="3299" y="1048"/>
                  </a:lnTo>
                  <a:cubicBezTo>
                    <a:pt x="3356" y="1016"/>
                    <a:pt x="3388" y="959"/>
                    <a:pt x="3396" y="894"/>
                  </a:cubicBezTo>
                  <a:cubicBezTo>
                    <a:pt x="3385" y="804"/>
                    <a:pt x="3316" y="730"/>
                    <a:pt x="3264" y="730"/>
                  </a:cubicBezTo>
                  <a:cubicBezTo>
                    <a:pt x="3240" y="730"/>
                    <a:pt x="3220" y="745"/>
                    <a:pt x="3210" y="780"/>
                  </a:cubicBezTo>
                  <a:cubicBezTo>
                    <a:pt x="3161" y="764"/>
                    <a:pt x="3161" y="764"/>
                    <a:pt x="3129" y="691"/>
                  </a:cubicBezTo>
                  <a:cubicBezTo>
                    <a:pt x="3136" y="665"/>
                    <a:pt x="3130" y="649"/>
                    <a:pt x="3113" y="649"/>
                  </a:cubicBezTo>
                  <a:cubicBezTo>
                    <a:pt x="3093" y="649"/>
                    <a:pt x="3059" y="671"/>
                    <a:pt x="3015" y="724"/>
                  </a:cubicBezTo>
                  <a:cubicBezTo>
                    <a:pt x="2980" y="770"/>
                    <a:pt x="2950" y="793"/>
                    <a:pt x="2926" y="793"/>
                  </a:cubicBezTo>
                  <a:cubicBezTo>
                    <a:pt x="2896" y="793"/>
                    <a:pt x="2875" y="756"/>
                    <a:pt x="2861" y="683"/>
                  </a:cubicBezTo>
                  <a:cubicBezTo>
                    <a:pt x="2813" y="581"/>
                    <a:pt x="2690" y="523"/>
                    <a:pt x="2622" y="523"/>
                  </a:cubicBezTo>
                  <a:cubicBezTo>
                    <a:pt x="2598" y="523"/>
                    <a:pt x="2582" y="531"/>
                    <a:pt x="2578" y="545"/>
                  </a:cubicBezTo>
                  <a:cubicBezTo>
                    <a:pt x="2563" y="597"/>
                    <a:pt x="2524" y="617"/>
                    <a:pt x="2484" y="617"/>
                  </a:cubicBezTo>
                  <a:cubicBezTo>
                    <a:pt x="2436" y="617"/>
                    <a:pt x="2384" y="589"/>
                    <a:pt x="2367" y="553"/>
                  </a:cubicBezTo>
                  <a:cubicBezTo>
                    <a:pt x="2352" y="508"/>
                    <a:pt x="2315" y="485"/>
                    <a:pt x="2278" y="485"/>
                  </a:cubicBezTo>
                  <a:cubicBezTo>
                    <a:pt x="2255" y="485"/>
                    <a:pt x="2231" y="494"/>
                    <a:pt x="2213" y="513"/>
                  </a:cubicBezTo>
                  <a:cubicBezTo>
                    <a:pt x="2225" y="462"/>
                    <a:pt x="2208" y="411"/>
                    <a:pt x="2169" y="411"/>
                  </a:cubicBezTo>
                  <a:cubicBezTo>
                    <a:pt x="2158" y="411"/>
                    <a:pt x="2146" y="415"/>
                    <a:pt x="2132" y="424"/>
                  </a:cubicBezTo>
                  <a:cubicBezTo>
                    <a:pt x="2132" y="424"/>
                    <a:pt x="2127" y="422"/>
                    <a:pt x="2122" y="422"/>
                  </a:cubicBezTo>
                  <a:cubicBezTo>
                    <a:pt x="2109" y="422"/>
                    <a:pt x="2093" y="430"/>
                    <a:pt x="2115" y="480"/>
                  </a:cubicBezTo>
                  <a:lnTo>
                    <a:pt x="1986" y="570"/>
                  </a:lnTo>
                  <a:cubicBezTo>
                    <a:pt x="2034" y="586"/>
                    <a:pt x="2018" y="643"/>
                    <a:pt x="2002" y="699"/>
                  </a:cubicBezTo>
                  <a:cubicBezTo>
                    <a:pt x="1999" y="709"/>
                    <a:pt x="1991" y="714"/>
                    <a:pt x="1979" y="714"/>
                  </a:cubicBezTo>
                  <a:cubicBezTo>
                    <a:pt x="1925" y="714"/>
                    <a:pt x="1791" y="609"/>
                    <a:pt x="1751" y="448"/>
                  </a:cubicBezTo>
                  <a:lnTo>
                    <a:pt x="1678" y="302"/>
                  </a:lnTo>
                  <a:lnTo>
                    <a:pt x="1645" y="424"/>
                  </a:lnTo>
                  <a:cubicBezTo>
                    <a:pt x="1596" y="407"/>
                    <a:pt x="1548" y="391"/>
                    <a:pt x="1564" y="334"/>
                  </a:cubicBezTo>
                  <a:cubicBezTo>
                    <a:pt x="1580" y="278"/>
                    <a:pt x="1580" y="278"/>
                    <a:pt x="1532" y="262"/>
                  </a:cubicBezTo>
                  <a:cubicBezTo>
                    <a:pt x="1527" y="260"/>
                    <a:pt x="1523" y="260"/>
                    <a:pt x="1519" y="260"/>
                  </a:cubicBezTo>
                  <a:cubicBezTo>
                    <a:pt x="1491" y="260"/>
                    <a:pt x="1467" y="282"/>
                    <a:pt x="1467" y="310"/>
                  </a:cubicBezTo>
                  <a:cubicBezTo>
                    <a:pt x="1449" y="373"/>
                    <a:pt x="1441" y="401"/>
                    <a:pt x="1432" y="401"/>
                  </a:cubicBezTo>
                  <a:cubicBezTo>
                    <a:pt x="1424" y="401"/>
                    <a:pt x="1416" y="383"/>
                    <a:pt x="1402" y="351"/>
                  </a:cubicBezTo>
                  <a:cubicBezTo>
                    <a:pt x="1389" y="280"/>
                    <a:pt x="1368" y="246"/>
                    <a:pt x="1339" y="246"/>
                  </a:cubicBezTo>
                  <a:cubicBezTo>
                    <a:pt x="1315" y="246"/>
                    <a:pt x="1285" y="270"/>
                    <a:pt x="1248" y="318"/>
                  </a:cubicBezTo>
                  <a:cubicBezTo>
                    <a:pt x="1232" y="373"/>
                    <a:pt x="1224" y="401"/>
                    <a:pt x="1218" y="401"/>
                  </a:cubicBezTo>
                  <a:cubicBezTo>
                    <a:pt x="1212" y="401"/>
                    <a:pt x="1208" y="369"/>
                    <a:pt x="1199" y="302"/>
                  </a:cubicBezTo>
                  <a:cubicBezTo>
                    <a:pt x="1215" y="245"/>
                    <a:pt x="1183" y="180"/>
                    <a:pt x="1126" y="156"/>
                  </a:cubicBezTo>
                  <a:lnTo>
                    <a:pt x="1110" y="221"/>
                  </a:lnTo>
                  <a:cubicBezTo>
                    <a:pt x="1098" y="279"/>
                    <a:pt x="1077" y="303"/>
                    <a:pt x="1055" y="303"/>
                  </a:cubicBezTo>
                  <a:cubicBezTo>
                    <a:pt x="1034" y="303"/>
                    <a:pt x="1012" y="281"/>
                    <a:pt x="996" y="245"/>
                  </a:cubicBezTo>
                  <a:cubicBezTo>
                    <a:pt x="1007" y="208"/>
                    <a:pt x="990" y="192"/>
                    <a:pt x="945" y="192"/>
                  </a:cubicBezTo>
                  <a:cubicBezTo>
                    <a:pt x="921" y="192"/>
                    <a:pt x="890" y="196"/>
                    <a:pt x="851" y="205"/>
                  </a:cubicBezTo>
                  <a:cubicBezTo>
                    <a:pt x="745" y="180"/>
                    <a:pt x="697" y="172"/>
                    <a:pt x="713" y="107"/>
                  </a:cubicBezTo>
                  <a:cubicBezTo>
                    <a:pt x="729" y="50"/>
                    <a:pt x="737" y="21"/>
                    <a:pt x="731" y="21"/>
                  </a:cubicBezTo>
                  <a:lnTo>
                    <a:pt x="731" y="21"/>
                  </a:lnTo>
                  <a:cubicBezTo>
                    <a:pt x="724" y="21"/>
                    <a:pt x="704" y="48"/>
                    <a:pt x="664" y="99"/>
                  </a:cubicBezTo>
                  <a:cubicBezTo>
                    <a:pt x="637" y="116"/>
                    <a:pt x="621" y="126"/>
                    <a:pt x="606" y="126"/>
                  </a:cubicBezTo>
                  <a:cubicBezTo>
                    <a:pt x="584" y="126"/>
                    <a:pt x="562" y="106"/>
                    <a:pt x="510" y="59"/>
                  </a:cubicBezTo>
                  <a:cubicBezTo>
                    <a:pt x="492" y="19"/>
                    <a:pt x="484" y="1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2"/>
            <p:cNvSpPr/>
            <p:nvPr/>
          </p:nvSpPr>
          <p:spPr>
            <a:xfrm>
              <a:off x="7535790" y="1186949"/>
              <a:ext cx="86670" cy="62624"/>
            </a:xfrm>
            <a:custGeom>
              <a:avLst/>
              <a:gdLst/>
              <a:ahLst/>
              <a:cxnLst/>
              <a:rect l="l" t="t" r="r" b="b"/>
              <a:pathLst>
                <a:path w="5028" h="3633" extrusionOk="0">
                  <a:moveTo>
                    <a:pt x="1444" y="0"/>
                  </a:moveTo>
                  <a:cubicBezTo>
                    <a:pt x="1427" y="8"/>
                    <a:pt x="1427" y="8"/>
                    <a:pt x="1452" y="65"/>
                  </a:cubicBezTo>
                  <a:lnTo>
                    <a:pt x="1476" y="57"/>
                  </a:lnTo>
                  <a:cubicBezTo>
                    <a:pt x="1452" y="0"/>
                    <a:pt x="1452" y="0"/>
                    <a:pt x="1444" y="0"/>
                  </a:cubicBezTo>
                  <a:close/>
                  <a:moveTo>
                    <a:pt x="2822" y="227"/>
                  </a:moveTo>
                  <a:cubicBezTo>
                    <a:pt x="2814" y="292"/>
                    <a:pt x="2806" y="349"/>
                    <a:pt x="2790" y="349"/>
                  </a:cubicBezTo>
                  <a:lnTo>
                    <a:pt x="2781" y="341"/>
                  </a:lnTo>
                  <a:cubicBezTo>
                    <a:pt x="2790" y="300"/>
                    <a:pt x="2798" y="268"/>
                    <a:pt x="2814" y="227"/>
                  </a:cubicBezTo>
                  <a:close/>
                  <a:moveTo>
                    <a:pt x="1614" y="446"/>
                  </a:moveTo>
                  <a:lnTo>
                    <a:pt x="1614" y="446"/>
                  </a:lnTo>
                  <a:cubicBezTo>
                    <a:pt x="1619" y="465"/>
                    <a:pt x="1620" y="471"/>
                    <a:pt x="1619" y="471"/>
                  </a:cubicBezTo>
                  <a:cubicBezTo>
                    <a:pt x="1618" y="471"/>
                    <a:pt x="1609" y="446"/>
                    <a:pt x="1614" y="446"/>
                  </a:cubicBezTo>
                  <a:close/>
                  <a:moveTo>
                    <a:pt x="1322" y="487"/>
                  </a:moveTo>
                  <a:cubicBezTo>
                    <a:pt x="1322" y="487"/>
                    <a:pt x="1322" y="487"/>
                    <a:pt x="1322" y="487"/>
                  </a:cubicBezTo>
                  <a:cubicBezTo>
                    <a:pt x="1322" y="487"/>
                    <a:pt x="1322" y="487"/>
                    <a:pt x="1322" y="487"/>
                  </a:cubicBezTo>
                  <a:close/>
                  <a:moveTo>
                    <a:pt x="1427" y="446"/>
                  </a:moveTo>
                  <a:lnTo>
                    <a:pt x="1419" y="454"/>
                  </a:lnTo>
                  <a:cubicBezTo>
                    <a:pt x="1436" y="487"/>
                    <a:pt x="1460" y="527"/>
                    <a:pt x="1476" y="560"/>
                  </a:cubicBezTo>
                  <a:cubicBezTo>
                    <a:pt x="1484" y="560"/>
                    <a:pt x="1460" y="503"/>
                    <a:pt x="1460" y="503"/>
                  </a:cubicBezTo>
                  <a:cubicBezTo>
                    <a:pt x="1460" y="503"/>
                    <a:pt x="1436" y="446"/>
                    <a:pt x="1427" y="446"/>
                  </a:cubicBezTo>
                  <a:close/>
                  <a:moveTo>
                    <a:pt x="1087" y="470"/>
                  </a:moveTo>
                  <a:lnTo>
                    <a:pt x="1111" y="519"/>
                  </a:lnTo>
                  <a:lnTo>
                    <a:pt x="1144" y="576"/>
                  </a:lnTo>
                  <a:lnTo>
                    <a:pt x="1087" y="470"/>
                  </a:lnTo>
                  <a:close/>
                  <a:moveTo>
                    <a:pt x="1914" y="568"/>
                  </a:moveTo>
                  <a:cubicBezTo>
                    <a:pt x="1922" y="600"/>
                    <a:pt x="1930" y="641"/>
                    <a:pt x="1930" y="681"/>
                  </a:cubicBezTo>
                  <a:lnTo>
                    <a:pt x="1914" y="624"/>
                  </a:lnTo>
                  <a:lnTo>
                    <a:pt x="1906" y="568"/>
                  </a:lnTo>
                  <a:close/>
                  <a:moveTo>
                    <a:pt x="1965" y="650"/>
                  </a:moveTo>
                  <a:cubicBezTo>
                    <a:pt x="1968" y="650"/>
                    <a:pt x="1976" y="676"/>
                    <a:pt x="1971" y="681"/>
                  </a:cubicBezTo>
                  <a:cubicBezTo>
                    <a:pt x="1965" y="658"/>
                    <a:pt x="1964" y="650"/>
                    <a:pt x="1965" y="650"/>
                  </a:cubicBezTo>
                  <a:close/>
                  <a:moveTo>
                    <a:pt x="1417" y="645"/>
                  </a:moveTo>
                  <a:cubicBezTo>
                    <a:pt x="1421" y="645"/>
                    <a:pt x="1426" y="656"/>
                    <a:pt x="1444" y="697"/>
                  </a:cubicBezTo>
                  <a:lnTo>
                    <a:pt x="1403" y="649"/>
                  </a:lnTo>
                  <a:lnTo>
                    <a:pt x="1411" y="649"/>
                  </a:lnTo>
                  <a:cubicBezTo>
                    <a:pt x="1413" y="647"/>
                    <a:pt x="1415" y="645"/>
                    <a:pt x="1417" y="645"/>
                  </a:cubicBezTo>
                  <a:close/>
                  <a:moveTo>
                    <a:pt x="1834" y="539"/>
                  </a:moveTo>
                  <a:cubicBezTo>
                    <a:pt x="1837" y="539"/>
                    <a:pt x="1850" y="566"/>
                    <a:pt x="1873" y="633"/>
                  </a:cubicBezTo>
                  <a:cubicBezTo>
                    <a:pt x="1890" y="689"/>
                    <a:pt x="1890" y="689"/>
                    <a:pt x="1882" y="697"/>
                  </a:cubicBezTo>
                  <a:cubicBezTo>
                    <a:pt x="1865" y="657"/>
                    <a:pt x="1849" y="616"/>
                    <a:pt x="1841" y="584"/>
                  </a:cubicBezTo>
                  <a:lnTo>
                    <a:pt x="1841" y="576"/>
                  </a:lnTo>
                  <a:cubicBezTo>
                    <a:pt x="1834" y="552"/>
                    <a:pt x="1832" y="539"/>
                    <a:pt x="1834" y="539"/>
                  </a:cubicBezTo>
                  <a:close/>
                  <a:moveTo>
                    <a:pt x="2863" y="608"/>
                  </a:moveTo>
                  <a:cubicBezTo>
                    <a:pt x="2854" y="649"/>
                    <a:pt x="2846" y="689"/>
                    <a:pt x="2830" y="722"/>
                  </a:cubicBezTo>
                  <a:lnTo>
                    <a:pt x="2838" y="665"/>
                  </a:lnTo>
                  <a:lnTo>
                    <a:pt x="2854" y="608"/>
                  </a:lnTo>
                  <a:close/>
                  <a:moveTo>
                    <a:pt x="2433" y="657"/>
                  </a:moveTo>
                  <a:cubicBezTo>
                    <a:pt x="2433" y="697"/>
                    <a:pt x="2433" y="738"/>
                    <a:pt x="2425" y="778"/>
                  </a:cubicBezTo>
                  <a:lnTo>
                    <a:pt x="2417" y="714"/>
                  </a:lnTo>
                  <a:lnTo>
                    <a:pt x="2425" y="657"/>
                  </a:lnTo>
                  <a:close/>
                  <a:moveTo>
                    <a:pt x="1343" y="651"/>
                  </a:moveTo>
                  <a:cubicBezTo>
                    <a:pt x="1348" y="651"/>
                    <a:pt x="1374" y="702"/>
                    <a:pt x="1403" y="778"/>
                  </a:cubicBezTo>
                  <a:lnTo>
                    <a:pt x="1395" y="787"/>
                  </a:lnTo>
                  <a:cubicBezTo>
                    <a:pt x="1363" y="730"/>
                    <a:pt x="1338" y="681"/>
                    <a:pt x="1346" y="673"/>
                  </a:cubicBezTo>
                  <a:cubicBezTo>
                    <a:pt x="1342" y="658"/>
                    <a:pt x="1341" y="651"/>
                    <a:pt x="1343" y="651"/>
                  </a:cubicBezTo>
                  <a:close/>
                  <a:moveTo>
                    <a:pt x="2611" y="616"/>
                  </a:moveTo>
                  <a:cubicBezTo>
                    <a:pt x="2619" y="616"/>
                    <a:pt x="2619" y="616"/>
                    <a:pt x="2611" y="673"/>
                  </a:cubicBezTo>
                  <a:cubicBezTo>
                    <a:pt x="2611" y="714"/>
                    <a:pt x="2603" y="754"/>
                    <a:pt x="2595" y="795"/>
                  </a:cubicBezTo>
                  <a:cubicBezTo>
                    <a:pt x="2595" y="738"/>
                    <a:pt x="2603" y="673"/>
                    <a:pt x="2611" y="616"/>
                  </a:cubicBezTo>
                  <a:close/>
                  <a:moveTo>
                    <a:pt x="1752" y="722"/>
                  </a:moveTo>
                  <a:cubicBezTo>
                    <a:pt x="1760" y="722"/>
                    <a:pt x="1776" y="778"/>
                    <a:pt x="1776" y="778"/>
                  </a:cubicBezTo>
                  <a:cubicBezTo>
                    <a:pt x="1782" y="797"/>
                    <a:pt x="1782" y="804"/>
                    <a:pt x="1781" y="804"/>
                  </a:cubicBezTo>
                  <a:cubicBezTo>
                    <a:pt x="1778" y="804"/>
                    <a:pt x="1765" y="778"/>
                    <a:pt x="1760" y="778"/>
                  </a:cubicBezTo>
                  <a:cubicBezTo>
                    <a:pt x="1736" y="730"/>
                    <a:pt x="1736" y="730"/>
                    <a:pt x="1752" y="722"/>
                  </a:cubicBezTo>
                  <a:close/>
                  <a:moveTo>
                    <a:pt x="1614" y="762"/>
                  </a:moveTo>
                  <a:cubicBezTo>
                    <a:pt x="1622" y="762"/>
                    <a:pt x="1630" y="762"/>
                    <a:pt x="1646" y="819"/>
                  </a:cubicBezTo>
                  <a:cubicBezTo>
                    <a:pt x="1646" y="819"/>
                    <a:pt x="1671" y="868"/>
                    <a:pt x="1663" y="876"/>
                  </a:cubicBezTo>
                  <a:cubicBezTo>
                    <a:pt x="1655" y="876"/>
                    <a:pt x="1630" y="827"/>
                    <a:pt x="1630" y="827"/>
                  </a:cubicBezTo>
                  <a:lnTo>
                    <a:pt x="1630" y="819"/>
                  </a:lnTo>
                  <a:cubicBezTo>
                    <a:pt x="1606" y="770"/>
                    <a:pt x="1614" y="762"/>
                    <a:pt x="1614" y="762"/>
                  </a:cubicBezTo>
                  <a:close/>
                  <a:moveTo>
                    <a:pt x="1038" y="724"/>
                  </a:moveTo>
                  <a:cubicBezTo>
                    <a:pt x="1040" y="724"/>
                    <a:pt x="1054" y="750"/>
                    <a:pt x="1087" y="811"/>
                  </a:cubicBezTo>
                  <a:cubicBezTo>
                    <a:pt x="1111" y="860"/>
                    <a:pt x="1136" y="916"/>
                    <a:pt x="1136" y="916"/>
                  </a:cubicBezTo>
                  <a:cubicBezTo>
                    <a:pt x="1135" y="917"/>
                    <a:pt x="1135" y="917"/>
                    <a:pt x="1134" y="917"/>
                  </a:cubicBezTo>
                  <a:cubicBezTo>
                    <a:pt x="1124" y="917"/>
                    <a:pt x="1100" y="861"/>
                    <a:pt x="1046" y="762"/>
                  </a:cubicBezTo>
                  <a:cubicBezTo>
                    <a:pt x="1040" y="738"/>
                    <a:pt x="1036" y="724"/>
                    <a:pt x="1038" y="724"/>
                  </a:cubicBezTo>
                  <a:close/>
                  <a:moveTo>
                    <a:pt x="3365" y="835"/>
                  </a:moveTo>
                  <a:lnTo>
                    <a:pt x="3365" y="835"/>
                  </a:lnTo>
                  <a:cubicBezTo>
                    <a:pt x="3381" y="843"/>
                    <a:pt x="3381" y="843"/>
                    <a:pt x="3349" y="900"/>
                  </a:cubicBezTo>
                  <a:cubicBezTo>
                    <a:pt x="3331" y="937"/>
                    <a:pt x="3317" y="941"/>
                    <a:pt x="3308" y="941"/>
                  </a:cubicBezTo>
                  <a:cubicBezTo>
                    <a:pt x="3305" y="941"/>
                    <a:pt x="3302" y="941"/>
                    <a:pt x="3300" y="941"/>
                  </a:cubicBezTo>
                  <a:cubicBezTo>
                    <a:pt x="3325" y="884"/>
                    <a:pt x="3365" y="835"/>
                    <a:pt x="3365" y="835"/>
                  </a:cubicBezTo>
                  <a:close/>
                  <a:moveTo>
                    <a:pt x="892" y="933"/>
                  </a:moveTo>
                  <a:lnTo>
                    <a:pt x="933" y="981"/>
                  </a:lnTo>
                  <a:lnTo>
                    <a:pt x="965" y="1030"/>
                  </a:lnTo>
                  <a:lnTo>
                    <a:pt x="917" y="989"/>
                  </a:lnTo>
                  <a:cubicBezTo>
                    <a:pt x="884" y="941"/>
                    <a:pt x="884" y="941"/>
                    <a:pt x="892" y="933"/>
                  </a:cubicBezTo>
                  <a:close/>
                  <a:moveTo>
                    <a:pt x="1241" y="924"/>
                  </a:moveTo>
                  <a:cubicBezTo>
                    <a:pt x="1273" y="981"/>
                    <a:pt x="1306" y="1030"/>
                    <a:pt x="1298" y="1030"/>
                  </a:cubicBezTo>
                  <a:lnTo>
                    <a:pt x="1290" y="1038"/>
                  </a:lnTo>
                  <a:cubicBezTo>
                    <a:pt x="1265" y="1006"/>
                    <a:pt x="1249" y="965"/>
                    <a:pt x="1233" y="933"/>
                  </a:cubicBezTo>
                  <a:lnTo>
                    <a:pt x="1241" y="924"/>
                  </a:lnTo>
                  <a:close/>
                  <a:moveTo>
                    <a:pt x="3665" y="989"/>
                  </a:moveTo>
                  <a:lnTo>
                    <a:pt x="3665" y="997"/>
                  </a:lnTo>
                  <a:cubicBezTo>
                    <a:pt x="3635" y="1035"/>
                    <a:pt x="3598" y="1079"/>
                    <a:pt x="3586" y="1079"/>
                  </a:cubicBezTo>
                  <a:cubicBezTo>
                    <a:pt x="3586" y="1079"/>
                    <a:pt x="3585" y="1079"/>
                    <a:pt x="3584" y="1078"/>
                  </a:cubicBezTo>
                  <a:cubicBezTo>
                    <a:pt x="3608" y="1046"/>
                    <a:pt x="3633" y="1014"/>
                    <a:pt x="3665" y="989"/>
                  </a:cubicBezTo>
                  <a:close/>
                  <a:moveTo>
                    <a:pt x="1460" y="1014"/>
                  </a:moveTo>
                  <a:lnTo>
                    <a:pt x="1492" y="1070"/>
                  </a:lnTo>
                  <a:cubicBezTo>
                    <a:pt x="1487" y="1070"/>
                    <a:pt x="1497" y="1098"/>
                    <a:pt x="1492" y="1098"/>
                  </a:cubicBezTo>
                  <a:cubicBezTo>
                    <a:pt x="1490" y="1098"/>
                    <a:pt x="1486" y="1093"/>
                    <a:pt x="1476" y="1078"/>
                  </a:cubicBezTo>
                  <a:lnTo>
                    <a:pt x="1476" y="1070"/>
                  </a:lnTo>
                  <a:cubicBezTo>
                    <a:pt x="1476" y="1071"/>
                    <a:pt x="1475" y="1071"/>
                    <a:pt x="1474" y="1071"/>
                  </a:cubicBezTo>
                  <a:cubicBezTo>
                    <a:pt x="1466" y="1071"/>
                    <a:pt x="1452" y="1021"/>
                    <a:pt x="1460" y="1014"/>
                  </a:cubicBezTo>
                  <a:close/>
                  <a:moveTo>
                    <a:pt x="986" y="986"/>
                  </a:moveTo>
                  <a:cubicBezTo>
                    <a:pt x="987" y="986"/>
                    <a:pt x="1006" y="1010"/>
                    <a:pt x="1038" y="1054"/>
                  </a:cubicBezTo>
                  <a:cubicBezTo>
                    <a:pt x="1079" y="1095"/>
                    <a:pt x="1111" y="1143"/>
                    <a:pt x="1136" y="1200"/>
                  </a:cubicBezTo>
                  <a:lnTo>
                    <a:pt x="1127" y="1208"/>
                  </a:lnTo>
                  <a:lnTo>
                    <a:pt x="1063" y="1103"/>
                  </a:lnTo>
                  <a:cubicBezTo>
                    <a:pt x="1009" y="1022"/>
                    <a:pt x="985" y="986"/>
                    <a:pt x="986" y="986"/>
                  </a:cubicBezTo>
                  <a:close/>
                  <a:moveTo>
                    <a:pt x="4376" y="1305"/>
                  </a:moveTo>
                  <a:cubicBezTo>
                    <a:pt x="4378" y="1305"/>
                    <a:pt x="4379" y="1305"/>
                    <a:pt x="4379" y="1305"/>
                  </a:cubicBezTo>
                  <a:cubicBezTo>
                    <a:pt x="4379" y="1314"/>
                    <a:pt x="4379" y="1314"/>
                    <a:pt x="4330" y="1346"/>
                  </a:cubicBezTo>
                  <a:cubicBezTo>
                    <a:pt x="4330" y="1346"/>
                    <a:pt x="4281" y="1378"/>
                    <a:pt x="4273" y="1378"/>
                  </a:cubicBezTo>
                  <a:lnTo>
                    <a:pt x="4322" y="1338"/>
                  </a:lnTo>
                  <a:cubicBezTo>
                    <a:pt x="4357" y="1309"/>
                    <a:pt x="4371" y="1305"/>
                    <a:pt x="4376" y="1305"/>
                  </a:cubicBezTo>
                  <a:close/>
                  <a:moveTo>
                    <a:pt x="4484" y="1370"/>
                  </a:moveTo>
                  <a:lnTo>
                    <a:pt x="4484" y="1378"/>
                  </a:lnTo>
                  <a:cubicBezTo>
                    <a:pt x="4441" y="1407"/>
                    <a:pt x="4391" y="1436"/>
                    <a:pt x="4381" y="1436"/>
                  </a:cubicBezTo>
                  <a:cubicBezTo>
                    <a:pt x="4379" y="1436"/>
                    <a:pt x="4379" y="1436"/>
                    <a:pt x="4379" y="1435"/>
                  </a:cubicBezTo>
                  <a:lnTo>
                    <a:pt x="4427" y="1395"/>
                  </a:lnTo>
                  <a:lnTo>
                    <a:pt x="4484" y="1370"/>
                  </a:lnTo>
                  <a:close/>
                  <a:moveTo>
                    <a:pt x="812" y="1402"/>
                  </a:moveTo>
                  <a:cubicBezTo>
                    <a:pt x="820" y="1402"/>
                    <a:pt x="863" y="1439"/>
                    <a:pt x="892" y="1484"/>
                  </a:cubicBezTo>
                  <a:lnTo>
                    <a:pt x="884" y="1492"/>
                  </a:lnTo>
                  <a:cubicBezTo>
                    <a:pt x="836" y="1460"/>
                    <a:pt x="803" y="1403"/>
                    <a:pt x="811" y="1403"/>
                  </a:cubicBezTo>
                  <a:cubicBezTo>
                    <a:pt x="811" y="1402"/>
                    <a:pt x="812" y="1402"/>
                    <a:pt x="812" y="1402"/>
                  </a:cubicBezTo>
                  <a:close/>
                  <a:moveTo>
                    <a:pt x="395" y="1308"/>
                  </a:moveTo>
                  <a:cubicBezTo>
                    <a:pt x="418" y="1318"/>
                    <a:pt x="443" y="1325"/>
                    <a:pt x="471" y="1330"/>
                  </a:cubicBezTo>
                  <a:lnTo>
                    <a:pt x="487" y="1314"/>
                  </a:lnTo>
                  <a:lnTo>
                    <a:pt x="511" y="1370"/>
                  </a:lnTo>
                  <a:cubicBezTo>
                    <a:pt x="511" y="1370"/>
                    <a:pt x="544" y="1419"/>
                    <a:pt x="592" y="1460"/>
                  </a:cubicBezTo>
                  <a:cubicBezTo>
                    <a:pt x="592" y="1460"/>
                    <a:pt x="641" y="1492"/>
                    <a:pt x="641" y="1500"/>
                  </a:cubicBezTo>
                  <a:cubicBezTo>
                    <a:pt x="641" y="1500"/>
                    <a:pt x="592" y="1460"/>
                    <a:pt x="544" y="1427"/>
                  </a:cubicBezTo>
                  <a:cubicBezTo>
                    <a:pt x="495" y="1387"/>
                    <a:pt x="455" y="1354"/>
                    <a:pt x="406" y="1314"/>
                  </a:cubicBezTo>
                  <a:cubicBezTo>
                    <a:pt x="402" y="1312"/>
                    <a:pt x="399" y="1310"/>
                    <a:pt x="395" y="1308"/>
                  </a:cubicBezTo>
                  <a:close/>
                  <a:moveTo>
                    <a:pt x="133" y="1503"/>
                  </a:moveTo>
                  <a:cubicBezTo>
                    <a:pt x="130" y="1503"/>
                    <a:pt x="130" y="1505"/>
                    <a:pt x="130" y="1508"/>
                  </a:cubicBezTo>
                  <a:lnTo>
                    <a:pt x="122" y="1516"/>
                  </a:lnTo>
                  <a:lnTo>
                    <a:pt x="179" y="1533"/>
                  </a:lnTo>
                  <a:lnTo>
                    <a:pt x="187" y="1524"/>
                  </a:lnTo>
                  <a:cubicBezTo>
                    <a:pt x="151" y="1509"/>
                    <a:pt x="138" y="1503"/>
                    <a:pt x="133" y="1503"/>
                  </a:cubicBezTo>
                  <a:close/>
                  <a:moveTo>
                    <a:pt x="908" y="1441"/>
                  </a:moveTo>
                  <a:lnTo>
                    <a:pt x="908" y="1441"/>
                  </a:lnTo>
                  <a:cubicBezTo>
                    <a:pt x="895" y="1441"/>
                    <a:pt x="926" y="1477"/>
                    <a:pt x="957" y="1508"/>
                  </a:cubicBezTo>
                  <a:cubicBezTo>
                    <a:pt x="990" y="1530"/>
                    <a:pt x="1000" y="1537"/>
                    <a:pt x="1009" y="1537"/>
                  </a:cubicBezTo>
                  <a:cubicBezTo>
                    <a:pt x="1013" y="1537"/>
                    <a:pt x="1017" y="1535"/>
                    <a:pt x="1022" y="1533"/>
                  </a:cubicBezTo>
                  <a:cubicBezTo>
                    <a:pt x="1022" y="1524"/>
                    <a:pt x="982" y="1484"/>
                    <a:pt x="982" y="1484"/>
                  </a:cubicBezTo>
                  <a:cubicBezTo>
                    <a:pt x="954" y="1456"/>
                    <a:pt x="941" y="1447"/>
                    <a:pt x="936" y="1447"/>
                  </a:cubicBezTo>
                  <a:cubicBezTo>
                    <a:pt x="934" y="1447"/>
                    <a:pt x="933" y="1449"/>
                    <a:pt x="933" y="1451"/>
                  </a:cubicBezTo>
                  <a:cubicBezTo>
                    <a:pt x="920" y="1444"/>
                    <a:pt x="912" y="1441"/>
                    <a:pt x="908" y="1441"/>
                  </a:cubicBezTo>
                  <a:close/>
                  <a:moveTo>
                    <a:pt x="4186" y="1623"/>
                  </a:moveTo>
                  <a:cubicBezTo>
                    <a:pt x="4192" y="1623"/>
                    <a:pt x="4180" y="1632"/>
                    <a:pt x="4152" y="1646"/>
                  </a:cubicBezTo>
                  <a:cubicBezTo>
                    <a:pt x="4119" y="1668"/>
                    <a:pt x="4108" y="1675"/>
                    <a:pt x="4102" y="1675"/>
                  </a:cubicBezTo>
                  <a:cubicBezTo>
                    <a:pt x="4099" y="1675"/>
                    <a:pt x="4098" y="1673"/>
                    <a:pt x="4095" y="1670"/>
                  </a:cubicBezTo>
                  <a:cubicBezTo>
                    <a:pt x="4087" y="1662"/>
                    <a:pt x="4087" y="1662"/>
                    <a:pt x="4144" y="1638"/>
                  </a:cubicBezTo>
                  <a:cubicBezTo>
                    <a:pt x="4167" y="1628"/>
                    <a:pt x="4181" y="1623"/>
                    <a:pt x="4186" y="1623"/>
                  </a:cubicBezTo>
                  <a:close/>
                  <a:moveTo>
                    <a:pt x="4176" y="1687"/>
                  </a:moveTo>
                  <a:cubicBezTo>
                    <a:pt x="4176" y="1695"/>
                    <a:pt x="4176" y="1695"/>
                    <a:pt x="4119" y="1727"/>
                  </a:cubicBezTo>
                  <a:lnTo>
                    <a:pt x="4119" y="1719"/>
                  </a:lnTo>
                  <a:lnTo>
                    <a:pt x="4168" y="1687"/>
                  </a:lnTo>
                  <a:close/>
                  <a:moveTo>
                    <a:pt x="389" y="1663"/>
                  </a:moveTo>
                  <a:cubicBezTo>
                    <a:pt x="397" y="1663"/>
                    <a:pt x="411" y="1669"/>
                    <a:pt x="438" y="1687"/>
                  </a:cubicBezTo>
                  <a:cubicBezTo>
                    <a:pt x="424" y="1680"/>
                    <a:pt x="417" y="1678"/>
                    <a:pt x="414" y="1678"/>
                  </a:cubicBezTo>
                  <a:lnTo>
                    <a:pt x="414" y="1678"/>
                  </a:lnTo>
                  <a:cubicBezTo>
                    <a:pt x="406" y="1678"/>
                    <a:pt x="444" y="1701"/>
                    <a:pt x="487" y="1719"/>
                  </a:cubicBezTo>
                  <a:lnTo>
                    <a:pt x="592" y="1776"/>
                  </a:lnTo>
                  <a:cubicBezTo>
                    <a:pt x="552" y="1768"/>
                    <a:pt x="511" y="1751"/>
                    <a:pt x="479" y="1735"/>
                  </a:cubicBezTo>
                  <a:cubicBezTo>
                    <a:pt x="373" y="1687"/>
                    <a:pt x="365" y="1687"/>
                    <a:pt x="382" y="1670"/>
                  </a:cubicBezTo>
                  <a:cubicBezTo>
                    <a:pt x="382" y="1667"/>
                    <a:pt x="383" y="1663"/>
                    <a:pt x="389" y="1663"/>
                  </a:cubicBezTo>
                  <a:close/>
                  <a:moveTo>
                    <a:pt x="4200" y="1751"/>
                  </a:moveTo>
                  <a:lnTo>
                    <a:pt x="4200" y="1760"/>
                  </a:lnTo>
                  <a:cubicBezTo>
                    <a:pt x="4208" y="1768"/>
                    <a:pt x="4208" y="1768"/>
                    <a:pt x="4152" y="1792"/>
                  </a:cubicBezTo>
                  <a:lnTo>
                    <a:pt x="4200" y="1751"/>
                  </a:lnTo>
                  <a:close/>
                  <a:moveTo>
                    <a:pt x="4112" y="1783"/>
                  </a:moveTo>
                  <a:cubicBezTo>
                    <a:pt x="4110" y="1783"/>
                    <a:pt x="4103" y="1785"/>
                    <a:pt x="4087" y="1792"/>
                  </a:cubicBezTo>
                  <a:cubicBezTo>
                    <a:pt x="4087" y="1793"/>
                    <a:pt x="4088" y="1793"/>
                    <a:pt x="4089" y="1793"/>
                  </a:cubicBezTo>
                  <a:cubicBezTo>
                    <a:pt x="4095" y="1793"/>
                    <a:pt x="4115" y="1783"/>
                    <a:pt x="4112" y="1783"/>
                  </a:cubicBezTo>
                  <a:close/>
                  <a:moveTo>
                    <a:pt x="341" y="1747"/>
                  </a:moveTo>
                  <a:cubicBezTo>
                    <a:pt x="348" y="1747"/>
                    <a:pt x="359" y="1752"/>
                    <a:pt x="390" y="1768"/>
                  </a:cubicBezTo>
                  <a:cubicBezTo>
                    <a:pt x="390" y="1768"/>
                    <a:pt x="438" y="1800"/>
                    <a:pt x="438" y="1808"/>
                  </a:cubicBezTo>
                  <a:lnTo>
                    <a:pt x="382" y="1792"/>
                  </a:lnTo>
                  <a:cubicBezTo>
                    <a:pt x="325" y="1768"/>
                    <a:pt x="333" y="1760"/>
                    <a:pt x="333" y="1751"/>
                  </a:cubicBezTo>
                  <a:cubicBezTo>
                    <a:pt x="336" y="1748"/>
                    <a:pt x="338" y="1747"/>
                    <a:pt x="341" y="1747"/>
                  </a:cubicBezTo>
                  <a:close/>
                  <a:moveTo>
                    <a:pt x="3958" y="1778"/>
                  </a:moveTo>
                  <a:cubicBezTo>
                    <a:pt x="3944" y="1785"/>
                    <a:pt x="3925" y="1795"/>
                    <a:pt x="3900" y="1808"/>
                  </a:cubicBezTo>
                  <a:cubicBezTo>
                    <a:pt x="3895" y="1813"/>
                    <a:pt x="3890" y="1817"/>
                    <a:pt x="3885" y="1820"/>
                  </a:cubicBezTo>
                  <a:lnTo>
                    <a:pt x="3885" y="1820"/>
                  </a:lnTo>
                  <a:cubicBezTo>
                    <a:pt x="3898" y="1812"/>
                    <a:pt x="3919" y="1800"/>
                    <a:pt x="3949" y="1784"/>
                  </a:cubicBezTo>
                  <a:cubicBezTo>
                    <a:pt x="3952" y="1782"/>
                    <a:pt x="3955" y="1780"/>
                    <a:pt x="3958" y="1778"/>
                  </a:cubicBezTo>
                  <a:close/>
                  <a:moveTo>
                    <a:pt x="3885" y="1820"/>
                  </a:moveTo>
                  <a:cubicBezTo>
                    <a:pt x="3871" y="1829"/>
                    <a:pt x="3865" y="1834"/>
                    <a:pt x="3866" y="1834"/>
                  </a:cubicBezTo>
                  <a:cubicBezTo>
                    <a:pt x="3867" y="1834"/>
                    <a:pt x="3874" y="1829"/>
                    <a:pt x="3885" y="1820"/>
                  </a:cubicBezTo>
                  <a:close/>
                  <a:moveTo>
                    <a:pt x="4338" y="1776"/>
                  </a:moveTo>
                  <a:lnTo>
                    <a:pt x="4338" y="1784"/>
                  </a:lnTo>
                  <a:cubicBezTo>
                    <a:pt x="4346" y="1792"/>
                    <a:pt x="4290" y="1816"/>
                    <a:pt x="4290" y="1816"/>
                  </a:cubicBezTo>
                  <a:cubicBezTo>
                    <a:pt x="4290" y="1816"/>
                    <a:pt x="4248" y="1834"/>
                    <a:pt x="4236" y="1834"/>
                  </a:cubicBezTo>
                  <a:cubicBezTo>
                    <a:pt x="4234" y="1834"/>
                    <a:pt x="4233" y="1834"/>
                    <a:pt x="4233" y="1832"/>
                  </a:cubicBezTo>
                  <a:cubicBezTo>
                    <a:pt x="4265" y="1816"/>
                    <a:pt x="4298" y="1792"/>
                    <a:pt x="4338" y="1776"/>
                  </a:cubicBezTo>
                  <a:close/>
                  <a:moveTo>
                    <a:pt x="770" y="1994"/>
                  </a:moveTo>
                  <a:lnTo>
                    <a:pt x="770" y="1994"/>
                  </a:lnTo>
                  <a:cubicBezTo>
                    <a:pt x="779" y="1998"/>
                    <a:pt x="784" y="1999"/>
                    <a:pt x="784" y="1999"/>
                  </a:cubicBezTo>
                  <a:cubicBezTo>
                    <a:pt x="785" y="1999"/>
                    <a:pt x="780" y="1997"/>
                    <a:pt x="770" y="1994"/>
                  </a:cubicBezTo>
                  <a:close/>
                  <a:moveTo>
                    <a:pt x="2100" y="1865"/>
                  </a:moveTo>
                  <a:lnTo>
                    <a:pt x="2133" y="1978"/>
                  </a:lnTo>
                  <a:cubicBezTo>
                    <a:pt x="2143" y="2002"/>
                    <a:pt x="2149" y="2016"/>
                    <a:pt x="2150" y="2016"/>
                  </a:cubicBezTo>
                  <a:cubicBezTo>
                    <a:pt x="2152" y="2016"/>
                    <a:pt x="2144" y="1988"/>
                    <a:pt x="2125" y="1922"/>
                  </a:cubicBezTo>
                  <a:cubicBezTo>
                    <a:pt x="2101" y="1866"/>
                    <a:pt x="2100" y="1865"/>
                    <a:pt x="2100" y="1865"/>
                  </a:cubicBezTo>
                  <a:close/>
                  <a:moveTo>
                    <a:pt x="4455" y="2091"/>
                  </a:moveTo>
                  <a:cubicBezTo>
                    <a:pt x="4463" y="2091"/>
                    <a:pt x="4459" y="2093"/>
                    <a:pt x="4435" y="2100"/>
                  </a:cubicBezTo>
                  <a:cubicBezTo>
                    <a:pt x="4395" y="2108"/>
                    <a:pt x="4362" y="2116"/>
                    <a:pt x="4322" y="2124"/>
                  </a:cubicBezTo>
                  <a:cubicBezTo>
                    <a:pt x="4322" y="2124"/>
                    <a:pt x="4306" y="2126"/>
                    <a:pt x="4297" y="2126"/>
                  </a:cubicBezTo>
                  <a:cubicBezTo>
                    <a:pt x="4287" y="2126"/>
                    <a:pt x="4285" y="2124"/>
                    <a:pt x="4314" y="2116"/>
                  </a:cubicBezTo>
                  <a:lnTo>
                    <a:pt x="4379" y="2100"/>
                  </a:lnTo>
                  <a:cubicBezTo>
                    <a:pt x="4411" y="2095"/>
                    <a:pt x="4444" y="2091"/>
                    <a:pt x="4455" y="2091"/>
                  </a:cubicBezTo>
                  <a:close/>
                  <a:moveTo>
                    <a:pt x="1144" y="2141"/>
                  </a:moveTo>
                  <a:lnTo>
                    <a:pt x="1249" y="2197"/>
                  </a:lnTo>
                  <a:lnTo>
                    <a:pt x="1249" y="2189"/>
                  </a:lnTo>
                  <a:cubicBezTo>
                    <a:pt x="1217" y="2173"/>
                    <a:pt x="1176" y="2149"/>
                    <a:pt x="1144" y="2141"/>
                  </a:cubicBezTo>
                  <a:close/>
                  <a:moveTo>
                    <a:pt x="4719" y="2319"/>
                  </a:moveTo>
                  <a:cubicBezTo>
                    <a:pt x="4719" y="2327"/>
                    <a:pt x="4719" y="2327"/>
                    <a:pt x="4654" y="2343"/>
                  </a:cubicBezTo>
                  <a:cubicBezTo>
                    <a:pt x="4638" y="2347"/>
                    <a:pt x="4618" y="2349"/>
                    <a:pt x="4598" y="2349"/>
                  </a:cubicBezTo>
                  <a:cubicBezTo>
                    <a:pt x="4577" y="2349"/>
                    <a:pt x="4557" y="2347"/>
                    <a:pt x="4541" y="2343"/>
                  </a:cubicBezTo>
                  <a:cubicBezTo>
                    <a:pt x="4598" y="2327"/>
                    <a:pt x="4654" y="2319"/>
                    <a:pt x="4711" y="2319"/>
                  </a:cubicBezTo>
                  <a:close/>
                  <a:moveTo>
                    <a:pt x="4397" y="3483"/>
                  </a:moveTo>
                  <a:cubicBezTo>
                    <a:pt x="4399" y="3483"/>
                    <a:pt x="4425" y="3496"/>
                    <a:pt x="4476" y="3519"/>
                  </a:cubicBezTo>
                  <a:lnTo>
                    <a:pt x="4484" y="3519"/>
                  </a:lnTo>
                  <a:cubicBezTo>
                    <a:pt x="4533" y="3543"/>
                    <a:pt x="4590" y="3559"/>
                    <a:pt x="4590" y="3568"/>
                  </a:cubicBezTo>
                  <a:cubicBezTo>
                    <a:pt x="4623" y="3590"/>
                    <a:pt x="4632" y="3598"/>
                    <a:pt x="4626" y="3598"/>
                  </a:cubicBezTo>
                  <a:cubicBezTo>
                    <a:pt x="4615" y="3598"/>
                    <a:pt x="4546" y="3565"/>
                    <a:pt x="4476" y="3527"/>
                  </a:cubicBezTo>
                  <a:cubicBezTo>
                    <a:pt x="4421" y="3498"/>
                    <a:pt x="4395" y="3483"/>
                    <a:pt x="4397" y="3483"/>
                  </a:cubicBezTo>
                  <a:close/>
                  <a:moveTo>
                    <a:pt x="2076" y="57"/>
                  </a:moveTo>
                  <a:cubicBezTo>
                    <a:pt x="2071" y="132"/>
                    <a:pt x="2051" y="164"/>
                    <a:pt x="2026" y="164"/>
                  </a:cubicBezTo>
                  <a:cubicBezTo>
                    <a:pt x="2011" y="164"/>
                    <a:pt x="1994" y="152"/>
                    <a:pt x="1979" y="130"/>
                  </a:cubicBezTo>
                  <a:cubicBezTo>
                    <a:pt x="1963" y="130"/>
                    <a:pt x="1946" y="130"/>
                    <a:pt x="1946" y="195"/>
                  </a:cubicBezTo>
                  <a:cubicBezTo>
                    <a:pt x="1942" y="228"/>
                    <a:pt x="1940" y="244"/>
                    <a:pt x="1936" y="244"/>
                  </a:cubicBezTo>
                  <a:cubicBezTo>
                    <a:pt x="1932" y="244"/>
                    <a:pt x="1926" y="230"/>
                    <a:pt x="1914" y="203"/>
                  </a:cubicBezTo>
                  <a:cubicBezTo>
                    <a:pt x="1909" y="167"/>
                    <a:pt x="1885" y="136"/>
                    <a:pt x="1868" y="136"/>
                  </a:cubicBezTo>
                  <a:cubicBezTo>
                    <a:pt x="1855" y="136"/>
                    <a:pt x="1846" y="156"/>
                    <a:pt x="1857" y="211"/>
                  </a:cubicBezTo>
                  <a:lnTo>
                    <a:pt x="1841" y="154"/>
                  </a:lnTo>
                  <a:cubicBezTo>
                    <a:pt x="1834" y="138"/>
                    <a:pt x="1829" y="131"/>
                    <a:pt x="1826" y="131"/>
                  </a:cubicBezTo>
                  <a:lnTo>
                    <a:pt x="1826" y="131"/>
                  </a:lnTo>
                  <a:cubicBezTo>
                    <a:pt x="1818" y="131"/>
                    <a:pt x="1821" y="171"/>
                    <a:pt x="1833" y="211"/>
                  </a:cubicBezTo>
                  <a:cubicBezTo>
                    <a:pt x="1844" y="263"/>
                    <a:pt x="1848" y="293"/>
                    <a:pt x="1845" y="293"/>
                  </a:cubicBezTo>
                  <a:cubicBezTo>
                    <a:pt x="1841" y="293"/>
                    <a:pt x="1827" y="251"/>
                    <a:pt x="1800" y="154"/>
                  </a:cubicBezTo>
                  <a:cubicBezTo>
                    <a:pt x="1786" y="88"/>
                    <a:pt x="1775" y="60"/>
                    <a:pt x="1771" y="60"/>
                  </a:cubicBezTo>
                  <a:lnTo>
                    <a:pt x="1771" y="60"/>
                  </a:lnTo>
                  <a:cubicBezTo>
                    <a:pt x="1768" y="60"/>
                    <a:pt x="1769" y="74"/>
                    <a:pt x="1776" y="97"/>
                  </a:cubicBezTo>
                  <a:cubicBezTo>
                    <a:pt x="1782" y="144"/>
                    <a:pt x="1784" y="186"/>
                    <a:pt x="1775" y="186"/>
                  </a:cubicBezTo>
                  <a:cubicBezTo>
                    <a:pt x="1772" y="186"/>
                    <a:pt x="1767" y="179"/>
                    <a:pt x="1760" y="162"/>
                  </a:cubicBezTo>
                  <a:lnTo>
                    <a:pt x="1760" y="162"/>
                  </a:lnTo>
                  <a:cubicBezTo>
                    <a:pt x="1752" y="162"/>
                    <a:pt x="1744" y="170"/>
                    <a:pt x="1776" y="284"/>
                  </a:cubicBezTo>
                  <a:cubicBezTo>
                    <a:pt x="1792" y="341"/>
                    <a:pt x="1784" y="341"/>
                    <a:pt x="1776" y="349"/>
                  </a:cubicBezTo>
                  <a:cubicBezTo>
                    <a:pt x="1760" y="308"/>
                    <a:pt x="1752" y="268"/>
                    <a:pt x="1752" y="227"/>
                  </a:cubicBezTo>
                  <a:lnTo>
                    <a:pt x="1736" y="235"/>
                  </a:lnTo>
                  <a:cubicBezTo>
                    <a:pt x="1727" y="235"/>
                    <a:pt x="1687" y="179"/>
                    <a:pt x="1671" y="122"/>
                  </a:cubicBezTo>
                  <a:cubicBezTo>
                    <a:pt x="1661" y="100"/>
                    <a:pt x="1654" y="87"/>
                    <a:pt x="1652" y="87"/>
                  </a:cubicBezTo>
                  <a:lnTo>
                    <a:pt x="1652" y="87"/>
                  </a:lnTo>
                  <a:cubicBezTo>
                    <a:pt x="1647" y="87"/>
                    <a:pt x="1654" y="117"/>
                    <a:pt x="1679" y="187"/>
                  </a:cubicBezTo>
                  <a:cubicBezTo>
                    <a:pt x="1711" y="300"/>
                    <a:pt x="1711" y="300"/>
                    <a:pt x="1695" y="300"/>
                  </a:cubicBezTo>
                  <a:cubicBezTo>
                    <a:pt x="1693" y="302"/>
                    <a:pt x="1691" y="304"/>
                    <a:pt x="1688" y="304"/>
                  </a:cubicBezTo>
                  <a:cubicBezTo>
                    <a:pt x="1682" y="304"/>
                    <a:pt x="1674" y="293"/>
                    <a:pt x="1663" y="251"/>
                  </a:cubicBezTo>
                  <a:cubicBezTo>
                    <a:pt x="1646" y="195"/>
                    <a:pt x="1646" y="195"/>
                    <a:pt x="1622" y="195"/>
                  </a:cubicBezTo>
                  <a:cubicBezTo>
                    <a:pt x="1598" y="203"/>
                    <a:pt x="1622" y="381"/>
                    <a:pt x="1655" y="495"/>
                  </a:cubicBezTo>
                  <a:cubicBezTo>
                    <a:pt x="1675" y="551"/>
                    <a:pt x="1685" y="580"/>
                    <a:pt x="1684" y="580"/>
                  </a:cubicBezTo>
                  <a:cubicBezTo>
                    <a:pt x="1683" y="580"/>
                    <a:pt x="1671" y="551"/>
                    <a:pt x="1646" y="495"/>
                  </a:cubicBezTo>
                  <a:cubicBezTo>
                    <a:pt x="1634" y="451"/>
                    <a:pt x="1626" y="446"/>
                    <a:pt x="1619" y="446"/>
                  </a:cubicBezTo>
                  <a:cubicBezTo>
                    <a:pt x="1618" y="446"/>
                    <a:pt x="1616" y="446"/>
                    <a:pt x="1614" y="446"/>
                  </a:cubicBezTo>
                  <a:cubicBezTo>
                    <a:pt x="1590" y="389"/>
                    <a:pt x="1598" y="389"/>
                    <a:pt x="1606" y="389"/>
                  </a:cubicBezTo>
                  <a:lnTo>
                    <a:pt x="1590" y="333"/>
                  </a:lnTo>
                  <a:cubicBezTo>
                    <a:pt x="1566" y="277"/>
                    <a:pt x="1552" y="248"/>
                    <a:pt x="1547" y="248"/>
                  </a:cubicBezTo>
                  <a:lnTo>
                    <a:pt x="1547" y="248"/>
                  </a:lnTo>
                  <a:cubicBezTo>
                    <a:pt x="1543" y="248"/>
                    <a:pt x="1549" y="279"/>
                    <a:pt x="1565" y="341"/>
                  </a:cubicBezTo>
                  <a:cubicBezTo>
                    <a:pt x="1569" y="369"/>
                    <a:pt x="1571" y="383"/>
                    <a:pt x="1569" y="383"/>
                  </a:cubicBezTo>
                  <a:cubicBezTo>
                    <a:pt x="1567" y="383"/>
                    <a:pt x="1561" y="369"/>
                    <a:pt x="1549" y="341"/>
                  </a:cubicBezTo>
                  <a:cubicBezTo>
                    <a:pt x="1526" y="306"/>
                    <a:pt x="1504" y="268"/>
                    <a:pt x="1500" y="268"/>
                  </a:cubicBezTo>
                  <a:lnTo>
                    <a:pt x="1500" y="268"/>
                  </a:lnTo>
                  <a:cubicBezTo>
                    <a:pt x="1499" y="268"/>
                    <a:pt x="1501" y="275"/>
                    <a:pt x="1509" y="292"/>
                  </a:cubicBezTo>
                  <a:cubicBezTo>
                    <a:pt x="1509" y="292"/>
                    <a:pt x="1508" y="292"/>
                    <a:pt x="1506" y="292"/>
                  </a:cubicBezTo>
                  <a:cubicBezTo>
                    <a:pt x="1501" y="292"/>
                    <a:pt x="1485" y="288"/>
                    <a:pt x="1460" y="243"/>
                  </a:cubicBezTo>
                  <a:cubicBezTo>
                    <a:pt x="1444" y="251"/>
                    <a:pt x="1436" y="251"/>
                    <a:pt x="1452" y="308"/>
                  </a:cubicBezTo>
                  <a:cubicBezTo>
                    <a:pt x="1476" y="365"/>
                    <a:pt x="1468" y="365"/>
                    <a:pt x="1460" y="373"/>
                  </a:cubicBezTo>
                  <a:cubicBezTo>
                    <a:pt x="1452" y="373"/>
                    <a:pt x="1444" y="373"/>
                    <a:pt x="1468" y="430"/>
                  </a:cubicBezTo>
                  <a:cubicBezTo>
                    <a:pt x="1484" y="487"/>
                    <a:pt x="1500" y="543"/>
                    <a:pt x="1484" y="551"/>
                  </a:cubicBezTo>
                  <a:cubicBezTo>
                    <a:pt x="1488" y="579"/>
                    <a:pt x="1490" y="595"/>
                    <a:pt x="1486" y="595"/>
                  </a:cubicBezTo>
                  <a:cubicBezTo>
                    <a:pt x="1482" y="595"/>
                    <a:pt x="1468" y="567"/>
                    <a:pt x="1436" y="503"/>
                  </a:cubicBezTo>
                  <a:cubicBezTo>
                    <a:pt x="1417" y="459"/>
                    <a:pt x="1408" y="454"/>
                    <a:pt x="1401" y="454"/>
                  </a:cubicBezTo>
                  <a:cubicBezTo>
                    <a:pt x="1399" y="454"/>
                    <a:pt x="1397" y="454"/>
                    <a:pt x="1395" y="454"/>
                  </a:cubicBezTo>
                  <a:cubicBezTo>
                    <a:pt x="1395" y="454"/>
                    <a:pt x="1395" y="455"/>
                    <a:pt x="1394" y="455"/>
                  </a:cubicBezTo>
                  <a:cubicBezTo>
                    <a:pt x="1390" y="455"/>
                    <a:pt x="1380" y="450"/>
                    <a:pt x="1355" y="406"/>
                  </a:cubicBezTo>
                  <a:cubicBezTo>
                    <a:pt x="1346" y="392"/>
                    <a:pt x="1341" y="387"/>
                    <a:pt x="1340" y="387"/>
                  </a:cubicBezTo>
                  <a:lnTo>
                    <a:pt x="1340" y="387"/>
                  </a:lnTo>
                  <a:cubicBezTo>
                    <a:pt x="1335" y="387"/>
                    <a:pt x="1353" y="427"/>
                    <a:pt x="1371" y="462"/>
                  </a:cubicBezTo>
                  <a:lnTo>
                    <a:pt x="1419" y="576"/>
                  </a:lnTo>
                  <a:lnTo>
                    <a:pt x="1419" y="576"/>
                  </a:lnTo>
                  <a:cubicBezTo>
                    <a:pt x="1387" y="527"/>
                    <a:pt x="1355" y="470"/>
                    <a:pt x="1330" y="414"/>
                  </a:cubicBezTo>
                  <a:cubicBezTo>
                    <a:pt x="1303" y="363"/>
                    <a:pt x="1289" y="339"/>
                    <a:pt x="1287" y="339"/>
                  </a:cubicBezTo>
                  <a:lnTo>
                    <a:pt x="1287" y="339"/>
                  </a:lnTo>
                  <a:cubicBezTo>
                    <a:pt x="1285" y="339"/>
                    <a:pt x="1297" y="367"/>
                    <a:pt x="1322" y="422"/>
                  </a:cubicBezTo>
                  <a:cubicBezTo>
                    <a:pt x="1340" y="463"/>
                    <a:pt x="1353" y="505"/>
                    <a:pt x="1343" y="505"/>
                  </a:cubicBezTo>
                  <a:cubicBezTo>
                    <a:pt x="1340" y="505"/>
                    <a:pt x="1333" y="500"/>
                    <a:pt x="1322" y="487"/>
                  </a:cubicBezTo>
                  <a:cubicBezTo>
                    <a:pt x="1316" y="489"/>
                    <a:pt x="1311" y="492"/>
                    <a:pt x="1305" y="492"/>
                  </a:cubicBezTo>
                  <a:cubicBezTo>
                    <a:pt x="1293" y="492"/>
                    <a:pt x="1281" y="483"/>
                    <a:pt x="1265" y="446"/>
                  </a:cubicBezTo>
                  <a:cubicBezTo>
                    <a:pt x="1256" y="431"/>
                    <a:pt x="1250" y="426"/>
                    <a:pt x="1248" y="426"/>
                  </a:cubicBezTo>
                  <a:lnTo>
                    <a:pt x="1248" y="426"/>
                  </a:lnTo>
                  <a:cubicBezTo>
                    <a:pt x="1241" y="426"/>
                    <a:pt x="1249" y="454"/>
                    <a:pt x="1249" y="454"/>
                  </a:cubicBezTo>
                  <a:cubicBezTo>
                    <a:pt x="1258" y="485"/>
                    <a:pt x="1260" y="499"/>
                    <a:pt x="1251" y="499"/>
                  </a:cubicBezTo>
                  <a:cubicBezTo>
                    <a:pt x="1245" y="499"/>
                    <a:pt x="1231" y="489"/>
                    <a:pt x="1209" y="470"/>
                  </a:cubicBezTo>
                  <a:cubicBezTo>
                    <a:pt x="1163" y="433"/>
                    <a:pt x="1137" y="412"/>
                    <a:pt x="1128" y="412"/>
                  </a:cubicBezTo>
                  <a:lnTo>
                    <a:pt x="1128" y="412"/>
                  </a:lnTo>
                  <a:cubicBezTo>
                    <a:pt x="1118" y="412"/>
                    <a:pt x="1130" y="439"/>
                    <a:pt x="1160" y="495"/>
                  </a:cubicBezTo>
                  <a:cubicBezTo>
                    <a:pt x="1179" y="523"/>
                    <a:pt x="1195" y="554"/>
                    <a:pt x="1192" y="554"/>
                  </a:cubicBezTo>
                  <a:cubicBezTo>
                    <a:pt x="1190" y="554"/>
                    <a:pt x="1179" y="539"/>
                    <a:pt x="1152" y="495"/>
                  </a:cubicBezTo>
                  <a:cubicBezTo>
                    <a:pt x="1143" y="482"/>
                    <a:pt x="1138" y="476"/>
                    <a:pt x="1135" y="476"/>
                  </a:cubicBezTo>
                  <a:lnTo>
                    <a:pt x="1135" y="476"/>
                  </a:lnTo>
                  <a:cubicBezTo>
                    <a:pt x="1128" y="476"/>
                    <a:pt x="1140" y="518"/>
                    <a:pt x="1152" y="560"/>
                  </a:cubicBezTo>
                  <a:cubicBezTo>
                    <a:pt x="1184" y="633"/>
                    <a:pt x="1225" y="706"/>
                    <a:pt x="1265" y="778"/>
                  </a:cubicBezTo>
                  <a:cubicBezTo>
                    <a:pt x="1300" y="838"/>
                    <a:pt x="1313" y="861"/>
                    <a:pt x="1308" y="861"/>
                  </a:cubicBezTo>
                  <a:cubicBezTo>
                    <a:pt x="1304" y="861"/>
                    <a:pt x="1293" y="851"/>
                    <a:pt x="1273" y="835"/>
                  </a:cubicBezTo>
                  <a:cubicBezTo>
                    <a:pt x="1273" y="835"/>
                    <a:pt x="1233" y="787"/>
                    <a:pt x="1200" y="738"/>
                  </a:cubicBezTo>
                  <a:cubicBezTo>
                    <a:pt x="1176" y="689"/>
                    <a:pt x="1176" y="681"/>
                    <a:pt x="1176" y="681"/>
                  </a:cubicBezTo>
                  <a:lnTo>
                    <a:pt x="1184" y="681"/>
                  </a:lnTo>
                  <a:cubicBezTo>
                    <a:pt x="1162" y="629"/>
                    <a:pt x="1132" y="583"/>
                    <a:pt x="1115" y="583"/>
                  </a:cubicBezTo>
                  <a:cubicBezTo>
                    <a:pt x="1114" y="583"/>
                    <a:pt x="1112" y="583"/>
                    <a:pt x="1111" y="584"/>
                  </a:cubicBezTo>
                  <a:cubicBezTo>
                    <a:pt x="1093" y="562"/>
                    <a:pt x="1081" y="551"/>
                    <a:pt x="1077" y="551"/>
                  </a:cubicBezTo>
                  <a:lnTo>
                    <a:pt x="1077" y="551"/>
                  </a:lnTo>
                  <a:cubicBezTo>
                    <a:pt x="1072" y="551"/>
                    <a:pt x="1078" y="566"/>
                    <a:pt x="1095" y="592"/>
                  </a:cubicBezTo>
                  <a:cubicBezTo>
                    <a:pt x="1072" y="564"/>
                    <a:pt x="1057" y="555"/>
                    <a:pt x="1045" y="555"/>
                  </a:cubicBezTo>
                  <a:cubicBezTo>
                    <a:pt x="1036" y="555"/>
                    <a:pt x="1029" y="561"/>
                    <a:pt x="1022" y="568"/>
                  </a:cubicBezTo>
                  <a:cubicBezTo>
                    <a:pt x="1015" y="571"/>
                    <a:pt x="1008" y="574"/>
                    <a:pt x="998" y="574"/>
                  </a:cubicBezTo>
                  <a:cubicBezTo>
                    <a:pt x="983" y="574"/>
                    <a:pt x="965" y="567"/>
                    <a:pt x="941" y="543"/>
                  </a:cubicBezTo>
                  <a:lnTo>
                    <a:pt x="941" y="543"/>
                  </a:lnTo>
                  <a:cubicBezTo>
                    <a:pt x="925" y="551"/>
                    <a:pt x="917" y="551"/>
                    <a:pt x="949" y="608"/>
                  </a:cubicBezTo>
                  <a:cubicBezTo>
                    <a:pt x="992" y="665"/>
                    <a:pt x="1007" y="689"/>
                    <a:pt x="1005" y="689"/>
                  </a:cubicBezTo>
                  <a:cubicBezTo>
                    <a:pt x="1004" y="689"/>
                    <a:pt x="995" y="677"/>
                    <a:pt x="982" y="657"/>
                  </a:cubicBezTo>
                  <a:cubicBezTo>
                    <a:pt x="946" y="614"/>
                    <a:pt x="900" y="595"/>
                    <a:pt x="864" y="595"/>
                  </a:cubicBezTo>
                  <a:cubicBezTo>
                    <a:pt x="819" y="595"/>
                    <a:pt x="791" y="627"/>
                    <a:pt x="828" y="681"/>
                  </a:cubicBezTo>
                  <a:lnTo>
                    <a:pt x="811" y="697"/>
                  </a:lnTo>
                  <a:cubicBezTo>
                    <a:pt x="796" y="685"/>
                    <a:pt x="781" y="679"/>
                    <a:pt x="768" y="679"/>
                  </a:cubicBezTo>
                  <a:cubicBezTo>
                    <a:pt x="740" y="679"/>
                    <a:pt x="724" y="707"/>
                    <a:pt x="746" y="746"/>
                  </a:cubicBezTo>
                  <a:lnTo>
                    <a:pt x="722" y="762"/>
                  </a:lnTo>
                  <a:cubicBezTo>
                    <a:pt x="698" y="745"/>
                    <a:pt x="682" y="736"/>
                    <a:pt x="675" y="736"/>
                  </a:cubicBezTo>
                  <a:lnTo>
                    <a:pt x="675" y="736"/>
                  </a:lnTo>
                  <a:cubicBezTo>
                    <a:pt x="666" y="736"/>
                    <a:pt x="671" y="751"/>
                    <a:pt x="690" y="778"/>
                  </a:cubicBezTo>
                  <a:cubicBezTo>
                    <a:pt x="713" y="819"/>
                    <a:pt x="740" y="852"/>
                    <a:pt x="739" y="852"/>
                  </a:cubicBezTo>
                  <a:cubicBezTo>
                    <a:pt x="739" y="852"/>
                    <a:pt x="734" y="847"/>
                    <a:pt x="722" y="835"/>
                  </a:cubicBezTo>
                  <a:cubicBezTo>
                    <a:pt x="703" y="812"/>
                    <a:pt x="689" y="804"/>
                    <a:pt x="677" y="804"/>
                  </a:cubicBezTo>
                  <a:cubicBezTo>
                    <a:pt x="664" y="804"/>
                    <a:pt x="654" y="814"/>
                    <a:pt x="641" y="827"/>
                  </a:cubicBezTo>
                  <a:cubicBezTo>
                    <a:pt x="609" y="843"/>
                    <a:pt x="609" y="851"/>
                    <a:pt x="657" y="884"/>
                  </a:cubicBezTo>
                  <a:cubicBezTo>
                    <a:pt x="663" y="911"/>
                    <a:pt x="661" y="922"/>
                    <a:pt x="655" y="922"/>
                  </a:cubicBezTo>
                  <a:cubicBezTo>
                    <a:pt x="643" y="922"/>
                    <a:pt x="618" y="893"/>
                    <a:pt x="592" y="868"/>
                  </a:cubicBezTo>
                  <a:cubicBezTo>
                    <a:pt x="558" y="827"/>
                    <a:pt x="537" y="806"/>
                    <a:pt x="532" y="806"/>
                  </a:cubicBezTo>
                  <a:lnTo>
                    <a:pt x="532" y="806"/>
                  </a:lnTo>
                  <a:cubicBezTo>
                    <a:pt x="526" y="806"/>
                    <a:pt x="551" y="845"/>
                    <a:pt x="617" y="924"/>
                  </a:cubicBezTo>
                  <a:cubicBezTo>
                    <a:pt x="663" y="981"/>
                    <a:pt x="676" y="1005"/>
                    <a:pt x="668" y="1005"/>
                  </a:cubicBezTo>
                  <a:cubicBezTo>
                    <a:pt x="663" y="1005"/>
                    <a:pt x="651" y="996"/>
                    <a:pt x="633" y="981"/>
                  </a:cubicBezTo>
                  <a:cubicBezTo>
                    <a:pt x="592" y="941"/>
                    <a:pt x="600" y="933"/>
                    <a:pt x="609" y="924"/>
                  </a:cubicBezTo>
                  <a:lnTo>
                    <a:pt x="528" y="843"/>
                  </a:lnTo>
                  <a:cubicBezTo>
                    <a:pt x="519" y="843"/>
                    <a:pt x="519" y="843"/>
                    <a:pt x="552" y="892"/>
                  </a:cubicBezTo>
                  <a:cubicBezTo>
                    <a:pt x="552" y="892"/>
                    <a:pt x="544" y="900"/>
                    <a:pt x="584" y="949"/>
                  </a:cubicBezTo>
                  <a:cubicBezTo>
                    <a:pt x="617" y="997"/>
                    <a:pt x="657" y="1046"/>
                    <a:pt x="706" y="1078"/>
                  </a:cubicBezTo>
                  <a:cubicBezTo>
                    <a:pt x="755" y="1119"/>
                    <a:pt x="746" y="1119"/>
                    <a:pt x="746" y="1127"/>
                  </a:cubicBezTo>
                  <a:cubicBezTo>
                    <a:pt x="690" y="1095"/>
                    <a:pt x="641" y="1054"/>
                    <a:pt x="609" y="1006"/>
                  </a:cubicBezTo>
                  <a:cubicBezTo>
                    <a:pt x="617" y="997"/>
                    <a:pt x="576" y="957"/>
                    <a:pt x="528" y="916"/>
                  </a:cubicBezTo>
                  <a:cubicBezTo>
                    <a:pt x="521" y="909"/>
                    <a:pt x="517" y="905"/>
                    <a:pt x="515" y="905"/>
                  </a:cubicBezTo>
                  <a:lnTo>
                    <a:pt x="515" y="905"/>
                  </a:lnTo>
                  <a:cubicBezTo>
                    <a:pt x="503" y="905"/>
                    <a:pt x="548" y="1003"/>
                    <a:pt x="617" y="1078"/>
                  </a:cubicBezTo>
                  <a:lnTo>
                    <a:pt x="576" y="1038"/>
                  </a:lnTo>
                  <a:cubicBezTo>
                    <a:pt x="554" y="1016"/>
                    <a:pt x="540" y="1008"/>
                    <a:pt x="528" y="1008"/>
                  </a:cubicBezTo>
                  <a:cubicBezTo>
                    <a:pt x="518" y="1008"/>
                    <a:pt x="511" y="1014"/>
                    <a:pt x="503" y="1022"/>
                  </a:cubicBezTo>
                  <a:cubicBezTo>
                    <a:pt x="495" y="1038"/>
                    <a:pt x="487" y="1038"/>
                    <a:pt x="528" y="1078"/>
                  </a:cubicBezTo>
                  <a:cubicBezTo>
                    <a:pt x="576" y="1119"/>
                    <a:pt x="617" y="1160"/>
                    <a:pt x="617" y="1168"/>
                  </a:cubicBezTo>
                  <a:cubicBezTo>
                    <a:pt x="617" y="1167"/>
                    <a:pt x="617" y="1167"/>
                    <a:pt x="618" y="1167"/>
                  </a:cubicBezTo>
                  <a:cubicBezTo>
                    <a:pt x="625" y="1167"/>
                    <a:pt x="669" y="1204"/>
                    <a:pt x="706" y="1241"/>
                  </a:cubicBezTo>
                  <a:cubicBezTo>
                    <a:pt x="706" y="1241"/>
                    <a:pt x="649" y="1216"/>
                    <a:pt x="600" y="1184"/>
                  </a:cubicBezTo>
                  <a:cubicBezTo>
                    <a:pt x="532" y="1132"/>
                    <a:pt x="479" y="1105"/>
                    <a:pt x="445" y="1105"/>
                  </a:cubicBezTo>
                  <a:cubicBezTo>
                    <a:pt x="432" y="1105"/>
                    <a:pt x="421" y="1110"/>
                    <a:pt x="414" y="1119"/>
                  </a:cubicBezTo>
                  <a:cubicBezTo>
                    <a:pt x="404" y="1124"/>
                    <a:pt x="394" y="1135"/>
                    <a:pt x="376" y="1135"/>
                  </a:cubicBezTo>
                  <a:cubicBezTo>
                    <a:pt x="365" y="1135"/>
                    <a:pt x="351" y="1131"/>
                    <a:pt x="333" y="1119"/>
                  </a:cubicBezTo>
                  <a:lnTo>
                    <a:pt x="333" y="1119"/>
                  </a:lnTo>
                  <a:cubicBezTo>
                    <a:pt x="317" y="1135"/>
                    <a:pt x="309" y="1143"/>
                    <a:pt x="357" y="1176"/>
                  </a:cubicBezTo>
                  <a:lnTo>
                    <a:pt x="349" y="1192"/>
                  </a:lnTo>
                  <a:cubicBezTo>
                    <a:pt x="330" y="1184"/>
                    <a:pt x="317" y="1180"/>
                    <a:pt x="309" y="1180"/>
                  </a:cubicBezTo>
                  <a:cubicBezTo>
                    <a:pt x="292" y="1180"/>
                    <a:pt x="298" y="1195"/>
                    <a:pt x="325" y="1216"/>
                  </a:cubicBezTo>
                  <a:cubicBezTo>
                    <a:pt x="349" y="1237"/>
                    <a:pt x="347" y="1241"/>
                    <a:pt x="338" y="1241"/>
                  </a:cubicBezTo>
                  <a:cubicBezTo>
                    <a:pt x="332" y="1241"/>
                    <a:pt x="323" y="1239"/>
                    <a:pt x="316" y="1239"/>
                  </a:cubicBezTo>
                  <a:cubicBezTo>
                    <a:pt x="313" y="1239"/>
                    <a:pt x="310" y="1239"/>
                    <a:pt x="309" y="1241"/>
                  </a:cubicBezTo>
                  <a:cubicBezTo>
                    <a:pt x="263" y="1216"/>
                    <a:pt x="237" y="1202"/>
                    <a:pt x="234" y="1202"/>
                  </a:cubicBezTo>
                  <a:lnTo>
                    <a:pt x="234" y="1202"/>
                  </a:lnTo>
                  <a:cubicBezTo>
                    <a:pt x="231" y="1202"/>
                    <a:pt x="266" y="1226"/>
                    <a:pt x="349" y="1281"/>
                  </a:cubicBezTo>
                  <a:cubicBezTo>
                    <a:pt x="356" y="1286"/>
                    <a:pt x="363" y="1291"/>
                    <a:pt x="370" y="1295"/>
                  </a:cubicBezTo>
                  <a:lnTo>
                    <a:pt x="370" y="1295"/>
                  </a:lnTo>
                  <a:cubicBezTo>
                    <a:pt x="331" y="1276"/>
                    <a:pt x="302" y="1265"/>
                    <a:pt x="291" y="1265"/>
                  </a:cubicBezTo>
                  <a:cubicBezTo>
                    <a:pt x="277" y="1265"/>
                    <a:pt x="287" y="1279"/>
                    <a:pt x="333" y="1314"/>
                  </a:cubicBezTo>
                  <a:cubicBezTo>
                    <a:pt x="330" y="1316"/>
                    <a:pt x="328" y="1318"/>
                    <a:pt x="325" y="1318"/>
                  </a:cubicBezTo>
                  <a:cubicBezTo>
                    <a:pt x="319" y="1318"/>
                    <a:pt x="306" y="1311"/>
                    <a:pt x="268" y="1289"/>
                  </a:cubicBezTo>
                  <a:cubicBezTo>
                    <a:pt x="251" y="1278"/>
                    <a:pt x="238" y="1271"/>
                    <a:pt x="234" y="1271"/>
                  </a:cubicBezTo>
                  <a:lnTo>
                    <a:pt x="234" y="1271"/>
                  </a:lnTo>
                  <a:cubicBezTo>
                    <a:pt x="227" y="1271"/>
                    <a:pt x="246" y="1291"/>
                    <a:pt x="309" y="1338"/>
                  </a:cubicBezTo>
                  <a:cubicBezTo>
                    <a:pt x="359" y="1379"/>
                    <a:pt x="381" y="1399"/>
                    <a:pt x="372" y="1399"/>
                  </a:cubicBezTo>
                  <a:cubicBezTo>
                    <a:pt x="364" y="1399"/>
                    <a:pt x="339" y="1387"/>
                    <a:pt x="292" y="1362"/>
                  </a:cubicBezTo>
                  <a:cubicBezTo>
                    <a:pt x="251" y="1344"/>
                    <a:pt x="221" y="1337"/>
                    <a:pt x="203" y="1337"/>
                  </a:cubicBezTo>
                  <a:cubicBezTo>
                    <a:pt x="171" y="1337"/>
                    <a:pt x="172" y="1358"/>
                    <a:pt x="203" y="1378"/>
                  </a:cubicBezTo>
                  <a:cubicBezTo>
                    <a:pt x="284" y="1428"/>
                    <a:pt x="293" y="1449"/>
                    <a:pt x="268" y="1449"/>
                  </a:cubicBezTo>
                  <a:cubicBezTo>
                    <a:pt x="260" y="1449"/>
                    <a:pt x="249" y="1447"/>
                    <a:pt x="236" y="1443"/>
                  </a:cubicBezTo>
                  <a:cubicBezTo>
                    <a:pt x="214" y="1434"/>
                    <a:pt x="201" y="1430"/>
                    <a:pt x="195" y="1430"/>
                  </a:cubicBezTo>
                  <a:lnTo>
                    <a:pt x="195" y="1430"/>
                  </a:lnTo>
                  <a:cubicBezTo>
                    <a:pt x="185" y="1430"/>
                    <a:pt x="194" y="1442"/>
                    <a:pt x="219" y="1468"/>
                  </a:cubicBezTo>
                  <a:cubicBezTo>
                    <a:pt x="189" y="1447"/>
                    <a:pt x="155" y="1430"/>
                    <a:pt x="146" y="1430"/>
                  </a:cubicBezTo>
                  <a:lnTo>
                    <a:pt x="146" y="1430"/>
                  </a:lnTo>
                  <a:cubicBezTo>
                    <a:pt x="141" y="1430"/>
                    <a:pt x="145" y="1436"/>
                    <a:pt x="163" y="1451"/>
                  </a:cubicBezTo>
                  <a:cubicBezTo>
                    <a:pt x="163" y="1451"/>
                    <a:pt x="155" y="1460"/>
                    <a:pt x="211" y="1484"/>
                  </a:cubicBezTo>
                  <a:lnTo>
                    <a:pt x="309" y="1557"/>
                  </a:lnTo>
                  <a:cubicBezTo>
                    <a:pt x="309" y="1556"/>
                    <a:pt x="310" y="1555"/>
                    <a:pt x="311" y="1555"/>
                  </a:cubicBezTo>
                  <a:cubicBezTo>
                    <a:pt x="323" y="1555"/>
                    <a:pt x="372" y="1577"/>
                    <a:pt x="414" y="1605"/>
                  </a:cubicBezTo>
                  <a:cubicBezTo>
                    <a:pt x="435" y="1618"/>
                    <a:pt x="438" y="1624"/>
                    <a:pt x="425" y="1624"/>
                  </a:cubicBezTo>
                  <a:cubicBezTo>
                    <a:pt x="403" y="1624"/>
                    <a:pt x="334" y="1606"/>
                    <a:pt x="228" y="1565"/>
                  </a:cubicBezTo>
                  <a:lnTo>
                    <a:pt x="114" y="1524"/>
                  </a:lnTo>
                  <a:lnTo>
                    <a:pt x="219" y="1581"/>
                  </a:lnTo>
                  <a:cubicBezTo>
                    <a:pt x="216" y="1585"/>
                    <a:pt x="214" y="1588"/>
                    <a:pt x="208" y="1588"/>
                  </a:cubicBezTo>
                  <a:cubicBezTo>
                    <a:pt x="200" y="1588"/>
                    <a:pt x="186" y="1583"/>
                    <a:pt x="155" y="1565"/>
                  </a:cubicBezTo>
                  <a:cubicBezTo>
                    <a:pt x="124" y="1550"/>
                    <a:pt x="112" y="1544"/>
                    <a:pt x="106" y="1544"/>
                  </a:cubicBezTo>
                  <a:cubicBezTo>
                    <a:pt x="103" y="1544"/>
                    <a:pt x="101" y="1546"/>
                    <a:pt x="98" y="1549"/>
                  </a:cubicBezTo>
                  <a:cubicBezTo>
                    <a:pt x="98" y="1549"/>
                    <a:pt x="90" y="1557"/>
                    <a:pt x="146" y="1581"/>
                  </a:cubicBezTo>
                  <a:cubicBezTo>
                    <a:pt x="215" y="1618"/>
                    <a:pt x="239" y="1631"/>
                    <a:pt x="232" y="1631"/>
                  </a:cubicBezTo>
                  <a:cubicBezTo>
                    <a:pt x="228" y="1631"/>
                    <a:pt x="215" y="1627"/>
                    <a:pt x="195" y="1622"/>
                  </a:cubicBezTo>
                  <a:cubicBezTo>
                    <a:pt x="146" y="1601"/>
                    <a:pt x="119" y="1590"/>
                    <a:pt x="111" y="1590"/>
                  </a:cubicBezTo>
                  <a:lnTo>
                    <a:pt x="111" y="1590"/>
                  </a:lnTo>
                  <a:cubicBezTo>
                    <a:pt x="101" y="1590"/>
                    <a:pt x="127" y="1609"/>
                    <a:pt x="187" y="1646"/>
                  </a:cubicBezTo>
                  <a:cubicBezTo>
                    <a:pt x="242" y="1671"/>
                    <a:pt x="268" y="1684"/>
                    <a:pt x="265" y="1684"/>
                  </a:cubicBezTo>
                  <a:cubicBezTo>
                    <a:pt x="261" y="1684"/>
                    <a:pt x="233" y="1673"/>
                    <a:pt x="179" y="1654"/>
                  </a:cubicBezTo>
                  <a:cubicBezTo>
                    <a:pt x="132" y="1634"/>
                    <a:pt x="85" y="1620"/>
                    <a:pt x="70" y="1620"/>
                  </a:cubicBezTo>
                  <a:cubicBezTo>
                    <a:pt x="67" y="1620"/>
                    <a:pt x="65" y="1620"/>
                    <a:pt x="65" y="1622"/>
                  </a:cubicBezTo>
                  <a:lnTo>
                    <a:pt x="114" y="1646"/>
                  </a:lnTo>
                  <a:cubicBezTo>
                    <a:pt x="193" y="1680"/>
                    <a:pt x="213" y="1694"/>
                    <a:pt x="199" y="1694"/>
                  </a:cubicBezTo>
                  <a:cubicBezTo>
                    <a:pt x="193" y="1694"/>
                    <a:pt x="180" y="1691"/>
                    <a:pt x="163" y="1687"/>
                  </a:cubicBezTo>
                  <a:cubicBezTo>
                    <a:pt x="141" y="1677"/>
                    <a:pt x="128" y="1673"/>
                    <a:pt x="122" y="1673"/>
                  </a:cubicBezTo>
                  <a:lnTo>
                    <a:pt x="122" y="1673"/>
                  </a:lnTo>
                  <a:cubicBezTo>
                    <a:pt x="112" y="1673"/>
                    <a:pt x="121" y="1686"/>
                    <a:pt x="146" y="1711"/>
                  </a:cubicBezTo>
                  <a:cubicBezTo>
                    <a:pt x="142" y="1720"/>
                    <a:pt x="140" y="1726"/>
                    <a:pt x="130" y="1726"/>
                  </a:cubicBezTo>
                  <a:cubicBezTo>
                    <a:pt x="121" y="1726"/>
                    <a:pt x="107" y="1722"/>
                    <a:pt x="82" y="1711"/>
                  </a:cubicBezTo>
                  <a:cubicBezTo>
                    <a:pt x="31" y="1692"/>
                    <a:pt x="5" y="1681"/>
                    <a:pt x="3" y="1681"/>
                  </a:cubicBezTo>
                  <a:lnTo>
                    <a:pt x="3" y="1681"/>
                  </a:lnTo>
                  <a:cubicBezTo>
                    <a:pt x="0" y="1681"/>
                    <a:pt x="26" y="1694"/>
                    <a:pt x="82" y="1719"/>
                  </a:cubicBezTo>
                  <a:cubicBezTo>
                    <a:pt x="130" y="1751"/>
                    <a:pt x="130" y="1751"/>
                    <a:pt x="65" y="1751"/>
                  </a:cubicBezTo>
                  <a:cubicBezTo>
                    <a:pt x="42" y="1745"/>
                    <a:pt x="28" y="1741"/>
                    <a:pt x="23" y="1741"/>
                  </a:cubicBezTo>
                  <a:lnTo>
                    <a:pt x="23" y="1741"/>
                  </a:lnTo>
                  <a:cubicBezTo>
                    <a:pt x="17" y="1741"/>
                    <a:pt x="29" y="1749"/>
                    <a:pt x="57" y="1768"/>
                  </a:cubicBezTo>
                  <a:cubicBezTo>
                    <a:pt x="156" y="1803"/>
                    <a:pt x="212" y="1826"/>
                    <a:pt x="225" y="1826"/>
                  </a:cubicBezTo>
                  <a:cubicBezTo>
                    <a:pt x="227" y="1826"/>
                    <a:pt x="228" y="1825"/>
                    <a:pt x="228" y="1824"/>
                  </a:cubicBezTo>
                  <a:cubicBezTo>
                    <a:pt x="231" y="1821"/>
                    <a:pt x="232" y="1820"/>
                    <a:pt x="236" y="1820"/>
                  </a:cubicBezTo>
                  <a:cubicBezTo>
                    <a:pt x="242" y="1820"/>
                    <a:pt x="253" y="1825"/>
                    <a:pt x="284" y="1841"/>
                  </a:cubicBezTo>
                  <a:cubicBezTo>
                    <a:pt x="284" y="1841"/>
                    <a:pt x="284" y="1849"/>
                    <a:pt x="276" y="1857"/>
                  </a:cubicBezTo>
                  <a:cubicBezTo>
                    <a:pt x="276" y="1865"/>
                    <a:pt x="276" y="1873"/>
                    <a:pt x="317" y="1905"/>
                  </a:cubicBezTo>
                  <a:cubicBezTo>
                    <a:pt x="353" y="1936"/>
                    <a:pt x="425" y="1966"/>
                    <a:pt x="440" y="1966"/>
                  </a:cubicBezTo>
                  <a:cubicBezTo>
                    <a:pt x="444" y="1966"/>
                    <a:pt x="443" y="1962"/>
                    <a:pt x="430" y="1954"/>
                  </a:cubicBezTo>
                  <a:lnTo>
                    <a:pt x="430" y="1954"/>
                  </a:lnTo>
                  <a:lnTo>
                    <a:pt x="495" y="1970"/>
                  </a:lnTo>
                  <a:cubicBezTo>
                    <a:pt x="566" y="1999"/>
                    <a:pt x="608" y="2012"/>
                    <a:pt x="617" y="2012"/>
                  </a:cubicBezTo>
                  <a:cubicBezTo>
                    <a:pt x="630" y="2012"/>
                    <a:pt x="591" y="1991"/>
                    <a:pt x="495" y="1954"/>
                  </a:cubicBezTo>
                  <a:cubicBezTo>
                    <a:pt x="405" y="1918"/>
                    <a:pt x="365" y="1902"/>
                    <a:pt x="367" y="1902"/>
                  </a:cubicBezTo>
                  <a:lnTo>
                    <a:pt x="367" y="1902"/>
                  </a:lnTo>
                  <a:cubicBezTo>
                    <a:pt x="368" y="1902"/>
                    <a:pt x="396" y="1912"/>
                    <a:pt x="446" y="1930"/>
                  </a:cubicBezTo>
                  <a:cubicBezTo>
                    <a:pt x="514" y="1954"/>
                    <a:pt x="541" y="1961"/>
                    <a:pt x="554" y="1961"/>
                  </a:cubicBezTo>
                  <a:cubicBezTo>
                    <a:pt x="563" y="1961"/>
                    <a:pt x="565" y="1957"/>
                    <a:pt x="568" y="1954"/>
                  </a:cubicBezTo>
                  <a:cubicBezTo>
                    <a:pt x="568" y="1952"/>
                    <a:pt x="568" y="1951"/>
                    <a:pt x="569" y="1951"/>
                  </a:cubicBezTo>
                  <a:cubicBezTo>
                    <a:pt x="572" y="1951"/>
                    <a:pt x="583" y="1958"/>
                    <a:pt x="625" y="1970"/>
                  </a:cubicBezTo>
                  <a:cubicBezTo>
                    <a:pt x="657" y="1995"/>
                    <a:pt x="698" y="2003"/>
                    <a:pt x="738" y="2003"/>
                  </a:cubicBezTo>
                  <a:cubicBezTo>
                    <a:pt x="746" y="2003"/>
                    <a:pt x="746" y="2003"/>
                    <a:pt x="690" y="1978"/>
                  </a:cubicBezTo>
                  <a:cubicBezTo>
                    <a:pt x="659" y="1970"/>
                    <a:pt x="645" y="1961"/>
                    <a:pt x="656" y="1961"/>
                  </a:cubicBezTo>
                  <a:cubicBezTo>
                    <a:pt x="665" y="1961"/>
                    <a:pt x="694" y="1968"/>
                    <a:pt x="746" y="1987"/>
                  </a:cubicBezTo>
                  <a:cubicBezTo>
                    <a:pt x="756" y="1989"/>
                    <a:pt x="764" y="1992"/>
                    <a:pt x="770" y="1994"/>
                  </a:cubicBezTo>
                  <a:lnTo>
                    <a:pt x="770" y="1994"/>
                  </a:lnTo>
                  <a:cubicBezTo>
                    <a:pt x="756" y="1988"/>
                    <a:pt x="733" y="1978"/>
                    <a:pt x="698" y="1962"/>
                  </a:cubicBezTo>
                  <a:cubicBezTo>
                    <a:pt x="629" y="1933"/>
                    <a:pt x="605" y="1915"/>
                    <a:pt x="622" y="1915"/>
                  </a:cubicBezTo>
                  <a:cubicBezTo>
                    <a:pt x="633" y="1915"/>
                    <a:pt x="662" y="1922"/>
                    <a:pt x="706" y="1938"/>
                  </a:cubicBezTo>
                  <a:lnTo>
                    <a:pt x="714" y="1930"/>
                  </a:lnTo>
                  <a:cubicBezTo>
                    <a:pt x="682" y="1905"/>
                    <a:pt x="649" y="1881"/>
                    <a:pt x="609" y="1873"/>
                  </a:cubicBezTo>
                  <a:cubicBezTo>
                    <a:pt x="542" y="1842"/>
                    <a:pt x="517" y="1831"/>
                    <a:pt x="523" y="1831"/>
                  </a:cubicBezTo>
                  <a:lnTo>
                    <a:pt x="523" y="1831"/>
                  </a:lnTo>
                  <a:cubicBezTo>
                    <a:pt x="526" y="1831"/>
                    <a:pt x="539" y="1835"/>
                    <a:pt x="560" y="1841"/>
                  </a:cubicBezTo>
                  <a:cubicBezTo>
                    <a:pt x="592" y="1849"/>
                    <a:pt x="633" y="1865"/>
                    <a:pt x="665" y="1881"/>
                  </a:cubicBezTo>
                  <a:cubicBezTo>
                    <a:pt x="697" y="1899"/>
                    <a:pt x="711" y="1905"/>
                    <a:pt x="718" y="1905"/>
                  </a:cubicBezTo>
                  <a:cubicBezTo>
                    <a:pt x="725" y="1905"/>
                    <a:pt x="727" y="1901"/>
                    <a:pt x="730" y="1897"/>
                  </a:cubicBezTo>
                  <a:cubicBezTo>
                    <a:pt x="730" y="1889"/>
                    <a:pt x="738" y="1881"/>
                    <a:pt x="682" y="1857"/>
                  </a:cubicBezTo>
                  <a:lnTo>
                    <a:pt x="682" y="1857"/>
                  </a:lnTo>
                  <a:lnTo>
                    <a:pt x="738" y="1881"/>
                  </a:lnTo>
                  <a:cubicBezTo>
                    <a:pt x="738" y="1880"/>
                    <a:pt x="739" y="1880"/>
                    <a:pt x="740" y="1880"/>
                  </a:cubicBezTo>
                  <a:cubicBezTo>
                    <a:pt x="746" y="1880"/>
                    <a:pt x="763" y="1888"/>
                    <a:pt x="764" y="1888"/>
                  </a:cubicBezTo>
                  <a:cubicBezTo>
                    <a:pt x="764" y="1888"/>
                    <a:pt x="758" y="1884"/>
                    <a:pt x="738" y="1873"/>
                  </a:cubicBezTo>
                  <a:cubicBezTo>
                    <a:pt x="738" y="1873"/>
                    <a:pt x="740" y="1872"/>
                    <a:pt x="745" y="1872"/>
                  </a:cubicBezTo>
                  <a:cubicBezTo>
                    <a:pt x="753" y="1872"/>
                    <a:pt x="769" y="1875"/>
                    <a:pt x="803" y="1889"/>
                  </a:cubicBezTo>
                  <a:cubicBezTo>
                    <a:pt x="810" y="1891"/>
                    <a:pt x="814" y="1892"/>
                    <a:pt x="818" y="1892"/>
                  </a:cubicBezTo>
                  <a:cubicBezTo>
                    <a:pt x="849" y="1892"/>
                    <a:pt x="760" y="1829"/>
                    <a:pt x="657" y="1792"/>
                  </a:cubicBezTo>
                  <a:lnTo>
                    <a:pt x="657" y="1784"/>
                  </a:lnTo>
                  <a:cubicBezTo>
                    <a:pt x="665" y="1776"/>
                    <a:pt x="609" y="1751"/>
                    <a:pt x="609" y="1751"/>
                  </a:cubicBezTo>
                  <a:cubicBezTo>
                    <a:pt x="560" y="1719"/>
                    <a:pt x="560" y="1711"/>
                    <a:pt x="568" y="1703"/>
                  </a:cubicBezTo>
                  <a:lnTo>
                    <a:pt x="568" y="1703"/>
                  </a:lnTo>
                  <a:cubicBezTo>
                    <a:pt x="568" y="1703"/>
                    <a:pt x="617" y="1735"/>
                    <a:pt x="673" y="1768"/>
                  </a:cubicBezTo>
                  <a:cubicBezTo>
                    <a:pt x="757" y="1816"/>
                    <a:pt x="812" y="1843"/>
                    <a:pt x="820" y="1843"/>
                  </a:cubicBezTo>
                  <a:cubicBezTo>
                    <a:pt x="827" y="1843"/>
                    <a:pt x="800" y="1824"/>
                    <a:pt x="730" y="1784"/>
                  </a:cubicBezTo>
                  <a:lnTo>
                    <a:pt x="730" y="1784"/>
                  </a:lnTo>
                  <a:lnTo>
                    <a:pt x="787" y="1816"/>
                  </a:lnTo>
                  <a:cubicBezTo>
                    <a:pt x="807" y="1826"/>
                    <a:pt x="819" y="1832"/>
                    <a:pt x="823" y="1832"/>
                  </a:cubicBezTo>
                  <a:cubicBezTo>
                    <a:pt x="829" y="1832"/>
                    <a:pt x="819" y="1820"/>
                    <a:pt x="795" y="1792"/>
                  </a:cubicBezTo>
                  <a:cubicBezTo>
                    <a:pt x="746" y="1760"/>
                    <a:pt x="698" y="1719"/>
                    <a:pt x="649" y="1695"/>
                  </a:cubicBezTo>
                  <a:cubicBezTo>
                    <a:pt x="600" y="1662"/>
                    <a:pt x="600" y="1654"/>
                    <a:pt x="600" y="1654"/>
                  </a:cubicBezTo>
                  <a:cubicBezTo>
                    <a:pt x="603" y="1651"/>
                    <a:pt x="605" y="1650"/>
                    <a:pt x="608" y="1650"/>
                  </a:cubicBezTo>
                  <a:cubicBezTo>
                    <a:pt x="614" y="1650"/>
                    <a:pt x="625" y="1657"/>
                    <a:pt x="657" y="1678"/>
                  </a:cubicBezTo>
                  <a:cubicBezTo>
                    <a:pt x="700" y="1707"/>
                    <a:pt x="725" y="1720"/>
                    <a:pt x="732" y="1720"/>
                  </a:cubicBezTo>
                  <a:cubicBezTo>
                    <a:pt x="741" y="1720"/>
                    <a:pt x="720" y="1699"/>
                    <a:pt x="665" y="1662"/>
                  </a:cubicBezTo>
                  <a:lnTo>
                    <a:pt x="665" y="1662"/>
                  </a:lnTo>
                  <a:lnTo>
                    <a:pt x="722" y="1695"/>
                  </a:lnTo>
                  <a:cubicBezTo>
                    <a:pt x="750" y="1713"/>
                    <a:pt x="777" y="1729"/>
                    <a:pt x="791" y="1729"/>
                  </a:cubicBezTo>
                  <a:cubicBezTo>
                    <a:pt x="802" y="1729"/>
                    <a:pt x="806" y="1719"/>
                    <a:pt x="795" y="1695"/>
                  </a:cubicBezTo>
                  <a:cubicBezTo>
                    <a:pt x="805" y="1680"/>
                    <a:pt x="815" y="1668"/>
                    <a:pt x="831" y="1668"/>
                  </a:cubicBezTo>
                  <a:cubicBezTo>
                    <a:pt x="842" y="1668"/>
                    <a:pt x="857" y="1674"/>
                    <a:pt x="876" y="1687"/>
                  </a:cubicBezTo>
                  <a:cubicBezTo>
                    <a:pt x="883" y="1691"/>
                    <a:pt x="888" y="1693"/>
                    <a:pt x="889" y="1693"/>
                  </a:cubicBezTo>
                  <a:cubicBezTo>
                    <a:pt x="901" y="1693"/>
                    <a:pt x="831" y="1618"/>
                    <a:pt x="755" y="1549"/>
                  </a:cubicBezTo>
                  <a:lnTo>
                    <a:pt x="755" y="1549"/>
                  </a:lnTo>
                  <a:cubicBezTo>
                    <a:pt x="781" y="1570"/>
                    <a:pt x="795" y="1578"/>
                    <a:pt x="804" y="1578"/>
                  </a:cubicBezTo>
                  <a:cubicBezTo>
                    <a:pt x="812" y="1578"/>
                    <a:pt x="816" y="1572"/>
                    <a:pt x="819" y="1565"/>
                  </a:cubicBezTo>
                  <a:cubicBezTo>
                    <a:pt x="823" y="1559"/>
                    <a:pt x="824" y="1555"/>
                    <a:pt x="828" y="1555"/>
                  </a:cubicBezTo>
                  <a:cubicBezTo>
                    <a:pt x="835" y="1555"/>
                    <a:pt x="846" y="1564"/>
                    <a:pt x="876" y="1589"/>
                  </a:cubicBezTo>
                  <a:cubicBezTo>
                    <a:pt x="920" y="1629"/>
                    <a:pt x="942" y="1649"/>
                    <a:pt x="944" y="1649"/>
                  </a:cubicBezTo>
                  <a:cubicBezTo>
                    <a:pt x="946" y="1649"/>
                    <a:pt x="926" y="1627"/>
                    <a:pt x="884" y="1581"/>
                  </a:cubicBezTo>
                  <a:cubicBezTo>
                    <a:pt x="845" y="1549"/>
                    <a:pt x="834" y="1534"/>
                    <a:pt x="843" y="1534"/>
                  </a:cubicBezTo>
                  <a:lnTo>
                    <a:pt x="843" y="1534"/>
                  </a:lnTo>
                  <a:cubicBezTo>
                    <a:pt x="854" y="1534"/>
                    <a:pt x="895" y="1557"/>
                    <a:pt x="949" y="1597"/>
                  </a:cubicBezTo>
                  <a:cubicBezTo>
                    <a:pt x="973" y="1621"/>
                    <a:pt x="986" y="1628"/>
                    <a:pt x="994" y="1628"/>
                  </a:cubicBezTo>
                  <a:cubicBezTo>
                    <a:pt x="999" y="1628"/>
                    <a:pt x="1003" y="1625"/>
                    <a:pt x="1006" y="1622"/>
                  </a:cubicBezTo>
                  <a:cubicBezTo>
                    <a:pt x="965" y="1581"/>
                    <a:pt x="973" y="1573"/>
                    <a:pt x="990" y="1565"/>
                  </a:cubicBezTo>
                  <a:cubicBezTo>
                    <a:pt x="998" y="1549"/>
                    <a:pt x="998" y="1549"/>
                    <a:pt x="909" y="1468"/>
                  </a:cubicBezTo>
                  <a:cubicBezTo>
                    <a:pt x="819" y="1387"/>
                    <a:pt x="828" y="1387"/>
                    <a:pt x="836" y="1378"/>
                  </a:cubicBezTo>
                  <a:cubicBezTo>
                    <a:pt x="839" y="1375"/>
                    <a:pt x="841" y="1372"/>
                    <a:pt x="845" y="1372"/>
                  </a:cubicBezTo>
                  <a:cubicBezTo>
                    <a:pt x="852" y="1372"/>
                    <a:pt x="864" y="1379"/>
                    <a:pt x="892" y="1403"/>
                  </a:cubicBezTo>
                  <a:cubicBezTo>
                    <a:pt x="892" y="1403"/>
                    <a:pt x="933" y="1436"/>
                    <a:pt x="946" y="1436"/>
                  </a:cubicBezTo>
                  <a:cubicBezTo>
                    <a:pt x="947" y="1436"/>
                    <a:pt x="948" y="1436"/>
                    <a:pt x="949" y="1435"/>
                  </a:cubicBezTo>
                  <a:cubicBezTo>
                    <a:pt x="949" y="1433"/>
                    <a:pt x="950" y="1431"/>
                    <a:pt x="952" y="1431"/>
                  </a:cubicBezTo>
                  <a:cubicBezTo>
                    <a:pt x="957" y="1431"/>
                    <a:pt x="970" y="1440"/>
                    <a:pt x="998" y="1468"/>
                  </a:cubicBezTo>
                  <a:cubicBezTo>
                    <a:pt x="998" y="1468"/>
                    <a:pt x="1036" y="1493"/>
                    <a:pt x="1050" y="1493"/>
                  </a:cubicBezTo>
                  <a:cubicBezTo>
                    <a:pt x="1052" y="1493"/>
                    <a:pt x="1054" y="1493"/>
                    <a:pt x="1055" y="1492"/>
                  </a:cubicBezTo>
                  <a:cubicBezTo>
                    <a:pt x="1058" y="1489"/>
                    <a:pt x="1062" y="1485"/>
                    <a:pt x="1070" y="1485"/>
                  </a:cubicBezTo>
                  <a:cubicBezTo>
                    <a:pt x="1080" y="1485"/>
                    <a:pt x="1095" y="1492"/>
                    <a:pt x="1119" y="1516"/>
                  </a:cubicBezTo>
                  <a:cubicBezTo>
                    <a:pt x="1127" y="1516"/>
                    <a:pt x="1127" y="1516"/>
                    <a:pt x="1079" y="1468"/>
                  </a:cubicBezTo>
                  <a:cubicBezTo>
                    <a:pt x="1046" y="1435"/>
                    <a:pt x="1018" y="1396"/>
                    <a:pt x="1040" y="1396"/>
                  </a:cubicBezTo>
                  <a:cubicBezTo>
                    <a:pt x="1045" y="1396"/>
                    <a:pt x="1052" y="1398"/>
                    <a:pt x="1063" y="1403"/>
                  </a:cubicBezTo>
                  <a:cubicBezTo>
                    <a:pt x="1079" y="1395"/>
                    <a:pt x="1095" y="1387"/>
                    <a:pt x="1055" y="1338"/>
                  </a:cubicBezTo>
                  <a:lnTo>
                    <a:pt x="1055" y="1338"/>
                  </a:lnTo>
                  <a:cubicBezTo>
                    <a:pt x="1055" y="1338"/>
                    <a:pt x="1055" y="1339"/>
                    <a:pt x="1095" y="1378"/>
                  </a:cubicBezTo>
                  <a:cubicBezTo>
                    <a:pt x="1133" y="1420"/>
                    <a:pt x="1157" y="1441"/>
                    <a:pt x="1164" y="1441"/>
                  </a:cubicBezTo>
                  <a:cubicBezTo>
                    <a:pt x="1172" y="1441"/>
                    <a:pt x="1158" y="1414"/>
                    <a:pt x="1119" y="1362"/>
                  </a:cubicBezTo>
                  <a:cubicBezTo>
                    <a:pt x="1097" y="1340"/>
                    <a:pt x="1090" y="1327"/>
                    <a:pt x="1094" y="1327"/>
                  </a:cubicBezTo>
                  <a:lnTo>
                    <a:pt x="1094" y="1327"/>
                  </a:lnTo>
                  <a:cubicBezTo>
                    <a:pt x="1098" y="1327"/>
                    <a:pt x="1109" y="1336"/>
                    <a:pt x="1127" y="1354"/>
                  </a:cubicBezTo>
                  <a:cubicBezTo>
                    <a:pt x="1127" y="1354"/>
                    <a:pt x="1136" y="1354"/>
                    <a:pt x="1103" y="1297"/>
                  </a:cubicBezTo>
                  <a:cubicBezTo>
                    <a:pt x="1086" y="1272"/>
                    <a:pt x="1078" y="1260"/>
                    <a:pt x="1081" y="1260"/>
                  </a:cubicBezTo>
                  <a:lnTo>
                    <a:pt x="1081" y="1260"/>
                  </a:lnTo>
                  <a:cubicBezTo>
                    <a:pt x="1084" y="1260"/>
                    <a:pt x="1096" y="1270"/>
                    <a:pt x="1119" y="1289"/>
                  </a:cubicBezTo>
                  <a:cubicBezTo>
                    <a:pt x="1147" y="1317"/>
                    <a:pt x="1156" y="1326"/>
                    <a:pt x="1161" y="1326"/>
                  </a:cubicBezTo>
                  <a:cubicBezTo>
                    <a:pt x="1164" y="1326"/>
                    <a:pt x="1166" y="1324"/>
                    <a:pt x="1168" y="1322"/>
                  </a:cubicBezTo>
                  <a:cubicBezTo>
                    <a:pt x="1145" y="1287"/>
                    <a:pt x="1175" y="1253"/>
                    <a:pt x="1209" y="1253"/>
                  </a:cubicBezTo>
                  <a:cubicBezTo>
                    <a:pt x="1223" y="1253"/>
                    <a:pt x="1237" y="1259"/>
                    <a:pt x="1249" y="1273"/>
                  </a:cubicBezTo>
                  <a:cubicBezTo>
                    <a:pt x="1217" y="1224"/>
                    <a:pt x="1217" y="1224"/>
                    <a:pt x="1225" y="1216"/>
                  </a:cubicBezTo>
                  <a:lnTo>
                    <a:pt x="1225" y="1216"/>
                  </a:lnTo>
                  <a:cubicBezTo>
                    <a:pt x="1252" y="1249"/>
                    <a:pt x="1264" y="1263"/>
                    <a:pt x="1266" y="1263"/>
                  </a:cubicBezTo>
                  <a:cubicBezTo>
                    <a:pt x="1270" y="1263"/>
                    <a:pt x="1242" y="1221"/>
                    <a:pt x="1200" y="1160"/>
                  </a:cubicBezTo>
                  <a:lnTo>
                    <a:pt x="1192" y="1168"/>
                  </a:lnTo>
                  <a:lnTo>
                    <a:pt x="1184" y="1168"/>
                  </a:lnTo>
                  <a:cubicBezTo>
                    <a:pt x="1150" y="1122"/>
                    <a:pt x="1137" y="1096"/>
                    <a:pt x="1144" y="1096"/>
                  </a:cubicBezTo>
                  <a:lnTo>
                    <a:pt x="1144" y="1096"/>
                  </a:lnTo>
                  <a:cubicBezTo>
                    <a:pt x="1152" y="1096"/>
                    <a:pt x="1185" y="1130"/>
                    <a:pt x="1241" y="1208"/>
                  </a:cubicBezTo>
                  <a:cubicBezTo>
                    <a:pt x="1277" y="1252"/>
                    <a:pt x="1295" y="1274"/>
                    <a:pt x="1297" y="1274"/>
                  </a:cubicBezTo>
                  <a:cubicBezTo>
                    <a:pt x="1298" y="1274"/>
                    <a:pt x="1282" y="1250"/>
                    <a:pt x="1249" y="1200"/>
                  </a:cubicBezTo>
                  <a:cubicBezTo>
                    <a:pt x="1215" y="1145"/>
                    <a:pt x="1201" y="1119"/>
                    <a:pt x="1206" y="1119"/>
                  </a:cubicBezTo>
                  <a:lnTo>
                    <a:pt x="1206" y="1119"/>
                  </a:lnTo>
                  <a:cubicBezTo>
                    <a:pt x="1210" y="1119"/>
                    <a:pt x="1230" y="1141"/>
                    <a:pt x="1265" y="1184"/>
                  </a:cubicBezTo>
                  <a:cubicBezTo>
                    <a:pt x="1302" y="1233"/>
                    <a:pt x="1320" y="1257"/>
                    <a:pt x="1321" y="1257"/>
                  </a:cubicBezTo>
                  <a:cubicBezTo>
                    <a:pt x="1322" y="1257"/>
                    <a:pt x="1306" y="1233"/>
                    <a:pt x="1273" y="1184"/>
                  </a:cubicBezTo>
                  <a:cubicBezTo>
                    <a:pt x="1202" y="1065"/>
                    <a:pt x="1167" y="994"/>
                    <a:pt x="1178" y="994"/>
                  </a:cubicBezTo>
                  <a:lnTo>
                    <a:pt x="1178" y="994"/>
                  </a:lnTo>
                  <a:cubicBezTo>
                    <a:pt x="1185" y="994"/>
                    <a:pt x="1216" y="1030"/>
                    <a:pt x="1273" y="1111"/>
                  </a:cubicBezTo>
                  <a:cubicBezTo>
                    <a:pt x="1298" y="1168"/>
                    <a:pt x="1338" y="1216"/>
                    <a:pt x="1379" y="1257"/>
                  </a:cubicBezTo>
                  <a:cubicBezTo>
                    <a:pt x="1371" y="1224"/>
                    <a:pt x="1346" y="1184"/>
                    <a:pt x="1322" y="1151"/>
                  </a:cubicBezTo>
                  <a:cubicBezTo>
                    <a:pt x="1286" y="1103"/>
                    <a:pt x="1269" y="1078"/>
                    <a:pt x="1272" y="1078"/>
                  </a:cubicBezTo>
                  <a:lnTo>
                    <a:pt x="1272" y="1078"/>
                  </a:lnTo>
                  <a:cubicBezTo>
                    <a:pt x="1275" y="1078"/>
                    <a:pt x="1298" y="1103"/>
                    <a:pt x="1338" y="1151"/>
                  </a:cubicBezTo>
                  <a:cubicBezTo>
                    <a:pt x="1397" y="1223"/>
                    <a:pt x="1427" y="1255"/>
                    <a:pt x="1437" y="1255"/>
                  </a:cubicBezTo>
                  <a:cubicBezTo>
                    <a:pt x="1445" y="1255"/>
                    <a:pt x="1435" y="1227"/>
                    <a:pt x="1411" y="1176"/>
                  </a:cubicBezTo>
                  <a:cubicBezTo>
                    <a:pt x="1394" y="1112"/>
                    <a:pt x="1391" y="1079"/>
                    <a:pt x="1397" y="1079"/>
                  </a:cubicBezTo>
                  <a:lnTo>
                    <a:pt x="1397" y="1079"/>
                  </a:lnTo>
                  <a:cubicBezTo>
                    <a:pt x="1403" y="1079"/>
                    <a:pt x="1416" y="1106"/>
                    <a:pt x="1436" y="1160"/>
                  </a:cubicBezTo>
                  <a:cubicBezTo>
                    <a:pt x="1463" y="1223"/>
                    <a:pt x="1477" y="1249"/>
                    <a:pt x="1481" y="1249"/>
                  </a:cubicBezTo>
                  <a:cubicBezTo>
                    <a:pt x="1483" y="1249"/>
                    <a:pt x="1479" y="1233"/>
                    <a:pt x="1468" y="1208"/>
                  </a:cubicBezTo>
                  <a:lnTo>
                    <a:pt x="1500" y="1200"/>
                  </a:lnTo>
                  <a:cubicBezTo>
                    <a:pt x="1494" y="1167"/>
                    <a:pt x="1482" y="1134"/>
                    <a:pt x="1465" y="1106"/>
                  </a:cubicBezTo>
                  <a:lnTo>
                    <a:pt x="1465" y="1106"/>
                  </a:lnTo>
                  <a:cubicBezTo>
                    <a:pt x="1498" y="1154"/>
                    <a:pt x="1522" y="1186"/>
                    <a:pt x="1528" y="1186"/>
                  </a:cubicBezTo>
                  <a:cubicBezTo>
                    <a:pt x="1533" y="1186"/>
                    <a:pt x="1528" y="1169"/>
                    <a:pt x="1509" y="1127"/>
                  </a:cubicBezTo>
                  <a:lnTo>
                    <a:pt x="1525" y="1119"/>
                  </a:lnTo>
                  <a:cubicBezTo>
                    <a:pt x="1533" y="1119"/>
                    <a:pt x="1533" y="1119"/>
                    <a:pt x="1509" y="1062"/>
                  </a:cubicBezTo>
                  <a:cubicBezTo>
                    <a:pt x="1501" y="1044"/>
                    <a:pt x="1500" y="1037"/>
                    <a:pt x="1503" y="1037"/>
                  </a:cubicBezTo>
                  <a:lnTo>
                    <a:pt x="1503" y="1037"/>
                  </a:lnTo>
                  <a:cubicBezTo>
                    <a:pt x="1509" y="1037"/>
                    <a:pt x="1535" y="1070"/>
                    <a:pt x="1557" y="1103"/>
                  </a:cubicBezTo>
                  <a:cubicBezTo>
                    <a:pt x="1579" y="1142"/>
                    <a:pt x="1602" y="1177"/>
                    <a:pt x="1606" y="1177"/>
                  </a:cubicBezTo>
                  <a:cubicBezTo>
                    <a:pt x="1607" y="1177"/>
                    <a:pt x="1605" y="1169"/>
                    <a:pt x="1598" y="1151"/>
                  </a:cubicBezTo>
                  <a:cubicBezTo>
                    <a:pt x="1573" y="1103"/>
                    <a:pt x="1549" y="1046"/>
                    <a:pt x="1533" y="989"/>
                  </a:cubicBezTo>
                  <a:cubicBezTo>
                    <a:pt x="1528" y="971"/>
                    <a:pt x="1527" y="964"/>
                    <a:pt x="1530" y="964"/>
                  </a:cubicBezTo>
                  <a:lnTo>
                    <a:pt x="1530" y="964"/>
                  </a:lnTo>
                  <a:cubicBezTo>
                    <a:pt x="1535" y="964"/>
                    <a:pt x="1554" y="999"/>
                    <a:pt x="1565" y="1038"/>
                  </a:cubicBezTo>
                  <a:cubicBezTo>
                    <a:pt x="1582" y="1070"/>
                    <a:pt x="1606" y="1111"/>
                    <a:pt x="1630" y="1143"/>
                  </a:cubicBezTo>
                  <a:cubicBezTo>
                    <a:pt x="1638" y="1135"/>
                    <a:pt x="1646" y="1135"/>
                    <a:pt x="1622" y="1078"/>
                  </a:cubicBezTo>
                  <a:cubicBezTo>
                    <a:pt x="1608" y="1046"/>
                    <a:pt x="1615" y="1027"/>
                    <a:pt x="1629" y="1027"/>
                  </a:cubicBezTo>
                  <a:cubicBezTo>
                    <a:pt x="1639" y="1027"/>
                    <a:pt x="1652" y="1038"/>
                    <a:pt x="1663" y="1062"/>
                  </a:cubicBezTo>
                  <a:lnTo>
                    <a:pt x="1679" y="1054"/>
                  </a:lnTo>
                  <a:cubicBezTo>
                    <a:pt x="1687" y="1054"/>
                    <a:pt x="1671" y="997"/>
                    <a:pt x="1679" y="997"/>
                  </a:cubicBezTo>
                  <a:cubicBezTo>
                    <a:pt x="1679" y="997"/>
                    <a:pt x="1679" y="997"/>
                    <a:pt x="1663" y="933"/>
                  </a:cubicBezTo>
                  <a:cubicBezTo>
                    <a:pt x="1671" y="933"/>
                    <a:pt x="1679" y="933"/>
                    <a:pt x="1703" y="989"/>
                  </a:cubicBezTo>
                  <a:cubicBezTo>
                    <a:pt x="1683" y="931"/>
                    <a:pt x="1672" y="903"/>
                    <a:pt x="1674" y="903"/>
                  </a:cubicBezTo>
                  <a:lnTo>
                    <a:pt x="1674" y="903"/>
                  </a:lnTo>
                  <a:cubicBezTo>
                    <a:pt x="1675" y="903"/>
                    <a:pt x="1687" y="929"/>
                    <a:pt x="1711" y="981"/>
                  </a:cubicBezTo>
                  <a:cubicBezTo>
                    <a:pt x="1736" y="1038"/>
                    <a:pt x="1748" y="1066"/>
                    <a:pt x="1749" y="1066"/>
                  </a:cubicBezTo>
                  <a:cubicBezTo>
                    <a:pt x="1750" y="1066"/>
                    <a:pt x="1740" y="1038"/>
                    <a:pt x="1719" y="981"/>
                  </a:cubicBezTo>
                  <a:cubicBezTo>
                    <a:pt x="1711" y="952"/>
                    <a:pt x="1707" y="938"/>
                    <a:pt x="1709" y="938"/>
                  </a:cubicBezTo>
                  <a:lnTo>
                    <a:pt x="1709" y="938"/>
                  </a:lnTo>
                  <a:cubicBezTo>
                    <a:pt x="1712" y="938"/>
                    <a:pt x="1720" y="950"/>
                    <a:pt x="1736" y="973"/>
                  </a:cubicBezTo>
                  <a:cubicBezTo>
                    <a:pt x="1744" y="1001"/>
                    <a:pt x="1750" y="1016"/>
                    <a:pt x="1752" y="1016"/>
                  </a:cubicBezTo>
                  <a:cubicBezTo>
                    <a:pt x="1754" y="1016"/>
                    <a:pt x="1752" y="1001"/>
                    <a:pt x="1744" y="973"/>
                  </a:cubicBezTo>
                  <a:cubicBezTo>
                    <a:pt x="1718" y="901"/>
                    <a:pt x="1709" y="849"/>
                    <a:pt x="1715" y="849"/>
                  </a:cubicBezTo>
                  <a:lnTo>
                    <a:pt x="1715" y="849"/>
                  </a:lnTo>
                  <a:cubicBezTo>
                    <a:pt x="1719" y="849"/>
                    <a:pt x="1729" y="867"/>
                    <a:pt x="1744" y="908"/>
                  </a:cubicBezTo>
                  <a:cubicBezTo>
                    <a:pt x="1744" y="908"/>
                    <a:pt x="1752" y="908"/>
                    <a:pt x="1744" y="851"/>
                  </a:cubicBezTo>
                  <a:cubicBezTo>
                    <a:pt x="1727" y="794"/>
                    <a:pt x="1719" y="765"/>
                    <a:pt x="1719" y="765"/>
                  </a:cubicBezTo>
                  <a:lnTo>
                    <a:pt x="1719" y="765"/>
                  </a:lnTo>
                  <a:cubicBezTo>
                    <a:pt x="1720" y="765"/>
                    <a:pt x="1728" y="792"/>
                    <a:pt x="1744" y="843"/>
                  </a:cubicBezTo>
                  <a:cubicBezTo>
                    <a:pt x="1768" y="900"/>
                    <a:pt x="1782" y="928"/>
                    <a:pt x="1786" y="928"/>
                  </a:cubicBezTo>
                  <a:cubicBezTo>
                    <a:pt x="1790" y="928"/>
                    <a:pt x="1784" y="900"/>
                    <a:pt x="1768" y="843"/>
                  </a:cubicBezTo>
                  <a:cubicBezTo>
                    <a:pt x="1768" y="843"/>
                    <a:pt x="1764" y="816"/>
                    <a:pt x="1770" y="816"/>
                  </a:cubicBezTo>
                  <a:cubicBezTo>
                    <a:pt x="1773" y="816"/>
                    <a:pt x="1777" y="821"/>
                    <a:pt x="1784" y="835"/>
                  </a:cubicBezTo>
                  <a:cubicBezTo>
                    <a:pt x="1802" y="867"/>
                    <a:pt x="1828" y="896"/>
                    <a:pt x="1840" y="896"/>
                  </a:cubicBezTo>
                  <a:cubicBezTo>
                    <a:pt x="1850" y="896"/>
                    <a:pt x="1851" y="877"/>
                    <a:pt x="1833" y="827"/>
                  </a:cubicBezTo>
                  <a:lnTo>
                    <a:pt x="1849" y="827"/>
                  </a:lnTo>
                  <a:cubicBezTo>
                    <a:pt x="1861" y="851"/>
                    <a:pt x="1869" y="863"/>
                    <a:pt x="1873" y="863"/>
                  </a:cubicBezTo>
                  <a:cubicBezTo>
                    <a:pt x="1877" y="863"/>
                    <a:pt x="1878" y="848"/>
                    <a:pt x="1873" y="819"/>
                  </a:cubicBezTo>
                  <a:lnTo>
                    <a:pt x="1865" y="754"/>
                  </a:lnTo>
                  <a:lnTo>
                    <a:pt x="1865" y="754"/>
                  </a:lnTo>
                  <a:cubicBezTo>
                    <a:pt x="1873" y="795"/>
                    <a:pt x="1890" y="835"/>
                    <a:pt x="1914" y="868"/>
                  </a:cubicBezTo>
                  <a:cubicBezTo>
                    <a:pt x="1914" y="868"/>
                    <a:pt x="1914" y="868"/>
                    <a:pt x="1906" y="811"/>
                  </a:cubicBezTo>
                  <a:cubicBezTo>
                    <a:pt x="1882" y="754"/>
                    <a:pt x="1890" y="754"/>
                    <a:pt x="1898" y="754"/>
                  </a:cubicBezTo>
                  <a:cubicBezTo>
                    <a:pt x="1914" y="787"/>
                    <a:pt x="1930" y="827"/>
                    <a:pt x="1938" y="868"/>
                  </a:cubicBezTo>
                  <a:lnTo>
                    <a:pt x="1946" y="860"/>
                  </a:lnTo>
                  <a:cubicBezTo>
                    <a:pt x="1927" y="793"/>
                    <a:pt x="1922" y="766"/>
                    <a:pt x="1925" y="766"/>
                  </a:cubicBezTo>
                  <a:lnTo>
                    <a:pt x="1925" y="766"/>
                  </a:lnTo>
                  <a:cubicBezTo>
                    <a:pt x="1926" y="766"/>
                    <a:pt x="1932" y="779"/>
                    <a:pt x="1938" y="803"/>
                  </a:cubicBezTo>
                  <a:cubicBezTo>
                    <a:pt x="1963" y="860"/>
                    <a:pt x="1963" y="860"/>
                    <a:pt x="1971" y="860"/>
                  </a:cubicBezTo>
                  <a:cubicBezTo>
                    <a:pt x="1968" y="841"/>
                    <a:pt x="1968" y="834"/>
                    <a:pt x="1969" y="834"/>
                  </a:cubicBezTo>
                  <a:lnTo>
                    <a:pt x="1969" y="834"/>
                  </a:lnTo>
                  <a:cubicBezTo>
                    <a:pt x="1971" y="834"/>
                    <a:pt x="1976" y="860"/>
                    <a:pt x="1971" y="860"/>
                  </a:cubicBezTo>
                  <a:lnTo>
                    <a:pt x="1987" y="916"/>
                  </a:lnTo>
                  <a:cubicBezTo>
                    <a:pt x="1992" y="933"/>
                    <a:pt x="1994" y="940"/>
                    <a:pt x="1995" y="940"/>
                  </a:cubicBezTo>
                  <a:cubicBezTo>
                    <a:pt x="1998" y="940"/>
                    <a:pt x="1990" y="900"/>
                    <a:pt x="1979" y="860"/>
                  </a:cubicBezTo>
                  <a:lnTo>
                    <a:pt x="1995" y="851"/>
                  </a:lnTo>
                  <a:cubicBezTo>
                    <a:pt x="2003" y="851"/>
                    <a:pt x="2011" y="851"/>
                    <a:pt x="1987" y="795"/>
                  </a:cubicBezTo>
                  <a:cubicBezTo>
                    <a:pt x="1979" y="754"/>
                    <a:pt x="1971" y="714"/>
                    <a:pt x="1971" y="681"/>
                  </a:cubicBezTo>
                  <a:lnTo>
                    <a:pt x="1971" y="681"/>
                  </a:lnTo>
                  <a:cubicBezTo>
                    <a:pt x="1971" y="722"/>
                    <a:pt x="1987" y="754"/>
                    <a:pt x="2003" y="795"/>
                  </a:cubicBezTo>
                  <a:cubicBezTo>
                    <a:pt x="2011" y="795"/>
                    <a:pt x="2019" y="851"/>
                    <a:pt x="2019" y="851"/>
                  </a:cubicBezTo>
                  <a:cubicBezTo>
                    <a:pt x="2026" y="902"/>
                    <a:pt x="2033" y="920"/>
                    <a:pt x="2038" y="920"/>
                  </a:cubicBezTo>
                  <a:cubicBezTo>
                    <a:pt x="2046" y="920"/>
                    <a:pt x="2052" y="885"/>
                    <a:pt x="2052" y="851"/>
                  </a:cubicBezTo>
                  <a:cubicBezTo>
                    <a:pt x="2048" y="790"/>
                    <a:pt x="2048" y="759"/>
                    <a:pt x="2051" y="759"/>
                  </a:cubicBezTo>
                  <a:lnTo>
                    <a:pt x="2051" y="759"/>
                  </a:lnTo>
                  <a:cubicBezTo>
                    <a:pt x="2054" y="759"/>
                    <a:pt x="2060" y="788"/>
                    <a:pt x="2068" y="843"/>
                  </a:cubicBezTo>
                  <a:cubicBezTo>
                    <a:pt x="2075" y="877"/>
                    <a:pt x="2079" y="892"/>
                    <a:pt x="2081" y="892"/>
                  </a:cubicBezTo>
                  <a:cubicBezTo>
                    <a:pt x="2087" y="892"/>
                    <a:pt x="2077" y="793"/>
                    <a:pt x="2060" y="665"/>
                  </a:cubicBezTo>
                  <a:lnTo>
                    <a:pt x="2036" y="487"/>
                  </a:lnTo>
                  <a:lnTo>
                    <a:pt x="2068" y="665"/>
                  </a:lnTo>
                  <a:cubicBezTo>
                    <a:pt x="2096" y="802"/>
                    <a:pt x="2108" y="859"/>
                    <a:pt x="2113" y="859"/>
                  </a:cubicBezTo>
                  <a:cubicBezTo>
                    <a:pt x="2117" y="859"/>
                    <a:pt x="2117" y="829"/>
                    <a:pt x="2117" y="778"/>
                  </a:cubicBezTo>
                  <a:cubicBezTo>
                    <a:pt x="2121" y="750"/>
                    <a:pt x="2123" y="736"/>
                    <a:pt x="2125" y="736"/>
                  </a:cubicBezTo>
                  <a:cubicBezTo>
                    <a:pt x="2127" y="736"/>
                    <a:pt x="2129" y="750"/>
                    <a:pt x="2133" y="778"/>
                  </a:cubicBezTo>
                  <a:cubicBezTo>
                    <a:pt x="2141" y="835"/>
                    <a:pt x="2149" y="835"/>
                    <a:pt x="2165" y="835"/>
                  </a:cubicBezTo>
                  <a:cubicBezTo>
                    <a:pt x="2190" y="835"/>
                    <a:pt x="2198" y="835"/>
                    <a:pt x="2190" y="770"/>
                  </a:cubicBezTo>
                  <a:lnTo>
                    <a:pt x="2206" y="770"/>
                  </a:lnTo>
                  <a:cubicBezTo>
                    <a:pt x="2212" y="818"/>
                    <a:pt x="2217" y="838"/>
                    <a:pt x="2220" y="838"/>
                  </a:cubicBezTo>
                  <a:cubicBezTo>
                    <a:pt x="2225" y="838"/>
                    <a:pt x="2224" y="788"/>
                    <a:pt x="2214" y="714"/>
                  </a:cubicBezTo>
                  <a:lnTo>
                    <a:pt x="2222" y="714"/>
                  </a:lnTo>
                  <a:lnTo>
                    <a:pt x="2230" y="770"/>
                  </a:lnTo>
                  <a:cubicBezTo>
                    <a:pt x="2236" y="818"/>
                    <a:pt x="2247" y="831"/>
                    <a:pt x="2271" y="831"/>
                  </a:cubicBezTo>
                  <a:cubicBezTo>
                    <a:pt x="2280" y="831"/>
                    <a:pt x="2290" y="829"/>
                    <a:pt x="2303" y="827"/>
                  </a:cubicBezTo>
                  <a:cubicBezTo>
                    <a:pt x="2311" y="827"/>
                    <a:pt x="2318" y="827"/>
                    <a:pt x="2324" y="827"/>
                  </a:cubicBezTo>
                  <a:cubicBezTo>
                    <a:pt x="2370" y="827"/>
                    <a:pt x="2376" y="821"/>
                    <a:pt x="2376" y="714"/>
                  </a:cubicBezTo>
                  <a:cubicBezTo>
                    <a:pt x="2376" y="653"/>
                    <a:pt x="2378" y="622"/>
                    <a:pt x="2380" y="622"/>
                  </a:cubicBezTo>
                  <a:cubicBezTo>
                    <a:pt x="2382" y="622"/>
                    <a:pt x="2384" y="653"/>
                    <a:pt x="2384" y="714"/>
                  </a:cubicBezTo>
                  <a:cubicBezTo>
                    <a:pt x="2390" y="754"/>
                    <a:pt x="2396" y="797"/>
                    <a:pt x="2396" y="797"/>
                  </a:cubicBezTo>
                  <a:cubicBezTo>
                    <a:pt x="2396" y="797"/>
                    <a:pt x="2395" y="790"/>
                    <a:pt x="2392" y="770"/>
                  </a:cubicBezTo>
                  <a:lnTo>
                    <a:pt x="2392" y="770"/>
                  </a:lnTo>
                  <a:cubicBezTo>
                    <a:pt x="2392" y="770"/>
                    <a:pt x="2409" y="770"/>
                    <a:pt x="2417" y="835"/>
                  </a:cubicBezTo>
                  <a:cubicBezTo>
                    <a:pt x="2427" y="886"/>
                    <a:pt x="2433" y="904"/>
                    <a:pt x="2437" y="904"/>
                  </a:cubicBezTo>
                  <a:cubicBezTo>
                    <a:pt x="2442" y="904"/>
                    <a:pt x="2444" y="868"/>
                    <a:pt x="2449" y="835"/>
                  </a:cubicBezTo>
                  <a:cubicBezTo>
                    <a:pt x="2446" y="785"/>
                    <a:pt x="2445" y="766"/>
                    <a:pt x="2446" y="766"/>
                  </a:cubicBezTo>
                  <a:lnTo>
                    <a:pt x="2446" y="766"/>
                  </a:lnTo>
                  <a:cubicBezTo>
                    <a:pt x="2446" y="766"/>
                    <a:pt x="2449" y="802"/>
                    <a:pt x="2449" y="835"/>
                  </a:cubicBezTo>
                  <a:cubicBezTo>
                    <a:pt x="2455" y="881"/>
                    <a:pt x="2461" y="923"/>
                    <a:pt x="2463" y="923"/>
                  </a:cubicBezTo>
                  <a:cubicBezTo>
                    <a:pt x="2465" y="923"/>
                    <a:pt x="2465" y="916"/>
                    <a:pt x="2465" y="900"/>
                  </a:cubicBezTo>
                  <a:cubicBezTo>
                    <a:pt x="2470" y="863"/>
                    <a:pt x="2485" y="829"/>
                    <a:pt x="2497" y="829"/>
                  </a:cubicBezTo>
                  <a:cubicBezTo>
                    <a:pt x="2506" y="829"/>
                    <a:pt x="2514" y="848"/>
                    <a:pt x="2514" y="900"/>
                  </a:cubicBezTo>
                  <a:lnTo>
                    <a:pt x="2522" y="900"/>
                  </a:lnTo>
                  <a:cubicBezTo>
                    <a:pt x="2528" y="859"/>
                    <a:pt x="2534" y="848"/>
                    <a:pt x="2543" y="848"/>
                  </a:cubicBezTo>
                  <a:cubicBezTo>
                    <a:pt x="2546" y="848"/>
                    <a:pt x="2550" y="849"/>
                    <a:pt x="2554" y="851"/>
                  </a:cubicBezTo>
                  <a:cubicBezTo>
                    <a:pt x="2571" y="851"/>
                    <a:pt x="2579" y="851"/>
                    <a:pt x="2571" y="908"/>
                  </a:cubicBezTo>
                  <a:cubicBezTo>
                    <a:pt x="2566" y="942"/>
                    <a:pt x="2564" y="958"/>
                    <a:pt x="2567" y="958"/>
                  </a:cubicBezTo>
                  <a:cubicBezTo>
                    <a:pt x="2569" y="958"/>
                    <a:pt x="2575" y="944"/>
                    <a:pt x="2587" y="916"/>
                  </a:cubicBezTo>
                  <a:cubicBezTo>
                    <a:pt x="2587" y="916"/>
                    <a:pt x="2611" y="795"/>
                    <a:pt x="2619" y="795"/>
                  </a:cubicBezTo>
                  <a:cubicBezTo>
                    <a:pt x="2619" y="754"/>
                    <a:pt x="2627" y="714"/>
                    <a:pt x="2644" y="681"/>
                  </a:cubicBezTo>
                  <a:lnTo>
                    <a:pt x="2644" y="681"/>
                  </a:lnTo>
                  <a:lnTo>
                    <a:pt x="2636" y="738"/>
                  </a:lnTo>
                  <a:cubicBezTo>
                    <a:pt x="2627" y="803"/>
                    <a:pt x="2619" y="860"/>
                    <a:pt x="2619" y="860"/>
                  </a:cubicBezTo>
                  <a:cubicBezTo>
                    <a:pt x="2627" y="860"/>
                    <a:pt x="2636" y="860"/>
                    <a:pt x="2644" y="803"/>
                  </a:cubicBezTo>
                  <a:cubicBezTo>
                    <a:pt x="2644" y="860"/>
                    <a:pt x="2652" y="868"/>
                    <a:pt x="2668" y="868"/>
                  </a:cubicBezTo>
                  <a:cubicBezTo>
                    <a:pt x="2676" y="868"/>
                    <a:pt x="2692" y="868"/>
                    <a:pt x="2709" y="811"/>
                  </a:cubicBezTo>
                  <a:lnTo>
                    <a:pt x="2709" y="811"/>
                  </a:lnTo>
                  <a:cubicBezTo>
                    <a:pt x="2700" y="875"/>
                    <a:pt x="2707" y="907"/>
                    <a:pt x="2721" y="907"/>
                  </a:cubicBezTo>
                  <a:cubicBezTo>
                    <a:pt x="2733" y="907"/>
                    <a:pt x="2750" y="881"/>
                    <a:pt x="2765" y="827"/>
                  </a:cubicBezTo>
                  <a:cubicBezTo>
                    <a:pt x="2769" y="800"/>
                    <a:pt x="2773" y="786"/>
                    <a:pt x="2775" y="786"/>
                  </a:cubicBezTo>
                  <a:lnTo>
                    <a:pt x="2775" y="786"/>
                  </a:lnTo>
                  <a:cubicBezTo>
                    <a:pt x="2777" y="786"/>
                    <a:pt x="2778" y="802"/>
                    <a:pt x="2773" y="835"/>
                  </a:cubicBezTo>
                  <a:cubicBezTo>
                    <a:pt x="2773" y="864"/>
                    <a:pt x="2773" y="878"/>
                    <a:pt x="2775" y="878"/>
                  </a:cubicBezTo>
                  <a:cubicBezTo>
                    <a:pt x="2777" y="878"/>
                    <a:pt x="2781" y="864"/>
                    <a:pt x="2790" y="835"/>
                  </a:cubicBezTo>
                  <a:cubicBezTo>
                    <a:pt x="2794" y="820"/>
                    <a:pt x="2797" y="813"/>
                    <a:pt x="2799" y="813"/>
                  </a:cubicBezTo>
                  <a:lnTo>
                    <a:pt x="2799" y="813"/>
                  </a:lnTo>
                  <a:cubicBezTo>
                    <a:pt x="2805" y="813"/>
                    <a:pt x="2804" y="859"/>
                    <a:pt x="2798" y="900"/>
                  </a:cubicBezTo>
                  <a:cubicBezTo>
                    <a:pt x="2783" y="972"/>
                    <a:pt x="2780" y="1002"/>
                    <a:pt x="2785" y="1002"/>
                  </a:cubicBezTo>
                  <a:cubicBezTo>
                    <a:pt x="2789" y="1002"/>
                    <a:pt x="2796" y="988"/>
                    <a:pt x="2806" y="965"/>
                  </a:cubicBezTo>
                  <a:cubicBezTo>
                    <a:pt x="2825" y="921"/>
                    <a:pt x="2839" y="916"/>
                    <a:pt x="2844" y="916"/>
                  </a:cubicBezTo>
                  <a:cubicBezTo>
                    <a:pt x="2846" y="916"/>
                    <a:pt x="2846" y="916"/>
                    <a:pt x="2846" y="916"/>
                  </a:cubicBezTo>
                  <a:cubicBezTo>
                    <a:pt x="2871" y="884"/>
                    <a:pt x="2887" y="843"/>
                    <a:pt x="2895" y="803"/>
                  </a:cubicBezTo>
                  <a:cubicBezTo>
                    <a:pt x="2903" y="762"/>
                    <a:pt x="2919" y="730"/>
                    <a:pt x="2936" y="689"/>
                  </a:cubicBezTo>
                  <a:cubicBezTo>
                    <a:pt x="2943" y="675"/>
                    <a:pt x="2946" y="670"/>
                    <a:pt x="2948" y="670"/>
                  </a:cubicBezTo>
                  <a:lnTo>
                    <a:pt x="2948" y="670"/>
                  </a:lnTo>
                  <a:cubicBezTo>
                    <a:pt x="2952" y="670"/>
                    <a:pt x="2944" y="697"/>
                    <a:pt x="2944" y="697"/>
                  </a:cubicBezTo>
                  <a:cubicBezTo>
                    <a:pt x="2919" y="730"/>
                    <a:pt x="2911" y="770"/>
                    <a:pt x="2911" y="811"/>
                  </a:cubicBezTo>
                  <a:cubicBezTo>
                    <a:pt x="2895" y="868"/>
                    <a:pt x="2911" y="876"/>
                    <a:pt x="2919" y="876"/>
                  </a:cubicBezTo>
                  <a:lnTo>
                    <a:pt x="2944" y="892"/>
                  </a:lnTo>
                  <a:cubicBezTo>
                    <a:pt x="2944" y="926"/>
                    <a:pt x="2946" y="942"/>
                    <a:pt x="2950" y="942"/>
                  </a:cubicBezTo>
                  <a:cubicBezTo>
                    <a:pt x="2954" y="942"/>
                    <a:pt x="2960" y="928"/>
                    <a:pt x="2968" y="900"/>
                  </a:cubicBezTo>
                  <a:lnTo>
                    <a:pt x="2992" y="843"/>
                  </a:lnTo>
                  <a:lnTo>
                    <a:pt x="2992" y="843"/>
                  </a:lnTo>
                  <a:cubicBezTo>
                    <a:pt x="2974" y="908"/>
                    <a:pt x="2987" y="946"/>
                    <a:pt x="3012" y="946"/>
                  </a:cubicBezTo>
                  <a:cubicBezTo>
                    <a:pt x="3031" y="946"/>
                    <a:pt x="3057" y="925"/>
                    <a:pt x="3081" y="876"/>
                  </a:cubicBezTo>
                  <a:lnTo>
                    <a:pt x="3081" y="876"/>
                  </a:lnTo>
                  <a:cubicBezTo>
                    <a:pt x="3065" y="908"/>
                    <a:pt x="3065" y="900"/>
                    <a:pt x="3057" y="933"/>
                  </a:cubicBezTo>
                  <a:cubicBezTo>
                    <a:pt x="3033" y="989"/>
                    <a:pt x="3041" y="989"/>
                    <a:pt x="3049" y="997"/>
                  </a:cubicBezTo>
                  <a:cubicBezTo>
                    <a:pt x="3050" y="998"/>
                    <a:pt x="3051" y="998"/>
                    <a:pt x="3052" y="998"/>
                  </a:cubicBezTo>
                  <a:cubicBezTo>
                    <a:pt x="3063" y="998"/>
                    <a:pt x="3094" y="970"/>
                    <a:pt x="3113" y="970"/>
                  </a:cubicBezTo>
                  <a:cubicBezTo>
                    <a:pt x="3117" y="970"/>
                    <a:pt x="3120" y="971"/>
                    <a:pt x="3122" y="973"/>
                  </a:cubicBezTo>
                  <a:cubicBezTo>
                    <a:pt x="3133" y="977"/>
                    <a:pt x="3143" y="982"/>
                    <a:pt x="3154" y="982"/>
                  </a:cubicBezTo>
                  <a:cubicBezTo>
                    <a:pt x="3167" y="982"/>
                    <a:pt x="3181" y="973"/>
                    <a:pt x="3195" y="941"/>
                  </a:cubicBezTo>
                  <a:cubicBezTo>
                    <a:pt x="3203" y="941"/>
                    <a:pt x="3203" y="941"/>
                    <a:pt x="3171" y="997"/>
                  </a:cubicBezTo>
                  <a:cubicBezTo>
                    <a:pt x="3138" y="1046"/>
                    <a:pt x="3146" y="1054"/>
                    <a:pt x="3154" y="1054"/>
                  </a:cubicBezTo>
                  <a:cubicBezTo>
                    <a:pt x="3179" y="1022"/>
                    <a:pt x="3195" y="989"/>
                    <a:pt x="3211" y="949"/>
                  </a:cubicBezTo>
                  <a:cubicBezTo>
                    <a:pt x="3227" y="925"/>
                    <a:pt x="3235" y="913"/>
                    <a:pt x="3238" y="913"/>
                  </a:cubicBezTo>
                  <a:lnTo>
                    <a:pt x="3238" y="913"/>
                  </a:lnTo>
                  <a:cubicBezTo>
                    <a:pt x="3242" y="913"/>
                    <a:pt x="3240" y="927"/>
                    <a:pt x="3236" y="957"/>
                  </a:cubicBezTo>
                  <a:cubicBezTo>
                    <a:pt x="3226" y="996"/>
                    <a:pt x="3228" y="1018"/>
                    <a:pt x="3242" y="1018"/>
                  </a:cubicBezTo>
                  <a:cubicBezTo>
                    <a:pt x="3251" y="1018"/>
                    <a:pt x="3265" y="1008"/>
                    <a:pt x="3284" y="989"/>
                  </a:cubicBezTo>
                  <a:lnTo>
                    <a:pt x="3284" y="989"/>
                  </a:lnTo>
                  <a:cubicBezTo>
                    <a:pt x="3284" y="997"/>
                    <a:pt x="3292" y="997"/>
                    <a:pt x="3260" y="1054"/>
                  </a:cubicBezTo>
                  <a:cubicBezTo>
                    <a:pt x="3245" y="1089"/>
                    <a:pt x="3233" y="1123"/>
                    <a:pt x="3243" y="1123"/>
                  </a:cubicBezTo>
                  <a:cubicBezTo>
                    <a:pt x="3249" y="1123"/>
                    <a:pt x="3264" y="1109"/>
                    <a:pt x="3292" y="1070"/>
                  </a:cubicBezTo>
                  <a:lnTo>
                    <a:pt x="3292" y="1070"/>
                  </a:lnTo>
                  <a:cubicBezTo>
                    <a:pt x="3300" y="1078"/>
                    <a:pt x="3300" y="1078"/>
                    <a:pt x="3268" y="1127"/>
                  </a:cubicBezTo>
                  <a:cubicBezTo>
                    <a:pt x="3254" y="1160"/>
                    <a:pt x="3237" y="1191"/>
                    <a:pt x="3238" y="1191"/>
                  </a:cubicBezTo>
                  <a:cubicBezTo>
                    <a:pt x="3239" y="1191"/>
                    <a:pt x="3249" y="1176"/>
                    <a:pt x="3276" y="1135"/>
                  </a:cubicBezTo>
                  <a:cubicBezTo>
                    <a:pt x="3293" y="1118"/>
                    <a:pt x="3307" y="1110"/>
                    <a:pt x="3316" y="1110"/>
                  </a:cubicBezTo>
                  <a:cubicBezTo>
                    <a:pt x="3328" y="1110"/>
                    <a:pt x="3331" y="1126"/>
                    <a:pt x="3317" y="1160"/>
                  </a:cubicBezTo>
                  <a:cubicBezTo>
                    <a:pt x="3317" y="1162"/>
                    <a:pt x="3317" y="1164"/>
                    <a:pt x="3319" y="1164"/>
                  </a:cubicBezTo>
                  <a:cubicBezTo>
                    <a:pt x="3323" y="1164"/>
                    <a:pt x="3334" y="1154"/>
                    <a:pt x="3357" y="1119"/>
                  </a:cubicBezTo>
                  <a:lnTo>
                    <a:pt x="3390" y="1070"/>
                  </a:lnTo>
                  <a:lnTo>
                    <a:pt x="3390" y="1070"/>
                  </a:lnTo>
                  <a:cubicBezTo>
                    <a:pt x="3361" y="1124"/>
                    <a:pt x="3346" y="1150"/>
                    <a:pt x="3349" y="1150"/>
                  </a:cubicBezTo>
                  <a:cubicBezTo>
                    <a:pt x="3352" y="1150"/>
                    <a:pt x="3370" y="1126"/>
                    <a:pt x="3406" y="1078"/>
                  </a:cubicBezTo>
                  <a:cubicBezTo>
                    <a:pt x="3421" y="1056"/>
                    <a:pt x="3430" y="1046"/>
                    <a:pt x="3433" y="1046"/>
                  </a:cubicBezTo>
                  <a:lnTo>
                    <a:pt x="3433" y="1046"/>
                  </a:lnTo>
                  <a:cubicBezTo>
                    <a:pt x="3437" y="1046"/>
                    <a:pt x="3431" y="1060"/>
                    <a:pt x="3414" y="1087"/>
                  </a:cubicBezTo>
                  <a:cubicBezTo>
                    <a:pt x="3381" y="1135"/>
                    <a:pt x="3390" y="1143"/>
                    <a:pt x="3390" y="1143"/>
                  </a:cubicBezTo>
                  <a:cubicBezTo>
                    <a:pt x="3390" y="1143"/>
                    <a:pt x="3418" y="1133"/>
                    <a:pt x="3445" y="1133"/>
                  </a:cubicBezTo>
                  <a:cubicBezTo>
                    <a:pt x="3458" y="1133"/>
                    <a:pt x="3471" y="1135"/>
                    <a:pt x="3479" y="1143"/>
                  </a:cubicBezTo>
                  <a:cubicBezTo>
                    <a:pt x="3502" y="1166"/>
                    <a:pt x="3517" y="1181"/>
                    <a:pt x="3533" y="1181"/>
                  </a:cubicBezTo>
                  <a:cubicBezTo>
                    <a:pt x="3545" y="1181"/>
                    <a:pt x="3558" y="1173"/>
                    <a:pt x="3576" y="1151"/>
                  </a:cubicBezTo>
                  <a:cubicBezTo>
                    <a:pt x="3599" y="1132"/>
                    <a:pt x="3611" y="1122"/>
                    <a:pt x="3614" y="1122"/>
                  </a:cubicBezTo>
                  <a:lnTo>
                    <a:pt x="3614" y="1122"/>
                  </a:lnTo>
                  <a:cubicBezTo>
                    <a:pt x="3617" y="1122"/>
                    <a:pt x="3609" y="1134"/>
                    <a:pt x="3592" y="1160"/>
                  </a:cubicBezTo>
                  <a:cubicBezTo>
                    <a:pt x="3552" y="1208"/>
                    <a:pt x="3560" y="1216"/>
                    <a:pt x="3568" y="1224"/>
                  </a:cubicBezTo>
                  <a:cubicBezTo>
                    <a:pt x="3568" y="1224"/>
                    <a:pt x="3576" y="1233"/>
                    <a:pt x="3536" y="1273"/>
                  </a:cubicBezTo>
                  <a:cubicBezTo>
                    <a:pt x="3576" y="1241"/>
                    <a:pt x="3576" y="1241"/>
                    <a:pt x="3584" y="1241"/>
                  </a:cubicBezTo>
                  <a:cubicBezTo>
                    <a:pt x="3562" y="1267"/>
                    <a:pt x="3552" y="1279"/>
                    <a:pt x="3555" y="1279"/>
                  </a:cubicBezTo>
                  <a:cubicBezTo>
                    <a:pt x="3558" y="1279"/>
                    <a:pt x="3570" y="1271"/>
                    <a:pt x="3592" y="1257"/>
                  </a:cubicBezTo>
                  <a:cubicBezTo>
                    <a:pt x="3637" y="1212"/>
                    <a:pt x="3659" y="1190"/>
                    <a:pt x="3660" y="1190"/>
                  </a:cubicBezTo>
                  <a:lnTo>
                    <a:pt x="3660" y="1190"/>
                  </a:lnTo>
                  <a:cubicBezTo>
                    <a:pt x="3661" y="1190"/>
                    <a:pt x="3641" y="1212"/>
                    <a:pt x="3600" y="1257"/>
                  </a:cubicBezTo>
                  <a:cubicBezTo>
                    <a:pt x="3571" y="1292"/>
                    <a:pt x="3546" y="1332"/>
                    <a:pt x="3550" y="1332"/>
                  </a:cubicBezTo>
                  <a:cubicBezTo>
                    <a:pt x="3551" y="1332"/>
                    <a:pt x="3557" y="1327"/>
                    <a:pt x="3568" y="1314"/>
                  </a:cubicBezTo>
                  <a:cubicBezTo>
                    <a:pt x="3608" y="1265"/>
                    <a:pt x="3617" y="1281"/>
                    <a:pt x="3665" y="1241"/>
                  </a:cubicBezTo>
                  <a:lnTo>
                    <a:pt x="3665" y="1241"/>
                  </a:lnTo>
                  <a:cubicBezTo>
                    <a:pt x="3665" y="1249"/>
                    <a:pt x="3673" y="1249"/>
                    <a:pt x="3633" y="1297"/>
                  </a:cubicBezTo>
                  <a:cubicBezTo>
                    <a:pt x="3616" y="1317"/>
                    <a:pt x="3617" y="1325"/>
                    <a:pt x="3627" y="1325"/>
                  </a:cubicBezTo>
                  <a:cubicBezTo>
                    <a:pt x="3642" y="1325"/>
                    <a:pt x="3677" y="1309"/>
                    <a:pt x="3706" y="1289"/>
                  </a:cubicBezTo>
                  <a:cubicBezTo>
                    <a:pt x="3728" y="1271"/>
                    <a:pt x="3740" y="1263"/>
                    <a:pt x="3743" y="1263"/>
                  </a:cubicBezTo>
                  <a:lnTo>
                    <a:pt x="3743" y="1263"/>
                  </a:lnTo>
                  <a:cubicBezTo>
                    <a:pt x="3746" y="1263"/>
                    <a:pt x="3736" y="1275"/>
                    <a:pt x="3714" y="1297"/>
                  </a:cubicBezTo>
                  <a:cubicBezTo>
                    <a:pt x="3673" y="1338"/>
                    <a:pt x="3673" y="1338"/>
                    <a:pt x="3681" y="1346"/>
                  </a:cubicBezTo>
                  <a:cubicBezTo>
                    <a:pt x="3694" y="1338"/>
                    <a:pt x="3700" y="1334"/>
                    <a:pt x="3701" y="1334"/>
                  </a:cubicBezTo>
                  <a:lnTo>
                    <a:pt x="3701" y="1334"/>
                  </a:lnTo>
                  <a:cubicBezTo>
                    <a:pt x="3706" y="1334"/>
                    <a:pt x="3671" y="1364"/>
                    <a:pt x="3641" y="1395"/>
                  </a:cubicBezTo>
                  <a:cubicBezTo>
                    <a:pt x="3592" y="1427"/>
                    <a:pt x="3592" y="1435"/>
                    <a:pt x="3600" y="1443"/>
                  </a:cubicBezTo>
                  <a:cubicBezTo>
                    <a:pt x="3618" y="1432"/>
                    <a:pt x="3631" y="1427"/>
                    <a:pt x="3642" y="1427"/>
                  </a:cubicBezTo>
                  <a:cubicBezTo>
                    <a:pt x="3661" y="1427"/>
                    <a:pt x="3671" y="1441"/>
                    <a:pt x="3681" y="1451"/>
                  </a:cubicBezTo>
                  <a:cubicBezTo>
                    <a:pt x="3685" y="1457"/>
                    <a:pt x="3691" y="1460"/>
                    <a:pt x="3699" y="1460"/>
                  </a:cubicBezTo>
                  <a:cubicBezTo>
                    <a:pt x="3725" y="1460"/>
                    <a:pt x="3776" y="1429"/>
                    <a:pt x="3852" y="1378"/>
                  </a:cubicBezTo>
                  <a:lnTo>
                    <a:pt x="3949" y="1305"/>
                  </a:lnTo>
                  <a:lnTo>
                    <a:pt x="3860" y="1387"/>
                  </a:lnTo>
                  <a:cubicBezTo>
                    <a:pt x="3811" y="1419"/>
                    <a:pt x="3722" y="1500"/>
                    <a:pt x="3722" y="1500"/>
                  </a:cubicBezTo>
                  <a:cubicBezTo>
                    <a:pt x="3723" y="1501"/>
                    <a:pt x="3724" y="1501"/>
                    <a:pt x="3725" y="1501"/>
                  </a:cubicBezTo>
                  <a:cubicBezTo>
                    <a:pt x="3737" y="1501"/>
                    <a:pt x="3775" y="1465"/>
                    <a:pt x="3819" y="1435"/>
                  </a:cubicBezTo>
                  <a:cubicBezTo>
                    <a:pt x="3840" y="1418"/>
                    <a:pt x="3852" y="1409"/>
                    <a:pt x="3856" y="1409"/>
                  </a:cubicBezTo>
                  <a:lnTo>
                    <a:pt x="3856" y="1409"/>
                  </a:lnTo>
                  <a:cubicBezTo>
                    <a:pt x="3862" y="1409"/>
                    <a:pt x="3854" y="1424"/>
                    <a:pt x="3835" y="1451"/>
                  </a:cubicBezTo>
                  <a:cubicBezTo>
                    <a:pt x="3812" y="1480"/>
                    <a:pt x="3802" y="1492"/>
                    <a:pt x="3809" y="1492"/>
                  </a:cubicBezTo>
                  <a:cubicBezTo>
                    <a:pt x="3814" y="1492"/>
                    <a:pt x="3828" y="1486"/>
                    <a:pt x="3852" y="1476"/>
                  </a:cubicBezTo>
                  <a:lnTo>
                    <a:pt x="3852" y="1476"/>
                  </a:lnTo>
                  <a:cubicBezTo>
                    <a:pt x="3852" y="1476"/>
                    <a:pt x="3852" y="1484"/>
                    <a:pt x="3811" y="1524"/>
                  </a:cubicBezTo>
                  <a:cubicBezTo>
                    <a:pt x="3811" y="1527"/>
                    <a:pt x="3811" y="1529"/>
                    <a:pt x="3813" y="1529"/>
                  </a:cubicBezTo>
                  <a:cubicBezTo>
                    <a:pt x="3817" y="1529"/>
                    <a:pt x="3827" y="1522"/>
                    <a:pt x="3860" y="1500"/>
                  </a:cubicBezTo>
                  <a:cubicBezTo>
                    <a:pt x="3882" y="1482"/>
                    <a:pt x="3895" y="1473"/>
                    <a:pt x="3899" y="1473"/>
                  </a:cubicBezTo>
                  <a:lnTo>
                    <a:pt x="3899" y="1473"/>
                  </a:lnTo>
                  <a:cubicBezTo>
                    <a:pt x="3904" y="1473"/>
                    <a:pt x="3895" y="1486"/>
                    <a:pt x="3868" y="1508"/>
                  </a:cubicBezTo>
                  <a:cubicBezTo>
                    <a:pt x="3810" y="1561"/>
                    <a:pt x="3793" y="1586"/>
                    <a:pt x="3802" y="1586"/>
                  </a:cubicBezTo>
                  <a:cubicBezTo>
                    <a:pt x="3807" y="1586"/>
                    <a:pt x="3819" y="1579"/>
                    <a:pt x="3835" y="1565"/>
                  </a:cubicBezTo>
                  <a:cubicBezTo>
                    <a:pt x="3862" y="1547"/>
                    <a:pt x="3877" y="1541"/>
                    <a:pt x="3884" y="1541"/>
                  </a:cubicBezTo>
                  <a:cubicBezTo>
                    <a:pt x="3891" y="1541"/>
                    <a:pt x="3892" y="1545"/>
                    <a:pt x="3892" y="1549"/>
                  </a:cubicBezTo>
                  <a:cubicBezTo>
                    <a:pt x="3895" y="1549"/>
                    <a:pt x="3897" y="1550"/>
                    <a:pt x="3902" y="1550"/>
                  </a:cubicBezTo>
                  <a:cubicBezTo>
                    <a:pt x="3909" y="1550"/>
                    <a:pt x="3923" y="1547"/>
                    <a:pt x="3957" y="1533"/>
                  </a:cubicBezTo>
                  <a:lnTo>
                    <a:pt x="3965" y="1541"/>
                  </a:lnTo>
                  <a:cubicBezTo>
                    <a:pt x="3965" y="1549"/>
                    <a:pt x="3908" y="1573"/>
                    <a:pt x="3908" y="1573"/>
                  </a:cubicBezTo>
                  <a:lnTo>
                    <a:pt x="3860" y="1614"/>
                  </a:lnTo>
                  <a:cubicBezTo>
                    <a:pt x="3863" y="1617"/>
                    <a:pt x="3867" y="1621"/>
                    <a:pt x="3874" y="1621"/>
                  </a:cubicBezTo>
                  <a:cubicBezTo>
                    <a:pt x="3883" y="1621"/>
                    <a:pt x="3898" y="1615"/>
                    <a:pt x="3925" y="1597"/>
                  </a:cubicBezTo>
                  <a:cubicBezTo>
                    <a:pt x="3976" y="1570"/>
                    <a:pt x="4002" y="1556"/>
                    <a:pt x="4005" y="1556"/>
                  </a:cubicBezTo>
                  <a:lnTo>
                    <a:pt x="4005" y="1556"/>
                  </a:lnTo>
                  <a:cubicBezTo>
                    <a:pt x="4007" y="1556"/>
                    <a:pt x="3983" y="1572"/>
                    <a:pt x="3933" y="1605"/>
                  </a:cubicBezTo>
                  <a:cubicBezTo>
                    <a:pt x="3894" y="1631"/>
                    <a:pt x="3856" y="1662"/>
                    <a:pt x="3865" y="1662"/>
                  </a:cubicBezTo>
                  <a:cubicBezTo>
                    <a:pt x="3868" y="1662"/>
                    <a:pt x="3874" y="1659"/>
                    <a:pt x="3884" y="1654"/>
                  </a:cubicBezTo>
                  <a:cubicBezTo>
                    <a:pt x="3926" y="1632"/>
                    <a:pt x="3944" y="1623"/>
                    <a:pt x="3946" y="1623"/>
                  </a:cubicBezTo>
                  <a:lnTo>
                    <a:pt x="3946" y="1623"/>
                  </a:lnTo>
                  <a:cubicBezTo>
                    <a:pt x="3951" y="1623"/>
                    <a:pt x="3922" y="1643"/>
                    <a:pt x="3892" y="1662"/>
                  </a:cubicBezTo>
                  <a:cubicBezTo>
                    <a:pt x="3832" y="1695"/>
                    <a:pt x="3806" y="1708"/>
                    <a:pt x="3816" y="1708"/>
                  </a:cubicBezTo>
                  <a:cubicBezTo>
                    <a:pt x="3824" y="1708"/>
                    <a:pt x="3851" y="1701"/>
                    <a:pt x="3900" y="1687"/>
                  </a:cubicBezTo>
                  <a:cubicBezTo>
                    <a:pt x="3908" y="1695"/>
                    <a:pt x="3973" y="1687"/>
                    <a:pt x="3981" y="1711"/>
                  </a:cubicBezTo>
                  <a:cubicBezTo>
                    <a:pt x="3997" y="1734"/>
                    <a:pt x="4005" y="1750"/>
                    <a:pt x="3958" y="1778"/>
                  </a:cubicBezTo>
                  <a:lnTo>
                    <a:pt x="3958" y="1778"/>
                  </a:lnTo>
                  <a:cubicBezTo>
                    <a:pt x="3981" y="1768"/>
                    <a:pt x="3993" y="1764"/>
                    <a:pt x="4000" y="1764"/>
                  </a:cubicBezTo>
                  <a:cubicBezTo>
                    <a:pt x="4009" y="1764"/>
                    <a:pt x="4011" y="1769"/>
                    <a:pt x="4014" y="1776"/>
                  </a:cubicBezTo>
                  <a:cubicBezTo>
                    <a:pt x="3994" y="1800"/>
                    <a:pt x="3998" y="1808"/>
                    <a:pt x="4014" y="1808"/>
                  </a:cubicBezTo>
                  <a:cubicBezTo>
                    <a:pt x="4030" y="1808"/>
                    <a:pt x="4058" y="1800"/>
                    <a:pt x="4087" y="1792"/>
                  </a:cubicBezTo>
                  <a:lnTo>
                    <a:pt x="4079" y="1776"/>
                  </a:lnTo>
                  <a:cubicBezTo>
                    <a:pt x="4133" y="1753"/>
                    <a:pt x="4161" y="1742"/>
                    <a:pt x="4171" y="1742"/>
                  </a:cubicBezTo>
                  <a:lnTo>
                    <a:pt x="4171" y="1742"/>
                  </a:lnTo>
                  <a:cubicBezTo>
                    <a:pt x="4181" y="1742"/>
                    <a:pt x="4169" y="1755"/>
                    <a:pt x="4144" y="1776"/>
                  </a:cubicBezTo>
                  <a:cubicBezTo>
                    <a:pt x="4144" y="1776"/>
                    <a:pt x="4095" y="1808"/>
                    <a:pt x="4038" y="1832"/>
                  </a:cubicBezTo>
                  <a:cubicBezTo>
                    <a:pt x="3998" y="1849"/>
                    <a:pt x="3965" y="1865"/>
                    <a:pt x="3933" y="1897"/>
                  </a:cubicBezTo>
                  <a:cubicBezTo>
                    <a:pt x="3936" y="1900"/>
                    <a:pt x="3938" y="1902"/>
                    <a:pt x="3941" y="1902"/>
                  </a:cubicBezTo>
                  <a:cubicBezTo>
                    <a:pt x="3947" y="1902"/>
                    <a:pt x="3959" y="1897"/>
                    <a:pt x="3990" y="1881"/>
                  </a:cubicBezTo>
                  <a:cubicBezTo>
                    <a:pt x="4027" y="1860"/>
                    <a:pt x="4040" y="1852"/>
                    <a:pt x="4044" y="1852"/>
                  </a:cubicBezTo>
                  <a:cubicBezTo>
                    <a:pt x="4046" y="1852"/>
                    <a:pt x="4046" y="1854"/>
                    <a:pt x="4046" y="1857"/>
                  </a:cubicBezTo>
                  <a:cubicBezTo>
                    <a:pt x="4051" y="1861"/>
                    <a:pt x="4053" y="1866"/>
                    <a:pt x="4065" y="1866"/>
                  </a:cubicBezTo>
                  <a:cubicBezTo>
                    <a:pt x="4073" y="1866"/>
                    <a:pt x="4087" y="1864"/>
                    <a:pt x="4111" y="1857"/>
                  </a:cubicBezTo>
                  <a:cubicBezTo>
                    <a:pt x="4143" y="1839"/>
                    <a:pt x="4157" y="1833"/>
                    <a:pt x="4163" y="1833"/>
                  </a:cubicBezTo>
                  <a:cubicBezTo>
                    <a:pt x="4168" y="1833"/>
                    <a:pt x="4168" y="1837"/>
                    <a:pt x="4168" y="1841"/>
                  </a:cubicBezTo>
                  <a:cubicBezTo>
                    <a:pt x="4119" y="1873"/>
                    <a:pt x="4127" y="1889"/>
                    <a:pt x="4127" y="1889"/>
                  </a:cubicBezTo>
                  <a:lnTo>
                    <a:pt x="4071" y="1914"/>
                  </a:lnTo>
                  <a:cubicBezTo>
                    <a:pt x="4014" y="1938"/>
                    <a:pt x="3965" y="1962"/>
                    <a:pt x="3965" y="1962"/>
                  </a:cubicBezTo>
                  <a:cubicBezTo>
                    <a:pt x="3965" y="1963"/>
                    <a:pt x="3966" y="1964"/>
                    <a:pt x="3968" y="1964"/>
                  </a:cubicBezTo>
                  <a:cubicBezTo>
                    <a:pt x="3980" y="1964"/>
                    <a:pt x="4022" y="1946"/>
                    <a:pt x="4022" y="1946"/>
                  </a:cubicBezTo>
                  <a:cubicBezTo>
                    <a:pt x="4026" y="1944"/>
                    <a:pt x="4030" y="1944"/>
                    <a:pt x="4034" y="1944"/>
                  </a:cubicBezTo>
                  <a:cubicBezTo>
                    <a:pt x="4085" y="1944"/>
                    <a:pt x="4128" y="2086"/>
                    <a:pt x="4135" y="2108"/>
                  </a:cubicBezTo>
                  <a:cubicBezTo>
                    <a:pt x="4098" y="2130"/>
                    <a:pt x="4089" y="2144"/>
                    <a:pt x="4101" y="2144"/>
                  </a:cubicBezTo>
                  <a:cubicBezTo>
                    <a:pt x="4108" y="2144"/>
                    <a:pt x="4119" y="2141"/>
                    <a:pt x="4135" y="2132"/>
                  </a:cubicBezTo>
                  <a:cubicBezTo>
                    <a:pt x="4147" y="2130"/>
                    <a:pt x="4157" y="2128"/>
                    <a:pt x="4165" y="2128"/>
                  </a:cubicBezTo>
                  <a:cubicBezTo>
                    <a:pt x="4201" y="2128"/>
                    <a:pt x="4203" y="2156"/>
                    <a:pt x="4217" y="2189"/>
                  </a:cubicBezTo>
                  <a:cubicBezTo>
                    <a:pt x="4223" y="2236"/>
                    <a:pt x="4230" y="2266"/>
                    <a:pt x="4264" y="2266"/>
                  </a:cubicBezTo>
                  <a:cubicBezTo>
                    <a:pt x="4271" y="2266"/>
                    <a:pt x="4280" y="2265"/>
                    <a:pt x="4290" y="2262"/>
                  </a:cubicBezTo>
                  <a:cubicBezTo>
                    <a:pt x="4290" y="2262"/>
                    <a:pt x="4290" y="2270"/>
                    <a:pt x="4290" y="2287"/>
                  </a:cubicBezTo>
                  <a:cubicBezTo>
                    <a:pt x="4298" y="2303"/>
                    <a:pt x="4354" y="2303"/>
                    <a:pt x="4354" y="2311"/>
                  </a:cubicBezTo>
                  <a:cubicBezTo>
                    <a:pt x="4371" y="2308"/>
                    <a:pt x="4383" y="2307"/>
                    <a:pt x="4391" y="2307"/>
                  </a:cubicBezTo>
                  <a:cubicBezTo>
                    <a:pt x="4410" y="2307"/>
                    <a:pt x="4400" y="2313"/>
                    <a:pt x="4354" y="2319"/>
                  </a:cubicBezTo>
                  <a:cubicBezTo>
                    <a:pt x="4314" y="2319"/>
                    <a:pt x="4273" y="2335"/>
                    <a:pt x="4241" y="2351"/>
                  </a:cubicBezTo>
                  <a:cubicBezTo>
                    <a:pt x="4241" y="2354"/>
                    <a:pt x="4246" y="2355"/>
                    <a:pt x="4254" y="2355"/>
                  </a:cubicBezTo>
                  <a:cubicBezTo>
                    <a:pt x="4275" y="2355"/>
                    <a:pt x="4317" y="2349"/>
                    <a:pt x="4362" y="2343"/>
                  </a:cubicBezTo>
                  <a:cubicBezTo>
                    <a:pt x="4391" y="2335"/>
                    <a:pt x="4405" y="2333"/>
                    <a:pt x="4412" y="2333"/>
                  </a:cubicBezTo>
                  <a:cubicBezTo>
                    <a:pt x="4419" y="2333"/>
                    <a:pt x="4419" y="2335"/>
                    <a:pt x="4419" y="2335"/>
                  </a:cubicBezTo>
                  <a:cubicBezTo>
                    <a:pt x="4419" y="2343"/>
                    <a:pt x="4419" y="2343"/>
                    <a:pt x="4362" y="2359"/>
                  </a:cubicBezTo>
                  <a:lnTo>
                    <a:pt x="4241" y="2376"/>
                  </a:lnTo>
                  <a:lnTo>
                    <a:pt x="4241" y="2384"/>
                  </a:lnTo>
                  <a:cubicBezTo>
                    <a:pt x="4262" y="2381"/>
                    <a:pt x="4277" y="2380"/>
                    <a:pt x="4287" y="2380"/>
                  </a:cubicBezTo>
                  <a:cubicBezTo>
                    <a:pt x="4306" y="2380"/>
                    <a:pt x="4306" y="2384"/>
                    <a:pt x="4306" y="2384"/>
                  </a:cubicBezTo>
                  <a:cubicBezTo>
                    <a:pt x="4306" y="2392"/>
                    <a:pt x="4306" y="2392"/>
                    <a:pt x="4184" y="2408"/>
                  </a:cubicBezTo>
                  <a:cubicBezTo>
                    <a:pt x="4101" y="2420"/>
                    <a:pt x="4079" y="2428"/>
                    <a:pt x="4117" y="2428"/>
                  </a:cubicBezTo>
                  <a:cubicBezTo>
                    <a:pt x="4131" y="2428"/>
                    <a:pt x="4154" y="2427"/>
                    <a:pt x="4184" y="2424"/>
                  </a:cubicBezTo>
                  <a:lnTo>
                    <a:pt x="4249" y="2424"/>
                  </a:lnTo>
                  <a:cubicBezTo>
                    <a:pt x="4127" y="2449"/>
                    <a:pt x="4249" y="2449"/>
                    <a:pt x="4306" y="2449"/>
                  </a:cubicBezTo>
                  <a:cubicBezTo>
                    <a:pt x="4221" y="2467"/>
                    <a:pt x="4199" y="2476"/>
                    <a:pt x="4245" y="2476"/>
                  </a:cubicBezTo>
                  <a:cubicBezTo>
                    <a:pt x="4261" y="2476"/>
                    <a:pt x="4283" y="2475"/>
                    <a:pt x="4314" y="2473"/>
                  </a:cubicBezTo>
                  <a:cubicBezTo>
                    <a:pt x="4330" y="2471"/>
                    <a:pt x="4342" y="2470"/>
                    <a:pt x="4349" y="2470"/>
                  </a:cubicBezTo>
                  <a:cubicBezTo>
                    <a:pt x="4366" y="2470"/>
                    <a:pt x="4354" y="2475"/>
                    <a:pt x="4314" y="2481"/>
                  </a:cubicBezTo>
                  <a:cubicBezTo>
                    <a:pt x="4257" y="2497"/>
                    <a:pt x="4257" y="2505"/>
                    <a:pt x="4257" y="2522"/>
                  </a:cubicBezTo>
                  <a:cubicBezTo>
                    <a:pt x="4314" y="2522"/>
                    <a:pt x="4314" y="2570"/>
                    <a:pt x="4314" y="2635"/>
                  </a:cubicBezTo>
                  <a:cubicBezTo>
                    <a:pt x="4314" y="2700"/>
                    <a:pt x="4314" y="2741"/>
                    <a:pt x="4371" y="2741"/>
                  </a:cubicBezTo>
                  <a:cubicBezTo>
                    <a:pt x="4371" y="2749"/>
                    <a:pt x="4371" y="2749"/>
                    <a:pt x="4314" y="2757"/>
                  </a:cubicBezTo>
                  <a:cubicBezTo>
                    <a:pt x="4249" y="2757"/>
                    <a:pt x="4249" y="2765"/>
                    <a:pt x="4371" y="2773"/>
                  </a:cubicBezTo>
                  <a:cubicBezTo>
                    <a:pt x="4427" y="2781"/>
                    <a:pt x="4484" y="2781"/>
                    <a:pt x="4371" y="2781"/>
                  </a:cubicBezTo>
                  <a:cubicBezTo>
                    <a:pt x="4306" y="2781"/>
                    <a:pt x="4306" y="2789"/>
                    <a:pt x="4306" y="2822"/>
                  </a:cubicBezTo>
                  <a:cubicBezTo>
                    <a:pt x="4306" y="2846"/>
                    <a:pt x="4298" y="2870"/>
                    <a:pt x="4362" y="2878"/>
                  </a:cubicBezTo>
                  <a:cubicBezTo>
                    <a:pt x="4396" y="2888"/>
                    <a:pt x="4410" y="2892"/>
                    <a:pt x="4402" y="2892"/>
                  </a:cubicBezTo>
                  <a:cubicBezTo>
                    <a:pt x="4397" y="2892"/>
                    <a:pt x="4381" y="2890"/>
                    <a:pt x="4354" y="2886"/>
                  </a:cubicBezTo>
                  <a:cubicBezTo>
                    <a:pt x="4330" y="2883"/>
                    <a:pt x="4308" y="2881"/>
                    <a:pt x="4290" y="2881"/>
                  </a:cubicBezTo>
                  <a:cubicBezTo>
                    <a:pt x="4221" y="2881"/>
                    <a:pt x="4200" y="2903"/>
                    <a:pt x="4290" y="2935"/>
                  </a:cubicBezTo>
                  <a:cubicBezTo>
                    <a:pt x="4290" y="2935"/>
                    <a:pt x="4290" y="2939"/>
                    <a:pt x="4270" y="2939"/>
                  </a:cubicBezTo>
                  <a:cubicBezTo>
                    <a:pt x="4261" y="2939"/>
                    <a:pt x="4246" y="2938"/>
                    <a:pt x="4225" y="2935"/>
                  </a:cubicBezTo>
                  <a:lnTo>
                    <a:pt x="4225" y="2935"/>
                  </a:lnTo>
                  <a:cubicBezTo>
                    <a:pt x="4225" y="2943"/>
                    <a:pt x="4225" y="2951"/>
                    <a:pt x="4281" y="2984"/>
                  </a:cubicBezTo>
                  <a:cubicBezTo>
                    <a:pt x="4281" y="2992"/>
                    <a:pt x="4273" y="3016"/>
                    <a:pt x="4265" y="3032"/>
                  </a:cubicBezTo>
                  <a:cubicBezTo>
                    <a:pt x="4265" y="3049"/>
                    <a:pt x="4322" y="3073"/>
                    <a:pt x="4322" y="3073"/>
                  </a:cubicBezTo>
                  <a:cubicBezTo>
                    <a:pt x="4322" y="3076"/>
                    <a:pt x="4322" y="3079"/>
                    <a:pt x="4322" y="3081"/>
                  </a:cubicBezTo>
                  <a:cubicBezTo>
                    <a:pt x="4313" y="3079"/>
                    <a:pt x="4306" y="3077"/>
                    <a:pt x="4299" y="3077"/>
                  </a:cubicBezTo>
                  <a:cubicBezTo>
                    <a:pt x="4260" y="3077"/>
                    <a:pt x="4247" y="3113"/>
                    <a:pt x="4233" y="3154"/>
                  </a:cubicBezTo>
                  <a:cubicBezTo>
                    <a:pt x="4225" y="3198"/>
                    <a:pt x="4211" y="3236"/>
                    <a:pt x="4166" y="3236"/>
                  </a:cubicBezTo>
                  <a:cubicBezTo>
                    <a:pt x="4161" y="3236"/>
                    <a:pt x="4157" y="3236"/>
                    <a:pt x="4152" y="3235"/>
                  </a:cubicBezTo>
                  <a:lnTo>
                    <a:pt x="4152" y="3235"/>
                  </a:lnTo>
                  <a:cubicBezTo>
                    <a:pt x="4152" y="3235"/>
                    <a:pt x="4144" y="3243"/>
                    <a:pt x="4200" y="3259"/>
                  </a:cubicBezTo>
                  <a:cubicBezTo>
                    <a:pt x="4279" y="3293"/>
                    <a:pt x="4300" y="3308"/>
                    <a:pt x="4285" y="3308"/>
                  </a:cubicBezTo>
                  <a:cubicBezTo>
                    <a:pt x="4279" y="3308"/>
                    <a:pt x="4266" y="3305"/>
                    <a:pt x="4249" y="3300"/>
                  </a:cubicBezTo>
                  <a:cubicBezTo>
                    <a:pt x="4218" y="3293"/>
                    <a:pt x="4194" y="3290"/>
                    <a:pt x="4178" y="3290"/>
                  </a:cubicBezTo>
                  <a:cubicBezTo>
                    <a:pt x="4136" y="3290"/>
                    <a:pt x="4151" y="3311"/>
                    <a:pt x="4233" y="3341"/>
                  </a:cubicBezTo>
                  <a:lnTo>
                    <a:pt x="4176" y="3324"/>
                  </a:lnTo>
                  <a:cubicBezTo>
                    <a:pt x="4145" y="3315"/>
                    <a:pt x="4125" y="3311"/>
                    <a:pt x="4116" y="3311"/>
                  </a:cubicBezTo>
                  <a:cubicBezTo>
                    <a:pt x="4090" y="3311"/>
                    <a:pt x="4134" y="3340"/>
                    <a:pt x="4217" y="3381"/>
                  </a:cubicBezTo>
                  <a:cubicBezTo>
                    <a:pt x="4181" y="3371"/>
                    <a:pt x="4142" y="3361"/>
                    <a:pt x="4132" y="3361"/>
                  </a:cubicBezTo>
                  <a:lnTo>
                    <a:pt x="4132" y="3361"/>
                  </a:lnTo>
                  <a:cubicBezTo>
                    <a:pt x="4126" y="3361"/>
                    <a:pt x="4131" y="3364"/>
                    <a:pt x="4152" y="3373"/>
                  </a:cubicBezTo>
                  <a:cubicBezTo>
                    <a:pt x="4152" y="3375"/>
                    <a:pt x="4152" y="3377"/>
                    <a:pt x="4148" y="3377"/>
                  </a:cubicBezTo>
                  <a:cubicBezTo>
                    <a:pt x="4141" y="3377"/>
                    <a:pt x="4117" y="3369"/>
                    <a:pt x="4038" y="3341"/>
                  </a:cubicBezTo>
                  <a:cubicBezTo>
                    <a:pt x="3998" y="3324"/>
                    <a:pt x="3965" y="3308"/>
                    <a:pt x="3925" y="3300"/>
                  </a:cubicBezTo>
                  <a:lnTo>
                    <a:pt x="3925" y="3300"/>
                  </a:lnTo>
                  <a:cubicBezTo>
                    <a:pt x="3957" y="3324"/>
                    <a:pt x="3990" y="3341"/>
                    <a:pt x="4030" y="3349"/>
                  </a:cubicBezTo>
                  <a:lnTo>
                    <a:pt x="4022" y="3365"/>
                  </a:lnTo>
                  <a:cubicBezTo>
                    <a:pt x="4022" y="3365"/>
                    <a:pt x="4022" y="3373"/>
                    <a:pt x="4079" y="3389"/>
                  </a:cubicBezTo>
                  <a:cubicBezTo>
                    <a:pt x="4135" y="3413"/>
                    <a:pt x="4127" y="3422"/>
                    <a:pt x="4127" y="3430"/>
                  </a:cubicBezTo>
                  <a:cubicBezTo>
                    <a:pt x="4113" y="3423"/>
                    <a:pt x="4106" y="3421"/>
                    <a:pt x="4104" y="3421"/>
                  </a:cubicBezTo>
                  <a:lnTo>
                    <a:pt x="4104" y="3421"/>
                  </a:lnTo>
                  <a:cubicBezTo>
                    <a:pt x="4100" y="3421"/>
                    <a:pt x="4142" y="3442"/>
                    <a:pt x="4184" y="3454"/>
                  </a:cubicBezTo>
                  <a:cubicBezTo>
                    <a:pt x="4241" y="3478"/>
                    <a:pt x="4290" y="3503"/>
                    <a:pt x="4290" y="3511"/>
                  </a:cubicBezTo>
                  <a:lnTo>
                    <a:pt x="4395" y="3559"/>
                  </a:lnTo>
                  <a:cubicBezTo>
                    <a:pt x="4468" y="3592"/>
                    <a:pt x="4549" y="3616"/>
                    <a:pt x="4622" y="3632"/>
                  </a:cubicBezTo>
                  <a:cubicBezTo>
                    <a:pt x="4695" y="3624"/>
                    <a:pt x="4760" y="3616"/>
                    <a:pt x="4654" y="3576"/>
                  </a:cubicBezTo>
                  <a:cubicBezTo>
                    <a:pt x="4654" y="3576"/>
                    <a:pt x="4598" y="3543"/>
                    <a:pt x="4606" y="3535"/>
                  </a:cubicBezTo>
                  <a:cubicBezTo>
                    <a:pt x="4606" y="3532"/>
                    <a:pt x="4613" y="3532"/>
                    <a:pt x="4623" y="3532"/>
                  </a:cubicBezTo>
                  <a:cubicBezTo>
                    <a:pt x="4642" y="3532"/>
                    <a:pt x="4671" y="3535"/>
                    <a:pt x="4671" y="3535"/>
                  </a:cubicBezTo>
                  <a:cubicBezTo>
                    <a:pt x="4681" y="3540"/>
                    <a:pt x="4690" y="3542"/>
                    <a:pt x="4697" y="3542"/>
                  </a:cubicBezTo>
                  <a:cubicBezTo>
                    <a:pt x="4726" y="3542"/>
                    <a:pt x="4741" y="3510"/>
                    <a:pt x="4760" y="3478"/>
                  </a:cubicBezTo>
                  <a:cubicBezTo>
                    <a:pt x="4784" y="3422"/>
                    <a:pt x="4784" y="3397"/>
                    <a:pt x="4849" y="3397"/>
                  </a:cubicBezTo>
                  <a:cubicBezTo>
                    <a:pt x="4868" y="3400"/>
                    <a:pt x="4881" y="3401"/>
                    <a:pt x="4891" y="3401"/>
                  </a:cubicBezTo>
                  <a:cubicBezTo>
                    <a:pt x="4910" y="3401"/>
                    <a:pt x="4914" y="3397"/>
                    <a:pt x="4914" y="3397"/>
                  </a:cubicBezTo>
                  <a:cubicBezTo>
                    <a:pt x="4857" y="3381"/>
                    <a:pt x="4873" y="3324"/>
                    <a:pt x="4889" y="3259"/>
                  </a:cubicBezTo>
                  <a:cubicBezTo>
                    <a:pt x="4914" y="3186"/>
                    <a:pt x="4922" y="3122"/>
                    <a:pt x="4865" y="3114"/>
                  </a:cubicBezTo>
                  <a:lnTo>
                    <a:pt x="4865" y="3089"/>
                  </a:lnTo>
                  <a:cubicBezTo>
                    <a:pt x="4876" y="3091"/>
                    <a:pt x="4884" y="3091"/>
                    <a:pt x="4892" y="3091"/>
                  </a:cubicBezTo>
                  <a:cubicBezTo>
                    <a:pt x="4925" y="3091"/>
                    <a:pt x="4930" y="3078"/>
                    <a:pt x="4930" y="3065"/>
                  </a:cubicBezTo>
                  <a:cubicBezTo>
                    <a:pt x="4873" y="3032"/>
                    <a:pt x="4881" y="3016"/>
                    <a:pt x="4881" y="3016"/>
                  </a:cubicBezTo>
                  <a:lnTo>
                    <a:pt x="4881" y="3016"/>
                  </a:lnTo>
                  <a:cubicBezTo>
                    <a:pt x="4892" y="3018"/>
                    <a:pt x="4900" y="3018"/>
                    <a:pt x="4907" y="3018"/>
                  </a:cubicBezTo>
                  <a:cubicBezTo>
                    <a:pt x="4938" y="3018"/>
                    <a:pt x="4940" y="3005"/>
                    <a:pt x="4946" y="2992"/>
                  </a:cubicBezTo>
                  <a:cubicBezTo>
                    <a:pt x="4946" y="2976"/>
                    <a:pt x="4946" y="2959"/>
                    <a:pt x="4889" y="2959"/>
                  </a:cubicBezTo>
                  <a:cubicBezTo>
                    <a:pt x="4898" y="2911"/>
                    <a:pt x="4922" y="2878"/>
                    <a:pt x="4962" y="2854"/>
                  </a:cubicBezTo>
                  <a:cubicBezTo>
                    <a:pt x="5019" y="2846"/>
                    <a:pt x="4962" y="2838"/>
                    <a:pt x="4906" y="2822"/>
                  </a:cubicBezTo>
                  <a:cubicBezTo>
                    <a:pt x="4841" y="2822"/>
                    <a:pt x="4784" y="2814"/>
                    <a:pt x="4784" y="2797"/>
                  </a:cubicBezTo>
                  <a:lnTo>
                    <a:pt x="4784" y="2797"/>
                  </a:lnTo>
                  <a:lnTo>
                    <a:pt x="4906" y="2805"/>
                  </a:lnTo>
                  <a:cubicBezTo>
                    <a:pt x="4929" y="2809"/>
                    <a:pt x="4943" y="2811"/>
                    <a:pt x="4951" y="2811"/>
                  </a:cubicBezTo>
                  <a:cubicBezTo>
                    <a:pt x="4962" y="2811"/>
                    <a:pt x="4962" y="2807"/>
                    <a:pt x="4962" y="2797"/>
                  </a:cubicBezTo>
                  <a:lnTo>
                    <a:pt x="4971" y="2773"/>
                  </a:lnTo>
                  <a:cubicBezTo>
                    <a:pt x="4906" y="2773"/>
                    <a:pt x="4914" y="2724"/>
                    <a:pt x="4914" y="2659"/>
                  </a:cubicBezTo>
                  <a:cubicBezTo>
                    <a:pt x="4914" y="2570"/>
                    <a:pt x="4914" y="2546"/>
                    <a:pt x="4849" y="2546"/>
                  </a:cubicBezTo>
                  <a:cubicBezTo>
                    <a:pt x="4836" y="2548"/>
                    <a:pt x="4825" y="2549"/>
                    <a:pt x="4818" y="2549"/>
                  </a:cubicBezTo>
                  <a:cubicBezTo>
                    <a:pt x="4795" y="2549"/>
                    <a:pt x="4806" y="2538"/>
                    <a:pt x="4849" y="2514"/>
                  </a:cubicBezTo>
                  <a:cubicBezTo>
                    <a:pt x="5027" y="2441"/>
                    <a:pt x="5027" y="2432"/>
                    <a:pt x="4971" y="2432"/>
                  </a:cubicBezTo>
                  <a:cubicBezTo>
                    <a:pt x="4971" y="2441"/>
                    <a:pt x="4914" y="2449"/>
                    <a:pt x="4849" y="2457"/>
                  </a:cubicBezTo>
                  <a:cubicBezTo>
                    <a:pt x="4819" y="2459"/>
                    <a:pt x="4796" y="2460"/>
                    <a:pt x="4782" y="2460"/>
                  </a:cubicBezTo>
                  <a:cubicBezTo>
                    <a:pt x="4744" y="2460"/>
                    <a:pt x="4766" y="2452"/>
                    <a:pt x="4849" y="2441"/>
                  </a:cubicBezTo>
                  <a:cubicBezTo>
                    <a:pt x="4964" y="2425"/>
                    <a:pt x="4905" y="2301"/>
                    <a:pt x="4796" y="2301"/>
                  </a:cubicBezTo>
                  <a:cubicBezTo>
                    <a:pt x="4789" y="2301"/>
                    <a:pt x="4783" y="2302"/>
                    <a:pt x="4776" y="2303"/>
                  </a:cubicBezTo>
                  <a:lnTo>
                    <a:pt x="4833" y="2287"/>
                  </a:lnTo>
                  <a:cubicBezTo>
                    <a:pt x="4889" y="2278"/>
                    <a:pt x="4889" y="2270"/>
                    <a:pt x="4889" y="2230"/>
                  </a:cubicBezTo>
                  <a:lnTo>
                    <a:pt x="4881" y="2205"/>
                  </a:lnTo>
                  <a:cubicBezTo>
                    <a:pt x="4864" y="2209"/>
                    <a:pt x="4850" y="2211"/>
                    <a:pt x="4840" y="2211"/>
                  </a:cubicBezTo>
                  <a:cubicBezTo>
                    <a:pt x="4783" y="2211"/>
                    <a:pt x="4825" y="2162"/>
                    <a:pt x="4873" y="2149"/>
                  </a:cubicBezTo>
                  <a:cubicBezTo>
                    <a:pt x="4930" y="2124"/>
                    <a:pt x="4930" y="2124"/>
                    <a:pt x="4930" y="2108"/>
                  </a:cubicBezTo>
                  <a:cubicBezTo>
                    <a:pt x="4808" y="2108"/>
                    <a:pt x="4857" y="2051"/>
                    <a:pt x="4914" y="2035"/>
                  </a:cubicBezTo>
                  <a:lnTo>
                    <a:pt x="4906" y="2011"/>
                  </a:lnTo>
                  <a:cubicBezTo>
                    <a:pt x="4895" y="2012"/>
                    <a:pt x="4886" y="2013"/>
                    <a:pt x="4878" y="2013"/>
                  </a:cubicBezTo>
                  <a:cubicBezTo>
                    <a:pt x="4846" y="2013"/>
                    <a:pt x="4841" y="2001"/>
                    <a:pt x="4841" y="1995"/>
                  </a:cubicBezTo>
                  <a:cubicBezTo>
                    <a:pt x="4836" y="1975"/>
                    <a:pt x="4834" y="1964"/>
                    <a:pt x="4821" y="1964"/>
                  </a:cubicBezTo>
                  <a:cubicBezTo>
                    <a:pt x="4812" y="1964"/>
                    <a:pt x="4798" y="1969"/>
                    <a:pt x="4776" y="1978"/>
                  </a:cubicBezTo>
                  <a:cubicBezTo>
                    <a:pt x="4730" y="1992"/>
                    <a:pt x="4683" y="2005"/>
                    <a:pt x="4668" y="2005"/>
                  </a:cubicBezTo>
                  <a:cubicBezTo>
                    <a:pt x="4664" y="2005"/>
                    <a:pt x="4662" y="2004"/>
                    <a:pt x="4662" y="2003"/>
                  </a:cubicBezTo>
                  <a:lnTo>
                    <a:pt x="4719" y="1987"/>
                  </a:lnTo>
                  <a:cubicBezTo>
                    <a:pt x="4776" y="1970"/>
                    <a:pt x="4768" y="1946"/>
                    <a:pt x="4760" y="1905"/>
                  </a:cubicBezTo>
                  <a:cubicBezTo>
                    <a:pt x="4744" y="1865"/>
                    <a:pt x="4744" y="1849"/>
                    <a:pt x="4792" y="1816"/>
                  </a:cubicBezTo>
                  <a:lnTo>
                    <a:pt x="4792" y="1816"/>
                  </a:lnTo>
                  <a:lnTo>
                    <a:pt x="4735" y="1832"/>
                  </a:lnTo>
                  <a:cubicBezTo>
                    <a:pt x="4721" y="1835"/>
                    <a:pt x="4711" y="1836"/>
                    <a:pt x="4703" y="1836"/>
                  </a:cubicBezTo>
                  <a:cubicBezTo>
                    <a:pt x="4682" y="1836"/>
                    <a:pt x="4691" y="1826"/>
                    <a:pt x="4727" y="1808"/>
                  </a:cubicBezTo>
                  <a:cubicBezTo>
                    <a:pt x="4779" y="1786"/>
                    <a:pt x="4777" y="1750"/>
                    <a:pt x="4727" y="1750"/>
                  </a:cubicBezTo>
                  <a:cubicBezTo>
                    <a:pt x="4722" y="1750"/>
                    <a:pt x="4717" y="1751"/>
                    <a:pt x="4711" y="1751"/>
                  </a:cubicBezTo>
                  <a:lnTo>
                    <a:pt x="4703" y="1735"/>
                  </a:lnTo>
                  <a:cubicBezTo>
                    <a:pt x="4782" y="1696"/>
                    <a:pt x="4802" y="1672"/>
                    <a:pt x="4766" y="1672"/>
                  </a:cubicBezTo>
                  <a:cubicBezTo>
                    <a:pt x="4751" y="1672"/>
                    <a:pt x="4724" y="1677"/>
                    <a:pt x="4687" y="1687"/>
                  </a:cubicBezTo>
                  <a:cubicBezTo>
                    <a:pt x="4744" y="1662"/>
                    <a:pt x="4744" y="1654"/>
                    <a:pt x="4735" y="1646"/>
                  </a:cubicBezTo>
                  <a:lnTo>
                    <a:pt x="4735" y="1646"/>
                  </a:lnTo>
                  <a:cubicBezTo>
                    <a:pt x="4729" y="1647"/>
                    <a:pt x="4724" y="1647"/>
                    <a:pt x="4719" y="1647"/>
                  </a:cubicBezTo>
                  <a:cubicBezTo>
                    <a:pt x="4676" y="1647"/>
                    <a:pt x="4669" y="1619"/>
                    <a:pt x="4719" y="1597"/>
                  </a:cubicBezTo>
                  <a:lnTo>
                    <a:pt x="4711" y="1589"/>
                  </a:lnTo>
                  <a:cubicBezTo>
                    <a:pt x="4694" y="1594"/>
                    <a:pt x="4681" y="1596"/>
                    <a:pt x="4673" y="1596"/>
                  </a:cubicBezTo>
                  <a:cubicBezTo>
                    <a:pt x="4654" y="1596"/>
                    <a:pt x="4652" y="1587"/>
                    <a:pt x="4646" y="1581"/>
                  </a:cubicBezTo>
                  <a:cubicBezTo>
                    <a:pt x="4646" y="1576"/>
                    <a:pt x="4644" y="1572"/>
                    <a:pt x="4630" y="1572"/>
                  </a:cubicBezTo>
                  <a:cubicBezTo>
                    <a:pt x="4621" y="1572"/>
                    <a:pt x="4605" y="1574"/>
                    <a:pt x="4581" y="1581"/>
                  </a:cubicBezTo>
                  <a:cubicBezTo>
                    <a:pt x="4547" y="1596"/>
                    <a:pt x="4534" y="1599"/>
                    <a:pt x="4528" y="1599"/>
                  </a:cubicBezTo>
                  <a:cubicBezTo>
                    <a:pt x="4525" y="1599"/>
                    <a:pt x="4525" y="1597"/>
                    <a:pt x="4525" y="1597"/>
                  </a:cubicBezTo>
                  <a:cubicBezTo>
                    <a:pt x="4517" y="1589"/>
                    <a:pt x="4581" y="1565"/>
                    <a:pt x="4638" y="1549"/>
                  </a:cubicBezTo>
                  <a:cubicBezTo>
                    <a:pt x="4677" y="1543"/>
                    <a:pt x="4685" y="1530"/>
                    <a:pt x="4648" y="1530"/>
                  </a:cubicBezTo>
                  <a:cubicBezTo>
                    <a:pt x="4631" y="1530"/>
                    <a:pt x="4604" y="1533"/>
                    <a:pt x="4565" y="1541"/>
                  </a:cubicBezTo>
                  <a:cubicBezTo>
                    <a:pt x="4512" y="1556"/>
                    <a:pt x="4483" y="1564"/>
                    <a:pt x="4480" y="1564"/>
                  </a:cubicBezTo>
                  <a:cubicBezTo>
                    <a:pt x="4477" y="1564"/>
                    <a:pt x="4505" y="1554"/>
                    <a:pt x="4565" y="1533"/>
                  </a:cubicBezTo>
                  <a:cubicBezTo>
                    <a:pt x="4612" y="1519"/>
                    <a:pt x="4658" y="1506"/>
                    <a:pt x="4638" y="1506"/>
                  </a:cubicBezTo>
                  <a:cubicBezTo>
                    <a:pt x="4634" y="1506"/>
                    <a:pt x="4626" y="1507"/>
                    <a:pt x="4614" y="1508"/>
                  </a:cubicBezTo>
                  <a:cubicBezTo>
                    <a:pt x="4614" y="1508"/>
                    <a:pt x="4614" y="1503"/>
                    <a:pt x="4603" y="1503"/>
                  </a:cubicBezTo>
                  <a:cubicBezTo>
                    <a:pt x="4595" y="1503"/>
                    <a:pt x="4581" y="1506"/>
                    <a:pt x="4557" y="1516"/>
                  </a:cubicBezTo>
                  <a:lnTo>
                    <a:pt x="4541" y="1492"/>
                  </a:lnTo>
                  <a:cubicBezTo>
                    <a:pt x="4590" y="1451"/>
                    <a:pt x="4581" y="1443"/>
                    <a:pt x="4581" y="1435"/>
                  </a:cubicBezTo>
                  <a:lnTo>
                    <a:pt x="4581" y="1435"/>
                  </a:lnTo>
                  <a:cubicBezTo>
                    <a:pt x="4559" y="1441"/>
                    <a:pt x="4546" y="1445"/>
                    <a:pt x="4541" y="1445"/>
                  </a:cubicBezTo>
                  <a:cubicBezTo>
                    <a:pt x="4532" y="1445"/>
                    <a:pt x="4543" y="1436"/>
                    <a:pt x="4573" y="1411"/>
                  </a:cubicBezTo>
                  <a:cubicBezTo>
                    <a:pt x="4595" y="1400"/>
                    <a:pt x="4607" y="1392"/>
                    <a:pt x="4604" y="1392"/>
                  </a:cubicBezTo>
                  <a:lnTo>
                    <a:pt x="4604" y="1392"/>
                  </a:lnTo>
                  <a:cubicBezTo>
                    <a:pt x="4601" y="1392"/>
                    <a:pt x="4575" y="1404"/>
                    <a:pt x="4517" y="1435"/>
                  </a:cubicBezTo>
                  <a:cubicBezTo>
                    <a:pt x="4495" y="1444"/>
                    <a:pt x="4481" y="1449"/>
                    <a:pt x="4474" y="1449"/>
                  </a:cubicBezTo>
                  <a:cubicBezTo>
                    <a:pt x="4462" y="1449"/>
                    <a:pt x="4470" y="1436"/>
                    <a:pt x="4500" y="1411"/>
                  </a:cubicBezTo>
                  <a:cubicBezTo>
                    <a:pt x="4569" y="1374"/>
                    <a:pt x="4593" y="1357"/>
                    <a:pt x="4585" y="1357"/>
                  </a:cubicBezTo>
                  <a:lnTo>
                    <a:pt x="4585" y="1357"/>
                  </a:lnTo>
                  <a:cubicBezTo>
                    <a:pt x="4581" y="1357"/>
                    <a:pt x="4569" y="1362"/>
                    <a:pt x="4549" y="1370"/>
                  </a:cubicBezTo>
                  <a:cubicBezTo>
                    <a:pt x="4515" y="1385"/>
                    <a:pt x="4501" y="1388"/>
                    <a:pt x="4496" y="1388"/>
                  </a:cubicBezTo>
                  <a:cubicBezTo>
                    <a:pt x="4492" y="1388"/>
                    <a:pt x="4492" y="1387"/>
                    <a:pt x="4492" y="1387"/>
                  </a:cubicBezTo>
                  <a:cubicBezTo>
                    <a:pt x="4541" y="1354"/>
                    <a:pt x="4508" y="1281"/>
                    <a:pt x="4460" y="1208"/>
                  </a:cubicBezTo>
                  <a:cubicBezTo>
                    <a:pt x="4459" y="1207"/>
                    <a:pt x="4457" y="1207"/>
                    <a:pt x="4455" y="1207"/>
                  </a:cubicBezTo>
                  <a:cubicBezTo>
                    <a:pt x="4439" y="1207"/>
                    <a:pt x="4397" y="1229"/>
                    <a:pt x="4354" y="1257"/>
                  </a:cubicBezTo>
                  <a:cubicBezTo>
                    <a:pt x="4310" y="1288"/>
                    <a:pt x="4293" y="1300"/>
                    <a:pt x="4292" y="1300"/>
                  </a:cubicBezTo>
                  <a:cubicBezTo>
                    <a:pt x="4290" y="1300"/>
                    <a:pt x="4318" y="1277"/>
                    <a:pt x="4346" y="1249"/>
                  </a:cubicBezTo>
                  <a:cubicBezTo>
                    <a:pt x="4423" y="1193"/>
                    <a:pt x="4455" y="1162"/>
                    <a:pt x="4448" y="1162"/>
                  </a:cubicBezTo>
                  <a:lnTo>
                    <a:pt x="4448" y="1162"/>
                  </a:lnTo>
                  <a:cubicBezTo>
                    <a:pt x="4441" y="1162"/>
                    <a:pt x="4403" y="1187"/>
                    <a:pt x="4338" y="1241"/>
                  </a:cubicBezTo>
                  <a:cubicBezTo>
                    <a:pt x="4291" y="1276"/>
                    <a:pt x="4266" y="1294"/>
                    <a:pt x="4264" y="1294"/>
                  </a:cubicBezTo>
                  <a:cubicBezTo>
                    <a:pt x="4262" y="1294"/>
                    <a:pt x="4284" y="1274"/>
                    <a:pt x="4330" y="1233"/>
                  </a:cubicBezTo>
                  <a:cubicBezTo>
                    <a:pt x="4357" y="1206"/>
                    <a:pt x="4366" y="1194"/>
                    <a:pt x="4362" y="1194"/>
                  </a:cubicBezTo>
                  <a:lnTo>
                    <a:pt x="4362" y="1194"/>
                  </a:lnTo>
                  <a:cubicBezTo>
                    <a:pt x="4357" y="1194"/>
                    <a:pt x="4344" y="1202"/>
                    <a:pt x="4322" y="1216"/>
                  </a:cubicBezTo>
                  <a:cubicBezTo>
                    <a:pt x="4301" y="1231"/>
                    <a:pt x="4287" y="1237"/>
                    <a:pt x="4283" y="1237"/>
                  </a:cubicBezTo>
                  <a:cubicBezTo>
                    <a:pt x="4277" y="1237"/>
                    <a:pt x="4287" y="1226"/>
                    <a:pt x="4314" y="1208"/>
                  </a:cubicBezTo>
                  <a:cubicBezTo>
                    <a:pt x="4350" y="1178"/>
                    <a:pt x="4381" y="1144"/>
                    <a:pt x="4376" y="1144"/>
                  </a:cubicBezTo>
                  <a:lnTo>
                    <a:pt x="4376" y="1144"/>
                  </a:lnTo>
                  <a:cubicBezTo>
                    <a:pt x="4374" y="1144"/>
                    <a:pt x="4367" y="1149"/>
                    <a:pt x="4354" y="1160"/>
                  </a:cubicBezTo>
                  <a:cubicBezTo>
                    <a:pt x="4354" y="1160"/>
                    <a:pt x="4346" y="1151"/>
                    <a:pt x="4395" y="1103"/>
                  </a:cubicBezTo>
                  <a:cubicBezTo>
                    <a:pt x="4410" y="1088"/>
                    <a:pt x="4412" y="1082"/>
                    <a:pt x="4405" y="1082"/>
                  </a:cubicBezTo>
                  <a:lnTo>
                    <a:pt x="4405" y="1082"/>
                  </a:lnTo>
                  <a:cubicBezTo>
                    <a:pt x="4394" y="1082"/>
                    <a:pt x="4361" y="1099"/>
                    <a:pt x="4330" y="1119"/>
                  </a:cubicBezTo>
                  <a:cubicBezTo>
                    <a:pt x="4281" y="1140"/>
                    <a:pt x="4254" y="1150"/>
                    <a:pt x="4245" y="1150"/>
                  </a:cubicBezTo>
                  <a:cubicBezTo>
                    <a:pt x="4234" y="1150"/>
                    <a:pt x="4258" y="1132"/>
                    <a:pt x="4314" y="1095"/>
                  </a:cubicBezTo>
                  <a:cubicBezTo>
                    <a:pt x="4364" y="1061"/>
                    <a:pt x="4369" y="1043"/>
                    <a:pt x="4349" y="1043"/>
                  </a:cubicBezTo>
                  <a:cubicBezTo>
                    <a:pt x="4330" y="1043"/>
                    <a:pt x="4288" y="1059"/>
                    <a:pt x="4241" y="1095"/>
                  </a:cubicBezTo>
                  <a:cubicBezTo>
                    <a:pt x="4184" y="1133"/>
                    <a:pt x="4160" y="1148"/>
                    <a:pt x="4159" y="1148"/>
                  </a:cubicBezTo>
                  <a:cubicBezTo>
                    <a:pt x="4157" y="1148"/>
                    <a:pt x="4167" y="1141"/>
                    <a:pt x="4184" y="1127"/>
                  </a:cubicBezTo>
                  <a:cubicBezTo>
                    <a:pt x="4233" y="1087"/>
                    <a:pt x="4225" y="1078"/>
                    <a:pt x="4225" y="1078"/>
                  </a:cubicBezTo>
                  <a:cubicBezTo>
                    <a:pt x="4225" y="1070"/>
                    <a:pt x="4217" y="1062"/>
                    <a:pt x="4265" y="1030"/>
                  </a:cubicBezTo>
                  <a:cubicBezTo>
                    <a:pt x="4265" y="1030"/>
                    <a:pt x="4264" y="1029"/>
                    <a:pt x="4259" y="1029"/>
                  </a:cubicBezTo>
                  <a:cubicBezTo>
                    <a:pt x="4251" y="1029"/>
                    <a:pt x="4234" y="1031"/>
                    <a:pt x="4200" y="1046"/>
                  </a:cubicBezTo>
                  <a:cubicBezTo>
                    <a:pt x="4171" y="1062"/>
                    <a:pt x="4152" y="1069"/>
                    <a:pt x="4143" y="1069"/>
                  </a:cubicBezTo>
                  <a:cubicBezTo>
                    <a:pt x="4117" y="1069"/>
                    <a:pt x="4150" y="1021"/>
                    <a:pt x="4208" y="957"/>
                  </a:cubicBezTo>
                  <a:lnTo>
                    <a:pt x="4208" y="957"/>
                  </a:lnTo>
                  <a:lnTo>
                    <a:pt x="4152" y="981"/>
                  </a:lnTo>
                  <a:cubicBezTo>
                    <a:pt x="4097" y="1026"/>
                    <a:pt x="4058" y="1058"/>
                    <a:pt x="4054" y="1058"/>
                  </a:cubicBezTo>
                  <a:cubicBezTo>
                    <a:pt x="4052" y="1058"/>
                    <a:pt x="4063" y="1045"/>
                    <a:pt x="4095" y="1014"/>
                  </a:cubicBezTo>
                  <a:lnTo>
                    <a:pt x="4144" y="973"/>
                  </a:lnTo>
                  <a:lnTo>
                    <a:pt x="4144" y="973"/>
                  </a:lnTo>
                  <a:cubicBezTo>
                    <a:pt x="4115" y="994"/>
                    <a:pt x="4097" y="1003"/>
                    <a:pt x="4088" y="1003"/>
                  </a:cubicBezTo>
                  <a:cubicBezTo>
                    <a:pt x="4066" y="1003"/>
                    <a:pt x="4096" y="950"/>
                    <a:pt x="4160" y="892"/>
                  </a:cubicBezTo>
                  <a:cubicBezTo>
                    <a:pt x="4200" y="851"/>
                    <a:pt x="4200" y="851"/>
                    <a:pt x="4192" y="843"/>
                  </a:cubicBezTo>
                  <a:lnTo>
                    <a:pt x="4192" y="843"/>
                  </a:lnTo>
                  <a:lnTo>
                    <a:pt x="4152" y="884"/>
                  </a:lnTo>
                  <a:cubicBezTo>
                    <a:pt x="4111" y="924"/>
                    <a:pt x="4063" y="965"/>
                    <a:pt x="4063" y="965"/>
                  </a:cubicBezTo>
                  <a:cubicBezTo>
                    <a:pt x="4054" y="957"/>
                    <a:pt x="4046" y="949"/>
                    <a:pt x="4087" y="908"/>
                  </a:cubicBezTo>
                  <a:cubicBezTo>
                    <a:pt x="4117" y="872"/>
                    <a:pt x="4142" y="836"/>
                    <a:pt x="4137" y="836"/>
                  </a:cubicBezTo>
                  <a:lnTo>
                    <a:pt x="4137" y="836"/>
                  </a:lnTo>
                  <a:cubicBezTo>
                    <a:pt x="4135" y="836"/>
                    <a:pt x="4130" y="841"/>
                    <a:pt x="4119" y="851"/>
                  </a:cubicBezTo>
                  <a:cubicBezTo>
                    <a:pt x="4119" y="851"/>
                    <a:pt x="4111" y="843"/>
                    <a:pt x="4152" y="795"/>
                  </a:cubicBezTo>
                  <a:lnTo>
                    <a:pt x="4119" y="762"/>
                  </a:lnTo>
                  <a:cubicBezTo>
                    <a:pt x="4100" y="779"/>
                    <a:pt x="4087" y="786"/>
                    <a:pt x="4081" y="786"/>
                  </a:cubicBezTo>
                  <a:cubicBezTo>
                    <a:pt x="4072" y="786"/>
                    <a:pt x="4079" y="770"/>
                    <a:pt x="4103" y="746"/>
                  </a:cubicBezTo>
                  <a:cubicBezTo>
                    <a:pt x="4103" y="746"/>
                    <a:pt x="4100" y="743"/>
                    <a:pt x="4092" y="743"/>
                  </a:cubicBezTo>
                  <a:cubicBezTo>
                    <a:pt x="4082" y="743"/>
                    <a:pt x="4065" y="748"/>
                    <a:pt x="4038" y="770"/>
                  </a:cubicBezTo>
                  <a:cubicBezTo>
                    <a:pt x="4030" y="754"/>
                    <a:pt x="4022" y="746"/>
                    <a:pt x="4063" y="706"/>
                  </a:cubicBezTo>
                  <a:cubicBezTo>
                    <a:pt x="4084" y="680"/>
                    <a:pt x="4094" y="668"/>
                    <a:pt x="4092" y="668"/>
                  </a:cubicBezTo>
                  <a:lnTo>
                    <a:pt x="4092" y="668"/>
                  </a:lnTo>
                  <a:cubicBezTo>
                    <a:pt x="4090" y="668"/>
                    <a:pt x="4078" y="678"/>
                    <a:pt x="4054" y="697"/>
                  </a:cubicBezTo>
                  <a:cubicBezTo>
                    <a:pt x="4025" y="726"/>
                    <a:pt x="4013" y="731"/>
                    <a:pt x="4005" y="731"/>
                  </a:cubicBezTo>
                  <a:cubicBezTo>
                    <a:pt x="4002" y="731"/>
                    <a:pt x="4000" y="730"/>
                    <a:pt x="3998" y="730"/>
                  </a:cubicBezTo>
                  <a:cubicBezTo>
                    <a:pt x="3990" y="722"/>
                    <a:pt x="3990" y="714"/>
                    <a:pt x="3990" y="714"/>
                  </a:cubicBezTo>
                  <a:cubicBezTo>
                    <a:pt x="3949" y="754"/>
                    <a:pt x="3949" y="754"/>
                    <a:pt x="3941" y="754"/>
                  </a:cubicBezTo>
                  <a:cubicBezTo>
                    <a:pt x="3933" y="746"/>
                    <a:pt x="3949" y="681"/>
                    <a:pt x="3941" y="673"/>
                  </a:cubicBezTo>
                  <a:cubicBezTo>
                    <a:pt x="3935" y="667"/>
                    <a:pt x="3931" y="663"/>
                    <a:pt x="3927" y="663"/>
                  </a:cubicBezTo>
                  <a:cubicBezTo>
                    <a:pt x="3920" y="663"/>
                    <a:pt x="3913" y="675"/>
                    <a:pt x="3892" y="706"/>
                  </a:cubicBezTo>
                  <a:cubicBezTo>
                    <a:pt x="3897" y="710"/>
                    <a:pt x="3884" y="731"/>
                    <a:pt x="3878" y="731"/>
                  </a:cubicBezTo>
                  <a:cubicBezTo>
                    <a:pt x="3875" y="731"/>
                    <a:pt x="3875" y="723"/>
                    <a:pt x="3884" y="697"/>
                  </a:cubicBezTo>
                  <a:cubicBezTo>
                    <a:pt x="3876" y="697"/>
                    <a:pt x="3892" y="633"/>
                    <a:pt x="3868" y="608"/>
                  </a:cubicBezTo>
                  <a:cubicBezTo>
                    <a:pt x="3854" y="598"/>
                    <a:pt x="3847" y="592"/>
                    <a:pt x="3840" y="592"/>
                  </a:cubicBezTo>
                  <a:cubicBezTo>
                    <a:pt x="3830" y="592"/>
                    <a:pt x="3822" y="604"/>
                    <a:pt x="3803" y="633"/>
                  </a:cubicBezTo>
                  <a:cubicBezTo>
                    <a:pt x="3772" y="683"/>
                    <a:pt x="3754" y="708"/>
                    <a:pt x="3751" y="708"/>
                  </a:cubicBezTo>
                  <a:cubicBezTo>
                    <a:pt x="3747" y="708"/>
                    <a:pt x="3761" y="679"/>
                    <a:pt x="3795" y="624"/>
                  </a:cubicBezTo>
                  <a:cubicBezTo>
                    <a:pt x="3830" y="559"/>
                    <a:pt x="3840" y="531"/>
                    <a:pt x="3835" y="531"/>
                  </a:cubicBezTo>
                  <a:lnTo>
                    <a:pt x="3835" y="531"/>
                  </a:lnTo>
                  <a:cubicBezTo>
                    <a:pt x="3832" y="531"/>
                    <a:pt x="3823" y="541"/>
                    <a:pt x="3811" y="560"/>
                  </a:cubicBezTo>
                  <a:cubicBezTo>
                    <a:pt x="3771" y="600"/>
                    <a:pt x="3771" y="600"/>
                    <a:pt x="3763" y="600"/>
                  </a:cubicBezTo>
                  <a:cubicBezTo>
                    <a:pt x="3782" y="571"/>
                    <a:pt x="3787" y="556"/>
                    <a:pt x="3777" y="556"/>
                  </a:cubicBezTo>
                  <a:lnTo>
                    <a:pt x="3777" y="556"/>
                  </a:lnTo>
                  <a:cubicBezTo>
                    <a:pt x="3771" y="556"/>
                    <a:pt x="3758" y="563"/>
                    <a:pt x="3738" y="576"/>
                  </a:cubicBezTo>
                  <a:cubicBezTo>
                    <a:pt x="3730" y="576"/>
                    <a:pt x="3730" y="576"/>
                    <a:pt x="3763" y="527"/>
                  </a:cubicBezTo>
                  <a:lnTo>
                    <a:pt x="3746" y="511"/>
                  </a:lnTo>
                  <a:cubicBezTo>
                    <a:pt x="3720" y="540"/>
                    <a:pt x="3701" y="551"/>
                    <a:pt x="3688" y="551"/>
                  </a:cubicBezTo>
                  <a:cubicBezTo>
                    <a:pt x="3659" y="551"/>
                    <a:pt x="3657" y="501"/>
                    <a:pt x="3673" y="462"/>
                  </a:cubicBezTo>
                  <a:cubicBezTo>
                    <a:pt x="3673" y="462"/>
                    <a:pt x="3673" y="462"/>
                    <a:pt x="3671" y="462"/>
                  </a:cubicBezTo>
                  <a:cubicBezTo>
                    <a:pt x="3667" y="462"/>
                    <a:pt x="3655" y="466"/>
                    <a:pt x="3625" y="503"/>
                  </a:cubicBezTo>
                  <a:cubicBezTo>
                    <a:pt x="3594" y="549"/>
                    <a:pt x="3576" y="572"/>
                    <a:pt x="3571" y="572"/>
                  </a:cubicBezTo>
                  <a:cubicBezTo>
                    <a:pt x="3567" y="572"/>
                    <a:pt x="3579" y="545"/>
                    <a:pt x="3608" y="495"/>
                  </a:cubicBezTo>
                  <a:cubicBezTo>
                    <a:pt x="3642" y="441"/>
                    <a:pt x="3658" y="415"/>
                    <a:pt x="3656" y="415"/>
                  </a:cubicBezTo>
                  <a:lnTo>
                    <a:pt x="3656" y="415"/>
                  </a:lnTo>
                  <a:cubicBezTo>
                    <a:pt x="3654" y="415"/>
                    <a:pt x="3636" y="439"/>
                    <a:pt x="3600" y="487"/>
                  </a:cubicBezTo>
                  <a:cubicBezTo>
                    <a:pt x="3588" y="502"/>
                    <a:pt x="3576" y="509"/>
                    <a:pt x="3568" y="509"/>
                  </a:cubicBezTo>
                  <a:cubicBezTo>
                    <a:pt x="3549" y="509"/>
                    <a:pt x="3547" y="473"/>
                    <a:pt x="3592" y="406"/>
                  </a:cubicBezTo>
                  <a:lnTo>
                    <a:pt x="3649" y="300"/>
                  </a:lnTo>
                  <a:lnTo>
                    <a:pt x="3649" y="300"/>
                  </a:lnTo>
                  <a:cubicBezTo>
                    <a:pt x="3619" y="337"/>
                    <a:pt x="3606" y="341"/>
                    <a:pt x="3602" y="341"/>
                  </a:cubicBezTo>
                  <a:cubicBezTo>
                    <a:pt x="3601" y="341"/>
                    <a:pt x="3600" y="341"/>
                    <a:pt x="3600" y="341"/>
                  </a:cubicBezTo>
                  <a:cubicBezTo>
                    <a:pt x="3586" y="374"/>
                    <a:pt x="3577" y="385"/>
                    <a:pt x="3566" y="385"/>
                  </a:cubicBezTo>
                  <a:cubicBezTo>
                    <a:pt x="3558" y="385"/>
                    <a:pt x="3549" y="380"/>
                    <a:pt x="3536" y="373"/>
                  </a:cubicBezTo>
                  <a:cubicBezTo>
                    <a:pt x="3534" y="372"/>
                    <a:pt x="3531" y="372"/>
                    <a:pt x="3529" y="372"/>
                  </a:cubicBezTo>
                  <a:cubicBezTo>
                    <a:pt x="3510" y="372"/>
                    <a:pt x="3471" y="391"/>
                    <a:pt x="3448" y="391"/>
                  </a:cubicBezTo>
                  <a:cubicBezTo>
                    <a:pt x="3444" y="391"/>
                    <a:pt x="3441" y="390"/>
                    <a:pt x="3438" y="389"/>
                  </a:cubicBezTo>
                  <a:cubicBezTo>
                    <a:pt x="3422" y="381"/>
                    <a:pt x="3398" y="365"/>
                    <a:pt x="3414" y="308"/>
                  </a:cubicBezTo>
                  <a:cubicBezTo>
                    <a:pt x="3412" y="308"/>
                    <a:pt x="3410" y="308"/>
                    <a:pt x="3407" y="308"/>
                  </a:cubicBezTo>
                  <a:cubicBezTo>
                    <a:pt x="3400" y="308"/>
                    <a:pt x="3388" y="312"/>
                    <a:pt x="3357" y="349"/>
                  </a:cubicBezTo>
                  <a:cubicBezTo>
                    <a:pt x="3343" y="370"/>
                    <a:pt x="3332" y="381"/>
                    <a:pt x="3325" y="381"/>
                  </a:cubicBezTo>
                  <a:cubicBezTo>
                    <a:pt x="3317" y="381"/>
                    <a:pt x="3316" y="364"/>
                    <a:pt x="3325" y="333"/>
                  </a:cubicBezTo>
                  <a:lnTo>
                    <a:pt x="3317" y="324"/>
                  </a:lnTo>
                  <a:cubicBezTo>
                    <a:pt x="3276" y="373"/>
                    <a:pt x="3268" y="373"/>
                    <a:pt x="3268" y="373"/>
                  </a:cubicBezTo>
                  <a:cubicBezTo>
                    <a:pt x="3286" y="331"/>
                    <a:pt x="3299" y="290"/>
                    <a:pt x="3292" y="290"/>
                  </a:cubicBezTo>
                  <a:lnTo>
                    <a:pt x="3292" y="290"/>
                  </a:lnTo>
                  <a:cubicBezTo>
                    <a:pt x="3290" y="290"/>
                    <a:pt x="3285" y="295"/>
                    <a:pt x="3276" y="308"/>
                  </a:cubicBezTo>
                  <a:cubicBezTo>
                    <a:pt x="3257" y="352"/>
                    <a:pt x="3248" y="357"/>
                    <a:pt x="3237" y="357"/>
                  </a:cubicBezTo>
                  <a:cubicBezTo>
                    <a:pt x="3234" y="357"/>
                    <a:pt x="3231" y="357"/>
                    <a:pt x="3227" y="357"/>
                  </a:cubicBezTo>
                  <a:cubicBezTo>
                    <a:pt x="3234" y="300"/>
                    <a:pt x="3042" y="223"/>
                    <a:pt x="2950" y="223"/>
                  </a:cubicBezTo>
                  <a:cubicBezTo>
                    <a:pt x="2925" y="223"/>
                    <a:pt x="2907" y="229"/>
                    <a:pt x="2903" y="243"/>
                  </a:cubicBezTo>
                  <a:lnTo>
                    <a:pt x="2879" y="235"/>
                  </a:lnTo>
                  <a:lnTo>
                    <a:pt x="2854" y="235"/>
                  </a:lnTo>
                  <a:cubicBezTo>
                    <a:pt x="2862" y="179"/>
                    <a:pt x="2854" y="159"/>
                    <a:pt x="2839" y="159"/>
                  </a:cubicBezTo>
                  <a:cubicBezTo>
                    <a:pt x="2821" y="159"/>
                    <a:pt x="2795" y="185"/>
                    <a:pt x="2773" y="211"/>
                  </a:cubicBezTo>
                  <a:cubicBezTo>
                    <a:pt x="2760" y="263"/>
                    <a:pt x="2753" y="268"/>
                    <a:pt x="2746" y="268"/>
                  </a:cubicBezTo>
                  <a:cubicBezTo>
                    <a:pt x="2744" y="268"/>
                    <a:pt x="2743" y="268"/>
                    <a:pt x="2741" y="268"/>
                  </a:cubicBezTo>
                  <a:cubicBezTo>
                    <a:pt x="2751" y="198"/>
                    <a:pt x="2743" y="168"/>
                    <a:pt x="2729" y="168"/>
                  </a:cubicBezTo>
                  <a:cubicBezTo>
                    <a:pt x="2721" y="168"/>
                    <a:pt x="2710" y="181"/>
                    <a:pt x="2700" y="203"/>
                  </a:cubicBezTo>
                  <a:cubicBezTo>
                    <a:pt x="2688" y="260"/>
                    <a:pt x="2680" y="288"/>
                    <a:pt x="2677" y="288"/>
                  </a:cubicBezTo>
                  <a:cubicBezTo>
                    <a:pt x="2674" y="288"/>
                    <a:pt x="2676" y="260"/>
                    <a:pt x="2684" y="203"/>
                  </a:cubicBezTo>
                  <a:cubicBezTo>
                    <a:pt x="2688" y="147"/>
                    <a:pt x="2687" y="117"/>
                    <a:pt x="2681" y="117"/>
                  </a:cubicBezTo>
                  <a:cubicBezTo>
                    <a:pt x="2674" y="117"/>
                    <a:pt x="2661" y="159"/>
                    <a:pt x="2644" y="251"/>
                  </a:cubicBezTo>
                  <a:cubicBezTo>
                    <a:pt x="2636" y="280"/>
                    <a:pt x="2631" y="294"/>
                    <a:pt x="2628" y="294"/>
                  </a:cubicBezTo>
                  <a:cubicBezTo>
                    <a:pt x="2625" y="294"/>
                    <a:pt x="2623" y="280"/>
                    <a:pt x="2619" y="251"/>
                  </a:cubicBezTo>
                  <a:cubicBezTo>
                    <a:pt x="2619" y="179"/>
                    <a:pt x="2616" y="150"/>
                    <a:pt x="2614" y="150"/>
                  </a:cubicBezTo>
                  <a:cubicBezTo>
                    <a:pt x="2613" y="150"/>
                    <a:pt x="2611" y="164"/>
                    <a:pt x="2611" y="187"/>
                  </a:cubicBezTo>
                  <a:cubicBezTo>
                    <a:pt x="2599" y="247"/>
                    <a:pt x="2591" y="278"/>
                    <a:pt x="2586" y="278"/>
                  </a:cubicBezTo>
                  <a:cubicBezTo>
                    <a:pt x="2581" y="278"/>
                    <a:pt x="2579" y="247"/>
                    <a:pt x="2579" y="187"/>
                  </a:cubicBezTo>
                  <a:cubicBezTo>
                    <a:pt x="2575" y="125"/>
                    <a:pt x="2573" y="94"/>
                    <a:pt x="2570" y="94"/>
                  </a:cubicBezTo>
                  <a:cubicBezTo>
                    <a:pt x="2566" y="94"/>
                    <a:pt x="2562" y="123"/>
                    <a:pt x="2554" y="179"/>
                  </a:cubicBezTo>
                  <a:cubicBezTo>
                    <a:pt x="2546" y="239"/>
                    <a:pt x="2532" y="270"/>
                    <a:pt x="2520" y="270"/>
                  </a:cubicBezTo>
                  <a:cubicBezTo>
                    <a:pt x="2508" y="270"/>
                    <a:pt x="2498" y="239"/>
                    <a:pt x="2498" y="179"/>
                  </a:cubicBezTo>
                  <a:cubicBezTo>
                    <a:pt x="2487" y="179"/>
                    <a:pt x="2480" y="150"/>
                    <a:pt x="2476" y="150"/>
                  </a:cubicBezTo>
                  <a:cubicBezTo>
                    <a:pt x="2474" y="150"/>
                    <a:pt x="2473" y="157"/>
                    <a:pt x="2473" y="179"/>
                  </a:cubicBezTo>
                  <a:lnTo>
                    <a:pt x="2465" y="114"/>
                  </a:lnTo>
                  <a:lnTo>
                    <a:pt x="2449" y="114"/>
                  </a:lnTo>
                  <a:lnTo>
                    <a:pt x="2449" y="170"/>
                  </a:lnTo>
                  <a:cubicBezTo>
                    <a:pt x="2441" y="170"/>
                    <a:pt x="2384" y="114"/>
                    <a:pt x="2311" y="106"/>
                  </a:cubicBezTo>
                  <a:cubicBezTo>
                    <a:pt x="2206" y="114"/>
                    <a:pt x="2190" y="114"/>
                    <a:pt x="2206" y="170"/>
                  </a:cubicBezTo>
                  <a:cubicBezTo>
                    <a:pt x="2214" y="231"/>
                    <a:pt x="2214" y="262"/>
                    <a:pt x="2209" y="262"/>
                  </a:cubicBezTo>
                  <a:cubicBezTo>
                    <a:pt x="2204" y="262"/>
                    <a:pt x="2194" y="231"/>
                    <a:pt x="2182" y="170"/>
                  </a:cubicBezTo>
                  <a:cubicBezTo>
                    <a:pt x="2173" y="170"/>
                    <a:pt x="2149" y="114"/>
                    <a:pt x="2133" y="114"/>
                  </a:cubicBezTo>
                  <a:cubicBezTo>
                    <a:pt x="2109" y="114"/>
                    <a:pt x="2092" y="114"/>
                    <a:pt x="2084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2"/>
            <p:cNvSpPr/>
            <p:nvPr/>
          </p:nvSpPr>
          <p:spPr>
            <a:xfrm>
              <a:off x="7286036" y="1440254"/>
              <a:ext cx="99581" cy="45386"/>
            </a:xfrm>
            <a:custGeom>
              <a:avLst/>
              <a:gdLst/>
              <a:ahLst/>
              <a:cxnLst/>
              <a:rect l="l" t="t" r="r" b="b"/>
              <a:pathLst>
                <a:path w="5777" h="2633" extrusionOk="0">
                  <a:moveTo>
                    <a:pt x="1710" y="1"/>
                  </a:moveTo>
                  <a:cubicBezTo>
                    <a:pt x="1704" y="1"/>
                    <a:pt x="1704" y="13"/>
                    <a:pt x="1704" y="61"/>
                  </a:cubicBezTo>
                  <a:lnTo>
                    <a:pt x="1720" y="61"/>
                  </a:lnTo>
                  <a:cubicBezTo>
                    <a:pt x="1728" y="4"/>
                    <a:pt x="1728" y="4"/>
                    <a:pt x="1720" y="4"/>
                  </a:cubicBezTo>
                  <a:cubicBezTo>
                    <a:pt x="1716" y="2"/>
                    <a:pt x="1712" y="1"/>
                    <a:pt x="1710" y="1"/>
                  </a:cubicBezTo>
                  <a:close/>
                  <a:moveTo>
                    <a:pt x="1306" y="256"/>
                  </a:moveTo>
                  <a:lnTo>
                    <a:pt x="1298" y="377"/>
                  </a:lnTo>
                  <a:cubicBezTo>
                    <a:pt x="1306" y="345"/>
                    <a:pt x="1306" y="353"/>
                    <a:pt x="1306" y="321"/>
                  </a:cubicBezTo>
                  <a:lnTo>
                    <a:pt x="1306" y="256"/>
                  </a:lnTo>
                  <a:close/>
                  <a:moveTo>
                    <a:pt x="196" y="377"/>
                  </a:moveTo>
                  <a:lnTo>
                    <a:pt x="187" y="386"/>
                  </a:lnTo>
                  <a:lnTo>
                    <a:pt x="204" y="442"/>
                  </a:lnTo>
                  <a:lnTo>
                    <a:pt x="212" y="442"/>
                  </a:lnTo>
                  <a:cubicBezTo>
                    <a:pt x="204" y="377"/>
                    <a:pt x="204" y="377"/>
                    <a:pt x="196" y="377"/>
                  </a:cubicBezTo>
                  <a:close/>
                  <a:moveTo>
                    <a:pt x="1695" y="475"/>
                  </a:moveTo>
                  <a:lnTo>
                    <a:pt x="1695" y="475"/>
                  </a:lnTo>
                  <a:cubicBezTo>
                    <a:pt x="1693" y="496"/>
                    <a:pt x="1691" y="504"/>
                    <a:pt x="1690" y="504"/>
                  </a:cubicBezTo>
                  <a:cubicBezTo>
                    <a:pt x="1688" y="504"/>
                    <a:pt x="1690" y="475"/>
                    <a:pt x="1695" y="475"/>
                  </a:cubicBezTo>
                  <a:close/>
                  <a:moveTo>
                    <a:pt x="1550" y="402"/>
                  </a:moveTo>
                  <a:cubicBezTo>
                    <a:pt x="1550" y="442"/>
                    <a:pt x="1550" y="483"/>
                    <a:pt x="1550" y="523"/>
                  </a:cubicBezTo>
                  <a:cubicBezTo>
                    <a:pt x="1558" y="523"/>
                    <a:pt x="1558" y="458"/>
                    <a:pt x="1558" y="458"/>
                  </a:cubicBezTo>
                  <a:cubicBezTo>
                    <a:pt x="1558" y="458"/>
                    <a:pt x="1566" y="402"/>
                    <a:pt x="1558" y="402"/>
                  </a:cubicBezTo>
                  <a:close/>
                  <a:moveTo>
                    <a:pt x="2693" y="507"/>
                  </a:moveTo>
                  <a:cubicBezTo>
                    <a:pt x="2693" y="548"/>
                    <a:pt x="2677" y="588"/>
                    <a:pt x="2660" y="621"/>
                  </a:cubicBezTo>
                  <a:lnTo>
                    <a:pt x="2652" y="621"/>
                  </a:lnTo>
                  <a:cubicBezTo>
                    <a:pt x="2660" y="580"/>
                    <a:pt x="2677" y="540"/>
                    <a:pt x="2685" y="507"/>
                  </a:cubicBezTo>
                  <a:close/>
                  <a:moveTo>
                    <a:pt x="1468" y="572"/>
                  </a:moveTo>
                  <a:cubicBezTo>
                    <a:pt x="1477" y="572"/>
                    <a:pt x="1477" y="572"/>
                    <a:pt x="1477" y="629"/>
                  </a:cubicBezTo>
                  <a:lnTo>
                    <a:pt x="1468" y="629"/>
                  </a:lnTo>
                  <a:lnTo>
                    <a:pt x="1460" y="572"/>
                  </a:lnTo>
                  <a:close/>
                  <a:moveTo>
                    <a:pt x="966" y="540"/>
                  </a:moveTo>
                  <a:lnTo>
                    <a:pt x="966" y="596"/>
                  </a:lnTo>
                  <a:lnTo>
                    <a:pt x="958" y="661"/>
                  </a:lnTo>
                  <a:lnTo>
                    <a:pt x="950" y="596"/>
                  </a:lnTo>
                  <a:cubicBezTo>
                    <a:pt x="950" y="540"/>
                    <a:pt x="958" y="540"/>
                    <a:pt x="966" y="540"/>
                  </a:cubicBezTo>
                  <a:close/>
                  <a:moveTo>
                    <a:pt x="1158" y="446"/>
                  </a:moveTo>
                  <a:lnTo>
                    <a:pt x="1158" y="446"/>
                  </a:lnTo>
                  <a:cubicBezTo>
                    <a:pt x="1159" y="446"/>
                    <a:pt x="1157" y="475"/>
                    <a:pt x="1152" y="548"/>
                  </a:cubicBezTo>
                  <a:cubicBezTo>
                    <a:pt x="1152" y="604"/>
                    <a:pt x="1144" y="661"/>
                    <a:pt x="1144" y="661"/>
                  </a:cubicBezTo>
                  <a:cubicBezTo>
                    <a:pt x="1136" y="604"/>
                    <a:pt x="1144" y="540"/>
                    <a:pt x="1152" y="483"/>
                  </a:cubicBezTo>
                  <a:cubicBezTo>
                    <a:pt x="1156" y="460"/>
                    <a:pt x="1157" y="446"/>
                    <a:pt x="1158" y="446"/>
                  </a:cubicBezTo>
                  <a:close/>
                  <a:moveTo>
                    <a:pt x="1410" y="542"/>
                  </a:moveTo>
                  <a:cubicBezTo>
                    <a:pt x="1415" y="542"/>
                    <a:pt x="1418" y="596"/>
                    <a:pt x="1412" y="686"/>
                  </a:cubicBezTo>
                  <a:lnTo>
                    <a:pt x="1395" y="686"/>
                  </a:lnTo>
                  <a:cubicBezTo>
                    <a:pt x="1395" y="645"/>
                    <a:pt x="1395" y="604"/>
                    <a:pt x="1404" y="564"/>
                  </a:cubicBezTo>
                  <a:cubicBezTo>
                    <a:pt x="1406" y="549"/>
                    <a:pt x="1408" y="542"/>
                    <a:pt x="1410" y="542"/>
                  </a:cubicBezTo>
                  <a:close/>
                  <a:moveTo>
                    <a:pt x="3560" y="750"/>
                  </a:moveTo>
                  <a:lnTo>
                    <a:pt x="3560" y="750"/>
                  </a:lnTo>
                  <a:cubicBezTo>
                    <a:pt x="3566" y="750"/>
                    <a:pt x="3560" y="776"/>
                    <a:pt x="3558" y="776"/>
                  </a:cubicBezTo>
                  <a:cubicBezTo>
                    <a:pt x="3558" y="776"/>
                    <a:pt x="3558" y="769"/>
                    <a:pt x="3560" y="750"/>
                  </a:cubicBezTo>
                  <a:close/>
                  <a:moveTo>
                    <a:pt x="1836" y="641"/>
                  </a:moveTo>
                  <a:cubicBezTo>
                    <a:pt x="1839" y="641"/>
                    <a:pt x="1841" y="670"/>
                    <a:pt x="1841" y="742"/>
                  </a:cubicBezTo>
                  <a:cubicBezTo>
                    <a:pt x="1833" y="799"/>
                    <a:pt x="1833" y="799"/>
                    <a:pt x="1825" y="799"/>
                  </a:cubicBezTo>
                  <a:cubicBezTo>
                    <a:pt x="1825" y="758"/>
                    <a:pt x="1825" y="718"/>
                    <a:pt x="1833" y="677"/>
                  </a:cubicBezTo>
                  <a:cubicBezTo>
                    <a:pt x="1833" y="654"/>
                    <a:pt x="1835" y="641"/>
                    <a:pt x="1836" y="641"/>
                  </a:cubicBezTo>
                  <a:close/>
                  <a:moveTo>
                    <a:pt x="139" y="686"/>
                  </a:moveTo>
                  <a:cubicBezTo>
                    <a:pt x="147" y="686"/>
                    <a:pt x="147" y="686"/>
                    <a:pt x="155" y="742"/>
                  </a:cubicBezTo>
                  <a:cubicBezTo>
                    <a:pt x="155" y="742"/>
                    <a:pt x="155" y="807"/>
                    <a:pt x="155" y="807"/>
                  </a:cubicBezTo>
                  <a:lnTo>
                    <a:pt x="131" y="742"/>
                  </a:lnTo>
                  <a:cubicBezTo>
                    <a:pt x="123" y="686"/>
                    <a:pt x="131" y="686"/>
                    <a:pt x="139" y="686"/>
                  </a:cubicBezTo>
                  <a:close/>
                  <a:moveTo>
                    <a:pt x="1882" y="686"/>
                  </a:moveTo>
                  <a:lnTo>
                    <a:pt x="1890" y="694"/>
                  </a:lnTo>
                  <a:cubicBezTo>
                    <a:pt x="1890" y="726"/>
                    <a:pt x="1882" y="767"/>
                    <a:pt x="1874" y="807"/>
                  </a:cubicBezTo>
                  <a:lnTo>
                    <a:pt x="1874" y="750"/>
                  </a:lnTo>
                  <a:lnTo>
                    <a:pt x="1882" y="686"/>
                  </a:lnTo>
                  <a:close/>
                  <a:moveTo>
                    <a:pt x="1912" y="786"/>
                  </a:moveTo>
                  <a:cubicBezTo>
                    <a:pt x="1913" y="786"/>
                    <a:pt x="1912" y="815"/>
                    <a:pt x="1906" y="815"/>
                  </a:cubicBezTo>
                  <a:cubicBezTo>
                    <a:pt x="1909" y="794"/>
                    <a:pt x="1911" y="786"/>
                    <a:pt x="1912" y="786"/>
                  </a:cubicBezTo>
                  <a:close/>
                  <a:moveTo>
                    <a:pt x="1209" y="726"/>
                  </a:moveTo>
                  <a:lnTo>
                    <a:pt x="1209" y="726"/>
                  </a:lnTo>
                  <a:cubicBezTo>
                    <a:pt x="1217" y="767"/>
                    <a:pt x="1217" y="807"/>
                    <a:pt x="1201" y="848"/>
                  </a:cubicBezTo>
                  <a:cubicBezTo>
                    <a:pt x="1201" y="807"/>
                    <a:pt x="1201" y="767"/>
                    <a:pt x="1209" y="726"/>
                  </a:cubicBezTo>
                  <a:close/>
                  <a:moveTo>
                    <a:pt x="1712" y="783"/>
                  </a:moveTo>
                  <a:cubicBezTo>
                    <a:pt x="1720" y="783"/>
                    <a:pt x="1712" y="848"/>
                    <a:pt x="1712" y="848"/>
                  </a:cubicBezTo>
                  <a:cubicBezTo>
                    <a:pt x="1709" y="865"/>
                    <a:pt x="1707" y="871"/>
                    <a:pt x="1706" y="871"/>
                  </a:cubicBezTo>
                  <a:cubicBezTo>
                    <a:pt x="1703" y="871"/>
                    <a:pt x="1701" y="840"/>
                    <a:pt x="1695" y="840"/>
                  </a:cubicBezTo>
                  <a:cubicBezTo>
                    <a:pt x="1695" y="783"/>
                    <a:pt x="1695" y="783"/>
                    <a:pt x="1712" y="783"/>
                  </a:cubicBezTo>
                  <a:close/>
                  <a:moveTo>
                    <a:pt x="1582" y="767"/>
                  </a:moveTo>
                  <a:cubicBezTo>
                    <a:pt x="1582" y="767"/>
                    <a:pt x="1590" y="767"/>
                    <a:pt x="1590" y="823"/>
                  </a:cubicBezTo>
                  <a:cubicBezTo>
                    <a:pt x="1590" y="823"/>
                    <a:pt x="1582" y="888"/>
                    <a:pt x="1582" y="888"/>
                  </a:cubicBezTo>
                  <a:cubicBezTo>
                    <a:pt x="1574" y="880"/>
                    <a:pt x="1566" y="823"/>
                    <a:pt x="1566" y="823"/>
                  </a:cubicBezTo>
                  <a:cubicBezTo>
                    <a:pt x="1574" y="767"/>
                    <a:pt x="1582" y="767"/>
                    <a:pt x="1582" y="767"/>
                  </a:cubicBezTo>
                  <a:close/>
                  <a:moveTo>
                    <a:pt x="999" y="633"/>
                  </a:moveTo>
                  <a:cubicBezTo>
                    <a:pt x="1001" y="633"/>
                    <a:pt x="1003" y="663"/>
                    <a:pt x="1006" y="718"/>
                  </a:cubicBezTo>
                  <a:cubicBezTo>
                    <a:pt x="1006" y="775"/>
                    <a:pt x="1006" y="840"/>
                    <a:pt x="998" y="896"/>
                  </a:cubicBezTo>
                  <a:lnTo>
                    <a:pt x="982" y="896"/>
                  </a:lnTo>
                  <a:lnTo>
                    <a:pt x="990" y="775"/>
                  </a:lnTo>
                  <a:cubicBezTo>
                    <a:pt x="995" y="677"/>
                    <a:pt x="997" y="633"/>
                    <a:pt x="999" y="633"/>
                  </a:cubicBezTo>
                  <a:close/>
                  <a:moveTo>
                    <a:pt x="220" y="677"/>
                  </a:moveTo>
                  <a:cubicBezTo>
                    <a:pt x="228" y="677"/>
                    <a:pt x="228" y="677"/>
                    <a:pt x="236" y="734"/>
                  </a:cubicBezTo>
                  <a:cubicBezTo>
                    <a:pt x="234" y="718"/>
                    <a:pt x="232" y="711"/>
                    <a:pt x="231" y="711"/>
                  </a:cubicBezTo>
                  <a:lnTo>
                    <a:pt x="231" y="711"/>
                  </a:lnTo>
                  <a:cubicBezTo>
                    <a:pt x="229" y="711"/>
                    <a:pt x="233" y="753"/>
                    <a:pt x="244" y="799"/>
                  </a:cubicBezTo>
                  <a:lnTo>
                    <a:pt x="260" y="913"/>
                  </a:lnTo>
                  <a:cubicBezTo>
                    <a:pt x="244" y="880"/>
                    <a:pt x="228" y="840"/>
                    <a:pt x="228" y="799"/>
                  </a:cubicBezTo>
                  <a:cubicBezTo>
                    <a:pt x="204" y="677"/>
                    <a:pt x="204" y="677"/>
                    <a:pt x="220" y="677"/>
                  </a:cubicBezTo>
                  <a:close/>
                  <a:moveTo>
                    <a:pt x="641" y="831"/>
                  </a:moveTo>
                  <a:cubicBezTo>
                    <a:pt x="658" y="872"/>
                    <a:pt x="658" y="913"/>
                    <a:pt x="650" y="953"/>
                  </a:cubicBezTo>
                  <a:lnTo>
                    <a:pt x="633" y="953"/>
                  </a:lnTo>
                  <a:cubicBezTo>
                    <a:pt x="625" y="913"/>
                    <a:pt x="633" y="872"/>
                    <a:pt x="641" y="831"/>
                  </a:cubicBezTo>
                  <a:close/>
                  <a:moveTo>
                    <a:pt x="2701" y="880"/>
                  </a:moveTo>
                  <a:cubicBezTo>
                    <a:pt x="2701" y="921"/>
                    <a:pt x="2685" y="961"/>
                    <a:pt x="2668" y="994"/>
                  </a:cubicBezTo>
                  <a:lnTo>
                    <a:pt x="2677" y="937"/>
                  </a:lnTo>
                  <a:lnTo>
                    <a:pt x="2693" y="880"/>
                  </a:lnTo>
                  <a:close/>
                  <a:moveTo>
                    <a:pt x="1347" y="921"/>
                  </a:moveTo>
                  <a:lnTo>
                    <a:pt x="1347" y="977"/>
                  </a:lnTo>
                  <a:cubicBezTo>
                    <a:pt x="1341" y="977"/>
                    <a:pt x="1336" y="1006"/>
                    <a:pt x="1333" y="1006"/>
                  </a:cubicBezTo>
                  <a:cubicBezTo>
                    <a:pt x="1332" y="1006"/>
                    <a:pt x="1331" y="999"/>
                    <a:pt x="1331" y="977"/>
                  </a:cubicBezTo>
                  <a:cubicBezTo>
                    <a:pt x="1323" y="977"/>
                    <a:pt x="1339" y="921"/>
                    <a:pt x="1347" y="921"/>
                  </a:cubicBezTo>
                  <a:close/>
                  <a:moveTo>
                    <a:pt x="4039" y="977"/>
                  </a:moveTo>
                  <a:cubicBezTo>
                    <a:pt x="4027" y="1005"/>
                    <a:pt x="4021" y="1017"/>
                    <a:pt x="4020" y="1017"/>
                  </a:cubicBezTo>
                  <a:cubicBezTo>
                    <a:pt x="4020" y="1017"/>
                    <a:pt x="4026" y="1003"/>
                    <a:pt x="4039" y="977"/>
                  </a:cubicBezTo>
                  <a:close/>
                  <a:moveTo>
                    <a:pt x="2312" y="896"/>
                  </a:moveTo>
                  <a:lnTo>
                    <a:pt x="2320" y="904"/>
                  </a:lnTo>
                  <a:cubicBezTo>
                    <a:pt x="2312" y="945"/>
                    <a:pt x="2304" y="977"/>
                    <a:pt x="2287" y="1018"/>
                  </a:cubicBezTo>
                  <a:lnTo>
                    <a:pt x="2295" y="961"/>
                  </a:lnTo>
                  <a:lnTo>
                    <a:pt x="2312" y="896"/>
                  </a:lnTo>
                  <a:close/>
                  <a:moveTo>
                    <a:pt x="2482" y="880"/>
                  </a:moveTo>
                  <a:cubicBezTo>
                    <a:pt x="2490" y="888"/>
                    <a:pt x="2490" y="888"/>
                    <a:pt x="2474" y="945"/>
                  </a:cubicBezTo>
                  <a:cubicBezTo>
                    <a:pt x="2466" y="1002"/>
                    <a:pt x="2449" y="1058"/>
                    <a:pt x="2449" y="1058"/>
                  </a:cubicBezTo>
                  <a:cubicBezTo>
                    <a:pt x="2458" y="1002"/>
                    <a:pt x="2466" y="937"/>
                    <a:pt x="2482" y="880"/>
                  </a:cubicBezTo>
                  <a:close/>
                  <a:moveTo>
                    <a:pt x="1858" y="985"/>
                  </a:moveTo>
                  <a:lnTo>
                    <a:pt x="1850" y="1042"/>
                  </a:lnTo>
                  <a:cubicBezTo>
                    <a:pt x="1850" y="1061"/>
                    <a:pt x="1850" y="1069"/>
                    <a:pt x="1851" y="1069"/>
                  </a:cubicBezTo>
                  <a:cubicBezTo>
                    <a:pt x="1854" y="1069"/>
                    <a:pt x="1858" y="1025"/>
                    <a:pt x="1858" y="985"/>
                  </a:cubicBezTo>
                  <a:close/>
                  <a:moveTo>
                    <a:pt x="680" y="930"/>
                  </a:moveTo>
                  <a:cubicBezTo>
                    <a:pt x="675" y="930"/>
                    <a:pt x="676" y="970"/>
                    <a:pt x="682" y="1010"/>
                  </a:cubicBezTo>
                  <a:cubicBezTo>
                    <a:pt x="682" y="1075"/>
                    <a:pt x="690" y="1075"/>
                    <a:pt x="706" y="1075"/>
                  </a:cubicBezTo>
                  <a:cubicBezTo>
                    <a:pt x="706" y="1075"/>
                    <a:pt x="714" y="1010"/>
                    <a:pt x="714" y="1010"/>
                  </a:cubicBezTo>
                  <a:cubicBezTo>
                    <a:pt x="706" y="953"/>
                    <a:pt x="698" y="953"/>
                    <a:pt x="690" y="953"/>
                  </a:cubicBezTo>
                  <a:cubicBezTo>
                    <a:pt x="685" y="936"/>
                    <a:pt x="682" y="930"/>
                    <a:pt x="680" y="930"/>
                  </a:cubicBezTo>
                  <a:close/>
                  <a:moveTo>
                    <a:pt x="2310" y="1011"/>
                  </a:moveTo>
                  <a:cubicBezTo>
                    <a:pt x="2310" y="1011"/>
                    <a:pt x="2308" y="1046"/>
                    <a:pt x="2304" y="1083"/>
                  </a:cubicBezTo>
                  <a:cubicBezTo>
                    <a:pt x="2307" y="1031"/>
                    <a:pt x="2309" y="1011"/>
                    <a:pt x="2310" y="1011"/>
                  </a:cubicBezTo>
                  <a:close/>
                  <a:moveTo>
                    <a:pt x="4225" y="1010"/>
                  </a:moveTo>
                  <a:cubicBezTo>
                    <a:pt x="4201" y="1067"/>
                    <a:pt x="4176" y="1115"/>
                    <a:pt x="4168" y="1115"/>
                  </a:cubicBezTo>
                  <a:lnTo>
                    <a:pt x="4185" y="1058"/>
                  </a:lnTo>
                  <a:lnTo>
                    <a:pt x="4217" y="1010"/>
                  </a:lnTo>
                  <a:close/>
                  <a:moveTo>
                    <a:pt x="4120" y="1018"/>
                  </a:moveTo>
                  <a:cubicBezTo>
                    <a:pt x="4120" y="1018"/>
                    <a:pt x="4120" y="1018"/>
                    <a:pt x="4095" y="1075"/>
                  </a:cubicBezTo>
                  <a:cubicBezTo>
                    <a:pt x="4095" y="1075"/>
                    <a:pt x="4074" y="1124"/>
                    <a:pt x="4065" y="1124"/>
                  </a:cubicBezTo>
                  <a:cubicBezTo>
                    <a:pt x="4064" y="1124"/>
                    <a:pt x="4063" y="1124"/>
                    <a:pt x="4063" y="1123"/>
                  </a:cubicBezTo>
                  <a:lnTo>
                    <a:pt x="4087" y="1067"/>
                  </a:lnTo>
                  <a:cubicBezTo>
                    <a:pt x="4112" y="1018"/>
                    <a:pt x="4120" y="1018"/>
                    <a:pt x="4120" y="1018"/>
                  </a:cubicBezTo>
                  <a:close/>
                  <a:moveTo>
                    <a:pt x="3155" y="1042"/>
                  </a:moveTo>
                  <a:cubicBezTo>
                    <a:pt x="3171" y="1042"/>
                    <a:pt x="3171" y="1042"/>
                    <a:pt x="3155" y="1099"/>
                  </a:cubicBezTo>
                  <a:cubicBezTo>
                    <a:pt x="3137" y="1140"/>
                    <a:pt x="3128" y="1151"/>
                    <a:pt x="3121" y="1151"/>
                  </a:cubicBezTo>
                  <a:cubicBezTo>
                    <a:pt x="3119" y="1151"/>
                    <a:pt x="3117" y="1150"/>
                    <a:pt x="3114" y="1148"/>
                  </a:cubicBezTo>
                  <a:cubicBezTo>
                    <a:pt x="3122" y="1107"/>
                    <a:pt x="3131" y="1075"/>
                    <a:pt x="3155" y="1042"/>
                  </a:cubicBezTo>
                  <a:close/>
                  <a:moveTo>
                    <a:pt x="3447" y="1091"/>
                  </a:moveTo>
                  <a:cubicBezTo>
                    <a:pt x="3439" y="1131"/>
                    <a:pt x="3422" y="1172"/>
                    <a:pt x="3398" y="1204"/>
                  </a:cubicBezTo>
                  <a:lnTo>
                    <a:pt x="3390" y="1204"/>
                  </a:lnTo>
                  <a:cubicBezTo>
                    <a:pt x="3406" y="1164"/>
                    <a:pt x="3422" y="1123"/>
                    <a:pt x="3439" y="1091"/>
                  </a:cubicBezTo>
                  <a:close/>
                  <a:moveTo>
                    <a:pt x="4108" y="1374"/>
                  </a:moveTo>
                  <a:lnTo>
                    <a:pt x="4108" y="1374"/>
                  </a:lnTo>
                  <a:cubicBezTo>
                    <a:pt x="4112" y="1374"/>
                    <a:pt x="4109" y="1389"/>
                    <a:pt x="4095" y="1415"/>
                  </a:cubicBezTo>
                  <a:cubicBezTo>
                    <a:pt x="4072" y="1456"/>
                    <a:pt x="4065" y="1468"/>
                    <a:pt x="4064" y="1468"/>
                  </a:cubicBezTo>
                  <a:cubicBezTo>
                    <a:pt x="4063" y="1468"/>
                    <a:pt x="4063" y="1466"/>
                    <a:pt x="4063" y="1464"/>
                  </a:cubicBezTo>
                  <a:cubicBezTo>
                    <a:pt x="4047" y="1464"/>
                    <a:pt x="4047" y="1464"/>
                    <a:pt x="4079" y="1407"/>
                  </a:cubicBezTo>
                  <a:cubicBezTo>
                    <a:pt x="4094" y="1385"/>
                    <a:pt x="4104" y="1374"/>
                    <a:pt x="4108" y="1374"/>
                  </a:cubicBezTo>
                  <a:close/>
                  <a:moveTo>
                    <a:pt x="4120" y="1431"/>
                  </a:moveTo>
                  <a:lnTo>
                    <a:pt x="4128" y="1440"/>
                  </a:lnTo>
                  <a:cubicBezTo>
                    <a:pt x="4136" y="1440"/>
                    <a:pt x="4136" y="1440"/>
                    <a:pt x="4112" y="1496"/>
                  </a:cubicBezTo>
                  <a:lnTo>
                    <a:pt x="4103" y="1488"/>
                  </a:lnTo>
                  <a:lnTo>
                    <a:pt x="4120" y="1431"/>
                  </a:lnTo>
                  <a:close/>
                  <a:moveTo>
                    <a:pt x="4306" y="1399"/>
                  </a:moveTo>
                  <a:cubicBezTo>
                    <a:pt x="4306" y="1407"/>
                    <a:pt x="4282" y="1456"/>
                    <a:pt x="4282" y="1456"/>
                  </a:cubicBezTo>
                  <a:cubicBezTo>
                    <a:pt x="4282" y="1456"/>
                    <a:pt x="4261" y="1505"/>
                    <a:pt x="4251" y="1505"/>
                  </a:cubicBezTo>
                  <a:cubicBezTo>
                    <a:pt x="4251" y="1505"/>
                    <a:pt x="4250" y="1505"/>
                    <a:pt x="4249" y="1504"/>
                  </a:cubicBezTo>
                  <a:cubicBezTo>
                    <a:pt x="4249" y="1504"/>
                    <a:pt x="4274" y="1448"/>
                    <a:pt x="4298" y="1399"/>
                  </a:cubicBezTo>
                  <a:close/>
                  <a:moveTo>
                    <a:pt x="4193" y="1472"/>
                  </a:moveTo>
                  <a:cubicBezTo>
                    <a:pt x="4193" y="1472"/>
                    <a:pt x="4193" y="1472"/>
                    <a:pt x="4168" y="1529"/>
                  </a:cubicBezTo>
                  <a:lnTo>
                    <a:pt x="4160" y="1529"/>
                  </a:lnTo>
                  <a:lnTo>
                    <a:pt x="4185" y="1472"/>
                  </a:lnTo>
                  <a:close/>
                  <a:moveTo>
                    <a:pt x="4136" y="1548"/>
                  </a:moveTo>
                  <a:lnTo>
                    <a:pt x="4136" y="1548"/>
                  </a:lnTo>
                  <a:cubicBezTo>
                    <a:pt x="4135" y="1548"/>
                    <a:pt x="4130" y="1553"/>
                    <a:pt x="4120" y="1569"/>
                  </a:cubicBezTo>
                  <a:cubicBezTo>
                    <a:pt x="4125" y="1569"/>
                    <a:pt x="4138" y="1548"/>
                    <a:pt x="4136" y="1548"/>
                  </a:cubicBezTo>
                  <a:close/>
                  <a:moveTo>
                    <a:pt x="4866" y="1488"/>
                  </a:moveTo>
                  <a:cubicBezTo>
                    <a:pt x="4874" y="1488"/>
                    <a:pt x="4874" y="1488"/>
                    <a:pt x="4841" y="1545"/>
                  </a:cubicBezTo>
                  <a:cubicBezTo>
                    <a:pt x="4811" y="1590"/>
                    <a:pt x="4774" y="1635"/>
                    <a:pt x="4769" y="1635"/>
                  </a:cubicBezTo>
                  <a:cubicBezTo>
                    <a:pt x="4769" y="1635"/>
                    <a:pt x="4768" y="1635"/>
                    <a:pt x="4768" y="1634"/>
                  </a:cubicBezTo>
                  <a:cubicBezTo>
                    <a:pt x="4793" y="1577"/>
                    <a:pt x="4825" y="1529"/>
                    <a:pt x="4866" y="1488"/>
                  </a:cubicBezTo>
                  <a:close/>
                  <a:moveTo>
                    <a:pt x="4561" y="1536"/>
                  </a:moveTo>
                  <a:lnTo>
                    <a:pt x="4561" y="1536"/>
                  </a:lnTo>
                  <a:cubicBezTo>
                    <a:pt x="4563" y="1536"/>
                    <a:pt x="4560" y="1543"/>
                    <a:pt x="4549" y="1561"/>
                  </a:cubicBezTo>
                  <a:cubicBezTo>
                    <a:pt x="4525" y="1594"/>
                    <a:pt x="4509" y="1626"/>
                    <a:pt x="4485" y="1658"/>
                  </a:cubicBezTo>
                  <a:cubicBezTo>
                    <a:pt x="4485" y="1658"/>
                    <a:pt x="4468" y="1678"/>
                    <a:pt x="4465" y="1678"/>
                  </a:cubicBezTo>
                  <a:cubicBezTo>
                    <a:pt x="4462" y="1678"/>
                    <a:pt x="4464" y="1671"/>
                    <a:pt x="4476" y="1650"/>
                  </a:cubicBezTo>
                  <a:lnTo>
                    <a:pt x="4509" y="1602"/>
                  </a:lnTo>
                  <a:cubicBezTo>
                    <a:pt x="4531" y="1569"/>
                    <a:pt x="4557" y="1536"/>
                    <a:pt x="4561" y="1536"/>
                  </a:cubicBezTo>
                  <a:close/>
                  <a:moveTo>
                    <a:pt x="269" y="1569"/>
                  </a:moveTo>
                  <a:cubicBezTo>
                    <a:pt x="269" y="1569"/>
                    <a:pt x="269" y="1634"/>
                    <a:pt x="277" y="1691"/>
                  </a:cubicBezTo>
                  <a:lnTo>
                    <a:pt x="285" y="1691"/>
                  </a:lnTo>
                  <a:cubicBezTo>
                    <a:pt x="285" y="1650"/>
                    <a:pt x="285" y="1610"/>
                    <a:pt x="269" y="1569"/>
                  </a:cubicBezTo>
                  <a:close/>
                  <a:moveTo>
                    <a:pt x="4008" y="1637"/>
                  </a:moveTo>
                  <a:cubicBezTo>
                    <a:pt x="4001" y="1650"/>
                    <a:pt x="3992" y="1668"/>
                    <a:pt x="3982" y="1691"/>
                  </a:cubicBezTo>
                  <a:cubicBezTo>
                    <a:pt x="3972" y="1715"/>
                    <a:pt x="3966" y="1729"/>
                    <a:pt x="3966" y="1729"/>
                  </a:cubicBezTo>
                  <a:cubicBezTo>
                    <a:pt x="3966" y="1729"/>
                    <a:pt x="3978" y="1703"/>
                    <a:pt x="4006" y="1642"/>
                  </a:cubicBezTo>
                  <a:cubicBezTo>
                    <a:pt x="4007" y="1640"/>
                    <a:pt x="4008" y="1639"/>
                    <a:pt x="4008" y="1637"/>
                  </a:cubicBezTo>
                  <a:close/>
                  <a:moveTo>
                    <a:pt x="1582" y="1967"/>
                  </a:moveTo>
                  <a:cubicBezTo>
                    <a:pt x="1582" y="1967"/>
                    <a:pt x="1566" y="2031"/>
                    <a:pt x="1566" y="2088"/>
                  </a:cubicBezTo>
                  <a:cubicBezTo>
                    <a:pt x="1562" y="2113"/>
                    <a:pt x="1562" y="2128"/>
                    <a:pt x="1564" y="2128"/>
                  </a:cubicBezTo>
                  <a:cubicBezTo>
                    <a:pt x="1566" y="2128"/>
                    <a:pt x="1573" y="2101"/>
                    <a:pt x="1582" y="2031"/>
                  </a:cubicBezTo>
                  <a:cubicBezTo>
                    <a:pt x="1582" y="1975"/>
                    <a:pt x="1582" y="1975"/>
                    <a:pt x="1582" y="1967"/>
                  </a:cubicBezTo>
                  <a:close/>
                  <a:moveTo>
                    <a:pt x="5723" y="2064"/>
                  </a:moveTo>
                  <a:cubicBezTo>
                    <a:pt x="5728" y="2064"/>
                    <a:pt x="5668" y="2127"/>
                    <a:pt x="5603" y="2185"/>
                  </a:cubicBezTo>
                  <a:cubicBezTo>
                    <a:pt x="5564" y="2229"/>
                    <a:pt x="5543" y="2251"/>
                    <a:pt x="5543" y="2251"/>
                  </a:cubicBezTo>
                  <a:cubicBezTo>
                    <a:pt x="5542" y="2251"/>
                    <a:pt x="5562" y="2227"/>
                    <a:pt x="5603" y="2177"/>
                  </a:cubicBezTo>
                  <a:cubicBezTo>
                    <a:pt x="5633" y="2140"/>
                    <a:pt x="5670" y="2095"/>
                    <a:pt x="5682" y="2095"/>
                  </a:cubicBezTo>
                  <a:cubicBezTo>
                    <a:pt x="5683" y="2095"/>
                    <a:pt x="5684" y="2096"/>
                    <a:pt x="5684" y="2096"/>
                  </a:cubicBezTo>
                  <a:cubicBezTo>
                    <a:pt x="5709" y="2074"/>
                    <a:pt x="5721" y="2064"/>
                    <a:pt x="5723" y="2064"/>
                  </a:cubicBezTo>
                  <a:close/>
                  <a:moveTo>
                    <a:pt x="1838" y="156"/>
                  </a:moveTo>
                  <a:cubicBezTo>
                    <a:pt x="1836" y="156"/>
                    <a:pt x="1833" y="186"/>
                    <a:pt x="1833" y="256"/>
                  </a:cubicBezTo>
                  <a:cubicBezTo>
                    <a:pt x="1820" y="352"/>
                    <a:pt x="1818" y="372"/>
                    <a:pt x="1813" y="372"/>
                  </a:cubicBezTo>
                  <a:cubicBezTo>
                    <a:pt x="1812" y="372"/>
                    <a:pt x="1811" y="371"/>
                    <a:pt x="1809" y="369"/>
                  </a:cubicBezTo>
                  <a:cubicBezTo>
                    <a:pt x="1801" y="369"/>
                    <a:pt x="1793" y="369"/>
                    <a:pt x="1793" y="313"/>
                  </a:cubicBezTo>
                  <a:cubicBezTo>
                    <a:pt x="1801" y="248"/>
                    <a:pt x="1801" y="248"/>
                    <a:pt x="1785" y="248"/>
                  </a:cubicBezTo>
                  <a:cubicBezTo>
                    <a:pt x="1760" y="248"/>
                    <a:pt x="1728" y="418"/>
                    <a:pt x="1712" y="540"/>
                  </a:cubicBezTo>
                  <a:cubicBezTo>
                    <a:pt x="1708" y="600"/>
                    <a:pt x="1706" y="631"/>
                    <a:pt x="1705" y="631"/>
                  </a:cubicBezTo>
                  <a:cubicBezTo>
                    <a:pt x="1704" y="631"/>
                    <a:pt x="1704" y="600"/>
                    <a:pt x="1704" y="540"/>
                  </a:cubicBezTo>
                  <a:cubicBezTo>
                    <a:pt x="1712" y="483"/>
                    <a:pt x="1704" y="475"/>
                    <a:pt x="1695" y="475"/>
                  </a:cubicBezTo>
                  <a:cubicBezTo>
                    <a:pt x="1695" y="418"/>
                    <a:pt x="1704" y="418"/>
                    <a:pt x="1712" y="418"/>
                  </a:cubicBezTo>
                  <a:lnTo>
                    <a:pt x="1720" y="361"/>
                  </a:lnTo>
                  <a:cubicBezTo>
                    <a:pt x="1720" y="300"/>
                    <a:pt x="1718" y="270"/>
                    <a:pt x="1714" y="270"/>
                  </a:cubicBezTo>
                  <a:cubicBezTo>
                    <a:pt x="1710" y="270"/>
                    <a:pt x="1704" y="300"/>
                    <a:pt x="1695" y="361"/>
                  </a:cubicBezTo>
                  <a:cubicBezTo>
                    <a:pt x="1688" y="389"/>
                    <a:pt x="1685" y="403"/>
                    <a:pt x="1684" y="403"/>
                  </a:cubicBezTo>
                  <a:cubicBezTo>
                    <a:pt x="1683" y="403"/>
                    <a:pt x="1683" y="387"/>
                    <a:pt x="1679" y="353"/>
                  </a:cubicBezTo>
                  <a:cubicBezTo>
                    <a:pt x="1679" y="313"/>
                    <a:pt x="1675" y="269"/>
                    <a:pt x="1673" y="269"/>
                  </a:cubicBezTo>
                  <a:cubicBezTo>
                    <a:pt x="1672" y="269"/>
                    <a:pt x="1671" y="277"/>
                    <a:pt x="1671" y="296"/>
                  </a:cubicBezTo>
                  <a:cubicBezTo>
                    <a:pt x="1671" y="296"/>
                    <a:pt x="1655" y="288"/>
                    <a:pt x="1655" y="231"/>
                  </a:cubicBezTo>
                  <a:cubicBezTo>
                    <a:pt x="1639" y="231"/>
                    <a:pt x="1631" y="231"/>
                    <a:pt x="1622" y="288"/>
                  </a:cubicBezTo>
                  <a:cubicBezTo>
                    <a:pt x="1622" y="345"/>
                    <a:pt x="1614" y="345"/>
                    <a:pt x="1606" y="345"/>
                  </a:cubicBezTo>
                  <a:cubicBezTo>
                    <a:pt x="1598" y="345"/>
                    <a:pt x="1590" y="345"/>
                    <a:pt x="1590" y="402"/>
                  </a:cubicBezTo>
                  <a:cubicBezTo>
                    <a:pt x="1582" y="467"/>
                    <a:pt x="1574" y="523"/>
                    <a:pt x="1558" y="523"/>
                  </a:cubicBezTo>
                  <a:cubicBezTo>
                    <a:pt x="1551" y="546"/>
                    <a:pt x="1547" y="560"/>
                    <a:pt x="1545" y="560"/>
                  </a:cubicBezTo>
                  <a:cubicBezTo>
                    <a:pt x="1541" y="560"/>
                    <a:pt x="1541" y="531"/>
                    <a:pt x="1541" y="458"/>
                  </a:cubicBezTo>
                  <a:cubicBezTo>
                    <a:pt x="1550" y="394"/>
                    <a:pt x="1541" y="394"/>
                    <a:pt x="1533" y="394"/>
                  </a:cubicBezTo>
                  <a:cubicBezTo>
                    <a:pt x="1533" y="394"/>
                    <a:pt x="1525" y="394"/>
                    <a:pt x="1517" y="337"/>
                  </a:cubicBezTo>
                  <a:cubicBezTo>
                    <a:pt x="1517" y="317"/>
                    <a:pt x="1516" y="308"/>
                    <a:pt x="1515" y="308"/>
                  </a:cubicBezTo>
                  <a:cubicBezTo>
                    <a:pt x="1513" y="308"/>
                    <a:pt x="1509" y="349"/>
                    <a:pt x="1509" y="394"/>
                  </a:cubicBezTo>
                  <a:lnTo>
                    <a:pt x="1501" y="515"/>
                  </a:lnTo>
                  <a:cubicBezTo>
                    <a:pt x="1493" y="450"/>
                    <a:pt x="1493" y="394"/>
                    <a:pt x="1501" y="329"/>
                  </a:cubicBezTo>
                  <a:cubicBezTo>
                    <a:pt x="1497" y="272"/>
                    <a:pt x="1495" y="244"/>
                    <a:pt x="1494" y="244"/>
                  </a:cubicBezTo>
                  <a:cubicBezTo>
                    <a:pt x="1493" y="244"/>
                    <a:pt x="1493" y="272"/>
                    <a:pt x="1493" y="329"/>
                  </a:cubicBezTo>
                  <a:cubicBezTo>
                    <a:pt x="1487" y="373"/>
                    <a:pt x="1482" y="414"/>
                    <a:pt x="1476" y="414"/>
                  </a:cubicBezTo>
                  <a:cubicBezTo>
                    <a:pt x="1474" y="414"/>
                    <a:pt x="1471" y="406"/>
                    <a:pt x="1468" y="386"/>
                  </a:cubicBezTo>
                  <a:cubicBezTo>
                    <a:pt x="1452" y="386"/>
                    <a:pt x="1436" y="386"/>
                    <a:pt x="1436" y="329"/>
                  </a:cubicBezTo>
                  <a:cubicBezTo>
                    <a:pt x="1436" y="307"/>
                    <a:pt x="1435" y="300"/>
                    <a:pt x="1434" y="300"/>
                  </a:cubicBezTo>
                  <a:cubicBezTo>
                    <a:pt x="1432" y="300"/>
                    <a:pt x="1428" y="329"/>
                    <a:pt x="1428" y="329"/>
                  </a:cubicBezTo>
                  <a:cubicBezTo>
                    <a:pt x="1420" y="356"/>
                    <a:pt x="1414" y="370"/>
                    <a:pt x="1408" y="370"/>
                  </a:cubicBezTo>
                  <a:cubicBezTo>
                    <a:pt x="1402" y="370"/>
                    <a:pt x="1396" y="354"/>
                    <a:pt x="1387" y="321"/>
                  </a:cubicBezTo>
                  <a:cubicBezTo>
                    <a:pt x="1371" y="260"/>
                    <a:pt x="1363" y="229"/>
                    <a:pt x="1358" y="229"/>
                  </a:cubicBezTo>
                  <a:cubicBezTo>
                    <a:pt x="1353" y="229"/>
                    <a:pt x="1351" y="260"/>
                    <a:pt x="1347" y="321"/>
                  </a:cubicBezTo>
                  <a:cubicBezTo>
                    <a:pt x="1344" y="301"/>
                    <a:pt x="1342" y="294"/>
                    <a:pt x="1339" y="294"/>
                  </a:cubicBezTo>
                  <a:cubicBezTo>
                    <a:pt x="1333" y="294"/>
                    <a:pt x="1326" y="337"/>
                    <a:pt x="1314" y="377"/>
                  </a:cubicBezTo>
                  <a:cubicBezTo>
                    <a:pt x="1306" y="434"/>
                    <a:pt x="1306" y="556"/>
                    <a:pt x="1298" y="613"/>
                  </a:cubicBezTo>
                  <a:cubicBezTo>
                    <a:pt x="1298" y="685"/>
                    <a:pt x="1298" y="714"/>
                    <a:pt x="1295" y="714"/>
                  </a:cubicBezTo>
                  <a:cubicBezTo>
                    <a:pt x="1292" y="714"/>
                    <a:pt x="1289" y="700"/>
                    <a:pt x="1282" y="677"/>
                  </a:cubicBezTo>
                  <a:cubicBezTo>
                    <a:pt x="1274" y="637"/>
                    <a:pt x="1274" y="596"/>
                    <a:pt x="1274" y="556"/>
                  </a:cubicBezTo>
                  <a:cubicBezTo>
                    <a:pt x="1274" y="491"/>
                    <a:pt x="1282" y="491"/>
                    <a:pt x="1282" y="491"/>
                  </a:cubicBezTo>
                  <a:lnTo>
                    <a:pt x="1290" y="491"/>
                  </a:lnTo>
                  <a:cubicBezTo>
                    <a:pt x="1290" y="434"/>
                    <a:pt x="1290" y="377"/>
                    <a:pt x="1274" y="369"/>
                  </a:cubicBezTo>
                  <a:cubicBezTo>
                    <a:pt x="1270" y="341"/>
                    <a:pt x="1268" y="327"/>
                    <a:pt x="1266" y="327"/>
                  </a:cubicBezTo>
                  <a:cubicBezTo>
                    <a:pt x="1264" y="327"/>
                    <a:pt x="1262" y="341"/>
                    <a:pt x="1258" y="369"/>
                  </a:cubicBezTo>
                  <a:cubicBezTo>
                    <a:pt x="1258" y="313"/>
                    <a:pt x="1241" y="313"/>
                    <a:pt x="1225" y="313"/>
                  </a:cubicBezTo>
                  <a:cubicBezTo>
                    <a:pt x="1209" y="304"/>
                    <a:pt x="1185" y="304"/>
                    <a:pt x="1185" y="248"/>
                  </a:cubicBezTo>
                  <a:cubicBezTo>
                    <a:pt x="1168" y="248"/>
                    <a:pt x="1160" y="248"/>
                    <a:pt x="1160" y="304"/>
                  </a:cubicBezTo>
                  <a:cubicBezTo>
                    <a:pt x="1160" y="375"/>
                    <a:pt x="1158" y="404"/>
                    <a:pt x="1155" y="404"/>
                  </a:cubicBezTo>
                  <a:cubicBezTo>
                    <a:pt x="1154" y="404"/>
                    <a:pt x="1152" y="389"/>
                    <a:pt x="1152" y="361"/>
                  </a:cubicBezTo>
                  <a:cubicBezTo>
                    <a:pt x="1147" y="285"/>
                    <a:pt x="1108" y="235"/>
                    <a:pt x="1076" y="235"/>
                  </a:cubicBezTo>
                  <a:cubicBezTo>
                    <a:pt x="1058" y="235"/>
                    <a:pt x="1042" y="253"/>
                    <a:pt x="1039" y="296"/>
                  </a:cubicBezTo>
                  <a:lnTo>
                    <a:pt x="1023" y="296"/>
                  </a:lnTo>
                  <a:cubicBezTo>
                    <a:pt x="1014" y="268"/>
                    <a:pt x="1000" y="254"/>
                    <a:pt x="987" y="254"/>
                  </a:cubicBezTo>
                  <a:cubicBezTo>
                    <a:pt x="974" y="254"/>
                    <a:pt x="962" y="268"/>
                    <a:pt x="958" y="296"/>
                  </a:cubicBezTo>
                  <a:lnTo>
                    <a:pt x="933" y="296"/>
                  </a:lnTo>
                  <a:cubicBezTo>
                    <a:pt x="925" y="268"/>
                    <a:pt x="919" y="254"/>
                    <a:pt x="915" y="254"/>
                  </a:cubicBezTo>
                  <a:cubicBezTo>
                    <a:pt x="911" y="254"/>
                    <a:pt x="909" y="268"/>
                    <a:pt x="909" y="296"/>
                  </a:cubicBezTo>
                  <a:cubicBezTo>
                    <a:pt x="903" y="336"/>
                    <a:pt x="902" y="380"/>
                    <a:pt x="901" y="380"/>
                  </a:cubicBezTo>
                  <a:cubicBezTo>
                    <a:pt x="901" y="380"/>
                    <a:pt x="901" y="372"/>
                    <a:pt x="901" y="353"/>
                  </a:cubicBezTo>
                  <a:cubicBezTo>
                    <a:pt x="901" y="296"/>
                    <a:pt x="885" y="296"/>
                    <a:pt x="852" y="296"/>
                  </a:cubicBezTo>
                  <a:cubicBezTo>
                    <a:pt x="828" y="296"/>
                    <a:pt x="828" y="296"/>
                    <a:pt x="836" y="353"/>
                  </a:cubicBezTo>
                  <a:cubicBezTo>
                    <a:pt x="829" y="372"/>
                    <a:pt x="823" y="380"/>
                    <a:pt x="818" y="380"/>
                  </a:cubicBezTo>
                  <a:cubicBezTo>
                    <a:pt x="808" y="380"/>
                    <a:pt x="804" y="336"/>
                    <a:pt x="804" y="296"/>
                  </a:cubicBezTo>
                  <a:cubicBezTo>
                    <a:pt x="804" y="241"/>
                    <a:pt x="800" y="211"/>
                    <a:pt x="797" y="211"/>
                  </a:cubicBezTo>
                  <a:cubicBezTo>
                    <a:pt x="792" y="211"/>
                    <a:pt x="787" y="255"/>
                    <a:pt x="787" y="353"/>
                  </a:cubicBezTo>
                  <a:cubicBezTo>
                    <a:pt x="787" y="423"/>
                    <a:pt x="785" y="453"/>
                    <a:pt x="781" y="453"/>
                  </a:cubicBezTo>
                  <a:cubicBezTo>
                    <a:pt x="778" y="453"/>
                    <a:pt x="775" y="437"/>
                    <a:pt x="771" y="410"/>
                  </a:cubicBezTo>
                  <a:cubicBezTo>
                    <a:pt x="771" y="353"/>
                    <a:pt x="779" y="353"/>
                    <a:pt x="779" y="353"/>
                  </a:cubicBezTo>
                  <a:cubicBezTo>
                    <a:pt x="779" y="353"/>
                    <a:pt x="779" y="296"/>
                    <a:pt x="779" y="231"/>
                  </a:cubicBezTo>
                  <a:cubicBezTo>
                    <a:pt x="771" y="231"/>
                    <a:pt x="771" y="231"/>
                    <a:pt x="763" y="296"/>
                  </a:cubicBezTo>
                  <a:cubicBezTo>
                    <a:pt x="763" y="296"/>
                    <a:pt x="755" y="296"/>
                    <a:pt x="755" y="353"/>
                  </a:cubicBezTo>
                  <a:cubicBezTo>
                    <a:pt x="747" y="410"/>
                    <a:pt x="755" y="475"/>
                    <a:pt x="763" y="531"/>
                  </a:cubicBezTo>
                  <a:cubicBezTo>
                    <a:pt x="779" y="596"/>
                    <a:pt x="771" y="596"/>
                    <a:pt x="763" y="596"/>
                  </a:cubicBezTo>
                  <a:cubicBezTo>
                    <a:pt x="747" y="531"/>
                    <a:pt x="739" y="475"/>
                    <a:pt x="747" y="410"/>
                  </a:cubicBezTo>
                  <a:cubicBezTo>
                    <a:pt x="747" y="377"/>
                    <a:pt x="747" y="337"/>
                    <a:pt x="747" y="296"/>
                  </a:cubicBezTo>
                  <a:cubicBezTo>
                    <a:pt x="745" y="284"/>
                    <a:pt x="743" y="278"/>
                    <a:pt x="740" y="278"/>
                  </a:cubicBezTo>
                  <a:cubicBezTo>
                    <a:pt x="728" y="278"/>
                    <a:pt x="708" y="376"/>
                    <a:pt x="714" y="475"/>
                  </a:cubicBezTo>
                  <a:cubicBezTo>
                    <a:pt x="706" y="450"/>
                    <a:pt x="714" y="467"/>
                    <a:pt x="706" y="418"/>
                  </a:cubicBezTo>
                  <a:cubicBezTo>
                    <a:pt x="706" y="353"/>
                    <a:pt x="690" y="353"/>
                    <a:pt x="674" y="353"/>
                  </a:cubicBezTo>
                  <a:cubicBezTo>
                    <a:pt x="658" y="353"/>
                    <a:pt x="650" y="353"/>
                    <a:pt x="658" y="418"/>
                  </a:cubicBezTo>
                  <a:cubicBezTo>
                    <a:pt x="666" y="458"/>
                    <a:pt x="666" y="499"/>
                    <a:pt x="658" y="540"/>
                  </a:cubicBezTo>
                  <a:cubicBezTo>
                    <a:pt x="666" y="572"/>
                    <a:pt x="674" y="613"/>
                    <a:pt x="674" y="653"/>
                  </a:cubicBezTo>
                  <a:cubicBezTo>
                    <a:pt x="674" y="653"/>
                    <a:pt x="658" y="596"/>
                    <a:pt x="641" y="540"/>
                  </a:cubicBezTo>
                  <a:cubicBezTo>
                    <a:pt x="617" y="418"/>
                    <a:pt x="601" y="361"/>
                    <a:pt x="568" y="361"/>
                  </a:cubicBezTo>
                  <a:cubicBezTo>
                    <a:pt x="552" y="361"/>
                    <a:pt x="536" y="361"/>
                    <a:pt x="520" y="304"/>
                  </a:cubicBezTo>
                  <a:cubicBezTo>
                    <a:pt x="504" y="304"/>
                    <a:pt x="496" y="304"/>
                    <a:pt x="504" y="361"/>
                  </a:cubicBezTo>
                  <a:lnTo>
                    <a:pt x="487" y="361"/>
                  </a:lnTo>
                  <a:cubicBezTo>
                    <a:pt x="479" y="333"/>
                    <a:pt x="473" y="319"/>
                    <a:pt x="469" y="319"/>
                  </a:cubicBezTo>
                  <a:cubicBezTo>
                    <a:pt x="465" y="319"/>
                    <a:pt x="463" y="333"/>
                    <a:pt x="463" y="361"/>
                  </a:cubicBezTo>
                  <a:cubicBezTo>
                    <a:pt x="463" y="383"/>
                    <a:pt x="461" y="390"/>
                    <a:pt x="459" y="390"/>
                  </a:cubicBezTo>
                  <a:cubicBezTo>
                    <a:pt x="454" y="390"/>
                    <a:pt x="447" y="361"/>
                    <a:pt x="447" y="361"/>
                  </a:cubicBezTo>
                  <a:cubicBezTo>
                    <a:pt x="432" y="311"/>
                    <a:pt x="424" y="283"/>
                    <a:pt x="422" y="283"/>
                  </a:cubicBezTo>
                  <a:lnTo>
                    <a:pt x="422" y="283"/>
                  </a:lnTo>
                  <a:cubicBezTo>
                    <a:pt x="419" y="283"/>
                    <a:pt x="425" y="327"/>
                    <a:pt x="439" y="426"/>
                  </a:cubicBezTo>
                  <a:cubicBezTo>
                    <a:pt x="447" y="467"/>
                    <a:pt x="455" y="507"/>
                    <a:pt x="479" y="540"/>
                  </a:cubicBezTo>
                  <a:lnTo>
                    <a:pt x="496" y="540"/>
                  </a:lnTo>
                  <a:lnTo>
                    <a:pt x="487" y="604"/>
                  </a:lnTo>
                  <a:cubicBezTo>
                    <a:pt x="471" y="637"/>
                    <a:pt x="471" y="677"/>
                    <a:pt x="479" y="718"/>
                  </a:cubicBezTo>
                  <a:cubicBezTo>
                    <a:pt x="479" y="718"/>
                    <a:pt x="479" y="783"/>
                    <a:pt x="479" y="783"/>
                  </a:cubicBezTo>
                  <a:cubicBezTo>
                    <a:pt x="479" y="783"/>
                    <a:pt x="471" y="718"/>
                    <a:pt x="463" y="661"/>
                  </a:cubicBezTo>
                  <a:cubicBezTo>
                    <a:pt x="463" y="604"/>
                    <a:pt x="455" y="540"/>
                    <a:pt x="447" y="483"/>
                  </a:cubicBezTo>
                  <a:cubicBezTo>
                    <a:pt x="437" y="409"/>
                    <a:pt x="421" y="358"/>
                    <a:pt x="414" y="358"/>
                  </a:cubicBezTo>
                  <a:lnTo>
                    <a:pt x="414" y="358"/>
                  </a:lnTo>
                  <a:cubicBezTo>
                    <a:pt x="409" y="358"/>
                    <a:pt x="408" y="379"/>
                    <a:pt x="414" y="426"/>
                  </a:cubicBezTo>
                  <a:cubicBezTo>
                    <a:pt x="406" y="426"/>
                    <a:pt x="406" y="426"/>
                    <a:pt x="390" y="369"/>
                  </a:cubicBezTo>
                  <a:cubicBezTo>
                    <a:pt x="387" y="342"/>
                    <a:pt x="383" y="326"/>
                    <a:pt x="381" y="326"/>
                  </a:cubicBezTo>
                  <a:lnTo>
                    <a:pt x="381" y="326"/>
                  </a:lnTo>
                  <a:cubicBezTo>
                    <a:pt x="378" y="326"/>
                    <a:pt x="377" y="356"/>
                    <a:pt x="382" y="426"/>
                  </a:cubicBezTo>
                  <a:cubicBezTo>
                    <a:pt x="386" y="487"/>
                    <a:pt x="386" y="517"/>
                    <a:pt x="383" y="517"/>
                  </a:cubicBezTo>
                  <a:cubicBezTo>
                    <a:pt x="380" y="517"/>
                    <a:pt x="374" y="487"/>
                    <a:pt x="366" y="426"/>
                  </a:cubicBezTo>
                  <a:cubicBezTo>
                    <a:pt x="347" y="357"/>
                    <a:pt x="329" y="330"/>
                    <a:pt x="318" y="330"/>
                  </a:cubicBezTo>
                  <a:cubicBezTo>
                    <a:pt x="310" y="330"/>
                    <a:pt x="306" y="345"/>
                    <a:pt x="309" y="369"/>
                  </a:cubicBezTo>
                  <a:cubicBezTo>
                    <a:pt x="319" y="442"/>
                    <a:pt x="314" y="471"/>
                    <a:pt x="305" y="471"/>
                  </a:cubicBezTo>
                  <a:cubicBezTo>
                    <a:pt x="299" y="471"/>
                    <a:pt x="291" y="457"/>
                    <a:pt x="285" y="434"/>
                  </a:cubicBezTo>
                  <a:cubicBezTo>
                    <a:pt x="281" y="406"/>
                    <a:pt x="277" y="392"/>
                    <a:pt x="274" y="392"/>
                  </a:cubicBezTo>
                  <a:cubicBezTo>
                    <a:pt x="271" y="392"/>
                    <a:pt x="269" y="406"/>
                    <a:pt x="269" y="434"/>
                  </a:cubicBezTo>
                  <a:cubicBezTo>
                    <a:pt x="263" y="394"/>
                    <a:pt x="253" y="350"/>
                    <a:pt x="248" y="350"/>
                  </a:cubicBezTo>
                  <a:cubicBezTo>
                    <a:pt x="246" y="350"/>
                    <a:pt x="244" y="358"/>
                    <a:pt x="244" y="377"/>
                  </a:cubicBezTo>
                  <a:cubicBezTo>
                    <a:pt x="244" y="377"/>
                    <a:pt x="236" y="377"/>
                    <a:pt x="252" y="434"/>
                  </a:cubicBezTo>
                  <a:lnTo>
                    <a:pt x="252" y="556"/>
                  </a:lnTo>
                  <a:cubicBezTo>
                    <a:pt x="269" y="596"/>
                    <a:pt x="277" y="637"/>
                    <a:pt x="277" y="669"/>
                  </a:cubicBezTo>
                  <a:cubicBezTo>
                    <a:pt x="279" y="687"/>
                    <a:pt x="278" y="695"/>
                    <a:pt x="275" y="695"/>
                  </a:cubicBezTo>
                  <a:cubicBezTo>
                    <a:pt x="267" y="695"/>
                    <a:pt x="241" y="630"/>
                    <a:pt x="212" y="499"/>
                  </a:cubicBezTo>
                  <a:lnTo>
                    <a:pt x="179" y="386"/>
                  </a:lnTo>
                  <a:lnTo>
                    <a:pt x="179" y="386"/>
                  </a:lnTo>
                  <a:cubicBezTo>
                    <a:pt x="187" y="442"/>
                    <a:pt x="196" y="499"/>
                    <a:pt x="196" y="499"/>
                  </a:cubicBezTo>
                  <a:cubicBezTo>
                    <a:pt x="187" y="499"/>
                    <a:pt x="179" y="499"/>
                    <a:pt x="171" y="442"/>
                  </a:cubicBezTo>
                  <a:cubicBezTo>
                    <a:pt x="163" y="386"/>
                    <a:pt x="163" y="386"/>
                    <a:pt x="155" y="386"/>
                  </a:cubicBezTo>
                  <a:cubicBezTo>
                    <a:pt x="155" y="386"/>
                    <a:pt x="147" y="386"/>
                    <a:pt x="155" y="442"/>
                  </a:cubicBezTo>
                  <a:cubicBezTo>
                    <a:pt x="165" y="515"/>
                    <a:pt x="169" y="544"/>
                    <a:pt x="167" y="544"/>
                  </a:cubicBezTo>
                  <a:cubicBezTo>
                    <a:pt x="165" y="544"/>
                    <a:pt x="162" y="530"/>
                    <a:pt x="155" y="507"/>
                  </a:cubicBezTo>
                  <a:cubicBezTo>
                    <a:pt x="143" y="446"/>
                    <a:pt x="135" y="416"/>
                    <a:pt x="132" y="416"/>
                  </a:cubicBezTo>
                  <a:lnTo>
                    <a:pt x="132" y="416"/>
                  </a:lnTo>
                  <a:cubicBezTo>
                    <a:pt x="129" y="416"/>
                    <a:pt x="131" y="446"/>
                    <a:pt x="139" y="507"/>
                  </a:cubicBezTo>
                  <a:cubicBezTo>
                    <a:pt x="147" y="564"/>
                    <a:pt x="151" y="592"/>
                    <a:pt x="150" y="592"/>
                  </a:cubicBezTo>
                  <a:cubicBezTo>
                    <a:pt x="149" y="592"/>
                    <a:pt x="143" y="564"/>
                    <a:pt x="131" y="507"/>
                  </a:cubicBezTo>
                  <a:cubicBezTo>
                    <a:pt x="123" y="467"/>
                    <a:pt x="114" y="426"/>
                    <a:pt x="98" y="394"/>
                  </a:cubicBezTo>
                  <a:lnTo>
                    <a:pt x="98" y="394"/>
                  </a:lnTo>
                  <a:lnTo>
                    <a:pt x="106" y="450"/>
                  </a:lnTo>
                  <a:cubicBezTo>
                    <a:pt x="116" y="518"/>
                    <a:pt x="117" y="548"/>
                    <a:pt x="113" y="548"/>
                  </a:cubicBezTo>
                  <a:cubicBezTo>
                    <a:pt x="110" y="548"/>
                    <a:pt x="105" y="534"/>
                    <a:pt x="98" y="507"/>
                  </a:cubicBezTo>
                  <a:cubicBezTo>
                    <a:pt x="94" y="480"/>
                    <a:pt x="90" y="466"/>
                    <a:pt x="87" y="466"/>
                  </a:cubicBezTo>
                  <a:cubicBezTo>
                    <a:pt x="84" y="466"/>
                    <a:pt x="82" y="482"/>
                    <a:pt x="82" y="515"/>
                  </a:cubicBezTo>
                  <a:cubicBezTo>
                    <a:pt x="66" y="515"/>
                    <a:pt x="58" y="515"/>
                    <a:pt x="50" y="458"/>
                  </a:cubicBezTo>
                  <a:cubicBezTo>
                    <a:pt x="37" y="398"/>
                    <a:pt x="31" y="367"/>
                    <a:pt x="30" y="367"/>
                  </a:cubicBezTo>
                  <a:lnTo>
                    <a:pt x="30" y="367"/>
                  </a:lnTo>
                  <a:cubicBezTo>
                    <a:pt x="29" y="367"/>
                    <a:pt x="33" y="398"/>
                    <a:pt x="41" y="458"/>
                  </a:cubicBezTo>
                  <a:cubicBezTo>
                    <a:pt x="41" y="487"/>
                    <a:pt x="41" y="501"/>
                    <a:pt x="38" y="501"/>
                  </a:cubicBezTo>
                  <a:cubicBezTo>
                    <a:pt x="35" y="501"/>
                    <a:pt x="29" y="487"/>
                    <a:pt x="17" y="458"/>
                  </a:cubicBezTo>
                  <a:cubicBezTo>
                    <a:pt x="9" y="430"/>
                    <a:pt x="5" y="416"/>
                    <a:pt x="3" y="416"/>
                  </a:cubicBezTo>
                  <a:cubicBezTo>
                    <a:pt x="1" y="416"/>
                    <a:pt x="1" y="430"/>
                    <a:pt x="1" y="458"/>
                  </a:cubicBezTo>
                  <a:cubicBezTo>
                    <a:pt x="9" y="523"/>
                    <a:pt x="17" y="580"/>
                    <a:pt x="41" y="637"/>
                  </a:cubicBezTo>
                  <a:cubicBezTo>
                    <a:pt x="50" y="637"/>
                    <a:pt x="50" y="637"/>
                    <a:pt x="58" y="694"/>
                  </a:cubicBezTo>
                  <a:lnTo>
                    <a:pt x="41" y="694"/>
                  </a:lnTo>
                  <a:cubicBezTo>
                    <a:pt x="33" y="694"/>
                    <a:pt x="33" y="694"/>
                    <a:pt x="25" y="758"/>
                  </a:cubicBezTo>
                  <a:cubicBezTo>
                    <a:pt x="25" y="804"/>
                    <a:pt x="36" y="891"/>
                    <a:pt x="40" y="891"/>
                  </a:cubicBezTo>
                  <a:cubicBezTo>
                    <a:pt x="41" y="891"/>
                    <a:pt x="41" y="885"/>
                    <a:pt x="41" y="872"/>
                  </a:cubicBezTo>
                  <a:lnTo>
                    <a:pt x="58" y="929"/>
                  </a:lnTo>
                  <a:cubicBezTo>
                    <a:pt x="74" y="1018"/>
                    <a:pt x="86" y="1063"/>
                    <a:pt x="90" y="1063"/>
                  </a:cubicBezTo>
                  <a:cubicBezTo>
                    <a:pt x="94" y="1063"/>
                    <a:pt x="90" y="1018"/>
                    <a:pt x="74" y="929"/>
                  </a:cubicBezTo>
                  <a:cubicBezTo>
                    <a:pt x="56" y="835"/>
                    <a:pt x="48" y="793"/>
                    <a:pt x="50" y="793"/>
                  </a:cubicBezTo>
                  <a:lnTo>
                    <a:pt x="50" y="793"/>
                  </a:lnTo>
                  <a:cubicBezTo>
                    <a:pt x="51" y="793"/>
                    <a:pt x="59" y="821"/>
                    <a:pt x="74" y="872"/>
                  </a:cubicBezTo>
                  <a:cubicBezTo>
                    <a:pt x="88" y="979"/>
                    <a:pt x="96" y="986"/>
                    <a:pt x="103" y="986"/>
                  </a:cubicBezTo>
                  <a:cubicBezTo>
                    <a:pt x="104" y="986"/>
                    <a:pt x="105" y="985"/>
                    <a:pt x="106" y="985"/>
                  </a:cubicBezTo>
                  <a:cubicBezTo>
                    <a:pt x="114" y="985"/>
                    <a:pt x="114" y="985"/>
                    <a:pt x="123" y="1050"/>
                  </a:cubicBezTo>
                  <a:cubicBezTo>
                    <a:pt x="131" y="1091"/>
                    <a:pt x="139" y="1123"/>
                    <a:pt x="155" y="1164"/>
                  </a:cubicBezTo>
                  <a:cubicBezTo>
                    <a:pt x="163" y="1164"/>
                    <a:pt x="163" y="1164"/>
                    <a:pt x="155" y="1107"/>
                  </a:cubicBezTo>
                  <a:cubicBezTo>
                    <a:pt x="148" y="1080"/>
                    <a:pt x="146" y="1064"/>
                    <a:pt x="147" y="1064"/>
                  </a:cubicBezTo>
                  <a:lnTo>
                    <a:pt x="147" y="1064"/>
                  </a:lnTo>
                  <a:cubicBezTo>
                    <a:pt x="150" y="1064"/>
                    <a:pt x="161" y="1094"/>
                    <a:pt x="179" y="1164"/>
                  </a:cubicBezTo>
                  <a:cubicBezTo>
                    <a:pt x="186" y="1187"/>
                    <a:pt x="190" y="1201"/>
                    <a:pt x="191" y="1201"/>
                  </a:cubicBezTo>
                  <a:cubicBezTo>
                    <a:pt x="192" y="1201"/>
                    <a:pt x="186" y="1171"/>
                    <a:pt x="171" y="1099"/>
                  </a:cubicBezTo>
                  <a:cubicBezTo>
                    <a:pt x="163" y="1042"/>
                    <a:pt x="161" y="1014"/>
                    <a:pt x="165" y="1014"/>
                  </a:cubicBezTo>
                  <a:lnTo>
                    <a:pt x="165" y="1014"/>
                  </a:lnTo>
                  <a:cubicBezTo>
                    <a:pt x="169" y="1014"/>
                    <a:pt x="179" y="1042"/>
                    <a:pt x="196" y="1099"/>
                  </a:cubicBezTo>
                  <a:lnTo>
                    <a:pt x="204" y="1099"/>
                  </a:lnTo>
                  <a:cubicBezTo>
                    <a:pt x="212" y="1058"/>
                    <a:pt x="204" y="1018"/>
                    <a:pt x="196" y="977"/>
                  </a:cubicBezTo>
                  <a:cubicBezTo>
                    <a:pt x="181" y="911"/>
                    <a:pt x="175" y="883"/>
                    <a:pt x="176" y="883"/>
                  </a:cubicBezTo>
                  <a:lnTo>
                    <a:pt x="176" y="883"/>
                  </a:lnTo>
                  <a:cubicBezTo>
                    <a:pt x="177" y="883"/>
                    <a:pt x="181" y="897"/>
                    <a:pt x="187" y="921"/>
                  </a:cubicBezTo>
                  <a:cubicBezTo>
                    <a:pt x="204" y="961"/>
                    <a:pt x="212" y="1002"/>
                    <a:pt x="220" y="1042"/>
                  </a:cubicBezTo>
                  <a:cubicBezTo>
                    <a:pt x="228" y="1099"/>
                    <a:pt x="236" y="1099"/>
                    <a:pt x="236" y="1099"/>
                  </a:cubicBezTo>
                  <a:cubicBezTo>
                    <a:pt x="244" y="1099"/>
                    <a:pt x="260" y="1091"/>
                    <a:pt x="252" y="1034"/>
                  </a:cubicBezTo>
                  <a:lnTo>
                    <a:pt x="252" y="1034"/>
                  </a:lnTo>
                  <a:lnTo>
                    <a:pt x="260" y="1091"/>
                  </a:lnTo>
                  <a:cubicBezTo>
                    <a:pt x="266" y="1091"/>
                    <a:pt x="271" y="1120"/>
                    <a:pt x="272" y="1120"/>
                  </a:cubicBezTo>
                  <a:cubicBezTo>
                    <a:pt x="272" y="1120"/>
                    <a:pt x="271" y="1113"/>
                    <a:pt x="269" y="1091"/>
                  </a:cubicBezTo>
                  <a:lnTo>
                    <a:pt x="269" y="1091"/>
                  </a:lnTo>
                  <a:cubicBezTo>
                    <a:pt x="269" y="1091"/>
                    <a:pt x="277" y="1091"/>
                    <a:pt x="293" y="1148"/>
                  </a:cubicBezTo>
                  <a:cubicBezTo>
                    <a:pt x="298" y="1160"/>
                    <a:pt x="301" y="1166"/>
                    <a:pt x="304" y="1166"/>
                  </a:cubicBezTo>
                  <a:cubicBezTo>
                    <a:pt x="316" y="1166"/>
                    <a:pt x="311" y="1067"/>
                    <a:pt x="285" y="969"/>
                  </a:cubicBezTo>
                  <a:cubicBezTo>
                    <a:pt x="293" y="969"/>
                    <a:pt x="285" y="913"/>
                    <a:pt x="285" y="913"/>
                  </a:cubicBezTo>
                  <a:cubicBezTo>
                    <a:pt x="277" y="856"/>
                    <a:pt x="285" y="856"/>
                    <a:pt x="293" y="848"/>
                  </a:cubicBezTo>
                  <a:cubicBezTo>
                    <a:pt x="293" y="848"/>
                    <a:pt x="301" y="913"/>
                    <a:pt x="309" y="969"/>
                  </a:cubicBezTo>
                  <a:cubicBezTo>
                    <a:pt x="318" y="1072"/>
                    <a:pt x="330" y="1135"/>
                    <a:pt x="336" y="1135"/>
                  </a:cubicBezTo>
                  <a:cubicBezTo>
                    <a:pt x="339" y="1135"/>
                    <a:pt x="340" y="1115"/>
                    <a:pt x="337" y="1073"/>
                  </a:cubicBezTo>
                  <a:lnTo>
                    <a:pt x="337" y="1073"/>
                  </a:lnTo>
                  <a:cubicBezTo>
                    <a:pt x="338" y="1078"/>
                    <a:pt x="340" y="1083"/>
                    <a:pt x="341" y="1091"/>
                  </a:cubicBezTo>
                  <a:cubicBezTo>
                    <a:pt x="345" y="1118"/>
                    <a:pt x="349" y="1132"/>
                    <a:pt x="352" y="1132"/>
                  </a:cubicBezTo>
                  <a:cubicBezTo>
                    <a:pt x="356" y="1132"/>
                    <a:pt x="358" y="1116"/>
                    <a:pt x="358" y="1083"/>
                  </a:cubicBezTo>
                  <a:cubicBezTo>
                    <a:pt x="358" y="1026"/>
                    <a:pt x="358" y="969"/>
                    <a:pt x="350" y="904"/>
                  </a:cubicBezTo>
                  <a:cubicBezTo>
                    <a:pt x="341" y="848"/>
                    <a:pt x="350" y="848"/>
                    <a:pt x="350" y="848"/>
                  </a:cubicBezTo>
                  <a:cubicBezTo>
                    <a:pt x="358" y="848"/>
                    <a:pt x="358" y="848"/>
                    <a:pt x="358" y="904"/>
                  </a:cubicBezTo>
                  <a:cubicBezTo>
                    <a:pt x="366" y="965"/>
                    <a:pt x="374" y="996"/>
                    <a:pt x="379" y="996"/>
                  </a:cubicBezTo>
                  <a:cubicBezTo>
                    <a:pt x="384" y="996"/>
                    <a:pt x="386" y="965"/>
                    <a:pt x="382" y="904"/>
                  </a:cubicBezTo>
                  <a:lnTo>
                    <a:pt x="382" y="904"/>
                  </a:lnTo>
                  <a:lnTo>
                    <a:pt x="390" y="961"/>
                  </a:lnTo>
                  <a:cubicBezTo>
                    <a:pt x="396" y="1006"/>
                    <a:pt x="405" y="1047"/>
                    <a:pt x="418" y="1047"/>
                  </a:cubicBezTo>
                  <a:cubicBezTo>
                    <a:pt x="424" y="1047"/>
                    <a:pt x="431" y="1038"/>
                    <a:pt x="439" y="1018"/>
                  </a:cubicBezTo>
                  <a:cubicBezTo>
                    <a:pt x="463" y="1018"/>
                    <a:pt x="487" y="1018"/>
                    <a:pt x="487" y="1075"/>
                  </a:cubicBezTo>
                  <a:cubicBezTo>
                    <a:pt x="489" y="1087"/>
                    <a:pt x="491" y="1093"/>
                    <a:pt x="493" y="1093"/>
                  </a:cubicBezTo>
                  <a:cubicBezTo>
                    <a:pt x="501" y="1093"/>
                    <a:pt x="512" y="995"/>
                    <a:pt x="512" y="896"/>
                  </a:cubicBezTo>
                  <a:cubicBezTo>
                    <a:pt x="518" y="944"/>
                    <a:pt x="524" y="957"/>
                    <a:pt x="530" y="957"/>
                  </a:cubicBezTo>
                  <a:cubicBezTo>
                    <a:pt x="532" y="957"/>
                    <a:pt x="534" y="955"/>
                    <a:pt x="536" y="953"/>
                  </a:cubicBezTo>
                  <a:cubicBezTo>
                    <a:pt x="560" y="953"/>
                    <a:pt x="560" y="953"/>
                    <a:pt x="560" y="1018"/>
                  </a:cubicBezTo>
                  <a:cubicBezTo>
                    <a:pt x="564" y="1075"/>
                    <a:pt x="566" y="1103"/>
                    <a:pt x="567" y="1103"/>
                  </a:cubicBezTo>
                  <a:cubicBezTo>
                    <a:pt x="568" y="1103"/>
                    <a:pt x="568" y="1075"/>
                    <a:pt x="568" y="1018"/>
                  </a:cubicBezTo>
                  <a:cubicBezTo>
                    <a:pt x="568" y="971"/>
                    <a:pt x="572" y="950"/>
                    <a:pt x="577" y="950"/>
                  </a:cubicBezTo>
                  <a:cubicBezTo>
                    <a:pt x="585" y="950"/>
                    <a:pt x="596" y="1000"/>
                    <a:pt x="601" y="1075"/>
                  </a:cubicBezTo>
                  <a:cubicBezTo>
                    <a:pt x="609" y="1131"/>
                    <a:pt x="617" y="1131"/>
                    <a:pt x="625" y="1131"/>
                  </a:cubicBezTo>
                  <a:cubicBezTo>
                    <a:pt x="633" y="1075"/>
                    <a:pt x="641" y="1075"/>
                    <a:pt x="658" y="1075"/>
                  </a:cubicBezTo>
                  <a:cubicBezTo>
                    <a:pt x="674" y="1075"/>
                    <a:pt x="674" y="1075"/>
                    <a:pt x="666" y="953"/>
                  </a:cubicBezTo>
                  <a:cubicBezTo>
                    <a:pt x="658" y="831"/>
                    <a:pt x="666" y="831"/>
                    <a:pt x="674" y="831"/>
                  </a:cubicBezTo>
                  <a:cubicBezTo>
                    <a:pt x="682" y="831"/>
                    <a:pt x="690" y="831"/>
                    <a:pt x="698" y="896"/>
                  </a:cubicBezTo>
                  <a:cubicBezTo>
                    <a:pt x="698" y="896"/>
                    <a:pt x="706" y="953"/>
                    <a:pt x="714" y="953"/>
                  </a:cubicBezTo>
                  <a:cubicBezTo>
                    <a:pt x="723" y="953"/>
                    <a:pt x="731" y="953"/>
                    <a:pt x="731" y="1010"/>
                  </a:cubicBezTo>
                  <a:cubicBezTo>
                    <a:pt x="731" y="1010"/>
                    <a:pt x="739" y="1067"/>
                    <a:pt x="755" y="1067"/>
                  </a:cubicBezTo>
                  <a:cubicBezTo>
                    <a:pt x="771" y="1067"/>
                    <a:pt x="779" y="1067"/>
                    <a:pt x="787" y="1131"/>
                  </a:cubicBezTo>
                  <a:cubicBezTo>
                    <a:pt x="796" y="1131"/>
                    <a:pt x="796" y="1131"/>
                    <a:pt x="787" y="1067"/>
                  </a:cubicBezTo>
                  <a:cubicBezTo>
                    <a:pt x="787" y="1026"/>
                    <a:pt x="787" y="986"/>
                    <a:pt x="799" y="986"/>
                  </a:cubicBezTo>
                  <a:cubicBezTo>
                    <a:pt x="804" y="986"/>
                    <a:pt x="810" y="993"/>
                    <a:pt x="820" y="1010"/>
                  </a:cubicBezTo>
                  <a:cubicBezTo>
                    <a:pt x="828" y="1010"/>
                    <a:pt x="852" y="1010"/>
                    <a:pt x="852" y="953"/>
                  </a:cubicBezTo>
                  <a:cubicBezTo>
                    <a:pt x="852" y="953"/>
                    <a:pt x="852" y="953"/>
                    <a:pt x="860" y="1010"/>
                  </a:cubicBezTo>
                  <a:cubicBezTo>
                    <a:pt x="864" y="1071"/>
                    <a:pt x="868" y="1101"/>
                    <a:pt x="873" y="1101"/>
                  </a:cubicBezTo>
                  <a:cubicBezTo>
                    <a:pt x="877" y="1101"/>
                    <a:pt x="881" y="1071"/>
                    <a:pt x="885" y="1010"/>
                  </a:cubicBezTo>
                  <a:cubicBezTo>
                    <a:pt x="885" y="981"/>
                    <a:pt x="887" y="967"/>
                    <a:pt x="890" y="967"/>
                  </a:cubicBezTo>
                  <a:cubicBezTo>
                    <a:pt x="893" y="967"/>
                    <a:pt x="897" y="981"/>
                    <a:pt x="901" y="1010"/>
                  </a:cubicBezTo>
                  <a:cubicBezTo>
                    <a:pt x="901" y="1010"/>
                    <a:pt x="909" y="1010"/>
                    <a:pt x="909" y="953"/>
                  </a:cubicBezTo>
                  <a:cubicBezTo>
                    <a:pt x="913" y="925"/>
                    <a:pt x="915" y="910"/>
                    <a:pt x="918" y="910"/>
                  </a:cubicBezTo>
                  <a:cubicBezTo>
                    <a:pt x="921" y="910"/>
                    <a:pt x="925" y="925"/>
                    <a:pt x="933" y="953"/>
                  </a:cubicBezTo>
                  <a:cubicBezTo>
                    <a:pt x="933" y="1010"/>
                    <a:pt x="941" y="1018"/>
                    <a:pt x="950" y="1018"/>
                  </a:cubicBezTo>
                  <a:cubicBezTo>
                    <a:pt x="950" y="985"/>
                    <a:pt x="972" y="969"/>
                    <a:pt x="994" y="969"/>
                  </a:cubicBezTo>
                  <a:cubicBezTo>
                    <a:pt x="1016" y="969"/>
                    <a:pt x="1039" y="985"/>
                    <a:pt x="1039" y="1018"/>
                  </a:cubicBezTo>
                  <a:cubicBezTo>
                    <a:pt x="1047" y="961"/>
                    <a:pt x="1047" y="961"/>
                    <a:pt x="1047" y="961"/>
                  </a:cubicBezTo>
                  <a:cubicBezTo>
                    <a:pt x="1053" y="1004"/>
                    <a:pt x="1057" y="1023"/>
                    <a:pt x="1059" y="1023"/>
                  </a:cubicBezTo>
                  <a:cubicBezTo>
                    <a:pt x="1063" y="1023"/>
                    <a:pt x="1063" y="972"/>
                    <a:pt x="1063" y="896"/>
                  </a:cubicBezTo>
                  <a:lnTo>
                    <a:pt x="1047" y="896"/>
                  </a:lnTo>
                  <a:cubicBezTo>
                    <a:pt x="1047" y="843"/>
                    <a:pt x="1052" y="815"/>
                    <a:pt x="1057" y="815"/>
                  </a:cubicBezTo>
                  <a:cubicBezTo>
                    <a:pt x="1064" y="815"/>
                    <a:pt x="1071" y="861"/>
                    <a:pt x="1071" y="961"/>
                  </a:cubicBezTo>
                  <a:cubicBezTo>
                    <a:pt x="1075" y="1022"/>
                    <a:pt x="1077" y="1052"/>
                    <a:pt x="1079" y="1052"/>
                  </a:cubicBezTo>
                  <a:cubicBezTo>
                    <a:pt x="1081" y="1052"/>
                    <a:pt x="1083" y="1022"/>
                    <a:pt x="1087" y="961"/>
                  </a:cubicBezTo>
                  <a:cubicBezTo>
                    <a:pt x="1087" y="900"/>
                    <a:pt x="1089" y="870"/>
                    <a:pt x="1092" y="870"/>
                  </a:cubicBezTo>
                  <a:cubicBezTo>
                    <a:pt x="1095" y="870"/>
                    <a:pt x="1100" y="900"/>
                    <a:pt x="1104" y="961"/>
                  </a:cubicBezTo>
                  <a:cubicBezTo>
                    <a:pt x="1104" y="1022"/>
                    <a:pt x="1104" y="1052"/>
                    <a:pt x="1105" y="1052"/>
                  </a:cubicBezTo>
                  <a:cubicBezTo>
                    <a:pt x="1106" y="1052"/>
                    <a:pt x="1108" y="1022"/>
                    <a:pt x="1112" y="961"/>
                  </a:cubicBezTo>
                  <a:cubicBezTo>
                    <a:pt x="1116" y="826"/>
                    <a:pt x="1126" y="748"/>
                    <a:pt x="1133" y="748"/>
                  </a:cubicBezTo>
                  <a:cubicBezTo>
                    <a:pt x="1139" y="748"/>
                    <a:pt x="1144" y="797"/>
                    <a:pt x="1144" y="904"/>
                  </a:cubicBezTo>
                  <a:cubicBezTo>
                    <a:pt x="1136" y="961"/>
                    <a:pt x="1144" y="1026"/>
                    <a:pt x="1160" y="1083"/>
                  </a:cubicBezTo>
                  <a:cubicBezTo>
                    <a:pt x="1168" y="1042"/>
                    <a:pt x="1168" y="1002"/>
                    <a:pt x="1168" y="961"/>
                  </a:cubicBezTo>
                  <a:cubicBezTo>
                    <a:pt x="1164" y="900"/>
                    <a:pt x="1164" y="870"/>
                    <a:pt x="1166" y="870"/>
                  </a:cubicBezTo>
                  <a:lnTo>
                    <a:pt x="1166" y="870"/>
                  </a:lnTo>
                  <a:cubicBezTo>
                    <a:pt x="1168" y="870"/>
                    <a:pt x="1173" y="900"/>
                    <a:pt x="1177" y="961"/>
                  </a:cubicBezTo>
                  <a:cubicBezTo>
                    <a:pt x="1190" y="1064"/>
                    <a:pt x="1199" y="1110"/>
                    <a:pt x="1208" y="1110"/>
                  </a:cubicBezTo>
                  <a:cubicBezTo>
                    <a:pt x="1215" y="1110"/>
                    <a:pt x="1222" y="1080"/>
                    <a:pt x="1233" y="1026"/>
                  </a:cubicBezTo>
                  <a:cubicBezTo>
                    <a:pt x="1245" y="970"/>
                    <a:pt x="1257" y="942"/>
                    <a:pt x="1263" y="942"/>
                  </a:cubicBezTo>
                  <a:lnTo>
                    <a:pt x="1263" y="942"/>
                  </a:lnTo>
                  <a:cubicBezTo>
                    <a:pt x="1270" y="942"/>
                    <a:pt x="1270" y="972"/>
                    <a:pt x="1258" y="1034"/>
                  </a:cubicBezTo>
                  <a:cubicBezTo>
                    <a:pt x="1248" y="1101"/>
                    <a:pt x="1244" y="1128"/>
                    <a:pt x="1246" y="1128"/>
                  </a:cubicBezTo>
                  <a:cubicBezTo>
                    <a:pt x="1247" y="1128"/>
                    <a:pt x="1251" y="1114"/>
                    <a:pt x="1258" y="1091"/>
                  </a:cubicBezTo>
                  <a:lnTo>
                    <a:pt x="1290" y="1091"/>
                  </a:lnTo>
                  <a:cubicBezTo>
                    <a:pt x="1306" y="1058"/>
                    <a:pt x="1306" y="1018"/>
                    <a:pt x="1306" y="977"/>
                  </a:cubicBezTo>
                  <a:cubicBezTo>
                    <a:pt x="1306" y="1052"/>
                    <a:pt x="1312" y="1102"/>
                    <a:pt x="1321" y="1102"/>
                  </a:cubicBezTo>
                  <a:cubicBezTo>
                    <a:pt x="1326" y="1102"/>
                    <a:pt x="1332" y="1081"/>
                    <a:pt x="1339" y="1034"/>
                  </a:cubicBezTo>
                  <a:lnTo>
                    <a:pt x="1347" y="1042"/>
                  </a:lnTo>
                  <a:cubicBezTo>
                    <a:pt x="1355" y="1042"/>
                    <a:pt x="1355" y="1042"/>
                    <a:pt x="1363" y="977"/>
                  </a:cubicBezTo>
                  <a:cubicBezTo>
                    <a:pt x="1365" y="962"/>
                    <a:pt x="1367" y="955"/>
                    <a:pt x="1370" y="955"/>
                  </a:cubicBezTo>
                  <a:cubicBezTo>
                    <a:pt x="1376" y="955"/>
                    <a:pt x="1381" y="1001"/>
                    <a:pt x="1387" y="1042"/>
                  </a:cubicBezTo>
                  <a:cubicBezTo>
                    <a:pt x="1387" y="1082"/>
                    <a:pt x="1391" y="1126"/>
                    <a:pt x="1394" y="1126"/>
                  </a:cubicBezTo>
                  <a:cubicBezTo>
                    <a:pt x="1395" y="1126"/>
                    <a:pt x="1395" y="1118"/>
                    <a:pt x="1395" y="1099"/>
                  </a:cubicBezTo>
                  <a:cubicBezTo>
                    <a:pt x="1404" y="1042"/>
                    <a:pt x="1412" y="985"/>
                    <a:pt x="1420" y="929"/>
                  </a:cubicBezTo>
                  <a:cubicBezTo>
                    <a:pt x="1422" y="909"/>
                    <a:pt x="1425" y="902"/>
                    <a:pt x="1427" y="902"/>
                  </a:cubicBezTo>
                  <a:cubicBezTo>
                    <a:pt x="1431" y="902"/>
                    <a:pt x="1434" y="946"/>
                    <a:pt x="1428" y="985"/>
                  </a:cubicBezTo>
                  <a:cubicBezTo>
                    <a:pt x="1420" y="1026"/>
                    <a:pt x="1428" y="1067"/>
                    <a:pt x="1436" y="1107"/>
                  </a:cubicBezTo>
                  <a:cubicBezTo>
                    <a:pt x="1444" y="1107"/>
                    <a:pt x="1452" y="1107"/>
                    <a:pt x="1452" y="1050"/>
                  </a:cubicBezTo>
                  <a:cubicBezTo>
                    <a:pt x="1456" y="1019"/>
                    <a:pt x="1468" y="1005"/>
                    <a:pt x="1478" y="1005"/>
                  </a:cubicBezTo>
                  <a:cubicBezTo>
                    <a:pt x="1490" y="1005"/>
                    <a:pt x="1501" y="1021"/>
                    <a:pt x="1501" y="1050"/>
                  </a:cubicBezTo>
                  <a:lnTo>
                    <a:pt x="1517" y="1058"/>
                  </a:lnTo>
                  <a:cubicBezTo>
                    <a:pt x="1525" y="1058"/>
                    <a:pt x="1532" y="1001"/>
                    <a:pt x="1540" y="1001"/>
                  </a:cubicBezTo>
                  <a:cubicBezTo>
                    <a:pt x="1540" y="1001"/>
                    <a:pt x="1541" y="1001"/>
                    <a:pt x="1541" y="1002"/>
                  </a:cubicBezTo>
                  <a:cubicBezTo>
                    <a:pt x="1541" y="1002"/>
                    <a:pt x="1541" y="1002"/>
                    <a:pt x="1558" y="937"/>
                  </a:cubicBezTo>
                  <a:cubicBezTo>
                    <a:pt x="1558" y="945"/>
                    <a:pt x="1566" y="945"/>
                    <a:pt x="1566" y="1002"/>
                  </a:cubicBezTo>
                  <a:cubicBezTo>
                    <a:pt x="1574" y="941"/>
                    <a:pt x="1578" y="910"/>
                    <a:pt x="1579" y="910"/>
                  </a:cubicBezTo>
                  <a:lnTo>
                    <a:pt x="1579" y="910"/>
                  </a:lnTo>
                  <a:cubicBezTo>
                    <a:pt x="1580" y="910"/>
                    <a:pt x="1578" y="941"/>
                    <a:pt x="1574" y="1002"/>
                  </a:cubicBezTo>
                  <a:cubicBezTo>
                    <a:pt x="1574" y="1063"/>
                    <a:pt x="1574" y="1093"/>
                    <a:pt x="1575" y="1093"/>
                  </a:cubicBezTo>
                  <a:cubicBezTo>
                    <a:pt x="1576" y="1093"/>
                    <a:pt x="1578" y="1063"/>
                    <a:pt x="1582" y="1002"/>
                  </a:cubicBezTo>
                  <a:cubicBezTo>
                    <a:pt x="1590" y="974"/>
                    <a:pt x="1594" y="960"/>
                    <a:pt x="1596" y="960"/>
                  </a:cubicBezTo>
                  <a:cubicBezTo>
                    <a:pt x="1598" y="960"/>
                    <a:pt x="1598" y="976"/>
                    <a:pt x="1598" y="1010"/>
                  </a:cubicBezTo>
                  <a:cubicBezTo>
                    <a:pt x="1594" y="1038"/>
                    <a:pt x="1594" y="1052"/>
                    <a:pt x="1596" y="1052"/>
                  </a:cubicBezTo>
                  <a:lnTo>
                    <a:pt x="1596" y="1052"/>
                  </a:lnTo>
                  <a:cubicBezTo>
                    <a:pt x="1598" y="1052"/>
                    <a:pt x="1602" y="1038"/>
                    <a:pt x="1606" y="1010"/>
                  </a:cubicBezTo>
                  <a:cubicBezTo>
                    <a:pt x="1616" y="936"/>
                    <a:pt x="1629" y="885"/>
                    <a:pt x="1636" y="885"/>
                  </a:cubicBezTo>
                  <a:cubicBezTo>
                    <a:pt x="1640" y="885"/>
                    <a:pt x="1642" y="906"/>
                    <a:pt x="1639" y="953"/>
                  </a:cubicBezTo>
                  <a:cubicBezTo>
                    <a:pt x="1639" y="953"/>
                    <a:pt x="1639" y="953"/>
                    <a:pt x="1655" y="896"/>
                  </a:cubicBezTo>
                  <a:cubicBezTo>
                    <a:pt x="1663" y="835"/>
                    <a:pt x="1667" y="805"/>
                    <a:pt x="1668" y="805"/>
                  </a:cubicBezTo>
                  <a:lnTo>
                    <a:pt x="1668" y="805"/>
                  </a:lnTo>
                  <a:cubicBezTo>
                    <a:pt x="1669" y="805"/>
                    <a:pt x="1667" y="835"/>
                    <a:pt x="1663" y="896"/>
                  </a:cubicBezTo>
                  <a:cubicBezTo>
                    <a:pt x="1659" y="957"/>
                    <a:pt x="1659" y="988"/>
                    <a:pt x="1662" y="988"/>
                  </a:cubicBezTo>
                  <a:cubicBezTo>
                    <a:pt x="1665" y="988"/>
                    <a:pt x="1671" y="957"/>
                    <a:pt x="1679" y="896"/>
                  </a:cubicBezTo>
                  <a:cubicBezTo>
                    <a:pt x="1679" y="896"/>
                    <a:pt x="1683" y="871"/>
                    <a:pt x="1688" y="871"/>
                  </a:cubicBezTo>
                  <a:cubicBezTo>
                    <a:pt x="1690" y="871"/>
                    <a:pt x="1693" y="877"/>
                    <a:pt x="1695" y="896"/>
                  </a:cubicBezTo>
                  <a:cubicBezTo>
                    <a:pt x="1700" y="935"/>
                    <a:pt x="1713" y="973"/>
                    <a:pt x="1724" y="973"/>
                  </a:cubicBezTo>
                  <a:cubicBezTo>
                    <a:pt x="1731" y="973"/>
                    <a:pt x="1736" y="954"/>
                    <a:pt x="1736" y="904"/>
                  </a:cubicBezTo>
                  <a:lnTo>
                    <a:pt x="1752" y="913"/>
                  </a:lnTo>
                  <a:cubicBezTo>
                    <a:pt x="1756" y="941"/>
                    <a:pt x="1760" y="955"/>
                    <a:pt x="1764" y="955"/>
                  </a:cubicBezTo>
                  <a:cubicBezTo>
                    <a:pt x="1768" y="955"/>
                    <a:pt x="1772" y="941"/>
                    <a:pt x="1777" y="913"/>
                  </a:cubicBezTo>
                  <a:lnTo>
                    <a:pt x="1793" y="856"/>
                  </a:lnTo>
                  <a:lnTo>
                    <a:pt x="1793" y="856"/>
                  </a:lnTo>
                  <a:cubicBezTo>
                    <a:pt x="1785" y="896"/>
                    <a:pt x="1785" y="937"/>
                    <a:pt x="1793" y="977"/>
                  </a:cubicBezTo>
                  <a:cubicBezTo>
                    <a:pt x="1801" y="977"/>
                    <a:pt x="1801" y="977"/>
                    <a:pt x="1809" y="913"/>
                  </a:cubicBezTo>
                  <a:cubicBezTo>
                    <a:pt x="1809" y="856"/>
                    <a:pt x="1817" y="856"/>
                    <a:pt x="1817" y="856"/>
                  </a:cubicBezTo>
                  <a:cubicBezTo>
                    <a:pt x="1825" y="896"/>
                    <a:pt x="1825" y="937"/>
                    <a:pt x="1825" y="977"/>
                  </a:cubicBezTo>
                  <a:cubicBezTo>
                    <a:pt x="1835" y="911"/>
                    <a:pt x="1841" y="883"/>
                    <a:pt x="1844" y="883"/>
                  </a:cubicBezTo>
                  <a:lnTo>
                    <a:pt x="1844" y="883"/>
                  </a:lnTo>
                  <a:cubicBezTo>
                    <a:pt x="1845" y="883"/>
                    <a:pt x="1845" y="897"/>
                    <a:pt x="1841" y="921"/>
                  </a:cubicBezTo>
                  <a:cubicBezTo>
                    <a:pt x="1841" y="985"/>
                    <a:pt x="1850" y="985"/>
                    <a:pt x="1858" y="985"/>
                  </a:cubicBezTo>
                  <a:lnTo>
                    <a:pt x="1874" y="985"/>
                  </a:lnTo>
                  <a:cubicBezTo>
                    <a:pt x="1876" y="988"/>
                    <a:pt x="1878" y="989"/>
                    <a:pt x="1880" y="989"/>
                  </a:cubicBezTo>
                  <a:cubicBezTo>
                    <a:pt x="1886" y="989"/>
                    <a:pt x="1890" y="977"/>
                    <a:pt x="1890" y="929"/>
                  </a:cubicBezTo>
                  <a:cubicBezTo>
                    <a:pt x="1890" y="888"/>
                    <a:pt x="1898" y="848"/>
                    <a:pt x="1906" y="815"/>
                  </a:cubicBezTo>
                  <a:lnTo>
                    <a:pt x="1906" y="815"/>
                  </a:lnTo>
                  <a:cubicBezTo>
                    <a:pt x="1898" y="856"/>
                    <a:pt x="1898" y="896"/>
                    <a:pt x="1898" y="937"/>
                  </a:cubicBezTo>
                  <a:cubicBezTo>
                    <a:pt x="1906" y="937"/>
                    <a:pt x="1898" y="994"/>
                    <a:pt x="1898" y="994"/>
                  </a:cubicBezTo>
                  <a:cubicBezTo>
                    <a:pt x="1891" y="1047"/>
                    <a:pt x="1893" y="1066"/>
                    <a:pt x="1899" y="1066"/>
                  </a:cubicBezTo>
                  <a:cubicBezTo>
                    <a:pt x="1907" y="1066"/>
                    <a:pt x="1921" y="1034"/>
                    <a:pt x="1931" y="1002"/>
                  </a:cubicBezTo>
                  <a:cubicBezTo>
                    <a:pt x="1943" y="942"/>
                    <a:pt x="1951" y="914"/>
                    <a:pt x="1954" y="914"/>
                  </a:cubicBezTo>
                  <a:lnTo>
                    <a:pt x="1954" y="914"/>
                  </a:lnTo>
                  <a:cubicBezTo>
                    <a:pt x="1957" y="914"/>
                    <a:pt x="1955" y="944"/>
                    <a:pt x="1947" y="1002"/>
                  </a:cubicBezTo>
                  <a:cubicBezTo>
                    <a:pt x="1942" y="1036"/>
                    <a:pt x="1942" y="1051"/>
                    <a:pt x="1943" y="1051"/>
                  </a:cubicBezTo>
                  <a:cubicBezTo>
                    <a:pt x="1948" y="1051"/>
                    <a:pt x="1970" y="954"/>
                    <a:pt x="1987" y="831"/>
                  </a:cubicBezTo>
                  <a:lnTo>
                    <a:pt x="2020" y="653"/>
                  </a:lnTo>
                  <a:lnTo>
                    <a:pt x="1995" y="831"/>
                  </a:lnTo>
                  <a:cubicBezTo>
                    <a:pt x="1981" y="970"/>
                    <a:pt x="1975" y="1027"/>
                    <a:pt x="1981" y="1027"/>
                  </a:cubicBezTo>
                  <a:cubicBezTo>
                    <a:pt x="1985" y="1027"/>
                    <a:pt x="1995" y="1000"/>
                    <a:pt x="2012" y="953"/>
                  </a:cubicBezTo>
                  <a:cubicBezTo>
                    <a:pt x="2020" y="925"/>
                    <a:pt x="2024" y="910"/>
                    <a:pt x="2025" y="910"/>
                  </a:cubicBezTo>
                  <a:lnTo>
                    <a:pt x="2025" y="910"/>
                  </a:lnTo>
                  <a:cubicBezTo>
                    <a:pt x="2026" y="910"/>
                    <a:pt x="2024" y="925"/>
                    <a:pt x="2020" y="953"/>
                  </a:cubicBezTo>
                  <a:cubicBezTo>
                    <a:pt x="2012" y="1018"/>
                    <a:pt x="2020" y="1018"/>
                    <a:pt x="2036" y="1018"/>
                  </a:cubicBezTo>
                  <a:cubicBezTo>
                    <a:pt x="2043" y="1020"/>
                    <a:pt x="2048" y="1022"/>
                    <a:pt x="2053" y="1022"/>
                  </a:cubicBezTo>
                  <a:cubicBezTo>
                    <a:pt x="2065" y="1022"/>
                    <a:pt x="2071" y="1010"/>
                    <a:pt x="2077" y="969"/>
                  </a:cubicBezTo>
                  <a:lnTo>
                    <a:pt x="2085" y="969"/>
                  </a:lnTo>
                  <a:cubicBezTo>
                    <a:pt x="2081" y="1017"/>
                    <a:pt x="2083" y="1037"/>
                    <a:pt x="2087" y="1037"/>
                  </a:cubicBezTo>
                  <a:cubicBezTo>
                    <a:pt x="2093" y="1037"/>
                    <a:pt x="2104" y="987"/>
                    <a:pt x="2109" y="913"/>
                  </a:cubicBezTo>
                  <a:lnTo>
                    <a:pt x="2125" y="913"/>
                  </a:lnTo>
                  <a:lnTo>
                    <a:pt x="2117" y="977"/>
                  </a:lnTo>
                  <a:cubicBezTo>
                    <a:pt x="2109" y="1034"/>
                    <a:pt x="2117" y="1034"/>
                    <a:pt x="2174" y="1050"/>
                  </a:cubicBezTo>
                  <a:cubicBezTo>
                    <a:pt x="2188" y="1052"/>
                    <a:pt x="2199" y="1054"/>
                    <a:pt x="2208" y="1054"/>
                  </a:cubicBezTo>
                  <a:cubicBezTo>
                    <a:pt x="2235" y="1054"/>
                    <a:pt x="2243" y="1036"/>
                    <a:pt x="2255" y="945"/>
                  </a:cubicBezTo>
                  <a:cubicBezTo>
                    <a:pt x="2267" y="889"/>
                    <a:pt x="2275" y="861"/>
                    <a:pt x="2278" y="861"/>
                  </a:cubicBezTo>
                  <a:lnTo>
                    <a:pt x="2278" y="861"/>
                  </a:lnTo>
                  <a:cubicBezTo>
                    <a:pt x="2281" y="861"/>
                    <a:pt x="2279" y="891"/>
                    <a:pt x="2271" y="953"/>
                  </a:cubicBezTo>
                  <a:cubicBezTo>
                    <a:pt x="2268" y="974"/>
                    <a:pt x="2265" y="995"/>
                    <a:pt x="2263" y="1010"/>
                  </a:cubicBezTo>
                  <a:lnTo>
                    <a:pt x="2263" y="1010"/>
                  </a:lnTo>
                  <a:cubicBezTo>
                    <a:pt x="2263" y="1010"/>
                    <a:pt x="2279" y="1010"/>
                    <a:pt x="2271" y="1075"/>
                  </a:cubicBezTo>
                  <a:cubicBezTo>
                    <a:pt x="2271" y="1128"/>
                    <a:pt x="2274" y="1147"/>
                    <a:pt x="2279" y="1147"/>
                  </a:cubicBezTo>
                  <a:cubicBezTo>
                    <a:pt x="2285" y="1147"/>
                    <a:pt x="2294" y="1115"/>
                    <a:pt x="2304" y="1083"/>
                  </a:cubicBezTo>
                  <a:lnTo>
                    <a:pt x="2304" y="1083"/>
                  </a:lnTo>
                  <a:cubicBezTo>
                    <a:pt x="2304" y="1124"/>
                    <a:pt x="2299" y="1170"/>
                    <a:pt x="2303" y="1170"/>
                  </a:cubicBezTo>
                  <a:cubicBezTo>
                    <a:pt x="2305" y="1170"/>
                    <a:pt x="2307" y="1163"/>
                    <a:pt x="2312" y="1148"/>
                  </a:cubicBezTo>
                  <a:cubicBezTo>
                    <a:pt x="2321" y="1116"/>
                    <a:pt x="2340" y="1087"/>
                    <a:pt x="2351" y="1087"/>
                  </a:cubicBezTo>
                  <a:cubicBezTo>
                    <a:pt x="2359" y="1087"/>
                    <a:pt x="2363" y="1105"/>
                    <a:pt x="2352" y="1156"/>
                  </a:cubicBezTo>
                  <a:lnTo>
                    <a:pt x="2368" y="1156"/>
                  </a:lnTo>
                  <a:cubicBezTo>
                    <a:pt x="2375" y="1112"/>
                    <a:pt x="2386" y="1107"/>
                    <a:pt x="2394" y="1107"/>
                  </a:cubicBezTo>
                  <a:cubicBezTo>
                    <a:pt x="2397" y="1107"/>
                    <a:pt x="2399" y="1107"/>
                    <a:pt x="2401" y="1107"/>
                  </a:cubicBezTo>
                  <a:cubicBezTo>
                    <a:pt x="2417" y="1107"/>
                    <a:pt x="2425" y="1115"/>
                    <a:pt x="2409" y="1172"/>
                  </a:cubicBezTo>
                  <a:cubicBezTo>
                    <a:pt x="2401" y="1200"/>
                    <a:pt x="2399" y="1215"/>
                    <a:pt x="2402" y="1215"/>
                  </a:cubicBezTo>
                  <a:cubicBezTo>
                    <a:pt x="2405" y="1215"/>
                    <a:pt x="2413" y="1200"/>
                    <a:pt x="2425" y="1172"/>
                  </a:cubicBezTo>
                  <a:cubicBezTo>
                    <a:pt x="2425" y="1172"/>
                    <a:pt x="2426" y="1172"/>
                    <a:pt x="2426" y="1172"/>
                  </a:cubicBezTo>
                  <a:cubicBezTo>
                    <a:pt x="2435" y="1172"/>
                    <a:pt x="2466" y="1058"/>
                    <a:pt x="2466" y="1058"/>
                  </a:cubicBezTo>
                  <a:cubicBezTo>
                    <a:pt x="2474" y="1026"/>
                    <a:pt x="2482" y="985"/>
                    <a:pt x="2506" y="945"/>
                  </a:cubicBezTo>
                  <a:lnTo>
                    <a:pt x="2506" y="945"/>
                  </a:lnTo>
                  <a:lnTo>
                    <a:pt x="2490" y="1010"/>
                  </a:lnTo>
                  <a:lnTo>
                    <a:pt x="2466" y="1123"/>
                  </a:lnTo>
                  <a:cubicBezTo>
                    <a:pt x="2467" y="1123"/>
                    <a:pt x="2469" y="1124"/>
                    <a:pt x="2471" y="1124"/>
                  </a:cubicBezTo>
                  <a:cubicBezTo>
                    <a:pt x="2477" y="1124"/>
                    <a:pt x="2485" y="1118"/>
                    <a:pt x="2498" y="1067"/>
                  </a:cubicBezTo>
                  <a:lnTo>
                    <a:pt x="2498" y="1067"/>
                  </a:lnTo>
                  <a:cubicBezTo>
                    <a:pt x="2490" y="1131"/>
                    <a:pt x="2498" y="1131"/>
                    <a:pt x="2506" y="1131"/>
                  </a:cubicBezTo>
                  <a:cubicBezTo>
                    <a:pt x="2511" y="1134"/>
                    <a:pt x="2515" y="1135"/>
                    <a:pt x="2518" y="1135"/>
                  </a:cubicBezTo>
                  <a:cubicBezTo>
                    <a:pt x="2528" y="1135"/>
                    <a:pt x="2537" y="1124"/>
                    <a:pt x="2555" y="1083"/>
                  </a:cubicBezTo>
                  <a:lnTo>
                    <a:pt x="2555" y="1083"/>
                  </a:lnTo>
                  <a:cubicBezTo>
                    <a:pt x="2542" y="1147"/>
                    <a:pt x="2547" y="1179"/>
                    <a:pt x="2560" y="1179"/>
                  </a:cubicBezTo>
                  <a:cubicBezTo>
                    <a:pt x="2571" y="1179"/>
                    <a:pt x="2588" y="1153"/>
                    <a:pt x="2604" y="1099"/>
                  </a:cubicBezTo>
                  <a:cubicBezTo>
                    <a:pt x="2611" y="1072"/>
                    <a:pt x="2617" y="1057"/>
                    <a:pt x="2620" y="1057"/>
                  </a:cubicBezTo>
                  <a:lnTo>
                    <a:pt x="2620" y="1057"/>
                  </a:lnTo>
                  <a:cubicBezTo>
                    <a:pt x="2624" y="1057"/>
                    <a:pt x="2624" y="1074"/>
                    <a:pt x="2620" y="1107"/>
                  </a:cubicBezTo>
                  <a:cubicBezTo>
                    <a:pt x="2616" y="1135"/>
                    <a:pt x="2614" y="1150"/>
                    <a:pt x="2615" y="1150"/>
                  </a:cubicBezTo>
                  <a:cubicBezTo>
                    <a:pt x="2616" y="1150"/>
                    <a:pt x="2620" y="1135"/>
                    <a:pt x="2628" y="1107"/>
                  </a:cubicBezTo>
                  <a:cubicBezTo>
                    <a:pt x="2635" y="1092"/>
                    <a:pt x="2639" y="1085"/>
                    <a:pt x="2641" y="1085"/>
                  </a:cubicBezTo>
                  <a:lnTo>
                    <a:pt x="2641" y="1085"/>
                  </a:lnTo>
                  <a:cubicBezTo>
                    <a:pt x="2648" y="1085"/>
                    <a:pt x="2642" y="1131"/>
                    <a:pt x="2636" y="1172"/>
                  </a:cubicBezTo>
                  <a:cubicBezTo>
                    <a:pt x="2622" y="1244"/>
                    <a:pt x="2619" y="1274"/>
                    <a:pt x="2624" y="1274"/>
                  </a:cubicBezTo>
                  <a:cubicBezTo>
                    <a:pt x="2627" y="1274"/>
                    <a:pt x="2634" y="1260"/>
                    <a:pt x="2644" y="1237"/>
                  </a:cubicBezTo>
                  <a:cubicBezTo>
                    <a:pt x="2663" y="1193"/>
                    <a:pt x="2672" y="1188"/>
                    <a:pt x="2679" y="1188"/>
                  </a:cubicBezTo>
                  <a:cubicBezTo>
                    <a:pt x="2681" y="1188"/>
                    <a:pt x="2683" y="1188"/>
                    <a:pt x="2685" y="1188"/>
                  </a:cubicBezTo>
                  <a:cubicBezTo>
                    <a:pt x="2709" y="1156"/>
                    <a:pt x="2725" y="1115"/>
                    <a:pt x="2725" y="1075"/>
                  </a:cubicBezTo>
                  <a:cubicBezTo>
                    <a:pt x="2741" y="1042"/>
                    <a:pt x="2749" y="1002"/>
                    <a:pt x="2766" y="961"/>
                  </a:cubicBezTo>
                  <a:cubicBezTo>
                    <a:pt x="2773" y="947"/>
                    <a:pt x="2777" y="941"/>
                    <a:pt x="2778" y="941"/>
                  </a:cubicBezTo>
                  <a:lnTo>
                    <a:pt x="2778" y="941"/>
                  </a:lnTo>
                  <a:cubicBezTo>
                    <a:pt x="2781" y="941"/>
                    <a:pt x="2771" y="969"/>
                    <a:pt x="2766" y="969"/>
                  </a:cubicBezTo>
                  <a:cubicBezTo>
                    <a:pt x="2749" y="1002"/>
                    <a:pt x="2741" y="1042"/>
                    <a:pt x="2741" y="1083"/>
                  </a:cubicBezTo>
                  <a:cubicBezTo>
                    <a:pt x="2733" y="1140"/>
                    <a:pt x="2741" y="1148"/>
                    <a:pt x="2749" y="1148"/>
                  </a:cubicBezTo>
                  <a:lnTo>
                    <a:pt x="2774" y="1156"/>
                  </a:lnTo>
                  <a:cubicBezTo>
                    <a:pt x="2778" y="1189"/>
                    <a:pt x="2782" y="1205"/>
                    <a:pt x="2787" y="1205"/>
                  </a:cubicBezTo>
                  <a:cubicBezTo>
                    <a:pt x="2792" y="1205"/>
                    <a:pt x="2798" y="1191"/>
                    <a:pt x="2806" y="1164"/>
                  </a:cubicBezTo>
                  <a:cubicBezTo>
                    <a:pt x="2809" y="1148"/>
                    <a:pt x="2811" y="1139"/>
                    <a:pt x="2812" y="1133"/>
                  </a:cubicBezTo>
                  <a:lnTo>
                    <a:pt x="2812" y="1133"/>
                  </a:lnTo>
                  <a:cubicBezTo>
                    <a:pt x="2810" y="1180"/>
                    <a:pt x="2825" y="1205"/>
                    <a:pt x="2844" y="1205"/>
                  </a:cubicBezTo>
                  <a:cubicBezTo>
                    <a:pt x="2862" y="1205"/>
                    <a:pt x="2885" y="1182"/>
                    <a:pt x="2904" y="1131"/>
                  </a:cubicBezTo>
                  <a:lnTo>
                    <a:pt x="2904" y="1131"/>
                  </a:lnTo>
                  <a:cubicBezTo>
                    <a:pt x="2895" y="1164"/>
                    <a:pt x="2895" y="1156"/>
                    <a:pt x="2887" y="1188"/>
                  </a:cubicBezTo>
                  <a:cubicBezTo>
                    <a:pt x="2871" y="1245"/>
                    <a:pt x="2879" y="1253"/>
                    <a:pt x="2887" y="1253"/>
                  </a:cubicBezTo>
                  <a:cubicBezTo>
                    <a:pt x="2888" y="1254"/>
                    <a:pt x="2889" y="1254"/>
                    <a:pt x="2890" y="1254"/>
                  </a:cubicBezTo>
                  <a:cubicBezTo>
                    <a:pt x="2901" y="1254"/>
                    <a:pt x="2931" y="1220"/>
                    <a:pt x="2948" y="1220"/>
                  </a:cubicBezTo>
                  <a:cubicBezTo>
                    <a:pt x="2950" y="1220"/>
                    <a:pt x="2951" y="1220"/>
                    <a:pt x="2952" y="1221"/>
                  </a:cubicBezTo>
                  <a:cubicBezTo>
                    <a:pt x="2961" y="1223"/>
                    <a:pt x="2969" y="1226"/>
                    <a:pt x="2978" y="1226"/>
                  </a:cubicBezTo>
                  <a:cubicBezTo>
                    <a:pt x="2993" y="1226"/>
                    <a:pt x="3007" y="1217"/>
                    <a:pt x="3017" y="1180"/>
                  </a:cubicBezTo>
                  <a:cubicBezTo>
                    <a:pt x="3025" y="1180"/>
                    <a:pt x="3025" y="1180"/>
                    <a:pt x="3009" y="1237"/>
                  </a:cubicBezTo>
                  <a:cubicBezTo>
                    <a:pt x="2985" y="1294"/>
                    <a:pt x="2985" y="1294"/>
                    <a:pt x="2993" y="1294"/>
                  </a:cubicBezTo>
                  <a:cubicBezTo>
                    <a:pt x="3017" y="1261"/>
                    <a:pt x="3025" y="1221"/>
                    <a:pt x="3033" y="1180"/>
                  </a:cubicBezTo>
                  <a:cubicBezTo>
                    <a:pt x="3041" y="1154"/>
                    <a:pt x="3047" y="1141"/>
                    <a:pt x="3051" y="1141"/>
                  </a:cubicBezTo>
                  <a:cubicBezTo>
                    <a:pt x="3055" y="1141"/>
                    <a:pt x="3058" y="1158"/>
                    <a:pt x="3058" y="1188"/>
                  </a:cubicBezTo>
                  <a:cubicBezTo>
                    <a:pt x="3053" y="1225"/>
                    <a:pt x="3059" y="1244"/>
                    <a:pt x="3071" y="1244"/>
                  </a:cubicBezTo>
                  <a:cubicBezTo>
                    <a:pt x="3080" y="1244"/>
                    <a:pt x="3092" y="1233"/>
                    <a:pt x="3106" y="1213"/>
                  </a:cubicBezTo>
                  <a:cubicBezTo>
                    <a:pt x="3114" y="1213"/>
                    <a:pt x="3114" y="1213"/>
                    <a:pt x="3098" y="1269"/>
                  </a:cubicBezTo>
                  <a:cubicBezTo>
                    <a:pt x="3093" y="1308"/>
                    <a:pt x="3088" y="1344"/>
                    <a:pt x="3096" y="1344"/>
                  </a:cubicBezTo>
                  <a:cubicBezTo>
                    <a:pt x="3101" y="1344"/>
                    <a:pt x="3111" y="1328"/>
                    <a:pt x="3131" y="1285"/>
                  </a:cubicBezTo>
                  <a:cubicBezTo>
                    <a:pt x="3139" y="1285"/>
                    <a:pt x="3139" y="1285"/>
                    <a:pt x="3114" y="1342"/>
                  </a:cubicBezTo>
                  <a:cubicBezTo>
                    <a:pt x="3110" y="1376"/>
                    <a:pt x="3102" y="1409"/>
                    <a:pt x="3105" y="1409"/>
                  </a:cubicBezTo>
                  <a:cubicBezTo>
                    <a:pt x="3107" y="1409"/>
                    <a:pt x="3114" y="1393"/>
                    <a:pt x="3131" y="1350"/>
                  </a:cubicBezTo>
                  <a:cubicBezTo>
                    <a:pt x="3145" y="1325"/>
                    <a:pt x="3156" y="1312"/>
                    <a:pt x="3164" y="1312"/>
                  </a:cubicBezTo>
                  <a:cubicBezTo>
                    <a:pt x="3173" y="1312"/>
                    <a:pt x="3176" y="1331"/>
                    <a:pt x="3171" y="1367"/>
                  </a:cubicBezTo>
                  <a:cubicBezTo>
                    <a:pt x="3179" y="1367"/>
                    <a:pt x="3187" y="1367"/>
                    <a:pt x="3204" y="1310"/>
                  </a:cubicBezTo>
                  <a:cubicBezTo>
                    <a:pt x="3212" y="1277"/>
                    <a:pt x="3212" y="1285"/>
                    <a:pt x="3228" y="1253"/>
                  </a:cubicBezTo>
                  <a:lnTo>
                    <a:pt x="3228" y="1253"/>
                  </a:lnTo>
                  <a:cubicBezTo>
                    <a:pt x="3211" y="1315"/>
                    <a:pt x="3203" y="1345"/>
                    <a:pt x="3205" y="1345"/>
                  </a:cubicBezTo>
                  <a:cubicBezTo>
                    <a:pt x="3206" y="1345"/>
                    <a:pt x="3216" y="1317"/>
                    <a:pt x="3236" y="1261"/>
                  </a:cubicBezTo>
                  <a:cubicBezTo>
                    <a:pt x="3244" y="1233"/>
                    <a:pt x="3250" y="1219"/>
                    <a:pt x="3252" y="1219"/>
                  </a:cubicBezTo>
                  <a:lnTo>
                    <a:pt x="3252" y="1219"/>
                  </a:lnTo>
                  <a:cubicBezTo>
                    <a:pt x="3254" y="1219"/>
                    <a:pt x="3252" y="1233"/>
                    <a:pt x="3244" y="1261"/>
                  </a:cubicBezTo>
                  <a:cubicBezTo>
                    <a:pt x="3228" y="1326"/>
                    <a:pt x="3236" y="1326"/>
                    <a:pt x="3236" y="1326"/>
                  </a:cubicBezTo>
                  <a:cubicBezTo>
                    <a:pt x="3243" y="1326"/>
                    <a:pt x="3278" y="1298"/>
                    <a:pt x="3308" y="1298"/>
                  </a:cubicBezTo>
                  <a:cubicBezTo>
                    <a:pt x="3314" y="1298"/>
                    <a:pt x="3320" y="1299"/>
                    <a:pt x="3325" y="1302"/>
                  </a:cubicBezTo>
                  <a:cubicBezTo>
                    <a:pt x="3345" y="1308"/>
                    <a:pt x="3360" y="1314"/>
                    <a:pt x="3371" y="1314"/>
                  </a:cubicBezTo>
                  <a:cubicBezTo>
                    <a:pt x="3388" y="1314"/>
                    <a:pt x="3400" y="1303"/>
                    <a:pt x="3414" y="1269"/>
                  </a:cubicBezTo>
                  <a:cubicBezTo>
                    <a:pt x="3426" y="1246"/>
                    <a:pt x="3432" y="1234"/>
                    <a:pt x="3433" y="1234"/>
                  </a:cubicBezTo>
                  <a:lnTo>
                    <a:pt x="3433" y="1234"/>
                  </a:lnTo>
                  <a:cubicBezTo>
                    <a:pt x="3435" y="1234"/>
                    <a:pt x="3431" y="1248"/>
                    <a:pt x="3422" y="1277"/>
                  </a:cubicBezTo>
                  <a:cubicBezTo>
                    <a:pt x="3406" y="1334"/>
                    <a:pt x="3414" y="1342"/>
                    <a:pt x="3422" y="1342"/>
                  </a:cubicBezTo>
                  <a:cubicBezTo>
                    <a:pt x="3431" y="1342"/>
                    <a:pt x="3431" y="1350"/>
                    <a:pt x="3414" y="1407"/>
                  </a:cubicBezTo>
                  <a:cubicBezTo>
                    <a:pt x="3439" y="1350"/>
                    <a:pt x="3439" y="1350"/>
                    <a:pt x="3447" y="1350"/>
                  </a:cubicBezTo>
                  <a:cubicBezTo>
                    <a:pt x="3434" y="1381"/>
                    <a:pt x="3430" y="1397"/>
                    <a:pt x="3433" y="1397"/>
                  </a:cubicBezTo>
                  <a:cubicBezTo>
                    <a:pt x="3436" y="1397"/>
                    <a:pt x="3444" y="1385"/>
                    <a:pt x="3455" y="1358"/>
                  </a:cubicBezTo>
                  <a:cubicBezTo>
                    <a:pt x="3479" y="1306"/>
                    <a:pt x="3491" y="1279"/>
                    <a:pt x="3492" y="1279"/>
                  </a:cubicBezTo>
                  <a:lnTo>
                    <a:pt x="3492" y="1279"/>
                  </a:lnTo>
                  <a:cubicBezTo>
                    <a:pt x="3493" y="1279"/>
                    <a:pt x="3483" y="1306"/>
                    <a:pt x="3463" y="1358"/>
                  </a:cubicBezTo>
                  <a:cubicBezTo>
                    <a:pt x="3451" y="1400"/>
                    <a:pt x="3444" y="1445"/>
                    <a:pt x="3447" y="1445"/>
                  </a:cubicBezTo>
                  <a:cubicBezTo>
                    <a:pt x="3448" y="1445"/>
                    <a:pt x="3450" y="1439"/>
                    <a:pt x="3455" y="1423"/>
                  </a:cubicBezTo>
                  <a:cubicBezTo>
                    <a:pt x="3479" y="1367"/>
                    <a:pt x="3487" y="1375"/>
                    <a:pt x="3520" y="1318"/>
                  </a:cubicBezTo>
                  <a:lnTo>
                    <a:pt x="3520" y="1318"/>
                  </a:lnTo>
                  <a:cubicBezTo>
                    <a:pt x="3520" y="1318"/>
                    <a:pt x="3528" y="1326"/>
                    <a:pt x="3503" y="1383"/>
                  </a:cubicBezTo>
                  <a:cubicBezTo>
                    <a:pt x="3501" y="1402"/>
                    <a:pt x="3505" y="1410"/>
                    <a:pt x="3512" y="1410"/>
                  </a:cubicBezTo>
                  <a:cubicBezTo>
                    <a:pt x="3526" y="1410"/>
                    <a:pt x="3552" y="1380"/>
                    <a:pt x="3568" y="1342"/>
                  </a:cubicBezTo>
                  <a:cubicBezTo>
                    <a:pt x="3580" y="1316"/>
                    <a:pt x="3587" y="1304"/>
                    <a:pt x="3590" y="1303"/>
                  </a:cubicBezTo>
                  <a:lnTo>
                    <a:pt x="3590" y="1303"/>
                  </a:lnTo>
                  <a:cubicBezTo>
                    <a:pt x="3593" y="1304"/>
                    <a:pt x="3589" y="1320"/>
                    <a:pt x="3576" y="1350"/>
                  </a:cubicBezTo>
                  <a:cubicBezTo>
                    <a:pt x="3552" y="1399"/>
                    <a:pt x="3560" y="1407"/>
                    <a:pt x="3568" y="1407"/>
                  </a:cubicBezTo>
                  <a:cubicBezTo>
                    <a:pt x="3575" y="1393"/>
                    <a:pt x="3579" y="1387"/>
                    <a:pt x="3580" y="1387"/>
                  </a:cubicBezTo>
                  <a:lnTo>
                    <a:pt x="3580" y="1387"/>
                  </a:lnTo>
                  <a:cubicBezTo>
                    <a:pt x="3583" y="1387"/>
                    <a:pt x="3569" y="1423"/>
                    <a:pt x="3552" y="1464"/>
                  </a:cubicBezTo>
                  <a:cubicBezTo>
                    <a:pt x="3520" y="1521"/>
                    <a:pt x="3528" y="1521"/>
                    <a:pt x="3544" y="1529"/>
                  </a:cubicBezTo>
                  <a:cubicBezTo>
                    <a:pt x="3558" y="1496"/>
                    <a:pt x="3572" y="1488"/>
                    <a:pt x="3584" y="1488"/>
                  </a:cubicBezTo>
                  <a:cubicBezTo>
                    <a:pt x="3593" y="1488"/>
                    <a:pt x="3602" y="1493"/>
                    <a:pt x="3609" y="1496"/>
                  </a:cubicBezTo>
                  <a:cubicBezTo>
                    <a:pt x="3613" y="1498"/>
                    <a:pt x="3616" y="1499"/>
                    <a:pt x="3620" y="1499"/>
                  </a:cubicBezTo>
                  <a:cubicBezTo>
                    <a:pt x="3649" y="1499"/>
                    <a:pt x="3680" y="1445"/>
                    <a:pt x="3731" y="1358"/>
                  </a:cubicBezTo>
                  <a:lnTo>
                    <a:pt x="3779" y="1245"/>
                  </a:lnTo>
                  <a:lnTo>
                    <a:pt x="3739" y="1358"/>
                  </a:lnTo>
                  <a:lnTo>
                    <a:pt x="3674" y="1529"/>
                  </a:lnTo>
                  <a:cubicBezTo>
                    <a:pt x="3690" y="1496"/>
                    <a:pt x="3714" y="1456"/>
                    <a:pt x="3722" y="1423"/>
                  </a:cubicBezTo>
                  <a:cubicBezTo>
                    <a:pt x="3734" y="1396"/>
                    <a:pt x="3742" y="1382"/>
                    <a:pt x="3745" y="1382"/>
                  </a:cubicBezTo>
                  <a:lnTo>
                    <a:pt x="3745" y="1382"/>
                  </a:lnTo>
                  <a:cubicBezTo>
                    <a:pt x="3749" y="1382"/>
                    <a:pt x="3747" y="1398"/>
                    <a:pt x="3739" y="1431"/>
                  </a:cubicBezTo>
                  <a:cubicBezTo>
                    <a:pt x="3734" y="1462"/>
                    <a:pt x="3735" y="1478"/>
                    <a:pt x="3740" y="1478"/>
                  </a:cubicBezTo>
                  <a:cubicBezTo>
                    <a:pt x="3744" y="1478"/>
                    <a:pt x="3752" y="1466"/>
                    <a:pt x="3763" y="1440"/>
                  </a:cubicBezTo>
                  <a:cubicBezTo>
                    <a:pt x="3771" y="1448"/>
                    <a:pt x="3779" y="1448"/>
                    <a:pt x="3763" y="1504"/>
                  </a:cubicBezTo>
                  <a:cubicBezTo>
                    <a:pt x="3763" y="1504"/>
                    <a:pt x="3763" y="1504"/>
                    <a:pt x="3787" y="1456"/>
                  </a:cubicBezTo>
                  <a:cubicBezTo>
                    <a:pt x="3799" y="1427"/>
                    <a:pt x="3808" y="1413"/>
                    <a:pt x="3811" y="1413"/>
                  </a:cubicBezTo>
                  <a:lnTo>
                    <a:pt x="3811" y="1413"/>
                  </a:lnTo>
                  <a:cubicBezTo>
                    <a:pt x="3814" y="1413"/>
                    <a:pt x="3812" y="1427"/>
                    <a:pt x="3803" y="1456"/>
                  </a:cubicBezTo>
                  <a:cubicBezTo>
                    <a:pt x="3778" y="1527"/>
                    <a:pt x="3775" y="1557"/>
                    <a:pt x="3782" y="1557"/>
                  </a:cubicBezTo>
                  <a:cubicBezTo>
                    <a:pt x="3787" y="1557"/>
                    <a:pt x="3794" y="1547"/>
                    <a:pt x="3803" y="1529"/>
                  </a:cubicBezTo>
                  <a:cubicBezTo>
                    <a:pt x="3821" y="1488"/>
                    <a:pt x="3830" y="1476"/>
                    <a:pt x="3834" y="1476"/>
                  </a:cubicBezTo>
                  <a:cubicBezTo>
                    <a:pt x="3835" y="1476"/>
                    <a:pt x="3836" y="1478"/>
                    <a:pt x="3836" y="1480"/>
                  </a:cubicBezTo>
                  <a:cubicBezTo>
                    <a:pt x="3838" y="1480"/>
                    <a:pt x="3840" y="1480"/>
                    <a:pt x="3842" y="1480"/>
                  </a:cubicBezTo>
                  <a:cubicBezTo>
                    <a:pt x="3849" y="1480"/>
                    <a:pt x="3859" y="1476"/>
                    <a:pt x="3885" y="1431"/>
                  </a:cubicBezTo>
                  <a:lnTo>
                    <a:pt x="3893" y="1440"/>
                  </a:lnTo>
                  <a:cubicBezTo>
                    <a:pt x="3900" y="1440"/>
                    <a:pt x="3872" y="1489"/>
                    <a:pt x="3862" y="1489"/>
                  </a:cubicBezTo>
                  <a:cubicBezTo>
                    <a:pt x="3861" y="1489"/>
                    <a:pt x="3861" y="1489"/>
                    <a:pt x="3860" y="1488"/>
                  </a:cubicBezTo>
                  <a:lnTo>
                    <a:pt x="3844" y="1545"/>
                  </a:lnTo>
                  <a:cubicBezTo>
                    <a:pt x="3850" y="1548"/>
                    <a:pt x="3853" y="1551"/>
                    <a:pt x="3857" y="1551"/>
                  </a:cubicBezTo>
                  <a:cubicBezTo>
                    <a:pt x="3864" y="1551"/>
                    <a:pt x="3872" y="1541"/>
                    <a:pt x="3893" y="1504"/>
                  </a:cubicBezTo>
                  <a:cubicBezTo>
                    <a:pt x="3921" y="1453"/>
                    <a:pt x="3935" y="1426"/>
                    <a:pt x="3936" y="1426"/>
                  </a:cubicBezTo>
                  <a:lnTo>
                    <a:pt x="3936" y="1426"/>
                  </a:lnTo>
                  <a:cubicBezTo>
                    <a:pt x="3938" y="1426"/>
                    <a:pt x="3926" y="1455"/>
                    <a:pt x="3901" y="1512"/>
                  </a:cubicBezTo>
                  <a:cubicBezTo>
                    <a:pt x="3883" y="1548"/>
                    <a:pt x="3865" y="1588"/>
                    <a:pt x="3870" y="1588"/>
                  </a:cubicBezTo>
                  <a:cubicBezTo>
                    <a:pt x="3871" y="1588"/>
                    <a:pt x="3876" y="1582"/>
                    <a:pt x="3885" y="1569"/>
                  </a:cubicBezTo>
                  <a:cubicBezTo>
                    <a:pt x="3908" y="1526"/>
                    <a:pt x="3919" y="1510"/>
                    <a:pt x="3922" y="1510"/>
                  </a:cubicBezTo>
                  <a:lnTo>
                    <a:pt x="3922" y="1510"/>
                  </a:lnTo>
                  <a:cubicBezTo>
                    <a:pt x="3927" y="1510"/>
                    <a:pt x="3915" y="1544"/>
                    <a:pt x="3901" y="1577"/>
                  </a:cubicBezTo>
                  <a:cubicBezTo>
                    <a:pt x="3872" y="1631"/>
                    <a:pt x="3858" y="1657"/>
                    <a:pt x="3860" y="1657"/>
                  </a:cubicBezTo>
                  <a:cubicBezTo>
                    <a:pt x="3863" y="1657"/>
                    <a:pt x="3881" y="1633"/>
                    <a:pt x="3917" y="1585"/>
                  </a:cubicBezTo>
                  <a:cubicBezTo>
                    <a:pt x="3918" y="1586"/>
                    <a:pt x="3919" y="1587"/>
                    <a:pt x="3920" y="1587"/>
                  </a:cubicBezTo>
                  <a:cubicBezTo>
                    <a:pt x="3932" y="1587"/>
                    <a:pt x="3967" y="1560"/>
                    <a:pt x="3985" y="1560"/>
                  </a:cubicBezTo>
                  <a:cubicBezTo>
                    <a:pt x="3987" y="1560"/>
                    <a:pt x="3988" y="1560"/>
                    <a:pt x="3990" y="1561"/>
                  </a:cubicBezTo>
                  <a:cubicBezTo>
                    <a:pt x="4014" y="1577"/>
                    <a:pt x="4029" y="1585"/>
                    <a:pt x="4008" y="1637"/>
                  </a:cubicBezTo>
                  <a:lnTo>
                    <a:pt x="4008" y="1637"/>
                  </a:lnTo>
                  <a:cubicBezTo>
                    <a:pt x="4026" y="1605"/>
                    <a:pt x="4035" y="1597"/>
                    <a:pt x="4043" y="1597"/>
                  </a:cubicBezTo>
                  <a:cubicBezTo>
                    <a:pt x="4047" y="1597"/>
                    <a:pt x="4050" y="1600"/>
                    <a:pt x="4055" y="1602"/>
                  </a:cubicBezTo>
                  <a:cubicBezTo>
                    <a:pt x="4052" y="1624"/>
                    <a:pt x="4055" y="1633"/>
                    <a:pt x="4061" y="1633"/>
                  </a:cubicBezTo>
                  <a:cubicBezTo>
                    <a:pt x="4074" y="1633"/>
                    <a:pt x="4098" y="1601"/>
                    <a:pt x="4120" y="1569"/>
                  </a:cubicBezTo>
                  <a:lnTo>
                    <a:pt x="4112" y="1561"/>
                  </a:lnTo>
                  <a:cubicBezTo>
                    <a:pt x="4139" y="1502"/>
                    <a:pt x="4153" y="1476"/>
                    <a:pt x="4158" y="1476"/>
                  </a:cubicBezTo>
                  <a:lnTo>
                    <a:pt x="4158" y="1476"/>
                  </a:lnTo>
                  <a:cubicBezTo>
                    <a:pt x="4162" y="1476"/>
                    <a:pt x="4159" y="1492"/>
                    <a:pt x="4152" y="1521"/>
                  </a:cubicBezTo>
                  <a:cubicBezTo>
                    <a:pt x="4144" y="1553"/>
                    <a:pt x="4128" y="1594"/>
                    <a:pt x="4103" y="1626"/>
                  </a:cubicBezTo>
                  <a:cubicBezTo>
                    <a:pt x="4079" y="1667"/>
                    <a:pt x="4071" y="1699"/>
                    <a:pt x="4063" y="1740"/>
                  </a:cubicBezTo>
                  <a:cubicBezTo>
                    <a:pt x="4063" y="1742"/>
                    <a:pt x="4064" y="1743"/>
                    <a:pt x="4065" y="1743"/>
                  </a:cubicBezTo>
                  <a:cubicBezTo>
                    <a:pt x="4069" y="1743"/>
                    <a:pt x="4078" y="1732"/>
                    <a:pt x="4095" y="1691"/>
                  </a:cubicBezTo>
                  <a:cubicBezTo>
                    <a:pt x="4120" y="1642"/>
                    <a:pt x="4120" y="1642"/>
                    <a:pt x="4128" y="1642"/>
                  </a:cubicBezTo>
                  <a:cubicBezTo>
                    <a:pt x="4130" y="1642"/>
                    <a:pt x="4131" y="1643"/>
                    <a:pt x="4133" y="1643"/>
                  </a:cubicBezTo>
                  <a:cubicBezTo>
                    <a:pt x="4138" y="1643"/>
                    <a:pt x="4144" y="1638"/>
                    <a:pt x="4168" y="1602"/>
                  </a:cubicBezTo>
                  <a:cubicBezTo>
                    <a:pt x="4194" y="1558"/>
                    <a:pt x="4204" y="1553"/>
                    <a:pt x="4207" y="1553"/>
                  </a:cubicBezTo>
                  <a:cubicBezTo>
                    <a:pt x="4208" y="1553"/>
                    <a:pt x="4209" y="1553"/>
                    <a:pt x="4209" y="1553"/>
                  </a:cubicBezTo>
                  <a:cubicBezTo>
                    <a:pt x="4193" y="1610"/>
                    <a:pt x="4201" y="1618"/>
                    <a:pt x="4201" y="1618"/>
                  </a:cubicBezTo>
                  <a:lnTo>
                    <a:pt x="4176" y="1667"/>
                  </a:lnTo>
                  <a:cubicBezTo>
                    <a:pt x="4144" y="1723"/>
                    <a:pt x="4128" y="1780"/>
                    <a:pt x="4128" y="1780"/>
                  </a:cubicBezTo>
                  <a:cubicBezTo>
                    <a:pt x="4128" y="1780"/>
                    <a:pt x="4160" y="1731"/>
                    <a:pt x="4160" y="1731"/>
                  </a:cubicBezTo>
                  <a:cubicBezTo>
                    <a:pt x="4166" y="1718"/>
                    <a:pt x="4178" y="1713"/>
                    <a:pt x="4194" y="1713"/>
                  </a:cubicBezTo>
                  <a:cubicBezTo>
                    <a:pt x="4243" y="1713"/>
                    <a:pt x="4326" y="1766"/>
                    <a:pt x="4339" y="1772"/>
                  </a:cubicBezTo>
                  <a:cubicBezTo>
                    <a:pt x="4330" y="1808"/>
                    <a:pt x="4331" y="1826"/>
                    <a:pt x="4337" y="1826"/>
                  </a:cubicBezTo>
                  <a:cubicBezTo>
                    <a:pt x="4343" y="1826"/>
                    <a:pt x="4352" y="1814"/>
                    <a:pt x="4363" y="1788"/>
                  </a:cubicBezTo>
                  <a:cubicBezTo>
                    <a:pt x="4374" y="1765"/>
                    <a:pt x="4388" y="1757"/>
                    <a:pt x="4402" y="1757"/>
                  </a:cubicBezTo>
                  <a:cubicBezTo>
                    <a:pt x="4418" y="1757"/>
                    <a:pt x="4435" y="1767"/>
                    <a:pt x="4452" y="1780"/>
                  </a:cubicBezTo>
                  <a:cubicBezTo>
                    <a:pt x="4473" y="1793"/>
                    <a:pt x="4490" y="1803"/>
                    <a:pt x="4506" y="1803"/>
                  </a:cubicBezTo>
                  <a:cubicBezTo>
                    <a:pt x="4521" y="1803"/>
                    <a:pt x="4534" y="1795"/>
                    <a:pt x="4549" y="1772"/>
                  </a:cubicBezTo>
                  <a:lnTo>
                    <a:pt x="4566" y="1780"/>
                  </a:lnTo>
                  <a:cubicBezTo>
                    <a:pt x="4567" y="1781"/>
                    <a:pt x="4569" y="1781"/>
                    <a:pt x="4571" y="1781"/>
                  </a:cubicBezTo>
                  <a:cubicBezTo>
                    <a:pt x="4587" y="1781"/>
                    <a:pt x="4616" y="1755"/>
                    <a:pt x="4627" y="1755"/>
                  </a:cubicBezTo>
                  <a:cubicBezTo>
                    <a:pt x="4629" y="1755"/>
                    <a:pt x="4630" y="1755"/>
                    <a:pt x="4630" y="1756"/>
                  </a:cubicBezTo>
                  <a:cubicBezTo>
                    <a:pt x="4647" y="1731"/>
                    <a:pt x="4657" y="1719"/>
                    <a:pt x="4658" y="1719"/>
                  </a:cubicBezTo>
                  <a:lnTo>
                    <a:pt x="4658" y="1719"/>
                  </a:lnTo>
                  <a:cubicBezTo>
                    <a:pt x="4659" y="1719"/>
                    <a:pt x="4651" y="1731"/>
                    <a:pt x="4630" y="1756"/>
                  </a:cubicBezTo>
                  <a:cubicBezTo>
                    <a:pt x="4606" y="1788"/>
                    <a:pt x="4590" y="1829"/>
                    <a:pt x="4574" y="1861"/>
                  </a:cubicBezTo>
                  <a:cubicBezTo>
                    <a:pt x="4575" y="1862"/>
                    <a:pt x="4576" y="1862"/>
                    <a:pt x="4577" y="1862"/>
                  </a:cubicBezTo>
                  <a:cubicBezTo>
                    <a:pt x="4594" y="1862"/>
                    <a:pt x="4617" y="1817"/>
                    <a:pt x="4647" y="1772"/>
                  </a:cubicBezTo>
                  <a:cubicBezTo>
                    <a:pt x="4672" y="1728"/>
                    <a:pt x="4682" y="1723"/>
                    <a:pt x="4686" y="1723"/>
                  </a:cubicBezTo>
                  <a:cubicBezTo>
                    <a:pt x="4687" y="1723"/>
                    <a:pt x="4687" y="1723"/>
                    <a:pt x="4687" y="1723"/>
                  </a:cubicBezTo>
                  <a:cubicBezTo>
                    <a:pt x="4695" y="1723"/>
                    <a:pt x="4695" y="1723"/>
                    <a:pt x="4663" y="1780"/>
                  </a:cubicBezTo>
                  <a:lnTo>
                    <a:pt x="4598" y="1877"/>
                  </a:lnTo>
                  <a:lnTo>
                    <a:pt x="4606" y="1885"/>
                  </a:lnTo>
                  <a:cubicBezTo>
                    <a:pt x="4625" y="1841"/>
                    <a:pt x="4634" y="1836"/>
                    <a:pt x="4637" y="1836"/>
                  </a:cubicBezTo>
                  <a:cubicBezTo>
                    <a:pt x="4638" y="1836"/>
                    <a:pt x="4639" y="1837"/>
                    <a:pt x="4639" y="1837"/>
                  </a:cubicBezTo>
                  <a:cubicBezTo>
                    <a:pt x="4647" y="1837"/>
                    <a:pt x="4647" y="1837"/>
                    <a:pt x="4582" y="1942"/>
                  </a:cubicBezTo>
                  <a:cubicBezTo>
                    <a:pt x="4548" y="1993"/>
                    <a:pt x="4534" y="2019"/>
                    <a:pt x="4538" y="2019"/>
                  </a:cubicBezTo>
                  <a:cubicBezTo>
                    <a:pt x="4541" y="2019"/>
                    <a:pt x="4559" y="1997"/>
                    <a:pt x="4590" y="1950"/>
                  </a:cubicBezTo>
                  <a:lnTo>
                    <a:pt x="4639" y="1910"/>
                  </a:lnTo>
                  <a:lnTo>
                    <a:pt x="4639" y="1910"/>
                  </a:lnTo>
                  <a:cubicBezTo>
                    <a:pt x="4617" y="1944"/>
                    <a:pt x="4612" y="1957"/>
                    <a:pt x="4615" y="1957"/>
                  </a:cubicBezTo>
                  <a:cubicBezTo>
                    <a:pt x="4621" y="1957"/>
                    <a:pt x="4665" y="1902"/>
                    <a:pt x="4687" y="1869"/>
                  </a:cubicBezTo>
                  <a:lnTo>
                    <a:pt x="4687" y="1869"/>
                  </a:lnTo>
                  <a:cubicBezTo>
                    <a:pt x="4657" y="1925"/>
                    <a:pt x="4645" y="1954"/>
                    <a:pt x="4650" y="1954"/>
                  </a:cubicBezTo>
                  <a:cubicBezTo>
                    <a:pt x="4655" y="1954"/>
                    <a:pt x="4673" y="1931"/>
                    <a:pt x="4703" y="1885"/>
                  </a:cubicBezTo>
                  <a:cubicBezTo>
                    <a:pt x="4719" y="1862"/>
                    <a:pt x="4729" y="1850"/>
                    <a:pt x="4732" y="1850"/>
                  </a:cubicBezTo>
                  <a:lnTo>
                    <a:pt x="4732" y="1850"/>
                  </a:lnTo>
                  <a:cubicBezTo>
                    <a:pt x="4736" y="1850"/>
                    <a:pt x="4732" y="1864"/>
                    <a:pt x="4720" y="1894"/>
                  </a:cubicBezTo>
                  <a:cubicBezTo>
                    <a:pt x="4687" y="1950"/>
                    <a:pt x="4695" y="1950"/>
                    <a:pt x="4703" y="1958"/>
                  </a:cubicBezTo>
                  <a:cubicBezTo>
                    <a:pt x="4718" y="1941"/>
                    <a:pt x="4733" y="1934"/>
                    <a:pt x="4748" y="1934"/>
                  </a:cubicBezTo>
                  <a:cubicBezTo>
                    <a:pt x="4774" y="1934"/>
                    <a:pt x="4799" y="1954"/>
                    <a:pt x="4825" y="1975"/>
                  </a:cubicBezTo>
                  <a:cubicBezTo>
                    <a:pt x="4856" y="1995"/>
                    <a:pt x="4880" y="2016"/>
                    <a:pt x="4902" y="2016"/>
                  </a:cubicBezTo>
                  <a:cubicBezTo>
                    <a:pt x="4915" y="2016"/>
                    <a:pt x="4927" y="2009"/>
                    <a:pt x="4939" y="1991"/>
                  </a:cubicBezTo>
                  <a:cubicBezTo>
                    <a:pt x="4947" y="1991"/>
                    <a:pt x="4947" y="1991"/>
                    <a:pt x="4914" y="2048"/>
                  </a:cubicBezTo>
                  <a:cubicBezTo>
                    <a:pt x="4900" y="2069"/>
                    <a:pt x="4893" y="2083"/>
                    <a:pt x="4897" y="2083"/>
                  </a:cubicBezTo>
                  <a:cubicBezTo>
                    <a:pt x="4902" y="2083"/>
                    <a:pt x="4922" y="2061"/>
                    <a:pt x="4963" y="2007"/>
                  </a:cubicBezTo>
                  <a:cubicBezTo>
                    <a:pt x="4981" y="1989"/>
                    <a:pt x="4998" y="1968"/>
                    <a:pt x="5004" y="1961"/>
                  </a:cubicBezTo>
                  <a:lnTo>
                    <a:pt x="5004" y="1961"/>
                  </a:lnTo>
                  <a:cubicBezTo>
                    <a:pt x="4999" y="1967"/>
                    <a:pt x="4987" y="1983"/>
                    <a:pt x="4963" y="2015"/>
                  </a:cubicBezTo>
                  <a:cubicBezTo>
                    <a:pt x="4930" y="2064"/>
                    <a:pt x="4947" y="2072"/>
                    <a:pt x="4963" y="2088"/>
                  </a:cubicBezTo>
                  <a:cubicBezTo>
                    <a:pt x="4972" y="2092"/>
                    <a:pt x="4983" y="2101"/>
                    <a:pt x="4996" y="2101"/>
                  </a:cubicBezTo>
                  <a:cubicBezTo>
                    <a:pt x="5007" y="2101"/>
                    <a:pt x="5021" y="2095"/>
                    <a:pt x="5036" y="2072"/>
                  </a:cubicBezTo>
                  <a:cubicBezTo>
                    <a:pt x="5060" y="2052"/>
                    <a:pt x="5072" y="2042"/>
                    <a:pt x="5073" y="2042"/>
                  </a:cubicBezTo>
                  <a:lnTo>
                    <a:pt x="5073" y="2042"/>
                  </a:lnTo>
                  <a:cubicBezTo>
                    <a:pt x="5074" y="2042"/>
                    <a:pt x="5064" y="2052"/>
                    <a:pt x="5044" y="2072"/>
                  </a:cubicBezTo>
                  <a:cubicBezTo>
                    <a:pt x="4989" y="2138"/>
                    <a:pt x="4967" y="2190"/>
                    <a:pt x="4988" y="2190"/>
                  </a:cubicBezTo>
                  <a:cubicBezTo>
                    <a:pt x="4997" y="2190"/>
                    <a:pt x="5016" y="2179"/>
                    <a:pt x="5044" y="2153"/>
                  </a:cubicBezTo>
                  <a:lnTo>
                    <a:pt x="5044" y="2153"/>
                  </a:lnTo>
                  <a:cubicBezTo>
                    <a:pt x="5044" y="2153"/>
                    <a:pt x="5052" y="2161"/>
                    <a:pt x="5020" y="2210"/>
                  </a:cubicBezTo>
                  <a:cubicBezTo>
                    <a:pt x="5020" y="2210"/>
                    <a:pt x="5021" y="2211"/>
                    <a:pt x="5024" y="2211"/>
                  </a:cubicBezTo>
                  <a:cubicBezTo>
                    <a:pt x="5030" y="2211"/>
                    <a:pt x="5044" y="2207"/>
                    <a:pt x="5076" y="2185"/>
                  </a:cubicBezTo>
                  <a:lnTo>
                    <a:pt x="5117" y="2210"/>
                  </a:lnTo>
                  <a:cubicBezTo>
                    <a:pt x="5118" y="2212"/>
                    <a:pt x="5121" y="2214"/>
                    <a:pt x="5124" y="2214"/>
                  </a:cubicBezTo>
                  <a:cubicBezTo>
                    <a:pt x="5140" y="2214"/>
                    <a:pt x="5174" y="2185"/>
                    <a:pt x="5174" y="2185"/>
                  </a:cubicBezTo>
                  <a:lnTo>
                    <a:pt x="5174" y="2185"/>
                  </a:lnTo>
                  <a:cubicBezTo>
                    <a:pt x="5141" y="2234"/>
                    <a:pt x="5166" y="2258"/>
                    <a:pt x="5198" y="2291"/>
                  </a:cubicBezTo>
                  <a:cubicBezTo>
                    <a:pt x="5239" y="2323"/>
                    <a:pt x="5263" y="2356"/>
                    <a:pt x="5230" y="2404"/>
                  </a:cubicBezTo>
                  <a:cubicBezTo>
                    <a:pt x="5230" y="2404"/>
                    <a:pt x="5239" y="2404"/>
                    <a:pt x="5279" y="2364"/>
                  </a:cubicBezTo>
                  <a:cubicBezTo>
                    <a:pt x="5325" y="2318"/>
                    <a:pt x="5347" y="2298"/>
                    <a:pt x="5351" y="2298"/>
                  </a:cubicBezTo>
                  <a:lnTo>
                    <a:pt x="5351" y="2298"/>
                  </a:lnTo>
                  <a:cubicBezTo>
                    <a:pt x="5354" y="2298"/>
                    <a:pt x="5345" y="2310"/>
                    <a:pt x="5328" y="2331"/>
                  </a:cubicBezTo>
                  <a:cubicBezTo>
                    <a:pt x="5291" y="2387"/>
                    <a:pt x="5280" y="2416"/>
                    <a:pt x="5293" y="2416"/>
                  </a:cubicBezTo>
                  <a:cubicBezTo>
                    <a:pt x="5302" y="2416"/>
                    <a:pt x="5325" y="2399"/>
                    <a:pt x="5360" y="2364"/>
                  </a:cubicBezTo>
                  <a:lnTo>
                    <a:pt x="5360" y="2364"/>
                  </a:lnTo>
                  <a:lnTo>
                    <a:pt x="5320" y="2404"/>
                  </a:lnTo>
                  <a:cubicBezTo>
                    <a:pt x="5288" y="2447"/>
                    <a:pt x="5281" y="2464"/>
                    <a:pt x="5289" y="2464"/>
                  </a:cubicBezTo>
                  <a:cubicBezTo>
                    <a:pt x="5300" y="2464"/>
                    <a:pt x="5339" y="2434"/>
                    <a:pt x="5384" y="2388"/>
                  </a:cubicBezTo>
                  <a:lnTo>
                    <a:pt x="5384" y="2388"/>
                  </a:lnTo>
                  <a:cubicBezTo>
                    <a:pt x="5361" y="2424"/>
                    <a:pt x="5337" y="2460"/>
                    <a:pt x="5342" y="2460"/>
                  </a:cubicBezTo>
                  <a:cubicBezTo>
                    <a:pt x="5344" y="2460"/>
                    <a:pt x="5350" y="2455"/>
                    <a:pt x="5360" y="2445"/>
                  </a:cubicBezTo>
                  <a:lnTo>
                    <a:pt x="5360" y="2445"/>
                  </a:lnTo>
                  <a:cubicBezTo>
                    <a:pt x="5368" y="2453"/>
                    <a:pt x="5368" y="2453"/>
                    <a:pt x="5287" y="2542"/>
                  </a:cubicBezTo>
                  <a:cubicBezTo>
                    <a:pt x="5263" y="2566"/>
                    <a:pt x="5239" y="2599"/>
                    <a:pt x="5214" y="2631"/>
                  </a:cubicBezTo>
                  <a:cubicBezTo>
                    <a:pt x="5215" y="2632"/>
                    <a:pt x="5216" y="2632"/>
                    <a:pt x="5217" y="2632"/>
                  </a:cubicBezTo>
                  <a:cubicBezTo>
                    <a:pt x="5228" y="2632"/>
                    <a:pt x="5265" y="2588"/>
                    <a:pt x="5295" y="2550"/>
                  </a:cubicBezTo>
                  <a:lnTo>
                    <a:pt x="5312" y="2558"/>
                  </a:lnTo>
                  <a:cubicBezTo>
                    <a:pt x="5312" y="2558"/>
                    <a:pt x="5312" y="2559"/>
                    <a:pt x="5312" y="2559"/>
                  </a:cubicBezTo>
                  <a:cubicBezTo>
                    <a:pt x="5314" y="2559"/>
                    <a:pt x="5322" y="2554"/>
                    <a:pt x="5352" y="2518"/>
                  </a:cubicBezTo>
                  <a:cubicBezTo>
                    <a:pt x="5377" y="2488"/>
                    <a:pt x="5390" y="2479"/>
                    <a:pt x="5396" y="2479"/>
                  </a:cubicBezTo>
                  <a:cubicBezTo>
                    <a:pt x="5400" y="2479"/>
                    <a:pt x="5401" y="2482"/>
                    <a:pt x="5401" y="2485"/>
                  </a:cubicBezTo>
                  <a:cubicBezTo>
                    <a:pt x="5389" y="2497"/>
                    <a:pt x="5385" y="2502"/>
                    <a:pt x="5385" y="2502"/>
                  </a:cubicBezTo>
                  <a:cubicBezTo>
                    <a:pt x="5387" y="2502"/>
                    <a:pt x="5418" y="2471"/>
                    <a:pt x="5441" y="2437"/>
                  </a:cubicBezTo>
                  <a:cubicBezTo>
                    <a:pt x="5479" y="2399"/>
                    <a:pt x="5516" y="2355"/>
                    <a:pt x="5522" y="2355"/>
                  </a:cubicBezTo>
                  <a:cubicBezTo>
                    <a:pt x="5522" y="2355"/>
                    <a:pt x="5522" y="2355"/>
                    <a:pt x="5522" y="2356"/>
                  </a:cubicBezTo>
                  <a:lnTo>
                    <a:pt x="5603" y="2267"/>
                  </a:lnTo>
                  <a:cubicBezTo>
                    <a:pt x="5660" y="2210"/>
                    <a:pt x="5709" y="2145"/>
                    <a:pt x="5749" y="2072"/>
                  </a:cubicBezTo>
                  <a:cubicBezTo>
                    <a:pt x="5765" y="2031"/>
                    <a:pt x="5777" y="1993"/>
                    <a:pt x="5765" y="1993"/>
                  </a:cubicBezTo>
                  <a:lnTo>
                    <a:pt x="5765" y="1993"/>
                  </a:lnTo>
                  <a:cubicBezTo>
                    <a:pt x="5759" y="1993"/>
                    <a:pt x="5744" y="2006"/>
                    <a:pt x="5717" y="2039"/>
                  </a:cubicBezTo>
                  <a:cubicBezTo>
                    <a:pt x="5717" y="2039"/>
                    <a:pt x="5677" y="2073"/>
                    <a:pt x="5669" y="2073"/>
                  </a:cubicBezTo>
                  <a:cubicBezTo>
                    <a:pt x="5669" y="2073"/>
                    <a:pt x="5668" y="2073"/>
                    <a:pt x="5668" y="2072"/>
                  </a:cubicBezTo>
                  <a:cubicBezTo>
                    <a:pt x="5660" y="2072"/>
                    <a:pt x="5693" y="2015"/>
                    <a:pt x="5693" y="2015"/>
                  </a:cubicBezTo>
                  <a:cubicBezTo>
                    <a:pt x="5733" y="1975"/>
                    <a:pt x="5709" y="1950"/>
                    <a:pt x="5684" y="1926"/>
                  </a:cubicBezTo>
                  <a:cubicBezTo>
                    <a:pt x="5652" y="1894"/>
                    <a:pt x="5636" y="1877"/>
                    <a:pt x="5668" y="1829"/>
                  </a:cubicBezTo>
                  <a:cubicBezTo>
                    <a:pt x="5701" y="1780"/>
                    <a:pt x="5693" y="1772"/>
                    <a:pt x="5693" y="1772"/>
                  </a:cubicBezTo>
                  <a:lnTo>
                    <a:pt x="5693" y="1772"/>
                  </a:lnTo>
                  <a:cubicBezTo>
                    <a:pt x="5681" y="1790"/>
                    <a:pt x="5668" y="1797"/>
                    <a:pt x="5654" y="1797"/>
                  </a:cubicBezTo>
                  <a:cubicBezTo>
                    <a:pt x="5631" y="1797"/>
                    <a:pt x="5608" y="1776"/>
                    <a:pt x="5587" y="1756"/>
                  </a:cubicBezTo>
                  <a:cubicBezTo>
                    <a:pt x="5561" y="1730"/>
                    <a:pt x="5535" y="1707"/>
                    <a:pt x="5509" y="1707"/>
                  </a:cubicBezTo>
                  <a:cubicBezTo>
                    <a:pt x="5495" y="1707"/>
                    <a:pt x="5480" y="1714"/>
                    <a:pt x="5466" y="1731"/>
                  </a:cubicBezTo>
                  <a:lnTo>
                    <a:pt x="5457" y="1723"/>
                  </a:lnTo>
                  <a:cubicBezTo>
                    <a:pt x="5498" y="1675"/>
                    <a:pt x="5482" y="1667"/>
                    <a:pt x="5474" y="1658"/>
                  </a:cubicBezTo>
                  <a:lnTo>
                    <a:pt x="5474" y="1658"/>
                  </a:lnTo>
                  <a:cubicBezTo>
                    <a:pt x="5441" y="1680"/>
                    <a:pt x="5423" y="1684"/>
                    <a:pt x="5415" y="1684"/>
                  </a:cubicBezTo>
                  <a:cubicBezTo>
                    <a:pt x="5411" y="1684"/>
                    <a:pt x="5409" y="1683"/>
                    <a:pt x="5409" y="1683"/>
                  </a:cubicBezTo>
                  <a:cubicBezTo>
                    <a:pt x="5449" y="1634"/>
                    <a:pt x="5441" y="1634"/>
                    <a:pt x="5433" y="1618"/>
                  </a:cubicBezTo>
                  <a:cubicBezTo>
                    <a:pt x="5428" y="1616"/>
                    <a:pt x="5425" y="1614"/>
                    <a:pt x="5422" y="1614"/>
                  </a:cubicBezTo>
                  <a:cubicBezTo>
                    <a:pt x="5414" y="1614"/>
                    <a:pt x="5405" y="1624"/>
                    <a:pt x="5376" y="1658"/>
                  </a:cubicBezTo>
                  <a:cubicBezTo>
                    <a:pt x="5352" y="1626"/>
                    <a:pt x="5336" y="1594"/>
                    <a:pt x="5352" y="1553"/>
                  </a:cubicBezTo>
                  <a:cubicBezTo>
                    <a:pt x="5360" y="1534"/>
                    <a:pt x="5361" y="1527"/>
                    <a:pt x="5357" y="1527"/>
                  </a:cubicBezTo>
                  <a:lnTo>
                    <a:pt x="5357" y="1527"/>
                  </a:lnTo>
                  <a:cubicBezTo>
                    <a:pt x="5350" y="1527"/>
                    <a:pt x="5323" y="1558"/>
                    <a:pt x="5295" y="1585"/>
                  </a:cubicBezTo>
                  <a:cubicBezTo>
                    <a:pt x="5265" y="1630"/>
                    <a:pt x="5228" y="1676"/>
                    <a:pt x="5217" y="1676"/>
                  </a:cubicBezTo>
                  <a:cubicBezTo>
                    <a:pt x="5216" y="1676"/>
                    <a:pt x="5215" y="1675"/>
                    <a:pt x="5214" y="1675"/>
                  </a:cubicBezTo>
                  <a:lnTo>
                    <a:pt x="5287" y="1577"/>
                  </a:lnTo>
                  <a:cubicBezTo>
                    <a:pt x="5328" y="1537"/>
                    <a:pt x="5328" y="1537"/>
                    <a:pt x="5312" y="1521"/>
                  </a:cubicBezTo>
                  <a:lnTo>
                    <a:pt x="5303" y="1512"/>
                  </a:lnTo>
                  <a:cubicBezTo>
                    <a:pt x="5290" y="1532"/>
                    <a:pt x="5277" y="1540"/>
                    <a:pt x="5263" y="1540"/>
                  </a:cubicBezTo>
                  <a:cubicBezTo>
                    <a:pt x="5243" y="1540"/>
                    <a:pt x="5222" y="1524"/>
                    <a:pt x="5198" y="1504"/>
                  </a:cubicBezTo>
                  <a:cubicBezTo>
                    <a:pt x="5168" y="1483"/>
                    <a:pt x="5150" y="1471"/>
                    <a:pt x="5134" y="1471"/>
                  </a:cubicBezTo>
                  <a:cubicBezTo>
                    <a:pt x="5120" y="1471"/>
                    <a:pt x="5108" y="1481"/>
                    <a:pt x="5093" y="1504"/>
                  </a:cubicBezTo>
                  <a:cubicBezTo>
                    <a:pt x="5078" y="1526"/>
                    <a:pt x="5069" y="1536"/>
                    <a:pt x="5064" y="1536"/>
                  </a:cubicBezTo>
                  <a:cubicBezTo>
                    <a:pt x="5058" y="1536"/>
                    <a:pt x="5059" y="1520"/>
                    <a:pt x="5068" y="1488"/>
                  </a:cubicBezTo>
                  <a:cubicBezTo>
                    <a:pt x="5111" y="1371"/>
                    <a:pt x="5126" y="1331"/>
                    <a:pt x="5119" y="1331"/>
                  </a:cubicBezTo>
                  <a:lnTo>
                    <a:pt x="5119" y="1331"/>
                  </a:lnTo>
                  <a:cubicBezTo>
                    <a:pt x="5116" y="1331"/>
                    <a:pt x="5107" y="1342"/>
                    <a:pt x="5093" y="1358"/>
                  </a:cubicBezTo>
                  <a:cubicBezTo>
                    <a:pt x="5101" y="1358"/>
                    <a:pt x="5068" y="1407"/>
                    <a:pt x="5036" y="1456"/>
                  </a:cubicBezTo>
                  <a:cubicBezTo>
                    <a:pt x="5005" y="1506"/>
                    <a:pt x="4987" y="1531"/>
                    <a:pt x="4983" y="1531"/>
                  </a:cubicBezTo>
                  <a:cubicBezTo>
                    <a:pt x="4978" y="1531"/>
                    <a:pt x="4990" y="1502"/>
                    <a:pt x="5020" y="1448"/>
                  </a:cubicBezTo>
                  <a:cubicBezTo>
                    <a:pt x="5055" y="1395"/>
                    <a:pt x="5035" y="1366"/>
                    <a:pt x="5000" y="1366"/>
                  </a:cubicBezTo>
                  <a:cubicBezTo>
                    <a:pt x="4969" y="1366"/>
                    <a:pt x="4928" y="1387"/>
                    <a:pt x="4898" y="1431"/>
                  </a:cubicBezTo>
                  <a:lnTo>
                    <a:pt x="4930" y="1383"/>
                  </a:lnTo>
                  <a:cubicBezTo>
                    <a:pt x="4955" y="1326"/>
                    <a:pt x="4955" y="1326"/>
                    <a:pt x="4930" y="1310"/>
                  </a:cubicBezTo>
                  <a:lnTo>
                    <a:pt x="4906" y="1294"/>
                  </a:lnTo>
                  <a:cubicBezTo>
                    <a:pt x="4886" y="1329"/>
                    <a:pt x="4872" y="1342"/>
                    <a:pt x="4863" y="1342"/>
                  </a:cubicBezTo>
                  <a:cubicBezTo>
                    <a:pt x="4849" y="1342"/>
                    <a:pt x="4853" y="1300"/>
                    <a:pt x="4874" y="1269"/>
                  </a:cubicBezTo>
                  <a:cubicBezTo>
                    <a:pt x="4898" y="1213"/>
                    <a:pt x="4898" y="1213"/>
                    <a:pt x="4882" y="1204"/>
                  </a:cubicBezTo>
                  <a:lnTo>
                    <a:pt x="4882" y="1204"/>
                  </a:lnTo>
                  <a:cubicBezTo>
                    <a:pt x="4857" y="1235"/>
                    <a:pt x="4839" y="1246"/>
                    <a:pt x="4829" y="1246"/>
                  </a:cubicBezTo>
                  <a:cubicBezTo>
                    <a:pt x="4808" y="1246"/>
                    <a:pt x="4812" y="1204"/>
                    <a:pt x="4833" y="1172"/>
                  </a:cubicBezTo>
                  <a:lnTo>
                    <a:pt x="4825" y="1164"/>
                  </a:lnTo>
                  <a:cubicBezTo>
                    <a:pt x="4800" y="1194"/>
                    <a:pt x="4787" y="1202"/>
                    <a:pt x="4779" y="1202"/>
                  </a:cubicBezTo>
                  <a:cubicBezTo>
                    <a:pt x="4774" y="1202"/>
                    <a:pt x="4771" y="1199"/>
                    <a:pt x="4768" y="1196"/>
                  </a:cubicBezTo>
                  <a:cubicBezTo>
                    <a:pt x="4760" y="1193"/>
                    <a:pt x="4754" y="1191"/>
                    <a:pt x="4749" y="1191"/>
                  </a:cubicBezTo>
                  <a:cubicBezTo>
                    <a:pt x="4741" y="1191"/>
                    <a:pt x="4735" y="1200"/>
                    <a:pt x="4720" y="1237"/>
                  </a:cubicBezTo>
                  <a:cubicBezTo>
                    <a:pt x="4689" y="1282"/>
                    <a:pt x="4659" y="1335"/>
                    <a:pt x="4655" y="1335"/>
                  </a:cubicBezTo>
                  <a:cubicBezTo>
                    <a:pt x="4655" y="1335"/>
                    <a:pt x="4655" y="1335"/>
                    <a:pt x="4655" y="1334"/>
                  </a:cubicBezTo>
                  <a:lnTo>
                    <a:pt x="4679" y="1285"/>
                  </a:lnTo>
                  <a:cubicBezTo>
                    <a:pt x="4712" y="1237"/>
                    <a:pt x="4695" y="1221"/>
                    <a:pt x="4671" y="1204"/>
                  </a:cubicBezTo>
                  <a:cubicBezTo>
                    <a:pt x="4639" y="1188"/>
                    <a:pt x="4622" y="1180"/>
                    <a:pt x="4647" y="1123"/>
                  </a:cubicBezTo>
                  <a:lnTo>
                    <a:pt x="4647" y="1123"/>
                  </a:lnTo>
                  <a:lnTo>
                    <a:pt x="4614" y="1172"/>
                  </a:lnTo>
                  <a:cubicBezTo>
                    <a:pt x="4595" y="1191"/>
                    <a:pt x="4585" y="1201"/>
                    <a:pt x="4582" y="1201"/>
                  </a:cubicBezTo>
                  <a:cubicBezTo>
                    <a:pt x="4579" y="1201"/>
                    <a:pt x="4585" y="1189"/>
                    <a:pt x="4598" y="1164"/>
                  </a:cubicBezTo>
                  <a:cubicBezTo>
                    <a:pt x="4613" y="1129"/>
                    <a:pt x="4609" y="1109"/>
                    <a:pt x="4595" y="1109"/>
                  </a:cubicBezTo>
                  <a:cubicBezTo>
                    <a:pt x="4586" y="1109"/>
                    <a:pt x="4573" y="1116"/>
                    <a:pt x="4558" y="1131"/>
                  </a:cubicBezTo>
                  <a:lnTo>
                    <a:pt x="4541" y="1123"/>
                  </a:lnTo>
                  <a:cubicBezTo>
                    <a:pt x="4572" y="1067"/>
                    <a:pt x="4579" y="1036"/>
                    <a:pt x="4569" y="1036"/>
                  </a:cubicBezTo>
                  <a:lnTo>
                    <a:pt x="4569" y="1036"/>
                  </a:lnTo>
                  <a:cubicBezTo>
                    <a:pt x="4560" y="1036"/>
                    <a:pt x="4539" y="1058"/>
                    <a:pt x="4509" y="1107"/>
                  </a:cubicBezTo>
                  <a:cubicBezTo>
                    <a:pt x="4541" y="1050"/>
                    <a:pt x="4533" y="1050"/>
                    <a:pt x="4525" y="1042"/>
                  </a:cubicBezTo>
                  <a:lnTo>
                    <a:pt x="4525" y="1042"/>
                  </a:lnTo>
                  <a:cubicBezTo>
                    <a:pt x="4509" y="1062"/>
                    <a:pt x="4495" y="1071"/>
                    <a:pt x="4486" y="1071"/>
                  </a:cubicBezTo>
                  <a:cubicBezTo>
                    <a:pt x="4474" y="1071"/>
                    <a:pt x="4473" y="1052"/>
                    <a:pt x="4493" y="1018"/>
                  </a:cubicBezTo>
                  <a:lnTo>
                    <a:pt x="4485" y="1018"/>
                  </a:lnTo>
                  <a:cubicBezTo>
                    <a:pt x="4462" y="1052"/>
                    <a:pt x="4451" y="1062"/>
                    <a:pt x="4444" y="1062"/>
                  </a:cubicBezTo>
                  <a:cubicBezTo>
                    <a:pt x="4441" y="1062"/>
                    <a:pt x="4438" y="1061"/>
                    <a:pt x="4436" y="1058"/>
                  </a:cubicBezTo>
                  <a:cubicBezTo>
                    <a:pt x="4434" y="1058"/>
                    <a:pt x="4432" y="1058"/>
                    <a:pt x="4429" y="1058"/>
                  </a:cubicBezTo>
                  <a:cubicBezTo>
                    <a:pt x="4422" y="1058"/>
                    <a:pt x="4412" y="1063"/>
                    <a:pt x="4387" y="1099"/>
                  </a:cubicBezTo>
                  <a:cubicBezTo>
                    <a:pt x="4355" y="1148"/>
                    <a:pt x="4347" y="1148"/>
                    <a:pt x="4347" y="1148"/>
                  </a:cubicBezTo>
                  <a:cubicBezTo>
                    <a:pt x="4339" y="1148"/>
                    <a:pt x="4379" y="1091"/>
                    <a:pt x="4412" y="1042"/>
                  </a:cubicBezTo>
                  <a:cubicBezTo>
                    <a:pt x="4430" y="1024"/>
                    <a:pt x="4435" y="1010"/>
                    <a:pt x="4428" y="1010"/>
                  </a:cubicBezTo>
                  <a:lnTo>
                    <a:pt x="4428" y="1010"/>
                  </a:lnTo>
                  <a:cubicBezTo>
                    <a:pt x="4420" y="1010"/>
                    <a:pt x="4395" y="1030"/>
                    <a:pt x="4355" y="1083"/>
                  </a:cubicBezTo>
                  <a:cubicBezTo>
                    <a:pt x="4318" y="1131"/>
                    <a:pt x="4300" y="1156"/>
                    <a:pt x="4299" y="1156"/>
                  </a:cubicBezTo>
                  <a:cubicBezTo>
                    <a:pt x="4298" y="1156"/>
                    <a:pt x="4314" y="1131"/>
                    <a:pt x="4347" y="1083"/>
                  </a:cubicBezTo>
                  <a:cubicBezTo>
                    <a:pt x="4376" y="1042"/>
                    <a:pt x="4400" y="1006"/>
                    <a:pt x="4398" y="1006"/>
                  </a:cubicBezTo>
                  <a:lnTo>
                    <a:pt x="4398" y="1006"/>
                  </a:lnTo>
                  <a:cubicBezTo>
                    <a:pt x="4396" y="1006"/>
                    <a:pt x="4391" y="1012"/>
                    <a:pt x="4379" y="1026"/>
                  </a:cubicBezTo>
                  <a:cubicBezTo>
                    <a:pt x="4379" y="1026"/>
                    <a:pt x="4378" y="1026"/>
                    <a:pt x="4377" y="1026"/>
                  </a:cubicBezTo>
                  <a:cubicBezTo>
                    <a:pt x="4372" y="1026"/>
                    <a:pt x="4358" y="1031"/>
                    <a:pt x="4339" y="1075"/>
                  </a:cubicBezTo>
                  <a:lnTo>
                    <a:pt x="4322" y="1058"/>
                  </a:lnTo>
                  <a:cubicBezTo>
                    <a:pt x="4330" y="1002"/>
                    <a:pt x="4322" y="994"/>
                    <a:pt x="4322" y="994"/>
                  </a:cubicBezTo>
                  <a:cubicBezTo>
                    <a:pt x="4307" y="1017"/>
                    <a:pt x="4299" y="1029"/>
                    <a:pt x="4296" y="1029"/>
                  </a:cubicBezTo>
                  <a:cubicBezTo>
                    <a:pt x="4294" y="1029"/>
                    <a:pt x="4298" y="1015"/>
                    <a:pt x="4306" y="985"/>
                  </a:cubicBezTo>
                  <a:cubicBezTo>
                    <a:pt x="4316" y="961"/>
                    <a:pt x="4321" y="948"/>
                    <a:pt x="4319" y="948"/>
                  </a:cubicBezTo>
                  <a:lnTo>
                    <a:pt x="4319" y="948"/>
                  </a:lnTo>
                  <a:cubicBezTo>
                    <a:pt x="4316" y="948"/>
                    <a:pt x="4302" y="973"/>
                    <a:pt x="4274" y="1034"/>
                  </a:cubicBezTo>
                  <a:cubicBezTo>
                    <a:pt x="4258" y="1058"/>
                    <a:pt x="4248" y="1070"/>
                    <a:pt x="4245" y="1070"/>
                  </a:cubicBezTo>
                  <a:cubicBezTo>
                    <a:pt x="4241" y="1070"/>
                    <a:pt x="4245" y="1055"/>
                    <a:pt x="4258" y="1026"/>
                  </a:cubicBezTo>
                  <a:cubicBezTo>
                    <a:pt x="4286" y="960"/>
                    <a:pt x="4295" y="932"/>
                    <a:pt x="4293" y="932"/>
                  </a:cubicBezTo>
                  <a:lnTo>
                    <a:pt x="4293" y="932"/>
                  </a:lnTo>
                  <a:cubicBezTo>
                    <a:pt x="4291" y="932"/>
                    <a:pt x="4284" y="946"/>
                    <a:pt x="4274" y="969"/>
                  </a:cubicBezTo>
                  <a:cubicBezTo>
                    <a:pt x="4249" y="1006"/>
                    <a:pt x="4239" y="1010"/>
                    <a:pt x="4235" y="1010"/>
                  </a:cubicBezTo>
                  <a:cubicBezTo>
                    <a:pt x="4234" y="1010"/>
                    <a:pt x="4233" y="1010"/>
                    <a:pt x="4233" y="1010"/>
                  </a:cubicBezTo>
                  <a:cubicBezTo>
                    <a:pt x="4258" y="961"/>
                    <a:pt x="4201" y="921"/>
                    <a:pt x="4144" y="896"/>
                  </a:cubicBezTo>
                  <a:cubicBezTo>
                    <a:pt x="4143" y="896"/>
                    <a:pt x="4143" y="896"/>
                    <a:pt x="4142" y="896"/>
                  </a:cubicBezTo>
                  <a:cubicBezTo>
                    <a:pt x="4132" y="896"/>
                    <a:pt x="4102" y="948"/>
                    <a:pt x="4079" y="994"/>
                  </a:cubicBezTo>
                  <a:cubicBezTo>
                    <a:pt x="4059" y="1042"/>
                    <a:pt x="4051" y="1059"/>
                    <a:pt x="4050" y="1059"/>
                  </a:cubicBezTo>
                  <a:cubicBezTo>
                    <a:pt x="4050" y="1059"/>
                    <a:pt x="4062" y="1026"/>
                    <a:pt x="4071" y="994"/>
                  </a:cubicBezTo>
                  <a:cubicBezTo>
                    <a:pt x="4108" y="907"/>
                    <a:pt x="4122" y="865"/>
                    <a:pt x="4119" y="865"/>
                  </a:cubicBezTo>
                  <a:lnTo>
                    <a:pt x="4119" y="865"/>
                  </a:lnTo>
                  <a:cubicBezTo>
                    <a:pt x="4115" y="865"/>
                    <a:pt x="4095" y="905"/>
                    <a:pt x="4063" y="985"/>
                  </a:cubicBezTo>
                  <a:cubicBezTo>
                    <a:pt x="4043" y="1042"/>
                    <a:pt x="4033" y="1071"/>
                    <a:pt x="4032" y="1071"/>
                  </a:cubicBezTo>
                  <a:cubicBezTo>
                    <a:pt x="4031" y="1071"/>
                    <a:pt x="4039" y="1042"/>
                    <a:pt x="4055" y="985"/>
                  </a:cubicBezTo>
                  <a:cubicBezTo>
                    <a:pt x="4063" y="956"/>
                    <a:pt x="4067" y="942"/>
                    <a:pt x="4065" y="942"/>
                  </a:cubicBezTo>
                  <a:lnTo>
                    <a:pt x="4065" y="942"/>
                  </a:lnTo>
                  <a:cubicBezTo>
                    <a:pt x="4062" y="942"/>
                    <a:pt x="4054" y="954"/>
                    <a:pt x="4039" y="977"/>
                  </a:cubicBezTo>
                  <a:cubicBezTo>
                    <a:pt x="4050" y="931"/>
                    <a:pt x="4062" y="889"/>
                    <a:pt x="4059" y="889"/>
                  </a:cubicBezTo>
                  <a:lnTo>
                    <a:pt x="4059" y="889"/>
                  </a:lnTo>
                  <a:cubicBezTo>
                    <a:pt x="4057" y="889"/>
                    <a:pt x="4054" y="896"/>
                    <a:pt x="4047" y="913"/>
                  </a:cubicBezTo>
                  <a:cubicBezTo>
                    <a:pt x="4047" y="913"/>
                    <a:pt x="4039" y="913"/>
                    <a:pt x="4055" y="848"/>
                  </a:cubicBezTo>
                  <a:cubicBezTo>
                    <a:pt x="4062" y="831"/>
                    <a:pt x="4064" y="824"/>
                    <a:pt x="4063" y="824"/>
                  </a:cubicBezTo>
                  <a:lnTo>
                    <a:pt x="4063" y="824"/>
                  </a:lnTo>
                  <a:cubicBezTo>
                    <a:pt x="4060" y="824"/>
                    <a:pt x="4037" y="862"/>
                    <a:pt x="4014" y="896"/>
                  </a:cubicBezTo>
                  <a:cubicBezTo>
                    <a:pt x="3983" y="944"/>
                    <a:pt x="3964" y="968"/>
                    <a:pt x="3960" y="968"/>
                  </a:cubicBezTo>
                  <a:cubicBezTo>
                    <a:pt x="3955" y="968"/>
                    <a:pt x="3965" y="942"/>
                    <a:pt x="3990" y="888"/>
                  </a:cubicBezTo>
                  <a:cubicBezTo>
                    <a:pt x="4014" y="843"/>
                    <a:pt x="4018" y="824"/>
                    <a:pt x="4010" y="824"/>
                  </a:cubicBezTo>
                  <a:lnTo>
                    <a:pt x="4010" y="824"/>
                  </a:lnTo>
                  <a:cubicBezTo>
                    <a:pt x="3998" y="824"/>
                    <a:pt x="3966" y="860"/>
                    <a:pt x="3933" y="921"/>
                  </a:cubicBezTo>
                  <a:cubicBezTo>
                    <a:pt x="3923" y="944"/>
                    <a:pt x="3915" y="963"/>
                    <a:pt x="3909" y="977"/>
                  </a:cubicBezTo>
                  <a:cubicBezTo>
                    <a:pt x="3933" y="921"/>
                    <a:pt x="3925" y="921"/>
                    <a:pt x="3925" y="921"/>
                  </a:cubicBezTo>
                  <a:cubicBezTo>
                    <a:pt x="3917" y="913"/>
                    <a:pt x="3909" y="913"/>
                    <a:pt x="3933" y="856"/>
                  </a:cubicBezTo>
                  <a:lnTo>
                    <a:pt x="3933" y="856"/>
                  </a:lnTo>
                  <a:cubicBezTo>
                    <a:pt x="3933" y="856"/>
                    <a:pt x="3925" y="856"/>
                    <a:pt x="3893" y="904"/>
                  </a:cubicBezTo>
                  <a:cubicBezTo>
                    <a:pt x="3871" y="938"/>
                    <a:pt x="3857" y="952"/>
                    <a:pt x="3850" y="952"/>
                  </a:cubicBezTo>
                  <a:cubicBezTo>
                    <a:pt x="3837" y="952"/>
                    <a:pt x="3850" y="898"/>
                    <a:pt x="3876" y="823"/>
                  </a:cubicBezTo>
                  <a:lnTo>
                    <a:pt x="3876" y="823"/>
                  </a:lnTo>
                  <a:lnTo>
                    <a:pt x="3836" y="872"/>
                  </a:lnTo>
                  <a:cubicBezTo>
                    <a:pt x="3807" y="940"/>
                    <a:pt x="3783" y="985"/>
                    <a:pt x="3780" y="985"/>
                  </a:cubicBezTo>
                  <a:cubicBezTo>
                    <a:pt x="3778" y="985"/>
                    <a:pt x="3784" y="966"/>
                    <a:pt x="3803" y="921"/>
                  </a:cubicBezTo>
                  <a:lnTo>
                    <a:pt x="3828" y="864"/>
                  </a:lnTo>
                  <a:lnTo>
                    <a:pt x="3828" y="864"/>
                  </a:lnTo>
                  <a:cubicBezTo>
                    <a:pt x="3808" y="904"/>
                    <a:pt x="3795" y="921"/>
                    <a:pt x="3788" y="921"/>
                  </a:cubicBezTo>
                  <a:cubicBezTo>
                    <a:pt x="3776" y="921"/>
                    <a:pt x="3786" y="867"/>
                    <a:pt x="3812" y="799"/>
                  </a:cubicBezTo>
                  <a:cubicBezTo>
                    <a:pt x="3836" y="742"/>
                    <a:pt x="3836" y="742"/>
                    <a:pt x="3828" y="734"/>
                  </a:cubicBezTo>
                  <a:lnTo>
                    <a:pt x="3828" y="734"/>
                  </a:lnTo>
                  <a:lnTo>
                    <a:pt x="3812" y="791"/>
                  </a:lnTo>
                  <a:cubicBezTo>
                    <a:pt x="3795" y="831"/>
                    <a:pt x="3779" y="864"/>
                    <a:pt x="3755" y="904"/>
                  </a:cubicBezTo>
                  <a:cubicBezTo>
                    <a:pt x="3747" y="896"/>
                    <a:pt x="3747" y="896"/>
                    <a:pt x="3763" y="840"/>
                  </a:cubicBezTo>
                  <a:cubicBezTo>
                    <a:pt x="3775" y="798"/>
                    <a:pt x="3787" y="753"/>
                    <a:pt x="3783" y="753"/>
                  </a:cubicBezTo>
                  <a:lnTo>
                    <a:pt x="3783" y="753"/>
                  </a:lnTo>
                  <a:cubicBezTo>
                    <a:pt x="3781" y="753"/>
                    <a:pt x="3778" y="759"/>
                    <a:pt x="3771" y="775"/>
                  </a:cubicBezTo>
                  <a:cubicBezTo>
                    <a:pt x="3771" y="775"/>
                    <a:pt x="3771" y="775"/>
                    <a:pt x="3779" y="718"/>
                  </a:cubicBezTo>
                  <a:lnTo>
                    <a:pt x="3755" y="702"/>
                  </a:lnTo>
                  <a:cubicBezTo>
                    <a:pt x="3744" y="728"/>
                    <a:pt x="3734" y="740"/>
                    <a:pt x="3729" y="740"/>
                  </a:cubicBezTo>
                  <a:cubicBezTo>
                    <a:pt x="3724" y="740"/>
                    <a:pt x="3726" y="724"/>
                    <a:pt x="3739" y="694"/>
                  </a:cubicBezTo>
                  <a:cubicBezTo>
                    <a:pt x="3739" y="694"/>
                    <a:pt x="3738" y="693"/>
                    <a:pt x="3736" y="693"/>
                  </a:cubicBezTo>
                  <a:cubicBezTo>
                    <a:pt x="3731" y="693"/>
                    <a:pt x="3715" y="698"/>
                    <a:pt x="3690" y="742"/>
                  </a:cubicBezTo>
                  <a:cubicBezTo>
                    <a:pt x="3682" y="734"/>
                    <a:pt x="3674" y="734"/>
                    <a:pt x="3690" y="677"/>
                  </a:cubicBezTo>
                  <a:lnTo>
                    <a:pt x="3690" y="677"/>
                  </a:lnTo>
                  <a:cubicBezTo>
                    <a:pt x="3666" y="726"/>
                    <a:pt x="3658" y="726"/>
                    <a:pt x="3649" y="726"/>
                  </a:cubicBezTo>
                  <a:lnTo>
                    <a:pt x="3641" y="718"/>
                  </a:lnTo>
                  <a:cubicBezTo>
                    <a:pt x="3617" y="775"/>
                    <a:pt x="3617" y="775"/>
                    <a:pt x="3609" y="775"/>
                  </a:cubicBezTo>
                  <a:cubicBezTo>
                    <a:pt x="3601" y="767"/>
                    <a:pt x="3609" y="702"/>
                    <a:pt x="3601" y="702"/>
                  </a:cubicBezTo>
                  <a:cubicBezTo>
                    <a:pt x="3594" y="699"/>
                    <a:pt x="3589" y="698"/>
                    <a:pt x="3585" y="698"/>
                  </a:cubicBezTo>
                  <a:cubicBezTo>
                    <a:pt x="3575" y="698"/>
                    <a:pt x="3572" y="709"/>
                    <a:pt x="3560" y="750"/>
                  </a:cubicBezTo>
                  <a:cubicBezTo>
                    <a:pt x="3552" y="742"/>
                    <a:pt x="3552" y="677"/>
                    <a:pt x="3528" y="669"/>
                  </a:cubicBezTo>
                  <a:cubicBezTo>
                    <a:pt x="3521" y="667"/>
                    <a:pt x="3516" y="665"/>
                    <a:pt x="3512" y="665"/>
                  </a:cubicBezTo>
                  <a:cubicBezTo>
                    <a:pt x="3502" y="665"/>
                    <a:pt x="3499" y="677"/>
                    <a:pt x="3487" y="718"/>
                  </a:cubicBezTo>
                  <a:cubicBezTo>
                    <a:pt x="3471" y="774"/>
                    <a:pt x="3461" y="802"/>
                    <a:pt x="3459" y="802"/>
                  </a:cubicBezTo>
                  <a:cubicBezTo>
                    <a:pt x="3457" y="802"/>
                    <a:pt x="3463" y="772"/>
                    <a:pt x="3479" y="710"/>
                  </a:cubicBezTo>
                  <a:cubicBezTo>
                    <a:pt x="3494" y="641"/>
                    <a:pt x="3497" y="611"/>
                    <a:pt x="3493" y="611"/>
                  </a:cubicBezTo>
                  <a:lnTo>
                    <a:pt x="3493" y="611"/>
                  </a:lnTo>
                  <a:cubicBezTo>
                    <a:pt x="3491" y="611"/>
                    <a:pt x="3485" y="623"/>
                    <a:pt x="3479" y="645"/>
                  </a:cubicBezTo>
                  <a:cubicBezTo>
                    <a:pt x="3447" y="702"/>
                    <a:pt x="3447" y="702"/>
                    <a:pt x="3439" y="702"/>
                  </a:cubicBezTo>
                  <a:cubicBezTo>
                    <a:pt x="3452" y="671"/>
                    <a:pt x="3455" y="655"/>
                    <a:pt x="3451" y="655"/>
                  </a:cubicBezTo>
                  <a:lnTo>
                    <a:pt x="3451" y="655"/>
                  </a:lnTo>
                  <a:cubicBezTo>
                    <a:pt x="3447" y="655"/>
                    <a:pt x="3437" y="667"/>
                    <a:pt x="3422" y="694"/>
                  </a:cubicBezTo>
                  <a:cubicBezTo>
                    <a:pt x="3414" y="686"/>
                    <a:pt x="3414" y="686"/>
                    <a:pt x="3431" y="629"/>
                  </a:cubicBezTo>
                  <a:lnTo>
                    <a:pt x="3422" y="629"/>
                  </a:lnTo>
                  <a:cubicBezTo>
                    <a:pt x="3401" y="668"/>
                    <a:pt x="3386" y="682"/>
                    <a:pt x="3375" y="682"/>
                  </a:cubicBezTo>
                  <a:cubicBezTo>
                    <a:pt x="3357" y="682"/>
                    <a:pt x="3352" y="640"/>
                    <a:pt x="3358" y="604"/>
                  </a:cubicBezTo>
                  <a:cubicBezTo>
                    <a:pt x="3358" y="604"/>
                    <a:pt x="3357" y="604"/>
                    <a:pt x="3356" y="604"/>
                  </a:cubicBezTo>
                  <a:cubicBezTo>
                    <a:pt x="3353" y="604"/>
                    <a:pt x="3344" y="609"/>
                    <a:pt x="3325" y="653"/>
                  </a:cubicBezTo>
                  <a:cubicBezTo>
                    <a:pt x="3306" y="708"/>
                    <a:pt x="3294" y="734"/>
                    <a:pt x="3290" y="734"/>
                  </a:cubicBezTo>
                  <a:cubicBezTo>
                    <a:pt x="3286" y="734"/>
                    <a:pt x="3292" y="704"/>
                    <a:pt x="3309" y="645"/>
                  </a:cubicBezTo>
                  <a:lnTo>
                    <a:pt x="3309" y="645"/>
                  </a:lnTo>
                  <a:cubicBezTo>
                    <a:pt x="3297" y="666"/>
                    <a:pt x="3285" y="677"/>
                    <a:pt x="3277" y="677"/>
                  </a:cubicBezTo>
                  <a:cubicBezTo>
                    <a:pt x="3263" y="677"/>
                    <a:pt x="3259" y="644"/>
                    <a:pt x="3285" y="572"/>
                  </a:cubicBezTo>
                  <a:lnTo>
                    <a:pt x="3325" y="458"/>
                  </a:lnTo>
                  <a:lnTo>
                    <a:pt x="3325" y="458"/>
                  </a:lnTo>
                  <a:cubicBezTo>
                    <a:pt x="3301" y="515"/>
                    <a:pt x="3293" y="515"/>
                    <a:pt x="3293" y="515"/>
                  </a:cubicBezTo>
                  <a:cubicBezTo>
                    <a:pt x="3280" y="559"/>
                    <a:pt x="3272" y="564"/>
                    <a:pt x="3258" y="564"/>
                  </a:cubicBezTo>
                  <a:cubicBezTo>
                    <a:pt x="3254" y="564"/>
                    <a:pt x="3249" y="564"/>
                    <a:pt x="3244" y="564"/>
                  </a:cubicBezTo>
                  <a:cubicBezTo>
                    <a:pt x="3243" y="563"/>
                    <a:pt x="3243" y="563"/>
                    <a:pt x="3241" y="563"/>
                  </a:cubicBezTo>
                  <a:cubicBezTo>
                    <a:pt x="3230" y="563"/>
                    <a:pt x="3193" y="597"/>
                    <a:pt x="3175" y="597"/>
                  </a:cubicBezTo>
                  <a:cubicBezTo>
                    <a:pt x="3174" y="597"/>
                    <a:pt x="3172" y="597"/>
                    <a:pt x="3171" y="596"/>
                  </a:cubicBezTo>
                  <a:cubicBezTo>
                    <a:pt x="3163" y="588"/>
                    <a:pt x="3139" y="580"/>
                    <a:pt x="3147" y="523"/>
                  </a:cubicBezTo>
                  <a:cubicBezTo>
                    <a:pt x="3145" y="523"/>
                    <a:pt x="3144" y="523"/>
                    <a:pt x="3142" y="523"/>
                  </a:cubicBezTo>
                  <a:cubicBezTo>
                    <a:pt x="3137" y="523"/>
                    <a:pt x="3131" y="528"/>
                    <a:pt x="3106" y="572"/>
                  </a:cubicBezTo>
                  <a:cubicBezTo>
                    <a:pt x="3095" y="598"/>
                    <a:pt x="3085" y="611"/>
                    <a:pt x="3080" y="611"/>
                  </a:cubicBezTo>
                  <a:cubicBezTo>
                    <a:pt x="3074" y="611"/>
                    <a:pt x="3073" y="594"/>
                    <a:pt x="3082" y="564"/>
                  </a:cubicBezTo>
                  <a:lnTo>
                    <a:pt x="3074" y="564"/>
                  </a:lnTo>
                  <a:cubicBezTo>
                    <a:pt x="3049" y="613"/>
                    <a:pt x="3041" y="613"/>
                    <a:pt x="3041" y="613"/>
                  </a:cubicBezTo>
                  <a:cubicBezTo>
                    <a:pt x="3053" y="571"/>
                    <a:pt x="3061" y="526"/>
                    <a:pt x="3055" y="526"/>
                  </a:cubicBezTo>
                  <a:lnTo>
                    <a:pt x="3055" y="526"/>
                  </a:lnTo>
                  <a:cubicBezTo>
                    <a:pt x="3052" y="526"/>
                    <a:pt x="3048" y="532"/>
                    <a:pt x="3041" y="548"/>
                  </a:cubicBezTo>
                  <a:cubicBezTo>
                    <a:pt x="3030" y="589"/>
                    <a:pt x="3022" y="600"/>
                    <a:pt x="3016" y="600"/>
                  </a:cubicBezTo>
                  <a:cubicBezTo>
                    <a:pt x="3013" y="600"/>
                    <a:pt x="3011" y="599"/>
                    <a:pt x="3009" y="596"/>
                  </a:cubicBezTo>
                  <a:cubicBezTo>
                    <a:pt x="3009" y="554"/>
                    <a:pt x="2879" y="503"/>
                    <a:pt x="2805" y="503"/>
                  </a:cubicBezTo>
                  <a:cubicBezTo>
                    <a:pt x="2780" y="503"/>
                    <a:pt x="2762" y="509"/>
                    <a:pt x="2758" y="523"/>
                  </a:cubicBezTo>
                  <a:lnTo>
                    <a:pt x="2741" y="515"/>
                  </a:lnTo>
                  <a:lnTo>
                    <a:pt x="2717" y="507"/>
                  </a:lnTo>
                  <a:cubicBezTo>
                    <a:pt x="2728" y="456"/>
                    <a:pt x="2724" y="438"/>
                    <a:pt x="2714" y="438"/>
                  </a:cubicBezTo>
                  <a:cubicBezTo>
                    <a:pt x="2701" y="438"/>
                    <a:pt x="2678" y="464"/>
                    <a:pt x="2660" y="491"/>
                  </a:cubicBezTo>
                  <a:cubicBezTo>
                    <a:pt x="2644" y="548"/>
                    <a:pt x="2636" y="548"/>
                    <a:pt x="2628" y="548"/>
                  </a:cubicBezTo>
                  <a:cubicBezTo>
                    <a:pt x="2642" y="475"/>
                    <a:pt x="2640" y="446"/>
                    <a:pt x="2630" y="446"/>
                  </a:cubicBezTo>
                  <a:lnTo>
                    <a:pt x="2630" y="446"/>
                  </a:lnTo>
                  <a:cubicBezTo>
                    <a:pt x="2623" y="446"/>
                    <a:pt x="2613" y="460"/>
                    <a:pt x="2604" y="483"/>
                  </a:cubicBezTo>
                  <a:cubicBezTo>
                    <a:pt x="2588" y="539"/>
                    <a:pt x="2578" y="567"/>
                    <a:pt x="2574" y="567"/>
                  </a:cubicBezTo>
                  <a:cubicBezTo>
                    <a:pt x="2571" y="567"/>
                    <a:pt x="2575" y="537"/>
                    <a:pt x="2587" y="475"/>
                  </a:cubicBezTo>
                  <a:cubicBezTo>
                    <a:pt x="2599" y="422"/>
                    <a:pt x="2603" y="392"/>
                    <a:pt x="2599" y="392"/>
                  </a:cubicBezTo>
                  <a:lnTo>
                    <a:pt x="2599" y="392"/>
                  </a:lnTo>
                  <a:cubicBezTo>
                    <a:pt x="2594" y="392"/>
                    <a:pt x="2577" y="432"/>
                    <a:pt x="2547" y="523"/>
                  </a:cubicBezTo>
                  <a:cubicBezTo>
                    <a:pt x="2539" y="552"/>
                    <a:pt x="2535" y="566"/>
                    <a:pt x="2534" y="566"/>
                  </a:cubicBezTo>
                  <a:cubicBezTo>
                    <a:pt x="2533" y="566"/>
                    <a:pt x="2535" y="552"/>
                    <a:pt x="2539" y="523"/>
                  </a:cubicBezTo>
                  <a:cubicBezTo>
                    <a:pt x="2548" y="451"/>
                    <a:pt x="2549" y="422"/>
                    <a:pt x="2545" y="422"/>
                  </a:cubicBezTo>
                  <a:lnTo>
                    <a:pt x="2545" y="422"/>
                  </a:lnTo>
                  <a:cubicBezTo>
                    <a:pt x="2542" y="422"/>
                    <a:pt x="2537" y="435"/>
                    <a:pt x="2531" y="458"/>
                  </a:cubicBezTo>
                  <a:cubicBezTo>
                    <a:pt x="2519" y="518"/>
                    <a:pt x="2511" y="547"/>
                    <a:pt x="2507" y="547"/>
                  </a:cubicBezTo>
                  <a:cubicBezTo>
                    <a:pt x="2504" y="547"/>
                    <a:pt x="2506" y="516"/>
                    <a:pt x="2514" y="458"/>
                  </a:cubicBezTo>
                  <a:cubicBezTo>
                    <a:pt x="2518" y="397"/>
                    <a:pt x="2521" y="366"/>
                    <a:pt x="2517" y="366"/>
                  </a:cubicBezTo>
                  <a:lnTo>
                    <a:pt x="2517" y="366"/>
                  </a:lnTo>
                  <a:cubicBezTo>
                    <a:pt x="2514" y="366"/>
                    <a:pt x="2506" y="395"/>
                    <a:pt x="2490" y="450"/>
                  </a:cubicBezTo>
                  <a:cubicBezTo>
                    <a:pt x="2474" y="505"/>
                    <a:pt x="2461" y="532"/>
                    <a:pt x="2452" y="532"/>
                  </a:cubicBezTo>
                  <a:cubicBezTo>
                    <a:pt x="2444" y="532"/>
                    <a:pt x="2441" y="501"/>
                    <a:pt x="2449" y="442"/>
                  </a:cubicBezTo>
                  <a:cubicBezTo>
                    <a:pt x="2444" y="437"/>
                    <a:pt x="2442" y="409"/>
                    <a:pt x="2439" y="409"/>
                  </a:cubicBezTo>
                  <a:cubicBezTo>
                    <a:pt x="2438" y="409"/>
                    <a:pt x="2436" y="416"/>
                    <a:pt x="2433" y="434"/>
                  </a:cubicBezTo>
                  <a:lnTo>
                    <a:pt x="2433" y="377"/>
                  </a:lnTo>
                  <a:lnTo>
                    <a:pt x="2425" y="369"/>
                  </a:lnTo>
                  <a:lnTo>
                    <a:pt x="2409" y="426"/>
                  </a:lnTo>
                  <a:cubicBezTo>
                    <a:pt x="2409" y="426"/>
                    <a:pt x="2377" y="361"/>
                    <a:pt x="2320" y="345"/>
                  </a:cubicBezTo>
                  <a:cubicBezTo>
                    <a:pt x="2292" y="339"/>
                    <a:pt x="2272" y="336"/>
                    <a:pt x="2259" y="336"/>
                  </a:cubicBezTo>
                  <a:cubicBezTo>
                    <a:pt x="2233" y="336"/>
                    <a:pt x="2228" y="349"/>
                    <a:pt x="2222" y="386"/>
                  </a:cubicBezTo>
                  <a:cubicBezTo>
                    <a:pt x="2218" y="446"/>
                    <a:pt x="2212" y="477"/>
                    <a:pt x="2209" y="477"/>
                  </a:cubicBezTo>
                  <a:cubicBezTo>
                    <a:pt x="2206" y="477"/>
                    <a:pt x="2206" y="446"/>
                    <a:pt x="2214" y="386"/>
                  </a:cubicBezTo>
                  <a:cubicBezTo>
                    <a:pt x="2206" y="386"/>
                    <a:pt x="2198" y="321"/>
                    <a:pt x="2182" y="321"/>
                  </a:cubicBezTo>
                  <a:cubicBezTo>
                    <a:pt x="2166" y="313"/>
                    <a:pt x="2158" y="313"/>
                    <a:pt x="2166" y="256"/>
                  </a:cubicBezTo>
                  <a:lnTo>
                    <a:pt x="2158" y="248"/>
                  </a:lnTo>
                  <a:cubicBezTo>
                    <a:pt x="2140" y="315"/>
                    <a:pt x="2119" y="343"/>
                    <a:pt x="2102" y="343"/>
                  </a:cubicBezTo>
                  <a:cubicBezTo>
                    <a:pt x="2088" y="343"/>
                    <a:pt x="2076" y="325"/>
                    <a:pt x="2068" y="296"/>
                  </a:cubicBezTo>
                  <a:cubicBezTo>
                    <a:pt x="2065" y="296"/>
                    <a:pt x="2062" y="296"/>
                    <a:pt x="2059" y="296"/>
                  </a:cubicBezTo>
                  <a:cubicBezTo>
                    <a:pt x="2048" y="296"/>
                    <a:pt x="2039" y="301"/>
                    <a:pt x="2020" y="345"/>
                  </a:cubicBezTo>
                  <a:cubicBezTo>
                    <a:pt x="2012" y="373"/>
                    <a:pt x="2008" y="388"/>
                    <a:pt x="2006" y="388"/>
                  </a:cubicBezTo>
                  <a:cubicBezTo>
                    <a:pt x="2004" y="388"/>
                    <a:pt x="2004" y="373"/>
                    <a:pt x="2004" y="345"/>
                  </a:cubicBezTo>
                  <a:cubicBezTo>
                    <a:pt x="2008" y="307"/>
                    <a:pt x="1996" y="268"/>
                    <a:pt x="1982" y="268"/>
                  </a:cubicBezTo>
                  <a:cubicBezTo>
                    <a:pt x="1972" y="268"/>
                    <a:pt x="1962" y="287"/>
                    <a:pt x="1955" y="337"/>
                  </a:cubicBezTo>
                  <a:lnTo>
                    <a:pt x="1955" y="272"/>
                  </a:lnTo>
                  <a:cubicBezTo>
                    <a:pt x="1955" y="255"/>
                    <a:pt x="1954" y="249"/>
                    <a:pt x="1952" y="249"/>
                  </a:cubicBezTo>
                  <a:cubicBezTo>
                    <a:pt x="1947" y="249"/>
                    <a:pt x="1939" y="289"/>
                    <a:pt x="1939" y="329"/>
                  </a:cubicBezTo>
                  <a:cubicBezTo>
                    <a:pt x="1931" y="384"/>
                    <a:pt x="1926" y="414"/>
                    <a:pt x="1923" y="414"/>
                  </a:cubicBezTo>
                  <a:cubicBezTo>
                    <a:pt x="1920" y="414"/>
                    <a:pt x="1922" y="370"/>
                    <a:pt x="1931" y="272"/>
                  </a:cubicBezTo>
                  <a:cubicBezTo>
                    <a:pt x="1935" y="200"/>
                    <a:pt x="1935" y="170"/>
                    <a:pt x="1931" y="170"/>
                  </a:cubicBezTo>
                  <a:lnTo>
                    <a:pt x="1931" y="170"/>
                  </a:lnTo>
                  <a:cubicBezTo>
                    <a:pt x="1929" y="170"/>
                    <a:pt x="1926" y="184"/>
                    <a:pt x="1922" y="207"/>
                  </a:cubicBezTo>
                  <a:cubicBezTo>
                    <a:pt x="1917" y="247"/>
                    <a:pt x="1907" y="287"/>
                    <a:pt x="1902" y="287"/>
                  </a:cubicBezTo>
                  <a:cubicBezTo>
                    <a:pt x="1900" y="287"/>
                    <a:pt x="1898" y="281"/>
                    <a:pt x="1898" y="264"/>
                  </a:cubicBezTo>
                  <a:cubicBezTo>
                    <a:pt x="1890" y="264"/>
                    <a:pt x="1882" y="264"/>
                    <a:pt x="1874" y="377"/>
                  </a:cubicBezTo>
                  <a:cubicBezTo>
                    <a:pt x="1866" y="442"/>
                    <a:pt x="1858" y="442"/>
                    <a:pt x="1850" y="442"/>
                  </a:cubicBezTo>
                  <a:cubicBezTo>
                    <a:pt x="1850" y="402"/>
                    <a:pt x="1858" y="361"/>
                    <a:pt x="1866" y="321"/>
                  </a:cubicBezTo>
                  <a:lnTo>
                    <a:pt x="1858" y="321"/>
                  </a:lnTo>
                  <a:cubicBezTo>
                    <a:pt x="1841" y="280"/>
                    <a:pt x="1841" y="240"/>
                    <a:pt x="1841" y="199"/>
                  </a:cubicBezTo>
                  <a:cubicBezTo>
                    <a:pt x="1841" y="172"/>
                    <a:pt x="1840" y="156"/>
                    <a:pt x="1838" y="1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2"/>
            <p:cNvSpPr/>
            <p:nvPr/>
          </p:nvSpPr>
          <p:spPr>
            <a:xfrm>
              <a:off x="7299878" y="1485088"/>
              <a:ext cx="36630" cy="41766"/>
            </a:xfrm>
            <a:custGeom>
              <a:avLst/>
              <a:gdLst/>
              <a:ahLst/>
              <a:cxnLst/>
              <a:rect l="l" t="t" r="r" b="b"/>
              <a:pathLst>
                <a:path w="2125" h="2423" extrusionOk="0">
                  <a:moveTo>
                    <a:pt x="1261" y="1"/>
                  </a:moveTo>
                  <a:cubicBezTo>
                    <a:pt x="960" y="1"/>
                    <a:pt x="678" y="181"/>
                    <a:pt x="560" y="484"/>
                  </a:cubicBezTo>
                  <a:lnTo>
                    <a:pt x="195" y="1376"/>
                  </a:lnTo>
                  <a:cubicBezTo>
                    <a:pt x="1" y="1879"/>
                    <a:pt x="365" y="2422"/>
                    <a:pt x="901" y="2422"/>
                  </a:cubicBezTo>
                  <a:cubicBezTo>
                    <a:pt x="1217" y="2422"/>
                    <a:pt x="1492" y="2236"/>
                    <a:pt x="1614" y="1944"/>
                  </a:cubicBezTo>
                  <a:lnTo>
                    <a:pt x="1971" y="1044"/>
                  </a:lnTo>
                  <a:cubicBezTo>
                    <a:pt x="2125" y="655"/>
                    <a:pt x="1938" y="209"/>
                    <a:pt x="1541" y="55"/>
                  </a:cubicBezTo>
                  <a:cubicBezTo>
                    <a:pt x="1449" y="18"/>
                    <a:pt x="1354" y="1"/>
                    <a:pt x="1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2"/>
            <p:cNvSpPr/>
            <p:nvPr/>
          </p:nvSpPr>
          <p:spPr>
            <a:xfrm>
              <a:off x="7429711" y="1525648"/>
              <a:ext cx="36630" cy="41732"/>
            </a:xfrm>
            <a:custGeom>
              <a:avLst/>
              <a:gdLst/>
              <a:ahLst/>
              <a:cxnLst/>
              <a:rect l="l" t="t" r="r" b="b"/>
              <a:pathLst>
                <a:path w="2125" h="2421" extrusionOk="0">
                  <a:moveTo>
                    <a:pt x="1265" y="0"/>
                  </a:moveTo>
                  <a:cubicBezTo>
                    <a:pt x="963" y="0"/>
                    <a:pt x="676" y="184"/>
                    <a:pt x="552" y="483"/>
                  </a:cubicBezTo>
                  <a:lnTo>
                    <a:pt x="195" y="1383"/>
                  </a:lnTo>
                  <a:cubicBezTo>
                    <a:pt x="1" y="1877"/>
                    <a:pt x="366" y="2420"/>
                    <a:pt x="901" y="2420"/>
                  </a:cubicBezTo>
                  <a:cubicBezTo>
                    <a:pt x="1217" y="2420"/>
                    <a:pt x="1493" y="2234"/>
                    <a:pt x="1614" y="1942"/>
                  </a:cubicBezTo>
                  <a:lnTo>
                    <a:pt x="1971" y="1042"/>
                  </a:lnTo>
                  <a:cubicBezTo>
                    <a:pt x="2125" y="653"/>
                    <a:pt x="1938" y="215"/>
                    <a:pt x="1541" y="53"/>
                  </a:cubicBezTo>
                  <a:cubicBezTo>
                    <a:pt x="1451" y="17"/>
                    <a:pt x="1357" y="0"/>
                    <a:pt x="1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2"/>
            <p:cNvSpPr/>
            <p:nvPr/>
          </p:nvSpPr>
          <p:spPr>
            <a:xfrm>
              <a:off x="7307566" y="1499447"/>
              <a:ext cx="81689" cy="110975"/>
            </a:xfrm>
            <a:custGeom>
              <a:avLst/>
              <a:gdLst/>
              <a:ahLst/>
              <a:cxnLst/>
              <a:rect l="l" t="t" r="r" b="b"/>
              <a:pathLst>
                <a:path w="4739" h="6438" extrusionOk="0">
                  <a:moveTo>
                    <a:pt x="3527" y="0"/>
                  </a:moveTo>
                  <a:lnTo>
                    <a:pt x="3527" y="8"/>
                  </a:lnTo>
                  <a:cubicBezTo>
                    <a:pt x="3519" y="16"/>
                    <a:pt x="3568" y="49"/>
                    <a:pt x="3625" y="81"/>
                  </a:cubicBezTo>
                  <a:lnTo>
                    <a:pt x="3633" y="65"/>
                  </a:lnTo>
                  <a:cubicBezTo>
                    <a:pt x="3600" y="41"/>
                    <a:pt x="3568" y="24"/>
                    <a:pt x="3527" y="0"/>
                  </a:cubicBezTo>
                  <a:close/>
                  <a:moveTo>
                    <a:pt x="4298" y="470"/>
                  </a:moveTo>
                  <a:lnTo>
                    <a:pt x="4354" y="486"/>
                  </a:lnTo>
                  <a:cubicBezTo>
                    <a:pt x="4403" y="519"/>
                    <a:pt x="4403" y="527"/>
                    <a:pt x="4395" y="535"/>
                  </a:cubicBezTo>
                  <a:cubicBezTo>
                    <a:pt x="4392" y="538"/>
                    <a:pt x="4390" y="540"/>
                    <a:pt x="4387" y="540"/>
                  </a:cubicBezTo>
                  <a:cubicBezTo>
                    <a:pt x="4380" y="540"/>
                    <a:pt x="4369" y="534"/>
                    <a:pt x="4338" y="519"/>
                  </a:cubicBezTo>
                  <a:cubicBezTo>
                    <a:pt x="4338" y="519"/>
                    <a:pt x="4290" y="478"/>
                    <a:pt x="4298" y="470"/>
                  </a:cubicBezTo>
                  <a:close/>
                  <a:moveTo>
                    <a:pt x="4119" y="533"/>
                  </a:moveTo>
                  <a:cubicBezTo>
                    <a:pt x="4139" y="533"/>
                    <a:pt x="4186" y="549"/>
                    <a:pt x="4233" y="576"/>
                  </a:cubicBezTo>
                  <a:cubicBezTo>
                    <a:pt x="4338" y="624"/>
                    <a:pt x="4338" y="624"/>
                    <a:pt x="4330" y="649"/>
                  </a:cubicBezTo>
                  <a:cubicBezTo>
                    <a:pt x="4326" y="652"/>
                    <a:pt x="4323" y="656"/>
                    <a:pt x="4316" y="656"/>
                  </a:cubicBezTo>
                  <a:cubicBezTo>
                    <a:pt x="4307" y="656"/>
                    <a:pt x="4292" y="650"/>
                    <a:pt x="4265" y="632"/>
                  </a:cubicBezTo>
                  <a:lnTo>
                    <a:pt x="4273" y="624"/>
                  </a:lnTo>
                  <a:cubicBezTo>
                    <a:pt x="4286" y="633"/>
                    <a:pt x="4292" y="636"/>
                    <a:pt x="4293" y="636"/>
                  </a:cubicBezTo>
                  <a:cubicBezTo>
                    <a:pt x="4296" y="636"/>
                    <a:pt x="4258" y="610"/>
                    <a:pt x="4217" y="592"/>
                  </a:cubicBezTo>
                  <a:lnTo>
                    <a:pt x="4111" y="535"/>
                  </a:lnTo>
                  <a:cubicBezTo>
                    <a:pt x="4113" y="534"/>
                    <a:pt x="4115" y="533"/>
                    <a:pt x="4119" y="533"/>
                  </a:cubicBezTo>
                  <a:close/>
                  <a:moveTo>
                    <a:pt x="4517" y="795"/>
                  </a:moveTo>
                  <a:lnTo>
                    <a:pt x="4508" y="803"/>
                  </a:lnTo>
                  <a:cubicBezTo>
                    <a:pt x="4541" y="824"/>
                    <a:pt x="4552" y="832"/>
                    <a:pt x="4558" y="832"/>
                  </a:cubicBezTo>
                  <a:cubicBezTo>
                    <a:pt x="4561" y="832"/>
                    <a:pt x="4563" y="830"/>
                    <a:pt x="4565" y="827"/>
                  </a:cubicBezTo>
                  <a:lnTo>
                    <a:pt x="4573" y="819"/>
                  </a:lnTo>
                  <a:lnTo>
                    <a:pt x="4517" y="795"/>
                  </a:lnTo>
                  <a:close/>
                  <a:moveTo>
                    <a:pt x="3586" y="1016"/>
                  </a:moveTo>
                  <a:cubicBezTo>
                    <a:pt x="3575" y="1016"/>
                    <a:pt x="3569" y="1025"/>
                    <a:pt x="3560" y="1038"/>
                  </a:cubicBezTo>
                  <a:cubicBezTo>
                    <a:pt x="3552" y="1046"/>
                    <a:pt x="3600" y="1086"/>
                    <a:pt x="3600" y="1086"/>
                  </a:cubicBezTo>
                  <a:cubicBezTo>
                    <a:pt x="3627" y="1104"/>
                    <a:pt x="3642" y="1110"/>
                    <a:pt x="3651" y="1110"/>
                  </a:cubicBezTo>
                  <a:cubicBezTo>
                    <a:pt x="3658" y="1110"/>
                    <a:pt x="3662" y="1106"/>
                    <a:pt x="3665" y="1103"/>
                  </a:cubicBezTo>
                  <a:cubicBezTo>
                    <a:pt x="3673" y="1105"/>
                    <a:pt x="3679" y="1106"/>
                    <a:pt x="3683" y="1106"/>
                  </a:cubicBezTo>
                  <a:cubicBezTo>
                    <a:pt x="3711" y="1106"/>
                    <a:pt x="3675" y="1066"/>
                    <a:pt x="3633" y="1038"/>
                  </a:cubicBezTo>
                  <a:cubicBezTo>
                    <a:pt x="3610" y="1023"/>
                    <a:pt x="3596" y="1016"/>
                    <a:pt x="3586" y="1016"/>
                  </a:cubicBezTo>
                  <a:close/>
                  <a:moveTo>
                    <a:pt x="3722" y="1013"/>
                  </a:moveTo>
                  <a:cubicBezTo>
                    <a:pt x="3771" y="1046"/>
                    <a:pt x="3811" y="1103"/>
                    <a:pt x="3803" y="1111"/>
                  </a:cubicBezTo>
                  <a:cubicBezTo>
                    <a:pt x="3802" y="1112"/>
                    <a:pt x="3801" y="1112"/>
                    <a:pt x="3799" y="1112"/>
                  </a:cubicBezTo>
                  <a:cubicBezTo>
                    <a:pt x="3785" y="1112"/>
                    <a:pt x="3742" y="1081"/>
                    <a:pt x="3706" y="1038"/>
                  </a:cubicBezTo>
                  <a:lnTo>
                    <a:pt x="3722" y="1013"/>
                  </a:lnTo>
                  <a:close/>
                  <a:moveTo>
                    <a:pt x="3422" y="1524"/>
                  </a:moveTo>
                  <a:lnTo>
                    <a:pt x="3503" y="1613"/>
                  </a:lnTo>
                  <a:cubicBezTo>
                    <a:pt x="3578" y="1684"/>
                    <a:pt x="3610" y="1713"/>
                    <a:pt x="3604" y="1713"/>
                  </a:cubicBezTo>
                  <a:cubicBezTo>
                    <a:pt x="3600" y="1713"/>
                    <a:pt x="3577" y="1698"/>
                    <a:pt x="3536" y="1670"/>
                  </a:cubicBezTo>
                  <a:cubicBezTo>
                    <a:pt x="3487" y="1638"/>
                    <a:pt x="3438" y="1597"/>
                    <a:pt x="3406" y="1549"/>
                  </a:cubicBezTo>
                  <a:lnTo>
                    <a:pt x="3422" y="1524"/>
                  </a:lnTo>
                  <a:close/>
                  <a:moveTo>
                    <a:pt x="3633" y="1646"/>
                  </a:moveTo>
                  <a:lnTo>
                    <a:pt x="3681" y="1670"/>
                  </a:lnTo>
                  <a:cubicBezTo>
                    <a:pt x="3730" y="1711"/>
                    <a:pt x="3730" y="1719"/>
                    <a:pt x="3722" y="1727"/>
                  </a:cubicBezTo>
                  <a:lnTo>
                    <a:pt x="3673" y="1695"/>
                  </a:lnTo>
                  <a:lnTo>
                    <a:pt x="3633" y="1646"/>
                  </a:lnTo>
                  <a:close/>
                  <a:moveTo>
                    <a:pt x="1798" y="1623"/>
                  </a:moveTo>
                  <a:cubicBezTo>
                    <a:pt x="1790" y="1623"/>
                    <a:pt x="1806" y="1647"/>
                    <a:pt x="1857" y="1703"/>
                  </a:cubicBezTo>
                  <a:cubicBezTo>
                    <a:pt x="1891" y="1731"/>
                    <a:pt x="1901" y="1739"/>
                    <a:pt x="1907" y="1739"/>
                  </a:cubicBezTo>
                  <a:cubicBezTo>
                    <a:pt x="1910" y="1739"/>
                    <a:pt x="1911" y="1738"/>
                    <a:pt x="1914" y="1735"/>
                  </a:cubicBezTo>
                  <a:cubicBezTo>
                    <a:pt x="1890" y="1703"/>
                    <a:pt x="1857" y="1670"/>
                    <a:pt x="1833" y="1646"/>
                  </a:cubicBezTo>
                  <a:cubicBezTo>
                    <a:pt x="1815" y="1631"/>
                    <a:pt x="1802" y="1623"/>
                    <a:pt x="1798" y="1623"/>
                  </a:cubicBezTo>
                  <a:close/>
                  <a:moveTo>
                    <a:pt x="3244" y="1849"/>
                  </a:moveTo>
                  <a:cubicBezTo>
                    <a:pt x="3276" y="1873"/>
                    <a:pt x="3300" y="1897"/>
                    <a:pt x="3325" y="1930"/>
                  </a:cubicBezTo>
                  <a:lnTo>
                    <a:pt x="3325" y="1938"/>
                  </a:lnTo>
                  <a:cubicBezTo>
                    <a:pt x="3276" y="1905"/>
                    <a:pt x="3227" y="1865"/>
                    <a:pt x="3236" y="1857"/>
                  </a:cubicBezTo>
                  <a:lnTo>
                    <a:pt x="3244" y="1849"/>
                  </a:lnTo>
                  <a:close/>
                  <a:moveTo>
                    <a:pt x="2977" y="1938"/>
                  </a:moveTo>
                  <a:cubicBezTo>
                    <a:pt x="2980" y="1938"/>
                    <a:pt x="2986" y="1942"/>
                    <a:pt x="3000" y="1954"/>
                  </a:cubicBezTo>
                  <a:lnTo>
                    <a:pt x="3000" y="1946"/>
                  </a:lnTo>
                  <a:cubicBezTo>
                    <a:pt x="3001" y="1945"/>
                    <a:pt x="3002" y="1945"/>
                    <a:pt x="3002" y="1945"/>
                  </a:cubicBezTo>
                  <a:cubicBezTo>
                    <a:pt x="3013" y="1945"/>
                    <a:pt x="3040" y="1995"/>
                    <a:pt x="3033" y="2003"/>
                  </a:cubicBezTo>
                  <a:lnTo>
                    <a:pt x="2984" y="1970"/>
                  </a:lnTo>
                  <a:cubicBezTo>
                    <a:pt x="2990" y="1964"/>
                    <a:pt x="2971" y="1938"/>
                    <a:pt x="2977" y="1938"/>
                  </a:cubicBezTo>
                  <a:close/>
                  <a:moveTo>
                    <a:pt x="3441" y="1880"/>
                  </a:moveTo>
                  <a:cubicBezTo>
                    <a:pt x="3452" y="1880"/>
                    <a:pt x="3493" y="1927"/>
                    <a:pt x="3576" y="2003"/>
                  </a:cubicBezTo>
                  <a:cubicBezTo>
                    <a:pt x="3591" y="2028"/>
                    <a:pt x="3599" y="2043"/>
                    <a:pt x="3595" y="2043"/>
                  </a:cubicBezTo>
                  <a:cubicBezTo>
                    <a:pt x="3590" y="2043"/>
                    <a:pt x="3568" y="2022"/>
                    <a:pt x="3519" y="1978"/>
                  </a:cubicBezTo>
                  <a:lnTo>
                    <a:pt x="3438" y="1881"/>
                  </a:lnTo>
                  <a:cubicBezTo>
                    <a:pt x="3439" y="1880"/>
                    <a:pt x="3440" y="1880"/>
                    <a:pt x="3441" y="1880"/>
                  </a:cubicBezTo>
                  <a:close/>
                  <a:moveTo>
                    <a:pt x="3511" y="2262"/>
                  </a:moveTo>
                  <a:lnTo>
                    <a:pt x="3535" y="2282"/>
                  </a:lnTo>
                  <a:lnTo>
                    <a:pt x="3535" y="2282"/>
                  </a:lnTo>
                  <a:cubicBezTo>
                    <a:pt x="3531" y="2278"/>
                    <a:pt x="3524" y="2272"/>
                    <a:pt x="3511" y="2262"/>
                  </a:cubicBezTo>
                  <a:close/>
                  <a:moveTo>
                    <a:pt x="3535" y="2282"/>
                  </a:moveTo>
                  <a:cubicBezTo>
                    <a:pt x="3542" y="2289"/>
                    <a:pt x="3545" y="2293"/>
                    <a:pt x="3560" y="2303"/>
                  </a:cubicBezTo>
                  <a:lnTo>
                    <a:pt x="3535" y="2282"/>
                  </a:lnTo>
                  <a:close/>
                  <a:moveTo>
                    <a:pt x="3171" y="2205"/>
                  </a:moveTo>
                  <a:cubicBezTo>
                    <a:pt x="3219" y="2246"/>
                    <a:pt x="3268" y="2278"/>
                    <a:pt x="3260" y="2286"/>
                  </a:cubicBezTo>
                  <a:cubicBezTo>
                    <a:pt x="3274" y="2303"/>
                    <a:pt x="3276" y="2311"/>
                    <a:pt x="3270" y="2311"/>
                  </a:cubicBezTo>
                  <a:cubicBezTo>
                    <a:pt x="3259" y="2311"/>
                    <a:pt x="3216" y="2280"/>
                    <a:pt x="3163" y="2222"/>
                  </a:cubicBezTo>
                  <a:lnTo>
                    <a:pt x="3171" y="2205"/>
                  </a:lnTo>
                  <a:close/>
                  <a:moveTo>
                    <a:pt x="3146" y="2335"/>
                  </a:moveTo>
                  <a:lnTo>
                    <a:pt x="3203" y="2359"/>
                  </a:lnTo>
                  <a:lnTo>
                    <a:pt x="3195" y="2367"/>
                  </a:lnTo>
                  <a:cubicBezTo>
                    <a:pt x="3192" y="2370"/>
                    <a:pt x="3190" y="2372"/>
                    <a:pt x="3187" y="2372"/>
                  </a:cubicBezTo>
                  <a:cubicBezTo>
                    <a:pt x="3181" y="2372"/>
                    <a:pt x="3171" y="2365"/>
                    <a:pt x="3138" y="2343"/>
                  </a:cubicBezTo>
                  <a:lnTo>
                    <a:pt x="3146" y="2335"/>
                  </a:lnTo>
                  <a:close/>
                  <a:moveTo>
                    <a:pt x="2828" y="2333"/>
                  </a:moveTo>
                  <a:cubicBezTo>
                    <a:pt x="2843" y="2333"/>
                    <a:pt x="2879" y="2351"/>
                    <a:pt x="2879" y="2351"/>
                  </a:cubicBezTo>
                  <a:lnTo>
                    <a:pt x="2887" y="2351"/>
                  </a:lnTo>
                  <a:cubicBezTo>
                    <a:pt x="2927" y="2392"/>
                    <a:pt x="2919" y="2400"/>
                    <a:pt x="2919" y="2400"/>
                  </a:cubicBezTo>
                  <a:cubicBezTo>
                    <a:pt x="2916" y="2403"/>
                    <a:pt x="2913" y="2407"/>
                    <a:pt x="2907" y="2407"/>
                  </a:cubicBezTo>
                  <a:cubicBezTo>
                    <a:pt x="2899" y="2407"/>
                    <a:pt x="2887" y="2400"/>
                    <a:pt x="2863" y="2376"/>
                  </a:cubicBezTo>
                  <a:cubicBezTo>
                    <a:pt x="2863" y="2376"/>
                    <a:pt x="2814" y="2343"/>
                    <a:pt x="2822" y="2335"/>
                  </a:cubicBezTo>
                  <a:cubicBezTo>
                    <a:pt x="2823" y="2334"/>
                    <a:pt x="2825" y="2333"/>
                    <a:pt x="2828" y="2333"/>
                  </a:cubicBezTo>
                  <a:close/>
                  <a:moveTo>
                    <a:pt x="2704" y="2509"/>
                  </a:moveTo>
                  <a:lnTo>
                    <a:pt x="2704" y="2509"/>
                  </a:lnTo>
                  <a:cubicBezTo>
                    <a:pt x="2708" y="2509"/>
                    <a:pt x="2721" y="2515"/>
                    <a:pt x="2728" y="2515"/>
                  </a:cubicBezTo>
                  <a:cubicBezTo>
                    <a:pt x="2730" y="2515"/>
                    <a:pt x="2732" y="2514"/>
                    <a:pt x="2733" y="2513"/>
                  </a:cubicBezTo>
                  <a:cubicBezTo>
                    <a:pt x="2790" y="2546"/>
                    <a:pt x="2790" y="2546"/>
                    <a:pt x="2773" y="2562"/>
                  </a:cubicBezTo>
                  <a:cubicBezTo>
                    <a:pt x="2773" y="2563"/>
                    <a:pt x="2772" y="2563"/>
                    <a:pt x="2770" y="2563"/>
                  </a:cubicBezTo>
                  <a:cubicBezTo>
                    <a:pt x="2758" y="2563"/>
                    <a:pt x="2725" y="2530"/>
                    <a:pt x="2725" y="2530"/>
                  </a:cubicBezTo>
                  <a:cubicBezTo>
                    <a:pt x="2705" y="2513"/>
                    <a:pt x="2701" y="2509"/>
                    <a:pt x="2704" y="2509"/>
                  </a:cubicBezTo>
                  <a:close/>
                  <a:moveTo>
                    <a:pt x="3154" y="2505"/>
                  </a:moveTo>
                  <a:cubicBezTo>
                    <a:pt x="3146" y="2513"/>
                    <a:pt x="3187" y="2554"/>
                    <a:pt x="3187" y="2554"/>
                  </a:cubicBezTo>
                  <a:cubicBezTo>
                    <a:pt x="3187" y="2554"/>
                    <a:pt x="3225" y="2580"/>
                    <a:pt x="3240" y="2580"/>
                  </a:cubicBezTo>
                  <a:cubicBezTo>
                    <a:pt x="3241" y="2580"/>
                    <a:pt x="3243" y="2579"/>
                    <a:pt x="3244" y="2578"/>
                  </a:cubicBezTo>
                  <a:lnTo>
                    <a:pt x="3252" y="2570"/>
                  </a:lnTo>
                  <a:cubicBezTo>
                    <a:pt x="3219" y="2546"/>
                    <a:pt x="3187" y="2522"/>
                    <a:pt x="3154" y="2505"/>
                  </a:cubicBezTo>
                  <a:close/>
                  <a:moveTo>
                    <a:pt x="2449" y="2643"/>
                  </a:moveTo>
                  <a:lnTo>
                    <a:pt x="2449" y="2643"/>
                  </a:lnTo>
                  <a:cubicBezTo>
                    <a:pt x="2467" y="2658"/>
                    <a:pt x="2471" y="2663"/>
                    <a:pt x="2468" y="2663"/>
                  </a:cubicBezTo>
                  <a:cubicBezTo>
                    <a:pt x="2465" y="2663"/>
                    <a:pt x="2444" y="2648"/>
                    <a:pt x="2449" y="2643"/>
                  </a:cubicBezTo>
                  <a:close/>
                  <a:moveTo>
                    <a:pt x="2636" y="2700"/>
                  </a:moveTo>
                  <a:lnTo>
                    <a:pt x="2636" y="2700"/>
                  </a:lnTo>
                  <a:cubicBezTo>
                    <a:pt x="2676" y="2724"/>
                    <a:pt x="2709" y="2749"/>
                    <a:pt x="2733" y="2773"/>
                  </a:cubicBezTo>
                  <a:cubicBezTo>
                    <a:pt x="2755" y="2792"/>
                    <a:pt x="2766" y="2803"/>
                    <a:pt x="2761" y="2803"/>
                  </a:cubicBezTo>
                  <a:cubicBezTo>
                    <a:pt x="2755" y="2803"/>
                    <a:pt x="2728" y="2788"/>
                    <a:pt x="2676" y="2749"/>
                  </a:cubicBezTo>
                  <a:cubicBezTo>
                    <a:pt x="2627" y="2716"/>
                    <a:pt x="2627" y="2716"/>
                    <a:pt x="2636" y="2700"/>
                  </a:cubicBezTo>
                  <a:close/>
                  <a:moveTo>
                    <a:pt x="2546" y="2805"/>
                  </a:moveTo>
                  <a:cubicBezTo>
                    <a:pt x="2561" y="2820"/>
                    <a:pt x="2564" y="2825"/>
                    <a:pt x="2562" y="2825"/>
                  </a:cubicBezTo>
                  <a:cubicBezTo>
                    <a:pt x="2559" y="2825"/>
                    <a:pt x="2541" y="2810"/>
                    <a:pt x="2546" y="2805"/>
                  </a:cubicBezTo>
                  <a:close/>
                  <a:moveTo>
                    <a:pt x="2579" y="2765"/>
                  </a:moveTo>
                  <a:lnTo>
                    <a:pt x="2636" y="2797"/>
                  </a:lnTo>
                  <a:lnTo>
                    <a:pt x="2668" y="2846"/>
                  </a:lnTo>
                  <a:lnTo>
                    <a:pt x="2660" y="2854"/>
                  </a:lnTo>
                  <a:cubicBezTo>
                    <a:pt x="2619" y="2813"/>
                    <a:pt x="2571" y="2773"/>
                    <a:pt x="2579" y="2765"/>
                  </a:cubicBezTo>
                  <a:close/>
                  <a:moveTo>
                    <a:pt x="3381" y="2959"/>
                  </a:moveTo>
                  <a:cubicBezTo>
                    <a:pt x="3373" y="2967"/>
                    <a:pt x="3365" y="2984"/>
                    <a:pt x="3365" y="2984"/>
                  </a:cubicBezTo>
                  <a:cubicBezTo>
                    <a:pt x="3392" y="3005"/>
                    <a:pt x="3401" y="3012"/>
                    <a:pt x="3407" y="3012"/>
                  </a:cubicBezTo>
                  <a:cubicBezTo>
                    <a:pt x="3409" y="3012"/>
                    <a:pt x="3411" y="3011"/>
                    <a:pt x="3414" y="3008"/>
                  </a:cubicBezTo>
                  <a:cubicBezTo>
                    <a:pt x="3438" y="2992"/>
                    <a:pt x="3438" y="2992"/>
                    <a:pt x="3381" y="2959"/>
                  </a:cubicBezTo>
                  <a:close/>
                  <a:moveTo>
                    <a:pt x="1963" y="3194"/>
                  </a:moveTo>
                  <a:lnTo>
                    <a:pt x="2011" y="3227"/>
                  </a:lnTo>
                  <a:lnTo>
                    <a:pt x="2044" y="3284"/>
                  </a:lnTo>
                  <a:lnTo>
                    <a:pt x="2036" y="3292"/>
                  </a:lnTo>
                  <a:cubicBezTo>
                    <a:pt x="1995" y="3243"/>
                    <a:pt x="1955" y="3203"/>
                    <a:pt x="1963" y="3194"/>
                  </a:cubicBezTo>
                  <a:close/>
                  <a:moveTo>
                    <a:pt x="1760" y="3373"/>
                  </a:moveTo>
                  <a:cubicBezTo>
                    <a:pt x="1768" y="3373"/>
                    <a:pt x="1841" y="3462"/>
                    <a:pt x="1882" y="3511"/>
                  </a:cubicBezTo>
                  <a:cubicBezTo>
                    <a:pt x="1873" y="3511"/>
                    <a:pt x="1873" y="3511"/>
                    <a:pt x="1833" y="3470"/>
                  </a:cubicBezTo>
                  <a:cubicBezTo>
                    <a:pt x="1800" y="3438"/>
                    <a:pt x="1776" y="3413"/>
                    <a:pt x="1760" y="3373"/>
                  </a:cubicBezTo>
                  <a:close/>
                  <a:moveTo>
                    <a:pt x="1573" y="3689"/>
                  </a:moveTo>
                  <a:lnTo>
                    <a:pt x="1622" y="3721"/>
                  </a:lnTo>
                  <a:lnTo>
                    <a:pt x="1655" y="3778"/>
                  </a:lnTo>
                  <a:lnTo>
                    <a:pt x="1646" y="3786"/>
                  </a:lnTo>
                  <a:cubicBezTo>
                    <a:pt x="1606" y="3738"/>
                    <a:pt x="1565" y="3697"/>
                    <a:pt x="1573" y="3689"/>
                  </a:cubicBezTo>
                  <a:close/>
                  <a:moveTo>
                    <a:pt x="1938" y="3851"/>
                  </a:moveTo>
                  <a:cubicBezTo>
                    <a:pt x="1971" y="3876"/>
                    <a:pt x="1995" y="3908"/>
                    <a:pt x="2011" y="3940"/>
                  </a:cubicBezTo>
                  <a:lnTo>
                    <a:pt x="2003" y="3948"/>
                  </a:lnTo>
                  <a:cubicBezTo>
                    <a:pt x="1963" y="3908"/>
                    <a:pt x="1922" y="3859"/>
                    <a:pt x="1930" y="3859"/>
                  </a:cubicBezTo>
                  <a:lnTo>
                    <a:pt x="1938" y="3851"/>
                  </a:lnTo>
                  <a:close/>
                  <a:moveTo>
                    <a:pt x="1006" y="4127"/>
                  </a:moveTo>
                  <a:cubicBezTo>
                    <a:pt x="1071" y="4151"/>
                    <a:pt x="1119" y="4192"/>
                    <a:pt x="1111" y="4192"/>
                  </a:cubicBezTo>
                  <a:cubicBezTo>
                    <a:pt x="1106" y="4194"/>
                    <a:pt x="1102" y="4196"/>
                    <a:pt x="1098" y="4196"/>
                  </a:cubicBezTo>
                  <a:cubicBezTo>
                    <a:pt x="1089" y="4196"/>
                    <a:pt x="1076" y="4189"/>
                    <a:pt x="1038" y="4167"/>
                  </a:cubicBezTo>
                  <a:cubicBezTo>
                    <a:pt x="990" y="4143"/>
                    <a:pt x="998" y="4127"/>
                    <a:pt x="1006" y="4127"/>
                  </a:cubicBezTo>
                  <a:close/>
                  <a:moveTo>
                    <a:pt x="763" y="4362"/>
                  </a:moveTo>
                  <a:lnTo>
                    <a:pt x="901" y="4403"/>
                  </a:lnTo>
                  <a:cubicBezTo>
                    <a:pt x="844" y="4403"/>
                    <a:pt x="795" y="4386"/>
                    <a:pt x="755" y="4370"/>
                  </a:cubicBezTo>
                  <a:lnTo>
                    <a:pt x="763" y="4362"/>
                  </a:lnTo>
                  <a:close/>
                  <a:moveTo>
                    <a:pt x="1325" y="4493"/>
                  </a:moveTo>
                  <a:cubicBezTo>
                    <a:pt x="1326" y="4493"/>
                    <a:pt x="1336" y="4494"/>
                    <a:pt x="1363" y="4500"/>
                  </a:cubicBezTo>
                  <a:cubicBezTo>
                    <a:pt x="1357" y="4500"/>
                    <a:pt x="1323" y="4493"/>
                    <a:pt x="1325" y="4493"/>
                  </a:cubicBezTo>
                  <a:close/>
                  <a:moveTo>
                    <a:pt x="1144" y="4621"/>
                  </a:moveTo>
                  <a:cubicBezTo>
                    <a:pt x="1042" y="4625"/>
                    <a:pt x="992" y="4628"/>
                    <a:pt x="980" y="4628"/>
                  </a:cubicBezTo>
                  <a:cubicBezTo>
                    <a:pt x="967" y="4628"/>
                    <a:pt x="994" y="4625"/>
                    <a:pt x="1046" y="4621"/>
                  </a:cubicBezTo>
                  <a:close/>
                  <a:moveTo>
                    <a:pt x="1393" y="4626"/>
                  </a:moveTo>
                  <a:lnTo>
                    <a:pt x="1393" y="4626"/>
                  </a:lnTo>
                  <a:cubicBezTo>
                    <a:pt x="1391" y="4626"/>
                    <a:pt x="1371" y="4628"/>
                    <a:pt x="1340" y="4630"/>
                  </a:cubicBezTo>
                  <a:lnTo>
                    <a:pt x="1340" y="4630"/>
                  </a:lnTo>
                  <a:cubicBezTo>
                    <a:pt x="1345" y="4630"/>
                    <a:pt x="1350" y="4630"/>
                    <a:pt x="1355" y="4630"/>
                  </a:cubicBezTo>
                  <a:cubicBezTo>
                    <a:pt x="1383" y="4627"/>
                    <a:pt x="1394" y="4626"/>
                    <a:pt x="1393" y="4626"/>
                  </a:cubicBezTo>
                  <a:close/>
                  <a:moveTo>
                    <a:pt x="1340" y="4630"/>
                  </a:moveTo>
                  <a:cubicBezTo>
                    <a:pt x="1339" y="4630"/>
                    <a:pt x="1338" y="4630"/>
                    <a:pt x="1336" y="4630"/>
                  </a:cubicBezTo>
                  <a:lnTo>
                    <a:pt x="1336" y="4630"/>
                  </a:lnTo>
                  <a:cubicBezTo>
                    <a:pt x="1338" y="4630"/>
                    <a:pt x="1339" y="4630"/>
                    <a:pt x="1340" y="4630"/>
                  </a:cubicBezTo>
                  <a:close/>
                  <a:moveTo>
                    <a:pt x="1160" y="4654"/>
                  </a:moveTo>
                  <a:lnTo>
                    <a:pt x="1160" y="4654"/>
                  </a:lnTo>
                  <a:cubicBezTo>
                    <a:pt x="1115" y="4661"/>
                    <a:pt x="1090" y="4663"/>
                    <a:pt x="1083" y="4663"/>
                  </a:cubicBezTo>
                  <a:cubicBezTo>
                    <a:pt x="1073" y="4663"/>
                    <a:pt x="1099" y="4659"/>
                    <a:pt x="1160" y="4654"/>
                  </a:cubicBezTo>
                  <a:close/>
                  <a:moveTo>
                    <a:pt x="1176" y="4670"/>
                  </a:moveTo>
                  <a:cubicBezTo>
                    <a:pt x="1100" y="4680"/>
                    <a:pt x="1068" y="4683"/>
                    <a:pt x="1064" y="4683"/>
                  </a:cubicBezTo>
                  <a:cubicBezTo>
                    <a:pt x="1058" y="4683"/>
                    <a:pt x="1117" y="4675"/>
                    <a:pt x="1176" y="4670"/>
                  </a:cubicBezTo>
                  <a:close/>
                  <a:moveTo>
                    <a:pt x="1192" y="4686"/>
                  </a:moveTo>
                  <a:cubicBezTo>
                    <a:pt x="1192" y="4686"/>
                    <a:pt x="1192" y="4686"/>
                    <a:pt x="1095" y="4703"/>
                  </a:cubicBezTo>
                  <a:cubicBezTo>
                    <a:pt x="1063" y="4703"/>
                    <a:pt x="1030" y="4711"/>
                    <a:pt x="998" y="4711"/>
                  </a:cubicBezTo>
                  <a:lnTo>
                    <a:pt x="1095" y="4694"/>
                  </a:lnTo>
                  <a:cubicBezTo>
                    <a:pt x="1128" y="4686"/>
                    <a:pt x="1160" y="4686"/>
                    <a:pt x="1192" y="4686"/>
                  </a:cubicBezTo>
                  <a:close/>
                  <a:moveTo>
                    <a:pt x="1314" y="4694"/>
                  </a:moveTo>
                  <a:lnTo>
                    <a:pt x="1314" y="4694"/>
                  </a:lnTo>
                  <a:cubicBezTo>
                    <a:pt x="1225" y="4711"/>
                    <a:pt x="1144" y="4727"/>
                    <a:pt x="1136" y="4727"/>
                  </a:cubicBezTo>
                  <a:lnTo>
                    <a:pt x="1225" y="4711"/>
                  </a:lnTo>
                  <a:lnTo>
                    <a:pt x="1314" y="4694"/>
                  </a:lnTo>
                  <a:close/>
                  <a:moveTo>
                    <a:pt x="1477" y="4704"/>
                  </a:moveTo>
                  <a:lnTo>
                    <a:pt x="1477" y="4704"/>
                  </a:lnTo>
                  <a:cubicBezTo>
                    <a:pt x="1476" y="4704"/>
                    <a:pt x="1466" y="4706"/>
                    <a:pt x="1444" y="4711"/>
                  </a:cubicBezTo>
                  <a:cubicBezTo>
                    <a:pt x="1411" y="4711"/>
                    <a:pt x="1387" y="4719"/>
                    <a:pt x="1363" y="4735"/>
                  </a:cubicBezTo>
                  <a:cubicBezTo>
                    <a:pt x="1421" y="4717"/>
                    <a:pt x="1480" y="4704"/>
                    <a:pt x="1477" y="4704"/>
                  </a:cubicBezTo>
                  <a:close/>
                  <a:moveTo>
                    <a:pt x="805" y="4831"/>
                  </a:moveTo>
                  <a:cubicBezTo>
                    <a:pt x="821" y="4831"/>
                    <a:pt x="805" y="4838"/>
                    <a:pt x="755" y="4848"/>
                  </a:cubicBezTo>
                  <a:cubicBezTo>
                    <a:pt x="703" y="4864"/>
                    <a:pt x="684" y="4870"/>
                    <a:pt x="675" y="4870"/>
                  </a:cubicBezTo>
                  <a:cubicBezTo>
                    <a:pt x="670" y="4870"/>
                    <a:pt x="668" y="4868"/>
                    <a:pt x="665" y="4865"/>
                  </a:cubicBezTo>
                  <a:cubicBezTo>
                    <a:pt x="649" y="4857"/>
                    <a:pt x="649" y="4857"/>
                    <a:pt x="738" y="4840"/>
                  </a:cubicBezTo>
                  <a:cubicBezTo>
                    <a:pt x="772" y="4834"/>
                    <a:pt x="795" y="4831"/>
                    <a:pt x="805" y="4831"/>
                  </a:cubicBezTo>
                  <a:close/>
                  <a:moveTo>
                    <a:pt x="787" y="4873"/>
                  </a:moveTo>
                  <a:lnTo>
                    <a:pt x="787" y="4873"/>
                  </a:lnTo>
                  <a:cubicBezTo>
                    <a:pt x="795" y="4881"/>
                    <a:pt x="795" y="4881"/>
                    <a:pt x="714" y="4905"/>
                  </a:cubicBezTo>
                  <a:lnTo>
                    <a:pt x="714" y="4897"/>
                  </a:lnTo>
                  <a:lnTo>
                    <a:pt x="787" y="4873"/>
                  </a:lnTo>
                  <a:close/>
                  <a:moveTo>
                    <a:pt x="844" y="4913"/>
                  </a:moveTo>
                  <a:lnTo>
                    <a:pt x="852" y="4921"/>
                  </a:lnTo>
                  <a:cubicBezTo>
                    <a:pt x="860" y="4921"/>
                    <a:pt x="860" y="4921"/>
                    <a:pt x="787" y="4946"/>
                  </a:cubicBezTo>
                  <a:lnTo>
                    <a:pt x="779" y="4946"/>
                  </a:lnTo>
                  <a:lnTo>
                    <a:pt x="844" y="4913"/>
                  </a:lnTo>
                  <a:close/>
                  <a:moveTo>
                    <a:pt x="721" y="4948"/>
                  </a:moveTo>
                  <a:cubicBezTo>
                    <a:pt x="717" y="4948"/>
                    <a:pt x="705" y="4950"/>
                    <a:pt x="682" y="4954"/>
                  </a:cubicBezTo>
                  <a:cubicBezTo>
                    <a:pt x="683" y="4955"/>
                    <a:pt x="686" y="4956"/>
                    <a:pt x="689" y="4956"/>
                  </a:cubicBezTo>
                  <a:cubicBezTo>
                    <a:pt x="704" y="4956"/>
                    <a:pt x="731" y="4948"/>
                    <a:pt x="721" y="4948"/>
                  </a:cubicBezTo>
                  <a:close/>
                  <a:moveTo>
                    <a:pt x="1055" y="4905"/>
                  </a:moveTo>
                  <a:cubicBezTo>
                    <a:pt x="1063" y="4913"/>
                    <a:pt x="990" y="4938"/>
                    <a:pt x="990" y="4938"/>
                  </a:cubicBezTo>
                  <a:cubicBezTo>
                    <a:pt x="965" y="4954"/>
                    <a:pt x="941" y="4962"/>
                    <a:pt x="917" y="4962"/>
                  </a:cubicBezTo>
                  <a:cubicBezTo>
                    <a:pt x="917" y="4962"/>
                    <a:pt x="982" y="4930"/>
                    <a:pt x="1055" y="4905"/>
                  </a:cubicBezTo>
                  <a:close/>
                  <a:moveTo>
                    <a:pt x="1614" y="5002"/>
                  </a:moveTo>
                  <a:cubicBezTo>
                    <a:pt x="1622" y="5011"/>
                    <a:pt x="1622" y="5011"/>
                    <a:pt x="1590" y="5059"/>
                  </a:cubicBezTo>
                  <a:cubicBezTo>
                    <a:pt x="1560" y="5104"/>
                    <a:pt x="1523" y="5149"/>
                    <a:pt x="1511" y="5149"/>
                  </a:cubicBezTo>
                  <a:cubicBezTo>
                    <a:pt x="1510" y="5149"/>
                    <a:pt x="1509" y="5149"/>
                    <a:pt x="1509" y="5148"/>
                  </a:cubicBezTo>
                  <a:cubicBezTo>
                    <a:pt x="1533" y="5092"/>
                    <a:pt x="1565" y="5043"/>
                    <a:pt x="1614" y="5002"/>
                  </a:cubicBezTo>
                  <a:close/>
                  <a:moveTo>
                    <a:pt x="1301" y="5049"/>
                  </a:moveTo>
                  <a:cubicBezTo>
                    <a:pt x="1303" y="5049"/>
                    <a:pt x="1297" y="5054"/>
                    <a:pt x="1282" y="5067"/>
                  </a:cubicBezTo>
                  <a:cubicBezTo>
                    <a:pt x="1249" y="5092"/>
                    <a:pt x="1217" y="5124"/>
                    <a:pt x="1184" y="5148"/>
                  </a:cubicBezTo>
                  <a:cubicBezTo>
                    <a:pt x="1184" y="5148"/>
                    <a:pt x="1163" y="5161"/>
                    <a:pt x="1158" y="5161"/>
                  </a:cubicBezTo>
                  <a:cubicBezTo>
                    <a:pt x="1154" y="5161"/>
                    <a:pt x="1157" y="5156"/>
                    <a:pt x="1176" y="5140"/>
                  </a:cubicBezTo>
                  <a:lnTo>
                    <a:pt x="1225" y="5100"/>
                  </a:lnTo>
                  <a:cubicBezTo>
                    <a:pt x="1263" y="5072"/>
                    <a:pt x="1298" y="5049"/>
                    <a:pt x="1301" y="5049"/>
                  </a:cubicBezTo>
                  <a:close/>
                  <a:moveTo>
                    <a:pt x="2996" y="5786"/>
                  </a:moveTo>
                  <a:cubicBezTo>
                    <a:pt x="3004" y="5786"/>
                    <a:pt x="2954" y="5856"/>
                    <a:pt x="2895" y="5927"/>
                  </a:cubicBezTo>
                  <a:cubicBezTo>
                    <a:pt x="2863" y="5970"/>
                    <a:pt x="2847" y="5993"/>
                    <a:pt x="2845" y="5993"/>
                  </a:cubicBezTo>
                  <a:cubicBezTo>
                    <a:pt x="2844" y="5993"/>
                    <a:pt x="2858" y="5968"/>
                    <a:pt x="2887" y="5919"/>
                  </a:cubicBezTo>
                  <a:cubicBezTo>
                    <a:pt x="2917" y="5866"/>
                    <a:pt x="2947" y="5820"/>
                    <a:pt x="2958" y="5820"/>
                  </a:cubicBezTo>
                  <a:cubicBezTo>
                    <a:pt x="2959" y="5820"/>
                    <a:pt x="2959" y="5821"/>
                    <a:pt x="2960" y="5821"/>
                  </a:cubicBezTo>
                  <a:cubicBezTo>
                    <a:pt x="2982" y="5797"/>
                    <a:pt x="2994" y="5786"/>
                    <a:pt x="2996" y="5786"/>
                  </a:cubicBezTo>
                  <a:close/>
                  <a:moveTo>
                    <a:pt x="4166" y="199"/>
                  </a:moveTo>
                  <a:cubicBezTo>
                    <a:pt x="4152" y="199"/>
                    <a:pt x="4187" y="226"/>
                    <a:pt x="4273" y="276"/>
                  </a:cubicBezTo>
                  <a:cubicBezTo>
                    <a:pt x="4365" y="321"/>
                    <a:pt x="4405" y="341"/>
                    <a:pt x="4402" y="341"/>
                  </a:cubicBezTo>
                  <a:cubicBezTo>
                    <a:pt x="4399" y="341"/>
                    <a:pt x="4372" y="329"/>
                    <a:pt x="4322" y="308"/>
                  </a:cubicBezTo>
                  <a:cubicBezTo>
                    <a:pt x="4260" y="275"/>
                    <a:pt x="4232" y="264"/>
                    <a:pt x="4219" y="264"/>
                  </a:cubicBezTo>
                  <a:cubicBezTo>
                    <a:pt x="4210" y="264"/>
                    <a:pt x="4208" y="269"/>
                    <a:pt x="4208" y="276"/>
                  </a:cubicBezTo>
                  <a:cubicBezTo>
                    <a:pt x="4206" y="278"/>
                    <a:pt x="4204" y="280"/>
                    <a:pt x="4201" y="280"/>
                  </a:cubicBezTo>
                  <a:cubicBezTo>
                    <a:pt x="4194" y="280"/>
                    <a:pt x="4181" y="273"/>
                    <a:pt x="4144" y="251"/>
                  </a:cubicBezTo>
                  <a:cubicBezTo>
                    <a:pt x="4101" y="230"/>
                    <a:pt x="4053" y="209"/>
                    <a:pt x="4036" y="209"/>
                  </a:cubicBezTo>
                  <a:cubicBezTo>
                    <a:pt x="4033" y="209"/>
                    <a:pt x="4031" y="210"/>
                    <a:pt x="4030" y="211"/>
                  </a:cubicBezTo>
                  <a:cubicBezTo>
                    <a:pt x="4022" y="227"/>
                    <a:pt x="4022" y="227"/>
                    <a:pt x="4079" y="251"/>
                  </a:cubicBezTo>
                  <a:cubicBezTo>
                    <a:pt x="4109" y="264"/>
                    <a:pt x="4118" y="275"/>
                    <a:pt x="4105" y="275"/>
                  </a:cubicBezTo>
                  <a:cubicBezTo>
                    <a:pt x="4094" y="275"/>
                    <a:pt x="4064" y="266"/>
                    <a:pt x="4014" y="243"/>
                  </a:cubicBezTo>
                  <a:cubicBezTo>
                    <a:pt x="3994" y="238"/>
                    <a:pt x="3981" y="234"/>
                    <a:pt x="3977" y="234"/>
                  </a:cubicBezTo>
                  <a:lnTo>
                    <a:pt x="3977" y="234"/>
                  </a:lnTo>
                  <a:cubicBezTo>
                    <a:pt x="3970" y="234"/>
                    <a:pt x="3994" y="247"/>
                    <a:pt x="4063" y="284"/>
                  </a:cubicBezTo>
                  <a:cubicBezTo>
                    <a:pt x="4120" y="318"/>
                    <a:pt x="4141" y="337"/>
                    <a:pt x="4124" y="337"/>
                  </a:cubicBezTo>
                  <a:cubicBezTo>
                    <a:pt x="4113" y="337"/>
                    <a:pt x="4084" y="328"/>
                    <a:pt x="4038" y="308"/>
                  </a:cubicBezTo>
                  <a:lnTo>
                    <a:pt x="4030" y="332"/>
                  </a:lnTo>
                  <a:cubicBezTo>
                    <a:pt x="4022" y="341"/>
                    <a:pt x="4079" y="373"/>
                    <a:pt x="4127" y="397"/>
                  </a:cubicBezTo>
                  <a:cubicBezTo>
                    <a:pt x="4196" y="434"/>
                    <a:pt x="4220" y="447"/>
                    <a:pt x="4213" y="447"/>
                  </a:cubicBezTo>
                  <a:cubicBezTo>
                    <a:pt x="4209" y="447"/>
                    <a:pt x="4196" y="443"/>
                    <a:pt x="4176" y="438"/>
                  </a:cubicBezTo>
                  <a:cubicBezTo>
                    <a:pt x="4135" y="422"/>
                    <a:pt x="4103" y="405"/>
                    <a:pt x="4063" y="389"/>
                  </a:cubicBezTo>
                  <a:cubicBezTo>
                    <a:pt x="4038" y="373"/>
                    <a:pt x="4024" y="367"/>
                    <a:pt x="4015" y="367"/>
                  </a:cubicBezTo>
                  <a:cubicBezTo>
                    <a:pt x="4006" y="367"/>
                    <a:pt x="4002" y="373"/>
                    <a:pt x="3998" y="381"/>
                  </a:cubicBezTo>
                  <a:cubicBezTo>
                    <a:pt x="3998" y="389"/>
                    <a:pt x="3981" y="405"/>
                    <a:pt x="4038" y="438"/>
                  </a:cubicBezTo>
                  <a:lnTo>
                    <a:pt x="3981" y="405"/>
                  </a:lnTo>
                  <a:cubicBezTo>
                    <a:pt x="3980" y="407"/>
                    <a:pt x="3978" y="407"/>
                    <a:pt x="3975" y="407"/>
                  </a:cubicBezTo>
                  <a:cubicBezTo>
                    <a:pt x="3967" y="407"/>
                    <a:pt x="3954" y="402"/>
                    <a:pt x="3952" y="402"/>
                  </a:cubicBezTo>
                  <a:lnTo>
                    <a:pt x="3952" y="402"/>
                  </a:lnTo>
                  <a:cubicBezTo>
                    <a:pt x="3951" y="402"/>
                    <a:pt x="3956" y="405"/>
                    <a:pt x="3973" y="414"/>
                  </a:cubicBezTo>
                  <a:cubicBezTo>
                    <a:pt x="3973" y="414"/>
                    <a:pt x="3973" y="421"/>
                    <a:pt x="3954" y="421"/>
                  </a:cubicBezTo>
                  <a:cubicBezTo>
                    <a:pt x="3945" y="421"/>
                    <a:pt x="3930" y="419"/>
                    <a:pt x="3908" y="414"/>
                  </a:cubicBezTo>
                  <a:cubicBezTo>
                    <a:pt x="3906" y="413"/>
                    <a:pt x="3903" y="413"/>
                    <a:pt x="3901" y="413"/>
                  </a:cubicBezTo>
                  <a:cubicBezTo>
                    <a:pt x="3851" y="413"/>
                    <a:pt x="3938" y="496"/>
                    <a:pt x="4054" y="527"/>
                  </a:cubicBezTo>
                  <a:lnTo>
                    <a:pt x="4046" y="535"/>
                  </a:lnTo>
                  <a:cubicBezTo>
                    <a:pt x="4038" y="543"/>
                    <a:pt x="4087" y="576"/>
                    <a:pt x="4087" y="576"/>
                  </a:cubicBezTo>
                  <a:cubicBezTo>
                    <a:pt x="4144" y="608"/>
                    <a:pt x="4135" y="616"/>
                    <a:pt x="4127" y="624"/>
                  </a:cubicBezTo>
                  <a:lnTo>
                    <a:pt x="4022" y="559"/>
                  </a:lnTo>
                  <a:cubicBezTo>
                    <a:pt x="3946" y="509"/>
                    <a:pt x="3892" y="482"/>
                    <a:pt x="3879" y="482"/>
                  </a:cubicBezTo>
                  <a:cubicBezTo>
                    <a:pt x="3868" y="482"/>
                    <a:pt x="3891" y="505"/>
                    <a:pt x="3965" y="551"/>
                  </a:cubicBezTo>
                  <a:lnTo>
                    <a:pt x="3908" y="519"/>
                  </a:lnTo>
                  <a:cubicBezTo>
                    <a:pt x="3891" y="510"/>
                    <a:pt x="3879" y="506"/>
                    <a:pt x="3872" y="506"/>
                  </a:cubicBezTo>
                  <a:cubicBezTo>
                    <a:pt x="3860" y="506"/>
                    <a:pt x="3866" y="520"/>
                    <a:pt x="3892" y="551"/>
                  </a:cubicBezTo>
                  <a:cubicBezTo>
                    <a:pt x="3884" y="559"/>
                    <a:pt x="3981" y="632"/>
                    <a:pt x="4030" y="657"/>
                  </a:cubicBezTo>
                  <a:cubicBezTo>
                    <a:pt x="4087" y="689"/>
                    <a:pt x="4079" y="697"/>
                    <a:pt x="4079" y="697"/>
                  </a:cubicBezTo>
                  <a:cubicBezTo>
                    <a:pt x="4075" y="704"/>
                    <a:pt x="4073" y="708"/>
                    <a:pt x="4069" y="708"/>
                  </a:cubicBezTo>
                  <a:cubicBezTo>
                    <a:pt x="4062" y="708"/>
                    <a:pt x="4050" y="700"/>
                    <a:pt x="4022" y="681"/>
                  </a:cubicBezTo>
                  <a:cubicBezTo>
                    <a:pt x="3979" y="655"/>
                    <a:pt x="3952" y="643"/>
                    <a:pt x="3942" y="643"/>
                  </a:cubicBezTo>
                  <a:cubicBezTo>
                    <a:pt x="3928" y="643"/>
                    <a:pt x="3948" y="667"/>
                    <a:pt x="4006" y="705"/>
                  </a:cubicBezTo>
                  <a:lnTo>
                    <a:pt x="3949" y="681"/>
                  </a:lnTo>
                  <a:cubicBezTo>
                    <a:pt x="3925" y="665"/>
                    <a:pt x="3898" y="651"/>
                    <a:pt x="3880" y="651"/>
                  </a:cubicBezTo>
                  <a:cubicBezTo>
                    <a:pt x="3862" y="651"/>
                    <a:pt x="3852" y="665"/>
                    <a:pt x="3860" y="705"/>
                  </a:cubicBezTo>
                  <a:cubicBezTo>
                    <a:pt x="3843" y="728"/>
                    <a:pt x="3829" y="751"/>
                    <a:pt x="3806" y="751"/>
                  </a:cubicBezTo>
                  <a:cubicBezTo>
                    <a:pt x="3796" y="751"/>
                    <a:pt x="3785" y="747"/>
                    <a:pt x="3771" y="738"/>
                  </a:cubicBezTo>
                  <a:cubicBezTo>
                    <a:pt x="3763" y="734"/>
                    <a:pt x="3758" y="732"/>
                    <a:pt x="3755" y="732"/>
                  </a:cubicBezTo>
                  <a:cubicBezTo>
                    <a:pt x="3735" y="732"/>
                    <a:pt x="3806" y="821"/>
                    <a:pt x="3884" y="892"/>
                  </a:cubicBezTo>
                  <a:cubicBezTo>
                    <a:pt x="3860" y="876"/>
                    <a:pt x="3846" y="870"/>
                    <a:pt x="3836" y="870"/>
                  </a:cubicBezTo>
                  <a:cubicBezTo>
                    <a:pt x="3825" y="870"/>
                    <a:pt x="3819" y="876"/>
                    <a:pt x="3811" y="884"/>
                  </a:cubicBezTo>
                  <a:cubicBezTo>
                    <a:pt x="3803" y="900"/>
                    <a:pt x="3799" y="908"/>
                    <a:pt x="3791" y="908"/>
                  </a:cubicBezTo>
                  <a:cubicBezTo>
                    <a:pt x="3783" y="908"/>
                    <a:pt x="3771" y="900"/>
                    <a:pt x="3746" y="884"/>
                  </a:cubicBezTo>
                  <a:cubicBezTo>
                    <a:pt x="3699" y="848"/>
                    <a:pt x="3675" y="830"/>
                    <a:pt x="3672" y="830"/>
                  </a:cubicBezTo>
                  <a:lnTo>
                    <a:pt x="3672" y="830"/>
                  </a:lnTo>
                  <a:cubicBezTo>
                    <a:pt x="3670" y="830"/>
                    <a:pt x="3692" y="850"/>
                    <a:pt x="3738" y="892"/>
                  </a:cubicBezTo>
                  <a:cubicBezTo>
                    <a:pt x="3784" y="929"/>
                    <a:pt x="3789" y="948"/>
                    <a:pt x="3769" y="948"/>
                  </a:cubicBezTo>
                  <a:cubicBezTo>
                    <a:pt x="3750" y="948"/>
                    <a:pt x="3708" y="931"/>
                    <a:pt x="3657" y="900"/>
                  </a:cubicBezTo>
                  <a:cubicBezTo>
                    <a:pt x="3633" y="884"/>
                    <a:pt x="3619" y="878"/>
                    <a:pt x="3610" y="878"/>
                  </a:cubicBezTo>
                  <a:cubicBezTo>
                    <a:pt x="3600" y="878"/>
                    <a:pt x="3596" y="884"/>
                    <a:pt x="3592" y="892"/>
                  </a:cubicBezTo>
                  <a:cubicBezTo>
                    <a:pt x="3633" y="932"/>
                    <a:pt x="3617" y="949"/>
                    <a:pt x="3608" y="973"/>
                  </a:cubicBezTo>
                  <a:cubicBezTo>
                    <a:pt x="3592" y="997"/>
                    <a:pt x="3592" y="997"/>
                    <a:pt x="3690" y="1062"/>
                  </a:cubicBezTo>
                  <a:cubicBezTo>
                    <a:pt x="3787" y="1127"/>
                    <a:pt x="3779" y="1135"/>
                    <a:pt x="3771" y="1159"/>
                  </a:cubicBezTo>
                  <a:cubicBezTo>
                    <a:pt x="3767" y="1163"/>
                    <a:pt x="3763" y="1167"/>
                    <a:pt x="3756" y="1167"/>
                  </a:cubicBezTo>
                  <a:cubicBezTo>
                    <a:pt x="3747" y="1167"/>
                    <a:pt x="3733" y="1161"/>
                    <a:pt x="3706" y="1143"/>
                  </a:cubicBezTo>
                  <a:cubicBezTo>
                    <a:pt x="3706" y="1143"/>
                    <a:pt x="3664" y="1125"/>
                    <a:pt x="3647" y="1125"/>
                  </a:cubicBezTo>
                  <a:cubicBezTo>
                    <a:pt x="3644" y="1125"/>
                    <a:pt x="3642" y="1126"/>
                    <a:pt x="3641" y="1127"/>
                  </a:cubicBezTo>
                  <a:cubicBezTo>
                    <a:pt x="3637" y="1131"/>
                    <a:pt x="3635" y="1137"/>
                    <a:pt x="3627" y="1137"/>
                  </a:cubicBezTo>
                  <a:cubicBezTo>
                    <a:pt x="3619" y="1137"/>
                    <a:pt x="3604" y="1131"/>
                    <a:pt x="3576" y="1111"/>
                  </a:cubicBezTo>
                  <a:cubicBezTo>
                    <a:pt x="3576" y="1111"/>
                    <a:pt x="3554" y="1104"/>
                    <a:pt x="3535" y="1104"/>
                  </a:cubicBezTo>
                  <a:cubicBezTo>
                    <a:pt x="3526" y="1104"/>
                    <a:pt x="3517" y="1105"/>
                    <a:pt x="3511" y="1111"/>
                  </a:cubicBezTo>
                  <a:cubicBezTo>
                    <a:pt x="3502" y="1120"/>
                    <a:pt x="3495" y="1130"/>
                    <a:pt x="3482" y="1130"/>
                  </a:cubicBezTo>
                  <a:cubicBezTo>
                    <a:pt x="3472" y="1130"/>
                    <a:pt x="3459" y="1124"/>
                    <a:pt x="3438" y="1111"/>
                  </a:cubicBezTo>
                  <a:lnTo>
                    <a:pt x="3438" y="1111"/>
                  </a:lnTo>
                  <a:cubicBezTo>
                    <a:pt x="3430" y="1119"/>
                    <a:pt x="3430" y="1119"/>
                    <a:pt x="3479" y="1151"/>
                  </a:cubicBezTo>
                  <a:cubicBezTo>
                    <a:pt x="3527" y="1192"/>
                    <a:pt x="3568" y="1232"/>
                    <a:pt x="3495" y="1232"/>
                  </a:cubicBezTo>
                  <a:cubicBezTo>
                    <a:pt x="3479" y="1249"/>
                    <a:pt x="3463" y="1281"/>
                    <a:pt x="3511" y="1313"/>
                  </a:cubicBezTo>
                  <a:cubicBezTo>
                    <a:pt x="3508" y="1316"/>
                    <a:pt x="3507" y="1318"/>
                    <a:pt x="3504" y="1318"/>
                  </a:cubicBezTo>
                  <a:cubicBezTo>
                    <a:pt x="3498" y="1318"/>
                    <a:pt x="3487" y="1311"/>
                    <a:pt x="3454" y="1289"/>
                  </a:cubicBezTo>
                  <a:cubicBezTo>
                    <a:pt x="3415" y="1259"/>
                    <a:pt x="3388" y="1246"/>
                    <a:pt x="3377" y="1246"/>
                  </a:cubicBezTo>
                  <a:cubicBezTo>
                    <a:pt x="3360" y="1246"/>
                    <a:pt x="3374" y="1274"/>
                    <a:pt x="3422" y="1322"/>
                  </a:cubicBezTo>
                  <a:cubicBezTo>
                    <a:pt x="3452" y="1342"/>
                    <a:pt x="3464" y="1355"/>
                    <a:pt x="3455" y="1355"/>
                  </a:cubicBezTo>
                  <a:cubicBezTo>
                    <a:pt x="3449" y="1355"/>
                    <a:pt x="3436" y="1350"/>
                    <a:pt x="3414" y="1338"/>
                  </a:cubicBezTo>
                  <a:lnTo>
                    <a:pt x="3414" y="1338"/>
                  </a:lnTo>
                  <a:cubicBezTo>
                    <a:pt x="3414" y="1338"/>
                    <a:pt x="3406" y="1354"/>
                    <a:pt x="3446" y="1395"/>
                  </a:cubicBezTo>
                  <a:cubicBezTo>
                    <a:pt x="3471" y="1419"/>
                    <a:pt x="3481" y="1429"/>
                    <a:pt x="3471" y="1429"/>
                  </a:cubicBezTo>
                  <a:cubicBezTo>
                    <a:pt x="3466" y="1429"/>
                    <a:pt x="3452" y="1425"/>
                    <a:pt x="3430" y="1419"/>
                  </a:cubicBezTo>
                  <a:cubicBezTo>
                    <a:pt x="3403" y="1401"/>
                    <a:pt x="3389" y="1395"/>
                    <a:pt x="3380" y="1395"/>
                  </a:cubicBezTo>
                  <a:cubicBezTo>
                    <a:pt x="3373" y="1395"/>
                    <a:pt x="3369" y="1399"/>
                    <a:pt x="3365" y="1403"/>
                  </a:cubicBezTo>
                  <a:cubicBezTo>
                    <a:pt x="3394" y="1453"/>
                    <a:pt x="3339" y="1536"/>
                    <a:pt x="3287" y="1536"/>
                  </a:cubicBezTo>
                  <a:cubicBezTo>
                    <a:pt x="3280" y="1536"/>
                    <a:pt x="3274" y="1535"/>
                    <a:pt x="3268" y="1532"/>
                  </a:cubicBezTo>
                  <a:lnTo>
                    <a:pt x="3268" y="1532"/>
                  </a:lnTo>
                  <a:cubicBezTo>
                    <a:pt x="3309" y="1573"/>
                    <a:pt x="3309" y="1573"/>
                    <a:pt x="3300" y="1581"/>
                  </a:cubicBezTo>
                  <a:cubicBezTo>
                    <a:pt x="3266" y="1562"/>
                    <a:pt x="3247" y="1554"/>
                    <a:pt x="3241" y="1554"/>
                  </a:cubicBezTo>
                  <a:cubicBezTo>
                    <a:pt x="3228" y="1554"/>
                    <a:pt x="3267" y="1589"/>
                    <a:pt x="3333" y="1638"/>
                  </a:cubicBezTo>
                  <a:lnTo>
                    <a:pt x="3341" y="1630"/>
                  </a:lnTo>
                  <a:lnTo>
                    <a:pt x="3349" y="1622"/>
                  </a:lnTo>
                  <a:cubicBezTo>
                    <a:pt x="3400" y="1655"/>
                    <a:pt x="3418" y="1680"/>
                    <a:pt x="3403" y="1680"/>
                  </a:cubicBezTo>
                  <a:cubicBezTo>
                    <a:pt x="3390" y="1680"/>
                    <a:pt x="3350" y="1660"/>
                    <a:pt x="3284" y="1605"/>
                  </a:cubicBezTo>
                  <a:cubicBezTo>
                    <a:pt x="3236" y="1579"/>
                    <a:pt x="3210" y="1565"/>
                    <a:pt x="3204" y="1565"/>
                  </a:cubicBezTo>
                  <a:lnTo>
                    <a:pt x="3204" y="1565"/>
                  </a:lnTo>
                  <a:cubicBezTo>
                    <a:pt x="3197" y="1565"/>
                    <a:pt x="3219" y="1586"/>
                    <a:pt x="3268" y="1630"/>
                  </a:cubicBezTo>
                  <a:cubicBezTo>
                    <a:pt x="3319" y="1671"/>
                    <a:pt x="3338" y="1695"/>
                    <a:pt x="3325" y="1695"/>
                  </a:cubicBezTo>
                  <a:cubicBezTo>
                    <a:pt x="3316" y="1695"/>
                    <a:pt x="3289" y="1682"/>
                    <a:pt x="3244" y="1654"/>
                  </a:cubicBezTo>
                  <a:cubicBezTo>
                    <a:pt x="3196" y="1618"/>
                    <a:pt x="3172" y="1600"/>
                    <a:pt x="3170" y="1600"/>
                  </a:cubicBezTo>
                  <a:lnTo>
                    <a:pt x="3170" y="1600"/>
                  </a:lnTo>
                  <a:cubicBezTo>
                    <a:pt x="3167" y="1600"/>
                    <a:pt x="3190" y="1620"/>
                    <a:pt x="3236" y="1662"/>
                  </a:cubicBezTo>
                  <a:cubicBezTo>
                    <a:pt x="3345" y="1761"/>
                    <a:pt x="3396" y="1821"/>
                    <a:pt x="3377" y="1821"/>
                  </a:cubicBezTo>
                  <a:cubicBezTo>
                    <a:pt x="3365" y="1821"/>
                    <a:pt x="3324" y="1797"/>
                    <a:pt x="3252" y="1743"/>
                  </a:cubicBezTo>
                  <a:cubicBezTo>
                    <a:pt x="3166" y="1679"/>
                    <a:pt x="3112" y="1653"/>
                    <a:pt x="3095" y="1653"/>
                  </a:cubicBezTo>
                  <a:cubicBezTo>
                    <a:pt x="3092" y="1653"/>
                    <a:pt x="3091" y="1653"/>
                    <a:pt x="3090" y="1654"/>
                  </a:cubicBezTo>
                  <a:cubicBezTo>
                    <a:pt x="3090" y="1662"/>
                    <a:pt x="3130" y="1695"/>
                    <a:pt x="3179" y="1735"/>
                  </a:cubicBezTo>
                  <a:cubicBezTo>
                    <a:pt x="3237" y="1771"/>
                    <a:pt x="3260" y="1789"/>
                    <a:pt x="3252" y="1789"/>
                  </a:cubicBezTo>
                  <a:cubicBezTo>
                    <a:pt x="3246" y="1789"/>
                    <a:pt x="3218" y="1777"/>
                    <a:pt x="3171" y="1751"/>
                  </a:cubicBezTo>
                  <a:cubicBezTo>
                    <a:pt x="3097" y="1716"/>
                    <a:pt x="3054" y="1699"/>
                    <a:pt x="3034" y="1699"/>
                  </a:cubicBezTo>
                  <a:cubicBezTo>
                    <a:pt x="3009" y="1699"/>
                    <a:pt x="3024" y="1728"/>
                    <a:pt x="3065" y="1784"/>
                  </a:cubicBezTo>
                  <a:cubicBezTo>
                    <a:pt x="3103" y="1844"/>
                    <a:pt x="3110" y="1881"/>
                    <a:pt x="3096" y="1881"/>
                  </a:cubicBezTo>
                  <a:cubicBezTo>
                    <a:pt x="3086" y="1881"/>
                    <a:pt x="3064" y="1861"/>
                    <a:pt x="3033" y="1816"/>
                  </a:cubicBezTo>
                  <a:cubicBezTo>
                    <a:pt x="2988" y="1767"/>
                    <a:pt x="2968" y="1745"/>
                    <a:pt x="2964" y="1745"/>
                  </a:cubicBezTo>
                  <a:lnTo>
                    <a:pt x="2964" y="1745"/>
                  </a:lnTo>
                  <a:cubicBezTo>
                    <a:pt x="2962" y="1745"/>
                    <a:pt x="2970" y="1759"/>
                    <a:pt x="2984" y="1784"/>
                  </a:cubicBezTo>
                  <a:lnTo>
                    <a:pt x="2952" y="1824"/>
                  </a:lnTo>
                  <a:cubicBezTo>
                    <a:pt x="2944" y="1832"/>
                    <a:pt x="2984" y="1881"/>
                    <a:pt x="3033" y="1913"/>
                  </a:cubicBezTo>
                  <a:cubicBezTo>
                    <a:pt x="2979" y="1880"/>
                    <a:pt x="2935" y="1860"/>
                    <a:pt x="2917" y="1860"/>
                  </a:cubicBezTo>
                  <a:cubicBezTo>
                    <a:pt x="2899" y="1860"/>
                    <a:pt x="2904" y="1878"/>
                    <a:pt x="2944" y="1922"/>
                  </a:cubicBezTo>
                  <a:lnTo>
                    <a:pt x="2927" y="1938"/>
                  </a:lnTo>
                  <a:cubicBezTo>
                    <a:pt x="2927" y="1946"/>
                    <a:pt x="2927" y="1946"/>
                    <a:pt x="2960" y="1995"/>
                  </a:cubicBezTo>
                  <a:cubicBezTo>
                    <a:pt x="2975" y="2013"/>
                    <a:pt x="2978" y="2020"/>
                    <a:pt x="2972" y="2020"/>
                  </a:cubicBezTo>
                  <a:cubicBezTo>
                    <a:pt x="2962" y="2020"/>
                    <a:pt x="2930" y="2002"/>
                    <a:pt x="2895" y="1986"/>
                  </a:cubicBezTo>
                  <a:cubicBezTo>
                    <a:pt x="2857" y="1965"/>
                    <a:pt x="2823" y="1943"/>
                    <a:pt x="2816" y="1943"/>
                  </a:cubicBezTo>
                  <a:lnTo>
                    <a:pt x="2816" y="1943"/>
                  </a:lnTo>
                  <a:cubicBezTo>
                    <a:pt x="2813" y="1943"/>
                    <a:pt x="2817" y="1949"/>
                    <a:pt x="2830" y="1962"/>
                  </a:cubicBezTo>
                  <a:cubicBezTo>
                    <a:pt x="2879" y="2003"/>
                    <a:pt x="2919" y="2051"/>
                    <a:pt x="2952" y="2100"/>
                  </a:cubicBezTo>
                  <a:cubicBezTo>
                    <a:pt x="2966" y="2117"/>
                    <a:pt x="2968" y="2124"/>
                    <a:pt x="2963" y="2124"/>
                  </a:cubicBezTo>
                  <a:cubicBezTo>
                    <a:pt x="2954" y="2124"/>
                    <a:pt x="2921" y="2102"/>
                    <a:pt x="2895" y="2076"/>
                  </a:cubicBezTo>
                  <a:cubicBezTo>
                    <a:pt x="2871" y="2043"/>
                    <a:pt x="2830" y="2027"/>
                    <a:pt x="2790" y="2011"/>
                  </a:cubicBezTo>
                  <a:lnTo>
                    <a:pt x="2790" y="2011"/>
                  </a:lnTo>
                  <a:cubicBezTo>
                    <a:pt x="2782" y="2019"/>
                    <a:pt x="2765" y="2035"/>
                    <a:pt x="2814" y="2076"/>
                  </a:cubicBezTo>
                  <a:cubicBezTo>
                    <a:pt x="2851" y="2107"/>
                    <a:pt x="2831" y="2143"/>
                    <a:pt x="2798" y="2143"/>
                  </a:cubicBezTo>
                  <a:cubicBezTo>
                    <a:pt x="2788" y="2143"/>
                    <a:pt x="2776" y="2140"/>
                    <a:pt x="2765" y="2132"/>
                  </a:cubicBezTo>
                  <a:lnTo>
                    <a:pt x="2749" y="2149"/>
                  </a:lnTo>
                  <a:cubicBezTo>
                    <a:pt x="2741" y="2157"/>
                    <a:pt x="2773" y="2205"/>
                    <a:pt x="2773" y="2213"/>
                  </a:cubicBezTo>
                  <a:cubicBezTo>
                    <a:pt x="2773" y="2213"/>
                    <a:pt x="2765" y="2222"/>
                    <a:pt x="2798" y="2270"/>
                  </a:cubicBezTo>
                  <a:cubicBezTo>
                    <a:pt x="2794" y="2273"/>
                    <a:pt x="2791" y="2277"/>
                    <a:pt x="2786" y="2277"/>
                  </a:cubicBezTo>
                  <a:cubicBezTo>
                    <a:pt x="2778" y="2277"/>
                    <a:pt x="2765" y="2270"/>
                    <a:pt x="2741" y="2246"/>
                  </a:cubicBezTo>
                  <a:lnTo>
                    <a:pt x="2741" y="2246"/>
                  </a:lnTo>
                  <a:cubicBezTo>
                    <a:pt x="2784" y="2293"/>
                    <a:pt x="2804" y="2315"/>
                    <a:pt x="2799" y="2315"/>
                  </a:cubicBezTo>
                  <a:cubicBezTo>
                    <a:pt x="2795" y="2315"/>
                    <a:pt x="2771" y="2297"/>
                    <a:pt x="2725" y="2262"/>
                  </a:cubicBezTo>
                  <a:cubicBezTo>
                    <a:pt x="2681" y="2227"/>
                    <a:pt x="2659" y="2208"/>
                    <a:pt x="2657" y="2208"/>
                  </a:cubicBezTo>
                  <a:lnTo>
                    <a:pt x="2657" y="2208"/>
                  </a:lnTo>
                  <a:cubicBezTo>
                    <a:pt x="2655" y="2208"/>
                    <a:pt x="2675" y="2229"/>
                    <a:pt x="2717" y="2270"/>
                  </a:cubicBezTo>
                  <a:cubicBezTo>
                    <a:pt x="2740" y="2299"/>
                    <a:pt x="2750" y="2310"/>
                    <a:pt x="2743" y="2310"/>
                  </a:cubicBezTo>
                  <a:cubicBezTo>
                    <a:pt x="2738" y="2310"/>
                    <a:pt x="2724" y="2305"/>
                    <a:pt x="2700" y="2295"/>
                  </a:cubicBezTo>
                  <a:cubicBezTo>
                    <a:pt x="2679" y="2276"/>
                    <a:pt x="2665" y="2268"/>
                    <a:pt x="2661" y="2268"/>
                  </a:cubicBezTo>
                  <a:lnTo>
                    <a:pt x="2661" y="2268"/>
                  </a:lnTo>
                  <a:cubicBezTo>
                    <a:pt x="2656" y="2268"/>
                    <a:pt x="2666" y="2280"/>
                    <a:pt x="2692" y="2303"/>
                  </a:cubicBezTo>
                  <a:cubicBezTo>
                    <a:pt x="2747" y="2357"/>
                    <a:pt x="2776" y="2405"/>
                    <a:pt x="2761" y="2405"/>
                  </a:cubicBezTo>
                  <a:cubicBezTo>
                    <a:pt x="2754" y="2405"/>
                    <a:pt x="2737" y="2394"/>
                    <a:pt x="2709" y="2367"/>
                  </a:cubicBezTo>
                  <a:lnTo>
                    <a:pt x="2709" y="2367"/>
                  </a:lnTo>
                  <a:cubicBezTo>
                    <a:pt x="2709" y="2367"/>
                    <a:pt x="2700" y="2376"/>
                    <a:pt x="2741" y="2424"/>
                  </a:cubicBezTo>
                  <a:cubicBezTo>
                    <a:pt x="2782" y="2470"/>
                    <a:pt x="2803" y="2492"/>
                    <a:pt x="2801" y="2492"/>
                  </a:cubicBezTo>
                  <a:cubicBezTo>
                    <a:pt x="2799" y="2492"/>
                    <a:pt x="2776" y="2472"/>
                    <a:pt x="2733" y="2432"/>
                  </a:cubicBezTo>
                  <a:cubicBezTo>
                    <a:pt x="2691" y="2404"/>
                    <a:pt x="2665" y="2390"/>
                    <a:pt x="2657" y="2390"/>
                  </a:cubicBezTo>
                  <a:cubicBezTo>
                    <a:pt x="2645" y="2390"/>
                    <a:pt x="2663" y="2414"/>
                    <a:pt x="2709" y="2465"/>
                  </a:cubicBezTo>
                  <a:cubicBezTo>
                    <a:pt x="2709" y="2465"/>
                    <a:pt x="2733" y="2489"/>
                    <a:pt x="2718" y="2489"/>
                  </a:cubicBezTo>
                  <a:cubicBezTo>
                    <a:pt x="2713" y="2489"/>
                    <a:pt x="2705" y="2487"/>
                    <a:pt x="2692" y="2481"/>
                  </a:cubicBezTo>
                  <a:cubicBezTo>
                    <a:pt x="2674" y="2473"/>
                    <a:pt x="2651" y="2469"/>
                    <a:pt x="2633" y="2469"/>
                  </a:cubicBezTo>
                  <a:cubicBezTo>
                    <a:pt x="2593" y="2469"/>
                    <a:pt x="2570" y="2488"/>
                    <a:pt x="2636" y="2538"/>
                  </a:cubicBezTo>
                  <a:lnTo>
                    <a:pt x="2619" y="2554"/>
                  </a:lnTo>
                  <a:cubicBezTo>
                    <a:pt x="2599" y="2545"/>
                    <a:pt x="2585" y="2541"/>
                    <a:pt x="2577" y="2541"/>
                  </a:cubicBezTo>
                  <a:cubicBezTo>
                    <a:pt x="2562" y="2541"/>
                    <a:pt x="2566" y="2555"/>
                    <a:pt x="2587" y="2586"/>
                  </a:cubicBezTo>
                  <a:lnTo>
                    <a:pt x="2627" y="2635"/>
                  </a:lnTo>
                  <a:cubicBezTo>
                    <a:pt x="2584" y="2599"/>
                    <a:pt x="2540" y="2569"/>
                    <a:pt x="2526" y="2569"/>
                  </a:cubicBezTo>
                  <a:cubicBezTo>
                    <a:pt x="2524" y="2569"/>
                    <a:pt x="2523" y="2569"/>
                    <a:pt x="2522" y="2570"/>
                  </a:cubicBezTo>
                  <a:cubicBezTo>
                    <a:pt x="2514" y="2578"/>
                    <a:pt x="2514" y="2578"/>
                    <a:pt x="2554" y="2619"/>
                  </a:cubicBezTo>
                  <a:cubicBezTo>
                    <a:pt x="2611" y="2651"/>
                    <a:pt x="2603" y="2659"/>
                    <a:pt x="2595" y="2667"/>
                  </a:cubicBezTo>
                  <a:cubicBezTo>
                    <a:pt x="2594" y="2668"/>
                    <a:pt x="2593" y="2669"/>
                    <a:pt x="2591" y="2669"/>
                  </a:cubicBezTo>
                  <a:cubicBezTo>
                    <a:pt x="2575" y="2669"/>
                    <a:pt x="2526" y="2639"/>
                    <a:pt x="2490" y="2603"/>
                  </a:cubicBezTo>
                  <a:lnTo>
                    <a:pt x="2482" y="2611"/>
                  </a:lnTo>
                  <a:cubicBezTo>
                    <a:pt x="2537" y="2661"/>
                    <a:pt x="2555" y="2683"/>
                    <a:pt x="2551" y="2683"/>
                  </a:cubicBezTo>
                  <a:cubicBezTo>
                    <a:pt x="2548" y="2683"/>
                    <a:pt x="2537" y="2675"/>
                    <a:pt x="2522" y="2659"/>
                  </a:cubicBezTo>
                  <a:cubicBezTo>
                    <a:pt x="2491" y="2641"/>
                    <a:pt x="2474" y="2636"/>
                    <a:pt x="2464" y="2636"/>
                  </a:cubicBezTo>
                  <a:cubicBezTo>
                    <a:pt x="2456" y="2636"/>
                    <a:pt x="2453" y="2640"/>
                    <a:pt x="2449" y="2643"/>
                  </a:cubicBezTo>
                  <a:lnTo>
                    <a:pt x="2409" y="2603"/>
                  </a:lnTo>
                  <a:cubicBezTo>
                    <a:pt x="2394" y="2594"/>
                    <a:pt x="2386" y="2591"/>
                    <a:pt x="2384" y="2591"/>
                  </a:cubicBezTo>
                  <a:lnTo>
                    <a:pt x="2384" y="2591"/>
                  </a:lnTo>
                  <a:cubicBezTo>
                    <a:pt x="2376" y="2591"/>
                    <a:pt x="2411" y="2621"/>
                    <a:pt x="2441" y="2651"/>
                  </a:cubicBezTo>
                  <a:lnTo>
                    <a:pt x="2425" y="2667"/>
                  </a:lnTo>
                  <a:cubicBezTo>
                    <a:pt x="2417" y="2676"/>
                    <a:pt x="2409" y="2684"/>
                    <a:pt x="2465" y="2716"/>
                  </a:cubicBezTo>
                  <a:cubicBezTo>
                    <a:pt x="2506" y="2757"/>
                    <a:pt x="2554" y="2797"/>
                    <a:pt x="2546" y="2805"/>
                  </a:cubicBezTo>
                  <a:cubicBezTo>
                    <a:pt x="2502" y="2768"/>
                    <a:pt x="2464" y="2731"/>
                    <a:pt x="2452" y="2731"/>
                  </a:cubicBezTo>
                  <a:cubicBezTo>
                    <a:pt x="2451" y="2731"/>
                    <a:pt x="2450" y="2732"/>
                    <a:pt x="2449" y="2732"/>
                  </a:cubicBezTo>
                  <a:cubicBezTo>
                    <a:pt x="2448" y="2733"/>
                    <a:pt x="2447" y="2733"/>
                    <a:pt x="2446" y="2733"/>
                  </a:cubicBezTo>
                  <a:cubicBezTo>
                    <a:pt x="2433" y="2733"/>
                    <a:pt x="2392" y="2700"/>
                    <a:pt x="2392" y="2700"/>
                  </a:cubicBezTo>
                  <a:cubicBezTo>
                    <a:pt x="2365" y="2669"/>
                    <a:pt x="2348" y="2658"/>
                    <a:pt x="2340" y="2658"/>
                  </a:cubicBezTo>
                  <a:cubicBezTo>
                    <a:pt x="2324" y="2658"/>
                    <a:pt x="2339" y="2700"/>
                    <a:pt x="2360" y="2732"/>
                  </a:cubicBezTo>
                  <a:cubicBezTo>
                    <a:pt x="2400" y="2785"/>
                    <a:pt x="2415" y="2812"/>
                    <a:pt x="2407" y="2812"/>
                  </a:cubicBezTo>
                  <a:cubicBezTo>
                    <a:pt x="2400" y="2812"/>
                    <a:pt x="2376" y="2794"/>
                    <a:pt x="2336" y="2757"/>
                  </a:cubicBezTo>
                  <a:cubicBezTo>
                    <a:pt x="2315" y="2736"/>
                    <a:pt x="2304" y="2727"/>
                    <a:pt x="2301" y="2727"/>
                  </a:cubicBezTo>
                  <a:lnTo>
                    <a:pt x="2301" y="2727"/>
                  </a:lnTo>
                  <a:cubicBezTo>
                    <a:pt x="2292" y="2727"/>
                    <a:pt x="2352" y="2806"/>
                    <a:pt x="2449" y="2903"/>
                  </a:cubicBezTo>
                  <a:lnTo>
                    <a:pt x="2571" y="3032"/>
                  </a:lnTo>
                  <a:lnTo>
                    <a:pt x="2441" y="2911"/>
                  </a:lnTo>
                  <a:cubicBezTo>
                    <a:pt x="2339" y="2826"/>
                    <a:pt x="2293" y="2788"/>
                    <a:pt x="2282" y="2788"/>
                  </a:cubicBezTo>
                  <a:lnTo>
                    <a:pt x="2282" y="2788"/>
                  </a:lnTo>
                  <a:cubicBezTo>
                    <a:pt x="2274" y="2788"/>
                    <a:pt x="2290" y="2814"/>
                    <a:pt x="2319" y="2862"/>
                  </a:cubicBezTo>
                  <a:cubicBezTo>
                    <a:pt x="2333" y="2893"/>
                    <a:pt x="2339" y="2907"/>
                    <a:pt x="2335" y="2907"/>
                  </a:cubicBezTo>
                  <a:cubicBezTo>
                    <a:pt x="2332" y="2907"/>
                    <a:pt x="2322" y="2897"/>
                    <a:pt x="2303" y="2878"/>
                  </a:cubicBezTo>
                  <a:cubicBezTo>
                    <a:pt x="2279" y="2858"/>
                    <a:pt x="2265" y="2850"/>
                    <a:pt x="2253" y="2850"/>
                  </a:cubicBezTo>
                  <a:cubicBezTo>
                    <a:pt x="2242" y="2850"/>
                    <a:pt x="2234" y="2858"/>
                    <a:pt x="2222" y="2870"/>
                  </a:cubicBezTo>
                  <a:cubicBezTo>
                    <a:pt x="2198" y="2886"/>
                    <a:pt x="2190" y="2894"/>
                    <a:pt x="2238" y="2943"/>
                  </a:cubicBezTo>
                  <a:lnTo>
                    <a:pt x="2222" y="2951"/>
                  </a:lnTo>
                  <a:cubicBezTo>
                    <a:pt x="2191" y="2928"/>
                    <a:pt x="2172" y="2918"/>
                    <a:pt x="2164" y="2918"/>
                  </a:cubicBezTo>
                  <a:cubicBezTo>
                    <a:pt x="2148" y="2918"/>
                    <a:pt x="2181" y="2961"/>
                    <a:pt x="2246" y="3016"/>
                  </a:cubicBezTo>
                  <a:lnTo>
                    <a:pt x="2230" y="3032"/>
                  </a:lnTo>
                  <a:lnTo>
                    <a:pt x="2190" y="2984"/>
                  </a:lnTo>
                  <a:cubicBezTo>
                    <a:pt x="2172" y="2969"/>
                    <a:pt x="2158" y="2962"/>
                    <a:pt x="2145" y="2962"/>
                  </a:cubicBezTo>
                  <a:cubicBezTo>
                    <a:pt x="2123" y="2962"/>
                    <a:pt x="2101" y="2983"/>
                    <a:pt x="2060" y="3024"/>
                  </a:cubicBezTo>
                  <a:cubicBezTo>
                    <a:pt x="1987" y="3089"/>
                    <a:pt x="1979" y="3097"/>
                    <a:pt x="2060" y="3186"/>
                  </a:cubicBezTo>
                  <a:cubicBezTo>
                    <a:pt x="2103" y="3234"/>
                    <a:pt x="2121" y="3259"/>
                    <a:pt x="2115" y="3259"/>
                  </a:cubicBezTo>
                  <a:cubicBezTo>
                    <a:pt x="2109" y="3259"/>
                    <a:pt x="2085" y="3240"/>
                    <a:pt x="2044" y="3203"/>
                  </a:cubicBezTo>
                  <a:cubicBezTo>
                    <a:pt x="2016" y="3169"/>
                    <a:pt x="1985" y="3144"/>
                    <a:pt x="1980" y="3144"/>
                  </a:cubicBezTo>
                  <a:lnTo>
                    <a:pt x="1980" y="3144"/>
                  </a:lnTo>
                  <a:cubicBezTo>
                    <a:pt x="1978" y="3144"/>
                    <a:pt x="1982" y="3149"/>
                    <a:pt x="1995" y="3162"/>
                  </a:cubicBezTo>
                  <a:cubicBezTo>
                    <a:pt x="1995" y="3162"/>
                    <a:pt x="1991" y="3166"/>
                    <a:pt x="1981" y="3166"/>
                  </a:cubicBezTo>
                  <a:cubicBezTo>
                    <a:pt x="1971" y="3166"/>
                    <a:pt x="1955" y="3162"/>
                    <a:pt x="1930" y="3146"/>
                  </a:cubicBezTo>
                  <a:cubicBezTo>
                    <a:pt x="1891" y="3123"/>
                    <a:pt x="1869" y="3115"/>
                    <a:pt x="1859" y="3115"/>
                  </a:cubicBezTo>
                  <a:cubicBezTo>
                    <a:pt x="1841" y="3115"/>
                    <a:pt x="1866" y="3146"/>
                    <a:pt x="1898" y="3178"/>
                  </a:cubicBezTo>
                  <a:cubicBezTo>
                    <a:pt x="1937" y="3211"/>
                    <a:pt x="1950" y="3222"/>
                    <a:pt x="1947" y="3222"/>
                  </a:cubicBezTo>
                  <a:cubicBezTo>
                    <a:pt x="1944" y="3222"/>
                    <a:pt x="1917" y="3204"/>
                    <a:pt x="1890" y="3186"/>
                  </a:cubicBezTo>
                  <a:cubicBezTo>
                    <a:pt x="1851" y="3159"/>
                    <a:pt x="1817" y="3135"/>
                    <a:pt x="1811" y="3135"/>
                  </a:cubicBezTo>
                  <a:lnTo>
                    <a:pt x="1811" y="3135"/>
                  </a:lnTo>
                  <a:cubicBezTo>
                    <a:pt x="1808" y="3135"/>
                    <a:pt x="1812" y="3141"/>
                    <a:pt x="1825" y="3154"/>
                  </a:cubicBezTo>
                  <a:cubicBezTo>
                    <a:pt x="1853" y="3194"/>
                    <a:pt x="1854" y="3245"/>
                    <a:pt x="1824" y="3245"/>
                  </a:cubicBezTo>
                  <a:cubicBezTo>
                    <a:pt x="1811" y="3245"/>
                    <a:pt x="1793" y="3235"/>
                    <a:pt x="1768" y="3211"/>
                  </a:cubicBezTo>
                  <a:lnTo>
                    <a:pt x="1752" y="3227"/>
                  </a:lnTo>
                  <a:cubicBezTo>
                    <a:pt x="1792" y="3267"/>
                    <a:pt x="1776" y="3284"/>
                    <a:pt x="1760" y="3300"/>
                  </a:cubicBezTo>
                  <a:cubicBezTo>
                    <a:pt x="1753" y="3303"/>
                    <a:pt x="1748" y="3306"/>
                    <a:pt x="1741" y="3306"/>
                  </a:cubicBezTo>
                  <a:cubicBezTo>
                    <a:pt x="1732" y="3306"/>
                    <a:pt x="1719" y="3300"/>
                    <a:pt x="1695" y="3276"/>
                  </a:cubicBezTo>
                  <a:cubicBezTo>
                    <a:pt x="1681" y="3254"/>
                    <a:pt x="1671" y="3244"/>
                    <a:pt x="1667" y="3244"/>
                  </a:cubicBezTo>
                  <a:lnTo>
                    <a:pt x="1667" y="3244"/>
                  </a:lnTo>
                  <a:cubicBezTo>
                    <a:pt x="1662" y="3244"/>
                    <a:pt x="1665" y="3260"/>
                    <a:pt x="1679" y="3292"/>
                  </a:cubicBezTo>
                  <a:cubicBezTo>
                    <a:pt x="1671" y="3300"/>
                    <a:pt x="1744" y="3389"/>
                    <a:pt x="1736" y="3397"/>
                  </a:cubicBezTo>
                  <a:cubicBezTo>
                    <a:pt x="1776" y="3446"/>
                    <a:pt x="1809" y="3494"/>
                    <a:pt x="1800" y="3503"/>
                  </a:cubicBezTo>
                  <a:lnTo>
                    <a:pt x="1760" y="3462"/>
                  </a:lnTo>
                  <a:lnTo>
                    <a:pt x="1679" y="3373"/>
                  </a:lnTo>
                  <a:lnTo>
                    <a:pt x="1679" y="3373"/>
                  </a:lnTo>
                  <a:cubicBezTo>
                    <a:pt x="1663" y="3381"/>
                    <a:pt x="1655" y="3389"/>
                    <a:pt x="1695" y="3430"/>
                  </a:cubicBezTo>
                  <a:cubicBezTo>
                    <a:pt x="1669" y="3408"/>
                    <a:pt x="1655" y="3400"/>
                    <a:pt x="1644" y="3400"/>
                  </a:cubicBezTo>
                  <a:cubicBezTo>
                    <a:pt x="1635" y="3400"/>
                    <a:pt x="1630" y="3406"/>
                    <a:pt x="1622" y="3413"/>
                  </a:cubicBezTo>
                  <a:cubicBezTo>
                    <a:pt x="1606" y="3430"/>
                    <a:pt x="1590" y="3446"/>
                    <a:pt x="1622" y="3494"/>
                  </a:cubicBezTo>
                  <a:cubicBezTo>
                    <a:pt x="1590" y="3466"/>
                    <a:pt x="1564" y="3453"/>
                    <a:pt x="1546" y="3453"/>
                  </a:cubicBezTo>
                  <a:cubicBezTo>
                    <a:pt x="1513" y="3453"/>
                    <a:pt x="1507" y="3494"/>
                    <a:pt x="1549" y="3551"/>
                  </a:cubicBezTo>
                  <a:cubicBezTo>
                    <a:pt x="1572" y="3579"/>
                    <a:pt x="1579" y="3593"/>
                    <a:pt x="1573" y="3593"/>
                  </a:cubicBezTo>
                  <a:cubicBezTo>
                    <a:pt x="1567" y="3593"/>
                    <a:pt x="1554" y="3585"/>
                    <a:pt x="1533" y="3567"/>
                  </a:cubicBezTo>
                  <a:cubicBezTo>
                    <a:pt x="1511" y="3553"/>
                    <a:pt x="1499" y="3545"/>
                    <a:pt x="1495" y="3545"/>
                  </a:cubicBezTo>
                  <a:lnTo>
                    <a:pt x="1495" y="3545"/>
                  </a:lnTo>
                  <a:cubicBezTo>
                    <a:pt x="1491" y="3545"/>
                    <a:pt x="1499" y="3557"/>
                    <a:pt x="1517" y="3584"/>
                  </a:cubicBezTo>
                  <a:cubicBezTo>
                    <a:pt x="1528" y="3601"/>
                    <a:pt x="1530" y="3608"/>
                    <a:pt x="1524" y="3608"/>
                  </a:cubicBezTo>
                  <a:cubicBezTo>
                    <a:pt x="1514" y="3608"/>
                    <a:pt x="1483" y="3585"/>
                    <a:pt x="1452" y="3559"/>
                  </a:cubicBezTo>
                  <a:cubicBezTo>
                    <a:pt x="1404" y="3516"/>
                    <a:pt x="1380" y="3498"/>
                    <a:pt x="1372" y="3498"/>
                  </a:cubicBezTo>
                  <a:lnTo>
                    <a:pt x="1372" y="3498"/>
                  </a:lnTo>
                  <a:cubicBezTo>
                    <a:pt x="1365" y="3498"/>
                    <a:pt x="1372" y="3512"/>
                    <a:pt x="1387" y="3535"/>
                  </a:cubicBezTo>
                  <a:cubicBezTo>
                    <a:pt x="1403" y="3600"/>
                    <a:pt x="1387" y="3608"/>
                    <a:pt x="1379" y="3616"/>
                  </a:cubicBezTo>
                  <a:cubicBezTo>
                    <a:pt x="1403" y="3673"/>
                    <a:pt x="1395" y="3681"/>
                    <a:pt x="1444" y="3721"/>
                  </a:cubicBezTo>
                  <a:cubicBezTo>
                    <a:pt x="1468" y="3754"/>
                    <a:pt x="1492" y="3786"/>
                    <a:pt x="1509" y="3819"/>
                  </a:cubicBezTo>
                  <a:cubicBezTo>
                    <a:pt x="1518" y="3841"/>
                    <a:pt x="1518" y="3848"/>
                    <a:pt x="1514" y="3848"/>
                  </a:cubicBezTo>
                  <a:cubicBezTo>
                    <a:pt x="1508" y="3848"/>
                    <a:pt x="1496" y="3832"/>
                    <a:pt x="1500" y="3827"/>
                  </a:cubicBezTo>
                  <a:cubicBezTo>
                    <a:pt x="1484" y="3770"/>
                    <a:pt x="1468" y="3770"/>
                    <a:pt x="1419" y="3738"/>
                  </a:cubicBezTo>
                  <a:cubicBezTo>
                    <a:pt x="1399" y="3717"/>
                    <a:pt x="1383" y="3711"/>
                    <a:pt x="1371" y="3711"/>
                  </a:cubicBezTo>
                  <a:cubicBezTo>
                    <a:pt x="1359" y="3711"/>
                    <a:pt x="1350" y="3717"/>
                    <a:pt x="1346" y="3721"/>
                  </a:cubicBezTo>
                  <a:lnTo>
                    <a:pt x="1314" y="3746"/>
                  </a:lnTo>
                  <a:cubicBezTo>
                    <a:pt x="1291" y="3737"/>
                    <a:pt x="1275" y="3733"/>
                    <a:pt x="1266" y="3733"/>
                  </a:cubicBezTo>
                  <a:cubicBezTo>
                    <a:pt x="1250" y="3733"/>
                    <a:pt x="1256" y="3747"/>
                    <a:pt x="1282" y="3778"/>
                  </a:cubicBezTo>
                  <a:lnTo>
                    <a:pt x="1314" y="3819"/>
                  </a:lnTo>
                  <a:cubicBezTo>
                    <a:pt x="1290" y="3795"/>
                    <a:pt x="1265" y="3785"/>
                    <a:pt x="1242" y="3785"/>
                  </a:cubicBezTo>
                  <a:cubicBezTo>
                    <a:pt x="1187" y="3785"/>
                    <a:pt x="1151" y="3845"/>
                    <a:pt x="1209" y="3908"/>
                  </a:cubicBezTo>
                  <a:lnTo>
                    <a:pt x="1168" y="3867"/>
                  </a:lnTo>
                  <a:cubicBezTo>
                    <a:pt x="1145" y="3840"/>
                    <a:pt x="1133" y="3831"/>
                    <a:pt x="1122" y="3831"/>
                  </a:cubicBezTo>
                  <a:cubicBezTo>
                    <a:pt x="1113" y="3831"/>
                    <a:pt x="1106" y="3836"/>
                    <a:pt x="1095" y="3843"/>
                  </a:cubicBezTo>
                  <a:cubicBezTo>
                    <a:pt x="1087" y="3843"/>
                    <a:pt x="1095" y="3916"/>
                    <a:pt x="1071" y="3932"/>
                  </a:cubicBezTo>
                  <a:cubicBezTo>
                    <a:pt x="1038" y="3957"/>
                    <a:pt x="1014" y="3981"/>
                    <a:pt x="1063" y="4013"/>
                  </a:cubicBezTo>
                  <a:cubicBezTo>
                    <a:pt x="1060" y="4016"/>
                    <a:pt x="1058" y="4018"/>
                    <a:pt x="1056" y="4018"/>
                  </a:cubicBezTo>
                  <a:cubicBezTo>
                    <a:pt x="1050" y="4018"/>
                    <a:pt x="1040" y="4009"/>
                    <a:pt x="1006" y="3981"/>
                  </a:cubicBezTo>
                  <a:cubicBezTo>
                    <a:pt x="982" y="3957"/>
                    <a:pt x="969" y="3950"/>
                    <a:pt x="961" y="3950"/>
                  </a:cubicBezTo>
                  <a:cubicBezTo>
                    <a:pt x="956" y="3950"/>
                    <a:pt x="952" y="3953"/>
                    <a:pt x="949" y="3957"/>
                  </a:cubicBezTo>
                  <a:cubicBezTo>
                    <a:pt x="941" y="3957"/>
                    <a:pt x="990" y="3997"/>
                    <a:pt x="1038" y="4030"/>
                  </a:cubicBezTo>
                  <a:cubicBezTo>
                    <a:pt x="1069" y="4055"/>
                    <a:pt x="1077" y="4068"/>
                    <a:pt x="1063" y="4068"/>
                  </a:cubicBezTo>
                  <a:cubicBezTo>
                    <a:pt x="1055" y="4068"/>
                    <a:pt x="1038" y="4063"/>
                    <a:pt x="1014" y="4054"/>
                  </a:cubicBezTo>
                  <a:cubicBezTo>
                    <a:pt x="997" y="4047"/>
                    <a:pt x="981" y="4044"/>
                    <a:pt x="968" y="4044"/>
                  </a:cubicBezTo>
                  <a:cubicBezTo>
                    <a:pt x="933" y="4044"/>
                    <a:pt x="919" y="4067"/>
                    <a:pt x="949" y="4103"/>
                  </a:cubicBezTo>
                  <a:cubicBezTo>
                    <a:pt x="946" y="4103"/>
                    <a:pt x="944" y="4103"/>
                    <a:pt x="939" y="4103"/>
                  </a:cubicBezTo>
                  <a:cubicBezTo>
                    <a:pt x="930" y="4103"/>
                    <a:pt x="914" y="4100"/>
                    <a:pt x="876" y="4078"/>
                  </a:cubicBezTo>
                  <a:cubicBezTo>
                    <a:pt x="847" y="4067"/>
                    <a:pt x="814" y="4058"/>
                    <a:pt x="796" y="4058"/>
                  </a:cubicBezTo>
                  <a:cubicBezTo>
                    <a:pt x="774" y="4058"/>
                    <a:pt x="775" y="4071"/>
                    <a:pt x="828" y="4111"/>
                  </a:cubicBezTo>
                  <a:cubicBezTo>
                    <a:pt x="825" y="4113"/>
                    <a:pt x="823" y="4115"/>
                    <a:pt x="820" y="4115"/>
                  </a:cubicBezTo>
                  <a:cubicBezTo>
                    <a:pt x="813" y="4115"/>
                    <a:pt x="801" y="4108"/>
                    <a:pt x="763" y="4086"/>
                  </a:cubicBezTo>
                  <a:cubicBezTo>
                    <a:pt x="729" y="4074"/>
                    <a:pt x="695" y="4061"/>
                    <a:pt x="686" y="4061"/>
                  </a:cubicBezTo>
                  <a:cubicBezTo>
                    <a:pt x="679" y="4061"/>
                    <a:pt x="692" y="4072"/>
                    <a:pt x="746" y="4103"/>
                  </a:cubicBezTo>
                  <a:cubicBezTo>
                    <a:pt x="777" y="4133"/>
                    <a:pt x="771" y="4149"/>
                    <a:pt x="733" y="4149"/>
                  </a:cubicBezTo>
                  <a:cubicBezTo>
                    <a:pt x="720" y="4149"/>
                    <a:pt x="703" y="4147"/>
                    <a:pt x="682" y="4143"/>
                  </a:cubicBezTo>
                  <a:lnTo>
                    <a:pt x="682" y="4143"/>
                  </a:lnTo>
                  <a:cubicBezTo>
                    <a:pt x="673" y="4151"/>
                    <a:pt x="657" y="4159"/>
                    <a:pt x="722" y="4184"/>
                  </a:cubicBezTo>
                  <a:lnTo>
                    <a:pt x="787" y="4208"/>
                  </a:lnTo>
                  <a:cubicBezTo>
                    <a:pt x="721" y="4189"/>
                    <a:pt x="687" y="4178"/>
                    <a:pt x="682" y="4178"/>
                  </a:cubicBezTo>
                  <a:lnTo>
                    <a:pt x="682" y="4178"/>
                  </a:lnTo>
                  <a:cubicBezTo>
                    <a:pt x="677" y="4178"/>
                    <a:pt x="707" y="4191"/>
                    <a:pt x="771" y="4216"/>
                  </a:cubicBezTo>
                  <a:cubicBezTo>
                    <a:pt x="808" y="4230"/>
                    <a:pt x="822" y="4239"/>
                    <a:pt x="813" y="4239"/>
                  </a:cubicBezTo>
                  <a:cubicBezTo>
                    <a:pt x="807" y="4239"/>
                    <a:pt x="790" y="4234"/>
                    <a:pt x="763" y="4224"/>
                  </a:cubicBezTo>
                  <a:cubicBezTo>
                    <a:pt x="726" y="4216"/>
                    <a:pt x="706" y="4214"/>
                    <a:pt x="695" y="4214"/>
                  </a:cubicBezTo>
                  <a:cubicBezTo>
                    <a:pt x="684" y="4214"/>
                    <a:pt x="682" y="4216"/>
                    <a:pt x="682" y="4216"/>
                  </a:cubicBezTo>
                  <a:cubicBezTo>
                    <a:pt x="673" y="4224"/>
                    <a:pt x="698" y="4273"/>
                    <a:pt x="657" y="4305"/>
                  </a:cubicBezTo>
                  <a:cubicBezTo>
                    <a:pt x="584" y="4346"/>
                    <a:pt x="560" y="4362"/>
                    <a:pt x="633" y="4378"/>
                  </a:cubicBezTo>
                  <a:cubicBezTo>
                    <a:pt x="679" y="4394"/>
                    <a:pt x="696" y="4399"/>
                    <a:pt x="680" y="4399"/>
                  </a:cubicBezTo>
                  <a:cubicBezTo>
                    <a:pt x="670" y="4399"/>
                    <a:pt x="649" y="4397"/>
                    <a:pt x="617" y="4394"/>
                  </a:cubicBezTo>
                  <a:cubicBezTo>
                    <a:pt x="582" y="4388"/>
                    <a:pt x="560" y="4385"/>
                    <a:pt x="544" y="4385"/>
                  </a:cubicBezTo>
                  <a:cubicBezTo>
                    <a:pt x="523" y="4385"/>
                    <a:pt x="516" y="4390"/>
                    <a:pt x="511" y="4394"/>
                  </a:cubicBezTo>
                  <a:cubicBezTo>
                    <a:pt x="507" y="4398"/>
                    <a:pt x="503" y="4400"/>
                    <a:pt x="490" y="4400"/>
                  </a:cubicBezTo>
                  <a:cubicBezTo>
                    <a:pt x="477" y="4400"/>
                    <a:pt x="455" y="4398"/>
                    <a:pt x="414" y="4394"/>
                  </a:cubicBezTo>
                  <a:lnTo>
                    <a:pt x="414" y="4394"/>
                  </a:lnTo>
                  <a:cubicBezTo>
                    <a:pt x="487" y="4411"/>
                    <a:pt x="487" y="4411"/>
                    <a:pt x="479" y="4419"/>
                  </a:cubicBezTo>
                  <a:cubicBezTo>
                    <a:pt x="448" y="4413"/>
                    <a:pt x="428" y="4410"/>
                    <a:pt x="418" y="4410"/>
                  </a:cubicBezTo>
                  <a:cubicBezTo>
                    <a:pt x="403" y="4410"/>
                    <a:pt x="418" y="4417"/>
                    <a:pt x="463" y="4427"/>
                  </a:cubicBezTo>
                  <a:cubicBezTo>
                    <a:pt x="540" y="4443"/>
                    <a:pt x="580" y="4449"/>
                    <a:pt x="580" y="4449"/>
                  </a:cubicBezTo>
                  <a:cubicBezTo>
                    <a:pt x="580" y="4449"/>
                    <a:pt x="540" y="4443"/>
                    <a:pt x="455" y="4435"/>
                  </a:cubicBezTo>
                  <a:cubicBezTo>
                    <a:pt x="425" y="4432"/>
                    <a:pt x="392" y="4431"/>
                    <a:pt x="366" y="4431"/>
                  </a:cubicBezTo>
                  <a:cubicBezTo>
                    <a:pt x="313" y="4431"/>
                    <a:pt x="284" y="4435"/>
                    <a:pt x="349" y="4435"/>
                  </a:cubicBezTo>
                  <a:cubicBezTo>
                    <a:pt x="398" y="4443"/>
                    <a:pt x="446" y="4459"/>
                    <a:pt x="495" y="4475"/>
                  </a:cubicBezTo>
                  <a:cubicBezTo>
                    <a:pt x="490" y="4475"/>
                    <a:pt x="484" y="4479"/>
                    <a:pt x="455" y="4479"/>
                  </a:cubicBezTo>
                  <a:cubicBezTo>
                    <a:pt x="440" y="4479"/>
                    <a:pt x="419" y="4478"/>
                    <a:pt x="390" y="4475"/>
                  </a:cubicBezTo>
                  <a:lnTo>
                    <a:pt x="390" y="4475"/>
                  </a:lnTo>
                  <a:cubicBezTo>
                    <a:pt x="292" y="4475"/>
                    <a:pt x="333" y="4508"/>
                    <a:pt x="414" y="4524"/>
                  </a:cubicBezTo>
                  <a:cubicBezTo>
                    <a:pt x="479" y="4524"/>
                    <a:pt x="497" y="4528"/>
                    <a:pt x="473" y="4528"/>
                  </a:cubicBezTo>
                  <a:cubicBezTo>
                    <a:pt x="461" y="4528"/>
                    <a:pt x="438" y="4527"/>
                    <a:pt x="406" y="4524"/>
                  </a:cubicBezTo>
                  <a:cubicBezTo>
                    <a:pt x="317" y="4524"/>
                    <a:pt x="309" y="4524"/>
                    <a:pt x="301" y="4532"/>
                  </a:cubicBezTo>
                  <a:cubicBezTo>
                    <a:pt x="341" y="4536"/>
                    <a:pt x="339" y="4538"/>
                    <a:pt x="315" y="4538"/>
                  </a:cubicBezTo>
                  <a:cubicBezTo>
                    <a:pt x="290" y="4538"/>
                    <a:pt x="244" y="4536"/>
                    <a:pt x="195" y="4532"/>
                  </a:cubicBezTo>
                  <a:cubicBezTo>
                    <a:pt x="171" y="4530"/>
                    <a:pt x="153" y="4529"/>
                    <a:pt x="139" y="4529"/>
                  </a:cubicBezTo>
                  <a:cubicBezTo>
                    <a:pt x="105" y="4529"/>
                    <a:pt x="93" y="4535"/>
                    <a:pt x="82" y="4540"/>
                  </a:cubicBezTo>
                  <a:cubicBezTo>
                    <a:pt x="171" y="4557"/>
                    <a:pt x="122" y="4573"/>
                    <a:pt x="98" y="4597"/>
                  </a:cubicBezTo>
                  <a:cubicBezTo>
                    <a:pt x="49" y="4621"/>
                    <a:pt x="138" y="4630"/>
                    <a:pt x="333" y="4638"/>
                  </a:cubicBezTo>
                  <a:lnTo>
                    <a:pt x="317" y="4638"/>
                  </a:lnTo>
                  <a:lnTo>
                    <a:pt x="1" y="4654"/>
                  </a:lnTo>
                  <a:cubicBezTo>
                    <a:pt x="33" y="4658"/>
                    <a:pt x="65" y="4660"/>
                    <a:pt x="98" y="4660"/>
                  </a:cubicBezTo>
                  <a:cubicBezTo>
                    <a:pt x="130" y="4660"/>
                    <a:pt x="163" y="4658"/>
                    <a:pt x="195" y="4654"/>
                  </a:cubicBezTo>
                  <a:lnTo>
                    <a:pt x="268" y="4654"/>
                  </a:lnTo>
                  <a:cubicBezTo>
                    <a:pt x="284" y="4654"/>
                    <a:pt x="252" y="4662"/>
                    <a:pt x="171" y="4670"/>
                  </a:cubicBezTo>
                  <a:cubicBezTo>
                    <a:pt x="41" y="4686"/>
                    <a:pt x="82" y="4694"/>
                    <a:pt x="179" y="4694"/>
                  </a:cubicBezTo>
                  <a:cubicBezTo>
                    <a:pt x="187" y="4694"/>
                    <a:pt x="195" y="4703"/>
                    <a:pt x="98" y="4711"/>
                  </a:cubicBezTo>
                  <a:cubicBezTo>
                    <a:pt x="102" y="4715"/>
                    <a:pt x="104" y="4717"/>
                    <a:pt x="118" y="4717"/>
                  </a:cubicBezTo>
                  <a:cubicBezTo>
                    <a:pt x="132" y="4717"/>
                    <a:pt x="159" y="4715"/>
                    <a:pt x="211" y="4711"/>
                  </a:cubicBezTo>
                  <a:cubicBezTo>
                    <a:pt x="242" y="4708"/>
                    <a:pt x="265" y="4707"/>
                    <a:pt x="279" y="4707"/>
                  </a:cubicBezTo>
                  <a:cubicBezTo>
                    <a:pt x="312" y="4707"/>
                    <a:pt x="296" y="4713"/>
                    <a:pt x="228" y="4719"/>
                  </a:cubicBezTo>
                  <a:cubicBezTo>
                    <a:pt x="61" y="4739"/>
                    <a:pt x="53" y="4753"/>
                    <a:pt x="110" y="4753"/>
                  </a:cubicBezTo>
                  <a:cubicBezTo>
                    <a:pt x="122" y="4753"/>
                    <a:pt x="137" y="4753"/>
                    <a:pt x="155" y="4751"/>
                  </a:cubicBezTo>
                  <a:cubicBezTo>
                    <a:pt x="190" y="4748"/>
                    <a:pt x="214" y="4748"/>
                    <a:pt x="231" y="4748"/>
                  </a:cubicBezTo>
                  <a:cubicBezTo>
                    <a:pt x="265" y="4748"/>
                    <a:pt x="271" y="4751"/>
                    <a:pt x="276" y="4751"/>
                  </a:cubicBezTo>
                  <a:cubicBezTo>
                    <a:pt x="276" y="4757"/>
                    <a:pt x="280" y="4763"/>
                    <a:pt x="320" y="4763"/>
                  </a:cubicBezTo>
                  <a:cubicBezTo>
                    <a:pt x="336" y="4763"/>
                    <a:pt x="359" y="4762"/>
                    <a:pt x="390" y="4759"/>
                  </a:cubicBezTo>
                  <a:lnTo>
                    <a:pt x="406" y="4767"/>
                  </a:lnTo>
                  <a:cubicBezTo>
                    <a:pt x="373" y="4775"/>
                    <a:pt x="341" y="4775"/>
                    <a:pt x="301" y="4775"/>
                  </a:cubicBezTo>
                  <a:lnTo>
                    <a:pt x="211" y="4792"/>
                  </a:lnTo>
                  <a:cubicBezTo>
                    <a:pt x="223" y="4797"/>
                    <a:pt x="230" y="4803"/>
                    <a:pt x="271" y="4803"/>
                  </a:cubicBezTo>
                  <a:cubicBezTo>
                    <a:pt x="288" y="4803"/>
                    <a:pt x="310" y="4802"/>
                    <a:pt x="341" y="4800"/>
                  </a:cubicBezTo>
                  <a:cubicBezTo>
                    <a:pt x="438" y="4792"/>
                    <a:pt x="487" y="4786"/>
                    <a:pt x="488" y="4786"/>
                  </a:cubicBezTo>
                  <a:lnTo>
                    <a:pt x="488" y="4786"/>
                  </a:lnTo>
                  <a:cubicBezTo>
                    <a:pt x="489" y="4786"/>
                    <a:pt x="442" y="4792"/>
                    <a:pt x="349" y="4808"/>
                  </a:cubicBezTo>
                  <a:cubicBezTo>
                    <a:pt x="265" y="4815"/>
                    <a:pt x="194" y="4834"/>
                    <a:pt x="237" y="4834"/>
                  </a:cubicBezTo>
                  <a:cubicBezTo>
                    <a:pt x="244" y="4834"/>
                    <a:pt x="255" y="4833"/>
                    <a:pt x="268" y="4832"/>
                  </a:cubicBezTo>
                  <a:cubicBezTo>
                    <a:pt x="340" y="4823"/>
                    <a:pt x="374" y="4820"/>
                    <a:pt x="384" y="4820"/>
                  </a:cubicBezTo>
                  <a:cubicBezTo>
                    <a:pt x="401" y="4820"/>
                    <a:pt x="346" y="4830"/>
                    <a:pt x="284" y="4840"/>
                  </a:cubicBezTo>
                  <a:cubicBezTo>
                    <a:pt x="166" y="4856"/>
                    <a:pt x="123" y="4861"/>
                    <a:pt x="163" y="4861"/>
                  </a:cubicBezTo>
                  <a:cubicBezTo>
                    <a:pt x="186" y="4861"/>
                    <a:pt x="237" y="4860"/>
                    <a:pt x="317" y="4857"/>
                  </a:cubicBezTo>
                  <a:cubicBezTo>
                    <a:pt x="333" y="4865"/>
                    <a:pt x="455" y="4873"/>
                    <a:pt x="471" y="4889"/>
                  </a:cubicBezTo>
                  <a:cubicBezTo>
                    <a:pt x="503" y="4913"/>
                    <a:pt x="519" y="4921"/>
                    <a:pt x="446" y="4946"/>
                  </a:cubicBezTo>
                  <a:cubicBezTo>
                    <a:pt x="345" y="4971"/>
                    <a:pt x="310" y="4984"/>
                    <a:pt x="316" y="4984"/>
                  </a:cubicBezTo>
                  <a:cubicBezTo>
                    <a:pt x="320" y="4984"/>
                    <a:pt x="338" y="4979"/>
                    <a:pt x="365" y="4970"/>
                  </a:cubicBezTo>
                  <a:cubicBezTo>
                    <a:pt x="465" y="4945"/>
                    <a:pt x="506" y="4936"/>
                    <a:pt x="529" y="4936"/>
                  </a:cubicBezTo>
                  <a:cubicBezTo>
                    <a:pt x="544" y="4936"/>
                    <a:pt x="551" y="4939"/>
                    <a:pt x="560" y="4946"/>
                  </a:cubicBezTo>
                  <a:cubicBezTo>
                    <a:pt x="534" y="4965"/>
                    <a:pt x="541" y="4971"/>
                    <a:pt x="564" y="4971"/>
                  </a:cubicBezTo>
                  <a:cubicBezTo>
                    <a:pt x="590" y="4971"/>
                    <a:pt x="638" y="4963"/>
                    <a:pt x="682" y="4954"/>
                  </a:cubicBezTo>
                  <a:lnTo>
                    <a:pt x="673" y="4946"/>
                  </a:lnTo>
                  <a:cubicBezTo>
                    <a:pt x="751" y="4921"/>
                    <a:pt x="789" y="4911"/>
                    <a:pt x="801" y="4911"/>
                  </a:cubicBezTo>
                  <a:cubicBezTo>
                    <a:pt x="813" y="4911"/>
                    <a:pt x="799" y="4921"/>
                    <a:pt x="771" y="4938"/>
                  </a:cubicBezTo>
                  <a:cubicBezTo>
                    <a:pt x="722" y="4962"/>
                    <a:pt x="673" y="4978"/>
                    <a:pt x="625" y="4986"/>
                  </a:cubicBezTo>
                  <a:cubicBezTo>
                    <a:pt x="552" y="5011"/>
                    <a:pt x="487" y="5043"/>
                    <a:pt x="495" y="5051"/>
                  </a:cubicBezTo>
                  <a:cubicBezTo>
                    <a:pt x="498" y="5054"/>
                    <a:pt x="501" y="5056"/>
                    <a:pt x="505" y="5056"/>
                  </a:cubicBezTo>
                  <a:cubicBezTo>
                    <a:pt x="515" y="5056"/>
                    <a:pt x="533" y="5048"/>
                    <a:pt x="576" y="5027"/>
                  </a:cubicBezTo>
                  <a:cubicBezTo>
                    <a:pt x="622" y="5011"/>
                    <a:pt x="639" y="5006"/>
                    <a:pt x="648" y="5006"/>
                  </a:cubicBezTo>
                  <a:cubicBezTo>
                    <a:pt x="652" y="5006"/>
                    <a:pt x="654" y="5008"/>
                    <a:pt x="657" y="5011"/>
                  </a:cubicBezTo>
                  <a:cubicBezTo>
                    <a:pt x="661" y="5014"/>
                    <a:pt x="664" y="5016"/>
                    <a:pt x="673" y="5016"/>
                  </a:cubicBezTo>
                  <a:cubicBezTo>
                    <a:pt x="685" y="5016"/>
                    <a:pt x="707" y="5012"/>
                    <a:pt x="755" y="5002"/>
                  </a:cubicBezTo>
                  <a:cubicBezTo>
                    <a:pt x="790" y="4985"/>
                    <a:pt x="809" y="4979"/>
                    <a:pt x="820" y="4979"/>
                  </a:cubicBezTo>
                  <a:cubicBezTo>
                    <a:pt x="828" y="4979"/>
                    <a:pt x="832" y="4983"/>
                    <a:pt x="836" y="4986"/>
                  </a:cubicBezTo>
                  <a:cubicBezTo>
                    <a:pt x="771" y="5019"/>
                    <a:pt x="787" y="5027"/>
                    <a:pt x="787" y="5027"/>
                  </a:cubicBezTo>
                  <a:lnTo>
                    <a:pt x="722" y="5051"/>
                  </a:lnTo>
                  <a:cubicBezTo>
                    <a:pt x="673" y="5075"/>
                    <a:pt x="633" y="5092"/>
                    <a:pt x="592" y="5116"/>
                  </a:cubicBezTo>
                  <a:cubicBezTo>
                    <a:pt x="593" y="5117"/>
                    <a:pt x="595" y="5117"/>
                    <a:pt x="597" y="5117"/>
                  </a:cubicBezTo>
                  <a:cubicBezTo>
                    <a:pt x="616" y="5117"/>
                    <a:pt x="673" y="5092"/>
                    <a:pt x="673" y="5092"/>
                  </a:cubicBezTo>
                  <a:cubicBezTo>
                    <a:pt x="679" y="5090"/>
                    <a:pt x="685" y="5089"/>
                    <a:pt x="693" y="5089"/>
                  </a:cubicBezTo>
                  <a:cubicBezTo>
                    <a:pt x="770" y="5089"/>
                    <a:pt x="935" y="5198"/>
                    <a:pt x="957" y="5213"/>
                  </a:cubicBezTo>
                  <a:cubicBezTo>
                    <a:pt x="937" y="5243"/>
                    <a:pt x="939" y="5261"/>
                    <a:pt x="952" y="5261"/>
                  </a:cubicBezTo>
                  <a:cubicBezTo>
                    <a:pt x="961" y="5261"/>
                    <a:pt x="974" y="5253"/>
                    <a:pt x="990" y="5238"/>
                  </a:cubicBezTo>
                  <a:cubicBezTo>
                    <a:pt x="1011" y="5222"/>
                    <a:pt x="1029" y="5216"/>
                    <a:pt x="1045" y="5216"/>
                  </a:cubicBezTo>
                  <a:cubicBezTo>
                    <a:pt x="1073" y="5216"/>
                    <a:pt x="1097" y="5234"/>
                    <a:pt x="1128" y="5254"/>
                  </a:cubicBezTo>
                  <a:cubicBezTo>
                    <a:pt x="1162" y="5278"/>
                    <a:pt x="1190" y="5297"/>
                    <a:pt x="1216" y="5297"/>
                  </a:cubicBezTo>
                  <a:cubicBezTo>
                    <a:pt x="1233" y="5297"/>
                    <a:pt x="1249" y="5289"/>
                    <a:pt x="1265" y="5270"/>
                  </a:cubicBezTo>
                  <a:lnTo>
                    <a:pt x="1290" y="5286"/>
                  </a:lnTo>
                  <a:cubicBezTo>
                    <a:pt x="1290" y="5287"/>
                    <a:pt x="1292" y="5287"/>
                    <a:pt x="1293" y="5287"/>
                  </a:cubicBezTo>
                  <a:cubicBezTo>
                    <a:pt x="1306" y="5287"/>
                    <a:pt x="1345" y="5261"/>
                    <a:pt x="1353" y="5261"/>
                  </a:cubicBezTo>
                  <a:cubicBezTo>
                    <a:pt x="1354" y="5261"/>
                    <a:pt x="1355" y="5261"/>
                    <a:pt x="1355" y="5262"/>
                  </a:cubicBezTo>
                  <a:cubicBezTo>
                    <a:pt x="1374" y="5243"/>
                    <a:pt x="1386" y="5232"/>
                    <a:pt x="1389" y="5232"/>
                  </a:cubicBezTo>
                  <a:lnTo>
                    <a:pt x="1389" y="5232"/>
                  </a:lnTo>
                  <a:cubicBezTo>
                    <a:pt x="1392" y="5232"/>
                    <a:pt x="1384" y="5245"/>
                    <a:pt x="1363" y="5270"/>
                  </a:cubicBezTo>
                  <a:cubicBezTo>
                    <a:pt x="1330" y="5319"/>
                    <a:pt x="1298" y="5367"/>
                    <a:pt x="1306" y="5375"/>
                  </a:cubicBezTo>
                  <a:cubicBezTo>
                    <a:pt x="1307" y="5376"/>
                    <a:pt x="1308" y="5376"/>
                    <a:pt x="1310" y="5376"/>
                  </a:cubicBezTo>
                  <a:cubicBezTo>
                    <a:pt x="1327" y="5376"/>
                    <a:pt x="1357" y="5331"/>
                    <a:pt x="1387" y="5278"/>
                  </a:cubicBezTo>
                  <a:cubicBezTo>
                    <a:pt x="1411" y="5242"/>
                    <a:pt x="1422" y="5237"/>
                    <a:pt x="1426" y="5237"/>
                  </a:cubicBezTo>
                  <a:cubicBezTo>
                    <a:pt x="1427" y="5237"/>
                    <a:pt x="1428" y="5238"/>
                    <a:pt x="1428" y="5238"/>
                  </a:cubicBezTo>
                  <a:cubicBezTo>
                    <a:pt x="1428" y="5238"/>
                    <a:pt x="1436" y="5238"/>
                    <a:pt x="1403" y="5294"/>
                  </a:cubicBezTo>
                  <a:lnTo>
                    <a:pt x="1338" y="5392"/>
                  </a:lnTo>
                  <a:lnTo>
                    <a:pt x="1346" y="5400"/>
                  </a:lnTo>
                  <a:cubicBezTo>
                    <a:pt x="1379" y="5351"/>
                    <a:pt x="1387" y="5351"/>
                    <a:pt x="1387" y="5351"/>
                  </a:cubicBezTo>
                  <a:lnTo>
                    <a:pt x="1387" y="5351"/>
                  </a:lnTo>
                  <a:cubicBezTo>
                    <a:pt x="1395" y="5359"/>
                    <a:pt x="1395" y="5359"/>
                    <a:pt x="1338" y="5465"/>
                  </a:cubicBezTo>
                  <a:cubicBezTo>
                    <a:pt x="1305" y="5515"/>
                    <a:pt x="1291" y="5542"/>
                    <a:pt x="1295" y="5542"/>
                  </a:cubicBezTo>
                  <a:cubicBezTo>
                    <a:pt x="1299" y="5542"/>
                    <a:pt x="1320" y="5519"/>
                    <a:pt x="1355" y="5473"/>
                  </a:cubicBezTo>
                  <a:lnTo>
                    <a:pt x="1403" y="5440"/>
                  </a:lnTo>
                  <a:lnTo>
                    <a:pt x="1403" y="5440"/>
                  </a:lnTo>
                  <a:cubicBezTo>
                    <a:pt x="1387" y="5476"/>
                    <a:pt x="1385" y="5490"/>
                    <a:pt x="1392" y="5490"/>
                  </a:cubicBezTo>
                  <a:cubicBezTo>
                    <a:pt x="1405" y="5490"/>
                    <a:pt x="1449" y="5440"/>
                    <a:pt x="1476" y="5408"/>
                  </a:cubicBezTo>
                  <a:lnTo>
                    <a:pt x="1476" y="5408"/>
                  </a:lnTo>
                  <a:cubicBezTo>
                    <a:pt x="1446" y="5469"/>
                    <a:pt x="1434" y="5500"/>
                    <a:pt x="1441" y="5500"/>
                  </a:cubicBezTo>
                  <a:cubicBezTo>
                    <a:pt x="1447" y="5500"/>
                    <a:pt x="1467" y="5477"/>
                    <a:pt x="1500" y="5432"/>
                  </a:cubicBezTo>
                  <a:cubicBezTo>
                    <a:pt x="1516" y="5406"/>
                    <a:pt x="1525" y="5393"/>
                    <a:pt x="1529" y="5393"/>
                  </a:cubicBezTo>
                  <a:lnTo>
                    <a:pt x="1529" y="5393"/>
                  </a:lnTo>
                  <a:cubicBezTo>
                    <a:pt x="1533" y="5393"/>
                    <a:pt x="1530" y="5410"/>
                    <a:pt x="1517" y="5440"/>
                  </a:cubicBezTo>
                  <a:cubicBezTo>
                    <a:pt x="1500" y="5497"/>
                    <a:pt x="1509" y="5505"/>
                    <a:pt x="1525" y="5521"/>
                  </a:cubicBezTo>
                  <a:cubicBezTo>
                    <a:pt x="1537" y="5506"/>
                    <a:pt x="1553" y="5500"/>
                    <a:pt x="1570" y="5500"/>
                  </a:cubicBezTo>
                  <a:cubicBezTo>
                    <a:pt x="1607" y="5500"/>
                    <a:pt x="1656" y="5531"/>
                    <a:pt x="1711" y="5570"/>
                  </a:cubicBezTo>
                  <a:cubicBezTo>
                    <a:pt x="1766" y="5603"/>
                    <a:pt x="1810" y="5633"/>
                    <a:pt x="1843" y="5633"/>
                  </a:cubicBezTo>
                  <a:cubicBezTo>
                    <a:pt x="1858" y="5633"/>
                    <a:pt x="1871" y="5626"/>
                    <a:pt x="1882" y="5611"/>
                  </a:cubicBezTo>
                  <a:cubicBezTo>
                    <a:pt x="1890" y="5611"/>
                    <a:pt x="1890" y="5611"/>
                    <a:pt x="1865" y="5675"/>
                  </a:cubicBezTo>
                  <a:cubicBezTo>
                    <a:pt x="1855" y="5697"/>
                    <a:pt x="1850" y="5711"/>
                    <a:pt x="1855" y="5711"/>
                  </a:cubicBezTo>
                  <a:cubicBezTo>
                    <a:pt x="1861" y="5711"/>
                    <a:pt x="1881" y="5689"/>
                    <a:pt x="1922" y="5635"/>
                  </a:cubicBezTo>
                  <a:cubicBezTo>
                    <a:pt x="1945" y="5607"/>
                    <a:pt x="1963" y="5579"/>
                    <a:pt x="1964" y="5579"/>
                  </a:cubicBezTo>
                  <a:lnTo>
                    <a:pt x="1964" y="5579"/>
                  </a:lnTo>
                  <a:cubicBezTo>
                    <a:pt x="1964" y="5579"/>
                    <a:pt x="1954" y="5594"/>
                    <a:pt x="1930" y="5635"/>
                  </a:cubicBezTo>
                  <a:cubicBezTo>
                    <a:pt x="1898" y="5692"/>
                    <a:pt x="1914" y="5700"/>
                    <a:pt x="1955" y="5724"/>
                  </a:cubicBezTo>
                  <a:cubicBezTo>
                    <a:pt x="1968" y="5737"/>
                    <a:pt x="1986" y="5751"/>
                    <a:pt x="2005" y="5751"/>
                  </a:cubicBezTo>
                  <a:cubicBezTo>
                    <a:pt x="2021" y="5751"/>
                    <a:pt x="2037" y="5742"/>
                    <a:pt x="2052" y="5716"/>
                  </a:cubicBezTo>
                  <a:cubicBezTo>
                    <a:pt x="2075" y="5701"/>
                    <a:pt x="2087" y="5693"/>
                    <a:pt x="2089" y="5693"/>
                  </a:cubicBezTo>
                  <a:lnTo>
                    <a:pt x="2089" y="5693"/>
                  </a:lnTo>
                  <a:cubicBezTo>
                    <a:pt x="2091" y="5693"/>
                    <a:pt x="2081" y="5703"/>
                    <a:pt x="2060" y="5724"/>
                  </a:cubicBezTo>
                  <a:cubicBezTo>
                    <a:pt x="2008" y="5793"/>
                    <a:pt x="2001" y="5855"/>
                    <a:pt x="2034" y="5855"/>
                  </a:cubicBezTo>
                  <a:cubicBezTo>
                    <a:pt x="2047" y="5855"/>
                    <a:pt x="2067" y="5845"/>
                    <a:pt x="2092" y="5821"/>
                  </a:cubicBezTo>
                  <a:lnTo>
                    <a:pt x="2092" y="5821"/>
                  </a:lnTo>
                  <a:cubicBezTo>
                    <a:pt x="2100" y="5829"/>
                    <a:pt x="2109" y="5829"/>
                    <a:pt x="2084" y="5886"/>
                  </a:cubicBezTo>
                  <a:cubicBezTo>
                    <a:pt x="2087" y="5886"/>
                    <a:pt x="2090" y="5887"/>
                    <a:pt x="2094" y="5887"/>
                  </a:cubicBezTo>
                  <a:cubicBezTo>
                    <a:pt x="2103" y="5887"/>
                    <a:pt x="2119" y="5884"/>
                    <a:pt x="2157" y="5862"/>
                  </a:cubicBezTo>
                  <a:lnTo>
                    <a:pt x="2222" y="5911"/>
                  </a:lnTo>
                  <a:cubicBezTo>
                    <a:pt x="2224" y="5911"/>
                    <a:pt x="2227" y="5912"/>
                    <a:pt x="2229" y="5912"/>
                  </a:cubicBezTo>
                  <a:cubicBezTo>
                    <a:pt x="2255" y="5912"/>
                    <a:pt x="2295" y="5878"/>
                    <a:pt x="2295" y="5878"/>
                  </a:cubicBezTo>
                  <a:lnTo>
                    <a:pt x="2303" y="5886"/>
                  </a:lnTo>
                  <a:cubicBezTo>
                    <a:pt x="2271" y="5935"/>
                    <a:pt x="2319" y="5967"/>
                    <a:pt x="2384" y="6016"/>
                  </a:cubicBezTo>
                  <a:cubicBezTo>
                    <a:pt x="2449" y="6056"/>
                    <a:pt x="2506" y="6097"/>
                    <a:pt x="2490" y="6154"/>
                  </a:cubicBezTo>
                  <a:cubicBezTo>
                    <a:pt x="2490" y="6154"/>
                    <a:pt x="2498" y="6154"/>
                    <a:pt x="2538" y="6113"/>
                  </a:cubicBezTo>
                  <a:cubicBezTo>
                    <a:pt x="2573" y="6061"/>
                    <a:pt x="2594" y="6039"/>
                    <a:pt x="2602" y="6039"/>
                  </a:cubicBezTo>
                  <a:lnTo>
                    <a:pt x="2602" y="6039"/>
                  </a:lnTo>
                  <a:cubicBezTo>
                    <a:pt x="2609" y="6039"/>
                    <a:pt x="2606" y="6055"/>
                    <a:pt x="2595" y="6081"/>
                  </a:cubicBezTo>
                  <a:cubicBezTo>
                    <a:pt x="2563" y="6141"/>
                    <a:pt x="2562" y="6175"/>
                    <a:pt x="2581" y="6175"/>
                  </a:cubicBezTo>
                  <a:cubicBezTo>
                    <a:pt x="2595" y="6175"/>
                    <a:pt x="2620" y="6155"/>
                    <a:pt x="2652" y="6113"/>
                  </a:cubicBezTo>
                  <a:lnTo>
                    <a:pt x="2652" y="6113"/>
                  </a:lnTo>
                  <a:lnTo>
                    <a:pt x="2619" y="6170"/>
                  </a:lnTo>
                  <a:cubicBezTo>
                    <a:pt x="2598" y="6215"/>
                    <a:pt x="2597" y="6235"/>
                    <a:pt x="2608" y="6235"/>
                  </a:cubicBezTo>
                  <a:cubicBezTo>
                    <a:pt x="2623" y="6235"/>
                    <a:pt x="2659" y="6201"/>
                    <a:pt x="2700" y="6146"/>
                  </a:cubicBezTo>
                  <a:lnTo>
                    <a:pt x="2700" y="6146"/>
                  </a:lnTo>
                  <a:cubicBezTo>
                    <a:pt x="2682" y="6189"/>
                    <a:pt x="2663" y="6232"/>
                    <a:pt x="2674" y="6232"/>
                  </a:cubicBezTo>
                  <a:cubicBezTo>
                    <a:pt x="2677" y="6232"/>
                    <a:pt x="2683" y="6228"/>
                    <a:pt x="2692" y="6219"/>
                  </a:cubicBezTo>
                  <a:lnTo>
                    <a:pt x="2692" y="6219"/>
                  </a:lnTo>
                  <a:cubicBezTo>
                    <a:pt x="2709" y="6227"/>
                    <a:pt x="2709" y="6227"/>
                    <a:pt x="2644" y="6324"/>
                  </a:cubicBezTo>
                  <a:cubicBezTo>
                    <a:pt x="2611" y="6373"/>
                    <a:pt x="2579" y="6429"/>
                    <a:pt x="2587" y="6438"/>
                  </a:cubicBezTo>
                  <a:cubicBezTo>
                    <a:pt x="2603" y="6438"/>
                    <a:pt x="2627" y="6389"/>
                    <a:pt x="2660" y="6340"/>
                  </a:cubicBezTo>
                  <a:lnTo>
                    <a:pt x="2676" y="6348"/>
                  </a:lnTo>
                  <a:cubicBezTo>
                    <a:pt x="2676" y="6348"/>
                    <a:pt x="2677" y="6349"/>
                    <a:pt x="2679" y="6349"/>
                  </a:cubicBezTo>
                  <a:cubicBezTo>
                    <a:pt x="2685" y="6349"/>
                    <a:pt x="2698" y="6344"/>
                    <a:pt x="2717" y="6308"/>
                  </a:cubicBezTo>
                  <a:cubicBezTo>
                    <a:pt x="2738" y="6271"/>
                    <a:pt x="2748" y="6262"/>
                    <a:pt x="2758" y="6262"/>
                  </a:cubicBezTo>
                  <a:cubicBezTo>
                    <a:pt x="2763" y="6262"/>
                    <a:pt x="2768" y="6264"/>
                    <a:pt x="2773" y="6267"/>
                  </a:cubicBezTo>
                  <a:cubicBezTo>
                    <a:pt x="2763" y="6283"/>
                    <a:pt x="2760" y="6289"/>
                    <a:pt x="2761" y="6289"/>
                  </a:cubicBezTo>
                  <a:cubicBezTo>
                    <a:pt x="2764" y="6289"/>
                    <a:pt x="2787" y="6258"/>
                    <a:pt x="2798" y="6219"/>
                  </a:cubicBezTo>
                  <a:cubicBezTo>
                    <a:pt x="2828" y="6166"/>
                    <a:pt x="2858" y="6120"/>
                    <a:pt x="2869" y="6120"/>
                  </a:cubicBezTo>
                  <a:cubicBezTo>
                    <a:pt x="2869" y="6120"/>
                    <a:pt x="2870" y="6121"/>
                    <a:pt x="2871" y="6121"/>
                  </a:cubicBezTo>
                  <a:cubicBezTo>
                    <a:pt x="2871" y="6121"/>
                    <a:pt x="2903" y="6073"/>
                    <a:pt x="2936" y="6016"/>
                  </a:cubicBezTo>
                  <a:cubicBezTo>
                    <a:pt x="2984" y="5951"/>
                    <a:pt x="3017" y="5878"/>
                    <a:pt x="3041" y="5797"/>
                  </a:cubicBezTo>
                  <a:cubicBezTo>
                    <a:pt x="3036" y="5750"/>
                    <a:pt x="3034" y="5704"/>
                    <a:pt x="3018" y="5704"/>
                  </a:cubicBezTo>
                  <a:cubicBezTo>
                    <a:pt x="3010" y="5704"/>
                    <a:pt x="2997" y="5719"/>
                    <a:pt x="2976" y="5757"/>
                  </a:cubicBezTo>
                  <a:cubicBezTo>
                    <a:pt x="2976" y="5757"/>
                    <a:pt x="2942" y="5798"/>
                    <a:pt x="2930" y="5798"/>
                  </a:cubicBezTo>
                  <a:cubicBezTo>
                    <a:pt x="2929" y="5798"/>
                    <a:pt x="2928" y="5798"/>
                    <a:pt x="2927" y="5797"/>
                  </a:cubicBezTo>
                  <a:cubicBezTo>
                    <a:pt x="2911" y="5789"/>
                    <a:pt x="2936" y="5732"/>
                    <a:pt x="2936" y="5732"/>
                  </a:cubicBezTo>
                  <a:cubicBezTo>
                    <a:pt x="2968" y="5684"/>
                    <a:pt x="2927" y="5659"/>
                    <a:pt x="2887" y="5627"/>
                  </a:cubicBezTo>
                  <a:cubicBezTo>
                    <a:pt x="2830" y="5586"/>
                    <a:pt x="2798" y="5570"/>
                    <a:pt x="2822" y="5513"/>
                  </a:cubicBezTo>
                  <a:cubicBezTo>
                    <a:pt x="2838" y="5457"/>
                    <a:pt x="2830" y="5448"/>
                    <a:pt x="2830" y="5448"/>
                  </a:cubicBezTo>
                  <a:lnTo>
                    <a:pt x="2830" y="5448"/>
                  </a:lnTo>
                  <a:cubicBezTo>
                    <a:pt x="2819" y="5465"/>
                    <a:pt x="2805" y="5472"/>
                    <a:pt x="2788" y="5472"/>
                  </a:cubicBezTo>
                  <a:cubicBezTo>
                    <a:pt x="2757" y="5472"/>
                    <a:pt x="2718" y="5448"/>
                    <a:pt x="2676" y="5416"/>
                  </a:cubicBezTo>
                  <a:cubicBezTo>
                    <a:pt x="2632" y="5389"/>
                    <a:pt x="2589" y="5361"/>
                    <a:pt x="2555" y="5361"/>
                  </a:cubicBezTo>
                  <a:cubicBezTo>
                    <a:pt x="2539" y="5361"/>
                    <a:pt x="2525" y="5368"/>
                    <a:pt x="2514" y="5384"/>
                  </a:cubicBezTo>
                  <a:lnTo>
                    <a:pt x="2498" y="5367"/>
                  </a:lnTo>
                  <a:cubicBezTo>
                    <a:pt x="2530" y="5319"/>
                    <a:pt x="2514" y="5311"/>
                    <a:pt x="2490" y="5294"/>
                  </a:cubicBezTo>
                  <a:cubicBezTo>
                    <a:pt x="2463" y="5317"/>
                    <a:pt x="2446" y="5322"/>
                    <a:pt x="2436" y="5322"/>
                  </a:cubicBezTo>
                  <a:cubicBezTo>
                    <a:pt x="2428" y="5322"/>
                    <a:pt x="2425" y="5319"/>
                    <a:pt x="2425" y="5319"/>
                  </a:cubicBezTo>
                  <a:cubicBezTo>
                    <a:pt x="2457" y="5270"/>
                    <a:pt x="2441" y="5262"/>
                    <a:pt x="2425" y="5254"/>
                  </a:cubicBezTo>
                  <a:cubicBezTo>
                    <a:pt x="2418" y="5247"/>
                    <a:pt x="2413" y="5242"/>
                    <a:pt x="2407" y="5242"/>
                  </a:cubicBezTo>
                  <a:cubicBezTo>
                    <a:pt x="2398" y="5242"/>
                    <a:pt x="2387" y="5253"/>
                    <a:pt x="2368" y="5286"/>
                  </a:cubicBezTo>
                  <a:cubicBezTo>
                    <a:pt x="2327" y="5262"/>
                    <a:pt x="2295" y="5213"/>
                    <a:pt x="2295" y="5165"/>
                  </a:cubicBezTo>
                  <a:cubicBezTo>
                    <a:pt x="2303" y="5145"/>
                    <a:pt x="2304" y="5137"/>
                    <a:pt x="2300" y="5137"/>
                  </a:cubicBezTo>
                  <a:lnTo>
                    <a:pt x="2300" y="5137"/>
                  </a:lnTo>
                  <a:cubicBezTo>
                    <a:pt x="2291" y="5137"/>
                    <a:pt x="2265" y="5165"/>
                    <a:pt x="2238" y="5197"/>
                  </a:cubicBezTo>
                  <a:cubicBezTo>
                    <a:pt x="2208" y="5242"/>
                    <a:pt x="2171" y="5287"/>
                    <a:pt x="2160" y="5287"/>
                  </a:cubicBezTo>
                  <a:cubicBezTo>
                    <a:pt x="2159" y="5287"/>
                    <a:pt x="2158" y="5287"/>
                    <a:pt x="2157" y="5286"/>
                  </a:cubicBezTo>
                  <a:lnTo>
                    <a:pt x="2214" y="5181"/>
                  </a:lnTo>
                  <a:cubicBezTo>
                    <a:pt x="2254" y="5140"/>
                    <a:pt x="2254" y="5140"/>
                    <a:pt x="2238" y="5124"/>
                  </a:cubicBezTo>
                  <a:lnTo>
                    <a:pt x="2222" y="5116"/>
                  </a:lnTo>
                  <a:cubicBezTo>
                    <a:pt x="2210" y="5133"/>
                    <a:pt x="2197" y="5140"/>
                    <a:pt x="2181" y="5140"/>
                  </a:cubicBezTo>
                  <a:cubicBezTo>
                    <a:pt x="2153" y="5140"/>
                    <a:pt x="2118" y="5118"/>
                    <a:pt x="2076" y="5092"/>
                  </a:cubicBezTo>
                  <a:cubicBezTo>
                    <a:pt x="2023" y="5058"/>
                    <a:pt x="1993" y="5039"/>
                    <a:pt x="1971" y="5039"/>
                  </a:cubicBezTo>
                  <a:cubicBezTo>
                    <a:pt x="1955" y="5039"/>
                    <a:pt x="1943" y="5048"/>
                    <a:pt x="1930" y="5067"/>
                  </a:cubicBezTo>
                  <a:cubicBezTo>
                    <a:pt x="1916" y="5089"/>
                    <a:pt x="1906" y="5101"/>
                    <a:pt x="1900" y="5101"/>
                  </a:cubicBezTo>
                  <a:cubicBezTo>
                    <a:pt x="1892" y="5101"/>
                    <a:pt x="1890" y="5083"/>
                    <a:pt x="1890" y="5043"/>
                  </a:cubicBezTo>
                  <a:cubicBezTo>
                    <a:pt x="1917" y="4916"/>
                    <a:pt x="1926" y="4875"/>
                    <a:pt x="1916" y="4875"/>
                  </a:cubicBezTo>
                  <a:lnTo>
                    <a:pt x="1916" y="4875"/>
                  </a:lnTo>
                  <a:cubicBezTo>
                    <a:pt x="1911" y="4875"/>
                    <a:pt x="1903" y="4884"/>
                    <a:pt x="1890" y="4897"/>
                  </a:cubicBezTo>
                  <a:cubicBezTo>
                    <a:pt x="1898" y="4905"/>
                    <a:pt x="1865" y="4954"/>
                    <a:pt x="1841" y="5002"/>
                  </a:cubicBezTo>
                  <a:cubicBezTo>
                    <a:pt x="1810" y="5053"/>
                    <a:pt x="1792" y="5078"/>
                    <a:pt x="1787" y="5078"/>
                  </a:cubicBezTo>
                  <a:cubicBezTo>
                    <a:pt x="1781" y="5078"/>
                    <a:pt x="1791" y="5049"/>
                    <a:pt x="1817" y="4994"/>
                  </a:cubicBezTo>
                  <a:cubicBezTo>
                    <a:pt x="1856" y="4931"/>
                    <a:pt x="1809" y="4890"/>
                    <a:pt x="1750" y="4890"/>
                  </a:cubicBezTo>
                  <a:cubicBezTo>
                    <a:pt x="1711" y="4890"/>
                    <a:pt x="1667" y="4907"/>
                    <a:pt x="1638" y="4946"/>
                  </a:cubicBezTo>
                  <a:lnTo>
                    <a:pt x="1671" y="4897"/>
                  </a:lnTo>
                  <a:cubicBezTo>
                    <a:pt x="1703" y="4848"/>
                    <a:pt x="1671" y="4824"/>
                    <a:pt x="1671" y="4824"/>
                  </a:cubicBezTo>
                  <a:lnTo>
                    <a:pt x="1663" y="4816"/>
                  </a:lnTo>
                  <a:cubicBezTo>
                    <a:pt x="1637" y="4855"/>
                    <a:pt x="1624" y="4869"/>
                    <a:pt x="1620" y="4869"/>
                  </a:cubicBezTo>
                  <a:cubicBezTo>
                    <a:pt x="1615" y="4869"/>
                    <a:pt x="1630" y="4837"/>
                    <a:pt x="1655" y="4808"/>
                  </a:cubicBezTo>
                  <a:cubicBezTo>
                    <a:pt x="1687" y="4760"/>
                    <a:pt x="1687" y="4759"/>
                    <a:pt x="1687" y="4759"/>
                  </a:cubicBezTo>
                  <a:lnTo>
                    <a:pt x="1687" y="4759"/>
                  </a:lnTo>
                  <a:cubicBezTo>
                    <a:pt x="1654" y="4789"/>
                    <a:pt x="1638" y="4800"/>
                    <a:pt x="1632" y="4800"/>
                  </a:cubicBezTo>
                  <a:cubicBezTo>
                    <a:pt x="1623" y="4800"/>
                    <a:pt x="1645" y="4769"/>
                    <a:pt x="1671" y="4743"/>
                  </a:cubicBezTo>
                  <a:lnTo>
                    <a:pt x="1671" y="4743"/>
                  </a:lnTo>
                  <a:cubicBezTo>
                    <a:pt x="1637" y="4771"/>
                    <a:pt x="1627" y="4780"/>
                    <a:pt x="1621" y="4780"/>
                  </a:cubicBezTo>
                  <a:cubicBezTo>
                    <a:pt x="1618" y="4780"/>
                    <a:pt x="1616" y="4778"/>
                    <a:pt x="1614" y="4775"/>
                  </a:cubicBezTo>
                  <a:cubicBezTo>
                    <a:pt x="1614" y="4775"/>
                    <a:pt x="1613" y="4775"/>
                    <a:pt x="1612" y="4775"/>
                  </a:cubicBezTo>
                  <a:cubicBezTo>
                    <a:pt x="1608" y="4775"/>
                    <a:pt x="1596" y="4780"/>
                    <a:pt x="1565" y="4816"/>
                  </a:cubicBezTo>
                  <a:cubicBezTo>
                    <a:pt x="1533" y="4840"/>
                    <a:pt x="1500" y="4873"/>
                    <a:pt x="1460" y="4889"/>
                  </a:cubicBezTo>
                  <a:lnTo>
                    <a:pt x="1509" y="4848"/>
                  </a:lnTo>
                  <a:cubicBezTo>
                    <a:pt x="1557" y="4808"/>
                    <a:pt x="1557" y="4808"/>
                    <a:pt x="1541" y="4800"/>
                  </a:cubicBezTo>
                  <a:cubicBezTo>
                    <a:pt x="1533" y="4792"/>
                    <a:pt x="1525" y="4784"/>
                    <a:pt x="1581" y="4743"/>
                  </a:cubicBezTo>
                  <a:lnTo>
                    <a:pt x="1581" y="4743"/>
                  </a:lnTo>
                  <a:lnTo>
                    <a:pt x="1525" y="4784"/>
                  </a:lnTo>
                  <a:cubicBezTo>
                    <a:pt x="1496" y="4798"/>
                    <a:pt x="1480" y="4804"/>
                    <a:pt x="1476" y="4804"/>
                  </a:cubicBezTo>
                  <a:cubicBezTo>
                    <a:pt x="1471" y="4804"/>
                    <a:pt x="1485" y="4794"/>
                    <a:pt x="1517" y="4775"/>
                  </a:cubicBezTo>
                  <a:cubicBezTo>
                    <a:pt x="1551" y="4756"/>
                    <a:pt x="1562" y="4745"/>
                    <a:pt x="1550" y="4745"/>
                  </a:cubicBezTo>
                  <a:cubicBezTo>
                    <a:pt x="1543" y="4745"/>
                    <a:pt x="1526" y="4750"/>
                    <a:pt x="1500" y="4759"/>
                  </a:cubicBezTo>
                  <a:cubicBezTo>
                    <a:pt x="1563" y="4726"/>
                    <a:pt x="1594" y="4710"/>
                    <a:pt x="1589" y="4710"/>
                  </a:cubicBezTo>
                  <a:lnTo>
                    <a:pt x="1589" y="4710"/>
                  </a:lnTo>
                  <a:cubicBezTo>
                    <a:pt x="1585" y="4710"/>
                    <a:pt x="1551" y="4724"/>
                    <a:pt x="1484" y="4751"/>
                  </a:cubicBezTo>
                  <a:cubicBezTo>
                    <a:pt x="1549" y="4719"/>
                    <a:pt x="1549" y="4719"/>
                    <a:pt x="1549" y="4719"/>
                  </a:cubicBezTo>
                  <a:lnTo>
                    <a:pt x="1549" y="4719"/>
                  </a:lnTo>
                  <a:cubicBezTo>
                    <a:pt x="1519" y="4729"/>
                    <a:pt x="1499" y="4733"/>
                    <a:pt x="1493" y="4733"/>
                  </a:cubicBezTo>
                  <a:cubicBezTo>
                    <a:pt x="1484" y="4733"/>
                    <a:pt x="1499" y="4725"/>
                    <a:pt x="1541" y="4711"/>
                  </a:cubicBezTo>
                  <a:lnTo>
                    <a:pt x="1541" y="4703"/>
                  </a:lnTo>
                  <a:cubicBezTo>
                    <a:pt x="1492" y="4724"/>
                    <a:pt x="1473" y="4728"/>
                    <a:pt x="1465" y="4728"/>
                  </a:cubicBezTo>
                  <a:cubicBezTo>
                    <a:pt x="1461" y="4728"/>
                    <a:pt x="1460" y="4727"/>
                    <a:pt x="1460" y="4727"/>
                  </a:cubicBezTo>
                  <a:cubicBezTo>
                    <a:pt x="1460" y="4727"/>
                    <a:pt x="1460" y="4727"/>
                    <a:pt x="1379" y="4751"/>
                  </a:cubicBezTo>
                  <a:cubicBezTo>
                    <a:pt x="1355" y="4759"/>
                    <a:pt x="1330" y="4767"/>
                    <a:pt x="1298" y="4767"/>
                  </a:cubicBezTo>
                  <a:cubicBezTo>
                    <a:pt x="1298" y="4767"/>
                    <a:pt x="1379" y="4743"/>
                    <a:pt x="1452" y="4719"/>
                  </a:cubicBezTo>
                  <a:cubicBezTo>
                    <a:pt x="1484" y="4708"/>
                    <a:pt x="1502" y="4702"/>
                    <a:pt x="1499" y="4702"/>
                  </a:cubicBezTo>
                  <a:lnTo>
                    <a:pt x="1499" y="4702"/>
                  </a:lnTo>
                  <a:cubicBezTo>
                    <a:pt x="1495" y="4702"/>
                    <a:pt x="1458" y="4712"/>
                    <a:pt x="1371" y="4735"/>
                  </a:cubicBezTo>
                  <a:cubicBezTo>
                    <a:pt x="1290" y="4755"/>
                    <a:pt x="1247" y="4765"/>
                    <a:pt x="1245" y="4765"/>
                  </a:cubicBezTo>
                  <a:cubicBezTo>
                    <a:pt x="1243" y="4765"/>
                    <a:pt x="1282" y="4755"/>
                    <a:pt x="1363" y="4735"/>
                  </a:cubicBezTo>
                  <a:lnTo>
                    <a:pt x="1355" y="4727"/>
                  </a:lnTo>
                  <a:cubicBezTo>
                    <a:pt x="1428" y="4703"/>
                    <a:pt x="1428" y="4703"/>
                    <a:pt x="1428" y="4694"/>
                  </a:cubicBezTo>
                  <a:lnTo>
                    <a:pt x="1428" y="4694"/>
                  </a:lnTo>
                  <a:cubicBezTo>
                    <a:pt x="1383" y="4707"/>
                    <a:pt x="1361" y="4713"/>
                    <a:pt x="1360" y="4713"/>
                  </a:cubicBezTo>
                  <a:cubicBezTo>
                    <a:pt x="1359" y="4713"/>
                    <a:pt x="1379" y="4707"/>
                    <a:pt x="1419" y="4694"/>
                  </a:cubicBezTo>
                  <a:cubicBezTo>
                    <a:pt x="1455" y="4684"/>
                    <a:pt x="1475" y="4678"/>
                    <a:pt x="1472" y="4678"/>
                  </a:cubicBezTo>
                  <a:lnTo>
                    <a:pt x="1472" y="4678"/>
                  </a:lnTo>
                  <a:cubicBezTo>
                    <a:pt x="1470" y="4678"/>
                    <a:pt x="1430" y="4688"/>
                    <a:pt x="1338" y="4711"/>
                  </a:cubicBezTo>
                  <a:cubicBezTo>
                    <a:pt x="1298" y="4718"/>
                    <a:pt x="1275" y="4722"/>
                    <a:pt x="1269" y="4722"/>
                  </a:cubicBezTo>
                  <a:cubicBezTo>
                    <a:pt x="1262" y="4722"/>
                    <a:pt x="1281" y="4716"/>
                    <a:pt x="1330" y="4703"/>
                  </a:cubicBezTo>
                  <a:cubicBezTo>
                    <a:pt x="1430" y="4684"/>
                    <a:pt x="1471" y="4676"/>
                    <a:pt x="1470" y="4676"/>
                  </a:cubicBezTo>
                  <a:lnTo>
                    <a:pt x="1470" y="4676"/>
                  </a:lnTo>
                  <a:cubicBezTo>
                    <a:pt x="1470" y="4676"/>
                    <a:pt x="1448" y="4680"/>
                    <a:pt x="1411" y="4686"/>
                  </a:cubicBezTo>
                  <a:cubicBezTo>
                    <a:pt x="1379" y="4694"/>
                    <a:pt x="1355" y="4694"/>
                    <a:pt x="1322" y="4703"/>
                  </a:cubicBezTo>
                  <a:cubicBezTo>
                    <a:pt x="1403" y="4678"/>
                    <a:pt x="1387" y="4670"/>
                    <a:pt x="1371" y="4654"/>
                  </a:cubicBezTo>
                  <a:lnTo>
                    <a:pt x="1371" y="4654"/>
                  </a:lnTo>
                  <a:cubicBezTo>
                    <a:pt x="1371" y="4654"/>
                    <a:pt x="1273" y="4662"/>
                    <a:pt x="1176" y="4670"/>
                  </a:cubicBezTo>
                  <a:cubicBezTo>
                    <a:pt x="1340" y="4652"/>
                    <a:pt x="1412" y="4641"/>
                    <a:pt x="1390" y="4641"/>
                  </a:cubicBezTo>
                  <a:cubicBezTo>
                    <a:pt x="1377" y="4641"/>
                    <a:pt x="1326" y="4645"/>
                    <a:pt x="1238" y="4655"/>
                  </a:cubicBezTo>
                  <a:lnTo>
                    <a:pt x="1238" y="4655"/>
                  </a:lnTo>
                  <a:cubicBezTo>
                    <a:pt x="1232" y="4654"/>
                    <a:pt x="1206" y="4654"/>
                    <a:pt x="1160" y="4654"/>
                  </a:cubicBezTo>
                  <a:cubicBezTo>
                    <a:pt x="1196" y="4651"/>
                    <a:pt x="1231" y="4648"/>
                    <a:pt x="1257" y="4646"/>
                  </a:cubicBezTo>
                  <a:lnTo>
                    <a:pt x="1257" y="4646"/>
                  </a:lnTo>
                  <a:cubicBezTo>
                    <a:pt x="1284" y="4639"/>
                    <a:pt x="1310" y="4633"/>
                    <a:pt x="1336" y="4630"/>
                  </a:cubicBezTo>
                  <a:lnTo>
                    <a:pt x="1336" y="4630"/>
                  </a:lnTo>
                  <a:cubicBezTo>
                    <a:pt x="1309" y="4632"/>
                    <a:pt x="1275" y="4635"/>
                    <a:pt x="1241" y="4638"/>
                  </a:cubicBezTo>
                  <a:cubicBezTo>
                    <a:pt x="1022" y="4638"/>
                    <a:pt x="1022" y="4638"/>
                    <a:pt x="1233" y="4630"/>
                  </a:cubicBezTo>
                  <a:cubicBezTo>
                    <a:pt x="1428" y="4621"/>
                    <a:pt x="1363" y="4621"/>
                    <a:pt x="1192" y="4621"/>
                  </a:cubicBezTo>
                  <a:lnTo>
                    <a:pt x="1152" y="4621"/>
                  </a:lnTo>
                  <a:cubicBezTo>
                    <a:pt x="1160" y="4613"/>
                    <a:pt x="1160" y="4613"/>
                    <a:pt x="1265" y="4613"/>
                  </a:cubicBezTo>
                  <a:cubicBezTo>
                    <a:pt x="1233" y="4605"/>
                    <a:pt x="1200" y="4605"/>
                    <a:pt x="1176" y="4605"/>
                  </a:cubicBezTo>
                  <a:cubicBezTo>
                    <a:pt x="982" y="4605"/>
                    <a:pt x="1095" y="4597"/>
                    <a:pt x="1298" y="4597"/>
                  </a:cubicBezTo>
                  <a:lnTo>
                    <a:pt x="1209" y="4589"/>
                  </a:lnTo>
                  <a:cubicBezTo>
                    <a:pt x="1014" y="4581"/>
                    <a:pt x="925" y="4581"/>
                    <a:pt x="1119" y="4581"/>
                  </a:cubicBezTo>
                  <a:lnTo>
                    <a:pt x="1217" y="4581"/>
                  </a:lnTo>
                  <a:cubicBezTo>
                    <a:pt x="1087" y="4581"/>
                    <a:pt x="1098" y="4574"/>
                    <a:pt x="1175" y="4574"/>
                  </a:cubicBezTo>
                  <a:cubicBezTo>
                    <a:pt x="1213" y="4574"/>
                    <a:pt x="1268" y="4575"/>
                    <a:pt x="1330" y="4581"/>
                  </a:cubicBezTo>
                  <a:lnTo>
                    <a:pt x="1428" y="4581"/>
                  </a:lnTo>
                  <a:lnTo>
                    <a:pt x="1330" y="4573"/>
                  </a:lnTo>
                  <a:cubicBezTo>
                    <a:pt x="1241" y="4573"/>
                    <a:pt x="1144" y="4565"/>
                    <a:pt x="1152" y="4565"/>
                  </a:cubicBezTo>
                  <a:cubicBezTo>
                    <a:pt x="1152" y="4565"/>
                    <a:pt x="1155" y="4561"/>
                    <a:pt x="1184" y="4561"/>
                  </a:cubicBezTo>
                  <a:cubicBezTo>
                    <a:pt x="1199" y="4561"/>
                    <a:pt x="1219" y="4562"/>
                    <a:pt x="1249" y="4565"/>
                  </a:cubicBezTo>
                  <a:cubicBezTo>
                    <a:pt x="1298" y="4569"/>
                    <a:pt x="1344" y="4571"/>
                    <a:pt x="1368" y="4571"/>
                  </a:cubicBezTo>
                  <a:cubicBezTo>
                    <a:pt x="1391" y="4571"/>
                    <a:pt x="1391" y="4569"/>
                    <a:pt x="1346" y="4565"/>
                  </a:cubicBezTo>
                  <a:cubicBezTo>
                    <a:pt x="1379" y="4565"/>
                    <a:pt x="1411" y="4565"/>
                    <a:pt x="1444" y="4573"/>
                  </a:cubicBezTo>
                  <a:lnTo>
                    <a:pt x="1452" y="4565"/>
                  </a:lnTo>
                  <a:cubicBezTo>
                    <a:pt x="1405" y="4560"/>
                    <a:pt x="1388" y="4555"/>
                    <a:pt x="1397" y="4555"/>
                  </a:cubicBezTo>
                  <a:cubicBezTo>
                    <a:pt x="1404" y="4555"/>
                    <a:pt x="1426" y="4558"/>
                    <a:pt x="1460" y="4565"/>
                  </a:cubicBezTo>
                  <a:cubicBezTo>
                    <a:pt x="1460" y="4565"/>
                    <a:pt x="1468" y="4557"/>
                    <a:pt x="1387" y="4548"/>
                  </a:cubicBezTo>
                  <a:cubicBezTo>
                    <a:pt x="1391" y="4544"/>
                    <a:pt x="1393" y="4542"/>
                    <a:pt x="1404" y="4542"/>
                  </a:cubicBezTo>
                  <a:cubicBezTo>
                    <a:pt x="1415" y="4542"/>
                    <a:pt x="1436" y="4544"/>
                    <a:pt x="1476" y="4548"/>
                  </a:cubicBezTo>
                  <a:cubicBezTo>
                    <a:pt x="1521" y="4557"/>
                    <a:pt x="1543" y="4561"/>
                    <a:pt x="1544" y="4561"/>
                  </a:cubicBezTo>
                  <a:cubicBezTo>
                    <a:pt x="1545" y="4561"/>
                    <a:pt x="1525" y="4557"/>
                    <a:pt x="1484" y="4548"/>
                  </a:cubicBezTo>
                  <a:cubicBezTo>
                    <a:pt x="1403" y="4540"/>
                    <a:pt x="1403" y="4540"/>
                    <a:pt x="1403" y="4532"/>
                  </a:cubicBezTo>
                  <a:lnTo>
                    <a:pt x="1411" y="4532"/>
                  </a:lnTo>
                  <a:cubicBezTo>
                    <a:pt x="1330" y="4516"/>
                    <a:pt x="1330" y="4516"/>
                    <a:pt x="1338" y="4516"/>
                  </a:cubicBezTo>
                  <a:cubicBezTo>
                    <a:pt x="1338" y="4516"/>
                    <a:pt x="1428" y="4524"/>
                    <a:pt x="1428" y="4524"/>
                  </a:cubicBezTo>
                  <a:cubicBezTo>
                    <a:pt x="1444" y="4516"/>
                    <a:pt x="1444" y="4516"/>
                    <a:pt x="1363" y="4500"/>
                  </a:cubicBezTo>
                  <a:lnTo>
                    <a:pt x="1363" y="4500"/>
                  </a:lnTo>
                  <a:cubicBezTo>
                    <a:pt x="1371" y="4500"/>
                    <a:pt x="1452" y="4508"/>
                    <a:pt x="1460" y="4508"/>
                  </a:cubicBezTo>
                  <a:cubicBezTo>
                    <a:pt x="1476" y="4500"/>
                    <a:pt x="1476" y="4500"/>
                    <a:pt x="1403" y="4475"/>
                  </a:cubicBezTo>
                  <a:cubicBezTo>
                    <a:pt x="1330" y="4455"/>
                    <a:pt x="1296" y="4445"/>
                    <a:pt x="1298" y="4445"/>
                  </a:cubicBezTo>
                  <a:lnTo>
                    <a:pt x="1298" y="4445"/>
                  </a:lnTo>
                  <a:cubicBezTo>
                    <a:pt x="1300" y="4445"/>
                    <a:pt x="1338" y="4455"/>
                    <a:pt x="1411" y="4475"/>
                  </a:cubicBezTo>
                  <a:cubicBezTo>
                    <a:pt x="1489" y="4498"/>
                    <a:pt x="1525" y="4508"/>
                    <a:pt x="1529" y="4508"/>
                  </a:cubicBezTo>
                  <a:cubicBezTo>
                    <a:pt x="1533" y="4508"/>
                    <a:pt x="1516" y="4502"/>
                    <a:pt x="1484" y="4492"/>
                  </a:cubicBezTo>
                  <a:cubicBezTo>
                    <a:pt x="1419" y="4467"/>
                    <a:pt x="1419" y="4467"/>
                    <a:pt x="1428" y="4467"/>
                  </a:cubicBezTo>
                  <a:cubicBezTo>
                    <a:pt x="1457" y="4475"/>
                    <a:pt x="1473" y="4479"/>
                    <a:pt x="1476" y="4479"/>
                  </a:cubicBezTo>
                  <a:cubicBezTo>
                    <a:pt x="1481" y="4479"/>
                    <a:pt x="1467" y="4473"/>
                    <a:pt x="1436" y="4459"/>
                  </a:cubicBezTo>
                  <a:lnTo>
                    <a:pt x="1436" y="4459"/>
                  </a:lnTo>
                  <a:cubicBezTo>
                    <a:pt x="1436" y="4459"/>
                    <a:pt x="1436" y="4460"/>
                    <a:pt x="1500" y="4484"/>
                  </a:cubicBezTo>
                  <a:lnTo>
                    <a:pt x="1509" y="4475"/>
                  </a:lnTo>
                  <a:cubicBezTo>
                    <a:pt x="1448" y="4447"/>
                    <a:pt x="1440" y="4437"/>
                    <a:pt x="1454" y="4437"/>
                  </a:cubicBezTo>
                  <a:cubicBezTo>
                    <a:pt x="1468" y="4437"/>
                    <a:pt x="1505" y="4447"/>
                    <a:pt x="1533" y="4459"/>
                  </a:cubicBezTo>
                  <a:cubicBezTo>
                    <a:pt x="1533" y="4459"/>
                    <a:pt x="1541" y="4459"/>
                    <a:pt x="1484" y="4427"/>
                  </a:cubicBezTo>
                  <a:cubicBezTo>
                    <a:pt x="1426" y="4398"/>
                    <a:pt x="1397" y="4381"/>
                    <a:pt x="1400" y="4381"/>
                  </a:cubicBezTo>
                  <a:lnTo>
                    <a:pt x="1400" y="4381"/>
                  </a:lnTo>
                  <a:cubicBezTo>
                    <a:pt x="1403" y="4381"/>
                    <a:pt x="1434" y="4395"/>
                    <a:pt x="1492" y="4427"/>
                  </a:cubicBezTo>
                  <a:cubicBezTo>
                    <a:pt x="1465" y="4411"/>
                    <a:pt x="1457" y="4399"/>
                    <a:pt x="1467" y="4399"/>
                  </a:cubicBezTo>
                  <a:cubicBezTo>
                    <a:pt x="1478" y="4399"/>
                    <a:pt x="1511" y="4413"/>
                    <a:pt x="1565" y="4451"/>
                  </a:cubicBezTo>
                  <a:lnTo>
                    <a:pt x="1671" y="4516"/>
                  </a:lnTo>
                  <a:cubicBezTo>
                    <a:pt x="1622" y="4484"/>
                    <a:pt x="1622" y="4475"/>
                    <a:pt x="1622" y="4475"/>
                  </a:cubicBezTo>
                  <a:cubicBezTo>
                    <a:pt x="1565" y="4443"/>
                    <a:pt x="1573" y="4443"/>
                    <a:pt x="1582" y="4435"/>
                  </a:cubicBezTo>
                  <a:cubicBezTo>
                    <a:pt x="1590" y="4435"/>
                    <a:pt x="1549" y="4386"/>
                    <a:pt x="1557" y="4378"/>
                  </a:cubicBezTo>
                  <a:cubicBezTo>
                    <a:pt x="1560" y="4378"/>
                    <a:pt x="1564" y="4377"/>
                    <a:pt x="1569" y="4377"/>
                  </a:cubicBezTo>
                  <a:cubicBezTo>
                    <a:pt x="1580" y="4377"/>
                    <a:pt x="1598" y="4381"/>
                    <a:pt x="1630" y="4403"/>
                  </a:cubicBezTo>
                  <a:cubicBezTo>
                    <a:pt x="1630" y="4403"/>
                    <a:pt x="1638" y="4403"/>
                    <a:pt x="1598" y="4354"/>
                  </a:cubicBezTo>
                  <a:cubicBezTo>
                    <a:pt x="1575" y="4332"/>
                    <a:pt x="1568" y="4319"/>
                    <a:pt x="1572" y="4319"/>
                  </a:cubicBezTo>
                  <a:lnTo>
                    <a:pt x="1572" y="4319"/>
                  </a:lnTo>
                  <a:cubicBezTo>
                    <a:pt x="1576" y="4319"/>
                    <a:pt x="1588" y="4327"/>
                    <a:pt x="1606" y="4346"/>
                  </a:cubicBezTo>
                  <a:lnTo>
                    <a:pt x="1614" y="4346"/>
                  </a:lnTo>
                  <a:cubicBezTo>
                    <a:pt x="1582" y="4298"/>
                    <a:pt x="1582" y="4297"/>
                    <a:pt x="1582" y="4297"/>
                  </a:cubicBezTo>
                  <a:lnTo>
                    <a:pt x="1582" y="4297"/>
                  </a:lnTo>
                  <a:cubicBezTo>
                    <a:pt x="1610" y="4326"/>
                    <a:pt x="1643" y="4354"/>
                    <a:pt x="1645" y="4354"/>
                  </a:cubicBezTo>
                  <a:cubicBezTo>
                    <a:pt x="1646" y="4354"/>
                    <a:pt x="1642" y="4350"/>
                    <a:pt x="1630" y="4338"/>
                  </a:cubicBezTo>
                  <a:cubicBezTo>
                    <a:pt x="1590" y="4289"/>
                    <a:pt x="1598" y="4289"/>
                    <a:pt x="1606" y="4281"/>
                  </a:cubicBezTo>
                  <a:lnTo>
                    <a:pt x="1606" y="4281"/>
                  </a:lnTo>
                  <a:cubicBezTo>
                    <a:pt x="1609" y="4283"/>
                    <a:pt x="1613" y="4284"/>
                    <a:pt x="1617" y="4284"/>
                  </a:cubicBezTo>
                  <a:cubicBezTo>
                    <a:pt x="1690" y="4284"/>
                    <a:pt x="1960" y="4060"/>
                    <a:pt x="1922" y="4021"/>
                  </a:cubicBezTo>
                  <a:lnTo>
                    <a:pt x="1955" y="3997"/>
                  </a:lnTo>
                  <a:lnTo>
                    <a:pt x="1979" y="3973"/>
                  </a:lnTo>
                  <a:cubicBezTo>
                    <a:pt x="2005" y="4001"/>
                    <a:pt x="2023" y="4012"/>
                    <a:pt x="2035" y="4012"/>
                  </a:cubicBezTo>
                  <a:cubicBezTo>
                    <a:pt x="2063" y="4012"/>
                    <a:pt x="2063" y="3960"/>
                    <a:pt x="2052" y="3916"/>
                  </a:cubicBezTo>
                  <a:cubicBezTo>
                    <a:pt x="2019" y="3859"/>
                    <a:pt x="2027" y="3851"/>
                    <a:pt x="2036" y="3843"/>
                  </a:cubicBezTo>
                  <a:lnTo>
                    <a:pt x="2036" y="3843"/>
                  </a:lnTo>
                  <a:cubicBezTo>
                    <a:pt x="2074" y="3885"/>
                    <a:pt x="2101" y="3902"/>
                    <a:pt x="2117" y="3902"/>
                  </a:cubicBezTo>
                  <a:cubicBezTo>
                    <a:pt x="2135" y="3902"/>
                    <a:pt x="2138" y="3881"/>
                    <a:pt x="2125" y="3851"/>
                  </a:cubicBezTo>
                  <a:cubicBezTo>
                    <a:pt x="2086" y="3799"/>
                    <a:pt x="2070" y="3773"/>
                    <a:pt x="2076" y="3773"/>
                  </a:cubicBezTo>
                  <a:lnTo>
                    <a:pt x="2076" y="3773"/>
                  </a:lnTo>
                  <a:cubicBezTo>
                    <a:pt x="2081" y="3773"/>
                    <a:pt x="2103" y="3793"/>
                    <a:pt x="2141" y="3835"/>
                  </a:cubicBezTo>
                  <a:cubicBezTo>
                    <a:pt x="2174" y="3871"/>
                    <a:pt x="2197" y="3890"/>
                    <a:pt x="2207" y="3890"/>
                  </a:cubicBezTo>
                  <a:cubicBezTo>
                    <a:pt x="2221" y="3890"/>
                    <a:pt x="2204" y="3849"/>
                    <a:pt x="2141" y="3762"/>
                  </a:cubicBezTo>
                  <a:cubicBezTo>
                    <a:pt x="2123" y="3735"/>
                    <a:pt x="2115" y="3723"/>
                    <a:pt x="2120" y="3723"/>
                  </a:cubicBezTo>
                  <a:lnTo>
                    <a:pt x="2120" y="3723"/>
                  </a:lnTo>
                  <a:cubicBezTo>
                    <a:pt x="2123" y="3723"/>
                    <a:pt x="2135" y="3731"/>
                    <a:pt x="2157" y="3746"/>
                  </a:cubicBezTo>
                  <a:cubicBezTo>
                    <a:pt x="2205" y="3789"/>
                    <a:pt x="2229" y="3807"/>
                    <a:pt x="2236" y="3807"/>
                  </a:cubicBezTo>
                  <a:cubicBezTo>
                    <a:pt x="2241" y="3807"/>
                    <a:pt x="2233" y="3793"/>
                    <a:pt x="2214" y="3770"/>
                  </a:cubicBezTo>
                  <a:cubicBezTo>
                    <a:pt x="2175" y="3722"/>
                    <a:pt x="2159" y="3698"/>
                    <a:pt x="2166" y="3698"/>
                  </a:cubicBezTo>
                  <a:lnTo>
                    <a:pt x="2166" y="3698"/>
                  </a:lnTo>
                  <a:cubicBezTo>
                    <a:pt x="2173" y="3698"/>
                    <a:pt x="2197" y="3716"/>
                    <a:pt x="2238" y="3754"/>
                  </a:cubicBezTo>
                  <a:cubicBezTo>
                    <a:pt x="2287" y="3784"/>
                    <a:pt x="2313" y="3800"/>
                    <a:pt x="2320" y="3800"/>
                  </a:cubicBezTo>
                  <a:cubicBezTo>
                    <a:pt x="2328" y="3800"/>
                    <a:pt x="2310" y="3778"/>
                    <a:pt x="2271" y="3730"/>
                  </a:cubicBezTo>
                  <a:cubicBezTo>
                    <a:pt x="2226" y="3670"/>
                    <a:pt x="2221" y="3635"/>
                    <a:pt x="2244" y="3635"/>
                  </a:cubicBezTo>
                  <a:cubicBezTo>
                    <a:pt x="2258" y="3635"/>
                    <a:pt x="2285" y="3649"/>
                    <a:pt x="2319" y="3681"/>
                  </a:cubicBezTo>
                  <a:cubicBezTo>
                    <a:pt x="2320" y="3680"/>
                    <a:pt x="2322" y="3680"/>
                    <a:pt x="2324" y="3680"/>
                  </a:cubicBezTo>
                  <a:cubicBezTo>
                    <a:pt x="2331" y="3680"/>
                    <a:pt x="2345" y="3686"/>
                    <a:pt x="2350" y="3686"/>
                  </a:cubicBezTo>
                  <a:cubicBezTo>
                    <a:pt x="2354" y="3686"/>
                    <a:pt x="2352" y="3681"/>
                    <a:pt x="2336" y="3665"/>
                  </a:cubicBezTo>
                  <a:lnTo>
                    <a:pt x="2336" y="3665"/>
                  </a:lnTo>
                  <a:lnTo>
                    <a:pt x="2392" y="3697"/>
                  </a:lnTo>
                  <a:lnTo>
                    <a:pt x="2409" y="3681"/>
                  </a:lnTo>
                  <a:lnTo>
                    <a:pt x="2368" y="3640"/>
                  </a:lnTo>
                  <a:cubicBezTo>
                    <a:pt x="2425" y="3624"/>
                    <a:pt x="2482" y="3600"/>
                    <a:pt x="2530" y="3567"/>
                  </a:cubicBezTo>
                  <a:cubicBezTo>
                    <a:pt x="2627" y="3478"/>
                    <a:pt x="2644" y="3462"/>
                    <a:pt x="2595" y="3430"/>
                  </a:cubicBezTo>
                  <a:cubicBezTo>
                    <a:pt x="2542" y="3385"/>
                    <a:pt x="2522" y="3360"/>
                    <a:pt x="2532" y="3360"/>
                  </a:cubicBezTo>
                  <a:lnTo>
                    <a:pt x="2532" y="3360"/>
                  </a:lnTo>
                  <a:cubicBezTo>
                    <a:pt x="2540" y="3360"/>
                    <a:pt x="2567" y="3377"/>
                    <a:pt x="2611" y="3413"/>
                  </a:cubicBezTo>
                  <a:cubicBezTo>
                    <a:pt x="2612" y="3412"/>
                    <a:pt x="2615" y="3412"/>
                    <a:pt x="2618" y="3412"/>
                  </a:cubicBezTo>
                  <a:cubicBezTo>
                    <a:pt x="2630" y="3412"/>
                    <a:pt x="2654" y="3419"/>
                    <a:pt x="2673" y="3419"/>
                  </a:cubicBezTo>
                  <a:cubicBezTo>
                    <a:pt x="2681" y="3419"/>
                    <a:pt x="2688" y="3418"/>
                    <a:pt x="2692" y="3413"/>
                  </a:cubicBezTo>
                  <a:cubicBezTo>
                    <a:pt x="2701" y="3405"/>
                    <a:pt x="2712" y="3396"/>
                    <a:pt x="2727" y="3396"/>
                  </a:cubicBezTo>
                  <a:cubicBezTo>
                    <a:pt x="2739" y="3396"/>
                    <a:pt x="2755" y="3403"/>
                    <a:pt x="2773" y="3421"/>
                  </a:cubicBezTo>
                  <a:lnTo>
                    <a:pt x="2782" y="3413"/>
                  </a:lnTo>
                  <a:cubicBezTo>
                    <a:pt x="2718" y="3321"/>
                    <a:pt x="2753" y="3272"/>
                    <a:pt x="2806" y="3272"/>
                  </a:cubicBezTo>
                  <a:cubicBezTo>
                    <a:pt x="2814" y="3272"/>
                    <a:pt x="2822" y="3273"/>
                    <a:pt x="2830" y="3276"/>
                  </a:cubicBezTo>
                  <a:cubicBezTo>
                    <a:pt x="2846" y="3259"/>
                    <a:pt x="2854" y="3251"/>
                    <a:pt x="2830" y="3194"/>
                  </a:cubicBezTo>
                  <a:cubicBezTo>
                    <a:pt x="2816" y="3162"/>
                    <a:pt x="2810" y="3148"/>
                    <a:pt x="2817" y="3148"/>
                  </a:cubicBezTo>
                  <a:lnTo>
                    <a:pt x="2817" y="3148"/>
                  </a:lnTo>
                  <a:cubicBezTo>
                    <a:pt x="2822" y="3148"/>
                    <a:pt x="2834" y="3156"/>
                    <a:pt x="2854" y="3170"/>
                  </a:cubicBezTo>
                  <a:cubicBezTo>
                    <a:pt x="2873" y="3186"/>
                    <a:pt x="2897" y="3194"/>
                    <a:pt x="2916" y="3194"/>
                  </a:cubicBezTo>
                  <a:cubicBezTo>
                    <a:pt x="2945" y="3194"/>
                    <a:pt x="2958" y="3172"/>
                    <a:pt x="2903" y="3121"/>
                  </a:cubicBezTo>
                  <a:lnTo>
                    <a:pt x="2903" y="3121"/>
                  </a:lnTo>
                  <a:lnTo>
                    <a:pt x="2960" y="3146"/>
                  </a:lnTo>
                  <a:cubicBezTo>
                    <a:pt x="2971" y="3153"/>
                    <a:pt x="2978" y="3156"/>
                    <a:pt x="2981" y="3156"/>
                  </a:cubicBezTo>
                  <a:cubicBezTo>
                    <a:pt x="2993" y="3156"/>
                    <a:pt x="2965" y="3120"/>
                    <a:pt x="2927" y="3089"/>
                  </a:cubicBezTo>
                  <a:cubicBezTo>
                    <a:pt x="2889" y="3050"/>
                    <a:pt x="2870" y="3028"/>
                    <a:pt x="2877" y="3028"/>
                  </a:cubicBezTo>
                  <a:lnTo>
                    <a:pt x="2877" y="3028"/>
                  </a:lnTo>
                  <a:cubicBezTo>
                    <a:pt x="2884" y="3028"/>
                    <a:pt x="2921" y="3054"/>
                    <a:pt x="2992" y="3113"/>
                  </a:cubicBezTo>
                  <a:cubicBezTo>
                    <a:pt x="3041" y="3158"/>
                    <a:pt x="3066" y="3176"/>
                    <a:pt x="3070" y="3176"/>
                  </a:cubicBezTo>
                  <a:cubicBezTo>
                    <a:pt x="3073" y="3176"/>
                    <a:pt x="3063" y="3164"/>
                    <a:pt x="3041" y="3146"/>
                  </a:cubicBezTo>
                  <a:cubicBezTo>
                    <a:pt x="3016" y="3108"/>
                    <a:pt x="2991" y="3070"/>
                    <a:pt x="3003" y="3070"/>
                  </a:cubicBezTo>
                  <a:lnTo>
                    <a:pt x="3003" y="3070"/>
                  </a:lnTo>
                  <a:cubicBezTo>
                    <a:pt x="3007" y="3070"/>
                    <a:pt x="3014" y="3074"/>
                    <a:pt x="3025" y="3081"/>
                  </a:cubicBezTo>
                  <a:cubicBezTo>
                    <a:pt x="3033" y="3073"/>
                    <a:pt x="3041" y="3065"/>
                    <a:pt x="2952" y="2984"/>
                  </a:cubicBezTo>
                  <a:cubicBezTo>
                    <a:pt x="2911" y="2943"/>
                    <a:pt x="2919" y="2935"/>
                    <a:pt x="2927" y="2927"/>
                  </a:cubicBezTo>
                  <a:lnTo>
                    <a:pt x="2927" y="2927"/>
                  </a:lnTo>
                  <a:cubicBezTo>
                    <a:pt x="2960" y="2951"/>
                    <a:pt x="2984" y="2984"/>
                    <a:pt x="3009" y="3016"/>
                  </a:cubicBezTo>
                  <a:cubicBezTo>
                    <a:pt x="3012" y="3013"/>
                    <a:pt x="3017" y="3007"/>
                    <a:pt x="3025" y="3000"/>
                  </a:cubicBezTo>
                  <a:cubicBezTo>
                    <a:pt x="3026" y="2999"/>
                    <a:pt x="3029" y="2998"/>
                    <a:pt x="3033" y="2998"/>
                  </a:cubicBezTo>
                  <a:cubicBezTo>
                    <a:pt x="3052" y="2998"/>
                    <a:pt x="3098" y="3015"/>
                    <a:pt x="3138" y="3049"/>
                  </a:cubicBezTo>
                  <a:cubicBezTo>
                    <a:pt x="3156" y="3060"/>
                    <a:pt x="3168" y="3067"/>
                    <a:pt x="3172" y="3067"/>
                  </a:cubicBezTo>
                  <a:cubicBezTo>
                    <a:pt x="3179" y="3067"/>
                    <a:pt x="3160" y="3047"/>
                    <a:pt x="3098" y="3000"/>
                  </a:cubicBezTo>
                  <a:cubicBezTo>
                    <a:pt x="3009" y="2927"/>
                    <a:pt x="3009" y="2927"/>
                    <a:pt x="3025" y="2903"/>
                  </a:cubicBezTo>
                  <a:cubicBezTo>
                    <a:pt x="3028" y="2899"/>
                    <a:pt x="3031" y="2896"/>
                    <a:pt x="3037" y="2896"/>
                  </a:cubicBezTo>
                  <a:cubicBezTo>
                    <a:pt x="3046" y="2896"/>
                    <a:pt x="3061" y="2903"/>
                    <a:pt x="3090" y="2927"/>
                  </a:cubicBezTo>
                  <a:cubicBezTo>
                    <a:pt x="3114" y="2952"/>
                    <a:pt x="3124" y="2961"/>
                    <a:pt x="3132" y="2961"/>
                  </a:cubicBezTo>
                  <a:cubicBezTo>
                    <a:pt x="3136" y="2961"/>
                    <a:pt x="3140" y="2958"/>
                    <a:pt x="3146" y="2951"/>
                  </a:cubicBezTo>
                  <a:cubicBezTo>
                    <a:pt x="3179" y="2927"/>
                    <a:pt x="3065" y="2781"/>
                    <a:pt x="2984" y="2692"/>
                  </a:cubicBezTo>
                  <a:cubicBezTo>
                    <a:pt x="2938" y="2654"/>
                    <a:pt x="2914" y="2636"/>
                    <a:pt x="2915" y="2636"/>
                  </a:cubicBezTo>
                  <a:lnTo>
                    <a:pt x="2915" y="2636"/>
                  </a:lnTo>
                  <a:cubicBezTo>
                    <a:pt x="2917" y="2636"/>
                    <a:pt x="2941" y="2652"/>
                    <a:pt x="2992" y="2684"/>
                  </a:cubicBezTo>
                  <a:cubicBezTo>
                    <a:pt x="3016" y="2708"/>
                    <a:pt x="3029" y="2715"/>
                    <a:pt x="3037" y="2715"/>
                  </a:cubicBezTo>
                  <a:cubicBezTo>
                    <a:pt x="3042" y="2715"/>
                    <a:pt x="3046" y="2711"/>
                    <a:pt x="3049" y="2708"/>
                  </a:cubicBezTo>
                  <a:cubicBezTo>
                    <a:pt x="3034" y="2693"/>
                    <a:pt x="3031" y="2688"/>
                    <a:pt x="3033" y="2688"/>
                  </a:cubicBezTo>
                  <a:lnTo>
                    <a:pt x="3033" y="2688"/>
                  </a:lnTo>
                  <a:cubicBezTo>
                    <a:pt x="3037" y="2688"/>
                    <a:pt x="3054" y="2703"/>
                    <a:pt x="3049" y="2708"/>
                  </a:cubicBezTo>
                  <a:cubicBezTo>
                    <a:pt x="3098" y="2749"/>
                    <a:pt x="3090" y="2757"/>
                    <a:pt x="3081" y="2765"/>
                  </a:cubicBezTo>
                  <a:lnTo>
                    <a:pt x="3122" y="2805"/>
                  </a:lnTo>
                  <a:cubicBezTo>
                    <a:pt x="3168" y="2833"/>
                    <a:pt x="3194" y="2848"/>
                    <a:pt x="3202" y="2848"/>
                  </a:cubicBezTo>
                  <a:cubicBezTo>
                    <a:pt x="3212" y="2848"/>
                    <a:pt x="3192" y="2823"/>
                    <a:pt x="3146" y="2773"/>
                  </a:cubicBezTo>
                  <a:cubicBezTo>
                    <a:pt x="3128" y="2750"/>
                    <a:pt x="3120" y="2740"/>
                    <a:pt x="3125" y="2740"/>
                  </a:cubicBezTo>
                  <a:lnTo>
                    <a:pt x="3125" y="2740"/>
                  </a:lnTo>
                  <a:cubicBezTo>
                    <a:pt x="3129" y="2740"/>
                    <a:pt x="3141" y="2746"/>
                    <a:pt x="3163" y="2757"/>
                  </a:cubicBezTo>
                  <a:cubicBezTo>
                    <a:pt x="3200" y="2778"/>
                    <a:pt x="3235" y="2800"/>
                    <a:pt x="3241" y="2800"/>
                  </a:cubicBezTo>
                  <a:cubicBezTo>
                    <a:pt x="3245" y="2800"/>
                    <a:pt x="3241" y="2794"/>
                    <a:pt x="3227" y="2781"/>
                  </a:cubicBezTo>
                  <a:cubicBezTo>
                    <a:pt x="3227" y="2781"/>
                    <a:pt x="3233" y="2776"/>
                    <a:pt x="3246" y="2776"/>
                  </a:cubicBezTo>
                  <a:cubicBezTo>
                    <a:pt x="3257" y="2776"/>
                    <a:pt x="3271" y="2779"/>
                    <a:pt x="3292" y="2789"/>
                  </a:cubicBezTo>
                  <a:cubicBezTo>
                    <a:pt x="3309" y="2773"/>
                    <a:pt x="3317" y="2765"/>
                    <a:pt x="3276" y="2724"/>
                  </a:cubicBezTo>
                  <a:cubicBezTo>
                    <a:pt x="3227" y="2692"/>
                    <a:pt x="3236" y="2676"/>
                    <a:pt x="3244" y="2667"/>
                  </a:cubicBezTo>
                  <a:cubicBezTo>
                    <a:pt x="3252" y="2659"/>
                    <a:pt x="3260" y="2651"/>
                    <a:pt x="3211" y="2611"/>
                  </a:cubicBezTo>
                  <a:cubicBezTo>
                    <a:pt x="3171" y="2578"/>
                    <a:pt x="3130" y="2530"/>
                    <a:pt x="3146" y="2513"/>
                  </a:cubicBezTo>
                  <a:cubicBezTo>
                    <a:pt x="3131" y="2486"/>
                    <a:pt x="3123" y="2472"/>
                    <a:pt x="3130" y="2472"/>
                  </a:cubicBezTo>
                  <a:lnTo>
                    <a:pt x="3130" y="2472"/>
                  </a:lnTo>
                  <a:cubicBezTo>
                    <a:pt x="3139" y="2472"/>
                    <a:pt x="3165" y="2488"/>
                    <a:pt x="3219" y="2522"/>
                  </a:cubicBezTo>
                  <a:cubicBezTo>
                    <a:pt x="3243" y="2546"/>
                    <a:pt x="3256" y="2552"/>
                    <a:pt x="3264" y="2552"/>
                  </a:cubicBezTo>
                  <a:cubicBezTo>
                    <a:pt x="3269" y="2552"/>
                    <a:pt x="3273" y="2549"/>
                    <a:pt x="3276" y="2546"/>
                  </a:cubicBezTo>
                  <a:cubicBezTo>
                    <a:pt x="3276" y="2546"/>
                    <a:pt x="3277" y="2545"/>
                    <a:pt x="3283" y="2545"/>
                  </a:cubicBezTo>
                  <a:cubicBezTo>
                    <a:pt x="3290" y="2545"/>
                    <a:pt x="3307" y="2547"/>
                    <a:pt x="3341" y="2562"/>
                  </a:cubicBezTo>
                  <a:cubicBezTo>
                    <a:pt x="3356" y="2570"/>
                    <a:pt x="3363" y="2574"/>
                    <a:pt x="3366" y="2574"/>
                  </a:cubicBezTo>
                  <a:cubicBezTo>
                    <a:pt x="3372" y="2574"/>
                    <a:pt x="3336" y="2546"/>
                    <a:pt x="3300" y="2522"/>
                  </a:cubicBezTo>
                  <a:lnTo>
                    <a:pt x="3211" y="2440"/>
                  </a:lnTo>
                  <a:lnTo>
                    <a:pt x="3211" y="2440"/>
                  </a:lnTo>
                  <a:cubicBezTo>
                    <a:pt x="3268" y="2465"/>
                    <a:pt x="3317" y="2497"/>
                    <a:pt x="3365" y="2538"/>
                  </a:cubicBezTo>
                  <a:cubicBezTo>
                    <a:pt x="3412" y="2569"/>
                    <a:pt x="3437" y="2585"/>
                    <a:pt x="3439" y="2585"/>
                  </a:cubicBezTo>
                  <a:cubicBezTo>
                    <a:pt x="3442" y="2585"/>
                    <a:pt x="3419" y="2567"/>
                    <a:pt x="3373" y="2530"/>
                  </a:cubicBezTo>
                  <a:cubicBezTo>
                    <a:pt x="3334" y="2497"/>
                    <a:pt x="3300" y="2458"/>
                    <a:pt x="3323" y="2458"/>
                  </a:cubicBezTo>
                  <a:cubicBezTo>
                    <a:pt x="3329" y="2458"/>
                    <a:pt x="3337" y="2460"/>
                    <a:pt x="3349" y="2465"/>
                  </a:cubicBezTo>
                  <a:cubicBezTo>
                    <a:pt x="3359" y="2455"/>
                    <a:pt x="3368" y="2443"/>
                    <a:pt x="3385" y="2443"/>
                  </a:cubicBezTo>
                  <a:cubicBezTo>
                    <a:pt x="3396" y="2443"/>
                    <a:pt x="3410" y="2448"/>
                    <a:pt x="3430" y="2465"/>
                  </a:cubicBezTo>
                  <a:cubicBezTo>
                    <a:pt x="3442" y="2473"/>
                    <a:pt x="3449" y="2476"/>
                    <a:pt x="3452" y="2476"/>
                  </a:cubicBezTo>
                  <a:cubicBezTo>
                    <a:pt x="3461" y="2476"/>
                    <a:pt x="3438" y="2449"/>
                    <a:pt x="3438" y="2449"/>
                  </a:cubicBezTo>
                  <a:cubicBezTo>
                    <a:pt x="3413" y="2410"/>
                    <a:pt x="3412" y="2397"/>
                    <a:pt x="3445" y="2397"/>
                  </a:cubicBezTo>
                  <a:cubicBezTo>
                    <a:pt x="3453" y="2397"/>
                    <a:pt x="3465" y="2398"/>
                    <a:pt x="3479" y="2400"/>
                  </a:cubicBezTo>
                  <a:cubicBezTo>
                    <a:pt x="3534" y="2413"/>
                    <a:pt x="3567" y="2421"/>
                    <a:pt x="3581" y="2421"/>
                  </a:cubicBezTo>
                  <a:cubicBezTo>
                    <a:pt x="3601" y="2421"/>
                    <a:pt x="3578" y="2403"/>
                    <a:pt x="3519" y="2359"/>
                  </a:cubicBezTo>
                  <a:cubicBezTo>
                    <a:pt x="3491" y="2335"/>
                    <a:pt x="3462" y="2314"/>
                    <a:pt x="3465" y="2314"/>
                  </a:cubicBezTo>
                  <a:lnTo>
                    <a:pt x="3465" y="2314"/>
                  </a:lnTo>
                  <a:cubicBezTo>
                    <a:pt x="3467" y="2314"/>
                    <a:pt x="3484" y="2325"/>
                    <a:pt x="3527" y="2351"/>
                  </a:cubicBezTo>
                  <a:cubicBezTo>
                    <a:pt x="3538" y="2356"/>
                    <a:pt x="3545" y="2358"/>
                    <a:pt x="3549" y="2358"/>
                  </a:cubicBezTo>
                  <a:cubicBezTo>
                    <a:pt x="3570" y="2358"/>
                    <a:pt x="3538" y="2318"/>
                    <a:pt x="3511" y="2278"/>
                  </a:cubicBezTo>
                  <a:cubicBezTo>
                    <a:pt x="3454" y="2222"/>
                    <a:pt x="3398" y="2165"/>
                    <a:pt x="3333" y="2116"/>
                  </a:cubicBezTo>
                  <a:cubicBezTo>
                    <a:pt x="3271" y="2070"/>
                    <a:pt x="3249" y="2053"/>
                    <a:pt x="3257" y="2053"/>
                  </a:cubicBezTo>
                  <a:lnTo>
                    <a:pt x="3257" y="2053"/>
                  </a:lnTo>
                  <a:cubicBezTo>
                    <a:pt x="3262" y="2053"/>
                    <a:pt x="3277" y="2059"/>
                    <a:pt x="3300" y="2067"/>
                  </a:cubicBezTo>
                  <a:cubicBezTo>
                    <a:pt x="3302" y="2065"/>
                    <a:pt x="3305" y="2063"/>
                    <a:pt x="3309" y="2063"/>
                  </a:cubicBezTo>
                  <a:cubicBezTo>
                    <a:pt x="3326" y="2063"/>
                    <a:pt x="3366" y="2090"/>
                    <a:pt x="3406" y="2116"/>
                  </a:cubicBezTo>
                  <a:cubicBezTo>
                    <a:pt x="3454" y="2157"/>
                    <a:pt x="3446" y="2165"/>
                    <a:pt x="3446" y="2165"/>
                  </a:cubicBezTo>
                  <a:lnTo>
                    <a:pt x="3438" y="2173"/>
                  </a:lnTo>
                  <a:cubicBezTo>
                    <a:pt x="3478" y="2206"/>
                    <a:pt x="3518" y="2234"/>
                    <a:pt x="3540" y="2234"/>
                  </a:cubicBezTo>
                  <a:cubicBezTo>
                    <a:pt x="3545" y="2234"/>
                    <a:pt x="3549" y="2233"/>
                    <a:pt x="3552" y="2230"/>
                  </a:cubicBezTo>
                  <a:cubicBezTo>
                    <a:pt x="3571" y="2239"/>
                    <a:pt x="3584" y="2244"/>
                    <a:pt x="3590" y="2244"/>
                  </a:cubicBezTo>
                  <a:cubicBezTo>
                    <a:pt x="3599" y="2244"/>
                    <a:pt x="3593" y="2233"/>
                    <a:pt x="3568" y="2213"/>
                  </a:cubicBezTo>
                  <a:lnTo>
                    <a:pt x="3568" y="2213"/>
                  </a:lnTo>
                  <a:cubicBezTo>
                    <a:pt x="3586" y="2222"/>
                    <a:pt x="3599" y="2226"/>
                    <a:pt x="3610" y="2226"/>
                  </a:cubicBezTo>
                  <a:cubicBezTo>
                    <a:pt x="3629" y="2226"/>
                    <a:pt x="3639" y="2216"/>
                    <a:pt x="3649" y="2205"/>
                  </a:cubicBezTo>
                  <a:cubicBezTo>
                    <a:pt x="3660" y="2184"/>
                    <a:pt x="3685" y="2169"/>
                    <a:pt x="3710" y="2169"/>
                  </a:cubicBezTo>
                  <a:cubicBezTo>
                    <a:pt x="3723" y="2169"/>
                    <a:pt x="3736" y="2173"/>
                    <a:pt x="3746" y="2181"/>
                  </a:cubicBezTo>
                  <a:cubicBezTo>
                    <a:pt x="3754" y="2165"/>
                    <a:pt x="3763" y="2157"/>
                    <a:pt x="3714" y="2116"/>
                  </a:cubicBezTo>
                  <a:cubicBezTo>
                    <a:pt x="3660" y="2072"/>
                    <a:pt x="3638" y="2051"/>
                    <a:pt x="3641" y="2051"/>
                  </a:cubicBezTo>
                  <a:lnTo>
                    <a:pt x="3641" y="2051"/>
                  </a:lnTo>
                  <a:cubicBezTo>
                    <a:pt x="3643" y="2051"/>
                    <a:pt x="3654" y="2060"/>
                    <a:pt x="3673" y="2076"/>
                  </a:cubicBezTo>
                  <a:cubicBezTo>
                    <a:pt x="3698" y="2089"/>
                    <a:pt x="3725" y="2095"/>
                    <a:pt x="3750" y="2095"/>
                  </a:cubicBezTo>
                  <a:cubicBezTo>
                    <a:pt x="3834" y="2095"/>
                    <a:pt x="3904" y="2032"/>
                    <a:pt x="3836" y="1970"/>
                  </a:cubicBezTo>
                  <a:lnTo>
                    <a:pt x="3852" y="1954"/>
                  </a:lnTo>
                  <a:cubicBezTo>
                    <a:pt x="3859" y="1956"/>
                    <a:pt x="3867" y="1957"/>
                    <a:pt x="3874" y="1957"/>
                  </a:cubicBezTo>
                  <a:cubicBezTo>
                    <a:pt x="3925" y="1957"/>
                    <a:pt x="3952" y="1908"/>
                    <a:pt x="3917" y="1865"/>
                  </a:cubicBezTo>
                  <a:lnTo>
                    <a:pt x="3941" y="1840"/>
                  </a:lnTo>
                  <a:cubicBezTo>
                    <a:pt x="3956" y="1845"/>
                    <a:pt x="3967" y="1847"/>
                    <a:pt x="3975" y="1847"/>
                  </a:cubicBezTo>
                  <a:cubicBezTo>
                    <a:pt x="3999" y="1847"/>
                    <a:pt x="3995" y="1830"/>
                    <a:pt x="3965" y="1800"/>
                  </a:cubicBezTo>
                  <a:cubicBezTo>
                    <a:pt x="3936" y="1765"/>
                    <a:pt x="3903" y="1738"/>
                    <a:pt x="3904" y="1738"/>
                  </a:cubicBezTo>
                  <a:lnTo>
                    <a:pt x="3904" y="1738"/>
                  </a:lnTo>
                  <a:cubicBezTo>
                    <a:pt x="3905" y="1738"/>
                    <a:pt x="3911" y="1742"/>
                    <a:pt x="3925" y="1751"/>
                  </a:cubicBezTo>
                  <a:cubicBezTo>
                    <a:pt x="3943" y="1766"/>
                    <a:pt x="3957" y="1773"/>
                    <a:pt x="3968" y="1773"/>
                  </a:cubicBezTo>
                  <a:cubicBezTo>
                    <a:pt x="3987" y="1773"/>
                    <a:pt x="3999" y="1755"/>
                    <a:pt x="4014" y="1735"/>
                  </a:cubicBezTo>
                  <a:cubicBezTo>
                    <a:pt x="4046" y="1695"/>
                    <a:pt x="4046" y="1695"/>
                    <a:pt x="3990" y="1670"/>
                  </a:cubicBezTo>
                  <a:cubicBezTo>
                    <a:pt x="3979" y="1638"/>
                    <a:pt x="3984" y="1626"/>
                    <a:pt x="3997" y="1626"/>
                  </a:cubicBezTo>
                  <a:cubicBezTo>
                    <a:pt x="4014" y="1626"/>
                    <a:pt x="4044" y="1644"/>
                    <a:pt x="4071" y="1662"/>
                  </a:cubicBezTo>
                  <a:cubicBezTo>
                    <a:pt x="4108" y="1696"/>
                    <a:pt x="4132" y="1713"/>
                    <a:pt x="4138" y="1713"/>
                  </a:cubicBezTo>
                  <a:cubicBezTo>
                    <a:pt x="4145" y="1713"/>
                    <a:pt x="4115" y="1680"/>
                    <a:pt x="4030" y="1613"/>
                  </a:cubicBezTo>
                  <a:cubicBezTo>
                    <a:pt x="3969" y="1558"/>
                    <a:pt x="3957" y="1533"/>
                    <a:pt x="3972" y="1533"/>
                  </a:cubicBezTo>
                  <a:cubicBezTo>
                    <a:pt x="3978" y="1533"/>
                    <a:pt x="3990" y="1538"/>
                    <a:pt x="4006" y="1549"/>
                  </a:cubicBezTo>
                  <a:cubicBezTo>
                    <a:pt x="4054" y="1581"/>
                    <a:pt x="4046" y="1597"/>
                    <a:pt x="4038" y="1605"/>
                  </a:cubicBezTo>
                  <a:lnTo>
                    <a:pt x="4135" y="1670"/>
                  </a:lnTo>
                  <a:cubicBezTo>
                    <a:pt x="4144" y="1662"/>
                    <a:pt x="4144" y="1662"/>
                    <a:pt x="4103" y="1613"/>
                  </a:cubicBezTo>
                  <a:cubicBezTo>
                    <a:pt x="4103" y="1613"/>
                    <a:pt x="4111" y="1605"/>
                    <a:pt x="4071" y="1565"/>
                  </a:cubicBezTo>
                  <a:cubicBezTo>
                    <a:pt x="4022" y="1524"/>
                    <a:pt x="3973" y="1484"/>
                    <a:pt x="3917" y="1468"/>
                  </a:cubicBezTo>
                  <a:cubicBezTo>
                    <a:pt x="3860" y="1443"/>
                    <a:pt x="3868" y="1427"/>
                    <a:pt x="3876" y="1419"/>
                  </a:cubicBezTo>
                  <a:lnTo>
                    <a:pt x="3876" y="1419"/>
                  </a:lnTo>
                  <a:cubicBezTo>
                    <a:pt x="3933" y="1435"/>
                    <a:pt x="3990" y="1468"/>
                    <a:pt x="4030" y="1516"/>
                  </a:cubicBezTo>
                  <a:cubicBezTo>
                    <a:pt x="4022" y="1524"/>
                    <a:pt x="4079" y="1557"/>
                    <a:pt x="4127" y="1589"/>
                  </a:cubicBezTo>
                  <a:cubicBezTo>
                    <a:pt x="4133" y="1593"/>
                    <a:pt x="4137" y="1595"/>
                    <a:pt x="4140" y="1595"/>
                  </a:cubicBezTo>
                  <a:cubicBezTo>
                    <a:pt x="4160" y="1595"/>
                    <a:pt x="4099" y="1499"/>
                    <a:pt x="4014" y="1435"/>
                  </a:cubicBezTo>
                  <a:lnTo>
                    <a:pt x="4014" y="1435"/>
                  </a:lnTo>
                  <a:lnTo>
                    <a:pt x="4071" y="1468"/>
                  </a:lnTo>
                  <a:cubicBezTo>
                    <a:pt x="4088" y="1479"/>
                    <a:pt x="4100" y="1484"/>
                    <a:pt x="4110" y="1484"/>
                  </a:cubicBezTo>
                  <a:cubicBezTo>
                    <a:pt x="4126" y="1484"/>
                    <a:pt x="4133" y="1470"/>
                    <a:pt x="4144" y="1459"/>
                  </a:cubicBezTo>
                  <a:cubicBezTo>
                    <a:pt x="4160" y="1443"/>
                    <a:pt x="4168" y="1427"/>
                    <a:pt x="4111" y="1395"/>
                  </a:cubicBezTo>
                  <a:cubicBezTo>
                    <a:pt x="4063" y="1362"/>
                    <a:pt x="4014" y="1330"/>
                    <a:pt x="4022" y="1322"/>
                  </a:cubicBezTo>
                  <a:lnTo>
                    <a:pt x="4022" y="1322"/>
                  </a:lnTo>
                  <a:cubicBezTo>
                    <a:pt x="4021" y="1322"/>
                    <a:pt x="4020" y="1323"/>
                    <a:pt x="4018" y="1323"/>
                  </a:cubicBezTo>
                  <a:cubicBezTo>
                    <a:pt x="4004" y="1323"/>
                    <a:pt x="3960" y="1294"/>
                    <a:pt x="3917" y="1265"/>
                  </a:cubicBezTo>
                  <a:lnTo>
                    <a:pt x="3917" y="1265"/>
                  </a:lnTo>
                  <a:cubicBezTo>
                    <a:pt x="3957" y="1273"/>
                    <a:pt x="3998" y="1289"/>
                    <a:pt x="4038" y="1305"/>
                  </a:cubicBezTo>
                  <a:cubicBezTo>
                    <a:pt x="4106" y="1330"/>
                    <a:pt x="4156" y="1345"/>
                    <a:pt x="4191" y="1345"/>
                  </a:cubicBezTo>
                  <a:cubicBezTo>
                    <a:pt x="4215" y="1345"/>
                    <a:pt x="4231" y="1338"/>
                    <a:pt x="4241" y="1322"/>
                  </a:cubicBezTo>
                  <a:cubicBezTo>
                    <a:pt x="4252" y="1300"/>
                    <a:pt x="4273" y="1286"/>
                    <a:pt x="4296" y="1286"/>
                  </a:cubicBezTo>
                  <a:cubicBezTo>
                    <a:pt x="4308" y="1286"/>
                    <a:pt x="4319" y="1289"/>
                    <a:pt x="4330" y="1297"/>
                  </a:cubicBezTo>
                  <a:cubicBezTo>
                    <a:pt x="4346" y="1273"/>
                    <a:pt x="4354" y="1265"/>
                    <a:pt x="4298" y="1232"/>
                  </a:cubicBezTo>
                  <a:lnTo>
                    <a:pt x="4314" y="1216"/>
                  </a:lnTo>
                  <a:cubicBezTo>
                    <a:pt x="4330" y="1223"/>
                    <a:pt x="4343" y="1226"/>
                    <a:pt x="4352" y="1226"/>
                  </a:cubicBezTo>
                  <a:cubicBezTo>
                    <a:pt x="4375" y="1226"/>
                    <a:pt x="4373" y="1207"/>
                    <a:pt x="4338" y="1184"/>
                  </a:cubicBezTo>
                  <a:cubicBezTo>
                    <a:pt x="4314" y="1163"/>
                    <a:pt x="4316" y="1159"/>
                    <a:pt x="4325" y="1159"/>
                  </a:cubicBezTo>
                  <a:lnTo>
                    <a:pt x="4325" y="1159"/>
                  </a:lnTo>
                  <a:cubicBezTo>
                    <a:pt x="4331" y="1159"/>
                    <a:pt x="4340" y="1161"/>
                    <a:pt x="4347" y="1161"/>
                  </a:cubicBezTo>
                  <a:cubicBezTo>
                    <a:pt x="4350" y="1161"/>
                    <a:pt x="4353" y="1161"/>
                    <a:pt x="4354" y="1159"/>
                  </a:cubicBezTo>
                  <a:cubicBezTo>
                    <a:pt x="4400" y="1176"/>
                    <a:pt x="4427" y="1186"/>
                    <a:pt x="4434" y="1186"/>
                  </a:cubicBezTo>
                  <a:cubicBezTo>
                    <a:pt x="4443" y="1186"/>
                    <a:pt x="4406" y="1164"/>
                    <a:pt x="4314" y="1111"/>
                  </a:cubicBezTo>
                  <a:cubicBezTo>
                    <a:pt x="4267" y="1091"/>
                    <a:pt x="4215" y="1076"/>
                    <a:pt x="4198" y="1076"/>
                  </a:cubicBezTo>
                  <a:cubicBezTo>
                    <a:pt x="4194" y="1076"/>
                    <a:pt x="4192" y="1077"/>
                    <a:pt x="4192" y="1078"/>
                  </a:cubicBezTo>
                  <a:lnTo>
                    <a:pt x="4168" y="1111"/>
                  </a:lnTo>
                  <a:lnTo>
                    <a:pt x="4135" y="1046"/>
                  </a:lnTo>
                  <a:cubicBezTo>
                    <a:pt x="4144" y="1038"/>
                    <a:pt x="4103" y="989"/>
                    <a:pt x="4054" y="957"/>
                  </a:cubicBezTo>
                  <a:cubicBezTo>
                    <a:pt x="4054" y="957"/>
                    <a:pt x="4006" y="924"/>
                    <a:pt x="4014" y="916"/>
                  </a:cubicBezTo>
                  <a:lnTo>
                    <a:pt x="4014" y="916"/>
                  </a:lnTo>
                  <a:lnTo>
                    <a:pt x="4111" y="981"/>
                  </a:lnTo>
                  <a:cubicBezTo>
                    <a:pt x="4160" y="1022"/>
                    <a:pt x="4208" y="1054"/>
                    <a:pt x="4257" y="1086"/>
                  </a:cubicBezTo>
                  <a:cubicBezTo>
                    <a:pt x="4308" y="1110"/>
                    <a:pt x="4351" y="1122"/>
                    <a:pt x="4371" y="1122"/>
                  </a:cubicBezTo>
                  <a:cubicBezTo>
                    <a:pt x="4393" y="1122"/>
                    <a:pt x="4389" y="1108"/>
                    <a:pt x="4338" y="1078"/>
                  </a:cubicBezTo>
                  <a:cubicBezTo>
                    <a:pt x="4338" y="1071"/>
                    <a:pt x="4338" y="1067"/>
                    <a:pt x="4344" y="1067"/>
                  </a:cubicBezTo>
                  <a:cubicBezTo>
                    <a:pt x="4351" y="1067"/>
                    <a:pt x="4367" y="1073"/>
                    <a:pt x="4403" y="1086"/>
                  </a:cubicBezTo>
                  <a:cubicBezTo>
                    <a:pt x="4421" y="1098"/>
                    <a:pt x="4433" y="1105"/>
                    <a:pt x="4437" y="1105"/>
                  </a:cubicBezTo>
                  <a:cubicBezTo>
                    <a:pt x="4444" y="1105"/>
                    <a:pt x="4425" y="1084"/>
                    <a:pt x="4363" y="1038"/>
                  </a:cubicBezTo>
                  <a:cubicBezTo>
                    <a:pt x="4306" y="995"/>
                    <a:pt x="4285" y="975"/>
                    <a:pt x="4298" y="975"/>
                  </a:cubicBezTo>
                  <a:cubicBezTo>
                    <a:pt x="4308" y="975"/>
                    <a:pt x="4335" y="985"/>
                    <a:pt x="4379" y="1005"/>
                  </a:cubicBezTo>
                  <a:cubicBezTo>
                    <a:pt x="4413" y="1018"/>
                    <a:pt x="4439" y="1022"/>
                    <a:pt x="4459" y="1022"/>
                  </a:cubicBezTo>
                  <a:cubicBezTo>
                    <a:pt x="4504" y="1022"/>
                    <a:pt x="4508" y="996"/>
                    <a:pt x="4468" y="973"/>
                  </a:cubicBezTo>
                  <a:cubicBezTo>
                    <a:pt x="4393" y="929"/>
                    <a:pt x="4385" y="900"/>
                    <a:pt x="4412" y="900"/>
                  </a:cubicBezTo>
                  <a:cubicBezTo>
                    <a:pt x="4420" y="900"/>
                    <a:pt x="4431" y="903"/>
                    <a:pt x="4444" y="908"/>
                  </a:cubicBezTo>
                  <a:cubicBezTo>
                    <a:pt x="4462" y="913"/>
                    <a:pt x="4475" y="916"/>
                    <a:pt x="4483" y="916"/>
                  </a:cubicBezTo>
                  <a:cubicBezTo>
                    <a:pt x="4501" y="916"/>
                    <a:pt x="4496" y="903"/>
                    <a:pt x="4468" y="876"/>
                  </a:cubicBezTo>
                  <a:lnTo>
                    <a:pt x="4468" y="876"/>
                  </a:lnTo>
                  <a:cubicBezTo>
                    <a:pt x="4496" y="894"/>
                    <a:pt x="4527" y="908"/>
                    <a:pt x="4540" y="908"/>
                  </a:cubicBezTo>
                  <a:cubicBezTo>
                    <a:pt x="4550" y="908"/>
                    <a:pt x="4550" y="901"/>
                    <a:pt x="4533" y="884"/>
                  </a:cubicBezTo>
                  <a:cubicBezTo>
                    <a:pt x="4533" y="884"/>
                    <a:pt x="4533" y="876"/>
                    <a:pt x="4476" y="859"/>
                  </a:cubicBezTo>
                  <a:lnTo>
                    <a:pt x="4387" y="778"/>
                  </a:lnTo>
                  <a:cubicBezTo>
                    <a:pt x="4386" y="779"/>
                    <a:pt x="4385" y="780"/>
                    <a:pt x="4383" y="780"/>
                  </a:cubicBezTo>
                  <a:cubicBezTo>
                    <a:pt x="4368" y="780"/>
                    <a:pt x="4325" y="751"/>
                    <a:pt x="4281" y="722"/>
                  </a:cubicBezTo>
                  <a:cubicBezTo>
                    <a:pt x="4257" y="711"/>
                    <a:pt x="4258" y="704"/>
                    <a:pt x="4280" y="704"/>
                  </a:cubicBezTo>
                  <a:cubicBezTo>
                    <a:pt x="4309" y="704"/>
                    <a:pt x="4375" y="717"/>
                    <a:pt x="4468" y="754"/>
                  </a:cubicBezTo>
                  <a:lnTo>
                    <a:pt x="4590" y="795"/>
                  </a:lnTo>
                  <a:lnTo>
                    <a:pt x="4484" y="738"/>
                  </a:lnTo>
                  <a:cubicBezTo>
                    <a:pt x="4489" y="733"/>
                    <a:pt x="4491" y="727"/>
                    <a:pt x="4501" y="727"/>
                  </a:cubicBezTo>
                  <a:cubicBezTo>
                    <a:pt x="4509" y="727"/>
                    <a:pt x="4523" y="731"/>
                    <a:pt x="4549" y="746"/>
                  </a:cubicBezTo>
                  <a:cubicBezTo>
                    <a:pt x="4577" y="765"/>
                    <a:pt x="4589" y="773"/>
                    <a:pt x="4596" y="773"/>
                  </a:cubicBezTo>
                  <a:cubicBezTo>
                    <a:pt x="4600" y="773"/>
                    <a:pt x="4602" y="769"/>
                    <a:pt x="4606" y="762"/>
                  </a:cubicBezTo>
                  <a:cubicBezTo>
                    <a:pt x="4606" y="762"/>
                    <a:pt x="4614" y="754"/>
                    <a:pt x="4557" y="722"/>
                  </a:cubicBezTo>
                  <a:cubicBezTo>
                    <a:pt x="4498" y="687"/>
                    <a:pt x="4475" y="674"/>
                    <a:pt x="4478" y="674"/>
                  </a:cubicBezTo>
                  <a:lnTo>
                    <a:pt x="4478" y="674"/>
                  </a:lnTo>
                  <a:cubicBezTo>
                    <a:pt x="4481" y="674"/>
                    <a:pt x="4494" y="680"/>
                    <a:pt x="4517" y="689"/>
                  </a:cubicBezTo>
                  <a:cubicBezTo>
                    <a:pt x="4558" y="708"/>
                    <a:pt x="4585" y="717"/>
                    <a:pt x="4595" y="717"/>
                  </a:cubicBezTo>
                  <a:cubicBezTo>
                    <a:pt x="4612" y="717"/>
                    <a:pt x="4592" y="696"/>
                    <a:pt x="4533" y="657"/>
                  </a:cubicBezTo>
                  <a:cubicBezTo>
                    <a:pt x="4478" y="627"/>
                    <a:pt x="4452" y="613"/>
                    <a:pt x="4455" y="613"/>
                  </a:cubicBezTo>
                  <a:lnTo>
                    <a:pt x="4455" y="613"/>
                  </a:lnTo>
                  <a:cubicBezTo>
                    <a:pt x="4458" y="613"/>
                    <a:pt x="4486" y="625"/>
                    <a:pt x="4541" y="649"/>
                  </a:cubicBezTo>
                  <a:cubicBezTo>
                    <a:pt x="4579" y="667"/>
                    <a:pt x="4621" y="686"/>
                    <a:pt x="4642" y="686"/>
                  </a:cubicBezTo>
                  <a:cubicBezTo>
                    <a:pt x="4648" y="686"/>
                    <a:pt x="4653" y="685"/>
                    <a:pt x="4654" y="681"/>
                  </a:cubicBezTo>
                  <a:lnTo>
                    <a:pt x="4606" y="657"/>
                  </a:lnTo>
                  <a:cubicBezTo>
                    <a:pt x="4535" y="614"/>
                    <a:pt x="4516" y="595"/>
                    <a:pt x="4527" y="595"/>
                  </a:cubicBezTo>
                  <a:cubicBezTo>
                    <a:pt x="4533" y="595"/>
                    <a:pt x="4546" y="600"/>
                    <a:pt x="4565" y="608"/>
                  </a:cubicBezTo>
                  <a:cubicBezTo>
                    <a:pt x="4583" y="617"/>
                    <a:pt x="4595" y="621"/>
                    <a:pt x="4602" y="621"/>
                  </a:cubicBezTo>
                  <a:cubicBezTo>
                    <a:pt x="4613" y="621"/>
                    <a:pt x="4607" y="607"/>
                    <a:pt x="4581" y="576"/>
                  </a:cubicBezTo>
                  <a:cubicBezTo>
                    <a:pt x="4590" y="563"/>
                    <a:pt x="4594" y="554"/>
                    <a:pt x="4605" y="554"/>
                  </a:cubicBezTo>
                  <a:cubicBezTo>
                    <a:pt x="4614" y="554"/>
                    <a:pt x="4628" y="561"/>
                    <a:pt x="4654" y="576"/>
                  </a:cubicBezTo>
                  <a:cubicBezTo>
                    <a:pt x="4704" y="602"/>
                    <a:pt x="4730" y="616"/>
                    <a:pt x="4734" y="616"/>
                  </a:cubicBezTo>
                  <a:cubicBezTo>
                    <a:pt x="4738" y="616"/>
                    <a:pt x="4714" y="598"/>
                    <a:pt x="4663" y="559"/>
                  </a:cubicBezTo>
                  <a:cubicBezTo>
                    <a:pt x="4630" y="538"/>
                    <a:pt x="4619" y="531"/>
                    <a:pt x="4635" y="531"/>
                  </a:cubicBezTo>
                  <a:cubicBezTo>
                    <a:pt x="4643" y="531"/>
                    <a:pt x="4657" y="532"/>
                    <a:pt x="4679" y="535"/>
                  </a:cubicBezTo>
                  <a:cubicBezTo>
                    <a:pt x="4701" y="541"/>
                    <a:pt x="4714" y="545"/>
                    <a:pt x="4720" y="545"/>
                  </a:cubicBezTo>
                  <a:cubicBezTo>
                    <a:pt x="4728" y="545"/>
                    <a:pt x="4717" y="536"/>
                    <a:pt x="4687" y="511"/>
                  </a:cubicBezTo>
                  <a:cubicBezTo>
                    <a:pt x="4595" y="461"/>
                    <a:pt x="4546" y="436"/>
                    <a:pt x="4530" y="436"/>
                  </a:cubicBezTo>
                  <a:cubicBezTo>
                    <a:pt x="4527" y="436"/>
                    <a:pt x="4526" y="437"/>
                    <a:pt x="4525" y="438"/>
                  </a:cubicBezTo>
                  <a:cubicBezTo>
                    <a:pt x="4525" y="441"/>
                    <a:pt x="4524" y="442"/>
                    <a:pt x="4521" y="442"/>
                  </a:cubicBezTo>
                  <a:cubicBezTo>
                    <a:pt x="4515" y="442"/>
                    <a:pt x="4500" y="435"/>
                    <a:pt x="4468" y="414"/>
                  </a:cubicBezTo>
                  <a:lnTo>
                    <a:pt x="4484" y="397"/>
                  </a:lnTo>
                  <a:cubicBezTo>
                    <a:pt x="4484" y="389"/>
                    <a:pt x="4492" y="373"/>
                    <a:pt x="4452" y="332"/>
                  </a:cubicBezTo>
                  <a:cubicBezTo>
                    <a:pt x="4422" y="297"/>
                    <a:pt x="4358" y="257"/>
                    <a:pt x="4341" y="257"/>
                  </a:cubicBezTo>
                  <a:cubicBezTo>
                    <a:pt x="4337" y="257"/>
                    <a:pt x="4336" y="260"/>
                    <a:pt x="4339" y="265"/>
                  </a:cubicBezTo>
                  <a:lnTo>
                    <a:pt x="4339" y="265"/>
                  </a:lnTo>
                  <a:lnTo>
                    <a:pt x="4290" y="251"/>
                  </a:lnTo>
                  <a:cubicBezTo>
                    <a:pt x="4218" y="216"/>
                    <a:pt x="4176" y="199"/>
                    <a:pt x="4166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2"/>
            <p:cNvSpPr/>
            <p:nvPr/>
          </p:nvSpPr>
          <p:spPr>
            <a:xfrm>
              <a:off x="7328113" y="1616404"/>
              <a:ext cx="73811" cy="49299"/>
            </a:xfrm>
            <a:custGeom>
              <a:avLst/>
              <a:gdLst/>
              <a:ahLst/>
              <a:cxnLst/>
              <a:rect l="l" t="t" r="r" b="b"/>
              <a:pathLst>
                <a:path w="4282" h="2860" extrusionOk="0">
                  <a:moveTo>
                    <a:pt x="3583" y="25"/>
                  </a:moveTo>
                  <a:lnTo>
                    <a:pt x="3583" y="25"/>
                  </a:lnTo>
                  <a:cubicBezTo>
                    <a:pt x="3590" y="25"/>
                    <a:pt x="3666" y="60"/>
                    <a:pt x="3738" y="98"/>
                  </a:cubicBezTo>
                  <a:cubicBezTo>
                    <a:pt x="3793" y="128"/>
                    <a:pt x="3819" y="142"/>
                    <a:pt x="3816" y="142"/>
                  </a:cubicBezTo>
                  <a:cubicBezTo>
                    <a:pt x="3813" y="142"/>
                    <a:pt x="3785" y="130"/>
                    <a:pt x="3730" y="107"/>
                  </a:cubicBezTo>
                  <a:cubicBezTo>
                    <a:pt x="3698" y="90"/>
                    <a:pt x="3657" y="74"/>
                    <a:pt x="3625" y="50"/>
                  </a:cubicBezTo>
                  <a:cubicBezTo>
                    <a:pt x="3591" y="32"/>
                    <a:pt x="3580" y="25"/>
                    <a:pt x="3583" y="25"/>
                  </a:cubicBezTo>
                  <a:close/>
                  <a:moveTo>
                    <a:pt x="3310" y="540"/>
                  </a:moveTo>
                  <a:cubicBezTo>
                    <a:pt x="3313" y="540"/>
                    <a:pt x="3323" y="549"/>
                    <a:pt x="3357" y="577"/>
                  </a:cubicBezTo>
                  <a:cubicBezTo>
                    <a:pt x="3389" y="601"/>
                    <a:pt x="3414" y="634"/>
                    <a:pt x="3438" y="666"/>
                  </a:cubicBezTo>
                  <a:cubicBezTo>
                    <a:pt x="3389" y="625"/>
                    <a:pt x="3349" y="585"/>
                    <a:pt x="3308" y="544"/>
                  </a:cubicBezTo>
                  <a:cubicBezTo>
                    <a:pt x="3308" y="542"/>
                    <a:pt x="3308" y="540"/>
                    <a:pt x="3310" y="540"/>
                  </a:cubicBezTo>
                  <a:close/>
                  <a:moveTo>
                    <a:pt x="1622" y="747"/>
                  </a:moveTo>
                  <a:cubicBezTo>
                    <a:pt x="1614" y="747"/>
                    <a:pt x="1614" y="747"/>
                    <a:pt x="1606" y="804"/>
                  </a:cubicBezTo>
                  <a:lnTo>
                    <a:pt x="1614" y="812"/>
                  </a:lnTo>
                  <a:cubicBezTo>
                    <a:pt x="1622" y="747"/>
                    <a:pt x="1622" y="747"/>
                    <a:pt x="1622" y="747"/>
                  </a:cubicBezTo>
                  <a:close/>
                  <a:moveTo>
                    <a:pt x="803" y="779"/>
                  </a:moveTo>
                  <a:cubicBezTo>
                    <a:pt x="801" y="779"/>
                    <a:pt x="796" y="784"/>
                    <a:pt x="771" y="828"/>
                  </a:cubicBezTo>
                  <a:cubicBezTo>
                    <a:pt x="811" y="780"/>
                    <a:pt x="811" y="780"/>
                    <a:pt x="803" y="780"/>
                  </a:cubicBezTo>
                  <a:cubicBezTo>
                    <a:pt x="803" y="780"/>
                    <a:pt x="803" y="779"/>
                    <a:pt x="803" y="779"/>
                  </a:cubicBezTo>
                  <a:close/>
                  <a:moveTo>
                    <a:pt x="819" y="788"/>
                  </a:moveTo>
                  <a:lnTo>
                    <a:pt x="787" y="844"/>
                  </a:lnTo>
                  <a:lnTo>
                    <a:pt x="795" y="844"/>
                  </a:lnTo>
                  <a:cubicBezTo>
                    <a:pt x="827" y="796"/>
                    <a:pt x="827" y="796"/>
                    <a:pt x="819" y="788"/>
                  </a:cubicBezTo>
                  <a:close/>
                  <a:moveTo>
                    <a:pt x="857" y="785"/>
                  </a:moveTo>
                  <a:cubicBezTo>
                    <a:pt x="856" y="785"/>
                    <a:pt x="852" y="791"/>
                    <a:pt x="844" y="804"/>
                  </a:cubicBezTo>
                  <a:cubicBezTo>
                    <a:pt x="844" y="804"/>
                    <a:pt x="835" y="804"/>
                    <a:pt x="811" y="861"/>
                  </a:cubicBezTo>
                  <a:cubicBezTo>
                    <a:pt x="835" y="825"/>
                    <a:pt x="859" y="785"/>
                    <a:pt x="857" y="785"/>
                  </a:cubicBezTo>
                  <a:close/>
                  <a:moveTo>
                    <a:pt x="3355" y="787"/>
                  </a:moveTo>
                  <a:lnTo>
                    <a:pt x="3355" y="787"/>
                  </a:lnTo>
                  <a:cubicBezTo>
                    <a:pt x="3356" y="787"/>
                    <a:pt x="3362" y="792"/>
                    <a:pt x="3373" y="804"/>
                  </a:cubicBezTo>
                  <a:lnTo>
                    <a:pt x="3454" y="893"/>
                  </a:lnTo>
                  <a:cubicBezTo>
                    <a:pt x="3454" y="893"/>
                    <a:pt x="3469" y="911"/>
                    <a:pt x="3466" y="911"/>
                  </a:cubicBezTo>
                  <a:cubicBezTo>
                    <a:pt x="3465" y="911"/>
                    <a:pt x="3460" y="907"/>
                    <a:pt x="3446" y="893"/>
                  </a:cubicBezTo>
                  <a:lnTo>
                    <a:pt x="3406" y="852"/>
                  </a:lnTo>
                  <a:cubicBezTo>
                    <a:pt x="3377" y="818"/>
                    <a:pt x="3352" y="787"/>
                    <a:pt x="3355" y="787"/>
                  </a:cubicBezTo>
                  <a:close/>
                  <a:moveTo>
                    <a:pt x="2895" y="836"/>
                  </a:moveTo>
                  <a:cubicBezTo>
                    <a:pt x="2895" y="836"/>
                    <a:pt x="2895" y="837"/>
                    <a:pt x="2935" y="885"/>
                  </a:cubicBezTo>
                  <a:cubicBezTo>
                    <a:pt x="2935" y="885"/>
                    <a:pt x="2968" y="934"/>
                    <a:pt x="2960" y="934"/>
                  </a:cubicBezTo>
                  <a:lnTo>
                    <a:pt x="2960" y="934"/>
                  </a:lnTo>
                  <a:lnTo>
                    <a:pt x="2927" y="885"/>
                  </a:lnTo>
                  <a:cubicBezTo>
                    <a:pt x="2895" y="837"/>
                    <a:pt x="2895" y="836"/>
                    <a:pt x="2895" y="836"/>
                  </a:cubicBezTo>
                  <a:close/>
                  <a:moveTo>
                    <a:pt x="3219" y="917"/>
                  </a:moveTo>
                  <a:cubicBezTo>
                    <a:pt x="3219" y="917"/>
                    <a:pt x="3260" y="958"/>
                    <a:pt x="3260" y="958"/>
                  </a:cubicBezTo>
                  <a:cubicBezTo>
                    <a:pt x="3260" y="958"/>
                    <a:pt x="3300" y="1007"/>
                    <a:pt x="3292" y="1007"/>
                  </a:cubicBezTo>
                  <a:lnTo>
                    <a:pt x="3211" y="917"/>
                  </a:lnTo>
                  <a:close/>
                  <a:moveTo>
                    <a:pt x="1362" y="1039"/>
                  </a:moveTo>
                  <a:lnTo>
                    <a:pt x="1362" y="1039"/>
                  </a:lnTo>
                  <a:cubicBezTo>
                    <a:pt x="1359" y="1049"/>
                    <a:pt x="1357" y="1059"/>
                    <a:pt x="1354" y="1067"/>
                  </a:cubicBezTo>
                  <a:lnTo>
                    <a:pt x="1354" y="1067"/>
                  </a:lnTo>
                  <a:cubicBezTo>
                    <a:pt x="1356" y="1061"/>
                    <a:pt x="1358" y="1055"/>
                    <a:pt x="1362" y="1039"/>
                  </a:cubicBezTo>
                  <a:close/>
                  <a:moveTo>
                    <a:pt x="2530" y="982"/>
                  </a:moveTo>
                  <a:cubicBezTo>
                    <a:pt x="2558" y="1039"/>
                    <a:pt x="2571" y="1067"/>
                    <a:pt x="2570" y="1067"/>
                  </a:cubicBezTo>
                  <a:cubicBezTo>
                    <a:pt x="2569" y="1067"/>
                    <a:pt x="2554" y="1039"/>
                    <a:pt x="2530" y="982"/>
                  </a:cubicBezTo>
                  <a:close/>
                  <a:moveTo>
                    <a:pt x="1354" y="1067"/>
                  </a:moveTo>
                  <a:lnTo>
                    <a:pt x="1354" y="1067"/>
                  </a:lnTo>
                  <a:cubicBezTo>
                    <a:pt x="1354" y="1067"/>
                    <a:pt x="1354" y="1067"/>
                    <a:pt x="1354" y="1067"/>
                  </a:cubicBezTo>
                  <a:lnTo>
                    <a:pt x="1354" y="1067"/>
                  </a:lnTo>
                  <a:cubicBezTo>
                    <a:pt x="1354" y="1067"/>
                    <a:pt x="1354" y="1067"/>
                    <a:pt x="1354" y="1067"/>
                  </a:cubicBezTo>
                  <a:close/>
                  <a:moveTo>
                    <a:pt x="3258" y="1035"/>
                  </a:moveTo>
                  <a:cubicBezTo>
                    <a:pt x="3262" y="1035"/>
                    <a:pt x="3269" y="1045"/>
                    <a:pt x="3292" y="1080"/>
                  </a:cubicBezTo>
                  <a:lnTo>
                    <a:pt x="3292" y="1088"/>
                  </a:lnTo>
                  <a:lnTo>
                    <a:pt x="3252" y="1039"/>
                  </a:lnTo>
                  <a:cubicBezTo>
                    <a:pt x="3254" y="1037"/>
                    <a:pt x="3256" y="1035"/>
                    <a:pt x="3258" y="1035"/>
                  </a:cubicBezTo>
                  <a:close/>
                  <a:moveTo>
                    <a:pt x="607" y="998"/>
                  </a:moveTo>
                  <a:cubicBezTo>
                    <a:pt x="608" y="998"/>
                    <a:pt x="608" y="998"/>
                    <a:pt x="608" y="998"/>
                  </a:cubicBezTo>
                  <a:cubicBezTo>
                    <a:pt x="617" y="1007"/>
                    <a:pt x="617" y="1007"/>
                    <a:pt x="576" y="1055"/>
                  </a:cubicBezTo>
                  <a:cubicBezTo>
                    <a:pt x="576" y="1055"/>
                    <a:pt x="544" y="1096"/>
                    <a:pt x="535" y="1096"/>
                  </a:cubicBezTo>
                  <a:lnTo>
                    <a:pt x="568" y="1039"/>
                  </a:lnTo>
                  <a:cubicBezTo>
                    <a:pt x="592" y="1002"/>
                    <a:pt x="603" y="998"/>
                    <a:pt x="607" y="998"/>
                  </a:cubicBezTo>
                  <a:close/>
                  <a:moveTo>
                    <a:pt x="1354" y="1067"/>
                  </a:moveTo>
                  <a:cubicBezTo>
                    <a:pt x="1352" y="1073"/>
                    <a:pt x="1350" y="1080"/>
                    <a:pt x="1346" y="1096"/>
                  </a:cubicBezTo>
                  <a:cubicBezTo>
                    <a:pt x="1346" y="1096"/>
                    <a:pt x="1349" y="1085"/>
                    <a:pt x="1354" y="1067"/>
                  </a:cubicBezTo>
                  <a:close/>
                  <a:moveTo>
                    <a:pt x="3211" y="1063"/>
                  </a:moveTo>
                  <a:cubicBezTo>
                    <a:pt x="3219" y="1063"/>
                    <a:pt x="3219" y="1063"/>
                    <a:pt x="3252" y="1112"/>
                  </a:cubicBezTo>
                  <a:lnTo>
                    <a:pt x="3211" y="1063"/>
                  </a:lnTo>
                  <a:close/>
                  <a:moveTo>
                    <a:pt x="1379" y="1047"/>
                  </a:moveTo>
                  <a:cubicBezTo>
                    <a:pt x="1374" y="1080"/>
                    <a:pt x="1367" y="1113"/>
                    <a:pt x="1366" y="1113"/>
                  </a:cubicBezTo>
                  <a:cubicBezTo>
                    <a:pt x="1365" y="1113"/>
                    <a:pt x="1368" y="1095"/>
                    <a:pt x="1379" y="1047"/>
                  </a:cubicBezTo>
                  <a:close/>
                  <a:moveTo>
                    <a:pt x="3159" y="1044"/>
                  </a:moveTo>
                  <a:cubicBezTo>
                    <a:pt x="3161" y="1044"/>
                    <a:pt x="3171" y="1056"/>
                    <a:pt x="3187" y="1080"/>
                  </a:cubicBezTo>
                  <a:cubicBezTo>
                    <a:pt x="3219" y="1128"/>
                    <a:pt x="3219" y="1128"/>
                    <a:pt x="3219" y="1128"/>
                  </a:cubicBezTo>
                  <a:cubicBezTo>
                    <a:pt x="3217" y="1131"/>
                    <a:pt x="3215" y="1132"/>
                    <a:pt x="3213" y="1132"/>
                  </a:cubicBezTo>
                  <a:cubicBezTo>
                    <a:pt x="3208" y="1132"/>
                    <a:pt x="3202" y="1122"/>
                    <a:pt x="3179" y="1088"/>
                  </a:cubicBezTo>
                  <a:cubicBezTo>
                    <a:pt x="3162" y="1058"/>
                    <a:pt x="3156" y="1044"/>
                    <a:pt x="3159" y="1044"/>
                  </a:cubicBezTo>
                  <a:close/>
                  <a:moveTo>
                    <a:pt x="3296" y="1121"/>
                  </a:moveTo>
                  <a:cubicBezTo>
                    <a:pt x="3294" y="1121"/>
                    <a:pt x="3297" y="1127"/>
                    <a:pt x="3308" y="1144"/>
                  </a:cubicBezTo>
                  <a:cubicBezTo>
                    <a:pt x="3314" y="1139"/>
                    <a:pt x="3299" y="1121"/>
                    <a:pt x="3296" y="1121"/>
                  </a:cubicBezTo>
                  <a:close/>
                  <a:moveTo>
                    <a:pt x="2117" y="1112"/>
                  </a:moveTo>
                  <a:lnTo>
                    <a:pt x="2117" y="1112"/>
                  </a:lnTo>
                  <a:cubicBezTo>
                    <a:pt x="2125" y="1144"/>
                    <a:pt x="2133" y="1185"/>
                    <a:pt x="2133" y="1225"/>
                  </a:cubicBezTo>
                  <a:lnTo>
                    <a:pt x="2125" y="1225"/>
                  </a:lnTo>
                  <a:lnTo>
                    <a:pt x="2117" y="1112"/>
                  </a:lnTo>
                  <a:close/>
                  <a:moveTo>
                    <a:pt x="649" y="1031"/>
                  </a:moveTo>
                  <a:cubicBezTo>
                    <a:pt x="649" y="1039"/>
                    <a:pt x="657" y="1039"/>
                    <a:pt x="625" y="1088"/>
                  </a:cubicBezTo>
                  <a:lnTo>
                    <a:pt x="617" y="1088"/>
                  </a:lnTo>
                  <a:cubicBezTo>
                    <a:pt x="627" y="1072"/>
                    <a:pt x="631" y="1066"/>
                    <a:pt x="630" y="1066"/>
                  </a:cubicBezTo>
                  <a:lnTo>
                    <a:pt x="630" y="1066"/>
                  </a:lnTo>
                  <a:cubicBezTo>
                    <a:pt x="629" y="1066"/>
                    <a:pt x="606" y="1097"/>
                    <a:pt x="584" y="1136"/>
                  </a:cubicBezTo>
                  <a:lnTo>
                    <a:pt x="519" y="1234"/>
                  </a:lnTo>
                  <a:cubicBezTo>
                    <a:pt x="535" y="1193"/>
                    <a:pt x="552" y="1161"/>
                    <a:pt x="576" y="1128"/>
                  </a:cubicBezTo>
                  <a:cubicBezTo>
                    <a:pt x="641" y="1031"/>
                    <a:pt x="641" y="1031"/>
                    <a:pt x="649" y="1031"/>
                  </a:cubicBezTo>
                  <a:close/>
                  <a:moveTo>
                    <a:pt x="1476" y="1144"/>
                  </a:moveTo>
                  <a:lnTo>
                    <a:pt x="1460" y="1258"/>
                  </a:lnTo>
                  <a:cubicBezTo>
                    <a:pt x="1468" y="1242"/>
                    <a:pt x="1476" y="1225"/>
                    <a:pt x="1476" y="1201"/>
                  </a:cubicBezTo>
                  <a:cubicBezTo>
                    <a:pt x="1484" y="1185"/>
                    <a:pt x="1484" y="1161"/>
                    <a:pt x="1484" y="1144"/>
                  </a:cubicBezTo>
                  <a:close/>
                  <a:moveTo>
                    <a:pt x="1103" y="1185"/>
                  </a:moveTo>
                  <a:lnTo>
                    <a:pt x="1087" y="1242"/>
                  </a:lnTo>
                  <a:lnTo>
                    <a:pt x="1054" y="1298"/>
                  </a:lnTo>
                  <a:lnTo>
                    <a:pt x="1079" y="1234"/>
                  </a:lnTo>
                  <a:cubicBezTo>
                    <a:pt x="1095" y="1185"/>
                    <a:pt x="1103" y="1185"/>
                    <a:pt x="1103" y="1185"/>
                  </a:cubicBezTo>
                  <a:close/>
                  <a:moveTo>
                    <a:pt x="3328" y="1251"/>
                  </a:moveTo>
                  <a:cubicBezTo>
                    <a:pt x="3337" y="1266"/>
                    <a:pt x="3352" y="1286"/>
                    <a:pt x="3373" y="1315"/>
                  </a:cubicBezTo>
                  <a:cubicBezTo>
                    <a:pt x="3390" y="1332"/>
                    <a:pt x="3400" y="1343"/>
                    <a:pt x="3400" y="1343"/>
                  </a:cubicBezTo>
                  <a:cubicBezTo>
                    <a:pt x="3401" y="1343"/>
                    <a:pt x="3383" y="1322"/>
                    <a:pt x="3341" y="1266"/>
                  </a:cubicBezTo>
                  <a:cubicBezTo>
                    <a:pt x="3336" y="1260"/>
                    <a:pt x="3332" y="1256"/>
                    <a:pt x="3328" y="1251"/>
                  </a:cubicBezTo>
                  <a:close/>
                  <a:moveTo>
                    <a:pt x="1248" y="1140"/>
                  </a:moveTo>
                  <a:cubicBezTo>
                    <a:pt x="1250" y="1140"/>
                    <a:pt x="1240" y="1167"/>
                    <a:pt x="1217" y="1234"/>
                  </a:cubicBezTo>
                  <a:cubicBezTo>
                    <a:pt x="1192" y="1290"/>
                    <a:pt x="1168" y="1347"/>
                    <a:pt x="1168" y="1347"/>
                  </a:cubicBezTo>
                  <a:cubicBezTo>
                    <a:pt x="1184" y="1290"/>
                    <a:pt x="1208" y="1234"/>
                    <a:pt x="1233" y="1177"/>
                  </a:cubicBezTo>
                  <a:lnTo>
                    <a:pt x="1225" y="1177"/>
                  </a:lnTo>
                  <a:cubicBezTo>
                    <a:pt x="1238" y="1153"/>
                    <a:pt x="1246" y="1140"/>
                    <a:pt x="1248" y="1140"/>
                  </a:cubicBezTo>
                  <a:close/>
                  <a:moveTo>
                    <a:pt x="1395" y="1298"/>
                  </a:moveTo>
                  <a:lnTo>
                    <a:pt x="1403" y="1307"/>
                  </a:lnTo>
                  <a:cubicBezTo>
                    <a:pt x="1403" y="1307"/>
                    <a:pt x="1403" y="1307"/>
                    <a:pt x="1395" y="1363"/>
                  </a:cubicBezTo>
                  <a:lnTo>
                    <a:pt x="1387" y="1363"/>
                  </a:lnTo>
                  <a:lnTo>
                    <a:pt x="1395" y="1298"/>
                  </a:lnTo>
                  <a:close/>
                  <a:moveTo>
                    <a:pt x="2733" y="1298"/>
                  </a:moveTo>
                  <a:cubicBezTo>
                    <a:pt x="2749" y="1331"/>
                    <a:pt x="2765" y="1363"/>
                    <a:pt x="2773" y="1404"/>
                  </a:cubicBezTo>
                  <a:lnTo>
                    <a:pt x="2725" y="1298"/>
                  </a:lnTo>
                  <a:close/>
                  <a:moveTo>
                    <a:pt x="1370" y="1268"/>
                  </a:moveTo>
                  <a:lnTo>
                    <a:pt x="1370" y="1268"/>
                  </a:lnTo>
                  <a:cubicBezTo>
                    <a:pt x="1373" y="1268"/>
                    <a:pt x="1362" y="1323"/>
                    <a:pt x="1338" y="1412"/>
                  </a:cubicBezTo>
                  <a:lnTo>
                    <a:pt x="1330" y="1404"/>
                  </a:lnTo>
                  <a:cubicBezTo>
                    <a:pt x="1338" y="1363"/>
                    <a:pt x="1346" y="1331"/>
                    <a:pt x="1362" y="1290"/>
                  </a:cubicBezTo>
                  <a:cubicBezTo>
                    <a:pt x="1367" y="1275"/>
                    <a:pt x="1369" y="1268"/>
                    <a:pt x="1370" y="1268"/>
                  </a:cubicBezTo>
                  <a:close/>
                  <a:moveTo>
                    <a:pt x="787" y="1347"/>
                  </a:moveTo>
                  <a:cubicBezTo>
                    <a:pt x="771" y="1388"/>
                    <a:pt x="754" y="1420"/>
                    <a:pt x="730" y="1452"/>
                  </a:cubicBezTo>
                  <a:lnTo>
                    <a:pt x="722" y="1444"/>
                  </a:lnTo>
                  <a:cubicBezTo>
                    <a:pt x="738" y="1412"/>
                    <a:pt x="754" y="1379"/>
                    <a:pt x="787" y="1347"/>
                  </a:cubicBezTo>
                  <a:close/>
                  <a:moveTo>
                    <a:pt x="2293" y="1489"/>
                  </a:moveTo>
                  <a:lnTo>
                    <a:pt x="2293" y="1489"/>
                  </a:lnTo>
                  <a:cubicBezTo>
                    <a:pt x="2295" y="1489"/>
                    <a:pt x="2300" y="1517"/>
                    <a:pt x="2295" y="1517"/>
                  </a:cubicBezTo>
                  <a:cubicBezTo>
                    <a:pt x="2292" y="1496"/>
                    <a:pt x="2292" y="1489"/>
                    <a:pt x="2293" y="1489"/>
                  </a:cubicBezTo>
                  <a:close/>
                  <a:moveTo>
                    <a:pt x="1090" y="1283"/>
                  </a:moveTo>
                  <a:lnTo>
                    <a:pt x="1090" y="1283"/>
                  </a:lnTo>
                  <a:cubicBezTo>
                    <a:pt x="1091" y="1283"/>
                    <a:pt x="1081" y="1312"/>
                    <a:pt x="1062" y="1363"/>
                  </a:cubicBezTo>
                  <a:cubicBezTo>
                    <a:pt x="1046" y="1420"/>
                    <a:pt x="1022" y="1477"/>
                    <a:pt x="990" y="1525"/>
                  </a:cubicBezTo>
                  <a:lnTo>
                    <a:pt x="981" y="1525"/>
                  </a:lnTo>
                  <a:cubicBezTo>
                    <a:pt x="981" y="1525"/>
                    <a:pt x="1006" y="1469"/>
                    <a:pt x="1030" y="1412"/>
                  </a:cubicBezTo>
                  <a:cubicBezTo>
                    <a:pt x="1070" y="1324"/>
                    <a:pt x="1088" y="1283"/>
                    <a:pt x="1090" y="1283"/>
                  </a:cubicBezTo>
                  <a:close/>
                  <a:moveTo>
                    <a:pt x="2562" y="1404"/>
                  </a:moveTo>
                  <a:cubicBezTo>
                    <a:pt x="2571" y="1404"/>
                    <a:pt x="2571" y="1404"/>
                    <a:pt x="2587" y="1461"/>
                  </a:cubicBezTo>
                  <a:cubicBezTo>
                    <a:pt x="2611" y="1517"/>
                    <a:pt x="2595" y="1517"/>
                    <a:pt x="2595" y="1525"/>
                  </a:cubicBezTo>
                  <a:cubicBezTo>
                    <a:pt x="2571" y="1485"/>
                    <a:pt x="2562" y="1444"/>
                    <a:pt x="2562" y="1404"/>
                  </a:cubicBezTo>
                  <a:close/>
                  <a:moveTo>
                    <a:pt x="1200" y="1420"/>
                  </a:moveTo>
                  <a:cubicBezTo>
                    <a:pt x="1192" y="1461"/>
                    <a:pt x="1176" y="1501"/>
                    <a:pt x="1160" y="1534"/>
                  </a:cubicBezTo>
                  <a:lnTo>
                    <a:pt x="1152" y="1534"/>
                  </a:lnTo>
                  <a:cubicBezTo>
                    <a:pt x="1176" y="1477"/>
                    <a:pt x="1192" y="1420"/>
                    <a:pt x="1192" y="1420"/>
                  </a:cubicBezTo>
                  <a:close/>
                  <a:moveTo>
                    <a:pt x="1631" y="1383"/>
                  </a:moveTo>
                  <a:cubicBezTo>
                    <a:pt x="1634" y="1383"/>
                    <a:pt x="1635" y="1413"/>
                    <a:pt x="1630" y="1485"/>
                  </a:cubicBezTo>
                  <a:cubicBezTo>
                    <a:pt x="1622" y="1542"/>
                    <a:pt x="1622" y="1542"/>
                    <a:pt x="1622" y="1542"/>
                  </a:cubicBezTo>
                  <a:cubicBezTo>
                    <a:pt x="1622" y="1542"/>
                    <a:pt x="1622" y="1485"/>
                    <a:pt x="1622" y="1420"/>
                  </a:cubicBezTo>
                  <a:cubicBezTo>
                    <a:pt x="1625" y="1397"/>
                    <a:pt x="1629" y="1383"/>
                    <a:pt x="1631" y="1383"/>
                  </a:cubicBezTo>
                  <a:close/>
                  <a:moveTo>
                    <a:pt x="1671" y="1428"/>
                  </a:moveTo>
                  <a:cubicBezTo>
                    <a:pt x="1662" y="1469"/>
                    <a:pt x="1662" y="1509"/>
                    <a:pt x="1654" y="1550"/>
                  </a:cubicBezTo>
                  <a:lnTo>
                    <a:pt x="1654" y="1493"/>
                  </a:lnTo>
                  <a:lnTo>
                    <a:pt x="1662" y="1428"/>
                  </a:lnTo>
                  <a:close/>
                  <a:moveTo>
                    <a:pt x="2230" y="1461"/>
                  </a:moveTo>
                  <a:cubicBezTo>
                    <a:pt x="2238" y="1501"/>
                    <a:pt x="2246" y="1542"/>
                    <a:pt x="2246" y="1574"/>
                  </a:cubicBezTo>
                  <a:lnTo>
                    <a:pt x="2230" y="1517"/>
                  </a:lnTo>
                  <a:lnTo>
                    <a:pt x="2230" y="1461"/>
                  </a:lnTo>
                  <a:close/>
                  <a:moveTo>
                    <a:pt x="765" y="1443"/>
                  </a:moveTo>
                  <a:cubicBezTo>
                    <a:pt x="759" y="1443"/>
                    <a:pt x="739" y="1478"/>
                    <a:pt x="722" y="1517"/>
                  </a:cubicBezTo>
                  <a:cubicBezTo>
                    <a:pt x="698" y="1574"/>
                    <a:pt x="698" y="1574"/>
                    <a:pt x="706" y="1582"/>
                  </a:cubicBezTo>
                  <a:cubicBezTo>
                    <a:pt x="714" y="1582"/>
                    <a:pt x="746" y="1534"/>
                    <a:pt x="746" y="1534"/>
                  </a:cubicBezTo>
                  <a:cubicBezTo>
                    <a:pt x="771" y="1477"/>
                    <a:pt x="763" y="1477"/>
                    <a:pt x="763" y="1469"/>
                  </a:cubicBezTo>
                  <a:cubicBezTo>
                    <a:pt x="768" y="1451"/>
                    <a:pt x="768" y="1443"/>
                    <a:pt x="765" y="1443"/>
                  </a:cubicBezTo>
                  <a:close/>
                  <a:moveTo>
                    <a:pt x="1533" y="1525"/>
                  </a:moveTo>
                  <a:cubicBezTo>
                    <a:pt x="1533" y="1550"/>
                    <a:pt x="1533" y="1566"/>
                    <a:pt x="1533" y="1582"/>
                  </a:cubicBezTo>
                  <a:cubicBezTo>
                    <a:pt x="1530" y="1604"/>
                    <a:pt x="1528" y="1611"/>
                    <a:pt x="1527" y="1611"/>
                  </a:cubicBezTo>
                  <a:cubicBezTo>
                    <a:pt x="1525" y="1611"/>
                    <a:pt x="1525" y="1582"/>
                    <a:pt x="1525" y="1582"/>
                  </a:cubicBezTo>
                  <a:cubicBezTo>
                    <a:pt x="1525" y="1525"/>
                    <a:pt x="1525" y="1525"/>
                    <a:pt x="1533" y="1525"/>
                  </a:cubicBezTo>
                  <a:close/>
                  <a:moveTo>
                    <a:pt x="1444" y="1501"/>
                  </a:moveTo>
                  <a:cubicBezTo>
                    <a:pt x="1452" y="1501"/>
                    <a:pt x="1452" y="1501"/>
                    <a:pt x="1444" y="1566"/>
                  </a:cubicBezTo>
                  <a:cubicBezTo>
                    <a:pt x="1444" y="1566"/>
                    <a:pt x="1435" y="1623"/>
                    <a:pt x="1427" y="1623"/>
                  </a:cubicBezTo>
                  <a:cubicBezTo>
                    <a:pt x="1427" y="1598"/>
                    <a:pt x="1427" y="1582"/>
                    <a:pt x="1427" y="1558"/>
                  </a:cubicBezTo>
                  <a:cubicBezTo>
                    <a:pt x="1435" y="1501"/>
                    <a:pt x="1444" y="1501"/>
                    <a:pt x="1444" y="1501"/>
                  </a:cubicBezTo>
                  <a:close/>
                  <a:moveTo>
                    <a:pt x="1979" y="1582"/>
                  </a:moveTo>
                  <a:cubicBezTo>
                    <a:pt x="1987" y="1623"/>
                    <a:pt x="1987" y="1663"/>
                    <a:pt x="1979" y="1704"/>
                  </a:cubicBezTo>
                  <a:lnTo>
                    <a:pt x="1971" y="1639"/>
                  </a:lnTo>
                  <a:lnTo>
                    <a:pt x="1979" y="1582"/>
                  </a:lnTo>
                  <a:close/>
                  <a:moveTo>
                    <a:pt x="2092" y="1525"/>
                  </a:moveTo>
                  <a:cubicBezTo>
                    <a:pt x="2092" y="1525"/>
                    <a:pt x="2092" y="1526"/>
                    <a:pt x="2100" y="1582"/>
                  </a:cubicBezTo>
                  <a:cubicBezTo>
                    <a:pt x="2100" y="1647"/>
                    <a:pt x="2108" y="1704"/>
                    <a:pt x="2108" y="1704"/>
                  </a:cubicBezTo>
                  <a:cubicBezTo>
                    <a:pt x="2100" y="1704"/>
                    <a:pt x="2092" y="1582"/>
                    <a:pt x="2092" y="1525"/>
                  </a:cubicBezTo>
                  <a:close/>
                  <a:moveTo>
                    <a:pt x="1249" y="1631"/>
                  </a:moveTo>
                  <a:lnTo>
                    <a:pt x="1233" y="1688"/>
                  </a:lnTo>
                  <a:cubicBezTo>
                    <a:pt x="1227" y="1688"/>
                    <a:pt x="1218" y="1713"/>
                    <a:pt x="1218" y="1713"/>
                  </a:cubicBezTo>
                  <a:cubicBezTo>
                    <a:pt x="1217" y="1713"/>
                    <a:pt x="1219" y="1707"/>
                    <a:pt x="1225" y="1688"/>
                  </a:cubicBezTo>
                  <a:lnTo>
                    <a:pt x="1225" y="1679"/>
                  </a:lnTo>
                  <a:cubicBezTo>
                    <a:pt x="1225" y="1663"/>
                    <a:pt x="1233" y="1647"/>
                    <a:pt x="1249" y="1631"/>
                  </a:cubicBezTo>
                  <a:close/>
                  <a:moveTo>
                    <a:pt x="1638" y="1728"/>
                  </a:moveTo>
                  <a:lnTo>
                    <a:pt x="1630" y="1793"/>
                  </a:lnTo>
                  <a:cubicBezTo>
                    <a:pt x="1630" y="1809"/>
                    <a:pt x="1631" y="1816"/>
                    <a:pt x="1632" y="1816"/>
                  </a:cubicBezTo>
                  <a:cubicBezTo>
                    <a:pt x="1634" y="1816"/>
                    <a:pt x="1638" y="1774"/>
                    <a:pt x="1638" y="1728"/>
                  </a:cubicBezTo>
                  <a:close/>
                  <a:moveTo>
                    <a:pt x="81" y="1720"/>
                  </a:moveTo>
                  <a:cubicBezTo>
                    <a:pt x="81" y="1720"/>
                    <a:pt x="41" y="1761"/>
                    <a:pt x="0" y="1809"/>
                  </a:cubicBezTo>
                  <a:lnTo>
                    <a:pt x="8" y="1817"/>
                  </a:lnTo>
                  <a:cubicBezTo>
                    <a:pt x="9" y="1818"/>
                    <a:pt x="10" y="1818"/>
                    <a:pt x="11" y="1818"/>
                  </a:cubicBezTo>
                  <a:cubicBezTo>
                    <a:pt x="21" y="1818"/>
                    <a:pt x="51" y="1773"/>
                    <a:pt x="81" y="1728"/>
                  </a:cubicBezTo>
                  <a:lnTo>
                    <a:pt x="81" y="1720"/>
                  </a:lnTo>
                  <a:close/>
                  <a:moveTo>
                    <a:pt x="3510" y="0"/>
                  </a:moveTo>
                  <a:cubicBezTo>
                    <a:pt x="3497" y="0"/>
                    <a:pt x="3507" y="7"/>
                    <a:pt x="3568" y="34"/>
                  </a:cubicBezTo>
                  <a:cubicBezTo>
                    <a:pt x="3568" y="34"/>
                    <a:pt x="3616" y="66"/>
                    <a:pt x="3616" y="66"/>
                  </a:cubicBezTo>
                  <a:cubicBezTo>
                    <a:pt x="3592" y="66"/>
                    <a:pt x="3576" y="58"/>
                    <a:pt x="3560" y="50"/>
                  </a:cubicBezTo>
                  <a:cubicBezTo>
                    <a:pt x="3539" y="41"/>
                    <a:pt x="3525" y="37"/>
                    <a:pt x="3514" y="37"/>
                  </a:cubicBezTo>
                  <a:cubicBezTo>
                    <a:pt x="3497" y="37"/>
                    <a:pt x="3492" y="48"/>
                    <a:pt x="3487" y="58"/>
                  </a:cubicBezTo>
                  <a:cubicBezTo>
                    <a:pt x="3478" y="67"/>
                    <a:pt x="3471" y="73"/>
                    <a:pt x="3458" y="73"/>
                  </a:cubicBezTo>
                  <a:cubicBezTo>
                    <a:pt x="3447" y="73"/>
                    <a:pt x="3431" y="69"/>
                    <a:pt x="3406" y="58"/>
                  </a:cubicBezTo>
                  <a:cubicBezTo>
                    <a:pt x="3376" y="43"/>
                    <a:pt x="3362" y="40"/>
                    <a:pt x="3355" y="40"/>
                  </a:cubicBezTo>
                  <a:cubicBezTo>
                    <a:pt x="3350" y="40"/>
                    <a:pt x="3349" y="42"/>
                    <a:pt x="3349" y="42"/>
                  </a:cubicBezTo>
                  <a:cubicBezTo>
                    <a:pt x="3406" y="66"/>
                    <a:pt x="3389" y="82"/>
                    <a:pt x="3381" y="107"/>
                  </a:cubicBezTo>
                  <a:cubicBezTo>
                    <a:pt x="3365" y="131"/>
                    <a:pt x="3349" y="147"/>
                    <a:pt x="3398" y="180"/>
                  </a:cubicBezTo>
                  <a:lnTo>
                    <a:pt x="3389" y="188"/>
                  </a:lnTo>
                  <a:cubicBezTo>
                    <a:pt x="3357" y="166"/>
                    <a:pt x="3346" y="162"/>
                    <a:pt x="3340" y="162"/>
                  </a:cubicBezTo>
                  <a:cubicBezTo>
                    <a:pt x="3337" y="162"/>
                    <a:pt x="3335" y="163"/>
                    <a:pt x="3333" y="163"/>
                  </a:cubicBezTo>
                  <a:cubicBezTo>
                    <a:pt x="3381" y="204"/>
                    <a:pt x="3373" y="212"/>
                    <a:pt x="3373" y="212"/>
                  </a:cubicBezTo>
                  <a:cubicBezTo>
                    <a:pt x="3341" y="190"/>
                    <a:pt x="3326" y="183"/>
                    <a:pt x="3320" y="183"/>
                  </a:cubicBezTo>
                  <a:cubicBezTo>
                    <a:pt x="3317" y="183"/>
                    <a:pt x="3316" y="185"/>
                    <a:pt x="3316" y="188"/>
                  </a:cubicBezTo>
                  <a:cubicBezTo>
                    <a:pt x="3308" y="196"/>
                    <a:pt x="3308" y="196"/>
                    <a:pt x="3357" y="228"/>
                  </a:cubicBezTo>
                  <a:cubicBezTo>
                    <a:pt x="3357" y="228"/>
                    <a:pt x="3350" y="239"/>
                    <a:pt x="3328" y="239"/>
                  </a:cubicBezTo>
                  <a:cubicBezTo>
                    <a:pt x="3317" y="239"/>
                    <a:pt x="3303" y="236"/>
                    <a:pt x="3284" y="228"/>
                  </a:cubicBezTo>
                  <a:cubicBezTo>
                    <a:pt x="3269" y="220"/>
                    <a:pt x="3262" y="216"/>
                    <a:pt x="3259" y="216"/>
                  </a:cubicBezTo>
                  <a:lnTo>
                    <a:pt x="3259" y="216"/>
                  </a:lnTo>
                  <a:cubicBezTo>
                    <a:pt x="3253" y="216"/>
                    <a:pt x="3289" y="245"/>
                    <a:pt x="3325" y="269"/>
                  </a:cubicBezTo>
                  <a:cubicBezTo>
                    <a:pt x="3357" y="293"/>
                    <a:pt x="3389" y="317"/>
                    <a:pt x="3414" y="342"/>
                  </a:cubicBezTo>
                  <a:lnTo>
                    <a:pt x="3316" y="277"/>
                  </a:lnTo>
                  <a:cubicBezTo>
                    <a:pt x="3288" y="249"/>
                    <a:pt x="3280" y="240"/>
                    <a:pt x="3274" y="240"/>
                  </a:cubicBezTo>
                  <a:cubicBezTo>
                    <a:pt x="3272" y="240"/>
                    <a:pt x="3270" y="242"/>
                    <a:pt x="3268" y="244"/>
                  </a:cubicBezTo>
                  <a:lnTo>
                    <a:pt x="3260" y="253"/>
                  </a:lnTo>
                  <a:cubicBezTo>
                    <a:pt x="3308" y="285"/>
                    <a:pt x="3300" y="301"/>
                    <a:pt x="3284" y="317"/>
                  </a:cubicBezTo>
                  <a:cubicBezTo>
                    <a:pt x="3252" y="342"/>
                    <a:pt x="3243" y="350"/>
                    <a:pt x="3292" y="390"/>
                  </a:cubicBezTo>
                  <a:cubicBezTo>
                    <a:pt x="3319" y="409"/>
                    <a:pt x="3331" y="419"/>
                    <a:pt x="3327" y="419"/>
                  </a:cubicBezTo>
                  <a:cubicBezTo>
                    <a:pt x="3323" y="419"/>
                    <a:pt x="3309" y="413"/>
                    <a:pt x="3284" y="398"/>
                  </a:cubicBezTo>
                  <a:cubicBezTo>
                    <a:pt x="3190" y="339"/>
                    <a:pt x="3154" y="316"/>
                    <a:pt x="3148" y="316"/>
                  </a:cubicBezTo>
                  <a:lnTo>
                    <a:pt x="3148" y="316"/>
                  </a:lnTo>
                  <a:cubicBezTo>
                    <a:pt x="3145" y="316"/>
                    <a:pt x="3155" y="326"/>
                    <a:pt x="3171" y="342"/>
                  </a:cubicBezTo>
                  <a:cubicBezTo>
                    <a:pt x="3203" y="366"/>
                    <a:pt x="3235" y="390"/>
                    <a:pt x="3268" y="415"/>
                  </a:cubicBezTo>
                  <a:cubicBezTo>
                    <a:pt x="3314" y="456"/>
                    <a:pt x="3336" y="477"/>
                    <a:pt x="3334" y="477"/>
                  </a:cubicBezTo>
                  <a:cubicBezTo>
                    <a:pt x="3331" y="477"/>
                    <a:pt x="3307" y="458"/>
                    <a:pt x="3260" y="423"/>
                  </a:cubicBezTo>
                  <a:cubicBezTo>
                    <a:pt x="3234" y="402"/>
                    <a:pt x="3216" y="393"/>
                    <a:pt x="3205" y="393"/>
                  </a:cubicBezTo>
                  <a:cubicBezTo>
                    <a:pt x="3178" y="393"/>
                    <a:pt x="3196" y="446"/>
                    <a:pt x="3260" y="504"/>
                  </a:cubicBezTo>
                  <a:lnTo>
                    <a:pt x="3211" y="463"/>
                  </a:lnTo>
                  <a:cubicBezTo>
                    <a:pt x="3187" y="439"/>
                    <a:pt x="3174" y="432"/>
                    <a:pt x="3166" y="432"/>
                  </a:cubicBezTo>
                  <a:cubicBezTo>
                    <a:pt x="3161" y="432"/>
                    <a:pt x="3158" y="436"/>
                    <a:pt x="3154" y="439"/>
                  </a:cubicBezTo>
                  <a:lnTo>
                    <a:pt x="3146" y="447"/>
                  </a:lnTo>
                  <a:cubicBezTo>
                    <a:pt x="3189" y="486"/>
                    <a:pt x="3196" y="501"/>
                    <a:pt x="3188" y="501"/>
                  </a:cubicBezTo>
                  <a:cubicBezTo>
                    <a:pt x="3178" y="501"/>
                    <a:pt x="3151" y="484"/>
                    <a:pt x="3130" y="463"/>
                  </a:cubicBezTo>
                  <a:cubicBezTo>
                    <a:pt x="3096" y="435"/>
                    <a:pt x="3086" y="427"/>
                    <a:pt x="3080" y="427"/>
                  </a:cubicBezTo>
                  <a:cubicBezTo>
                    <a:pt x="3077" y="427"/>
                    <a:pt x="3076" y="428"/>
                    <a:pt x="3073" y="431"/>
                  </a:cubicBezTo>
                  <a:cubicBezTo>
                    <a:pt x="3111" y="473"/>
                    <a:pt x="3119" y="488"/>
                    <a:pt x="3111" y="488"/>
                  </a:cubicBezTo>
                  <a:cubicBezTo>
                    <a:pt x="3103" y="488"/>
                    <a:pt x="3075" y="469"/>
                    <a:pt x="3049" y="447"/>
                  </a:cubicBezTo>
                  <a:lnTo>
                    <a:pt x="3049" y="455"/>
                  </a:lnTo>
                  <a:cubicBezTo>
                    <a:pt x="3089" y="496"/>
                    <a:pt x="3081" y="504"/>
                    <a:pt x="3081" y="504"/>
                  </a:cubicBezTo>
                  <a:cubicBezTo>
                    <a:pt x="3065" y="512"/>
                    <a:pt x="3065" y="512"/>
                    <a:pt x="3114" y="553"/>
                  </a:cubicBezTo>
                  <a:cubicBezTo>
                    <a:pt x="3138" y="585"/>
                    <a:pt x="3171" y="609"/>
                    <a:pt x="3195" y="642"/>
                  </a:cubicBezTo>
                  <a:lnTo>
                    <a:pt x="3146" y="601"/>
                  </a:lnTo>
                  <a:cubicBezTo>
                    <a:pt x="3121" y="576"/>
                    <a:pt x="3109" y="567"/>
                    <a:pt x="3101" y="567"/>
                  </a:cubicBezTo>
                  <a:cubicBezTo>
                    <a:pt x="3096" y="567"/>
                    <a:pt x="3093" y="571"/>
                    <a:pt x="3089" y="577"/>
                  </a:cubicBezTo>
                  <a:cubicBezTo>
                    <a:pt x="3083" y="580"/>
                    <a:pt x="3078" y="583"/>
                    <a:pt x="3072" y="583"/>
                  </a:cubicBezTo>
                  <a:cubicBezTo>
                    <a:pt x="3061" y="583"/>
                    <a:pt x="3047" y="575"/>
                    <a:pt x="3016" y="544"/>
                  </a:cubicBezTo>
                  <a:lnTo>
                    <a:pt x="3016" y="544"/>
                  </a:lnTo>
                  <a:lnTo>
                    <a:pt x="3057" y="593"/>
                  </a:lnTo>
                  <a:cubicBezTo>
                    <a:pt x="3078" y="618"/>
                    <a:pt x="3086" y="631"/>
                    <a:pt x="3083" y="631"/>
                  </a:cubicBezTo>
                  <a:cubicBezTo>
                    <a:pt x="3080" y="631"/>
                    <a:pt x="3068" y="621"/>
                    <a:pt x="3049" y="601"/>
                  </a:cubicBezTo>
                  <a:cubicBezTo>
                    <a:pt x="3031" y="584"/>
                    <a:pt x="3018" y="575"/>
                    <a:pt x="3012" y="575"/>
                  </a:cubicBezTo>
                  <a:cubicBezTo>
                    <a:pt x="3003" y="575"/>
                    <a:pt x="3006" y="590"/>
                    <a:pt x="3025" y="617"/>
                  </a:cubicBezTo>
                  <a:cubicBezTo>
                    <a:pt x="2986" y="579"/>
                    <a:pt x="2962" y="558"/>
                    <a:pt x="2956" y="558"/>
                  </a:cubicBezTo>
                  <a:lnTo>
                    <a:pt x="2956" y="558"/>
                  </a:lnTo>
                  <a:cubicBezTo>
                    <a:pt x="2950" y="558"/>
                    <a:pt x="2966" y="583"/>
                    <a:pt x="3008" y="634"/>
                  </a:cubicBezTo>
                  <a:cubicBezTo>
                    <a:pt x="2980" y="599"/>
                    <a:pt x="2967" y="589"/>
                    <a:pt x="2962" y="589"/>
                  </a:cubicBezTo>
                  <a:cubicBezTo>
                    <a:pt x="2960" y="589"/>
                    <a:pt x="2960" y="591"/>
                    <a:pt x="2960" y="593"/>
                  </a:cubicBezTo>
                  <a:cubicBezTo>
                    <a:pt x="2977" y="619"/>
                    <a:pt x="2981" y="634"/>
                    <a:pt x="2975" y="634"/>
                  </a:cubicBezTo>
                  <a:cubicBezTo>
                    <a:pt x="2970" y="634"/>
                    <a:pt x="2958" y="623"/>
                    <a:pt x="2943" y="601"/>
                  </a:cubicBezTo>
                  <a:lnTo>
                    <a:pt x="2935" y="601"/>
                  </a:lnTo>
                  <a:cubicBezTo>
                    <a:pt x="2976" y="650"/>
                    <a:pt x="2968" y="658"/>
                    <a:pt x="2968" y="658"/>
                  </a:cubicBezTo>
                  <a:cubicBezTo>
                    <a:pt x="2960" y="658"/>
                    <a:pt x="2960" y="658"/>
                    <a:pt x="2992" y="707"/>
                  </a:cubicBezTo>
                  <a:cubicBezTo>
                    <a:pt x="3025" y="755"/>
                    <a:pt x="3025" y="763"/>
                    <a:pt x="3025" y="763"/>
                  </a:cubicBezTo>
                  <a:cubicBezTo>
                    <a:pt x="3000" y="731"/>
                    <a:pt x="2976" y="698"/>
                    <a:pt x="2952" y="666"/>
                  </a:cubicBezTo>
                  <a:cubicBezTo>
                    <a:pt x="2938" y="646"/>
                    <a:pt x="2929" y="635"/>
                    <a:pt x="2927" y="635"/>
                  </a:cubicBezTo>
                  <a:lnTo>
                    <a:pt x="2927" y="635"/>
                  </a:lnTo>
                  <a:cubicBezTo>
                    <a:pt x="2925" y="635"/>
                    <a:pt x="2937" y="660"/>
                    <a:pt x="2976" y="723"/>
                  </a:cubicBezTo>
                  <a:cubicBezTo>
                    <a:pt x="2947" y="688"/>
                    <a:pt x="2923" y="654"/>
                    <a:pt x="2922" y="654"/>
                  </a:cubicBezTo>
                  <a:lnTo>
                    <a:pt x="2922" y="654"/>
                  </a:lnTo>
                  <a:cubicBezTo>
                    <a:pt x="2922" y="654"/>
                    <a:pt x="2926" y="660"/>
                    <a:pt x="2935" y="674"/>
                  </a:cubicBezTo>
                  <a:cubicBezTo>
                    <a:pt x="2935" y="674"/>
                    <a:pt x="2927" y="682"/>
                    <a:pt x="2968" y="731"/>
                  </a:cubicBezTo>
                  <a:lnTo>
                    <a:pt x="2960" y="731"/>
                  </a:lnTo>
                  <a:cubicBezTo>
                    <a:pt x="2911" y="690"/>
                    <a:pt x="2911" y="690"/>
                    <a:pt x="2903" y="690"/>
                  </a:cubicBezTo>
                  <a:cubicBezTo>
                    <a:pt x="2920" y="720"/>
                    <a:pt x="2928" y="734"/>
                    <a:pt x="2927" y="734"/>
                  </a:cubicBezTo>
                  <a:cubicBezTo>
                    <a:pt x="2927" y="734"/>
                    <a:pt x="2919" y="722"/>
                    <a:pt x="2903" y="698"/>
                  </a:cubicBezTo>
                  <a:cubicBezTo>
                    <a:pt x="2886" y="678"/>
                    <a:pt x="2876" y="666"/>
                    <a:pt x="2876" y="666"/>
                  </a:cubicBezTo>
                  <a:lnTo>
                    <a:pt x="2876" y="666"/>
                  </a:lnTo>
                  <a:cubicBezTo>
                    <a:pt x="2875" y="666"/>
                    <a:pt x="2893" y="690"/>
                    <a:pt x="2935" y="747"/>
                  </a:cubicBezTo>
                  <a:cubicBezTo>
                    <a:pt x="2949" y="773"/>
                    <a:pt x="2955" y="788"/>
                    <a:pt x="2951" y="788"/>
                  </a:cubicBezTo>
                  <a:cubicBezTo>
                    <a:pt x="2948" y="788"/>
                    <a:pt x="2938" y="778"/>
                    <a:pt x="2919" y="755"/>
                  </a:cubicBezTo>
                  <a:cubicBezTo>
                    <a:pt x="2881" y="698"/>
                    <a:pt x="2863" y="675"/>
                    <a:pt x="2860" y="675"/>
                  </a:cubicBezTo>
                  <a:lnTo>
                    <a:pt x="2860" y="675"/>
                  </a:lnTo>
                  <a:cubicBezTo>
                    <a:pt x="2859" y="675"/>
                    <a:pt x="2865" y="686"/>
                    <a:pt x="2879" y="707"/>
                  </a:cubicBezTo>
                  <a:cubicBezTo>
                    <a:pt x="2911" y="755"/>
                    <a:pt x="2911" y="763"/>
                    <a:pt x="2911" y="763"/>
                  </a:cubicBezTo>
                  <a:cubicBezTo>
                    <a:pt x="2935" y="788"/>
                    <a:pt x="2952" y="828"/>
                    <a:pt x="2976" y="861"/>
                  </a:cubicBezTo>
                  <a:lnTo>
                    <a:pt x="2935" y="812"/>
                  </a:lnTo>
                  <a:lnTo>
                    <a:pt x="2903" y="763"/>
                  </a:lnTo>
                  <a:lnTo>
                    <a:pt x="2911" y="763"/>
                  </a:lnTo>
                  <a:cubicBezTo>
                    <a:pt x="2895" y="739"/>
                    <a:pt x="2879" y="731"/>
                    <a:pt x="2862" y="731"/>
                  </a:cubicBezTo>
                  <a:cubicBezTo>
                    <a:pt x="2846" y="731"/>
                    <a:pt x="2830" y="739"/>
                    <a:pt x="2814" y="747"/>
                  </a:cubicBezTo>
                  <a:cubicBezTo>
                    <a:pt x="2830" y="780"/>
                    <a:pt x="2846" y="812"/>
                    <a:pt x="2871" y="844"/>
                  </a:cubicBezTo>
                  <a:cubicBezTo>
                    <a:pt x="2899" y="891"/>
                    <a:pt x="2909" y="907"/>
                    <a:pt x="2908" y="907"/>
                  </a:cubicBezTo>
                  <a:cubicBezTo>
                    <a:pt x="2907" y="907"/>
                    <a:pt x="2889" y="880"/>
                    <a:pt x="2871" y="852"/>
                  </a:cubicBezTo>
                  <a:cubicBezTo>
                    <a:pt x="2819" y="777"/>
                    <a:pt x="2790" y="740"/>
                    <a:pt x="2788" y="740"/>
                  </a:cubicBezTo>
                  <a:lnTo>
                    <a:pt x="2788" y="740"/>
                  </a:lnTo>
                  <a:cubicBezTo>
                    <a:pt x="2785" y="740"/>
                    <a:pt x="2809" y="779"/>
                    <a:pt x="2862" y="852"/>
                  </a:cubicBezTo>
                  <a:cubicBezTo>
                    <a:pt x="2899" y="901"/>
                    <a:pt x="2915" y="925"/>
                    <a:pt x="2913" y="925"/>
                  </a:cubicBezTo>
                  <a:cubicBezTo>
                    <a:pt x="2911" y="925"/>
                    <a:pt x="2891" y="901"/>
                    <a:pt x="2854" y="852"/>
                  </a:cubicBezTo>
                  <a:cubicBezTo>
                    <a:pt x="2839" y="829"/>
                    <a:pt x="2831" y="817"/>
                    <a:pt x="2830" y="817"/>
                  </a:cubicBezTo>
                  <a:lnTo>
                    <a:pt x="2830" y="817"/>
                  </a:lnTo>
                  <a:cubicBezTo>
                    <a:pt x="2829" y="817"/>
                    <a:pt x="2837" y="831"/>
                    <a:pt x="2854" y="861"/>
                  </a:cubicBezTo>
                  <a:cubicBezTo>
                    <a:pt x="2871" y="885"/>
                    <a:pt x="2877" y="897"/>
                    <a:pt x="2875" y="897"/>
                  </a:cubicBezTo>
                  <a:cubicBezTo>
                    <a:pt x="2873" y="897"/>
                    <a:pt x="2862" y="885"/>
                    <a:pt x="2846" y="861"/>
                  </a:cubicBezTo>
                  <a:cubicBezTo>
                    <a:pt x="2823" y="826"/>
                    <a:pt x="2796" y="792"/>
                    <a:pt x="2794" y="792"/>
                  </a:cubicBezTo>
                  <a:lnTo>
                    <a:pt x="2794" y="792"/>
                  </a:lnTo>
                  <a:cubicBezTo>
                    <a:pt x="2793" y="792"/>
                    <a:pt x="2796" y="798"/>
                    <a:pt x="2806" y="812"/>
                  </a:cubicBezTo>
                  <a:cubicBezTo>
                    <a:pt x="2806" y="812"/>
                    <a:pt x="2806" y="812"/>
                    <a:pt x="2805" y="812"/>
                  </a:cubicBezTo>
                  <a:cubicBezTo>
                    <a:pt x="2804" y="812"/>
                    <a:pt x="2797" y="807"/>
                    <a:pt x="2765" y="763"/>
                  </a:cubicBezTo>
                  <a:cubicBezTo>
                    <a:pt x="2756" y="750"/>
                    <a:pt x="2752" y="745"/>
                    <a:pt x="2752" y="745"/>
                  </a:cubicBezTo>
                  <a:lnTo>
                    <a:pt x="2752" y="745"/>
                  </a:lnTo>
                  <a:cubicBezTo>
                    <a:pt x="2750" y="745"/>
                    <a:pt x="2772" y="785"/>
                    <a:pt x="2789" y="820"/>
                  </a:cubicBezTo>
                  <a:cubicBezTo>
                    <a:pt x="2818" y="878"/>
                    <a:pt x="2830" y="906"/>
                    <a:pt x="2828" y="906"/>
                  </a:cubicBezTo>
                  <a:cubicBezTo>
                    <a:pt x="2825" y="906"/>
                    <a:pt x="2809" y="880"/>
                    <a:pt x="2781" y="828"/>
                  </a:cubicBezTo>
                  <a:cubicBezTo>
                    <a:pt x="2761" y="790"/>
                    <a:pt x="2749" y="774"/>
                    <a:pt x="2744" y="774"/>
                  </a:cubicBezTo>
                  <a:lnTo>
                    <a:pt x="2744" y="774"/>
                  </a:lnTo>
                  <a:cubicBezTo>
                    <a:pt x="2737" y="774"/>
                    <a:pt x="2753" y="823"/>
                    <a:pt x="2789" y="885"/>
                  </a:cubicBezTo>
                  <a:cubicBezTo>
                    <a:pt x="2799" y="902"/>
                    <a:pt x="2807" y="917"/>
                    <a:pt x="2813" y="929"/>
                  </a:cubicBezTo>
                  <a:lnTo>
                    <a:pt x="2813" y="929"/>
                  </a:lnTo>
                  <a:cubicBezTo>
                    <a:pt x="2788" y="893"/>
                    <a:pt x="2781" y="893"/>
                    <a:pt x="2781" y="893"/>
                  </a:cubicBezTo>
                  <a:cubicBezTo>
                    <a:pt x="2781" y="893"/>
                    <a:pt x="2773" y="893"/>
                    <a:pt x="2749" y="844"/>
                  </a:cubicBezTo>
                  <a:lnTo>
                    <a:pt x="2749" y="844"/>
                  </a:lnTo>
                  <a:cubicBezTo>
                    <a:pt x="2749" y="844"/>
                    <a:pt x="2741" y="844"/>
                    <a:pt x="2765" y="901"/>
                  </a:cubicBezTo>
                  <a:cubicBezTo>
                    <a:pt x="2784" y="943"/>
                    <a:pt x="2790" y="960"/>
                    <a:pt x="2786" y="960"/>
                  </a:cubicBezTo>
                  <a:cubicBezTo>
                    <a:pt x="2779" y="960"/>
                    <a:pt x="2751" y="919"/>
                    <a:pt x="2716" y="861"/>
                  </a:cubicBezTo>
                  <a:lnTo>
                    <a:pt x="2716" y="861"/>
                  </a:lnTo>
                  <a:lnTo>
                    <a:pt x="2733" y="909"/>
                  </a:lnTo>
                  <a:cubicBezTo>
                    <a:pt x="2768" y="975"/>
                    <a:pt x="2791" y="1022"/>
                    <a:pt x="2789" y="1022"/>
                  </a:cubicBezTo>
                  <a:cubicBezTo>
                    <a:pt x="2788" y="1022"/>
                    <a:pt x="2778" y="1005"/>
                    <a:pt x="2757" y="966"/>
                  </a:cubicBezTo>
                  <a:lnTo>
                    <a:pt x="2725" y="917"/>
                  </a:lnTo>
                  <a:lnTo>
                    <a:pt x="2725" y="917"/>
                  </a:lnTo>
                  <a:cubicBezTo>
                    <a:pt x="2747" y="958"/>
                    <a:pt x="2754" y="976"/>
                    <a:pt x="2751" y="976"/>
                  </a:cubicBezTo>
                  <a:cubicBezTo>
                    <a:pt x="2747" y="976"/>
                    <a:pt x="2719" y="933"/>
                    <a:pt x="2684" y="869"/>
                  </a:cubicBezTo>
                  <a:cubicBezTo>
                    <a:pt x="2652" y="821"/>
                    <a:pt x="2652" y="820"/>
                    <a:pt x="2652" y="820"/>
                  </a:cubicBezTo>
                  <a:lnTo>
                    <a:pt x="2652" y="820"/>
                  </a:lnTo>
                  <a:lnTo>
                    <a:pt x="2676" y="869"/>
                  </a:lnTo>
                  <a:cubicBezTo>
                    <a:pt x="2700" y="909"/>
                    <a:pt x="2716" y="942"/>
                    <a:pt x="2733" y="982"/>
                  </a:cubicBezTo>
                  <a:cubicBezTo>
                    <a:pt x="2725" y="982"/>
                    <a:pt x="2725" y="982"/>
                    <a:pt x="2692" y="934"/>
                  </a:cubicBezTo>
                  <a:cubicBezTo>
                    <a:pt x="2669" y="893"/>
                    <a:pt x="2650" y="857"/>
                    <a:pt x="2650" y="857"/>
                  </a:cubicBezTo>
                  <a:lnTo>
                    <a:pt x="2650" y="857"/>
                  </a:lnTo>
                  <a:cubicBezTo>
                    <a:pt x="2650" y="857"/>
                    <a:pt x="2653" y="863"/>
                    <a:pt x="2660" y="877"/>
                  </a:cubicBezTo>
                  <a:cubicBezTo>
                    <a:pt x="2660" y="877"/>
                    <a:pt x="2652" y="877"/>
                    <a:pt x="2627" y="828"/>
                  </a:cubicBezTo>
                  <a:lnTo>
                    <a:pt x="2611" y="836"/>
                  </a:lnTo>
                  <a:cubicBezTo>
                    <a:pt x="2624" y="862"/>
                    <a:pt x="2628" y="876"/>
                    <a:pt x="2625" y="876"/>
                  </a:cubicBezTo>
                  <a:cubicBezTo>
                    <a:pt x="2623" y="876"/>
                    <a:pt x="2615" y="864"/>
                    <a:pt x="2603" y="836"/>
                  </a:cubicBezTo>
                  <a:lnTo>
                    <a:pt x="2603" y="836"/>
                  </a:lnTo>
                  <a:cubicBezTo>
                    <a:pt x="2603" y="836"/>
                    <a:pt x="2595" y="836"/>
                    <a:pt x="2611" y="893"/>
                  </a:cubicBezTo>
                  <a:cubicBezTo>
                    <a:pt x="2611" y="895"/>
                    <a:pt x="2610" y="897"/>
                    <a:pt x="2609" y="897"/>
                  </a:cubicBezTo>
                  <a:cubicBezTo>
                    <a:pt x="2605" y="897"/>
                    <a:pt x="2596" y="886"/>
                    <a:pt x="2579" y="844"/>
                  </a:cubicBezTo>
                  <a:cubicBezTo>
                    <a:pt x="2566" y="816"/>
                    <a:pt x="2560" y="802"/>
                    <a:pt x="2559" y="802"/>
                  </a:cubicBezTo>
                  <a:lnTo>
                    <a:pt x="2559" y="802"/>
                  </a:lnTo>
                  <a:cubicBezTo>
                    <a:pt x="2558" y="802"/>
                    <a:pt x="2562" y="816"/>
                    <a:pt x="2571" y="844"/>
                  </a:cubicBezTo>
                  <a:cubicBezTo>
                    <a:pt x="2603" y="901"/>
                    <a:pt x="2595" y="901"/>
                    <a:pt x="2595" y="901"/>
                  </a:cubicBezTo>
                  <a:lnTo>
                    <a:pt x="2587" y="909"/>
                  </a:lnTo>
                  <a:cubicBezTo>
                    <a:pt x="2611" y="958"/>
                    <a:pt x="2611" y="958"/>
                    <a:pt x="2611" y="958"/>
                  </a:cubicBezTo>
                  <a:cubicBezTo>
                    <a:pt x="2611" y="958"/>
                    <a:pt x="2610" y="959"/>
                    <a:pt x="2609" y="959"/>
                  </a:cubicBezTo>
                  <a:cubicBezTo>
                    <a:pt x="2599" y="959"/>
                    <a:pt x="2570" y="909"/>
                    <a:pt x="2562" y="909"/>
                  </a:cubicBezTo>
                  <a:lnTo>
                    <a:pt x="2562" y="909"/>
                  </a:lnTo>
                  <a:cubicBezTo>
                    <a:pt x="2554" y="917"/>
                    <a:pt x="2554" y="917"/>
                    <a:pt x="2579" y="966"/>
                  </a:cubicBezTo>
                  <a:cubicBezTo>
                    <a:pt x="2584" y="966"/>
                    <a:pt x="2598" y="994"/>
                    <a:pt x="2594" y="994"/>
                  </a:cubicBezTo>
                  <a:cubicBezTo>
                    <a:pt x="2593" y="994"/>
                    <a:pt x="2588" y="989"/>
                    <a:pt x="2579" y="974"/>
                  </a:cubicBezTo>
                  <a:cubicBezTo>
                    <a:pt x="2571" y="974"/>
                    <a:pt x="2542" y="925"/>
                    <a:pt x="2525" y="925"/>
                  </a:cubicBezTo>
                  <a:cubicBezTo>
                    <a:pt x="2524" y="925"/>
                    <a:pt x="2523" y="925"/>
                    <a:pt x="2522" y="925"/>
                  </a:cubicBezTo>
                  <a:cubicBezTo>
                    <a:pt x="2514" y="925"/>
                    <a:pt x="2514" y="925"/>
                    <a:pt x="2530" y="982"/>
                  </a:cubicBezTo>
                  <a:cubicBezTo>
                    <a:pt x="2497" y="921"/>
                    <a:pt x="2483" y="896"/>
                    <a:pt x="2482" y="896"/>
                  </a:cubicBezTo>
                  <a:lnTo>
                    <a:pt x="2482" y="896"/>
                  </a:lnTo>
                  <a:cubicBezTo>
                    <a:pt x="2481" y="896"/>
                    <a:pt x="2487" y="910"/>
                    <a:pt x="2498" y="934"/>
                  </a:cubicBezTo>
                  <a:cubicBezTo>
                    <a:pt x="2514" y="990"/>
                    <a:pt x="2514" y="990"/>
                    <a:pt x="2514" y="990"/>
                  </a:cubicBezTo>
                  <a:cubicBezTo>
                    <a:pt x="2502" y="962"/>
                    <a:pt x="2496" y="948"/>
                    <a:pt x="2494" y="948"/>
                  </a:cubicBezTo>
                  <a:lnTo>
                    <a:pt x="2494" y="948"/>
                  </a:lnTo>
                  <a:cubicBezTo>
                    <a:pt x="2491" y="948"/>
                    <a:pt x="2494" y="962"/>
                    <a:pt x="2498" y="990"/>
                  </a:cubicBezTo>
                  <a:cubicBezTo>
                    <a:pt x="2498" y="990"/>
                    <a:pt x="2498" y="990"/>
                    <a:pt x="2473" y="942"/>
                  </a:cubicBezTo>
                  <a:lnTo>
                    <a:pt x="2465" y="942"/>
                  </a:lnTo>
                  <a:cubicBezTo>
                    <a:pt x="2483" y="992"/>
                    <a:pt x="2484" y="1010"/>
                    <a:pt x="2476" y="1010"/>
                  </a:cubicBezTo>
                  <a:cubicBezTo>
                    <a:pt x="2467" y="1010"/>
                    <a:pt x="2446" y="981"/>
                    <a:pt x="2433" y="950"/>
                  </a:cubicBezTo>
                  <a:lnTo>
                    <a:pt x="2433" y="950"/>
                  </a:lnTo>
                  <a:cubicBezTo>
                    <a:pt x="2433" y="950"/>
                    <a:pt x="2433" y="951"/>
                    <a:pt x="2449" y="1007"/>
                  </a:cubicBezTo>
                  <a:cubicBezTo>
                    <a:pt x="2465" y="1063"/>
                    <a:pt x="2473" y="1092"/>
                    <a:pt x="2472" y="1092"/>
                  </a:cubicBezTo>
                  <a:cubicBezTo>
                    <a:pt x="2471" y="1092"/>
                    <a:pt x="2461" y="1063"/>
                    <a:pt x="2441" y="1007"/>
                  </a:cubicBezTo>
                  <a:cubicBezTo>
                    <a:pt x="2421" y="950"/>
                    <a:pt x="2410" y="921"/>
                    <a:pt x="2409" y="921"/>
                  </a:cubicBezTo>
                  <a:lnTo>
                    <a:pt x="2409" y="921"/>
                  </a:lnTo>
                  <a:cubicBezTo>
                    <a:pt x="2408" y="921"/>
                    <a:pt x="2416" y="950"/>
                    <a:pt x="2433" y="1007"/>
                  </a:cubicBezTo>
                  <a:cubicBezTo>
                    <a:pt x="2440" y="1031"/>
                    <a:pt x="2441" y="1047"/>
                    <a:pt x="2436" y="1047"/>
                  </a:cubicBezTo>
                  <a:cubicBezTo>
                    <a:pt x="2430" y="1047"/>
                    <a:pt x="2415" y="1022"/>
                    <a:pt x="2392" y="958"/>
                  </a:cubicBezTo>
                  <a:lnTo>
                    <a:pt x="2360" y="845"/>
                  </a:lnTo>
                  <a:lnTo>
                    <a:pt x="2360" y="845"/>
                  </a:lnTo>
                  <a:cubicBezTo>
                    <a:pt x="2376" y="901"/>
                    <a:pt x="2368" y="901"/>
                    <a:pt x="2368" y="901"/>
                  </a:cubicBezTo>
                  <a:cubicBezTo>
                    <a:pt x="2392" y="958"/>
                    <a:pt x="2384" y="958"/>
                    <a:pt x="2376" y="958"/>
                  </a:cubicBezTo>
                  <a:cubicBezTo>
                    <a:pt x="2368" y="966"/>
                    <a:pt x="2368" y="1023"/>
                    <a:pt x="2360" y="1023"/>
                  </a:cubicBezTo>
                  <a:cubicBezTo>
                    <a:pt x="2352" y="1023"/>
                    <a:pt x="2344" y="1023"/>
                    <a:pt x="2319" y="966"/>
                  </a:cubicBezTo>
                  <a:lnTo>
                    <a:pt x="2319" y="966"/>
                  </a:lnTo>
                  <a:cubicBezTo>
                    <a:pt x="2319" y="974"/>
                    <a:pt x="2311" y="974"/>
                    <a:pt x="2327" y="1031"/>
                  </a:cubicBezTo>
                  <a:cubicBezTo>
                    <a:pt x="2331" y="1059"/>
                    <a:pt x="2331" y="1073"/>
                    <a:pt x="2328" y="1073"/>
                  </a:cubicBezTo>
                  <a:cubicBezTo>
                    <a:pt x="2325" y="1073"/>
                    <a:pt x="2319" y="1059"/>
                    <a:pt x="2311" y="1031"/>
                  </a:cubicBezTo>
                  <a:lnTo>
                    <a:pt x="2311" y="1031"/>
                  </a:lnTo>
                  <a:cubicBezTo>
                    <a:pt x="2319" y="1096"/>
                    <a:pt x="2311" y="1096"/>
                    <a:pt x="2311" y="1096"/>
                  </a:cubicBezTo>
                  <a:cubicBezTo>
                    <a:pt x="2300" y="1051"/>
                    <a:pt x="2289" y="1010"/>
                    <a:pt x="2286" y="1010"/>
                  </a:cubicBezTo>
                  <a:lnTo>
                    <a:pt x="2286" y="1010"/>
                  </a:lnTo>
                  <a:cubicBezTo>
                    <a:pt x="2284" y="1010"/>
                    <a:pt x="2284" y="1019"/>
                    <a:pt x="2287" y="1039"/>
                  </a:cubicBezTo>
                  <a:cubicBezTo>
                    <a:pt x="2303" y="1096"/>
                    <a:pt x="2303" y="1096"/>
                    <a:pt x="2295" y="1096"/>
                  </a:cubicBezTo>
                  <a:cubicBezTo>
                    <a:pt x="2284" y="1069"/>
                    <a:pt x="2250" y="1057"/>
                    <a:pt x="2217" y="1057"/>
                  </a:cubicBezTo>
                  <a:cubicBezTo>
                    <a:pt x="2180" y="1057"/>
                    <a:pt x="2145" y="1073"/>
                    <a:pt x="2149" y="1104"/>
                  </a:cubicBezTo>
                  <a:lnTo>
                    <a:pt x="2141" y="1104"/>
                  </a:lnTo>
                  <a:lnTo>
                    <a:pt x="2133" y="1112"/>
                  </a:lnTo>
                  <a:cubicBezTo>
                    <a:pt x="2122" y="1060"/>
                    <a:pt x="2115" y="1040"/>
                    <a:pt x="2110" y="1040"/>
                  </a:cubicBezTo>
                  <a:cubicBezTo>
                    <a:pt x="2103" y="1040"/>
                    <a:pt x="2100" y="1075"/>
                    <a:pt x="2100" y="1112"/>
                  </a:cubicBezTo>
                  <a:cubicBezTo>
                    <a:pt x="2100" y="1169"/>
                    <a:pt x="2100" y="1169"/>
                    <a:pt x="2092" y="1169"/>
                  </a:cubicBezTo>
                  <a:cubicBezTo>
                    <a:pt x="2083" y="1098"/>
                    <a:pt x="2076" y="1069"/>
                    <a:pt x="2072" y="1069"/>
                  </a:cubicBezTo>
                  <a:cubicBezTo>
                    <a:pt x="2069" y="1069"/>
                    <a:pt x="2068" y="1085"/>
                    <a:pt x="2068" y="1112"/>
                  </a:cubicBezTo>
                  <a:cubicBezTo>
                    <a:pt x="2072" y="1169"/>
                    <a:pt x="2072" y="1197"/>
                    <a:pt x="2070" y="1197"/>
                  </a:cubicBezTo>
                  <a:cubicBezTo>
                    <a:pt x="2068" y="1197"/>
                    <a:pt x="2064" y="1169"/>
                    <a:pt x="2060" y="1112"/>
                  </a:cubicBezTo>
                  <a:cubicBezTo>
                    <a:pt x="2052" y="1057"/>
                    <a:pt x="2047" y="1027"/>
                    <a:pt x="2043" y="1027"/>
                  </a:cubicBezTo>
                  <a:lnTo>
                    <a:pt x="2043" y="1027"/>
                  </a:lnTo>
                  <a:cubicBezTo>
                    <a:pt x="2040" y="1027"/>
                    <a:pt x="2039" y="1071"/>
                    <a:pt x="2044" y="1169"/>
                  </a:cubicBezTo>
                  <a:cubicBezTo>
                    <a:pt x="2048" y="1197"/>
                    <a:pt x="2050" y="1211"/>
                    <a:pt x="2049" y="1211"/>
                  </a:cubicBezTo>
                  <a:cubicBezTo>
                    <a:pt x="2048" y="1211"/>
                    <a:pt x="2044" y="1197"/>
                    <a:pt x="2035" y="1169"/>
                  </a:cubicBezTo>
                  <a:cubicBezTo>
                    <a:pt x="2026" y="1098"/>
                    <a:pt x="2022" y="1069"/>
                    <a:pt x="2022" y="1069"/>
                  </a:cubicBezTo>
                  <a:lnTo>
                    <a:pt x="2022" y="1069"/>
                  </a:lnTo>
                  <a:cubicBezTo>
                    <a:pt x="2022" y="1069"/>
                    <a:pt x="2024" y="1085"/>
                    <a:pt x="2027" y="1112"/>
                  </a:cubicBezTo>
                  <a:cubicBezTo>
                    <a:pt x="2031" y="1169"/>
                    <a:pt x="2031" y="1197"/>
                    <a:pt x="2028" y="1197"/>
                  </a:cubicBezTo>
                  <a:cubicBezTo>
                    <a:pt x="2025" y="1197"/>
                    <a:pt x="2019" y="1169"/>
                    <a:pt x="2011" y="1112"/>
                  </a:cubicBezTo>
                  <a:cubicBezTo>
                    <a:pt x="2003" y="1051"/>
                    <a:pt x="1999" y="1021"/>
                    <a:pt x="1998" y="1021"/>
                  </a:cubicBezTo>
                  <a:lnTo>
                    <a:pt x="1998" y="1021"/>
                  </a:lnTo>
                  <a:cubicBezTo>
                    <a:pt x="1997" y="1021"/>
                    <a:pt x="1999" y="1051"/>
                    <a:pt x="2003" y="1112"/>
                  </a:cubicBezTo>
                  <a:cubicBezTo>
                    <a:pt x="2003" y="1169"/>
                    <a:pt x="1999" y="1197"/>
                    <a:pt x="1994" y="1197"/>
                  </a:cubicBezTo>
                  <a:cubicBezTo>
                    <a:pt x="1989" y="1197"/>
                    <a:pt x="1983" y="1169"/>
                    <a:pt x="1979" y="1112"/>
                  </a:cubicBezTo>
                  <a:cubicBezTo>
                    <a:pt x="1973" y="1112"/>
                    <a:pt x="1968" y="1083"/>
                    <a:pt x="1967" y="1081"/>
                  </a:cubicBezTo>
                  <a:lnTo>
                    <a:pt x="1967" y="1081"/>
                  </a:lnTo>
                  <a:lnTo>
                    <a:pt x="1962" y="1047"/>
                  </a:lnTo>
                  <a:lnTo>
                    <a:pt x="1954" y="1047"/>
                  </a:lnTo>
                  <a:lnTo>
                    <a:pt x="1954" y="1104"/>
                  </a:lnTo>
                  <a:cubicBezTo>
                    <a:pt x="1954" y="1104"/>
                    <a:pt x="1930" y="1047"/>
                    <a:pt x="1898" y="1047"/>
                  </a:cubicBezTo>
                  <a:cubicBezTo>
                    <a:pt x="1886" y="1045"/>
                    <a:pt x="1878" y="1043"/>
                    <a:pt x="1871" y="1043"/>
                  </a:cubicBezTo>
                  <a:cubicBezTo>
                    <a:pt x="1854" y="1043"/>
                    <a:pt x="1851" y="1055"/>
                    <a:pt x="1857" y="1096"/>
                  </a:cubicBezTo>
                  <a:cubicBezTo>
                    <a:pt x="1857" y="1157"/>
                    <a:pt x="1855" y="1187"/>
                    <a:pt x="1853" y="1187"/>
                  </a:cubicBezTo>
                  <a:cubicBezTo>
                    <a:pt x="1851" y="1187"/>
                    <a:pt x="1849" y="1157"/>
                    <a:pt x="1849" y="1096"/>
                  </a:cubicBezTo>
                  <a:cubicBezTo>
                    <a:pt x="1841" y="1096"/>
                    <a:pt x="1833" y="1039"/>
                    <a:pt x="1825" y="1039"/>
                  </a:cubicBezTo>
                  <a:cubicBezTo>
                    <a:pt x="1817" y="1031"/>
                    <a:pt x="1808" y="1031"/>
                    <a:pt x="1817" y="974"/>
                  </a:cubicBezTo>
                  <a:lnTo>
                    <a:pt x="1808" y="974"/>
                  </a:lnTo>
                  <a:cubicBezTo>
                    <a:pt x="1804" y="1043"/>
                    <a:pt x="1794" y="1071"/>
                    <a:pt x="1785" y="1071"/>
                  </a:cubicBezTo>
                  <a:cubicBezTo>
                    <a:pt x="1778" y="1071"/>
                    <a:pt x="1771" y="1055"/>
                    <a:pt x="1768" y="1031"/>
                  </a:cubicBezTo>
                  <a:cubicBezTo>
                    <a:pt x="1766" y="1029"/>
                    <a:pt x="1763" y="1027"/>
                    <a:pt x="1761" y="1027"/>
                  </a:cubicBezTo>
                  <a:cubicBezTo>
                    <a:pt x="1755" y="1027"/>
                    <a:pt x="1749" y="1038"/>
                    <a:pt x="1744" y="1080"/>
                  </a:cubicBezTo>
                  <a:cubicBezTo>
                    <a:pt x="1739" y="1112"/>
                    <a:pt x="1735" y="1128"/>
                    <a:pt x="1732" y="1128"/>
                  </a:cubicBezTo>
                  <a:cubicBezTo>
                    <a:pt x="1729" y="1128"/>
                    <a:pt x="1727" y="1112"/>
                    <a:pt x="1727" y="1080"/>
                  </a:cubicBezTo>
                  <a:cubicBezTo>
                    <a:pt x="1732" y="1046"/>
                    <a:pt x="1729" y="1011"/>
                    <a:pt x="1723" y="1011"/>
                  </a:cubicBezTo>
                  <a:cubicBezTo>
                    <a:pt x="1719" y="1011"/>
                    <a:pt x="1714" y="1029"/>
                    <a:pt x="1711" y="1080"/>
                  </a:cubicBezTo>
                  <a:lnTo>
                    <a:pt x="1711" y="1015"/>
                  </a:lnTo>
                  <a:cubicBezTo>
                    <a:pt x="1711" y="998"/>
                    <a:pt x="1710" y="991"/>
                    <a:pt x="1709" y="991"/>
                  </a:cubicBezTo>
                  <a:cubicBezTo>
                    <a:pt x="1706" y="991"/>
                    <a:pt x="1701" y="1031"/>
                    <a:pt x="1695" y="1071"/>
                  </a:cubicBezTo>
                  <a:cubicBezTo>
                    <a:pt x="1691" y="1126"/>
                    <a:pt x="1688" y="1157"/>
                    <a:pt x="1686" y="1157"/>
                  </a:cubicBezTo>
                  <a:cubicBezTo>
                    <a:pt x="1684" y="1157"/>
                    <a:pt x="1686" y="1112"/>
                    <a:pt x="1695" y="1015"/>
                  </a:cubicBezTo>
                  <a:cubicBezTo>
                    <a:pt x="1700" y="944"/>
                    <a:pt x="1702" y="915"/>
                    <a:pt x="1701" y="915"/>
                  </a:cubicBezTo>
                  <a:lnTo>
                    <a:pt x="1701" y="915"/>
                  </a:lnTo>
                  <a:cubicBezTo>
                    <a:pt x="1700" y="915"/>
                    <a:pt x="1698" y="931"/>
                    <a:pt x="1695" y="958"/>
                  </a:cubicBezTo>
                  <a:cubicBezTo>
                    <a:pt x="1689" y="998"/>
                    <a:pt x="1683" y="1038"/>
                    <a:pt x="1681" y="1038"/>
                  </a:cubicBezTo>
                  <a:cubicBezTo>
                    <a:pt x="1679" y="1038"/>
                    <a:pt x="1679" y="1031"/>
                    <a:pt x="1679" y="1015"/>
                  </a:cubicBezTo>
                  <a:cubicBezTo>
                    <a:pt x="1677" y="1013"/>
                    <a:pt x="1676" y="1012"/>
                    <a:pt x="1675" y="1012"/>
                  </a:cubicBezTo>
                  <a:cubicBezTo>
                    <a:pt x="1670" y="1012"/>
                    <a:pt x="1669" y="1032"/>
                    <a:pt x="1662" y="1128"/>
                  </a:cubicBezTo>
                  <a:cubicBezTo>
                    <a:pt x="1654" y="1185"/>
                    <a:pt x="1646" y="1185"/>
                    <a:pt x="1646" y="1185"/>
                  </a:cubicBezTo>
                  <a:cubicBezTo>
                    <a:pt x="1654" y="1128"/>
                    <a:pt x="1654" y="1128"/>
                    <a:pt x="1662" y="1071"/>
                  </a:cubicBezTo>
                  <a:lnTo>
                    <a:pt x="1654" y="1063"/>
                  </a:lnTo>
                  <a:cubicBezTo>
                    <a:pt x="1646" y="1023"/>
                    <a:pt x="1646" y="982"/>
                    <a:pt x="1654" y="942"/>
                  </a:cubicBezTo>
                  <a:cubicBezTo>
                    <a:pt x="1654" y="919"/>
                    <a:pt x="1654" y="905"/>
                    <a:pt x="1654" y="905"/>
                  </a:cubicBezTo>
                  <a:cubicBezTo>
                    <a:pt x="1653" y="905"/>
                    <a:pt x="1651" y="934"/>
                    <a:pt x="1646" y="1007"/>
                  </a:cubicBezTo>
                  <a:cubicBezTo>
                    <a:pt x="1630" y="1120"/>
                    <a:pt x="1630" y="1120"/>
                    <a:pt x="1622" y="1120"/>
                  </a:cubicBezTo>
                  <a:cubicBezTo>
                    <a:pt x="1622" y="1120"/>
                    <a:pt x="1614" y="1120"/>
                    <a:pt x="1622" y="1055"/>
                  </a:cubicBezTo>
                  <a:cubicBezTo>
                    <a:pt x="1630" y="998"/>
                    <a:pt x="1630" y="998"/>
                    <a:pt x="1622" y="998"/>
                  </a:cubicBezTo>
                  <a:cubicBezTo>
                    <a:pt x="1590" y="1096"/>
                    <a:pt x="1565" y="1193"/>
                    <a:pt x="1557" y="1290"/>
                  </a:cubicBezTo>
                  <a:cubicBezTo>
                    <a:pt x="1549" y="1347"/>
                    <a:pt x="1545" y="1375"/>
                    <a:pt x="1544" y="1375"/>
                  </a:cubicBezTo>
                  <a:cubicBezTo>
                    <a:pt x="1543" y="1375"/>
                    <a:pt x="1545" y="1347"/>
                    <a:pt x="1549" y="1290"/>
                  </a:cubicBezTo>
                  <a:cubicBezTo>
                    <a:pt x="1557" y="1225"/>
                    <a:pt x="1557" y="1225"/>
                    <a:pt x="1549" y="1225"/>
                  </a:cubicBezTo>
                  <a:cubicBezTo>
                    <a:pt x="1557" y="1169"/>
                    <a:pt x="1565" y="1169"/>
                    <a:pt x="1565" y="1169"/>
                  </a:cubicBezTo>
                  <a:lnTo>
                    <a:pt x="1573" y="1112"/>
                  </a:lnTo>
                  <a:cubicBezTo>
                    <a:pt x="1582" y="1050"/>
                    <a:pt x="1586" y="1020"/>
                    <a:pt x="1584" y="1020"/>
                  </a:cubicBezTo>
                  <a:lnTo>
                    <a:pt x="1584" y="1020"/>
                  </a:lnTo>
                  <a:cubicBezTo>
                    <a:pt x="1583" y="1020"/>
                    <a:pt x="1577" y="1048"/>
                    <a:pt x="1565" y="1104"/>
                  </a:cubicBezTo>
                  <a:cubicBezTo>
                    <a:pt x="1557" y="1132"/>
                    <a:pt x="1553" y="1146"/>
                    <a:pt x="1552" y="1146"/>
                  </a:cubicBezTo>
                  <a:cubicBezTo>
                    <a:pt x="1551" y="1146"/>
                    <a:pt x="1553" y="1132"/>
                    <a:pt x="1557" y="1104"/>
                  </a:cubicBezTo>
                  <a:cubicBezTo>
                    <a:pt x="1557" y="1063"/>
                    <a:pt x="1561" y="1017"/>
                    <a:pt x="1561" y="1017"/>
                  </a:cubicBezTo>
                  <a:lnTo>
                    <a:pt x="1561" y="1017"/>
                  </a:lnTo>
                  <a:cubicBezTo>
                    <a:pt x="1560" y="1017"/>
                    <a:pt x="1559" y="1023"/>
                    <a:pt x="1557" y="1039"/>
                  </a:cubicBezTo>
                  <a:cubicBezTo>
                    <a:pt x="1557" y="1039"/>
                    <a:pt x="1549" y="1039"/>
                    <a:pt x="1557" y="982"/>
                  </a:cubicBezTo>
                  <a:cubicBezTo>
                    <a:pt x="1555" y="980"/>
                    <a:pt x="1553" y="979"/>
                    <a:pt x="1551" y="979"/>
                  </a:cubicBezTo>
                  <a:cubicBezTo>
                    <a:pt x="1545" y="979"/>
                    <a:pt x="1539" y="991"/>
                    <a:pt x="1533" y="1039"/>
                  </a:cubicBezTo>
                  <a:cubicBezTo>
                    <a:pt x="1525" y="1096"/>
                    <a:pt x="1517" y="1096"/>
                    <a:pt x="1517" y="1096"/>
                  </a:cubicBezTo>
                  <a:cubicBezTo>
                    <a:pt x="1517" y="1094"/>
                    <a:pt x="1516" y="1092"/>
                    <a:pt x="1515" y="1092"/>
                  </a:cubicBezTo>
                  <a:cubicBezTo>
                    <a:pt x="1512" y="1092"/>
                    <a:pt x="1506" y="1105"/>
                    <a:pt x="1500" y="1152"/>
                  </a:cubicBezTo>
                  <a:cubicBezTo>
                    <a:pt x="1484" y="1209"/>
                    <a:pt x="1476" y="1266"/>
                    <a:pt x="1468" y="1266"/>
                  </a:cubicBezTo>
                  <a:cubicBezTo>
                    <a:pt x="1458" y="1289"/>
                    <a:pt x="1452" y="1303"/>
                    <a:pt x="1450" y="1303"/>
                  </a:cubicBezTo>
                  <a:cubicBezTo>
                    <a:pt x="1446" y="1303"/>
                    <a:pt x="1450" y="1273"/>
                    <a:pt x="1460" y="1201"/>
                  </a:cubicBezTo>
                  <a:cubicBezTo>
                    <a:pt x="1476" y="1144"/>
                    <a:pt x="1468" y="1144"/>
                    <a:pt x="1468" y="1136"/>
                  </a:cubicBezTo>
                  <a:cubicBezTo>
                    <a:pt x="1468" y="1136"/>
                    <a:pt x="1460" y="1136"/>
                    <a:pt x="1468" y="1080"/>
                  </a:cubicBezTo>
                  <a:cubicBezTo>
                    <a:pt x="1470" y="1063"/>
                    <a:pt x="1471" y="1056"/>
                    <a:pt x="1471" y="1056"/>
                  </a:cubicBezTo>
                  <a:lnTo>
                    <a:pt x="1471" y="1056"/>
                  </a:lnTo>
                  <a:cubicBezTo>
                    <a:pt x="1471" y="1056"/>
                    <a:pt x="1463" y="1096"/>
                    <a:pt x="1452" y="1136"/>
                  </a:cubicBezTo>
                  <a:cubicBezTo>
                    <a:pt x="1444" y="1193"/>
                    <a:pt x="1427" y="1250"/>
                    <a:pt x="1427" y="1250"/>
                  </a:cubicBezTo>
                  <a:cubicBezTo>
                    <a:pt x="1435" y="1193"/>
                    <a:pt x="1444" y="1136"/>
                    <a:pt x="1460" y="1071"/>
                  </a:cubicBezTo>
                  <a:cubicBezTo>
                    <a:pt x="1468" y="1015"/>
                    <a:pt x="1472" y="986"/>
                    <a:pt x="1471" y="986"/>
                  </a:cubicBezTo>
                  <a:lnTo>
                    <a:pt x="1471" y="986"/>
                  </a:lnTo>
                  <a:cubicBezTo>
                    <a:pt x="1470" y="986"/>
                    <a:pt x="1464" y="1015"/>
                    <a:pt x="1452" y="1071"/>
                  </a:cubicBezTo>
                  <a:cubicBezTo>
                    <a:pt x="1446" y="1116"/>
                    <a:pt x="1437" y="1157"/>
                    <a:pt x="1431" y="1157"/>
                  </a:cubicBezTo>
                  <a:cubicBezTo>
                    <a:pt x="1429" y="1157"/>
                    <a:pt x="1427" y="1148"/>
                    <a:pt x="1427" y="1128"/>
                  </a:cubicBezTo>
                  <a:cubicBezTo>
                    <a:pt x="1419" y="1128"/>
                    <a:pt x="1411" y="1120"/>
                    <a:pt x="1427" y="1063"/>
                  </a:cubicBezTo>
                  <a:cubicBezTo>
                    <a:pt x="1430" y="1044"/>
                    <a:pt x="1430" y="1038"/>
                    <a:pt x="1429" y="1038"/>
                  </a:cubicBezTo>
                  <a:lnTo>
                    <a:pt x="1429" y="1038"/>
                  </a:lnTo>
                  <a:cubicBezTo>
                    <a:pt x="1426" y="1038"/>
                    <a:pt x="1419" y="1063"/>
                    <a:pt x="1419" y="1063"/>
                  </a:cubicBezTo>
                  <a:cubicBezTo>
                    <a:pt x="1411" y="1091"/>
                    <a:pt x="1405" y="1105"/>
                    <a:pt x="1402" y="1105"/>
                  </a:cubicBezTo>
                  <a:cubicBezTo>
                    <a:pt x="1399" y="1105"/>
                    <a:pt x="1399" y="1089"/>
                    <a:pt x="1403" y="1055"/>
                  </a:cubicBezTo>
                  <a:cubicBezTo>
                    <a:pt x="1407" y="993"/>
                    <a:pt x="1409" y="963"/>
                    <a:pt x="1406" y="963"/>
                  </a:cubicBezTo>
                  <a:lnTo>
                    <a:pt x="1406" y="963"/>
                  </a:lnTo>
                  <a:cubicBezTo>
                    <a:pt x="1403" y="963"/>
                    <a:pt x="1395" y="991"/>
                    <a:pt x="1379" y="1047"/>
                  </a:cubicBezTo>
                  <a:cubicBezTo>
                    <a:pt x="1381" y="1030"/>
                    <a:pt x="1381" y="1023"/>
                    <a:pt x="1380" y="1023"/>
                  </a:cubicBezTo>
                  <a:lnTo>
                    <a:pt x="1380" y="1023"/>
                  </a:lnTo>
                  <a:cubicBezTo>
                    <a:pt x="1376" y="1023"/>
                    <a:pt x="1363" y="1062"/>
                    <a:pt x="1346" y="1096"/>
                  </a:cubicBezTo>
                  <a:cubicBezTo>
                    <a:pt x="1330" y="1152"/>
                    <a:pt x="1298" y="1274"/>
                    <a:pt x="1281" y="1331"/>
                  </a:cubicBezTo>
                  <a:cubicBezTo>
                    <a:pt x="1263" y="1395"/>
                    <a:pt x="1255" y="1423"/>
                    <a:pt x="1253" y="1423"/>
                  </a:cubicBezTo>
                  <a:cubicBezTo>
                    <a:pt x="1252" y="1423"/>
                    <a:pt x="1254" y="1407"/>
                    <a:pt x="1257" y="1379"/>
                  </a:cubicBezTo>
                  <a:cubicBezTo>
                    <a:pt x="1257" y="1339"/>
                    <a:pt x="1265" y="1298"/>
                    <a:pt x="1281" y="1266"/>
                  </a:cubicBezTo>
                  <a:cubicBezTo>
                    <a:pt x="1298" y="1209"/>
                    <a:pt x="1298" y="1209"/>
                    <a:pt x="1298" y="1209"/>
                  </a:cubicBezTo>
                  <a:lnTo>
                    <a:pt x="1306" y="1209"/>
                  </a:lnTo>
                  <a:cubicBezTo>
                    <a:pt x="1322" y="1169"/>
                    <a:pt x="1330" y="1128"/>
                    <a:pt x="1330" y="1088"/>
                  </a:cubicBezTo>
                  <a:cubicBezTo>
                    <a:pt x="1334" y="1059"/>
                    <a:pt x="1336" y="1045"/>
                    <a:pt x="1335" y="1045"/>
                  </a:cubicBezTo>
                  <a:lnTo>
                    <a:pt x="1335" y="1045"/>
                  </a:lnTo>
                  <a:cubicBezTo>
                    <a:pt x="1334" y="1045"/>
                    <a:pt x="1330" y="1059"/>
                    <a:pt x="1322" y="1088"/>
                  </a:cubicBezTo>
                  <a:cubicBezTo>
                    <a:pt x="1330" y="1031"/>
                    <a:pt x="1330" y="1023"/>
                    <a:pt x="1322" y="1023"/>
                  </a:cubicBezTo>
                  <a:cubicBezTo>
                    <a:pt x="1314" y="1023"/>
                    <a:pt x="1298" y="1015"/>
                    <a:pt x="1314" y="958"/>
                  </a:cubicBezTo>
                  <a:cubicBezTo>
                    <a:pt x="1312" y="956"/>
                    <a:pt x="1310" y="954"/>
                    <a:pt x="1308" y="954"/>
                  </a:cubicBezTo>
                  <a:cubicBezTo>
                    <a:pt x="1304" y="954"/>
                    <a:pt x="1299" y="965"/>
                    <a:pt x="1281" y="1007"/>
                  </a:cubicBezTo>
                  <a:cubicBezTo>
                    <a:pt x="1275" y="1030"/>
                    <a:pt x="1269" y="1049"/>
                    <a:pt x="1265" y="1063"/>
                  </a:cubicBezTo>
                  <a:cubicBezTo>
                    <a:pt x="1287" y="988"/>
                    <a:pt x="1283" y="928"/>
                    <a:pt x="1265" y="928"/>
                  </a:cubicBezTo>
                  <a:cubicBezTo>
                    <a:pt x="1255" y="928"/>
                    <a:pt x="1241" y="944"/>
                    <a:pt x="1225" y="982"/>
                  </a:cubicBezTo>
                  <a:lnTo>
                    <a:pt x="1217" y="974"/>
                  </a:lnTo>
                  <a:cubicBezTo>
                    <a:pt x="1225" y="944"/>
                    <a:pt x="1225" y="927"/>
                    <a:pt x="1217" y="927"/>
                  </a:cubicBezTo>
                  <a:lnTo>
                    <a:pt x="1217" y="927"/>
                  </a:lnTo>
                  <a:cubicBezTo>
                    <a:pt x="1211" y="927"/>
                    <a:pt x="1199" y="940"/>
                    <a:pt x="1184" y="966"/>
                  </a:cubicBezTo>
                  <a:lnTo>
                    <a:pt x="1176" y="958"/>
                  </a:lnTo>
                  <a:cubicBezTo>
                    <a:pt x="1185" y="928"/>
                    <a:pt x="1189" y="911"/>
                    <a:pt x="1186" y="911"/>
                  </a:cubicBezTo>
                  <a:lnTo>
                    <a:pt x="1186" y="911"/>
                  </a:lnTo>
                  <a:cubicBezTo>
                    <a:pt x="1183" y="911"/>
                    <a:pt x="1175" y="923"/>
                    <a:pt x="1160" y="950"/>
                  </a:cubicBezTo>
                  <a:cubicBezTo>
                    <a:pt x="1143" y="990"/>
                    <a:pt x="1129" y="1030"/>
                    <a:pt x="1129" y="1030"/>
                  </a:cubicBezTo>
                  <a:cubicBezTo>
                    <a:pt x="1129" y="1030"/>
                    <a:pt x="1131" y="1023"/>
                    <a:pt x="1135" y="1007"/>
                  </a:cubicBezTo>
                  <a:cubicBezTo>
                    <a:pt x="1160" y="950"/>
                    <a:pt x="1152" y="942"/>
                    <a:pt x="1135" y="934"/>
                  </a:cubicBezTo>
                  <a:cubicBezTo>
                    <a:pt x="1133" y="931"/>
                    <a:pt x="1132" y="930"/>
                    <a:pt x="1130" y="930"/>
                  </a:cubicBezTo>
                  <a:cubicBezTo>
                    <a:pt x="1126" y="930"/>
                    <a:pt x="1121" y="941"/>
                    <a:pt x="1103" y="982"/>
                  </a:cubicBezTo>
                  <a:cubicBezTo>
                    <a:pt x="1094" y="995"/>
                    <a:pt x="1090" y="1001"/>
                    <a:pt x="1088" y="1001"/>
                  </a:cubicBezTo>
                  <a:cubicBezTo>
                    <a:pt x="1084" y="1001"/>
                    <a:pt x="1101" y="961"/>
                    <a:pt x="1119" y="925"/>
                  </a:cubicBezTo>
                  <a:cubicBezTo>
                    <a:pt x="1141" y="874"/>
                    <a:pt x="1152" y="846"/>
                    <a:pt x="1150" y="846"/>
                  </a:cubicBezTo>
                  <a:lnTo>
                    <a:pt x="1150" y="846"/>
                  </a:lnTo>
                  <a:cubicBezTo>
                    <a:pt x="1147" y="846"/>
                    <a:pt x="1127" y="886"/>
                    <a:pt x="1087" y="974"/>
                  </a:cubicBezTo>
                  <a:cubicBezTo>
                    <a:pt x="1059" y="1035"/>
                    <a:pt x="1044" y="1061"/>
                    <a:pt x="1040" y="1061"/>
                  </a:cubicBezTo>
                  <a:cubicBezTo>
                    <a:pt x="1037" y="1061"/>
                    <a:pt x="1039" y="1047"/>
                    <a:pt x="1046" y="1023"/>
                  </a:cubicBezTo>
                  <a:cubicBezTo>
                    <a:pt x="1064" y="982"/>
                    <a:pt x="1073" y="970"/>
                    <a:pt x="1077" y="970"/>
                  </a:cubicBezTo>
                  <a:cubicBezTo>
                    <a:pt x="1078" y="970"/>
                    <a:pt x="1079" y="972"/>
                    <a:pt x="1079" y="974"/>
                  </a:cubicBezTo>
                  <a:lnTo>
                    <a:pt x="1127" y="861"/>
                  </a:lnTo>
                  <a:lnTo>
                    <a:pt x="1127" y="861"/>
                  </a:lnTo>
                  <a:cubicBezTo>
                    <a:pt x="1127" y="861"/>
                    <a:pt x="1127" y="861"/>
                    <a:pt x="1095" y="909"/>
                  </a:cubicBezTo>
                  <a:cubicBezTo>
                    <a:pt x="1095" y="909"/>
                    <a:pt x="1095" y="909"/>
                    <a:pt x="1071" y="966"/>
                  </a:cubicBezTo>
                  <a:cubicBezTo>
                    <a:pt x="1038" y="1015"/>
                    <a:pt x="1014" y="1071"/>
                    <a:pt x="998" y="1128"/>
                  </a:cubicBezTo>
                  <a:cubicBezTo>
                    <a:pt x="980" y="1169"/>
                    <a:pt x="975" y="1181"/>
                    <a:pt x="971" y="1181"/>
                  </a:cubicBezTo>
                  <a:cubicBezTo>
                    <a:pt x="969" y="1181"/>
                    <a:pt x="967" y="1179"/>
                    <a:pt x="965" y="1177"/>
                  </a:cubicBezTo>
                  <a:cubicBezTo>
                    <a:pt x="981" y="1120"/>
                    <a:pt x="1006" y="1063"/>
                    <a:pt x="1038" y="1015"/>
                  </a:cubicBezTo>
                  <a:cubicBezTo>
                    <a:pt x="1054" y="982"/>
                    <a:pt x="1071" y="942"/>
                    <a:pt x="1087" y="909"/>
                  </a:cubicBezTo>
                  <a:cubicBezTo>
                    <a:pt x="1092" y="898"/>
                    <a:pt x="1093" y="893"/>
                    <a:pt x="1091" y="893"/>
                  </a:cubicBezTo>
                  <a:lnTo>
                    <a:pt x="1091" y="893"/>
                  </a:lnTo>
                  <a:cubicBezTo>
                    <a:pt x="1087" y="893"/>
                    <a:pt x="1062" y="929"/>
                    <a:pt x="1033" y="979"/>
                  </a:cubicBezTo>
                  <a:lnTo>
                    <a:pt x="1033" y="979"/>
                  </a:lnTo>
                  <a:cubicBezTo>
                    <a:pt x="1043" y="947"/>
                    <a:pt x="1037" y="942"/>
                    <a:pt x="1030" y="942"/>
                  </a:cubicBezTo>
                  <a:cubicBezTo>
                    <a:pt x="1028" y="939"/>
                    <a:pt x="1026" y="938"/>
                    <a:pt x="1024" y="938"/>
                  </a:cubicBezTo>
                  <a:cubicBezTo>
                    <a:pt x="1020" y="938"/>
                    <a:pt x="1013" y="949"/>
                    <a:pt x="990" y="990"/>
                  </a:cubicBezTo>
                  <a:cubicBezTo>
                    <a:pt x="981" y="1023"/>
                    <a:pt x="957" y="1063"/>
                    <a:pt x="941" y="1096"/>
                  </a:cubicBezTo>
                  <a:cubicBezTo>
                    <a:pt x="925" y="1128"/>
                    <a:pt x="908" y="1169"/>
                    <a:pt x="892" y="1201"/>
                  </a:cubicBezTo>
                  <a:cubicBezTo>
                    <a:pt x="892" y="1201"/>
                    <a:pt x="908" y="1144"/>
                    <a:pt x="933" y="1088"/>
                  </a:cubicBezTo>
                  <a:cubicBezTo>
                    <a:pt x="973" y="974"/>
                    <a:pt x="998" y="917"/>
                    <a:pt x="981" y="909"/>
                  </a:cubicBezTo>
                  <a:cubicBezTo>
                    <a:pt x="973" y="909"/>
                    <a:pt x="965" y="901"/>
                    <a:pt x="990" y="844"/>
                  </a:cubicBezTo>
                  <a:cubicBezTo>
                    <a:pt x="987" y="842"/>
                    <a:pt x="986" y="841"/>
                    <a:pt x="984" y="841"/>
                  </a:cubicBezTo>
                  <a:cubicBezTo>
                    <a:pt x="979" y="841"/>
                    <a:pt x="973" y="852"/>
                    <a:pt x="949" y="893"/>
                  </a:cubicBezTo>
                  <a:lnTo>
                    <a:pt x="949" y="885"/>
                  </a:lnTo>
                  <a:cubicBezTo>
                    <a:pt x="962" y="855"/>
                    <a:pt x="966" y="841"/>
                    <a:pt x="962" y="841"/>
                  </a:cubicBezTo>
                  <a:lnTo>
                    <a:pt x="962" y="841"/>
                  </a:lnTo>
                  <a:cubicBezTo>
                    <a:pt x="958" y="841"/>
                    <a:pt x="948" y="853"/>
                    <a:pt x="933" y="877"/>
                  </a:cubicBezTo>
                  <a:cubicBezTo>
                    <a:pt x="922" y="893"/>
                    <a:pt x="919" y="898"/>
                    <a:pt x="918" y="898"/>
                  </a:cubicBezTo>
                  <a:cubicBezTo>
                    <a:pt x="917" y="898"/>
                    <a:pt x="930" y="874"/>
                    <a:pt x="925" y="869"/>
                  </a:cubicBezTo>
                  <a:cubicBezTo>
                    <a:pt x="950" y="821"/>
                    <a:pt x="964" y="795"/>
                    <a:pt x="964" y="795"/>
                  </a:cubicBezTo>
                  <a:lnTo>
                    <a:pt x="964" y="795"/>
                  </a:lnTo>
                  <a:cubicBezTo>
                    <a:pt x="963" y="795"/>
                    <a:pt x="941" y="833"/>
                    <a:pt x="892" y="917"/>
                  </a:cubicBezTo>
                  <a:cubicBezTo>
                    <a:pt x="868" y="958"/>
                    <a:pt x="852" y="990"/>
                    <a:pt x="844" y="1031"/>
                  </a:cubicBezTo>
                  <a:lnTo>
                    <a:pt x="852" y="1039"/>
                  </a:lnTo>
                  <a:lnTo>
                    <a:pt x="819" y="1088"/>
                  </a:lnTo>
                  <a:cubicBezTo>
                    <a:pt x="787" y="1112"/>
                    <a:pt x="763" y="1144"/>
                    <a:pt x="746" y="1185"/>
                  </a:cubicBezTo>
                  <a:cubicBezTo>
                    <a:pt x="746" y="1185"/>
                    <a:pt x="714" y="1234"/>
                    <a:pt x="714" y="1234"/>
                  </a:cubicBezTo>
                  <a:lnTo>
                    <a:pt x="771" y="1128"/>
                  </a:lnTo>
                  <a:cubicBezTo>
                    <a:pt x="803" y="1080"/>
                    <a:pt x="835" y="1023"/>
                    <a:pt x="860" y="974"/>
                  </a:cubicBezTo>
                  <a:cubicBezTo>
                    <a:pt x="896" y="906"/>
                    <a:pt x="919" y="856"/>
                    <a:pt x="914" y="856"/>
                  </a:cubicBezTo>
                  <a:lnTo>
                    <a:pt x="914" y="856"/>
                  </a:lnTo>
                  <a:cubicBezTo>
                    <a:pt x="911" y="856"/>
                    <a:pt x="899" y="871"/>
                    <a:pt x="876" y="909"/>
                  </a:cubicBezTo>
                  <a:cubicBezTo>
                    <a:pt x="876" y="909"/>
                    <a:pt x="876" y="909"/>
                    <a:pt x="900" y="852"/>
                  </a:cubicBezTo>
                  <a:lnTo>
                    <a:pt x="900" y="852"/>
                  </a:lnTo>
                  <a:cubicBezTo>
                    <a:pt x="892" y="865"/>
                    <a:pt x="881" y="881"/>
                    <a:pt x="868" y="901"/>
                  </a:cubicBezTo>
                  <a:cubicBezTo>
                    <a:pt x="837" y="952"/>
                    <a:pt x="819" y="976"/>
                    <a:pt x="815" y="976"/>
                  </a:cubicBezTo>
                  <a:cubicBezTo>
                    <a:pt x="810" y="976"/>
                    <a:pt x="822" y="948"/>
                    <a:pt x="852" y="893"/>
                  </a:cubicBezTo>
                  <a:cubicBezTo>
                    <a:pt x="887" y="827"/>
                    <a:pt x="897" y="800"/>
                    <a:pt x="892" y="800"/>
                  </a:cubicBezTo>
                  <a:lnTo>
                    <a:pt x="892" y="800"/>
                  </a:lnTo>
                  <a:cubicBezTo>
                    <a:pt x="889" y="800"/>
                    <a:pt x="880" y="810"/>
                    <a:pt x="868" y="828"/>
                  </a:cubicBezTo>
                  <a:cubicBezTo>
                    <a:pt x="832" y="886"/>
                    <a:pt x="814" y="910"/>
                    <a:pt x="810" y="910"/>
                  </a:cubicBezTo>
                  <a:cubicBezTo>
                    <a:pt x="806" y="910"/>
                    <a:pt x="813" y="894"/>
                    <a:pt x="827" y="869"/>
                  </a:cubicBezTo>
                  <a:cubicBezTo>
                    <a:pt x="840" y="839"/>
                    <a:pt x="846" y="825"/>
                    <a:pt x="843" y="825"/>
                  </a:cubicBezTo>
                  <a:lnTo>
                    <a:pt x="843" y="825"/>
                  </a:lnTo>
                  <a:cubicBezTo>
                    <a:pt x="841" y="825"/>
                    <a:pt x="831" y="837"/>
                    <a:pt x="811" y="861"/>
                  </a:cubicBezTo>
                  <a:lnTo>
                    <a:pt x="738" y="950"/>
                  </a:lnTo>
                  <a:cubicBezTo>
                    <a:pt x="722" y="990"/>
                    <a:pt x="698" y="1023"/>
                    <a:pt x="673" y="1055"/>
                  </a:cubicBezTo>
                  <a:cubicBezTo>
                    <a:pt x="666" y="1067"/>
                    <a:pt x="661" y="1072"/>
                    <a:pt x="659" y="1072"/>
                  </a:cubicBezTo>
                  <a:cubicBezTo>
                    <a:pt x="653" y="1072"/>
                    <a:pt x="680" y="1011"/>
                    <a:pt x="754" y="893"/>
                  </a:cubicBezTo>
                  <a:lnTo>
                    <a:pt x="811" y="788"/>
                  </a:lnTo>
                  <a:lnTo>
                    <a:pt x="811" y="788"/>
                  </a:lnTo>
                  <a:lnTo>
                    <a:pt x="746" y="885"/>
                  </a:lnTo>
                  <a:cubicBezTo>
                    <a:pt x="746" y="885"/>
                    <a:pt x="738" y="877"/>
                    <a:pt x="771" y="828"/>
                  </a:cubicBezTo>
                  <a:lnTo>
                    <a:pt x="771" y="828"/>
                  </a:lnTo>
                  <a:cubicBezTo>
                    <a:pt x="729" y="883"/>
                    <a:pt x="711" y="907"/>
                    <a:pt x="709" y="907"/>
                  </a:cubicBezTo>
                  <a:cubicBezTo>
                    <a:pt x="708" y="907"/>
                    <a:pt x="716" y="893"/>
                    <a:pt x="730" y="869"/>
                  </a:cubicBezTo>
                  <a:cubicBezTo>
                    <a:pt x="764" y="818"/>
                    <a:pt x="780" y="792"/>
                    <a:pt x="777" y="792"/>
                  </a:cubicBezTo>
                  <a:lnTo>
                    <a:pt x="777" y="792"/>
                  </a:lnTo>
                  <a:cubicBezTo>
                    <a:pt x="775" y="792"/>
                    <a:pt x="757" y="814"/>
                    <a:pt x="722" y="861"/>
                  </a:cubicBezTo>
                  <a:cubicBezTo>
                    <a:pt x="746" y="828"/>
                    <a:pt x="763" y="796"/>
                    <a:pt x="779" y="755"/>
                  </a:cubicBezTo>
                  <a:lnTo>
                    <a:pt x="779" y="755"/>
                  </a:lnTo>
                  <a:lnTo>
                    <a:pt x="746" y="804"/>
                  </a:lnTo>
                  <a:cubicBezTo>
                    <a:pt x="708" y="861"/>
                    <a:pt x="690" y="884"/>
                    <a:pt x="687" y="884"/>
                  </a:cubicBezTo>
                  <a:cubicBezTo>
                    <a:pt x="686" y="884"/>
                    <a:pt x="692" y="873"/>
                    <a:pt x="706" y="852"/>
                  </a:cubicBezTo>
                  <a:cubicBezTo>
                    <a:pt x="723" y="822"/>
                    <a:pt x="731" y="808"/>
                    <a:pt x="729" y="808"/>
                  </a:cubicBezTo>
                  <a:lnTo>
                    <a:pt x="729" y="808"/>
                  </a:lnTo>
                  <a:cubicBezTo>
                    <a:pt x="726" y="808"/>
                    <a:pt x="716" y="818"/>
                    <a:pt x="698" y="836"/>
                  </a:cubicBezTo>
                  <a:cubicBezTo>
                    <a:pt x="690" y="836"/>
                    <a:pt x="690" y="828"/>
                    <a:pt x="722" y="788"/>
                  </a:cubicBezTo>
                  <a:cubicBezTo>
                    <a:pt x="759" y="738"/>
                    <a:pt x="777" y="714"/>
                    <a:pt x="777" y="714"/>
                  </a:cubicBezTo>
                  <a:lnTo>
                    <a:pt x="777" y="714"/>
                  </a:lnTo>
                  <a:cubicBezTo>
                    <a:pt x="776" y="714"/>
                    <a:pt x="758" y="736"/>
                    <a:pt x="722" y="780"/>
                  </a:cubicBezTo>
                  <a:cubicBezTo>
                    <a:pt x="702" y="803"/>
                    <a:pt x="692" y="815"/>
                    <a:pt x="691" y="815"/>
                  </a:cubicBezTo>
                  <a:cubicBezTo>
                    <a:pt x="689" y="815"/>
                    <a:pt x="697" y="801"/>
                    <a:pt x="714" y="771"/>
                  </a:cubicBezTo>
                  <a:cubicBezTo>
                    <a:pt x="730" y="747"/>
                    <a:pt x="738" y="735"/>
                    <a:pt x="737" y="735"/>
                  </a:cubicBezTo>
                  <a:lnTo>
                    <a:pt x="737" y="735"/>
                  </a:lnTo>
                  <a:cubicBezTo>
                    <a:pt x="736" y="735"/>
                    <a:pt x="726" y="747"/>
                    <a:pt x="706" y="771"/>
                  </a:cubicBezTo>
                  <a:cubicBezTo>
                    <a:pt x="665" y="812"/>
                    <a:pt x="633" y="861"/>
                    <a:pt x="600" y="917"/>
                  </a:cubicBezTo>
                  <a:cubicBezTo>
                    <a:pt x="600" y="917"/>
                    <a:pt x="600" y="917"/>
                    <a:pt x="568" y="966"/>
                  </a:cubicBezTo>
                  <a:lnTo>
                    <a:pt x="560" y="958"/>
                  </a:lnTo>
                  <a:cubicBezTo>
                    <a:pt x="560" y="958"/>
                    <a:pt x="559" y="957"/>
                    <a:pt x="557" y="957"/>
                  </a:cubicBezTo>
                  <a:cubicBezTo>
                    <a:pt x="553" y="957"/>
                    <a:pt x="540" y="961"/>
                    <a:pt x="511" y="990"/>
                  </a:cubicBezTo>
                  <a:cubicBezTo>
                    <a:pt x="478" y="1030"/>
                    <a:pt x="422" y="1098"/>
                    <a:pt x="427" y="1098"/>
                  </a:cubicBezTo>
                  <a:cubicBezTo>
                    <a:pt x="427" y="1098"/>
                    <a:pt x="431" y="1095"/>
                    <a:pt x="438" y="1088"/>
                  </a:cubicBezTo>
                  <a:lnTo>
                    <a:pt x="438" y="1088"/>
                  </a:lnTo>
                  <a:lnTo>
                    <a:pt x="406" y="1136"/>
                  </a:lnTo>
                  <a:cubicBezTo>
                    <a:pt x="352" y="1211"/>
                    <a:pt x="327" y="1250"/>
                    <a:pt x="331" y="1250"/>
                  </a:cubicBezTo>
                  <a:cubicBezTo>
                    <a:pt x="334" y="1250"/>
                    <a:pt x="363" y="1215"/>
                    <a:pt x="414" y="1144"/>
                  </a:cubicBezTo>
                  <a:cubicBezTo>
                    <a:pt x="471" y="1069"/>
                    <a:pt x="497" y="1035"/>
                    <a:pt x="499" y="1035"/>
                  </a:cubicBezTo>
                  <a:lnTo>
                    <a:pt x="499" y="1035"/>
                  </a:lnTo>
                  <a:cubicBezTo>
                    <a:pt x="500" y="1035"/>
                    <a:pt x="484" y="1059"/>
                    <a:pt x="454" y="1104"/>
                  </a:cubicBezTo>
                  <a:cubicBezTo>
                    <a:pt x="381" y="1193"/>
                    <a:pt x="390" y="1201"/>
                    <a:pt x="390" y="1201"/>
                  </a:cubicBezTo>
                  <a:cubicBezTo>
                    <a:pt x="398" y="1209"/>
                    <a:pt x="398" y="1209"/>
                    <a:pt x="357" y="1258"/>
                  </a:cubicBezTo>
                  <a:cubicBezTo>
                    <a:pt x="333" y="1282"/>
                    <a:pt x="308" y="1323"/>
                    <a:pt x="292" y="1355"/>
                  </a:cubicBezTo>
                  <a:cubicBezTo>
                    <a:pt x="295" y="1358"/>
                    <a:pt x="296" y="1359"/>
                    <a:pt x="298" y="1359"/>
                  </a:cubicBezTo>
                  <a:cubicBezTo>
                    <a:pt x="303" y="1359"/>
                    <a:pt x="310" y="1349"/>
                    <a:pt x="333" y="1315"/>
                  </a:cubicBezTo>
                  <a:cubicBezTo>
                    <a:pt x="346" y="1295"/>
                    <a:pt x="355" y="1283"/>
                    <a:pt x="357" y="1283"/>
                  </a:cubicBezTo>
                  <a:lnTo>
                    <a:pt x="357" y="1283"/>
                  </a:lnTo>
                  <a:cubicBezTo>
                    <a:pt x="360" y="1283"/>
                    <a:pt x="347" y="1309"/>
                    <a:pt x="308" y="1371"/>
                  </a:cubicBezTo>
                  <a:cubicBezTo>
                    <a:pt x="295" y="1392"/>
                    <a:pt x="287" y="1403"/>
                    <a:pt x="288" y="1403"/>
                  </a:cubicBezTo>
                  <a:cubicBezTo>
                    <a:pt x="289" y="1403"/>
                    <a:pt x="306" y="1380"/>
                    <a:pt x="349" y="1323"/>
                  </a:cubicBezTo>
                  <a:cubicBezTo>
                    <a:pt x="380" y="1277"/>
                    <a:pt x="397" y="1255"/>
                    <a:pt x="401" y="1255"/>
                  </a:cubicBezTo>
                  <a:lnTo>
                    <a:pt x="401" y="1255"/>
                  </a:lnTo>
                  <a:cubicBezTo>
                    <a:pt x="405" y="1255"/>
                    <a:pt x="391" y="1283"/>
                    <a:pt x="357" y="1339"/>
                  </a:cubicBezTo>
                  <a:lnTo>
                    <a:pt x="365" y="1339"/>
                  </a:lnTo>
                  <a:cubicBezTo>
                    <a:pt x="398" y="1315"/>
                    <a:pt x="422" y="1282"/>
                    <a:pt x="438" y="1250"/>
                  </a:cubicBezTo>
                  <a:cubicBezTo>
                    <a:pt x="481" y="1193"/>
                    <a:pt x="499" y="1169"/>
                    <a:pt x="499" y="1169"/>
                  </a:cubicBezTo>
                  <a:lnTo>
                    <a:pt x="499" y="1169"/>
                  </a:lnTo>
                  <a:cubicBezTo>
                    <a:pt x="500" y="1169"/>
                    <a:pt x="492" y="1181"/>
                    <a:pt x="479" y="1201"/>
                  </a:cubicBezTo>
                  <a:lnTo>
                    <a:pt x="414" y="1307"/>
                  </a:lnTo>
                  <a:cubicBezTo>
                    <a:pt x="381" y="1355"/>
                    <a:pt x="381" y="1355"/>
                    <a:pt x="390" y="1363"/>
                  </a:cubicBezTo>
                  <a:cubicBezTo>
                    <a:pt x="392" y="1363"/>
                    <a:pt x="394" y="1364"/>
                    <a:pt x="396" y="1364"/>
                  </a:cubicBezTo>
                  <a:cubicBezTo>
                    <a:pt x="401" y="1364"/>
                    <a:pt x="407" y="1362"/>
                    <a:pt x="417" y="1350"/>
                  </a:cubicBezTo>
                  <a:lnTo>
                    <a:pt x="417" y="1350"/>
                  </a:lnTo>
                  <a:cubicBezTo>
                    <a:pt x="415" y="1356"/>
                    <a:pt x="412" y="1361"/>
                    <a:pt x="406" y="1371"/>
                  </a:cubicBezTo>
                  <a:cubicBezTo>
                    <a:pt x="406" y="1371"/>
                    <a:pt x="414" y="1379"/>
                    <a:pt x="390" y="1436"/>
                  </a:cubicBezTo>
                  <a:cubicBezTo>
                    <a:pt x="384" y="1448"/>
                    <a:pt x="384" y="1454"/>
                    <a:pt x="386" y="1454"/>
                  </a:cubicBezTo>
                  <a:cubicBezTo>
                    <a:pt x="396" y="1454"/>
                    <a:pt x="450" y="1380"/>
                    <a:pt x="495" y="1290"/>
                  </a:cubicBezTo>
                  <a:cubicBezTo>
                    <a:pt x="496" y="1291"/>
                    <a:pt x="496" y="1291"/>
                    <a:pt x="497" y="1291"/>
                  </a:cubicBezTo>
                  <a:cubicBezTo>
                    <a:pt x="508" y="1291"/>
                    <a:pt x="535" y="1250"/>
                    <a:pt x="535" y="1250"/>
                  </a:cubicBezTo>
                  <a:cubicBezTo>
                    <a:pt x="561" y="1206"/>
                    <a:pt x="571" y="1201"/>
                    <a:pt x="575" y="1201"/>
                  </a:cubicBezTo>
                  <a:cubicBezTo>
                    <a:pt x="576" y="1201"/>
                    <a:pt x="576" y="1201"/>
                    <a:pt x="576" y="1201"/>
                  </a:cubicBezTo>
                  <a:cubicBezTo>
                    <a:pt x="576" y="1201"/>
                    <a:pt x="544" y="1250"/>
                    <a:pt x="511" y="1307"/>
                  </a:cubicBezTo>
                  <a:cubicBezTo>
                    <a:pt x="449" y="1393"/>
                    <a:pt x="417" y="1448"/>
                    <a:pt x="423" y="1448"/>
                  </a:cubicBezTo>
                  <a:cubicBezTo>
                    <a:pt x="425" y="1448"/>
                    <a:pt x="437" y="1435"/>
                    <a:pt x="457" y="1407"/>
                  </a:cubicBezTo>
                  <a:lnTo>
                    <a:pt x="457" y="1407"/>
                  </a:lnTo>
                  <a:cubicBezTo>
                    <a:pt x="456" y="1408"/>
                    <a:pt x="455" y="1410"/>
                    <a:pt x="454" y="1412"/>
                  </a:cubicBezTo>
                  <a:cubicBezTo>
                    <a:pt x="437" y="1437"/>
                    <a:pt x="432" y="1449"/>
                    <a:pt x="436" y="1449"/>
                  </a:cubicBezTo>
                  <a:cubicBezTo>
                    <a:pt x="439" y="1449"/>
                    <a:pt x="451" y="1439"/>
                    <a:pt x="471" y="1420"/>
                  </a:cubicBezTo>
                  <a:cubicBezTo>
                    <a:pt x="503" y="1371"/>
                    <a:pt x="544" y="1323"/>
                    <a:pt x="568" y="1274"/>
                  </a:cubicBezTo>
                  <a:cubicBezTo>
                    <a:pt x="600" y="1225"/>
                    <a:pt x="608" y="1225"/>
                    <a:pt x="608" y="1225"/>
                  </a:cubicBezTo>
                  <a:lnTo>
                    <a:pt x="608" y="1225"/>
                  </a:lnTo>
                  <a:cubicBezTo>
                    <a:pt x="608" y="1234"/>
                    <a:pt x="608" y="1234"/>
                    <a:pt x="576" y="1282"/>
                  </a:cubicBezTo>
                  <a:cubicBezTo>
                    <a:pt x="546" y="1333"/>
                    <a:pt x="535" y="1359"/>
                    <a:pt x="539" y="1359"/>
                  </a:cubicBezTo>
                  <a:cubicBezTo>
                    <a:pt x="543" y="1359"/>
                    <a:pt x="561" y="1337"/>
                    <a:pt x="592" y="1291"/>
                  </a:cubicBezTo>
                  <a:lnTo>
                    <a:pt x="592" y="1291"/>
                  </a:lnTo>
                  <a:lnTo>
                    <a:pt x="560" y="1339"/>
                  </a:lnTo>
                  <a:cubicBezTo>
                    <a:pt x="535" y="1383"/>
                    <a:pt x="514" y="1422"/>
                    <a:pt x="533" y="1422"/>
                  </a:cubicBezTo>
                  <a:cubicBezTo>
                    <a:pt x="539" y="1422"/>
                    <a:pt x="547" y="1419"/>
                    <a:pt x="560" y="1412"/>
                  </a:cubicBezTo>
                  <a:cubicBezTo>
                    <a:pt x="576" y="1420"/>
                    <a:pt x="584" y="1436"/>
                    <a:pt x="560" y="1485"/>
                  </a:cubicBezTo>
                  <a:cubicBezTo>
                    <a:pt x="554" y="1494"/>
                    <a:pt x="552" y="1499"/>
                    <a:pt x="553" y="1499"/>
                  </a:cubicBezTo>
                  <a:cubicBezTo>
                    <a:pt x="558" y="1499"/>
                    <a:pt x="621" y="1426"/>
                    <a:pt x="673" y="1347"/>
                  </a:cubicBezTo>
                  <a:lnTo>
                    <a:pt x="673" y="1347"/>
                  </a:lnTo>
                  <a:cubicBezTo>
                    <a:pt x="641" y="1396"/>
                    <a:pt x="649" y="1404"/>
                    <a:pt x="657" y="1404"/>
                  </a:cubicBezTo>
                  <a:cubicBezTo>
                    <a:pt x="673" y="1412"/>
                    <a:pt x="673" y="1412"/>
                    <a:pt x="641" y="1469"/>
                  </a:cubicBezTo>
                  <a:cubicBezTo>
                    <a:pt x="613" y="1521"/>
                    <a:pt x="598" y="1548"/>
                    <a:pt x="599" y="1548"/>
                  </a:cubicBezTo>
                  <a:lnTo>
                    <a:pt x="599" y="1548"/>
                  </a:lnTo>
                  <a:cubicBezTo>
                    <a:pt x="600" y="1548"/>
                    <a:pt x="617" y="1521"/>
                    <a:pt x="649" y="1469"/>
                  </a:cubicBezTo>
                  <a:cubicBezTo>
                    <a:pt x="669" y="1434"/>
                    <a:pt x="680" y="1419"/>
                    <a:pt x="683" y="1419"/>
                  </a:cubicBezTo>
                  <a:lnTo>
                    <a:pt x="683" y="1419"/>
                  </a:lnTo>
                  <a:cubicBezTo>
                    <a:pt x="689" y="1419"/>
                    <a:pt x="669" y="1466"/>
                    <a:pt x="633" y="1534"/>
                  </a:cubicBezTo>
                  <a:cubicBezTo>
                    <a:pt x="608" y="1590"/>
                    <a:pt x="617" y="1590"/>
                    <a:pt x="625" y="1598"/>
                  </a:cubicBezTo>
                  <a:cubicBezTo>
                    <a:pt x="648" y="1564"/>
                    <a:pt x="658" y="1554"/>
                    <a:pt x="666" y="1554"/>
                  </a:cubicBezTo>
                  <a:cubicBezTo>
                    <a:pt x="669" y="1554"/>
                    <a:pt x="671" y="1556"/>
                    <a:pt x="673" y="1558"/>
                  </a:cubicBezTo>
                  <a:cubicBezTo>
                    <a:pt x="677" y="1560"/>
                    <a:pt x="680" y="1561"/>
                    <a:pt x="682" y="1561"/>
                  </a:cubicBezTo>
                  <a:cubicBezTo>
                    <a:pt x="692" y="1561"/>
                    <a:pt x="700" y="1543"/>
                    <a:pt x="738" y="1461"/>
                  </a:cubicBezTo>
                  <a:cubicBezTo>
                    <a:pt x="783" y="1378"/>
                    <a:pt x="792" y="1360"/>
                    <a:pt x="798" y="1360"/>
                  </a:cubicBezTo>
                  <a:cubicBezTo>
                    <a:pt x="800" y="1360"/>
                    <a:pt x="801" y="1362"/>
                    <a:pt x="803" y="1363"/>
                  </a:cubicBezTo>
                  <a:cubicBezTo>
                    <a:pt x="811" y="1363"/>
                    <a:pt x="819" y="1363"/>
                    <a:pt x="787" y="1420"/>
                  </a:cubicBezTo>
                  <a:cubicBezTo>
                    <a:pt x="787" y="1420"/>
                    <a:pt x="771" y="1477"/>
                    <a:pt x="771" y="1477"/>
                  </a:cubicBezTo>
                  <a:cubicBezTo>
                    <a:pt x="779" y="1485"/>
                    <a:pt x="779" y="1485"/>
                    <a:pt x="754" y="1542"/>
                  </a:cubicBezTo>
                  <a:cubicBezTo>
                    <a:pt x="754" y="1542"/>
                    <a:pt x="738" y="1598"/>
                    <a:pt x="746" y="1598"/>
                  </a:cubicBezTo>
                  <a:cubicBezTo>
                    <a:pt x="754" y="1607"/>
                    <a:pt x="763" y="1615"/>
                    <a:pt x="738" y="1671"/>
                  </a:cubicBezTo>
                  <a:cubicBezTo>
                    <a:pt x="746" y="1671"/>
                    <a:pt x="746" y="1671"/>
                    <a:pt x="771" y="1615"/>
                  </a:cubicBezTo>
                  <a:cubicBezTo>
                    <a:pt x="787" y="1577"/>
                    <a:pt x="806" y="1543"/>
                    <a:pt x="815" y="1543"/>
                  </a:cubicBezTo>
                  <a:cubicBezTo>
                    <a:pt x="820" y="1543"/>
                    <a:pt x="822" y="1552"/>
                    <a:pt x="819" y="1574"/>
                  </a:cubicBezTo>
                  <a:cubicBezTo>
                    <a:pt x="822" y="1576"/>
                    <a:pt x="825" y="1578"/>
                    <a:pt x="828" y="1578"/>
                  </a:cubicBezTo>
                  <a:cubicBezTo>
                    <a:pt x="837" y="1578"/>
                    <a:pt x="851" y="1568"/>
                    <a:pt x="868" y="1534"/>
                  </a:cubicBezTo>
                  <a:lnTo>
                    <a:pt x="868" y="1534"/>
                  </a:lnTo>
                  <a:cubicBezTo>
                    <a:pt x="868" y="1534"/>
                    <a:pt x="868" y="1534"/>
                    <a:pt x="852" y="1590"/>
                  </a:cubicBezTo>
                  <a:cubicBezTo>
                    <a:pt x="826" y="1645"/>
                    <a:pt x="816" y="1674"/>
                    <a:pt x="821" y="1674"/>
                  </a:cubicBezTo>
                  <a:cubicBezTo>
                    <a:pt x="825" y="1674"/>
                    <a:pt x="841" y="1649"/>
                    <a:pt x="868" y="1598"/>
                  </a:cubicBezTo>
                  <a:cubicBezTo>
                    <a:pt x="880" y="1571"/>
                    <a:pt x="886" y="1557"/>
                    <a:pt x="887" y="1557"/>
                  </a:cubicBezTo>
                  <a:lnTo>
                    <a:pt x="887" y="1557"/>
                  </a:lnTo>
                  <a:cubicBezTo>
                    <a:pt x="888" y="1557"/>
                    <a:pt x="884" y="1573"/>
                    <a:pt x="876" y="1607"/>
                  </a:cubicBezTo>
                  <a:cubicBezTo>
                    <a:pt x="876" y="1607"/>
                    <a:pt x="884" y="1607"/>
                    <a:pt x="908" y="1550"/>
                  </a:cubicBezTo>
                  <a:cubicBezTo>
                    <a:pt x="920" y="1526"/>
                    <a:pt x="926" y="1514"/>
                    <a:pt x="928" y="1514"/>
                  </a:cubicBezTo>
                  <a:lnTo>
                    <a:pt x="928" y="1514"/>
                  </a:lnTo>
                  <a:cubicBezTo>
                    <a:pt x="931" y="1514"/>
                    <a:pt x="929" y="1528"/>
                    <a:pt x="925" y="1558"/>
                  </a:cubicBezTo>
                  <a:cubicBezTo>
                    <a:pt x="900" y="1615"/>
                    <a:pt x="908" y="1615"/>
                    <a:pt x="908" y="1623"/>
                  </a:cubicBezTo>
                  <a:cubicBezTo>
                    <a:pt x="921" y="1604"/>
                    <a:pt x="938" y="1594"/>
                    <a:pt x="952" y="1594"/>
                  </a:cubicBezTo>
                  <a:cubicBezTo>
                    <a:pt x="974" y="1594"/>
                    <a:pt x="991" y="1616"/>
                    <a:pt x="981" y="1655"/>
                  </a:cubicBezTo>
                  <a:cubicBezTo>
                    <a:pt x="1006" y="1598"/>
                    <a:pt x="1006" y="1598"/>
                    <a:pt x="1014" y="1598"/>
                  </a:cubicBezTo>
                  <a:cubicBezTo>
                    <a:pt x="998" y="1644"/>
                    <a:pt x="992" y="1663"/>
                    <a:pt x="993" y="1663"/>
                  </a:cubicBezTo>
                  <a:cubicBezTo>
                    <a:pt x="995" y="1663"/>
                    <a:pt x="1014" y="1618"/>
                    <a:pt x="1038" y="1550"/>
                  </a:cubicBezTo>
                  <a:lnTo>
                    <a:pt x="1030" y="1542"/>
                  </a:lnTo>
                  <a:cubicBezTo>
                    <a:pt x="1048" y="1492"/>
                    <a:pt x="1061" y="1466"/>
                    <a:pt x="1064" y="1466"/>
                  </a:cubicBezTo>
                  <a:lnTo>
                    <a:pt x="1064" y="1466"/>
                  </a:lnTo>
                  <a:cubicBezTo>
                    <a:pt x="1069" y="1466"/>
                    <a:pt x="1059" y="1510"/>
                    <a:pt x="1022" y="1607"/>
                  </a:cubicBezTo>
                  <a:cubicBezTo>
                    <a:pt x="1005" y="1664"/>
                    <a:pt x="997" y="1693"/>
                    <a:pt x="1000" y="1693"/>
                  </a:cubicBezTo>
                  <a:cubicBezTo>
                    <a:pt x="1002" y="1693"/>
                    <a:pt x="1014" y="1666"/>
                    <a:pt x="1038" y="1615"/>
                  </a:cubicBezTo>
                  <a:cubicBezTo>
                    <a:pt x="1058" y="1558"/>
                    <a:pt x="1071" y="1529"/>
                    <a:pt x="1073" y="1529"/>
                  </a:cubicBezTo>
                  <a:lnTo>
                    <a:pt x="1073" y="1529"/>
                  </a:lnTo>
                  <a:cubicBezTo>
                    <a:pt x="1075" y="1529"/>
                    <a:pt x="1067" y="1558"/>
                    <a:pt x="1046" y="1615"/>
                  </a:cubicBezTo>
                  <a:cubicBezTo>
                    <a:pt x="1030" y="1672"/>
                    <a:pt x="1022" y="1701"/>
                    <a:pt x="1023" y="1701"/>
                  </a:cubicBezTo>
                  <a:cubicBezTo>
                    <a:pt x="1024" y="1701"/>
                    <a:pt x="1034" y="1674"/>
                    <a:pt x="1054" y="1623"/>
                  </a:cubicBezTo>
                  <a:cubicBezTo>
                    <a:pt x="1099" y="1497"/>
                    <a:pt x="1129" y="1426"/>
                    <a:pt x="1135" y="1426"/>
                  </a:cubicBezTo>
                  <a:lnTo>
                    <a:pt x="1135" y="1426"/>
                  </a:lnTo>
                  <a:cubicBezTo>
                    <a:pt x="1139" y="1426"/>
                    <a:pt x="1128" y="1473"/>
                    <a:pt x="1095" y="1574"/>
                  </a:cubicBezTo>
                  <a:cubicBezTo>
                    <a:pt x="1079" y="1631"/>
                    <a:pt x="1062" y="1688"/>
                    <a:pt x="1054" y="1752"/>
                  </a:cubicBezTo>
                  <a:cubicBezTo>
                    <a:pt x="1071" y="1712"/>
                    <a:pt x="1087" y="1679"/>
                    <a:pt x="1095" y="1639"/>
                  </a:cubicBezTo>
                  <a:cubicBezTo>
                    <a:pt x="1111" y="1579"/>
                    <a:pt x="1119" y="1551"/>
                    <a:pt x="1120" y="1551"/>
                  </a:cubicBezTo>
                  <a:lnTo>
                    <a:pt x="1120" y="1551"/>
                  </a:lnTo>
                  <a:cubicBezTo>
                    <a:pt x="1121" y="1551"/>
                    <a:pt x="1115" y="1581"/>
                    <a:pt x="1103" y="1639"/>
                  </a:cubicBezTo>
                  <a:cubicBezTo>
                    <a:pt x="1085" y="1741"/>
                    <a:pt x="1079" y="1787"/>
                    <a:pt x="1087" y="1787"/>
                  </a:cubicBezTo>
                  <a:cubicBezTo>
                    <a:pt x="1093" y="1787"/>
                    <a:pt x="1106" y="1761"/>
                    <a:pt x="1127" y="1712"/>
                  </a:cubicBezTo>
                  <a:cubicBezTo>
                    <a:pt x="1155" y="1661"/>
                    <a:pt x="1171" y="1637"/>
                    <a:pt x="1175" y="1637"/>
                  </a:cubicBezTo>
                  <a:lnTo>
                    <a:pt x="1175" y="1637"/>
                  </a:lnTo>
                  <a:cubicBezTo>
                    <a:pt x="1181" y="1637"/>
                    <a:pt x="1173" y="1665"/>
                    <a:pt x="1152" y="1720"/>
                  </a:cubicBezTo>
                  <a:cubicBezTo>
                    <a:pt x="1123" y="1787"/>
                    <a:pt x="1111" y="1814"/>
                    <a:pt x="1113" y="1814"/>
                  </a:cubicBezTo>
                  <a:cubicBezTo>
                    <a:pt x="1114" y="1814"/>
                    <a:pt x="1122" y="1800"/>
                    <a:pt x="1135" y="1777"/>
                  </a:cubicBezTo>
                  <a:lnTo>
                    <a:pt x="1160" y="1793"/>
                  </a:lnTo>
                  <a:cubicBezTo>
                    <a:pt x="1175" y="1755"/>
                    <a:pt x="1190" y="1724"/>
                    <a:pt x="1199" y="1686"/>
                  </a:cubicBezTo>
                  <a:lnTo>
                    <a:pt x="1199" y="1686"/>
                  </a:lnTo>
                  <a:cubicBezTo>
                    <a:pt x="1184" y="1755"/>
                    <a:pt x="1176" y="1804"/>
                    <a:pt x="1182" y="1804"/>
                  </a:cubicBezTo>
                  <a:cubicBezTo>
                    <a:pt x="1185" y="1804"/>
                    <a:pt x="1194" y="1786"/>
                    <a:pt x="1208" y="1744"/>
                  </a:cubicBezTo>
                  <a:lnTo>
                    <a:pt x="1225" y="1744"/>
                  </a:lnTo>
                  <a:cubicBezTo>
                    <a:pt x="1225" y="1747"/>
                    <a:pt x="1225" y="1748"/>
                    <a:pt x="1225" y="1748"/>
                  </a:cubicBezTo>
                  <a:cubicBezTo>
                    <a:pt x="1226" y="1748"/>
                    <a:pt x="1231" y="1737"/>
                    <a:pt x="1249" y="1696"/>
                  </a:cubicBezTo>
                  <a:cubicBezTo>
                    <a:pt x="1254" y="1679"/>
                    <a:pt x="1256" y="1672"/>
                    <a:pt x="1258" y="1672"/>
                  </a:cubicBezTo>
                  <a:lnTo>
                    <a:pt x="1258" y="1672"/>
                  </a:lnTo>
                  <a:cubicBezTo>
                    <a:pt x="1260" y="1672"/>
                    <a:pt x="1255" y="1712"/>
                    <a:pt x="1249" y="1752"/>
                  </a:cubicBezTo>
                  <a:cubicBezTo>
                    <a:pt x="1243" y="1799"/>
                    <a:pt x="1237" y="1841"/>
                    <a:pt x="1238" y="1841"/>
                  </a:cubicBezTo>
                  <a:cubicBezTo>
                    <a:pt x="1238" y="1841"/>
                    <a:pt x="1239" y="1834"/>
                    <a:pt x="1241" y="1817"/>
                  </a:cubicBezTo>
                  <a:cubicBezTo>
                    <a:pt x="1257" y="1761"/>
                    <a:pt x="1281" y="1704"/>
                    <a:pt x="1298" y="1647"/>
                  </a:cubicBezTo>
                  <a:cubicBezTo>
                    <a:pt x="1305" y="1630"/>
                    <a:pt x="1309" y="1624"/>
                    <a:pt x="1311" y="1624"/>
                  </a:cubicBezTo>
                  <a:lnTo>
                    <a:pt x="1311" y="1624"/>
                  </a:lnTo>
                  <a:cubicBezTo>
                    <a:pt x="1316" y="1624"/>
                    <a:pt x="1307" y="1664"/>
                    <a:pt x="1290" y="1704"/>
                  </a:cubicBezTo>
                  <a:cubicBezTo>
                    <a:pt x="1281" y="1744"/>
                    <a:pt x="1273" y="1785"/>
                    <a:pt x="1273" y="1825"/>
                  </a:cubicBezTo>
                  <a:cubicBezTo>
                    <a:pt x="1275" y="1825"/>
                    <a:pt x="1277" y="1826"/>
                    <a:pt x="1279" y="1826"/>
                  </a:cubicBezTo>
                  <a:cubicBezTo>
                    <a:pt x="1285" y="1826"/>
                    <a:pt x="1293" y="1821"/>
                    <a:pt x="1306" y="1777"/>
                  </a:cubicBezTo>
                  <a:cubicBezTo>
                    <a:pt x="1313" y="1748"/>
                    <a:pt x="1322" y="1735"/>
                    <a:pt x="1330" y="1735"/>
                  </a:cubicBezTo>
                  <a:cubicBezTo>
                    <a:pt x="1339" y="1735"/>
                    <a:pt x="1346" y="1754"/>
                    <a:pt x="1346" y="1785"/>
                  </a:cubicBezTo>
                  <a:lnTo>
                    <a:pt x="1354" y="1785"/>
                  </a:lnTo>
                  <a:cubicBezTo>
                    <a:pt x="1355" y="1785"/>
                    <a:pt x="1355" y="1786"/>
                    <a:pt x="1356" y="1786"/>
                  </a:cubicBezTo>
                  <a:cubicBezTo>
                    <a:pt x="1364" y="1786"/>
                    <a:pt x="1377" y="1736"/>
                    <a:pt x="1379" y="1736"/>
                  </a:cubicBezTo>
                  <a:cubicBezTo>
                    <a:pt x="1379" y="1736"/>
                    <a:pt x="1379" y="1736"/>
                    <a:pt x="1379" y="1736"/>
                  </a:cubicBezTo>
                  <a:cubicBezTo>
                    <a:pt x="1379" y="1736"/>
                    <a:pt x="1387" y="1736"/>
                    <a:pt x="1403" y="1679"/>
                  </a:cubicBezTo>
                  <a:cubicBezTo>
                    <a:pt x="1411" y="1679"/>
                    <a:pt x="1411" y="1679"/>
                    <a:pt x="1403" y="1736"/>
                  </a:cubicBezTo>
                  <a:cubicBezTo>
                    <a:pt x="1415" y="1680"/>
                    <a:pt x="1421" y="1652"/>
                    <a:pt x="1422" y="1652"/>
                  </a:cubicBezTo>
                  <a:lnTo>
                    <a:pt x="1422" y="1652"/>
                  </a:lnTo>
                  <a:cubicBezTo>
                    <a:pt x="1423" y="1652"/>
                    <a:pt x="1419" y="1682"/>
                    <a:pt x="1411" y="1744"/>
                  </a:cubicBezTo>
                  <a:cubicBezTo>
                    <a:pt x="1403" y="1801"/>
                    <a:pt x="1399" y="1829"/>
                    <a:pt x="1400" y="1829"/>
                  </a:cubicBezTo>
                  <a:cubicBezTo>
                    <a:pt x="1401" y="1829"/>
                    <a:pt x="1407" y="1801"/>
                    <a:pt x="1419" y="1744"/>
                  </a:cubicBezTo>
                  <a:cubicBezTo>
                    <a:pt x="1427" y="1716"/>
                    <a:pt x="1431" y="1702"/>
                    <a:pt x="1432" y="1702"/>
                  </a:cubicBezTo>
                  <a:lnTo>
                    <a:pt x="1432" y="1702"/>
                  </a:lnTo>
                  <a:cubicBezTo>
                    <a:pt x="1433" y="1702"/>
                    <a:pt x="1431" y="1716"/>
                    <a:pt x="1427" y="1744"/>
                  </a:cubicBezTo>
                  <a:cubicBezTo>
                    <a:pt x="1423" y="1774"/>
                    <a:pt x="1421" y="1790"/>
                    <a:pt x="1422" y="1790"/>
                  </a:cubicBezTo>
                  <a:cubicBezTo>
                    <a:pt x="1424" y="1790"/>
                    <a:pt x="1428" y="1776"/>
                    <a:pt x="1435" y="1744"/>
                  </a:cubicBezTo>
                  <a:cubicBezTo>
                    <a:pt x="1450" y="1676"/>
                    <a:pt x="1465" y="1628"/>
                    <a:pt x="1469" y="1628"/>
                  </a:cubicBezTo>
                  <a:lnTo>
                    <a:pt x="1469" y="1628"/>
                  </a:lnTo>
                  <a:cubicBezTo>
                    <a:pt x="1471" y="1628"/>
                    <a:pt x="1469" y="1648"/>
                    <a:pt x="1460" y="1696"/>
                  </a:cubicBezTo>
                  <a:cubicBezTo>
                    <a:pt x="1460" y="1696"/>
                    <a:pt x="1468" y="1696"/>
                    <a:pt x="1484" y="1639"/>
                  </a:cubicBezTo>
                  <a:lnTo>
                    <a:pt x="1484" y="1639"/>
                  </a:lnTo>
                  <a:cubicBezTo>
                    <a:pt x="1480" y="1700"/>
                    <a:pt x="1480" y="1730"/>
                    <a:pt x="1483" y="1730"/>
                  </a:cubicBezTo>
                  <a:cubicBezTo>
                    <a:pt x="1486" y="1730"/>
                    <a:pt x="1492" y="1700"/>
                    <a:pt x="1500" y="1639"/>
                  </a:cubicBezTo>
                  <a:cubicBezTo>
                    <a:pt x="1500" y="1639"/>
                    <a:pt x="1507" y="1616"/>
                    <a:pt x="1512" y="1616"/>
                  </a:cubicBezTo>
                  <a:cubicBezTo>
                    <a:pt x="1514" y="1616"/>
                    <a:pt x="1517" y="1623"/>
                    <a:pt x="1517" y="1647"/>
                  </a:cubicBezTo>
                  <a:cubicBezTo>
                    <a:pt x="1517" y="1680"/>
                    <a:pt x="1525" y="1716"/>
                    <a:pt x="1533" y="1716"/>
                  </a:cubicBezTo>
                  <a:cubicBezTo>
                    <a:pt x="1539" y="1716"/>
                    <a:pt x="1546" y="1698"/>
                    <a:pt x="1549" y="1647"/>
                  </a:cubicBezTo>
                  <a:lnTo>
                    <a:pt x="1557" y="1655"/>
                  </a:lnTo>
                  <a:cubicBezTo>
                    <a:pt x="1561" y="1684"/>
                    <a:pt x="1563" y="1698"/>
                    <a:pt x="1566" y="1698"/>
                  </a:cubicBezTo>
                  <a:cubicBezTo>
                    <a:pt x="1569" y="1698"/>
                    <a:pt x="1573" y="1684"/>
                    <a:pt x="1581" y="1655"/>
                  </a:cubicBezTo>
                  <a:lnTo>
                    <a:pt x="1585" y="1633"/>
                  </a:lnTo>
                  <a:lnTo>
                    <a:pt x="1585" y="1633"/>
                  </a:lnTo>
                  <a:cubicBezTo>
                    <a:pt x="1582" y="1662"/>
                    <a:pt x="1584" y="1691"/>
                    <a:pt x="1590" y="1720"/>
                  </a:cubicBezTo>
                  <a:cubicBezTo>
                    <a:pt x="1590" y="1720"/>
                    <a:pt x="1590" y="1720"/>
                    <a:pt x="1598" y="1663"/>
                  </a:cubicBezTo>
                  <a:cubicBezTo>
                    <a:pt x="1598" y="1615"/>
                    <a:pt x="1602" y="1603"/>
                    <a:pt x="1608" y="1603"/>
                  </a:cubicBezTo>
                  <a:cubicBezTo>
                    <a:pt x="1610" y="1603"/>
                    <a:pt x="1612" y="1604"/>
                    <a:pt x="1614" y="1607"/>
                  </a:cubicBezTo>
                  <a:cubicBezTo>
                    <a:pt x="1614" y="1647"/>
                    <a:pt x="1614" y="1688"/>
                    <a:pt x="1606" y="1728"/>
                  </a:cubicBezTo>
                  <a:lnTo>
                    <a:pt x="1614" y="1728"/>
                  </a:lnTo>
                  <a:cubicBezTo>
                    <a:pt x="1619" y="1656"/>
                    <a:pt x="1623" y="1627"/>
                    <a:pt x="1625" y="1627"/>
                  </a:cubicBezTo>
                  <a:lnTo>
                    <a:pt x="1625" y="1627"/>
                  </a:lnTo>
                  <a:cubicBezTo>
                    <a:pt x="1626" y="1627"/>
                    <a:pt x="1625" y="1640"/>
                    <a:pt x="1622" y="1663"/>
                  </a:cubicBezTo>
                  <a:cubicBezTo>
                    <a:pt x="1622" y="1728"/>
                    <a:pt x="1630" y="1728"/>
                    <a:pt x="1638" y="1728"/>
                  </a:cubicBezTo>
                  <a:lnTo>
                    <a:pt x="1646" y="1728"/>
                  </a:lnTo>
                  <a:cubicBezTo>
                    <a:pt x="1648" y="1730"/>
                    <a:pt x="1650" y="1732"/>
                    <a:pt x="1652" y="1732"/>
                  </a:cubicBezTo>
                  <a:cubicBezTo>
                    <a:pt x="1658" y="1732"/>
                    <a:pt x="1662" y="1719"/>
                    <a:pt x="1662" y="1671"/>
                  </a:cubicBezTo>
                  <a:cubicBezTo>
                    <a:pt x="1662" y="1631"/>
                    <a:pt x="1662" y="1590"/>
                    <a:pt x="1671" y="1558"/>
                  </a:cubicBezTo>
                  <a:cubicBezTo>
                    <a:pt x="1673" y="1536"/>
                    <a:pt x="1675" y="1529"/>
                    <a:pt x="1676" y="1529"/>
                  </a:cubicBezTo>
                  <a:lnTo>
                    <a:pt x="1676" y="1529"/>
                  </a:lnTo>
                  <a:cubicBezTo>
                    <a:pt x="1678" y="1529"/>
                    <a:pt x="1676" y="1558"/>
                    <a:pt x="1671" y="1558"/>
                  </a:cubicBezTo>
                  <a:cubicBezTo>
                    <a:pt x="1671" y="1590"/>
                    <a:pt x="1671" y="1631"/>
                    <a:pt x="1671" y="1671"/>
                  </a:cubicBezTo>
                  <a:cubicBezTo>
                    <a:pt x="1679" y="1671"/>
                    <a:pt x="1671" y="1736"/>
                    <a:pt x="1671" y="1736"/>
                  </a:cubicBezTo>
                  <a:cubicBezTo>
                    <a:pt x="1664" y="1788"/>
                    <a:pt x="1666" y="1808"/>
                    <a:pt x="1671" y="1808"/>
                  </a:cubicBezTo>
                  <a:cubicBezTo>
                    <a:pt x="1678" y="1808"/>
                    <a:pt x="1690" y="1773"/>
                    <a:pt x="1695" y="1736"/>
                  </a:cubicBezTo>
                  <a:cubicBezTo>
                    <a:pt x="1703" y="1680"/>
                    <a:pt x="1707" y="1652"/>
                    <a:pt x="1709" y="1652"/>
                  </a:cubicBezTo>
                  <a:cubicBezTo>
                    <a:pt x="1711" y="1652"/>
                    <a:pt x="1711" y="1682"/>
                    <a:pt x="1711" y="1744"/>
                  </a:cubicBezTo>
                  <a:cubicBezTo>
                    <a:pt x="1709" y="1776"/>
                    <a:pt x="1708" y="1790"/>
                    <a:pt x="1709" y="1790"/>
                  </a:cubicBezTo>
                  <a:cubicBezTo>
                    <a:pt x="1712" y="1790"/>
                    <a:pt x="1724" y="1695"/>
                    <a:pt x="1735" y="1566"/>
                  </a:cubicBezTo>
                  <a:cubicBezTo>
                    <a:pt x="1735" y="1705"/>
                    <a:pt x="1735" y="1762"/>
                    <a:pt x="1739" y="1762"/>
                  </a:cubicBezTo>
                  <a:cubicBezTo>
                    <a:pt x="1741" y="1762"/>
                    <a:pt x="1745" y="1734"/>
                    <a:pt x="1752" y="1688"/>
                  </a:cubicBezTo>
                  <a:cubicBezTo>
                    <a:pt x="1760" y="1659"/>
                    <a:pt x="1764" y="1645"/>
                    <a:pt x="1765" y="1645"/>
                  </a:cubicBezTo>
                  <a:lnTo>
                    <a:pt x="1765" y="1645"/>
                  </a:lnTo>
                  <a:cubicBezTo>
                    <a:pt x="1766" y="1645"/>
                    <a:pt x="1764" y="1659"/>
                    <a:pt x="1760" y="1688"/>
                  </a:cubicBezTo>
                  <a:cubicBezTo>
                    <a:pt x="1760" y="1752"/>
                    <a:pt x="1768" y="1752"/>
                    <a:pt x="1784" y="1752"/>
                  </a:cubicBezTo>
                  <a:cubicBezTo>
                    <a:pt x="1800" y="1752"/>
                    <a:pt x="1800" y="1752"/>
                    <a:pt x="1808" y="1696"/>
                  </a:cubicBezTo>
                  <a:lnTo>
                    <a:pt x="1817" y="1696"/>
                  </a:lnTo>
                  <a:cubicBezTo>
                    <a:pt x="1817" y="1741"/>
                    <a:pt x="1819" y="1761"/>
                    <a:pt x="1821" y="1761"/>
                  </a:cubicBezTo>
                  <a:cubicBezTo>
                    <a:pt x="1825" y="1761"/>
                    <a:pt x="1830" y="1707"/>
                    <a:pt x="1825" y="1631"/>
                  </a:cubicBezTo>
                  <a:lnTo>
                    <a:pt x="1825" y="1631"/>
                  </a:lnTo>
                  <a:lnTo>
                    <a:pt x="1833" y="1639"/>
                  </a:lnTo>
                  <a:lnTo>
                    <a:pt x="1833" y="1696"/>
                  </a:lnTo>
                  <a:cubicBezTo>
                    <a:pt x="1833" y="1752"/>
                    <a:pt x="1849" y="1752"/>
                    <a:pt x="1889" y="1761"/>
                  </a:cubicBezTo>
                  <a:cubicBezTo>
                    <a:pt x="1938" y="1761"/>
                    <a:pt x="1946" y="1761"/>
                    <a:pt x="1938" y="1647"/>
                  </a:cubicBezTo>
                  <a:cubicBezTo>
                    <a:pt x="1938" y="1586"/>
                    <a:pt x="1940" y="1556"/>
                    <a:pt x="1942" y="1556"/>
                  </a:cubicBezTo>
                  <a:cubicBezTo>
                    <a:pt x="1944" y="1556"/>
                    <a:pt x="1946" y="1586"/>
                    <a:pt x="1946" y="1647"/>
                  </a:cubicBezTo>
                  <a:cubicBezTo>
                    <a:pt x="1949" y="1668"/>
                    <a:pt x="1952" y="1689"/>
                    <a:pt x="1954" y="1704"/>
                  </a:cubicBezTo>
                  <a:lnTo>
                    <a:pt x="1954" y="1704"/>
                  </a:lnTo>
                  <a:cubicBezTo>
                    <a:pt x="1954" y="1704"/>
                    <a:pt x="1971" y="1704"/>
                    <a:pt x="1979" y="1761"/>
                  </a:cubicBezTo>
                  <a:cubicBezTo>
                    <a:pt x="1986" y="1813"/>
                    <a:pt x="1991" y="1832"/>
                    <a:pt x="1994" y="1832"/>
                  </a:cubicBezTo>
                  <a:cubicBezTo>
                    <a:pt x="1999" y="1832"/>
                    <a:pt x="2000" y="1798"/>
                    <a:pt x="1995" y="1761"/>
                  </a:cubicBezTo>
                  <a:cubicBezTo>
                    <a:pt x="1991" y="1713"/>
                    <a:pt x="1991" y="1695"/>
                    <a:pt x="1992" y="1695"/>
                  </a:cubicBezTo>
                  <a:lnTo>
                    <a:pt x="1992" y="1695"/>
                  </a:lnTo>
                  <a:cubicBezTo>
                    <a:pt x="1994" y="1695"/>
                    <a:pt x="1998" y="1728"/>
                    <a:pt x="2003" y="1761"/>
                  </a:cubicBezTo>
                  <a:cubicBezTo>
                    <a:pt x="2009" y="1807"/>
                    <a:pt x="2015" y="1849"/>
                    <a:pt x="2017" y="1849"/>
                  </a:cubicBezTo>
                  <a:cubicBezTo>
                    <a:pt x="2019" y="1849"/>
                    <a:pt x="2019" y="1842"/>
                    <a:pt x="2019" y="1825"/>
                  </a:cubicBezTo>
                  <a:cubicBezTo>
                    <a:pt x="2019" y="1788"/>
                    <a:pt x="2027" y="1754"/>
                    <a:pt x="2037" y="1754"/>
                  </a:cubicBezTo>
                  <a:cubicBezTo>
                    <a:pt x="2044" y="1754"/>
                    <a:pt x="2053" y="1773"/>
                    <a:pt x="2060" y="1825"/>
                  </a:cubicBezTo>
                  <a:lnTo>
                    <a:pt x="2068" y="1825"/>
                  </a:lnTo>
                  <a:cubicBezTo>
                    <a:pt x="2060" y="1769"/>
                    <a:pt x="2076" y="1769"/>
                    <a:pt x="2084" y="1769"/>
                  </a:cubicBezTo>
                  <a:cubicBezTo>
                    <a:pt x="2092" y="1769"/>
                    <a:pt x="2100" y="1769"/>
                    <a:pt x="2108" y="1825"/>
                  </a:cubicBezTo>
                  <a:cubicBezTo>
                    <a:pt x="2108" y="1854"/>
                    <a:pt x="2110" y="1868"/>
                    <a:pt x="2112" y="1868"/>
                  </a:cubicBezTo>
                  <a:cubicBezTo>
                    <a:pt x="2114" y="1868"/>
                    <a:pt x="2117" y="1854"/>
                    <a:pt x="2117" y="1825"/>
                  </a:cubicBezTo>
                  <a:cubicBezTo>
                    <a:pt x="2125" y="1825"/>
                    <a:pt x="2117" y="1704"/>
                    <a:pt x="2125" y="1704"/>
                  </a:cubicBezTo>
                  <a:cubicBezTo>
                    <a:pt x="2117" y="1663"/>
                    <a:pt x="2117" y="1623"/>
                    <a:pt x="2117" y="1582"/>
                  </a:cubicBezTo>
                  <a:lnTo>
                    <a:pt x="2117" y="1582"/>
                  </a:lnTo>
                  <a:lnTo>
                    <a:pt x="2125" y="1647"/>
                  </a:lnTo>
                  <a:lnTo>
                    <a:pt x="2141" y="1761"/>
                  </a:lnTo>
                  <a:cubicBezTo>
                    <a:pt x="2141" y="1761"/>
                    <a:pt x="2149" y="1761"/>
                    <a:pt x="2141" y="1704"/>
                  </a:cubicBezTo>
                  <a:lnTo>
                    <a:pt x="2141" y="1704"/>
                  </a:lnTo>
                  <a:cubicBezTo>
                    <a:pt x="2157" y="1761"/>
                    <a:pt x="2157" y="1761"/>
                    <a:pt x="2173" y="1761"/>
                  </a:cubicBezTo>
                  <a:cubicBezTo>
                    <a:pt x="2181" y="1761"/>
                    <a:pt x="2189" y="1761"/>
                    <a:pt x="2189" y="1704"/>
                  </a:cubicBezTo>
                  <a:cubicBezTo>
                    <a:pt x="2201" y="1760"/>
                    <a:pt x="2215" y="1788"/>
                    <a:pt x="2224" y="1788"/>
                  </a:cubicBezTo>
                  <a:cubicBezTo>
                    <a:pt x="2234" y="1788"/>
                    <a:pt x="2238" y="1758"/>
                    <a:pt x="2230" y="1696"/>
                  </a:cubicBezTo>
                  <a:cubicBezTo>
                    <a:pt x="2226" y="1667"/>
                    <a:pt x="2226" y="1653"/>
                    <a:pt x="2229" y="1653"/>
                  </a:cubicBezTo>
                  <a:lnTo>
                    <a:pt x="2229" y="1653"/>
                  </a:lnTo>
                  <a:cubicBezTo>
                    <a:pt x="2232" y="1653"/>
                    <a:pt x="2238" y="1667"/>
                    <a:pt x="2246" y="1696"/>
                  </a:cubicBezTo>
                  <a:cubicBezTo>
                    <a:pt x="2250" y="1728"/>
                    <a:pt x="2252" y="1744"/>
                    <a:pt x="2253" y="1744"/>
                  </a:cubicBezTo>
                  <a:cubicBezTo>
                    <a:pt x="2254" y="1744"/>
                    <a:pt x="2254" y="1728"/>
                    <a:pt x="2254" y="1696"/>
                  </a:cubicBezTo>
                  <a:cubicBezTo>
                    <a:pt x="2252" y="1679"/>
                    <a:pt x="2252" y="1672"/>
                    <a:pt x="2253" y="1672"/>
                  </a:cubicBezTo>
                  <a:lnTo>
                    <a:pt x="2253" y="1672"/>
                  </a:lnTo>
                  <a:cubicBezTo>
                    <a:pt x="2256" y="1672"/>
                    <a:pt x="2267" y="1712"/>
                    <a:pt x="2279" y="1752"/>
                  </a:cubicBezTo>
                  <a:cubicBezTo>
                    <a:pt x="2293" y="1823"/>
                    <a:pt x="2301" y="1852"/>
                    <a:pt x="2305" y="1852"/>
                  </a:cubicBezTo>
                  <a:cubicBezTo>
                    <a:pt x="2307" y="1852"/>
                    <a:pt x="2306" y="1837"/>
                    <a:pt x="2303" y="1809"/>
                  </a:cubicBezTo>
                  <a:cubicBezTo>
                    <a:pt x="2303" y="1752"/>
                    <a:pt x="2319" y="1752"/>
                    <a:pt x="2319" y="1752"/>
                  </a:cubicBezTo>
                  <a:cubicBezTo>
                    <a:pt x="2327" y="1712"/>
                    <a:pt x="2319" y="1671"/>
                    <a:pt x="2311" y="1631"/>
                  </a:cubicBezTo>
                  <a:cubicBezTo>
                    <a:pt x="2310" y="1620"/>
                    <a:pt x="2308" y="1609"/>
                    <a:pt x="2307" y="1599"/>
                  </a:cubicBezTo>
                  <a:lnTo>
                    <a:pt x="2307" y="1599"/>
                  </a:lnTo>
                  <a:cubicBezTo>
                    <a:pt x="2310" y="1610"/>
                    <a:pt x="2314" y="1621"/>
                    <a:pt x="2319" y="1631"/>
                  </a:cubicBezTo>
                  <a:cubicBezTo>
                    <a:pt x="2335" y="1688"/>
                    <a:pt x="2352" y="1688"/>
                    <a:pt x="2352" y="1688"/>
                  </a:cubicBezTo>
                  <a:lnTo>
                    <a:pt x="2376" y="1688"/>
                  </a:lnTo>
                  <a:cubicBezTo>
                    <a:pt x="2387" y="1714"/>
                    <a:pt x="2395" y="1726"/>
                    <a:pt x="2399" y="1726"/>
                  </a:cubicBezTo>
                  <a:cubicBezTo>
                    <a:pt x="2403" y="1726"/>
                    <a:pt x="2401" y="1710"/>
                    <a:pt x="2392" y="1679"/>
                  </a:cubicBezTo>
                  <a:cubicBezTo>
                    <a:pt x="2386" y="1640"/>
                    <a:pt x="2390" y="1643"/>
                    <a:pt x="2387" y="1633"/>
                  </a:cubicBezTo>
                  <a:lnTo>
                    <a:pt x="2387" y="1633"/>
                  </a:lnTo>
                  <a:cubicBezTo>
                    <a:pt x="2402" y="1681"/>
                    <a:pt x="2422" y="1704"/>
                    <a:pt x="2436" y="1704"/>
                  </a:cubicBezTo>
                  <a:cubicBezTo>
                    <a:pt x="2452" y="1704"/>
                    <a:pt x="2462" y="1673"/>
                    <a:pt x="2449" y="1615"/>
                  </a:cubicBezTo>
                  <a:lnTo>
                    <a:pt x="2449" y="1615"/>
                  </a:lnTo>
                  <a:cubicBezTo>
                    <a:pt x="2457" y="1647"/>
                    <a:pt x="2457" y="1639"/>
                    <a:pt x="2465" y="1671"/>
                  </a:cubicBezTo>
                  <a:cubicBezTo>
                    <a:pt x="2481" y="1728"/>
                    <a:pt x="2481" y="1728"/>
                    <a:pt x="2498" y="1728"/>
                  </a:cubicBezTo>
                  <a:cubicBezTo>
                    <a:pt x="2506" y="1728"/>
                    <a:pt x="2506" y="1663"/>
                    <a:pt x="2522" y="1663"/>
                  </a:cubicBezTo>
                  <a:cubicBezTo>
                    <a:pt x="2546" y="1655"/>
                    <a:pt x="2562" y="1655"/>
                    <a:pt x="2538" y="1598"/>
                  </a:cubicBezTo>
                  <a:cubicBezTo>
                    <a:pt x="2540" y="1596"/>
                    <a:pt x="2542" y="1595"/>
                    <a:pt x="2543" y="1595"/>
                  </a:cubicBezTo>
                  <a:cubicBezTo>
                    <a:pt x="2547" y="1595"/>
                    <a:pt x="2550" y="1607"/>
                    <a:pt x="2562" y="1655"/>
                  </a:cubicBezTo>
                  <a:cubicBezTo>
                    <a:pt x="2574" y="1696"/>
                    <a:pt x="2577" y="1708"/>
                    <a:pt x="2581" y="1708"/>
                  </a:cubicBezTo>
                  <a:cubicBezTo>
                    <a:pt x="2583" y="1708"/>
                    <a:pt x="2585" y="1706"/>
                    <a:pt x="2587" y="1704"/>
                  </a:cubicBezTo>
                  <a:cubicBezTo>
                    <a:pt x="2579" y="1671"/>
                    <a:pt x="2571" y="1631"/>
                    <a:pt x="2554" y="1590"/>
                  </a:cubicBezTo>
                  <a:cubicBezTo>
                    <a:pt x="2546" y="1562"/>
                    <a:pt x="2544" y="1548"/>
                    <a:pt x="2547" y="1548"/>
                  </a:cubicBezTo>
                  <a:lnTo>
                    <a:pt x="2547" y="1548"/>
                  </a:lnTo>
                  <a:cubicBezTo>
                    <a:pt x="2550" y="1548"/>
                    <a:pt x="2558" y="1562"/>
                    <a:pt x="2571" y="1590"/>
                  </a:cubicBezTo>
                  <a:cubicBezTo>
                    <a:pt x="2586" y="1617"/>
                    <a:pt x="2597" y="1629"/>
                    <a:pt x="2604" y="1629"/>
                  </a:cubicBezTo>
                  <a:cubicBezTo>
                    <a:pt x="2613" y="1629"/>
                    <a:pt x="2615" y="1613"/>
                    <a:pt x="2611" y="1582"/>
                  </a:cubicBezTo>
                  <a:cubicBezTo>
                    <a:pt x="2613" y="1580"/>
                    <a:pt x="2616" y="1578"/>
                    <a:pt x="2618" y="1578"/>
                  </a:cubicBezTo>
                  <a:cubicBezTo>
                    <a:pt x="2624" y="1578"/>
                    <a:pt x="2632" y="1590"/>
                    <a:pt x="2644" y="1631"/>
                  </a:cubicBezTo>
                  <a:cubicBezTo>
                    <a:pt x="2657" y="1663"/>
                    <a:pt x="2674" y="1695"/>
                    <a:pt x="2679" y="1695"/>
                  </a:cubicBezTo>
                  <a:cubicBezTo>
                    <a:pt x="2684" y="1695"/>
                    <a:pt x="2682" y="1676"/>
                    <a:pt x="2668" y="1623"/>
                  </a:cubicBezTo>
                  <a:cubicBezTo>
                    <a:pt x="2676" y="1623"/>
                    <a:pt x="2676" y="1623"/>
                    <a:pt x="2692" y="1679"/>
                  </a:cubicBezTo>
                  <a:cubicBezTo>
                    <a:pt x="2706" y="1712"/>
                    <a:pt x="2720" y="1745"/>
                    <a:pt x="2723" y="1745"/>
                  </a:cubicBezTo>
                  <a:cubicBezTo>
                    <a:pt x="2726" y="1745"/>
                    <a:pt x="2722" y="1727"/>
                    <a:pt x="2708" y="1679"/>
                  </a:cubicBezTo>
                  <a:cubicBezTo>
                    <a:pt x="2700" y="1645"/>
                    <a:pt x="2700" y="1629"/>
                    <a:pt x="2708" y="1629"/>
                  </a:cubicBezTo>
                  <a:lnTo>
                    <a:pt x="2708" y="1629"/>
                  </a:lnTo>
                  <a:cubicBezTo>
                    <a:pt x="2714" y="1629"/>
                    <a:pt x="2726" y="1641"/>
                    <a:pt x="2741" y="1663"/>
                  </a:cubicBezTo>
                  <a:cubicBezTo>
                    <a:pt x="2749" y="1663"/>
                    <a:pt x="2757" y="1663"/>
                    <a:pt x="2733" y="1607"/>
                  </a:cubicBezTo>
                  <a:lnTo>
                    <a:pt x="2710" y="1554"/>
                  </a:lnTo>
                  <a:lnTo>
                    <a:pt x="2710" y="1554"/>
                  </a:lnTo>
                  <a:cubicBezTo>
                    <a:pt x="2733" y="1608"/>
                    <a:pt x="2745" y="1635"/>
                    <a:pt x="2746" y="1635"/>
                  </a:cubicBezTo>
                  <a:cubicBezTo>
                    <a:pt x="2747" y="1635"/>
                    <a:pt x="2737" y="1607"/>
                    <a:pt x="2716" y="1550"/>
                  </a:cubicBezTo>
                  <a:cubicBezTo>
                    <a:pt x="2708" y="1521"/>
                    <a:pt x="2704" y="1507"/>
                    <a:pt x="2705" y="1507"/>
                  </a:cubicBezTo>
                  <a:lnTo>
                    <a:pt x="2705" y="1507"/>
                  </a:lnTo>
                  <a:cubicBezTo>
                    <a:pt x="2706" y="1507"/>
                    <a:pt x="2712" y="1521"/>
                    <a:pt x="2725" y="1550"/>
                  </a:cubicBezTo>
                  <a:cubicBezTo>
                    <a:pt x="2744" y="1594"/>
                    <a:pt x="2753" y="1599"/>
                    <a:pt x="2756" y="1599"/>
                  </a:cubicBezTo>
                  <a:cubicBezTo>
                    <a:pt x="2757" y="1599"/>
                    <a:pt x="2757" y="1598"/>
                    <a:pt x="2757" y="1598"/>
                  </a:cubicBezTo>
                  <a:cubicBezTo>
                    <a:pt x="2765" y="1598"/>
                    <a:pt x="2765" y="1534"/>
                    <a:pt x="2789" y="1525"/>
                  </a:cubicBezTo>
                  <a:cubicBezTo>
                    <a:pt x="2830" y="1517"/>
                    <a:pt x="2846" y="1509"/>
                    <a:pt x="2822" y="1452"/>
                  </a:cubicBezTo>
                  <a:cubicBezTo>
                    <a:pt x="2810" y="1424"/>
                    <a:pt x="2804" y="1410"/>
                    <a:pt x="2805" y="1410"/>
                  </a:cubicBezTo>
                  <a:lnTo>
                    <a:pt x="2805" y="1410"/>
                  </a:lnTo>
                  <a:cubicBezTo>
                    <a:pt x="2806" y="1410"/>
                    <a:pt x="2814" y="1424"/>
                    <a:pt x="2830" y="1452"/>
                  </a:cubicBezTo>
                  <a:cubicBezTo>
                    <a:pt x="2862" y="1501"/>
                    <a:pt x="2862" y="1501"/>
                    <a:pt x="2871" y="1501"/>
                  </a:cubicBezTo>
                  <a:cubicBezTo>
                    <a:pt x="2873" y="1499"/>
                    <a:pt x="2874" y="1497"/>
                    <a:pt x="2876" y="1497"/>
                  </a:cubicBezTo>
                  <a:cubicBezTo>
                    <a:pt x="2880" y="1497"/>
                    <a:pt x="2885" y="1509"/>
                    <a:pt x="2903" y="1550"/>
                  </a:cubicBezTo>
                  <a:cubicBezTo>
                    <a:pt x="2887" y="1494"/>
                    <a:pt x="2887" y="1493"/>
                    <a:pt x="2887" y="1493"/>
                  </a:cubicBezTo>
                  <a:lnTo>
                    <a:pt x="2887" y="1493"/>
                  </a:lnTo>
                  <a:cubicBezTo>
                    <a:pt x="2902" y="1516"/>
                    <a:pt x="2910" y="1529"/>
                    <a:pt x="2913" y="1529"/>
                  </a:cubicBezTo>
                  <a:cubicBezTo>
                    <a:pt x="2915" y="1529"/>
                    <a:pt x="2911" y="1514"/>
                    <a:pt x="2903" y="1485"/>
                  </a:cubicBezTo>
                  <a:lnTo>
                    <a:pt x="2903" y="1485"/>
                  </a:lnTo>
                  <a:cubicBezTo>
                    <a:pt x="2925" y="1524"/>
                    <a:pt x="2951" y="1559"/>
                    <a:pt x="2955" y="1559"/>
                  </a:cubicBezTo>
                  <a:cubicBezTo>
                    <a:pt x="2957" y="1559"/>
                    <a:pt x="2954" y="1551"/>
                    <a:pt x="2943" y="1534"/>
                  </a:cubicBezTo>
                  <a:cubicBezTo>
                    <a:pt x="2927" y="1501"/>
                    <a:pt x="2911" y="1461"/>
                    <a:pt x="2903" y="1420"/>
                  </a:cubicBezTo>
                  <a:cubicBezTo>
                    <a:pt x="2911" y="1420"/>
                    <a:pt x="2911" y="1420"/>
                    <a:pt x="2943" y="1469"/>
                  </a:cubicBezTo>
                  <a:cubicBezTo>
                    <a:pt x="2952" y="1484"/>
                    <a:pt x="2958" y="1491"/>
                    <a:pt x="2961" y="1491"/>
                  </a:cubicBezTo>
                  <a:cubicBezTo>
                    <a:pt x="2970" y="1491"/>
                    <a:pt x="2961" y="1445"/>
                    <a:pt x="2943" y="1404"/>
                  </a:cubicBezTo>
                  <a:cubicBezTo>
                    <a:pt x="2931" y="1379"/>
                    <a:pt x="2927" y="1364"/>
                    <a:pt x="2930" y="1364"/>
                  </a:cubicBezTo>
                  <a:lnTo>
                    <a:pt x="2930" y="1364"/>
                  </a:lnTo>
                  <a:cubicBezTo>
                    <a:pt x="2932" y="1364"/>
                    <a:pt x="2940" y="1377"/>
                    <a:pt x="2952" y="1404"/>
                  </a:cubicBezTo>
                  <a:cubicBezTo>
                    <a:pt x="2976" y="1452"/>
                    <a:pt x="2984" y="1452"/>
                    <a:pt x="2992" y="1452"/>
                  </a:cubicBezTo>
                  <a:cubicBezTo>
                    <a:pt x="2985" y="1436"/>
                    <a:pt x="2982" y="1429"/>
                    <a:pt x="2982" y="1429"/>
                  </a:cubicBezTo>
                  <a:lnTo>
                    <a:pt x="2982" y="1429"/>
                  </a:lnTo>
                  <a:cubicBezTo>
                    <a:pt x="2983" y="1429"/>
                    <a:pt x="3002" y="1467"/>
                    <a:pt x="3025" y="1501"/>
                  </a:cubicBezTo>
                  <a:cubicBezTo>
                    <a:pt x="3042" y="1542"/>
                    <a:pt x="3047" y="1554"/>
                    <a:pt x="3055" y="1554"/>
                  </a:cubicBezTo>
                  <a:cubicBezTo>
                    <a:pt x="3057" y="1554"/>
                    <a:pt x="3061" y="1552"/>
                    <a:pt x="3065" y="1550"/>
                  </a:cubicBezTo>
                  <a:cubicBezTo>
                    <a:pt x="3041" y="1493"/>
                    <a:pt x="3057" y="1485"/>
                    <a:pt x="3073" y="1477"/>
                  </a:cubicBezTo>
                  <a:cubicBezTo>
                    <a:pt x="3098" y="1469"/>
                    <a:pt x="3073" y="1412"/>
                    <a:pt x="3025" y="1307"/>
                  </a:cubicBezTo>
                  <a:lnTo>
                    <a:pt x="3025" y="1307"/>
                  </a:lnTo>
                  <a:lnTo>
                    <a:pt x="3122" y="1452"/>
                  </a:lnTo>
                  <a:cubicBezTo>
                    <a:pt x="3106" y="1420"/>
                    <a:pt x="3089" y="1388"/>
                    <a:pt x="3065" y="1355"/>
                  </a:cubicBezTo>
                  <a:cubicBezTo>
                    <a:pt x="3048" y="1326"/>
                    <a:pt x="3042" y="1312"/>
                    <a:pt x="3046" y="1312"/>
                  </a:cubicBezTo>
                  <a:lnTo>
                    <a:pt x="3046" y="1312"/>
                  </a:lnTo>
                  <a:cubicBezTo>
                    <a:pt x="3050" y="1312"/>
                    <a:pt x="3062" y="1324"/>
                    <a:pt x="3081" y="1347"/>
                  </a:cubicBezTo>
                  <a:cubicBezTo>
                    <a:pt x="3100" y="1366"/>
                    <a:pt x="3110" y="1376"/>
                    <a:pt x="3113" y="1376"/>
                  </a:cubicBezTo>
                  <a:cubicBezTo>
                    <a:pt x="3117" y="1376"/>
                    <a:pt x="3111" y="1362"/>
                    <a:pt x="3098" y="1331"/>
                  </a:cubicBezTo>
                  <a:cubicBezTo>
                    <a:pt x="3106" y="1331"/>
                    <a:pt x="3106" y="1331"/>
                    <a:pt x="3146" y="1379"/>
                  </a:cubicBezTo>
                  <a:cubicBezTo>
                    <a:pt x="3146" y="1371"/>
                    <a:pt x="3146" y="1371"/>
                    <a:pt x="3114" y="1323"/>
                  </a:cubicBezTo>
                  <a:cubicBezTo>
                    <a:pt x="3098" y="1298"/>
                    <a:pt x="3091" y="1286"/>
                    <a:pt x="3095" y="1286"/>
                  </a:cubicBezTo>
                  <a:lnTo>
                    <a:pt x="3095" y="1286"/>
                  </a:lnTo>
                  <a:cubicBezTo>
                    <a:pt x="3098" y="1286"/>
                    <a:pt x="3110" y="1298"/>
                    <a:pt x="3130" y="1323"/>
                  </a:cubicBezTo>
                  <a:cubicBezTo>
                    <a:pt x="3166" y="1377"/>
                    <a:pt x="3187" y="1398"/>
                    <a:pt x="3193" y="1398"/>
                  </a:cubicBezTo>
                  <a:cubicBezTo>
                    <a:pt x="3198" y="1398"/>
                    <a:pt x="3193" y="1385"/>
                    <a:pt x="3179" y="1363"/>
                  </a:cubicBezTo>
                  <a:cubicBezTo>
                    <a:pt x="3146" y="1307"/>
                    <a:pt x="3146" y="1307"/>
                    <a:pt x="3154" y="1307"/>
                  </a:cubicBezTo>
                  <a:cubicBezTo>
                    <a:pt x="3154" y="1298"/>
                    <a:pt x="3162" y="1298"/>
                    <a:pt x="3138" y="1250"/>
                  </a:cubicBezTo>
                  <a:lnTo>
                    <a:pt x="3146" y="1242"/>
                  </a:lnTo>
                  <a:cubicBezTo>
                    <a:pt x="3154" y="1258"/>
                    <a:pt x="3171" y="1274"/>
                    <a:pt x="3171" y="1298"/>
                  </a:cubicBezTo>
                  <a:lnTo>
                    <a:pt x="3211" y="1339"/>
                  </a:lnTo>
                  <a:cubicBezTo>
                    <a:pt x="3219" y="1339"/>
                    <a:pt x="3227" y="1331"/>
                    <a:pt x="3195" y="1282"/>
                  </a:cubicBezTo>
                  <a:cubicBezTo>
                    <a:pt x="3162" y="1234"/>
                    <a:pt x="3146" y="1209"/>
                    <a:pt x="3147" y="1209"/>
                  </a:cubicBezTo>
                  <a:lnTo>
                    <a:pt x="3147" y="1209"/>
                  </a:lnTo>
                  <a:cubicBezTo>
                    <a:pt x="3148" y="1209"/>
                    <a:pt x="3166" y="1234"/>
                    <a:pt x="3203" y="1282"/>
                  </a:cubicBezTo>
                  <a:cubicBezTo>
                    <a:pt x="3225" y="1315"/>
                    <a:pt x="3251" y="1348"/>
                    <a:pt x="3255" y="1348"/>
                  </a:cubicBezTo>
                  <a:cubicBezTo>
                    <a:pt x="3257" y="1348"/>
                    <a:pt x="3254" y="1341"/>
                    <a:pt x="3243" y="1323"/>
                  </a:cubicBezTo>
                  <a:cubicBezTo>
                    <a:pt x="3215" y="1280"/>
                    <a:pt x="3207" y="1264"/>
                    <a:pt x="3209" y="1264"/>
                  </a:cubicBezTo>
                  <a:lnTo>
                    <a:pt x="3209" y="1264"/>
                  </a:lnTo>
                  <a:cubicBezTo>
                    <a:pt x="3213" y="1264"/>
                    <a:pt x="3233" y="1291"/>
                    <a:pt x="3252" y="1323"/>
                  </a:cubicBezTo>
                  <a:cubicBezTo>
                    <a:pt x="3283" y="1370"/>
                    <a:pt x="3299" y="1394"/>
                    <a:pt x="3302" y="1394"/>
                  </a:cubicBezTo>
                  <a:cubicBezTo>
                    <a:pt x="3305" y="1394"/>
                    <a:pt x="3293" y="1365"/>
                    <a:pt x="3268" y="1307"/>
                  </a:cubicBezTo>
                  <a:cubicBezTo>
                    <a:pt x="3276" y="1307"/>
                    <a:pt x="3260" y="1242"/>
                    <a:pt x="3276" y="1234"/>
                  </a:cubicBezTo>
                  <a:cubicBezTo>
                    <a:pt x="3282" y="1230"/>
                    <a:pt x="3287" y="1227"/>
                    <a:pt x="3293" y="1227"/>
                  </a:cubicBezTo>
                  <a:cubicBezTo>
                    <a:pt x="3301" y="1227"/>
                    <a:pt x="3311" y="1233"/>
                    <a:pt x="3328" y="1251"/>
                  </a:cubicBezTo>
                  <a:lnTo>
                    <a:pt x="3328" y="1251"/>
                  </a:lnTo>
                  <a:cubicBezTo>
                    <a:pt x="3306" y="1217"/>
                    <a:pt x="3313" y="1215"/>
                    <a:pt x="3325" y="1209"/>
                  </a:cubicBezTo>
                  <a:lnTo>
                    <a:pt x="3325" y="1209"/>
                  </a:lnTo>
                  <a:cubicBezTo>
                    <a:pt x="3336" y="1217"/>
                    <a:pt x="3342" y="1220"/>
                    <a:pt x="3346" y="1220"/>
                  </a:cubicBezTo>
                  <a:cubicBezTo>
                    <a:pt x="3359" y="1220"/>
                    <a:pt x="3333" y="1182"/>
                    <a:pt x="3308" y="1144"/>
                  </a:cubicBezTo>
                  <a:lnTo>
                    <a:pt x="3300" y="1144"/>
                  </a:lnTo>
                  <a:cubicBezTo>
                    <a:pt x="3256" y="1090"/>
                    <a:pt x="3242" y="1066"/>
                    <a:pt x="3246" y="1066"/>
                  </a:cubicBezTo>
                  <a:lnTo>
                    <a:pt x="3246" y="1066"/>
                  </a:lnTo>
                  <a:cubicBezTo>
                    <a:pt x="3249" y="1066"/>
                    <a:pt x="3260" y="1077"/>
                    <a:pt x="3276" y="1096"/>
                  </a:cubicBezTo>
                  <a:cubicBezTo>
                    <a:pt x="3308" y="1120"/>
                    <a:pt x="3333" y="1152"/>
                    <a:pt x="3357" y="1185"/>
                  </a:cubicBezTo>
                  <a:cubicBezTo>
                    <a:pt x="3381" y="1217"/>
                    <a:pt x="3406" y="1242"/>
                    <a:pt x="3438" y="1266"/>
                  </a:cubicBezTo>
                  <a:cubicBezTo>
                    <a:pt x="3446" y="1266"/>
                    <a:pt x="3446" y="1266"/>
                    <a:pt x="3406" y="1217"/>
                  </a:cubicBezTo>
                  <a:cubicBezTo>
                    <a:pt x="3373" y="1177"/>
                    <a:pt x="3373" y="1177"/>
                    <a:pt x="3373" y="1169"/>
                  </a:cubicBezTo>
                  <a:cubicBezTo>
                    <a:pt x="3381" y="1169"/>
                    <a:pt x="3381" y="1161"/>
                    <a:pt x="3349" y="1112"/>
                  </a:cubicBezTo>
                  <a:cubicBezTo>
                    <a:pt x="3308" y="1071"/>
                    <a:pt x="3316" y="1063"/>
                    <a:pt x="3316" y="1063"/>
                  </a:cubicBezTo>
                  <a:lnTo>
                    <a:pt x="3316" y="1063"/>
                  </a:lnTo>
                  <a:cubicBezTo>
                    <a:pt x="3365" y="1104"/>
                    <a:pt x="3373" y="1104"/>
                    <a:pt x="3373" y="1104"/>
                  </a:cubicBezTo>
                  <a:lnTo>
                    <a:pt x="3406" y="1144"/>
                  </a:lnTo>
                  <a:cubicBezTo>
                    <a:pt x="3446" y="1193"/>
                    <a:pt x="3487" y="1234"/>
                    <a:pt x="3487" y="1234"/>
                  </a:cubicBezTo>
                  <a:cubicBezTo>
                    <a:pt x="3495" y="1234"/>
                    <a:pt x="3454" y="1185"/>
                    <a:pt x="3454" y="1185"/>
                  </a:cubicBezTo>
                  <a:cubicBezTo>
                    <a:pt x="3422" y="1144"/>
                    <a:pt x="3519" y="1063"/>
                    <a:pt x="3535" y="1055"/>
                  </a:cubicBezTo>
                  <a:cubicBezTo>
                    <a:pt x="3556" y="1069"/>
                    <a:pt x="3569" y="1075"/>
                    <a:pt x="3575" y="1075"/>
                  </a:cubicBezTo>
                  <a:cubicBezTo>
                    <a:pt x="3582" y="1075"/>
                    <a:pt x="3575" y="1063"/>
                    <a:pt x="3552" y="1039"/>
                  </a:cubicBezTo>
                  <a:cubicBezTo>
                    <a:pt x="3511" y="998"/>
                    <a:pt x="3527" y="982"/>
                    <a:pt x="3552" y="958"/>
                  </a:cubicBezTo>
                  <a:cubicBezTo>
                    <a:pt x="3576" y="934"/>
                    <a:pt x="3600" y="917"/>
                    <a:pt x="3552" y="877"/>
                  </a:cubicBezTo>
                  <a:lnTo>
                    <a:pt x="3568" y="869"/>
                  </a:lnTo>
                  <a:cubicBezTo>
                    <a:pt x="3576" y="861"/>
                    <a:pt x="3535" y="812"/>
                    <a:pt x="3543" y="812"/>
                  </a:cubicBezTo>
                  <a:cubicBezTo>
                    <a:pt x="3522" y="787"/>
                    <a:pt x="3512" y="774"/>
                    <a:pt x="3513" y="774"/>
                  </a:cubicBezTo>
                  <a:lnTo>
                    <a:pt x="3513" y="774"/>
                  </a:lnTo>
                  <a:cubicBezTo>
                    <a:pt x="3514" y="774"/>
                    <a:pt x="3524" y="785"/>
                    <a:pt x="3543" y="804"/>
                  </a:cubicBezTo>
                  <a:cubicBezTo>
                    <a:pt x="3576" y="836"/>
                    <a:pt x="3600" y="861"/>
                    <a:pt x="3641" y="885"/>
                  </a:cubicBezTo>
                  <a:cubicBezTo>
                    <a:pt x="3649" y="877"/>
                    <a:pt x="3600" y="836"/>
                    <a:pt x="3560" y="796"/>
                  </a:cubicBezTo>
                  <a:cubicBezTo>
                    <a:pt x="3511" y="755"/>
                    <a:pt x="3519" y="755"/>
                    <a:pt x="3519" y="755"/>
                  </a:cubicBezTo>
                  <a:cubicBezTo>
                    <a:pt x="3519" y="753"/>
                    <a:pt x="3519" y="751"/>
                    <a:pt x="3521" y="751"/>
                  </a:cubicBezTo>
                  <a:cubicBezTo>
                    <a:pt x="3524" y="751"/>
                    <a:pt x="3534" y="760"/>
                    <a:pt x="3568" y="788"/>
                  </a:cubicBezTo>
                  <a:lnTo>
                    <a:pt x="3657" y="869"/>
                  </a:lnTo>
                  <a:cubicBezTo>
                    <a:pt x="3616" y="828"/>
                    <a:pt x="3616" y="820"/>
                    <a:pt x="3616" y="820"/>
                  </a:cubicBezTo>
                  <a:lnTo>
                    <a:pt x="3616" y="820"/>
                  </a:lnTo>
                  <a:cubicBezTo>
                    <a:pt x="3616" y="820"/>
                    <a:pt x="3617" y="821"/>
                    <a:pt x="3714" y="901"/>
                  </a:cubicBezTo>
                  <a:cubicBezTo>
                    <a:pt x="3757" y="937"/>
                    <a:pt x="3779" y="955"/>
                    <a:pt x="3782" y="955"/>
                  </a:cubicBezTo>
                  <a:cubicBezTo>
                    <a:pt x="3784" y="955"/>
                    <a:pt x="3763" y="935"/>
                    <a:pt x="3722" y="893"/>
                  </a:cubicBezTo>
                  <a:lnTo>
                    <a:pt x="3681" y="844"/>
                  </a:lnTo>
                  <a:lnTo>
                    <a:pt x="3681" y="844"/>
                  </a:lnTo>
                  <a:cubicBezTo>
                    <a:pt x="3709" y="865"/>
                    <a:pt x="3722" y="874"/>
                    <a:pt x="3725" y="874"/>
                  </a:cubicBezTo>
                  <a:cubicBezTo>
                    <a:pt x="3731" y="874"/>
                    <a:pt x="3678" y="822"/>
                    <a:pt x="3649" y="788"/>
                  </a:cubicBezTo>
                  <a:lnTo>
                    <a:pt x="3649" y="788"/>
                  </a:lnTo>
                  <a:cubicBezTo>
                    <a:pt x="3696" y="823"/>
                    <a:pt x="3721" y="841"/>
                    <a:pt x="3724" y="841"/>
                  </a:cubicBezTo>
                  <a:cubicBezTo>
                    <a:pt x="3727" y="841"/>
                    <a:pt x="3707" y="821"/>
                    <a:pt x="3665" y="780"/>
                  </a:cubicBezTo>
                  <a:cubicBezTo>
                    <a:pt x="3639" y="758"/>
                    <a:pt x="3627" y="748"/>
                    <a:pt x="3629" y="748"/>
                  </a:cubicBezTo>
                  <a:lnTo>
                    <a:pt x="3629" y="748"/>
                  </a:lnTo>
                  <a:cubicBezTo>
                    <a:pt x="3630" y="748"/>
                    <a:pt x="3642" y="756"/>
                    <a:pt x="3665" y="771"/>
                  </a:cubicBezTo>
                  <a:cubicBezTo>
                    <a:pt x="3703" y="793"/>
                    <a:pt x="3716" y="800"/>
                    <a:pt x="3722" y="800"/>
                  </a:cubicBezTo>
                  <a:cubicBezTo>
                    <a:pt x="3725" y="800"/>
                    <a:pt x="3727" y="798"/>
                    <a:pt x="3730" y="796"/>
                  </a:cubicBezTo>
                  <a:cubicBezTo>
                    <a:pt x="3689" y="755"/>
                    <a:pt x="3714" y="731"/>
                    <a:pt x="3738" y="698"/>
                  </a:cubicBezTo>
                  <a:cubicBezTo>
                    <a:pt x="3770" y="666"/>
                    <a:pt x="3787" y="642"/>
                    <a:pt x="3738" y="601"/>
                  </a:cubicBezTo>
                  <a:cubicBezTo>
                    <a:pt x="3746" y="601"/>
                    <a:pt x="3746" y="601"/>
                    <a:pt x="3795" y="634"/>
                  </a:cubicBezTo>
                  <a:cubicBezTo>
                    <a:pt x="3814" y="647"/>
                    <a:pt x="3827" y="654"/>
                    <a:pt x="3830" y="654"/>
                  </a:cubicBezTo>
                  <a:cubicBezTo>
                    <a:pt x="3833" y="654"/>
                    <a:pt x="3813" y="637"/>
                    <a:pt x="3754" y="593"/>
                  </a:cubicBezTo>
                  <a:cubicBezTo>
                    <a:pt x="3726" y="569"/>
                    <a:pt x="3697" y="548"/>
                    <a:pt x="3698" y="548"/>
                  </a:cubicBezTo>
                  <a:lnTo>
                    <a:pt x="3698" y="548"/>
                  </a:lnTo>
                  <a:cubicBezTo>
                    <a:pt x="3699" y="548"/>
                    <a:pt x="3714" y="558"/>
                    <a:pt x="3754" y="585"/>
                  </a:cubicBezTo>
                  <a:cubicBezTo>
                    <a:pt x="3783" y="601"/>
                    <a:pt x="3797" y="607"/>
                    <a:pt x="3806" y="607"/>
                  </a:cubicBezTo>
                  <a:cubicBezTo>
                    <a:pt x="3815" y="607"/>
                    <a:pt x="3819" y="601"/>
                    <a:pt x="3827" y="593"/>
                  </a:cubicBezTo>
                  <a:cubicBezTo>
                    <a:pt x="3835" y="585"/>
                    <a:pt x="3852" y="569"/>
                    <a:pt x="3803" y="536"/>
                  </a:cubicBezTo>
                  <a:cubicBezTo>
                    <a:pt x="3777" y="515"/>
                    <a:pt x="3765" y="505"/>
                    <a:pt x="3767" y="505"/>
                  </a:cubicBezTo>
                  <a:lnTo>
                    <a:pt x="3767" y="505"/>
                  </a:lnTo>
                  <a:cubicBezTo>
                    <a:pt x="3768" y="505"/>
                    <a:pt x="3780" y="513"/>
                    <a:pt x="3803" y="528"/>
                  </a:cubicBezTo>
                  <a:cubicBezTo>
                    <a:pt x="3854" y="567"/>
                    <a:pt x="3897" y="587"/>
                    <a:pt x="3912" y="587"/>
                  </a:cubicBezTo>
                  <a:cubicBezTo>
                    <a:pt x="3926" y="587"/>
                    <a:pt x="3918" y="571"/>
                    <a:pt x="3876" y="536"/>
                  </a:cubicBezTo>
                  <a:cubicBezTo>
                    <a:pt x="3876" y="534"/>
                    <a:pt x="3877" y="532"/>
                    <a:pt x="3880" y="532"/>
                  </a:cubicBezTo>
                  <a:cubicBezTo>
                    <a:pt x="3886" y="532"/>
                    <a:pt x="3900" y="539"/>
                    <a:pt x="3933" y="561"/>
                  </a:cubicBezTo>
                  <a:cubicBezTo>
                    <a:pt x="3933" y="553"/>
                    <a:pt x="3941" y="553"/>
                    <a:pt x="3900" y="504"/>
                  </a:cubicBezTo>
                  <a:lnTo>
                    <a:pt x="3916" y="480"/>
                  </a:lnTo>
                  <a:cubicBezTo>
                    <a:pt x="3925" y="471"/>
                    <a:pt x="3876" y="431"/>
                    <a:pt x="3876" y="431"/>
                  </a:cubicBezTo>
                  <a:lnTo>
                    <a:pt x="3884" y="423"/>
                  </a:lnTo>
                  <a:cubicBezTo>
                    <a:pt x="3901" y="434"/>
                    <a:pt x="3914" y="438"/>
                    <a:pt x="3924" y="438"/>
                  </a:cubicBezTo>
                  <a:cubicBezTo>
                    <a:pt x="3944" y="438"/>
                    <a:pt x="3954" y="422"/>
                    <a:pt x="3965" y="407"/>
                  </a:cubicBezTo>
                  <a:cubicBezTo>
                    <a:pt x="3984" y="381"/>
                    <a:pt x="3998" y="361"/>
                    <a:pt x="4030" y="361"/>
                  </a:cubicBezTo>
                  <a:cubicBezTo>
                    <a:pt x="4039" y="361"/>
                    <a:pt x="4050" y="362"/>
                    <a:pt x="4062" y="366"/>
                  </a:cubicBezTo>
                  <a:cubicBezTo>
                    <a:pt x="4062" y="366"/>
                    <a:pt x="4062" y="366"/>
                    <a:pt x="4014" y="334"/>
                  </a:cubicBezTo>
                  <a:cubicBezTo>
                    <a:pt x="3945" y="296"/>
                    <a:pt x="3921" y="280"/>
                    <a:pt x="3929" y="280"/>
                  </a:cubicBezTo>
                  <a:lnTo>
                    <a:pt x="3929" y="280"/>
                  </a:lnTo>
                  <a:cubicBezTo>
                    <a:pt x="3933" y="280"/>
                    <a:pt x="3945" y="285"/>
                    <a:pt x="3965" y="293"/>
                  </a:cubicBezTo>
                  <a:cubicBezTo>
                    <a:pt x="4011" y="313"/>
                    <a:pt x="4040" y="322"/>
                    <a:pt x="4051" y="322"/>
                  </a:cubicBezTo>
                  <a:cubicBezTo>
                    <a:pt x="4066" y="322"/>
                    <a:pt x="4044" y="302"/>
                    <a:pt x="3981" y="269"/>
                  </a:cubicBezTo>
                  <a:lnTo>
                    <a:pt x="3981" y="269"/>
                  </a:lnTo>
                  <a:lnTo>
                    <a:pt x="4038" y="293"/>
                  </a:lnTo>
                  <a:cubicBezTo>
                    <a:pt x="4071" y="308"/>
                    <a:pt x="4090" y="315"/>
                    <a:pt x="4097" y="315"/>
                  </a:cubicBezTo>
                  <a:cubicBezTo>
                    <a:pt x="4112" y="315"/>
                    <a:pt x="4070" y="283"/>
                    <a:pt x="3998" y="244"/>
                  </a:cubicBezTo>
                  <a:lnTo>
                    <a:pt x="3998" y="244"/>
                  </a:lnTo>
                  <a:cubicBezTo>
                    <a:pt x="4034" y="255"/>
                    <a:pt x="4070" y="269"/>
                    <a:pt x="4077" y="269"/>
                  </a:cubicBezTo>
                  <a:cubicBezTo>
                    <a:pt x="4080" y="269"/>
                    <a:pt x="4075" y="264"/>
                    <a:pt x="4054" y="253"/>
                  </a:cubicBezTo>
                  <a:cubicBezTo>
                    <a:pt x="4062" y="253"/>
                    <a:pt x="4062" y="253"/>
                    <a:pt x="4168" y="301"/>
                  </a:cubicBezTo>
                  <a:cubicBezTo>
                    <a:pt x="4200" y="317"/>
                    <a:pt x="4241" y="334"/>
                    <a:pt x="4281" y="342"/>
                  </a:cubicBezTo>
                  <a:cubicBezTo>
                    <a:pt x="4249" y="317"/>
                    <a:pt x="4208" y="301"/>
                    <a:pt x="4176" y="293"/>
                  </a:cubicBezTo>
                  <a:lnTo>
                    <a:pt x="4176" y="277"/>
                  </a:lnTo>
                  <a:cubicBezTo>
                    <a:pt x="4176" y="277"/>
                    <a:pt x="4184" y="277"/>
                    <a:pt x="4127" y="253"/>
                  </a:cubicBezTo>
                  <a:cubicBezTo>
                    <a:pt x="4070" y="228"/>
                    <a:pt x="4070" y="220"/>
                    <a:pt x="4079" y="220"/>
                  </a:cubicBezTo>
                  <a:lnTo>
                    <a:pt x="4079" y="220"/>
                  </a:lnTo>
                  <a:cubicBezTo>
                    <a:pt x="4093" y="226"/>
                    <a:pt x="4100" y="229"/>
                    <a:pt x="4102" y="229"/>
                  </a:cubicBezTo>
                  <a:cubicBezTo>
                    <a:pt x="4106" y="229"/>
                    <a:pt x="4064" y="208"/>
                    <a:pt x="4022" y="196"/>
                  </a:cubicBezTo>
                  <a:cubicBezTo>
                    <a:pt x="3981" y="180"/>
                    <a:pt x="3949" y="163"/>
                    <a:pt x="3916" y="147"/>
                  </a:cubicBezTo>
                  <a:lnTo>
                    <a:pt x="3803" y="98"/>
                  </a:lnTo>
                  <a:cubicBezTo>
                    <a:pt x="3730" y="66"/>
                    <a:pt x="3657" y="34"/>
                    <a:pt x="3576" y="9"/>
                  </a:cubicBezTo>
                  <a:cubicBezTo>
                    <a:pt x="3550" y="6"/>
                    <a:pt x="3522" y="0"/>
                    <a:pt x="3510" y="0"/>
                  </a:cubicBezTo>
                  <a:close/>
                  <a:moveTo>
                    <a:pt x="1330" y="2701"/>
                  </a:moveTo>
                  <a:cubicBezTo>
                    <a:pt x="1322" y="2742"/>
                    <a:pt x="1314" y="2782"/>
                    <a:pt x="1306" y="2823"/>
                  </a:cubicBezTo>
                  <a:cubicBezTo>
                    <a:pt x="1302" y="2846"/>
                    <a:pt x="1302" y="2860"/>
                    <a:pt x="1304" y="2860"/>
                  </a:cubicBezTo>
                  <a:cubicBezTo>
                    <a:pt x="1307" y="2860"/>
                    <a:pt x="1316" y="2832"/>
                    <a:pt x="1330" y="2766"/>
                  </a:cubicBezTo>
                  <a:cubicBezTo>
                    <a:pt x="1338" y="2701"/>
                    <a:pt x="1338" y="2701"/>
                    <a:pt x="1330" y="27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2"/>
            <p:cNvSpPr/>
            <p:nvPr/>
          </p:nvSpPr>
          <p:spPr>
            <a:xfrm>
              <a:off x="7654729" y="1709021"/>
              <a:ext cx="82464" cy="37767"/>
            </a:xfrm>
            <a:custGeom>
              <a:avLst/>
              <a:gdLst/>
              <a:ahLst/>
              <a:cxnLst/>
              <a:rect l="l" t="t" r="r" b="b"/>
              <a:pathLst>
                <a:path w="4784" h="2191" extrusionOk="0">
                  <a:moveTo>
                    <a:pt x="803" y="60"/>
                  </a:moveTo>
                  <a:lnTo>
                    <a:pt x="779" y="117"/>
                  </a:lnTo>
                  <a:cubicBezTo>
                    <a:pt x="811" y="68"/>
                    <a:pt x="811" y="68"/>
                    <a:pt x="811" y="68"/>
                  </a:cubicBezTo>
                  <a:lnTo>
                    <a:pt x="803" y="60"/>
                  </a:lnTo>
                  <a:close/>
                  <a:moveTo>
                    <a:pt x="1779" y="186"/>
                  </a:moveTo>
                  <a:cubicBezTo>
                    <a:pt x="1775" y="186"/>
                    <a:pt x="1771" y="198"/>
                    <a:pt x="1760" y="239"/>
                  </a:cubicBezTo>
                  <a:lnTo>
                    <a:pt x="1768" y="247"/>
                  </a:lnTo>
                  <a:cubicBezTo>
                    <a:pt x="1784" y="190"/>
                    <a:pt x="1784" y="190"/>
                    <a:pt x="1784" y="190"/>
                  </a:cubicBezTo>
                  <a:cubicBezTo>
                    <a:pt x="1782" y="188"/>
                    <a:pt x="1780" y="186"/>
                    <a:pt x="1779" y="186"/>
                  </a:cubicBezTo>
                  <a:close/>
                  <a:moveTo>
                    <a:pt x="586" y="267"/>
                  </a:moveTo>
                  <a:cubicBezTo>
                    <a:pt x="588" y="267"/>
                    <a:pt x="590" y="269"/>
                    <a:pt x="592" y="271"/>
                  </a:cubicBezTo>
                  <a:cubicBezTo>
                    <a:pt x="592" y="271"/>
                    <a:pt x="592" y="271"/>
                    <a:pt x="560" y="320"/>
                  </a:cubicBezTo>
                  <a:cubicBezTo>
                    <a:pt x="560" y="320"/>
                    <a:pt x="519" y="368"/>
                    <a:pt x="519" y="368"/>
                  </a:cubicBezTo>
                  <a:lnTo>
                    <a:pt x="543" y="312"/>
                  </a:lnTo>
                  <a:cubicBezTo>
                    <a:pt x="572" y="277"/>
                    <a:pt x="581" y="267"/>
                    <a:pt x="586" y="267"/>
                  </a:cubicBezTo>
                  <a:close/>
                  <a:moveTo>
                    <a:pt x="628" y="300"/>
                  </a:moveTo>
                  <a:cubicBezTo>
                    <a:pt x="629" y="300"/>
                    <a:pt x="631" y="302"/>
                    <a:pt x="633" y="304"/>
                  </a:cubicBezTo>
                  <a:cubicBezTo>
                    <a:pt x="633" y="312"/>
                    <a:pt x="641" y="312"/>
                    <a:pt x="608" y="360"/>
                  </a:cubicBezTo>
                  <a:lnTo>
                    <a:pt x="600" y="360"/>
                  </a:lnTo>
                  <a:cubicBezTo>
                    <a:pt x="610" y="345"/>
                    <a:pt x="614" y="339"/>
                    <a:pt x="614" y="339"/>
                  </a:cubicBezTo>
                  <a:lnTo>
                    <a:pt x="614" y="339"/>
                  </a:lnTo>
                  <a:cubicBezTo>
                    <a:pt x="612" y="339"/>
                    <a:pt x="590" y="370"/>
                    <a:pt x="568" y="409"/>
                  </a:cubicBezTo>
                  <a:lnTo>
                    <a:pt x="503" y="506"/>
                  </a:lnTo>
                  <a:cubicBezTo>
                    <a:pt x="519" y="466"/>
                    <a:pt x="535" y="433"/>
                    <a:pt x="560" y="401"/>
                  </a:cubicBezTo>
                  <a:cubicBezTo>
                    <a:pt x="610" y="318"/>
                    <a:pt x="621" y="300"/>
                    <a:pt x="628" y="300"/>
                  </a:cubicBezTo>
                  <a:close/>
                  <a:moveTo>
                    <a:pt x="1135" y="506"/>
                  </a:moveTo>
                  <a:lnTo>
                    <a:pt x="1103" y="563"/>
                  </a:lnTo>
                  <a:lnTo>
                    <a:pt x="1070" y="612"/>
                  </a:lnTo>
                  <a:lnTo>
                    <a:pt x="1095" y="555"/>
                  </a:lnTo>
                  <a:cubicBezTo>
                    <a:pt x="1127" y="506"/>
                    <a:pt x="1127" y="506"/>
                    <a:pt x="1135" y="506"/>
                  </a:cubicBezTo>
                  <a:close/>
                  <a:moveTo>
                    <a:pt x="1557" y="539"/>
                  </a:moveTo>
                  <a:lnTo>
                    <a:pt x="1516" y="652"/>
                  </a:lnTo>
                  <a:cubicBezTo>
                    <a:pt x="1517" y="653"/>
                    <a:pt x="1517" y="653"/>
                    <a:pt x="1518" y="653"/>
                  </a:cubicBezTo>
                  <a:cubicBezTo>
                    <a:pt x="1527" y="653"/>
                    <a:pt x="1541" y="604"/>
                    <a:pt x="1541" y="604"/>
                  </a:cubicBezTo>
                  <a:cubicBezTo>
                    <a:pt x="1549" y="579"/>
                    <a:pt x="1557" y="563"/>
                    <a:pt x="1557" y="547"/>
                  </a:cubicBezTo>
                  <a:lnTo>
                    <a:pt x="1557" y="539"/>
                  </a:lnTo>
                  <a:close/>
                  <a:moveTo>
                    <a:pt x="1622" y="644"/>
                  </a:moveTo>
                  <a:lnTo>
                    <a:pt x="1622" y="644"/>
                  </a:lnTo>
                  <a:cubicBezTo>
                    <a:pt x="1616" y="663"/>
                    <a:pt x="1614" y="669"/>
                    <a:pt x="1613" y="669"/>
                  </a:cubicBezTo>
                  <a:cubicBezTo>
                    <a:pt x="1611" y="669"/>
                    <a:pt x="1616" y="644"/>
                    <a:pt x="1622" y="644"/>
                  </a:cubicBezTo>
                  <a:close/>
                  <a:moveTo>
                    <a:pt x="1295" y="491"/>
                  </a:moveTo>
                  <a:cubicBezTo>
                    <a:pt x="1296" y="491"/>
                    <a:pt x="1283" y="516"/>
                    <a:pt x="1249" y="579"/>
                  </a:cubicBezTo>
                  <a:lnTo>
                    <a:pt x="1192" y="685"/>
                  </a:lnTo>
                  <a:cubicBezTo>
                    <a:pt x="1208" y="628"/>
                    <a:pt x="1241" y="571"/>
                    <a:pt x="1273" y="523"/>
                  </a:cubicBezTo>
                  <a:cubicBezTo>
                    <a:pt x="1286" y="503"/>
                    <a:pt x="1294" y="491"/>
                    <a:pt x="1295" y="491"/>
                  </a:cubicBezTo>
                  <a:close/>
                  <a:moveTo>
                    <a:pt x="3370" y="672"/>
                  </a:moveTo>
                  <a:cubicBezTo>
                    <a:pt x="3369" y="672"/>
                    <a:pt x="3370" y="682"/>
                    <a:pt x="3372" y="699"/>
                  </a:cubicBezTo>
                  <a:lnTo>
                    <a:pt x="3372" y="699"/>
                  </a:lnTo>
                  <a:cubicBezTo>
                    <a:pt x="3371" y="680"/>
                    <a:pt x="3370" y="672"/>
                    <a:pt x="3370" y="672"/>
                  </a:cubicBezTo>
                  <a:close/>
                  <a:moveTo>
                    <a:pt x="3372" y="699"/>
                  </a:moveTo>
                  <a:cubicBezTo>
                    <a:pt x="3372" y="703"/>
                    <a:pt x="3372" y="709"/>
                    <a:pt x="3372" y="715"/>
                  </a:cubicBezTo>
                  <a:lnTo>
                    <a:pt x="3372" y="715"/>
                  </a:lnTo>
                  <a:cubicBezTo>
                    <a:pt x="3373" y="713"/>
                    <a:pt x="3373" y="711"/>
                    <a:pt x="3373" y="709"/>
                  </a:cubicBezTo>
                  <a:cubicBezTo>
                    <a:pt x="3373" y="705"/>
                    <a:pt x="3372" y="702"/>
                    <a:pt x="3372" y="699"/>
                  </a:cubicBezTo>
                  <a:close/>
                  <a:moveTo>
                    <a:pt x="779" y="636"/>
                  </a:moveTo>
                  <a:cubicBezTo>
                    <a:pt x="770" y="677"/>
                    <a:pt x="746" y="709"/>
                    <a:pt x="722" y="741"/>
                  </a:cubicBezTo>
                  <a:lnTo>
                    <a:pt x="714" y="733"/>
                  </a:lnTo>
                  <a:cubicBezTo>
                    <a:pt x="730" y="693"/>
                    <a:pt x="754" y="660"/>
                    <a:pt x="779" y="636"/>
                  </a:cubicBezTo>
                  <a:close/>
                  <a:moveTo>
                    <a:pt x="1443" y="685"/>
                  </a:moveTo>
                  <a:cubicBezTo>
                    <a:pt x="1452" y="685"/>
                    <a:pt x="1452" y="685"/>
                    <a:pt x="1427" y="741"/>
                  </a:cubicBezTo>
                  <a:lnTo>
                    <a:pt x="1419" y="741"/>
                  </a:lnTo>
                  <a:lnTo>
                    <a:pt x="1443" y="685"/>
                  </a:lnTo>
                  <a:close/>
                  <a:moveTo>
                    <a:pt x="1417" y="643"/>
                  </a:moveTo>
                  <a:cubicBezTo>
                    <a:pt x="1422" y="643"/>
                    <a:pt x="1399" y="694"/>
                    <a:pt x="1362" y="774"/>
                  </a:cubicBezTo>
                  <a:lnTo>
                    <a:pt x="1354" y="774"/>
                  </a:lnTo>
                  <a:cubicBezTo>
                    <a:pt x="1370" y="733"/>
                    <a:pt x="1387" y="701"/>
                    <a:pt x="1403" y="660"/>
                  </a:cubicBezTo>
                  <a:cubicBezTo>
                    <a:pt x="1411" y="648"/>
                    <a:pt x="1415" y="643"/>
                    <a:pt x="1417" y="643"/>
                  </a:cubicBezTo>
                  <a:close/>
                  <a:moveTo>
                    <a:pt x="4545" y="613"/>
                  </a:moveTo>
                  <a:cubicBezTo>
                    <a:pt x="4547" y="613"/>
                    <a:pt x="4572" y="694"/>
                    <a:pt x="4589" y="774"/>
                  </a:cubicBezTo>
                  <a:cubicBezTo>
                    <a:pt x="4573" y="733"/>
                    <a:pt x="4557" y="701"/>
                    <a:pt x="4557" y="660"/>
                  </a:cubicBezTo>
                  <a:cubicBezTo>
                    <a:pt x="4547" y="627"/>
                    <a:pt x="4544" y="613"/>
                    <a:pt x="4545" y="613"/>
                  </a:cubicBezTo>
                  <a:close/>
                  <a:moveTo>
                    <a:pt x="2887" y="782"/>
                  </a:moveTo>
                  <a:cubicBezTo>
                    <a:pt x="2892" y="782"/>
                    <a:pt x="2890" y="811"/>
                    <a:pt x="2888" y="811"/>
                  </a:cubicBezTo>
                  <a:cubicBezTo>
                    <a:pt x="2887" y="811"/>
                    <a:pt x="2887" y="804"/>
                    <a:pt x="2887" y="782"/>
                  </a:cubicBezTo>
                  <a:close/>
                  <a:moveTo>
                    <a:pt x="2303" y="709"/>
                  </a:moveTo>
                  <a:cubicBezTo>
                    <a:pt x="2295" y="750"/>
                    <a:pt x="2287" y="782"/>
                    <a:pt x="2270" y="822"/>
                  </a:cubicBezTo>
                  <a:cubicBezTo>
                    <a:pt x="2279" y="766"/>
                    <a:pt x="2295" y="709"/>
                    <a:pt x="2295" y="709"/>
                  </a:cubicBezTo>
                  <a:close/>
                  <a:moveTo>
                    <a:pt x="1111" y="611"/>
                  </a:moveTo>
                  <a:cubicBezTo>
                    <a:pt x="1113" y="611"/>
                    <a:pt x="1101" y="637"/>
                    <a:pt x="1079" y="685"/>
                  </a:cubicBezTo>
                  <a:cubicBezTo>
                    <a:pt x="1046" y="741"/>
                    <a:pt x="1022" y="790"/>
                    <a:pt x="989" y="839"/>
                  </a:cubicBezTo>
                  <a:lnTo>
                    <a:pt x="973" y="831"/>
                  </a:lnTo>
                  <a:lnTo>
                    <a:pt x="1038" y="733"/>
                  </a:lnTo>
                  <a:cubicBezTo>
                    <a:pt x="1087" y="649"/>
                    <a:pt x="1109" y="611"/>
                    <a:pt x="1111" y="611"/>
                  </a:cubicBezTo>
                  <a:close/>
                  <a:moveTo>
                    <a:pt x="757" y="732"/>
                  </a:moveTo>
                  <a:cubicBezTo>
                    <a:pt x="750" y="732"/>
                    <a:pt x="728" y="767"/>
                    <a:pt x="706" y="806"/>
                  </a:cubicBezTo>
                  <a:cubicBezTo>
                    <a:pt x="681" y="855"/>
                    <a:pt x="681" y="855"/>
                    <a:pt x="689" y="863"/>
                  </a:cubicBezTo>
                  <a:cubicBezTo>
                    <a:pt x="690" y="864"/>
                    <a:pt x="691" y="864"/>
                    <a:pt x="692" y="864"/>
                  </a:cubicBezTo>
                  <a:cubicBezTo>
                    <a:pt x="702" y="864"/>
                    <a:pt x="730" y="822"/>
                    <a:pt x="730" y="822"/>
                  </a:cubicBezTo>
                  <a:cubicBezTo>
                    <a:pt x="762" y="766"/>
                    <a:pt x="754" y="766"/>
                    <a:pt x="754" y="758"/>
                  </a:cubicBezTo>
                  <a:cubicBezTo>
                    <a:pt x="759" y="740"/>
                    <a:pt x="760" y="732"/>
                    <a:pt x="757" y="732"/>
                  </a:cubicBezTo>
                  <a:close/>
                  <a:moveTo>
                    <a:pt x="3081" y="806"/>
                  </a:moveTo>
                  <a:cubicBezTo>
                    <a:pt x="3074" y="837"/>
                    <a:pt x="3073" y="839"/>
                    <a:pt x="3073" y="865"/>
                  </a:cubicBezTo>
                  <a:lnTo>
                    <a:pt x="3073" y="865"/>
                  </a:lnTo>
                  <a:cubicBezTo>
                    <a:pt x="3076" y="855"/>
                    <a:pt x="3079" y="836"/>
                    <a:pt x="3081" y="806"/>
                  </a:cubicBezTo>
                  <a:close/>
                  <a:moveTo>
                    <a:pt x="2830" y="774"/>
                  </a:moveTo>
                  <a:lnTo>
                    <a:pt x="2830" y="774"/>
                  </a:lnTo>
                  <a:cubicBezTo>
                    <a:pt x="2830" y="835"/>
                    <a:pt x="2828" y="865"/>
                    <a:pt x="2827" y="865"/>
                  </a:cubicBezTo>
                  <a:cubicBezTo>
                    <a:pt x="2826" y="865"/>
                    <a:pt x="2826" y="835"/>
                    <a:pt x="2830" y="774"/>
                  </a:cubicBezTo>
                  <a:close/>
                  <a:moveTo>
                    <a:pt x="1208" y="758"/>
                  </a:moveTo>
                  <a:lnTo>
                    <a:pt x="1208" y="766"/>
                  </a:lnTo>
                  <a:cubicBezTo>
                    <a:pt x="1200" y="798"/>
                    <a:pt x="1176" y="839"/>
                    <a:pt x="1160" y="871"/>
                  </a:cubicBezTo>
                  <a:lnTo>
                    <a:pt x="1152" y="863"/>
                  </a:lnTo>
                  <a:lnTo>
                    <a:pt x="1208" y="758"/>
                  </a:lnTo>
                  <a:close/>
                  <a:moveTo>
                    <a:pt x="3357" y="766"/>
                  </a:moveTo>
                  <a:cubicBezTo>
                    <a:pt x="3365" y="806"/>
                    <a:pt x="3365" y="847"/>
                    <a:pt x="3357" y="887"/>
                  </a:cubicBezTo>
                  <a:lnTo>
                    <a:pt x="3349" y="831"/>
                  </a:lnTo>
                  <a:lnTo>
                    <a:pt x="3357" y="766"/>
                  </a:lnTo>
                  <a:close/>
                  <a:moveTo>
                    <a:pt x="3300" y="822"/>
                  </a:moveTo>
                  <a:cubicBezTo>
                    <a:pt x="3300" y="822"/>
                    <a:pt x="3300" y="822"/>
                    <a:pt x="3308" y="887"/>
                  </a:cubicBezTo>
                  <a:cubicBezTo>
                    <a:pt x="3308" y="887"/>
                    <a:pt x="3308" y="944"/>
                    <a:pt x="3300" y="944"/>
                  </a:cubicBezTo>
                  <a:lnTo>
                    <a:pt x="3292" y="887"/>
                  </a:lnTo>
                  <a:cubicBezTo>
                    <a:pt x="3292" y="822"/>
                    <a:pt x="3300" y="822"/>
                    <a:pt x="3300" y="822"/>
                  </a:cubicBezTo>
                  <a:close/>
                  <a:moveTo>
                    <a:pt x="1681" y="818"/>
                  </a:moveTo>
                  <a:cubicBezTo>
                    <a:pt x="1681" y="818"/>
                    <a:pt x="1673" y="848"/>
                    <a:pt x="1654" y="920"/>
                  </a:cubicBezTo>
                  <a:cubicBezTo>
                    <a:pt x="1642" y="961"/>
                    <a:pt x="1639" y="972"/>
                    <a:pt x="1635" y="972"/>
                  </a:cubicBezTo>
                  <a:cubicBezTo>
                    <a:pt x="1634" y="972"/>
                    <a:pt x="1632" y="971"/>
                    <a:pt x="1630" y="968"/>
                  </a:cubicBezTo>
                  <a:lnTo>
                    <a:pt x="1670" y="855"/>
                  </a:lnTo>
                  <a:cubicBezTo>
                    <a:pt x="1677" y="832"/>
                    <a:pt x="1681" y="818"/>
                    <a:pt x="1681" y="818"/>
                  </a:cubicBezTo>
                  <a:close/>
                  <a:moveTo>
                    <a:pt x="1711" y="871"/>
                  </a:moveTo>
                  <a:cubicBezTo>
                    <a:pt x="1703" y="912"/>
                    <a:pt x="1687" y="952"/>
                    <a:pt x="1670" y="985"/>
                  </a:cubicBezTo>
                  <a:lnTo>
                    <a:pt x="1679" y="928"/>
                  </a:lnTo>
                  <a:lnTo>
                    <a:pt x="1703" y="871"/>
                  </a:lnTo>
                  <a:close/>
                  <a:moveTo>
                    <a:pt x="1702" y="969"/>
                  </a:moveTo>
                  <a:cubicBezTo>
                    <a:pt x="1702" y="969"/>
                    <a:pt x="1696" y="993"/>
                    <a:pt x="1695" y="993"/>
                  </a:cubicBezTo>
                  <a:cubicBezTo>
                    <a:pt x="1695" y="993"/>
                    <a:pt x="1695" y="993"/>
                    <a:pt x="1695" y="993"/>
                  </a:cubicBezTo>
                  <a:cubicBezTo>
                    <a:pt x="1700" y="975"/>
                    <a:pt x="1702" y="969"/>
                    <a:pt x="1702" y="969"/>
                  </a:cubicBezTo>
                  <a:close/>
                  <a:moveTo>
                    <a:pt x="3892" y="822"/>
                  </a:moveTo>
                  <a:cubicBezTo>
                    <a:pt x="3892" y="822"/>
                    <a:pt x="3892" y="823"/>
                    <a:pt x="3908" y="879"/>
                  </a:cubicBezTo>
                  <a:cubicBezTo>
                    <a:pt x="3916" y="920"/>
                    <a:pt x="3916" y="960"/>
                    <a:pt x="3916" y="1001"/>
                  </a:cubicBezTo>
                  <a:cubicBezTo>
                    <a:pt x="3900" y="944"/>
                    <a:pt x="3892" y="879"/>
                    <a:pt x="3892" y="822"/>
                  </a:cubicBezTo>
                  <a:close/>
                  <a:moveTo>
                    <a:pt x="1460" y="887"/>
                  </a:moveTo>
                  <a:lnTo>
                    <a:pt x="1460" y="887"/>
                  </a:lnTo>
                  <a:cubicBezTo>
                    <a:pt x="1468" y="895"/>
                    <a:pt x="1468" y="895"/>
                    <a:pt x="1452" y="952"/>
                  </a:cubicBezTo>
                  <a:cubicBezTo>
                    <a:pt x="1452" y="952"/>
                    <a:pt x="1427" y="1009"/>
                    <a:pt x="1419" y="1009"/>
                  </a:cubicBezTo>
                  <a:cubicBezTo>
                    <a:pt x="1419" y="1001"/>
                    <a:pt x="1435" y="944"/>
                    <a:pt x="1435" y="944"/>
                  </a:cubicBezTo>
                  <a:cubicBezTo>
                    <a:pt x="1451" y="887"/>
                    <a:pt x="1460" y="887"/>
                    <a:pt x="1460" y="887"/>
                  </a:cubicBezTo>
                  <a:close/>
                  <a:moveTo>
                    <a:pt x="1543" y="932"/>
                  </a:moveTo>
                  <a:cubicBezTo>
                    <a:pt x="1545" y="932"/>
                    <a:pt x="1547" y="934"/>
                    <a:pt x="1549" y="936"/>
                  </a:cubicBezTo>
                  <a:cubicBezTo>
                    <a:pt x="1557" y="936"/>
                    <a:pt x="1533" y="993"/>
                    <a:pt x="1533" y="993"/>
                  </a:cubicBezTo>
                  <a:cubicBezTo>
                    <a:pt x="1527" y="1011"/>
                    <a:pt x="1525" y="1018"/>
                    <a:pt x="1525" y="1018"/>
                  </a:cubicBezTo>
                  <a:cubicBezTo>
                    <a:pt x="1524" y="1018"/>
                    <a:pt x="1530" y="990"/>
                    <a:pt x="1524" y="985"/>
                  </a:cubicBezTo>
                  <a:cubicBezTo>
                    <a:pt x="1536" y="943"/>
                    <a:pt x="1539" y="932"/>
                    <a:pt x="1543" y="932"/>
                  </a:cubicBezTo>
                  <a:close/>
                  <a:moveTo>
                    <a:pt x="1233" y="977"/>
                  </a:moveTo>
                  <a:lnTo>
                    <a:pt x="1208" y="1033"/>
                  </a:lnTo>
                  <a:cubicBezTo>
                    <a:pt x="1208" y="1033"/>
                    <a:pt x="1195" y="1053"/>
                    <a:pt x="1192" y="1053"/>
                  </a:cubicBezTo>
                  <a:cubicBezTo>
                    <a:pt x="1190" y="1053"/>
                    <a:pt x="1191" y="1046"/>
                    <a:pt x="1200" y="1025"/>
                  </a:cubicBezTo>
                  <a:cubicBezTo>
                    <a:pt x="1200" y="1025"/>
                    <a:pt x="1233" y="977"/>
                    <a:pt x="1233" y="977"/>
                  </a:cubicBezTo>
                  <a:close/>
                  <a:moveTo>
                    <a:pt x="65" y="1001"/>
                  </a:moveTo>
                  <a:cubicBezTo>
                    <a:pt x="65" y="1001"/>
                    <a:pt x="33" y="1041"/>
                    <a:pt x="0" y="1098"/>
                  </a:cubicBezTo>
                  <a:cubicBezTo>
                    <a:pt x="33" y="1074"/>
                    <a:pt x="57" y="1041"/>
                    <a:pt x="73" y="1001"/>
                  </a:cubicBezTo>
                  <a:close/>
                  <a:moveTo>
                    <a:pt x="2352" y="1130"/>
                  </a:moveTo>
                  <a:lnTo>
                    <a:pt x="2352" y="1130"/>
                  </a:lnTo>
                  <a:cubicBezTo>
                    <a:pt x="2354" y="1130"/>
                    <a:pt x="2349" y="1155"/>
                    <a:pt x="2343" y="1155"/>
                  </a:cubicBezTo>
                  <a:cubicBezTo>
                    <a:pt x="2349" y="1136"/>
                    <a:pt x="2351" y="1130"/>
                    <a:pt x="2352" y="1130"/>
                  </a:cubicBezTo>
                  <a:close/>
                  <a:moveTo>
                    <a:pt x="3543" y="1074"/>
                  </a:moveTo>
                  <a:cubicBezTo>
                    <a:pt x="3551" y="1074"/>
                    <a:pt x="3560" y="1131"/>
                    <a:pt x="3560" y="1131"/>
                  </a:cubicBezTo>
                  <a:cubicBezTo>
                    <a:pt x="3560" y="1131"/>
                    <a:pt x="3560" y="1187"/>
                    <a:pt x="3560" y="1187"/>
                  </a:cubicBezTo>
                  <a:cubicBezTo>
                    <a:pt x="3560" y="1187"/>
                    <a:pt x="3551" y="1131"/>
                    <a:pt x="3543" y="1074"/>
                  </a:cubicBezTo>
                  <a:close/>
                  <a:moveTo>
                    <a:pt x="2295" y="1074"/>
                  </a:moveTo>
                  <a:cubicBezTo>
                    <a:pt x="2295" y="1114"/>
                    <a:pt x="2287" y="1155"/>
                    <a:pt x="2270" y="1195"/>
                  </a:cubicBezTo>
                  <a:lnTo>
                    <a:pt x="2279" y="1131"/>
                  </a:lnTo>
                  <a:lnTo>
                    <a:pt x="2295" y="1074"/>
                  </a:lnTo>
                  <a:close/>
                  <a:moveTo>
                    <a:pt x="3754" y="1066"/>
                  </a:moveTo>
                  <a:cubicBezTo>
                    <a:pt x="3754" y="1066"/>
                    <a:pt x="3762" y="1122"/>
                    <a:pt x="3770" y="1187"/>
                  </a:cubicBezTo>
                  <a:cubicBezTo>
                    <a:pt x="3770" y="1187"/>
                    <a:pt x="3770" y="1213"/>
                    <a:pt x="3768" y="1213"/>
                  </a:cubicBezTo>
                  <a:cubicBezTo>
                    <a:pt x="3767" y="1213"/>
                    <a:pt x="3765" y="1206"/>
                    <a:pt x="3762" y="1187"/>
                  </a:cubicBezTo>
                  <a:lnTo>
                    <a:pt x="3754" y="1122"/>
                  </a:lnTo>
                  <a:cubicBezTo>
                    <a:pt x="3754" y="1102"/>
                    <a:pt x="3754" y="1081"/>
                    <a:pt x="3754" y="1066"/>
                  </a:cubicBezTo>
                  <a:close/>
                  <a:moveTo>
                    <a:pt x="1995" y="1106"/>
                  </a:moveTo>
                  <a:lnTo>
                    <a:pt x="1995" y="1106"/>
                  </a:lnTo>
                  <a:cubicBezTo>
                    <a:pt x="1987" y="1147"/>
                    <a:pt x="1979" y="1187"/>
                    <a:pt x="1962" y="1220"/>
                  </a:cubicBezTo>
                  <a:lnTo>
                    <a:pt x="1970" y="1163"/>
                  </a:lnTo>
                  <a:lnTo>
                    <a:pt x="1995" y="1106"/>
                  </a:lnTo>
                  <a:close/>
                  <a:moveTo>
                    <a:pt x="3413" y="1145"/>
                  </a:moveTo>
                  <a:cubicBezTo>
                    <a:pt x="3414" y="1145"/>
                    <a:pt x="3414" y="1159"/>
                    <a:pt x="3414" y="1187"/>
                  </a:cubicBezTo>
                  <a:cubicBezTo>
                    <a:pt x="3422" y="1244"/>
                    <a:pt x="3422" y="1244"/>
                    <a:pt x="3414" y="1244"/>
                  </a:cubicBezTo>
                  <a:cubicBezTo>
                    <a:pt x="3405" y="1244"/>
                    <a:pt x="3405" y="1244"/>
                    <a:pt x="3405" y="1187"/>
                  </a:cubicBezTo>
                  <a:cubicBezTo>
                    <a:pt x="3410" y="1159"/>
                    <a:pt x="3412" y="1145"/>
                    <a:pt x="3413" y="1145"/>
                  </a:cubicBezTo>
                  <a:close/>
                  <a:moveTo>
                    <a:pt x="3446" y="1187"/>
                  </a:moveTo>
                  <a:cubicBezTo>
                    <a:pt x="3454" y="1187"/>
                    <a:pt x="3454" y="1187"/>
                    <a:pt x="3462" y="1244"/>
                  </a:cubicBezTo>
                  <a:lnTo>
                    <a:pt x="3454" y="1244"/>
                  </a:lnTo>
                  <a:lnTo>
                    <a:pt x="3446" y="1187"/>
                  </a:lnTo>
                  <a:close/>
                  <a:moveTo>
                    <a:pt x="2870" y="1139"/>
                  </a:moveTo>
                  <a:cubicBezTo>
                    <a:pt x="2870" y="1179"/>
                    <a:pt x="2870" y="1220"/>
                    <a:pt x="2862" y="1252"/>
                  </a:cubicBezTo>
                  <a:lnTo>
                    <a:pt x="2854" y="1252"/>
                  </a:lnTo>
                  <a:cubicBezTo>
                    <a:pt x="2862" y="1195"/>
                    <a:pt x="2870" y="1139"/>
                    <a:pt x="2870" y="1139"/>
                  </a:cubicBezTo>
                  <a:close/>
                  <a:moveTo>
                    <a:pt x="3503" y="1187"/>
                  </a:moveTo>
                  <a:cubicBezTo>
                    <a:pt x="3511" y="1187"/>
                    <a:pt x="3511" y="1187"/>
                    <a:pt x="3511" y="1252"/>
                  </a:cubicBezTo>
                  <a:lnTo>
                    <a:pt x="3495" y="1187"/>
                  </a:lnTo>
                  <a:close/>
                  <a:moveTo>
                    <a:pt x="2124" y="1090"/>
                  </a:moveTo>
                  <a:cubicBezTo>
                    <a:pt x="2133" y="1090"/>
                    <a:pt x="2133" y="1090"/>
                    <a:pt x="2116" y="1147"/>
                  </a:cubicBezTo>
                  <a:cubicBezTo>
                    <a:pt x="2108" y="1204"/>
                    <a:pt x="2092" y="1260"/>
                    <a:pt x="2092" y="1260"/>
                  </a:cubicBezTo>
                  <a:cubicBezTo>
                    <a:pt x="2084" y="1260"/>
                    <a:pt x="2116" y="1147"/>
                    <a:pt x="2124" y="1090"/>
                  </a:cubicBezTo>
                  <a:close/>
                  <a:moveTo>
                    <a:pt x="2651" y="1155"/>
                  </a:moveTo>
                  <a:lnTo>
                    <a:pt x="2651" y="1163"/>
                  </a:lnTo>
                  <a:cubicBezTo>
                    <a:pt x="2660" y="1163"/>
                    <a:pt x="2660" y="1163"/>
                    <a:pt x="2651" y="1220"/>
                  </a:cubicBezTo>
                  <a:cubicBezTo>
                    <a:pt x="2651" y="1277"/>
                    <a:pt x="2635" y="1277"/>
                    <a:pt x="2635" y="1277"/>
                  </a:cubicBezTo>
                  <a:cubicBezTo>
                    <a:pt x="2627" y="1236"/>
                    <a:pt x="2635" y="1195"/>
                    <a:pt x="2651" y="1155"/>
                  </a:cubicBezTo>
                  <a:close/>
                  <a:moveTo>
                    <a:pt x="3496" y="1284"/>
                  </a:moveTo>
                  <a:lnTo>
                    <a:pt x="3496" y="1284"/>
                  </a:lnTo>
                  <a:cubicBezTo>
                    <a:pt x="3496" y="1284"/>
                    <a:pt x="3495" y="1290"/>
                    <a:pt x="3495" y="1309"/>
                  </a:cubicBezTo>
                  <a:cubicBezTo>
                    <a:pt x="3500" y="1309"/>
                    <a:pt x="3498" y="1284"/>
                    <a:pt x="3496" y="1284"/>
                  </a:cubicBezTo>
                  <a:close/>
                  <a:moveTo>
                    <a:pt x="3446" y="1432"/>
                  </a:moveTo>
                  <a:cubicBezTo>
                    <a:pt x="3446" y="1447"/>
                    <a:pt x="3446" y="1465"/>
                    <a:pt x="3446" y="1487"/>
                  </a:cubicBezTo>
                  <a:cubicBezTo>
                    <a:pt x="3453" y="1511"/>
                    <a:pt x="3455" y="1525"/>
                    <a:pt x="3455" y="1525"/>
                  </a:cubicBezTo>
                  <a:cubicBezTo>
                    <a:pt x="3456" y="1525"/>
                    <a:pt x="3451" y="1497"/>
                    <a:pt x="3446" y="1432"/>
                  </a:cubicBezTo>
                  <a:close/>
                  <a:moveTo>
                    <a:pt x="697" y="1"/>
                  </a:moveTo>
                  <a:cubicBezTo>
                    <a:pt x="697" y="1"/>
                    <a:pt x="689" y="13"/>
                    <a:pt x="673" y="36"/>
                  </a:cubicBezTo>
                  <a:cubicBezTo>
                    <a:pt x="633" y="85"/>
                    <a:pt x="600" y="133"/>
                    <a:pt x="568" y="182"/>
                  </a:cubicBezTo>
                  <a:cubicBezTo>
                    <a:pt x="576" y="190"/>
                    <a:pt x="576" y="190"/>
                    <a:pt x="543" y="239"/>
                  </a:cubicBezTo>
                  <a:lnTo>
                    <a:pt x="535" y="231"/>
                  </a:lnTo>
                  <a:cubicBezTo>
                    <a:pt x="533" y="231"/>
                    <a:pt x="531" y="230"/>
                    <a:pt x="529" y="230"/>
                  </a:cubicBezTo>
                  <a:cubicBezTo>
                    <a:pt x="523" y="230"/>
                    <a:pt x="513" y="234"/>
                    <a:pt x="479" y="263"/>
                  </a:cubicBezTo>
                  <a:cubicBezTo>
                    <a:pt x="445" y="303"/>
                    <a:pt x="395" y="371"/>
                    <a:pt x="401" y="371"/>
                  </a:cubicBezTo>
                  <a:cubicBezTo>
                    <a:pt x="403" y="371"/>
                    <a:pt x="407" y="368"/>
                    <a:pt x="414" y="360"/>
                  </a:cubicBezTo>
                  <a:lnTo>
                    <a:pt x="414" y="360"/>
                  </a:lnTo>
                  <a:lnTo>
                    <a:pt x="381" y="409"/>
                  </a:lnTo>
                  <a:cubicBezTo>
                    <a:pt x="327" y="484"/>
                    <a:pt x="303" y="523"/>
                    <a:pt x="307" y="523"/>
                  </a:cubicBezTo>
                  <a:cubicBezTo>
                    <a:pt x="310" y="523"/>
                    <a:pt x="338" y="488"/>
                    <a:pt x="389" y="417"/>
                  </a:cubicBezTo>
                  <a:cubicBezTo>
                    <a:pt x="447" y="337"/>
                    <a:pt x="474" y="301"/>
                    <a:pt x="474" y="301"/>
                  </a:cubicBezTo>
                  <a:lnTo>
                    <a:pt x="474" y="301"/>
                  </a:lnTo>
                  <a:cubicBezTo>
                    <a:pt x="475" y="301"/>
                    <a:pt x="459" y="325"/>
                    <a:pt x="430" y="368"/>
                  </a:cubicBezTo>
                  <a:cubicBezTo>
                    <a:pt x="357" y="466"/>
                    <a:pt x="365" y="474"/>
                    <a:pt x="365" y="474"/>
                  </a:cubicBezTo>
                  <a:cubicBezTo>
                    <a:pt x="373" y="482"/>
                    <a:pt x="373" y="482"/>
                    <a:pt x="341" y="531"/>
                  </a:cubicBezTo>
                  <a:cubicBezTo>
                    <a:pt x="316" y="563"/>
                    <a:pt x="292" y="595"/>
                    <a:pt x="276" y="636"/>
                  </a:cubicBezTo>
                  <a:cubicBezTo>
                    <a:pt x="284" y="636"/>
                    <a:pt x="284" y="636"/>
                    <a:pt x="316" y="587"/>
                  </a:cubicBezTo>
                  <a:cubicBezTo>
                    <a:pt x="330" y="568"/>
                    <a:pt x="339" y="556"/>
                    <a:pt x="341" y="556"/>
                  </a:cubicBezTo>
                  <a:lnTo>
                    <a:pt x="341" y="556"/>
                  </a:lnTo>
                  <a:cubicBezTo>
                    <a:pt x="343" y="556"/>
                    <a:pt x="331" y="581"/>
                    <a:pt x="292" y="644"/>
                  </a:cubicBezTo>
                  <a:cubicBezTo>
                    <a:pt x="279" y="664"/>
                    <a:pt x="271" y="676"/>
                    <a:pt x="271" y="676"/>
                  </a:cubicBezTo>
                  <a:cubicBezTo>
                    <a:pt x="272" y="676"/>
                    <a:pt x="290" y="652"/>
                    <a:pt x="333" y="595"/>
                  </a:cubicBezTo>
                  <a:cubicBezTo>
                    <a:pt x="363" y="550"/>
                    <a:pt x="381" y="527"/>
                    <a:pt x="385" y="527"/>
                  </a:cubicBezTo>
                  <a:lnTo>
                    <a:pt x="385" y="527"/>
                  </a:lnTo>
                  <a:cubicBezTo>
                    <a:pt x="389" y="527"/>
                    <a:pt x="375" y="556"/>
                    <a:pt x="341" y="612"/>
                  </a:cubicBezTo>
                  <a:lnTo>
                    <a:pt x="349" y="612"/>
                  </a:lnTo>
                  <a:cubicBezTo>
                    <a:pt x="381" y="587"/>
                    <a:pt x="406" y="555"/>
                    <a:pt x="422" y="523"/>
                  </a:cubicBezTo>
                  <a:cubicBezTo>
                    <a:pt x="464" y="462"/>
                    <a:pt x="482" y="436"/>
                    <a:pt x="483" y="436"/>
                  </a:cubicBezTo>
                  <a:lnTo>
                    <a:pt x="483" y="436"/>
                  </a:lnTo>
                  <a:cubicBezTo>
                    <a:pt x="484" y="436"/>
                    <a:pt x="476" y="450"/>
                    <a:pt x="462" y="474"/>
                  </a:cubicBezTo>
                  <a:lnTo>
                    <a:pt x="398" y="579"/>
                  </a:lnTo>
                  <a:cubicBezTo>
                    <a:pt x="365" y="628"/>
                    <a:pt x="373" y="628"/>
                    <a:pt x="373" y="636"/>
                  </a:cubicBezTo>
                  <a:cubicBezTo>
                    <a:pt x="375" y="636"/>
                    <a:pt x="377" y="637"/>
                    <a:pt x="380" y="637"/>
                  </a:cubicBezTo>
                  <a:cubicBezTo>
                    <a:pt x="387" y="637"/>
                    <a:pt x="397" y="632"/>
                    <a:pt x="422" y="596"/>
                  </a:cubicBezTo>
                  <a:lnTo>
                    <a:pt x="422" y="596"/>
                  </a:lnTo>
                  <a:lnTo>
                    <a:pt x="389" y="644"/>
                  </a:lnTo>
                  <a:cubicBezTo>
                    <a:pt x="389" y="644"/>
                    <a:pt x="398" y="652"/>
                    <a:pt x="373" y="709"/>
                  </a:cubicBezTo>
                  <a:cubicBezTo>
                    <a:pt x="368" y="721"/>
                    <a:pt x="368" y="727"/>
                    <a:pt x="371" y="727"/>
                  </a:cubicBezTo>
                  <a:cubicBezTo>
                    <a:pt x="382" y="727"/>
                    <a:pt x="440" y="652"/>
                    <a:pt x="479" y="563"/>
                  </a:cubicBezTo>
                  <a:cubicBezTo>
                    <a:pt x="479" y="563"/>
                    <a:pt x="479" y="563"/>
                    <a:pt x="487" y="571"/>
                  </a:cubicBezTo>
                  <a:cubicBezTo>
                    <a:pt x="487" y="571"/>
                    <a:pt x="519" y="523"/>
                    <a:pt x="519" y="523"/>
                  </a:cubicBezTo>
                  <a:cubicBezTo>
                    <a:pt x="552" y="474"/>
                    <a:pt x="560" y="474"/>
                    <a:pt x="560" y="474"/>
                  </a:cubicBezTo>
                  <a:lnTo>
                    <a:pt x="560" y="474"/>
                  </a:lnTo>
                  <a:lnTo>
                    <a:pt x="495" y="579"/>
                  </a:lnTo>
                  <a:cubicBezTo>
                    <a:pt x="432" y="666"/>
                    <a:pt x="401" y="721"/>
                    <a:pt x="406" y="721"/>
                  </a:cubicBezTo>
                  <a:cubicBezTo>
                    <a:pt x="410" y="721"/>
                    <a:pt x="431" y="695"/>
                    <a:pt x="470" y="636"/>
                  </a:cubicBezTo>
                  <a:lnTo>
                    <a:pt x="470" y="636"/>
                  </a:lnTo>
                  <a:cubicBezTo>
                    <a:pt x="454" y="660"/>
                    <a:pt x="454" y="660"/>
                    <a:pt x="438" y="685"/>
                  </a:cubicBezTo>
                  <a:cubicBezTo>
                    <a:pt x="420" y="711"/>
                    <a:pt x="415" y="725"/>
                    <a:pt x="420" y="725"/>
                  </a:cubicBezTo>
                  <a:cubicBezTo>
                    <a:pt x="424" y="725"/>
                    <a:pt x="436" y="715"/>
                    <a:pt x="454" y="693"/>
                  </a:cubicBezTo>
                  <a:cubicBezTo>
                    <a:pt x="495" y="652"/>
                    <a:pt x="527" y="604"/>
                    <a:pt x="560" y="555"/>
                  </a:cubicBezTo>
                  <a:cubicBezTo>
                    <a:pt x="585" y="511"/>
                    <a:pt x="590" y="506"/>
                    <a:pt x="592" y="506"/>
                  </a:cubicBezTo>
                  <a:cubicBezTo>
                    <a:pt x="592" y="506"/>
                    <a:pt x="592" y="506"/>
                    <a:pt x="592" y="506"/>
                  </a:cubicBezTo>
                  <a:cubicBezTo>
                    <a:pt x="600" y="506"/>
                    <a:pt x="600" y="506"/>
                    <a:pt x="568" y="555"/>
                  </a:cubicBezTo>
                  <a:cubicBezTo>
                    <a:pt x="533" y="611"/>
                    <a:pt x="520" y="639"/>
                    <a:pt x="524" y="639"/>
                  </a:cubicBezTo>
                  <a:cubicBezTo>
                    <a:pt x="527" y="639"/>
                    <a:pt x="545" y="617"/>
                    <a:pt x="576" y="571"/>
                  </a:cubicBezTo>
                  <a:lnTo>
                    <a:pt x="576" y="571"/>
                  </a:lnTo>
                  <a:lnTo>
                    <a:pt x="543" y="620"/>
                  </a:lnTo>
                  <a:cubicBezTo>
                    <a:pt x="524" y="658"/>
                    <a:pt x="500" y="702"/>
                    <a:pt x="519" y="702"/>
                  </a:cubicBezTo>
                  <a:cubicBezTo>
                    <a:pt x="524" y="702"/>
                    <a:pt x="532" y="699"/>
                    <a:pt x="543" y="693"/>
                  </a:cubicBezTo>
                  <a:cubicBezTo>
                    <a:pt x="560" y="701"/>
                    <a:pt x="576" y="709"/>
                    <a:pt x="543" y="766"/>
                  </a:cubicBezTo>
                  <a:cubicBezTo>
                    <a:pt x="537" y="775"/>
                    <a:pt x="535" y="779"/>
                    <a:pt x="537" y="779"/>
                  </a:cubicBezTo>
                  <a:cubicBezTo>
                    <a:pt x="542" y="779"/>
                    <a:pt x="606" y="706"/>
                    <a:pt x="665" y="628"/>
                  </a:cubicBezTo>
                  <a:lnTo>
                    <a:pt x="665" y="628"/>
                  </a:lnTo>
                  <a:cubicBezTo>
                    <a:pt x="633" y="677"/>
                    <a:pt x="633" y="685"/>
                    <a:pt x="649" y="693"/>
                  </a:cubicBezTo>
                  <a:cubicBezTo>
                    <a:pt x="657" y="701"/>
                    <a:pt x="657" y="701"/>
                    <a:pt x="625" y="750"/>
                  </a:cubicBezTo>
                  <a:cubicBezTo>
                    <a:pt x="592" y="798"/>
                    <a:pt x="576" y="822"/>
                    <a:pt x="577" y="822"/>
                  </a:cubicBezTo>
                  <a:cubicBezTo>
                    <a:pt x="578" y="822"/>
                    <a:pt x="596" y="798"/>
                    <a:pt x="633" y="750"/>
                  </a:cubicBezTo>
                  <a:cubicBezTo>
                    <a:pt x="655" y="716"/>
                    <a:pt x="668" y="701"/>
                    <a:pt x="673" y="701"/>
                  </a:cubicBezTo>
                  <a:lnTo>
                    <a:pt x="673" y="701"/>
                  </a:lnTo>
                  <a:cubicBezTo>
                    <a:pt x="681" y="701"/>
                    <a:pt x="661" y="751"/>
                    <a:pt x="625" y="814"/>
                  </a:cubicBezTo>
                  <a:cubicBezTo>
                    <a:pt x="592" y="871"/>
                    <a:pt x="592" y="871"/>
                    <a:pt x="608" y="879"/>
                  </a:cubicBezTo>
                  <a:cubicBezTo>
                    <a:pt x="628" y="849"/>
                    <a:pt x="639" y="841"/>
                    <a:pt x="646" y="841"/>
                  </a:cubicBezTo>
                  <a:cubicBezTo>
                    <a:pt x="651" y="841"/>
                    <a:pt x="654" y="844"/>
                    <a:pt x="657" y="847"/>
                  </a:cubicBezTo>
                  <a:cubicBezTo>
                    <a:pt x="660" y="849"/>
                    <a:pt x="663" y="850"/>
                    <a:pt x="666" y="850"/>
                  </a:cubicBezTo>
                  <a:cubicBezTo>
                    <a:pt x="676" y="850"/>
                    <a:pt x="685" y="832"/>
                    <a:pt x="730" y="750"/>
                  </a:cubicBezTo>
                  <a:cubicBezTo>
                    <a:pt x="774" y="667"/>
                    <a:pt x="789" y="649"/>
                    <a:pt x="797" y="649"/>
                  </a:cubicBezTo>
                  <a:cubicBezTo>
                    <a:pt x="799" y="649"/>
                    <a:pt x="801" y="650"/>
                    <a:pt x="803" y="652"/>
                  </a:cubicBezTo>
                  <a:cubicBezTo>
                    <a:pt x="811" y="660"/>
                    <a:pt x="811" y="660"/>
                    <a:pt x="779" y="709"/>
                  </a:cubicBezTo>
                  <a:cubicBezTo>
                    <a:pt x="779" y="709"/>
                    <a:pt x="754" y="766"/>
                    <a:pt x="762" y="774"/>
                  </a:cubicBezTo>
                  <a:cubicBezTo>
                    <a:pt x="770" y="774"/>
                    <a:pt x="770" y="774"/>
                    <a:pt x="738" y="831"/>
                  </a:cubicBezTo>
                  <a:cubicBezTo>
                    <a:pt x="738" y="831"/>
                    <a:pt x="714" y="887"/>
                    <a:pt x="730" y="895"/>
                  </a:cubicBezTo>
                  <a:cubicBezTo>
                    <a:pt x="738" y="895"/>
                    <a:pt x="746" y="904"/>
                    <a:pt x="714" y="960"/>
                  </a:cubicBezTo>
                  <a:cubicBezTo>
                    <a:pt x="722" y="960"/>
                    <a:pt x="722" y="960"/>
                    <a:pt x="746" y="904"/>
                  </a:cubicBezTo>
                  <a:cubicBezTo>
                    <a:pt x="767" y="872"/>
                    <a:pt x="789" y="840"/>
                    <a:pt x="798" y="840"/>
                  </a:cubicBezTo>
                  <a:cubicBezTo>
                    <a:pt x="804" y="840"/>
                    <a:pt x="806" y="849"/>
                    <a:pt x="803" y="871"/>
                  </a:cubicBezTo>
                  <a:cubicBezTo>
                    <a:pt x="806" y="871"/>
                    <a:pt x="810" y="873"/>
                    <a:pt x="815" y="873"/>
                  </a:cubicBezTo>
                  <a:cubicBezTo>
                    <a:pt x="824" y="873"/>
                    <a:pt x="836" y="867"/>
                    <a:pt x="852" y="831"/>
                  </a:cubicBezTo>
                  <a:cubicBezTo>
                    <a:pt x="860" y="831"/>
                    <a:pt x="860" y="831"/>
                    <a:pt x="827" y="887"/>
                  </a:cubicBezTo>
                  <a:cubicBezTo>
                    <a:pt x="802" y="942"/>
                    <a:pt x="792" y="971"/>
                    <a:pt x="797" y="971"/>
                  </a:cubicBezTo>
                  <a:cubicBezTo>
                    <a:pt x="802" y="971"/>
                    <a:pt x="820" y="946"/>
                    <a:pt x="852" y="895"/>
                  </a:cubicBezTo>
                  <a:cubicBezTo>
                    <a:pt x="863" y="872"/>
                    <a:pt x="871" y="860"/>
                    <a:pt x="874" y="860"/>
                  </a:cubicBezTo>
                  <a:lnTo>
                    <a:pt x="874" y="860"/>
                  </a:lnTo>
                  <a:cubicBezTo>
                    <a:pt x="876" y="860"/>
                    <a:pt x="872" y="874"/>
                    <a:pt x="860" y="904"/>
                  </a:cubicBezTo>
                  <a:cubicBezTo>
                    <a:pt x="860" y="904"/>
                    <a:pt x="868" y="904"/>
                    <a:pt x="900" y="855"/>
                  </a:cubicBezTo>
                  <a:cubicBezTo>
                    <a:pt x="912" y="832"/>
                    <a:pt x="918" y="819"/>
                    <a:pt x="919" y="819"/>
                  </a:cubicBezTo>
                  <a:lnTo>
                    <a:pt x="919" y="819"/>
                  </a:lnTo>
                  <a:cubicBezTo>
                    <a:pt x="921" y="819"/>
                    <a:pt x="917" y="834"/>
                    <a:pt x="908" y="863"/>
                  </a:cubicBezTo>
                  <a:cubicBezTo>
                    <a:pt x="884" y="920"/>
                    <a:pt x="884" y="920"/>
                    <a:pt x="892" y="928"/>
                  </a:cubicBezTo>
                  <a:cubicBezTo>
                    <a:pt x="906" y="911"/>
                    <a:pt x="921" y="904"/>
                    <a:pt x="933" y="904"/>
                  </a:cubicBezTo>
                  <a:cubicBezTo>
                    <a:pt x="957" y="904"/>
                    <a:pt x="973" y="931"/>
                    <a:pt x="957" y="968"/>
                  </a:cubicBezTo>
                  <a:cubicBezTo>
                    <a:pt x="980" y="927"/>
                    <a:pt x="987" y="916"/>
                    <a:pt x="992" y="916"/>
                  </a:cubicBezTo>
                  <a:cubicBezTo>
                    <a:pt x="994" y="916"/>
                    <a:pt x="995" y="918"/>
                    <a:pt x="997" y="920"/>
                  </a:cubicBezTo>
                  <a:cubicBezTo>
                    <a:pt x="978" y="961"/>
                    <a:pt x="972" y="979"/>
                    <a:pt x="974" y="979"/>
                  </a:cubicBezTo>
                  <a:cubicBezTo>
                    <a:pt x="977" y="979"/>
                    <a:pt x="1000" y="935"/>
                    <a:pt x="1030" y="871"/>
                  </a:cubicBezTo>
                  <a:lnTo>
                    <a:pt x="1022" y="863"/>
                  </a:lnTo>
                  <a:cubicBezTo>
                    <a:pt x="1043" y="818"/>
                    <a:pt x="1058" y="793"/>
                    <a:pt x="1061" y="793"/>
                  </a:cubicBezTo>
                  <a:lnTo>
                    <a:pt x="1061" y="793"/>
                  </a:lnTo>
                  <a:cubicBezTo>
                    <a:pt x="1066" y="793"/>
                    <a:pt x="1052" y="836"/>
                    <a:pt x="1006" y="928"/>
                  </a:cubicBezTo>
                  <a:cubicBezTo>
                    <a:pt x="985" y="981"/>
                    <a:pt x="975" y="1007"/>
                    <a:pt x="977" y="1007"/>
                  </a:cubicBezTo>
                  <a:cubicBezTo>
                    <a:pt x="979" y="1007"/>
                    <a:pt x="993" y="981"/>
                    <a:pt x="1022" y="928"/>
                  </a:cubicBezTo>
                  <a:cubicBezTo>
                    <a:pt x="1049" y="877"/>
                    <a:pt x="1063" y="853"/>
                    <a:pt x="1065" y="853"/>
                  </a:cubicBezTo>
                  <a:lnTo>
                    <a:pt x="1065" y="853"/>
                  </a:lnTo>
                  <a:cubicBezTo>
                    <a:pt x="1067" y="853"/>
                    <a:pt x="1055" y="881"/>
                    <a:pt x="1030" y="936"/>
                  </a:cubicBezTo>
                  <a:cubicBezTo>
                    <a:pt x="1005" y="994"/>
                    <a:pt x="993" y="1022"/>
                    <a:pt x="995" y="1022"/>
                  </a:cubicBezTo>
                  <a:cubicBezTo>
                    <a:pt x="996" y="1022"/>
                    <a:pt x="1010" y="996"/>
                    <a:pt x="1038" y="944"/>
                  </a:cubicBezTo>
                  <a:cubicBezTo>
                    <a:pt x="1101" y="828"/>
                    <a:pt x="1139" y="761"/>
                    <a:pt x="1144" y="761"/>
                  </a:cubicBezTo>
                  <a:lnTo>
                    <a:pt x="1144" y="761"/>
                  </a:lnTo>
                  <a:cubicBezTo>
                    <a:pt x="1148" y="761"/>
                    <a:pt x="1130" y="805"/>
                    <a:pt x="1087" y="904"/>
                  </a:cubicBezTo>
                  <a:cubicBezTo>
                    <a:pt x="1054" y="952"/>
                    <a:pt x="1038" y="1009"/>
                    <a:pt x="1022" y="1066"/>
                  </a:cubicBezTo>
                  <a:cubicBezTo>
                    <a:pt x="1046" y="1033"/>
                    <a:pt x="1062" y="1001"/>
                    <a:pt x="1079" y="960"/>
                  </a:cubicBezTo>
                  <a:cubicBezTo>
                    <a:pt x="1098" y="909"/>
                    <a:pt x="1111" y="882"/>
                    <a:pt x="1113" y="882"/>
                  </a:cubicBezTo>
                  <a:lnTo>
                    <a:pt x="1113" y="882"/>
                  </a:lnTo>
                  <a:cubicBezTo>
                    <a:pt x="1115" y="882"/>
                    <a:pt x="1107" y="911"/>
                    <a:pt x="1087" y="968"/>
                  </a:cubicBezTo>
                  <a:cubicBezTo>
                    <a:pt x="1054" y="1066"/>
                    <a:pt x="1043" y="1111"/>
                    <a:pt x="1052" y="1111"/>
                  </a:cubicBezTo>
                  <a:cubicBezTo>
                    <a:pt x="1058" y="1111"/>
                    <a:pt x="1075" y="1086"/>
                    <a:pt x="1103" y="1041"/>
                  </a:cubicBezTo>
                  <a:cubicBezTo>
                    <a:pt x="1133" y="996"/>
                    <a:pt x="1153" y="973"/>
                    <a:pt x="1159" y="973"/>
                  </a:cubicBezTo>
                  <a:lnTo>
                    <a:pt x="1159" y="973"/>
                  </a:lnTo>
                  <a:cubicBezTo>
                    <a:pt x="1165" y="973"/>
                    <a:pt x="1153" y="1002"/>
                    <a:pt x="1119" y="1058"/>
                  </a:cubicBezTo>
                  <a:cubicBezTo>
                    <a:pt x="1086" y="1115"/>
                    <a:pt x="1072" y="1138"/>
                    <a:pt x="1073" y="1138"/>
                  </a:cubicBezTo>
                  <a:cubicBezTo>
                    <a:pt x="1073" y="1138"/>
                    <a:pt x="1081" y="1126"/>
                    <a:pt x="1095" y="1106"/>
                  </a:cubicBezTo>
                  <a:lnTo>
                    <a:pt x="1119" y="1122"/>
                  </a:lnTo>
                  <a:cubicBezTo>
                    <a:pt x="1135" y="1101"/>
                    <a:pt x="1151" y="1080"/>
                    <a:pt x="1162" y="1056"/>
                  </a:cubicBezTo>
                  <a:lnTo>
                    <a:pt x="1162" y="1056"/>
                  </a:lnTo>
                  <a:cubicBezTo>
                    <a:pt x="1146" y="1106"/>
                    <a:pt x="1139" y="1138"/>
                    <a:pt x="1146" y="1138"/>
                  </a:cubicBezTo>
                  <a:cubicBezTo>
                    <a:pt x="1151" y="1138"/>
                    <a:pt x="1163" y="1121"/>
                    <a:pt x="1184" y="1082"/>
                  </a:cubicBezTo>
                  <a:lnTo>
                    <a:pt x="1192" y="1090"/>
                  </a:lnTo>
                  <a:cubicBezTo>
                    <a:pt x="1192" y="1090"/>
                    <a:pt x="1192" y="1090"/>
                    <a:pt x="1224" y="1041"/>
                  </a:cubicBezTo>
                  <a:cubicBezTo>
                    <a:pt x="1231" y="1026"/>
                    <a:pt x="1235" y="1019"/>
                    <a:pt x="1236" y="1019"/>
                  </a:cubicBezTo>
                  <a:lnTo>
                    <a:pt x="1236" y="1019"/>
                  </a:lnTo>
                  <a:cubicBezTo>
                    <a:pt x="1240" y="1019"/>
                    <a:pt x="1228" y="1065"/>
                    <a:pt x="1216" y="1106"/>
                  </a:cubicBezTo>
                  <a:cubicBezTo>
                    <a:pt x="1210" y="1127"/>
                    <a:pt x="1205" y="1148"/>
                    <a:pt x="1200" y="1163"/>
                  </a:cubicBezTo>
                  <a:lnTo>
                    <a:pt x="1200" y="1163"/>
                  </a:lnTo>
                  <a:cubicBezTo>
                    <a:pt x="1224" y="1106"/>
                    <a:pt x="1257" y="1058"/>
                    <a:pt x="1289" y="1009"/>
                  </a:cubicBezTo>
                  <a:cubicBezTo>
                    <a:pt x="1296" y="992"/>
                    <a:pt x="1300" y="985"/>
                    <a:pt x="1301" y="985"/>
                  </a:cubicBezTo>
                  <a:lnTo>
                    <a:pt x="1301" y="985"/>
                  </a:lnTo>
                  <a:cubicBezTo>
                    <a:pt x="1303" y="985"/>
                    <a:pt x="1288" y="1026"/>
                    <a:pt x="1265" y="1066"/>
                  </a:cubicBezTo>
                  <a:cubicBezTo>
                    <a:pt x="1249" y="1098"/>
                    <a:pt x="1241" y="1139"/>
                    <a:pt x="1233" y="1179"/>
                  </a:cubicBezTo>
                  <a:cubicBezTo>
                    <a:pt x="1234" y="1179"/>
                    <a:pt x="1236" y="1180"/>
                    <a:pt x="1238" y="1180"/>
                  </a:cubicBezTo>
                  <a:cubicBezTo>
                    <a:pt x="1245" y="1180"/>
                    <a:pt x="1254" y="1175"/>
                    <a:pt x="1273" y="1131"/>
                  </a:cubicBezTo>
                  <a:cubicBezTo>
                    <a:pt x="1280" y="1106"/>
                    <a:pt x="1290" y="1095"/>
                    <a:pt x="1298" y="1095"/>
                  </a:cubicBezTo>
                  <a:cubicBezTo>
                    <a:pt x="1308" y="1095"/>
                    <a:pt x="1315" y="1114"/>
                    <a:pt x="1306" y="1147"/>
                  </a:cubicBezTo>
                  <a:lnTo>
                    <a:pt x="1314" y="1155"/>
                  </a:lnTo>
                  <a:cubicBezTo>
                    <a:pt x="1322" y="1155"/>
                    <a:pt x="1346" y="1106"/>
                    <a:pt x="1354" y="1106"/>
                  </a:cubicBezTo>
                  <a:cubicBezTo>
                    <a:pt x="1354" y="1106"/>
                    <a:pt x="1354" y="1106"/>
                    <a:pt x="1387" y="1058"/>
                  </a:cubicBezTo>
                  <a:lnTo>
                    <a:pt x="1387" y="1058"/>
                  </a:lnTo>
                  <a:cubicBezTo>
                    <a:pt x="1387" y="1058"/>
                    <a:pt x="1395" y="1058"/>
                    <a:pt x="1370" y="1114"/>
                  </a:cubicBezTo>
                  <a:cubicBezTo>
                    <a:pt x="1394" y="1063"/>
                    <a:pt x="1406" y="1036"/>
                    <a:pt x="1409" y="1036"/>
                  </a:cubicBezTo>
                  <a:lnTo>
                    <a:pt x="1409" y="1036"/>
                  </a:lnTo>
                  <a:cubicBezTo>
                    <a:pt x="1411" y="1036"/>
                    <a:pt x="1403" y="1065"/>
                    <a:pt x="1387" y="1122"/>
                  </a:cubicBezTo>
                  <a:cubicBezTo>
                    <a:pt x="1398" y="1095"/>
                    <a:pt x="1404" y="1081"/>
                    <a:pt x="1406" y="1081"/>
                  </a:cubicBezTo>
                  <a:lnTo>
                    <a:pt x="1406" y="1081"/>
                  </a:lnTo>
                  <a:cubicBezTo>
                    <a:pt x="1407" y="1081"/>
                    <a:pt x="1403" y="1097"/>
                    <a:pt x="1395" y="1131"/>
                  </a:cubicBezTo>
                  <a:cubicBezTo>
                    <a:pt x="1386" y="1156"/>
                    <a:pt x="1382" y="1170"/>
                    <a:pt x="1384" y="1170"/>
                  </a:cubicBezTo>
                  <a:cubicBezTo>
                    <a:pt x="1385" y="1170"/>
                    <a:pt x="1391" y="1158"/>
                    <a:pt x="1403" y="1131"/>
                  </a:cubicBezTo>
                  <a:cubicBezTo>
                    <a:pt x="1432" y="1062"/>
                    <a:pt x="1456" y="1017"/>
                    <a:pt x="1461" y="1017"/>
                  </a:cubicBezTo>
                  <a:lnTo>
                    <a:pt x="1461" y="1017"/>
                  </a:lnTo>
                  <a:cubicBezTo>
                    <a:pt x="1464" y="1017"/>
                    <a:pt x="1460" y="1037"/>
                    <a:pt x="1443" y="1082"/>
                  </a:cubicBezTo>
                  <a:cubicBezTo>
                    <a:pt x="1443" y="1082"/>
                    <a:pt x="1452" y="1082"/>
                    <a:pt x="1476" y="1033"/>
                  </a:cubicBezTo>
                  <a:lnTo>
                    <a:pt x="1476" y="1033"/>
                  </a:lnTo>
                  <a:cubicBezTo>
                    <a:pt x="1459" y="1091"/>
                    <a:pt x="1453" y="1119"/>
                    <a:pt x="1457" y="1119"/>
                  </a:cubicBezTo>
                  <a:cubicBezTo>
                    <a:pt x="1460" y="1119"/>
                    <a:pt x="1472" y="1093"/>
                    <a:pt x="1492" y="1041"/>
                  </a:cubicBezTo>
                  <a:cubicBezTo>
                    <a:pt x="1492" y="1041"/>
                    <a:pt x="1503" y="1016"/>
                    <a:pt x="1505" y="1016"/>
                  </a:cubicBezTo>
                  <a:lnTo>
                    <a:pt x="1505" y="1016"/>
                  </a:lnTo>
                  <a:cubicBezTo>
                    <a:pt x="1506" y="1016"/>
                    <a:pt x="1506" y="1022"/>
                    <a:pt x="1500" y="1041"/>
                  </a:cubicBezTo>
                  <a:cubicBezTo>
                    <a:pt x="1495" y="1081"/>
                    <a:pt x="1496" y="1123"/>
                    <a:pt x="1507" y="1123"/>
                  </a:cubicBezTo>
                  <a:cubicBezTo>
                    <a:pt x="1514" y="1123"/>
                    <a:pt x="1525" y="1105"/>
                    <a:pt x="1541" y="1058"/>
                  </a:cubicBezTo>
                  <a:lnTo>
                    <a:pt x="1549" y="1066"/>
                  </a:lnTo>
                  <a:cubicBezTo>
                    <a:pt x="1544" y="1096"/>
                    <a:pt x="1542" y="1113"/>
                    <a:pt x="1546" y="1113"/>
                  </a:cubicBezTo>
                  <a:cubicBezTo>
                    <a:pt x="1550" y="1113"/>
                    <a:pt x="1558" y="1100"/>
                    <a:pt x="1573" y="1074"/>
                  </a:cubicBezTo>
                  <a:lnTo>
                    <a:pt x="1589" y="1017"/>
                  </a:lnTo>
                  <a:lnTo>
                    <a:pt x="1589" y="1017"/>
                  </a:lnTo>
                  <a:cubicBezTo>
                    <a:pt x="1581" y="1058"/>
                    <a:pt x="1565" y="1098"/>
                    <a:pt x="1565" y="1139"/>
                  </a:cubicBezTo>
                  <a:cubicBezTo>
                    <a:pt x="1573" y="1139"/>
                    <a:pt x="1573" y="1139"/>
                    <a:pt x="1589" y="1082"/>
                  </a:cubicBezTo>
                  <a:cubicBezTo>
                    <a:pt x="1606" y="1025"/>
                    <a:pt x="1606" y="1025"/>
                    <a:pt x="1614" y="1025"/>
                  </a:cubicBezTo>
                  <a:cubicBezTo>
                    <a:pt x="1614" y="1066"/>
                    <a:pt x="1597" y="1106"/>
                    <a:pt x="1581" y="1147"/>
                  </a:cubicBezTo>
                  <a:lnTo>
                    <a:pt x="1589" y="1147"/>
                  </a:lnTo>
                  <a:cubicBezTo>
                    <a:pt x="1612" y="1082"/>
                    <a:pt x="1622" y="1054"/>
                    <a:pt x="1624" y="1054"/>
                  </a:cubicBezTo>
                  <a:lnTo>
                    <a:pt x="1624" y="1054"/>
                  </a:lnTo>
                  <a:cubicBezTo>
                    <a:pt x="1625" y="1054"/>
                    <a:pt x="1621" y="1070"/>
                    <a:pt x="1614" y="1098"/>
                  </a:cubicBezTo>
                  <a:cubicBezTo>
                    <a:pt x="1597" y="1155"/>
                    <a:pt x="1606" y="1155"/>
                    <a:pt x="1614" y="1155"/>
                  </a:cubicBezTo>
                  <a:cubicBezTo>
                    <a:pt x="1619" y="1137"/>
                    <a:pt x="1621" y="1131"/>
                    <a:pt x="1621" y="1131"/>
                  </a:cubicBezTo>
                  <a:lnTo>
                    <a:pt x="1621" y="1131"/>
                  </a:lnTo>
                  <a:cubicBezTo>
                    <a:pt x="1621" y="1131"/>
                    <a:pt x="1615" y="1156"/>
                    <a:pt x="1614" y="1156"/>
                  </a:cubicBezTo>
                  <a:cubicBezTo>
                    <a:pt x="1614" y="1156"/>
                    <a:pt x="1614" y="1155"/>
                    <a:pt x="1614" y="1155"/>
                  </a:cubicBezTo>
                  <a:lnTo>
                    <a:pt x="1589" y="1212"/>
                  </a:lnTo>
                  <a:cubicBezTo>
                    <a:pt x="1587" y="1232"/>
                    <a:pt x="1587" y="1241"/>
                    <a:pt x="1588" y="1241"/>
                  </a:cubicBezTo>
                  <a:cubicBezTo>
                    <a:pt x="1592" y="1241"/>
                    <a:pt x="1603" y="1202"/>
                    <a:pt x="1614" y="1163"/>
                  </a:cubicBezTo>
                  <a:lnTo>
                    <a:pt x="1622" y="1163"/>
                  </a:lnTo>
                  <a:cubicBezTo>
                    <a:pt x="1623" y="1163"/>
                    <a:pt x="1625" y="1163"/>
                    <a:pt x="1627" y="1163"/>
                  </a:cubicBezTo>
                  <a:cubicBezTo>
                    <a:pt x="1633" y="1163"/>
                    <a:pt x="1640" y="1158"/>
                    <a:pt x="1646" y="1106"/>
                  </a:cubicBezTo>
                  <a:cubicBezTo>
                    <a:pt x="1662" y="1066"/>
                    <a:pt x="1670" y="1033"/>
                    <a:pt x="1695" y="993"/>
                  </a:cubicBezTo>
                  <a:lnTo>
                    <a:pt x="1695" y="993"/>
                  </a:lnTo>
                  <a:cubicBezTo>
                    <a:pt x="1679" y="1033"/>
                    <a:pt x="1662" y="1074"/>
                    <a:pt x="1662" y="1114"/>
                  </a:cubicBezTo>
                  <a:cubicBezTo>
                    <a:pt x="1662" y="1114"/>
                    <a:pt x="1646" y="1171"/>
                    <a:pt x="1646" y="1171"/>
                  </a:cubicBezTo>
                  <a:cubicBezTo>
                    <a:pt x="1628" y="1221"/>
                    <a:pt x="1626" y="1240"/>
                    <a:pt x="1632" y="1240"/>
                  </a:cubicBezTo>
                  <a:cubicBezTo>
                    <a:pt x="1638" y="1240"/>
                    <a:pt x="1657" y="1211"/>
                    <a:pt x="1670" y="1179"/>
                  </a:cubicBezTo>
                  <a:cubicBezTo>
                    <a:pt x="1690" y="1124"/>
                    <a:pt x="1702" y="1098"/>
                    <a:pt x="1705" y="1098"/>
                  </a:cubicBezTo>
                  <a:lnTo>
                    <a:pt x="1705" y="1098"/>
                  </a:lnTo>
                  <a:cubicBezTo>
                    <a:pt x="1707" y="1098"/>
                    <a:pt x="1700" y="1129"/>
                    <a:pt x="1679" y="1187"/>
                  </a:cubicBezTo>
                  <a:cubicBezTo>
                    <a:pt x="1669" y="1219"/>
                    <a:pt x="1667" y="1233"/>
                    <a:pt x="1669" y="1233"/>
                  </a:cubicBezTo>
                  <a:cubicBezTo>
                    <a:pt x="1674" y="1233"/>
                    <a:pt x="1711" y="1140"/>
                    <a:pt x="1752" y="1017"/>
                  </a:cubicBezTo>
                  <a:lnTo>
                    <a:pt x="1808" y="847"/>
                  </a:lnTo>
                  <a:lnTo>
                    <a:pt x="1752" y="1025"/>
                  </a:lnTo>
                  <a:cubicBezTo>
                    <a:pt x="1713" y="1160"/>
                    <a:pt x="1700" y="1215"/>
                    <a:pt x="1706" y="1215"/>
                  </a:cubicBezTo>
                  <a:cubicBezTo>
                    <a:pt x="1711" y="1215"/>
                    <a:pt x="1724" y="1190"/>
                    <a:pt x="1743" y="1147"/>
                  </a:cubicBezTo>
                  <a:cubicBezTo>
                    <a:pt x="1756" y="1118"/>
                    <a:pt x="1762" y="1104"/>
                    <a:pt x="1763" y="1104"/>
                  </a:cubicBezTo>
                  <a:lnTo>
                    <a:pt x="1763" y="1104"/>
                  </a:lnTo>
                  <a:cubicBezTo>
                    <a:pt x="1764" y="1104"/>
                    <a:pt x="1760" y="1118"/>
                    <a:pt x="1752" y="1147"/>
                  </a:cubicBezTo>
                  <a:cubicBezTo>
                    <a:pt x="1735" y="1204"/>
                    <a:pt x="1735" y="1204"/>
                    <a:pt x="1752" y="1212"/>
                  </a:cubicBezTo>
                  <a:cubicBezTo>
                    <a:pt x="1756" y="1214"/>
                    <a:pt x="1760" y="1215"/>
                    <a:pt x="1763" y="1215"/>
                  </a:cubicBezTo>
                  <a:cubicBezTo>
                    <a:pt x="1773" y="1215"/>
                    <a:pt x="1780" y="1204"/>
                    <a:pt x="1792" y="1163"/>
                  </a:cubicBezTo>
                  <a:lnTo>
                    <a:pt x="1800" y="1171"/>
                  </a:lnTo>
                  <a:cubicBezTo>
                    <a:pt x="1791" y="1214"/>
                    <a:pt x="1789" y="1233"/>
                    <a:pt x="1791" y="1233"/>
                  </a:cubicBezTo>
                  <a:cubicBezTo>
                    <a:pt x="1794" y="1233"/>
                    <a:pt x="1809" y="1185"/>
                    <a:pt x="1824" y="1114"/>
                  </a:cubicBezTo>
                  <a:lnTo>
                    <a:pt x="1841" y="1114"/>
                  </a:lnTo>
                  <a:lnTo>
                    <a:pt x="1824" y="1179"/>
                  </a:lnTo>
                  <a:cubicBezTo>
                    <a:pt x="1808" y="1236"/>
                    <a:pt x="1816" y="1236"/>
                    <a:pt x="1857" y="1252"/>
                  </a:cubicBezTo>
                  <a:cubicBezTo>
                    <a:pt x="1870" y="1257"/>
                    <a:pt x="1881" y="1260"/>
                    <a:pt x="1889" y="1260"/>
                  </a:cubicBezTo>
                  <a:cubicBezTo>
                    <a:pt x="1911" y="1260"/>
                    <a:pt x="1920" y="1237"/>
                    <a:pt x="1938" y="1155"/>
                  </a:cubicBezTo>
                  <a:cubicBezTo>
                    <a:pt x="1958" y="1098"/>
                    <a:pt x="1968" y="1070"/>
                    <a:pt x="1969" y="1070"/>
                  </a:cubicBezTo>
                  <a:lnTo>
                    <a:pt x="1969" y="1070"/>
                  </a:lnTo>
                  <a:cubicBezTo>
                    <a:pt x="1970" y="1070"/>
                    <a:pt x="1962" y="1098"/>
                    <a:pt x="1946" y="1155"/>
                  </a:cubicBezTo>
                  <a:cubicBezTo>
                    <a:pt x="1940" y="1201"/>
                    <a:pt x="1935" y="1243"/>
                    <a:pt x="1935" y="1243"/>
                  </a:cubicBezTo>
                  <a:cubicBezTo>
                    <a:pt x="1935" y="1243"/>
                    <a:pt x="1936" y="1236"/>
                    <a:pt x="1938" y="1220"/>
                  </a:cubicBezTo>
                  <a:cubicBezTo>
                    <a:pt x="1938" y="1220"/>
                    <a:pt x="1954" y="1220"/>
                    <a:pt x="1938" y="1285"/>
                  </a:cubicBezTo>
                  <a:cubicBezTo>
                    <a:pt x="1935" y="1337"/>
                    <a:pt x="1935" y="1356"/>
                    <a:pt x="1939" y="1356"/>
                  </a:cubicBezTo>
                  <a:cubicBezTo>
                    <a:pt x="1944" y="1356"/>
                    <a:pt x="1953" y="1322"/>
                    <a:pt x="1962" y="1285"/>
                  </a:cubicBezTo>
                  <a:cubicBezTo>
                    <a:pt x="1972" y="1237"/>
                    <a:pt x="1977" y="1220"/>
                    <a:pt x="1978" y="1220"/>
                  </a:cubicBezTo>
                  <a:lnTo>
                    <a:pt x="1978" y="1220"/>
                  </a:lnTo>
                  <a:cubicBezTo>
                    <a:pt x="1980" y="1220"/>
                    <a:pt x="1975" y="1255"/>
                    <a:pt x="1970" y="1293"/>
                  </a:cubicBezTo>
                  <a:cubicBezTo>
                    <a:pt x="1967" y="1314"/>
                    <a:pt x="1964" y="1334"/>
                    <a:pt x="1962" y="1349"/>
                  </a:cubicBezTo>
                  <a:lnTo>
                    <a:pt x="1962" y="1349"/>
                  </a:lnTo>
                  <a:cubicBezTo>
                    <a:pt x="1976" y="1319"/>
                    <a:pt x="1994" y="1290"/>
                    <a:pt x="2003" y="1290"/>
                  </a:cubicBezTo>
                  <a:lnTo>
                    <a:pt x="2003" y="1290"/>
                  </a:lnTo>
                  <a:cubicBezTo>
                    <a:pt x="2012" y="1290"/>
                    <a:pt x="2014" y="1310"/>
                    <a:pt x="2003" y="1366"/>
                  </a:cubicBezTo>
                  <a:lnTo>
                    <a:pt x="2011" y="1366"/>
                  </a:lnTo>
                  <a:cubicBezTo>
                    <a:pt x="2023" y="1325"/>
                    <a:pt x="2030" y="1313"/>
                    <a:pt x="2040" y="1313"/>
                  </a:cubicBezTo>
                  <a:cubicBezTo>
                    <a:pt x="2043" y="1313"/>
                    <a:pt x="2047" y="1315"/>
                    <a:pt x="2051" y="1317"/>
                  </a:cubicBezTo>
                  <a:cubicBezTo>
                    <a:pt x="2060" y="1317"/>
                    <a:pt x="2060" y="1317"/>
                    <a:pt x="2051" y="1382"/>
                  </a:cubicBezTo>
                  <a:cubicBezTo>
                    <a:pt x="2043" y="1410"/>
                    <a:pt x="2039" y="1424"/>
                    <a:pt x="2040" y="1424"/>
                  </a:cubicBezTo>
                  <a:cubicBezTo>
                    <a:pt x="2041" y="1424"/>
                    <a:pt x="2047" y="1410"/>
                    <a:pt x="2060" y="1382"/>
                  </a:cubicBezTo>
                  <a:cubicBezTo>
                    <a:pt x="2068" y="1382"/>
                    <a:pt x="2100" y="1268"/>
                    <a:pt x="2100" y="1268"/>
                  </a:cubicBezTo>
                  <a:cubicBezTo>
                    <a:pt x="2108" y="1228"/>
                    <a:pt x="2124" y="1195"/>
                    <a:pt x="2141" y="1155"/>
                  </a:cubicBezTo>
                  <a:lnTo>
                    <a:pt x="2141" y="1155"/>
                  </a:lnTo>
                  <a:lnTo>
                    <a:pt x="2124" y="1212"/>
                  </a:lnTo>
                  <a:lnTo>
                    <a:pt x="2100" y="1333"/>
                  </a:lnTo>
                  <a:cubicBezTo>
                    <a:pt x="2108" y="1333"/>
                    <a:pt x="2108" y="1333"/>
                    <a:pt x="2124" y="1277"/>
                  </a:cubicBezTo>
                  <a:lnTo>
                    <a:pt x="2124" y="1277"/>
                  </a:lnTo>
                  <a:cubicBezTo>
                    <a:pt x="2116" y="1341"/>
                    <a:pt x="2124" y="1341"/>
                    <a:pt x="2133" y="1341"/>
                  </a:cubicBezTo>
                  <a:cubicBezTo>
                    <a:pt x="2135" y="1344"/>
                    <a:pt x="2138" y="1345"/>
                    <a:pt x="2141" y="1345"/>
                  </a:cubicBezTo>
                  <a:cubicBezTo>
                    <a:pt x="2150" y="1345"/>
                    <a:pt x="2161" y="1334"/>
                    <a:pt x="2173" y="1293"/>
                  </a:cubicBezTo>
                  <a:lnTo>
                    <a:pt x="2173" y="1293"/>
                  </a:lnTo>
                  <a:cubicBezTo>
                    <a:pt x="2161" y="1356"/>
                    <a:pt x="2165" y="1388"/>
                    <a:pt x="2176" y="1388"/>
                  </a:cubicBezTo>
                  <a:cubicBezTo>
                    <a:pt x="2186" y="1388"/>
                    <a:pt x="2202" y="1360"/>
                    <a:pt x="2214" y="1301"/>
                  </a:cubicBezTo>
                  <a:cubicBezTo>
                    <a:pt x="2218" y="1273"/>
                    <a:pt x="2221" y="1259"/>
                    <a:pt x="2224" y="1259"/>
                  </a:cubicBezTo>
                  <a:lnTo>
                    <a:pt x="2224" y="1259"/>
                  </a:lnTo>
                  <a:cubicBezTo>
                    <a:pt x="2226" y="1259"/>
                    <a:pt x="2226" y="1275"/>
                    <a:pt x="2222" y="1309"/>
                  </a:cubicBezTo>
                  <a:cubicBezTo>
                    <a:pt x="2222" y="1337"/>
                    <a:pt x="2222" y="1352"/>
                    <a:pt x="2224" y="1352"/>
                  </a:cubicBezTo>
                  <a:cubicBezTo>
                    <a:pt x="2226" y="1352"/>
                    <a:pt x="2230" y="1337"/>
                    <a:pt x="2238" y="1309"/>
                  </a:cubicBezTo>
                  <a:cubicBezTo>
                    <a:pt x="2243" y="1293"/>
                    <a:pt x="2245" y="1286"/>
                    <a:pt x="2247" y="1286"/>
                  </a:cubicBezTo>
                  <a:lnTo>
                    <a:pt x="2247" y="1286"/>
                  </a:lnTo>
                  <a:cubicBezTo>
                    <a:pt x="2250" y="1286"/>
                    <a:pt x="2244" y="1328"/>
                    <a:pt x="2238" y="1374"/>
                  </a:cubicBezTo>
                  <a:cubicBezTo>
                    <a:pt x="2228" y="1441"/>
                    <a:pt x="2227" y="1471"/>
                    <a:pt x="2231" y="1471"/>
                  </a:cubicBezTo>
                  <a:cubicBezTo>
                    <a:pt x="2234" y="1471"/>
                    <a:pt x="2239" y="1457"/>
                    <a:pt x="2246" y="1431"/>
                  </a:cubicBezTo>
                  <a:cubicBezTo>
                    <a:pt x="2270" y="1382"/>
                    <a:pt x="2279" y="1382"/>
                    <a:pt x="2287" y="1382"/>
                  </a:cubicBezTo>
                  <a:cubicBezTo>
                    <a:pt x="2303" y="1349"/>
                    <a:pt x="2311" y="1309"/>
                    <a:pt x="2311" y="1268"/>
                  </a:cubicBezTo>
                  <a:lnTo>
                    <a:pt x="2330" y="1202"/>
                  </a:lnTo>
                  <a:lnTo>
                    <a:pt x="2330" y="1202"/>
                  </a:lnTo>
                  <a:cubicBezTo>
                    <a:pt x="2327" y="1223"/>
                    <a:pt x="2327" y="1246"/>
                    <a:pt x="2327" y="1268"/>
                  </a:cubicBezTo>
                  <a:cubicBezTo>
                    <a:pt x="2319" y="1333"/>
                    <a:pt x="2327" y="1333"/>
                    <a:pt x="2335" y="1333"/>
                  </a:cubicBezTo>
                  <a:lnTo>
                    <a:pt x="2360" y="1341"/>
                  </a:lnTo>
                  <a:cubicBezTo>
                    <a:pt x="2364" y="1375"/>
                    <a:pt x="2366" y="1391"/>
                    <a:pt x="2368" y="1391"/>
                  </a:cubicBezTo>
                  <a:cubicBezTo>
                    <a:pt x="2370" y="1391"/>
                    <a:pt x="2372" y="1377"/>
                    <a:pt x="2376" y="1349"/>
                  </a:cubicBezTo>
                  <a:cubicBezTo>
                    <a:pt x="2384" y="1293"/>
                    <a:pt x="2384" y="1309"/>
                    <a:pt x="2392" y="1285"/>
                  </a:cubicBezTo>
                  <a:lnTo>
                    <a:pt x="2392" y="1285"/>
                  </a:lnTo>
                  <a:cubicBezTo>
                    <a:pt x="2383" y="1349"/>
                    <a:pt x="2395" y="1384"/>
                    <a:pt x="2412" y="1384"/>
                  </a:cubicBezTo>
                  <a:cubicBezTo>
                    <a:pt x="2427" y="1384"/>
                    <a:pt x="2446" y="1358"/>
                    <a:pt x="2457" y="1301"/>
                  </a:cubicBezTo>
                  <a:lnTo>
                    <a:pt x="2457" y="1301"/>
                  </a:lnTo>
                  <a:lnTo>
                    <a:pt x="2449" y="1366"/>
                  </a:lnTo>
                  <a:cubicBezTo>
                    <a:pt x="2441" y="1422"/>
                    <a:pt x="2449" y="1422"/>
                    <a:pt x="2457" y="1422"/>
                  </a:cubicBezTo>
                  <a:cubicBezTo>
                    <a:pt x="2457" y="1423"/>
                    <a:pt x="2458" y="1423"/>
                    <a:pt x="2459" y="1423"/>
                  </a:cubicBezTo>
                  <a:cubicBezTo>
                    <a:pt x="2468" y="1423"/>
                    <a:pt x="2490" y="1374"/>
                    <a:pt x="2506" y="1374"/>
                  </a:cubicBezTo>
                  <a:cubicBezTo>
                    <a:pt x="2512" y="1376"/>
                    <a:pt x="2518" y="1378"/>
                    <a:pt x="2524" y="1378"/>
                  </a:cubicBezTo>
                  <a:cubicBezTo>
                    <a:pt x="2538" y="1378"/>
                    <a:pt x="2548" y="1366"/>
                    <a:pt x="2554" y="1325"/>
                  </a:cubicBezTo>
                  <a:cubicBezTo>
                    <a:pt x="2562" y="1325"/>
                    <a:pt x="2562" y="1325"/>
                    <a:pt x="2554" y="1382"/>
                  </a:cubicBezTo>
                  <a:cubicBezTo>
                    <a:pt x="2538" y="1439"/>
                    <a:pt x="2546" y="1447"/>
                    <a:pt x="2546" y="1447"/>
                  </a:cubicBezTo>
                  <a:cubicBezTo>
                    <a:pt x="2562" y="1406"/>
                    <a:pt x="2570" y="1366"/>
                    <a:pt x="2570" y="1325"/>
                  </a:cubicBezTo>
                  <a:cubicBezTo>
                    <a:pt x="2574" y="1298"/>
                    <a:pt x="2578" y="1284"/>
                    <a:pt x="2581" y="1284"/>
                  </a:cubicBezTo>
                  <a:cubicBezTo>
                    <a:pt x="2584" y="1284"/>
                    <a:pt x="2587" y="1300"/>
                    <a:pt x="2587" y="1333"/>
                  </a:cubicBezTo>
                  <a:cubicBezTo>
                    <a:pt x="2587" y="1364"/>
                    <a:pt x="2594" y="1380"/>
                    <a:pt x="2603" y="1380"/>
                  </a:cubicBezTo>
                  <a:cubicBezTo>
                    <a:pt x="2610" y="1380"/>
                    <a:pt x="2620" y="1368"/>
                    <a:pt x="2627" y="1341"/>
                  </a:cubicBezTo>
                  <a:cubicBezTo>
                    <a:pt x="2635" y="1341"/>
                    <a:pt x="2643" y="1341"/>
                    <a:pt x="2635" y="1398"/>
                  </a:cubicBezTo>
                  <a:cubicBezTo>
                    <a:pt x="2635" y="1436"/>
                    <a:pt x="2635" y="1471"/>
                    <a:pt x="2640" y="1471"/>
                  </a:cubicBezTo>
                  <a:cubicBezTo>
                    <a:pt x="2644" y="1471"/>
                    <a:pt x="2649" y="1453"/>
                    <a:pt x="2660" y="1406"/>
                  </a:cubicBezTo>
                  <a:cubicBezTo>
                    <a:pt x="2668" y="1406"/>
                    <a:pt x="2668" y="1406"/>
                    <a:pt x="2660" y="1463"/>
                  </a:cubicBezTo>
                  <a:cubicBezTo>
                    <a:pt x="2660" y="1501"/>
                    <a:pt x="2657" y="1536"/>
                    <a:pt x="2658" y="1536"/>
                  </a:cubicBezTo>
                  <a:cubicBezTo>
                    <a:pt x="2658" y="1536"/>
                    <a:pt x="2661" y="1518"/>
                    <a:pt x="2668" y="1471"/>
                  </a:cubicBezTo>
                  <a:cubicBezTo>
                    <a:pt x="2679" y="1444"/>
                    <a:pt x="2689" y="1430"/>
                    <a:pt x="2696" y="1430"/>
                  </a:cubicBezTo>
                  <a:cubicBezTo>
                    <a:pt x="2704" y="1430"/>
                    <a:pt x="2708" y="1446"/>
                    <a:pt x="2708" y="1479"/>
                  </a:cubicBezTo>
                  <a:cubicBezTo>
                    <a:pt x="2716" y="1479"/>
                    <a:pt x="2724" y="1479"/>
                    <a:pt x="2724" y="1422"/>
                  </a:cubicBezTo>
                  <a:cubicBezTo>
                    <a:pt x="2727" y="1413"/>
                    <a:pt x="2729" y="1406"/>
                    <a:pt x="2730" y="1401"/>
                  </a:cubicBezTo>
                  <a:lnTo>
                    <a:pt x="2730" y="1401"/>
                  </a:lnTo>
                  <a:cubicBezTo>
                    <a:pt x="2728" y="1434"/>
                    <a:pt x="2727" y="1450"/>
                    <a:pt x="2728" y="1450"/>
                  </a:cubicBezTo>
                  <a:cubicBezTo>
                    <a:pt x="2729" y="1450"/>
                    <a:pt x="2733" y="1421"/>
                    <a:pt x="2741" y="1366"/>
                  </a:cubicBezTo>
                  <a:cubicBezTo>
                    <a:pt x="2745" y="1333"/>
                    <a:pt x="2747" y="1317"/>
                    <a:pt x="2748" y="1317"/>
                  </a:cubicBezTo>
                  <a:cubicBezTo>
                    <a:pt x="2749" y="1317"/>
                    <a:pt x="2749" y="1333"/>
                    <a:pt x="2749" y="1366"/>
                  </a:cubicBezTo>
                  <a:cubicBezTo>
                    <a:pt x="2749" y="1422"/>
                    <a:pt x="2757" y="1422"/>
                    <a:pt x="2757" y="1422"/>
                  </a:cubicBezTo>
                  <a:cubicBezTo>
                    <a:pt x="2757" y="1422"/>
                    <a:pt x="2785" y="1373"/>
                    <a:pt x="2815" y="1373"/>
                  </a:cubicBezTo>
                  <a:cubicBezTo>
                    <a:pt x="2817" y="1373"/>
                    <a:pt x="2820" y="1373"/>
                    <a:pt x="2822" y="1374"/>
                  </a:cubicBezTo>
                  <a:cubicBezTo>
                    <a:pt x="2832" y="1376"/>
                    <a:pt x="2841" y="1377"/>
                    <a:pt x="2849" y="1377"/>
                  </a:cubicBezTo>
                  <a:cubicBezTo>
                    <a:pt x="2870" y="1377"/>
                    <a:pt x="2878" y="1365"/>
                    <a:pt x="2878" y="1317"/>
                  </a:cubicBezTo>
                  <a:cubicBezTo>
                    <a:pt x="2886" y="1290"/>
                    <a:pt x="2890" y="1275"/>
                    <a:pt x="2892" y="1275"/>
                  </a:cubicBezTo>
                  <a:cubicBezTo>
                    <a:pt x="2895" y="1275"/>
                    <a:pt x="2895" y="1292"/>
                    <a:pt x="2895" y="1325"/>
                  </a:cubicBezTo>
                  <a:cubicBezTo>
                    <a:pt x="2895" y="1382"/>
                    <a:pt x="2903" y="1382"/>
                    <a:pt x="2903" y="1382"/>
                  </a:cubicBezTo>
                  <a:cubicBezTo>
                    <a:pt x="2911" y="1382"/>
                    <a:pt x="2919" y="1382"/>
                    <a:pt x="2911" y="1447"/>
                  </a:cubicBezTo>
                  <a:cubicBezTo>
                    <a:pt x="2919" y="1390"/>
                    <a:pt x="2919" y="1390"/>
                    <a:pt x="2927" y="1390"/>
                  </a:cubicBezTo>
                  <a:cubicBezTo>
                    <a:pt x="2927" y="1418"/>
                    <a:pt x="2927" y="1433"/>
                    <a:pt x="2928" y="1433"/>
                  </a:cubicBezTo>
                  <a:cubicBezTo>
                    <a:pt x="2929" y="1433"/>
                    <a:pt x="2931" y="1418"/>
                    <a:pt x="2935" y="1390"/>
                  </a:cubicBezTo>
                  <a:cubicBezTo>
                    <a:pt x="2943" y="1329"/>
                    <a:pt x="2947" y="1299"/>
                    <a:pt x="2948" y="1299"/>
                  </a:cubicBezTo>
                  <a:lnTo>
                    <a:pt x="2948" y="1299"/>
                  </a:lnTo>
                  <a:cubicBezTo>
                    <a:pt x="2949" y="1299"/>
                    <a:pt x="2947" y="1329"/>
                    <a:pt x="2943" y="1390"/>
                  </a:cubicBezTo>
                  <a:cubicBezTo>
                    <a:pt x="2943" y="1430"/>
                    <a:pt x="2947" y="1474"/>
                    <a:pt x="2950" y="1474"/>
                  </a:cubicBezTo>
                  <a:cubicBezTo>
                    <a:pt x="2951" y="1474"/>
                    <a:pt x="2951" y="1466"/>
                    <a:pt x="2951" y="1447"/>
                  </a:cubicBezTo>
                  <a:cubicBezTo>
                    <a:pt x="2960" y="1414"/>
                    <a:pt x="2968" y="1374"/>
                    <a:pt x="2976" y="1333"/>
                  </a:cubicBezTo>
                  <a:cubicBezTo>
                    <a:pt x="2976" y="1333"/>
                    <a:pt x="2984" y="1333"/>
                    <a:pt x="2984" y="1390"/>
                  </a:cubicBezTo>
                  <a:cubicBezTo>
                    <a:pt x="2984" y="1411"/>
                    <a:pt x="2987" y="1419"/>
                    <a:pt x="2992" y="1419"/>
                  </a:cubicBezTo>
                  <a:cubicBezTo>
                    <a:pt x="3002" y="1419"/>
                    <a:pt x="3019" y="1380"/>
                    <a:pt x="3024" y="1341"/>
                  </a:cubicBezTo>
                  <a:cubicBezTo>
                    <a:pt x="3024" y="1309"/>
                    <a:pt x="3026" y="1293"/>
                    <a:pt x="3027" y="1293"/>
                  </a:cubicBezTo>
                  <a:lnTo>
                    <a:pt x="3027" y="1293"/>
                  </a:lnTo>
                  <a:cubicBezTo>
                    <a:pt x="3028" y="1293"/>
                    <a:pt x="3028" y="1309"/>
                    <a:pt x="3024" y="1341"/>
                  </a:cubicBezTo>
                  <a:cubicBezTo>
                    <a:pt x="3024" y="1398"/>
                    <a:pt x="3033" y="1398"/>
                    <a:pt x="3041" y="1398"/>
                  </a:cubicBezTo>
                  <a:cubicBezTo>
                    <a:pt x="3041" y="1415"/>
                    <a:pt x="3041" y="1438"/>
                    <a:pt x="3041" y="1463"/>
                  </a:cubicBezTo>
                  <a:cubicBezTo>
                    <a:pt x="3033" y="1520"/>
                    <a:pt x="3041" y="1520"/>
                    <a:pt x="3049" y="1520"/>
                  </a:cubicBezTo>
                  <a:cubicBezTo>
                    <a:pt x="3057" y="1463"/>
                    <a:pt x="3081" y="1463"/>
                    <a:pt x="3097" y="1463"/>
                  </a:cubicBezTo>
                  <a:cubicBezTo>
                    <a:pt x="3099" y="1463"/>
                    <a:pt x="3100" y="1464"/>
                    <a:pt x="3101" y="1464"/>
                  </a:cubicBezTo>
                  <a:cubicBezTo>
                    <a:pt x="3123" y="1464"/>
                    <a:pt x="3131" y="1400"/>
                    <a:pt x="3146" y="1293"/>
                  </a:cubicBezTo>
                  <a:lnTo>
                    <a:pt x="3154" y="1471"/>
                  </a:lnTo>
                  <a:cubicBezTo>
                    <a:pt x="3162" y="1431"/>
                    <a:pt x="3162" y="1390"/>
                    <a:pt x="3162" y="1349"/>
                  </a:cubicBezTo>
                  <a:cubicBezTo>
                    <a:pt x="3162" y="1321"/>
                    <a:pt x="3162" y="1307"/>
                    <a:pt x="3164" y="1307"/>
                  </a:cubicBezTo>
                  <a:cubicBezTo>
                    <a:pt x="3166" y="1307"/>
                    <a:pt x="3170" y="1321"/>
                    <a:pt x="3178" y="1349"/>
                  </a:cubicBezTo>
                  <a:cubicBezTo>
                    <a:pt x="3183" y="1383"/>
                    <a:pt x="3187" y="1399"/>
                    <a:pt x="3190" y="1399"/>
                  </a:cubicBezTo>
                  <a:cubicBezTo>
                    <a:pt x="3193" y="1399"/>
                    <a:pt x="3195" y="1385"/>
                    <a:pt x="3195" y="1358"/>
                  </a:cubicBezTo>
                  <a:cubicBezTo>
                    <a:pt x="3203" y="1358"/>
                    <a:pt x="3211" y="1358"/>
                    <a:pt x="3211" y="1414"/>
                  </a:cubicBezTo>
                  <a:cubicBezTo>
                    <a:pt x="3219" y="1414"/>
                    <a:pt x="3219" y="1414"/>
                    <a:pt x="3219" y="1358"/>
                  </a:cubicBezTo>
                  <a:cubicBezTo>
                    <a:pt x="3219" y="1325"/>
                    <a:pt x="3221" y="1309"/>
                    <a:pt x="3223" y="1309"/>
                  </a:cubicBezTo>
                  <a:cubicBezTo>
                    <a:pt x="3225" y="1309"/>
                    <a:pt x="3227" y="1325"/>
                    <a:pt x="3227" y="1358"/>
                  </a:cubicBezTo>
                  <a:cubicBezTo>
                    <a:pt x="3232" y="1428"/>
                    <a:pt x="3239" y="1458"/>
                    <a:pt x="3245" y="1458"/>
                  </a:cubicBezTo>
                  <a:cubicBezTo>
                    <a:pt x="3249" y="1458"/>
                    <a:pt x="3251" y="1442"/>
                    <a:pt x="3251" y="1414"/>
                  </a:cubicBezTo>
                  <a:cubicBezTo>
                    <a:pt x="3251" y="1358"/>
                    <a:pt x="3260" y="1358"/>
                    <a:pt x="3260" y="1358"/>
                  </a:cubicBezTo>
                  <a:cubicBezTo>
                    <a:pt x="3268" y="1358"/>
                    <a:pt x="3276" y="1358"/>
                    <a:pt x="3276" y="1301"/>
                  </a:cubicBezTo>
                  <a:lnTo>
                    <a:pt x="3292" y="1301"/>
                  </a:lnTo>
                  <a:cubicBezTo>
                    <a:pt x="3292" y="1325"/>
                    <a:pt x="3292" y="1341"/>
                    <a:pt x="3284" y="1358"/>
                  </a:cubicBezTo>
                  <a:lnTo>
                    <a:pt x="3292" y="1422"/>
                  </a:lnTo>
                  <a:cubicBezTo>
                    <a:pt x="3300" y="1422"/>
                    <a:pt x="3308" y="1422"/>
                    <a:pt x="3308" y="1366"/>
                  </a:cubicBezTo>
                  <a:cubicBezTo>
                    <a:pt x="3312" y="1305"/>
                    <a:pt x="3314" y="1274"/>
                    <a:pt x="3315" y="1274"/>
                  </a:cubicBezTo>
                  <a:cubicBezTo>
                    <a:pt x="3316" y="1274"/>
                    <a:pt x="3316" y="1305"/>
                    <a:pt x="3316" y="1366"/>
                  </a:cubicBezTo>
                  <a:cubicBezTo>
                    <a:pt x="3316" y="1406"/>
                    <a:pt x="3320" y="1450"/>
                    <a:pt x="3326" y="1450"/>
                  </a:cubicBezTo>
                  <a:cubicBezTo>
                    <a:pt x="3328" y="1450"/>
                    <a:pt x="3330" y="1442"/>
                    <a:pt x="3333" y="1422"/>
                  </a:cubicBezTo>
                  <a:cubicBezTo>
                    <a:pt x="3333" y="1374"/>
                    <a:pt x="3334" y="1357"/>
                    <a:pt x="3336" y="1357"/>
                  </a:cubicBezTo>
                  <a:cubicBezTo>
                    <a:pt x="3338" y="1357"/>
                    <a:pt x="3341" y="1390"/>
                    <a:pt x="3341" y="1422"/>
                  </a:cubicBezTo>
                  <a:cubicBezTo>
                    <a:pt x="3341" y="1483"/>
                    <a:pt x="3341" y="1514"/>
                    <a:pt x="3343" y="1514"/>
                  </a:cubicBezTo>
                  <a:cubicBezTo>
                    <a:pt x="3345" y="1514"/>
                    <a:pt x="3349" y="1483"/>
                    <a:pt x="3357" y="1422"/>
                  </a:cubicBezTo>
                  <a:cubicBezTo>
                    <a:pt x="3365" y="1422"/>
                    <a:pt x="3389" y="1366"/>
                    <a:pt x="3405" y="1366"/>
                  </a:cubicBezTo>
                  <a:cubicBezTo>
                    <a:pt x="3430" y="1366"/>
                    <a:pt x="3438" y="1366"/>
                    <a:pt x="3446" y="1431"/>
                  </a:cubicBezTo>
                  <a:cubicBezTo>
                    <a:pt x="3446" y="1431"/>
                    <a:pt x="3446" y="1431"/>
                    <a:pt x="3446" y="1432"/>
                  </a:cubicBezTo>
                  <a:lnTo>
                    <a:pt x="3446" y="1432"/>
                  </a:lnTo>
                  <a:cubicBezTo>
                    <a:pt x="3447" y="1366"/>
                    <a:pt x="3449" y="1366"/>
                    <a:pt x="3462" y="1366"/>
                  </a:cubicBezTo>
                  <a:cubicBezTo>
                    <a:pt x="3469" y="1385"/>
                    <a:pt x="3475" y="1393"/>
                    <a:pt x="3480" y="1393"/>
                  </a:cubicBezTo>
                  <a:cubicBezTo>
                    <a:pt x="3491" y="1393"/>
                    <a:pt x="3495" y="1349"/>
                    <a:pt x="3495" y="1309"/>
                  </a:cubicBezTo>
                  <a:lnTo>
                    <a:pt x="3487" y="1309"/>
                  </a:lnTo>
                  <a:cubicBezTo>
                    <a:pt x="3482" y="1239"/>
                    <a:pt x="3480" y="1209"/>
                    <a:pt x="3482" y="1209"/>
                  </a:cubicBezTo>
                  <a:lnTo>
                    <a:pt x="3482" y="1209"/>
                  </a:lnTo>
                  <a:cubicBezTo>
                    <a:pt x="3484" y="1209"/>
                    <a:pt x="3488" y="1225"/>
                    <a:pt x="3495" y="1252"/>
                  </a:cubicBezTo>
                  <a:cubicBezTo>
                    <a:pt x="3503" y="1285"/>
                    <a:pt x="3511" y="1325"/>
                    <a:pt x="3511" y="1366"/>
                  </a:cubicBezTo>
                  <a:cubicBezTo>
                    <a:pt x="3511" y="1406"/>
                    <a:pt x="3519" y="1447"/>
                    <a:pt x="3527" y="1487"/>
                  </a:cubicBezTo>
                  <a:cubicBezTo>
                    <a:pt x="3535" y="1487"/>
                    <a:pt x="3543" y="1487"/>
                    <a:pt x="3527" y="1431"/>
                  </a:cubicBezTo>
                  <a:cubicBezTo>
                    <a:pt x="3527" y="1366"/>
                    <a:pt x="3527" y="1366"/>
                    <a:pt x="3527" y="1366"/>
                  </a:cubicBezTo>
                  <a:cubicBezTo>
                    <a:pt x="3535" y="1366"/>
                    <a:pt x="3543" y="1366"/>
                    <a:pt x="3543" y="1309"/>
                  </a:cubicBezTo>
                  <a:cubicBezTo>
                    <a:pt x="3535" y="1252"/>
                    <a:pt x="3543" y="1252"/>
                    <a:pt x="3551" y="1252"/>
                  </a:cubicBezTo>
                  <a:cubicBezTo>
                    <a:pt x="3560" y="1309"/>
                    <a:pt x="3568" y="1309"/>
                    <a:pt x="3568" y="1309"/>
                  </a:cubicBezTo>
                  <a:cubicBezTo>
                    <a:pt x="3576" y="1341"/>
                    <a:pt x="3576" y="1333"/>
                    <a:pt x="3576" y="1374"/>
                  </a:cubicBezTo>
                  <a:cubicBezTo>
                    <a:pt x="3576" y="1431"/>
                    <a:pt x="3592" y="1487"/>
                    <a:pt x="3592" y="1487"/>
                  </a:cubicBezTo>
                  <a:cubicBezTo>
                    <a:pt x="3592" y="1487"/>
                    <a:pt x="3592" y="1431"/>
                    <a:pt x="3592" y="1431"/>
                  </a:cubicBezTo>
                  <a:cubicBezTo>
                    <a:pt x="3584" y="1374"/>
                    <a:pt x="3722" y="1366"/>
                    <a:pt x="3738" y="1366"/>
                  </a:cubicBezTo>
                  <a:cubicBezTo>
                    <a:pt x="3746" y="1394"/>
                    <a:pt x="3754" y="1408"/>
                    <a:pt x="3758" y="1408"/>
                  </a:cubicBezTo>
                  <a:cubicBezTo>
                    <a:pt x="3762" y="1408"/>
                    <a:pt x="3762" y="1394"/>
                    <a:pt x="3754" y="1366"/>
                  </a:cubicBezTo>
                  <a:cubicBezTo>
                    <a:pt x="3746" y="1309"/>
                    <a:pt x="3778" y="1301"/>
                    <a:pt x="3811" y="1301"/>
                  </a:cubicBezTo>
                  <a:cubicBezTo>
                    <a:pt x="3851" y="1301"/>
                    <a:pt x="3876" y="1301"/>
                    <a:pt x="3868" y="1244"/>
                  </a:cubicBezTo>
                  <a:lnTo>
                    <a:pt x="3884" y="1244"/>
                  </a:lnTo>
                  <a:cubicBezTo>
                    <a:pt x="3892" y="1244"/>
                    <a:pt x="3892" y="1179"/>
                    <a:pt x="3900" y="1179"/>
                  </a:cubicBezTo>
                  <a:cubicBezTo>
                    <a:pt x="3900" y="1151"/>
                    <a:pt x="3900" y="1137"/>
                    <a:pt x="3901" y="1137"/>
                  </a:cubicBezTo>
                  <a:cubicBezTo>
                    <a:pt x="3902" y="1137"/>
                    <a:pt x="3904" y="1151"/>
                    <a:pt x="3908" y="1179"/>
                  </a:cubicBezTo>
                  <a:cubicBezTo>
                    <a:pt x="3908" y="1220"/>
                    <a:pt x="3916" y="1260"/>
                    <a:pt x="3932" y="1301"/>
                  </a:cubicBezTo>
                  <a:cubicBezTo>
                    <a:pt x="3941" y="1301"/>
                    <a:pt x="3932" y="1236"/>
                    <a:pt x="3924" y="1179"/>
                  </a:cubicBezTo>
                  <a:cubicBezTo>
                    <a:pt x="3908" y="1122"/>
                    <a:pt x="3916" y="1122"/>
                    <a:pt x="3916" y="1122"/>
                  </a:cubicBezTo>
                  <a:cubicBezTo>
                    <a:pt x="3924" y="1122"/>
                    <a:pt x="3924" y="1122"/>
                    <a:pt x="3932" y="1179"/>
                  </a:cubicBezTo>
                  <a:cubicBezTo>
                    <a:pt x="3941" y="1236"/>
                    <a:pt x="3949" y="1301"/>
                    <a:pt x="3949" y="1301"/>
                  </a:cubicBezTo>
                  <a:lnTo>
                    <a:pt x="3957" y="1301"/>
                  </a:lnTo>
                  <a:cubicBezTo>
                    <a:pt x="3949" y="1236"/>
                    <a:pt x="3949" y="1236"/>
                    <a:pt x="3949" y="1236"/>
                  </a:cubicBezTo>
                  <a:cubicBezTo>
                    <a:pt x="3957" y="1236"/>
                    <a:pt x="3957" y="1236"/>
                    <a:pt x="3973" y="1358"/>
                  </a:cubicBezTo>
                  <a:cubicBezTo>
                    <a:pt x="3985" y="1414"/>
                    <a:pt x="3993" y="1443"/>
                    <a:pt x="3996" y="1443"/>
                  </a:cubicBezTo>
                  <a:cubicBezTo>
                    <a:pt x="3999" y="1443"/>
                    <a:pt x="3997" y="1414"/>
                    <a:pt x="3989" y="1358"/>
                  </a:cubicBezTo>
                  <a:lnTo>
                    <a:pt x="3989" y="1293"/>
                  </a:lnTo>
                  <a:cubicBezTo>
                    <a:pt x="3997" y="1331"/>
                    <a:pt x="4001" y="1345"/>
                    <a:pt x="4004" y="1345"/>
                  </a:cubicBezTo>
                  <a:cubicBezTo>
                    <a:pt x="4009" y="1345"/>
                    <a:pt x="4003" y="1275"/>
                    <a:pt x="3997" y="1236"/>
                  </a:cubicBezTo>
                  <a:lnTo>
                    <a:pt x="3997" y="1236"/>
                  </a:lnTo>
                  <a:cubicBezTo>
                    <a:pt x="4013" y="1292"/>
                    <a:pt x="4021" y="1320"/>
                    <a:pt x="4024" y="1320"/>
                  </a:cubicBezTo>
                  <a:cubicBezTo>
                    <a:pt x="4026" y="1320"/>
                    <a:pt x="4022" y="1290"/>
                    <a:pt x="4014" y="1228"/>
                  </a:cubicBezTo>
                  <a:cubicBezTo>
                    <a:pt x="4010" y="1199"/>
                    <a:pt x="4010" y="1185"/>
                    <a:pt x="4013" y="1185"/>
                  </a:cubicBezTo>
                  <a:lnTo>
                    <a:pt x="4013" y="1185"/>
                  </a:lnTo>
                  <a:cubicBezTo>
                    <a:pt x="4016" y="1185"/>
                    <a:pt x="4022" y="1199"/>
                    <a:pt x="4030" y="1228"/>
                  </a:cubicBezTo>
                  <a:cubicBezTo>
                    <a:pt x="4043" y="1280"/>
                    <a:pt x="4045" y="1285"/>
                    <a:pt x="4054" y="1285"/>
                  </a:cubicBezTo>
                  <a:cubicBezTo>
                    <a:pt x="4056" y="1285"/>
                    <a:pt x="4059" y="1285"/>
                    <a:pt x="4062" y="1285"/>
                  </a:cubicBezTo>
                  <a:cubicBezTo>
                    <a:pt x="4054" y="1228"/>
                    <a:pt x="4095" y="1228"/>
                    <a:pt x="4135" y="1220"/>
                  </a:cubicBezTo>
                  <a:cubicBezTo>
                    <a:pt x="4184" y="1220"/>
                    <a:pt x="4216" y="1212"/>
                    <a:pt x="4200" y="1155"/>
                  </a:cubicBezTo>
                  <a:cubicBezTo>
                    <a:pt x="4202" y="1153"/>
                    <a:pt x="4204" y="1151"/>
                    <a:pt x="4205" y="1151"/>
                  </a:cubicBezTo>
                  <a:cubicBezTo>
                    <a:pt x="4209" y="1151"/>
                    <a:pt x="4212" y="1164"/>
                    <a:pt x="4224" y="1212"/>
                  </a:cubicBezTo>
                  <a:cubicBezTo>
                    <a:pt x="4231" y="1235"/>
                    <a:pt x="4236" y="1248"/>
                    <a:pt x="4238" y="1248"/>
                  </a:cubicBezTo>
                  <a:cubicBezTo>
                    <a:pt x="4242" y="1248"/>
                    <a:pt x="4239" y="1219"/>
                    <a:pt x="4224" y="1147"/>
                  </a:cubicBezTo>
                  <a:cubicBezTo>
                    <a:pt x="4220" y="1114"/>
                    <a:pt x="4212" y="1081"/>
                    <a:pt x="4213" y="1081"/>
                  </a:cubicBezTo>
                  <a:lnTo>
                    <a:pt x="4213" y="1081"/>
                  </a:lnTo>
                  <a:cubicBezTo>
                    <a:pt x="4214" y="1081"/>
                    <a:pt x="4219" y="1099"/>
                    <a:pt x="4232" y="1147"/>
                  </a:cubicBezTo>
                  <a:cubicBezTo>
                    <a:pt x="4241" y="1204"/>
                    <a:pt x="4257" y="1204"/>
                    <a:pt x="4273" y="1204"/>
                  </a:cubicBezTo>
                  <a:cubicBezTo>
                    <a:pt x="4289" y="1195"/>
                    <a:pt x="4314" y="1195"/>
                    <a:pt x="4297" y="1139"/>
                  </a:cubicBezTo>
                  <a:cubicBezTo>
                    <a:pt x="4297" y="1106"/>
                    <a:pt x="4297" y="1090"/>
                    <a:pt x="4298" y="1090"/>
                  </a:cubicBezTo>
                  <a:cubicBezTo>
                    <a:pt x="4299" y="1090"/>
                    <a:pt x="4301" y="1106"/>
                    <a:pt x="4305" y="1139"/>
                  </a:cubicBezTo>
                  <a:cubicBezTo>
                    <a:pt x="4320" y="1208"/>
                    <a:pt x="4341" y="1255"/>
                    <a:pt x="4351" y="1255"/>
                  </a:cubicBezTo>
                  <a:cubicBezTo>
                    <a:pt x="4358" y="1255"/>
                    <a:pt x="4360" y="1235"/>
                    <a:pt x="4354" y="1187"/>
                  </a:cubicBezTo>
                  <a:cubicBezTo>
                    <a:pt x="4362" y="1187"/>
                    <a:pt x="4362" y="1187"/>
                    <a:pt x="4378" y="1244"/>
                  </a:cubicBezTo>
                  <a:cubicBezTo>
                    <a:pt x="4387" y="1244"/>
                    <a:pt x="4395" y="1244"/>
                    <a:pt x="4395" y="1179"/>
                  </a:cubicBezTo>
                  <a:lnTo>
                    <a:pt x="4427" y="1179"/>
                  </a:lnTo>
                  <a:cubicBezTo>
                    <a:pt x="4443" y="1171"/>
                    <a:pt x="4435" y="1114"/>
                    <a:pt x="4435" y="1114"/>
                  </a:cubicBezTo>
                  <a:lnTo>
                    <a:pt x="4443" y="1114"/>
                  </a:lnTo>
                  <a:cubicBezTo>
                    <a:pt x="4454" y="1151"/>
                    <a:pt x="4468" y="1161"/>
                    <a:pt x="4487" y="1161"/>
                  </a:cubicBezTo>
                  <a:cubicBezTo>
                    <a:pt x="4498" y="1161"/>
                    <a:pt x="4510" y="1158"/>
                    <a:pt x="4524" y="1155"/>
                  </a:cubicBezTo>
                  <a:cubicBezTo>
                    <a:pt x="4536" y="1152"/>
                    <a:pt x="4547" y="1149"/>
                    <a:pt x="4558" y="1149"/>
                  </a:cubicBezTo>
                  <a:cubicBezTo>
                    <a:pt x="4579" y="1149"/>
                    <a:pt x="4598" y="1159"/>
                    <a:pt x="4614" y="1195"/>
                  </a:cubicBezTo>
                  <a:cubicBezTo>
                    <a:pt x="4614" y="1195"/>
                    <a:pt x="4622" y="1195"/>
                    <a:pt x="4605" y="1139"/>
                  </a:cubicBezTo>
                  <a:cubicBezTo>
                    <a:pt x="4586" y="1070"/>
                    <a:pt x="4581" y="1043"/>
                    <a:pt x="4586" y="1043"/>
                  </a:cubicBezTo>
                  <a:lnTo>
                    <a:pt x="4586" y="1043"/>
                  </a:lnTo>
                  <a:cubicBezTo>
                    <a:pt x="4589" y="1043"/>
                    <a:pt x="4596" y="1055"/>
                    <a:pt x="4605" y="1074"/>
                  </a:cubicBezTo>
                  <a:cubicBezTo>
                    <a:pt x="4626" y="1131"/>
                    <a:pt x="4642" y="1159"/>
                    <a:pt x="4649" y="1159"/>
                  </a:cubicBezTo>
                  <a:cubicBezTo>
                    <a:pt x="4656" y="1159"/>
                    <a:pt x="4654" y="1131"/>
                    <a:pt x="4638" y="1074"/>
                  </a:cubicBezTo>
                  <a:lnTo>
                    <a:pt x="4638" y="1074"/>
                  </a:lnTo>
                  <a:cubicBezTo>
                    <a:pt x="4646" y="1098"/>
                    <a:pt x="4646" y="1098"/>
                    <a:pt x="4654" y="1131"/>
                  </a:cubicBezTo>
                  <a:cubicBezTo>
                    <a:pt x="4669" y="1172"/>
                    <a:pt x="4678" y="1190"/>
                    <a:pt x="4683" y="1190"/>
                  </a:cubicBezTo>
                  <a:cubicBezTo>
                    <a:pt x="4690" y="1190"/>
                    <a:pt x="4683" y="1138"/>
                    <a:pt x="4662" y="1066"/>
                  </a:cubicBezTo>
                  <a:lnTo>
                    <a:pt x="4662" y="1066"/>
                  </a:lnTo>
                  <a:cubicBezTo>
                    <a:pt x="4679" y="1104"/>
                    <a:pt x="4695" y="1143"/>
                    <a:pt x="4699" y="1143"/>
                  </a:cubicBezTo>
                  <a:cubicBezTo>
                    <a:pt x="4701" y="1143"/>
                    <a:pt x="4700" y="1135"/>
                    <a:pt x="4695" y="1114"/>
                  </a:cubicBezTo>
                  <a:cubicBezTo>
                    <a:pt x="4703" y="1114"/>
                    <a:pt x="4703" y="1114"/>
                    <a:pt x="4743" y="1228"/>
                  </a:cubicBezTo>
                  <a:cubicBezTo>
                    <a:pt x="4751" y="1268"/>
                    <a:pt x="4768" y="1309"/>
                    <a:pt x="4784" y="1341"/>
                  </a:cubicBezTo>
                  <a:cubicBezTo>
                    <a:pt x="4776" y="1301"/>
                    <a:pt x="4768" y="1268"/>
                    <a:pt x="4751" y="1228"/>
                  </a:cubicBezTo>
                  <a:lnTo>
                    <a:pt x="4759" y="1228"/>
                  </a:lnTo>
                  <a:cubicBezTo>
                    <a:pt x="4759" y="1228"/>
                    <a:pt x="4768" y="1228"/>
                    <a:pt x="4751" y="1171"/>
                  </a:cubicBezTo>
                  <a:cubicBezTo>
                    <a:pt x="4727" y="1114"/>
                    <a:pt x="4735" y="1106"/>
                    <a:pt x="4735" y="1106"/>
                  </a:cubicBezTo>
                  <a:lnTo>
                    <a:pt x="4735" y="1106"/>
                  </a:lnTo>
                  <a:cubicBezTo>
                    <a:pt x="4742" y="1123"/>
                    <a:pt x="4746" y="1130"/>
                    <a:pt x="4747" y="1130"/>
                  </a:cubicBezTo>
                  <a:cubicBezTo>
                    <a:pt x="4749" y="1130"/>
                    <a:pt x="4736" y="1090"/>
                    <a:pt x="4719" y="1050"/>
                  </a:cubicBezTo>
                  <a:cubicBezTo>
                    <a:pt x="4703" y="1017"/>
                    <a:pt x="4695" y="977"/>
                    <a:pt x="4687" y="936"/>
                  </a:cubicBezTo>
                  <a:cubicBezTo>
                    <a:pt x="4687" y="936"/>
                    <a:pt x="4662" y="879"/>
                    <a:pt x="4646" y="822"/>
                  </a:cubicBezTo>
                  <a:cubicBezTo>
                    <a:pt x="4622" y="750"/>
                    <a:pt x="4589" y="677"/>
                    <a:pt x="4557" y="604"/>
                  </a:cubicBezTo>
                  <a:cubicBezTo>
                    <a:pt x="4534" y="572"/>
                    <a:pt x="4514" y="543"/>
                    <a:pt x="4508" y="543"/>
                  </a:cubicBezTo>
                  <a:lnTo>
                    <a:pt x="4508" y="543"/>
                  </a:lnTo>
                  <a:cubicBezTo>
                    <a:pt x="4503" y="543"/>
                    <a:pt x="4506" y="561"/>
                    <a:pt x="4524" y="612"/>
                  </a:cubicBezTo>
                  <a:cubicBezTo>
                    <a:pt x="4532" y="628"/>
                    <a:pt x="4532" y="644"/>
                    <a:pt x="4532" y="668"/>
                  </a:cubicBezTo>
                  <a:cubicBezTo>
                    <a:pt x="4532" y="668"/>
                    <a:pt x="4508" y="612"/>
                    <a:pt x="4508" y="612"/>
                  </a:cubicBezTo>
                  <a:cubicBezTo>
                    <a:pt x="4490" y="571"/>
                    <a:pt x="4477" y="559"/>
                    <a:pt x="4462" y="559"/>
                  </a:cubicBezTo>
                  <a:cubicBezTo>
                    <a:pt x="4456" y="559"/>
                    <a:pt x="4450" y="561"/>
                    <a:pt x="4443" y="563"/>
                  </a:cubicBezTo>
                  <a:cubicBezTo>
                    <a:pt x="4437" y="565"/>
                    <a:pt x="4431" y="567"/>
                    <a:pt x="4425" y="567"/>
                  </a:cubicBezTo>
                  <a:cubicBezTo>
                    <a:pt x="4409" y="567"/>
                    <a:pt x="4396" y="556"/>
                    <a:pt x="4378" y="514"/>
                  </a:cubicBezTo>
                  <a:cubicBezTo>
                    <a:pt x="4362" y="458"/>
                    <a:pt x="4354" y="458"/>
                    <a:pt x="4354" y="458"/>
                  </a:cubicBezTo>
                  <a:lnTo>
                    <a:pt x="4354" y="458"/>
                  </a:lnTo>
                  <a:cubicBezTo>
                    <a:pt x="4370" y="514"/>
                    <a:pt x="4346" y="523"/>
                    <a:pt x="4314" y="531"/>
                  </a:cubicBezTo>
                  <a:cubicBezTo>
                    <a:pt x="4281" y="539"/>
                    <a:pt x="4249" y="539"/>
                    <a:pt x="4265" y="604"/>
                  </a:cubicBezTo>
                  <a:lnTo>
                    <a:pt x="4257" y="604"/>
                  </a:lnTo>
                  <a:cubicBezTo>
                    <a:pt x="4241" y="547"/>
                    <a:pt x="4232" y="547"/>
                    <a:pt x="4224" y="547"/>
                  </a:cubicBezTo>
                  <a:cubicBezTo>
                    <a:pt x="4224" y="604"/>
                    <a:pt x="4216" y="604"/>
                    <a:pt x="4216" y="604"/>
                  </a:cubicBezTo>
                  <a:cubicBezTo>
                    <a:pt x="4204" y="562"/>
                    <a:pt x="4201" y="551"/>
                    <a:pt x="4197" y="551"/>
                  </a:cubicBezTo>
                  <a:cubicBezTo>
                    <a:pt x="4196" y="551"/>
                    <a:pt x="4194" y="553"/>
                    <a:pt x="4192" y="555"/>
                  </a:cubicBezTo>
                  <a:cubicBezTo>
                    <a:pt x="4176" y="555"/>
                    <a:pt x="4176" y="555"/>
                    <a:pt x="4192" y="612"/>
                  </a:cubicBezTo>
                  <a:cubicBezTo>
                    <a:pt x="4190" y="612"/>
                    <a:pt x="4187" y="612"/>
                    <a:pt x="4183" y="612"/>
                  </a:cubicBezTo>
                  <a:cubicBezTo>
                    <a:pt x="4170" y="612"/>
                    <a:pt x="4146" y="607"/>
                    <a:pt x="4127" y="563"/>
                  </a:cubicBezTo>
                  <a:cubicBezTo>
                    <a:pt x="4120" y="546"/>
                    <a:pt x="4116" y="540"/>
                    <a:pt x="4113" y="540"/>
                  </a:cubicBezTo>
                  <a:lnTo>
                    <a:pt x="4113" y="540"/>
                  </a:lnTo>
                  <a:cubicBezTo>
                    <a:pt x="4108" y="540"/>
                    <a:pt x="4116" y="580"/>
                    <a:pt x="4127" y="620"/>
                  </a:cubicBezTo>
                  <a:cubicBezTo>
                    <a:pt x="4135" y="660"/>
                    <a:pt x="4143" y="701"/>
                    <a:pt x="4143" y="741"/>
                  </a:cubicBezTo>
                  <a:cubicBezTo>
                    <a:pt x="4143" y="741"/>
                    <a:pt x="4127" y="685"/>
                    <a:pt x="4111" y="620"/>
                  </a:cubicBezTo>
                  <a:cubicBezTo>
                    <a:pt x="4103" y="563"/>
                    <a:pt x="4103" y="563"/>
                    <a:pt x="4095" y="563"/>
                  </a:cubicBezTo>
                  <a:lnTo>
                    <a:pt x="4087" y="563"/>
                  </a:lnTo>
                  <a:cubicBezTo>
                    <a:pt x="4103" y="628"/>
                    <a:pt x="4078" y="628"/>
                    <a:pt x="4046" y="636"/>
                  </a:cubicBezTo>
                  <a:cubicBezTo>
                    <a:pt x="4005" y="636"/>
                    <a:pt x="3989" y="636"/>
                    <a:pt x="3997" y="693"/>
                  </a:cubicBezTo>
                  <a:cubicBezTo>
                    <a:pt x="4006" y="726"/>
                    <a:pt x="4008" y="742"/>
                    <a:pt x="4004" y="742"/>
                  </a:cubicBezTo>
                  <a:cubicBezTo>
                    <a:pt x="4001" y="742"/>
                    <a:pt x="3993" y="728"/>
                    <a:pt x="3981" y="701"/>
                  </a:cubicBezTo>
                  <a:cubicBezTo>
                    <a:pt x="3940" y="587"/>
                    <a:pt x="3925" y="546"/>
                    <a:pt x="3921" y="546"/>
                  </a:cubicBezTo>
                  <a:lnTo>
                    <a:pt x="3921" y="546"/>
                  </a:lnTo>
                  <a:cubicBezTo>
                    <a:pt x="3920" y="546"/>
                    <a:pt x="3921" y="559"/>
                    <a:pt x="3924" y="579"/>
                  </a:cubicBezTo>
                  <a:cubicBezTo>
                    <a:pt x="3941" y="620"/>
                    <a:pt x="3949" y="660"/>
                    <a:pt x="3949" y="701"/>
                  </a:cubicBezTo>
                  <a:cubicBezTo>
                    <a:pt x="3961" y="758"/>
                    <a:pt x="3965" y="786"/>
                    <a:pt x="3963" y="786"/>
                  </a:cubicBezTo>
                  <a:cubicBezTo>
                    <a:pt x="3961" y="786"/>
                    <a:pt x="3953" y="758"/>
                    <a:pt x="3941" y="701"/>
                  </a:cubicBezTo>
                  <a:cubicBezTo>
                    <a:pt x="3931" y="655"/>
                    <a:pt x="3918" y="636"/>
                    <a:pt x="3905" y="636"/>
                  </a:cubicBezTo>
                  <a:cubicBezTo>
                    <a:pt x="3884" y="636"/>
                    <a:pt x="3866" y="690"/>
                    <a:pt x="3876" y="766"/>
                  </a:cubicBezTo>
                  <a:cubicBezTo>
                    <a:pt x="3868" y="741"/>
                    <a:pt x="3876" y="758"/>
                    <a:pt x="3868" y="709"/>
                  </a:cubicBezTo>
                  <a:cubicBezTo>
                    <a:pt x="3851" y="652"/>
                    <a:pt x="3851" y="652"/>
                    <a:pt x="3835" y="652"/>
                  </a:cubicBezTo>
                  <a:lnTo>
                    <a:pt x="3819" y="652"/>
                  </a:lnTo>
                  <a:cubicBezTo>
                    <a:pt x="3826" y="703"/>
                    <a:pt x="3823" y="721"/>
                    <a:pt x="3816" y="721"/>
                  </a:cubicBezTo>
                  <a:cubicBezTo>
                    <a:pt x="3807" y="721"/>
                    <a:pt x="3791" y="685"/>
                    <a:pt x="3787" y="652"/>
                  </a:cubicBezTo>
                  <a:cubicBezTo>
                    <a:pt x="3778" y="595"/>
                    <a:pt x="3778" y="595"/>
                    <a:pt x="3770" y="595"/>
                  </a:cubicBezTo>
                  <a:cubicBezTo>
                    <a:pt x="3770" y="646"/>
                    <a:pt x="3765" y="664"/>
                    <a:pt x="3758" y="664"/>
                  </a:cubicBezTo>
                  <a:cubicBezTo>
                    <a:pt x="3748" y="664"/>
                    <a:pt x="3735" y="629"/>
                    <a:pt x="3730" y="595"/>
                  </a:cubicBezTo>
                  <a:lnTo>
                    <a:pt x="3722" y="595"/>
                  </a:lnTo>
                  <a:cubicBezTo>
                    <a:pt x="3722" y="652"/>
                    <a:pt x="3714" y="652"/>
                    <a:pt x="3705" y="652"/>
                  </a:cubicBezTo>
                  <a:cubicBezTo>
                    <a:pt x="3697" y="652"/>
                    <a:pt x="3689" y="652"/>
                    <a:pt x="3705" y="717"/>
                  </a:cubicBezTo>
                  <a:cubicBezTo>
                    <a:pt x="3714" y="758"/>
                    <a:pt x="3714" y="790"/>
                    <a:pt x="3714" y="831"/>
                  </a:cubicBezTo>
                  <a:lnTo>
                    <a:pt x="3705" y="774"/>
                  </a:lnTo>
                  <a:cubicBezTo>
                    <a:pt x="3697" y="717"/>
                    <a:pt x="3681" y="717"/>
                    <a:pt x="3665" y="717"/>
                  </a:cubicBezTo>
                  <a:cubicBezTo>
                    <a:pt x="3641" y="717"/>
                    <a:pt x="3633" y="717"/>
                    <a:pt x="3616" y="660"/>
                  </a:cubicBezTo>
                  <a:lnTo>
                    <a:pt x="3616" y="660"/>
                  </a:lnTo>
                  <a:lnTo>
                    <a:pt x="3624" y="717"/>
                  </a:lnTo>
                  <a:cubicBezTo>
                    <a:pt x="3624" y="745"/>
                    <a:pt x="3622" y="760"/>
                    <a:pt x="3619" y="760"/>
                  </a:cubicBezTo>
                  <a:cubicBezTo>
                    <a:pt x="3616" y="760"/>
                    <a:pt x="3612" y="745"/>
                    <a:pt x="3608" y="717"/>
                  </a:cubicBezTo>
                  <a:cubicBezTo>
                    <a:pt x="3604" y="689"/>
                    <a:pt x="3598" y="675"/>
                    <a:pt x="3592" y="675"/>
                  </a:cubicBezTo>
                  <a:cubicBezTo>
                    <a:pt x="3586" y="675"/>
                    <a:pt x="3580" y="689"/>
                    <a:pt x="3576" y="717"/>
                  </a:cubicBezTo>
                  <a:lnTo>
                    <a:pt x="3568" y="717"/>
                  </a:lnTo>
                  <a:cubicBezTo>
                    <a:pt x="3560" y="656"/>
                    <a:pt x="3553" y="626"/>
                    <a:pt x="3549" y="626"/>
                  </a:cubicBezTo>
                  <a:cubicBezTo>
                    <a:pt x="3545" y="626"/>
                    <a:pt x="3543" y="656"/>
                    <a:pt x="3543" y="717"/>
                  </a:cubicBezTo>
                  <a:cubicBezTo>
                    <a:pt x="3543" y="660"/>
                    <a:pt x="3535" y="660"/>
                    <a:pt x="3527" y="660"/>
                  </a:cubicBezTo>
                  <a:cubicBezTo>
                    <a:pt x="3527" y="689"/>
                    <a:pt x="3523" y="703"/>
                    <a:pt x="3518" y="703"/>
                  </a:cubicBezTo>
                  <a:cubicBezTo>
                    <a:pt x="3513" y="703"/>
                    <a:pt x="3507" y="689"/>
                    <a:pt x="3503" y="660"/>
                  </a:cubicBezTo>
                  <a:lnTo>
                    <a:pt x="3495" y="660"/>
                  </a:lnTo>
                  <a:cubicBezTo>
                    <a:pt x="3495" y="717"/>
                    <a:pt x="3495" y="717"/>
                    <a:pt x="3487" y="717"/>
                  </a:cubicBezTo>
                  <a:cubicBezTo>
                    <a:pt x="3487" y="717"/>
                    <a:pt x="3478" y="717"/>
                    <a:pt x="3478" y="774"/>
                  </a:cubicBezTo>
                  <a:cubicBezTo>
                    <a:pt x="3478" y="831"/>
                    <a:pt x="3470" y="831"/>
                    <a:pt x="3470" y="831"/>
                  </a:cubicBezTo>
                  <a:cubicBezTo>
                    <a:pt x="3470" y="798"/>
                    <a:pt x="3462" y="758"/>
                    <a:pt x="3470" y="717"/>
                  </a:cubicBezTo>
                  <a:cubicBezTo>
                    <a:pt x="3470" y="690"/>
                    <a:pt x="3469" y="674"/>
                    <a:pt x="3467" y="674"/>
                  </a:cubicBezTo>
                  <a:cubicBezTo>
                    <a:pt x="3464" y="674"/>
                    <a:pt x="3459" y="704"/>
                    <a:pt x="3454" y="774"/>
                  </a:cubicBezTo>
                  <a:cubicBezTo>
                    <a:pt x="3450" y="835"/>
                    <a:pt x="3448" y="865"/>
                    <a:pt x="3447" y="865"/>
                  </a:cubicBezTo>
                  <a:cubicBezTo>
                    <a:pt x="3446" y="865"/>
                    <a:pt x="3446" y="835"/>
                    <a:pt x="3446" y="774"/>
                  </a:cubicBezTo>
                  <a:cubicBezTo>
                    <a:pt x="3446" y="734"/>
                    <a:pt x="3450" y="690"/>
                    <a:pt x="3450" y="690"/>
                  </a:cubicBezTo>
                  <a:lnTo>
                    <a:pt x="3450" y="690"/>
                  </a:lnTo>
                  <a:cubicBezTo>
                    <a:pt x="3449" y="690"/>
                    <a:pt x="3448" y="698"/>
                    <a:pt x="3446" y="717"/>
                  </a:cubicBezTo>
                  <a:cubicBezTo>
                    <a:pt x="3446" y="717"/>
                    <a:pt x="3438" y="717"/>
                    <a:pt x="3438" y="774"/>
                  </a:cubicBezTo>
                  <a:lnTo>
                    <a:pt x="3422" y="774"/>
                  </a:lnTo>
                  <a:cubicBezTo>
                    <a:pt x="3414" y="717"/>
                    <a:pt x="3405" y="717"/>
                    <a:pt x="3405" y="709"/>
                  </a:cubicBezTo>
                  <a:cubicBezTo>
                    <a:pt x="3401" y="741"/>
                    <a:pt x="3399" y="758"/>
                    <a:pt x="3397" y="758"/>
                  </a:cubicBezTo>
                  <a:cubicBezTo>
                    <a:pt x="3395" y="758"/>
                    <a:pt x="3393" y="741"/>
                    <a:pt x="3389" y="709"/>
                  </a:cubicBezTo>
                  <a:cubicBezTo>
                    <a:pt x="3389" y="686"/>
                    <a:pt x="3388" y="672"/>
                    <a:pt x="3387" y="672"/>
                  </a:cubicBezTo>
                  <a:lnTo>
                    <a:pt x="3387" y="672"/>
                  </a:lnTo>
                  <a:cubicBezTo>
                    <a:pt x="3385" y="672"/>
                    <a:pt x="3384" y="702"/>
                    <a:pt x="3389" y="774"/>
                  </a:cubicBezTo>
                  <a:cubicBezTo>
                    <a:pt x="3389" y="802"/>
                    <a:pt x="3387" y="816"/>
                    <a:pt x="3384" y="816"/>
                  </a:cubicBezTo>
                  <a:cubicBezTo>
                    <a:pt x="3381" y="816"/>
                    <a:pt x="3377" y="802"/>
                    <a:pt x="3373" y="774"/>
                  </a:cubicBezTo>
                  <a:cubicBezTo>
                    <a:pt x="3373" y="750"/>
                    <a:pt x="3373" y="730"/>
                    <a:pt x="3372" y="715"/>
                  </a:cubicBezTo>
                  <a:lnTo>
                    <a:pt x="3372" y="715"/>
                  </a:lnTo>
                  <a:cubicBezTo>
                    <a:pt x="3365" y="774"/>
                    <a:pt x="3365" y="774"/>
                    <a:pt x="3365" y="774"/>
                  </a:cubicBezTo>
                  <a:cubicBezTo>
                    <a:pt x="3357" y="709"/>
                    <a:pt x="3316" y="709"/>
                    <a:pt x="3276" y="709"/>
                  </a:cubicBezTo>
                  <a:cubicBezTo>
                    <a:pt x="3268" y="750"/>
                    <a:pt x="3268" y="790"/>
                    <a:pt x="3268" y="822"/>
                  </a:cubicBezTo>
                  <a:cubicBezTo>
                    <a:pt x="3268" y="875"/>
                    <a:pt x="3268" y="894"/>
                    <a:pt x="3267" y="894"/>
                  </a:cubicBezTo>
                  <a:cubicBezTo>
                    <a:pt x="3266" y="894"/>
                    <a:pt x="3264" y="860"/>
                    <a:pt x="3260" y="822"/>
                  </a:cubicBezTo>
                  <a:cubicBezTo>
                    <a:pt x="3255" y="733"/>
                    <a:pt x="3251" y="689"/>
                    <a:pt x="3249" y="689"/>
                  </a:cubicBezTo>
                  <a:lnTo>
                    <a:pt x="3249" y="689"/>
                  </a:lnTo>
                  <a:cubicBezTo>
                    <a:pt x="3247" y="689"/>
                    <a:pt x="3247" y="733"/>
                    <a:pt x="3251" y="822"/>
                  </a:cubicBezTo>
                  <a:cubicBezTo>
                    <a:pt x="3255" y="883"/>
                    <a:pt x="3258" y="914"/>
                    <a:pt x="3257" y="914"/>
                  </a:cubicBezTo>
                  <a:cubicBezTo>
                    <a:pt x="3255" y="914"/>
                    <a:pt x="3251" y="883"/>
                    <a:pt x="3243" y="822"/>
                  </a:cubicBezTo>
                  <a:cubicBezTo>
                    <a:pt x="3243" y="794"/>
                    <a:pt x="3243" y="780"/>
                    <a:pt x="3242" y="780"/>
                  </a:cubicBezTo>
                  <a:cubicBezTo>
                    <a:pt x="3241" y="780"/>
                    <a:pt x="3239" y="794"/>
                    <a:pt x="3235" y="822"/>
                  </a:cubicBezTo>
                  <a:cubicBezTo>
                    <a:pt x="3230" y="783"/>
                    <a:pt x="3224" y="739"/>
                    <a:pt x="3221" y="739"/>
                  </a:cubicBezTo>
                  <a:cubicBezTo>
                    <a:pt x="3220" y="739"/>
                    <a:pt x="3219" y="746"/>
                    <a:pt x="3219" y="766"/>
                  </a:cubicBezTo>
                  <a:cubicBezTo>
                    <a:pt x="3219" y="766"/>
                    <a:pt x="3219" y="766"/>
                    <a:pt x="3211" y="701"/>
                  </a:cubicBezTo>
                  <a:cubicBezTo>
                    <a:pt x="3209" y="684"/>
                    <a:pt x="3207" y="677"/>
                    <a:pt x="3205" y="677"/>
                  </a:cubicBezTo>
                  <a:cubicBezTo>
                    <a:pt x="3202" y="677"/>
                    <a:pt x="3200" y="717"/>
                    <a:pt x="3195" y="758"/>
                  </a:cubicBezTo>
                  <a:cubicBezTo>
                    <a:pt x="3191" y="818"/>
                    <a:pt x="3187" y="849"/>
                    <a:pt x="3185" y="849"/>
                  </a:cubicBezTo>
                  <a:cubicBezTo>
                    <a:pt x="3183" y="849"/>
                    <a:pt x="3183" y="818"/>
                    <a:pt x="3187" y="758"/>
                  </a:cubicBezTo>
                  <a:cubicBezTo>
                    <a:pt x="3187" y="714"/>
                    <a:pt x="3183" y="696"/>
                    <a:pt x="3179" y="696"/>
                  </a:cubicBezTo>
                  <a:cubicBezTo>
                    <a:pt x="3172" y="696"/>
                    <a:pt x="3162" y="744"/>
                    <a:pt x="3162" y="814"/>
                  </a:cubicBezTo>
                  <a:cubicBezTo>
                    <a:pt x="3157" y="887"/>
                    <a:pt x="3155" y="916"/>
                    <a:pt x="3155" y="916"/>
                  </a:cubicBezTo>
                  <a:cubicBezTo>
                    <a:pt x="3154" y="916"/>
                    <a:pt x="3154" y="902"/>
                    <a:pt x="3154" y="879"/>
                  </a:cubicBezTo>
                  <a:cubicBezTo>
                    <a:pt x="3154" y="814"/>
                    <a:pt x="3146" y="814"/>
                    <a:pt x="3146" y="814"/>
                  </a:cubicBezTo>
                  <a:cubicBezTo>
                    <a:pt x="3146" y="814"/>
                    <a:pt x="3138" y="814"/>
                    <a:pt x="3138" y="758"/>
                  </a:cubicBezTo>
                  <a:cubicBezTo>
                    <a:pt x="3138" y="758"/>
                    <a:pt x="3138" y="758"/>
                    <a:pt x="3122" y="814"/>
                  </a:cubicBezTo>
                  <a:cubicBezTo>
                    <a:pt x="3119" y="860"/>
                    <a:pt x="3114" y="879"/>
                    <a:pt x="3110" y="879"/>
                  </a:cubicBezTo>
                  <a:cubicBezTo>
                    <a:pt x="3104" y="879"/>
                    <a:pt x="3097" y="826"/>
                    <a:pt x="3097" y="750"/>
                  </a:cubicBezTo>
                  <a:lnTo>
                    <a:pt x="3089" y="814"/>
                  </a:lnTo>
                  <a:cubicBezTo>
                    <a:pt x="3084" y="885"/>
                    <a:pt x="3079" y="937"/>
                    <a:pt x="3076" y="937"/>
                  </a:cubicBezTo>
                  <a:cubicBezTo>
                    <a:pt x="3074" y="937"/>
                    <a:pt x="3073" y="917"/>
                    <a:pt x="3073" y="871"/>
                  </a:cubicBezTo>
                  <a:cubicBezTo>
                    <a:pt x="3073" y="869"/>
                    <a:pt x="3073" y="867"/>
                    <a:pt x="3073" y="865"/>
                  </a:cubicBezTo>
                  <a:lnTo>
                    <a:pt x="3073" y="865"/>
                  </a:lnTo>
                  <a:cubicBezTo>
                    <a:pt x="3071" y="871"/>
                    <a:pt x="3069" y="874"/>
                    <a:pt x="3067" y="874"/>
                  </a:cubicBezTo>
                  <a:cubicBezTo>
                    <a:pt x="3059" y="874"/>
                    <a:pt x="3052" y="824"/>
                    <a:pt x="3057" y="750"/>
                  </a:cubicBezTo>
                  <a:cubicBezTo>
                    <a:pt x="3057" y="685"/>
                    <a:pt x="3057" y="685"/>
                    <a:pt x="3049" y="685"/>
                  </a:cubicBezTo>
                  <a:lnTo>
                    <a:pt x="3049" y="750"/>
                  </a:lnTo>
                  <a:cubicBezTo>
                    <a:pt x="3049" y="790"/>
                    <a:pt x="3049" y="831"/>
                    <a:pt x="3041" y="863"/>
                  </a:cubicBezTo>
                  <a:cubicBezTo>
                    <a:pt x="3041" y="863"/>
                    <a:pt x="3033" y="863"/>
                    <a:pt x="3033" y="806"/>
                  </a:cubicBezTo>
                  <a:cubicBezTo>
                    <a:pt x="3033" y="760"/>
                    <a:pt x="3028" y="718"/>
                    <a:pt x="3026" y="718"/>
                  </a:cubicBezTo>
                  <a:cubicBezTo>
                    <a:pt x="3025" y="718"/>
                    <a:pt x="3024" y="725"/>
                    <a:pt x="3024" y="741"/>
                  </a:cubicBezTo>
                  <a:cubicBezTo>
                    <a:pt x="3024" y="741"/>
                    <a:pt x="3024" y="741"/>
                    <a:pt x="3016" y="685"/>
                  </a:cubicBezTo>
                  <a:lnTo>
                    <a:pt x="3000" y="677"/>
                  </a:lnTo>
                  <a:cubicBezTo>
                    <a:pt x="2996" y="709"/>
                    <a:pt x="2992" y="725"/>
                    <a:pt x="2989" y="725"/>
                  </a:cubicBezTo>
                  <a:cubicBezTo>
                    <a:pt x="2986" y="725"/>
                    <a:pt x="2984" y="709"/>
                    <a:pt x="2984" y="677"/>
                  </a:cubicBezTo>
                  <a:cubicBezTo>
                    <a:pt x="2984" y="677"/>
                    <a:pt x="2976" y="677"/>
                    <a:pt x="2968" y="733"/>
                  </a:cubicBezTo>
                  <a:cubicBezTo>
                    <a:pt x="2960" y="733"/>
                    <a:pt x="2951" y="733"/>
                    <a:pt x="2960" y="677"/>
                  </a:cubicBezTo>
                  <a:cubicBezTo>
                    <a:pt x="2960" y="644"/>
                    <a:pt x="2960" y="628"/>
                    <a:pt x="2959" y="628"/>
                  </a:cubicBezTo>
                  <a:cubicBezTo>
                    <a:pt x="2958" y="628"/>
                    <a:pt x="2956" y="644"/>
                    <a:pt x="2951" y="677"/>
                  </a:cubicBezTo>
                  <a:cubicBezTo>
                    <a:pt x="2951" y="733"/>
                    <a:pt x="2943" y="733"/>
                    <a:pt x="2943" y="733"/>
                  </a:cubicBezTo>
                  <a:lnTo>
                    <a:pt x="2927" y="733"/>
                  </a:lnTo>
                  <a:cubicBezTo>
                    <a:pt x="2927" y="790"/>
                    <a:pt x="2927" y="790"/>
                    <a:pt x="2919" y="790"/>
                  </a:cubicBezTo>
                  <a:cubicBezTo>
                    <a:pt x="2919" y="790"/>
                    <a:pt x="2911" y="725"/>
                    <a:pt x="2903" y="725"/>
                  </a:cubicBezTo>
                  <a:cubicBezTo>
                    <a:pt x="2887" y="725"/>
                    <a:pt x="2887" y="725"/>
                    <a:pt x="2887" y="782"/>
                  </a:cubicBezTo>
                  <a:cubicBezTo>
                    <a:pt x="2878" y="782"/>
                    <a:pt x="2870" y="717"/>
                    <a:pt x="2854" y="717"/>
                  </a:cubicBezTo>
                  <a:cubicBezTo>
                    <a:pt x="2838" y="717"/>
                    <a:pt x="2838" y="717"/>
                    <a:pt x="2830" y="774"/>
                  </a:cubicBezTo>
                  <a:cubicBezTo>
                    <a:pt x="2830" y="702"/>
                    <a:pt x="2827" y="672"/>
                    <a:pt x="2823" y="672"/>
                  </a:cubicBezTo>
                  <a:cubicBezTo>
                    <a:pt x="2820" y="672"/>
                    <a:pt x="2817" y="686"/>
                    <a:pt x="2814" y="709"/>
                  </a:cubicBezTo>
                  <a:cubicBezTo>
                    <a:pt x="2806" y="774"/>
                    <a:pt x="2806" y="774"/>
                    <a:pt x="2806" y="774"/>
                  </a:cubicBezTo>
                  <a:cubicBezTo>
                    <a:pt x="2806" y="740"/>
                    <a:pt x="2806" y="724"/>
                    <a:pt x="2803" y="724"/>
                  </a:cubicBezTo>
                  <a:cubicBezTo>
                    <a:pt x="2801" y="724"/>
                    <a:pt x="2797" y="738"/>
                    <a:pt x="2789" y="766"/>
                  </a:cubicBezTo>
                  <a:cubicBezTo>
                    <a:pt x="2781" y="766"/>
                    <a:pt x="2781" y="766"/>
                    <a:pt x="2789" y="709"/>
                  </a:cubicBezTo>
                  <a:lnTo>
                    <a:pt x="2781" y="709"/>
                  </a:lnTo>
                  <a:cubicBezTo>
                    <a:pt x="2772" y="754"/>
                    <a:pt x="2762" y="771"/>
                    <a:pt x="2754" y="771"/>
                  </a:cubicBezTo>
                  <a:cubicBezTo>
                    <a:pt x="2743" y="771"/>
                    <a:pt x="2736" y="732"/>
                    <a:pt x="2741" y="693"/>
                  </a:cubicBezTo>
                  <a:lnTo>
                    <a:pt x="2741" y="693"/>
                  </a:lnTo>
                  <a:cubicBezTo>
                    <a:pt x="2741" y="693"/>
                    <a:pt x="2733" y="693"/>
                    <a:pt x="2724" y="758"/>
                  </a:cubicBezTo>
                  <a:cubicBezTo>
                    <a:pt x="2716" y="813"/>
                    <a:pt x="2710" y="842"/>
                    <a:pt x="2708" y="842"/>
                  </a:cubicBezTo>
                  <a:cubicBezTo>
                    <a:pt x="2706" y="842"/>
                    <a:pt x="2708" y="811"/>
                    <a:pt x="2716" y="750"/>
                  </a:cubicBezTo>
                  <a:cubicBezTo>
                    <a:pt x="2720" y="693"/>
                    <a:pt x="2722" y="664"/>
                    <a:pt x="2721" y="664"/>
                  </a:cubicBezTo>
                  <a:lnTo>
                    <a:pt x="2721" y="664"/>
                  </a:lnTo>
                  <a:cubicBezTo>
                    <a:pt x="2720" y="664"/>
                    <a:pt x="2716" y="693"/>
                    <a:pt x="2708" y="750"/>
                  </a:cubicBezTo>
                  <a:cubicBezTo>
                    <a:pt x="2705" y="773"/>
                    <a:pt x="2699" y="786"/>
                    <a:pt x="2694" y="786"/>
                  </a:cubicBezTo>
                  <a:cubicBezTo>
                    <a:pt x="2687" y="786"/>
                    <a:pt x="2682" y="757"/>
                    <a:pt x="2692" y="685"/>
                  </a:cubicBezTo>
                  <a:cubicBezTo>
                    <a:pt x="2700" y="628"/>
                    <a:pt x="2700" y="571"/>
                    <a:pt x="2700" y="571"/>
                  </a:cubicBezTo>
                  <a:lnTo>
                    <a:pt x="2700" y="571"/>
                  </a:lnTo>
                  <a:cubicBezTo>
                    <a:pt x="2692" y="628"/>
                    <a:pt x="2692" y="628"/>
                    <a:pt x="2692" y="628"/>
                  </a:cubicBezTo>
                  <a:cubicBezTo>
                    <a:pt x="2684" y="685"/>
                    <a:pt x="2676" y="685"/>
                    <a:pt x="2660" y="685"/>
                  </a:cubicBezTo>
                  <a:cubicBezTo>
                    <a:pt x="2659" y="684"/>
                    <a:pt x="2658" y="684"/>
                    <a:pt x="2658" y="684"/>
                  </a:cubicBezTo>
                  <a:cubicBezTo>
                    <a:pt x="2648" y="684"/>
                    <a:pt x="2627" y="733"/>
                    <a:pt x="2619" y="733"/>
                  </a:cubicBezTo>
                  <a:cubicBezTo>
                    <a:pt x="2611" y="733"/>
                    <a:pt x="2595" y="725"/>
                    <a:pt x="2595" y="668"/>
                  </a:cubicBezTo>
                  <a:cubicBezTo>
                    <a:pt x="2595" y="668"/>
                    <a:pt x="2587" y="668"/>
                    <a:pt x="2570" y="725"/>
                  </a:cubicBezTo>
                  <a:cubicBezTo>
                    <a:pt x="2563" y="753"/>
                    <a:pt x="2557" y="767"/>
                    <a:pt x="2553" y="767"/>
                  </a:cubicBezTo>
                  <a:cubicBezTo>
                    <a:pt x="2550" y="767"/>
                    <a:pt x="2550" y="751"/>
                    <a:pt x="2554" y="717"/>
                  </a:cubicBezTo>
                  <a:lnTo>
                    <a:pt x="2554" y="717"/>
                  </a:lnTo>
                  <a:cubicBezTo>
                    <a:pt x="2538" y="774"/>
                    <a:pt x="2530" y="774"/>
                    <a:pt x="2530" y="774"/>
                  </a:cubicBezTo>
                  <a:cubicBezTo>
                    <a:pt x="2536" y="733"/>
                    <a:pt x="2537" y="687"/>
                    <a:pt x="2535" y="687"/>
                  </a:cubicBezTo>
                  <a:lnTo>
                    <a:pt x="2535" y="687"/>
                  </a:lnTo>
                  <a:cubicBezTo>
                    <a:pt x="2534" y="687"/>
                    <a:pt x="2532" y="693"/>
                    <a:pt x="2530" y="709"/>
                  </a:cubicBezTo>
                  <a:cubicBezTo>
                    <a:pt x="2524" y="757"/>
                    <a:pt x="2518" y="769"/>
                    <a:pt x="2512" y="769"/>
                  </a:cubicBezTo>
                  <a:cubicBezTo>
                    <a:pt x="2510" y="769"/>
                    <a:pt x="2508" y="768"/>
                    <a:pt x="2506" y="766"/>
                  </a:cubicBezTo>
                  <a:cubicBezTo>
                    <a:pt x="2506" y="728"/>
                    <a:pt x="2438" y="698"/>
                    <a:pt x="2390" y="698"/>
                  </a:cubicBezTo>
                  <a:cubicBezTo>
                    <a:pt x="2366" y="698"/>
                    <a:pt x="2346" y="706"/>
                    <a:pt x="2343" y="725"/>
                  </a:cubicBezTo>
                  <a:lnTo>
                    <a:pt x="2327" y="717"/>
                  </a:lnTo>
                  <a:lnTo>
                    <a:pt x="2311" y="717"/>
                  </a:lnTo>
                  <a:cubicBezTo>
                    <a:pt x="2322" y="664"/>
                    <a:pt x="2321" y="645"/>
                    <a:pt x="2316" y="645"/>
                  </a:cubicBezTo>
                  <a:lnTo>
                    <a:pt x="2316" y="645"/>
                  </a:lnTo>
                  <a:cubicBezTo>
                    <a:pt x="2309" y="645"/>
                    <a:pt x="2292" y="677"/>
                    <a:pt x="2279" y="709"/>
                  </a:cubicBezTo>
                  <a:cubicBezTo>
                    <a:pt x="2266" y="753"/>
                    <a:pt x="2258" y="758"/>
                    <a:pt x="2252" y="758"/>
                  </a:cubicBezTo>
                  <a:cubicBezTo>
                    <a:pt x="2250" y="758"/>
                    <a:pt x="2248" y="758"/>
                    <a:pt x="2246" y="758"/>
                  </a:cubicBezTo>
                  <a:cubicBezTo>
                    <a:pt x="2261" y="688"/>
                    <a:pt x="2264" y="658"/>
                    <a:pt x="2258" y="658"/>
                  </a:cubicBezTo>
                  <a:lnTo>
                    <a:pt x="2258" y="658"/>
                  </a:lnTo>
                  <a:cubicBezTo>
                    <a:pt x="2254" y="658"/>
                    <a:pt x="2247" y="671"/>
                    <a:pt x="2238" y="693"/>
                  </a:cubicBezTo>
                  <a:cubicBezTo>
                    <a:pt x="2222" y="750"/>
                    <a:pt x="2214" y="778"/>
                    <a:pt x="2213" y="778"/>
                  </a:cubicBezTo>
                  <a:cubicBezTo>
                    <a:pt x="2212" y="778"/>
                    <a:pt x="2218" y="750"/>
                    <a:pt x="2230" y="693"/>
                  </a:cubicBezTo>
                  <a:cubicBezTo>
                    <a:pt x="2241" y="637"/>
                    <a:pt x="2245" y="607"/>
                    <a:pt x="2242" y="607"/>
                  </a:cubicBezTo>
                  <a:lnTo>
                    <a:pt x="2242" y="607"/>
                  </a:lnTo>
                  <a:cubicBezTo>
                    <a:pt x="2238" y="607"/>
                    <a:pt x="2224" y="649"/>
                    <a:pt x="2197" y="741"/>
                  </a:cubicBezTo>
                  <a:cubicBezTo>
                    <a:pt x="2189" y="770"/>
                    <a:pt x="2185" y="784"/>
                    <a:pt x="2184" y="784"/>
                  </a:cubicBezTo>
                  <a:cubicBezTo>
                    <a:pt x="2183" y="784"/>
                    <a:pt x="2185" y="770"/>
                    <a:pt x="2189" y="741"/>
                  </a:cubicBezTo>
                  <a:cubicBezTo>
                    <a:pt x="2204" y="669"/>
                    <a:pt x="2207" y="640"/>
                    <a:pt x="2203" y="640"/>
                  </a:cubicBezTo>
                  <a:lnTo>
                    <a:pt x="2203" y="640"/>
                  </a:lnTo>
                  <a:cubicBezTo>
                    <a:pt x="2201" y="640"/>
                    <a:pt x="2196" y="654"/>
                    <a:pt x="2189" y="677"/>
                  </a:cubicBezTo>
                  <a:cubicBezTo>
                    <a:pt x="2177" y="733"/>
                    <a:pt x="2169" y="762"/>
                    <a:pt x="2167" y="762"/>
                  </a:cubicBezTo>
                  <a:cubicBezTo>
                    <a:pt x="2165" y="762"/>
                    <a:pt x="2169" y="733"/>
                    <a:pt x="2181" y="677"/>
                  </a:cubicBezTo>
                  <a:cubicBezTo>
                    <a:pt x="2189" y="615"/>
                    <a:pt x="2194" y="584"/>
                    <a:pt x="2191" y="584"/>
                  </a:cubicBezTo>
                  <a:lnTo>
                    <a:pt x="2191" y="584"/>
                  </a:lnTo>
                  <a:cubicBezTo>
                    <a:pt x="2189" y="584"/>
                    <a:pt x="2181" y="613"/>
                    <a:pt x="2165" y="668"/>
                  </a:cubicBezTo>
                  <a:cubicBezTo>
                    <a:pt x="2149" y="723"/>
                    <a:pt x="2137" y="750"/>
                    <a:pt x="2132" y="750"/>
                  </a:cubicBezTo>
                  <a:cubicBezTo>
                    <a:pt x="2126" y="750"/>
                    <a:pt x="2128" y="719"/>
                    <a:pt x="2141" y="660"/>
                  </a:cubicBezTo>
                  <a:cubicBezTo>
                    <a:pt x="2135" y="660"/>
                    <a:pt x="2137" y="632"/>
                    <a:pt x="2134" y="632"/>
                  </a:cubicBezTo>
                  <a:cubicBezTo>
                    <a:pt x="2133" y="632"/>
                    <a:pt x="2130" y="639"/>
                    <a:pt x="2124" y="660"/>
                  </a:cubicBezTo>
                  <a:lnTo>
                    <a:pt x="2141" y="595"/>
                  </a:lnTo>
                  <a:lnTo>
                    <a:pt x="2133" y="595"/>
                  </a:lnTo>
                  <a:lnTo>
                    <a:pt x="2116" y="652"/>
                  </a:lnTo>
                  <a:cubicBezTo>
                    <a:pt x="2108" y="652"/>
                    <a:pt x="2100" y="579"/>
                    <a:pt x="2068" y="571"/>
                  </a:cubicBezTo>
                  <a:cubicBezTo>
                    <a:pt x="2049" y="565"/>
                    <a:pt x="2036" y="560"/>
                    <a:pt x="2026" y="560"/>
                  </a:cubicBezTo>
                  <a:cubicBezTo>
                    <a:pt x="2011" y="560"/>
                    <a:pt x="2005" y="572"/>
                    <a:pt x="1995" y="612"/>
                  </a:cubicBezTo>
                  <a:cubicBezTo>
                    <a:pt x="1983" y="667"/>
                    <a:pt x="1975" y="696"/>
                    <a:pt x="1973" y="696"/>
                  </a:cubicBezTo>
                  <a:cubicBezTo>
                    <a:pt x="1970" y="696"/>
                    <a:pt x="1974" y="665"/>
                    <a:pt x="1987" y="604"/>
                  </a:cubicBezTo>
                  <a:cubicBezTo>
                    <a:pt x="1987" y="604"/>
                    <a:pt x="1987" y="547"/>
                    <a:pt x="1979" y="539"/>
                  </a:cubicBezTo>
                  <a:cubicBezTo>
                    <a:pt x="1970" y="539"/>
                    <a:pt x="1962" y="531"/>
                    <a:pt x="1979" y="474"/>
                  </a:cubicBezTo>
                  <a:lnTo>
                    <a:pt x="1979" y="474"/>
                  </a:lnTo>
                  <a:cubicBezTo>
                    <a:pt x="1952" y="535"/>
                    <a:pt x="1933" y="558"/>
                    <a:pt x="1922" y="558"/>
                  </a:cubicBezTo>
                  <a:cubicBezTo>
                    <a:pt x="1913" y="558"/>
                    <a:pt x="1910" y="541"/>
                    <a:pt x="1914" y="514"/>
                  </a:cubicBezTo>
                  <a:cubicBezTo>
                    <a:pt x="1911" y="512"/>
                    <a:pt x="1909" y="511"/>
                    <a:pt x="1907" y="511"/>
                  </a:cubicBezTo>
                  <a:cubicBezTo>
                    <a:pt x="1900" y="511"/>
                    <a:pt x="1891" y="522"/>
                    <a:pt x="1873" y="563"/>
                  </a:cubicBezTo>
                  <a:cubicBezTo>
                    <a:pt x="1858" y="586"/>
                    <a:pt x="1849" y="599"/>
                    <a:pt x="1847" y="599"/>
                  </a:cubicBezTo>
                  <a:cubicBezTo>
                    <a:pt x="1844" y="599"/>
                    <a:pt x="1848" y="584"/>
                    <a:pt x="1857" y="555"/>
                  </a:cubicBezTo>
                  <a:cubicBezTo>
                    <a:pt x="1867" y="521"/>
                    <a:pt x="1868" y="484"/>
                    <a:pt x="1860" y="484"/>
                  </a:cubicBezTo>
                  <a:lnTo>
                    <a:pt x="1860" y="484"/>
                  </a:lnTo>
                  <a:cubicBezTo>
                    <a:pt x="1855" y="484"/>
                    <a:pt x="1846" y="501"/>
                    <a:pt x="1833" y="547"/>
                  </a:cubicBezTo>
                  <a:lnTo>
                    <a:pt x="1841" y="482"/>
                  </a:lnTo>
                  <a:cubicBezTo>
                    <a:pt x="1845" y="465"/>
                    <a:pt x="1847" y="458"/>
                    <a:pt x="1846" y="458"/>
                  </a:cubicBezTo>
                  <a:lnTo>
                    <a:pt x="1846" y="458"/>
                  </a:lnTo>
                  <a:cubicBezTo>
                    <a:pt x="1843" y="458"/>
                    <a:pt x="1828" y="499"/>
                    <a:pt x="1816" y="539"/>
                  </a:cubicBezTo>
                  <a:cubicBezTo>
                    <a:pt x="1802" y="590"/>
                    <a:pt x="1792" y="618"/>
                    <a:pt x="1790" y="618"/>
                  </a:cubicBezTo>
                  <a:cubicBezTo>
                    <a:pt x="1788" y="618"/>
                    <a:pt x="1798" y="576"/>
                    <a:pt x="1824" y="482"/>
                  </a:cubicBezTo>
                  <a:cubicBezTo>
                    <a:pt x="1849" y="410"/>
                    <a:pt x="1855" y="380"/>
                    <a:pt x="1854" y="380"/>
                  </a:cubicBezTo>
                  <a:lnTo>
                    <a:pt x="1854" y="380"/>
                  </a:lnTo>
                  <a:cubicBezTo>
                    <a:pt x="1853" y="380"/>
                    <a:pt x="1847" y="394"/>
                    <a:pt x="1841" y="417"/>
                  </a:cubicBezTo>
                  <a:cubicBezTo>
                    <a:pt x="1823" y="457"/>
                    <a:pt x="1806" y="497"/>
                    <a:pt x="1803" y="497"/>
                  </a:cubicBezTo>
                  <a:cubicBezTo>
                    <a:pt x="1802" y="497"/>
                    <a:pt x="1804" y="490"/>
                    <a:pt x="1808" y="474"/>
                  </a:cubicBezTo>
                  <a:cubicBezTo>
                    <a:pt x="1808" y="472"/>
                    <a:pt x="1808" y="471"/>
                    <a:pt x="1807" y="471"/>
                  </a:cubicBezTo>
                  <a:cubicBezTo>
                    <a:pt x="1804" y="471"/>
                    <a:pt x="1793" y="490"/>
                    <a:pt x="1768" y="579"/>
                  </a:cubicBezTo>
                  <a:cubicBezTo>
                    <a:pt x="1750" y="620"/>
                    <a:pt x="1745" y="632"/>
                    <a:pt x="1741" y="632"/>
                  </a:cubicBezTo>
                  <a:cubicBezTo>
                    <a:pt x="1739" y="632"/>
                    <a:pt x="1738" y="630"/>
                    <a:pt x="1735" y="628"/>
                  </a:cubicBezTo>
                  <a:cubicBezTo>
                    <a:pt x="1752" y="595"/>
                    <a:pt x="1760" y="555"/>
                    <a:pt x="1776" y="523"/>
                  </a:cubicBezTo>
                  <a:lnTo>
                    <a:pt x="1768" y="514"/>
                  </a:lnTo>
                  <a:cubicBezTo>
                    <a:pt x="1768" y="474"/>
                    <a:pt x="1784" y="433"/>
                    <a:pt x="1792" y="401"/>
                  </a:cubicBezTo>
                  <a:cubicBezTo>
                    <a:pt x="1799" y="373"/>
                    <a:pt x="1803" y="357"/>
                    <a:pt x="1803" y="357"/>
                  </a:cubicBezTo>
                  <a:lnTo>
                    <a:pt x="1803" y="357"/>
                  </a:lnTo>
                  <a:cubicBezTo>
                    <a:pt x="1802" y="357"/>
                    <a:pt x="1794" y="385"/>
                    <a:pt x="1776" y="450"/>
                  </a:cubicBezTo>
                  <a:cubicBezTo>
                    <a:pt x="1735" y="563"/>
                    <a:pt x="1735" y="563"/>
                    <a:pt x="1727" y="563"/>
                  </a:cubicBezTo>
                  <a:cubicBezTo>
                    <a:pt x="1719" y="555"/>
                    <a:pt x="1719" y="555"/>
                    <a:pt x="1735" y="498"/>
                  </a:cubicBezTo>
                  <a:cubicBezTo>
                    <a:pt x="1752" y="441"/>
                    <a:pt x="1752" y="441"/>
                    <a:pt x="1743" y="441"/>
                  </a:cubicBezTo>
                  <a:cubicBezTo>
                    <a:pt x="1695" y="523"/>
                    <a:pt x="1646" y="612"/>
                    <a:pt x="1614" y="709"/>
                  </a:cubicBezTo>
                  <a:cubicBezTo>
                    <a:pt x="1594" y="765"/>
                    <a:pt x="1584" y="793"/>
                    <a:pt x="1583" y="793"/>
                  </a:cubicBezTo>
                  <a:cubicBezTo>
                    <a:pt x="1583" y="793"/>
                    <a:pt x="1593" y="763"/>
                    <a:pt x="1614" y="701"/>
                  </a:cubicBezTo>
                  <a:cubicBezTo>
                    <a:pt x="1630" y="644"/>
                    <a:pt x="1630" y="644"/>
                    <a:pt x="1622" y="644"/>
                  </a:cubicBezTo>
                  <a:cubicBezTo>
                    <a:pt x="1646" y="587"/>
                    <a:pt x="1646" y="587"/>
                    <a:pt x="1654" y="587"/>
                  </a:cubicBezTo>
                  <a:lnTo>
                    <a:pt x="1670" y="539"/>
                  </a:lnTo>
                  <a:cubicBezTo>
                    <a:pt x="1691" y="477"/>
                    <a:pt x="1699" y="446"/>
                    <a:pt x="1697" y="446"/>
                  </a:cubicBezTo>
                  <a:lnTo>
                    <a:pt x="1697" y="446"/>
                  </a:lnTo>
                  <a:cubicBezTo>
                    <a:pt x="1694" y="446"/>
                    <a:pt x="1682" y="475"/>
                    <a:pt x="1662" y="531"/>
                  </a:cubicBezTo>
                  <a:cubicBezTo>
                    <a:pt x="1647" y="554"/>
                    <a:pt x="1639" y="566"/>
                    <a:pt x="1636" y="566"/>
                  </a:cubicBezTo>
                  <a:cubicBezTo>
                    <a:pt x="1634" y="566"/>
                    <a:pt x="1638" y="552"/>
                    <a:pt x="1646" y="523"/>
                  </a:cubicBezTo>
                  <a:cubicBezTo>
                    <a:pt x="1652" y="502"/>
                    <a:pt x="1658" y="481"/>
                    <a:pt x="1662" y="466"/>
                  </a:cubicBezTo>
                  <a:lnTo>
                    <a:pt x="1662" y="466"/>
                  </a:lnTo>
                  <a:cubicBezTo>
                    <a:pt x="1662" y="466"/>
                    <a:pt x="1654" y="458"/>
                    <a:pt x="1670" y="401"/>
                  </a:cubicBezTo>
                  <a:cubicBezTo>
                    <a:pt x="1669" y="401"/>
                    <a:pt x="1667" y="400"/>
                    <a:pt x="1665" y="400"/>
                  </a:cubicBezTo>
                  <a:cubicBezTo>
                    <a:pt x="1658" y="400"/>
                    <a:pt x="1651" y="405"/>
                    <a:pt x="1638" y="450"/>
                  </a:cubicBezTo>
                  <a:cubicBezTo>
                    <a:pt x="1614" y="506"/>
                    <a:pt x="1614" y="506"/>
                    <a:pt x="1606" y="506"/>
                  </a:cubicBezTo>
                  <a:cubicBezTo>
                    <a:pt x="1606" y="504"/>
                    <a:pt x="1605" y="502"/>
                    <a:pt x="1604" y="502"/>
                  </a:cubicBezTo>
                  <a:cubicBezTo>
                    <a:pt x="1600" y="502"/>
                    <a:pt x="1591" y="514"/>
                    <a:pt x="1573" y="555"/>
                  </a:cubicBezTo>
                  <a:cubicBezTo>
                    <a:pt x="1558" y="608"/>
                    <a:pt x="1529" y="661"/>
                    <a:pt x="1518" y="661"/>
                  </a:cubicBezTo>
                  <a:cubicBezTo>
                    <a:pt x="1518" y="661"/>
                    <a:pt x="1517" y="661"/>
                    <a:pt x="1516" y="660"/>
                  </a:cubicBezTo>
                  <a:cubicBezTo>
                    <a:pt x="1507" y="682"/>
                    <a:pt x="1501" y="695"/>
                    <a:pt x="1499" y="695"/>
                  </a:cubicBezTo>
                  <a:cubicBezTo>
                    <a:pt x="1497" y="695"/>
                    <a:pt x="1505" y="665"/>
                    <a:pt x="1524" y="595"/>
                  </a:cubicBezTo>
                  <a:cubicBezTo>
                    <a:pt x="1549" y="547"/>
                    <a:pt x="1541" y="539"/>
                    <a:pt x="1541" y="539"/>
                  </a:cubicBezTo>
                  <a:cubicBezTo>
                    <a:pt x="1541" y="539"/>
                    <a:pt x="1533" y="539"/>
                    <a:pt x="1557" y="482"/>
                  </a:cubicBezTo>
                  <a:cubicBezTo>
                    <a:pt x="1562" y="464"/>
                    <a:pt x="1563" y="457"/>
                    <a:pt x="1561" y="457"/>
                  </a:cubicBezTo>
                  <a:lnTo>
                    <a:pt x="1561" y="457"/>
                  </a:lnTo>
                  <a:cubicBezTo>
                    <a:pt x="1558" y="457"/>
                    <a:pt x="1541" y="492"/>
                    <a:pt x="1524" y="531"/>
                  </a:cubicBezTo>
                  <a:cubicBezTo>
                    <a:pt x="1508" y="587"/>
                    <a:pt x="1484" y="644"/>
                    <a:pt x="1484" y="644"/>
                  </a:cubicBezTo>
                  <a:cubicBezTo>
                    <a:pt x="1500" y="587"/>
                    <a:pt x="1516" y="531"/>
                    <a:pt x="1541" y="474"/>
                  </a:cubicBezTo>
                  <a:cubicBezTo>
                    <a:pt x="1561" y="417"/>
                    <a:pt x="1571" y="389"/>
                    <a:pt x="1570" y="389"/>
                  </a:cubicBezTo>
                  <a:lnTo>
                    <a:pt x="1570" y="389"/>
                  </a:lnTo>
                  <a:cubicBezTo>
                    <a:pt x="1569" y="389"/>
                    <a:pt x="1557" y="417"/>
                    <a:pt x="1533" y="474"/>
                  </a:cubicBezTo>
                  <a:cubicBezTo>
                    <a:pt x="1521" y="508"/>
                    <a:pt x="1502" y="546"/>
                    <a:pt x="1497" y="546"/>
                  </a:cubicBezTo>
                  <a:cubicBezTo>
                    <a:pt x="1495" y="546"/>
                    <a:pt x="1495" y="539"/>
                    <a:pt x="1500" y="523"/>
                  </a:cubicBezTo>
                  <a:cubicBezTo>
                    <a:pt x="1492" y="514"/>
                    <a:pt x="1484" y="506"/>
                    <a:pt x="1508" y="458"/>
                  </a:cubicBezTo>
                  <a:cubicBezTo>
                    <a:pt x="1514" y="437"/>
                    <a:pt x="1515" y="430"/>
                    <a:pt x="1513" y="430"/>
                  </a:cubicBezTo>
                  <a:lnTo>
                    <a:pt x="1513" y="430"/>
                  </a:lnTo>
                  <a:cubicBezTo>
                    <a:pt x="1510" y="430"/>
                    <a:pt x="1500" y="450"/>
                    <a:pt x="1500" y="450"/>
                  </a:cubicBezTo>
                  <a:cubicBezTo>
                    <a:pt x="1485" y="476"/>
                    <a:pt x="1477" y="488"/>
                    <a:pt x="1474" y="488"/>
                  </a:cubicBezTo>
                  <a:cubicBezTo>
                    <a:pt x="1469" y="488"/>
                    <a:pt x="1471" y="472"/>
                    <a:pt x="1476" y="441"/>
                  </a:cubicBezTo>
                  <a:cubicBezTo>
                    <a:pt x="1488" y="378"/>
                    <a:pt x="1495" y="348"/>
                    <a:pt x="1492" y="348"/>
                  </a:cubicBezTo>
                  <a:lnTo>
                    <a:pt x="1492" y="348"/>
                  </a:lnTo>
                  <a:cubicBezTo>
                    <a:pt x="1489" y="348"/>
                    <a:pt x="1479" y="374"/>
                    <a:pt x="1460" y="425"/>
                  </a:cubicBezTo>
                  <a:cubicBezTo>
                    <a:pt x="1446" y="458"/>
                    <a:pt x="1432" y="491"/>
                    <a:pt x="1430" y="491"/>
                  </a:cubicBezTo>
                  <a:cubicBezTo>
                    <a:pt x="1429" y="491"/>
                    <a:pt x="1434" y="473"/>
                    <a:pt x="1452" y="425"/>
                  </a:cubicBezTo>
                  <a:cubicBezTo>
                    <a:pt x="1457" y="407"/>
                    <a:pt x="1458" y="400"/>
                    <a:pt x="1456" y="400"/>
                  </a:cubicBezTo>
                  <a:lnTo>
                    <a:pt x="1456" y="400"/>
                  </a:lnTo>
                  <a:cubicBezTo>
                    <a:pt x="1452" y="400"/>
                    <a:pt x="1433" y="435"/>
                    <a:pt x="1411" y="474"/>
                  </a:cubicBezTo>
                  <a:cubicBezTo>
                    <a:pt x="1387" y="523"/>
                    <a:pt x="1338" y="636"/>
                    <a:pt x="1314" y="685"/>
                  </a:cubicBezTo>
                  <a:cubicBezTo>
                    <a:pt x="1285" y="751"/>
                    <a:pt x="1273" y="779"/>
                    <a:pt x="1272" y="779"/>
                  </a:cubicBezTo>
                  <a:cubicBezTo>
                    <a:pt x="1271" y="779"/>
                    <a:pt x="1275" y="765"/>
                    <a:pt x="1281" y="741"/>
                  </a:cubicBezTo>
                  <a:cubicBezTo>
                    <a:pt x="1289" y="701"/>
                    <a:pt x="1297" y="660"/>
                    <a:pt x="1314" y="620"/>
                  </a:cubicBezTo>
                  <a:cubicBezTo>
                    <a:pt x="1338" y="571"/>
                    <a:pt x="1346" y="571"/>
                    <a:pt x="1346" y="571"/>
                  </a:cubicBezTo>
                  <a:lnTo>
                    <a:pt x="1354" y="571"/>
                  </a:lnTo>
                  <a:cubicBezTo>
                    <a:pt x="1370" y="514"/>
                    <a:pt x="1395" y="466"/>
                    <a:pt x="1387" y="458"/>
                  </a:cubicBezTo>
                  <a:cubicBezTo>
                    <a:pt x="1399" y="429"/>
                    <a:pt x="1403" y="415"/>
                    <a:pt x="1401" y="415"/>
                  </a:cubicBezTo>
                  <a:lnTo>
                    <a:pt x="1401" y="415"/>
                  </a:lnTo>
                  <a:cubicBezTo>
                    <a:pt x="1399" y="415"/>
                    <a:pt x="1391" y="429"/>
                    <a:pt x="1379" y="458"/>
                  </a:cubicBezTo>
                  <a:cubicBezTo>
                    <a:pt x="1403" y="401"/>
                    <a:pt x="1395" y="393"/>
                    <a:pt x="1387" y="385"/>
                  </a:cubicBezTo>
                  <a:cubicBezTo>
                    <a:pt x="1379" y="385"/>
                    <a:pt x="1362" y="377"/>
                    <a:pt x="1387" y="320"/>
                  </a:cubicBezTo>
                  <a:cubicBezTo>
                    <a:pt x="1384" y="318"/>
                    <a:pt x="1382" y="316"/>
                    <a:pt x="1380" y="316"/>
                  </a:cubicBezTo>
                  <a:cubicBezTo>
                    <a:pt x="1373" y="316"/>
                    <a:pt x="1364" y="327"/>
                    <a:pt x="1346" y="368"/>
                  </a:cubicBezTo>
                  <a:cubicBezTo>
                    <a:pt x="1318" y="429"/>
                    <a:pt x="1303" y="455"/>
                    <a:pt x="1301" y="455"/>
                  </a:cubicBezTo>
                  <a:cubicBezTo>
                    <a:pt x="1299" y="455"/>
                    <a:pt x="1303" y="441"/>
                    <a:pt x="1314" y="417"/>
                  </a:cubicBezTo>
                  <a:cubicBezTo>
                    <a:pt x="1347" y="345"/>
                    <a:pt x="1346" y="281"/>
                    <a:pt x="1324" y="281"/>
                  </a:cubicBezTo>
                  <a:cubicBezTo>
                    <a:pt x="1314" y="281"/>
                    <a:pt x="1299" y="295"/>
                    <a:pt x="1281" y="328"/>
                  </a:cubicBezTo>
                  <a:lnTo>
                    <a:pt x="1273" y="320"/>
                  </a:lnTo>
                  <a:cubicBezTo>
                    <a:pt x="1282" y="287"/>
                    <a:pt x="1278" y="268"/>
                    <a:pt x="1269" y="268"/>
                  </a:cubicBezTo>
                  <a:cubicBezTo>
                    <a:pt x="1262" y="268"/>
                    <a:pt x="1251" y="279"/>
                    <a:pt x="1241" y="304"/>
                  </a:cubicBezTo>
                  <a:lnTo>
                    <a:pt x="1224" y="295"/>
                  </a:lnTo>
                  <a:cubicBezTo>
                    <a:pt x="1233" y="261"/>
                    <a:pt x="1237" y="245"/>
                    <a:pt x="1234" y="245"/>
                  </a:cubicBezTo>
                  <a:lnTo>
                    <a:pt x="1234" y="245"/>
                  </a:lnTo>
                  <a:cubicBezTo>
                    <a:pt x="1231" y="245"/>
                    <a:pt x="1223" y="257"/>
                    <a:pt x="1208" y="279"/>
                  </a:cubicBezTo>
                  <a:cubicBezTo>
                    <a:pt x="1185" y="320"/>
                    <a:pt x="1166" y="356"/>
                    <a:pt x="1166" y="356"/>
                  </a:cubicBezTo>
                  <a:cubicBezTo>
                    <a:pt x="1166" y="356"/>
                    <a:pt x="1169" y="350"/>
                    <a:pt x="1176" y="336"/>
                  </a:cubicBezTo>
                  <a:cubicBezTo>
                    <a:pt x="1208" y="279"/>
                    <a:pt x="1200" y="271"/>
                    <a:pt x="1184" y="263"/>
                  </a:cubicBezTo>
                  <a:cubicBezTo>
                    <a:pt x="1180" y="261"/>
                    <a:pt x="1176" y="259"/>
                    <a:pt x="1173" y="259"/>
                  </a:cubicBezTo>
                  <a:cubicBezTo>
                    <a:pt x="1166" y="259"/>
                    <a:pt x="1161" y="271"/>
                    <a:pt x="1143" y="312"/>
                  </a:cubicBezTo>
                  <a:cubicBezTo>
                    <a:pt x="1131" y="322"/>
                    <a:pt x="1124" y="327"/>
                    <a:pt x="1120" y="327"/>
                  </a:cubicBezTo>
                  <a:cubicBezTo>
                    <a:pt x="1111" y="327"/>
                    <a:pt x="1133" y="289"/>
                    <a:pt x="1152" y="247"/>
                  </a:cubicBezTo>
                  <a:cubicBezTo>
                    <a:pt x="1177" y="199"/>
                    <a:pt x="1190" y="173"/>
                    <a:pt x="1188" y="173"/>
                  </a:cubicBezTo>
                  <a:lnTo>
                    <a:pt x="1188" y="173"/>
                  </a:lnTo>
                  <a:cubicBezTo>
                    <a:pt x="1186" y="173"/>
                    <a:pt x="1163" y="211"/>
                    <a:pt x="1119" y="295"/>
                  </a:cubicBezTo>
                  <a:cubicBezTo>
                    <a:pt x="1083" y="354"/>
                    <a:pt x="1065" y="377"/>
                    <a:pt x="1061" y="377"/>
                  </a:cubicBezTo>
                  <a:cubicBezTo>
                    <a:pt x="1058" y="377"/>
                    <a:pt x="1064" y="362"/>
                    <a:pt x="1079" y="336"/>
                  </a:cubicBezTo>
                  <a:cubicBezTo>
                    <a:pt x="1096" y="301"/>
                    <a:pt x="1105" y="291"/>
                    <a:pt x="1109" y="291"/>
                  </a:cubicBezTo>
                  <a:cubicBezTo>
                    <a:pt x="1110" y="291"/>
                    <a:pt x="1111" y="293"/>
                    <a:pt x="1111" y="295"/>
                  </a:cubicBezTo>
                  <a:lnTo>
                    <a:pt x="1168" y="190"/>
                  </a:lnTo>
                  <a:cubicBezTo>
                    <a:pt x="1168" y="188"/>
                    <a:pt x="1168" y="186"/>
                    <a:pt x="1167" y="186"/>
                  </a:cubicBezTo>
                  <a:cubicBezTo>
                    <a:pt x="1165" y="186"/>
                    <a:pt x="1158" y="196"/>
                    <a:pt x="1135" y="231"/>
                  </a:cubicBezTo>
                  <a:cubicBezTo>
                    <a:pt x="1135" y="231"/>
                    <a:pt x="1127" y="231"/>
                    <a:pt x="1095" y="279"/>
                  </a:cubicBezTo>
                  <a:cubicBezTo>
                    <a:pt x="1062" y="336"/>
                    <a:pt x="1038" y="385"/>
                    <a:pt x="1014" y="441"/>
                  </a:cubicBezTo>
                  <a:cubicBezTo>
                    <a:pt x="995" y="486"/>
                    <a:pt x="986" y="490"/>
                    <a:pt x="983" y="490"/>
                  </a:cubicBezTo>
                  <a:cubicBezTo>
                    <a:pt x="982" y="490"/>
                    <a:pt x="981" y="490"/>
                    <a:pt x="981" y="490"/>
                  </a:cubicBezTo>
                  <a:cubicBezTo>
                    <a:pt x="997" y="433"/>
                    <a:pt x="1022" y="377"/>
                    <a:pt x="1062" y="328"/>
                  </a:cubicBezTo>
                  <a:cubicBezTo>
                    <a:pt x="1087" y="295"/>
                    <a:pt x="1103" y="263"/>
                    <a:pt x="1119" y="231"/>
                  </a:cubicBezTo>
                  <a:cubicBezTo>
                    <a:pt x="1126" y="218"/>
                    <a:pt x="1128" y="213"/>
                    <a:pt x="1126" y="213"/>
                  </a:cubicBezTo>
                  <a:lnTo>
                    <a:pt x="1126" y="213"/>
                  </a:lnTo>
                  <a:cubicBezTo>
                    <a:pt x="1118" y="213"/>
                    <a:pt x="1058" y="286"/>
                    <a:pt x="1014" y="368"/>
                  </a:cubicBezTo>
                  <a:cubicBezTo>
                    <a:pt x="1022" y="344"/>
                    <a:pt x="1014" y="360"/>
                    <a:pt x="1038" y="312"/>
                  </a:cubicBezTo>
                  <a:cubicBezTo>
                    <a:pt x="1070" y="263"/>
                    <a:pt x="1062" y="255"/>
                    <a:pt x="1054" y="255"/>
                  </a:cubicBezTo>
                  <a:cubicBezTo>
                    <a:pt x="1052" y="253"/>
                    <a:pt x="1050" y="251"/>
                    <a:pt x="1047" y="251"/>
                  </a:cubicBezTo>
                  <a:cubicBezTo>
                    <a:pt x="1040" y="251"/>
                    <a:pt x="1031" y="261"/>
                    <a:pt x="1014" y="295"/>
                  </a:cubicBezTo>
                  <a:cubicBezTo>
                    <a:pt x="997" y="328"/>
                    <a:pt x="973" y="368"/>
                    <a:pt x="949" y="401"/>
                  </a:cubicBezTo>
                  <a:cubicBezTo>
                    <a:pt x="933" y="433"/>
                    <a:pt x="916" y="474"/>
                    <a:pt x="892" y="506"/>
                  </a:cubicBezTo>
                  <a:cubicBezTo>
                    <a:pt x="892" y="506"/>
                    <a:pt x="916" y="450"/>
                    <a:pt x="941" y="393"/>
                  </a:cubicBezTo>
                  <a:cubicBezTo>
                    <a:pt x="989" y="279"/>
                    <a:pt x="1014" y="223"/>
                    <a:pt x="997" y="214"/>
                  </a:cubicBezTo>
                  <a:cubicBezTo>
                    <a:pt x="989" y="206"/>
                    <a:pt x="981" y="198"/>
                    <a:pt x="1006" y="141"/>
                  </a:cubicBezTo>
                  <a:cubicBezTo>
                    <a:pt x="1004" y="141"/>
                    <a:pt x="1002" y="141"/>
                    <a:pt x="1000" y="141"/>
                  </a:cubicBezTo>
                  <a:cubicBezTo>
                    <a:pt x="993" y="141"/>
                    <a:pt x="984" y="146"/>
                    <a:pt x="965" y="190"/>
                  </a:cubicBezTo>
                  <a:lnTo>
                    <a:pt x="957" y="182"/>
                  </a:lnTo>
                  <a:cubicBezTo>
                    <a:pt x="970" y="153"/>
                    <a:pt x="973" y="138"/>
                    <a:pt x="970" y="138"/>
                  </a:cubicBezTo>
                  <a:lnTo>
                    <a:pt x="970" y="138"/>
                  </a:lnTo>
                  <a:cubicBezTo>
                    <a:pt x="966" y="138"/>
                    <a:pt x="956" y="150"/>
                    <a:pt x="941" y="174"/>
                  </a:cubicBezTo>
                  <a:cubicBezTo>
                    <a:pt x="931" y="188"/>
                    <a:pt x="926" y="194"/>
                    <a:pt x="925" y="194"/>
                  </a:cubicBezTo>
                  <a:cubicBezTo>
                    <a:pt x="921" y="194"/>
                    <a:pt x="933" y="166"/>
                    <a:pt x="933" y="166"/>
                  </a:cubicBezTo>
                  <a:cubicBezTo>
                    <a:pt x="958" y="118"/>
                    <a:pt x="972" y="92"/>
                    <a:pt x="972" y="92"/>
                  </a:cubicBezTo>
                  <a:lnTo>
                    <a:pt x="972" y="92"/>
                  </a:lnTo>
                  <a:cubicBezTo>
                    <a:pt x="971" y="92"/>
                    <a:pt x="949" y="130"/>
                    <a:pt x="900" y="214"/>
                  </a:cubicBezTo>
                  <a:cubicBezTo>
                    <a:pt x="876" y="247"/>
                    <a:pt x="860" y="287"/>
                    <a:pt x="843" y="328"/>
                  </a:cubicBezTo>
                  <a:lnTo>
                    <a:pt x="860" y="336"/>
                  </a:lnTo>
                  <a:lnTo>
                    <a:pt x="819" y="377"/>
                  </a:lnTo>
                  <a:cubicBezTo>
                    <a:pt x="787" y="401"/>
                    <a:pt x="762" y="433"/>
                    <a:pt x="738" y="474"/>
                  </a:cubicBezTo>
                  <a:cubicBezTo>
                    <a:pt x="738" y="474"/>
                    <a:pt x="717" y="515"/>
                    <a:pt x="708" y="515"/>
                  </a:cubicBezTo>
                  <a:cubicBezTo>
                    <a:pt x="707" y="515"/>
                    <a:pt x="706" y="515"/>
                    <a:pt x="706" y="514"/>
                  </a:cubicBezTo>
                  <a:lnTo>
                    <a:pt x="770" y="417"/>
                  </a:lnTo>
                  <a:cubicBezTo>
                    <a:pt x="803" y="368"/>
                    <a:pt x="835" y="320"/>
                    <a:pt x="868" y="263"/>
                  </a:cubicBezTo>
                  <a:cubicBezTo>
                    <a:pt x="903" y="197"/>
                    <a:pt x="923" y="150"/>
                    <a:pt x="919" y="150"/>
                  </a:cubicBezTo>
                  <a:lnTo>
                    <a:pt x="919" y="150"/>
                  </a:lnTo>
                  <a:cubicBezTo>
                    <a:pt x="916" y="150"/>
                    <a:pt x="905" y="167"/>
                    <a:pt x="884" y="206"/>
                  </a:cubicBezTo>
                  <a:cubicBezTo>
                    <a:pt x="876" y="198"/>
                    <a:pt x="876" y="198"/>
                    <a:pt x="900" y="150"/>
                  </a:cubicBezTo>
                  <a:cubicBezTo>
                    <a:pt x="914" y="125"/>
                    <a:pt x="922" y="111"/>
                    <a:pt x="921" y="111"/>
                  </a:cubicBezTo>
                  <a:lnTo>
                    <a:pt x="921" y="111"/>
                  </a:lnTo>
                  <a:cubicBezTo>
                    <a:pt x="920" y="111"/>
                    <a:pt x="905" y="135"/>
                    <a:pt x="868" y="190"/>
                  </a:cubicBezTo>
                  <a:cubicBezTo>
                    <a:pt x="832" y="238"/>
                    <a:pt x="814" y="262"/>
                    <a:pt x="811" y="262"/>
                  </a:cubicBezTo>
                  <a:cubicBezTo>
                    <a:pt x="808" y="262"/>
                    <a:pt x="823" y="236"/>
                    <a:pt x="852" y="182"/>
                  </a:cubicBezTo>
                  <a:cubicBezTo>
                    <a:pt x="887" y="116"/>
                    <a:pt x="894" y="85"/>
                    <a:pt x="886" y="85"/>
                  </a:cubicBezTo>
                  <a:lnTo>
                    <a:pt x="886" y="85"/>
                  </a:lnTo>
                  <a:cubicBezTo>
                    <a:pt x="882" y="85"/>
                    <a:pt x="872" y="96"/>
                    <a:pt x="860" y="117"/>
                  </a:cubicBezTo>
                  <a:cubicBezTo>
                    <a:pt x="825" y="170"/>
                    <a:pt x="806" y="191"/>
                    <a:pt x="802" y="191"/>
                  </a:cubicBezTo>
                  <a:cubicBezTo>
                    <a:pt x="798" y="191"/>
                    <a:pt x="804" y="176"/>
                    <a:pt x="819" y="150"/>
                  </a:cubicBezTo>
                  <a:cubicBezTo>
                    <a:pt x="832" y="124"/>
                    <a:pt x="838" y="112"/>
                    <a:pt x="835" y="112"/>
                  </a:cubicBezTo>
                  <a:lnTo>
                    <a:pt x="835" y="112"/>
                  </a:lnTo>
                  <a:cubicBezTo>
                    <a:pt x="832" y="112"/>
                    <a:pt x="822" y="122"/>
                    <a:pt x="803" y="141"/>
                  </a:cubicBezTo>
                  <a:cubicBezTo>
                    <a:pt x="827" y="106"/>
                    <a:pt x="851" y="70"/>
                    <a:pt x="845" y="70"/>
                  </a:cubicBezTo>
                  <a:lnTo>
                    <a:pt x="845" y="70"/>
                  </a:lnTo>
                  <a:cubicBezTo>
                    <a:pt x="843" y="70"/>
                    <a:pt x="838" y="74"/>
                    <a:pt x="827" y="85"/>
                  </a:cubicBezTo>
                  <a:cubicBezTo>
                    <a:pt x="827" y="85"/>
                    <a:pt x="827" y="85"/>
                    <a:pt x="795" y="141"/>
                  </a:cubicBezTo>
                  <a:lnTo>
                    <a:pt x="722" y="231"/>
                  </a:lnTo>
                  <a:cubicBezTo>
                    <a:pt x="706" y="271"/>
                    <a:pt x="689" y="304"/>
                    <a:pt x="665" y="336"/>
                  </a:cubicBezTo>
                  <a:cubicBezTo>
                    <a:pt x="658" y="347"/>
                    <a:pt x="653" y="352"/>
                    <a:pt x="651" y="352"/>
                  </a:cubicBezTo>
                  <a:cubicBezTo>
                    <a:pt x="643" y="352"/>
                    <a:pt x="668" y="286"/>
                    <a:pt x="738" y="166"/>
                  </a:cubicBezTo>
                  <a:lnTo>
                    <a:pt x="795" y="60"/>
                  </a:lnTo>
                  <a:lnTo>
                    <a:pt x="730" y="158"/>
                  </a:lnTo>
                  <a:cubicBezTo>
                    <a:pt x="730" y="158"/>
                    <a:pt x="722" y="158"/>
                    <a:pt x="754" y="101"/>
                  </a:cubicBezTo>
                  <a:cubicBezTo>
                    <a:pt x="787" y="52"/>
                    <a:pt x="787" y="52"/>
                    <a:pt x="787" y="52"/>
                  </a:cubicBezTo>
                  <a:lnTo>
                    <a:pt x="787" y="52"/>
                  </a:lnTo>
                  <a:cubicBezTo>
                    <a:pt x="787" y="52"/>
                    <a:pt x="779" y="52"/>
                    <a:pt x="746" y="101"/>
                  </a:cubicBezTo>
                  <a:cubicBezTo>
                    <a:pt x="709" y="156"/>
                    <a:pt x="693" y="180"/>
                    <a:pt x="692" y="180"/>
                  </a:cubicBezTo>
                  <a:cubicBezTo>
                    <a:pt x="692" y="180"/>
                    <a:pt x="700" y="166"/>
                    <a:pt x="714" y="141"/>
                  </a:cubicBezTo>
                  <a:cubicBezTo>
                    <a:pt x="743" y="92"/>
                    <a:pt x="757" y="67"/>
                    <a:pt x="754" y="67"/>
                  </a:cubicBezTo>
                  <a:lnTo>
                    <a:pt x="754" y="67"/>
                  </a:lnTo>
                  <a:cubicBezTo>
                    <a:pt x="751" y="67"/>
                    <a:pt x="733" y="90"/>
                    <a:pt x="697" y="133"/>
                  </a:cubicBezTo>
                  <a:cubicBezTo>
                    <a:pt x="722" y="101"/>
                    <a:pt x="738" y="68"/>
                    <a:pt x="754" y="28"/>
                  </a:cubicBezTo>
                  <a:lnTo>
                    <a:pt x="754" y="28"/>
                  </a:lnTo>
                  <a:lnTo>
                    <a:pt x="722" y="77"/>
                  </a:lnTo>
                  <a:cubicBezTo>
                    <a:pt x="685" y="132"/>
                    <a:pt x="667" y="156"/>
                    <a:pt x="663" y="156"/>
                  </a:cubicBezTo>
                  <a:cubicBezTo>
                    <a:pt x="661" y="156"/>
                    <a:pt x="667" y="142"/>
                    <a:pt x="681" y="117"/>
                  </a:cubicBezTo>
                  <a:cubicBezTo>
                    <a:pt x="698" y="92"/>
                    <a:pt x="706" y="80"/>
                    <a:pt x="703" y="80"/>
                  </a:cubicBezTo>
                  <a:lnTo>
                    <a:pt x="703" y="80"/>
                  </a:lnTo>
                  <a:cubicBezTo>
                    <a:pt x="700" y="80"/>
                    <a:pt x="688" y="90"/>
                    <a:pt x="665" y="109"/>
                  </a:cubicBezTo>
                  <a:cubicBezTo>
                    <a:pt x="665" y="109"/>
                    <a:pt x="657" y="101"/>
                    <a:pt x="689" y="52"/>
                  </a:cubicBezTo>
                  <a:lnTo>
                    <a:pt x="689" y="52"/>
                  </a:lnTo>
                  <a:cubicBezTo>
                    <a:pt x="670" y="72"/>
                    <a:pt x="660" y="82"/>
                    <a:pt x="657" y="82"/>
                  </a:cubicBezTo>
                  <a:cubicBezTo>
                    <a:pt x="654" y="82"/>
                    <a:pt x="660" y="70"/>
                    <a:pt x="673" y="44"/>
                  </a:cubicBezTo>
                  <a:cubicBezTo>
                    <a:pt x="690" y="15"/>
                    <a:pt x="698" y="1"/>
                    <a:pt x="697" y="1"/>
                  </a:cubicBezTo>
                  <a:close/>
                  <a:moveTo>
                    <a:pt x="1111" y="2047"/>
                  </a:moveTo>
                  <a:cubicBezTo>
                    <a:pt x="1111" y="2047"/>
                    <a:pt x="1087" y="2095"/>
                    <a:pt x="1070" y="2152"/>
                  </a:cubicBezTo>
                  <a:cubicBezTo>
                    <a:pt x="1060" y="2176"/>
                    <a:pt x="1056" y="2190"/>
                    <a:pt x="1058" y="2190"/>
                  </a:cubicBezTo>
                  <a:cubicBezTo>
                    <a:pt x="1060" y="2190"/>
                    <a:pt x="1075" y="2164"/>
                    <a:pt x="1103" y="2104"/>
                  </a:cubicBezTo>
                  <a:cubicBezTo>
                    <a:pt x="1119" y="2047"/>
                    <a:pt x="1119" y="2047"/>
                    <a:pt x="1111" y="20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2"/>
            <p:cNvSpPr/>
            <p:nvPr/>
          </p:nvSpPr>
          <p:spPr>
            <a:xfrm>
              <a:off x="7294017" y="1846731"/>
              <a:ext cx="118801" cy="80378"/>
            </a:xfrm>
            <a:custGeom>
              <a:avLst/>
              <a:gdLst/>
              <a:ahLst/>
              <a:cxnLst/>
              <a:rect l="l" t="t" r="r" b="b"/>
              <a:pathLst>
                <a:path w="6892" h="4663" extrusionOk="0">
                  <a:moveTo>
                    <a:pt x="0" y="1"/>
                  </a:moveTo>
                  <a:lnTo>
                    <a:pt x="211" y="4663"/>
                  </a:lnTo>
                  <a:lnTo>
                    <a:pt x="6892" y="228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2"/>
            <p:cNvSpPr/>
            <p:nvPr/>
          </p:nvSpPr>
          <p:spPr>
            <a:xfrm>
              <a:off x="7658918" y="1719001"/>
              <a:ext cx="54936" cy="100081"/>
            </a:xfrm>
            <a:custGeom>
              <a:avLst/>
              <a:gdLst/>
              <a:ahLst/>
              <a:cxnLst/>
              <a:rect l="l" t="t" r="r" b="b"/>
              <a:pathLst>
                <a:path w="3187" h="5806" extrusionOk="0">
                  <a:moveTo>
                    <a:pt x="0" y="0"/>
                  </a:moveTo>
                  <a:lnTo>
                    <a:pt x="3187" y="5805"/>
                  </a:lnTo>
                  <a:lnTo>
                    <a:pt x="3187" y="7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2"/>
            <p:cNvSpPr/>
            <p:nvPr/>
          </p:nvSpPr>
          <p:spPr>
            <a:xfrm>
              <a:off x="7420627" y="1455595"/>
              <a:ext cx="97461" cy="72104"/>
            </a:xfrm>
            <a:custGeom>
              <a:avLst/>
              <a:gdLst/>
              <a:ahLst/>
              <a:cxnLst/>
              <a:rect l="l" t="t" r="r" b="b"/>
              <a:pathLst>
                <a:path w="5654" h="4183" extrusionOk="0">
                  <a:moveTo>
                    <a:pt x="649" y="95"/>
                  </a:moveTo>
                  <a:lnTo>
                    <a:pt x="633" y="152"/>
                  </a:lnTo>
                  <a:lnTo>
                    <a:pt x="641" y="152"/>
                  </a:lnTo>
                  <a:cubicBezTo>
                    <a:pt x="666" y="104"/>
                    <a:pt x="666" y="104"/>
                    <a:pt x="657" y="95"/>
                  </a:cubicBezTo>
                  <a:close/>
                  <a:moveTo>
                    <a:pt x="440" y="319"/>
                  </a:moveTo>
                  <a:cubicBezTo>
                    <a:pt x="442" y="319"/>
                    <a:pt x="444" y="320"/>
                    <a:pt x="447" y="323"/>
                  </a:cubicBezTo>
                  <a:cubicBezTo>
                    <a:pt x="447" y="323"/>
                    <a:pt x="447" y="323"/>
                    <a:pt x="422" y="379"/>
                  </a:cubicBezTo>
                  <a:cubicBezTo>
                    <a:pt x="422" y="379"/>
                    <a:pt x="398" y="428"/>
                    <a:pt x="390" y="428"/>
                  </a:cubicBezTo>
                  <a:lnTo>
                    <a:pt x="406" y="371"/>
                  </a:lnTo>
                  <a:cubicBezTo>
                    <a:pt x="424" y="330"/>
                    <a:pt x="433" y="319"/>
                    <a:pt x="440" y="319"/>
                  </a:cubicBezTo>
                  <a:close/>
                  <a:moveTo>
                    <a:pt x="2179" y="513"/>
                  </a:moveTo>
                  <a:cubicBezTo>
                    <a:pt x="2172" y="513"/>
                    <a:pt x="2167" y="523"/>
                    <a:pt x="2149" y="558"/>
                  </a:cubicBezTo>
                  <a:lnTo>
                    <a:pt x="2165" y="574"/>
                  </a:lnTo>
                  <a:cubicBezTo>
                    <a:pt x="2198" y="517"/>
                    <a:pt x="2198" y="517"/>
                    <a:pt x="2190" y="517"/>
                  </a:cubicBezTo>
                  <a:cubicBezTo>
                    <a:pt x="2185" y="515"/>
                    <a:pt x="2182" y="513"/>
                    <a:pt x="2179" y="513"/>
                  </a:cubicBezTo>
                  <a:close/>
                  <a:moveTo>
                    <a:pt x="520" y="355"/>
                  </a:moveTo>
                  <a:cubicBezTo>
                    <a:pt x="520" y="363"/>
                    <a:pt x="528" y="363"/>
                    <a:pt x="503" y="420"/>
                  </a:cubicBezTo>
                  <a:lnTo>
                    <a:pt x="495" y="420"/>
                  </a:lnTo>
                  <a:cubicBezTo>
                    <a:pt x="503" y="402"/>
                    <a:pt x="505" y="394"/>
                    <a:pt x="504" y="394"/>
                  </a:cubicBezTo>
                  <a:lnTo>
                    <a:pt x="504" y="394"/>
                  </a:lnTo>
                  <a:cubicBezTo>
                    <a:pt x="501" y="394"/>
                    <a:pt x="482" y="430"/>
                    <a:pt x="471" y="468"/>
                  </a:cubicBezTo>
                  <a:lnTo>
                    <a:pt x="422" y="582"/>
                  </a:lnTo>
                  <a:cubicBezTo>
                    <a:pt x="430" y="541"/>
                    <a:pt x="439" y="501"/>
                    <a:pt x="463" y="460"/>
                  </a:cubicBezTo>
                  <a:cubicBezTo>
                    <a:pt x="503" y="355"/>
                    <a:pt x="503" y="355"/>
                    <a:pt x="520" y="355"/>
                  </a:cubicBezTo>
                  <a:close/>
                  <a:moveTo>
                    <a:pt x="1703" y="558"/>
                  </a:moveTo>
                  <a:lnTo>
                    <a:pt x="1671" y="606"/>
                  </a:lnTo>
                  <a:cubicBezTo>
                    <a:pt x="1659" y="629"/>
                    <a:pt x="1660" y="632"/>
                    <a:pt x="1656" y="643"/>
                  </a:cubicBezTo>
                  <a:lnTo>
                    <a:pt x="1656" y="643"/>
                  </a:lnTo>
                  <a:cubicBezTo>
                    <a:pt x="1666" y="622"/>
                    <a:pt x="1683" y="588"/>
                    <a:pt x="1703" y="558"/>
                  </a:cubicBezTo>
                  <a:close/>
                  <a:moveTo>
                    <a:pt x="1656" y="643"/>
                  </a:moveTo>
                  <a:lnTo>
                    <a:pt x="1656" y="643"/>
                  </a:lnTo>
                  <a:cubicBezTo>
                    <a:pt x="1650" y="655"/>
                    <a:pt x="1647" y="663"/>
                    <a:pt x="1647" y="663"/>
                  </a:cubicBezTo>
                  <a:cubicBezTo>
                    <a:pt x="1651" y="653"/>
                    <a:pt x="1654" y="647"/>
                    <a:pt x="1656" y="643"/>
                  </a:cubicBezTo>
                  <a:close/>
                  <a:moveTo>
                    <a:pt x="1250" y="635"/>
                  </a:moveTo>
                  <a:cubicBezTo>
                    <a:pt x="1253" y="635"/>
                    <a:pt x="1255" y="636"/>
                    <a:pt x="1257" y="639"/>
                  </a:cubicBezTo>
                  <a:lnTo>
                    <a:pt x="1233" y="687"/>
                  </a:lnTo>
                  <a:lnTo>
                    <a:pt x="1193" y="736"/>
                  </a:lnTo>
                  <a:lnTo>
                    <a:pt x="1217" y="679"/>
                  </a:lnTo>
                  <a:cubicBezTo>
                    <a:pt x="1234" y="645"/>
                    <a:pt x="1243" y="635"/>
                    <a:pt x="1250" y="635"/>
                  </a:cubicBezTo>
                  <a:close/>
                  <a:moveTo>
                    <a:pt x="811" y="727"/>
                  </a:moveTo>
                  <a:cubicBezTo>
                    <a:pt x="811" y="727"/>
                    <a:pt x="811" y="727"/>
                    <a:pt x="811" y="728"/>
                  </a:cubicBezTo>
                  <a:cubicBezTo>
                    <a:pt x="820" y="728"/>
                    <a:pt x="795" y="785"/>
                    <a:pt x="755" y="833"/>
                  </a:cubicBezTo>
                  <a:lnTo>
                    <a:pt x="747" y="825"/>
                  </a:lnTo>
                  <a:cubicBezTo>
                    <a:pt x="769" y="773"/>
                    <a:pt x="806" y="727"/>
                    <a:pt x="811" y="727"/>
                  </a:cubicBezTo>
                  <a:close/>
                  <a:moveTo>
                    <a:pt x="1480" y="656"/>
                  </a:moveTo>
                  <a:cubicBezTo>
                    <a:pt x="1482" y="656"/>
                    <a:pt x="1466" y="681"/>
                    <a:pt x="1428" y="744"/>
                  </a:cubicBezTo>
                  <a:lnTo>
                    <a:pt x="1363" y="841"/>
                  </a:lnTo>
                  <a:cubicBezTo>
                    <a:pt x="1387" y="785"/>
                    <a:pt x="1420" y="728"/>
                    <a:pt x="1452" y="687"/>
                  </a:cubicBezTo>
                  <a:cubicBezTo>
                    <a:pt x="1468" y="668"/>
                    <a:pt x="1478" y="656"/>
                    <a:pt x="1480" y="656"/>
                  </a:cubicBezTo>
                  <a:close/>
                  <a:moveTo>
                    <a:pt x="1857" y="801"/>
                  </a:moveTo>
                  <a:cubicBezTo>
                    <a:pt x="1841" y="833"/>
                    <a:pt x="1825" y="866"/>
                    <a:pt x="1809" y="906"/>
                  </a:cubicBezTo>
                  <a:cubicBezTo>
                    <a:pt x="1809" y="907"/>
                    <a:pt x="1810" y="907"/>
                    <a:pt x="1811" y="907"/>
                  </a:cubicBezTo>
                  <a:cubicBezTo>
                    <a:pt x="1820" y="907"/>
                    <a:pt x="1841" y="858"/>
                    <a:pt x="1841" y="858"/>
                  </a:cubicBezTo>
                  <a:cubicBezTo>
                    <a:pt x="1841" y="858"/>
                    <a:pt x="1874" y="809"/>
                    <a:pt x="1866" y="801"/>
                  </a:cubicBezTo>
                  <a:close/>
                  <a:moveTo>
                    <a:pt x="800" y="827"/>
                  </a:moveTo>
                  <a:cubicBezTo>
                    <a:pt x="790" y="827"/>
                    <a:pt x="771" y="861"/>
                    <a:pt x="755" y="898"/>
                  </a:cubicBezTo>
                  <a:cubicBezTo>
                    <a:pt x="730" y="955"/>
                    <a:pt x="739" y="955"/>
                    <a:pt x="747" y="963"/>
                  </a:cubicBezTo>
                  <a:cubicBezTo>
                    <a:pt x="755" y="963"/>
                    <a:pt x="787" y="914"/>
                    <a:pt x="787" y="914"/>
                  </a:cubicBezTo>
                  <a:cubicBezTo>
                    <a:pt x="811" y="866"/>
                    <a:pt x="811" y="858"/>
                    <a:pt x="803" y="858"/>
                  </a:cubicBezTo>
                  <a:cubicBezTo>
                    <a:pt x="806" y="836"/>
                    <a:pt x="804" y="827"/>
                    <a:pt x="800" y="827"/>
                  </a:cubicBezTo>
                  <a:close/>
                  <a:moveTo>
                    <a:pt x="1247" y="742"/>
                  </a:moveTo>
                  <a:cubicBezTo>
                    <a:pt x="1249" y="742"/>
                    <a:pt x="1235" y="769"/>
                    <a:pt x="1209" y="817"/>
                  </a:cubicBezTo>
                  <a:cubicBezTo>
                    <a:pt x="1184" y="874"/>
                    <a:pt x="1152" y="922"/>
                    <a:pt x="1111" y="971"/>
                  </a:cubicBezTo>
                  <a:lnTo>
                    <a:pt x="1103" y="963"/>
                  </a:lnTo>
                  <a:lnTo>
                    <a:pt x="1168" y="858"/>
                  </a:lnTo>
                  <a:cubicBezTo>
                    <a:pt x="1221" y="779"/>
                    <a:pt x="1245" y="742"/>
                    <a:pt x="1247" y="742"/>
                  </a:cubicBezTo>
                  <a:close/>
                  <a:moveTo>
                    <a:pt x="1711" y="914"/>
                  </a:moveTo>
                  <a:cubicBezTo>
                    <a:pt x="1720" y="914"/>
                    <a:pt x="1720" y="914"/>
                    <a:pt x="1687" y="971"/>
                  </a:cubicBezTo>
                  <a:lnTo>
                    <a:pt x="1679" y="963"/>
                  </a:lnTo>
                  <a:lnTo>
                    <a:pt x="1703" y="914"/>
                  </a:lnTo>
                  <a:close/>
                  <a:moveTo>
                    <a:pt x="1669" y="864"/>
                  </a:moveTo>
                  <a:cubicBezTo>
                    <a:pt x="1672" y="864"/>
                    <a:pt x="1647" y="914"/>
                    <a:pt x="1598" y="987"/>
                  </a:cubicBezTo>
                  <a:cubicBezTo>
                    <a:pt x="1598" y="987"/>
                    <a:pt x="1598" y="987"/>
                    <a:pt x="1590" y="979"/>
                  </a:cubicBezTo>
                  <a:cubicBezTo>
                    <a:pt x="1613" y="934"/>
                    <a:pt x="1642" y="881"/>
                    <a:pt x="1653" y="881"/>
                  </a:cubicBezTo>
                  <a:cubicBezTo>
                    <a:pt x="1654" y="881"/>
                    <a:pt x="1654" y="881"/>
                    <a:pt x="1655" y="882"/>
                  </a:cubicBezTo>
                  <a:cubicBezTo>
                    <a:pt x="1663" y="870"/>
                    <a:pt x="1667" y="864"/>
                    <a:pt x="1669" y="864"/>
                  </a:cubicBezTo>
                  <a:close/>
                  <a:moveTo>
                    <a:pt x="1395" y="931"/>
                  </a:moveTo>
                  <a:cubicBezTo>
                    <a:pt x="1371" y="987"/>
                    <a:pt x="1339" y="1036"/>
                    <a:pt x="1330" y="1036"/>
                  </a:cubicBezTo>
                  <a:lnTo>
                    <a:pt x="1330" y="1028"/>
                  </a:lnTo>
                  <a:cubicBezTo>
                    <a:pt x="1347" y="995"/>
                    <a:pt x="1371" y="963"/>
                    <a:pt x="1387" y="931"/>
                  </a:cubicBezTo>
                  <a:close/>
                  <a:moveTo>
                    <a:pt x="1436" y="1166"/>
                  </a:moveTo>
                  <a:lnTo>
                    <a:pt x="1403" y="1214"/>
                  </a:lnTo>
                  <a:cubicBezTo>
                    <a:pt x="1403" y="1214"/>
                    <a:pt x="1385" y="1236"/>
                    <a:pt x="1383" y="1236"/>
                  </a:cubicBezTo>
                  <a:cubicBezTo>
                    <a:pt x="1382" y="1236"/>
                    <a:pt x="1384" y="1231"/>
                    <a:pt x="1395" y="1214"/>
                  </a:cubicBezTo>
                  <a:cubicBezTo>
                    <a:pt x="1387" y="1206"/>
                    <a:pt x="1428" y="1166"/>
                    <a:pt x="1436" y="1166"/>
                  </a:cubicBezTo>
                  <a:close/>
                  <a:moveTo>
                    <a:pt x="57" y="1125"/>
                  </a:moveTo>
                  <a:cubicBezTo>
                    <a:pt x="33" y="1166"/>
                    <a:pt x="17" y="1198"/>
                    <a:pt x="1" y="1231"/>
                  </a:cubicBezTo>
                  <a:lnTo>
                    <a:pt x="9" y="1239"/>
                  </a:lnTo>
                  <a:cubicBezTo>
                    <a:pt x="33" y="1206"/>
                    <a:pt x="49" y="1166"/>
                    <a:pt x="66" y="1133"/>
                  </a:cubicBezTo>
                  <a:lnTo>
                    <a:pt x="57" y="1125"/>
                  </a:lnTo>
                  <a:close/>
                  <a:moveTo>
                    <a:pt x="1726" y="1141"/>
                  </a:moveTo>
                  <a:cubicBezTo>
                    <a:pt x="1727" y="1141"/>
                    <a:pt x="1728" y="1141"/>
                    <a:pt x="1728" y="1141"/>
                  </a:cubicBezTo>
                  <a:cubicBezTo>
                    <a:pt x="1736" y="1141"/>
                    <a:pt x="1744" y="1149"/>
                    <a:pt x="1711" y="1198"/>
                  </a:cubicBezTo>
                  <a:cubicBezTo>
                    <a:pt x="1711" y="1198"/>
                    <a:pt x="1683" y="1248"/>
                    <a:pt x="1673" y="1248"/>
                  </a:cubicBezTo>
                  <a:cubicBezTo>
                    <a:pt x="1672" y="1248"/>
                    <a:pt x="1671" y="1247"/>
                    <a:pt x="1671" y="1247"/>
                  </a:cubicBezTo>
                  <a:cubicBezTo>
                    <a:pt x="1671" y="1247"/>
                    <a:pt x="1695" y="1190"/>
                    <a:pt x="1695" y="1190"/>
                  </a:cubicBezTo>
                  <a:cubicBezTo>
                    <a:pt x="1714" y="1146"/>
                    <a:pt x="1723" y="1141"/>
                    <a:pt x="1726" y="1141"/>
                  </a:cubicBezTo>
                  <a:close/>
                  <a:moveTo>
                    <a:pt x="2028" y="1147"/>
                  </a:moveTo>
                  <a:cubicBezTo>
                    <a:pt x="2032" y="1147"/>
                    <a:pt x="2021" y="1175"/>
                    <a:pt x="1987" y="1239"/>
                  </a:cubicBezTo>
                  <a:cubicBezTo>
                    <a:pt x="1955" y="1287"/>
                    <a:pt x="1955" y="1287"/>
                    <a:pt x="1947" y="1287"/>
                  </a:cubicBezTo>
                  <a:cubicBezTo>
                    <a:pt x="1963" y="1247"/>
                    <a:pt x="1987" y="1214"/>
                    <a:pt x="2003" y="1182"/>
                  </a:cubicBezTo>
                  <a:cubicBezTo>
                    <a:pt x="2016" y="1159"/>
                    <a:pt x="2025" y="1147"/>
                    <a:pt x="2028" y="1147"/>
                  </a:cubicBezTo>
                  <a:close/>
                  <a:moveTo>
                    <a:pt x="1836" y="1211"/>
                  </a:moveTo>
                  <a:cubicBezTo>
                    <a:pt x="1837" y="1211"/>
                    <a:pt x="1839" y="1212"/>
                    <a:pt x="1841" y="1214"/>
                  </a:cubicBezTo>
                  <a:cubicBezTo>
                    <a:pt x="1849" y="1222"/>
                    <a:pt x="1817" y="1271"/>
                    <a:pt x="1817" y="1271"/>
                  </a:cubicBezTo>
                  <a:cubicBezTo>
                    <a:pt x="1809" y="1290"/>
                    <a:pt x="1806" y="1296"/>
                    <a:pt x="1806" y="1296"/>
                  </a:cubicBezTo>
                  <a:cubicBezTo>
                    <a:pt x="1805" y="1296"/>
                    <a:pt x="1814" y="1268"/>
                    <a:pt x="1809" y="1263"/>
                  </a:cubicBezTo>
                  <a:cubicBezTo>
                    <a:pt x="1826" y="1222"/>
                    <a:pt x="1831" y="1211"/>
                    <a:pt x="1836" y="1211"/>
                  </a:cubicBezTo>
                  <a:close/>
                  <a:moveTo>
                    <a:pt x="2060" y="1214"/>
                  </a:moveTo>
                  <a:cubicBezTo>
                    <a:pt x="2030" y="1260"/>
                    <a:pt x="1999" y="1312"/>
                    <a:pt x="1996" y="1312"/>
                  </a:cubicBezTo>
                  <a:cubicBezTo>
                    <a:pt x="1995" y="1312"/>
                    <a:pt x="1995" y="1312"/>
                    <a:pt x="1995" y="1312"/>
                  </a:cubicBezTo>
                  <a:lnTo>
                    <a:pt x="2020" y="1255"/>
                  </a:lnTo>
                  <a:lnTo>
                    <a:pt x="2052" y="1214"/>
                  </a:lnTo>
                  <a:close/>
                  <a:moveTo>
                    <a:pt x="2035" y="1316"/>
                  </a:moveTo>
                  <a:cubicBezTo>
                    <a:pt x="2038" y="1316"/>
                    <a:pt x="2028" y="1337"/>
                    <a:pt x="2021" y="1337"/>
                  </a:cubicBezTo>
                  <a:cubicBezTo>
                    <a:pt x="2021" y="1337"/>
                    <a:pt x="2020" y="1337"/>
                    <a:pt x="2020" y="1336"/>
                  </a:cubicBezTo>
                  <a:cubicBezTo>
                    <a:pt x="2030" y="1321"/>
                    <a:pt x="2034" y="1316"/>
                    <a:pt x="2035" y="1316"/>
                  </a:cubicBezTo>
                  <a:close/>
                  <a:moveTo>
                    <a:pt x="2895" y="1368"/>
                  </a:moveTo>
                  <a:cubicBezTo>
                    <a:pt x="2865" y="1421"/>
                    <a:pt x="2835" y="1467"/>
                    <a:pt x="2824" y="1467"/>
                  </a:cubicBezTo>
                  <a:cubicBezTo>
                    <a:pt x="2824" y="1467"/>
                    <a:pt x="2823" y="1466"/>
                    <a:pt x="2822" y="1466"/>
                  </a:cubicBezTo>
                  <a:cubicBezTo>
                    <a:pt x="2838" y="1425"/>
                    <a:pt x="2863" y="1401"/>
                    <a:pt x="2887" y="1368"/>
                  </a:cubicBezTo>
                  <a:close/>
                  <a:moveTo>
                    <a:pt x="2384" y="1587"/>
                  </a:moveTo>
                  <a:lnTo>
                    <a:pt x="2393" y="1595"/>
                  </a:lnTo>
                  <a:cubicBezTo>
                    <a:pt x="2360" y="1644"/>
                    <a:pt x="2328" y="1693"/>
                    <a:pt x="2320" y="1693"/>
                  </a:cubicBezTo>
                  <a:lnTo>
                    <a:pt x="2344" y="1636"/>
                  </a:lnTo>
                  <a:lnTo>
                    <a:pt x="2384" y="1587"/>
                  </a:lnTo>
                  <a:close/>
                  <a:moveTo>
                    <a:pt x="2558" y="1649"/>
                  </a:moveTo>
                  <a:lnTo>
                    <a:pt x="2558" y="1649"/>
                  </a:lnTo>
                  <a:cubicBezTo>
                    <a:pt x="2556" y="1656"/>
                    <a:pt x="2548" y="1670"/>
                    <a:pt x="2530" y="1701"/>
                  </a:cubicBezTo>
                  <a:cubicBezTo>
                    <a:pt x="2514" y="1733"/>
                    <a:pt x="2490" y="1766"/>
                    <a:pt x="2457" y="1790"/>
                  </a:cubicBezTo>
                  <a:cubicBezTo>
                    <a:pt x="2489" y="1743"/>
                    <a:pt x="2520" y="1696"/>
                    <a:pt x="2558" y="1649"/>
                  </a:cubicBezTo>
                  <a:close/>
                  <a:moveTo>
                    <a:pt x="2765" y="1725"/>
                  </a:moveTo>
                  <a:lnTo>
                    <a:pt x="2774" y="1733"/>
                  </a:lnTo>
                  <a:cubicBezTo>
                    <a:pt x="2744" y="1778"/>
                    <a:pt x="2714" y="1823"/>
                    <a:pt x="2703" y="1823"/>
                  </a:cubicBezTo>
                  <a:cubicBezTo>
                    <a:pt x="2702" y="1823"/>
                    <a:pt x="2701" y="1823"/>
                    <a:pt x="2701" y="1822"/>
                  </a:cubicBezTo>
                  <a:lnTo>
                    <a:pt x="2733" y="1774"/>
                  </a:lnTo>
                  <a:lnTo>
                    <a:pt x="2765" y="1725"/>
                  </a:lnTo>
                  <a:close/>
                  <a:moveTo>
                    <a:pt x="3657" y="1904"/>
                  </a:moveTo>
                  <a:cubicBezTo>
                    <a:pt x="3663" y="1909"/>
                    <a:pt x="3651" y="1931"/>
                    <a:pt x="3649" y="1931"/>
                  </a:cubicBezTo>
                  <a:cubicBezTo>
                    <a:pt x="3647" y="1931"/>
                    <a:pt x="3649" y="1924"/>
                    <a:pt x="3657" y="1904"/>
                  </a:cubicBezTo>
                  <a:close/>
                  <a:moveTo>
                    <a:pt x="3179" y="2041"/>
                  </a:moveTo>
                  <a:cubicBezTo>
                    <a:pt x="3187" y="2049"/>
                    <a:pt x="3187" y="2049"/>
                    <a:pt x="3155" y="2098"/>
                  </a:cubicBezTo>
                  <a:cubicBezTo>
                    <a:pt x="3124" y="2135"/>
                    <a:pt x="3112" y="2139"/>
                    <a:pt x="3104" y="2139"/>
                  </a:cubicBezTo>
                  <a:cubicBezTo>
                    <a:pt x="3102" y="2139"/>
                    <a:pt x="3100" y="2139"/>
                    <a:pt x="3098" y="2139"/>
                  </a:cubicBezTo>
                  <a:cubicBezTo>
                    <a:pt x="3130" y="2082"/>
                    <a:pt x="3171" y="2041"/>
                    <a:pt x="3179" y="2041"/>
                  </a:cubicBezTo>
                  <a:close/>
                  <a:moveTo>
                    <a:pt x="3447" y="2187"/>
                  </a:moveTo>
                  <a:lnTo>
                    <a:pt x="3455" y="2195"/>
                  </a:lnTo>
                  <a:cubicBezTo>
                    <a:pt x="3417" y="2240"/>
                    <a:pt x="3387" y="2285"/>
                    <a:pt x="3376" y="2285"/>
                  </a:cubicBezTo>
                  <a:cubicBezTo>
                    <a:pt x="3375" y="2285"/>
                    <a:pt x="3374" y="2285"/>
                    <a:pt x="3374" y="2285"/>
                  </a:cubicBezTo>
                  <a:lnTo>
                    <a:pt x="3365" y="2276"/>
                  </a:lnTo>
                  <a:cubicBezTo>
                    <a:pt x="3390" y="2244"/>
                    <a:pt x="3414" y="2220"/>
                    <a:pt x="3447" y="2187"/>
                  </a:cubicBezTo>
                  <a:close/>
                  <a:moveTo>
                    <a:pt x="1209" y="2228"/>
                  </a:moveTo>
                  <a:lnTo>
                    <a:pt x="1209" y="2228"/>
                  </a:lnTo>
                  <a:cubicBezTo>
                    <a:pt x="1184" y="2260"/>
                    <a:pt x="1168" y="2293"/>
                    <a:pt x="1144" y="2325"/>
                  </a:cubicBezTo>
                  <a:cubicBezTo>
                    <a:pt x="1133" y="2350"/>
                    <a:pt x="1127" y="2364"/>
                    <a:pt x="1129" y="2364"/>
                  </a:cubicBezTo>
                  <a:cubicBezTo>
                    <a:pt x="1132" y="2364"/>
                    <a:pt x="1148" y="2340"/>
                    <a:pt x="1184" y="2285"/>
                  </a:cubicBezTo>
                  <a:cubicBezTo>
                    <a:pt x="1217" y="2236"/>
                    <a:pt x="1217" y="2236"/>
                    <a:pt x="1209" y="2228"/>
                  </a:cubicBezTo>
                  <a:close/>
                  <a:moveTo>
                    <a:pt x="4135" y="2316"/>
                  </a:moveTo>
                  <a:cubicBezTo>
                    <a:pt x="4136" y="2316"/>
                    <a:pt x="4136" y="2317"/>
                    <a:pt x="4136" y="2317"/>
                  </a:cubicBezTo>
                  <a:cubicBezTo>
                    <a:pt x="4144" y="2325"/>
                    <a:pt x="4144" y="2325"/>
                    <a:pt x="4103" y="2366"/>
                  </a:cubicBezTo>
                  <a:cubicBezTo>
                    <a:pt x="4103" y="2366"/>
                    <a:pt x="4076" y="2407"/>
                    <a:pt x="4065" y="2407"/>
                  </a:cubicBezTo>
                  <a:cubicBezTo>
                    <a:pt x="4064" y="2407"/>
                    <a:pt x="4063" y="2407"/>
                    <a:pt x="4063" y="2406"/>
                  </a:cubicBezTo>
                  <a:lnTo>
                    <a:pt x="4095" y="2358"/>
                  </a:lnTo>
                  <a:cubicBezTo>
                    <a:pt x="4126" y="2321"/>
                    <a:pt x="4133" y="2316"/>
                    <a:pt x="4135" y="2316"/>
                  </a:cubicBezTo>
                  <a:close/>
                  <a:moveTo>
                    <a:pt x="4249" y="2333"/>
                  </a:moveTo>
                  <a:cubicBezTo>
                    <a:pt x="4212" y="2378"/>
                    <a:pt x="4181" y="2423"/>
                    <a:pt x="4170" y="2423"/>
                  </a:cubicBezTo>
                  <a:cubicBezTo>
                    <a:pt x="4169" y="2423"/>
                    <a:pt x="4169" y="2423"/>
                    <a:pt x="4168" y="2422"/>
                  </a:cubicBezTo>
                  <a:lnTo>
                    <a:pt x="4201" y="2374"/>
                  </a:lnTo>
                  <a:lnTo>
                    <a:pt x="4241" y="2333"/>
                  </a:lnTo>
                  <a:close/>
                  <a:moveTo>
                    <a:pt x="4052" y="2663"/>
                  </a:moveTo>
                  <a:lnTo>
                    <a:pt x="4052" y="2663"/>
                  </a:lnTo>
                  <a:cubicBezTo>
                    <a:pt x="4056" y="2663"/>
                    <a:pt x="4048" y="2676"/>
                    <a:pt x="4030" y="2698"/>
                  </a:cubicBezTo>
                  <a:cubicBezTo>
                    <a:pt x="3990" y="2747"/>
                    <a:pt x="3990" y="2747"/>
                    <a:pt x="3982" y="2747"/>
                  </a:cubicBezTo>
                  <a:cubicBezTo>
                    <a:pt x="3974" y="2730"/>
                    <a:pt x="3974" y="2730"/>
                    <a:pt x="4014" y="2690"/>
                  </a:cubicBezTo>
                  <a:cubicBezTo>
                    <a:pt x="4036" y="2672"/>
                    <a:pt x="4048" y="2663"/>
                    <a:pt x="4052" y="2663"/>
                  </a:cubicBezTo>
                  <a:close/>
                  <a:moveTo>
                    <a:pt x="4063" y="2730"/>
                  </a:moveTo>
                  <a:cubicBezTo>
                    <a:pt x="4063" y="2739"/>
                    <a:pt x="4063" y="2739"/>
                    <a:pt x="4030" y="2779"/>
                  </a:cubicBezTo>
                  <a:lnTo>
                    <a:pt x="4022" y="2779"/>
                  </a:lnTo>
                  <a:lnTo>
                    <a:pt x="4055" y="2730"/>
                  </a:lnTo>
                  <a:close/>
                  <a:moveTo>
                    <a:pt x="4111" y="2779"/>
                  </a:moveTo>
                  <a:cubicBezTo>
                    <a:pt x="4119" y="2787"/>
                    <a:pt x="4119" y="2787"/>
                    <a:pt x="4079" y="2836"/>
                  </a:cubicBezTo>
                  <a:lnTo>
                    <a:pt x="4079" y="2828"/>
                  </a:lnTo>
                  <a:lnTo>
                    <a:pt x="4111" y="2779"/>
                  </a:lnTo>
                  <a:close/>
                  <a:moveTo>
                    <a:pt x="4241" y="2739"/>
                  </a:moveTo>
                  <a:cubicBezTo>
                    <a:pt x="4249" y="2747"/>
                    <a:pt x="4209" y="2795"/>
                    <a:pt x="4209" y="2795"/>
                  </a:cubicBezTo>
                  <a:cubicBezTo>
                    <a:pt x="4209" y="2795"/>
                    <a:pt x="4176" y="2836"/>
                    <a:pt x="4168" y="2836"/>
                  </a:cubicBezTo>
                  <a:cubicBezTo>
                    <a:pt x="4192" y="2795"/>
                    <a:pt x="4217" y="2763"/>
                    <a:pt x="4241" y="2739"/>
                  </a:cubicBezTo>
                  <a:close/>
                  <a:moveTo>
                    <a:pt x="4042" y="2844"/>
                  </a:moveTo>
                  <a:cubicBezTo>
                    <a:pt x="4040" y="2844"/>
                    <a:pt x="4034" y="2848"/>
                    <a:pt x="4022" y="2860"/>
                  </a:cubicBezTo>
                  <a:cubicBezTo>
                    <a:pt x="4023" y="2861"/>
                    <a:pt x="4024" y="2861"/>
                    <a:pt x="4025" y="2861"/>
                  </a:cubicBezTo>
                  <a:cubicBezTo>
                    <a:pt x="4032" y="2861"/>
                    <a:pt x="4045" y="2844"/>
                    <a:pt x="4042" y="2844"/>
                  </a:cubicBezTo>
                  <a:close/>
                  <a:moveTo>
                    <a:pt x="3896" y="2902"/>
                  </a:moveTo>
                  <a:lnTo>
                    <a:pt x="3896" y="2902"/>
                  </a:lnTo>
                  <a:cubicBezTo>
                    <a:pt x="3885" y="2913"/>
                    <a:pt x="3871" y="2929"/>
                    <a:pt x="3852" y="2949"/>
                  </a:cubicBezTo>
                  <a:cubicBezTo>
                    <a:pt x="3838" y="2973"/>
                    <a:pt x="3831" y="2985"/>
                    <a:pt x="3831" y="2985"/>
                  </a:cubicBezTo>
                  <a:cubicBezTo>
                    <a:pt x="3832" y="2985"/>
                    <a:pt x="3850" y="2961"/>
                    <a:pt x="3892" y="2909"/>
                  </a:cubicBezTo>
                  <a:cubicBezTo>
                    <a:pt x="3894" y="2906"/>
                    <a:pt x="3895" y="2904"/>
                    <a:pt x="3896" y="2902"/>
                  </a:cubicBezTo>
                  <a:close/>
                  <a:moveTo>
                    <a:pt x="4477" y="2933"/>
                  </a:moveTo>
                  <a:cubicBezTo>
                    <a:pt x="4477" y="2933"/>
                    <a:pt x="4472" y="2938"/>
                    <a:pt x="4460" y="2949"/>
                  </a:cubicBezTo>
                  <a:cubicBezTo>
                    <a:pt x="4436" y="2982"/>
                    <a:pt x="4411" y="3014"/>
                    <a:pt x="4379" y="3039"/>
                  </a:cubicBezTo>
                  <a:cubicBezTo>
                    <a:pt x="4379" y="3039"/>
                    <a:pt x="4363" y="3054"/>
                    <a:pt x="4361" y="3054"/>
                  </a:cubicBezTo>
                  <a:cubicBezTo>
                    <a:pt x="4360" y="3054"/>
                    <a:pt x="4364" y="3049"/>
                    <a:pt x="4379" y="3030"/>
                  </a:cubicBezTo>
                  <a:lnTo>
                    <a:pt x="4371" y="3030"/>
                  </a:lnTo>
                  <a:lnTo>
                    <a:pt x="4411" y="2990"/>
                  </a:lnTo>
                  <a:cubicBezTo>
                    <a:pt x="4446" y="2961"/>
                    <a:pt x="4476" y="2933"/>
                    <a:pt x="4477" y="2933"/>
                  </a:cubicBezTo>
                  <a:close/>
                  <a:moveTo>
                    <a:pt x="4801" y="2949"/>
                  </a:moveTo>
                  <a:cubicBezTo>
                    <a:pt x="4801" y="2949"/>
                    <a:pt x="4800" y="2950"/>
                    <a:pt x="4760" y="2998"/>
                  </a:cubicBezTo>
                  <a:cubicBezTo>
                    <a:pt x="4719" y="3039"/>
                    <a:pt x="4679" y="3079"/>
                    <a:pt x="4671" y="3079"/>
                  </a:cubicBezTo>
                  <a:cubicBezTo>
                    <a:pt x="4703" y="3022"/>
                    <a:pt x="4752" y="2982"/>
                    <a:pt x="4801" y="2949"/>
                  </a:cubicBezTo>
                  <a:close/>
                  <a:moveTo>
                    <a:pt x="5596" y="3650"/>
                  </a:moveTo>
                  <a:cubicBezTo>
                    <a:pt x="5602" y="3650"/>
                    <a:pt x="5538" y="3707"/>
                    <a:pt x="5473" y="3760"/>
                  </a:cubicBezTo>
                  <a:cubicBezTo>
                    <a:pt x="5426" y="3800"/>
                    <a:pt x="5402" y="3820"/>
                    <a:pt x="5400" y="3820"/>
                  </a:cubicBezTo>
                  <a:cubicBezTo>
                    <a:pt x="5397" y="3820"/>
                    <a:pt x="5420" y="3798"/>
                    <a:pt x="5465" y="3752"/>
                  </a:cubicBezTo>
                  <a:cubicBezTo>
                    <a:pt x="5502" y="3715"/>
                    <a:pt x="5539" y="3678"/>
                    <a:pt x="5552" y="3678"/>
                  </a:cubicBezTo>
                  <a:cubicBezTo>
                    <a:pt x="5553" y="3678"/>
                    <a:pt x="5554" y="3678"/>
                    <a:pt x="5555" y="3679"/>
                  </a:cubicBezTo>
                  <a:cubicBezTo>
                    <a:pt x="5582" y="3659"/>
                    <a:pt x="5594" y="3650"/>
                    <a:pt x="5596" y="3650"/>
                  </a:cubicBezTo>
                  <a:close/>
                  <a:moveTo>
                    <a:pt x="523" y="0"/>
                  </a:moveTo>
                  <a:cubicBezTo>
                    <a:pt x="522" y="0"/>
                    <a:pt x="507" y="27"/>
                    <a:pt x="479" y="79"/>
                  </a:cubicBezTo>
                  <a:cubicBezTo>
                    <a:pt x="464" y="102"/>
                    <a:pt x="456" y="114"/>
                    <a:pt x="453" y="114"/>
                  </a:cubicBezTo>
                  <a:cubicBezTo>
                    <a:pt x="450" y="114"/>
                    <a:pt x="454" y="98"/>
                    <a:pt x="463" y="63"/>
                  </a:cubicBezTo>
                  <a:cubicBezTo>
                    <a:pt x="471" y="35"/>
                    <a:pt x="475" y="20"/>
                    <a:pt x="473" y="20"/>
                  </a:cubicBezTo>
                  <a:lnTo>
                    <a:pt x="473" y="20"/>
                  </a:lnTo>
                  <a:cubicBezTo>
                    <a:pt x="471" y="20"/>
                    <a:pt x="463" y="35"/>
                    <a:pt x="447" y="63"/>
                  </a:cubicBezTo>
                  <a:cubicBezTo>
                    <a:pt x="414" y="112"/>
                    <a:pt x="398" y="168"/>
                    <a:pt x="382" y="225"/>
                  </a:cubicBezTo>
                  <a:cubicBezTo>
                    <a:pt x="390" y="233"/>
                    <a:pt x="390" y="233"/>
                    <a:pt x="366" y="282"/>
                  </a:cubicBezTo>
                  <a:lnTo>
                    <a:pt x="349" y="274"/>
                  </a:lnTo>
                  <a:cubicBezTo>
                    <a:pt x="341" y="274"/>
                    <a:pt x="333" y="274"/>
                    <a:pt x="301" y="314"/>
                  </a:cubicBezTo>
                  <a:cubicBezTo>
                    <a:pt x="267" y="354"/>
                    <a:pt x="229" y="432"/>
                    <a:pt x="238" y="432"/>
                  </a:cubicBezTo>
                  <a:cubicBezTo>
                    <a:pt x="240" y="432"/>
                    <a:pt x="245" y="429"/>
                    <a:pt x="252" y="420"/>
                  </a:cubicBezTo>
                  <a:lnTo>
                    <a:pt x="252" y="420"/>
                  </a:lnTo>
                  <a:lnTo>
                    <a:pt x="236" y="477"/>
                  </a:lnTo>
                  <a:cubicBezTo>
                    <a:pt x="198" y="564"/>
                    <a:pt x="185" y="608"/>
                    <a:pt x="188" y="608"/>
                  </a:cubicBezTo>
                  <a:cubicBezTo>
                    <a:pt x="192" y="608"/>
                    <a:pt x="212" y="568"/>
                    <a:pt x="244" y="485"/>
                  </a:cubicBezTo>
                  <a:cubicBezTo>
                    <a:pt x="284" y="396"/>
                    <a:pt x="302" y="356"/>
                    <a:pt x="303" y="356"/>
                  </a:cubicBezTo>
                  <a:lnTo>
                    <a:pt x="303" y="356"/>
                  </a:lnTo>
                  <a:cubicBezTo>
                    <a:pt x="305" y="356"/>
                    <a:pt x="295" y="384"/>
                    <a:pt x="276" y="436"/>
                  </a:cubicBezTo>
                  <a:cubicBezTo>
                    <a:pt x="228" y="541"/>
                    <a:pt x="236" y="550"/>
                    <a:pt x="244" y="550"/>
                  </a:cubicBezTo>
                  <a:cubicBezTo>
                    <a:pt x="252" y="558"/>
                    <a:pt x="252" y="558"/>
                    <a:pt x="228" y="606"/>
                  </a:cubicBezTo>
                  <a:cubicBezTo>
                    <a:pt x="203" y="647"/>
                    <a:pt x="195" y="687"/>
                    <a:pt x="187" y="728"/>
                  </a:cubicBezTo>
                  <a:cubicBezTo>
                    <a:pt x="195" y="728"/>
                    <a:pt x="195" y="728"/>
                    <a:pt x="220" y="671"/>
                  </a:cubicBezTo>
                  <a:cubicBezTo>
                    <a:pt x="226" y="649"/>
                    <a:pt x="232" y="637"/>
                    <a:pt x="235" y="637"/>
                  </a:cubicBezTo>
                  <a:lnTo>
                    <a:pt x="235" y="637"/>
                  </a:lnTo>
                  <a:cubicBezTo>
                    <a:pt x="240" y="637"/>
                    <a:pt x="236" y="667"/>
                    <a:pt x="212" y="736"/>
                  </a:cubicBezTo>
                  <a:cubicBezTo>
                    <a:pt x="201" y="760"/>
                    <a:pt x="195" y="774"/>
                    <a:pt x="196" y="774"/>
                  </a:cubicBezTo>
                  <a:cubicBezTo>
                    <a:pt x="196" y="774"/>
                    <a:pt x="208" y="748"/>
                    <a:pt x="236" y="687"/>
                  </a:cubicBezTo>
                  <a:cubicBezTo>
                    <a:pt x="259" y="633"/>
                    <a:pt x="275" y="606"/>
                    <a:pt x="281" y="606"/>
                  </a:cubicBezTo>
                  <a:lnTo>
                    <a:pt x="281" y="606"/>
                  </a:lnTo>
                  <a:cubicBezTo>
                    <a:pt x="287" y="606"/>
                    <a:pt x="281" y="637"/>
                    <a:pt x="260" y="695"/>
                  </a:cubicBezTo>
                  <a:lnTo>
                    <a:pt x="268" y="704"/>
                  </a:lnTo>
                  <a:cubicBezTo>
                    <a:pt x="293" y="671"/>
                    <a:pt x="317" y="631"/>
                    <a:pt x="325" y="598"/>
                  </a:cubicBezTo>
                  <a:cubicBezTo>
                    <a:pt x="353" y="534"/>
                    <a:pt x="365" y="506"/>
                    <a:pt x="367" y="506"/>
                  </a:cubicBezTo>
                  <a:lnTo>
                    <a:pt x="367" y="506"/>
                  </a:lnTo>
                  <a:cubicBezTo>
                    <a:pt x="368" y="506"/>
                    <a:pt x="364" y="522"/>
                    <a:pt x="357" y="550"/>
                  </a:cubicBezTo>
                  <a:cubicBezTo>
                    <a:pt x="341" y="582"/>
                    <a:pt x="333" y="622"/>
                    <a:pt x="317" y="655"/>
                  </a:cubicBezTo>
                  <a:cubicBezTo>
                    <a:pt x="293" y="712"/>
                    <a:pt x="293" y="720"/>
                    <a:pt x="301" y="720"/>
                  </a:cubicBezTo>
                  <a:cubicBezTo>
                    <a:pt x="303" y="720"/>
                    <a:pt x="305" y="720"/>
                    <a:pt x="308" y="720"/>
                  </a:cubicBezTo>
                  <a:cubicBezTo>
                    <a:pt x="317" y="720"/>
                    <a:pt x="331" y="716"/>
                    <a:pt x="349" y="679"/>
                  </a:cubicBezTo>
                  <a:lnTo>
                    <a:pt x="349" y="679"/>
                  </a:lnTo>
                  <a:lnTo>
                    <a:pt x="325" y="728"/>
                  </a:lnTo>
                  <a:cubicBezTo>
                    <a:pt x="325" y="733"/>
                    <a:pt x="314" y="757"/>
                    <a:pt x="314" y="757"/>
                  </a:cubicBezTo>
                  <a:cubicBezTo>
                    <a:pt x="314" y="757"/>
                    <a:pt x="317" y="752"/>
                    <a:pt x="325" y="736"/>
                  </a:cubicBezTo>
                  <a:cubicBezTo>
                    <a:pt x="325" y="736"/>
                    <a:pt x="333" y="736"/>
                    <a:pt x="325" y="801"/>
                  </a:cubicBezTo>
                  <a:cubicBezTo>
                    <a:pt x="322" y="812"/>
                    <a:pt x="322" y="817"/>
                    <a:pt x="325" y="817"/>
                  </a:cubicBezTo>
                  <a:cubicBezTo>
                    <a:pt x="336" y="817"/>
                    <a:pt x="387" y="736"/>
                    <a:pt x="406" y="639"/>
                  </a:cubicBezTo>
                  <a:cubicBezTo>
                    <a:pt x="406" y="639"/>
                    <a:pt x="406" y="639"/>
                    <a:pt x="414" y="647"/>
                  </a:cubicBezTo>
                  <a:cubicBezTo>
                    <a:pt x="422" y="647"/>
                    <a:pt x="447" y="598"/>
                    <a:pt x="447" y="598"/>
                  </a:cubicBezTo>
                  <a:cubicBezTo>
                    <a:pt x="464" y="557"/>
                    <a:pt x="473" y="546"/>
                    <a:pt x="480" y="546"/>
                  </a:cubicBezTo>
                  <a:cubicBezTo>
                    <a:pt x="483" y="546"/>
                    <a:pt x="485" y="547"/>
                    <a:pt x="487" y="550"/>
                  </a:cubicBezTo>
                  <a:cubicBezTo>
                    <a:pt x="487" y="550"/>
                    <a:pt x="463" y="598"/>
                    <a:pt x="439" y="655"/>
                  </a:cubicBezTo>
                  <a:cubicBezTo>
                    <a:pt x="390" y="751"/>
                    <a:pt x="365" y="810"/>
                    <a:pt x="369" y="810"/>
                  </a:cubicBezTo>
                  <a:cubicBezTo>
                    <a:pt x="372" y="810"/>
                    <a:pt x="386" y="788"/>
                    <a:pt x="412" y="740"/>
                  </a:cubicBezTo>
                  <a:lnTo>
                    <a:pt x="412" y="740"/>
                  </a:lnTo>
                  <a:cubicBezTo>
                    <a:pt x="409" y="748"/>
                    <a:pt x="408" y="754"/>
                    <a:pt x="398" y="768"/>
                  </a:cubicBezTo>
                  <a:cubicBezTo>
                    <a:pt x="385" y="799"/>
                    <a:pt x="381" y="813"/>
                    <a:pt x="386" y="813"/>
                  </a:cubicBezTo>
                  <a:cubicBezTo>
                    <a:pt x="390" y="813"/>
                    <a:pt x="399" y="803"/>
                    <a:pt x="414" y="785"/>
                  </a:cubicBezTo>
                  <a:cubicBezTo>
                    <a:pt x="455" y="736"/>
                    <a:pt x="479" y="679"/>
                    <a:pt x="503" y="622"/>
                  </a:cubicBezTo>
                  <a:cubicBezTo>
                    <a:pt x="528" y="574"/>
                    <a:pt x="536" y="574"/>
                    <a:pt x="536" y="574"/>
                  </a:cubicBezTo>
                  <a:cubicBezTo>
                    <a:pt x="544" y="574"/>
                    <a:pt x="544" y="574"/>
                    <a:pt x="520" y="631"/>
                  </a:cubicBezTo>
                  <a:cubicBezTo>
                    <a:pt x="495" y="688"/>
                    <a:pt x="485" y="717"/>
                    <a:pt x="488" y="717"/>
                  </a:cubicBezTo>
                  <a:cubicBezTo>
                    <a:pt x="492" y="717"/>
                    <a:pt x="508" y="690"/>
                    <a:pt x="536" y="639"/>
                  </a:cubicBezTo>
                  <a:lnTo>
                    <a:pt x="536" y="639"/>
                  </a:lnTo>
                  <a:lnTo>
                    <a:pt x="512" y="695"/>
                  </a:lnTo>
                  <a:cubicBezTo>
                    <a:pt x="493" y="739"/>
                    <a:pt x="479" y="782"/>
                    <a:pt x="499" y="782"/>
                  </a:cubicBezTo>
                  <a:cubicBezTo>
                    <a:pt x="505" y="782"/>
                    <a:pt x="514" y="778"/>
                    <a:pt x="528" y="768"/>
                  </a:cubicBezTo>
                  <a:cubicBezTo>
                    <a:pt x="552" y="785"/>
                    <a:pt x="568" y="793"/>
                    <a:pt x="544" y="850"/>
                  </a:cubicBezTo>
                  <a:cubicBezTo>
                    <a:pt x="539" y="861"/>
                    <a:pt x="538" y="866"/>
                    <a:pt x="540" y="866"/>
                  </a:cubicBezTo>
                  <a:cubicBezTo>
                    <a:pt x="549" y="866"/>
                    <a:pt x="606" y="789"/>
                    <a:pt x="657" y="712"/>
                  </a:cubicBezTo>
                  <a:lnTo>
                    <a:pt x="657" y="712"/>
                  </a:lnTo>
                  <a:cubicBezTo>
                    <a:pt x="633" y="760"/>
                    <a:pt x="641" y="768"/>
                    <a:pt x="657" y="777"/>
                  </a:cubicBezTo>
                  <a:cubicBezTo>
                    <a:pt x="674" y="785"/>
                    <a:pt x="674" y="785"/>
                    <a:pt x="649" y="841"/>
                  </a:cubicBezTo>
                  <a:cubicBezTo>
                    <a:pt x="621" y="894"/>
                    <a:pt x="607" y="920"/>
                    <a:pt x="608" y="920"/>
                  </a:cubicBezTo>
                  <a:cubicBezTo>
                    <a:pt x="609" y="920"/>
                    <a:pt x="625" y="894"/>
                    <a:pt x="657" y="841"/>
                  </a:cubicBezTo>
                  <a:cubicBezTo>
                    <a:pt x="678" y="804"/>
                    <a:pt x="690" y="788"/>
                    <a:pt x="694" y="788"/>
                  </a:cubicBezTo>
                  <a:lnTo>
                    <a:pt x="694" y="788"/>
                  </a:lnTo>
                  <a:cubicBezTo>
                    <a:pt x="702" y="788"/>
                    <a:pt x="686" y="839"/>
                    <a:pt x="649" y="906"/>
                  </a:cubicBezTo>
                  <a:cubicBezTo>
                    <a:pt x="625" y="963"/>
                    <a:pt x="633" y="971"/>
                    <a:pt x="649" y="971"/>
                  </a:cubicBezTo>
                  <a:cubicBezTo>
                    <a:pt x="670" y="941"/>
                    <a:pt x="680" y="933"/>
                    <a:pt x="689" y="933"/>
                  </a:cubicBezTo>
                  <a:cubicBezTo>
                    <a:pt x="695" y="933"/>
                    <a:pt x="700" y="936"/>
                    <a:pt x="706" y="939"/>
                  </a:cubicBezTo>
                  <a:cubicBezTo>
                    <a:pt x="710" y="940"/>
                    <a:pt x="712" y="942"/>
                    <a:pt x="715" y="942"/>
                  </a:cubicBezTo>
                  <a:cubicBezTo>
                    <a:pt x="725" y="942"/>
                    <a:pt x="733" y="924"/>
                    <a:pt x="771" y="841"/>
                  </a:cubicBezTo>
                  <a:cubicBezTo>
                    <a:pt x="815" y="759"/>
                    <a:pt x="830" y="741"/>
                    <a:pt x="838" y="741"/>
                  </a:cubicBezTo>
                  <a:cubicBezTo>
                    <a:pt x="840" y="741"/>
                    <a:pt x="842" y="742"/>
                    <a:pt x="844" y="744"/>
                  </a:cubicBezTo>
                  <a:cubicBezTo>
                    <a:pt x="852" y="752"/>
                    <a:pt x="860" y="752"/>
                    <a:pt x="836" y="809"/>
                  </a:cubicBezTo>
                  <a:cubicBezTo>
                    <a:pt x="836" y="809"/>
                    <a:pt x="811" y="866"/>
                    <a:pt x="820" y="866"/>
                  </a:cubicBezTo>
                  <a:cubicBezTo>
                    <a:pt x="828" y="874"/>
                    <a:pt x="828" y="874"/>
                    <a:pt x="803" y="931"/>
                  </a:cubicBezTo>
                  <a:cubicBezTo>
                    <a:pt x="803" y="931"/>
                    <a:pt x="787" y="987"/>
                    <a:pt x="795" y="995"/>
                  </a:cubicBezTo>
                  <a:cubicBezTo>
                    <a:pt x="811" y="995"/>
                    <a:pt x="820" y="1004"/>
                    <a:pt x="795" y="1060"/>
                  </a:cubicBezTo>
                  <a:cubicBezTo>
                    <a:pt x="803" y="1060"/>
                    <a:pt x="803" y="1060"/>
                    <a:pt x="828" y="1012"/>
                  </a:cubicBezTo>
                  <a:cubicBezTo>
                    <a:pt x="844" y="974"/>
                    <a:pt x="867" y="940"/>
                    <a:pt x="878" y="940"/>
                  </a:cubicBezTo>
                  <a:cubicBezTo>
                    <a:pt x="884" y="940"/>
                    <a:pt x="887" y="949"/>
                    <a:pt x="884" y="971"/>
                  </a:cubicBezTo>
                  <a:cubicBezTo>
                    <a:pt x="891" y="975"/>
                    <a:pt x="898" y="980"/>
                    <a:pt x="906" y="980"/>
                  </a:cubicBezTo>
                  <a:cubicBezTo>
                    <a:pt x="916" y="980"/>
                    <a:pt x="927" y="971"/>
                    <a:pt x="941" y="939"/>
                  </a:cubicBezTo>
                  <a:lnTo>
                    <a:pt x="941" y="939"/>
                  </a:lnTo>
                  <a:cubicBezTo>
                    <a:pt x="949" y="947"/>
                    <a:pt x="949" y="947"/>
                    <a:pt x="925" y="995"/>
                  </a:cubicBezTo>
                  <a:cubicBezTo>
                    <a:pt x="895" y="1051"/>
                    <a:pt x="885" y="1080"/>
                    <a:pt x="893" y="1080"/>
                  </a:cubicBezTo>
                  <a:cubicBezTo>
                    <a:pt x="899" y="1080"/>
                    <a:pt x="919" y="1057"/>
                    <a:pt x="949" y="1012"/>
                  </a:cubicBezTo>
                  <a:cubicBezTo>
                    <a:pt x="961" y="985"/>
                    <a:pt x="968" y="973"/>
                    <a:pt x="972" y="973"/>
                  </a:cubicBezTo>
                  <a:lnTo>
                    <a:pt x="972" y="973"/>
                  </a:lnTo>
                  <a:cubicBezTo>
                    <a:pt x="976" y="973"/>
                    <a:pt x="974" y="989"/>
                    <a:pt x="966" y="1020"/>
                  </a:cubicBezTo>
                  <a:cubicBezTo>
                    <a:pt x="966" y="1020"/>
                    <a:pt x="966" y="1020"/>
                    <a:pt x="1006" y="971"/>
                  </a:cubicBezTo>
                  <a:cubicBezTo>
                    <a:pt x="1021" y="949"/>
                    <a:pt x="1029" y="936"/>
                    <a:pt x="1032" y="936"/>
                  </a:cubicBezTo>
                  <a:lnTo>
                    <a:pt x="1032" y="936"/>
                  </a:lnTo>
                  <a:cubicBezTo>
                    <a:pt x="1035" y="936"/>
                    <a:pt x="1031" y="953"/>
                    <a:pt x="1022" y="987"/>
                  </a:cubicBezTo>
                  <a:cubicBezTo>
                    <a:pt x="990" y="1036"/>
                    <a:pt x="998" y="1044"/>
                    <a:pt x="1006" y="1044"/>
                  </a:cubicBezTo>
                  <a:cubicBezTo>
                    <a:pt x="1018" y="1030"/>
                    <a:pt x="1032" y="1024"/>
                    <a:pt x="1046" y="1024"/>
                  </a:cubicBezTo>
                  <a:cubicBezTo>
                    <a:pt x="1081" y="1024"/>
                    <a:pt x="1113" y="1060"/>
                    <a:pt x="1095" y="1101"/>
                  </a:cubicBezTo>
                  <a:cubicBezTo>
                    <a:pt x="1119" y="1060"/>
                    <a:pt x="1125" y="1048"/>
                    <a:pt x="1130" y="1048"/>
                  </a:cubicBezTo>
                  <a:cubicBezTo>
                    <a:pt x="1132" y="1048"/>
                    <a:pt x="1134" y="1050"/>
                    <a:pt x="1136" y="1052"/>
                  </a:cubicBezTo>
                  <a:cubicBezTo>
                    <a:pt x="1117" y="1093"/>
                    <a:pt x="1110" y="1111"/>
                    <a:pt x="1113" y="1111"/>
                  </a:cubicBezTo>
                  <a:cubicBezTo>
                    <a:pt x="1116" y="1111"/>
                    <a:pt x="1142" y="1068"/>
                    <a:pt x="1176" y="1004"/>
                  </a:cubicBezTo>
                  <a:lnTo>
                    <a:pt x="1168" y="1004"/>
                  </a:lnTo>
                  <a:lnTo>
                    <a:pt x="1160" y="995"/>
                  </a:lnTo>
                  <a:cubicBezTo>
                    <a:pt x="1184" y="951"/>
                    <a:pt x="1201" y="928"/>
                    <a:pt x="1206" y="928"/>
                  </a:cubicBezTo>
                  <a:lnTo>
                    <a:pt x="1206" y="928"/>
                  </a:lnTo>
                  <a:cubicBezTo>
                    <a:pt x="1213" y="928"/>
                    <a:pt x="1199" y="971"/>
                    <a:pt x="1152" y="1060"/>
                  </a:cubicBezTo>
                  <a:cubicBezTo>
                    <a:pt x="1127" y="1118"/>
                    <a:pt x="1115" y="1146"/>
                    <a:pt x="1118" y="1146"/>
                  </a:cubicBezTo>
                  <a:cubicBezTo>
                    <a:pt x="1120" y="1146"/>
                    <a:pt x="1136" y="1120"/>
                    <a:pt x="1168" y="1068"/>
                  </a:cubicBezTo>
                  <a:cubicBezTo>
                    <a:pt x="1196" y="1022"/>
                    <a:pt x="1212" y="997"/>
                    <a:pt x="1215" y="997"/>
                  </a:cubicBezTo>
                  <a:lnTo>
                    <a:pt x="1215" y="997"/>
                  </a:lnTo>
                  <a:cubicBezTo>
                    <a:pt x="1220" y="997"/>
                    <a:pt x="1210" y="1026"/>
                    <a:pt x="1184" y="1085"/>
                  </a:cubicBezTo>
                  <a:cubicBezTo>
                    <a:pt x="1156" y="1137"/>
                    <a:pt x="1142" y="1164"/>
                    <a:pt x="1143" y="1164"/>
                  </a:cubicBezTo>
                  <a:cubicBezTo>
                    <a:pt x="1144" y="1164"/>
                    <a:pt x="1160" y="1137"/>
                    <a:pt x="1193" y="1085"/>
                  </a:cubicBezTo>
                  <a:cubicBezTo>
                    <a:pt x="1259" y="974"/>
                    <a:pt x="1303" y="912"/>
                    <a:pt x="1312" y="912"/>
                  </a:cubicBezTo>
                  <a:lnTo>
                    <a:pt x="1312" y="912"/>
                  </a:lnTo>
                  <a:cubicBezTo>
                    <a:pt x="1319" y="912"/>
                    <a:pt x="1301" y="956"/>
                    <a:pt x="1249" y="1052"/>
                  </a:cubicBezTo>
                  <a:cubicBezTo>
                    <a:pt x="1217" y="1101"/>
                    <a:pt x="1193" y="1158"/>
                    <a:pt x="1176" y="1214"/>
                  </a:cubicBezTo>
                  <a:cubicBezTo>
                    <a:pt x="1177" y="1215"/>
                    <a:pt x="1177" y="1215"/>
                    <a:pt x="1178" y="1215"/>
                  </a:cubicBezTo>
                  <a:cubicBezTo>
                    <a:pt x="1188" y="1215"/>
                    <a:pt x="1211" y="1163"/>
                    <a:pt x="1241" y="1117"/>
                  </a:cubicBezTo>
                  <a:cubicBezTo>
                    <a:pt x="1265" y="1062"/>
                    <a:pt x="1279" y="1036"/>
                    <a:pt x="1281" y="1036"/>
                  </a:cubicBezTo>
                  <a:lnTo>
                    <a:pt x="1281" y="1036"/>
                  </a:lnTo>
                  <a:cubicBezTo>
                    <a:pt x="1284" y="1036"/>
                    <a:pt x="1275" y="1066"/>
                    <a:pt x="1249" y="1125"/>
                  </a:cubicBezTo>
                  <a:cubicBezTo>
                    <a:pt x="1211" y="1225"/>
                    <a:pt x="1201" y="1269"/>
                    <a:pt x="1214" y="1269"/>
                  </a:cubicBezTo>
                  <a:cubicBezTo>
                    <a:pt x="1223" y="1269"/>
                    <a:pt x="1243" y="1247"/>
                    <a:pt x="1274" y="1206"/>
                  </a:cubicBezTo>
                  <a:cubicBezTo>
                    <a:pt x="1312" y="1165"/>
                    <a:pt x="1335" y="1144"/>
                    <a:pt x="1342" y="1144"/>
                  </a:cubicBezTo>
                  <a:lnTo>
                    <a:pt x="1342" y="1144"/>
                  </a:lnTo>
                  <a:cubicBezTo>
                    <a:pt x="1350" y="1144"/>
                    <a:pt x="1337" y="1171"/>
                    <a:pt x="1298" y="1222"/>
                  </a:cubicBezTo>
                  <a:cubicBezTo>
                    <a:pt x="1260" y="1279"/>
                    <a:pt x="1244" y="1303"/>
                    <a:pt x="1246" y="1303"/>
                  </a:cubicBezTo>
                  <a:cubicBezTo>
                    <a:pt x="1247" y="1303"/>
                    <a:pt x="1257" y="1291"/>
                    <a:pt x="1274" y="1271"/>
                  </a:cubicBezTo>
                  <a:lnTo>
                    <a:pt x="1298" y="1295"/>
                  </a:lnTo>
                  <a:cubicBezTo>
                    <a:pt x="1306" y="1295"/>
                    <a:pt x="1339" y="1247"/>
                    <a:pt x="1371" y="1198"/>
                  </a:cubicBezTo>
                  <a:lnTo>
                    <a:pt x="1371" y="1198"/>
                  </a:lnTo>
                  <a:cubicBezTo>
                    <a:pt x="1339" y="1267"/>
                    <a:pt x="1321" y="1319"/>
                    <a:pt x="1331" y="1319"/>
                  </a:cubicBezTo>
                  <a:cubicBezTo>
                    <a:pt x="1336" y="1319"/>
                    <a:pt x="1349" y="1305"/>
                    <a:pt x="1371" y="1271"/>
                  </a:cubicBezTo>
                  <a:lnTo>
                    <a:pt x="1387" y="1279"/>
                  </a:lnTo>
                  <a:cubicBezTo>
                    <a:pt x="1387" y="1279"/>
                    <a:pt x="1387" y="1279"/>
                    <a:pt x="1428" y="1231"/>
                  </a:cubicBezTo>
                  <a:cubicBezTo>
                    <a:pt x="1436" y="1218"/>
                    <a:pt x="1441" y="1212"/>
                    <a:pt x="1443" y="1212"/>
                  </a:cubicBezTo>
                  <a:lnTo>
                    <a:pt x="1443" y="1212"/>
                  </a:lnTo>
                  <a:cubicBezTo>
                    <a:pt x="1447" y="1212"/>
                    <a:pt x="1429" y="1254"/>
                    <a:pt x="1411" y="1295"/>
                  </a:cubicBezTo>
                  <a:cubicBezTo>
                    <a:pt x="1400" y="1336"/>
                    <a:pt x="1384" y="1376"/>
                    <a:pt x="1385" y="1376"/>
                  </a:cubicBezTo>
                  <a:cubicBezTo>
                    <a:pt x="1385" y="1376"/>
                    <a:pt x="1388" y="1369"/>
                    <a:pt x="1395" y="1352"/>
                  </a:cubicBezTo>
                  <a:cubicBezTo>
                    <a:pt x="1428" y="1304"/>
                    <a:pt x="1468" y="1255"/>
                    <a:pt x="1501" y="1206"/>
                  </a:cubicBezTo>
                  <a:cubicBezTo>
                    <a:pt x="1512" y="1193"/>
                    <a:pt x="1518" y="1188"/>
                    <a:pt x="1520" y="1188"/>
                  </a:cubicBezTo>
                  <a:lnTo>
                    <a:pt x="1520" y="1188"/>
                  </a:lnTo>
                  <a:cubicBezTo>
                    <a:pt x="1527" y="1188"/>
                    <a:pt x="1508" y="1227"/>
                    <a:pt x="1484" y="1263"/>
                  </a:cubicBezTo>
                  <a:cubicBezTo>
                    <a:pt x="1460" y="1304"/>
                    <a:pt x="1444" y="1336"/>
                    <a:pt x="1436" y="1377"/>
                  </a:cubicBezTo>
                  <a:cubicBezTo>
                    <a:pt x="1439" y="1379"/>
                    <a:pt x="1442" y="1382"/>
                    <a:pt x="1445" y="1382"/>
                  </a:cubicBezTo>
                  <a:cubicBezTo>
                    <a:pt x="1453" y="1382"/>
                    <a:pt x="1463" y="1373"/>
                    <a:pt x="1484" y="1336"/>
                  </a:cubicBezTo>
                  <a:cubicBezTo>
                    <a:pt x="1493" y="1318"/>
                    <a:pt x="1505" y="1310"/>
                    <a:pt x="1514" y="1310"/>
                  </a:cubicBezTo>
                  <a:cubicBezTo>
                    <a:pt x="1530" y="1310"/>
                    <a:pt x="1540" y="1333"/>
                    <a:pt x="1525" y="1368"/>
                  </a:cubicBezTo>
                  <a:lnTo>
                    <a:pt x="1541" y="1377"/>
                  </a:lnTo>
                  <a:cubicBezTo>
                    <a:pt x="1541" y="1377"/>
                    <a:pt x="1576" y="1335"/>
                    <a:pt x="1581" y="1335"/>
                  </a:cubicBezTo>
                  <a:cubicBezTo>
                    <a:pt x="1581" y="1335"/>
                    <a:pt x="1582" y="1335"/>
                    <a:pt x="1582" y="1336"/>
                  </a:cubicBezTo>
                  <a:cubicBezTo>
                    <a:pt x="1582" y="1336"/>
                    <a:pt x="1590" y="1336"/>
                    <a:pt x="1630" y="1287"/>
                  </a:cubicBezTo>
                  <a:lnTo>
                    <a:pt x="1630" y="1287"/>
                  </a:lnTo>
                  <a:cubicBezTo>
                    <a:pt x="1630" y="1295"/>
                    <a:pt x="1638" y="1295"/>
                    <a:pt x="1606" y="1352"/>
                  </a:cubicBezTo>
                  <a:cubicBezTo>
                    <a:pt x="1638" y="1300"/>
                    <a:pt x="1654" y="1274"/>
                    <a:pt x="1657" y="1274"/>
                  </a:cubicBezTo>
                  <a:lnTo>
                    <a:pt x="1657" y="1274"/>
                  </a:lnTo>
                  <a:cubicBezTo>
                    <a:pt x="1659" y="1274"/>
                    <a:pt x="1647" y="1302"/>
                    <a:pt x="1622" y="1360"/>
                  </a:cubicBezTo>
                  <a:cubicBezTo>
                    <a:pt x="1594" y="1409"/>
                    <a:pt x="1580" y="1433"/>
                    <a:pt x="1581" y="1433"/>
                  </a:cubicBezTo>
                  <a:lnTo>
                    <a:pt x="1581" y="1433"/>
                  </a:lnTo>
                  <a:cubicBezTo>
                    <a:pt x="1582" y="1433"/>
                    <a:pt x="1598" y="1409"/>
                    <a:pt x="1630" y="1360"/>
                  </a:cubicBezTo>
                  <a:cubicBezTo>
                    <a:pt x="1646" y="1337"/>
                    <a:pt x="1654" y="1325"/>
                    <a:pt x="1656" y="1325"/>
                  </a:cubicBezTo>
                  <a:lnTo>
                    <a:pt x="1656" y="1325"/>
                  </a:lnTo>
                  <a:cubicBezTo>
                    <a:pt x="1657" y="1325"/>
                    <a:pt x="1651" y="1339"/>
                    <a:pt x="1638" y="1368"/>
                  </a:cubicBezTo>
                  <a:cubicBezTo>
                    <a:pt x="1621" y="1395"/>
                    <a:pt x="1615" y="1409"/>
                    <a:pt x="1619" y="1409"/>
                  </a:cubicBezTo>
                  <a:cubicBezTo>
                    <a:pt x="1622" y="1409"/>
                    <a:pt x="1632" y="1399"/>
                    <a:pt x="1647" y="1377"/>
                  </a:cubicBezTo>
                  <a:cubicBezTo>
                    <a:pt x="1685" y="1314"/>
                    <a:pt x="1718" y="1274"/>
                    <a:pt x="1726" y="1274"/>
                  </a:cubicBezTo>
                  <a:lnTo>
                    <a:pt x="1726" y="1274"/>
                  </a:lnTo>
                  <a:cubicBezTo>
                    <a:pt x="1732" y="1274"/>
                    <a:pt x="1726" y="1293"/>
                    <a:pt x="1703" y="1336"/>
                  </a:cubicBezTo>
                  <a:cubicBezTo>
                    <a:pt x="1703" y="1336"/>
                    <a:pt x="1703" y="1336"/>
                    <a:pt x="1704" y="1336"/>
                  </a:cubicBezTo>
                  <a:cubicBezTo>
                    <a:pt x="1706" y="1336"/>
                    <a:pt x="1713" y="1332"/>
                    <a:pt x="1744" y="1295"/>
                  </a:cubicBezTo>
                  <a:lnTo>
                    <a:pt x="1744" y="1295"/>
                  </a:lnTo>
                  <a:cubicBezTo>
                    <a:pt x="1718" y="1351"/>
                    <a:pt x="1708" y="1380"/>
                    <a:pt x="1714" y="1380"/>
                  </a:cubicBezTo>
                  <a:cubicBezTo>
                    <a:pt x="1720" y="1380"/>
                    <a:pt x="1738" y="1357"/>
                    <a:pt x="1768" y="1312"/>
                  </a:cubicBezTo>
                  <a:cubicBezTo>
                    <a:pt x="1768" y="1312"/>
                    <a:pt x="1781" y="1292"/>
                    <a:pt x="1785" y="1292"/>
                  </a:cubicBezTo>
                  <a:lnTo>
                    <a:pt x="1785" y="1292"/>
                  </a:lnTo>
                  <a:cubicBezTo>
                    <a:pt x="1787" y="1292"/>
                    <a:pt x="1785" y="1299"/>
                    <a:pt x="1776" y="1320"/>
                  </a:cubicBezTo>
                  <a:cubicBezTo>
                    <a:pt x="1766" y="1355"/>
                    <a:pt x="1766" y="1398"/>
                    <a:pt x="1781" y="1398"/>
                  </a:cubicBezTo>
                  <a:cubicBezTo>
                    <a:pt x="1790" y="1398"/>
                    <a:pt x="1804" y="1383"/>
                    <a:pt x="1825" y="1344"/>
                  </a:cubicBezTo>
                  <a:lnTo>
                    <a:pt x="1833" y="1352"/>
                  </a:lnTo>
                  <a:cubicBezTo>
                    <a:pt x="1824" y="1387"/>
                    <a:pt x="1823" y="1403"/>
                    <a:pt x="1828" y="1403"/>
                  </a:cubicBezTo>
                  <a:cubicBezTo>
                    <a:pt x="1833" y="1403"/>
                    <a:pt x="1842" y="1391"/>
                    <a:pt x="1857" y="1368"/>
                  </a:cubicBezTo>
                  <a:lnTo>
                    <a:pt x="1898" y="1320"/>
                  </a:lnTo>
                  <a:lnTo>
                    <a:pt x="1898" y="1320"/>
                  </a:lnTo>
                  <a:cubicBezTo>
                    <a:pt x="1874" y="1352"/>
                    <a:pt x="1857" y="1393"/>
                    <a:pt x="1849" y="1433"/>
                  </a:cubicBezTo>
                  <a:cubicBezTo>
                    <a:pt x="1849" y="1435"/>
                    <a:pt x="1849" y="1437"/>
                    <a:pt x="1850" y="1437"/>
                  </a:cubicBezTo>
                  <a:cubicBezTo>
                    <a:pt x="1852" y="1437"/>
                    <a:pt x="1858" y="1426"/>
                    <a:pt x="1882" y="1385"/>
                  </a:cubicBezTo>
                  <a:cubicBezTo>
                    <a:pt x="1901" y="1340"/>
                    <a:pt x="1910" y="1336"/>
                    <a:pt x="1917" y="1336"/>
                  </a:cubicBezTo>
                  <a:cubicBezTo>
                    <a:pt x="1919" y="1336"/>
                    <a:pt x="1920" y="1336"/>
                    <a:pt x="1922" y="1336"/>
                  </a:cubicBezTo>
                  <a:cubicBezTo>
                    <a:pt x="1914" y="1377"/>
                    <a:pt x="1890" y="1417"/>
                    <a:pt x="1874" y="1449"/>
                  </a:cubicBezTo>
                  <a:lnTo>
                    <a:pt x="1874" y="1458"/>
                  </a:lnTo>
                  <a:cubicBezTo>
                    <a:pt x="1911" y="1397"/>
                    <a:pt x="1930" y="1371"/>
                    <a:pt x="1932" y="1371"/>
                  </a:cubicBezTo>
                  <a:lnTo>
                    <a:pt x="1932" y="1371"/>
                  </a:lnTo>
                  <a:cubicBezTo>
                    <a:pt x="1934" y="1371"/>
                    <a:pt x="1928" y="1385"/>
                    <a:pt x="1914" y="1409"/>
                  </a:cubicBezTo>
                  <a:cubicBezTo>
                    <a:pt x="1890" y="1466"/>
                    <a:pt x="1898" y="1466"/>
                    <a:pt x="1898" y="1474"/>
                  </a:cubicBezTo>
                  <a:cubicBezTo>
                    <a:pt x="1909" y="1455"/>
                    <a:pt x="1913" y="1449"/>
                    <a:pt x="1914" y="1449"/>
                  </a:cubicBezTo>
                  <a:lnTo>
                    <a:pt x="1914" y="1449"/>
                  </a:lnTo>
                  <a:cubicBezTo>
                    <a:pt x="1916" y="1449"/>
                    <a:pt x="1903" y="1474"/>
                    <a:pt x="1898" y="1474"/>
                  </a:cubicBezTo>
                  <a:lnTo>
                    <a:pt x="1874" y="1522"/>
                  </a:lnTo>
                  <a:cubicBezTo>
                    <a:pt x="1864" y="1539"/>
                    <a:pt x="1860" y="1546"/>
                    <a:pt x="1860" y="1546"/>
                  </a:cubicBezTo>
                  <a:cubicBezTo>
                    <a:pt x="1860" y="1546"/>
                    <a:pt x="1883" y="1508"/>
                    <a:pt x="1906" y="1474"/>
                  </a:cubicBezTo>
                  <a:lnTo>
                    <a:pt x="1914" y="1482"/>
                  </a:lnTo>
                  <a:cubicBezTo>
                    <a:pt x="1916" y="1484"/>
                    <a:pt x="1919" y="1486"/>
                    <a:pt x="1921" y="1486"/>
                  </a:cubicBezTo>
                  <a:cubicBezTo>
                    <a:pt x="1928" y="1486"/>
                    <a:pt x="1937" y="1474"/>
                    <a:pt x="1955" y="1433"/>
                  </a:cubicBezTo>
                  <a:cubicBezTo>
                    <a:pt x="1973" y="1405"/>
                    <a:pt x="1992" y="1377"/>
                    <a:pt x="2004" y="1359"/>
                  </a:cubicBezTo>
                  <a:lnTo>
                    <a:pt x="2004" y="1359"/>
                  </a:lnTo>
                  <a:cubicBezTo>
                    <a:pt x="1988" y="1386"/>
                    <a:pt x="1975" y="1416"/>
                    <a:pt x="1963" y="1441"/>
                  </a:cubicBezTo>
                  <a:cubicBezTo>
                    <a:pt x="1971" y="1449"/>
                    <a:pt x="1938" y="1498"/>
                    <a:pt x="1938" y="1498"/>
                  </a:cubicBezTo>
                  <a:cubicBezTo>
                    <a:pt x="1908" y="1544"/>
                    <a:pt x="1904" y="1561"/>
                    <a:pt x="1913" y="1561"/>
                  </a:cubicBezTo>
                  <a:cubicBezTo>
                    <a:pt x="1922" y="1561"/>
                    <a:pt x="1946" y="1540"/>
                    <a:pt x="1963" y="1514"/>
                  </a:cubicBezTo>
                  <a:cubicBezTo>
                    <a:pt x="1998" y="1472"/>
                    <a:pt x="2018" y="1449"/>
                    <a:pt x="2023" y="1449"/>
                  </a:cubicBezTo>
                  <a:lnTo>
                    <a:pt x="2023" y="1449"/>
                  </a:lnTo>
                  <a:cubicBezTo>
                    <a:pt x="2029" y="1449"/>
                    <a:pt x="2017" y="1476"/>
                    <a:pt x="1987" y="1531"/>
                  </a:cubicBezTo>
                  <a:cubicBezTo>
                    <a:pt x="1968" y="1559"/>
                    <a:pt x="1961" y="1571"/>
                    <a:pt x="1963" y="1571"/>
                  </a:cubicBezTo>
                  <a:cubicBezTo>
                    <a:pt x="1966" y="1571"/>
                    <a:pt x="2023" y="1494"/>
                    <a:pt x="2093" y="1385"/>
                  </a:cubicBezTo>
                  <a:lnTo>
                    <a:pt x="2190" y="1239"/>
                  </a:lnTo>
                  <a:lnTo>
                    <a:pt x="2101" y="1393"/>
                  </a:lnTo>
                  <a:cubicBezTo>
                    <a:pt x="2032" y="1520"/>
                    <a:pt x="2002" y="1571"/>
                    <a:pt x="2007" y="1571"/>
                  </a:cubicBezTo>
                  <a:cubicBezTo>
                    <a:pt x="2010" y="1571"/>
                    <a:pt x="2028" y="1549"/>
                    <a:pt x="2060" y="1514"/>
                  </a:cubicBezTo>
                  <a:cubicBezTo>
                    <a:pt x="2083" y="1491"/>
                    <a:pt x="2096" y="1479"/>
                    <a:pt x="2098" y="1479"/>
                  </a:cubicBezTo>
                  <a:lnTo>
                    <a:pt x="2098" y="1479"/>
                  </a:lnTo>
                  <a:cubicBezTo>
                    <a:pt x="2101" y="1479"/>
                    <a:pt x="2093" y="1493"/>
                    <a:pt x="2076" y="1522"/>
                  </a:cubicBezTo>
                  <a:cubicBezTo>
                    <a:pt x="2044" y="1571"/>
                    <a:pt x="2052" y="1571"/>
                    <a:pt x="2068" y="1587"/>
                  </a:cubicBezTo>
                  <a:cubicBezTo>
                    <a:pt x="2074" y="1590"/>
                    <a:pt x="2079" y="1593"/>
                    <a:pt x="2085" y="1593"/>
                  </a:cubicBezTo>
                  <a:cubicBezTo>
                    <a:pt x="2094" y="1593"/>
                    <a:pt x="2105" y="1585"/>
                    <a:pt x="2125" y="1555"/>
                  </a:cubicBezTo>
                  <a:lnTo>
                    <a:pt x="2133" y="1563"/>
                  </a:lnTo>
                  <a:cubicBezTo>
                    <a:pt x="2110" y="1605"/>
                    <a:pt x="2104" y="1624"/>
                    <a:pt x="2109" y="1624"/>
                  </a:cubicBezTo>
                  <a:cubicBezTo>
                    <a:pt x="2117" y="1624"/>
                    <a:pt x="2148" y="1582"/>
                    <a:pt x="2182" y="1514"/>
                  </a:cubicBezTo>
                  <a:lnTo>
                    <a:pt x="2190" y="1522"/>
                  </a:lnTo>
                  <a:lnTo>
                    <a:pt x="2157" y="1579"/>
                  </a:lnTo>
                  <a:cubicBezTo>
                    <a:pt x="2125" y="1628"/>
                    <a:pt x="2141" y="1636"/>
                    <a:pt x="2190" y="1668"/>
                  </a:cubicBezTo>
                  <a:cubicBezTo>
                    <a:pt x="2209" y="1684"/>
                    <a:pt x="2222" y="1694"/>
                    <a:pt x="2234" y="1694"/>
                  </a:cubicBezTo>
                  <a:cubicBezTo>
                    <a:pt x="2254" y="1694"/>
                    <a:pt x="2272" y="1671"/>
                    <a:pt x="2311" y="1612"/>
                  </a:cubicBezTo>
                  <a:cubicBezTo>
                    <a:pt x="2343" y="1564"/>
                    <a:pt x="2361" y="1540"/>
                    <a:pt x="2364" y="1540"/>
                  </a:cubicBezTo>
                  <a:lnTo>
                    <a:pt x="2364" y="1540"/>
                  </a:lnTo>
                  <a:cubicBezTo>
                    <a:pt x="2367" y="1540"/>
                    <a:pt x="2353" y="1566"/>
                    <a:pt x="2320" y="1620"/>
                  </a:cubicBezTo>
                  <a:cubicBezTo>
                    <a:pt x="2296" y="1655"/>
                    <a:pt x="2277" y="1695"/>
                    <a:pt x="2280" y="1695"/>
                  </a:cubicBezTo>
                  <a:cubicBezTo>
                    <a:pt x="2282" y="1695"/>
                    <a:pt x="2286" y="1690"/>
                    <a:pt x="2295" y="1676"/>
                  </a:cubicBezTo>
                  <a:lnTo>
                    <a:pt x="2295" y="1676"/>
                  </a:lnTo>
                  <a:cubicBezTo>
                    <a:pt x="2295" y="1677"/>
                    <a:pt x="2311" y="1685"/>
                    <a:pt x="2279" y="1741"/>
                  </a:cubicBezTo>
                  <a:cubicBezTo>
                    <a:pt x="2261" y="1793"/>
                    <a:pt x="2257" y="1811"/>
                    <a:pt x="2262" y="1811"/>
                  </a:cubicBezTo>
                  <a:cubicBezTo>
                    <a:pt x="2268" y="1811"/>
                    <a:pt x="2286" y="1784"/>
                    <a:pt x="2303" y="1758"/>
                  </a:cubicBezTo>
                  <a:cubicBezTo>
                    <a:pt x="2328" y="1712"/>
                    <a:pt x="2337" y="1695"/>
                    <a:pt x="2338" y="1695"/>
                  </a:cubicBezTo>
                  <a:lnTo>
                    <a:pt x="2338" y="1695"/>
                  </a:lnTo>
                  <a:cubicBezTo>
                    <a:pt x="2339" y="1695"/>
                    <a:pt x="2325" y="1725"/>
                    <a:pt x="2311" y="1758"/>
                  </a:cubicBezTo>
                  <a:cubicBezTo>
                    <a:pt x="2294" y="1798"/>
                    <a:pt x="2273" y="1838"/>
                    <a:pt x="2273" y="1838"/>
                  </a:cubicBezTo>
                  <a:cubicBezTo>
                    <a:pt x="2274" y="1838"/>
                    <a:pt x="2278" y="1831"/>
                    <a:pt x="2287" y="1814"/>
                  </a:cubicBezTo>
                  <a:cubicBezTo>
                    <a:pt x="2307" y="1795"/>
                    <a:pt x="2332" y="1779"/>
                    <a:pt x="2346" y="1779"/>
                  </a:cubicBezTo>
                  <a:cubicBezTo>
                    <a:pt x="2360" y="1779"/>
                    <a:pt x="2361" y="1797"/>
                    <a:pt x="2328" y="1847"/>
                  </a:cubicBezTo>
                  <a:lnTo>
                    <a:pt x="2344" y="1855"/>
                  </a:lnTo>
                  <a:cubicBezTo>
                    <a:pt x="2364" y="1825"/>
                    <a:pt x="2375" y="1816"/>
                    <a:pt x="2384" y="1816"/>
                  </a:cubicBezTo>
                  <a:cubicBezTo>
                    <a:pt x="2390" y="1816"/>
                    <a:pt x="2394" y="1819"/>
                    <a:pt x="2401" y="1822"/>
                  </a:cubicBezTo>
                  <a:cubicBezTo>
                    <a:pt x="2409" y="1831"/>
                    <a:pt x="2417" y="1839"/>
                    <a:pt x="2384" y="1887"/>
                  </a:cubicBezTo>
                  <a:cubicBezTo>
                    <a:pt x="2363" y="1913"/>
                    <a:pt x="2355" y="1925"/>
                    <a:pt x="2358" y="1925"/>
                  </a:cubicBezTo>
                  <a:cubicBezTo>
                    <a:pt x="2361" y="1925"/>
                    <a:pt x="2373" y="1915"/>
                    <a:pt x="2393" y="1895"/>
                  </a:cubicBezTo>
                  <a:cubicBezTo>
                    <a:pt x="2401" y="1895"/>
                    <a:pt x="2474" y="1806"/>
                    <a:pt x="2482" y="1806"/>
                  </a:cubicBezTo>
                  <a:cubicBezTo>
                    <a:pt x="2512" y="1761"/>
                    <a:pt x="2542" y="1716"/>
                    <a:pt x="2552" y="1716"/>
                  </a:cubicBezTo>
                  <a:cubicBezTo>
                    <a:pt x="2553" y="1716"/>
                    <a:pt x="2554" y="1716"/>
                    <a:pt x="2555" y="1717"/>
                  </a:cubicBezTo>
                  <a:lnTo>
                    <a:pt x="2522" y="1766"/>
                  </a:lnTo>
                  <a:lnTo>
                    <a:pt x="2457" y="1871"/>
                  </a:lnTo>
                  <a:cubicBezTo>
                    <a:pt x="2459" y="1871"/>
                    <a:pt x="2461" y="1871"/>
                    <a:pt x="2462" y="1871"/>
                  </a:cubicBezTo>
                  <a:cubicBezTo>
                    <a:pt x="2467" y="1871"/>
                    <a:pt x="2473" y="1867"/>
                    <a:pt x="2498" y="1822"/>
                  </a:cubicBezTo>
                  <a:lnTo>
                    <a:pt x="2498" y="1822"/>
                  </a:lnTo>
                  <a:cubicBezTo>
                    <a:pt x="2474" y="1879"/>
                    <a:pt x="2482" y="1887"/>
                    <a:pt x="2490" y="1895"/>
                  </a:cubicBezTo>
                  <a:cubicBezTo>
                    <a:pt x="2496" y="1898"/>
                    <a:pt x="2501" y="1902"/>
                    <a:pt x="2507" y="1902"/>
                  </a:cubicBezTo>
                  <a:cubicBezTo>
                    <a:pt x="2517" y="1902"/>
                    <a:pt x="2529" y="1893"/>
                    <a:pt x="2555" y="1863"/>
                  </a:cubicBezTo>
                  <a:lnTo>
                    <a:pt x="2555" y="1863"/>
                  </a:lnTo>
                  <a:cubicBezTo>
                    <a:pt x="2522" y="1924"/>
                    <a:pt x="2519" y="1958"/>
                    <a:pt x="2537" y="1958"/>
                  </a:cubicBezTo>
                  <a:cubicBezTo>
                    <a:pt x="2549" y="1958"/>
                    <a:pt x="2573" y="1941"/>
                    <a:pt x="2603" y="1904"/>
                  </a:cubicBezTo>
                  <a:cubicBezTo>
                    <a:pt x="2618" y="1877"/>
                    <a:pt x="2628" y="1865"/>
                    <a:pt x="2631" y="1865"/>
                  </a:cubicBezTo>
                  <a:lnTo>
                    <a:pt x="2631" y="1865"/>
                  </a:lnTo>
                  <a:cubicBezTo>
                    <a:pt x="2635" y="1865"/>
                    <a:pt x="2629" y="1881"/>
                    <a:pt x="2611" y="1912"/>
                  </a:cubicBezTo>
                  <a:cubicBezTo>
                    <a:pt x="2599" y="1937"/>
                    <a:pt x="2593" y="1949"/>
                    <a:pt x="2596" y="1949"/>
                  </a:cubicBezTo>
                  <a:cubicBezTo>
                    <a:pt x="2598" y="1949"/>
                    <a:pt x="2608" y="1939"/>
                    <a:pt x="2628" y="1920"/>
                  </a:cubicBezTo>
                  <a:cubicBezTo>
                    <a:pt x="2636" y="1907"/>
                    <a:pt x="2641" y="1901"/>
                    <a:pt x="2643" y="1901"/>
                  </a:cubicBezTo>
                  <a:lnTo>
                    <a:pt x="2643" y="1901"/>
                  </a:lnTo>
                  <a:cubicBezTo>
                    <a:pt x="2647" y="1901"/>
                    <a:pt x="2629" y="1943"/>
                    <a:pt x="2611" y="1985"/>
                  </a:cubicBezTo>
                  <a:cubicBezTo>
                    <a:pt x="2572" y="2044"/>
                    <a:pt x="2559" y="2070"/>
                    <a:pt x="2565" y="2070"/>
                  </a:cubicBezTo>
                  <a:cubicBezTo>
                    <a:pt x="2569" y="2070"/>
                    <a:pt x="2580" y="2060"/>
                    <a:pt x="2595" y="2041"/>
                  </a:cubicBezTo>
                  <a:cubicBezTo>
                    <a:pt x="2619" y="2017"/>
                    <a:pt x="2635" y="2010"/>
                    <a:pt x="2643" y="2010"/>
                  </a:cubicBezTo>
                  <a:cubicBezTo>
                    <a:pt x="2649" y="2010"/>
                    <a:pt x="2652" y="2014"/>
                    <a:pt x="2652" y="2017"/>
                  </a:cubicBezTo>
                  <a:cubicBezTo>
                    <a:pt x="2701" y="1976"/>
                    <a:pt x="2709" y="1976"/>
                    <a:pt x="2733" y="1928"/>
                  </a:cubicBezTo>
                  <a:cubicBezTo>
                    <a:pt x="2757" y="1895"/>
                    <a:pt x="2782" y="1863"/>
                    <a:pt x="2806" y="1831"/>
                  </a:cubicBezTo>
                  <a:cubicBezTo>
                    <a:pt x="2820" y="1819"/>
                    <a:pt x="2827" y="1814"/>
                    <a:pt x="2829" y="1814"/>
                  </a:cubicBezTo>
                  <a:lnTo>
                    <a:pt x="2829" y="1814"/>
                  </a:lnTo>
                  <a:cubicBezTo>
                    <a:pt x="2834" y="1814"/>
                    <a:pt x="2814" y="1839"/>
                    <a:pt x="2814" y="1839"/>
                  </a:cubicBezTo>
                  <a:cubicBezTo>
                    <a:pt x="2765" y="1879"/>
                    <a:pt x="2774" y="1879"/>
                    <a:pt x="2741" y="1936"/>
                  </a:cubicBezTo>
                  <a:cubicBezTo>
                    <a:pt x="2717" y="1993"/>
                    <a:pt x="2725" y="2001"/>
                    <a:pt x="2733" y="2001"/>
                  </a:cubicBezTo>
                  <a:lnTo>
                    <a:pt x="2757" y="2017"/>
                  </a:lnTo>
                  <a:cubicBezTo>
                    <a:pt x="2748" y="2054"/>
                    <a:pt x="2747" y="2073"/>
                    <a:pt x="2753" y="2073"/>
                  </a:cubicBezTo>
                  <a:cubicBezTo>
                    <a:pt x="2758" y="2073"/>
                    <a:pt x="2768" y="2062"/>
                    <a:pt x="2782" y="2041"/>
                  </a:cubicBezTo>
                  <a:cubicBezTo>
                    <a:pt x="2806" y="1993"/>
                    <a:pt x="2798" y="2009"/>
                    <a:pt x="2814" y="1985"/>
                  </a:cubicBezTo>
                  <a:lnTo>
                    <a:pt x="2814" y="1985"/>
                  </a:lnTo>
                  <a:cubicBezTo>
                    <a:pt x="2773" y="2052"/>
                    <a:pt x="2784" y="2096"/>
                    <a:pt x="2817" y="2096"/>
                  </a:cubicBezTo>
                  <a:cubicBezTo>
                    <a:pt x="2835" y="2096"/>
                    <a:pt x="2861" y="2082"/>
                    <a:pt x="2887" y="2049"/>
                  </a:cubicBezTo>
                  <a:lnTo>
                    <a:pt x="2887" y="2049"/>
                  </a:lnTo>
                  <a:lnTo>
                    <a:pt x="2855" y="2098"/>
                  </a:lnTo>
                  <a:cubicBezTo>
                    <a:pt x="2822" y="2147"/>
                    <a:pt x="2830" y="2147"/>
                    <a:pt x="2838" y="2155"/>
                  </a:cubicBezTo>
                  <a:cubicBezTo>
                    <a:pt x="2839" y="2156"/>
                    <a:pt x="2841" y="2156"/>
                    <a:pt x="2843" y="2156"/>
                  </a:cubicBezTo>
                  <a:cubicBezTo>
                    <a:pt x="2855" y="2156"/>
                    <a:pt x="2885" y="2142"/>
                    <a:pt x="2905" y="2142"/>
                  </a:cubicBezTo>
                  <a:cubicBezTo>
                    <a:pt x="2911" y="2142"/>
                    <a:pt x="2916" y="2143"/>
                    <a:pt x="2920" y="2147"/>
                  </a:cubicBezTo>
                  <a:cubicBezTo>
                    <a:pt x="2932" y="2155"/>
                    <a:pt x="2942" y="2163"/>
                    <a:pt x="2953" y="2163"/>
                  </a:cubicBezTo>
                  <a:cubicBezTo>
                    <a:pt x="2964" y="2163"/>
                    <a:pt x="2976" y="2155"/>
                    <a:pt x="2992" y="2131"/>
                  </a:cubicBezTo>
                  <a:cubicBezTo>
                    <a:pt x="3001" y="2131"/>
                    <a:pt x="3001" y="2131"/>
                    <a:pt x="2960" y="2179"/>
                  </a:cubicBezTo>
                  <a:cubicBezTo>
                    <a:pt x="2920" y="2228"/>
                    <a:pt x="2928" y="2228"/>
                    <a:pt x="2936" y="2236"/>
                  </a:cubicBezTo>
                  <a:cubicBezTo>
                    <a:pt x="2936" y="2237"/>
                    <a:pt x="2937" y="2237"/>
                    <a:pt x="2938" y="2237"/>
                  </a:cubicBezTo>
                  <a:cubicBezTo>
                    <a:pt x="2949" y="2237"/>
                    <a:pt x="2979" y="2191"/>
                    <a:pt x="3009" y="2139"/>
                  </a:cubicBezTo>
                  <a:cubicBezTo>
                    <a:pt x="3023" y="2117"/>
                    <a:pt x="3033" y="2107"/>
                    <a:pt x="3037" y="2107"/>
                  </a:cubicBezTo>
                  <a:lnTo>
                    <a:pt x="3037" y="2107"/>
                  </a:lnTo>
                  <a:cubicBezTo>
                    <a:pt x="3042" y="2107"/>
                    <a:pt x="3038" y="2123"/>
                    <a:pt x="3025" y="2155"/>
                  </a:cubicBezTo>
                  <a:cubicBezTo>
                    <a:pt x="3009" y="2192"/>
                    <a:pt x="3014" y="2216"/>
                    <a:pt x="3033" y="2216"/>
                  </a:cubicBezTo>
                  <a:cubicBezTo>
                    <a:pt x="3043" y="2216"/>
                    <a:pt x="3057" y="2209"/>
                    <a:pt x="3074" y="2195"/>
                  </a:cubicBezTo>
                  <a:lnTo>
                    <a:pt x="3074" y="2195"/>
                  </a:lnTo>
                  <a:cubicBezTo>
                    <a:pt x="3074" y="2195"/>
                    <a:pt x="3082" y="2204"/>
                    <a:pt x="3049" y="2252"/>
                  </a:cubicBezTo>
                  <a:cubicBezTo>
                    <a:pt x="3029" y="2283"/>
                    <a:pt x="3011" y="2317"/>
                    <a:pt x="3022" y="2317"/>
                  </a:cubicBezTo>
                  <a:cubicBezTo>
                    <a:pt x="3028" y="2317"/>
                    <a:pt x="3044" y="2306"/>
                    <a:pt x="3074" y="2276"/>
                  </a:cubicBezTo>
                  <a:cubicBezTo>
                    <a:pt x="3082" y="2276"/>
                    <a:pt x="3082" y="2276"/>
                    <a:pt x="3049" y="2325"/>
                  </a:cubicBezTo>
                  <a:cubicBezTo>
                    <a:pt x="3030" y="2358"/>
                    <a:pt x="3011" y="2389"/>
                    <a:pt x="3013" y="2389"/>
                  </a:cubicBezTo>
                  <a:cubicBezTo>
                    <a:pt x="3015" y="2389"/>
                    <a:pt x="3027" y="2374"/>
                    <a:pt x="3057" y="2333"/>
                  </a:cubicBezTo>
                  <a:cubicBezTo>
                    <a:pt x="3076" y="2318"/>
                    <a:pt x="3089" y="2311"/>
                    <a:pt x="3098" y="2311"/>
                  </a:cubicBezTo>
                  <a:cubicBezTo>
                    <a:pt x="3112" y="2311"/>
                    <a:pt x="3113" y="2330"/>
                    <a:pt x="3098" y="2366"/>
                  </a:cubicBezTo>
                  <a:cubicBezTo>
                    <a:pt x="3100" y="2368"/>
                    <a:pt x="3102" y="2370"/>
                    <a:pt x="3104" y="2370"/>
                  </a:cubicBezTo>
                  <a:cubicBezTo>
                    <a:pt x="3109" y="2370"/>
                    <a:pt x="3118" y="2360"/>
                    <a:pt x="3147" y="2325"/>
                  </a:cubicBezTo>
                  <a:lnTo>
                    <a:pt x="3179" y="2276"/>
                  </a:lnTo>
                  <a:lnTo>
                    <a:pt x="3179" y="2276"/>
                  </a:lnTo>
                  <a:cubicBezTo>
                    <a:pt x="3145" y="2331"/>
                    <a:pt x="3129" y="2358"/>
                    <a:pt x="3132" y="2358"/>
                  </a:cubicBezTo>
                  <a:cubicBezTo>
                    <a:pt x="3134" y="2358"/>
                    <a:pt x="3152" y="2335"/>
                    <a:pt x="3187" y="2293"/>
                  </a:cubicBezTo>
                  <a:cubicBezTo>
                    <a:pt x="3207" y="2268"/>
                    <a:pt x="3217" y="2256"/>
                    <a:pt x="3218" y="2256"/>
                  </a:cubicBezTo>
                  <a:lnTo>
                    <a:pt x="3218" y="2256"/>
                  </a:lnTo>
                  <a:cubicBezTo>
                    <a:pt x="3220" y="2256"/>
                    <a:pt x="3211" y="2268"/>
                    <a:pt x="3195" y="2293"/>
                  </a:cubicBezTo>
                  <a:cubicBezTo>
                    <a:pt x="3171" y="2349"/>
                    <a:pt x="3171" y="2349"/>
                    <a:pt x="3171" y="2349"/>
                  </a:cubicBezTo>
                  <a:cubicBezTo>
                    <a:pt x="3172" y="2351"/>
                    <a:pt x="3175" y="2351"/>
                    <a:pt x="3178" y="2351"/>
                  </a:cubicBezTo>
                  <a:cubicBezTo>
                    <a:pt x="3190" y="2351"/>
                    <a:pt x="3211" y="2346"/>
                    <a:pt x="3231" y="2346"/>
                  </a:cubicBezTo>
                  <a:cubicBezTo>
                    <a:pt x="3246" y="2346"/>
                    <a:pt x="3260" y="2349"/>
                    <a:pt x="3268" y="2358"/>
                  </a:cubicBezTo>
                  <a:cubicBezTo>
                    <a:pt x="3295" y="2375"/>
                    <a:pt x="3312" y="2388"/>
                    <a:pt x="3327" y="2388"/>
                  </a:cubicBezTo>
                  <a:cubicBezTo>
                    <a:pt x="3339" y="2388"/>
                    <a:pt x="3351" y="2380"/>
                    <a:pt x="3365" y="2358"/>
                  </a:cubicBezTo>
                  <a:cubicBezTo>
                    <a:pt x="3385" y="2338"/>
                    <a:pt x="3395" y="2328"/>
                    <a:pt x="3397" y="2328"/>
                  </a:cubicBezTo>
                  <a:lnTo>
                    <a:pt x="3397" y="2328"/>
                  </a:lnTo>
                  <a:cubicBezTo>
                    <a:pt x="3399" y="2328"/>
                    <a:pt x="3391" y="2340"/>
                    <a:pt x="3374" y="2366"/>
                  </a:cubicBezTo>
                  <a:cubicBezTo>
                    <a:pt x="3349" y="2422"/>
                    <a:pt x="3349" y="2422"/>
                    <a:pt x="3357" y="2431"/>
                  </a:cubicBezTo>
                  <a:cubicBezTo>
                    <a:pt x="3365" y="2439"/>
                    <a:pt x="3365" y="2439"/>
                    <a:pt x="3333" y="2487"/>
                  </a:cubicBezTo>
                  <a:cubicBezTo>
                    <a:pt x="3374" y="2447"/>
                    <a:pt x="3374" y="2447"/>
                    <a:pt x="3382" y="2447"/>
                  </a:cubicBezTo>
                  <a:cubicBezTo>
                    <a:pt x="3360" y="2473"/>
                    <a:pt x="3352" y="2488"/>
                    <a:pt x="3356" y="2488"/>
                  </a:cubicBezTo>
                  <a:cubicBezTo>
                    <a:pt x="3359" y="2488"/>
                    <a:pt x="3371" y="2477"/>
                    <a:pt x="3390" y="2455"/>
                  </a:cubicBezTo>
                  <a:cubicBezTo>
                    <a:pt x="3429" y="2411"/>
                    <a:pt x="3450" y="2389"/>
                    <a:pt x="3451" y="2389"/>
                  </a:cubicBezTo>
                  <a:lnTo>
                    <a:pt x="3451" y="2389"/>
                  </a:lnTo>
                  <a:cubicBezTo>
                    <a:pt x="3453" y="2389"/>
                    <a:pt x="3435" y="2413"/>
                    <a:pt x="3398" y="2463"/>
                  </a:cubicBezTo>
                  <a:cubicBezTo>
                    <a:pt x="3369" y="2498"/>
                    <a:pt x="3352" y="2542"/>
                    <a:pt x="3357" y="2542"/>
                  </a:cubicBezTo>
                  <a:cubicBezTo>
                    <a:pt x="3359" y="2542"/>
                    <a:pt x="3365" y="2535"/>
                    <a:pt x="3374" y="2520"/>
                  </a:cubicBezTo>
                  <a:cubicBezTo>
                    <a:pt x="3406" y="2471"/>
                    <a:pt x="3422" y="2479"/>
                    <a:pt x="3463" y="2439"/>
                  </a:cubicBezTo>
                  <a:lnTo>
                    <a:pt x="3463" y="2439"/>
                  </a:lnTo>
                  <a:cubicBezTo>
                    <a:pt x="3463" y="2447"/>
                    <a:pt x="3471" y="2447"/>
                    <a:pt x="3438" y="2495"/>
                  </a:cubicBezTo>
                  <a:cubicBezTo>
                    <a:pt x="3425" y="2519"/>
                    <a:pt x="3428" y="2528"/>
                    <a:pt x="3439" y="2528"/>
                  </a:cubicBezTo>
                  <a:cubicBezTo>
                    <a:pt x="3455" y="2528"/>
                    <a:pt x="3487" y="2508"/>
                    <a:pt x="3511" y="2479"/>
                  </a:cubicBezTo>
                  <a:cubicBezTo>
                    <a:pt x="3527" y="2460"/>
                    <a:pt x="3537" y="2450"/>
                    <a:pt x="3539" y="2450"/>
                  </a:cubicBezTo>
                  <a:lnTo>
                    <a:pt x="3539" y="2450"/>
                  </a:lnTo>
                  <a:cubicBezTo>
                    <a:pt x="3542" y="2450"/>
                    <a:pt x="3536" y="2462"/>
                    <a:pt x="3519" y="2487"/>
                  </a:cubicBezTo>
                  <a:cubicBezTo>
                    <a:pt x="3479" y="2536"/>
                    <a:pt x="3487" y="2536"/>
                    <a:pt x="3495" y="2544"/>
                  </a:cubicBezTo>
                  <a:cubicBezTo>
                    <a:pt x="3506" y="2533"/>
                    <a:pt x="3511" y="2529"/>
                    <a:pt x="3512" y="2529"/>
                  </a:cubicBezTo>
                  <a:lnTo>
                    <a:pt x="3512" y="2529"/>
                  </a:lnTo>
                  <a:cubicBezTo>
                    <a:pt x="3515" y="2529"/>
                    <a:pt x="3487" y="2563"/>
                    <a:pt x="3463" y="2593"/>
                  </a:cubicBezTo>
                  <a:cubicBezTo>
                    <a:pt x="3422" y="2641"/>
                    <a:pt x="3422" y="2641"/>
                    <a:pt x="3438" y="2649"/>
                  </a:cubicBezTo>
                  <a:cubicBezTo>
                    <a:pt x="3456" y="2632"/>
                    <a:pt x="3469" y="2627"/>
                    <a:pt x="3479" y="2627"/>
                  </a:cubicBezTo>
                  <a:cubicBezTo>
                    <a:pt x="3493" y="2627"/>
                    <a:pt x="3502" y="2637"/>
                    <a:pt x="3511" y="2641"/>
                  </a:cubicBezTo>
                  <a:cubicBezTo>
                    <a:pt x="3518" y="2646"/>
                    <a:pt x="3524" y="2648"/>
                    <a:pt x="3531" y="2648"/>
                  </a:cubicBezTo>
                  <a:cubicBezTo>
                    <a:pt x="3561" y="2648"/>
                    <a:pt x="3600" y="2609"/>
                    <a:pt x="3665" y="2544"/>
                  </a:cubicBezTo>
                  <a:lnTo>
                    <a:pt x="3747" y="2455"/>
                  </a:lnTo>
                  <a:lnTo>
                    <a:pt x="3674" y="2544"/>
                  </a:lnTo>
                  <a:lnTo>
                    <a:pt x="3568" y="2690"/>
                  </a:lnTo>
                  <a:cubicBezTo>
                    <a:pt x="3569" y="2691"/>
                    <a:pt x="3569" y="2691"/>
                    <a:pt x="3570" y="2691"/>
                  </a:cubicBezTo>
                  <a:cubicBezTo>
                    <a:pt x="3581" y="2691"/>
                    <a:pt x="3612" y="2646"/>
                    <a:pt x="3649" y="2601"/>
                  </a:cubicBezTo>
                  <a:cubicBezTo>
                    <a:pt x="3664" y="2582"/>
                    <a:pt x="3674" y="2572"/>
                    <a:pt x="3678" y="2572"/>
                  </a:cubicBezTo>
                  <a:lnTo>
                    <a:pt x="3678" y="2572"/>
                  </a:lnTo>
                  <a:cubicBezTo>
                    <a:pt x="3682" y="2572"/>
                    <a:pt x="3679" y="2586"/>
                    <a:pt x="3665" y="2617"/>
                  </a:cubicBezTo>
                  <a:cubicBezTo>
                    <a:pt x="3652" y="2649"/>
                    <a:pt x="3646" y="2665"/>
                    <a:pt x="3652" y="2665"/>
                  </a:cubicBezTo>
                  <a:cubicBezTo>
                    <a:pt x="3656" y="2665"/>
                    <a:pt x="3668" y="2655"/>
                    <a:pt x="3690" y="2633"/>
                  </a:cubicBezTo>
                  <a:lnTo>
                    <a:pt x="3690" y="2633"/>
                  </a:lnTo>
                  <a:cubicBezTo>
                    <a:pt x="3690" y="2641"/>
                    <a:pt x="3698" y="2649"/>
                    <a:pt x="3665" y="2698"/>
                  </a:cubicBezTo>
                  <a:cubicBezTo>
                    <a:pt x="3668" y="2700"/>
                    <a:pt x="3669" y="2702"/>
                    <a:pt x="3671" y="2702"/>
                  </a:cubicBezTo>
                  <a:cubicBezTo>
                    <a:pt x="3676" y="2702"/>
                    <a:pt x="3683" y="2692"/>
                    <a:pt x="3706" y="2658"/>
                  </a:cubicBezTo>
                  <a:cubicBezTo>
                    <a:pt x="3725" y="2635"/>
                    <a:pt x="3736" y="2625"/>
                    <a:pt x="3740" y="2625"/>
                  </a:cubicBezTo>
                  <a:lnTo>
                    <a:pt x="3740" y="2625"/>
                  </a:lnTo>
                  <a:cubicBezTo>
                    <a:pt x="3745" y="2625"/>
                    <a:pt x="3740" y="2639"/>
                    <a:pt x="3722" y="2666"/>
                  </a:cubicBezTo>
                  <a:cubicBezTo>
                    <a:pt x="3675" y="2728"/>
                    <a:pt x="3665" y="2757"/>
                    <a:pt x="3675" y="2757"/>
                  </a:cubicBezTo>
                  <a:cubicBezTo>
                    <a:pt x="3680" y="2757"/>
                    <a:pt x="3691" y="2748"/>
                    <a:pt x="3706" y="2730"/>
                  </a:cubicBezTo>
                  <a:cubicBezTo>
                    <a:pt x="3728" y="2702"/>
                    <a:pt x="3739" y="2694"/>
                    <a:pt x="3746" y="2694"/>
                  </a:cubicBezTo>
                  <a:cubicBezTo>
                    <a:pt x="3750" y="2694"/>
                    <a:pt x="3752" y="2696"/>
                    <a:pt x="3755" y="2698"/>
                  </a:cubicBezTo>
                  <a:cubicBezTo>
                    <a:pt x="3755" y="2698"/>
                    <a:pt x="3755" y="2699"/>
                    <a:pt x="3757" y="2699"/>
                  </a:cubicBezTo>
                  <a:cubicBezTo>
                    <a:pt x="3762" y="2699"/>
                    <a:pt x="3774" y="2695"/>
                    <a:pt x="3803" y="2666"/>
                  </a:cubicBezTo>
                  <a:lnTo>
                    <a:pt x="3819" y="2674"/>
                  </a:lnTo>
                  <a:cubicBezTo>
                    <a:pt x="3819" y="2681"/>
                    <a:pt x="3786" y="2715"/>
                    <a:pt x="3774" y="2715"/>
                  </a:cubicBezTo>
                  <a:cubicBezTo>
                    <a:pt x="3773" y="2715"/>
                    <a:pt x="3772" y="2715"/>
                    <a:pt x="3771" y="2714"/>
                  </a:cubicBezTo>
                  <a:lnTo>
                    <a:pt x="3738" y="2771"/>
                  </a:lnTo>
                  <a:cubicBezTo>
                    <a:pt x="3743" y="2774"/>
                    <a:pt x="3747" y="2775"/>
                    <a:pt x="3751" y="2775"/>
                  </a:cubicBezTo>
                  <a:cubicBezTo>
                    <a:pt x="3759" y="2775"/>
                    <a:pt x="3770" y="2767"/>
                    <a:pt x="3803" y="2739"/>
                  </a:cubicBezTo>
                  <a:cubicBezTo>
                    <a:pt x="3843" y="2695"/>
                    <a:pt x="3863" y="2673"/>
                    <a:pt x="3864" y="2673"/>
                  </a:cubicBezTo>
                  <a:lnTo>
                    <a:pt x="3864" y="2673"/>
                  </a:lnTo>
                  <a:cubicBezTo>
                    <a:pt x="3865" y="2673"/>
                    <a:pt x="3845" y="2697"/>
                    <a:pt x="3803" y="2747"/>
                  </a:cubicBezTo>
                  <a:cubicBezTo>
                    <a:pt x="3779" y="2783"/>
                    <a:pt x="3755" y="2819"/>
                    <a:pt x="3761" y="2819"/>
                  </a:cubicBezTo>
                  <a:cubicBezTo>
                    <a:pt x="3763" y="2819"/>
                    <a:pt x="3768" y="2814"/>
                    <a:pt x="3779" y="2803"/>
                  </a:cubicBezTo>
                  <a:cubicBezTo>
                    <a:pt x="3812" y="2767"/>
                    <a:pt x="3826" y="2754"/>
                    <a:pt x="3829" y="2754"/>
                  </a:cubicBezTo>
                  <a:lnTo>
                    <a:pt x="3829" y="2754"/>
                  </a:lnTo>
                  <a:cubicBezTo>
                    <a:pt x="3832" y="2754"/>
                    <a:pt x="3811" y="2783"/>
                    <a:pt x="3787" y="2812"/>
                  </a:cubicBezTo>
                  <a:cubicBezTo>
                    <a:pt x="3749" y="2858"/>
                    <a:pt x="3731" y="2881"/>
                    <a:pt x="3735" y="2881"/>
                  </a:cubicBezTo>
                  <a:cubicBezTo>
                    <a:pt x="3739" y="2881"/>
                    <a:pt x="3761" y="2862"/>
                    <a:pt x="3803" y="2828"/>
                  </a:cubicBezTo>
                  <a:cubicBezTo>
                    <a:pt x="3806" y="2829"/>
                    <a:pt x="3809" y="2829"/>
                    <a:pt x="3813" y="2829"/>
                  </a:cubicBezTo>
                  <a:cubicBezTo>
                    <a:pt x="3829" y="2829"/>
                    <a:pt x="3854" y="2822"/>
                    <a:pt x="3873" y="2822"/>
                  </a:cubicBezTo>
                  <a:cubicBezTo>
                    <a:pt x="3881" y="2822"/>
                    <a:pt x="3888" y="2824"/>
                    <a:pt x="3892" y="2828"/>
                  </a:cubicBezTo>
                  <a:cubicBezTo>
                    <a:pt x="3916" y="2843"/>
                    <a:pt x="3924" y="2851"/>
                    <a:pt x="3896" y="2902"/>
                  </a:cubicBezTo>
                  <a:lnTo>
                    <a:pt x="3896" y="2902"/>
                  </a:lnTo>
                  <a:cubicBezTo>
                    <a:pt x="3920" y="2878"/>
                    <a:pt x="3930" y="2872"/>
                    <a:pt x="3937" y="2872"/>
                  </a:cubicBezTo>
                  <a:cubicBezTo>
                    <a:pt x="3941" y="2872"/>
                    <a:pt x="3945" y="2874"/>
                    <a:pt x="3949" y="2876"/>
                  </a:cubicBezTo>
                  <a:cubicBezTo>
                    <a:pt x="3943" y="2901"/>
                    <a:pt x="3946" y="2911"/>
                    <a:pt x="3955" y="2911"/>
                  </a:cubicBezTo>
                  <a:cubicBezTo>
                    <a:pt x="3969" y="2911"/>
                    <a:pt x="3997" y="2885"/>
                    <a:pt x="4022" y="2860"/>
                  </a:cubicBezTo>
                  <a:lnTo>
                    <a:pt x="4014" y="2852"/>
                  </a:lnTo>
                  <a:cubicBezTo>
                    <a:pt x="4055" y="2803"/>
                    <a:pt x="4075" y="2780"/>
                    <a:pt x="4080" y="2780"/>
                  </a:cubicBezTo>
                  <a:lnTo>
                    <a:pt x="4080" y="2780"/>
                  </a:lnTo>
                  <a:cubicBezTo>
                    <a:pt x="4084" y="2780"/>
                    <a:pt x="4077" y="2794"/>
                    <a:pt x="4063" y="2820"/>
                  </a:cubicBezTo>
                  <a:cubicBezTo>
                    <a:pt x="4071" y="2828"/>
                    <a:pt x="4030" y="2876"/>
                    <a:pt x="3998" y="2917"/>
                  </a:cubicBezTo>
                  <a:cubicBezTo>
                    <a:pt x="3965" y="2949"/>
                    <a:pt x="3941" y="2982"/>
                    <a:pt x="3925" y="3022"/>
                  </a:cubicBezTo>
                  <a:cubicBezTo>
                    <a:pt x="3927" y="3022"/>
                    <a:pt x="3929" y="3023"/>
                    <a:pt x="3931" y="3023"/>
                  </a:cubicBezTo>
                  <a:cubicBezTo>
                    <a:pt x="3939" y="3023"/>
                    <a:pt x="3949" y="3018"/>
                    <a:pt x="3974" y="2982"/>
                  </a:cubicBezTo>
                  <a:cubicBezTo>
                    <a:pt x="4002" y="2947"/>
                    <a:pt x="4011" y="2937"/>
                    <a:pt x="4013" y="2937"/>
                  </a:cubicBezTo>
                  <a:cubicBezTo>
                    <a:pt x="4014" y="2937"/>
                    <a:pt x="4014" y="2939"/>
                    <a:pt x="4014" y="2941"/>
                  </a:cubicBezTo>
                  <a:cubicBezTo>
                    <a:pt x="4016" y="2941"/>
                    <a:pt x="4019" y="2942"/>
                    <a:pt x="4022" y="2942"/>
                  </a:cubicBezTo>
                  <a:cubicBezTo>
                    <a:pt x="4029" y="2942"/>
                    <a:pt x="4042" y="2938"/>
                    <a:pt x="4071" y="2909"/>
                  </a:cubicBezTo>
                  <a:cubicBezTo>
                    <a:pt x="4096" y="2879"/>
                    <a:pt x="4106" y="2870"/>
                    <a:pt x="4111" y="2870"/>
                  </a:cubicBezTo>
                  <a:cubicBezTo>
                    <a:pt x="4114" y="2870"/>
                    <a:pt x="4116" y="2873"/>
                    <a:pt x="4119" y="2876"/>
                  </a:cubicBezTo>
                  <a:cubicBezTo>
                    <a:pt x="4087" y="2925"/>
                    <a:pt x="4095" y="2933"/>
                    <a:pt x="4095" y="2933"/>
                  </a:cubicBezTo>
                  <a:lnTo>
                    <a:pt x="4055" y="2982"/>
                  </a:lnTo>
                  <a:cubicBezTo>
                    <a:pt x="4030" y="3006"/>
                    <a:pt x="4006" y="3039"/>
                    <a:pt x="3990" y="3079"/>
                  </a:cubicBezTo>
                  <a:cubicBezTo>
                    <a:pt x="3990" y="3079"/>
                    <a:pt x="4030" y="3039"/>
                    <a:pt x="4030" y="3039"/>
                  </a:cubicBezTo>
                  <a:cubicBezTo>
                    <a:pt x="4037" y="3031"/>
                    <a:pt x="4046" y="3027"/>
                    <a:pt x="4056" y="3027"/>
                  </a:cubicBezTo>
                  <a:cubicBezTo>
                    <a:pt x="4108" y="3027"/>
                    <a:pt x="4195" y="3114"/>
                    <a:pt x="4209" y="3128"/>
                  </a:cubicBezTo>
                  <a:cubicBezTo>
                    <a:pt x="4195" y="3160"/>
                    <a:pt x="4194" y="3179"/>
                    <a:pt x="4202" y="3179"/>
                  </a:cubicBezTo>
                  <a:cubicBezTo>
                    <a:pt x="4208" y="3179"/>
                    <a:pt x="4219" y="3168"/>
                    <a:pt x="4233" y="3144"/>
                  </a:cubicBezTo>
                  <a:cubicBezTo>
                    <a:pt x="4248" y="3129"/>
                    <a:pt x="4261" y="3123"/>
                    <a:pt x="4273" y="3123"/>
                  </a:cubicBezTo>
                  <a:cubicBezTo>
                    <a:pt x="4293" y="3123"/>
                    <a:pt x="4310" y="3140"/>
                    <a:pt x="4330" y="3160"/>
                  </a:cubicBezTo>
                  <a:cubicBezTo>
                    <a:pt x="4351" y="3181"/>
                    <a:pt x="4368" y="3198"/>
                    <a:pt x="4388" y="3198"/>
                  </a:cubicBezTo>
                  <a:cubicBezTo>
                    <a:pt x="4400" y="3198"/>
                    <a:pt x="4412" y="3192"/>
                    <a:pt x="4428" y="3176"/>
                  </a:cubicBezTo>
                  <a:lnTo>
                    <a:pt x="4444" y="3193"/>
                  </a:lnTo>
                  <a:cubicBezTo>
                    <a:pt x="4445" y="3194"/>
                    <a:pt x="4446" y="3194"/>
                    <a:pt x="4448" y="3194"/>
                  </a:cubicBezTo>
                  <a:cubicBezTo>
                    <a:pt x="4464" y="3194"/>
                    <a:pt x="4509" y="3168"/>
                    <a:pt x="4509" y="3168"/>
                  </a:cubicBezTo>
                  <a:cubicBezTo>
                    <a:pt x="4531" y="3150"/>
                    <a:pt x="4543" y="3142"/>
                    <a:pt x="4546" y="3142"/>
                  </a:cubicBezTo>
                  <a:lnTo>
                    <a:pt x="4546" y="3142"/>
                  </a:lnTo>
                  <a:cubicBezTo>
                    <a:pt x="4549" y="3142"/>
                    <a:pt x="4539" y="3154"/>
                    <a:pt x="4517" y="3176"/>
                  </a:cubicBezTo>
                  <a:cubicBezTo>
                    <a:pt x="4476" y="3217"/>
                    <a:pt x="4436" y="3266"/>
                    <a:pt x="4444" y="3274"/>
                  </a:cubicBezTo>
                  <a:cubicBezTo>
                    <a:pt x="4444" y="3274"/>
                    <a:pt x="4445" y="3275"/>
                    <a:pt x="4446" y="3275"/>
                  </a:cubicBezTo>
                  <a:cubicBezTo>
                    <a:pt x="4458" y="3275"/>
                    <a:pt x="4495" y="3230"/>
                    <a:pt x="4533" y="3193"/>
                  </a:cubicBezTo>
                  <a:cubicBezTo>
                    <a:pt x="4563" y="3156"/>
                    <a:pt x="4571" y="3152"/>
                    <a:pt x="4573" y="3152"/>
                  </a:cubicBezTo>
                  <a:cubicBezTo>
                    <a:pt x="4573" y="3152"/>
                    <a:pt x="4573" y="3152"/>
                    <a:pt x="4573" y="3152"/>
                  </a:cubicBezTo>
                  <a:cubicBezTo>
                    <a:pt x="4582" y="3160"/>
                    <a:pt x="4582" y="3160"/>
                    <a:pt x="4541" y="3201"/>
                  </a:cubicBezTo>
                  <a:lnTo>
                    <a:pt x="4460" y="3290"/>
                  </a:lnTo>
                  <a:lnTo>
                    <a:pt x="4468" y="3298"/>
                  </a:lnTo>
                  <a:cubicBezTo>
                    <a:pt x="4499" y="3262"/>
                    <a:pt x="4506" y="3257"/>
                    <a:pt x="4508" y="3257"/>
                  </a:cubicBezTo>
                  <a:cubicBezTo>
                    <a:pt x="4509" y="3257"/>
                    <a:pt x="4509" y="3258"/>
                    <a:pt x="4509" y="3258"/>
                  </a:cubicBezTo>
                  <a:cubicBezTo>
                    <a:pt x="4517" y="3266"/>
                    <a:pt x="4517" y="3266"/>
                    <a:pt x="4436" y="3355"/>
                  </a:cubicBezTo>
                  <a:cubicBezTo>
                    <a:pt x="4394" y="3400"/>
                    <a:pt x="4376" y="3423"/>
                    <a:pt x="4379" y="3423"/>
                  </a:cubicBezTo>
                  <a:cubicBezTo>
                    <a:pt x="4382" y="3423"/>
                    <a:pt x="4404" y="3402"/>
                    <a:pt x="4444" y="3363"/>
                  </a:cubicBezTo>
                  <a:lnTo>
                    <a:pt x="4501" y="3330"/>
                  </a:lnTo>
                  <a:lnTo>
                    <a:pt x="4501" y="3330"/>
                  </a:lnTo>
                  <a:cubicBezTo>
                    <a:pt x="4472" y="3361"/>
                    <a:pt x="4466" y="3373"/>
                    <a:pt x="4471" y="3373"/>
                  </a:cubicBezTo>
                  <a:cubicBezTo>
                    <a:pt x="4480" y="3373"/>
                    <a:pt x="4531" y="3333"/>
                    <a:pt x="4557" y="3306"/>
                  </a:cubicBezTo>
                  <a:lnTo>
                    <a:pt x="4557" y="3306"/>
                  </a:lnTo>
                  <a:cubicBezTo>
                    <a:pt x="4518" y="3354"/>
                    <a:pt x="4502" y="3378"/>
                    <a:pt x="4509" y="3378"/>
                  </a:cubicBezTo>
                  <a:cubicBezTo>
                    <a:pt x="4514" y="3378"/>
                    <a:pt x="4536" y="3360"/>
                    <a:pt x="4573" y="3322"/>
                  </a:cubicBezTo>
                  <a:cubicBezTo>
                    <a:pt x="4592" y="3300"/>
                    <a:pt x="4604" y="3290"/>
                    <a:pt x="4607" y="3290"/>
                  </a:cubicBezTo>
                  <a:lnTo>
                    <a:pt x="4607" y="3290"/>
                  </a:lnTo>
                  <a:cubicBezTo>
                    <a:pt x="4611" y="3290"/>
                    <a:pt x="4604" y="3304"/>
                    <a:pt x="4582" y="3330"/>
                  </a:cubicBezTo>
                  <a:cubicBezTo>
                    <a:pt x="4549" y="3379"/>
                    <a:pt x="4557" y="3387"/>
                    <a:pt x="4565" y="3395"/>
                  </a:cubicBezTo>
                  <a:cubicBezTo>
                    <a:pt x="4577" y="3383"/>
                    <a:pt x="4589" y="3379"/>
                    <a:pt x="4601" y="3379"/>
                  </a:cubicBezTo>
                  <a:cubicBezTo>
                    <a:pt x="4630" y="3379"/>
                    <a:pt x="4658" y="3407"/>
                    <a:pt x="4687" y="3436"/>
                  </a:cubicBezTo>
                  <a:cubicBezTo>
                    <a:pt x="4719" y="3468"/>
                    <a:pt x="4740" y="3492"/>
                    <a:pt x="4762" y="3492"/>
                  </a:cubicBezTo>
                  <a:cubicBezTo>
                    <a:pt x="4774" y="3492"/>
                    <a:pt x="4786" y="3485"/>
                    <a:pt x="4801" y="3468"/>
                  </a:cubicBezTo>
                  <a:lnTo>
                    <a:pt x="4801" y="3468"/>
                  </a:lnTo>
                  <a:cubicBezTo>
                    <a:pt x="4809" y="3476"/>
                    <a:pt x="4809" y="3476"/>
                    <a:pt x="4768" y="3525"/>
                  </a:cubicBezTo>
                  <a:cubicBezTo>
                    <a:pt x="4750" y="3543"/>
                    <a:pt x="4741" y="3555"/>
                    <a:pt x="4746" y="3555"/>
                  </a:cubicBezTo>
                  <a:cubicBezTo>
                    <a:pt x="4751" y="3555"/>
                    <a:pt x="4776" y="3537"/>
                    <a:pt x="4825" y="3493"/>
                  </a:cubicBezTo>
                  <a:cubicBezTo>
                    <a:pt x="4848" y="3470"/>
                    <a:pt x="4870" y="3447"/>
                    <a:pt x="4872" y="3447"/>
                  </a:cubicBezTo>
                  <a:lnTo>
                    <a:pt x="4872" y="3447"/>
                  </a:lnTo>
                  <a:cubicBezTo>
                    <a:pt x="4873" y="3447"/>
                    <a:pt x="4861" y="3461"/>
                    <a:pt x="4825" y="3501"/>
                  </a:cubicBezTo>
                  <a:cubicBezTo>
                    <a:pt x="4784" y="3541"/>
                    <a:pt x="4801" y="3549"/>
                    <a:pt x="4817" y="3574"/>
                  </a:cubicBezTo>
                  <a:cubicBezTo>
                    <a:pt x="4826" y="3583"/>
                    <a:pt x="4835" y="3594"/>
                    <a:pt x="4848" y="3594"/>
                  </a:cubicBezTo>
                  <a:cubicBezTo>
                    <a:pt x="4859" y="3594"/>
                    <a:pt x="4872" y="3587"/>
                    <a:pt x="4890" y="3566"/>
                  </a:cubicBezTo>
                  <a:cubicBezTo>
                    <a:pt x="4916" y="3550"/>
                    <a:pt x="4931" y="3542"/>
                    <a:pt x="4933" y="3542"/>
                  </a:cubicBezTo>
                  <a:lnTo>
                    <a:pt x="4933" y="3542"/>
                  </a:lnTo>
                  <a:cubicBezTo>
                    <a:pt x="4936" y="3542"/>
                    <a:pt x="4923" y="3552"/>
                    <a:pt x="4898" y="3574"/>
                  </a:cubicBezTo>
                  <a:cubicBezTo>
                    <a:pt x="4834" y="3631"/>
                    <a:pt x="4808" y="3685"/>
                    <a:pt x="4833" y="3685"/>
                  </a:cubicBezTo>
                  <a:cubicBezTo>
                    <a:pt x="4843" y="3685"/>
                    <a:pt x="4862" y="3676"/>
                    <a:pt x="4890" y="3655"/>
                  </a:cubicBezTo>
                  <a:lnTo>
                    <a:pt x="4890" y="3655"/>
                  </a:lnTo>
                  <a:cubicBezTo>
                    <a:pt x="4898" y="3663"/>
                    <a:pt x="4898" y="3663"/>
                    <a:pt x="4857" y="3712"/>
                  </a:cubicBezTo>
                  <a:cubicBezTo>
                    <a:pt x="4861" y="3712"/>
                    <a:pt x="4864" y="3713"/>
                    <a:pt x="4870" y="3713"/>
                  </a:cubicBezTo>
                  <a:cubicBezTo>
                    <a:pt x="4878" y="3713"/>
                    <a:pt x="4893" y="3710"/>
                    <a:pt x="4922" y="3695"/>
                  </a:cubicBezTo>
                  <a:lnTo>
                    <a:pt x="4963" y="3728"/>
                  </a:lnTo>
                  <a:cubicBezTo>
                    <a:pt x="4964" y="3731"/>
                    <a:pt x="4968" y="3732"/>
                    <a:pt x="4972" y="3732"/>
                  </a:cubicBezTo>
                  <a:cubicBezTo>
                    <a:pt x="4988" y="3732"/>
                    <a:pt x="5019" y="3712"/>
                    <a:pt x="5019" y="3712"/>
                  </a:cubicBezTo>
                  <a:lnTo>
                    <a:pt x="5028" y="3712"/>
                  </a:lnTo>
                  <a:cubicBezTo>
                    <a:pt x="4987" y="3760"/>
                    <a:pt x="5011" y="3785"/>
                    <a:pt x="5044" y="3825"/>
                  </a:cubicBezTo>
                  <a:cubicBezTo>
                    <a:pt x="5076" y="3857"/>
                    <a:pt x="5109" y="3890"/>
                    <a:pt x="5068" y="3939"/>
                  </a:cubicBezTo>
                  <a:cubicBezTo>
                    <a:pt x="5068" y="3939"/>
                    <a:pt x="5069" y="3939"/>
                    <a:pt x="5072" y="3939"/>
                  </a:cubicBezTo>
                  <a:cubicBezTo>
                    <a:pt x="5078" y="3939"/>
                    <a:pt x="5092" y="3936"/>
                    <a:pt x="5125" y="3914"/>
                  </a:cubicBezTo>
                  <a:cubicBezTo>
                    <a:pt x="5175" y="3869"/>
                    <a:pt x="5197" y="3849"/>
                    <a:pt x="5201" y="3849"/>
                  </a:cubicBezTo>
                  <a:lnTo>
                    <a:pt x="5201" y="3849"/>
                  </a:lnTo>
                  <a:cubicBezTo>
                    <a:pt x="5204" y="3849"/>
                    <a:pt x="5196" y="3861"/>
                    <a:pt x="5182" y="3882"/>
                  </a:cubicBezTo>
                  <a:cubicBezTo>
                    <a:pt x="5134" y="3934"/>
                    <a:pt x="5120" y="3964"/>
                    <a:pt x="5134" y="3964"/>
                  </a:cubicBezTo>
                  <a:cubicBezTo>
                    <a:pt x="5144" y="3964"/>
                    <a:pt x="5169" y="3948"/>
                    <a:pt x="5206" y="3914"/>
                  </a:cubicBezTo>
                  <a:lnTo>
                    <a:pt x="5206" y="3914"/>
                  </a:lnTo>
                  <a:lnTo>
                    <a:pt x="5165" y="3963"/>
                  </a:lnTo>
                  <a:cubicBezTo>
                    <a:pt x="5131" y="4001"/>
                    <a:pt x="5121" y="4017"/>
                    <a:pt x="5129" y="4017"/>
                  </a:cubicBezTo>
                  <a:cubicBezTo>
                    <a:pt x="5139" y="4017"/>
                    <a:pt x="5179" y="3988"/>
                    <a:pt x="5230" y="3947"/>
                  </a:cubicBezTo>
                  <a:lnTo>
                    <a:pt x="5230" y="3947"/>
                  </a:lnTo>
                  <a:cubicBezTo>
                    <a:pt x="5206" y="3983"/>
                    <a:pt x="5177" y="4015"/>
                    <a:pt x="5185" y="4015"/>
                  </a:cubicBezTo>
                  <a:cubicBezTo>
                    <a:pt x="5187" y="4015"/>
                    <a:pt x="5194" y="4012"/>
                    <a:pt x="5206" y="4003"/>
                  </a:cubicBezTo>
                  <a:lnTo>
                    <a:pt x="5206" y="4003"/>
                  </a:lnTo>
                  <a:cubicBezTo>
                    <a:pt x="5206" y="4012"/>
                    <a:pt x="5206" y="4012"/>
                    <a:pt x="5125" y="4093"/>
                  </a:cubicBezTo>
                  <a:cubicBezTo>
                    <a:pt x="5076" y="4133"/>
                    <a:pt x="5036" y="4174"/>
                    <a:pt x="5044" y="4182"/>
                  </a:cubicBezTo>
                  <a:cubicBezTo>
                    <a:pt x="5044" y="4182"/>
                    <a:pt x="5044" y="4183"/>
                    <a:pt x="5045" y="4183"/>
                  </a:cubicBezTo>
                  <a:cubicBezTo>
                    <a:pt x="5051" y="4183"/>
                    <a:pt x="5095" y="4138"/>
                    <a:pt x="5133" y="4101"/>
                  </a:cubicBezTo>
                  <a:lnTo>
                    <a:pt x="5141" y="4117"/>
                  </a:lnTo>
                  <a:cubicBezTo>
                    <a:pt x="5141" y="4117"/>
                    <a:pt x="5149" y="4117"/>
                    <a:pt x="5190" y="4076"/>
                  </a:cubicBezTo>
                  <a:cubicBezTo>
                    <a:pt x="5219" y="4047"/>
                    <a:pt x="5231" y="4043"/>
                    <a:pt x="5236" y="4043"/>
                  </a:cubicBezTo>
                  <a:cubicBezTo>
                    <a:pt x="5238" y="4043"/>
                    <a:pt x="5238" y="4044"/>
                    <a:pt x="5238" y="4044"/>
                  </a:cubicBezTo>
                  <a:cubicBezTo>
                    <a:pt x="5225" y="4059"/>
                    <a:pt x="5222" y="4066"/>
                    <a:pt x="5224" y="4066"/>
                  </a:cubicBezTo>
                  <a:cubicBezTo>
                    <a:pt x="5228" y="4066"/>
                    <a:pt x="5259" y="4037"/>
                    <a:pt x="5287" y="4003"/>
                  </a:cubicBezTo>
                  <a:cubicBezTo>
                    <a:pt x="5324" y="3966"/>
                    <a:pt x="5361" y="3929"/>
                    <a:pt x="5373" y="3929"/>
                  </a:cubicBezTo>
                  <a:cubicBezTo>
                    <a:pt x="5375" y="3929"/>
                    <a:pt x="5375" y="3930"/>
                    <a:pt x="5376" y="3930"/>
                  </a:cubicBezTo>
                  <a:lnTo>
                    <a:pt x="5457" y="3841"/>
                  </a:lnTo>
                  <a:cubicBezTo>
                    <a:pt x="5522" y="3793"/>
                    <a:pt x="5579" y="3736"/>
                    <a:pt x="5619" y="3663"/>
                  </a:cubicBezTo>
                  <a:cubicBezTo>
                    <a:pt x="5635" y="3622"/>
                    <a:pt x="5653" y="3584"/>
                    <a:pt x="5643" y="3584"/>
                  </a:cubicBezTo>
                  <a:lnTo>
                    <a:pt x="5643" y="3584"/>
                  </a:lnTo>
                  <a:cubicBezTo>
                    <a:pt x="5636" y="3584"/>
                    <a:pt x="5620" y="3597"/>
                    <a:pt x="5587" y="3630"/>
                  </a:cubicBezTo>
                  <a:cubicBezTo>
                    <a:pt x="5587" y="3630"/>
                    <a:pt x="5549" y="3656"/>
                    <a:pt x="5540" y="3656"/>
                  </a:cubicBezTo>
                  <a:cubicBezTo>
                    <a:pt x="5539" y="3656"/>
                    <a:pt x="5538" y="3656"/>
                    <a:pt x="5538" y="3655"/>
                  </a:cubicBezTo>
                  <a:cubicBezTo>
                    <a:pt x="5530" y="3655"/>
                    <a:pt x="5571" y="3606"/>
                    <a:pt x="5571" y="3606"/>
                  </a:cubicBezTo>
                  <a:cubicBezTo>
                    <a:pt x="5611" y="3566"/>
                    <a:pt x="5587" y="3541"/>
                    <a:pt x="5563" y="3509"/>
                  </a:cubicBezTo>
                  <a:cubicBezTo>
                    <a:pt x="5538" y="3476"/>
                    <a:pt x="5522" y="3460"/>
                    <a:pt x="5555" y="3412"/>
                  </a:cubicBezTo>
                  <a:cubicBezTo>
                    <a:pt x="5595" y="3363"/>
                    <a:pt x="5587" y="3355"/>
                    <a:pt x="5587" y="3355"/>
                  </a:cubicBezTo>
                  <a:lnTo>
                    <a:pt x="5587" y="3355"/>
                  </a:lnTo>
                  <a:cubicBezTo>
                    <a:pt x="5573" y="3371"/>
                    <a:pt x="5561" y="3377"/>
                    <a:pt x="5549" y="3377"/>
                  </a:cubicBezTo>
                  <a:cubicBezTo>
                    <a:pt x="5525" y="3377"/>
                    <a:pt x="5503" y="3352"/>
                    <a:pt x="5482" y="3330"/>
                  </a:cubicBezTo>
                  <a:cubicBezTo>
                    <a:pt x="5459" y="3302"/>
                    <a:pt x="5432" y="3273"/>
                    <a:pt x="5403" y="3273"/>
                  </a:cubicBezTo>
                  <a:cubicBezTo>
                    <a:pt x="5392" y="3273"/>
                    <a:pt x="5380" y="3278"/>
                    <a:pt x="5368" y="3290"/>
                  </a:cubicBezTo>
                  <a:lnTo>
                    <a:pt x="5360" y="3282"/>
                  </a:lnTo>
                  <a:cubicBezTo>
                    <a:pt x="5400" y="3233"/>
                    <a:pt x="5392" y="3225"/>
                    <a:pt x="5376" y="3217"/>
                  </a:cubicBezTo>
                  <a:lnTo>
                    <a:pt x="5376" y="3217"/>
                  </a:lnTo>
                  <a:cubicBezTo>
                    <a:pt x="5352" y="3233"/>
                    <a:pt x="5338" y="3237"/>
                    <a:pt x="5330" y="3237"/>
                  </a:cubicBezTo>
                  <a:cubicBezTo>
                    <a:pt x="5321" y="3237"/>
                    <a:pt x="5319" y="3233"/>
                    <a:pt x="5319" y="3233"/>
                  </a:cubicBezTo>
                  <a:cubicBezTo>
                    <a:pt x="5360" y="3193"/>
                    <a:pt x="5352" y="3185"/>
                    <a:pt x="5344" y="3176"/>
                  </a:cubicBezTo>
                  <a:cubicBezTo>
                    <a:pt x="5337" y="3170"/>
                    <a:pt x="5334" y="3166"/>
                    <a:pt x="5329" y="3166"/>
                  </a:cubicBezTo>
                  <a:cubicBezTo>
                    <a:pt x="5321" y="3166"/>
                    <a:pt x="5312" y="3176"/>
                    <a:pt x="5287" y="3201"/>
                  </a:cubicBezTo>
                  <a:cubicBezTo>
                    <a:pt x="5263" y="3176"/>
                    <a:pt x="5255" y="3128"/>
                    <a:pt x="5271" y="3095"/>
                  </a:cubicBezTo>
                  <a:cubicBezTo>
                    <a:pt x="5282" y="3079"/>
                    <a:pt x="5284" y="3073"/>
                    <a:pt x="5281" y="3073"/>
                  </a:cubicBezTo>
                  <a:lnTo>
                    <a:pt x="5281" y="3073"/>
                  </a:lnTo>
                  <a:cubicBezTo>
                    <a:pt x="5275" y="3073"/>
                    <a:pt x="5246" y="3098"/>
                    <a:pt x="5214" y="3120"/>
                  </a:cubicBezTo>
                  <a:cubicBezTo>
                    <a:pt x="5173" y="3168"/>
                    <a:pt x="5125" y="3201"/>
                    <a:pt x="5117" y="3201"/>
                  </a:cubicBezTo>
                  <a:lnTo>
                    <a:pt x="5206" y="3112"/>
                  </a:lnTo>
                  <a:cubicBezTo>
                    <a:pt x="5246" y="3071"/>
                    <a:pt x="5246" y="3071"/>
                    <a:pt x="5238" y="3063"/>
                  </a:cubicBezTo>
                  <a:lnTo>
                    <a:pt x="5230" y="3055"/>
                  </a:lnTo>
                  <a:cubicBezTo>
                    <a:pt x="5216" y="3069"/>
                    <a:pt x="5202" y="3076"/>
                    <a:pt x="5189" y="3076"/>
                  </a:cubicBezTo>
                  <a:cubicBezTo>
                    <a:pt x="5166" y="3076"/>
                    <a:pt x="5146" y="3056"/>
                    <a:pt x="5125" y="3030"/>
                  </a:cubicBezTo>
                  <a:cubicBezTo>
                    <a:pt x="5095" y="3001"/>
                    <a:pt x="5078" y="2983"/>
                    <a:pt x="5059" y="2983"/>
                  </a:cubicBezTo>
                  <a:cubicBezTo>
                    <a:pt x="5047" y="2983"/>
                    <a:pt x="5035" y="2990"/>
                    <a:pt x="5019" y="3006"/>
                  </a:cubicBezTo>
                  <a:cubicBezTo>
                    <a:pt x="5001" y="3028"/>
                    <a:pt x="4990" y="3038"/>
                    <a:pt x="4985" y="3038"/>
                  </a:cubicBezTo>
                  <a:cubicBezTo>
                    <a:pt x="4978" y="3038"/>
                    <a:pt x="4982" y="3022"/>
                    <a:pt x="4995" y="2990"/>
                  </a:cubicBezTo>
                  <a:cubicBezTo>
                    <a:pt x="5055" y="2876"/>
                    <a:pt x="5075" y="2838"/>
                    <a:pt x="5069" y="2838"/>
                  </a:cubicBezTo>
                  <a:lnTo>
                    <a:pt x="5069" y="2838"/>
                  </a:lnTo>
                  <a:cubicBezTo>
                    <a:pt x="5066" y="2838"/>
                    <a:pt x="5057" y="2847"/>
                    <a:pt x="5044" y="2860"/>
                  </a:cubicBezTo>
                  <a:cubicBezTo>
                    <a:pt x="5044" y="2868"/>
                    <a:pt x="5011" y="2909"/>
                    <a:pt x="4971" y="2958"/>
                  </a:cubicBezTo>
                  <a:cubicBezTo>
                    <a:pt x="4932" y="2996"/>
                    <a:pt x="4910" y="3016"/>
                    <a:pt x="4905" y="3016"/>
                  </a:cubicBezTo>
                  <a:cubicBezTo>
                    <a:pt x="4900" y="3016"/>
                    <a:pt x="4916" y="2992"/>
                    <a:pt x="4955" y="2941"/>
                  </a:cubicBezTo>
                  <a:cubicBezTo>
                    <a:pt x="5003" y="2887"/>
                    <a:pt x="4979" y="2854"/>
                    <a:pt x="4933" y="2854"/>
                  </a:cubicBezTo>
                  <a:cubicBezTo>
                    <a:pt x="4904" y="2854"/>
                    <a:pt x="4865" y="2869"/>
                    <a:pt x="4833" y="2901"/>
                  </a:cubicBezTo>
                  <a:cubicBezTo>
                    <a:pt x="4849" y="2885"/>
                    <a:pt x="4841" y="2893"/>
                    <a:pt x="4873" y="2860"/>
                  </a:cubicBezTo>
                  <a:cubicBezTo>
                    <a:pt x="4914" y="2812"/>
                    <a:pt x="4906" y="2803"/>
                    <a:pt x="4882" y="2787"/>
                  </a:cubicBezTo>
                  <a:lnTo>
                    <a:pt x="4865" y="2771"/>
                  </a:lnTo>
                  <a:cubicBezTo>
                    <a:pt x="4841" y="2800"/>
                    <a:pt x="4826" y="2811"/>
                    <a:pt x="4818" y="2811"/>
                  </a:cubicBezTo>
                  <a:cubicBezTo>
                    <a:pt x="4800" y="2811"/>
                    <a:pt x="4811" y="2766"/>
                    <a:pt x="4833" y="2739"/>
                  </a:cubicBezTo>
                  <a:cubicBezTo>
                    <a:pt x="4873" y="2682"/>
                    <a:pt x="4873" y="2682"/>
                    <a:pt x="4857" y="2674"/>
                  </a:cubicBezTo>
                  <a:lnTo>
                    <a:pt x="4857" y="2674"/>
                  </a:lnTo>
                  <a:cubicBezTo>
                    <a:pt x="4828" y="2697"/>
                    <a:pt x="4810" y="2707"/>
                    <a:pt x="4799" y="2707"/>
                  </a:cubicBezTo>
                  <a:cubicBezTo>
                    <a:pt x="4777" y="2707"/>
                    <a:pt x="4789" y="2666"/>
                    <a:pt x="4817" y="2633"/>
                  </a:cubicBezTo>
                  <a:cubicBezTo>
                    <a:pt x="4817" y="2633"/>
                    <a:pt x="4809" y="2625"/>
                    <a:pt x="4809" y="2625"/>
                  </a:cubicBezTo>
                  <a:cubicBezTo>
                    <a:pt x="4782" y="2648"/>
                    <a:pt x="4767" y="2653"/>
                    <a:pt x="4758" y="2653"/>
                  </a:cubicBezTo>
                  <a:cubicBezTo>
                    <a:pt x="4751" y="2653"/>
                    <a:pt x="4747" y="2649"/>
                    <a:pt x="4744" y="2649"/>
                  </a:cubicBezTo>
                  <a:cubicBezTo>
                    <a:pt x="4737" y="2642"/>
                    <a:pt x="4731" y="2637"/>
                    <a:pt x="4725" y="2637"/>
                  </a:cubicBezTo>
                  <a:cubicBezTo>
                    <a:pt x="4716" y="2637"/>
                    <a:pt x="4705" y="2646"/>
                    <a:pt x="4687" y="2674"/>
                  </a:cubicBezTo>
                  <a:cubicBezTo>
                    <a:pt x="4646" y="2722"/>
                    <a:pt x="4614" y="2763"/>
                    <a:pt x="4606" y="2763"/>
                  </a:cubicBezTo>
                  <a:lnTo>
                    <a:pt x="4646" y="2714"/>
                  </a:lnTo>
                  <a:cubicBezTo>
                    <a:pt x="4687" y="2674"/>
                    <a:pt x="4671" y="2658"/>
                    <a:pt x="4646" y="2633"/>
                  </a:cubicBezTo>
                  <a:cubicBezTo>
                    <a:pt x="4622" y="2609"/>
                    <a:pt x="4606" y="2593"/>
                    <a:pt x="4638" y="2544"/>
                  </a:cubicBezTo>
                  <a:lnTo>
                    <a:pt x="4638" y="2544"/>
                  </a:lnTo>
                  <a:lnTo>
                    <a:pt x="4598" y="2585"/>
                  </a:lnTo>
                  <a:cubicBezTo>
                    <a:pt x="4576" y="2603"/>
                    <a:pt x="4564" y="2611"/>
                    <a:pt x="4561" y="2611"/>
                  </a:cubicBezTo>
                  <a:cubicBezTo>
                    <a:pt x="4557" y="2611"/>
                    <a:pt x="4567" y="2599"/>
                    <a:pt x="4590" y="2576"/>
                  </a:cubicBezTo>
                  <a:cubicBezTo>
                    <a:pt x="4612" y="2543"/>
                    <a:pt x="4607" y="2521"/>
                    <a:pt x="4587" y="2521"/>
                  </a:cubicBezTo>
                  <a:cubicBezTo>
                    <a:pt x="4577" y="2521"/>
                    <a:pt x="4564" y="2526"/>
                    <a:pt x="4549" y="2536"/>
                  </a:cubicBezTo>
                  <a:lnTo>
                    <a:pt x="4533" y="2528"/>
                  </a:lnTo>
                  <a:cubicBezTo>
                    <a:pt x="4573" y="2474"/>
                    <a:pt x="4586" y="2445"/>
                    <a:pt x="4576" y="2445"/>
                  </a:cubicBezTo>
                  <a:lnTo>
                    <a:pt x="4576" y="2445"/>
                  </a:lnTo>
                  <a:cubicBezTo>
                    <a:pt x="4568" y="2445"/>
                    <a:pt x="4545" y="2464"/>
                    <a:pt x="4509" y="2503"/>
                  </a:cubicBezTo>
                  <a:cubicBezTo>
                    <a:pt x="4549" y="2455"/>
                    <a:pt x="4541" y="2455"/>
                    <a:pt x="4533" y="2447"/>
                  </a:cubicBezTo>
                  <a:lnTo>
                    <a:pt x="4533" y="2447"/>
                  </a:lnTo>
                  <a:cubicBezTo>
                    <a:pt x="4516" y="2458"/>
                    <a:pt x="4503" y="2464"/>
                    <a:pt x="4494" y="2464"/>
                  </a:cubicBezTo>
                  <a:cubicBezTo>
                    <a:pt x="4479" y="2464"/>
                    <a:pt x="4480" y="2446"/>
                    <a:pt x="4501" y="2414"/>
                  </a:cubicBezTo>
                  <a:lnTo>
                    <a:pt x="4501" y="2406"/>
                  </a:lnTo>
                  <a:cubicBezTo>
                    <a:pt x="4467" y="2434"/>
                    <a:pt x="4457" y="2443"/>
                    <a:pt x="4451" y="2443"/>
                  </a:cubicBezTo>
                  <a:cubicBezTo>
                    <a:pt x="4448" y="2443"/>
                    <a:pt x="4446" y="2441"/>
                    <a:pt x="4444" y="2439"/>
                  </a:cubicBezTo>
                  <a:cubicBezTo>
                    <a:pt x="4441" y="2439"/>
                    <a:pt x="4439" y="2438"/>
                    <a:pt x="4436" y="2438"/>
                  </a:cubicBezTo>
                  <a:cubicBezTo>
                    <a:pt x="4428" y="2438"/>
                    <a:pt x="4416" y="2442"/>
                    <a:pt x="4387" y="2471"/>
                  </a:cubicBezTo>
                  <a:cubicBezTo>
                    <a:pt x="4358" y="2500"/>
                    <a:pt x="4346" y="2504"/>
                    <a:pt x="4341" y="2504"/>
                  </a:cubicBezTo>
                  <a:cubicBezTo>
                    <a:pt x="4339" y="2504"/>
                    <a:pt x="4338" y="2503"/>
                    <a:pt x="4338" y="2503"/>
                  </a:cubicBezTo>
                  <a:cubicBezTo>
                    <a:pt x="4330" y="2503"/>
                    <a:pt x="4379" y="2463"/>
                    <a:pt x="4419" y="2422"/>
                  </a:cubicBezTo>
                  <a:cubicBezTo>
                    <a:pt x="4443" y="2403"/>
                    <a:pt x="4451" y="2389"/>
                    <a:pt x="4444" y="2389"/>
                  </a:cubicBezTo>
                  <a:lnTo>
                    <a:pt x="4444" y="2389"/>
                  </a:lnTo>
                  <a:cubicBezTo>
                    <a:pt x="4435" y="2389"/>
                    <a:pt x="4409" y="2405"/>
                    <a:pt x="4363" y="2447"/>
                  </a:cubicBezTo>
                  <a:cubicBezTo>
                    <a:pt x="4315" y="2482"/>
                    <a:pt x="4291" y="2500"/>
                    <a:pt x="4289" y="2500"/>
                  </a:cubicBezTo>
                  <a:cubicBezTo>
                    <a:pt x="4287" y="2500"/>
                    <a:pt x="4309" y="2480"/>
                    <a:pt x="4355" y="2439"/>
                  </a:cubicBezTo>
                  <a:cubicBezTo>
                    <a:pt x="4383" y="2410"/>
                    <a:pt x="4416" y="2381"/>
                    <a:pt x="4415" y="2381"/>
                  </a:cubicBezTo>
                  <a:lnTo>
                    <a:pt x="4415" y="2381"/>
                  </a:lnTo>
                  <a:cubicBezTo>
                    <a:pt x="4415" y="2381"/>
                    <a:pt x="4409" y="2386"/>
                    <a:pt x="4395" y="2398"/>
                  </a:cubicBezTo>
                  <a:cubicBezTo>
                    <a:pt x="4395" y="2398"/>
                    <a:pt x="4393" y="2395"/>
                    <a:pt x="4387" y="2395"/>
                  </a:cubicBezTo>
                  <a:cubicBezTo>
                    <a:pt x="4380" y="2395"/>
                    <a:pt x="4366" y="2401"/>
                    <a:pt x="4346" y="2431"/>
                  </a:cubicBezTo>
                  <a:lnTo>
                    <a:pt x="4330" y="2414"/>
                  </a:lnTo>
                  <a:cubicBezTo>
                    <a:pt x="4355" y="2358"/>
                    <a:pt x="4346" y="2349"/>
                    <a:pt x="4338" y="2349"/>
                  </a:cubicBezTo>
                  <a:lnTo>
                    <a:pt x="4338" y="2349"/>
                  </a:lnTo>
                  <a:cubicBezTo>
                    <a:pt x="4319" y="2369"/>
                    <a:pt x="4309" y="2379"/>
                    <a:pt x="4307" y="2379"/>
                  </a:cubicBezTo>
                  <a:cubicBezTo>
                    <a:pt x="4305" y="2379"/>
                    <a:pt x="4313" y="2367"/>
                    <a:pt x="4330" y="2341"/>
                  </a:cubicBezTo>
                  <a:cubicBezTo>
                    <a:pt x="4348" y="2320"/>
                    <a:pt x="4357" y="2306"/>
                    <a:pt x="4354" y="2306"/>
                  </a:cubicBezTo>
                  <a:lnTo>
                    <a:pt x="4354" y="2306"/>
                  </a:lnTo>
                  <a:cubicBezTo>
                    <a:pt x="4351" y="2306"/>
                    <a:pt x="4330" y="2328"/>
                    <a:pt x="4290" y="2382"/>
                  </a:cubicBezTo>
                  <a:cubicBezTo>
                    <a:pt x="4269" y="2399"/>
                    <a:pt x="4257" y="2408"/>
                    <a:pt x="4253" y="2408"/>
                  </a:cubicBezTo>
                  <a:cubicBezTo>
                    <a:pt x="4247" y="2408"/>
                    <a:pt x="4255" y="2393"/>
                    <a:pt x="4274" y="2366"/>
                  </a:cubicBezTo>
                  <a:cubicBezTo>
                    <a:pt x="4318" y="2307"/>
                    <a:pt x="4332" y="2283"/>
                    <a:pt x="4329" y="2283"/>
                  </a:cubicBezTo>
                  <a:lnTo>
                    <a:pt x="4329" y="2283"/>
                  </a:lnTo>
                  <a:cubicBezTo>
                    <a:pt x="4328" y="2283"/>
                    <a:pt x="4319" y="2293"/>
                    <a:pt x="4306" y="2309"/>
                  </a:cubicBezTo>
                  <a:cubicBezTo>
                    <a:pt x="4257" y="2349"/>
                    <a:pt x="4257" y="2349"/>
                    <a:pt x="4257" y="2349"/>
                  </a:cubicBezTo>
                  <a:cubicBezTo>
                    <a:pt x="4290" y="2301"/>
                    <a:pt x="4241" y="2252"/>
                    <a:pt x="4192" y="2212"/>
                  </a:cubicBezTo>
                  <a:cubicBezTo>
                    <a:pt x="4192" y="2211"/>
                    <a:pt x="4191" y="2211"/>
                    <a:pt x="4190" y="2211"/>
                  </a:cubicBezTo>
                  <a:cubicBezTo>
                    <a:pt x="4177" y="2211"/>
                    <a:pt x="4140" y="2248"/>
                    <a:pt x="4103" y="2293"/>
                  </a:cubicBezTo>
                  <a:cubicBezTo>
                    <a:pt x="4093" y="2305"/>
                    <a:pt x="4085" y="2315"/>
                    <a:pt x="4079" y="2323"/>
                  </a:cubicBezTo>
                  <a:lnTo>
                    <a:pt x="4079" y="2323"/>
                  </a:lnTo>
                  <a:cubicBezTo>
                    <a:pt x="4086" y="2312"/>
                    <a:pt x="4095" y="2299"/>
                    <a:pt x="4103" y="2285"/>
                  </a:cubicBezTo>
                  <a:cubicBezTo>
                    <a:pt x="4157" y="2210"/>
                    <a:pt x="4179" y="2171"/>
                    <a:pt x="4174" y="2171"/>
                  </a:cubicBezTo>
                  <a:lnTo>
                    <a:pt x="4174" y="2171"/>
                  </a:lnTo>
                  <a:cubicBezTo>
                    <a:pt x="4168" y="2171"/>
                    <a:pt x="4138" y="2206"/>
                    <a:pt x="4087" y="2276"/>
                  </a:cubicBezTo>
                  <a:cubicBezTo>
                    <a:pt x="4055" y="2324"/>
                    <a:pt x="4039" y="2348"/>
                    <a:pt x="4037" y="2348"/>
                  </a:cubicBezTo>
                  <a:cubicBezTo>
                    <a:pt x="4036" y="2348"/>
                    <a:pt x="4050" y="2322"/>
                    <a:pt x="4079" y="2268"/>
                  </a:cubicBezTo>
                  <a:cubicBezTo>
                    <a:pt x="4096" y="2243"/>
                    <a:pt x="4104" y="2231"/>
                    <a:pt x="4102" y="2231"/>
                  </a:cubicBezTo>
                  <a:lnTo>
                    <a:pt x="4102" y="2231"/>
                  </a:lnTo>
                  <a:cubicBezTo>
                    <a:pt x="4100" y="2231"/>
                    <a:pt x="4090" y="2241"/>
                    <a:pt x="4071" y="2260"/>
                  </a:cubicBezTo>
                  <a:cubicBezTo>
                    <a:pt x="4051" y="2283"/>
                    <a:pt x="4041" y="2294"/>
                    <a:pt x="4040" y="2294"/>
                  </a:cubicBezTo>
                  <a:cubicBezTo>
                    <a:pt x="4038" y="2294"/>
                    <a:pt x="4046" y="2281"/>
                    <a:pt x="4063" y="2260"/>
                  </a:cubicBezTo>
                  <a:cubicBezTo>
                    <a:pt x="4086" y="2220"/>
                    <a:pt x="4109" y="2184"/>
                    <a:pt x="4109" y="2184"/>
                  </a:cubicBezTo>
                  <a:lnTo>
                    <a:pt x="4109" y="2184"/>
                  </a:lnTo>
                  <a:cubicBezTo>
                    <a:pt x="4108" y="2184"/>
                    <a:pt x="4104" y="2189"/>
                    <a:pt x="4095" y="2203"/>
                  </a:cubicBezTo>
                  <a:cubicBezTo>
                    <a:pt x="4095" y="2203"/>
                    <a:pt x="4087" y="2195"/>
                    <a:pt x="4119" y="2147"/>
                  </a:cubicBezTo>
                  <a:cubicBezTo>
                    <a:pt x="4131" y="2127"/>
                    <a:pt x="4132" y="2119"/>
                    <a:pt x="4128" y="2119"/>
                  </a:cubicBezTo>
                  <a:lnTo>
                    <a:pt x="4128" y="2119"/>
                  </a:lnTo>
                  <a:cubicBezTo>
                    <a:pt x="4119" y="2119"/>
                    <a:pt x="4089" y="2147"/>
                    <a:pt x="4063" y="2179"/>
                  </a:cubicBezTo>
                  <a:cubicBezTo>
                    <a:pt x="4020" y="2214"/>
                    <a:pt x="3996" y="2232"/>
                    <a:pt x="3991" y="2232"/>
                  </a:cubicBezTo>
                  <a:cubicBezTo>
                    <a:pt x="3986" y="2232"/>
                    <a:pt x="4004" y="2210"/>
                    <a:pt x="4046" y="2163"/>
                  </a:cubicBezTo>
                  <a:cubicBezTo>
                    <a:pt x="4083" y="2122"/>
                    <a:pt x="4090" y="2104"/>
                    <a:pt x="4079" y="2104"/>
                  </a:cubicBezTo>
                  <a:cubicBezTo>
                    <a:pt x="4065" y="2104"/>
                    <a:pt x="4026" y="2131"/>
                    <a:pt x="3982" y="2179"/>
                  </a:cubicBezTo>
                  <a:cubicBezTo>
                    <a:pt x="3969" y="2193"/>
                    <a:pt x="3959" y="2205"/>
                    <a:pt x="3950" y="2214"/>
                  </a:cubicBezTo>
                  <a:lnTo>
                    <a:pt x="3950" y="2214"/>
                  </a:lnTo>
                  <a:cubicBezTo>
                    <a:pt x="3972" y="2178"/>
                    <a:pt x="3965" y="2171"/>
                    <a:pt x="3965" y="2171"/>
                  </a:cubicBezTo>
                  <a:cubicBezTo>
                    <a:pt x="3965" y="2171"/>
                    <a:pt x="3957" y="2163"/>
                    <a:pt x="3998" y="2114"/>
                  </a:cubicBezTo>
                  <a:cubicBezTo>
                    <a:pt x="3998" y="2114"/>
                    <a:pt x="3997" y="2114"/>
                    <a:pt x="3995" y="2114"/>
                  </a:cubicBezTo>
                  <a:cubicBezTo>
                    <a:pt x="3990" y="2114"/>
                    <a:pt x="3976" y="2118"/>
                    <a:pt x="3941" y="2147"/>
                  </a:cubicBezTo>
                  <a:cubicBezTo>
                    <a:pt x="3914" y="2173"/>
                    <a:pt x="3898" y="2185"/>
                    <a:pt x="3891" y="2185"/>
                  </a:cubicBezTo>
                  <a:cubicBezTo>
                    <a:pt x="3876" y="2185"/>
                    <a:pt x="3898" y="2136"/>
                    <a:pt x="3941" y="2066"/>
                  </a:cubicBezTo>
                  <a:lnTo>
                    <a:pt x="3941" y="2066"/>
                  </a:lnTo>
                  <a:lnTo>
                    <a:pt x="3892" y="2106"/>
                  </a:lnTo>
                  <a:cubicBezTo>
                    <a:pt x="3848" y="2160"/>
                    <a:pt x="3813" y="2197"/>
                    <a:pt x="3808" y="2197"/>
                  </a:cubicBezTo>
                  <a:cubicBezTo>
                    <a:pt x="3805" y="2197"/>
                    <a:pt x="3815" y="2182"/>
                    <a:pt x="3844" y="2147"/>
                  </a:cubicBezTo>
                  <a:lnTo>
                    <a:pt x="3884" y="2098"/>
                  </a:lnTo>
                  <a:lnTo>
                    <a:pt x="3884" y="2098"/>
                  </a:lnTo>
                  <a:cubicBezTo>
                    <a:pt x="3857" y="2128"/>
                    <a:pt x="3841" y="2140"/>
                    <a:pt x="3834" y="2140"/>
                  </a:cubicBezTo>
                  <a:cubicBezTo>
                    <a:pt x="3820" y="2140"/>
                    <a:pt x="3844" y="2090"/>
                    <a:pt x="3892" y="2025"/>
                  </a:cubicBezTo>
                  <a:cubicBezTo>
                    <a:pt x="3925" y="1976"/>
                    <a:pt x="3925" y="1976"/>
                    <a:pt x="3925" y="1968"/>
                  </a:cubicBezTo>
                  <a:lnTo>
                    <a:pt x="3925" y="1968"/>
                  </a:lnTo>
                  <a:lnTo>
                    <a:pt x="3884" y="2017"/>
                  </a:lnTo>
                  <a:cubicBezTo>
                    <a:pt x="3854" y="2062"/>
                    <a:pt x="3817" y="2107"/>
                    <a:pt x="3812" y="2107"/>
                  </a:cubicBezTo>
                  <a:cubicBezTo>
                    <a:pt x="3812" y="2107"/>
                    <a:pt x="3811" y="2107"/>
                    <a:pt x="3811" y="2106"/>
                  </a:cubicBezTo>
                  <a:cubicBezTo>
                    <a:pt x="3803" y="2106"/>
                    <a:pt x="3795" y="2098"/>
                    <a:pt x="3836" y="2049"/>
                  </a:cubicBezTo>
                  <a:cubicBezTo>
                    <a:pt x="3853" y="2014"/>
                    <a:pt x="3876" y="1974"/>
                    <a:pt x="3874" y="1974"/>
                  </a:cubicBezTo>
                  <a:lnTo>
                    <a:pt x="3874" y="1974"/>
                  </a:lnTo>
                  <a:cubicBezTo>
                    <a:pt x="3873" y="1974"/>
                    <a:pt x="3869" y="1980"/>
                    <a:pt x="3860" y="1993"/>
                  </a:cubicBezTo>
                  <a:cubicBezTo>
                    <a:pt x="3860" y="1993"/>
                    <a:pt x="3852" y="1993"/>
                    <a:pt x="3884" y="1936"/>
                  </a:cubicBezTo>
                  <a:lnTo>
                    <a:pt x="3860" y="1920"/>
                  </a:lnTo>
                  <a:cubicBezTo>
                    <a:pt x="3842" y="1937"/>
                    <a:pt x="3830" y="1946"/>
                    <a:pt x="3824" y="1946"/>
                  </a:cubicBezTo>
                  <a:cubicBezTo>
                    <a:pt x="3816" y="1946"/>
                    <a:pt x="3821" y="1931"/>
                    <a:pt x="3844" y="1904"/>
                  </a:cubicBezTo>
                  <a:cubicBezTo>
                    <a:pt x="3844" y="1904"/>
                    <a:pt x="3842" y="1903"/>
                    <a:pt x="3840" y="1903"/>
                  </a:cubicBezTo>
                  <a:cubicBezTo>
                    <a:pt x="3833" y="1903"/>
                    <a:pt x="3816" y="1907"/>
                    <a:pt x="3787" y="1936"/>
                  </a:cubicBezTo>
                  <a:cubicBezTo>
                    <a:pt x="3779" y="1928"/>
                    <a:pt x="3771" y="1920"/>
                    <a:pt x="3803" y="1871"/>
                  </a:cubicBezTo>
                  <a:lnTo>
                    <a:pt x="3803" y="1871"/>
                  </a:lnTo>
                  <a:cubicBezTo>
                    <a:pt x="3778" y="1901"/>
                    <a:pt x="3769" y="1910"/>
                    <a:pt x="3763" y="1910"/>
                  </a:cubicBezTo>
                  <a:cubicBezTo>
                    <a:pt x="3760" y="1910"/>
                    <a:pt x="3758" y="1907"/>
                    <a:pt x="3755" y="1904"/>
                  </a:cubicBezTo>
                  <a:lnTo>
                    <a:pt x="3738" y="1895"/>
                  </a:lnTo>
                  <a:cubicBezTo>
                    <a:pt x="3715" y="1930"/>
                    <a:pt x="3709" y="1940"/>
                    <a:pt x="3704" y="1940"/>
                  </a:cubicBezTo>
                  <a:cubicBezTo>
                    <a:pt x="3702" y="1940"/>
                    <a:pt x="3700" y="1938"/>
                    <a:pt x="3698" y="1936"/>
                  </a:cubicBezTo>
                  <a:cubicBezTo>
                    <a:pt x="3698" y="1936"/>
                    <a:pt x="3714" y="1871"/>
                    <a:pt x="3706" y="1871"/>
                  </a:cubicBezTo>
                  <a:cubicBezTo>
                    <a:pt x="3700" y="1865"/>
                    <a:pt x="3696" y="1861"/>
                    <a:pt x="3692" y="1861"/>
                  </a:cubicBezTo>
                  <a:cubicBezTo>
                    <a:pt x="3685" y="1861"/>
                    <a:pt x="3678" y="1873"/>
                    <a:pt x="3657" y="1904"/>
                  </a:cubicBezTo>
                  <a:cubicBezTo>
                    <a:pt x="3649" y="1895"/>
                    <a:pt x="3665" y="1831"/>
                    <a:pt x="3649" y="1822"/>
                  </a:cubicBezTo>
                  <a:cubicBezTo>
                    <a:pt x="3639" y="1812"/>
                    <a:pt x="3633" y="1806"/>
                    <a:pt x="3627" y="1806"/>
                  </a:cubicBezTo>
                  <a:cubicBezTo>
                    <a:pt x="3619" y="1806"/>
                    <a:pt x="3611" y="1818"/>
                    <a:pt x="3592" y="1847"/>
                  </a:cubicBezTo>
                  <a:cubicBezTo>
                    <a:pt x="3561" y="1897"/>
                    <a:pt x="3543" y="1922"/>
                    <a:pt x="3540" y="1922"/>
                  </a:cubicBezTo>
                  <a:cubicBezTo>
                    <a:pt x="3537" y="1922"/>
                    <a:pt x="3551" y="1893"/>
                    <a:pt x="3584" y="1839"/>
                  </a:cubicBezTo>
                  <a:cubicBezTo>
                    <a:pt x="3618" y="1776"/>
                    <a:pt x="3632" y="1750"/>
                    <a:pt x="3629" y="1750"/>
                  </a:cubicBezTo>
                  <a:lnTo>
                    <a:pt x="3629" y="1750"/>
                  </a:lnTo>
                  <a:cubicBezTo>
                    <a:pt x="3627" y="1750"/>
                    <a:pt x="3617" y="1762"/>
                    <a:pt x="3601" y="1782"/>
                  </a:cubicBezTo>
                  <a:cubicBezTo>
                    <a:pt x="3573" y="1810"/>
                    <a:pt x="3564" y="1819"/>
                    <a:pt x="3559" y="1819"/>
                  </a:cubicBezTo>
                  <a:cubicBezTo>
                    <a:pt x="3556" y="1819"/>
                    <a:pt x="3554" y="1817"/>
                    <a:pt x="3552" y="1814"/>
                  </a:cubicBezTo>
                  <a:cubicBezTo>
                    <a:pt x="3574" y="1792"/>
                    <a:pt x="3582" y="1780"/>
                    <a:pt x="3576" y="1780"/>
                  </a:cubicBezTo>
                  <a:lnTo>
                    <a:pt x="3576" y="1780"/>
                  </a:lnTo>
                  <a:cubicBezTo>
                    <a:pt x="3571" y="1780"/>
                    <a:pt x="3558" y="1788"/>
                    <a:pt x="3536" y="1806"/>
                  </a:cubicBezTo>
                  <a:cubicBezTo>
                    <a:pt x="3536" y="1798"/>
                    <a:pt x="3536" y="1798"/>
                    <a:pt x="3568" y="1749"/>
                  </a:cubicBezTo>
                  <a:lnTo>
                    <a:pt x="3552" y="1741"/>
                  </a:lnTo>
                  <a:cubicBezTo>
                    <a:pt x="3526" y="1770"/>
                    <a:pt x="3508" y="1781"/>
                    <a:pt x="3497" y="1781"/>
                  </a:cubicBezTo>
                  <a:cubicBezTo>
                    <a:pt x="3474" y="1781"/>
                    <a:pt x="3481" y="1734"/>
                    <a:pt x="3503" y="1701"/>
                  </a:cubicBezTo>
                  <a:cubicBezTo>
                    <a:pt x="3503" y="1701"/>
                    <a:pt x="3503" y="1700"/>
                    <a:pt x="3501" y="1700"/>
                  </a:cubicBezTo>
                  <a:cubicBezTo>
                    <a:pt x="3496" y="1700"/>
                    <a:pt x="3484" y="1704"/>
                    <a:pt x="3455" y="1733"/>
                  </a:cubicBezTo>
                  <a:cubicBezTo>
                    <a:pt x="3420" y="1780"/>
                    <a:pt x="3400" y="1802"/>
                    <a:pt x="3396" y="1802"/>
                  </a:cubicBezTo>
                  <a:cubicBezTo>
                    <a:pt x="3393" y="1802"/>
                    <a:pt x="3409" y="1776"/>
                    <a:pt x="3447" y="1725"/>
                  </a:cubicBezTo>
                  <a:cubicBezTo>
                    <a:pt x="3479" y="1676"/>
                    <a:pt x="3495" y="1652"/>
                    <a:pt x="3494" y="1652"/>
                  </a:cubicBezTo>
                  <a:lnTo>
                    <a:pt x="3494" y="1652"/>
                  </a:lnTo>
                  <a:cubicBezTo>
                    <a:pt x="3493" y="1652"/>
                    <a:pt x="3475" y="1676"/>
                    <a:pt x="3438" y="1725"/>
                  </a:cubicBezTo>
                  <a:cubicBezTo>
                    <a:pt x="3426" y="1738"/>
                    <a:pt x="3414" y="1744"/>
                    <a:pt x="3406" y="1744"/>
                  </a:cubicBezTo>
                  <a:cubicBezTo>
                    <a:pt x="3389" y="1744"/>
                    <a:pt x="3391" y="1713"/>
                    <a:pt x="3447" y="1652"/>
                  </a:cubicBezTo>
                  <a:lnTo>
                    <a:pt x="3511" y="1555"/>
                  </a:lnTo>
                  <a:lnTo>
                    <a:pt x="3511" y="1555"/>
                  </a:lnTo>
                  <a:cubicBezTo>
                    <a:pt x="3471" y="1595"/>
                    <a:pt x="3463" y="1595"/>
                    <a:pt x="3463" y="1595"/>
                  </a:cubicBezTo>
                  <a:cubicBezTo>
                    <a:pt x="3444" y="1623"/>
                    <a:pt x="3434" y="1632"/>
                    <a:pt x="3425" y="1632"/>
                  </a:cubicBezTo>
                  <a:cubicBezTo>
                    <a:pt x="3419" y="1632"/>
                    <a:pt x="3413" y="1627"/>
                    <a:pt x="3406" y="1620"/>
                  </a:cubicBezTo>
                  <a:cubicBezTo>
                    <a:pt x="3405" y="1619"/>
                    <a:pt x="3404" y="1618"/>
                    <a:pt x="3402" y="1618"/>
                  </a:cubicBezTo>
                  <a:cubicBezTo>
                    <a:pt x="3388" y="1618"/>
                    <a:pt x="3351" y="1637"/>
                    <a:pt x="3332" y="1637"/>
                  </a:cubicBezTo>
                  <a:cubicBezTo>
                    <a:pt x="3329" y="1637"/>
                    <a:pt x="3327" y="1637"/>
                    <a:pt x="3325" y="1636"/>
                  </a:cubicBezTo>
                  <a:cubicBezTo>
                    <a:pt x="3317" y="1620"/>
                    <a:pt x="3292" y="1612"/>
                    <a:pt x="3325" y="1555"/>
                  </a:cubicBezTo>
                  <a:cubicBezTo>
                    <a:pt x="3322" y="1552"/>
                    <a:pt x="3320" y="1551"/>
                    <a:pt x="3316" y="1551"/>
                  </a:cubicBezTo>
                  <a:cubicBezTo>
                    <a:pt x="3309" y="1551"/>
                    <a:pt x="3296" y="1559"/>
                    <a:pt x="3268" y="1587"/>
                  </a:cubicBezTo>
                  <a:cubicBezTo>
                    <a:pt x="3251" y="1605"/>
                    <a:pt x="3238" y="1613"/>
                    <a:pt x="3232" y="1613"/>
                  </a:cubicBezTo>
                  <a:cubicBezTo>
                    <a:pt x="3224" y="1613"/>
                    <a:pt x="3229" y="1599"/>
                    <a:pt x="3252" y="1571"/>
                  </a:cubicBezTo>
                  <a:lnTo>
                    <a:pt x="3244" y="1563"/>
                  </a:lnTo>
                  <a:cubicBezTo>
                    <a:pt x="3195" y="1604"/>
                    <a:pt x="3187" y="1604"/>
                    <a:pt x="3187" y="1604"/>
                  </a:cubicBezTo>
                  <a:cubicBezTo>
                    <a:pt x="3217" y="1568"/>
                    <a:pt x="3238" y="1528"/>
                    <a:pt x="3231" y="1528"/>
                  </a:cubicBezTo>
                  <a:lnTo>
                    <a:pt x="3231" y="1528"/>
                  </a:lnTo>
                  <a:cubicBezTo>
                    <a:pt x="3229" y="1528"/>
                    <a:pt x="3222" y="1534"/>
                    <a:pt x="3211" y="1547"/>
                  </a:cubicBezTo>
                  <a:cubicBezTo>
                    <a:pt x="3191" y="1577"/>
                    <a:pt x="3180" y="1585"/>
                    <a:pt x="3173" y="1585"/>
                  </a:cubicBezTo>
                  <a:cubicBezTo>
                    <a:pt x="3169" y="1585"/>
                    <a:pt x="3166" y="1582"/>
                    <a:pt x="3163" y="1579"/>
                  </a:cubicBezTo>
                  <a:cubicBezTo>
                    <a:pt x="3177" y="1530"/>
                    <a:pt x="3032" y="1408"/>
                    <a:pt x="2973" y="1408"/>
                  </a:cubicBezTo>
                  <a:cubicBezTo>
                    <a:pt x="2963" y="1408"/>
                    <a:pt x="2956" y="1411"/>
                    <a:pt x="2952" y="1417"/>
                  </a:cubicBezTo>
                  <a:lnTo>
                    <a:pt x="2936" y="1401"/>
                  </a:lnTo>
                  <a:lnTo>
                    <a:pt x="2911" y="1393"/>
                  </a:lnTo>
                  <a:cubicBezTo>
                    <a:pt x="2950" y="1341"/>
                    <a:pt x="2950" y="1324"/>
                    <a:pt x="2933" y="1324"/>
                  </a:cubicBezTo>
                  <a:cubicBezTo>
                    <a:pt x="2918" y="1324"/>
                    <a:pt x="2889" y="1337"/>
                    <a:pt x="2863" y="1352"/>
                  </a:cubicBezTo>
                  <a:cubicBezTo>
                    <a:pt x="2838" y="1389"/>
                    <a:pt x="2828" y="1393"/>
                    <a:pt x="2821" y="1393"/>
                  </a:cubicBezTo>
                  <a:cubicBezTo>
                    <a:pt x="2818" y="1393"/>
                    <a:pt x="2816" y="1393"/>
                    <a:pt x="2814" y="1393"/>
                  </a:cubicBezTo>
                  <a:cubicBezTo>
                    <a:pt x="2856" y="1325"/>
                    <a:pt x="2864" y="1297"/>
                    <a:pt x="2851" y="1297"/>
                  </a:cubicBezTo>
                  <a:cubicBezTo>
                    <a:pt x="2844" y="1297"/>
                    <a:pt x="2831" y="1305"/>
                    <a:pt x="2814" y="1320"/>
                  </a:cubicBezTo>
                  <a:cubicBezTo>
                    <a:pt x="2783" y="1366"/>
                    <a:pt x="2765" y="1389"/>
                    <a:pt x="2762" y="1389"/>
                  </a:cubicBezTo>
                  <a:cubicBezTo>
                    <a:pt x="2758" y="1389"/>
                    <a:pt x="2772" y="1362"/>
                    <a:pt x="2806" y="1312"/>
                  </a:cubicBezTo>
                  <a:cubicBezTo>
                    <a:pt x="2837" y="1262"/>
                    <a:pt x="2849" y="1233"/>
                    <a:pt x="2843" y="1233"/>
                  </a:cubicBezTo>
                  <a:lnTo>
                    <a:pt x="2843" y="1233"/>
                  </a:lnTo>
                  <a:cubicBezTo>
                    <a:pt x="2835" y="1233"/>
                    <a:pt x="2805" y="1268"/>
                    <a:pt x="2749" y="1344"/>
                  </a:cubicBezTo>
                  <a:cubicBezTo>
                    <a:pt x="2730" y="1363"/>
                    <a:pt x="2720" y="1374"/>
                    <a:pt x="2717" y="1374"/>
                  </a:cubicBezTo>
                  <a:cubicBezTo>
                    <a:pt x="2714" y="1374"/>
                    <a:pt x="2720" y="1361"/>
                    <a:pt x="2733" y="1336"/>
                  </a:cubicBezTo>
                  <a:cubicBezTo>
                    <a:pt x="2773" y="1270"/>
                    <a:pt x="2786" y="1242"/>
                    <a:pt x="2781" y="1242"/>
                  </a:cubicBezTo>
                  <a:lnTo>
                    <a:pt x="2781" y="1242"/>
                  </a:lnTo>
                  <a:cubicBezTo>
                    <a:pt x="2778" y="1242"/>
                    <a:pt x="2770" y="1253"/>
                    <a:pt x="2757" y="1271"/>
                  </a:cubicBezTo>
                  <a:cubicBezTo>
                    <a:pt x="2722" y="1319"/>
                    <a:pt x="2701" y="1343"/>
                    <a:pt x="2698" y="1343"/>
                  </a:cubicBezTo>
                  <a:cubicBezTo>
                    <a:pt x="2694" y="1343"/>
                    <a:pt x="2708" y="1317"/>
                    <a:pt x="2741" y="1263"/>
                  </a:cubicBezTo>
                  <a:cubicBezTo>
                    <a:pt x="2766" y="1204"/>
                    <a:pt x="2779" y="1176"/>
                    <a:pt x="2774" y="1176"/>
                  </a:cubicBezTo>
                  <a:lnTo>
                    <a:pt x="2774" y="1176"/>
                  </a:lnTo>
                  <a:cubicBezTo>
                    <a:pt x="2770" y="1176"/>
                    <a:pt x="2752" y="1200"/>
                    <a:pt x="2717" y="1247"/>
                  </a:cubicBezTo>
                  <a:cubicBezTo>
                    <a:pt x="2688" y="1291"/>
                    <a:pt x="2667" y="1311"/>
                    <a:pt x="2658" y="1311"/>
                  </a:cubicBezTo>
                  <a:cubicBezTo>
                    <a:pt x="2646" y="1311"/>
                    <a:pt x="2653" y="1280"/>
                    <a:pt x="2684" y="1222"/>
                  </a:cubicBezTo>
                  <a:cubicBezTo>
                    <a:pt x="2679" y="1217"/>
                    <a:pt x="2688" y="1193"/>
                    <a:pt x="2685" y="1193"/>
                  </a:cubicBezTo>
                  <a:lnTo>
                    <a:pt x="2685" y="1193"/>
                  </a:lnTo>
                  <a:cubicBezTo>
                    <a:pt x="2683" y="1193"/>
                    <a:pt x="2679" y="1199"/>
                    <a:pt x="2668" y="1214"/>
                  </a:cubicBezTo>
                  <a:lnTo>
                    <a:pt x="2701" y="1158"/>
                  </a:lnTo>
                  <a:lnTo>
                    <a:pt x="2684" y="1149"/>
                  </a:lnTo>
                  <a:lnTo>
                    <a:pt x="2652" y="1198"/>
                  </a:lnTo>
                  <a:cubicBezTo>
                    <a:pt x="2644" y="1198"/>
                    <a:pt x="2644" y="1117"/>
                    <a:pt x="2595" y="1085"/>
                  </a:cubicBezTo>
                  <a:cubicBezTo>
                    <a:pt x="2562" y="1059"/>
                    <a:pt x="2541" y="1045"/>
                    <a:pt x="2526" y="1045"/>
                  </a:cubicBezTo>
                  <a:cubicBezTo>
                    <a:pt x="2511" y="1045"/>
                    <a:pt x="2501" y="1057"/>
                    <a:pt x="2490" y="1085"/>
                  </a:cubicBezTo>
                  <a:cubicBezTo>
                    <a:pt x="2463" y="1135"/>
                    <a:pt x="2446" y="1160"/>
                    <a:pt x="2443" y="1160"/>
                  </a:cubicBezTo>
                  <a:cubicBezTo>
                    <a:pt x="2440" y="1160"/>
                    <a:pt x="2452" y="1131"/>
                    <a:pt x="2482" y="1077"/>
                  </a:cubicBezTo>
                  <a:cubicBezTo>
                    <a:pt x="2474" y="1068"/>
                    <a:pt x="2490" y="1012"/>
                    <a:pt x="2482" y="1004"/>
                  </a:cubicBezTo>
                  <a:cubicBezTo>
                    <a:pt x="2465" y="995"/>
                    <a:pt x="2457" y="987"/>
                    <a:pt x="2490" y="939"/>
                  </a:cubicBezTo>
                  <a:lnTo>
                    <a:pt x="2482" y="931"/>
                  </a:lnTo>
                  <a:cubicBezTo>
                    <a:pt x="2445" y="975"/>
                    <a:pt x="2418" y="992"/>
                    <a:pt x="2401" y="992"/>
                  </a:cubicBezTo>
                  <a:cubicBezTo>
                    <a:pt x="2380" y="992"/>
                    <a:pt x="2372" y="966"/>
                    <a:pt x="2376" y="931"/>
                  </a:cubicBezTo>
                  <a:cubicBezTo>
                    <a:pt x="2374" y="928"/>
                    <a:pt x="2371" y="926"/>
                    <a:pt x="2368" y="926"/>
                  </a:cubicBezTo>
                  <a:cubicBezTo>
                    <a:pt x="2360" y="926"/>
                    <a:pt x="2348" y="935"/>
                    <a:pt x="2320" y="963"/>
                  </a:cubicBezTo>
                  <a:cubicBezTo>
                    <a:pt x="2296" y="982"/>
                    <a:pt x="2284" y="992"/>
                    <a:pt x="2280" y="992"/>
                  </a:cubicBezTo>
                  <a:cubicBezTo>
                    <a:pt x="2276" y="992"/>
                    <a:pt x="2283" y="980"/>
                    <a:pt x="2295" y="955"/>
                  </a:cubicBezTo>
                  <a:cubicBezTo>
                    <a:pt x="2316" y="918"/>
                    <a:pt x="2320" y="875"/>
                    <a:pt x="2305" y="875"/>
                  </a:cubicBezTo>
                  <a:cubicBezTo>
                    <a:pt x="2297" y="875"/>
                    <a:pt x="2283" y="888"/>
                    <a:pt x="2263" y="922"/>
                  </a:cubicBezTo>
                  <a:lnTo>
                    <a:pt x="2287" y="866"/>
                  </a:lnTo>
                  <a:cubicBezTo>
                    <a:pt x="2295" y="851"/>
                    <a:pt x="2296" y="844"/>
                    <a:pt x="2293" y="844"/>
                  </a:cubicBezTo>
                  <a:lnTo>
                    <a:pt x="2293" y="844"/>
                  </a:lnTo>
                  <a:cubicBezTo>
                    <a:pt x="2288" y="844"/>
                    <a:pt x="2263" y="875"/>
                    <a:pt x="2247" y="914"/>
                  </a:cubicBezTo>
                  <a:cubicBezTo>
                    <a:pt x="2218" y="957"/>
                    <a:pt x="2201" y="981"/>
                    <a:pt x="2197" y="981"/>
                  </a:cubicBezTo>
                  <a:cubicBezTo>
                    <a:pt x="2193" y="981"/>
                    <a:pt x="2213" y="941"/>
                    <a:pt x="2263" y="850"/>
                  </a:cubicBezTo>
                  <a:cubicBezTo>
                    <a:pt x="2298" y="790"/>
                    <a:pt x="2308" y="764"/>
                    <a:pt x="2305" y="764"/>
                  </a:cubicBezTo>
                  <a:lnTo>
                    <a:pt x="2305" y="764"/>
                  </a:lnTo>
                  <a:cubicBezTo>
                    <a:pt x="2303" y="764"/>
                    <a:pt x="2296" y="774"/>
                    <a:pt x="2287" y="793"/>
                  </a:cubicBezTo>
                  <a:cubicBezTo>
                    <a:pt x="2260" y="826"/>
                    <a:pt x="2236" y="859"/>
                    <a:pt x="2231" y="859"/>
                  </a:cubicBezTo>
                  <a:cubicBezTo>
                    <a:pt x="2229" y="859"/>
                    <a:pt x="2231" y="851"/>
                    <a:pt x="2238" y="833"/>
                  </a:cubicBezTo>
                  <a:cubicBezTo>
                    <a:pt x="2237" y="833"/>
                    <a:pt x="2236" y="833"/>
                    <a:pt x="2235" y="833"/>
                  </a:cubicBezTo>
                  <a:cubicBezTo>
                    <a:pt x="2227" y="833"/>
                    <a:pt x="2215" y="839"/>
                    <a:pt x="2165" y="931"/>
                  </a:cubicBezTo>
                  <a:cubicBezTo>
                    <a:pt x="2142" y="965"/>
                    <a:pt x="2132" y="975"/>
                    <a:pt x="2124" y="975"/>
                  </a:cubicBezTo>
                  <a:cubicBezTo>
                    <a:pt x="2122" y="975"/>
                    <a:pt x="2119" y="973"/>
                    <a:pt x="2117" y="971"/>
                  </a:cubicBezTo>
                  <a:cubicBezTo>
                    <a:pt x="2141" y="939"/>
                    <a:pt x="2157" y="908"/>
                    <a:pt x="2188" y="876"/>
                  </a:cubicBezTo>
                  <a:lnTo>
                    <a:pt x="2188" y="876"/>
                  </a:lnTo>
                  <a:cubicBezTo>
                    <a:pt x="2189" y="877"/>
                    <a:pt x="2189" y="877"/>
                    <a:pt x="2189" y="877"/>
                  </a:cubicBezTo>
                  <a:cubicBezTo>
                    <a:pt x="2190" y="877"/>
                    <a:pt x="2190" y="876"/>
                    <a:pt x="2190" y="874"/>
                  </a:cubicBezTo>
                  <a:lnTo>
                    <a:pt x="2190" y="874"/>
                  </a:lnTo>
                  <a:cubicBezTo>
                    <a:pt x="2189" y="875"/>
                    <a:pt x="2188" y="875"/>
                    <a:pt x="2188" y="876"/>
                  </a:cubicBezTo>
                  <a:lnTo>
                    <a:pt x="2188" y="876"/>
                  </a:lnTo>
                  <a:cubicBezTo>
                    <a:pt x="2186" y="874"/>
                    <a:pt x="2182" y="870"/>
                    <a:pt x="2174" y="866"/>
                  </a:cubicBezTo>
                  <a:cubicBezTo>
                    <a:pt x="2174" y="825"/>
                    <a:pt x="2190" y="785"/>
                    <a:pt x="2214" y="752"/>
                  </a:cubicBezTo>
                  <a:cubicBezTo>
                    <a:pt x="2225" y="727"/>
                    <a:pt x="2229" y="712"/>
                    <a:pt x="2227" y="712"/>
                  </a:cubicBezTo>
                  <a:lnTo>
                    <a:pt x="2227" y="712"/>
                  </a:lnTo>
                  <a:cubicBezTo>
                    <a:pt x="2224" y="712"/>
                    <a:pt x="2209" y="737"/>
                    <a:pt x="2182" y="801"/>
                  </a:cubicBezTo>
                  <a:cubicBezTo>
                    <a:pt x="2131" y="876"/>
                    <a:pt x="2120" y="893"/>
                    <a:pt x="2114" y="893"/>
                  </a:cubicBezTo>
                  <a:cubicBezTo>
                    <a:pt x="2112" y="893"/>
                    <a:pt x="2111" y="892"/>
                    <a:pt x="2109" y="890"/>
                  </a:cubicBezTo>
                  <a:cubicBezTo>
                    <a:pt x="2101" y="890"/>
                    <a:pt x="2093" y="882"/>
                    <a:pt x="2125" y="833"/>
                  </a:cubicBezTo>
                  <a:cubicBezTo>
                    <a:pt x="2149" y="785"/>
                    <a:pt x="2149" y="785"/>
                    <a:pt x="2141" y="777"/>
                  </a:cubicBezTo>
                  <a:cubicBezTo>
                    <a:pt x="2140" y="776"/>
                    <a:pt x="2138" y="775"/>
                    <a:pt x="2137" y="775"/>
                  </a:cubicBezTo>
                  <a:cubicBezTo>
                    <a:pt x="2106" y="775"/>
                    <a:pt x="2008" y="911"/>
                    <a:pt x="1947" y="1004"/>
                  </a:cubicBezTo>
                  <a:cubicBezTo>
                    <a:pt x="1919" y="1055"/>
                    <a:pt x="1905" y="1082"/>
                    <a:pt x="1903" y="1082"/>
                  </a:cubicBezTo>
                  <a:cubicBezTo>
                    <a:pt x="1902" y="1082"/>
                    <a:pt x="1914" y="1053"/>
                    <a:pt x="1938" y="995"/>
                  </a:cubicBezTo>
                  <a:cubicBezTo>
                    <a:pt x="1971" y="947"/>
                    <a:pt x="1963" y="939"/>
                    <a:pt x="1955" y="939"/>
                  </a:cubicBezTo>
                  <a:lnTo>
                    <a:pt x="1955" y="939"/>
                  </a:lnTo>
                  <a:cubicBezTo>
                    <a:pt x="1947" y="954"/>
                    <a:pt x="1944" y="959"/>
                    <a:pt x="1942" y="959"/>
                  </a:cubicBezTo>
                  <a:cubicBezTo>
                    <a:pt x="1940" y="959"/>
                    <a:pt x="1947" y="938"/>
                    <a:pt x="1953" y="938"/>
                  </a:cubicBezTo>
                  <a:cubicBezTo>
                    <a:pt x="1954" y="938"/>
                    <a:pt x="1954" y="938"/>
                    <a:pt x="1955" y="939"/>
                  </a:cubicBezTo>
                  <a:cubicBezTo>
                    <a:pt x="1978" y="904"/>
                    <a:pt x="1988" y="894"/>
                    <a:pt x="1996" y="894"/>
                  </a:cubicBezTo>
                  <a:cubicBezTo>
                    <a:pt x="1999" y="894"/>
                    <a:pt x="2001" y="896"/>
                    <a:pt x="2003" y="898"/>
                  </a:cubicBezTo>
                  <a:lnTo>
                    <a:pt x="2028" y="841"/>
                  </a:lnTo>
                  <a:cubicBezTo>
                    <a:pt x="2057" y="787"/>
                    <a:pt x="2069" y="758"/>
                    <a:pt x="2065" y="758"/>
                  </a:cubicBezTo>
                  <a:lnTo>
                    <a:pt x="2065" y="758"/>
                  </a:lnTo>
                  <a:cubicBezTo>
                    <a:pt x="2061" y="758"/>
                    <a:pt x="2043" y="783"/>
                    <a:pt x="2011" y="833"/>
                  </a:cubicBezTo>
                  <a:cubicBezTo>
                    <a:pt x="1992" y="857"/>
                    <a:pt x="1982" y="869"/>
                    <a:pt x="1979" y="869"/>
                  </a:cubicBezTo>
                  <a:cubicBezTo>
                    <a:pt x="1977" y="869"/>
                    <a:pt x="1983" y="855"/>
                    <a:pt x="1995" y="825"/>
                  </a:cubicBezTo>
                  <a:cubicBezTo>
                    <a:pt x="2013" y="784"/>
                    <a:pt x="2031" y="742"/>
                    <a:pt x="2026" y="742"/>
                  </a:cubicBezTo>
                  <a:lnTo>
                    <a:pt x="2026" y="742"/>
                  </a:lnTo>
                  <a:cubicBezTo>
                    <a:pt x="2025" y="742"/>
                    <a:pt x="2020" y="747"/>
                    <a:pt x="2011" y="760"/>
                  </a:cubicBezTo>
                  <a:cubicBezTo>
                    <a:pt x="2011" y="760"/>
                    <a:pt x="2003" y="752"/>
                    <a:pt x="2028" y="695"/>
                  </a:cubicBezTo>
                  <a:cubicBezTo>
                    <a:pt x="2023" y="693"/>
                    <a:pt x="2019" y="691"/>
                    <a:pt x="2015" y="691"/>
                  </a:cubicBezTo>
                  <a:cubicBezTo>
                    <a:pt x="2005" y="691"/>
                    <a:pt x="1996" y="701"/>
                    <a:pt x="1979" y="736"/>
                  </a:cubicBezTo>
                  <a:cubicBezTo>
                    <a:pt x="1954" y="780"/>
                    <a:pt x="1943" y="785"/>
                    <a:pt x="1936" y="785"/>
                  </a:cubicBezTo>
                  <a:cubicBezTo>
                    <a:pt x="1934" y="785"/>
                    <a:pt x="1932" y="785"/>
                    <a:pt x="1930" y="785"/>
                  </a:cubicBezTo>
                  <a:cubicBezTo>
                    <a:pt x="1930" y="782"/>
                    <a:pt x="1930" y="781"/>
                    <a:pt x="1928" y="781"/>
                  </a:cubicBezTo>
                  <a:cubicBezTo>
                    <a:pt x="1924" y="781"/>
                    <a:pt x="1913" y="791"/>
                    <a:pt x="1890" y="825"/>
                  </a:cubicBezTo>
                  <a:cubicBezTo>
                    <a:pt x="1867" y="870"/>
                    <a:pt x="1831" y="915"/>
                    <a:pt x="1819" y="915"/>
                  </a:cubicBezTo>
                  <a:cubicBezTo>
                    <a:pt x="1818" y="915"/>
                    <a:pt x="1817" y="915"/>
                    <a:pt x="1817" y="914"/>
                  </a:cubicBezTo>
                  <a:cubicBezTo>
                    <a:pt x="1798" y="934"/>
                    <a:pt x="1786" y="945"/>
                    <a:pt x="1782" y="945"/>
                  </a:cubicBezTo>
                  <a:cubicBezTo>
                    <a:pt x="1777" y="945"/>
                    <a:pt x="1791" y="918"/>
                    <a:pt x="1825" y="850"/>
                  </a:cubicBezTo>
                  <a:cubicBezTo>
                    <a:pt x="1857" y="801"/>
                    <a:pt x="1849" y="793"/>
                    <a:pt x="1841" y="793"/>
                  </a:cubicBezTo>
                  <a:cubicBezTo>
                    <a:pt x="1841" y="793"/>
                    <a:pt x="1833" y="785"/>
                    <a:pt x="1857" y="728"/>
                  </a:cubicBezTo>
                  <a:cubicBezTo>
                    <a:pt x="1865" y="711"/>
                    <a:pt x="1867" y="704"/>
                    <a:pt x="1866" y="704"/>
                  </a:cubicBezTo>
                  <a:lnTo>
                    <a:pt x="1866" y="704"/>
                  </a:lnTo>
                  <a:cubicBezTo>
                    <a:pt x="1863" y="704"/>
                    <a:pt x="1842" y="742"/>
                    <a:pt x="1825" y="777"/>
                  </a:cubicBezTo>
                  <a:lnTo>
                    <a:pt x="1760" y="882"/>
                  </a:lnTo>
                  <a:cubicBezTo>
                    <a:pt x="1784" y="825"/>
                    <a:pt x="1809" y="768"/>
                    <a:pt x="1841" y="720"/>
                  </a:cubicBezTo>
                  <a:cubicBezTo>
                    <a:pt x="1866" y="662"/>
                    <a:pt x="1878" y="634"/>
                    <a:pt x="1877" y="634"/>
                  </a:cubicBezTo>
                  <a:lnTo>
                    <a:pt x="1877" y="634"/>
                  </a:lnTo>
                  <a:cubicBezTo>
                    <a:pt x="1875" y="634"/>
                    <a:pt x="1861" y="660"/>
                    <a:pt x="1833" y="712"/>
                  </a:cubicBezTo>
                  <a:cubicBezTo>
                    <a:pt x="1812" y="749"/>
                    <a:pt x="1790" y="783"/>
                    <a:pt x="1783" y="783"/>
                  </a:cubicBezTo>
                  <a:cubicBezTo>
                    <a:pt x="1779" y="783"/>
                    <a:pt x="1779" y="774"/>
                    <a:pt x="1784" y="752"/>
                  </a:cubicBezTo>
                  <a:cubicBezTo>
                    <a:pt x="1768" y="744"/>
                    <a:pt x="1760" y="736"/>
                    <a:pt x="1784" y="687"/>
                  </a:cubicBezTo>
                  <a:cubicBezTo>
                    <a:pt x="1793" y="666"/>
                    <a:pt x="1795" y="660"/>
                    <a:pt x="1793" y="660"/>
                  </a:cubicBezTo>
                  <a:lnTo>
                    <a:pt x="1793" y="660"/>
                  </a:lnTo>
                  <a:cubicBezTo>
                    <a:pt x="1789" y="660"/>
                    <a:pt x="1776" y="679"/>
                    <a:pt x="1776" y="679"/>
                  </a:cubicBezTo>
                  <a:cubicBezTo>
                    <a:pt x="1759" y="700"/>
                    <a:pt x="1749" y="711"/>
                    <a:pt x="1744" y="711"/>
                  </a:cubicBezTo>
                  <a:cubicBezTo>
                    <a:pt x="1737" y="711"/>
                    <a:pt x="1739" y="692"/>
                    <a:pt x="1744" y="655"/>
                  </a:cubicBezTo>
                  <a:cubicBezTo>
                    <a:pt x="1756" y="592"/>
                    <a:pt x="1763" y="562"/>
                    <a:pt x="1758" y="562"/>
                  </a:cubicBezTo>
                  <a:lnTo>
                    <a:pt x="1758" y="562"/>
                  </a:lnTo>
                  <a:cubicBezTo>
                    <a:pt x="1753" y="562"/>
                    <a:pt x="1739" y="588"/>
                    <a:pt x="1711" y="639"/>
                  </a:cubicBezTo>
                  <a:cubicBezTo>
                    <a:pt x="1693" y="666"/>
                    <a:pt x="1677" y="697"/>
                    <a:pt x="1676" y="697"/>
                  </a:cubicBezTo>
                  <a:cubicBezTo>
                    <a:pt x="1675" y="697"/>
                    <a:pt x="1682" y="679"/>
                    <a:pt x="1703" y="631"/>
                  </a:cubicBezTo>
                  <a:cubicBezTo>
                    <a:pt x="1711" y="612"/>
                    <a:pt x="1712" y="605"/>
                    <a:pt x="1709" y="605"/>
                  </a:cubicBezTo>
                  <a:lnTo>
                    <a:pt x="1709" y="605"/>
                  </a:lnTo>
                  <a:cubicBezTo>
                    <a:pt x="1702" y="605"/>
                    <a:pt x="1674" y="638"/>
                    <a:pt x="1647" y="671"/>
                  </a:cubicBezTo>
                  <a:cubicBezTo>
                    <a:pt x="1614" y="720"/>
                    <a:pt x="1557" y="825"/>
                    <a:pt x="1525" y="874"/>
                  </a:cubicBezTo>
                  <a:cubicBezTo>
                    <a:pt x="1492" y="935"/>
                    <a:pt x="1478" y="960"/>
                    <a:pt x="1476" y="960"/>
                  </a:cubicBezTo>
                  <a:cubicBezTo>
                    <a:pt x="1474" y="960"/>
                    <a:pt x="1478" y="946"/>
                    <a:pt x="1484" y="922"/>
                  </a:cubicBezTo>
                  <a:cubicBezTo>
                    <a:pt x="1493" y="882"/>
                    <a:pt x="1509" y="841"/>
                    <a:pt x="1533" y="809"/>
                  </a:cubicBezTo>
                  <a:cubicBezTo>
                    <a:pt x="1552" y="765"/>
                    <a:pt x="1561" y="760"/>
                    <a:pt x="1564" y="760"/>
                  </a:cubicBezTo>
                  <a:cubicBezTo>
                    <a:pt x="1565" y="760"/>
                    <a:pt x="1566" y="760"/>
                    <a:pt x="1566" y="760"/>
                  </a:cubicBezTo>
                  <a:lnTo>
                    <a:pt x="1574" y="760"/>
                  </a:lnTo>
                  <a:cubicBezTo>
                    <a:pt x="1598" y="712"/>
                    <a:pt x="1630" y="655"/>
                    <a:pt x="1614" y="647"/>
                  </a:cubicBezTo>
                  <a:cubicBezTo>
                    <a:pt x="1627" y="617"/>
                    <a:pt x="1631" y="603"/>
                    <a:pt x="1628" y="603"/>
                  </a:cubicBezTo>
                  <a:lnTo>
                    <a:pt x="1628" y="603"/>
                  </a:lnTo>
                  <a:cubicBezTo>
                    <a:pt x="1626" y="603"/>
                    <a:pt x="1618" y="615"/>
                    <a:pt x="1606" y="639"/>
                  </a:cubicBezTo>
                  <a:cubicBezTo>
                    <a:pt x="1622" y="590"/>
                    <a:pt x="1614" y="582"/>
                    <a:pt x="1598" y="574"/>
                  </a:cubicBezTo>
                  <a:cubicBezTo>
                    <a:pt x="1590" y="566"/>
                    <a:pt x="1566" y="550"/>
                    <a:pt x="1590" y="493"/>
                  </a:cubicBezTo>
                  <a:cubicBezTo>
                    <a:pt x="1585" y="490"/>
                    <a:pt x="1582" y="489"/>
                    <a:pt x="1579" y="489"/>
                  </a:cubicBezTo>
                  <a:cubicBezTo>
                    <a:pt x="1571" y="489"/>
                    <a:pt x="1564" y="499"/>
                    <a:pt x="1541" y="533"/>
                  </a:cubicBezTo>
                  <a:cubicBezTo>
                    <a:pt x="1508" y="594"/>
                    <a:pt x="1492" y="620"/>
                    <a:pt x="1490" y="620"/>
                  </a:cubicBezTo>
                  <a:cubicBezTo>
                    <a:pt x="1489" y="620"/>
                    <a:pt x="1495" y="606"/>
                    <a:pt x="1509" y="582"/>
                  </a:cubicBezTo>
                  <a:cubicBezTo>
                    <a:pt x="1543" y="501"/>
                    <a:pt x="1525" y="429"/>
                    <a:pt x="1487" y="429"/>
                  </a:cubicBezTo>
                  <a:cubicBezTo>
                    <a:pt x="1472" y="429"/>
                    <a:pt x="1454" y="440"/>
                    <a:pt x="1436" y="468"/>
                  </a:cubicBezTo>
                  <a:lnTo>
                    <a:pt x="1428" y="460"/>
                  </a:lnTo>
                  <a:cubicBezTo>
                    <a:pt x="1438" y="425"/>
                    <a:pt x="1426" y="402"/>
                    <a:pt x="1407" y="402"/>
                  </a:cubicBezTo>
                  <a:cubicBezTo>
                    <a:pt x="1396" y="402"/>
                    <a:pt x="1383" y="410"/>
                    <a:pt x="1371" y="428"/>
                  </a:cubicBezTo>
                  <a:cubicBezTo>
                    <a:pt x="1371" y="428"/>
                    <a:pt x="1363" y="428"/>
                    <a:pt x="1347" y="420"/>
                  </a:cubicBezTo>
                  <a:cubicBezTo>
                    <a:pt x="1355" y="385"/>
                    <a:pt x="1357" y="369"/>
                    <a:pt x="1352" y="369"/>
                  </a:cubicBezTo>
                  <a:lnTo>
                    <a:pt x="1352" y="369"/>
                  </a:lnTo>
                  <a:cubicBezTo>
                    <a:pt x="1347" y="369"/>
                    <a:pt x="1337" y="381"/>
                    <a:pt x="1322" y="404"/>
                  </a:cubicBezTo>
                  <a:cubicBezTo>
                    <a:pt x="1310" y="421"/>
                    <a:pt x="1299" y="439"/>
                    <a:pt x="1290" y="452"/>
                  </a:cubicBezTo>
                  <a:lnTo>
                    <a:pt x="1290" y="452"/>
                  </a:lnTo>
                  <a:cubicBezTo>
                    <a:pt x="1314" y="395"/>
                    <a:pt x="1298" y="387"/>
                    <a:pt x="1274" y="379"/>
                  </a:cubicBezTo>
                  <a:cubicBezTo>
                    <a:pt x="1265" y="374"/>
                    <a:pt x="1260" y="370"/>
                    <a:pt x="1255" y="370"/>
                  </a:cubicBezTo>
                  <a:cubicBezTo>
                    <a:pt x="1246" y="370"/>
                    <a:pt x="1241" y="383"/>
                    <a:pt x="1225" y="420"/>
                  </a:cubicBezTo>
                  <a:cubicBezTo>
                    <a:pt x="1214" y="427"/>
                    <a:pt x="1207" y="430"/>
                    <a:pt x="1203" y="430"/>
                  </a:cubicBezTo>
                  <a:cubicBezTo>
                    <a:pt x="1188" y="430"/>
                    <a:pt x="1208" y="391"/>
                    <a:pt x="1233" y="347"/>
                  </a:cubicBezTo>
                  <a:cubicBezTo>
                    <a:pt x="1259" y="299"/>
                    <a:pt x="1270" y="273"/>
                    <a:pt x="1266" y="273"/>
                  </a:cubicBezTo>
                  <a:lnTo>
                    <a:pt x="1266" y="273"/>
                  </a:lnTo>
                  <a:cubicBezTo>
                    <a:pt x="1262" y="273"/>
                    <a:pt x="1237" y="311"/>
                    <a:pt x="1193" y="395"/>
                  </a:cubicBezTo>
                  <a:cubicBezTo>
                    <a:pt x="1157" y="454"/>
                    <a:pt x="1138" y="477"/>
                    <a:pt x="1133" y="477"/>
                  </a:cubicBezTo>
                  <a:cubicBezTo>
                    <a:pt x="1129" y="477"/>
                    <a:pt x="1133" y="461"/>
                    <a:pt x="1144" y="436"/>
                  </a:cubicBezTo>
                  <a:cubicBezTo>
                    <a:pt x="1163" y="392"/>
                    <a:pt x="1172" y="387"/>
                    <a:pt x="1179" y="387"/>
                  </a:cubicBezTo>
                  <a:cubicBezTo>
                    <a:pt x="1181" y="387"/>
                    <a:pt x="1183" y="387"/>
                    <a:pt x="1184" y="387"/>
                  </a:cubicBezTo>
                  <a:lnTo>
                    <a:pt x="1233" y="282"/>
                  </a:lnTo>
                  <a:lnTo>
                    <a:pt x="1233" y="282"/>
                  </a:lnTo>
                  <a:cubicBezTo>
                    <a:pt x="1233" y="282"/>
                    <a:pt x="1233" y="283"/>
                    <a:pt x="1201" y="331"/>
                  </a:cubicBezTo>
                  <a:cubicBezTo>
                    <a:pt x="1201" y="331"/>
                    <a:pt x="1200" y="330"/>
                    <a:pt x="1199" y="330"/>
                  </a:cubicBezTo>
                  <a:cubicBezTo>
                    <a:pt x="1195" y="330"/>
                    <a:pt x="1184" y="335"/>
                    <a:pt x="1160" y="371"/>
                  </a:cubicBezTo>
                  <a:cubicBezTo>
                    <a:pt x="1128" y="428"/>
                    <a:pt x="1095" y="477"/>
                    <a:pt x="1079" y="533"/>
                  </a:cubicBezTo>
                  <a:cubicBezTo>
                    <a:pt x="1061" y="574"/>
                    <a:pt x="1052" y="586"/>
                    <a:pt x="1049" y="586"/>
                  </a:cubicBezTo>
                  <a:cubicBezTo>
                    <a:pt x="1047" y="586"/>
                    <a:pt x="1047" y="584"/>
                    <a:pt x="1047" y="582"/>
                  </a:cubicBezTo>
                  <a:cubicBezTo>
                    <a:pt x="1055" y="525"/>
                    <a:pt x="1079" y="468"/>
                    <a:pt x="1120" y="420"/>
                  </a:cubicBezTo>
                  <a:cubicBezTo>
                    <a:pt x="1120" y="420"/>
                    <a:pt x="1121" y="421"/>
                    <a:pt x="1121" y="421"/>
                  </a:cubicBezTo>
                  <a:cubicBezTo>
                    <a:pt x="1131" y="421"/>
                    <a:pt x="1154" y="367"/>
                    <a:pt x="1176" y="314"/>
                  </a:cubicBezTo>
                  <a:cubicBezTo>
                    <a:pt x="1181" y="305"/>
                    <a:pt x="1182" y="301"/>
                    <a:pt x="1179" y="301"/>
                  </a:cubicBezTo>
                  <a:lnTo>
                    <a:pt x="1179" y="301"/>
                  </a:lnTo>
                  <a:cubicBezTo>
                    <a:pt x="1170" y="301"/>
                    <a:pt x="1107" y="374"/>
                    <a:pt x="1055" y="452"/>
                  </a:cubicBezTo>
                  <a:lnTo>
                    <a:pt x="1087" y="404"/>
                  </a:lnTo>
                  <a:cubicBezTo>
                    <a:pt x="1111" y="347"/>
                    <a:pt x="1095" y="339"/>
                    <a:pt x="1087" y="331"/>
                  </a:cubicBezTo>
                  <a:cubicBezTo>
                    <a:pt x="1083" y="328"/>
                    <a:pt x="1079" y="327"/>
                    <a:pt x="1075" y="327"/>
                  </a:cubicBezTo>
                  <a:cubicBezTo>
                    <a:pt x="1065" y="327"/>
                    <a:pt x="1056" y="338"/>
                    <a:pt x="1039" y="379"/>
                  </a:cubicBezTo>
                  <a:cubicBezTo>
                    <a:pt x="1016" y="425"/>
                    <a:pt x="986" y="477"/>
                    <a:pt x="982" y="477"/>
                  </a:cubicBezTo>
                  <a:cubicBezTo>
                    <a:pt x="982" y="477"/>
                    <a:pt x="982" y="477"/>
                    <a:pt x="982" y="477"/>
                  </a:cubicBezTo>
                  <a:cubicBezTo>
                    <a:pt x="974" y="517"/>
                    <a:pt x="957" y="558"/>
                    <a:pt x="933" y="590"/>
                  </a:cubicBezTo>
                  <a:cubicBezTo>
                    <a:pt x="933" y="590"/>
                    <a:pt x="949" y="533"/>
                    <a:pt x="966" y="477"/>
                  </a:cubicBezTo>
                  <a:cubicBezTo>
                    <a:pt x="1006" y="355"/>
                    <a:pt x="1022" y="298"/>
                    <a:pt x="990" y="282"/>
                  </a:cubicBezTo>
                  <a:cubicBezTo>
                    <a:pt x="982" y="274"/>
                    <a:pt x="957" y="266"/>
                    <a:pt x="982" y="209"/>
                  </a:cubicBezTo>
                  <a:cubicBezTo>
                    <a:pt x="976" y="206"/>
                    <a:pt x="971" y="203"/>
                    <a:pt x="967" y="203"/>
                  </a:cubicBezTo>
                  <a:cubicBezTo>
                    <a:pt x="958" y="203"/>
                    <a:pt x="949" y="213"/>
                    <a:pt x="933" y="250"/>
                  </a:cubicBezTo>
                  <a:lnTo>
                    <a:pt x="917" y="241"/>
                  </a:lnTo>
                  <a:cubicBezTo>
                    <a:pt x="930" y="211"/>
                    <a:pt x="931" y="195"/>
                    <a:pt x="926" y="195"/>
                  </a:cubicBezTo>
                  <a:lnTo>
                    <a:pt x="926" y="195"/>
                  </a:lnTo>
                  <a:cubicBezTo>
                    <a:pt x="922" y="195"/>
                    <a:pt x="912" y="207"/>
                    <a:pt x="901" y="233"/>
                  </a:cubicBezTo>
                  <a:cubicBezTo>
                    <a:pt x="891" y="248"/>
                    <a:pt x="886" y="253"/>
                    <a:pt x="883" y="253"/>
                  </a:cubicBezTo>
                  <a:cubicBezTo>
                    <a:pt x="876" y="253"/>
                    <a:pt x="882" y="223"/>
                    <a:pt x="876" y="217"/>
                  </a:cubicBezTo>
                  <a:cubicBezTo>
                    <a:pt x="895" y="166"/>
                    <a:pt x="905" y="138"/>
                    <a:pt x="904" y="138"/>
                  </a:cubicBezTo>
                  <a:lnTo>
                    <a:pt x="904" y="138"/>
                  </a:lnTo>
                  <a:cubicBezTo>
                    <a:pt x="902" y="138"/>
                    <a:pt x="884" y="180"/>
                    <a:pt x="844" y="274"/>
                  </a:cubicBezTo>
                  <a:cubicBezTo>
                    <a:pt x="828" y="306"/>
                    <a:pt x="820" y="347"/>
                    <a:pt x="811" y="387"/>
                  </a:cubicBezTo>
                  <a:lnTo>
                    <a:pt x="836" y="404"/>
                  </a:lnTo>
                  <a:lnTo>
                    <a:pt x="787" y="444"/>
                  </a:lnTo>
                  <a:cubicBezTo>
                    <a:pt x="787" y="444"/>
                    <a:pt x="786" y="443"/>
                    <a:pt x="785" y="443"/>
                  </a:cubicBezTo>
                  <a:cubicBezTo>
                    <a:pt x="774" y="443"/>
                    <a:pt x="745" y="489"/>
                    <a:pt x="722" y="541"/>
                  </a:cubicBezTo>
                  <a:cubicBezTo>
                    <a:pt x="722" y="541"/>
                    <a:pt x="694" y="591"/>
                    <a:pt x="690" y="591"/>
                  </a:cubicBezTo>
                  <a:cubicBezTo>
                    <a:pt x="690" y="591"/>
                    <a:pt x="690" y="591"/>
                    <a:pt x="690" y="590"/>
                  </a:cubicBezTo>
                  <a:lnTo>
                    <a:pt x="739" y="485"/>
                  </a:lnTo>
                  <a:cubicBezTo>
                    <a:pt x="771" y="436"/>
                    <a:pt x="795" y="379"/>
                    <a:pt x="820" y="323"/>
                  </a:cubicBezTo>
                  <a:cubicBezTo>
                    <a:pt x="851" y="255"/>
                    <a:pt x="862" y="200"/>
                    <a:pt x="853" y="200"/>
                  </a:cubicBezTo>
                  <a:lnTo>
                    <a:pt x="853" y="200"/>
                  </a:lnTo>
                  <a:cubicBezTo>
                    <a:pt x="848" y="200"/>
                    <a:pt x="837" y="217"/>
                    <a:pt x="820" y="258"/>
                  </a:cubicBezTo>
                  <a:cubicBezTo>
                    <a:pt x="811" y="250"/>
                    <a:pt x="811" y="250"/>
                    <a:pt x="836" y="193"/>
                  </a:cubicBezTo>
                  <a:cubicBezTo>
                    <a:pt x="846" y="172"/>
                    <a:pt x="851" y="158"/>
                    <a:pt x="848" y="158"/>
                  </a:cubicBezTo>
                  <a:lnTo>
                    <a:pt x="848" y="158"/>
                  </a:lnTo>
                  <a:cubicBezTo>
                    <a:pt x="844" y="158"/>
                    <a:pt x="828" y="182"/>
                    <a:pt x="795" y="241"/>
                  </a:cubicBezTo>
                  <a:cubicBezTo>
                    <a:pt x="768" y="292"/>
                    <a:pt x="752" y="317"/>
                    <a:pt x="747" y="317"/>
                  </a:cubicBezTo>
                  <a:cubicBezTo>
                    <a:pt x="742" y="317"/>
                    <a:pt x="750" y="288"/>
                    <a:pt x="771" y="233"/>
                  </a:cubicBezTo>
                  <a:cubicBezTo>
                    <a:pt x="797" y="156"/>
                    <a:pt x="796" y="124"/>
                    <a:pt x="786" y="124"/>
                  </a:cubicBezTo>
                  <a:lnTo>
                    <a:pt x="786" y="124"/>
                  </a:lnTo>
                  <a:cubicBezTo>
                    <a:pt x="780" y="124"/>
                    <a:pt x="772" y="135"/>
                    <a:pt x="763" y="152"/>
                  </a:cubicBezTo>
                  <a:cubicBezTo>
                    <a:pt x="732" y="213"/>
                    <a:pt x="714" y="237"/>
                    <a:pt x="705" y="237"/>
                  </a:cubicBezTo>
                  <a:cubicBezTo>
                    <a:pt x="698" y="237"/>
                    <a:pt x="699" y="219"/>
                    <a:pt x="706" y="193"/>
                  </a:cubicBezTo>
                  <a:cubicBezTo>
                    <a:pt x="719" y="163"/>
                    <a:pt x="723" y="149"/>
                    <a:pt x="719" y="149"/>
                  </a:cubicBezTo>
                  <a:lnTo>
                    <a:pt x="719" y="149"/>
                  </a:lnTo>
                  <a:cubicBezTo>
                    <a:pt x="715" y="149"/>
                    <a:pt x="705" y="161"/>
                    <a:pt x="690" y="185"/>
                  </a:cubicBezTo>
                  <a:cubicBezTo>
                    <a:pt x="707" y="145"/>
                    <a:pt x="720" y="104"/>
                    <a:pt x="715" y="104"/>
                  </a:cubicBezTo>
                  <a:lnTo>
                    <a:pt x="715" y="104"/>
                  </a:lnTo>
                  <a:cubicBezTo>
                    <a:pt x="713" y="104"/>
                    <a:pt x="707" y="111"/>
                    <a:pt x="698" y="128"/>
                  </a:cubicBezTo>
                  <a:cubicBezTo>
                    <a:pt x="698" y="128"/>
                    <a:pt x="698" y="128"/>
                    <a:pt x="697" y="128"/>
                  </a:cubicBezTo>
                  <a:cubicBezTo>
                    <a:pt x="694" y="128"/>
                    <a:pt x="686" y="132"/>
                    <a:pt x="674" y="177"/>
                  </a:cubicBezTo>
                  <a:lnTo>
                    <a:pt x="609" y="282"/>
                  </a:lnTo>
                  <a:cubicBezTo>
                    <a:pt x="601" y="323"/>
                    <a:pt x="584" y="355"/>
                    <a:pt x="568" y="395"/>
                  </a:cubicBezTo>
                  <a:cubicBezTo>
                    <a:pt x="563" y="406"/>
                    <a:pt x="559" y="411"/>
                    <a:pt x="556" y="411"/>
                  </a:cubicBezTo>
                  <a:cubicBezTo>
                    <a:pt x="547" y="411"/>
                    <a:pt x="556" y="342"/>
                    <a:pt x="601" y="209"/>
                  </a:cubicBezTo>
                  <a:lnTo>
                    <a:pt x="641" y="95"/>
                  </a:lnTo>
                  <a:lnTo>
                    <a:pt x="593" y="201"/>
                  </a:lnTo>
                  <a:cubicBezTo>
                    <a:pt x="584" y="201"/>
                    <a:pt x="576" y="193"/>
                    <a:pt x="601" y="136"/>
                  </a:cubicBezTo>
                  <a:cubicBezTo>
                    <a:pt x="625" y="87"/>
                    <a:pt x="625" y="87"/>
                    <a:pt x="617" y="79"/>
                  </a:cubicBezTo>
                  <a:lnTo>
                    <a:pt x="617" y="79"/>
                  </a:lnTo>
                  <a:cubicBezTo>
                    <a:pt x="617" y="79"/>
                    <a:pt x="609" y="79"/>
                    <a:pt x="584" y="136"/>
                  </a:cubicBezTo>
                  <a:cubicBezTo>
                    <a:pt x="556" y="197"/>
                    <a:pt x="545" y="223"/>
                    <a:pt x="543" y="223"/>
                  </a:cubicBezTo>
                  <a:cubicBezTo>
                    <a:pt x="541" y="223"/>
                    <a:pt x="545" y="209"/>
                    <a:pt x="552" y="185"/>
                  </a:cubicBezTo>
                  <a:cubicBezTo>
                    <a:pt x="577" y="127"/>
                    <a:pt x="587" y="99"/>
                    <a:pt x="583" y="99"/>
                  </a:cubicBezTo>
                  <a:lnTo>
                    <a:pt x="583" y="99"/>
                  </a:lnTo>
                  <a:cubicBezTo>
                    <a:pt x="580" y="99"/>
                    <a:pt x="564" y="125"/>
                    <a:pt x="536" y="177"/>
                  </a:cubicBezTo>
                  <a:cubicBezTo>
                    <a:pt x="512" y="228"/>
                    <a:pt x="500" y="255"/>
                    <a:pt x="498" y="255"/>
                  </a:cubicBezTo>
                  <a:cubicBezTo>
                    <a:pt x="497" y="255"/>
                    <a:pt x="507" y="226"/>
                    <a:pt x="528" y="168"/>
                  </a:cubicBezTo>
                  <a:cubicBezTo>
                    <a:pt x="552" y="136"/>
                    <a:pt x="560" y="95"/>
                    <a:pt x="568" y="55"/>
                  </a:cubicBezTo>
                  <a:lnTo>
                    <a:pt x="568" y="55"/>
                  </a:lnTo>
                  <a:lnTo>
                    <a:pt x="544" y="112"/>
                  </a:lnTo>
                  <a:cubicBezTo>
                    <a:pt x="512" y="171"/>
                    <a:pt x="498" y="197"/>
                    <a:pt x="495" y="197"/>
                  </a:cubicBezTo>
                  <a:cubicBezTo>
                    <a:pt x="492" y="197"/>
                    <a:pt x="496" y="181"/>
                    <a:pt x="503" y="152"/>
                  </a:cubicBezTo>
                  <a:cubicBezTo>
                    <a:pt x="517" y="126"/>
                    <a:pt x="520" y="111"/>
                    <a:pt x="514" y="111"/>
                  </a:cubicBezTo>
                  <a:lnTo>
                    <a:pt x="514" y="111"/>
                  </a:lnTo>
                  <a:cubicBezTo>
                    <a:pt x="509" y="111"/>
                    <a:pt x="498" y="122"/>
                    <a:pt x="479" y="144"/>
                  </a:cubicBezTo>
                  <a:cubicBezTo>
                    <a:pt x="471" y="136"/>
                    <a:pt x="463" y="136"/>
                    <a:pt x="487" y="79"/>
                  </a:cubicBezTo>
                  <a:cubicBezTo>
                    <a:pt x="512" y="27"/>
                    <a:pt x="524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2"/>
            <p:cNvSpPr/>
            <p:nvPr/>
          </p:nvSpPr>
          <p:spPr>
            <a:xfrm>
              <a:off x="7225809" y="2026966"/>
              <a:ext cx="553600" cy="319204"/>
            </a:xfrm>
            <a:custGeom>
              <a:avLst/>
              <a:gdLst/>
              <a:ahLst/>
              <a:cxnLst/>
              <a:rect l="l" t="t" r="r" b="b"/>
              <a:pathLst>
                <a:path w="32116" h="18518" extrusionOk="0">
                  <a:moveTo>
                    <a:pt x="31359" y="403"/>
                  </a:moveTo>
                  <a:cubicBezTo>
                    <a:pt x="31392" y="403"/>
                    <a:pt x="31452" y="425"/>
                    <a:pt x="31515" y="474"/>
                  </a:cubicBezTo>
                  <a:cubicBezTo>
                    <a:pt x="31637" y="523"/>
                    <a:pt x="31637" y="523"/>
                    <a:pt x="31523" y="539"/>
                  </a:cubicBezTo>
                  <a:cubicBezTo>
                    <a:pt x="31502" y="541"/>
                    <a:pt x="31481" y="544"/>
                    <a:pt x="31463" y="544"/>
                  </a:cubicBezTo>
                  <a:cubicBezTo>
                    <a:pt x="31426" y="544"/>
                    <a:pt x="31399" y="533"/>
                    <a:pt x="31394" y="490"/>
                  </a:cubicBezTo>
                  <a:cubicBezTo>
                    <a:pt x="31320" y="433"/>
                    <a:pt x="31321" y="403"/>
                    <a:pt x="31359" y="403"/>
                  </a:cubicBezTo>
                  <a:close/>
                  <a:moveTo>
                    <a:pt x="17" y="879"/>
                  </a:moveTo>
                  <a:lnTo>
                    <a:pt x="9" y="944"/>
                  </a:lnTo>
                  <a:cubicBezTo>
                    <a:pt x="0" y="1009"/>
                    <a:pt x="57" y="1017"/>
                    <a:pt x="114" y="1025"/>
                  </a:cubicBezTo>
                  <a:lnTo>
                    <a:pt x="130" y="960"/>
                  </a:lnTo>
                  <a:cubicBezTo>
                    <a:pt x="106" y="920"/>
                    <a:pt x="65" y="887"/>
                    <a:pt x="17" y="879"/>
                  </a:cubicBezTo>
                  <a:close/>
                  <a:moveTo>
                    <a:pt x="949" y="1114"/>
                  </a:moveTo>
                  <a:cubicBezTo>
                    <a:pt x="1006" y="1123"/>
                    <a:pt x="1006" y="1187"/>
                    <a:pt x="998" y="1244"/>
                  </a:cubicBezTo>
                  <a:cubicBezTo>
                    <a:pt x="998" y="1292"/>
                    <a:pt x="998" y="1305"/>
                    <a:pt x="972" y="1305"/>
                  </a:cubicBezTo>
                  <a:cubicBezTo>
                    <a:pt x="962" y="1305"/>
                    <a:pt x="950" y="1303"/>
                    <a:pt x="933" y="1301"/>
                  </a:cubicBezTo>
                  <a:cubicBezTo>
                    <a:pt x="909" y="1268"/>
                    <a:pt x="884" y="1220"/>
                    <a:pt x="884" y="1171"/>
                  </a:cubicBezTo>
                  <a:lnTo>
                    <a:pt x="949" y="1114"/>
                  </a:lnTo>
                  <a:close/>
                  <a:moveTo>
                    <a:pt x="930" y="1832"/>
                  </a:moveTo>
                  <a:cubicBezTo>
                    <a:pt x="956" y="1832"/>
                    <a:pt x="954" y="1863"/>
                    <a:pt x="949" y="1941"/>
                  </a:cubicBezTo>
                  <a:cubicBezTo>
                    <a:pt x="949" y="2006"/>
                    <a:pt x="941" y="2063"/>
                    <a:pt x="884" y="2063"/>
                  </a:cubicBezTo>
                  <a:lnTo>
                    <a:pt x="892" y="1998"/>
                  </a:lnTo>
                  <a:cubicBezTo>
                    <a:pt x="896" y="1999"/>
                    <a:pt x="899" y="1999"/>
                    <a:pt x="901" y="1999"/>
                  </a:cubicBezTo>
                  <a:cubicBezTo>
                    <a:pt x="929" y="1999"/>
                    <a:pt x="914" y="1975"/>
                    <a:pt x="882" y="1975"/>
                  </a:cubicBezTo>
                  <a:cubicBezTo>
                    <a:pt x="867" y="1975"/>
                    <a:pt x="848" y="1981"/>
                    <a:pt x="827" y="1998"/>
                  </a:cubicBezTo>
                  <a:lnTo>
                    <a:pt x="706" y="1990"/>
                  </a:lnTo>
                  <a:cubicBezTo>
                    <a:pt x="714" y="1925"/>
                    <a:pt x="771" y="1877"/>
                    <a:pt x="836" y="1868"/>
                  </a:cubicBezTo>
                  <a:cubicBezTo>
                    <a:pt x="884" y="1846"/>
                    <a:pt x="913" y="1832"/>
                    <a:pt x="930" y="1832"/>
                  </a:cubicBezTo>
                  <a:close/>
                  <a:moveTo>
                    <a:pt x="1241" y="2079"/>
                  </a:moveTo>
                  <a:lnTo>
                    <a:pt x="1176" y="2136"/>
                  </a:lnTo>
                  <a:lnTo>
                    <a:pt x="1176" y="2201"/>
                  </a:lnTo>
                  <a:cubicBezTo>
                    <a:pt x="1233" y="2201"/>
                    <a:pt x="1233" y="2201"/>
                    <a:pt x="1241" y="2144"/>
                  </a:cubicBezTo>
                  <a:lnTo>
                    <a:pt x="1241" y="2079"/>
                  </a:lnTo>
                  <a:close/>
                  <a:moveTo>
                    <a:pt x="890" y="5460"/>
                  </a:moveTo>
                  <a:cubicBezTo>
                    <a:pt x="946" y="5460"/>
                    <a:pt x="1015" y="5568"/>
                    <a:pt x="1030" y="5630"/>
                  </a:cubicBezTo>
                  <a:cubicBezTo>
                    <a:pt x="1038" y="5660"/>
                    <a:pt x="1028" y="5678"/>
                    <a:pt x="1008" y="5678"/>
                  </a:cubicBezTo>
                  <a:cubicBezTo>
                    <a:pt x="984" y="5678"/>
                    <a:pt x="945" y="5652"/>
                    <a:pt x="900" y="5590"/>
                  </a:cubicBezTo>
                  <a:lnTo>
                    <a:pt x="884" y="5460"/>
                  </a:lnTo>
                  <a:cubicBezTo>
                    <a:pt x="886" y="5460"/>
                    <a:pt x="888" y="5460"/>
                    <a:pt x="890" y="5460"/>
                  </a:cubicBezTo>
                  <a:close/>
                  <a:moveTo>
                    <a:pt x="914" y="5855"/>
                  </a:moveTo>
                  <a:cubicBezTo>
                    <a:pt x="907" y="5855"/>
                    <a:pt x="900" y="5856"/>
                    <a:pt x="892" y="5857"/>
                  </a:cubicBezTo>
                  <a:cubicBezTo>
                    <a:pt x="836" y="5866"/>
                    <a:pt x="852" y="5930"/>
                    <a:pt x="884" y="6060"/>
                  </a:cubicBezTo>
                  <a:cubicBezTo>
                    <a:pt x="900" y="6101"/>
                    <a:pt x="925" y="6141"/>
                    <a:pt x="965" y="6174"/>
                  </a:cubicBezTo>
                  <a:cubicBezTo>
                    <a:pt x="1030" y="6157"/>
                    <a:pt x="1014" y="6093"/>
                    <a:pt x="998" y="6036"/>
                  </a:cubicBezTo>
                  <a:cubicBezTo>
                    <a:pt x="1027" y="5913"/>
                    <a:pt x="972" y="5855"/>
                    <a:pt x="914" y="5855"/>
                  </a:cubicBezTo>
                  <a:close/>
                  <a:moveTo>
                    <a:pt x="2099" y="8374"/>
                  </a:moveTo>
                  <a:cubicBezTo>
                    <a:pt x="2140" y="8374"/>
                    <a:pt x="2160" y="8428"/>
                    <a:pt x="2173" y="8476"/>
                  </a:cubicBezTo>
                  <a:lnTo>
                    <a:pt x="2125" y="8501"/>
                  </a:lnTo>
                  <a:lnTo>
                    <a:pt x="2044" y="8460"/>
                  </a:lnTo>
                  <a:lnTo>
                    <a:pt x="2076" y="8379"/>
                  </a:lnTo>
                  <a:cubicBezTo>
                    <a:pt x="2085" y="8375"/>
                    <a:pt x="2092" y="8374"/>
                    <a:pt x="2099" y="8374"/>
                  </a:cubicBezTo>
                  <a:close/>
                  <a:moveTo>
                    <a:pt x="1865" y="8671"/>
                  </a:moveTo>
                  <a:lnTo>
                    <a:pt x="2019" y="8744"/>
                  </a:lnTo>
                  <a:cubicBezTo>
                    <a:pt x="2230" y="8792"/>
                    <a:pt x="2230" y="8792"/>
                    <a:pt x="2125" y="8841"/>
                  </a:cubicBezTo>
                  <a:cubicBezTo>
                    <a:pt x="2100" y="8852"/>
                    <a:pt x="2076" y="8862"/>
                    <a:pt x="2048" y="8862"/>
                  </a:cubicBezTo>
                  <a:cubicBezTo>
                    <a:pt x="2011" y="8862"/>
                    <a:pt x="1969" y="8844"/>
                    <a:pt x="1914" y="8784"/>
                  </a:cubicBezTo>
                  <a:lnTo>
                    <a:pt x="1865" y="8671"/>
                  </a:lnTo>
                  <a:close/>
                  <a:moveTo>
                    <a:pt x="30164" y="8996"/>
                  </a:moveTo>
                  <a:cubicBezTo>
                    <a:pt x="30174" y="8996"/>
                    <a:pt x="30188" y="9002"/>
                    <a:pt x="30210" y="9011"/>
                  </a:cubicBezTo>
                  <a:cubicBezTo>
                    <a:pt x="30267" y="9044"/>
                    <a:pt x="30291" y="9109"/>
                    <a:pt x="30259" y="9174"/>
                  </a:cubicBezTo>
                  <a:cubicBezTo>
                    <a:pt x="30252" y="9189"/>
                    <a:pt x="30239" y="9197"/>
                    <a:pt x="30224" y="9197"/>
                  </a:cubicBezTo>
                  <a:cubicBezTo>
                    <a:pt x="30184" y="9197"/>
                    <a:pt x="30129" y="9144"/>
                    <a:pt x="30129" y="9044"/>
                  </a:cubicBezTo>
                  <a:cubicBezTo>
                    <a:pt x="30144" y="9009"/>
                    <a:pt x="30149" y="8996"/>
                    <a:pt x="30164" y="8996"/>
                  </a:cubicBezTo>
                  <a:close/>
                  <a:moveTo>
                    <a:pt x="2746" y="9935"/>
                  </a:moveTo>
                  <a:cubicBezTo>
                    <a:pt x="2780" y="9935"/>
                    <a:pt x="2838" y="9944"/>
                    <a:pt x="2911" y="9944"/>
                  </a:cubicBezTo>
                  <a:cubicBezTo>
                    <a:pt x="3025" y="10025"/>
                    <a:pt x="3025" y="10025"/>
                    <a:pt x="2887" y="10025"/>
                  </a:cubicBezTo>
                  <a:lnTo>
                    <a:pt x="2717" y="9968"/>
                  </a:lnTo>
                  <a:cubicBezTo>
                    <a:pt x="2705" y="9942"/>
                    <a:pt x="2717" y="9935"/>
                    <a:pt x="2746" y="9935"/>
                  </a:cubicBezTo>
                  <a:close/>
                  <a:moveTo>
                    <a:pt x="2886" y="10490"/>
                  </a:moveTo>
                  <a:cubicBezTo>
                    <a:pt x="2905" y="10490"/>
                    <a:pt x="2923" y="10492"/>
                    <a:pt x="2944" y="10495"/>
                  </a:cubicBezTo>
                  <a:lnTo>
                    <a:pt x="2976" y="10552"/>
                  </a:lnTo>
                  <a:cubicBezTo>
                    <a:pt x="2942" y="10571"/>
                    <a:pt x="2911" y="10591"/>
                    <a:pt x="2884" y="10591"/>
                  </a:cubicBezTo>
                  <a:cubicBezTo>
                    <a:pt x="2867" y="10591"/>
                    <a:pt x="2851" y="10582"/>
                    <a:pt x="2838" y="10560"/>
                  </a:cubicBezTo>
                  <a:lnTo>
                    <a:pt x="2806" y="10503"/>
                  </a:lnTo>
                  <a:cubicBezTo>
                    <a:pt x="2834" y="10494"/>
                    <a:pt x="2860" y="10490"/>
                    <a:pt x="2886" y="10490"/>
                  </a:cubicBezTo>
                  <a:close/>
                  <a:moveTo>
                    <a:pt x="29324" y="10982"/>
                  </a:moveTo>
                  <a:cubicBezTo>
                    <a:pt x="29329" y="10982"/>
                    <a:pt x="29335" y="10985"/>
                    <a:pt x="29342" y="10990"/>
                  </a:cubicBezTo>
                  <a:cubicBezTo>
                    <a:pt x="29383" y="11014"/>
                    <a:pt x="29407" y="11055"/>
                    <a:pt x="29415" y="11103"/>
                  </a:cubicBezTo>
                  <a:cubicBezTo>
                    <a:pt x="29415" y="11103"/>
                    <a:pt x="29421" y="11167"/>
                    <a:pt x="29394" y="11167"/>
                  </a:cubicBezTo>
                  <a:cubicBezTo>
                    <a:pt x="29389" y="11167"/>
                    <a:pt x="29382" y="11165"/>
                    <a:pt x="29375" y="11160"/>
                  </a:cubicBezTo>
                  <a:lnTo>
                    <a:pt x="29326" y="11127"/>
                  </a:lnTo>
                  <a:cubicBezTo>
                    <a:pt x="29313" y="11052"/>
                    <a:pt x="29299" y="10982"/>
                    <a:pt x="29324" y="10982"/>
                  </a:cubicBezTo>
                  <a:close/>
                  <a:moveTo>
                    <a:pt x="3375" y="11650"/>
                  </a:moveTo>
                  <a:cubicBezTo>
                    <a:pt x="3397" y="11650"/>
                    <a:pt x="3471" y="11701"/>
                    <a:pt x="3495" y="11744"/>
                  </a:cubicBezTo>
                  <a:lnTo>
                    <a:pt x="3446" y="11776"/>
                  </a:lnTo>
                  <a:cubicBezTo>
                    <a:pt x="3414" y="11719"/>
                    <a:pt x="3325" y="11703"/>
                    <a:pt x="3373" y="11671"/>
                  </a:cubicBezTo>
                  <a:cubicBezTo>
                    <a:pt x="3365" y="11656"/>
                    <a:pt x="3367" y="11650"/>
                    <a:pt x="3375" y="11650"/>
                  </a:cubicBezTo>
                  <a:close/>
                  <a:moveTo>
                    <a:pt x="3999" y="11881"/>
                  </a:moveTo>
                  <a:cubicBezTo>
                    <a:pt x="4015" y="11881"/>
                    <a:pt x="4031" y="11888"/>
                    <a:pt x="4046" y="11906"/>
                  </a:cubicBezTo>
                  <a:cubicBezTo>
                    <a:pt x="4127" y="11922"/>
                    <a:pt x="4119" y="12003"/>
                    <a:pt x="3990" y="12027"/>
                  </a:cubicBezTo>
                  <a:cubicBezTo>
                    <a:pt x="3949" y="11979"/>
                    <a:pt x="3949" y="11979"/>
                    <a:pt x="3908" y="11922"/>
                  </a:cubicBezTo>
                  <a:cubicBezTo>
                    <a:pt x="3939" y="11902"/>
                    <a:pt x="3970" y="11881"/>
                    <a:pt x="3999" y="11881"/>
                  </a:cubicBezTo>
                  <a:close/>
                  <a:moveTo>
                    <a:pt x="4346" y="12311"/>
                  </a:moveTo>
                  <a:lnTo>
                    <a:pt x="4387" y="12360"/>
                  </a:lnTo>
                  <a:cubicBezTo>
                    <a:pt x="4419" y="12409"/>
                    <a:pt x="4419" y="12409"/>
                    <a:pt x="4379" y="12449"/>
                  </a:cubicBezTo>
                  <a:lnTo>
                    <a:pt x="4338" y="12400"/>
                  </a:lnTo>
                  <a:lnTo>
                    <a:pt x="4346" y="12311"/>
                  </a:lnTo>
                  <a:close/>
                  <a:moveTo>
                    <a:pt x="4922" y="12733"/>
                  </a:moveTo>
                  <a:cubicBezTo>
                    <a:pt x="4889" y="12773"/>
                    <a:pt x="4873" y="12814"/>
                    <a:pt x="4865" y="12863"/>
                  </a:cubicBezTo>
                  <a:cubicBezTo>
                    <a:pt x="4879" y="12877"/>
                    <a:pt x="4899" y="12885"/>
                    <a:pt x="4918" y="12885"/>
                  </a:cubicBezTo>
                  <a:cubicBezTo>
                    <a:pt x="4931" y="12885"/>
                    <a:pt x="4944" y="12881"/>
                    <a:pt x="4954" y="12871"/>
                  </a:cubicBezTo>
                  <a:cubicBezTo>
                    <a:pt x="4979" y="12846"/>
                    <a:pt x="4987" y="12806"/>
                    <a:pt x="4962" y="12781"/>
                  </a:cubicBezTo>
                  <a:lnTo>
                    <a:pt x="4922" y="12733"/>
                  </a:lnTo>
                  <a:close/>
                  <a:moveTo>
                    <a:pt x="27828" y="13038"/>
                  </a:moveTo>
                  <a:cubicBezTo>
                    <a:pt x="27875" y="13038"/>
                    <a:pt x="27914" y="13097"/>
                    <a:pt x="27867" y="13138"/>
                  </a:cubicBezTo>
                  <a:cubicBezTo>
                    <a:pt x="27857" y="13140"/>
                    <a:pt x="27847" y="13141"/>
                    <a:pt x="27837" y="13141"/>
                  </a:cubicBezTo>
                  <a:cubicBezTo>
                    <a:pt x="27804" y="13141"/>
                    <a:pt x="27768" y="13131"/>
                    <a:pt x="27737" y="13106"/>
                  </a:cubicBezTo>
                  <a:lnTo>
                    <a:pt x="27778" y="13065"/>
                  </a:lnTo>
                  <a:cubicBezTo>
                    <a:pt x="27793" y="13046"/>
                    <a:pt x="27811" y="13038"/>
                    <a:pt x="27828" y="13038"/>
                  </a:cubicBezTo>
                  <a:close/>
                  <a:moveTo>
                    <a:pt x="5938" y="13256"/>
                  </a:moveTo>
                  <a:cubicBezTo>
                    <a:pt x="5927" y="13256"/>
                    <a:pt x="5927" y="13276"/>
                    <a:pt x="5927" y="13317"/>
                  </a:cubicBezTo>
                  <a:lnTo>
                    <a:pt x="6016" y="13406"/>
                  </a:lnTo>
                  <a:cubicBezTo>
                    <a:pt x="6057" y="13365"/>
                    <a:pt x="6057" y="13365"/>
                    <a:pt x="6016" y="13317"/>
                  </a:cubicBezTo>
                  <a:cubicBezTo>
                    <a:pt x="5972" y="13276"/>
                    <a:pt x="5950" y="13256"/>
                    <a:pt x="5938" y="13256"/>
                  </a:cubicBezTo>
                  <a:close/>
                  <a:moveTo>
                    <a:pt x="4890" y="13283"/>
                  </a:moveTo>
                  <a:cubicBezTo>
                    <a:pt x="4907" y="13283"/>
                    <a:pt x="4925" y="13291"/>
                    <a:pt x="4938" y="13308"/>
                  </a:cubicBezTo>
                  <a:cubicBezTo>
                    <a:pt x="4979" y="13357"/>
                    <a:pt x="5019" y="13406"/>
                    <a:pt x="4979" y="13446"/>
                  </a:cubicBezTo>
                  <a:cubicBezTo>
                    <a:pt x="4969" y="13453"/>
                    <a:pt x="4956" y="13457"/>
                    <a:pt x="4942" y="13457"/>
                  </a:cubicBezTo>
                  <a:cubicBezTo>
                    <a:pt x="4924" y="13457"/>
                    <a:pt x="4904" y="13449"/>
                    <a:pt x="4889" y="13430"/>
                  </a:cubicBezTo>
                  <a:cubicBezTo>
                    <a:pt x="4865" y="13390"/>
                    <a:pt x="4849" y="13349"/>
                    <a:pt x="4849" y="13300"/>
                  </a:cubicBezTo>
                  <a:cubicBezTo>
                    <a:pt x="4860" y="13289"/>
                    <a:pt x="4875" y="13283"/>
                    <a:pt x="4890" y="13283"/>
                  </a:cubicBezTo>
                  <a:close/>
                  <a:moveTo>
                    <a:pt x="27487" y="13580"/>
                  </a:moveTo>
                  <a:cubicBezTo>
                    <a:pt x="27498" y="13580"/>
                    <a:pt x="27510" y="13592"/>
                    <a:pt x="27534" y="13617"/>
                  </a:cubicBezTo>
                  <a:lnTo>
                    <a:pt x="27486" y="13657"/>
                  </a:lnTo>
                  <a:lnTo>
                    <a:pt x="27397" y="13657"/>
                  </a:lnTo>
                  <a:lnTo>
                    <a:pt x="27445" y="13617"/>
                  </a:lnTo>
                  <a:cubicBezTo>
                    <a:pt x="27466" y="13592"/>
                    <a:pt x="27476" y="13580"/>
                    <a:pt x="27487" y="13580"/>
                  </a:cubicBezTo>
                  <a:close/>
                  <a:moveTo>
                    <a:pt x="27407" y="13783"/>
                  </a:moveTo>
                  <a:cubicBezTo>
                    <a:pt x="27402" y="13783"/>
                    <a:pt x="27392" y="13797"/>
                    <a:pt x="27389" y="13835"/>
                  </a:cubicBezTo>
                  <a:cubicBezTo>
                    <a:pt x="27416" y="13808"/>
                    <a:pt x="27415" y="13783"/>
                    <a:pt x="27407" y="13783"/>
                  </a:cubicBezTo>
                  <a:close/>
                  <a:moveTo>
                    <a:pt x="27031" y="14026"/>
                  </a:moveTo>
                  <a:cubicBezTo>
                    <a:pt x="27042" y="14026"/>
                    <a:pt x="27052" y="14038"/>
                    <a:pt x="27072" y="14062"/>
                  </a:cubicBezTo>
                  <a:lnTo>
                    <a:pt x="27024" y="14103"/>
                  </a:lnTo>
                  <a:lnTo>
                    <a:pt x="26934" y="14103"/>
                  </a:lnTo>
                  <a:lnTo>
                    <a:pt x="26983" y="14062"/>
                  </a:lnTo>
                  <a:cubicBezTo>
                    <a:pt x="27007" y="14038"/>
                    <a:pt x="27020" y="14026"/>
                    <a:pt x="27031" y="14026"/>
                  </a:cubicBezTo>
                  <a:close/>
                  <a:moveTo>
                    <a:pt x="5697" y="14110"/>
                  </a:moveTo>
                  <a:cubicBezTo>
                    <a:pt x="5707" y="14110"/>
                    <a:pt x="5732" y="14134"/>
                    <a:pt x="5781" y="14184"/>
                  </a:cubicBezTo>
                  <a:cubicBezTo>
                    <a:pt x="5806" y="14200"/>
                    <a:pt x="5806" y="14241"/>
                    <a:pt x="5781" y="14265"/>
                  </a:cubicBezTo>
                  <a:cubicBezTo>
                    <a:pt x="5773" y="14275"/>
                    <a:pt x="5767" y="14279"/>
                    <a:pt x="5761" y="14279"/>
                  </a:cubicBezTo>
                  <a:cubicBezTo>
                    <a:pt x="5739" y="14279"/>
                    <a:pt x="5731" y="14215"/>
                    <a:pt x="5692" y="14176"/>
                  </a:cubicBezTo>
                  <a:cubicBezTo>
                    <a:pt x="5688" y="14132"/>
                    <a:pt x="5686" y="14110"/>
                    <a:pt x="5697" y="14110"/>
                  </a:cubicBezTo>
                  <a:close/>
                  <a:moveTo>
                    <a:pt x="27035" y="14397"/>
                  </a:moveTo>
                  <a:cubicBezTo>
                    <a:pt x="27039" y="14401"/>
                    <a:pt x="27043" y="14406"/>
                    <a:pt x="27048" y="14411"/>
                  </a:cubicBezTo>
                  <a:cubicBezTo>
                    <a:pt x="27050" y="14411"/>
                    <a:pt x="27053" y="14411"/>
                    <a:pt x="27055" y="14411"/>
                  </a:cubicBezTo>
                  <a:lnTo>
                    <a:pt x="27055" y="14411"/>
                  </a:lnTo>
                  <a:cubicBezTo>
                    <a:pt x="27049" y="14407"/>
                    <a:pt x="27042" y="14403"/>
                    <a:pt x="27035" y="14397"/>
                  </a:cubicBezTo>
                  <a:close/>
                  <a:moveTo>
                    <a:pt x="27055" y="14411"/>
                  </a:moveTo>
                  <a:cubicBezTo>
                    <a:pt x="27071" y="14421"/>
                    <a:pt x="27083" y="14424"/>
                    <a:pt x="27090" y="14424"/>
                  </a:cubicBezTo>
                  <a:cubicBezTo>
                    <a:pt x="27103" y="14424"/>
                    <a:pt x="27095" y="14412"/>
                    <a:pt x="27055" y="14411"/>
                  </a:cubicBezTo>
                  <a:close/>
                  <a:moveTo>
                    <a:pt x="26051" y="14338"/>
                  </a:moveTo>
                  <a:cubicBezTo>
                    <a:pt x="26083" y="14379"/>
                    <a:pt x="26124" y="14427"/>
                    <a:pt x="26075" y="14468"/>
                  </a:cubicBezTo>
                  <a:lnTo>
                    <a:pt x="25994" y="14460"/>
                  </a:lnTo>
                  <a:lnTo>
                    <a:pt x="26002" y="14379"/>
                  </a:lnTo>
                  <a:lnTo>
                    <a:pt x="26051" y="14338"/>
                  </a:lnTo>
                  <a:close/>
                  <a:moveTo>
                    <a:pt x="26675" y="14311"/>
                  </a:moveTo>
                  <a:cubicBezTo>
                    <a:pt x="26685" y="14311"/>
                    <a:pt x="26696" y="14317"/>
                    <a:pt x="26707" y="14330"/>
                  </a:cubicBezTo>
                  <a:cubicBezTo>
                    <a:pt x="26748" y="14371"/>
                    <a:pt x="26748" y="14371"/>
                    <a:pt x="26699" y="14411"/>
                  </a:cubicBezTo>
                  <a:cubicBezTo>
                    <a:pt x="26651" y="14456"/>
                    <a:pt x="26626" y="14478"/>
                    <a:pt x="26615" y="14478"/>
                  </a:cubicBezTo>
                  <a:cubicBezTo>
                    <a:pt x="26604" y="14478"/>
                    <a:pt x="26606" y="14456"/>
                    <a:pt x="26610" y="14411"/>
                  </a:cubicBezTo>
                  <a:cubicBezTo>
                    <a:pt x="26622" y="14352"/>
                    <a:pt x="26646" y="14311"/>
                    <a:pt x="26675" y="14311"/>
                  </a:cubicBezTo>
                  <a:close/>
                  <a:moveTo>
                    <a:pt x="4629" y="14750"/>
                  </a:moveTo>
                  <a:cubicBezTo>
                    <a:pt x="4591" y="14750"/>
                    <a:pt x="4558" y="14764"/>
                    <a:pt x="4525" y="14784"/>
                  </a:cubicBezTo>
                  <a:cubicBezTo>
                    <a:pt x="4487" y="14815"/>
                    <a:pt x="4512" y="14851"/>
                    <a:pt x="4585" y="14851"/>
                  </a:cubicBezTo>
                  <a:cubicBezTo>
                    <a:pt x="4607" y="14851"/>
                    <a:pt x="4633" y="14848"/>
                    <a:pt x="4662" y="14841"/>
                  </a:cubicBezTo>
                  <a:cubicBezTo>
                    <a:pt x="4703" y="14800"/>
                    <a:pt x="4703" y="14800"/>
                    <a:pt x="4654" y="14752"/>
                  </a:cubicBezTo>
                  <a:cubicBezTo>
                    <a:pt x="4646" y="14750"/>
                    <a:pt x="4637" y="14750"/>
                    <a:pt x="4629" y="14750"/>
                  </a:cubicBezTo>
                  <a:close/>
                  <a:moveTo>
                    <a:pt x="6649" y="14748"/>
                  </a:moveTo>
                  <a:cubicBezTo>
                    <a:pt x="6677" y="14748"/>
                    <a:pt x="6697" y="14797"/>
                    <a:pt x="6673" y="14898"/>
                  </a:cubicBezTo>
                  <a:cubicBezTo>
                    <a:pt x="6656" y="14923"/>
                    <a:pt x="6648" y="14935"/>
                    <a:pt x="6637" y="14935"/>
                  </a:cubicBezTo>
                  <a:cubicBezTo>
                    <a:pt x="6627" y="14935"/>
                    <a:pt x="6615" y="14925"/>
                    <a:pt x="6592" y="14906"/>
                  </a:cubicBezTo>
                  <a:cubicBezTo>
                    <a:pt x="6584" y="14857"/>
                    <a:pt x="6592" y="14808"/>
                    <a:pt x="6616" y="14768"/>
                  </a:cubicBezTo>
                  <a:cubicBezTo>
                    <a:pt x="6627" y="14755"/>
                    <a:pt x="6639" y="14748"/>
                    <a:pt x="6649" y="14748"/>
                  </a:cubicBezTo>
                  <a:close/>
                  <a:moveTo>
                    <a:pt x="25505" y="14860"/>
                  </a:moveTo>
                  <a:cubicBezTo>
                    <a:pt x="25517" y="14860"/>
                    <a:pt x="25527" y="14872"/>
                    <a:pt x="25548" y="14898"/>
                  </a:cubicBezTo>
                  <a:cubicBezTo>
                    <a:pt x="25564" y="14930"/>
                    <a:pt x="25556" y="14962"/>
                    <a:pt x="25532" y="14987"/>
                  </a:cubicBezTo>
                  <a:lnTo>
                    <a:pt x="25443" y="14971"/>
                  </a:lnTo>
                  <a:cubicBezTo>
                    <a:pt x="25418" y="14946"/>
                    <a:pt x="25426" y="14906"/>
                    <a:pt x="25459" y="14889"/>
                  </a:cubicBezTo>
                  <a:cubicBezTo>
                    <a:pt x="25482" y="14870"/>
                    <a:pt x="25494" y="14860"/>
                    <a:pt x="25505" y="14860"/>
                  </a:cubicBezTo>
                  <a:close/>
                  <a:moveTo>
                    <a:pt x="7014" y="15092"/>
                  </a:moveTo>
                  <a:lnTo>
                    <a:pt x="7062" y="15125"/>
                  </a:lnTo>
                  <a:cubicBezTo>
                    <a:pt x="7032" y="15161"/>
                    <a:pt x="7007" y="15196"/>
                    <a:pt x="6973" y="15196"/>
                  </a:cubicBezTo>
                  <a:cubicBezTo>
                    <a:pt x="6961" y="15196"/>
                    <a:pt x="6947" y="15192"/>
                    <a:pt x="6933" y="15181"/>
                  </a:cubicBezTo>
                  <a:lnTo>
                    <a:pt x="6925" y="15100"/>
                  </a:lnTo>
                  <a:lnTo>
                    <a:pt x="7014" y="15092"/>
                  </a:lnTo>
                  <a:close/>
                  <a:moveTo>
                    <a:pt x="23057" y="16305"/>
                  </a:moveTo>
                  <a:cubicBezTo>
                    <a:pt x="23057" y="16305"/>
                    <a:pt x="23061" y="16313"/>
                    <a:pt x="23067" y="16327"/>
                  </a:cubicBezTo>
                  <a:lnTo>
                    <a:pt x="23067" y="16327"/>
                  </a:lnTo>
                  <a:cubicBezTo>
                    <a:pt x="23067" y="16326"/>
                    <a:pt x="23067" y="16325"/>
                    <a:pt x="23067" y="16325"/>
                  </a:cubicBezTo>
                  <a:cubicBezTo>
                    <a:pt x="23060" y="16311"/>
                    <a:pt x="23057" y="16305"/>
                    <a:pt x="23057" y="16305"/>
                  </a:cubicBezTo>
                  <a:close/>
                  <a:moveTo>
                    <a:pt x="10541" y="17233"/>
                  </a:moveTo>
                  <a:lnTo>
                    <a:pt x="10597" y="17257"/>
                  </a:lnTo>
                  <a:cubicBezTo>
                    <a:pt x="10584" y="17298"/>
                    <a:pt x="10565" y="17344"/>
                    <a:pt x="10526" y="17344"/>
                  </a:cubicBezTo>
                  <a:cubicBezTo>
                    <a:pt x="10518" y="17344"/>
                    <a:pt x="10509" y="17342"/>
                    <a:pt x="10500" y="17338"/>
                  </a:cubicBezTo>
                  <a:lnTo>
                    <a:pt x="10460" y="17257"/>
                  </a:lnTo>
                  <a:lnTo>
                    <a:pt x="10541" y="17233"/>
                  </a:lnTo>
                  <a:close/>
                  <a:moveTo>
                    <a:pt x="13159" y="17516"/>
                  </a:moveTo>
                  <a:lnTo>
                    <a:pt x="13216" y="17524"/>
                  </a:lnTo>
                  <a:cubicBezTo>
                    <a:pt x="13209" y="17585"/>
                    <a:pt x="13194" y="17639"/>
                    <a:pt x="13146" y="17639"/>
                  </a:cubicBezTo>
                  <a:cubicBezTo>
                    <a:pt x="13142" y="17639"/>
                    <a:pt x="13139" y="17639"/>
                    <a:pt x="13135" y="17638"/>
                  </a:cubicBezTo>
                  <a:lnTo>
                    <a:pt x="13070" y="17622"/>
                  </a:lnTo>
                  <a:cubicBezTo>
                    <a:pt x="13086" y="17581"/>
                    <a:pt x="13119" y="17541"/>
                    <a:pt x="13159" y="17516"/>
                  </a:cubicBezTo>
                  <a:close/>
                  <a:moveTo>
                    <a:pt x="20967" y="17516"/>
                  </a:moveTo>
                  <a:cubicBezTo>
                    <a:pt x="20983" y="17573"/>
                    <a:pt x="21000" y="17630"/>
                    <a:pt x="20935" y="17646"/>
                  </a:cubicBezTo>
                  <a:lnTo>
                    <a:pt x="20878" y="17670"/>
                  </a:lnTo>
                  <a:cubicBezTo>
                    <a:pt x="20870" y="17622"/>
                    <a:pt x="20878" y="17573"/>
                    <a:pt x="20902" y="17533"/>
                  </a:cubicBezTo>
                  <a:lnTo>
                    <a:pt x="20967" y="17516"/>
                  </a:lnTo>
                  <a:close/>
                  <a:moveTo>
                    <a:pt x="12016" y="17662"/>
                  </a:moveTo>
                  <a:cubicBezTo>
                    <a:pt x="12081" y="17679"/>
                    <a:pt x="12081" y="17679"/>
                    <a:pt x="12065" y="17735"/>
                  </a:cubicBezTo>
                  <a:cubicBezTo>
                    <a:pt x="12049" y="17792"/>
                    <a:pt x="11968" y="17841"/>
                    <a:pt x="11968" y="17841"/>
                  </a:cubicBezTo>
                  <a:cubicBezTo>
                    <a:pt x="11903" y="17824"/>
                    <a:pt x="12000" y="17719"/>
                    <a:pt x="12016" y="17662"/>
                  </a:cubicBezTo>
                  <a:close/>
                  <a:moveTo>
                    <a:pt x="13897" y="18019"/>
                  </a:moveTo>
                  <a:lnTo>
                    <a:pt x="13962" y="18027"/>
                  </a:lnTo>
                  <a:cubicBezTo>
                    <a:pt x="13955" y="18078"/>
                    <a:pt x="13948" y="18135"/>
                    <a:pt x="13900" y="18135"/>
                  </a:cubicBezTo>
                  <a:cubicBezTo>
                    <a:pt x="13894" y="18135"/>
                    <a:pt x="13888" y="18134"/>
                    <a:pt x="13881" y="18133"/>
                  </a:cubicBezTo>
                  <a:lnTo>
                    <a:pt x="13824" y="18068"/>
                  </a:lnTo>
                  <a:lnTo>
                    <a:pt x="13897" y="18019"/>
                  </a:lnTo>
                  <a:close/>
                  <a:moveTo>
                    <a:pt x="18432" y="18096"/>
                  </a:moveTo>
                  <a:cubicBezTo>
                    <a:pt x="18479" y="18096"/>
                    <a:pt x="18480" y="18108"/>
                    <a:pt x="18486" y="18149"/>
                  </a:cubicBezTo>
                  <a:cubicBezTo>
                    <a:pt x="18494" y="18214"/>
                    <a:pt x="18365" y="18222"/>
                    <a:pt x="18300" y="18230"/>
                  </a:cubicBezTo>
                  <a:cubicBezTo>
                    <a:pt x="18235" y="18173"/>
                    <a:pt x="18292" y="18108"/>
                    <a:pt x="18356" y="18100"/>
                  </a:cubicBezTo>
                  <a:cubicBezTo>
                    <a:pt x="18390" y="18098"/>
                    <a:pt x="18414" y="18096"/>
                    <a:pt x="18432" y="18096"/>
                  </a:cubicBezTo>
                  <a:close/>
                  <a:moveTo>
                    <a:pt x="1002" y="0"/>
                  </a:moveTo>
                  <a:cubicBezTo>
                    <a:pt x="977" y="0"/>
                    <a:pt x="963" y="29"/>
                    <a:pt x="982" y="93"/>
                  </a:cubicBezTo>
                  <a:lnTo>
                    <a:pt x="909" y="142"/>
                  </a:lnTo>
                  <a:cubicBezTo>
                    <a:pt x="889" y="138"/>
                    <a:pt x="871" y="136"/>
                    <a:pt x="856" y="136"/>
                  </a:cubicBezTo>
                  <a:cubicBezTo>
                    <a:pt x="729" y="136"/>
                    <a:pt x="734" y="242"/>
                    <a:pt x="892" y="271"/>
                  </a:cubicBezTo>
                  <a:cubicBezTo>
                    <a:pt x="1071" y="296"/>
                    <a:pt x="1071" y="296"/>
                    <a:pt x="941" y="344"/>
                  </a:cubicBezTo>
                  <a:cubicBezTo>
                    <a:pt x="924" y="341"/>
                    <a:pt x="910" y="339"/>
                    <a:pt x="897" y="339"/>
                  </a:cubicBezTo>
                  <a:cubicBezTo>
                    <a:pt x="823" y="339"/>
                    <a:pt x="810" y="394"/>
                    <a:pt x="803" y="450"/>
                  </a:cubicBezTo>
                  <a:cubicBezTo>
                    <a:pt x="797" y="498"/>
                    <a:pt x="796" y="510"/>
                    <a:pt x="772" y="510"/>
                  </a:cubicBezTo>
                  <a:cubicBezTo>
                    <a:pt x="764" y="510"/>
                    <a:pt x="753" y="508"/>
                    <a:pt x="738" y="506"/>
                  </a:cubicBezTo>
                  <a:cubicBezTo>
                    <a:pt x="673" y="506"/>
                    <a:pt x="609" y="555"/>
                    <a:pt x="600" y="620"/>
                  </a:cubicBezTo>
                  <a:cubicBezTo>
                    <a:pt x="592" y="685"/>
                    <a:pt x="592" y="685"/>
                    <a:pt x="649" y="693"/>
                  </a:cubicBezTo>
                  <a:cubicBezTo>
                    <a:pt x="660" y="683"/>
                    <a:pt x="669" y="679"/>
                    <a:pt x="675" y="679"/>
                  </a:cubicBezTo>
                  <a:cubicBezTo>
                    <a:pt x="705" y="679"/>
                    <a:pt x="675" y="774"/>
                    <a:pt x="568" y="814"/>
                  </a:cubicBezTo>
                  <a:cubicBezTo>
                    <a:pt x="503" y="871"/>
                    <a:pt x="503" y="871"/>
                    <a:pt x="625" y="879"/>
                  </a:cubicBezTo>
                  <a:cubicBezTo>
                    <a:pt x="738" y="896"/>
                    <a:pt x="722" y="1025"/>
                    <a:pt x="592" y="1074"/>
                  </a:cubicBezTo>
                  <a:cubicBezTo>
                    <a:pt x="592" y="1074"/>
                    <a:pt x="584" y="1139"/>
                    <a:pt x="584" y="1204"/>
                  </a:cubicBezTo>
                  <a:cubicBezTo>
                    <a:pt x="576" y="1268"/>
                    <a:pt x="641" y="1277"/>
                    <a:pt x="698" y="1285"/>
                  </a:cubicBezTo>
                  <a:cubicBezTo>
                    <a:pt x="819" y="1293"/>
                    <a:pt x="819" y="1293"/>
                    <a:pt x="755" y="1350"/>
                  </a:cubicBezTo>
                  <a:cubicBezTo>
                    <a:pt x="722" y="1382"/>
                    <a:pt x="673" y="1406"/>
                    <a:pt x="633" y="1406"/>
                  </a:cubicBezTo>
                  <a:cubicBezTo>
                    <a:pt x="629" y="1406"/>
                    <a:pt x="626" y="1406"/>
                    <a:pt x="622" y="1406"/>
                  </a:cubicBezTo>
                  <a:cubicBezTo>
                    <a:pt x="568" y="1406"/>
                    <a:pt x="568" y="1467"/>
                    <a:pt x="560" y="1528"/>
                  </a:cubicBezTo>
                  <a:cubicBezTo>
                    <a:pt x="560" y="1593"/>
                    <a:pt x="544" y="1723"/>
                    <a:pt x="609" y="1731"/>
                  </a:cubicBezTo>
                  <a:lnTo>
                    <a:pt x="544" y="1723"/>
                  </a:lnTo>
                  <a:cubicBezTo>
                    <a:pt x="544" y="1787"/>
                    <a:pt x="487" y="1787"/>
                    <a:pt x="544" y="1787"/>
                  </a:cubicBezTo>
                  <a:cubicBezTo>
                    <a:pt x="528" y="1860"/>
                    <a:pt x="503" y="1925"/>
                    <a:pt x="471" y="1982"/>
                  </a:cubicBezTo>
                  <a:cubicBezTo>
                    <a:pt x="419" y="2073"/>
                    <a:pt x="460" y="2197"/>
                    <a:pt x="535" y="2197"/>
                  </a:cubicBezTo>
                  <a:cubicBezTo>
                    <a:pt x="566" y="2197"/>
                    <a:pt x="603" y="2175"/>
                    <a:pt x="641" y="2120"/>
                  </a:cubicBezTo>
                  <a:lnTo>
                    <a:pt x="641" y="2120"/>
                  </a:lnTo>
                  <a:lnTo>
                    <a:pt x="633" y="2185"/>
                  </a:lnTo>
                  <a:cubicBezTo>
                    <a:pt x="633" y="2217"/>
                    <a:pt x="657" y="2250"/>
                    <a:pt x="690" y="2250"/>
                  </a:cubicBezTo>
                  <a:cubicBezTo>
                    <a:pt x="755" y="2250"/>
                    <a:pt x="755" y="2314"/>
                    <a:pt x="755" y="2379"/>
                  </a:cubicBezTo>
                  <a:lnTo>
                    <a:pt x="633" y="2379"/>
                  </a:lnTo>
                  <a:cubicBezTo>
                    <a:pt x="596" y="2364"/>
                    <a:pt x="564" y="2358"/>
                    <a:pt x="538" y="2358"/>
                  </a:cubicBezTo>
                  <a:cubicBezTo>
                    <a:pt x="441" y="2358"/>
                    <a:pt x="435" y="2450"/>
                    <a:pt x="576" y="2501"/>
                  </a:cubicBezTo>
                  <a:lnTo>
                    <a:pt x="511" y="2501"/>
                  </a:lnTo>
                  <a:cubicBezTo>
                    <a:pt x="455" y="2501"/>
                    <a:pt x="455" y="2566"/>
                    <a:pt x="519" y="2695"/>
                  </a:cubicBezTo>
                  <a:cubicBezTo>
                    <a:pt x="519" y="2760"/>
                    <a:pt x="633" y="2825"/>
                    <a:pt x="698" y="2825"/>
                  </a:cubicBezTo>
                  <a:cubicBezTo>
                    <a:pt x="755" y="2825"/>
                    <a:pt x="755" y="2890"/>
                    <a:pt x="755" y="2890"/>
                  </a:cubicBezTo>
                  <a:cubicBezTo>
                    <a:pt x="755" y="2955"/>
                    <a:pt x="755" y="2955"/>
                    <a:pt x="698" y="2955"/>
                  </a:cubicBezTo>
                  <a:cubicBezTo>
                    <a:pt x="576" y="2955"/>
                    <a:pt x="576" y="3085"/>
                    <a:pt x="698" y="3149"/>
                  </a:cubicBezTo>
                  <a:lnTo>
                    <a:pt x="641" y="3149"/>
                  </a:lnTo>
                  <a:cubicBezTo>
                    <a:pt x="584" y="3149"/>
                    <a:pt x="511" y="3222"/>
                    <a:pt x="592" y="3539"/>
                  </a:cubicBezTo>
                  <a:cubicBezTo>
                    <a:pt x="617" y="3798"/>
                    <a:pt x="633" y="3993"/>
                    <a:pt x="568" y="4001"/>
                  </a:cubicBezTo>
                  <a:cubicBezTo>
                    <a:pt x="511" y="4001"/>
                    <a:pt x="649" y="4252"/>
                    <a:pt x="779" y="4366"/>
                  </a:cubicBezTo>
                  <a:cubicBezTo>
                    <a:pt x="722" y="4374"/>
                    <a:pt x="722" y="4439"/>
                    <a:pt x="738" y="4568"/>
                  </a:cubicBezTo>
                  <a:cubicBezTo>
                    <a:pt x="771" y="4763"/>
                    <a:pt x="771" y="4763"/>
                    <a:pt x="714" y="4763"/>
                  </a:cubicBezTo>
                  <a:cubicBezTo>
                    <a:pt x="665" y="4745"/>
                    <a:pt x="635" y="4734"/>
                    <a:pt x="623" y="4734"/>
                  </a:cubicBezTo>
                  <a:cubicBezTo>
                    <a:pt x="604" y="4734"/>
                    <a:pt x="636" y="4762"/>
                    <a:pt x="722" y="4828"/>
                  </a:cubicBezTo>
                  <a:cubicBezTo>
                    <a:pt x="844" y="4885"/>
                    <a:pt x="827" y="5063"/>
                    <a:pt x="706" y="5095"/>
                  </a:cubicBezTo>
                  <a:cubicBezTo>
                    <a:pt x="641" y="5103"/>
                    <a:pt x="657" y="5168"/>
                    <a:pt x="673" y="5298"/>
                  </a:cubicBezTo>
                  <a:cubicBezTo>
                    <a:pt x="746" y="5355"/>
                    <a:pt x="763" y="5485"/>
                    <a:pt x="779" y="5614"/>
                  </a:cubicBezTo>
                  <a:cubicBezTo>
                    <a:pt x="809" y="5751"/>
                    <a:pt x="817" y="5788"/>
                    <a:pt x="867" y="5788"/>
                  </a:cubicBezTo>
                  <a:cubicBezTo>
                    <a:pt x="885" y="5788"/>
                    <a:pt x="909" y="5783"/>
                    <a:pt x="941" y="5776"/>
                  </a:cubicBezTo>
                  <a:cubicBezTo>
                    <a:pt x="954" y="5775"/>
                    <a:pt x="965" y="5774"/>
                    <a:pt x="975" y="5774"/>
                  </a:cubicBezTo>
                  <a:cubicBezTo>
                    <a:pt x="1058" y="5774"/>
                    <a:pt x="1074" y="5831"/>
                    <a:pt x="1103" y="5947"/>
                  </a:cubicBezTo>
                  <a:cubicBezTo>
                    <a:pt x="1111" y="6003"/>
                    <a:pt x="1127" y="6068"/>
                    <a:pt x="1071" y="6084"/>
                  </a:cubicBezTo>
                  <a:cubicBezTo>
                    <a:pt x="1046" y="6125"/>
                    <a:pt x="1038" y="6174"/>
                    <a:pt x="1038" y="6222"/>
                  </a:cubicBezTo>
                  <a:cubicBezTo>
                    <a:pt x="1055" y="6287"/>
                    <a:pt x="1071" y="6344"/>
                    <a:pt x="1014" y="6360"/>
                  </a:cubicBezTo>
                  <a:cubicBezTo>
                    <a:pt x="982" y="6425"/>
                    <a:pt x="973" y="6498"/>
                    <a:pt x="998" y="6563"/>
                  </a:cubicBezTo>
                  <a:cubicBezTo>
                    <a:pt x="1022" y="6693"/>
                    <a:pt x="1055" y="6822"/>
                    <a:pt x="998" y="6830"/>
                  </a:cubicBezTo>
                  <a:cubicBezTo>
                    <a:pt x="1009" y="6874"/>
                    <a:pt x="1012" y="6888"/>
                    <a:pt x="1030" y="6888"/>
                  </a:cubicBezTo>
                  <a:cubicBezTo>
                    <a:pt x="1039" y="6888"/>
                    <a:pt x="1052" y="6884"/>
                    <a:pt x="1071" y="6879"/>
                  </a:cubicBezTo>
                  <a:cubicBezTo>
                    <a:pt x="1077" y="6877"/>
                    <a:pt x="1084" y="6876"/>
                    <a:pt x="1090" y="6876"/>
                  </a:cubicBezTo>
                  <a:cubicBezTo>
                    <a:pt x="1145" y="6876"/>
                    <a:pt x="1210" y="6941"/>
                    <a:pt x="1225" y="7179"/>
                  </a:cubicBezTo>
                  <a:cubicBezTo>
                    <a:pt x="1264" y="7296"/>
                    <a:pt x="1317" y="7472"/>
                    <a:pt x="1372" y="7472"/>
                  </a:cubicBezTo>
                  <a:cubicBezTo>
                    <a:pt x="1374" y="7472"/>
                    <a:pt x="1376" y="7472"/>
                    <a:pt x="1379" y="7471"/>
                  </a:cubicBezTo>
                  <a:lnTo>
                    <a:pt x="1379" y="7471"/>
                  </a:lnTo>
                  <a:cubicBezTo>
                    <a:pt x="1395" y="7528"/>
                    <a:pt x="1395" y="7528"/>
                    <a:pt x="1338" y="7552"/>
                  </a:cubicBezTo>
                  <a:cubicBezTo>
                    <a:pt x="1225" y="7584"/>
                    <a:pt x="1265" y="7714"/>
                    <a:pt x="1411" y="7795"/>
                  </a:cubicBezTo>
                  <a:cubicBezTo>
                    <a:pt x="1417" y="7794"/>
                    <a:pt x="1423" y="7793"/>
                    <a:pt x="1428" y="7793"/>
                  </a:cubicBezTo>
                  <a:cubicBezTo>
                    <a:pt x="1471" y="7793"/>
                    <a:pt x="1481" y="7852"/>
                    <a:pt x="1452" y="7925"/>
                  </a:cubicBezTo>
                  <a:cubicBezTo>
                    <a:pt x="1476" y="7965"/>
                    <a:pt x="1509" y="8006"/>
                    <a:pt x="1557" y="8022"/>
                  </a:cubicBezTo>
                  <a:cubicBezTo>
                    <a:pt x="1638" y="8063"/>
                    <a:pt x="1638" y="8063"/>
                    <a:pt x="1630" y="8201"/>
                  </a:cubicBezTo>
                  <a:cubicBezTo>
                    <a:pt x="1573" y="8225"/>
                    <a:pt x="1590" y="8282"/>
                    <a:pt x="1614" y="8347"/>
                  </a:cubicBezTo>
                  <a:cubicBezTo>
                    <a:pt x="1719" y="8444"/>
                    <a:pt x="1971" y="9109"/>
                    <a:pt x="1954" y="9190"/>
                  </a:cubicBezTo>
                  <a:cubicBezTo>
                    <a:pt x="2036" y="9222"/>
                    <a:pt x="2036" y="9222"/>
                    <a:pt x="2068" y="9287"/>
                  </a:cubicBezTo>
                  <a:cubicBezTo>
                    <a:pt x="2006" y="9360"/>
                    <a:pt x="2030" y="9398"/>
                    <a:pt x="2086" y="9398"/>
                  </a:cubicBezTo>
                  <a:cubicBezTo>
                    <a:pt x="2111" y="9398"/>
                    <a:pt x="2141" y="9391"/>
                    <a:pt x="2173" y="9376"/>
                  </a:cubicBezTo>
                  <a:lnTo>
                    <a:pt x="2149" y="9319"/>
                  </a:lnTo>
                  <a:lnTo>
                    <a:pt x="2117" y="9263"/>
                  </a:lnTo>
                  <a:cubicBezTo>
                    <a:pt x="2130" y="9257"/>
                    <a:pt x="2144" y="9254"/>
                    <a:pt x="2156" y="9254"/>
                  </a:cubicBezTo>
                  <a:cubicBezTo>
                    <a:pt x="2246" y="9254"/>
                    <a:pt x="2291" y="9393"/>
                    <a:pt x="2149" y="9457"/>
                  </a:cubicBezTo>
                  <a:cubicBezTo>
                    <a:pt x="2068" y="9571"/>
                    <a:pt x="2068" y="9571"/>
                    <a:pt x="2198" y="9579"/>
                  </a:cubicBezTo>
                  <a:cubicBezTo>
                    <a:pt x="2336" y="9587"/>
                    <a:pt x="2360" y="9644"/>
                    <a:pt x="2279" y="9757"/>
                  </a:cubicBezTo>
                  <a:cubicBezTo>
                    <a:pt x="2173" y="9806"/>
                    <a:pt x="2173" y="9806"/>
                    <a:pt x="2311" y="9814"/>
                  </a:cubicBezTo>
                  <a:cubicBezTo>
                    <a:pt x="2571" y="9830"/>
                    <a:pt x="2717" y="9968"/>
                    <a:pt x="2506" y="10073"/>
                  </a:cubicBezTo>
                  <a:cubicBezTo>
                    <a:pt x="2400" y="10130"/>
                    <a:pt x="2376" y="10211"/>
                    <a:pt x="2409" y="10276"/>
                  </a:cubicBezTo>
                  <a:cubicBezTo>
                    <a:pt x="2422" y="10299"/>
                    <a:pt x="2439" y="10308"/>
                    <a:pt x="2458" y="10308"/>
                  </a:cubicBezTo>
                  <a:cubicBezTo>
                    <a:pt x="2486" y="10308"/>
                    <a:pt x="2518" y="10291"/>
                    <a:pt x="2546" y="10276"/>
                  </a:cubicBezTo>
                  <a:cubicBezTo>
                    <a:pt x="2572" y="10236"/>
                    <a:pt x="2593" y="10217"/>
                    <a:pt x="2607" y="10217"/>
                  </a:cubicBezTo>
                  <a:cubicBezTo>
                    <a:pt x="2633" y="10217"/>
                    <a:pt x="2637" y="10280"/>
                    <a:pt x="2611" y="10390"/>
                  </a:cubicBezTo>
                  <a:cubicBezTo>
                    <a:pt x="2546" y="10641"/>
                    <a:pt x="2611" y="10763"/>
                    <a:pt x="2806" y="10868"/>
                  </a:cubicBezTo>
                  <a:cubicBezTo>
                    <a:pt x="2984" y="11002"/>
                    <a:pt x="3092" y="11125"/>
                    <a:pt x="3029" y="11125"/>
                  </a:cubicBezTo>
                  <a:cubicBezTo>
                    <a:pt x="3011" y="11125"/>
                    <a:pt x="2981" y="11116"/>
                    <a:pt x="2936" y="11095"/>
                  </a:cubicBezTo>
                  <a:cubicBezTo>
                    <a:pt x="2861" y="11074"/>
                    <a:pt x="2819" y="11062"/>
                    <a:pt x="2806" y="11062"/>
                  </a:cubicBezTo>
                  <a:cubicBezTo>
                    <a:pt x="2788" y="11062"/>
                    <a:pt x="2818" y="11082"/>
                    <a:pt x="2887" y="11127"/>
                  </a:cubicBezTo>
                  <a:lnTo>
                    <a:pt x="3065" y="11403"/>
                  </a:lnTo>
                  <a:cubicBezTo>
                    <a:pt x="3087" y="11440"/>
                    <a:pt x="3125" y="11460"/>
                    <a:pt x="3168" y="11460"/>
                  </a:cubicBezTo>
                  <a:cubicBezTo>
                    <a:pt x="3190" y="11460"/>
                    <a:pt x="3213" y="11455"/>
                    <a:pt x="3235" y="11444"/>
                  </a:cubicBezTo>
                  <a:lnTo>
                    <a:pt x="3235" y="11444"/>
                  </a:lnTo>
                  <a:cubicBezTo>
                    <a:pt x="3146" y="11565"/>
                    <a:pt x="3211" y="11736"/>
                    <a:pt x="3357" y="11760"/>
                  </a:cubicBezTo>
                  <a:cubicBezTo>
                    <a:pt x="3398" y="11809"/>
                    <a:pt x="3430" y="11865"/>
                    <a:pt x="3430" y="11865"/>
                  </a:cubicBezTo>
                  <a:cubicBezTo>
                    <a:pt x="3463" y="11922"/>
                    <a:pt x="3463" y="11922"/>
                    <a:pt x="3552" y="11938"/>
                  </a:cubicBezTo>
                  <a:cubicBezTo>
                    <a:pt x="3633" y="11963"/>
                    <a:pt x="3625" y="12044"/>
                    <a:pt x="3617" y="12133"/>
                  </a:cubicBezTo>
                  <a:cubicBezTo>
                    <a:pt x="3610" y="12208"/>
                    <a:pt x="3603" y="12278"/>
                    <a:pt x="3630" y="12278"/>
                  </a:cubicBezTo>
                  <a:cubicBezTo>
                    <a:pt x="3635" y="12278"/>
                    <a:pt x="3642" y="12276"/>
                    <a:pt x="3649" y="12271"/>
                  </a:cubicBezTo>
                  <a:cubicBezTo>
                    <a:pt x="3658" y="12264"/>
                    <a:pt x="3671" y="12262"/>
                    <a:pt x="3685" y="12262"/>
                  </a:cubicBezTo>
                  <a:cubicBezTo>
                    <a:pt x="3744" y="12262"/>
                    <a:pt x="3837" y="12306"/>
                    <a:pt x="3908" y="12319"/>
                  </a:cubicBezTo>
                  <a:cubicBezTo>
                    <a:pt x="3990" y="12334"/>
                    <a:pt x="3990" y="12410"/>
                    <a:pt x="3921" y="12410"/>
                  </a:cubicBezTo>
                  <a:cubicBezTo>
                    <a:pt x="3915" y="12410"/>
                    <a:pt x="3908" y="12410"/>
                    <a:pt x="3900" y="12409"/>
                  </a:cubicBezTo>
                  <a:cubicBezTo>
                    <a:pt x="3852" y="12449"/>
                    <a:pt x="3852" y="12449"/>
                    <a:pt x="3884" y="12587"/>
                  </a:cubicBezTo>
                  <a:cubicBezTo>
                    <a:pt x="3919" y="12629"/>
                    <a:pt x="3979" y="12715"/>
                    <a:pt x="4026" y="12715"/>
                  </a:cubicBezTo>
                  <a:cubicBezTo>
                    <a:pt x="4033" y="12715"/>
                    <a:pt x="4040" y="12713"/>
                    <a:pt x="4046" y="12708"/>
                  </a:cubicBezTo>
                  <a:cubicBezTo>
                    <a:pt x="4049" y="12706"/>
                    <a:pt x="4053" y="12705"/>
                    <a:pt x="4057" y="12705"/>
                  </a:cubicBezTo>
                  <a:cubicBezTo>
                    <a:pt x="4123" y="12705"/>
                    <a:pt x="4330" y="12982"/>
                    <a:pt x="4330" y="13065"/>
                  </a:cubicBezTo>
                  <a:lnTo>
                    <a:pt x="4419" y="13163"/>
                  </a:lnTo>
                  <a:cubicBezTo>
                    <a:pt x="4460" y="13211"/>
                    <a:pt x="4549" y="13219"/>
                    <a:pt x="4589" y="13268"/>
                  </a:cubicBezTo>
                  <a:cubicBezTo>
                    <a:pt x="4622" y="13300"/>
                    <a:pt x="4671" y="13325"/>
                    <a:pt x="4719" y="13325"/>
                  </a:cubicBezTo>
                  <a:cubicBezTo>
                    <a:pt x="4760" y="13373"/>
                    <a:pt x="4800" y="13422"/>
                    <a:pt x="4760" y="13463"/>
                  </a:cubicBezTo>
                  <a:cubicBezTo>
                    <a:pt x="4800" y="13455"/>
                    <a:pt x="4828" y="13450"/>
                    <a:pt x="4845" y="13450"/>
                  </a:cubicBezTo>
                  <a:cubicBezTo>
                    <a:pt x="4885" y="13450"/>
                    <a:pt x="4874" y="13476"/>
                    <a:pt x="4841" y="13560"/>
                  </a:cubicBezTo>
                  <a:cubicBezTo>
                    <a:pt x="4783" y="13612"/>
                    <a:pt x="4763" y="13631"/>
                    <a:pt x="4793" y="13631"/>
                  </a:cubicBezTo>
                  <a:cubicBezTo>
                    <a:pt x="4809" y="13631"/>
                    <a:pt x="4841" y="13625"/>
                    <a:pt x="4889" y="13617"/>
                  </a:cubicBezTo>
                  <a:cubicBezTo>
                    <a:pt x="4971" y="13625"/>
                    <a:pt x="4971" y="13625"/>
                    <a:pt x="4971" y="13714"/>
                  </a:cubicBezTo>
                  <a:cubicBezTo>
                    <a:pt x="4941" y="13744"/>
                    <a:pt x="4955" y="13778"/>
                    <a:pt x="4980" y="13778"/>
                  </a:cubicBezTo>
                  <a:cubicBezTo>
                    <a:pt x="4990" y="13778"/>
                    <a:pt x="5000" y="13773"/>
                    <a:pt x="5011" y="13762"/>
                  </a:cubicBezTo>
                  <a:cubicBezTo>
                    <a:pt x="5033" y="13756"/>
                    <a:pt x="5057" y="13753"/>
                    <a:pt x="5080" y="13753"/>
                  </a:cubicBezTo>
                  <a:cubicBezTo>
                    <a:pt x="5200" y="13753"/>
                    <a:pt x="5313" y="13832"/>
                    <a:pt x="5238" y="13900"/>
                  </a:cubicBezTo>
                  <a:cubicBezTo>
                    <a:pt x="5279" y="13933"/>
                    <a:pt x="5327" y="13949"/>
                    <a:pt x="5376" y="13949"/>
                  </a:cubicBezTo>
                  <a:cubicBezTo>
                    <a:pt x="5428" y="13933"/>
                    <a:pt x="5459" y="13923"/>
                    <a:pt x="5473" y="13923"/>
                  </a:cubicBezTo>
                  <a:cubicBezTo>
                    <a:pt x="5493" y="13923"/>
                    <a:pt x="5473" y="13944"/>
                    <a:pt x="5425" y="13998"/>
                  </a:cubicBezTo>
                  <a:cubicBezTo>
                    <a:pt x="5393" y="14099"/>
                    <a:pt x="5416" y="14146"/>
                    <a:pt x="5490" y="14146"/>
                  </a:cubicBezTo>
                  <a:cubicBezTo>
                    <a:pt x="5510" y="14146"/>
                    <a:pt x="5534" y="14142"/>
                    <a:pt x="5562" y="14135"/>
                  </a:cubicBezTo>
                  <a:cubicBezTo>
                    <a:pt x="5611" y="14135"/>
                    <a:pt x="5652" y="14176"/>
                    <a:pt x="5652" y="14225"/>
                  </a:cubicBezTo>
                  <a:cubicBezTo>
                    <a:pt x="5685" y="14338"/>
                    <a:pt x="5856" y="14567"/>
                    <a:pt x="5938" y="14567"/>
                  </a:cubicBezTo>
                  <a:cubicBezTo>
                    <a:pt x="5955" y="14567"/>
                    <a:pt x="5969" y="14557"/>
                    <a:pt x="5976" y="14533"/>
                  </a:cubicBezTo>
                  <a:lnTo>
                    <a:pt x="6073" y="14622"/>
                  </a:lnTo>
                  <a:cubicBezTo>
                    <a:pt x="6126" y="14735"/>
                    <a:pt x="6172" y="14785"/>
                    <a:pt x="6249" y="14785"/>
                  </a:cubicBezTo>
                  <a:cubicBezTo>
                    <a:pt x="6255" y="14785"/>
                    <a:pt x="6261" y="14785"/>
                    <a:pt x="6268" y="14784"/>
                  </a:cubicBezTo>
                  <a:lnTo>
                    <a:pt x="6357" y="14784"/>
                  </a:lnTo>
                  <a:cubicBezTo>
                    <a:pt x="6316" y="14841"/>
                    <a:pt x="6325" y="14914"/>
                    <a:pt x="6373" y="14954"/>
                  </a:cubicBezTo>
                  <a:cubicBezTo>
                    <a:pt x="6402" y="14979"/>
                    <a:pt x="6416" y="14991"/>
                    <a:pt x="6427" y="14991"/>
                  </a:cubicBezTo>
                  <a:cubicBezTo>
                    <a:pt x="6438" y="14991"/>
                    <a:pt x="6446" y="14979"/>
                    <a:pt x="6462" y="14954"/>
                  </a:cubicBezTo>
                  <a:cubicBezTo>
                    <a:pt x="6459" y="14915"/>
                    <a:pt x="6466" y="14901"/>
                    <a:pt x="6480" y="14901"/>
                  </a:cubicBezTo>
                  <a:cubicBezTo>
                    <a:pt x="6497" y="14901"/>
                    <a:pt x="6524" y="14924"/>
                    <a:pt x="6552" y="14946"/>
                  </a:cubicBezTo>
                  <a:cubicBezTo>
                    <a:pt x="6600" y="14995"/>
                    <a:pt x="6608" y="15068"/>
                    <a:pt x="6576" y="15125"/>
                  </a:cubicBezTo>
                  <a:lnTo>
                    <a:pt x="6625" y="15165"/>
                  </a:lnTo>
                  <a:cubicBezTo>
                    <a:pt x="6656" y="15127"/>
                    <a:pt x="6683" y="15112"/>
                    <a:pt x="6700" y="15112"/>
                  </a:cubicBezTo>
                  <a:cubicBezTo>
                    <a:pt x="6723" y="15112"/>
                    <a:pt x="6729" y="15137"/>
                    <a:pt x="6706" y="15165"/>
                  </a:cubicBezTo>
                  <a:cubicBezTo>
                    <a:pt x="6722" y="15230"/>
                    <a:pt x="6762" y="15295"/>
                    <a:pt x="6827" y="15327"/>
                  </a:cubicBezTo>
                  <a:cubicBezTo>
                    <a:pt x="6835" y="15316"/>
                    <a:pt x="6841" y="15312"/>
                    <a:pt x="6846" y="15312"/>
                  </a:cubicBezTo>
                  <a:cubicBezTo>
                    <a:pt x="6859" y="15312"/>
                    <a:pt x="6863" y="15338"/>
                    <a:pt x="6849" y="15338"/>
                  </a:cubicBezTo>
                  <a:cubicBezTo>
                    <a:pt x="6844" y="15338"/>
                    <a:pt x="6837" y="15335"/>
                    <a:pt x="6827" y="15327"/>
                  </a:cubicBezTo>
                  <a:lnTo>
                    <a:pt x="6787" y="15376"/>
                  </a:lnTo>
                  <a:cubicBezTo>
                    <a:pt x="6793" y="15409"/>
                    <a:pt x="6804" y="15422"/>
                    <a:pt x="6817" y="15422"/>
                  </a:cubicBezTo>
                  <a:cubicBezTo>
                    <a:pt x="6835" y="15422"/>
                    <a:pt x="6857" y="15396"/>
                    <a:pt x="6876" y="15368"/>
                  </a:cubicBezTo>
                  <a:cubicBezTo>
                    <a:pt x="6876" y="15368"/>
                    <a:pt x="6933" y="15408"/>
                    <a:pt x="6981" y="15441"/>
                  </a:cubicBezTo>
                  <a:cubicBezTo>
                    <a:pt x="7013" y="15463"/>
                    <a:pt x="7042" y="15486"/>
                    <a:pt x="7059" y="15486"/>
                  </a:cubicBezTo>
                  <a:cubicBezTo>
                    <a:pt x="7072" y="15486"/>
                    <a:pt x="7078" y="15472"/>
                    <a:pt x="7070" y="15433"/>
                  </a:cubicBezTo>
                  <a:cubicBezTo>
                    <a:pt x="7094" y="15397"/>
                    <a:pt x="7123" y="15361"/>
                    <a:pt x="7156" y="15361"/>
                  </a:cubicBezTo>
                  <a:cubicBezTo>
                    <a:pt x="7167" y="15361"/>
                    <a:pt x="7179" y="15365"/>
                    <a:pt x="7192" y="15376"/>
                  </a:cubicBezTo>
                  <a:cubicBezTo>
                    <a:pt x="7202" y="15364"/>
                    <a:pt x="7210" y="15360"/>
                    <a:pt x="7217" y="15360"/>
                  </a:cubicBezTo>
                  <a:cubicBezTo>
                    <a:pt x="7232" y="15360"/>
                    <a:pt x="7234" y="15384"/>
                    <a:pt x="7216" y="15384"/>
                  </a:cubicBezTo>
                  <a:cubicBezTo>
                    <a:pt x="7210" y="15384"/>
                    <a:pt x="7202" y="15382"/>
                    <a:pt x="7192" y="15376"/>
                  </a:cubicBezTo>
                  <a:cubicBezTo>
                    <a:pt x="7160" y="15425"/>
                    <a:pt x="7127" y="15473"/>
                    <a:pt x="7176" y="15506"/>
                  </a:cubicBezTo>
                  <a:cubicBezTo>
                    <a:pt x="7208" y="15530"/>
                    <a:pt x="7216" y="15562"/>
                    <a:pt x="7192" y="15595"/>
                  </a:cubicBezTo>
                  <a:cubicBezTo>
                    <a:pt x="7075" y="15650"/>
                    <a:pt x="7296" y="15749"/>
                    <a:pt x="7392" y="15749"/>
                  </a:cubicBezTo>
                  <a:cubicBezTo>
                    <a:pt x="7396" y="15749"/>
                    <a:pt x="7400" y="15749"/>
                    <a:pt x="7403" y="15749"/>
                  </a:cubicBezTo>
                  <a:cubicBezTo>
                    <a:pt x="7435" y="15744"/>
                    <a:pt x="7463" y="15742"/>
                    <a:pt x="7487" y="15742"/>
                  </a:cubicBezTo>
                  <a:cubicBezTo>
                    <a:pt x="7588" y="15742"/>
                    <a:pt x="7609" y="15784"/>
                    <a:pt x="7557" y="15862"/>
                  </a:cubicBezTo>
                  <a:cubicBezTo>
                    <a:pt x="7529" y="15905"/>
                    <a:pt x="7545" y="15926"/>
                    <a:pt x="7585" y="15926"/>
                  </a:cubicBezTo>
                  <a:cubicBezTo>
                    <a:pt x="7637" y="15926"/>
                    <a:pt x="7729" y="15891"/>
                    <a:pt x="7816" y="15822"/>
                  </a:cubicBezTo>
                  <a:lnTo>
                    <a:pt x="7970" y="15700"/>
                  </a:lnTo>
                  <a:lnTo>
                    <a:pt x="7873" y="15854"/>
                  </a:lnTo>
                  <a:cubicBezTo>
                    <a:pt x="7792" y="16089"/>
                    <a:pt x="7800" y="16089"/>
                    <a:pt x="8027" y="16089"/>
                  </a:cubicBezTo>
                  <a:cubicBezTo>
                    <a:pt x="8165" y="16106"/>
                    <a:pt x="8165" y="16106"/>
                    <a:pt x="8133" y="16154"/>
                  </a:cubicBezTo>
                  <a:cubicBezTo>
                    <a:pt x="8108" y="16211"/>
                    <a:pt x="8157" y="16243"/>
                    <a:pt x="8327" y="16341"/>
                  </a:cubicBezTo>
                  <a:cubicBezTo>
                    <a:pt x="8440" y="16414"/>
                    <a:pt x="8502" y="16452"/>
                    <a:pt x="8540" y="16452"/>
                  </a:cubicBezTo>
                  <a:cubicBezTo>
                    <a:pt x="8556" y="16452"/>
                    <a:pt x="8569" y="16445"/>
                    <a:pt x="8579" y="16430"/>
                  </a:cubicBezTo>
                  <a:cubicBezTo>
                    <a:pt x="8611" y="16446"/>
                    <a:pt x="8651" y="16470"/>
                    <a:pt x="8684" y="16495"/>
                  </a:cubicBezTo>
                  <a:cubicBezTo>
                    <a:pt x="8684" y="16561"/>
                    <a:pt x="8722" y="16595"/>
                    <a:pt x="8759" y="16595"/>
                  </a:cubicBezTo>
                  <a:cubicBezTo>
                    <a:pt x="8794" y="16595"/>
                    <a:pt x="8830" y="16563"/>
                    <a:pt x="8830" y="16495"/>
                  </a:cubicBezTo>
                  <a:lnTo>
                    <a:pt x="8943" y="16560"/>
                  </a:lnTo>
                  <a:lnTo>
                    <a:pt x="8919" y="16608"/>
                  </a:lnTo>
                  <a:cubicBezTo>
                    <a:pt x="8887" y="16665"/>
                    <a:pt x="9008" y="16722"/>
                    <a:pt x="9462" y="16957"/>
                  </a:cubicBezTo>
                  <a:cubicBezTo>
                    <a:pt x="9788" y="17112"/>
                    <a:pt x="9941" y="17175"/>
                    <a:pt x="10019" y="17175"/>
                  </a:cubicBezTo>
                  <a:cubicBezTo>
                    <a:pt x="10067" y="17175"/>
                    <a:pt x="10087" y="17151"/>
                    <a:pt x="10103" y="17111"/>
                  </a:cubicBezTo>
                  <a:cubicBezTo>
                    <a:pt x="10146" y="17074"/>
                    <a:pt x="10183" y="17057"/>
                    <a:pt x="10207" y="17057"/>
                  </a:cubicBezTo>
                  <a:cubicBezTo>
                    <a:pt x="10242" y="17057"/>
                    <a:pt x="10253" y="17093"/>
                    <a:pt x="10224" y="17160"/>
                  </a:cubicBezTo>
                  <a:cubicBezTo>
                    <a:pt x="10206" y="17203"/>
                    <a:pt x="10225" y="17260"/>
                    <a:pt x="10242" y="17260"/>
                  </a:cubicBezTo>
                  <a:cubicBezTo>
                    <a:pt x="10248" y="17260"/>
                    <a:pt x="10253" y="17254"/>
                    <a:pt x="10257" y="17241"/>
                  </a:cubicBezTo>
                  <a:cubicBezTo>
                    <a:pt x="10322" y="17265"/>
                    <a:pt x="10378" y="17314"/>
                    <a:pt x="10419" y="17370"/>
                  </a:cubicBezTo>
                  <a:cubicBezTo>
                    <a:pt x="10493" y="17477"/>
                    <a:pt x="10554" y="17512"/>
                    <a:pt x="10595" y="17512"/>
                  </a:cubicBezTo>
                  <a:cubicBezTo>
                    <a:pt x="10627" y="17512"/>
                    <a:pt x="10647" y="17492"/>
                    <a:pt x="10654" y="17468"/>
                  </a:cubicBezTo>
                  <a:cubicBezTo>
                    <a:pt x="10648" y="17415"/>
                    <a:pt x="10650" y="17396"/>
                    <a:pt x="10657" y="17396"/>
                  </a:cubicBezTo>
                  <a:cubicBezTo>
                    <a:pt x="10669" y="17396"/>
                    <a:pt x="10694" y="17447"/>
                    <a:pt x="10719" y="17492"/>
                  </a:cubicBezTo>
                  <a:cubicBezTo>
                    <a:pt x="10749" y="17553"/>
                    <a:pt x="10780" y="17609"/>
                    <a:pt x="10800" y="17609"/>
                  </a:cubicBezTo>
                  <a:cubicBezTo>
                    <a:pt x="10807" y="17609"/>
                    <a:pt x="10812" y="17603"/>
                    <a:pt x="10816" y="17589"/>
                  </a:cubicBezTo>
                  <a:cubicBezTo>
                    <a:pt x="10830" y="17584"/>
                    <a:pt x="10854" y="17581"/>
                    <a:pt x="10883" y="17581"/>
                  </a:cubicBezTo>
                  <a:cubicBezTo>
                    <a:pt x="11020" y="17581"/>
                    <a:pt x="11281" y="17642"/>
                    <a:pt x="11254" y="17735"/>
                  </a:cubicBezTo>
                  <a:lnTo>
                    <a:pt x="11376" y="17776"/>
                  </a:lnTo>
                  <a:cubicBezTo>
                    <a:pt x="11381" y="17756"/>
                    <a:pt x="11400" y="17748"/>
                    <a:pt x="11428" y="17748"/>
                  </a:cubicBezTo>
                  <a:cubicBezTo>
                    <a:pt x="11478" y="17748"/>
                    <a:pt x="11557" y="17774"/>
                    <a:pt x="11635" y="17800"/>
                  </a:cubicBezTo>
                  <a:cubicBezTo>
                    <a:pt x="11765" y="17849"/>
                    <a:pt x="11822" y="17865"/>
                    <a:pt x="11805" y="17922"/>
                  </a:cubicBezTo>
                  <a:cubicBezTo>
                    <a:pt x="11750" y="17949"/>
                    <a:pt x="11763" y="17966"/>
                    <a:pt x="11822" y="17966"/>
                  </a:cubicBezTo>
                  <a:cubicBezTo>
                    <a:pt x="11850" y="17966"/>
                    <a:pt x="11888" y="17962"/>
                    <a:pt x="11935" y="17954"/>
                  </a:cubicBezTo>
                  <a:cubicBezTo>
                    <a:pt x="11940" y="17955"/>
                    <a:pt x="11945" y="17956"/>
                    <a:pt x="11951" y="17956"/>
                  </a:cubicBezTo>
                  <a:cubicBezTo>
                    <a:pt x="12008" y="17956"/>
                    <a:pt x="12081" y="17887"/>
                    <a:pt x="12139" y="17887"/>
                  </a:cubicBezTo>
                  <a:cubicBezTo>
                    <a:pt x="12144" y="17887"/>
                    <a:pt x="12149" y="17888"/>
                    <a:pt x="12154" y="17889"/>
                  </a:cubicBezTo>
                  <a:cubicBezTo>
                    <a:pt x="12176" y="17831"/>
                    <a:pt x="12231" y="17799"/>
                    <a:pt x="12288" y="17799"/>
                  </a:cubicBezTo>
                  <a:cubicBezTo>
                    <a:pt x="12295" y="17799"/>
                    <a:pt x="12302" y="17799"/>
                    <a:pt x="12308" y="17800"/>
                  </a:cubicBezTo>
                  <a:lnTo>
                    <a:pt x="12292" y="17857"/>
                  </a:lnTo>
                  <a:cubicBezTo>
                    <a:pt x="12276" y="17922"/>
                    <a:pt x="12268" y="17979"/>
                    <a:pt x="12268" y="17979"/>
                  </a:cubicBezTo>
                  <a:cubicBezTo>
                    <a:pt x="12294" y="17986"/>
                    <a:pt x="12323" y="17994"/>
                    <a:pt x="12347" y="17994"/>
                  </a:cubicBezTo>
                  <a:cubicBezTo>
                    <a:pt x="12375" y="17994"/>
                    <a:pt x="12397" y="17984"/>
                    <a:pt x="12405" y="17954"/>
                  </a:cubicBezTo>
                  <a:cubicBezTo>
                    <a:pt x="12454" y="18027"/>
                    <a:pt x="12519" y="18043"/>
                    <a:pt x="12641" y="18076"/>
                  </a:cubicBezTo>
                  <a:cubicBezTo>
                    <a:pt x="12726" y="18092"/>
                    <a:pt x="12808" y="18115"/>
                    <a:pt x="12877" y="18115"/>
                  </a:cubicBezTo>
                  <a:cubicBezTo>
                    <a:pt x="12913" y="18115"/>
                    <a:pt x="12945" y="18109"/>
                    <a:pt x="12973" y="18092"/>
                  </a:cubicBezTo>
                  <a:cubicBezTo>
                    <a:pt x="12994" y="18177"/>
                    <a:pt x="13168" y="18234"/>
                    <a:pt x="13308" y="18234"/>
                  </a:cubicBezTo>
                  <a:cubicBezTo>
                    <a:pt x="13382" y="18234"/>
                    <a:pt x="13447" y="18218"/>
                    <a:pt x="13476" y="18181"/>
                  </a:cubicBezTo>
                  <a:cubicBezTo>
                    <a:pt x="13482" y="18157"/>
                    <a:pt x="13498" y="18147"/>
                    <a:pt x="13517" y="18147"/>
                  </a:cubicBezTo>
                  <a:cubicBezTo>
                    <a:pt x="13543" y="18147"/>
                    <a:pt x="13577" y="18168"/>
                    <a:pt x="13605" y="18206"/>
                  </a:cubicBezTo>
                  <a:cubicBezTo>
                    <a:pt x="13637" y="18246"/>
                    <a:pt x="13651" y="18264"/>
                    <a:pt x="13669" y="18264"/>
                  </a:cubicBezTo>
                  <a:cubicBezTo>
                    <a:pt x="13684" y="18264"/>
                    <a:pt x="13702" y="18252"/>
                    <a:pt x="13735" y="18230"/>
                  </a:cubicBezTo>
                  <a:cubicBezTo>
                    <a:pt x="13751" y="18219"/>
                    <a:pt x="13767" y="18214"/>
                    <a:pt x="13781" y="18214"/>
                  </a:cubicBezTo>
                  <a:cubicBezTo>
                    <a:pt x="13830" y="18214"/>
                    <a:pt x="13869" y="18271"/>
                    <a:pt x="13913" y="18327"/>
                  </a:cubicBezTo>
                  <a:cubicBezTo>
                    <a:pt x="13945" y="18411"/>
                    <a:pt x="13983" y="18444"/>
                    <a:pt x="14025" y="18444"/>
                  </a:cubicBezTo>
                  <a:cubicBezTo>
                    <a:pt x="14049" y="18444"/>
                    <a:pt x="14074" y="18434"/>
                    <a:pt x="14100" y="18416"/>
                  </a:cubicBezTo>
                  <a:cubicBezTo>
                    <a:pt x="14170" y="18395"/>
                    <a:pt x="14244" y="18384"/>
                    <a:pt x="14319" y="18384"/>
                  </a:cubicBezTo>
                  <a:cubicBezTo>
                    <a:pt x="14357" y="18384"/>
                    <a:pt x="14394" y="18387"/>
                    <a:pt x="14432" y="18392"/>
                  </a:cubicBezTo>
                  <a:cubicBezTo>
                    <a:pt x="14570" y="18343"/>
                    <a:pt x="14635" y="18351"/>
                    <a:pt x="14570" y="18287"/>
                  </a:cubicBezTo>
                  <a:cubicBezTo>
                    <a:pt x="14586" y="18238"/>
                    <a:pt x="14611" y="18197"/>
                    <a:pt x="14651" y="18173"/>
                  </a:cubicBezTo>
                  <a:cubicBezTo>
                    <a:pt x="14686" y="18162"/>
                    <a:pt x="14712" y="18158"/>
                    <a:pt x="14729" y="18158"/>
                  </a:cubicBezTo>
                  <a:cubicBezTo>
                    <a:pt x="14772" y="18158"/>
                    <a:pt x="14765" y="18182"/>
                    <a:pt x="14728" y="18182"/>
                  </a:cubicBezTo>
                  <a:cubicBezTo>
                    <a:pt x="14725" y="18182"/>
                    <a:pt x="14721" y="18182"/>
                    <a:pt x="14716" y="18181"/>
                  </a:cubicBezTo>
                  <a:cubicBezTo>
                    <a:pt x="14578" y="18230"/>
                    <a:pt x="14643" y="18230"/>
                    <a:pt x="14700" y="18303"/>
                  </a:cubicBezTo>
                  <a:cubicBezTo>
                    <a:pt x="14773" y="18360"/>
                    <a:pt x="14862" y="18384"/>
                    <a:pt x="14951" y="18392"/>
                  </a:cubicBezTo>
                  <a:cubicBezTo>
                    <a:pt x="15016" y="18392"/>
                    <a:pt x="15146" y="18408"/>
                    <a:pt x="15211" y="18416"/>
                  </a:cubicBezTo>
                  <a:cubicBezTo>
                    <a:pt x="15310" y="18451"/>
                    <a:pt x="15377" y="18469"/>
                    <a:pt x="15418" y="18469"/>
                  </a:cubicBezTo>
                  <a:cubicBezTo>
                    <a:pt x="15454" y="18469"/>
                    <a:pt x="15470" y="18455"/>
                    <a:pt x="15470" y="18424"/>
                  </a:cubicBezTo>
                  <a:cubicBezTo>
                    <a:pt x="15471" y="18404"/>
                    <a:pt x="15473" y="18387"/>
                    <a:pt x="15473" y="18374"/>
                  </a:cubicBezTo>
                  <a:lnTo>
                    <a:pt x="15473" y="18374"/>
                  </a:lnTo>
                  <a:cubicBezTo>
                    <a:pt x="15517" y="18439"/>
                    <a:pt x="15753" y="18477"/>
                    <a:pt x="15965" y="18477"/>
                  </a:cubicBezTo>
                  <a:cubicBezTo>
                    <a:pt x="16133" y="18477"/>
                    <a:pt x="16285" y="18453"/>
                    <a:pt x="16313" y="18400"/>
                  </a:cubicBezTo>
                  <a:cubicBezTo>
                    <a:pt x="16313" y="18415"/>
                    <a:pt x="16313" y="18436"/>
                    <a:pt x="16313" y="18457"/>
                  </a:cubicBezTo>
                  <a:cubicBezTo>
                    <a:pt x="16313" y="18505"/>
                    <a:pt x="16349" y="18517"/>
                    <a:pt x="16420" y="18517"/>
                  </a:cubicBezTo>
                  <a:cubicBezTo>
                    <a:pt x="16445" y="18517"/>
                    <a:pt x="16474" y="18516"/>
                    <a:pt x="16508" y="18514"/>
                  </a:cubicBezTo>
                  <a:cubicBezTo>
                    <a:pt x="16573" y="18514"/>
                    <a:pt x="16832" y="18449"/>
                    <a:pt x="17027" y="18441"/>
                  </a:cubicBezTo>
                  <a:cubicBezTo>
                    <a:pt x="17286" y="18433"/>
                    <a:pt x="17481" y="18433"/>
                    <a:pt x="17473" y="18368"/>
                  </a:cubicBezTo>
                  <a:cubicBezTo>
                    <a:pt x="17538" y="18368"/>
                    <a:pt x="17538" y="18368"/>
                    <a:pt x="17546" y="18424"/>
                  </a:cubicBezTo>
                  <a:cubicBezTo>
                    <a:pt x="17502" y="18468"/>
                    <a:pt x="17517" y="18478"/>
                    <a:pt x="17551" y="18478"/>
                  </a:cubicBezTo>
                  <a:cubicBezTo>
                    <a:pt x="17567" y="18478"/>
                    <a:pt x="17589" y="18476"/>
                    <a:pt x="17611" y="18473"/>
                  </a:cubicBezTo>
                  <a:cubicBezTo>
                    <a:pt x="17675" y="18473"/>
                    <a:pt x="17667" y="18408"/>
                    <a:pt x="17667" y="18351"/>
                  </a:cubicBezTo>
                  <a:cubicBezTo>
                    <a:pt x="17663" y="18320"/>
                    <a:pt x="17681" y="18303"/>
                    <a:pt x="17722" y="18303"/>
                  </a:cubicBezTo>
                  <a:cubicBezTo>
                    <a:pt x="17754" y="18303"/>
                    <a:pt x="17801" y="18314"/>
                    <a:pt x="17862" y="18335"/>
                  </a:cubicBezTo>
                  <a:cubicBezTo>
                    <a:pt x="17923" y="18350"/>
                    <a:pt x="17985" y="18357"/>
                    <a:pt x="18046" y="18357"/>
                  </a:cubicBezTo>
                  <a:cubicBezTo>
                    <a:pt x="18158" y="18357"/>
                    <a:pt x="18268" y="18334"/>
                    <a:pt x="18373" y="18287"/>
                  </a:cubicBezTo>
                  <a:cubicBezTo>
                    <a:pt x="18396" y="18284"/>
                    <a:pt x="18419" y="18281"/>
                    <a:pt x="18439" y="18281"/>
                  </a:cubicBezTo>
                  <a:cubicBezTo>
                    <a:pt x="18476" y="18281"/>
                    <a:pt x="18505" y="18290"/>
                    <a:pt x="18511" y="18327"/>
                  </a:cubicBezTo>
                  <a:cubicBezTo>
                    <a:pt x="18551" y="18364"/>
                    <a:pt x="18602" y="18382"/>
                    <a:pt x="18652" y="18382"/>
                  </a:cubicBezTo>
                  <a:cubicBezTo>
                    <a:pt x="18721" y="18382"/>
                    <a:pt x="18789" y="18348"/>
                    <a:pt x="18827" y="18287"/>
                  </a:cubicBezTo>
                  <a:cubicBezTo>
                    <a:pt x="18848" y="18281"/>
                    <a:pt x="18863" y="18278"/>
                    <a:pt x="18873" y="18278"/>
                  </a:cubicBezTo>
                  <a:cubicBezTo>
                    <a:pt x="18892" y="18278"/>
                    <a:pt x="18894" y="18292"/>
                    <a:pt x="18900" y="18335"/>
                  </a:cubicBezTo>
                  <a:cubicBezTo>
                    <a:pt x="18939" y="18362"/>
                    <a:pt x="18962" y="18391"/>
                    <a:pt x="18981" y="18391"/>
                  </a:cubicBezTo>
                  <a:cubicBezTo>
                    <a:pt x="18997" y="18391"/>
                    <a:pt x="19011" y="18370"/>
                    <a:pt x="19029" y="18311"/>
                  </a:cubicBezTo>
                  <a:cubicBezTo>
                    <a:pt x="19127" y="18254"/>
                    <a:pt x="19237" y="18221"/>
                    <a:pt x="19347" y="18221"/>
                  </a:cubicBezTo>
                  <a:cubicBezTo>
                    <a:pt x="19393" y="18221"/>
                    <a:pt x="19438" y="18226"/>
                    <a:pt x="19483" y="18238"/>
                  </a:cubicBezTo>
                  <a:cubicBezTo>
                    <a:pt x="19548" y="18222"/>
                    <a:pt x="19613" y="18214"/>
                    <a:pt x="19597" y="18157"/>
                  </a:cubicBezTo>
                  <a:cubicBezTo>
                    <a:pt x="19591" y="18116"/>
                    <a:pt x="19581" y="18070"/>
                    <a:pt x="19582" y="18070"/>
                  </a:cubicBezTo>
                  <a:lnTo>
                    <a:pt x="19582" y="18070"/>
                  </a:lnTo>
                  <a:cubicBezTo>
                    <a:pt x="19582" y="18070"/>
                    <a:pt x="19584" y="18077"/>
                    <a:pt x="19589" y="18092"/>
                  </a:cubicBezTo>
                  <a:cubicBezTo>
                    <a:pt x="19628" y="18147"/>
                    <a:pt x="19650" y="18175"/>
                    <a:pt x="19666" y="18175"/>
                  </a:cubicBezTo>
                  <a:cubicBezTo>
                    <a:pt x="19683" y="18175"/>
                    <a:pt x="19694" y="18143"/>
                    <a:pt x="19710" y="18076"/>
                  </a:cubicBezTo>
                  <a:cubicBezTo>
                    <a:pt x="19706" y="18043"/>
                    <a:pt x="19725" y="18024"/>
                    <a:pt x="19744" y="18024"/>
                  </a:cubicBezTo>
                  <a:cubicBezTo>
                    <a:pt x="19758" y="18024"/>
                    <a:pt x="19772" y="18035"/>
                    <a:pt x="19775" y="18060"/>
                  </a:cubicBezTo>
                  <a:cubicBezTo>
                    <a:pt x="19809" y="18080"/>
                    <a:pt x="19848" y="18094"/>
                    <a:pt x="19887" y="18094"/>
                  </a:cubicBezTo>
                  <a:cubicBezTo>
                    <a:pt x="19896" y="18094"/>
                    <a:pt x="19905" y="18093"/>
                    <a:pt x="19913" y="18092"/>
                  </a:cubicBezTo>
                  <a:cubicBezTo>
                    <a:pt x="19978" y="18076"/>
                    <a:pt x="20278" y="17938"/>
                    <a:pt x="20594" y="17865"/>
                  </a:cubicBezTo>
                  <a:cubicBezTo>
                    <a:pt x="21097" y="17743"/>
                    <a:pt x="21275" y="17654"/>
                    <a:pt x="21259" y="17606"/>
                  </a:cubicBezTo>
                  <a:cubicBezTo>
                    <a:pt x="21282" y="17564"/>
                    <a:pt x="21292" y="17546"/>
                    <a:pt x="21312" y="17546"/>
                  </a:cubicBezTo>
                  <a:cubicBezTo>
                    <a:pt x="21326" y="17546"/>
                    <a:pt x="21346" y="17556"/>
                    <a:pt x="21381" y="17573"/>
                  </a:cubicBezTo>
                  <a:cubicBezTo>
                    <a:pt x="21411" y="17584"/>
                    <a:pt x="21443" y="17590"/>
                    <a:pt x="21475" y="17590"/>
                  </a:cubicBezTo>
                  <a:cubicBezTo>
                    <a:pt x="21512" y="17590"/>
                    <a:pt x="21549" y="17582"/>
                    <a:pt x="21583" y="17565"/>
                  </a:cubicBezTo>
                  <a:cubicBezTo>
                    <a:pt x="21618" y="17556"/>
                    <a:pt x="21649" y="17546"/>
                    <a:pt x="21676" y="17546"/>
                  </a:cubicBezTo>
                  <a:cubicBezTo>
                    <a:pt x="21699" y="17546"/>
                    <a:pt x="21718" y="17554"/>
                    <a:pt x="21729" y="17581"/>
                  </a:cubicBezTo>
                  <a:cubicBezTo>
                    <a:pt x="21770" y="17508"/>
                    <a:pt x="21770" y="17508"/>
                    <a:pt x="21835" y="17492"/>
                  </a:cubicBezTo>
                  <a:cubicBezTo>
                    <a:pt x="21841" y="17514"/>
                    <a:pt x="21854" y="17523"/>
                    <a:pt x="21870" y="17523"/>
                  </a:cubicBezTo>
                  <a:cubicBezTo>
                    <a:pt x="21897" y="17523"/>
                    <a:pt x="21931" y="17497"/>
                    <a:pt x="21956" y="17452"/>
                  </a:cubicBezTo>
                  <a:cubicBezTo>
                    <a:pt x="21965" y="17379"/>
                    <a:pt x="21969" y="17345"/>
                    <a:pt x="21977" y="17345"/>
                  </a:cubicBezTo>
                  <a:cubicBezTo>
                    <a:pt x="21984" y="17345"/>
                    <a:pt x="21994" y="17373"/>
                    <a:pt x="22013" y="17427"/>
                  </a:cubicBezTo>
                  <a:cubicBezTo>
                    <a:pt x="22025" y="17454"/>
                    <a:pt x="22077" y="17465"/>
                    <a:pt x="22120" y="17465"/>
                  </a:cubicBezTo>
                  <a:cubicBezTo>
                    <a:pt x="22166" y="17465"/>
                    <a:pt x="22201" y="17452"/>
                    <a:pt x="22159" y="17435"/>
                  </a:cubicBezTo>
                  <a:cubicBezTo>
                    <a:pt x="22135" y="17379"/>
                    <a:pt x="22256" y="17330"/>
                    <a:pt x="22297" y="17249"/>
                  </a:cubicBezTo>
                  <a:cubicBezTo>
                    <a:pt x="22328" y="17235"/>
                    <a:pt x="22359" y="17222"/>
                    <a:pt x="22385" y="17222"/>
                  </a:cubicBezTo>
                  <a:cubicBezTo>
                    <a:pt x="22406" y="17222"/>
                    <a:pt x="22424" y="17231"/>
                    <a:pt x="22435" y="17257"/>
                  </a:cubicBezTo>
                  <a:cubicBezTo>
                    <a:pt x="22441" y="17260"/>
                    <a:pt x="22449" y="17261"/>
                    <a:pt x="22458" y="17261"/>
                  </a:cubicBezTo>
                  <a:cubicBezTo>
                    <a:pt x="22561" y="17261"/>
                    <a:pt x="22802" y="17104"/>
                    <a:pt x="22832" y="17030"/>
                  </a:cubicBezTo>
                  <a:cubicBezTo>
                    <a:pt x="22817" y="16996"/>
                    <a:pt x="22832" y="16973"/>
                    <a:pt x="22851" y="16973"/>
                  </a:cubicBezTo>
                  <a:cubicBezTo>
                    <a:pt x="22864" y="16973"/>
                    <a:pt x="22879" y="16983"/>
                    <a:pt x="22889" y="17006"/>
                  </a:cubicBezTo>
                  <a:cubicBezTo>
                    <a:pt x="22900" y="17031"/>
                    <a:pt x="22919" y="17040"/>
                    <a:pt x="22942" y="17040"/>
                  </a:cubicBezTo>
                  <a:cubicBezTo>
                    <a:pt x="22970" y="17040"/>
                    <a:pt x="23004" y="17027"/>
                    <a:pt x="23035" y="17014"/>
                  </a:cubicBezTo>
                  <a:cubicBezTo>
                    <a:pt x="23047" y="16980"/>
                    <a:pt x="23058" y="16967"/>
                    <a:pt x="23068" y="16967"/>
                  </a:cubicBezTo>
                  <a:cubicBezTo>
                    <a:pt x="23085" y="16967"/>
                    <a:pt x="23101" y="17003"/>
                    <a:pt x="23116" y="17038"/>
                  </a:cubicBezTo>
                  <a:cubicBezTo>
                    <a:pt x="23101" y="17074"/>
                    <a:pt x="23105" y="17089"/>
                    <a:pt x="23123" y="17089"/>
                  </a:cubicBezTo>
                  <a:cubicBezTo>
                    <a:pt x="23147" y="17089"/>
                    <a:pt x="23194" y="17066"/>
                    <a:pt x="23262" y="17030"/>
                  </a:cubicBezTo>
                  <a:cubicBezTo>
                    <a:pt x="23294" y="16949"/>
                    <a:pt x="23521" y="16835"/>
                    <a:pt x="23699" y="16746"/>
                  </a:cubicBezTo>
                  <a:cubicBezTo>
                    <a:pt x="23991" y="16608"/>
                    <a:pt x="24024" y="16527"/>
                    <a:pt x="24072" y="16357"/>
                  </a:cubicBezTo>
                  <a:lnTo>
                    <a:pt x="24072" y="16219"/>
                  </a:lnTo>
                  <a:lnTo>
                    <a:pt x="24129" y="16325"/>
                  </a:lnTo>
                  <a:cubicBezTo>
                    <a:pt x="24170" y="16373"/>
                    <a:pt x="24218" y="16414"/>
                    <a:pt x="24275" y="16446"/>
                  </a:cubicBezTo>
                  <a:cubicBezTo>
                    <a:pt x="24332" y="16414"/>
                    <a:pt x="24299" y="16357"/>
                    <a:pt x="24267" y="16308"/>
                  </a:cubicBezTo>
                  <a:cubicBezTo>
                    <a:pt x="24243" y="16252"/>
                    <a:pt x="24291" y="16219"/>
                    <a:pt x="24437" y="16211"/>
                  </a:cubicBezTo>
                  <a:cubicBezTo>
                    <a:pt x="24575" y="16195"/>
                    <a:pt x="24632" y="16162"/>
                    <a:pt x="24656" y="16073"/>
                  </a:cubicBezTo>
                  <a:cubicBezTo>
                    <a:pt x="24698" y="16043"/>
                    <a:pt x="24749" y="16026"/>
                    <a:pt x="24803" y="16026"/>
                  </a:cubicBezTo>
                  <a:cubicBezTo>
                    <a:pt x="24821" y="16026"/>
                    <a:pt x="24840" y="16028"/>
                    <a:pt x="24859" y="16033"/>
                  </a:cubicBezTo>
                  <a:cubicBezTo>
                    <a:pt x="24916" y="15992"/>
                    <a:pt x="24916" y="15992"/>
                    <a:pt x="24883" y="15943"/>
                  </a:cubicBezTo>
                  <a:cubicBezTo>
                    <a:pt x="24857" y="15903"/>
                    <a:pt x="24885" y="15874"/>
                    <a:pt x="24945" y="15874"/>
                  </a:cubicBezTo>
                  <a:cubicBezTo>
                    <a:pt x="24958" y="15874"/>
                    <a:pt x="24973" y="15876"/>
                    <a:pt x="24989" y="15879"/>
                  </a:cubicBezTo>
                  <a:cubicBezTo>
                    <a:pt x="25014" y="15892"/>
                    <a:pt x="25042" y="15898"/>
                    <a:pt x="25069" y="15898"/>
                  </a:cubicBezTo>
                  <a:cubicBezTo>
                    <a:pt x="25167" y="15898"/>
                    <a:pt x="25257" y="15820"/>
                    <a:pt x="25232" y="15781"/>
                  </a:cubicBezTo>
                  <a:cubicBezTo>
                    <a:pt x="25199" y="15733"/>
                    <a:pt x="25256" y="15692"/>
                    <a:pt x="25305" y="15652"/>
                  </a:cubicBezTo>
                  <a:cubicBezTo>
                    <a:pt x="25370" y="15619"/>
                    <a:pt x="25410" y="15562"/>
                    <a:pt x="25426" y="15498"/>
                  </a:cubicBezTo>
                  <a:lnTo>
                    <a:pt x="25532" y="15416"/>
                  </a:lnTo>
                  <a:cubicBezTo>
                    <a:pt x="25541" y="15411"/>
                    <a:pt x="25548" y="15409"/>
                    <a:pt x="25554" y="15409"/>
                  </a:cubicBezTo>
                  <a:cubicBezTo>
                    <a:pt x="25582" y="15409"/>
                    <a:pt x="25563" y="15472"/>
                    <a:pt x="25516" y="15506"/>
                  </a:cubicBezTo>
                  <a:lnTo>
                    <a:pt x="25605" y="15514"/>
                  </a:lnTo>
                  <a:cubicBezTo>
                    <a:pt x="25710" y="15441"/>
                    <a:pt x="25767" y="15408"/>
                    <a:pt x="25783" y="15319"/>
                  </a:cubicBezTo>
                  <a:cubicBezTo>
                    <a:pt x="25770" y="15248"/>
                    <a:pt x="25764" y="15216"/>
                    <a:pt x="25773" y="15216"/>
                  </a:cubicBezTo>
                  <a:cubicBezTo>
                    <a:pt x="25781" y="15216"/>
                    <a:pt x="25799" y="15238"/>
                    <a:pt x="25832" y="15279"/>
                  </a:cubicBezTo>
                  <a:cubicBezTo>
                    <a:pt x="25852" y="15302"/>
                    <a:pt x="25883" y="15318"/>
                    <a:pt x="25910" y="15318"/>
                  </a:cubicBezTo>
                  <a:cubicBezTo>
                    <a:pt x="25940" y="15318"/>
                    <a:pt x="25965" y="15300"/>
                    <a:pt x="25970" y="15254"/>
                  </a:cubicBezTo>
                  <a:cubicBezTo>
                    <a:pt x="25960" y="15171"/>
                    <a:pt x="25986" y="15141"/>
                    <a:pt x="26016" y="15141"/>
                  </a:cubicBezTo>
                  <a:cubicBezTo>
                    <a:pt x="26037" y="15141"/>
                    <a:pt x="26059" y="15154"/>
                    <a:pt x="26075" y="15173"/>
                  </a:cubicBezTo>
                  <a:cubicBezTo>
                    <a:pt x="26085" y="15230"/>
                    <a:pt x="26091" y="15262"/>
                    <a:pt x="26103" y="15262"/>
                  </a:cubicBezTo>
                  <a:cubicBezTo>
                    <a:pt x="26120" y="15262"/>
                    <a:pt x="26149" y="15196"/>
                    <a:pt x="26221" y="15044"/>
                  </a:cubicBezTo>
                  <a:cubicBezTo>
                    <a:pt x="26326" y="14962"/>
                    <a:pt x="26480" y="14752"/>
                    <a:pt x="26635" y="14630"/>
                  </a:cubicBezTo>
                  <a:cubicBezTo>
                    <a:pt x="26837" y="14468"/>
                    <a:pt x="26918" y="14371"/>
                    <a:pt x="27007" y="14371"/>
                  </a:cubicBezTo>
                  <a:cubicBezTo>
                    <a:pt x="27017" y="14381"/>
                    <a:pt x="27026" y="14390"/>
                    <a:pt x="27035" y="14397"/>
                  </a:cubicBezTo>
                  <a:lnTo>
                    <a:pt x="27035" y="14397"/>
                  </a:lnTo>
                  <a:cubicBezTo>
                    <a:pt x="26973" y="14324"/>
                    <a:pt x="27024" y="14273"/>
                    <a:pt x="27153" y="14144"/>
                  </a:cubicBezTo>
                  <a:cubicBezTo>
                    <a:pt x="27283" y="14095"/>
                    <a:pt x="27372" y="13973"/>
                    <a:pt x="27389" y="13835"/>
                  </a:cubicBezTo>
                  <a:lnTo>
                    <a:pt x="27389" y="13835"/>
                  </a:lnTo>
                  <a:lnTo>
                    <a:pt x="27299" y="13925"/>
                  </a:lnTo>
                  <a:cubicBezTo>
                    <a:pt x="27210" y="13835"/>
                    <a:pt x="27259" y="13795"/>
                    <a:pt x="27397" y="13746"/>
                  </a:cubicBezTo>
                  <a:cubicBezTo>
                    <a:pt x="27409" y="13734"/>
                    <a:pt x="27421" y="13729"/>
                    <a:pt x="27434" y="13729"/>
                  </a:cubicBezTo>
                  <a:cubicBezTo>
                    <a:pt x="27465" y="13729"/>
                    <a:pt x="27498" y="13758"/>
                    <a:pt x="27526" y="13787"/>
                  </a:cubicBezTo>
                  <a:cubicBezTo>
                    <a:pt x="27550" y="13806"/>
                    <a:pt x="27580" y="13816"/>
                    <a:pt x="27611" y="13816"/>
                  </a:cubicBezTo>
                  <a:cubicBezTo>
                    <a:pt x="27645" y="13816"/>
                    <a:pt x="27679" y="13804"/>
                    <a:pt x="27705" y="13779"/>
                  </a:cubicBezTo>
                  <a:cubicBezTo>
                    <a:pt x="27742" y="13734"/>
                    <a:pt x="27787" y="13689"/>
                    <a:pt x="27722" y="13689"/>
                  </a:cubicBezTo>
                  <a:cubicBezTo>
                    <a:pt x="27717" y="13689"/>
                    <a:pt x="27711" y="13689"/>
                    <a:pt x="27705" y="13690"/>
                  </a:cubicBezTo>
                  <a:cubicBezTo>
                    <a:pt x="27664" y="13649"/>
                    <a:pt x="27664" y="13649"/>
                    <a:pt x="27705" y="13600"/>
                  </a:cubicBezTo>
                  <a:cubicBezTo>
                    <a:pt x="27753" y="13552"/>
                    <a:pt x="27786" y="13487"/>
                    <a:pt x="27786" y="13414"/>
                  </a:cubicBezTo>
                  <a:cubicBezTo>
                    <a:pt x="27745" y="13373"/>
                    <a:pt x="27786" y="13325"/>
                    <a:pt x="27826" y="13276"/>
                  </a:cubicBezTo>
                  <a:cubicBezTo>
                    <a:pt x="27899" y="13260"/>
                    <a:pt x="27956" y="13227"/>
                    <a:pt x="28005" y="13171"/>
                  </a:cubicBezTo>
                  <a:lnTo>
                    <a:pt x="28045" y="13211"/>
                  </a:lnTo>
                  <a:cubicBezTo>
                    <a:pt x="28079" y="13231"/>
                    <a:pt x="28117" y="13246"/>
                    <a:pt x="28157" y="13246"/>
                  </a:cubicBezTo>
                  <a:cubicBezTo>
                    <a:pt x="28166" y="13246"/>
                    <a:pt x="28174" y="13245"/>
                    <a:pt x="28183" y="13244"/>
                  </a:cubicBezTo>
                  <a:cubicBezTo>
                    <a:pt x="28207" y="13219"/>
                    <a:pt x="28207" y="13179"/>
                    <a:pt x="28183" y="13154"/>
                  </a:cubicBezTo>
                  <a:cubicBezTo>
                    <a:pt x="28159" y="13138"/>
                    <a:pt x="28410" y="12846"/>
                    <a:pt x="28645" y="12506"/>
                  </a:cubicBezTo>
                  <a:cubicBezTo>
                    <a:pt x="28897" y="12173"/>
                    <a:pt x="29164" y="11825"/>
                    <a:pt x="29205" y="11736"/>
                  </a:cubicBezTo>
                  <a:cubicBezTo>
                    <a:pt x="29318" y="11668"/>
                    <a:pt x="29417" y="11522"/>
                    <a:pt x="29365" y="11522"/>
                  </a:cubicBezTo>
                  <a:cubicBezTo>
                    <a:pt x="29361" y="11522"/>
                    <a:pt x="29356" y="11523"/>
                    <a:pt x="29351" y="11525"/>
                  </a:cubicBezTo>
                  <a:cubicBezTo>
                    <a:pt x="29294" y="11492"/>
                    <a:pt x="29480" y="11225"/>
                    <a:pt x="29691" y="10900"/>
                  </a:cubicBezTo>
                  <a:cubicBezTo>
                    <a:pt x="29910" y="10503"/>
                    <a:pt x="30072" y="10219"/>
                    <a:pt x="30015" y="10195"/>
                  </a:cubicBezTo>
                  <a:lnTo>
                    <a:pt x="30113" y="10025"/>
                  </a:lnTo>
                  <a:cubicBezTo>
                    <a:pt x="30178" y="9919"/>
                    <a:pt x="30178" y="9765"/>
                    <a:pt x="30202" y="9709"/>
                  </a:cubicBezTo>
                  <a:cubicBezTo>
                    <a:pt x="30186" y="9655"/>
                    <a:pt x="30191" y="9613"/>
                    <a:pt x="30206" y="9613"/>
                  </a:cubicBezTo>
                  <a:cubicBezTo>
                    <a:pt x="30213" y="9613"/>
                    <a:pt x="30223" y="9624"/>
                    <a:pt x="30234" y="9652"/>
                  </a:cubicBezTo>
                  <a:cubicBezTo>
                    <a:pt x="30262" y="9670"/>
                    <a:pt x="30292" y="9686"/>
                    <a:pt x="30317" y="9686"/>
                  </a:cubicBezTo>
                  <a:cubicBezTo>
                    <a:pt x="30337" y="9686"/>
                    <a:pt x="30353" y="9677"/>
                    <a:pt x="30364" y="9652"/>
                  </a:cubicBezTo>
                  <a:cubicBezTo>
                    <a:pt x="30421" y="9530"/>
                    <a:pt x="30364" y="9506"/>
                    <a:pt x="30315" y="9482"/>
                  </a:cubicBezTo>
                  <a:cubicBezTo>
                    <a:pt x="30283" y="9465"/>
                    <a:pt x="30275" y="9425"/>
                    <a:pt x="30291" y="9401"/>
                  </a:cubicBezTo>
                  <a:cubicBezTo>
                    <a:pt x="30305" y="9363"/>
                    <a:pt x="30311" y="9347"/>
                    <a:pt x="30325" y="9347"/>
                  </a:cubicBezTo>
                  <a:cubicBezTo>
                    <a:pt x="30335" y="9347"/>
                    <a:pt x="30349" y="9355"/>
                    <a:pt x="30372" y="9368"/>
                  </a:cubicBezTo>
                  <a:lnTo>
                    <a:pt x="30478" y="9417"/>
                  </a:lnTo>
                  <a:lnTo>
                    <a:pt x="30502" y="9360"/>
                  </a:lnTo>
                  <a:cubicBezTo>
                    <a:pt x="30478" y="9344"/>
                    <a:pt x="30461" y="9303"/>
                    <a:pt x="30478" y="9271"/>
                  </a:cubicBezTo>
                  <a:cubicBezTo>
                    <a:pt x="30494" y="9242"/>
                    <a:pt x="30502" y="9228"/>
                    <a:pt x="30519" y="9228"/>
                  </a:cubicBezTo>
                  <a:cubicBezTo>
                    <a:pt x="30536" y="9228"/>
                    <a:pt x="30563" y="9242"/>
                    <a:pt x="30615" y="9271"/>
                  </a:cubicBezTo>
                  <a:cubicBezTo>
                    <a:pt x="30640" y="9282"/>
                    <a:pt x="30660" y="9287"/>
                    <a:pt x="30676" y="9287"/>
                  </a:cubicBezTo>
                  <a:cubicBezTo>
                    <a:pt x="30730" y="9287"/>
                    <a:pt x="30734" y="9230"/>
                    <a:pt x="30672" y="9149"/>
                  </a:cubicBezTo>
                  <a:lnTo>
                    <a:pt x="30672" y="9011"/>
                  </a:lnTo>
                  <a:cubicBezTo>
                    <a:pt x="30810" y="9003"/>
                    <a:pt x="30753" y="8833"/>
                    <a:pt x="30721" y="8744"/>
                  </a:cubicBezTo>
                  <a:cubicBezTo>
                    <a:pt x="30851" y="8736"/>
                    <a:pt x="30875" y="8671"/>
                    <a:pt x="30786" y="8565"/>
                  </a:cubicBezTo>
                  <a:cubicBezTo>
                    <a:pt x="30737" y="8541"/>
                    <a:pt x="30761" y="8484"/>
                    <a:pt x="30834" y="8452"/>
                  </a:cubicBezTo>
                  <a:cubicBezTo>
                    <a:pt x="30915" y="8411"/>
                    <a:pt x="30940" y="8355"/>
                    <a:pt x="30988" y="8233"/>
                  </a:cubicBezTo>
                  <a:cubicBezTo>
                    <a:pt x="30972" y="8192"/>
                    <a:pt x="31005" y="8063"/>
                    <a:pt x="31069" y="7893"/>
                  </a:cubicBezTo>
                  <a:cubicBezTo>
                    <a:pt x="31118" y="7714"/>
                    <a:pt x="31191" y="7479"/>
                    <a:pt x="31272" y="7236"/>
                  </a:cubicBezTo>
                  <a:cubicBezTo>
                    <a:pt x="31459" y="6684"/>
                    <a:pt x="31523" y="6303"/>
                    <a:pt x="31475" y="6295"/>
                  </a:cubicBezTo>
                  <a:cubicBezTo>
                    <a:pt x="31491" y="6230"/>
                    <a:pt x="31491" y="6230"/>
                    <a:pt x="31564" y="6182"/>
                  </a:cubicBezTo>
                  <a:cubicBezTo>
                    <a:pt x="31570" y="6183"/>
                    <a:pt x="31575" y="6184"/>
                    <a:pt x="31580" y="6184"/>
                  </a:cubicBezTo>
                  <a:cubicBezTo>
                    <a:pt x="31623" y="6184"/>
                    <a:pt x="31626" y="6124"/>
                    <a:pt x="31532" y="6044"/>
                  </a:cubicBezTo>
                  <a:cubicBezTo>
                    <a:pt x="31503" y="5992"/>
                    <a:pt x="31465" y="5969"/>
                    <a:pt x="31488" y="5969"/>
                  </a:cubicBezTo>
                  <a:cubicBezTo>
                    <a:pt x="31497" y="5969"/>
                    <a:pt x="31516" y="5972"/>
                    <a:pt x="31548" y="5979"/>
                  </a:cubicBezTo>
                  <a:cubicBezTo>
                    <a:pt x="31551" y="5980"/>
                    <a:pt x="31554" y="5980"/>
                    <a:pt x="31557" y="5980"/>
                  </a:cubicBezTo>
                  <a:cubicBezTo>
                    <a:pt x="31608" y="5980"/>
                    <a:pt x="31641" y="5852"/>
                    <a:pt x="31702" y="5614"/>
                  </a:cubicBezTo>
                  <a:cubicBezTo>
                    <a:pt x="31726" y="5428"/>
                    <a:pt x="31775" y="5176"/>
                    <a:pt x="31718" y="5160"/>
                  </a:cubicBezTo>
                  <a:cubicBezTo>
                    <a:pt x="31695" y="5086"/>
                    <a:pt x="31685" y="5054"/>
                    <a:pt x="31690" y="5054"/>
                  </a:cubicBezTo>
                  <a:lnTo>
                    <a:pt x="31690" y="5054"/>
                  </a:lnTo>
                  <a:cubicBezTo>
                    <a:pt x="31693" y="5054"/>
                    <a:pt x="31705" y="5072"/>
                    <a:pt x="31726" y="5103"/>
                  </a:cubicBezTo>
                  <a:cubicBezTo>
                    <a:pt x="31738" y="5113"/>
                    <a:pt x="31750" y="5117"/>
                    <a:pt x="31762" y="5117"/>
                  </a:cubicBezTo>
                  <a:cubicBezTo>
                    <a:pt x="31854" y="5117"/>
                    <a:pt x="31935" y="4853"/>
                    <a:pt x="31856" y="4666"/>
                  </a:cubicBezTo>
                  <a:cubicBezTo>
                    <a:pt x="31871" y="4604"/>
                    <a:pt x="31879" y="4543"/>
                    <a:pt x="31928" y="4543"/>
                  </a:cubicBezTo>
                  <a:cubicBezTo>
                    <a:pt x="31931" y="4543"/>
                    <a:pt x="31934" y="4544"/>
                    <a:pt x="31937" y="4544"/>
                  </a:cubicBezTo>
                  <a:cubicBezTo>
                    <a:pt x="31953" y="4439"/>
                    <a:pt x="31945" y="4325"/>
                    <a:pt x="31913" y="4220"/>
                  </a:cubicBezTo>
                  <a:cubicBezTo>
                    <a:pt x="31921" y="4155"/>
                    <a:pt x="31945" y="3895"/>
                    <a:pt x="31953" y="3766"/>
                  </a:cubicBezTo>
                  <a:cubicBezTo>
                    <a:pt x="31961" y="3676"/>
                    <a:pt x="31953" y="3595"/>
                    <a:pt x="31921" y="3506"/>
                  </a:cubicBezTo>
                  <a:cubicBezTo>
                    <a:pt x="31924" y="3482"/>
                    <a:pt x="31927" y="3459"/>
                    <a:pt x="31929" y="3441"/>
                  </a:cubicBezTo>
                  <a:lnTo>
                    <a:pt x="31929" y="3441"/>
                  </a:lnTo>
                  <a:cubicBezTo>
                    <a:pt x="31930" y="3441"/>
                    <a:pt x="31930" y="3442"/>
                    <a:pt x="31931" y="3442"/>
                  </a:cubicBezTo>
                  <a:cubicBezTo>
                    <a:pt x="31994" y="3442"/>
                    <a:pt x="31994" y="3120"/>
                    <a:pt x="32010" y="2671"/>
                  </a:cubicBezTo>
                  <a:cubicBezTo>
                    <a:pt x="32034" y="2225"/>
                    <a:pt x="31994" y="1836"/>
                    <a:pt x="32050" y="1771"/>
                  </a:cubicBezTo>
                  <a:cubicBezTo>
                    <a:pt x="32042" y="1723"/>
                    <a:pt x="32018" y="1674"/>
                    <a:pt x="31986" y="1641"/>
                  </a:cubicBezTo>
                  <a:cubicBezTo>
                    <a:pt x="31864" y="1585"/>
                    <a:pt x="31856" y="1520"/>
                    <a:pt x="31913" y="1455"/>
                  </a:cubicBezTo>
                  <a:cubicBezTo>
                    <a:pt x="32025" y="1383"/>
                    <a:pt x="32018" y="1128"/>
                    <a:pt x="31893" y="1068"/>
                  </a:cubicBezTo>
                  <a:lnTo>
                    <a:pt x="31893" y="1068"/>
                  </a:lnTo>
                  <a:cubicBezTo>
                    <a:pt x="31909" y="1067"/>
                    <a:pt x="31930" y="1066"/>
                    <a:pt x="31953" y="1066"/>
                  </a:cubicBezTo>
                  <a:cubicBezTo>
                    <a:pt x="32059" y="985"/>
                    <a:pt x="31978" y="798"/>
                    <a:pt x="31848" y="750"/>
                  </a:cubicBezTo>
                  <a:cubicBezTo>
                    <a:pt x="31896" y="677"/>
                    <a:pt x="31953" y="612"/>
                    <a:pt x="31880" y="555"/>
                  </a:cubicBezTo>
                  <a:cubicBezTo>
                    <a:pt x="31872" y="490"/>
                    <a:pt x="31872" y="490"/>
                    <a:pt x="31994" y="474"/>
                  </a:cubicBezTo>
                  <a:cubicBezTo>
                    <a:pt x="32050" y="466"/>
                    <a:pt x="32115" y="458"/>
                    <a:pt x="32107" y="393"/>
                  </a:cubicBezTo>
                  <a:cubicBezTo>
                    <a:pt x="32102" y="350"/>
                    <a:pt x="32071" y="339"/>
                    <a:pt x="32035" y="339"/>
                  </a:cubicBezTo>
                  <a:cubicBezTo>
                    <a:pt x="32016" y="339"/>
                    <a:pt x="31996" y="342"/>
                    <a:pt x="31978" y="344"/>
                  </a:cubicBezTo>
                  <a:lnTo>
                    <a:pt x="31961" y="214"/>
                  </a:lnTo>
                  <a:cubicBezTo>
                    <a:pt x="31961" y="214"/>
                    <a:pt x="31954" y="157"/>
                    <a:pt x="31899" y="157"/>
                  </a:cubicBezTo>
                  <a:cubicBezTo>
                    <a:pt x="31896" y="157"/>
                    <a:pt x="31892" y="157"/>
                    <a:pt x="31888" y="158"/>
                  </a:cubicBezTo>
                  <a:cubicBezTo>
                    <a:pt x="31885" y="158"/>
                    <a:pt x="31882" y="158"/>
                    <a:pt x="31879" y="158"/>
                  </a:cubicBezTo>
                  <a:cubicBezTo>
                    <a:pt x="31831" y="158"/>
                    <a:pt x="31823" y="98"/>
                    <a:pt x="31815" y="44"/>
                  </a:cubicBezTo>
                  <a:cubicBezTo>
                    <a:pt x="31849" y="35"/>
                    <a:pt x="31840" y="13"/>
                    <a:pt x="31816" y="13"/>
                  </a:cubicBezTo>
                  <a:cubicBezTo>
                    <a:pt x="31800" y="13"/>
                    <a:pt x="31778" y="23"/>
                    <a:pt x="31759" y="52"/>
                  </a:cubicBezTo>
                  <a:cubicBezTo>
                    <a:pt x="31740" y="55"/>
                    <a:pt x="31720" y="58"/>
                    <a:pt x="31702" y="58"/>
                  </a:cubicBezTo>
                  <a:cubicBezTo>
                    <a:pt x="31665" y="58"/>
                    <a:pt x="31634" y="47"/>
                    <a:pt x="31629" y="4"/>
                  </a:cubicBezTo>
                  <a:lnTo>
                    <a:pt x="31515" y="28"/>
                  </a:lnTo>
                  <a:cubicBezTo>
                    <a:pt x="31394" y="44"/>
                    <a:pt x="31337" y="60"/>
                    <a:pt x="31296" y="190"/>
                  </a:cubicBezTo>
                  <a:cubicBezTo>
                    <a:pt x="31265" y="439"/>
                    <a:pt x="31234" y="621"/>
                    <a:pt x="31339" y="621"/>
                  </a:cubicBezTo>
                  <a:cubicBezTo>
                    <a:pt x="31344" y="621"/>
                    <a:pt x="31348" y="621"/>
                    <a:pt x="31353" y="620"/>
                  </a:cubicBezTo>
                  <a:cubicBezTo>
                    <a:pt x="31386" y="652"/>
                    <a:pt x="31410" y="693"/>
                    <a:pt x="31426" y="741"/>
                  </a:cubicBezTo>
                  <a:cubicBezTo>
                    <a:pt x="31426" y="782"/>
                    <a:pt x="31410" y="831"/>
                    <a:pt x="31386" y="871"/>
                  </a:cubicBezTo>
                  <a:cubicBezTo>
                    <a:pt x="31321" y="879"/>
                    <a:pt x="31369" y="1123"/>
                    <a:pt x="31378" y="1431"/>
                  </a:cubicBezTo>
                  <a:cubicBezTo>
                    <a:pt x="31394" y="1804"/>
                    <a:pt x="31402" y="1982"/>
                    <a:pt x="31345" y="2047"/>
                  </a:cubicBezTo>
                  <a:cubicBezTo>
                    <a:pt x="31313" y="2079"/>
                    <a:pt x="31296" y="2128"/>
                    <a:pt x="31296" y="2177"/>
                  </a:cubicBezTo>
                  <a:cubicBezTo>
                    <a:pt x="31297" y="2176"/>
                    <a:pt x="31298" y="2176"/>
                    <a:pt x="31299" y="2176"/>
                  </a:cubicBezTo>
                  <a:cubicBezTo>
                    <a:pt x="31369" y="2176"/>
                    <a:pt x="31353" y="2546"/>
                    <a:pt x="31345" y="2971"/>
                  </a:cubicBezTo>
                  <a:cubicBezTo>
                    <a:pt x="31353" y="3409"/>
                    <a:pt x="31280" y="3839"/>
                    <a:pt x="31345" y="3839"/>
                  </a:cubicBezTo>
                  <a:cubicBezTo>
                    <a:pt x="31345" y="3903"/>
                    <a:pt x="31337" y="3968"/>
                    <a:pt x="31337" y="3968"/>
                  </a:cubicBezTo>
                  <a:cubicBezTo>
                    <a:pt x="31335" y="3968"/>
                    <a:pt x="31333" y="3968"/>
                    <a:pt x="31332" y="3968"/>
                  </a:cubicBezTo>
                  <a:cubicBezTo>
                    <a:pt x="31279" y="3968"/>
                    <a:pt x="31264" y="4086"/>
                    <a:pt x="31256" y="4203"/>
                  </a:cubicBezTo>
                  <a:cubicBezTo>
                    <a:pt x="31280" y="4285"/>
                    <a:pt x="31296" y="4374"/>
                    <a:pt x="31288" y="4455"/>
                  </a:cubicBezTo>
                  <a:cubicBezTo>
                    <a:pt x="31285" y="4454"/>
                    <a:pt x="31282" y="4454"/>
                    <a:pt x="31279" y="4454"/>
                  </a:cubicBezTo>
                  <a:cubicBezTo>
                    <a:pt x="31230" y="4454"/>
                    <a:pt x="31214" y="4518"/>
                    <a:pt x="31199" y="4633"/>
                  </a:cubicBezTo>
                  <a:cubicBezTo>
                    <a:pt x="31175" y="4755"/>
                    <a:pt x="31167" y="4812"/>
                    <a:pt x="31223" y="4828"/>
                  </a:cubicBezTo>
                  <a:cubicBezTo>
                    <a:pt x="31215" y="4885"/>
                    <a:pt x="31142" y="5314"/>
                    <a:pt x="31053" y="5485"/>
                  </a:cubicBezTo>
                  <a:cubicBezTo>
                    <a:pt x="30988" y="5533"/>
                    <a:pt x="31029" y="5606"/>
                    <a:pt x="31069" y="5679"/>
                  </a:cubicBezTo>
                  <a:cubicBezTo>
                    <a:pt x="31134" y="5695"/>
                    <a:pt x="31167" y="5760"/>
                    <a:pt x="31159" y="5825"/>
                  </a:cubicBezTo>
                  <a:lnTo>
                    <a:pt x="31037" y="5801"/>
                  </a:lnTo>
                  <a:cubicBezTo>
                    <a:pt x="31019" y="5769"/>
                    <a:pt x="31009" y="5751"/>
                    <a:pt x="31001" y="5751"/>
                  </a:cubicBezTo>
                  <a:cubicBezTo>
                    <a:pt x="30990" y="5751"/>
                    <a:pt x="30982" y="5781"/>
                    <a:pt x="30964" y="5849"/>
                  </a:cubicBezTo>
                  <a:lnTo>
                    <a:pt x="30940" y="5963"/>
                  </a:lnTo>
                  <a:cubicBezTo>
                    <a:pt x="30996" y="5979"/>
                    <a:pt x="30932" y="6287"/>
                    <a:pt x="30810" y="6701"/>
                  </a:cubicBezTo>
                  <a:cubicBezTo>
                    <a:pt x="30640" y="7236"/>
                    <a:pt x="30591" y="7414"/>
                    <a:pt x="30640" y="7430"/>
                  </a:cubicBezTo>
                  <a:cubicBezTo>
                    <a:pt x="30696" y="7447"/>
                    <a:pt x="30680" y="7511"/>
                    <a:pt x="30567" y="7665"/>
                  </a:cubicBezTo>
                  <a:cubicBezTo>
                    <a:pt x="30259" y="7957"/>
                    <a:pt x="30259" y="7949"/>
                    <a:pt x="30299" y="8030"/>
                  </a:cubicBezTo>
                  <a:cubicBezTo>
                    <a:pt x="30307" y="8003"/>
                    <a:pt x="30324" y="7995"/>
                    <a:pt x="30345" y="7995"/>
                  </a:cubicBezTo>
                  <a:cubicBezTo>
                    <a:pt x="30369" y="7995"/>
                    <a:pt x="30399" y="8006"/>
                    <a:pt x="30429" y="8014"/>
                  </a:cubicBezTo>
                  <a:cubicBezTo>
                    <a:pt x="30542" y="8055"/>
                    <a:pt x="30518" y="8120"/>
                    <a:pt x="30380" y="8128"/>
                  </a:cubicBezTo>
                  <a:cubicBezTo>
                    <a:pt x="30379" y="8127"/>
                    <a:pt x="30377" y="8127"/>
                    <a:pt x="30375" y="8127"/>
                  </a:cubicBezTo>
                  <a:cubicBezTo>
                    <a:pt x="30324" y="8127"/>
                    <a:pt x="30224" y="8330"/>
                    <a:pt x="30153" y="8549"/>
                  </a:cubicBezTo>
                  <a:cubicBezTo>
                    <a:pt x="30080" y="8776"/>
                    <a:pt x="29999" y="9019"/>
                    <a:pt x="30048" y="9068"/>
                  </a:cubicBezTo>
                  <a:lnTo>
                    <a:pt x="29991" y="9044"/>
                  </a:lnTo>
                  <a:cubicBezTo>
                    <a:pt x="29983" y="9040"/>
                    <a:pt x="29976" y="9039"/>
                    <a:pt x="29969" y="9039"/>
                  </a:cubicBezTo>
                  <a:cubicBezTo>
                    <a:pt x="29926" y="9039"/>
                    <a:pt x="29895" y="9108"/>
                    <a:pt x="29805" y="9303"/>
                  </a:cubicBezTo>
                  <a:lnTo>
                    <a:pt x="29724" y="9465"/>
                  </a:lnTo>
                  <a:cubicBezTo>
                    <a:pt x="29831" y="9519"/>
                    <a:pt x="29632" y="9800"/>
                    <a:pt x="29563" y="9800"/>
                  </a:cubicBezTo>
                  <a:cubicBezTo>
                    <a:pt x="29559" y="9800"/>
                    <a:pt x="29556" y="9799"/>
                    <a:pt x="29553" y="9798"/>
                  </a:cubicBezTo>
                  <a:cubicBezTo>
                    <a:pt x="29472" y="9822"/>
                    <a:pt x="29472" y="9822"/>
                    <a:pt x="29407" y="9928"/>
                  </a:cubicBezTo>
                  <a:cubicBezTo>
                    <a:pt x="29423" y="10140"/>
                    <a:pt x="29238" y="10360"/>
                    <a:pt x="29175" y="10360"/>
                  </a:cubicBezTo>
                  <a:cubicBezTo>
                    <a:pt x="29171" y="10360"/>
                    <a:pt x="29167" y="10359"/>
                    <a:pt x="29164" y="10357"/>
                  </a:cubicBezTo>
                  <a:lnTo>
                    <a:pt x="29107" y="10471"/>
                  </a:lnTo>
                  <a:cubicBezTo>
                    <a:pt x="29107" y="10560"/>
                    <a:pt x="29083" y="10641"/>
                    <a:pt x="29026" y="10714"/>
                  </a:cubicBezTo>
                  <a:cubicBezTo>
                    <a:pt x="28934" y="10849"/>
                    <a:pt x="28897" y="10903"/>
                    <a:pt x="28945" y="10903"/>
                  </a:cubicBezTo>
                  <a:cubicBezTo>
                    <a:pt x="28952" y="10903"/>
                    <a:pt x="28960" y="10902"/>
                    <a:pt x="28970" y="10900"/>
                  </a:cubicBezTo>
                  <a:cubicBezTo>
                    <a:pt x="29026" y="10933"/>
                    <a:pt x="29075" y="10965"/>
                    <a:pt x="29043" y="11014"/>
                  </a:cubicBezTo>
                  <a:lnTo>
                    <a:pt x="28986" y="10982"/>
                  </a:lnTo>
                  <a:cubicBezTo>
                    <a:pt x="28981" y="10979"/>
                    <a:pt x="28977" y="10977"/>
                    <a:pt x="28971" y="10977"/>
                  </a:cubicBezTo>
                  <a:cubicBezTo>
                    <a:pt x="28918" y="10977"/>
                    <a:pt x="28820" y="11122"/>
                    <a:pt x="28702" y="11314"/>
                  </a:cubicBezTo>
                  <a:cubicBezTo>
                    <a:pt x="28532" y="11573"/>
                    <a:pt x="28451" y="11671"/>
                    <a:pt x="28361" y="11679"/>
                  </a:cubicBezTo>
                  <a:lnTo>
                    <a:pt x="28378" y="11768"/>
                  </a:lnTo>
                  <a:cubicBezTo>
                    <a:pt x="28384" y="11832"/>
                    <a:pt x="28360" y="11875"/>
                    <a:pt x="28326" y="11875"/>
                  </a:cubicBezTo>
                  <a:cubicBezTo>
                    <a:pt x="28317" y="11875"/>
                    <a:pt x="28307" y="11872"/>
                    <a:pt x="28297" y="11865"/>
                  </a:cubicBezTo>
                  <a:cubicBezTo>
                    <a:pt x="28216" y="11882"/>
                    <a:pt x="28061" y="12076"/>
                    <a:pt x="28037" y="12214"/>
                  </a:cubicBezTo>
                  <a:lnTo>
                    <a:pt x="27956" y="12311"/>
                  </a:lnTo>
                  <a:cubicBezTo>
                    <a:pt x="27948" y="12310"/>
                    <a:pt x="27940" y="12310"/>
                    <a:pt x="27933" y="12310"/>
                  </a:cubicBezTo>
                  <a:cubicBezTo>
                    <a:pt x="27814" y="12310"/>
                    <a:pt x="27723" y="12424"/>
                    <a:pt x="27761" y="12546"/>
                  </a:cubicBezTo>
                  <a:cubicBezTo>
                    <a:pt x="27749" y="12536"/>
                    <a:pt x="27737" y="12531"/>
                    <a:pt x="27725" y="12531"/>
                  </a:cubicBezTo>
                  <a:cubicBezTo>
                    <a:pt x="27692" y="12531"/>
                    <a:pt x="27662" y="12567"/>
                    <a:pt x="27632" y="12603"/>
                  </a:cubicBezTo>
                  <a:cubicBezTo>
                    <a:pt x="27602" y="12720"/>
                    <a:pt x="27460" y="12884"/>
                    <a:pt x="27403" y="12884"/>
                  </a:cubicBezTo>
                  <a:cubicBezTo>
                    <a:pt x="27397" y="12884"/>
                    <a:pt x="27392" y="12883"/>
                    <a:pt x="27389" y="12879"/>
                  </a:cubicBezTo>
                  <a:lnTo>
                    <a:pt x="27348" y="12919"/>
                  </a:lnTo>
                  <a:cubicBezTo>
                    <a:pt x="27348" y="12992"/>
                    <a:pt x="27316" y="13057"/>
                    <a:pt x="27267" y="13098"/>
                  </a:cubicBezTo>
                  <a:cubicBezTo>
                    <a:pt x="27210" y="13146"/>
                    <a:pt x="27186" y="13211"/>
                    <a:pt x="27186" y="13284"/>
                  </a:cubicBezTo>
                  <a:cubicBezTo>
                    <a:pt x="27186" y="13333"/>
                    <a:pt x="27170" y="13373"/>
                    <a:pt x="27137" y="13414"/>
                  </a:cubicBezTo>
                  <a:cubicBezTo>
                    <a:pt x="27130" y="13421"/>
                    <a:pt x="27124" y="13424"/>
                    <a:pt x="27120" y="13424"/>
                  </a:cubicBezTo>
                  <a:cubicBezTo>
                    <a:pt x="27097" y="13424"/>
                    <a:pt x="27097" y="13351"/>
                    <a:pt x="27097" y="13284"/>
                  </a:cubicBezTo>
                  <a:cubicBezTo>
                    <a:pt x="27110" y="13248"/>
                    <a:pt x="27110" y="13232"/>
                    <a:pt x="27101" y="13232"/>
                  </a:cubicBezTo>
                  <a:cubicBezTo>
                    <a:pt x="27079" y="13232"/>
                    <a:pt x="27000" y="13342"/>
                    <a:pt x="26959" y="13495"/>
                  </a:cubicBezTo>
                  <a:cubicBezTo>
                    <a:pt x="26933" y="13611"/>
                    <a:pt x="26921" y="13666"/>
                    <a:pt x="26916" y="13666"/>
                  </a:cubicBezTo>
                  <a:cubicBezTo>
                    <a:pt x="26912" y="13666"/>
                    <a:pt x="26914" y="13623"/>
                    <a:pt x="26918" y="13544"/>
                  </a:cubicBezTo>
                  <a:cubicBezTo>
                    <a:pt x="26918" y="13487"/>
                    <a:pt x="26922" y="13433"/>
                    <a:pt x="26911" y="13433"/>
                  </a:cubicBezTo>
                  <a:cubicBezTo>
                    <a:pt x="26906" y="13433"/>
                    <a:pt x="26895" y="13451"/>
                    <a:pt x="26878" y="13495"/>
                  </a:cubicBezTo>
                  <a:cubicBezTo>
                    <a:pt x="26878" y="13495"/>
                    <a:pt x="26789" y="13584"/>
                    <a:pt x="26829" y="13625"/>
                  </a:cubicBezTo>
                  <a:lnTo>
                    <a:pt x="26691" y="13754"/>
                  </a:lnTo>
                  <a:cubicBezTo>
                    <a:pt x="26610" y="13779"/>
                    <a:pt x="26537" y="13827"/>
                    <a:pt x="26472" y="13884"/>
                  </a:cubicBezTo>
                  <a:cubicBezTo>
                    <a:pt x="26472" y="13973"/>
                    <a:pt x="26472" y="13973"/>
                    <a:pt x="26391" y="13973"/>
                  </a:cubicBezTo>
                  <a:cubicBezTo>
                    <a:pt x="26380" y="13960"/>
                    <a:pt x="26369" y="13954"/>
                    <a:pt x="26359" y="13954"/>
                  </a:cubicBezTo>
                  <a:cubicBezTo>
                    <a:pt x="26334" y="13954"/>
                    <a:pt x="26324" y="13998"/>
                    <a:pt x="26383" y="14062"/>
                  </a:cubicBezTo>
                  <a:cubicBezTo>
                    <a:pt x="26383" y="14127"/>
                    <a:pt x="26326" y="14179"/>
                    <a:pt x="26263" y="14179"/>
                  </a:cubicBezTo>
                  <a:cubicBezTo>
                    <a:pt x="26254" y="14179"/>
                    <a:pt x="26246" y="14178"/>
                    <a:pt x="26237" y="14176"/>
                  </a:cubicBezTo>
                  <a:cubicBezTo>
                    <a:pt x="26205" y="14137"/>
                    <a:pt x="26178" y="14123"/>
                    <a:pt x="26160" y="14123"/>
                  </a:cubicBezTo>
                  <a:cubicBezTo>
                    <a:pt x="26139" y="14123"/>
                    <a:pt x="26133" y="14145"/>
                    <a:pt x="26156" y="14168"/>
                  </a:cubicBezTo>
                  <a:cubicBezTo>
                    <a:pt x="26148" y="14217"/>
                    <a:pt x="26132" y="14265"/>
                    <a:pt x="26099" y="14298"/>
                  </a:cubicBezTo>
                  <a:cubicBezTo>
                    <a:pt x="26096" y="14295"/>
                    <a:pt x="26092" y="14293"/>
                    <a:pt x="26087" y="14293"/>
                  </a:cubicBezTo>
                  <a:cubicBezTo>
                    <a:pt x="26047" y="14293"/>
                    <a:pt x="25941" y="14369"/>
                    <a:pt x="25791" y="14476"/>
                  </a:cubicBezTo>
                  <a:lnTo>
                    <a:pt x="25516" y="14703"/>
                  </a:lnTo>
                  <a:lnTo>
                    <a:pt x="25183" y="14938"/>
                  </a:lnTo>
                  <a:cubicBezTo>
                    <a:pt x="25135" y="14979"/>
                    <a:pt x="25118" y="15052"/>
                    <a:pt x="25151" y="15100"/>
                  </a:cubicBezTo>
                  <a:cubicBezTo>
                    <a:pt x="25186" y="15151"/>
                    <a:pt x="25197" y="15166"/>
                    <a:pt x="25188" y="15166"/>
                  </a:cubicBezTo>
                  <a:cubicBezTo>
                    <a:pt x="25179" y="15166"/>
                    <a:pt x="25148" y="15149"/>
                    <a:pt x="25102" y="15141"/>
                  </a:cubicBezTo>
                  <a:cubicBezTo>
                    <a:pt x="25048" y="15101"/>
                    <a:pt x="25000" y="15084"/>
                    <a:pt x="24969" y="15084"/>
                  </a:cubicBezTo>
                  <a:cubicBezTo>
                    <a:pt x="24911" y="15084"/>
                    <a:pt x="24905" y="15140"/>
                    <a:pt x="25005" y="15214"/>
                  </a:cubicBezTo>
                  <a:cubicBezTo>
                    <a:pt x="25073" y="15248"/>
                    <a:pt x="25101" y="15262"/>
                    <a:pt x="25074" y="15262"/>
                  </a:cubicBezTo>
                  <a:cubicBezTo>
                    <a:pt x="25056" y="15262"/>
                    <a:pt x="25015" y="15256"/>
                    <a:pt x="24948" y="15246"/>
                  </a:cubicBezTo>
                  <a:cubicBezTo>
                    <a:pt x="24925" y="15244"/>
                    <a:pt x="24908" y="15242"/>
                    <a:pt x="24896" y="15242"/>
                  </a:cubicBezTo>
                  <a:cubicBezTo>
                    <a:pt x="24866" y="15242"/>
                    <a:pt x="24862" y="15256"/>
                    <a:pt x="24851" y="15319"/>
                  </a:cubicBezTo>
                  <a:cubicBezTo>
                    <a:pt x="24872" y="15351"/>
                    <a:pt x="24859" y="15379"/>
                    <a:pt x="24838" y="15379"/>
                  </a:cubicBezTo>
                  <a:cubicBezTo>
                    <a:pt x="24827" y="15379"/>
                    <a:pt x="24813" y="15371"/>
                    <a:pt x="24802" y="15352"/>
                  </a:cubicBezTo>
                  <a:cubicBezTo>
                    <a:pt x="24761" y="15348"/>
                    <a:pt x="24721" y="15342"/>
                    <a:pt x="24694" y="15342"/>
                  </a:cubicBezTo>
                  <a:cubicBezTo>
                    <a:pt x="24662" y="15342"/>
                    <a:pt x="24647" y="15350"/>
                    <a:pt x="24664" y="15376"/>
                  </a:cubicBezTo>
                  <a:cubicBezTo>
                    <a:pt x="24639" y="15391"/>
                    <a:pt x="24610" y="15397"/>
                    <a:pt x="24580" y="15397"/>
                  </a:cubicBezTo>
                  <a:cubicBezTo>
                    <a:pt x="24562" y="15397"/>
                    <a:pt x="24544" y="15395"/>
                    <a:pt x="24526" y="15392"/>
                  </a:cubicBezTo>
                  <a:cubicBezTo>
                    <a:pt x="24516" y="15389"/>
                    <a:pt x="24507" y="15388"/>
                    <a:pt x="24499" y="15388"/>
                  </a:cubicBezTo>
                  <a:cubicBezTo>
                    <a:pt x="24433" y="15388"/>
                    <a:pt x="24418" y="15466"/>
                    <a:pt x="24397" y="15538"/>
                  </a:cubicBezTo>
                  <a:cubicBezTo>
                    <a:pt x="24339" y="15653"/>
                    <a:pt x="24299" y="15711"/>
                    <a:pt x="24274" y="15711"/>
                  </a:cubicBezTo>
                  <a:cubicBezTo>
                    <a:pt x="24256" y="15711"/>
                    <a:pt x="24246" y="15684"/>
                    <a:pt x="24243" y="15627"/>
                  </a:cubicBezTo>
                  <a:cubicBezTo>
                    <a:pt x="24241" y="15598"/>
                    <a:pt x="24228" y="15586"/>
                    <a:pt x="24208" y="15586"/>
                  </a:cubicBezTo>
                  <a:cubicBezTo>
                    <a:pt x="24141" y="15586"/>
                    <a:pt x="23999" y="15731"/>
                    <a:pt x="23999" y="15838"/>
                  </a:cubicBezTo>
                  <a:cubicBezTo>
                    <a:pt x="24005" y="15925"/>
                    <a:pt x="24006" y="15957"/>
                    <a:pt x="24001" y="15957"/>
                  </a:cubicBezTo>
                  <a:cubicBezTo>
                    <a:pt x="23998" y="15957"/>
                    <a:pt x="23992" y="15945"/>
                    <a:pt x="23983" y="15927"/>
                  </a:cubicBezTo>
                  <a:cubicBezTo>
                    <a:pt x="23967" y="15906"/>
                    <a:pt x="23947" y="15895"/>
                    <a:pt x="23926" y="15895"/>
                  </a:cubicBezTo>
                  <a:cubicBezTo>
                    <a:pt x="23916" y="15895"/>
                    <a:pt x="23905" y="15898"/>
                    <a:pt x="23894" y="15903"/>
                  </a:cubicBezTo>
                  <a:cubicBezTo>
                    <a:pt x="23865" y="15922"/>
                    <a:pt x="23832" y="15942"/>
                    <a:pt x="23806" y="15942"/>
                  </a:cubicBezTo>
                  <a:cubicBezTo>
                    <a:pt x="23789" y="15942"/>
                    <a:pt x="23774" y="15934"/>
                    <a:pt x="23764" y="15911"/>
                  </a:cubicBezTo>
                  <a:cubicBezTo>
                    <a:pt x="23708" y="15952"/>
                    <a:pt x="23667" y="16000"/>
                    <a:pt x="23627" y="16057"/>
                  </a:cubicBezTo>
                  <a:cubicBezTo>
                    <a:pt x="23589" y="16153"/>
                    <a:pt x="23499" y="16207"/>
                    <a:pt x="23404" y="16207"/>
                  </a:cubicBezTo>
                  <a:cubicBezTo>
                    <a:pt x="23356" y="16207"/>
                    <a:pt x="23306" y="16193"/>
                    <a:pt x="23262" y="16162"/>
                  </a:cubicBezTo>
                  <a:lnTo>
                    <a:pt x="23181" y="16276"/>
                  </a:lnTo>
                  <a:cubicBezTo>
                    <a:pt x="23175" y="16364"/>
                    <a:pt x="23162" y="16430"/>
                    <a:pt x="23137" y="16430"/>
                  </a:cubicBezTo>
                  <a:cubicBezTo>
                    <a:pt x="23124" y="16430"/>
                    <a:pt x="23110" y="16415"/>
                    <a:pt x="23091" y="16381"/>
                  </a:cubicBezTo>
                  <a:cubicBezTo>
                    <a:pt x="23082" y="16360"/>
                    <a:pt x="23074" y="16341"/>
                    <a:pt x="23067" y="16327"/>
                  </a:cubicBezTo>
                  <a:lnTo>
                    <a:pt x="23067" y="16327"/>
                  </a:lnTo>
                  <a:cubicBezTo>
                    <a:pt x="23065" y="16414"/>
                    <a:pt x="22962" y="16468"/>
                    <a:pt x="22876" y="16468"/>
                  </a:cubicBezTo>
                  <a:cubicBezTo>
                    <a:pt x="22828" y="16468"/>
                    <a:pt x="22784" y="16451"/>
                    <a:pt x="22767" y="16414"/>
                  </a:cubicBezTo>
                  <a:cubicBezTo>
                    <a:pt x="22752" y="16379"/>
                    <a:pt x="22747" y="16366"/>
                    <a:pt x="22732" y="16366"/>
                  </a:cubicBezTo>
                  <a:cubicBezTo>
                    <a:pt x="22722" y="16366"/>
                    <a:pt x="22708" y="16372"/>
                    <a:pt x="22686" y="16381"/>
                  </a:cubicBezTo>
                  <a:lnTo>
                    <a:pt x="22710" y="16438"/>
                  </a:lnTo>
                  <a:cubicBezTo>
                    <a:pt x="22735" y="16495"/>
                    <a:pt x="22759" y="16543"/>
                    <a:pt x="22702" y="16568"/>
                  </a:cubicBezTo>
                  <a:cubicBezTo>
                    <a:pt x="22667" y="16581"/>
                    <a:pt x="22634" y="16594"/>
                    <a:pt x="22607" y="16594"/>
                  </a:cubicBezTo>
                  <a:cubicBezTo>
                    <a:pt x="22585" y="16594"/>
                    <a:pt x="22567" y="16585"/>
                    <a:pt x="22556" y="16560"/>
                  </a:cubicBezTo>
                  <a:cubicBezTo>
                    <a:pt x="22507" y="16540"/>
                    <a:pt x="22459" y="16521"/>
                    <a:pt x="22433" y="16521"/>
                  </a:cubicBezTo>
                  <a:cubicBezTo>
                    <a:pt x="22416" y="16521"/>
                    <a:pt x="22409" y="16529"/>
                    <a:pt x="22418" y="16552"/>
                  </a:cubicBezTo>
                  <a:cubicBezTo>
                    <a:pt x="22403" y="16558"/>
                    <a:pt x="22386" y="16560"/>
                    <a:pt x="22369" y="16560"/>
                  </a:cubicBezTo>
                  <a:cubicBezTo>
                    <a:pt x="22341" y="16560"/>
                    <a:pt x="22311" y="16553"/>
                    <a:pt x="22281" y="16543"/>
                  </a:cubicBezTo>
                  <a:lnTo>
                    <a:pt x="22054" y="16633"/>
                  </a:lnTo>
                  <a:cubicBezTo>
                    <a:pt x="22031" y="16689"/>
                    <a:pt x="21965" y="16730"/>
                    <a:pt x="21921" y="16730"/>
                  </a:cubicBezTo>
                  <a:cubicBezTo>
                    <a:pt x="21903" y="16730"/>
                    <a:pt x="21888" y="16723"/>
                    <a:pt x="21883" y="16706"/>
                  </a:cubicBezTo>
                  <a:cubicBezTo>
                    <a:pt x="21818" y="16730"/>
                    <a:pt x="21770" y="16770"/>
                    <a:pt x="21729" y="16827"/>
                  </a:cubicBezTo>
                  <a:cubicBezTo>
                    <a:pt x="21665" y="16850"/>
                    <a:pt x="21616" y="16865"/>
                    <a:pt x="21583" y="16865"/>
                  </a:cubicBezTo>
                  <a:cubicBezTo>
                    <a:pt x="21558" y="16865"/>
                    <a:pt x="21542" y="16856"/>
                    <a:pt x="21535" y="16835"/>
                  </a:cubicBezTo>
                  <a:cubicBezTo>
                    <a:pt x="21527" y="16809"/>
                    <a:pt x="21523" y="16795"/>
                    <a:pt x="21517" y="16795"/>
                  </a:cubicBezTo>
                  <a:cubicBezTo>
                    <a:pt x="21510" y="16795"/>
                    <a:pt x="21500" y="16813"/>
                    <a:pt x="21478" y="16852"/>
                  </a:cubicBezTo>
                  <a:cubicBezTo>
                    <a:pt x="21494" y="16908"/>
                    <a:pt x="21437" y="16925"/>
                    <a:pt x="21381" y="16941"/>
                  </a:cubicBezTo>
                  <a:lnTo>
                    <a:pt x="21259" y="16981"/>
                  </a:lnTo>
                  <a:cubicBezTo>
                    <a:pt x="21275" y="17038"/>
                    <a:pt x="21275" y="17038"/>
                    <a:pt x="21219" y="17054"/>
                  </a:cubicBezTo>
                  <a:cubicBezTo>
                    <a:pt x="21162" y="17079"/>
                    <a:pt x="20967" y="17079"/>
                    <a:pt x="20902" y="17095"/>
                  </a:cubicBezTo>
                  <a:cubicBezTo>
                    <a:pt x="20732" y="17152"/>
                    <a:pt x="20732" y="17152"/>
                    <a:pt x="20805" y="17192"/>
                  </a:cubicBezTo>
                  <a:cubicBezTo>
                    <a:pt x="20814" y="17188"/>
                    <a:pt x="20822" y="17187"/>
                    <a:pt x="20829" y="17187"/>
                  </a:cubicBezTo>
                  <a:cubicBezTo>
                    <a:pt x="20857" y="17187"/>
                    <a:pt x="20858" y="17214"/>
                    <a:pt x="20800" y="17214"/>
                  </a:cubicBezTo>
                  <a:cubicBezTo>
                    <a:pt x="20787" y="17214"/>
                    <a:pt x="20769" y="17212"/>
                    <a:pt x="20748" y="17208"/>
                  </a:cubicBezTo>
                  <a:cubicBezTo>
                    <a:pt x="20683" y="17233"/>
                    <a:pt x="20489" y="17208"/>
                    <a:pt x="20310" y="17257"/>
                  </a:cubicBezTo>
                  <a:cubicBezTo>
                    <a:pt x="20067" y="17314"/>
                    <a:pt x="20067" y="17314"/>
                    <a:pt x="20083" y="17370"/>
                  </a:cubicBezTo>
                  <a:cubicBezTo>
                    <a:pt x="20131" y="17427"/>
                    <a:pt x="20135" y="17458"/>
                    <a:pt x="20114" y="17458"/>
                  </a:cubicBezTo>
                  <a:cubicBezTo>
                    <a:pt x="20096" y="17458"/>
                    <a:pt x="20060" y="17435"/>
                    <a:pt x="20019" y="17387"/>
                  </a:cubicBezTo>
                  <a:cubicBezTo>
                    <a:pt x="19946" y="17342"/>
                    <a:pt x="19895" y="17324"/>
                    <a:pt x="19864" y="17324"/>
                  </a:cubicBezTo>
                  <a:cubicBezTo>
                    <a:pt x="19832" y="17324"/>
                    <a:pt x="19820" y="17342"/>
                    <a:pt x="19824" y="17370"/>
                  </a:cubicBezTo>
                  <a:cubicBezTo>
                    <a:pt x="19775" y="17443"/>
                    <a:pt x="19775" y="17443"/>
                    <a:pt x="19719" y="17460"/>
                  </a:cubicBezTo>
                  <a:cubicBezTo>
                    <a:pt x="19712" y="17437"/>
                    <a:pt x="19699" y="17426"/>
                    <a:pt x="19679" y="17426"/>
                  </a:cubicBezTo>
                  <a:cubicBezTo>
                    <a:pt x="19648" y="17426"/>
                    <a:pt x="19600" y="17451"/>
                    <a:pt x="19532" y="17500"/>
                  </a:cubicBezTo>
                  <a:cubicBezTo>
                    <a:pt x="19517" y="17502"/>
                    <a:pt x="19505" y="17504"/>
                    <a:pt x="19497" y="17504"/>
                  </a:cubicBezTo>
                  <a:cubicBezTo>
                    <a:pt x="19474" y="17504"/>
                    <a:pt x="19471" y="17493"/>
                    <a:pt x="19459" y="17452"/>
                  </a:cubicBezTo>
                  <a:lnTo>
                    <a:pt x="19338" y="17468"/>
                  </a:lnTo>
                  <a:cubicBezTo>
                    <a:pt x="19274" y="17557"/>
                    <a:pt x="19091" y="17592"/>
                    <a:pt x="18951" y="17592"/>
                  </a:cubicBezTo>
                  <a:cubicBezTo>
                    <a:pt x="18875" y="17592"/>
                    <a:pt x="18812" y="17582"/>
                    <a:pt x="18786" y="17565"/>
                  </a:cubicBezTo>
                  <a:cubicBezTo>
                    <a:pt x="18746" y="17573"/>
                    <a:pt x="18705" y="17606"/>
                    <a:pt x="18673" y="17646"/>
                  </a:cubicBezTo>
                  <a:cubicBezTo>
                    <a:pt x="18651" y="17714"/>
                    <a:pt x="18623" y="17749"/>
                    <a:pt x="18599" y="17749"/>
                  </a:cubicBezTo>
                  <a:cubicBezTo>
                    <a:pt x="18578" y="17749"/>
                    <a:pt x="18559" y="17720"/>
                    <a:pt x="18551" y="17662"/>
                  </a:cubicBezTo>
                  <a:cubicBezTo>
                    <a:pt x="18543" y="17604"/>
                    <a:pt x="18539" y="17575"/>
                    <a:pt x="18533" y="17575"/>
                  </a:cubicBezTo>
                  <a:cubicBezTo>
                    <a:pt x="18525" y="17575"/>
                    <a:pt x="18515" y="17608"/>
                    <a:pt x="18494" y="17670"/>
                  </a:cubicBezTo>
                  <a:cubicBezTo>
                    <a:pt x="18466" y="17703"/>
                    <a:pt x="18373" y="17727"/>
                    <a:pt x="18294" y="17727"/>
                  </a:cubicBezTo>
                  <a:cubicBezTo>
                    <a:pt x="18215" y="17727"/>
                    <a:pt x="18150" y="17703"/>
                    <a:pt x="18178" y="17638"/>
                  </a:cubicBezTo>
                  <a:lnTo>
                    <a:pt x="18162" y="17524"/>
                  </a:lnTo>
                  <a:cubicBezTo>
                    <a:pt x="18129" y="17557"/>
                    <a:pt x="18089" y="17581"/>
                    <a:pt x="18048" y="17589"/>
                  </a:cubicBezTo>
                  <a:cubicBezTo>
                    <a:pt x="18048" y="17654"/>
                    <a:pt x="17992" y="17662"/>
                    <a:pt x="17805" y="17679"/>
                  </a:cubicBezTo>
                  <a:cubicBezTo>
                    <a:pt x="17688" y="17686"/>
                    <a:pt x="17460" y="17776"/>
                    <a:pt x="17327" y="17776"/>
                  </a:cubicBezTo>
                  <a:cubicBezTo>
                    <a:pt x="17321" y="17776"/>
                    <a:pt x="17316" y="17776"/>
                    <a:pt x="17311" y="17776"/>
                  </a:cubicBezTo>
                  <a:cubicBezTo>
                    <a:pt x="17284" y="17776"/>
                    <a:pt x="17253" y="17776"/>
                    <a:pt x="17222" y="17776"/>
                  </a:cubicBezTo>
                  <a:cubicBezTo>
                    <a:pt x="17112" y="17776"/>
                    <a:pt x="16988" y="17771"/>
                    <a:pt x="16938" y="17727"/>
                  </a:cubicBezTo>
                  <a:cubicBezTo>
                    <a:pt x="16848" y="17727"/>
                    <a:pt x="16767" y="17751"/>
                    <a:pt x="16694" y="17792"/>
                  </a:cubicBezTo>
                  <a:cubicBezTo>
                    <a:pt x="16661" y="17826"/>
                    <a:pt x="16610" y="17842"/>
                    <a:pt x="16569" y="17842"/>
                  </a:cubicBezTo>
                  <a:cubicBezTo>
                    <a:pt x="16530" y="17842"/>
                    <a:pt x="16500" y="17828"/>
                    <a:pt x="16500" y="17800"/>
                  </a:cubicBezTo>
                  <a:lnTo>
                    <a:pt x="16443" y="17800"/>
                  </a:lnTo>
                  <a:cubicBezTo>
                    <a:pt x="16386" y="17833"/>
                    <a:pt x="16321" y="17857"/>
                    <a:pt x="16257" y="17857"/>
                  </a:cubicBezTo>
                  <a:cubicBezTo>
                    <a:pt x="16257" y="17816"/>
                    <a:pt x="16222" y="17770"/>
                    <a:pt x="16179" y="17770"/>
                  </a:cubicBezTo>
                  <a:cubicBezTo>
                    <a:pt x="16162" y="17770"/>
                    <a:pt x="16145" y="17777"/>
                    <a:pt x="16127" y="17792"/>
                  </a:cubicBezTo>
                  <a:cubicBezTo>
                    <a:pt x="16127" y="17844"/>
                    <a:pt x="16091" y="17849"/>
                    <a:pt x="16010" y="17849"/>
                  </a:cubicBezTo>
                  <a:cubicBezTo>
                    <a:pt x="15989" y="17849"/>
                    <a:pt x="15966" y="17849"/>
                    <a:pt x="15940" y="17849"/>
                  </a:cubicBezTo>
                  <a:cubicBezTo>
                    <a:pt x="15884" y="17800"/>
                    <a:pt x="15332" y="17800"/>
                    <a:pt x="14813" y="17727"/>
                  </a:cubicBezTo>
                  <a:lnTo>
                    <a:pt x="14092" y="17654"/>
                  </a:lnTo>
                  <a:cubicBezTo>
                    <a:pt x="13957" y="17637"/>
                    <a:pt x="13852" y="17623"/>
                    <a:pt x="13801" y="17623"/>
                  </a:cubicBezTo>
                  <a:cubicBezTo>
                    <a:pt x="13781" y="17623"/>
                    <a:pt x="13770" y="17625"/>
                    <a:pt x="13767" y="17630"/>
                  </a:cubicBezTo>
                  <a:lnTo>
                    <a:pt x="13589" y="17597"/>
                  </a:lnTo>
                  <a:lnTo>
                    <a:pt x="13403" y="17565"/>
                  </a:lnTo>
                  <a:cubicBezTo>
                    <a:pt x="13422" y="17469"/>
                    <a:pt x="13229" y="17459"/>
                    <a:pt x="13051" y="17459"/>
                  </a:cubicBezTo>
                  <a:cubicBezTo>
                    <a:pt x="13003" y="17459"/>
                    <a:pt x="12957" y="17460"/>
                    <a:pt x="12916" y="17460"/>
                  </a:cubicBezTo>
                  <a:cubicBezTo>
                    <a:pt x="12877" y="17479"/>
                    <a:pt x="12838" y="17490"/>
                    <a:pt x="12798" y="17490"/>
                  </a:cubicBezTo>
                  <a:cubicBezTo>
                    <a:pt x="12773" y="17490"/>
                    <a:pt x="12747" y="17485"/>
                    <a:pt x="12722" y="17476"/>
                  </a:cubicBezTo>
                  <a:cubicBezTo>
                    <a:pt x="12742" y="17381"/>
                    <a:pt x="12622" y="17332"/>
                    <a:pt x="12502" y="17332"/>
                  </a:cubicBezTo>
                  <a:cubicBezTo>
                    <a:pt x="12477" y="17332"/>
                    <a:pt x="12453" y="17334"/>
                    <a:pt x="12430" y="17338"/>
                  </a:cubicBezTo>
                  <a:cubicBezTo>
                    <a:pt x="12390" y="17385"/>
                    <a:pt x="12357" y="17408"/>
                    <a:pt x="12334" y="17408"/>
                  </a:cubicBezTo>
                  <a:cubicBezTo>
                    <a:pt x="12306" y="17408"/>
                    <a:pt x="12295" y="17373"/>
                    <a:pt x="12308" y="17306"/>
                  </a:cubicBezTo>
                  <a:cubicBezTo>
                    <a:pt x="12325" y="17245"/>
                    <a:pt x="12301" y="17208"/>
                    <a:pt x="12250" y="17208"/>
                  </a:cubicBezTo>
                  <a:cubicBezTo>
                    <a:pt x="12204" y="17208"/>
                    <a:pt x="12137" y="17237"/>
                    <a:pt x="12057" y="17306"/>
                  </a:cubicBezTo>
                  <a:cubicBezTo>
                    <a:pt x="12022" y="17323"/>
                    <a:pt x="12002" y="17333"/>
                    <a:pt x="11988" y="17333"/>
                  </a:cubicBezTo>
                  <a:cubicBezTo>
                    <a:pt x="11968" y="17333"/>
                    <a:pt x="11958" y="17315"/>
                    <a:pt x="11935" y="17273"/>
                  </a:cubicBezTo>
                  <a:cubicBezTo>
                    <a:pt x="11919" y="17183"/>
                    <a:pt x="11886" y="17145"/>
                    <a:pt x="11861" y="17145"/>
                  </a:cubicBezTo>
                  <a:cubicBezTo>
                    <a:pt x="11847" y="17145"/>
                    <a:pt x="11835" y="17156"/>
                    <a:pt x="11830" y="17176"/>
                  </a:cubicBezTo>
                  <a:cubicBezTo>
                    <a:pt x="11793" y="17216"/>
                    <a:pt x="11760" y="17235"/>
                    <a:pt x="11733" y="17235"/>
                  </a:cubicBezTo>
                  <a:cubicBezTo>
                    <a:pt x="11694" y="17235"/>
                    <a:pt x="11666" y="17195"/>
                    <a:pt x="11651" y="17119"/>
                  </a:cubicBezTo>
                  <a:cubicBezTo>
                    <a:pt x="11605" y="17032"/>
                    <a:pt x="11588" y="16994"/>
                    <a:pt x="11564" y="16994"/>
                  </a:cubicBezTo>
                  <a:cubicBezTo>
                    <a:pt x="11545" y="16994"/>
                    <a:pt x="11523" y="17016"/>
                    <a:pt x="11481" y="17054"/>
                  </a:cubicBezTo>
                  <a:cubicBezTo>
                    <a:pt x="11451" y="17084"/>
                    <a:pt x="11408" y="17097"/>
                    <a:pt x="11361" y="17097"/>
                  </a:cubicBezTo>
                  <a:cubicBezTo>
                    <a:pt x="11256" y="17097"/>
                    <a:pt x="11136" y="17031"/>
                    <a:pt x="11124" y="16941"/>
                  </a:cubicBezTo>
                  <a:cubicBezTo>
                    <a:pt x="11083" y="16923"/>
                    <a:pt x="11050" y="16879"/>
                    <a:pt x="11029" y="16879"/>
                  </a:cubicBezTo>
                  <a:cubicBezTo>
                    <a:pt x="11021" y="16879"/>
                    <a:pt x="11015" y="16885"/>
                    <a:pt x="11011" y="16900"/>
                  </a:cubicBezTo>
                  <a:lnTo>
                    <a:pt x="10970" y="16819"/>
                  </a:lnTo>
                  <a:lnTo>
                    <a:pt x="10857" y="16779"/>
                  </a:lnTo>
                  <a:lnTo>
                    <a:pt x="10832" y="16835"/>
                  </a:lnTo>
                  <a:cubicBezTo>
                    <a:pt x="10776" y="16811"/>
                    <a:pt x="10451" y="16608"/>
                    <a:pt x="10054" y="16438"/>
                  </a:cubicBezTo>
                  <a:cubicBezTo>
                    <a:pt x="9604" y="16222"/>
                    <a:pt x="9429" y="16130"/>
                    <a:pt x="9379" y="16130"/>
                  </a:cubicBezTo>
                  <a:cubicBezTo>
                    <a:pt x="9361" y="16130"/>
                    <a:pt x="9359" y="16141"/>
                    <a:pt x="9365" y="16162"/>
                  </a:cubicBezTo>
                  <a:cubicBezTo>
                    <a:pt x="9365" y="16218"/>
                    <a:pt x="9347" y="16242"/>
                    <a:pt x="9325" y="16242"/>
                  </a:cubicBezTo>
                  <a:cubicBezTo>
                    <a:pt x="9293" y="16242"/>
                    <a:pt x="9255" y="16188"/>
                    <a:pt x="9260" y="16106"/>
                  </a:cubicBezTo>
                  <a:cubicBezTo>
                    <a:pt x="9178" y="16041"/>
                    <a:pt x="9097" y="15976"/>
                    <a:pt x="9008" y="15919"/>
                  </a:cubicBezTo>
                  <a:cubicBezTo>
                    <a:pt x="8903" y="15854"/>
                    <a:pt x="8797" y="15789"/>
                    <a:pt x="8830" y="15741"/>
                  </a:cubicBezTo>
                  <a:lnTo>
                    <a:pt x="8773" y="15708"/>
                  </a:lnTo>
                  <a:cubicBezTo>
                    <a:pt x="8759" y="15712"/>
                    <a:pt x="8743" y="15714"/>
                    <a:pt x="8727" y="15714"/>
                  </a:cubicBezTo>
                  <a:cubicBezTo>
                    <a:pt x="8557" y="15714"/>
                    <a:pt x="8283" y="15533"/>
                    <a:pt x="8165" y="15400"/>
                  </a:cubicBezTo>
                  <a:cubicBezTo>
                    <a:pt x="8084" y="15343"/>
                    <a:pt x="7987" y="15303"/>
                    <a:pt x="7881" y="15279"/>
                  </a:cubicBezTo>
                  <a:cubicBezTo>
                    <a:pt x="7743" y="15254"/>
                    <a:pt x="7743" y="15254"/>
                    <a:pt x="7727" y="15173"/>
                  </a:cubicBezTo>
                  <a:cubicBezTo>
                    <a:pt x="7755" y="15132"/>
                    <a:pt x="7572" y="14933"/>
                    <a:pt x="7472" y="14933"/>
                  </a:cubicBezTo>
                  <a:cubicBezTo>
                    <a:pt x="7454" y="14933"/>
                    <a:pt x="7438" y="14940"/>
                    <a:pt x="7427" y="14954"/>
                  </a:cubicBezTo>
                  <a:lnTo>
                    <a:pt x="7419" y="14873"/>
                  </a:lnTo>
                  <a:cubicBezTo>
                    <a:pt x="7410" y="14826"/>
                    <a:pt x="7381" y="14808"/>
                    <a:pt x="7351" y="14808"/>
                  </a:cubicBezTo>
                  <a:cubicBezTo>
                    <a:pt x="7324" y="14808"/>
                    <a:pt x="7296" y="14822"/>
                    <a:pt x="7281" y="14841"/>
                  </a:cubicBezTo>
                  <a:cubicBezTo>
                    <a:pt x="7255" y="14876"/>
                    <a:pt x="7231" y="14895"/>
                    <a:pt x="7215" y="14895"/>
                  </a:cubicBezTo>
                  <a:cubicBezTo>
                    <a:pt x="7187" y="14895"/>
                    <a:pt x="7180" y="14840"/>
                    <a:pt x="7216" y="14727"/>
                  </a:cubicBezTo>
                  <a:cubicBezTo>
                    <a:pt x="7269" y="14657"/>
                    <a:pt x="7259" y="14621"/>
                    <a:pt x="7237" y="14621"/>
                  </a:cubicBezTo>
                  <a:cubicBezTo>
                    <a:pt x="7228" y="14621"/>
                    <a:pt x="7217" y="14627"/>
                    <a:pt x="7208" y="14638"/>
                  </a:cubicBezTo>
                  <a:cubicBezTo>
                    <a:pt x="7183" y="14640"/>
                    <a:pt x="7157" y="14643"/>
                    <a:pt x="7135" y="14643"/>
                  </a:cubicBezTo>
                  <a:cubicBezTo>
                    <a:pt x="7078" y="14643"/>
                    <a:pt x="7036" y="14629"/>
                    <a:pt x="7030" y="14565"/>
                  </a:cubicBezTo>
                  <a:cubicBezTo>
                    <a:pt x="7004" y="14544"/>
                    <a:pt x="6978" y="14524"/>
                    <a:pt x="6949" y="14524"/>
                  </a:cubicBezTo>
                  <a:cubicBezTo>
                    <a:pt x="6923" y="14524"/>
                    <a:pt x="6894" y="14539"/>
                    <a:pt x="6860" y="14581"/>
                  </a:cubicBezTo>
                  <a:cubicBezTo>
                    <a:pt x="6846" y="14597"/>
                    <a:pt x="6832" y="14604"/>
                    <a:pt x="6818" y="14604"/>
                  </a:cubicBezTo>
                  <a:cubicBezTo>
                    <a:pt x="6787" y="14604"/>
                    <a:pt x="6755" y="14576"/>
                    <a:pt x="6722" y="14549"/>
                  </a:cubicBezTo>
                  <a:cubicBezTo>
                    <a:pt x="6762" y="14500"/>
                    <a:pt x="6762" y="14500"/>
                    <a:pt x="6852" y="14492"/>
                  </a:cubicBezTo>
                  <a:lnTo>
                    <a:pt x="6754" y="14411"/>
                  </a:lnTo>
                  <a:cubicBezTo>
                    <a:pt x="6706" y="14371"/>
                    <a:pt x="6657" y="14249"/>
                    <a:pt x="6689" y="14200"/>
                  </a:cubicBezTo>
                  <a:cubicBezTo>
                    <a:pt x="6685" y="14157"/>
                    <a:pt x="6671" y="14125"/>
                    <a:pt x="6655" y="14125"/>
                  </a:cubicBezTo>
                  <a:cubicBezTo>
                    <a:pt x="6640" y="14125"/>
                    <a:pt x="6623" y="14148"/>
                    <a:pt x="6608" y="14208"/>
                  </a:cubicBezTo>
                  <a:cubicBezTo>
                    <a:pt x="6567" y="14254"/>
                    <a:pt x="6547" y="14276"/>
                    <a:pt x="6524" y="14276"/>
                  </a:cubicBezTo>
                  <a:cubicBezTo>
                    <a:pt x="6502" y="14276"/>
                    <a:pt x="6477" y="14256"/>
                    <a:pt x="6430" y="14217"/>
                  </a:cubicBezTo>
                  <a:cubicBezTo>
                    <a:pt x="6381" y="14176"/>
                    <a:pt x="6341" y="14135"/>
                    <a:pt x="6381" y="14095"/>
                  </a:cubicBezTo>
                  <a:cubicBezTo>
                    <a:pt x="6422" y="14046"/>
                    <a:pt x="6422" y="14046"/>
                    <a:pt x="6325" y="13965"/>
                  </a:cubicBezTo>
                  <a:cubicBezTo>
                    <a:pt x="6241" y="13882"/>
                    <a:pt x="6108" y="13852"/>
                    <a:pt x="5989" y="13852"/>
                  </a:cubicBezTo>
                  <a:cubicBezTo>
                    <a:pt x="5922" y="13852"/>
                    <a:pt x="5860" y="13861"/>
                    <a:pt x="5814" y="13876"/>
                  </a:cubicBezTo>
                  <a:cubicBezTo>
                    <a:pt x="5773" y="13916"/>
                    <a:pt x="5751" y="13939"/>
                    <a:pt x="5743" y="13939"/>
                  </a:cubicBezTo>
                  <a:cubicBezTo>
                    <a:pt x="5733" y="13939"/>
                    <a:pt x="5743" y="13906"/>
                    <a:pt x="5765" y="13835"/>
                  </a:cubicBezTo>
                  <a:cubicBezTo>
                    <a:pt x="5806" y="13787"/>
                    <a:pt x="5765" y="13746"/>
                    <a:pt x="5716" y="13698"/>
                  </a:cubicBezTo>
                  <a:cubicBezTo>
                    <a:pt x="5707" y="13709"/>
                    <a:pt x="5700" y="13713"/>
                    <a:pt x="5695" y="13713"/>
                  </a:cubicBezTo>
                  <a:cubicBezTo>
                    <a:pt x="5682" y="13713"/>
                    <a:pt x="5683" y="13687"/>
                    <a:pt x="5697" y="13687"/>
                  </a:cubicBezTo>
                  <a:cubicBezTo>
                    <a:pt x="5702" y="13687"/>
                    <a:pt x="5709" y="13690"/>
                    <a:pt x="5716" y="13698"/>
                  </a:cubicBezTo>
                  <a:cubicBezTo>
                    <a:pt x="5729" y="13687"/>
                    <a:pt x="5742" y="13682"/>
                    <a:pt x="5754" y="13682"/>
                  </a:cubicBezTo>
                  <a:cubicBezTo>
                    <a:pt x="5787" y="13682"/>
                    <a:pt x="5816" y="13717"/>
                    <a:pt x="5846" y="13746"/>
                  </a:cubicBezTo>
                  <a:lnTo>
                    <a:pt x="5895" y="13706"/>
                  </a:lnTo>
                  <a:cubicBezTo>
                    <a:pt x="5925" y="13608"/>
                    <a:pt x="5905" y="13561"/>
                    <a:pt x="5838" y="13561"/>
                  </a:cubicBezTo>
                  <a:cubicBezTo>
                    <a:pt x="5816" y="13561"/>
                    <a:pt x="5789" y="13566"/>
                    <a:pt x="5757" y="13576"/>
                  </a:cubicBezTo>
                  <a:cubicBezTo>
                    <a:pt x="5676" y="13568"/>
                    <a:pt x="5676" y="13568"/>
                    <a:pt x="5676" y="13487"/>
                  </a:cubicBezTo>
                  <a:cubicBezTo>
                    <a:pt x="5669" y="13414"/>
                    <a:pt x="5668" y="13346"/>
                    <a:pt x="5646" y="13346"/>
                  </a:cubicBezTo>
                  <a:cubicBezTo>
                    <a:pt x="5641" y="13346"/>
                    <a:pt x="5635" y="13350"/>
                    <a:pt x="5627" y="13357"/>
                  </a:cubicBezTo>
                  <a:cubicBezTo>
                    <a:pt x="5579" y="13308"/>
                    <a:pt x="5546" y="13252"/>
                    <a:pt x="5538" y="13187"/>
                  </a:cubicBezTo>
                  <a:cubicBezTo>
                    <a:pt x="5477" y="13113"/>
                    <a:pt x="5443" y="13067"/>
                    <a:pt x="5409" y="13067"/>
                  </a:cubicBezTo>
                  <a:cubicBezTo>
                    <a:pt x="5398" y="13067"/>
                    <a:pt x="5388" y="13072"/>
                    <a:pt x="5376" y="13081"/>
                  </a:cubicBezTo>
                  <a:cubicBezTo>
                    <a:pt x="5365" y="13092"/>
                    <a:pt x="5354" y="13097"/>
                    <a:pt x="5344" y="13097"/>
                  </a:cubicBezTo>
                  <a:cubicBezTo>
                    <a:pt x="5314" y="13097"/>
                    <a:pt x="5284" y="13063"/>
                    <a:pt x="5254" y="13033"/>
                  </a:cubicBezTo>
                  <a:cubicBezTo>
                    <a:pt x="5224" y="12997"/>
                    <a:pt x="5194" y="12961"/>
                    <a:pt x="5161" y="12961"/>
                  </a:cubicBezTo>
                  <a:cubicBezTo>
                    <a:pt x="5149" y="12961"/>
                    <a:pt x="5137" y="12965"/>
                    <a:pt x="5125" y="12976"/>
                  </a:cubicBezTo>
                  <a:cubicBezTo>
                    <a:pt x="5107" y="12991"/>
                    <a:pt x="5085" y="12999"/>
                    <a:pt x="5061" y="12999"/>
                  </a:cubicBezTo>
                  <a:cubicBezTo>
                    <a:pt x="5017" y="12999"/>
                    <a:pt x="4966" y="12973"/>
                    <a:pt x="4914" y="12911"/>
                  </a:cubicBezTo>
                  <a:cubicBezTo>
                    <a:pt x="4784" y="12854"/>
                    <a:pt x="4784" y="12854"/>
                    <a:pt x="4833" y="12733"/>
                  </a:cubicBezTo>
                  <a:cubicBezTo>
                    <a:pt x="4881" y="12692"/>
                    <a:pt x="4841" y="12644"/>
                    <a:pt x="4800" y="12595"/>
                  </a:cubicBezTo>
                  <a:cubicBezTo>
                    <a:pt x="4768" y="12563"/>
                    <a:pt x="4760" y="12514"/>
                    <a:pt x="4760" y="12465"/>
                  </a:cubicBezTo>
                  <a:cubicBezTo>
                    <a:pt x="4763" y="12425"/>
                    <a:pt x="4757" y="12411"/>
                    <a:pt x="4745" y="12411"/>
                  </a:cubicBezTo>
                  <a:cubicBezTo>
                    <a:pt x="4730" y="12411"/>
                    <a:pt x="4705" y="12431"/>
                    <a:pt x="4679" y="12449"/>
                  </a:cubicBezTo>
                  <a:lnTo>
                    <a:pt x="4581" y="12530"/>
                  </a:lnTo>
                  <a:cubicBezTo>
                    <a:pt x="4549" y="12473"/>
                    <a:pt x="4606" y="12352"/>
                    <a:pt x="4646" y="12319"/>
                  </a:cubicBezTo>
                  <a:cubicBezTo>
                    <a:pt x="4679" y="12245"/>
                    <a:pt x="4695" y="12213"/>
                    <a:pt x="4685" y="12213"/>
                  </a:cubicBezTo>
                  <a:cubicBezTo>
                    <a:pt x="4678" y="12213"/>
                    <a:pt x="4656" y="12231"/>
                    <a:pt x="4614" y="12263"/>
                  </a:cubicBezTo>
                  <a:cubicBezTo>
                    <a:pt x="4599" y="12275"/>
                    <a:pt x="4581" y="12282"/>
                    <a:pt x="4563" y="12282"/>
                  </a:cubicBezTo>
                  <a:cubicBezTo>
                    <a:pt x="4520" y="12282"/>
                    <a:pt x="4474" y="12245"/>
                    <a:pt x="4452" y="12149"/>
                  </a:cubicBezTo>
                  <a:cubicBezTo>
                    <a:pt x="4379" y="12052"/>
                    <a:pt x="4306" y="11954"/>
                    <a:pt x="4354" y="11914"/>
                  </a:cubicBezTo>
                  <a:cubicBezTo>
                    <a:pt x="4362" y="11865"/>
                    <a:pt x="4322" y="11825"/>
                    <a:pt x="4281" y="11817"/>
                  </a:cubicBezTo>
                  <a:cubicBezTo>
                    <a:pt x="4192" y="11800"/>
                    <a:pt x="4152" y="11752"/>
                    <a:pt x="4095" y="11565"/>
                  </a:cubicBezTo>
                  <a:cubicBezTo>
                    <a:pt x="4044" y="11341"/>
                    <a:pt x="4029" y="11272"/>
                    <a:pt x="3992" y="11272"/>
                  </a:cubicBezTo>
                  <a:cubicBezTo>
                    <a:pt x="3975" y="11272"/>
                    <a:pt x="3955" y="11286"/>
                    <a:pt x="3925" y="11306"/>
                  </a:cubicBezTo>
                  <a:cubicBezTo>
                    <a:pt x="3902" y="11321"/>
                    <a:pt x="3880" y="11336"/>
                    <a:pt x="3869" y="11336"/>
                  </a:cubicBezTo>
                  <a:cubicBezTo>
                    <a:pt x="3855" y="11336"/>
                    <a:pt x="3857" y="11315"/>
                    <a:pt x="3892" y="11249"/>
                  </a:cubicBezTo>
                  <a:cubicBezTo>
                    <a:pt x="3908" y="11168"/>
                    <a:pt x="3827" y="11152"/>
                    <a:pt x="3706" y="11079"/>
                  </a:cubicBezTo>
                  <a:cubicBezTo>
                    <a:pt x="3695" y="11078"/>
                    <a:pt x="3684" y="11077"/>
                    <a:pt x="3673" y="11077"/>
                  </a:cubicBezTo>
                  <a:cubicBezTo>
                    <a:pt x="3597" y="11077"/>
                    <a:pt x="3527" y="11102"/>
                    <a:pt x="3471" y="11152"/>
                  </a:cubicBezTo>
                  <a:cubicBezTo>
                    <a:pt x="3428" y="11178"/>
                    <a:pt x="3402" y="11194"/>
                    <a:pt x="3386" y="11194"/>
                  </a:cubicBezTo>
                  <a:cubicBezTo>
                    <a:pt x="3363" y="11194"/>
                    <a:pt x="3359" y="11161"/>
                    <a:pt x="3349" y="11079"/>
                  </a:cubicBezTo>
                  <a:cubicBezTo>
                    <a:pt x="3317" y="11022"/>
                    <a:pt x="3333" y="10949"/>
                    <a:pt x="3381" y="10909"/>
                  </a:cubicBezTo>
                  <a:cubicBezTo>
                    <a:pt x="3393" y="10903"/>
                    <a:pt x="3405" y="10900"/>
                    <a:pt x="3418" y="10900"/>
                  </a:cubicBezTo>
                  <a:cubicBezTo>
                    <a:pt x="3440" y="10900"/>
                    <a:pt x="3460" y="10909"/>
                    <a:pt x="3471" y="10925"/>
                  </a:cubicBezTo>
                  <a:lnTo>
                    <a:pt x="3503" y="10982"/>
                  </a:lnTo>
                  <a:cubicBezTo>
                    <a:pt x="3552" y="10949"/>
                    <a:pt x="3600" y="10917"/>
                    <a:pt x="3535" y="10811"/>
                  </a:cubicBezTo>
                  <a:cubicBezTo>
                    <a:pt x="3549" y="10746"/>
                    <a:pt x="3530" y="10697"/>
                    <a:pt x="3497" y="10697"/>
                  </a:cubicBezTo>
                  <a:cubicBezTo>
                    <a:pt x="3489" y="10697"/>
                    <a:pt x="3480" y="10700"/>
                    <a:pt x="3471" y="10706"/>
                  </a:cubicBezTo>
                  <a:cubicBezTo>
                    <a:pt x="3487" y="10625"/>
                    <a:pt x="3430" y="10511"/>
                    <a:pt x="3365" y="10406"/>
                  </a:cubicBezTo>
                  <a:cubicBezTo>
                    <a:pt x="3308" y="10300"/>
                    <a:pt x="3219" y="10130"/>
                    <a:pt x="3244" y="10049"/>
                  </a:cubicBezTo>
                  <a:cubicBezTo>
                    <a:pt x="3196" y="9960"/>
                    <a:pt x="3165" y="9906"/>
                    <a:pt x="3122" y="9906"/>
                  </a:cubicBezTo>
                  <a:cubicBezTo>
                    <a:pt x="3115" y="9906"/>
                    <a:pt x="3106" y="9908"/>
                    <a:pt x="3098" y="9911"/>
                  </a:cubicBezTo>
                  <a:cubicBezTo>
                    <a:pt x="3065" y="9929"/>
                    <a:pt x="3040" y="9936"/>
                    <a:pt x="3022" y="9936"/>
                  </a:cubicBezTo>
                  <a:cubicBezTo>
                    <a:pt x="2984" y="9936"/>
                    <a:pt x="2983" y="9904"/>
                    <a:pt x="3017" y="9887"/>
                  </a:cubicBezTo>
                  <a:cubicBezTo>
                    <a:pt x="3073" y="9782"/>
                    <a:pt x="2806" y="9028"/>
                    <a:pt x="2668" y="9019"/>
                  </a:cubicBezTo>
                  <a:lnTo>
                    <a:pt x="2619" y="8906"/>
                  </a:lnTo>
                  <a:cubicBezTo>
                    <a:pt x="2611" y="8768"/>
                    <a:pt x="2473" y="8428"/>
                    <a:pt x="2400" y="8387"/>
                  </a:cubicBezTo>
                  <a:lnTo>
                    <a:pt x="2336" y="8217"/>
                  </a:lnTo>
                  <a:cubicBezTo>
                    <a:pt x="2344" y="8079"/>
                    <a:pt x="2327" y="8022"/>
                    <a:pt x="2246" y="7982"/>
                  </a:cubicBezTo>
                  <a:cubicBezTo>
                    <a:pt x="2165" y="7941"/>
                    <a:pt x="2109" y="7965"/>
                    <a:pt x="2165" y="7941"/>
                  </a:cubicBezTo>
                  <a:cubicBezTo>
                    <a:pt x="2230" y="7925"/>
                    <a:pt x="2173" y="7811"/>
                    <a:pt x="2100" y="7568"/>
                  </a:cubicBezTo>
                  <a:cubicBezTo>
                    <a:pt x="2054" y="7420"/>
                    <a:pt x="2037" y="7365"/>
                    <a:pt x="2021" y="7365"/>
                  </a:cubicBezTo>
                  <a:cubicBezTo>
                    <a:pt x="2011" y="7365"/>
                    <a:pt x="2002" y="7384"/>
                    <a:pt x="1987" y="7414"/>
                  </a:cubicBezTo>
                  <a:cubicBezTo>
                    <a:pt x="1857" y="7187"/>
                    <a:pt x="1914" y="7171"/>
                    <a:pt x="1971" y="7155"/>
                  </a:cubicBezTo>
                  <a:lnTo>
                    <a:pt x="1971" y="7155"/>
                  </a:lnTo>
                  <a:cubicBezTo>
                    <a:pt x="1983" y="7157"/>
                    <a:pt x="1994" y="7158"/>
                    <a:pt x="2004" y="7158"/>
                  </a:cubicBezTo>
                  <a:cubicBezTo>
                    <a:pt x="2093" y="7158"/>
                    <a:pt x="2050" y="7065"/>
                    <a:pt x="1882" y="7057"/>
                  </a:cubicBezTo>
                  <a:cubicBezTo>
                    <a:pt x="1744" y="7025"/>
                    <a:pt x="1711" y="6903"/>
                    <a:pt x="1768" y="6887"/>
                  </a:cubicBezTo>
                  <a:cubicBezTo>
                    <a:pt x="1774" y="6885"/>
                    <a:pt x="1780" y="6885"/>
                    <a:pt x="1785" y="6885"/>
                  </a:cubicBezTo>
                  <a:cubicBezTo>
                    <a:pt x="1828" y="6885"/>
                    <a:pt x="1843" y="6942"/>
                    <a:pt x="1857" y="6993"/>
                  </a:cubicBezTo>
                  <a:lnTo>
                    <a:pt x="1979" y="6960"/>
                  </a:lnTo>
                  <a:cubicBezTo>
                    <a:pt x="1954" y="6903"/>
                    <a:pt x="1954" y="6903"/>
                    <a:pt x="1882" y="6855"/>
                  </a:cubicBezTo>
                  <a:cubicBezTo>
                    <a:pt x="1865" y="6814"/>
                    <a:pt x="1833" y="6774"/>
                    <a:pt x="1784" y="6757"/>
                  </a:cubicBezTo>
                  <a:cubicBezTo>
                    <a:pt x="1764" y="6740"/>
                    <a:pt x="1740" y="6732"/>
                    <a:pt x="1716" y="6732"/>
                  </a:cubicBezTo>
                  <a:cubicBezTo>
                    <a:pt x="1672" y="6732"/>
                    <a:pt x="1630" y="6759"/>
                    <a:pt x="1614" y="6806"/>
                  </a:cubicBezTo>
                  <a:cubicBezTo>
                    <a:pt x="1600" y="6830"/>
                    <a:pt x="1590" y="6840"/>
                    <a:pt x="1581" y="6840"/>
                  </a:cubicBezTo>
                  <a:cubicBezTo>
                    <a:pt x="1563" y="6840"/>
                    <a:pt x="1552" y="6801"/>
                    <a:pt x="1541" y="6757"/>
                  </a:cubicBezTo>
                  <a:cubicBezTo>
                    <a:pt x="1552" y="6665"/>
                    <a:pt x="1585" y="6627"/>
                    <a:pt x="1627" y="6627"/>
                  </a:cubicBezTo>
                  <a:cubicBezTo>
                    <a:pt x="1648" y="6627"/>
                    <a:pt x="1671" y="6636"/>
                    <a:pt x="1695" y="6652"/>
                  </a:cubicBezTo>
                  <a:cubicBezTo>
                    <a:pt x="1704" y="6682"/>
                    <a:pt x="1723" y="6692"/>
                    <a:pt x="1749" y="6692"/>
                  </a:cubicBezTo>
                  <a:cubicBezTo>
                    <a:pt x="1771" y="6692"/>
                    <a:pt x="1798" y="6684"/>
                    <a:pt x="1825" y="6676"/>
                  </a:cubicBezTo>
                  <a:cubicBezTo>
                    <a:pt x="1882" y="6668"/>
                    <a:pt x="1695" y="6393"/>
                    <a:pt x="1565" y="6360"/>
                  </a:cubicBezTo>
                  <a:lnTo>
                    <a:pt x="1622" y="6344"/>
                  </a:lnTo>
                  <a:cubicBezTo>
                    <a:pt x="1679" y="6336"/>
                    <a:pt x="1654" y="6214"/>
                    <a:pt x="1622" y="6093"/>
                  </a:cubicBezTo>
                  <a:cubicBezTo>
                    <a:pt x="1600" y="5983"/>
                    <a:pt x="1585" y="5920"/>
                    <a:pt x="1541" y="5920"/>
                  </a:cubicBezTo>
                  <a:cubicBezTo>
                    <a:pt x="1536" y="5920"/>
                    <a:pt x="1531" y="5921"/>
                    <a:pt x="1525" y="5922"/>
                  </a:cubicBezTo>
                  <a:cubicBezTo>
                    <a:pt x="1502" y="5926"/>
                    <a:pt x="1479" y="5930"/>
                    <a:pt x="1458" y="5930"/>
                  </a:cubicBezTo>
                  <a:cubicBezTo>
                    <a:pt x="1429" y="5930"/>
                    <a:pt x="1405" y="5920"/>
                    <a:pt x="1395" y="5882"/>
                  </a:cubicBezTo>
                  <a:lnTo>
                    <a:pt x="1395" y="5882"/>
                  </a:lnTo>
                  <a:cubicBezTo>
                    <a:pt x="1411" y="5947"/>
                    <a:pt x="1346" y="5955"/>
                    <a:pt x="1290" y="5971"/>
                  </a:cubicBezTo>
                  <a:cubicBezTo>
                    <a:pt x="1306" y="5898"/>
                    <a:pt x="1330" y="5825"/>
                    <a:pt x="1363" y="5760"/>
                  </a:cubicBezTo>
                  <a:cubicBezTo>
                    <a:pt x="1460" y="5606"/>
                    <a:pt x="1492" y="5412"/>
                    <a:pt x="1452" y="5233"/>
                  </a:cubicBezTo>
                  <a:cubicBezTo>
                    <a:pt x="1436" y="5112"/>
                    <a:pt x="1403" y="4925"/>
                    <a:pt x="1452" y="4860"/>
                  </a:cubicBezTo>
                  <a:cubicBezTo>
                    <a:pt x="1436" y="4745"/>
                    <a:pt x="1428" y="4681"/>
                    <a:pt x="1380" y="4681"/>
                  </a:cubicBezTo>
                  <a:cubicBezTo>
                    <a:pt x="1377" y="4681"/>
                    <a:pt x="1374" y="4681"/>
                    <a:pt x="1371" y="4682"/>
                  </a:cubicBezTo>
                  <a:lnTo>
                    <a:pt x="1346" y="4560"/>
                  </a:lnTo>
                  <a:cubicBezTo>
                    <a:pt x="1393" y="4490"/>
                    <a:pt x="1380" y="4373"/>
                    <a:pt x="1327" y="4373"/>
                  </a:cubicBezTo>
                  <a:cubicBezTo>
                    <a:pt x="1326" y="4373"/>
                    <a:pt x="1324" y="4373"/>
                    <a:pt x="1322" y="4374"/>
                  </a:cubicBezTo>
                  <a:cubicBezTo>
                    <a:pt x="1257" y="4317"/>
                    <a:pt x="1314" y="4252"/>
                    <a:pt x="1306" y="4187"/>
                  </a:cubicBezTo>
                  <a:cubicBezTo>
                    <a:pt x="1370" y="4109"/>
                    <a:pt x="1398" y="4075"/>
                    <a:pt x="1378" y="4075"/>
                  </a:cubicBezTo>
                  <a:cubicBezTo>
                    <a:pt x="1362" y="4075"/>
                    <a:pt x="1318" y="4095"/>
                    <a:pt x="1241" y="4131"/>
                  </a:cubicBezTo>
                  <a:cubicBezTo>
                    <a:pt x="1184" y="4139"/>
                    <a:pt x="1136" y="4268"/>
                    <a:pt x="1144" y="4333"/>
                  </a:cubicBezTo>
                  <a:cubicBezTo>
                    <a:pt x="1144" y="4390"/>
                    <a:pt x="1152" y="4455"/>
                    <a:pt x="1160" y="4520"/>
                  </a:cubicBezTo>
                  <a:cubicBezTo>
                    <a:pt x="1127" y="4463"/>
                    <a:pt x="1111" y="4398"/>
                    <a:pt x="1079" y="4341"/>
                  </a:cubicBezTo>
                  <a:cubicBezTo>
                    <a:pt x="1079" y="4279"/>
                    <a:pt x="1010" y="4163"/>
                    <a:pt x="955" y="4163"/>
                  </a:cubicBezTo>
                  <a:cubicBezTo>
                    <a:pt x="953" y="4163"/>
                    <a:pt x="951" y="4163"/>
                    <a:pt x="949" y="4163"/>
                  </a:cubicBezTo>
                  <a:cubicBezTo>
                    <a:pt x="917" y="4163"/>
                    <a:pt x="884" y="4139"/>
                    <a:pt x="884" y="4098"/>
                  </a:cubicBezTo>
                  <a:lnTo>
                    <a:pt x="998" y="4090"/>
                  </a:lnTo>
                  <a:cubicBezTo>
                    <a:pt x="1040" y="4126"/>
                    <a:pt x="1087" y="4145"/>
                    <a:pt x="1136" y="4145"/>
                  </a:cubicBezTo>
                  <a:cubicBezTo>
                    <a:pt x="1152" y="4145"/>
                    <a:pt x="1168" y="4143"/>
                    <a:pt x="1184" y="4139"/>
                  </a:cubicBezTo>
                  <a:cubicBezTo>
                    <a:pt x="1295" y="4067"/>
                    <a:pt x="1344" y="3879"/>
                    <a:pt x="1232" y="3879"/>
                  </a:cubicBezTo>
                  <a:cubicBezTo>
                    <a:pt x="1230" y="3879"/>
                    <a:pt x="1227" y="3879"/>
                    <a:pt x="1225" y="3879"/>
                  </a:cubicBezTo>
                  <a:cubicBezTo>
                    <a:pt x="1217" y="3822"/>
                    <a:pt x="1217" y="3822"/>
                    <a:pt x="1273" y="3758"/>
                  </a:cubicBezTo>
                  <a:cubicBezTo>
                    <a:pt x="1330" y="3749"/>
                    <a:pt x="1330" y="3685"/>
                    <a:pt x="1200" y="3636"/>
                  </a:cubicBezTo>
                  <a:cubicBezTo>
                    <a:pt x="1079" y="3579"/>
                    <a:pt x="1071" y="3514"/>
                    <a:pt x="1192" y="3449"/>
                  </a:cubicBezTo>
                  <a:cubicBezTo>
                    <a:pt x="1288" y="3322"/>
                    <a:pt x="1305" y="3076"/>
                    <a:pt x="1244" y="3076"/>
                  </a:cubicBezTo>
                  <a:cubicBezTo>
                    <a:pt x="1243" y="3076"/>
                    <a:pt x="1242" y="3076"/>
                    <a:pt x="1241" y="3077"/>
                  </a:cubicBezTo>
                  <a:cubicBezTo>
                    <a:pt x="1119" y="3077"/>
                    <a:pt x="1119" y="2890"/>
                    <a:pt x="1176" y="2825"/>
                  </a:cubicBezTo>
                  <a:cubicBezTo>
                    <a:pt x="1241" y="2777"/>
                    <a:pt x="1233" y="2687"/>
                    <a:pt x="1176" y="2639"/>
                  </a:cubicBezTo>
                  <a:cubicBezTo>
                    <a:pt x="1233" y="2639"/>
                    <a:pt x="1298" y="2574"/>
                    <a:pt x="1233" y="2517"/>
                  </a:cubicBezTo>
                  <a:cubicBezTo>
                    <a:pt x="1233" y="2517"/>
                    <a:pt x="1233" y="2488"/>
                    <a:pt x="1216" y="2488"/>
                  </a:cubicBezTo>
                  <a:cubicBezTo>
                    <a:pt x="1208" y="2488"/>
                    <a:pt x="1195" y="2495"/>
                    <a:pt x="1176" y="2517"/>
                  </a:cubicBezTo>
                  <a:lnTo>
                    <a:pt x="1055" y="2387"/>
                  </a:lnTo>
                  <a:cubicBezTo>
                    <a:pt x="1055" y="2435"/>
                    <a:pt x="1024" y="2448"/>
                    <a:pt x="981" y="2448"/>
                  </a:cubicBezTo>
                  <a:cubicBezTo>
                    <a:pt x="966" y="2448"/>
                    <a:pt x="950" y="2446"/>
                    <a:pt x="933" y="2444"/>
                  </a:cubicBezTo>
                  <a:cubicBezTo>
                    <a:pt x="876" y="2444"/>
                    <a:pt x="933" y="2193"/>
                    <a:pt x="1127" y="2079"/>
                  </a:cubicBezTo>
                  <a:lnTo>
                    <a:pt x="1257" y="1958"/>
                  </a:lnTo>
                  <a:lnTo>
                    <a:pt x="1136" y="1950"/>
                  </a:lnTo>
                  <a:cubicBezTo>
                    <a:pt x="1136" y="1893"/>
                    <a:pt x="1144" y="1828"/>
                    <a:pt x="1200" y="1828"/>
                  </a:cubicBezTo>
                  <a:cubicBezTo>
                    <a:pt x="1217" y="1830"/>
                    <a:pt x="1230" y="1832"/>
                    <a:pt x="1239" y="1832"/>
                  </a:cubicBezTo>
                  <a:cubicBezTo>
                    <a:pt x="1265" y="1832"/>
                    <a:pt x="1265" y="1819"/>
                    <a:pt x="1265" y="1771"/>
                  </a:cubicBezTo>
                  <a:cubicBezTo>
                    <a:pt x="1273" y="1739"/>
                    <a:pt x="1241" y="1706"/>
                    <a:pt x="1209" y="1706"/>
                  </a:cubicBezTo>
                  <a:cubicBezTo>
                    <a:pt x="1095" y="1698"/>
                    <a:pt x="1095" y="1698"/>
                    <a:pt x="1152" y="1641"/>
                  </a:cubicBezTo>
                  <a:cubicBezTo>
                    <a:pt x="1282" y="1585"/>
                    <a:pt x="1282" y="1528"/>
                    <a:pt x="1168" y="1455"/>
                  </a:cubicBezTo>
                  <a:cubicBezTo>
                    <a:pt x="1046" y="1447"/>
                    <a:pt x="1046" y="1439"/>
                    <a:pt x="1176" y="1390"/>
                  </a:cubicBezTo>
                  <a:cubicBezTo>
                    <a:pt x="1241" y="1390"/>
                    <a:pt x="1290" y="1341"/>
                    <a:pt x="1298" y="1277"/>
                  </a:cubicBezTo>
                  <a:lnTo>
                    <a:pt x="1241" y="1268"/>
                  </a:lnTo>
                  <a:cubicBezTo>
                    <a:pt x="1119" y="1260"/>
                    <a:pt x="1127" y="1196"/>
                    <a:pt x="1192" y="1139"/>
                  </a:cubicBezTo>
                  <a:lnTo>
                    <a:pt x="1192" y="1139"/>
                  </a:lnTo>
                  <a:cubicBezTo>
                    <a:pt x="1196" y="1139"/>
                    <a:pt x="1199" y="1140"/>
                    <a:pt x="1202" y="1140"/>
                  </a:cubicBezTo>
                  <a:cubicBezTo>
                    <a:pt x="1250" y="1140"/>
                    <a:pt x="1255" y="1082"/>
                    <a:pt x="1217" y="960"/>
                  </a:cubicBezTo>
                  <a:cubicBezTo>
                    <a:pt x="1232" y="839"/>
                    <a:pt x="1240" y="781"/>
                    <a:pt x="1294" y="781"/>
                  </a:cubicBezTo>
                  <a:cubicBezTo>
                    <a:pt x="1298" y="781"/>
                    <a:pt x="1302" y="782"/>
                    <a:pt x="1306" y="782"/>
                  </a:cubicBezTo>
                  <a:cubicBezTo>
                    <a:pt x="1341" y="787"/>
                    <a:pt x="1365" y="790"/>
                    <a:pt x="1379" y="790"/>
                  </a:cubicBezTo>
                  <a:cubicBezTo>
                    <a:pt x="1409" y="790"/>
                    <a:pt x="1387" y="773"/>
                    <a:pt x="1314" y="717"/>
                  </a:cubicBezTo>
                  <a:cubicBezTo>
                    <a:pt x="1265" y="652"/>
                    <a:pt x="1265" y="644"/>
                    <a:pt x="1338" y="531"/>
                  </a:cubicBezTo>
                  <a:cubicBezTo>
                    <a:pt x="1411" y="482"/>
                    <a:pt x="1411" y="482"/>
                    <a:pt x="1354" y="409"/>
                  </a:cubicBezTo>
                  <a:cubicBezTo>
                    <a:pt x="1308" y="402"/>
                    <a:pt x="1271" y="397"/>
                    <a:pt x="1242" y="397"/>
                  </a:cubicBezTo>
                  <a:cubicBezTo>
                    <a:pt x="1201" y="397"/>
                    <a:pt x="1178" y="408"/>
                    <a:pt x="1168" y="442"/>
                  </a:cubicBezTo>
                  <a:cubicBezTo>
                    <a:pt x="1162" y="489"/>
                    <a:pt x="1160" y="502"/>
                    <a:pt x="1137" y="502"/>
                  </a:cubicBezTo>
                  <a:cubicBezTo>
                    <a:pt x="1129" y="502"/>
                    <a:pt x="1118" y="500"/>
                    <a:pt x="1103" y="498"/>
                  </a:cubicBezTo>
                  <a:cubicBezTo>
                    <a:pt x="1103" y="498"/>
                    <a:pt x="1111" y="433"/>
                    <a:pt x="1119" y="377"/>
                  </a:cubicBezTo>
                  <a:cubicBezTo>
                    <a:pt x="1136" y="287"/>
                    <a:pt x="1127" y="198"/>
                    <a:pt x="1103" y="109"/>
                  </a:cubicBezTo>
                  <a:cubicBezTo>
                    <a:pt x="1077" y="39"/>
                    <a:pt x="1032" y="0"/>
                    <a:pt x="10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2"/>
            <p:cNvSpPr/>
            <p:nvPr/>
          </p:nvSpPr>
          <p:spPr>
            <a:xfrm>
              <a:off x="7461152" y="2342809"/>
              <a:ext cx="102184" cy="277782"/>
            </a:xfrm>
            <a:custGeom>
              <a:avLst/>
              <a:gdLst/>
              <a:ahLst/>
              <a:cxnLst/>
              <a:rect l="l" t="t" r="r" b="b"/>
              <a:pathLst>
                <a:path w="5928" h="16115" extrusionOk="0">
                  <a:moveTo>
                    <a:pt x="609" y="328"/>
                  </a:moveTo>
                  <a:lnTo>
                    <a:pt x="609" y="353"/>
                  </a:lnTo>
                  <a:cubicBezTo>
                    <a:pt x="609" y="377"/>
                    <a:pt x="666" y="377"/>
                    <a:pt x="731" y="377"/>
                  </a:cubicBezTo>
                  <a:lnTo>
                    <a:pt x="731" y="353"/>
                  </a:lnTo>
                  <a:cubicBezTo>
                    <a:pt x="690" y="337"/>
                    <a:pt x="650" y="328"/>
                    <a:pt x="609" y="328"/>
                  </a:cubicBezTo>
                  <a:close/>
                  <a:moveTo>
                    <a:pt x="1566" y="401"/>
                  </a:moveTo>
                  <a:cubicBezTo>
                    <a:pt x="1623" y="410"/>
                    <a:pt x="1623" y="426"/>
                    <a:pt x="1623" y="450"/>
                  </a:cubicBezTo>
                  <a:cubicBezTo>
                    <a:pt x="1623" y="474"/>
                    <a:pt x="1623" y="474"/>
                    <a:pt x="1558" y="474"/>
                  </a:cubicBezTo>
                  <a:cubicBezTo>
                    <a:pt x="1558" y="474"/>
                    <a:pt x="1501" y="450"/>
                    <a:pt x="1501" y="426"/>
                  </a:cubicBezTo>
                  <a:lnTo>
                    <a:pt x="1566" y="401"/>
                  </a:lnTo>
                  <a:close/>
                  <a:moveTo>
                    <a:pt x="1586" y="667"/>
                  </a:moveTo>
                  <a:cubicBezTo>
                    <a:pt x="1613" y="667"/>
                    <a:pt x="1611" y="677"/>
                    <a:pt x="1606" y="701"/>
                  </a:cubicBezTo>
                  <a:cubicBezTo>
                    <a:pt x="1606" y="726"/>
                    <a:pt x="1606" y="750"/>
                    <a:pt x="1550" y="750"/>
                  </a:cubicBezTo>
                  <a:lnTo>
                    <a:pt x="1550" y="726"/>
                  </a:lnTo>
                  <a:cubicBezTo>
                    <a:pt x="1587" y="726"/>
                    <a:pt x="1575" y="715"/>
                    <a:pt x="1543" y="715"/>
                  </a:cubicBezTo>
                  <a:cubicBezTo>
                    <a:pt x="1527" y="715"/>
                    <a:pt x="1506" y="718"/>
                    <a:pt x="1485" y="726"/>
                  </a:cubicBezTo>
                  <a:lnTo>
                    <a:pt x="1371" y="718"/>
                  </a:lnTo>
                  <a:cubicBezTo>
                    <a:pt x="1371" y="693"/>
                    <a:pt x="1428" y="677"/>
                    <a:pt x="1493" y="677"/>
                  </a:cubicBezTo>
                  <a:cubicBezTo>
                    <a:pt x="1540" y="671"/>
                    <a:pt x="1569" y="667"/>
                    <a:pt x="1586" y="667"/>
                  </a:cubicBezTo>
                  <a:close/>
                  <a:moveTo>
                    <a:pt x="1906" y="758"/>
                  </a:moveTo>
                  <a:lnTo>
                    <a:pt x="1841" y="782"/>
                  </a:lnTo>
                  <a:lnTo>
                    <a:pt x="1841" y="807"/>
                  </a:lnTo>
                  <a:cubicBezTo>
                    <a:pt x="1906" y="807"/>
                    <a:pt x="1906" y="807"/>
                    <a:pt x="1906" y="782"/>
                  </a:cubicBezTo>
                  <a:lnTo>
                    <a:pt x="1906" y="758"/>
                  </a:lnTo>
                  <a:close/>
                  <a:moveTo>
                    <a:pt x="1258" y="1958"/>
                  </a:moveTo>
                  <a:cubicBezTo>
                    <a:pt x="1314" y="1958"/>
                    <a:pt x="1371" y="2007"/>
                    <a:pt x="1371" y="2031"/>
                  </a:cubicBezTo>
                  <a:cubicBezTo>
                    <a:pt x="1371" y="2041"/>
                    <a:pt x="1361" y="2047"/>
                    <a:pt x="1345" y="2047"/>
                  </a:cubicBezTo>
                  <a:cubicBezTo>
                    <a:pt x="1323" y="2047"/>
                    <a:pt x="1288" y="2035"/>
                    <a:pt x="1250" y="2007"/>
                  </a:cubicBezTo>
                  <a:lnTo>
                    <a:pt x="1258" y="1958"/>
                  </a:lnTo>
                  <a:close/>
                  <a:moveTo>
                    <a:pt x="1193" y="2096"/>
                  </a:moveTo>
                  <a:cubicBezTo>
                    <a:pt x="1128" y="2096"/>
                    <a:pt x="1128" y="2112"/>
                    <a:pt x="1128" y="2161"/>
                  </a:cubicBezTo>
                  <a:cubicBezTo>
                    <a:pt x="1128" y="2185"/>
                    <a:pt x="1185" y="2209"/>
                    <a:pt x="1185" y="2209"/>
                  </a:cubicBezTo>
                  <a:cubicBezTo>
                    <a:pt x="1241" y="2209"/>
                    <a:pt x="1241" y="2185"/>
                    <a:pt x="1250" y="2161"/>
                  </a:cubicBezTo>
                  <a:cubicBezTo>
                    <a:pt x="1306" y="2120"/>
                    <a:pt x="1250" y="2096"/>
                    <a:pt x="1193" y="2096"/>
                  </a:cubicBezTo>
                  <a:close/>
                  <a:moveTo>
                    <a:pt x="1566" y="3093"/>
                  </a:moveTo>
                  <a:cubicBezTo>
                    <a:pt x="1631" y="3093"/>
                    <a:pt x="1631" y="3118"/>
                    <a:pt x="1631" y="3142"/>
                  </a:cubicBezTo>
                  <a:lnTo>
                    <a:pt x="1566" y="3134"/>
                  </a:lnTo>
                  <a:lnTo>
                    <a:pt x="1509" y="3109"/>
                  </a:lnTo>
                  <a:lnTo>
                    <a:pt x="1566" y="3093"/>
                  </a:lnTo>
                  <a:close/>
                  <a:moveTo>
                    <a:pt x="1266" y="3158"/>
                  </a:moveTo>
                  <a:lnTo>
                    <a:pt x="1387" y="3207"/>
                  </a:lnTo>
                  <a:cubicBezTo>
                    <a:pt x="1514" y="3241"/>
                    <a:pt x="1551" y="3251"/>
                    <a:pt x="1518" y="3251"/>
                  </a:cubicBezTo>
                  <a:cubicBezTo>
                    <a:pt x="1504" y="3251"/>
                    <a:pt x="1479" y="3250"/>
                    <a:pt x="1444" y="3247"/>
                  </a:cubicBezTo>
                  <a:cubicBezTo>
                    <a:pt x="1433" y="3249"/>
                    <a:pt x="1423" y="3249"/>
                    <a:pt x="1412" y="3249"/>
                  </a:cubicBezTo>
                  <a:cubicBezTo>
                    <a:pt x="1358" y="3249"/>
                    <a:pt x="1306" y="3232"/>
                    <a:pt x="1266" y="3199"/>
                  </a:cubicBezTo>
                  <a:lnTo>
                    <a:pt x="1266" y="3158"/>
                  </a:lnTo>
                  <a:close/>
                  <a:moveTo>
                    <a:pt x="1505" y="3699"/>
                  </a:moveTo>
                  <a:cubicBezTo>
                    <a:pt x="1531" y="3699"/>
                    <a:pt x="1583" y="3716"/>
                    <a:pt x="1663" y="3734"/>
                  </a:cubicBezTo>
                  <a:cubicBezTo>
                    <a:pt x="1701" y="3762"/>
                    <a:pt x="1717" y="3774"/>
                    <a:pt x="1699" y="3774"/>
                  </a:cubicBezTo>
                  <a:cubicBezTo>
                    <a:pt x="1686" y="3774"/>
                    <a:pt x="1657" y="3768"/>
                    <a:pt x="1606" y="3758"/>
                  </a:cubicBezTo>
                  <a:lnTo>
                    <a:pt x="1485" y="3709"/>
                  </a:lnTo>
                  <a:cubicBezTo>
                    <a:pt x="1487" y="3702"/>
                    <a:pt x="1494" y="3699"/>
                    <a:pt x="1505" y="3699"/>
                  </a:cubicBezTo>
                  <a:close/>
                  <a:moveTo>
                    <a:pt x="1306" y="3888"/>
                  </a:moveTo>
                  <a:cubicBezTo>
                    <a:pt x="1347" y="3896"/>
                    <a:pt x="1387" y="3904"/>
                    <a:pt x="1420" y="3912"/>
                  </a:cubicBezTo>
                  <a:lnTo>
                    <a:pt x="1420" y="3936"/>
                  </a:lnTo>
                  <a:cubicBezTo>
                    <a:pt x="1363" y="3936"/>
                    <a:pt x="1298" y="3936"/>
                    <a:pt x="1298" y="3912"/>
                  </a:cubicBezTo>
                  <a:lnTo>
                    <a:pt x="1306" y="3888"/>
                  </a:lnTo>
                  <a:close/>
                  <a:moveTo>
                    <a:pt x="1174" y="4343"/>
                  </a:moveTo>
                  <a:cubicBezTo>
                    <a:pt x="1188" y="4343"/>
                    <a:pt x="1225" y="4379"/>
                    <a:pt x="1225" y="4399"/>
                  </a:cubicBezTo>
                  <a:lnTo>
                    <a:pt x="1168" y="4390"/>
                  </a:lnTo>
                  <a:cubicBezTo>
                    <a:pt x="1168" y="4374"/>
                    <a:pt x="1112" y="4350"/>
                    <a:pt x="1168" y="4350"/>
                  </a:cubicBezTo>
                  <a:cubicBezTo>
                    <a:pt x="1168" y="4345"/>
                    <a:pt x="1171" y="4343"/>
                    <a:pt x="1174" y="4343"/>
                  </a:cubicBezTo>
                  <a:close/>
                  <a:moveTo>
                    <a:pt x="1460" y="4536"/>
                  </a:moveTo>
                  <a:cubicBezTo>
                    <a:pt x="1525" y="4536"/>
                    <a:pt x="1582" y="4536"/>
                    <a:pt x="1582" y="4561"/>
                  </a:cubicBezTo>
                  <a:cubicBezTo>
                    <a:pt x="1622" y="4578"/>
                    <a:pt x="1605" y="4595"/>
                    <a:pt x="1549" y="4595"/>
                  </a:cubicBezTo>
                  <a:cubicBezTo>
                    <a:pt x="1526" y="4595"/>
                    <a:pt x="1496" y="4592"/>
                    <a:pt x="1460" y="4585"/>
                  </a:cubicBezTo>
                  <a:lnTo>
                    <a:pt x="1460" y="4536"/>
                  </a:lnTo>
                  <a:close/>
                  <a:moveTo>
                    <a:pt x="1574" y="4747"/>
                  </a:moveTo>
                  <a:lnTo>
                    <a:pt x="1574" y="4763"/>
                  </a:lnTo>
                  <a:cubicBezTo>
                    <a:pt x="1574" y="4788"/>
                    <a:pt x="1574" y="4788"/>
                    <a:pt x="1517" y="4788"/>
                  </a:cubicBezTo>
                  <a:lnTo>
                    <a:pt x="1517" y="4763"/>
                  </a:lnTo>
                  <a:lnTo>
                    <a:pt x="1574" y="4747"/>
                  </a:lnTo>
                  <a:close/>
                  <a:moveTo>
                    <a:pt x="1752" y="4999"/>
                  </a:moveTo>
                  <a:cubicBezTo>
                    <a:pt x="1704" y="4999"/>
                    <a:pt x="1663" y="5007"/>
                    <a:pt x="1631" y="5023"/>
                  </a:cubicBezTo>
                  <a:cubicBezTo>
                    <a:pt x="1631" y="5039"/>
                    <a:pt x="1687" y="5039"/>
                    <a:pt x="1687" y="5039"/>
                  </a:cubicBezTo>
                  <a:cubicBezTo>
                    <a:pt x="1687" y="5039"/>
                    <a:pt x="1696" y="5040"/>
                    <a:pt x="1707" y="5040"/>
                  </a:cubicBezTo>
                  <a:cubicBezTo>
                    <a:pt x="1724" y="5040"/>
                    <a:pt x="1744" y="5037"/>
                    <a:pt x="1744" y="5023"/>
                  </a:cubicBezTo>
                  <a:lnTo>
                    <a:pt x="1752" y="4999"/>
                  </a:lnTo>
                  <a:close/>
                  <a:moveTo>
                    <a:pt x="1323" y="5128"/>
                  </a:moveTo>
                  <a:cubicBezTo>
                    <a:pt x="1387" y="5136"/>
                    <a:pt x="1387" y="5153"/>
                    <a:pt x="1387" y="5153"/>
                  </a:cubicBezTo>
                  <a:cubicBezTo>
                    <a:pt x="1387" y="5177"/>
                    <a:pt x="1387" y="5201"/>
                    <a:pt x="1323" y="5201"/>
                  </a:cubicBezTo>
                  <a:cubicBezTo>
                    <a:pt x="1323" y="5201"/>
                    <a:pt x="1266" y="5201"/>
                    <a:pt x="1266" y="5177"/>
                  </a:cubicBezTo>
                  <a:cubicBezTo>
                    <a:pt x="1266" y="5153"/>
                    <a:pt x="1323" y="5128"/>
                    <a:pt x="1323" y="5128"/>
                  </a:cubicBezTo>
                  <a:close/>
                  <a:moveTo>
                    <a:pt x="2145" y="5396"/>
                  </a:moveTo>
                  <a:cubicBezTo>
                    <a:pt x="2135" y="5396"/>
                    <a:pt x="2120" y="5402"/>
                    <a:pt x="2093" y="5412"/>
                  </a:cubicBezTo>
                  <a:lnTo>
                    <a:pt x="2093" y="5461"/>
                  </a:lnTo>
                  <a:cubicBezTo>
                    <a:pt x="2158" y="5461"/>
                    <a:pt x="2158" y="5461"/>
                    <a:pt x="2158" y="5436"/>
                  </a:cubicBezTo>
                  <a:cubicBezTo>
                    <a:pt x="2158" y="5408"/>
                    <a:pt x="2158" y="5396"/>
                    <a:pt x="2145" y="5396"/>
                  </a:cubicBezTo>
                  <a:close/>
                  <a:moveTo>
                    <a:pt x="66" y="5420"/>
                  </a:moveTo>
                  <a:cubicBezTo>
                    <a:pt x="1" y="5420"/>
                    <a:pt x="1" y="5444"/>
                    <a:pt x="123" y="5469"/>
                  </a:cubicBezTo>
                  <a:cubicBezTo>
                    <a:pt x="179" y="5469"/>
                    <a:pt x="179" y="5469"/>
                    <a:pt x="179" y="5444"/>
                  </a:cubicBezTo>
                  <a:cubicBezTo>
                    <a:pt x="147" y="5428"/>
                    <a:pt x="106" y="5420"/>
                    <a:pt x="66" y="5420"/>
                  </a:cubicBezTo>
                  <a:close/>
                  <a:moveTo>
                    <a:pt x="1364" y="5556"/>
                  </a:moveTo>
                  <a:cubicBezTo>
                    <a:pt x="1378" y="5556"/>
                    <a:pt x="1376" y="5566"/>
                    <a:pt x="1371" y="5590"/>
                  </a:cubicBezTo>
                  <a:cubicBezTo>
                    <a:pt x="1371" y="5615"/>
                    <a:pt x="1314" y="5615"/>
                    <a:pt x="1314" y="5615"/>
                  </a:cubicBezTo>
                  <a:cubicBezTo>
                    <a:pt x="1258" y="5615"/>
                    <a:pt x="1314" y="5590"/>
                    <a:pt x="1314" y="5566"/>
                  </a:cubicBezTo>
                  <a:cubicBezTo>
                    <a:pt x="1340" y="5560"/>
                    <a:pt x="1355" y="5556"/>
                    <a:pt x="1364" y="5556"/>
                  </a:cubicBezTo>
                  <a:close/>
                  <a:moveTo>
                    <a:pt x="1485" y="5963"/>
                  </a:moveTo>
                  <a:cubicBezTo>
                    <a:pt x="1541" y="5963"/>
                    <a:pt x="1541" y="5980"/>
                    <a:pt x="1428" y="6004"/>
                  </a:cubicBezTo>
                  <a:cubicBezTo>
                    <a:pt x="1363" y="6004"/>
                    <a:pt x="1363" y="6004"/>
                    <a:pt x="1363" y="5980"/>
                  </a:cubicBezTo>
                  <a:cubicBezTo>
                    <a:pt x="1404" y="5971"/>
                    <a:pt x="1444" y="5963"/>
                    <a:pt x="1485" y="5963"/>
                  </a:cubicBezTo>
                  <a:close/>
                  <a:moveTo>
                    <a:pt x="1420" y="6117"/>
                  </a:moveTo>
                  <a:lnTo>
                    <a:pt x="1485" y="6142"/>
                  </a:lnTo>
                  <a:lnTo>
                    <a:pt x="1485" y="6166"/>
                  </a:lnTo>
                  <a:cubicBezTo>
                    <a:pt x="1420" y="6166"/>
                    <a:pt x="1363" y="6166"/>
                    <a:pt x="1363" y="6142"/>
                  </a:cubicBezTo>
                  <a:lnTo>
                    <a:pt x="1420" y="6117"/>
                  </a:lnTo>
                  <a:close/>
                  <a:moveTo>
                    <a:pt x="1274" y="7617"/>
                  </a:moveTo>
                  <a:lnTo>
                    <a:pt x="1331" y="7634"/>
                  </a:lnTo>
                  <a:lnTo>
                    <a:pt x="1331" y="7658"/>
                  </a:lnTo>
                  <a:cubicBezTo>
                    <a:pt x="1274" y="7658"/>
                    <a:pt x="1217" y="7658"/>
                    <a:pt x="1217" y="7634"/>
                  </a:cubicBezTo>
                  <a:lnTo>
                    <a:pt x="1274" y="7617"/>
                  </a:lnTo>
                  <a:close/>
                  <a:moveTo>
                    <a:pt x="1243" y="8174"/>
                  </a:moveTo>
                  <a:cubicBezTo>
                    <a:pt x="1283" y="8174"/>
                    <a:pt x="1350" y="8185"/>
                    <a:pt x="1387" y="8185"/>
                  </a:cubicBezTo>
                  <a:cubicBezTo>
                    <a:pt x="1387" y="8209"/>
                    <a:pt x="1387" y="8209"/>
                    <a:pt x="1323" y="8209"/>
                  </a:cubicBezTo>
                  <a:cubicBezTo>
                    <a:pt x="1282" y="8209"/>
                    <a:pt x="1241" y="8201"/>
                    <a:pt x="1209" y="8185"/>
                  </a:cubicBezTo>
                  <a:cubicBezTo>
                    <a:pt x="1209" y="8177"/>
                    <a:pt x="1223" y="8174"/>
                    <a:pt x="1243" y="8174"/>
                  </a:cubicBezTo>
                  <a:close/>
                  <a:moveTo>
                    <a:pt x="1679" y="8550"/>
                  </a:moveTo>
                  <a:cubicBezTo>
                    <a:pt x="1720" y="8558"/>
                    <a:pt x="1760" y="8558"/>
                    <a:pt x="1801" y="8574"/>
                  </a:cubicBezTo>
                  <a:lnTo>
                    <a:pt x="1801" y="8598"/>
                  </a:lnTo>
                  <a:cubicBezTo>
                    <a:pt x="1744" y="8598"/>
                    <a:pt x="1679" y="8598"/>
                    <a:pt x="1679" y="8574"/>
                  </a:cubicBezTo>
                  <a:lnTo>
                    <a:pt x="1679" y="8550"/>
                  </a:lnTo>
                  <a:close/>
                  <a:moveTo>
                    <a:pt x="1379" y="8850"/>
                  </a:moveTo>
                  <a:lnTo>
                    <a:pt x="1436" y="8874"/>
                  </a:lnTo>
                  <a:lnTo>
                    <a:pt x="1436" y="8898"/>
                  </a:lnTo>
                  <a:cubicBezTo>
                    <a:pt x="1379" y="8898"/>
                    <a:pt x="1323" y="8898"/>
                    <a:pt x="1323" y="8874"/>
                  </a:cubicBezTo>
                  <a:lnTo>
                    <a:pt x="1379" y="8850"/>
                  </a:lnTo>
                  <a:close/>
                  <a:moveTo>
                    <a:pt x="1365" y="10453"/>
                  </a:moveTo>
                  <a:cubicBezTo>
                    <a:pt x="1400" y="10453"/>
                    <a:pt x="1428" y="10468"/>
                    <a:pt x="1428" y="10479"/>
                  </a:cubicBezTo>
                  <a:lnTo>
                    <a:pt x="1428" y="10487"/>
                  </a:lnTo>
                  <a:cubicBezTo>
                    <a:pt x="1428" y="10528"/>
                    <a:pt x="1428" y="10528"/>
                    <a:pt x="1371" y="10528"/>
                  </a:cubicBezTo>
                  <a:cubicBezTo>
                    <a:pt x="1314" y="10528"/>
                    <a:pt x="1314" y="10487"/>
                    <a:pt x="1314" y="10463"/>
                  </a:cubicBezTo>
                  <a:cubicBezTo>
                    <a:pt x="1332" y="10456"/>
                    <a:pt x="1349" y="10453"/>
                    <a:pt x="1365" y="10453"/>
                  </a:cubicBezTo>
                  <a:close/>
                  <a:moveTo>
                    <a:pt x="1371" y="11404"/>
                  </a:moveTo>
                  <a:cubicBezTo>
                    <a:pt x="1412" y="11404"/>
                    <a:pt x="1452" y="11412"/>
                    <a:pt x="1493" y="11428"/>
                  </a:cubicBezTo>
                  <a:lnTo>
                    <a:pt x="1493" y="11444"/>
                  </a:lnTo>
                  <a:cubicBezTo>
                    <a:pt x="1467" y="11444"/>
                    <a:pt x="1442" y="11445"/>
                    <a:pt x="1422" y="11445"/>
                  </a:cubicBezTo>
                  <a:cubicBezTo>
                    <a:pt x="1392" y="11445"/>
                    <a:pt x="1371" y="11443"/>
                    <a:pt x="1371" y="11428"/>
                  </a:cubicBezTo>
                  <a:lnTo>
                    <a:pt x="1371" y="11404"/>
                  </a:lnTo>
                  <a:close/>
                  <a:moveTo>
                    <a:pt x="1838" y="13299"/>
                  </a:moveTo>
                  <a:cubicBezTo>
                    <a:pt x="1869" y="13299"/>
                    <a:pt x="1874" y="13309"/>
                    <a:pt x="1874" y="13309"/>
                  </a:cubicBezTo>
                  <a:cubicBezTo>
                    <a:pt x="1874" y="13333"/>
                    <a:pt x="1874" y="13333"/>
                    <a:pt x="1809" y="13333"/>
                  </a:cubicBezTo>
                  <a:cubicBezTo>
                    <a:pt x="1809" y="13333"/>
                    <a:pt x="1795" y="13335"/>
                    <a:pt x="1781" y="13335"/>
                  </a:cubicBezTo>
                  <a:cubicBezTo>
                    <a:pt x="1766" y="13335"/>
                    <a:pt x="1752" y="13333"/>
                    <a:pt x="1752" y="13325"/>
                  </a:cubicBezTo>
                  <a:lnTo>
                    <a:pt x="1809" y="13301"/>
                  </a:lnTo>
                  <a:cubicBezTo>
                    <a:pt x="1820" y="13299"/>
                    <a:pt x="1830" y="13299"/>
                    <a:pt x="1838" y="13299"/>
                  </a:cubicBezTo>
                  <a:close/>
                  <a:moveTo>
                    <a:pt x="1890" y="13504"/>
                  </a:moveTo>
                  <a:lnTo>
                    <a:pt x="1947" y="13512"/>
                  </a:lnTo>
                  <a:lnTo>
                    <a:pt x="1955" y="13528"/>
                  </a:lnTo>
                  <a:cubicBezTo>
                    <a:pt x="1915" y="13538"/>
                    <a:pt x="1878" y="13545"/>
                    <a:pt x="1855" y="13545"/>
                  </a:cubicBezTo>
                  <a:cubicBezTo>
                    <a:pt x="1842" y="13545"/>
                    <a:pt x="1833" y="13542"/>
                    <a:pt x="1833" y="13536"/>
                  </a:cubicBezTo>
                  <a:lnTo>
                    <a:pt x="1890" y="13504"/>
                  </a:lnTo>
                  <a:close/>
                  <a:moveTo>
                    <a:pt x="1558" y="13722"/>
                  </a:moveTo>
                  <a:cubicBezTo>
                    <a:pt x="1623" y="13731"/>
                    <a:pt x="1631" y="13755"/>
                    <a:pt x="1566" y="13763"/>
                  </a:cubicBezTo>
                  <a:cubicBezTo>
                    <a:pt x="1537" y="13771"/>
                    <a:pt x="1523" y="13775"/>
                    <a:pt x="1516" y="13775"/>
                  </a:cubicBezTo>
                  <a:cubicBezTo>
                    <a:pt x="1509" y="13775"/>
                    <a:pt x="1509" y="13771"/>
                    <a:pt x="1509" y="13763"/>
                  </a:cubicBezTo>
                  <a:cubicBezTo>
                    <a:pt x="1493" y="13722"/>
                    <a:pt x="1501" y="13722"/>
                    <a:pt x="1558" y="13722"/>
                  </a:cubicBezTo>
                  <a:close/>
                  <a:moveTo>
                    <a:pt x="1325" y="13894"/>
                  </a:moveTo>
                  <a:cubicBezTo>
                    <a:pt x="1317" y="13896"/>
                    <a:pt x="1308" y="13898"/>
                    <a:pt x="1298" y="13901"/>
                  </a:cubicBezTo>
                  <a:cubicBezTo>
                    <a:pt x="1295" y="13903"/>
                    <a:pt x="1292" y="13905"/>
                    <a:pt x="1290" y="13907"/>
                  </a:cubicBezTo>
                  <a:lnTo>
                    <a:pt x="1290" y="13907"/>
                  </a:lnTo>
                  <a:cubicBezTo>
                    <a:pt x="1299" y="13903"/>
                    <a:pt x="1311" y="13898"/>
                    <a:pt x="1325" y="13894"/>
                  </a:cubicBezTo>
                  <a:close/>
                  <a:moveTo>
                    <a:pt x="1290" y="13907"/>
                  </a:moveTo>
                  <a:lnTo>
                    <a:pt x="1290" y="13907"/>
                  </a:lnTo>
                  <a:cubicBezTo>
                    <a:pt x="1267" y="13916"/>
                    <a:pt x="1259" y="13922"/>
                    <a:pt x="1261" y="13922"/>
                  </a:cubicBezTo>
                  <a:cubicBezTo>
                    <a:pt x="1263" y="13922"/>
                    <a:pt x="1273" y="13918"/>
                    <a:pt x="1290" y="13907"/>
                  </a:cubicBezTo>
                  <a:close/>
                  <a:moveTo>
                    <a:pt x="1598" y="13868"/>
                  </a:moveTo>
                  <a:lnTo>
                    <a:pt x="1598" y="13885"/>
                  </a:lnTo>
                  <a:cubicBezTo>
                    <a:pt x="1606" y="13909"/>
                    <a:pt x="1606" y="13909"/>
                    <a:pt x="1550" y="13925"/>
                  </a:cubicBezTo>
                  <a:lnTo>
                    <a:pt x="1541" y="13901"/>
                  </a:lnTo>
                  <a:lnTo>
                    <a:pt x="1598" y="13868"/>
                  </a:lnTo>
                  <a:close/>
                  <a:moveTo>
                    <a:pt x="1533" y="14063"/>
                  </a:moveTo>
                  <a:cubicBezTo>
                    <a:pt x="1533" y="14068"/>
                    <a:pt x="1540" y="14070"/>
                    <a:pt x="1546" y="14070"/>
                  </a:cubicBezTo>
                  <a:cubicBezTo>
                    <a:pt x="1559" y="14070"/>
                    <a:pt x="1571" y="14063"/>
                    <a:pt x="1533" y="14063"/>
                  </a:cubicBezTo>
                  <a:close/>
                  <a:moveTo>
                    <a:pt x="1655" y="14063"/>
                  </a:moveTo>
                  <a:lnTo>
                    <a:pt x="1663" y="14079"/>
                  </a:lnTo>
                  <a:cubicBezTo>
                    <a:pt x="1671" y="14103"/>
                    <a:pt x="1671" y="14103"/>
                    <a:pt x="1614" y="14120"/>
                  </a:cubicBezTo>
                  <a:lnTo>
                    <a:pt x="1606" y="14103"/>
                  </a:lnTo>
                  <a:lnTo>
                    <a:pt x="1655" y="14063"/>
                  </a:lnTo>
                  <a:close/>
                  <a:moveTo>
                    <a:pt x="1841" y="14201"/>
                  </a:moveTo>
                  <a:lnTo>
                    <a:pt x="1850" y="14217"/>
                  </a:lnTo>
                  <a:cubicBezTo>
                    <a:pt x="1858" y="14241"/>
                    <a:pt x="1801" y="14266"/>
                    <a:pt x="1801" y="14266"/>
                  </a:cubicBezTo>
                  <a:cubicBezTo>
                    <a:pt x="1801" y="14266"/>
                    <a:pt x="1774" y="14279"/>
                    <a:pt x="1756" y="14279"/>
                  </a:cubicBezTo>
                  <a:cubicBezTo>
                    <a:pt x="1751" y="14279"/>
                    <a:pt x="1746" y="14278"/>
                    <a:pt x="1744" y="14274"/>
                  </a:cubicBezTo>
                  <a:cubicBezTo>
                    <a:pt x="1768" y="14241"/>
                    <a:pt x="1801" y="14217"/>
                    <a:pt x="1841" y="14201"/>
                  </a:cubicBezTo>
                  <a:close/>
                  <a:moveTo>
                    <a:pt x="2311" y="14868"/>
                  </a:moveTo>
                  <a:cubicBezTo>
                    <a:pt x="2317" y="14868"/>
                    <a:pt x="2314" y="14874"/>
                    <a:pt x="2295" y="14890"/>
                  </a:cubicBezTo>
                  <a:cubicBezTo>
                    <a:pt x="2271" y="14914"/>
                    <a:pt x="2239" y="14939"/>
                    <a:pt x="2198" y="14955"/>
                  </a:cubicBezTo>
                  <a:cubicBezTo>
                    <a:pt x="2198" y="14955"/>
                    <a:pt x="2180" y="14965"/>
                    <a:pt x="2171" y="14965"/>
                  </a:cubicBezTo>
                  <a:cubicBezTo>
                    <a:pt x="2165" y="14965"/>
                    <a:pt x="2165" y="14959"/>
                    <a:pt x="2182" y="14939"/>
                  </a:cubicBezTo>
                  <a:lnTo>
                    <a:pt x="2231" y="14898"/>
                  </a:lnTo>
                  <a:cubicBezTo>
                    <a:pt x="2265" y="14883"/>
                    <a:pt x="2300" y="14868"/>
                    <a:pt x="2311" y="14868"/>
                  </a:cubicBezTo>
                  <a:close/>
                  <a:moveTo>
                    <a:pt x="2928" y="15093"/>
                  </a:moveTo>
                  <a:lnTo>
                    <a:pt x="2928" y="15093"/>
                  </a:lnTo>
                  <a:cubicBezTo>
                    <a:pt x="2944" y="15101"/>
                    <a:pt x="2944" y="15101"/>
                    <a:pt x="2912" y="15157"/>
                  </a:cubicBezTo>
                  <a:cubicBezTo>
                    <a:pt x="2889" y="15202"/>
                    <a:pt x="2847" y="15240"/>
                    <a:pt x="2827" y="15240"/>
                  </a:cubicBezTo>
                  <a:cubicBezTo>
                    <a:pt x="2826" y="15240"/>
                    <a:pt x="2824" y="15239"/>
                    <a:pt x="2822" y="15239"/>
                  </a:cubicBezTo>
                  <a:cubicBezTo>
                    <a:pt x="2806" y="15230"/>
                    <a:pt x="2863" y="15125"/>
                    <a:pt x="2928" y="15093"/>
                  </a:cubicBezTo>
                  <a:close/>
                  <a:moveTo>
                    <a:pt x="5796" y="15350"/>
                  </a:moveTo>
                  <a:lnTo>
                    <a:pt x="5796" y="15350"/>
                  </a:lnTo>
                  <a:cubicBezTo>
                    <a:pt x="5810" y="15350"/>
                    <a:pt x="5800" y="15436"/>
                    <a:pt x="5766" y="15522"/>
                  </a:cubicBezTo>
                  <a:cubicBezTo>
                    <a:pt x="5753" y="15579"/>
                    <a:pt x="5747" y="15607"/>
                    <a:pt x="5744" y="15607"/>
                  </a:cubicBezTo>
                  <a:cubicBezTo>
                    <a:pt x="5741" y="15607"/>
                    <a:pt x="5741" y="15579"/>
                    <a:pt x="5741" y="15522"/>
                  </a:cubicBezTo>
                  <a:cubicBezTo>
                    <a:pt x="5741" y="15457"/>
                    <a:pt x="5741" y="15401"/>
                    <a:pt x="5766" y="15401"/>
                  </a:cubicBezTo>
                  <a:cubicBezTo>
                    <a:pt x="5780" y="15365"/>
                    <a:pt x="5790" y="15350"/>
                    <a:pt x="5796" y="15350"/>
                  </a:cubicBezTo>
                  <a:close/>
                  <a:moveTo>
                    <a:pt x="1479" y="0"/>
                  </a:moveTo>
                  <a:cubicBezTo>
                    <a:pt x="1448" y="0"/>
                    <a:pt x="1432" y="12"/>
                    <a:pt x="1460" y="37"/>
                  </a:cubicBezTo>
                  <a:lnTo>
                    <a:pt x="1404" y="53"/>
                  </a:lnTo>
                  <a:cubicBezTo>
                    <a:pt x="1390" y="52"/>
                    <a:pt x="1377" y="52"/>
                    <a:pt x="1366" y="52"/>
                  </a:cubicBezTo>
                  <a:cubicBezTo>
                    <a:pt x="1225" y="52"/>
                    <a:pt x="1231" y="94"/>
                    <a:pt x="1404" y="101"/>
                  </a:cubicBezTo>
                  <a:cubicBezTo>
                    <a:pt x="1582" y="110"/>
                    <a:pt x="1582" y="110"/>
                    <a:pt x="1460" y="126"/>
                  </a:cubicBezTo>
                  <a:cubicBezTo>
                    <a:pt x="1444" y="125"/>
                    <a:pt x="1430" y="124"/>
                    <a:pt x="1418" y="124"/>
                  </a:cubicBezTo>
                  <a:cubicBezTo>
                    <a:pt x="1339" y="124"/>
                    <a:pt x="1339" y="145"/>
                    <a:pt x="1339" y="166"/>
                  </a:cubicBezTo>
                  <a:cubicBezTo>
                    <a:pt x="1339" y="191"/>
                    <a:pt x="1339" y="191"/>
                    <a:pt x="1274" y="191"/>
                  </a:cubicBezTo>
                  <a:cubicBezTo>
                    <a:pt x="1266" y="190"/>
                    <a:pt x="1259" y="189"/>
                    <a:pt x="1251" y="189"/>
                  </a:cubicBezTo>
                  <a:cubicBezTo>
                    <a:pt x="1201" y="189"/>
                    <a:pt x="1152" y="210"/>
                    <a:pt x="1152" y="231"/>
                  </a:cubicBezTo>
                  <a:cubicBezTo>
                    <a:pt x="1152" y="255"/>
                    <a:pt x="1152" y="255"/>
                    <a:pt x="1209" y="255"/>
                  </a:cubicBezTo>
                  <a:cubicBezTo>
                    <a:pt x="1222" y="251"/>
                    <a:pt x="1232" y="249"/>
                    <a:pt x="1239" y="249"/>
                  </a:cubicBezTo>
                  <a:cubicBezTo>
                    <a:pt x="1269" y="249"/>
                    <a:pt x="1250" y="283"/>
                    <a:pt x="1152" y="296"/>
                  </a:cubicBezTo>
                  <a:cubicBezTo>
                    <a:pt x="1087" y="320"/>
                    <a:pt x="1087" y="320"/>
                    <a:pt x="1209" y="320"/>
                  </a:cubicBezTo>
                  <a:cubicBezTo>
                    <a:pt x="1331" y="328"/>
                    <a:pt x="1331" y="377"/>
                    <a:pt x="1209" y="393"/>
                  </a:cubicBezTo>
                  <a:lnTo>
                    <a:pt x="1201" y="442"/>
                  </a:lnTo>
                  <a:cubicBezTo>
                    <a:pt x="1201" y="458"/>
                    <a:pt x="1266" y="466"/>
                    <a:pt x="1323" y="466"/>
                  </a:cubicBezTo>
                  <a:cubicBezTo>
                    <a:pt x="1444" y="466"/>
                    <a:pt x="1444" y="466"/>
                    <a:pt x="1379" y="491"/>
                  </a:cubicBezTo>
                  <a:cubicBezTo>
                    <a:pt x="1339" y="507"/>
                    <a:pt x="1298" y="507"/>
                    <a:pt x="1258" y="507"/>
                  </a:cubicBezTo>
                  <a:cubicBezTo>
                    <a:pt x="1201" y="507"/>
                    <a:pt x="1201" y="531"/>
                    <a:pt x="1201" y="555"/>
                  </a:cubicBezTo>
                  <a:cubicBezTo>
                    <a:pt x="1201" y="580"/>
                    <a:pt x="1193" y="620"/>
                    <a:pt x="1258" y="628"/>
                  </a:cubicBezTo>
                  <a:lnTo>
                    <a:pt x="1193" y="620"/>
                  </a:lnTo>
                  <a:cubicBezTo>
                    <a:pt x="1193" y="645"/>
                    <a:pt x="1136" y="645"/>
                    <a:pt x="1193" y="645"/>
                  </a:cubicBezTo>
                  <a:cubicBezTo>
                    <a:pt x="1193" y="645"/>
                    <a:pt x="1193" y="669"/>
                    <a:pt x="1128" y="710"/>
                  </a:cubicBezTo>
                  <a:cubicBezTo>
                    <a:pt x="1087" y="744"/>
                    <a:pt x="1134" y="792"/>
                    <a:pt x="1209" y="792"/>
                  </a:cubicBezTo>
                  <a:cubicBezTo>
                    <a:pt x="1238" y="792"/>
                    <a:pt x="1272" y="785"/>
                    <a:pt x="1306" y="766"/>
                  </a:cubicBezTo>
                  <a:cubicBezTo>
                    <a:pt x="1306" y="772"/>
                    <a:pt x="1306" y="780"/>
                    <a:pt x="1306" y="791"/>
                  </a:cubicBezTo>
                  <a:cubicBezTo>
                    <a:pt x="1306" y="807"/>
                    <a:pt x="1363" y="815"/>
                    <a:pt x="1363" y="815"/>
                  </a:cubicBezTo>
                  <a:cubicBezTo>
                    <a:pt x="1428" y="815"/>
                    <a:pt x="1428" y="839"/>
                    <a:pt x="1420" y="864"/>
                  </a:cubicBezTo>
                  <a:lnTo>
                    <a:pt x="1306" y="855"/>
                  </a:lnTo>
                  <a:cubicBezTo>
                    <a:pt x="1268" y="850"/>
                    <a:pt x="1235" y="848"/>
                    <a:pt x="1209" y="848"/>
                  </a:cubicBezTo>
                  <a:cubicBezTo>
                    <a:pt x="1111" y="848"/>
                    <a:pt x="1101" y="879"/>
                    <a:pt x="1241" y="904"/>
                  </a:cubicBezTo>
                  <a:lnTo>
                    <a:pt x="1185" y="896"/>
                  </a:lnTo>
                  <a:cubicBezTo>
                    <a:pt x="1120" y="896"/>
                    <a:pt x="1120" y="920"/>
                    <a:pt x="1177" y="969"/>
                  </a:cubicBezTo>
                  <a:cubicBezTo>
                    <a:pt x="1177" y="993"/>
                    <a:pt x="1298" y="1018"/>
                    <a:pt x="1355" y="1018"/>
                  </a:cubicBezTo>
                  <a:cubicBezTo>
                    <a:pt x="1420" y="1018"/>
                    <a:pt x="1412" y="1042"/>
                    <a:pt x="1412" y="1042"/>
                  </a:cubicBezTo>
                  <a:cubicBezTo>
                    <a:pt x="1412" y="1066"/>
                    <a:pt x="1412" y="1066"/>
                    <a:pt x="1355" y="1066"/>
                  </a:cubicBezTo>
                  <a:cubicBezTo>
                    <a:pt x="1346" y="1066"/>
                    <a:pt x="1337" y="1065"/>
                    <a:pt x="1330" y="1065"/>
                  </a:cubicBezTo>
                  <a:cubicBezTo>
                    <a:pt x="1234" y="1065"/>
                    <a:pt x="1243" y="1109"/>
                    <a:pt x="1355" y="1131"/>
                  </a:cubicBezTo>
                  <a:lnTo>
                    <a:pt x="1290" y="1131"/>
                  </a:lnTo>
                  <a:cubicBezTo>
                    <a:pt x="1233" y="1131"/>
                    <a:pt x="1168" y="1147"/>
                    <a:pt x="1225" y="1269"/>
                  </a:cubicBezTo>
                  <a:cubicBezTo>
                    <a:pt x="1218" y="1354"/>
                    <a:pt x="1217" y="1424"/>
                    <a:pt x="1169" y="1424"/>
                  </a:cubicBezTo>
                  <a:cubicBezTo>
                    <a:pt x="1166" y="1424"/>
                    <a:pt x="1163" y="1423"/>
                    <a:pt x="1160" y="1423"/>
                  </a:cubicBezTo>
                  <a:cubicBezTo>
                    <a:pt x="1096" y="1423"/>
                    <a:pt x="1217" y="1520"/>
                    <a:pt x="1331" y="1569"/>
                  </a:cubicBezTo>
                  <a:cubicBezTo>
                    <a:pt x="1274" y="1569"/>
                    <a:pt x="1274" y="1593"/>
                    <a:pt x="1266" y="1634"/>
                  </a:cubicBezTo>
                  <a:cubicBezTo>
                    <a:pt x="1266" y="1707"/>
                    <a:pt x="1266" y="1707"/>
                    <a:pt x="1209" y="1707"/>
                  </a:cubicBezTo>
                  <a:cubicBezTo>
                    <a:pt x="1154" y="1692"/>
                    <a:pt x="1124" y="1684"/>
                    <a:pt x="1118" y="1684"/>
                  </a:cubicBezTo>
                  <a:cubicBezTo>
                    <a:pt x="1110" y="1684"/>
                    <a:pt x="1138" y="1696"/>
                    <a:pt x="1201" y="1723"/>
                  </a:cubicBezTo>
                  <a:cubicBezTo>
                    <a:pt x="1323" y="1755"/>
                    <a:pt x="1258" y="1820"/>
                    <a:pt x="1144" y="1820"/>
                  </a:cubicBezTo>
                  <a:cubicBezTo>
                    <a:pt x="1136" y="1819"/>
                    <a:pt x="1129" y="1819"/>
                    <a:pt x="1122" y="1819"/>
                  </a:cubicBezTo>
                  <a:cubicBezTo>
                    <a:pt x="1079" y="1819"/>
                    <a:pt x="1079" y="1843"/>
                    <a:pt x="1079" y="1885"/>
                  </a:cubicBezTo>
                  <a:cubicBezTo>
                    <a:pt x="1136" y="1909"/>
                    <a:pt x="1136" y="1958"/>
                    <a:pt x="1136" y="1999"/>
                  </a:cubicBezTo>
                  <a:cubicBezTo>
                    <a:pt x="1128" y="2072"/>
                    <a:pt x="1128" y="2072"/>
                    <a:pt x="1250" y="2072"/>
                  </a:cubicBezTo>
                  <a:cubicBezTo>
                    <a:pt x="1371" y="2080"/>
                    <a:pt x="1371" y="2096"/>
                    <a:pt x="1371" y="2145"/>
                  </a:cubicBezTo>
                  <a:cubicBezTo>
                    <a:pt x="1363" y="2169"/>
                    <a:pt x="1363" y="2193"/>
                    <a:pt x="1306" y="2193"/>
                  </a:cubicBezTo>
                  <a:cubicBezTo>
                    <a:pt x="1306" y="2193"/>
                    <a:pt x="1241" y="2209"/>
                    <a:pt x="1241" y="2234"/>
                  </a:cubicBezTo>
                  <a:cubicBezTo>
                    <a:pt x="1241" y="2258"/>
                    <a:pt x="1241" y="2282"/>
                    <a:pt x="1185" y="2282"/>
                  </a:cubicBezTo>
                  <a:cubicBezTo>
                    <a:pt x="1185" y="2282"/>
                    <a:pt x="1120" y="2299"/>
                    <a:pt x="1120" y="2347"/>
                  </a:cubicBezTo>
                  <a:cubicBezTo>
                    <a:pt x="1120" y="2396"/>
                    <a:pt x="1120" y="2436"/>
                    <a:pt x="1055" y="2436"/>
                  </a:cubicBezTo>
                  <a:cubicBezTo>
                    <a:pt x="1055" y="2461"/>
                    <a:pt x="1055" y="2461"/>
                    <a:pt x="1112" y="2461"/>
                  </a:cubicBezTo>
                  <a:cubicBezTo>
                    <a:pt x="1177" y="2461"/>
                    <a:pt x="1233" y="2485"/>
                    <a:pt x="1168" y="2574"/>
                  </a:cubicBezTo>
                  <a:cubicBezTo>
                    <a:pt x="1168" y="2623"/>
                    <a:pt x="1168" y="2696"/>
                    <a:pt x="1225" y="2696"/>
                  </a:cubicBezTo>
                  <a:cubicBezTo>
                    <a:pt x="1225" y="2711"/>
                    <a:pt x="1225" y="2717"/>
                    <a:pt x="1211" y="2717"/>
                  </a:cubicBezTo>
                  <a:cubicBezTo>
                    <a:pt x="1202" y="2717"/>
                    <a:pt x="1189" y="2715"/>
                    <a:pt x="1168" y="2712"/>
                  </a:cubicBezTo>
                  <a:cubicBezTo>
                    <a:pt x="1047" y="2712"/>
                    <a:pt x="1047" y="2761"/>
                    <a:pt x="1160" y="2809"/>
                  </a:cubicBezTo>
                  <a:cubicBezTo>
                    <a:pt x="1225" y="2809"/>
                    <a:pt x="1217" y="2834"/>
                    <a:pt x="1160" y="2850"/>
                  </a:cubicBezTo>
                  <a:cubicBezTo>
                    <a:pt x="1160" y="2850"/>
                    <a:pt x="1160" y="2874"/>
                    <a:pt x="1217" y="2899"/>
                  </a:cubicBezTo>
                  <a:cubicBezTo>
                    <a:pt x="1274" y="2923"/>
                    <a:pt x="1274" y="2923"/>
                    <a:pt x="1217" y="2972"/>
                  </a:cubicBezTo>
                  <a:cubicBezTo>
                    <a:pt x="1152" y="2972"/>
                    <a:pt x="1152" y="2988"/>
                    <a:pt x="1152" y="3012"/>
                  </a:cubicBezTo>
                  <a:cubicBezTo>
                    <a:pt x="1209" y="3061"/>
                    <a:pt x="1201" y="3312"/>
                    <a:pt x="1144" y="3336"/>
                  </a:cubicBezTo>
                  <a:cubicBezTo>
                    <a:pt x="1201" y="3361"/>
                    <a:pt x="1201" y="3361"/>
                    <a:pt x="1201" y="3385"/>
                  </a:cubicBezTo>
                  <a:cubicBezTo>
                    <a:pt x="1079" y="3401"/>
                    <a:pt x="1136" y="3426"/>
                    <a:pt x="1258" y="3434"/>
                  </a:cubicBezTo>
                  <a:lnTo>
                    <a:pt x="1258" y="3409"/>
                  </a:lnTo>
                  <a:lnTo>
                    <a:pt x="1258" y="3385"/>
                  </a:lnTo>
                  <a:cubicBezTo>
                    <a:pt x="1373" y="3385"/>
                    <a:pt x="1379" y="3451"/>
                    <a:pt x="1228" y="3451"/>
                  </a:cubicBezTo>
                  <a:cubicBezTo>
                    <a:pt x="1219" y="3451"/>
                    <a:pt x="1210" y="3450"/>
                    <a:pt x="1201" y="3450"/>
                  </a:cubicBezTo>
                  <a:cubicBezTo>
                    <a:pt x="1079" y="3474"/>
                    <a:pt x="1079" y="3474"/>
                    <a:pt x="1193" y="3499"/>
                  </a:cubicBezTo>
                  <a:cubicBezTo>
                    <a:pt x="1314" y="3523"/>
                    <a:pt x="1314" y="3547"/>
                    <a:pt x="1193" y="3563"/>
                  </a:cubicBezTo>
                  <a:cubicBezTo>
                    <a:pt x="1071" y="3563"/>
                    <a:pt x="1071" y="3563"/>
                    <a:pt x="1193" y="3588"/>
                  </a:cubicBezTo>
                  <a:cubicBezTo>
                    <a:pt x="1428" y="3636"/>
                    <a:pt x="1493" y="3709"/>
                    <a:pt x="1250" y="3709"/>
                  </a:cubicBezTo>
                  <a:cubicBezTo>
                    <a:pt x="1233" y="3708"/>
                    <a:pt x="1218" y="3708"/>
                    <a:pt x="1204" y="3708"/>
                  </a:cubicBezTo>
                  <a:cubicBezTo>
                    <a:pt x="1114" y="3708"/>
                    <a:pt x="1071" y="3729"/>
                    <a:pt x="1071" y="3750"/>
                  </a:cubicBezTo>
                  <a:cubicBezTo>
                    <a:pt x="1071" y="3774"/>
                    <a:pt x="1128" y="3774"/>
                    <a:pt x="1185" y="3774"/>
                  </a:cubicBezTo>
                  <a:cubicBezTo>
                    <a:pt x="1217" y="3768"/>
                    <a:pt x="1241" y="3765"/>
                    <a:pt x="1256" y="3765"/>
                  </a:cubicBezTo>
                  <a:cubicBezTo>
                    <a:pt x="1298" y="3765"/>
                    <a:pt x="1274" y="3787"/>
                    <a:pt x="1185" y="3823"/>
                  </a:cubicBezTo>
                  <a:cubicBezTo>
                    <a:pt x="1006" y="3888"/>
                    <a:pt x="1006" y="3928"/>
                    <a:pt x="1120" y="4001"/>
                  </a:cubicBezTo>
                  <a:cubicBezTo>
                    <a:pt x="1199" y="4069"/>
                    <a:pt x="1223" y="4122"/>
                    <a:pt x="1191" y="4122"/>
                  </a:cubicBezTo>
                  <a:cubicBezTo>
                    <a:pt x="1178" y="4122"/>
                    <a:pt x="1154" y="4112"/>
                    <a:pt x="1120" y="4090"/>
                  </a:cubicBezTo>
                  <a:cubicBezTo>
                    <a:pt x="1059" y="4070"/>
                    <a:pt x="1029" y="4060"/>
                    <a:pt x="1021" y="4060"/>
                  </a:cubicBezTo>
                  <a:cubicBezTo>
                    <a:pt x="1012" y="4060"/>
                    <a:pt x="1027" y="4070"/>
                    <a:pt x="1055" y="4090"/>
                  </a:cubicBezTo>
                  <a:cubicBezTo>
                    <a:pt x="1055" y="4139"/>
                    <a:pt x="1055" y="4188"/>
                    <a:pt x="1055" y="4212"/>
                  </a:cubicBezTo>
                  <a:cubicBezTo>
                    <a:pt x="1055" y="4228"/>
                    <a:pt x="1112" y="4253"/>
                    <a:pt x="1168" y="4253"/>
                  </a:cubicBezTo>
                  <a:cubicBezTo>
                    <a:pt x="1055" y="4277"/>
                    <a:pt x="990" y="4326"/>
                    <a:pt x="1112" y="4374"/>
                  </a:cubicBezTo>
                  <a:lnTo>
                    <a:pt x="1104" y="4415"/>
                  </a:lnTo>
                  <a:cubicBezTo>
                    <a:pt x="1104" y="4439"/>
                    <a:pt x="1104" y="4439"/>
                    <a:pt x="1168" y="4463"/>
                  </a:cubicBezTo>
                  <a:cubicBezTo>
                    <a:pt x="1225" y="4488"/>
                    <a:pt x="1168" y="4512"/>
                    <a:pt x="1104" y="4528"/>
                  </a:cubicBezTo>
                  <a:cubicBezTo>
                    <a:pt x="1047" y="4553"/>
                    <a:pt x="982" y="4577"/>
                    <a:pt x="1047" y="4577"/>
                  </a:cubicBezTo>
                  <a:cubicBezTo>
                    <a:pt x="1104" y="4593"/>
                    <a:pt x="1168" y="4617"/>
                    <a:pt x="1217" y="4650"/>
                  </a:cubicBezTo>
                  <a:cubicBezTo>
                    <a:pt x="1259" y="4666"/>
                    <a:pt x="1247" y="4678"/>
                    <a:pt x="1217" y="4678"/>
                  </a:cubicBezTo>
                  <a:cubicBezTo>
                    <a:pt x="1201" y="4678"/>
                    <a:pt x="1180" y="4675"/>
                    <a:pt x="1160" y="4666"/>
                  </a:cubicBezTo>
                  <a:cubicBezTo>
                    <a:pt x="1104" y="4666"/>
                    <a:pt x="1104" y="4666"/>
                    <a:pt x="1039" y="4715"/>
                  </a:cubicBezTo>
                  <a:cubicBezTo>
                    <a:pt x="1039" y="4739"/>
                    <a:pt x="1039" y="4780"/>
                    <a:pt x="1096" y="4788"/>
                  </a:cubicBezTo>
                  <a:cubicBezTo>
                    <a:pt x="1160" y="4788"/>
                    <a:pt x="1152" y="4926"/>
                    <a:pt x="1096" y="4942"/>
                  </a:cubicBezTo>
                  <a:cubicBezTo>
                    <a:pt x="1096" y="4942"/>
                    <a:pt x="1096" y="4966"/>
                    <a:pt x="1087" y="4990"/>
                  </a:cubicBezTo>
                  <a:cubicBezTo>
                    <a:pt x="1087" y="5015"/>
                    <a:pt x="1152" y="5039"/>
                    <a:pt x="1152" y="5063"/>
                  </a:cubicBezTo>
                  <a:cubicBezTo>
                    <a:pt x="1152" y="5063"/>
                    <a:pt x="1152" y="5080"/>
                    <a:pt x="1209" y="5104"/>
                  </a:cubicBezTo>
                  <a:cubicBezTo>
                    <a:pt x="1209" y="5128"/>
                    <a:pt x="1209" y="5153"/>
                    <a:pt x="1144" y="5153"/>
                  </a:cubicBezTo>
                  <a:cubicBezTo>
                    <a:pt x="1266" y="5177"/>
                    <a:pt x="1266" y="5177"/>
                    <a:pt x="1144" y="5201"/>
                  </a:cubicBezTo>
                  <a:cubicBezTo>
                    <a:pt x="1100" y="5198"/>
                    <a:pt x="1071" y="5196"/>
                    <a:pt x="1060" y="5196"/>
                  </a:cubicBezTo>
                  <a:cubicBezTo>
                    <a:pt x="1039" y="5196"/>
                    <a:pt x="1067" y="5202"/>
                    <a:pt x="1144" y="5217"/>
                  </a:cubicBezTo>
                  <a:cubicBezTo>
                    <a:pt x="1201" y="5242"/>
                    <a:pt x="1201" y="5242"/>
                    <a:pt x="1144" y="5266"/>
                  </a:cubicBezTo>
                  <a:cubicBezTo>
                    <a:pt x="1087" y="5266"/>
                    <a:pt x="1079" y="5290"/>
                    <a:pt x="1144" y="5290"/>
                  </a:cubicBezTo>
                  <a:cubicBezTo>
                    <a:pt x="1259" y="5313"/>
                    <a:pt x="1316" y="5380"/>
                    <a:pt x="1219" y="5380"/>
                  </a:cubicBezTo>
                  <a:cubicBezTo>
                    <a:pt x="1213" y="5380"/>
                    <a:pt x="1207" y="5380"/>
                    <a:pt x="1201" y="5380"/>
                  </a:cubicBezTo>
                  <a:lnTo>
                    <a:pt x="1201" y="5380"/>
                  </a:lnTo>
                  <a:cubicBezTo>
                    <a:pt x="1201" y="5380"/>
                    <a:pt x="1201" y="5404"/>
                    <a:pt x="1258" y="5428"/>
                  </a:cubicBezTo>
                  <a:cubicBezTo>
                    <a:pt x="1379" y="5453"/>
                    <a:pt x="1379" y="5453"/>
                    <a:pt x="1258" y="5453"/>
                  </a:cubicBezTo>
                  <a:cubicBezTo>
                    <a:pt x="1136" y="5477"/>
                    <a:pt x="1136" y="5493"/>
                    <a:pt x="1258" y="5517"/>
                  </a:cubicBezTo>
                  <a:cubicBezTo>
                    <a:pt x="1258" y="5517"/>
                    <a:pt x="1314" y="5542"/>
                    <a:pt x="1258" y="5566"/>
                  </a:cubicBezTo>
                  <a:cubicBezTo>
                    <a:pt x="1198" y="5611"/>
                    <a:pt x="1138" y="5731"/>
                    <a:pt x="1224" y="5731"/>
                  </a:cubicBezTo>
                  <a:cubicBezTo>
                    <a:pt x="1231" y="5731"/>
                    <a:pt x="1240" y="5730"/>
                    <a:pt x="1250" y="5728"/>
                  </a:cubicBezTo>
                  <a:lnTo>
                    <a:pt x="1250" y="5777"/>
                  </a:lnTo>
                  <a:cubicBezTo>
                    <a:pt x="1193" y="5817"/>
                    <a:pt x="1193" y="5842"/>
                    <a:pt x="1250" y="5866"/>
                  </a:cubicBezTo>
                  <a:lnTo>
                    <a:pt x="1306" y="5890"/>
                  </a:lnTo>
                  <a:cubicBezTo>
                    <a:pt x="1250" y="5890"/>
                    <a:pt x="1185" y="5915"/>
                    <a:pt x="1185" y="5931"/>
                  </a:cubicBezTo>
                  <a:cubicBezTo>
                    <a:pt x="1185" y="5955"/>
                    <a:pt x="1185" y="5955"/>
                    <a:pt x="1250" y="5955"/>
                  </a:cubicBezTo>
                  <a:cubicBezTo>
                    <a:pt x="1265" y="5951"/>
                    <a:pt x="1277" y="5949"/>
                    <a:pt x="1285" y="5949"/>
                  </a:cubicBezTo>
                  <a:cubicBezTo>
                    <a:pt x="1306" y="5949"/>
                    <a:pt x="1306" y="5962"/>
                    <a:pt x="1306" y="5980"/>
                  </a:cubicBezTo>
                  <a:cubicBezTo>
                    <a:pt x="1306" y="6004"/>
                    <a:pt x="1241" y="6028"/>
                    <a:pt x="1185" y="6028"/>
                  </a:cubicBezTo>
                  <a:lnTo>
                    <a:pt x="1185" y="6053"/>
                  </a:lnTo>
                  <a:cubicBezTo>
                    <a:pt x="1289" y="6053"/>
                    <a:pt x="1304" y="6070"/>
                    <a:pt x="1265" y="6070"/>
                  </a:cubicBezTo>
                  <a:cubicBezTo>
                    <a:pt x="1259" y="6070"/>
                    <a:pt x="1251" y="6070"/>
                    <a:pt x="1241" y="6069"/>
                  </a:cubicBezTo>
                  <a:cubicBezTo>
                    <a:pt x="1185" y="6093"/>
                    <a:pt x="1185" y="6117"/>
                    <a:pt x="1185" y="6142"/>
                  </a:cubicBezTo>
                  <a:cubicBezTo>
                    <a:pt x="1223" y="6142"/>
                    <a:pt x="1210" y="6152"/>
                    <a:pt x="1197" y="6152"/>
                  </a:cubicBezTo>
                  <a:cubicBezTo>
                    <a:pt x="1191" y="6152"/>
                    <a:pt x="1185" y="6150"/>
                    <a:pt x="1185" y="6142"/>
                  </a:cubicBezTo>
                  <a:lnTo>
                    <a:pt x="1128" y="6142"/>
                  </a:lnTo>
                  <a:cubicBezTo>
                    <a:pt x="1063" y="6166"/>
                    <a:pt x="1128" y="6166"/>
                    <a:pt x="1185" y="6166"/>
                  </a:cubicBezTo>
                  <a:lnTo>
                    <a:pt x="1185" y="6207"/>
                  </a:lnTo>
                  <a:cubicBezTo>
                    <a:pt x="1185" y="6224"/>
                    <a:pt x="1185" y="6241"/>
                    <a:pt x="1205" y="6241"/>
                  </a:cubicBezTo>
                  <a:cubicBezTo>
                    <a:pt x="1213" y="6241"/>
                    <a:pt x="1225" y="6238"/>
                    <a:pt x="1241" y="6231"/>
                  </a:cubicBezTo>
                  <a:cubicBezTo>
                    <a:pt x="1298" y="6231"/>
                    <a:pt x="1363" y="6231"/>
                    <a:pt x="1363" y="6255"/>
                  </a:cubicBezTo>
                  <a:cubicBezTo>
                    <a:pt x="1401" y="6255"/>
                    <a:pt x="1388" y="6266"/>
                    <a:pt x="1376" y="6266"/>
                  </a:cubicBezTo>
                  <a:cubicBezTo>
                    <a:pt x="1369" y="6266"/>
                    <a:pt x="1363" y="6263"/>
                    <a:pt x="1363" y="6255"/>
                  </a:cubicBezTo>
                  <a:cubicBezTo>
                    <a:pt x="1298" y="6255"/>
                    <a:pt x="1241" y="6255"/>
                    <a:pt x="1241" y="6280"/>
                  </a:cubicBezTo>
                  <a:cubicBezTo>
                    <a:pt x="1241" y="6304"/>
                    <a:pt x="1177" y="6304"/>
                    <a:pt x="1177" y="6304"/>
                  </a:cubicBezTo>
                  <a:cubicBezTo>
                    <a:pt x="1163" y="6301"/>
                    <a:pt x="1152" y="6300"/>
                    <a:pt x="1143" y="6300"/>
                  </a:cubicBezTo>
                  <a:cubicBezTo>
                    <a:pt x="1076" y="6300"/>
                    <a:pt x="1127" y="6372"/>
                    <a:pt x="1177" y="6393"/>
                  </a:cubicBezTo>
                  <a:cubicBezTo>
                    <a:pt x="1298" y="6442"/>
                    <a:pt x="1298" y="6466"/>
                    <a:pt x="1177" y="6466"/>
                  </a:cubicBezTo>
                  <a:cubicBezTo>
                    <a:pt x="1055" y="6466"/>
                    <a:pt x="1177" y="6507"/>
                    <a:pt x="1355" y="6531"/>
                  </a:cubicBezTo>
                  <a:lnTo>
                    <a:pt x="1533" y="6555"/>
                  </a:lnTo>
                  <a:lnTo>
                    <a:pt x="1355" y="6555"/>
                  </a:lnTo>
                  <a:cubicBezTo>
                    <a:pt x="1112" y="6580"/>
                    <a:pt x="1112" y="6580"/>
                    <a:pt x="1233" y="6644"/>
                  </a:cubicBezTo>
                  <a:cubicBezTo>
                    <a:pt x="1290" y="6693"/>
                    <a:pt x="1290" y="6693"/>
                    <a:pt x="1233" y="6693"/>
                  </a:cubicBezTo>
                  <a:cubicBezTo>
                    <a:pt x="1168" y="6693"/>
                    <a:pt x="1168" y="6717"/>
                    <a:pt x="1168" y="6782"/>
                  </a:cubicBezTo>
                  <a:cubicBezTo>
                    <a:pt x="1168" y="6855"/>
                    <a:pt x="1168" y="6879"/>
                    <a:pt x="1225" y="6879"/>
                  </a:cubicBezTo>
                  <a:lnTo>
                    <a:pt x="1225" y="6920"/>
                  </a:lnTo>
                  <a:cubicBezTo>
                    <a:pt x="1127" y="6940"/>
                    <a:pt x="1151" y="6975"/>
                    <a:pt x="1228" y="6975"/>
                  </a:cubicBezTo>
                  <a:cubicBezTo>
                    <a:pt x="1246" y="6975"/>
                    <a:pt x="1267" y="6973"/>
                    <a:pt x="1290" y="6969"/>
                  </a:cubicBezTo>
                  <a:lnTo>
                    <a:pt x="1290" y="6969"/>
                  </a:lnTo>
                  <a:cubicBezTo>
                    <a:pt x="1290" y="6969"/>
                    <a:pt x="1290" y="6993"/>
                    <a:pt x="1282" y="7017"/>
                  </a:cubicBezTo>
                  <a:lnTo>
                    <a:pt x="1225" y="7017"/>
                  </a:lnTo>
                  <a:cubicBezTo>
                    <a:pt x="1168" y="7017"/>
                    <a:pt x="1168" y="7058"/>
                    <a:pt x="1160" y="7244"/>
                  </a:cubicBezTo>
                  <a:cubicBezTo>
                    <a:pt x="1160" y="7455"/>
                    <a:pt x="1160" y="7471"/>
                    <a:pt x="1274" y="7471"/>
                  </a:cubicBezTo>
                  <a:cubicBezTo>
                    <a:pt x="1396" y="7496"/>
                    <a:pt x="1396" y="7520"/>
                    <a:pt x="1274" y="7520"/>
                  </a:cubicBezTo>
                  <a:cubicBezTo>
                    <a:pt x="1217" y="7520"/>
                    <a:pt x="1160" y="7544"/>
                    <a:pt x="1217" y="7544"/>
                  </a:cubicBezTo>
                  <a:cubicBezTo>
                    <a:pt x="1209" y="7577"/>
                    <a:pt x="1185" y="7601"/>
                    <a:pt x="1160" y="7609"/>
                  </a:cubicBezTo>
                  <a:cubicBezTo>
                    <a:pt x="1039" y="7682"/>
                    <a:pt x="1096" y="7706"/>
                    <a:pt x="1152" y="7706"/>
                  </a:cubicBezTo>
                  <a:cubicBezTo>
                    <a:pt x="1188" y="7699"/>
                    <a:pt x="1208" y="7696"/>
                    <a:pt x="1218" y="7696"/>
                  </a:cubicBezTo>
                  <a:cubicBezTo>
                    <a:pt x="1240" y="7696"/>
                    <a:pt x="1198" y="7714"/>
                    <a:pt x="1152" y="7731"/>
                  </a:cubicBezTo>
                  <a:cubicBezTo>
                    <a:pt x="1096" y="7747"/>
                    <a:pt x="1039" y="7771"/>
                    <a:pt x="1096" y="7771"/>
                  </a:cubicBezTo>
                  <a:cubicBezTo>
                    <a:pt x="1152" y="7796"/>
                    <a:pt x="1209" y="7933"/>
                    <a:pt x="1096" y="7933"/>
                  </a:cubicBezTo>
                  <a:cubicBezTo>
                    <a:pt x="1096" y="7933"/>
                    <a:pt x="1096" y="7958"/>
                    <a:pt x="1096" y="7982"/>
                  </a:cubicBezTo>
                  <a:cubicBezTo>
                    <a:pt x="1152" y="7982"/>
                    <a:pt x="1152" y="8023"/>
                    <a:pt x="1152" y="8071"/>
                  </a:cubicBezTo>
                  <a:cubicBezTo>
                    <a:pt x="1152" y="8120"/>
                    <a:pt x="1152" y="8144"/>
                    <a:pt x="1087" y="8144"/>
                  </a:cubicBezTo>
                  <a:cubicBezTo>
                    <a:pt x="1072" y="8138"/>
                    <a:pt x="1060" y="8135"/>
                    <a:pt x="1053" y="8135"/>
                  </a:cubicBezTo>
                  <a:cubicBezTo>
                    <a:pt x="1035" y="8135"/>
                    <a:pt x="1046" y="8155"/>
                    <a:pt x="1087" y="8185"/>
                  </a:cubicBezTo>
                  <a:cubicBezTo>
                    <a:pt x="1087" y="8209"/>
                    <a:pt x="1209" y="8233"/>
                    <a:pt x="1209" y="8258"/>
                  </a:cubicBezTo>
                  <a:cubicBezTo>
                    <a:pt x="1266" y="8258"/>
                    <a:pt x="1331" y="8274"/>
                    <a:pt x="1323" y="8298"/>
                  </a:cubicBezTo>
                  <a:lnTo>
                    <a:pt x="1144" y="8298"/>
                  </a:lnTo>
                  <a:cubicBezTo>
                    <a:pt x="1144" y="8323"/>
                    <a:pt x="1144" y="8347"/>
                    <a:pt x="1209" y="8347"/>
                  </a:cubicBezTo>
                  <a:cubicBezTo>
                    <a:pt x="1144" y="8371"/>
                    <a:pt x="1144" y="8396"/>
                    <a:pt x="1144" y="8436"/>
                  </a:cubicBezTo>
                  <a:cubicBezTo>
                    <a:pt x="1144" y="8485"/>
                    <a:pt x="1144" y="8533"/>
                    <a:pt x="1201" y="8550"/>
                  </a:cubicBezTo>
                  <a:cubicBezTo>
                    <a:pt x="1087" y="8558"/>
                    <a:pt x="1087" y="8736"/>
                    <a:pt x="1201" y="8736"/>
                  </a:cubicBezTo>
                  <a:cubicBezTo>
                    <a:pt x="1266" y="8736"/>
                    <a:pt x="1266" y="8760"/>
                    <a:pt x="1201" y="8785"/>
                  </a:cubicBezTo>
                  <a:cubicBezTo>
                    <a:pt x="1144" y="8809"/>
                    <a:pt x="1144" y="8809"/>
                    <a:pt x="1201" y="8833"/>
                  </a:cubicBezTo>
                  <a:cubicBezTo>
                    <a:pt x="1258" y="8850"/>
                    <a:pt x="1201" y="8874"/>
                    <a:pt x="1144" y="8898"/>
                  </a:cubicBezTo>
                  <a:cubicBezTo>
                    <a:pt x="1023" y="8923"/>
                    <a:pt x="1023" y="8947"/>
                    <a:pt x="1079" y="8971"/>
                  </a:cubicBezTo>
                  <a:cubicBezTo>
                    <a:pt x="1120" y="8996"/>
                    <a:pt x="1144" y="9036"/>
                    <a:pt x="1136" y="9085"/>
                  </a:cubicBezTo>
                  <a:cubicBezTo>
                    <a:pt x="1183" y="9114"/>
                    <a:pt x="1196" y="9135"/>
                    <a:pt x="1221" y="9135"/>
                  </a:cubicBezTo>
                  <a:cubicBezTo>
                    <a:pt x="1231" y="9135"/>
                    <a:pt x="1242" y="9132"/>
                    <a:pt x="1258" y="9125"/>
                  </a:cubicBezTo>
                  <a:cubicBezTo>
                    <a:pt x="1298" y="9125"/>
                    <a:pt x="1339" y="9133"/>
                    <a:pt x="1379" y="9150"/>
                  </a:cubicBezTo>
                  <a:cubicBezTo>
                    <a:pt x="1413" y="9178"/>
                    <a:pt x="1407" y="9190"/>
                    <a:pt x="1396" y="9190"/>
                  </a:cubicBezTo>
                  <a:cubicBezTo>
                    <a:pt x="1389" y="9190"/>
                    <a:pt x="1379" y="9184"/>
                    <a:pt x="1379" y="9174"/>
                  </a:cubicBezTo>
                  <a:cubicBezTo>
                    <a:pt x="1352" y="9153"/>
                    <a:pt x="1336" y="9146"/>
                    <a:pt x="1323" y="9146"/>
                  </a:cubicBezTo>
                  <a:cubicBezTo>
                    <a:pt x="1304" y="9146"/>
                    <a:pt x="1290" y="9160"/>
                    <a:pt x="1258" y="9174"/>
                  </a:cubicBezTo>
                  <a:cubicBezTo>
                    <a:pt x="1217" y="9190"/>
                    <a:pt x="1193" y="9223"/>
                    <a:pt x="1201" y="9263"/>
                  </a:cubicBezTo>
                  <a:lnTo>
                    <a:pt x="1193" y="9360"/>
                  </a:lnTo>
                  <a:cubicBezTo>
                    <a:pt x="1136" y="9425"/>
                    <a:pt x="1136" y="9450"/>
                    <a:pt x="1193" y="9450"/>
                  </a:cubicBezTo>
                  <a:lnTo>
                    <a:pt x="1258" y="9450"/>
                  </a:lnTo>
                  <a:cubicBezTo>
                    <a:pt x="1136" y="9474"/>
                    <a:pt x="1136" y="9725"/>
                    <a:pt x="1258" y="9750"/>
                  </a:cubicBezTo>
                  <a:lnTo>
                    <a:pt x="1193" y="9750"/>
                  </a:lnTo>
                  <a:cubicBezTo>
                    <a:pt x="1136" y="9750"/>
                    <a:pt x="1136" y="9774"/>
                    <a:pt x="1136" y="9823"/>
                  </a:cubicBezTo>
                  <a:cubicBezTo>
                    <a:pt x="1136" y="9839"/>
                    <a:pt x="1193" y="9936"/>
                    <a:pt x="1193" y="10001"/>
                  </a:cubicBezTo>
                  <a:cubicBezTo>
                    <a:pt x="1193" y="10098"/>
                    <a:pt x="1193" y="10163"/>
                    <a:pt x="1250" y="10163"/>
                  </a:cubicBezTo>
                  <a:cubicBezTo>
                    <a:pt x="1250" y="10187"/>
                    <a:pt x="1250" y="10187"/>
                    <a:pt x="1193" y="10187"/>
                  </a:cubicBezTo>
                  <a:cubicBezTo>
                    <a:pt x="1176" y="10180"/>
                    <a:pt x="1164" y="10177"/>
                    <a:pt x="1156" y="10177"/>
                  </a:cubicBezTo>
                  <a:cubicBezTo>
                    <a:pt x="1136" y="10177"/>
                    <a:pt x="1136" y="10195"/>
                    <a:pt x="1136" y="10212"/>
                  </a:cubicBezTo>
                  <a:cubicBezTo>
                    <a:pt x="1136" y="10227"/>
                    <a:pt x="1159" y="10233"/>
                    <a:pt x="1190" y="10233"/>
                  </a:cubicBezTo>
                  <a:cubicBezTo>
                    <a:pt x="1208" y="10233"/>
                    <a:pt x="1229" y="10231"/>
                    <a:pt x="1250" y="10228"/>
                  </a:cubicBezTo>
                  <a:cubicBezTo>
                    <a:pt x="1314" y="10228"/>
                    <a:pt x="1314" y="10252"/>
                    <a:pt x="1250" y="10301"/>
                  </a:cubicBezTo>
                  <a:cubicBezTo>
                    <a:pt x="1193" y="10350"/>
                    <a:pt x="1193" y="10439"/>
                    <a:pt x="1250" y="10487"/>
                  </a:cubicBezTo>
                  <a:cubicBezTo>
                    <a:pt x="1250" y="10504"/>
                    <a:pt x="1250" y="10528"/>
                    <a:pt x="1193" y="10528"/>
                  </a:cubicBezTo>
                  <a:cubicBezTo>
                    <a:pt x="1136" y="10552"/>
                    <a:pt x="1071" y="10601"/>
                    <a:pt x="1193" y="10650"/>
                  </a:cubicBezTo>
                  <a:cubicBezTo>
                    <a:pt x="1193" y="10666"/>
                    <a:pt x="1193" y="10666"/>
                    <a:pt x="1136" y="10674"/>
                  </a:cubicBezTo>
                  <a:cubicBezTo>
                    <a:pt x="1071" y="10690"/>
                    <a:pt x="1014" y="10698"/>
                    <a:pt x="1136" y="10714"/>
                  </a:cubicBezTo>
                  <a:cubicBezTo>
                    <a:pt x="1193" y="10755"/>
                    <a:pt x="1193" y="10844"/>
                    <a:pt x="1136" y="10877"/>
                  </a:cubicBezTo>
                  <a:cubicBezTo>
                    <a:pt x="1136" y="10901"/>
                    <a:pt x="1136" y="10925"/>
                    <a:pt x="1193" y="10925"/>
                  </a:cubicBezTo>
                  <a:lnTo>
                    <a:pt x="1250" y="10917"/>
                  </a:lnTo>
                  <a:lnTo>
                    <a:pt x="1250" y="10917"/>
                  </a:lnTo>
                  <a:cubicBezTo>
                    <a:pt x="1136" y="10950"/>
                    <a:pt x="1136" y="10950"/>
                    <a:pt x="1250" y="10966"/>
                  </a:cubicBezTo>
                  <a:cubicBezTo>
                    <a:pt x="1314" y="10966"/>
                    <a:pt x="1314" y="10990"/>
                    <a:pt x="1250" y="10990"/>
                  </a:cubicBezTo>
                  <a:cubicBezTo>
                    <a:pt x="1193" y="11014"/>
                    <a:pt x="1193" y="11039"/>
                    <a:pt x="1193" y="11039"/>
                  </a:cubicBezTo>
                  <a:cubicBezTo>
                    <a:pt x="1225" y="11120"/>
                    <a:pt x="1241" y="11201"/>
                    <a:pt x="1250" y="11290"/>
                  </a:cubicBezTo>
                  <a:cubicBezTo>
                    <a:pt x="1250" y="11477"/>
                    <a:pt x="1250" y="11541"/>
                    <a:pt x="1314" y="11541"/>
                  </a:cubicBezTo>
                  <a:cubicBezTo>
                    <a:pt x="1371" y="11566"/>
                    <a:pt x="1371" y="11566"/>
                    <a:pt x="1314" y="11590"/>
                  </a:cubicBezTo>
                  <a:cubicBezTo>
                    <a:pt x="1258" y="11614"/>
                    <a:pt x="1258" y="11631"/>
                    <a:pt x="1258" y="11655"/>
                  </a:cubicBezTo>
                  <a:cubicBezTo>
                    <a:pt x="1258" y="11679"/>
                    <a:pt x="1258" y="11704"/>
                    <a:pt x="1193" y="11704"/>
                  </a:cubicBezTo>
                  <a:cubicBezTo>
                    <a:pt x="1258" y="11728"/>
                    <a:pt x="1258" y="11728"/>
                    <a:pt x="1258" y="11752"/>
                  </a:cubicBezTo>
                  <a:cubicBezTo>
                    <a:pt x="1193" y="11752"/>
                    <a:pt x="1193" y="11777"/>
                    <a:pt x="1258" y="11793"/>
                  </a:cubicBezTo>
                  <a:cubicBezTo>
                    <a:pt x="1371" y="11817"/>
                    <a:pt x="1371" y="11817"/>
                    <a:pt x="1258" y="11817"/>
                  </a:cubicBezTo>
                  <a:cubicBezTo>
                    <a:pt x="1202" y="11817"/>
                    <a:pt x="1152" y="11871"/>
                    <a:pt x="1175" y="11871"/>
                  </a:cubicBezTo>
                  <a:cubicBezTo>
                    <a:pt x="1179" y="11871"/>
                    <a:pt x="1185" y="11869"/>
                    <a:pt x="1193" y="11866"/>
                  </a:cubicBezTo>
                  <a:cubicBezTo>
                    <a:pt x="1258" y="11866"/>
                    <a:pt x="1258" y="11906"/>
                    <a:pt x="1314" y="11931"/>
                  </a:cubicBezTo>
                  <a:cubicBezTo>
                    <a:pt x="1314" y="11955"/>
                    <a:pt x="1314" y="11979"/>
                    <a:pt x="1258" y="11979"/>
                  </a:cubicBezTo>
                  <a:cubicBezTo>
                    <a:pt x="1193" y="12004"/>
                    <a:pt x="1258" y="12117"/>
                    <a:pt x="1314" y="12141"/>
                  </a:cubicBezTo>
                  <a:cubicBezTo>
                    <a:pt x="1324" y="12140"/>
                    <a:pt x="1332" y="12140"/>
                    <a:pt x="1338" y="12140"/>
                  </a:cubicBezTo>
                  <a:cubicBezTo>
                    <a:pt x="1378" y="12140"/>
                    <a:pt x="1370" y="12158"/>
                    <a:pt x="1314" y="12158"/>
                  </a:cubicBezTo>
                  <a:cubicBezTo>
                    <a:pt x="1258" y="12166"/>
                    <a:pt x="1258" y="12182"/>
                    <a:pt x="1258" y="12206"/>
                  </a:cubicBezTo>
                  <a:cubicBezTo>
                    <a:pt x="1314" y="12231"/>
                    <a:pt x="1258" y="12231"/>
                    <a:pt x="1201" y="12231"/>
                  </a:cubicBezTo>
                  <a:cubicBezTo>
                    <a:pt x="1185" y="12227"/>
                    <a:pt x="1173" y="12225"/>
                    <a:pt x="1163" y="12225"/>
                  </a:cubicBezTo>
                  <a:cubicBezTo>
                    <a:pt x="1136" y="12225"/>
                    <a:pt x="1136" y="12243"/>
                    <a:pt x="1136" y="12279"/>
                  </a:cubicBezTo>
                  <a:cubicBezTo>
                    <a:pt x="1201" y="12304"/>
                    <a:pt x="1201" y="12393"/>
                    <a:pt x="1201" y="12466"/>
                  </a:cubicBezTo>
                  <a:cubicBezTo>
                    <a:pt x="1201" y="12579"/>
                    <a:pt x="1258" y="12595"/>
                    <a:pt x="1379" y="12644"/>
                  </a:cubicBezTo>
                  <a:lnTo>
                    <a:pt x="1501" y="12660"/>
                  </a:lnTo>
                  <a:lnTo>
                    <a:pt x="1379" y="12668"/>
                  </a:lnTo>
                  <a:cubicBezTo>
                    <a:pt x="1323" y="12668"/>
                    <a:pt x="1258" y="12677"/>
                    <a:pt x="1201" y="12693"/>
                  </a:cubicBezTo>
                  <a:cubicBezTo>
                    <a:pt x="1201" y="12717"/>
                    <a:pt x="1258" y="12717"/>
                    <a:pt x="1323" y="12717"/>
                  </a:cubicBezTo>
                  <a:cubicBezTo>
                    <a:pt x="1330" y="12716"/>
                    <a:pt x="1336" y="12716"/>
                    <a:pt x="1341" y="12716"/>
                  </a:cubicBezTo>
                  <a:cubicBezTo>
                    <a:pt x="1378" y="12716"/>
                    <a:pt x="1372" y="12739"/>
                    <a:pt x="1323" y="12782"/>
                  </a:cubicBezTo>
                  <a:cubicBezTo>
                    <a:pt x="1266" y="12831"/>
                    <a:pt x="1266" y="12855"/>
                    <a:pt x="1323" y="12871"/>
                  </a:cubicBezTo>
                  <a:cubicBezTo>
                    <a:pt x="1323" y="12895"/>
                    <a:pt x="1323" y="12920"/>
                    <a:pt x="1266" y="12944"/>
                  </a:cubicBezTo>
                  <a:cubicBezTo>
                    <a:pt x="1266" y="12968"/>
                    <a:pt x="1266" y="12968"/>
                    <a:pt x="1323" y="12968"/>
                  </a:cubicBezTo>
                  <a:cubicBezTo>
                    <a:pt x="1379" y="12968"/>
                    <a:pt x="1379" y="12985"/>
                    <a:pt x="1323" y="13009"/>
                  </a:cubicBezTo>
                  <a:cubicBezTo>
                    <a:pt x="1201" y="13041"/>
                    <a:pt x="1201" y="13106"/>
                    <a:pt x="1266" y="13106"/>
                  </a:cubicBezTo>
                  <a:cubicBezTo>
                    <a:pt x="1323" y="13106"/>
                    <a:pt x="1323" y="13131"/>
                    <a:pt x="1323" y="13147"/>
                  </a:cubicBezTo>
                  <a:cubicBezTo>
                    <a:pt x="1323" y="13171"/>
                    <a:pt x="1323" y="13195"/>
                    <a:pt x="1387" y="13220"/>
                  </a:cubicBezTo>
                  <a:lnTo>
                    <a:pt x="1387" y="13260"/>
                  </a:lnTo>
                  <a:cubicBezTo>
                    <a:pt x="1387" y="13268"/>
                    <a:pt x="1382" y="13271"/>
                    <a:pt x="1375" y="13271"/>
                  </a:cubicBezTo>
                  <a:cubicBezTo>
                    <a:pt x="1358" y="13271"/>
                    <a:pt x="1331" y="13255"/>
                    <a:pt x="1331" y="13244"/>
                  </a:cubicBezTo>
                  <a:lnTo>
                    <a:pt x="1266" y="13268"/>
                  </a:lnTo>
                  <a:cubicBezTo>
                    <a:pt x="1274" y="13309"/>
                    <a:pt x="1274" y="13333"/>
                    <a:pt x="1331" y="13349"/>
                  </a:cubicBezTo>
                  <a:cubicBezTo>
                    <a:pt x="1452" y="13366"/>
                    <a:pt x="1452" y="13366"/>
                    <a:pt x="1339" y="13374"/>
                  </a:cubicBezTo>
                  <a:cubicBezTo>
                    <a:pt x="1274" y="13374"/>
                    <a:pt x="1217" y="13406"/>
                    <a:pt x="1274" y="13422"/>
                  </a:cubicBezTo>
                  <a:cubicBezTo>
                    <a:pt x="1396" y="13431"/>
                    <a:pt x="1339" y="13463"/>
                    <a:pt x="1282" y="13471"/>
                  </a:cubicBezTo>
                  <a:cubicBezTo>
                    <a:pt x="1249" y="13467"/>
                    <a:pt x="1225" y="13464"/>
                    <a:pt x="1210" y="13464"/>
                  </a:cubicBezTo>
                  <a:cubicBezTo>
                    <a:pt x="1170" y="13464"/>
                    <a:pt x="1196" y="13483"/>
                    <a:pt x="1290" y="13536"/>
                  </a:cubicBezTo>
                  <a:cubicBezTo>
                    <a:pt x="1298" y="13576"/>
                    <a:pt x="1371" y="13658"/>
                    <a:pt x="1379" y="13722"/>
                  </a:cubicBezTo>
                  <a:cubicBezTo>
                    <a:pt x="1387" y="13812"/>
                    <a:pt x="1412" y="13852"/>
                    <a:pt x="1355" y="13885"/>
                  </a:cubicBezTo>
                  <a:cubicBezTo>
                    <a:pt x="1344" y="13888"/>
                    <a:pt x="1334" y="13891"/>
                    <a:pt x="1325" y="13894"/>
                  </a:cubicBezTo>
                  <a:lnTo>
                    <a:pt x="1325" y="13894"/>
                  </a:lnTo>
                  <a:cubicBezTo>
                    <a:pt x="1346" y="13889"/>
                    <a:pt x="1362" y="13886"/>
                    <a:pt x="1375" y="13886"/>
                  </a:cubicBezTo>
                  <a:cubicBezTo>
                    <a:pt x="1417" y="13886"/>
                    <a:pt x="1425" y="13912"/>
                    <a:pt x="1436" y="13958"/>
                  </a:cubicBezTo>
                  <a:cubicBezTo>
                    <a:pt x="1396" y="14039"/>
                    <a:pt x="1468" y="14063"/>
                    <a:pt x="1533" y="14063"/>
                  </a:cubicBezTo>
                  <a:lnTo>
                    <a:pt x="1517" y="14022"/>
                  </a:lnTo>
                  <a:cubicBezTo>
                    <a:pt x="1559" y="14008"/>
                    <a:pt x="1586" y="14000"/>
                    <a:pt x="1602" y="14000"/>
                  </a:cubicBezTo>
                  <a:cubicBezTo>
                    <a:pt x="1629" y="14000"/>
                    <a:pt x="1621" y="14022"/>
                    <a:pt x="1590" y="14063"/>
                  </a:cubicBezTo>
                  <a:cubicBezTo>
                    <a:pt x="1598" y="14079"/>
                    <a:pt x="1541" y="14103"/>
                    <a:pt x="1485" y="14128"/>
                  </a:cubicBezTo>
                  <a:cubicBezTo>
                    <a:pt x="1436" y="14144"/>
                    <a:pt x="1387" y="14185"/>
                    <a:pt x="1396" y="14209"/>
                  </a:cubicBezTo>
                  <a:cubicBezTo>
                    <a:pt x="1400" y="14222"/>
                    <a:pt x="1405" y="14234"/>
                    <a:pt x="1415" y="14234"/>
                  </a:cubicBezTo>
                  <a:cubicBezTo>
                    <a:pt x="1423" y="14234"/>
                    <a:pt x="1434" y="14227"/>
                    <a:pt x="1452" y="14209"/>
                  </a:cubicBezTo>
                  <a:cubicBezTo>
                    <a:pt x="1481" y="14197"/>
                    <a:pt x="1495" y="14191"/>
                    <a:pt x="1503" y="14191"/>
                  </a:cubicBezTo>
                  <a:cubicBezTo>
                    <a:pt x="1511" y="14191"/>
                    <a:pt x="1513" y="14197"/>
                    <a:pt x="1517" y="14209"/>
                  </a:cubicBezTo>
                  <a:cubicBezTo>
                    <a:pt x="1524" y="14223"/>
                    <a:pt x="1531" y="14243"/>
                    <a:pt x="1575" y="14243"/>
                  </a:cubicBezTo>
                  <a:cubicBezTo>
                    <a:pt x="1582" y="14243"/>
                    <a:pt x="1589" y="14242"/>
                    <a:pt x="1598" y="14241"/>
                  </a:cubicBezTo>
                  <a:cubicBezTo>
                    <a:pt x="1612" y="14237"/>
                    <a:pt x="1624" y="14235"/>
                    <a:pt x="1633" y="14235"/>
                  </a:cubicBezTo>
                  <a:cubicBezTo>
                    <a:pt x="1656" y="14235"/>
                    <a:pt x="1665" y="14246"/>
                    <a:pt x="1671" y="14258"/>
                  </a:cubicBezTo>
                  <a:cubicBezTo>
                    <a:pt x="1647" y="14282"/>
                    <a:pt x="1631" y="14314"/>
                    <a:pt x="1639" y="14339"/>
                  </a:cubicBezTo>
                  <a:cubicBezTo>
                    <a:pt x="1655" y="14332"/>
                    <a:pt x="1662" y="14329"/>
                    <a:pt x="1662" y="14329"/>
                  </a:cubicBezTo>
                  <a:lnTo>
                    <a:pt x="1662" y="14329"/>
                  </a:lnTo>
                  <a:cubicBezTo>
                    <a:pt x="1664" y="14329"/>
                    <a:pt x="1625" y="14348"/>
                    <a:pt x="1590" y="14371"/>
                  </a:cubicBezTo>
                  <a:cubicBezTo>
                    <a:pt x="1550" y="14387"/>
                    <a:pt x="1517" y="14412"/>
                    <a:pt x="1493" y="14444"/>
                  </a:cubicBezTo>
                  <a:cubicBezTo>
                    <a:pt x="1495" y="14448"/>
                    <a:pt x="1500" y="14450"/>
                    <a:pt x="1506" y="14450"/>
                  </a:cubicBezTo>
                  <a:cubicBezTo>
                    <a:pt x="1526" y="14450"/>
                    <a:pt x="1558" y="14436"/>
                    <a:pt x="1558" y="14436"/>
                  </a:cubicBezTo>
                  <a:cubicBezTo>
                    <a:pt x="1558" y="14436"/>
                    <a:pt x="1559" y="14435"/>
                    <a:pt x="1560" y="14435"/>
                  </a:cubicBezTo>
                  <a:cubicBezTo>
                    <a:pt x="1600" y="14435"/>
                    <a:pt x="1875" y="14866"/>
                    <a:pt x="1923" y="14914"/>
                  </a:cubicBezTo>
                  <a:cubicBezTo>
                    <a:pt x="1911" y="14965"/>
                    <a:pt x="1931" y="15004"/>
                    <a:pt x="1953" y="15004"/>
                  </a:cubicBezTo>
                  <a:cubicBezTo>
                    <a:pt x="1962" y="15004"/>
                    <a:pt x="1972" y="14996"/>
                    <a:pt x="1979" y="14979"/>
                  </a:cubicBezTo>
                  <a:cubicBezTo>
                    <a:pt x="1988" y="14972"/>
                    <a:pt x="1996" y="14969"/>
                    <a:pt x="2006" y="14969"/>
                  </a:cubicBezTo>
                  <a:cubicBezTo>
                    <a:pt x="2051" y="14969"/>
                    <a:pt x="2109" y="15043"/>
                    <a:pt x="2190" y="15117"/>
                  </a:cubicBezTo>
                  <a:cubicBezTo>
                    <a:pt x="2279" y="15199"/>
                    <a:pt x="2348" y="15262"/>
                    <a:pt x="2389" y="15262"/>
                  </a:cubicBezTo>
                  <a:cubicBezTo>
                    <a:pt x="2401" y="15262"/>
                    <a:pt x="2410" y="15257"/>
                    <a:pt x="2417" y="15247"/>
                  </a:cubicBezTo>
                  <a:lnTo>
                    <a:pt x="2474" y="15287"/>
                  </a:lnTo>
                  <a:cubicBezTo>
                    <a:pt x="2486" y="15297"/>
                    <a:pt x="2504" y="15299"/>
                    <a:pt x="2521" y="15299"/>
                  </a:cubicBezTo>
                  <a:cubicBezTo>
                    <a:pt x="2536" y="15299"/>
                    <a:pt x="2550" y="15297"/>
                    <a:pt x="2562" y="15297"/>
                  </a:cubicBezTo>
                  <a:cubicBezTo>
                    <a:pt x="2573" y="15297"/>
                    <a:pt x="2583" y="15299"/>
                    <a:pt x="2587" y="15303"/>
                  </a:cubicBezTo>
                  <a:cubicBezTo>
                    <a:pt x="2611" y="15286"/>
                    <a:pt x="2626" y="15279"/>
                    <a:pt x="2633" y="15279"/>
                  </a:cubicBezTo>
                  <a:cubicBezTo>
                    <a:pt x="2641" y="15279"/>
                    <a:pt x="2632" y="15293"/>
                    <a:pt x="2604" y="15312"/>
                  </a:cubicBezTo>
                  <a:cubicBezTo>
                    <a:pt x="2571" y="15360"/>
                    <a:pt x="2539" y="15417"/>
                    <a:pt x="2555" y="15425"/>
                  </a:cubicBezTo>
                  <a:cubicBezTo>
                    <a:pt x="2562" y="15429"/>
                    <a:pt x="2570" y="15432"/>
                    <a:pt x="2576" y="15432"/>
                  </a:cubicBezTo>
                  <a:cubicBezTo>
                    <a:pt x="2607" y="15432"/>
                    <a:pt x="2634" y="15392"/>
                    <a:pt x="2660" y="15352"/>
                  </a:cubicBezTo>
                  <a:cubicBezTo>
                    <a:pt x="2681" y="15316"/>
                    <a:pt x="2695" y="15309"/>
                    <a:pt x="2703" y="15309"/>
                  </a:cubicBezTo>
                  <a:cubicBezTo>
                    <a:pt x="2707" y="15309"/>
                    <a:pt x="2709" y="15312"/>
                    <a:pt x="2709" y="15312"/>
                  </a:cubicBezTo>
                  <a:cubicBezTo>
                    <a:pt x="2725" y="15320"/>
                    <a:pt x="2725" y="15320"/>
                    <a:pt x="2693" y="15368"/>
                  </a:cubicBezTo>
                  <a:lnTo>
                    <a:pt x="2628" y="15474"/>
                  </a:lnTo>
                  <a:lnTo>
                    <a:pt x="2652" y="15482"/>
                  </a:lnTo>
                  <a:cubicBezTo>
                    <a:pt x="2670" y="15445"/>
                    <a:pt x="2689" y="15441"/>
                    <a:pt x="2697" y="15441"/>
                  </a:cubicBezTo>
                  <a:cubicBezTo>
                    <a:pt x="2699" y="15441"/>
                    <a:pt x="2701" y="15441"/>
                    <a:pt x="2701" y="15441"/>
                  </a:cubicBezTo>
                  <a:cubicBezTo>
                    <a:pt x="2717" y="15457"/>
                    <a:pt x="2717" y="15457"/>
                    <a:pt x="2652" y="15555"/>
                  </a:cubicBezTo>
                  <a:cubicBezTo>
                    <a:pt x="2621" y="15613"/>
                    <a:pt x="2614" y="15644"/>
                    <a:pt x="2627" y="15644"/>
                  </a:cubicBezTo>
                  <a:cubicBezTo>
                    <a:pt x="2637" y="15644"/>
                    <a:pt x="2660" y="15623"/>
                    <a:pt x="2693" y="15579"/>
                  </a:cubicBezTo>
                  <a:lnTo>
                    <a:pt x="2758" y="15555"/>
                  </a:lnTo>
                  <a:lnTo>
                    <a:pt x="2758" y="15555"/>
                  </a:lnTo>
                  <a:cubicBezTo>
                    <a:pt x="2746" y="15597"/>
                    <a:pt x="2751" y="15612"/>
                    <a:pt x="2766" y="15612"/>
                  </a:cubicBezTo>
                  <a:cubicBezTo>
                    <a:pt x="2790" y="15612"/>
                    <a:pt x="2838" y="15569"/>
                    <a:pt x="2863" y="15539"/>
                  </a:cubicBezTo>
                  <a:lnTo>
                    <a:pt x="2863" y="15539"/>
                  </a:lnTo>
                  <a:cubicBezTo>
                    <a:pt x="2845" y="15602"/>
                    <a:pt x="2844" y="15635"/>
                    <a:pt x="2859" y="15635"/>
                  </a:cubicBezTo>
                  <a:cubicBezTo>
                    <a:pt x="2870" y="15635"/>
                    <a:pt x="2891" y="15614"/>
                    <a:pt x="2920" y="15571"/>
                  </a:cubicBezTo>
                  <a:cubicBezTo>
                    <a:pt x="2934" y="15545"/>
                    <a:pt x="2946" y="15533"/>
                    <a:pt x="2953" y="15533"/>
                  </a:cubicBezTo>
                  <a:cubicBezTo>
                    <a:pt x="2962" y="15533"/>
                    <a:pt x="2965" y="15552"/>
                    <a:pt x="2960" y="15587"/>
                  </a:cubicBezTo>
                  <a:cubicBezTo>
                    <a:pt x="2952" y="15652"/>
                    <a:pt x="2977" y="15660"/>
                    <a:pt x="3017" y="15676"/>
                  </a:cubicBezTo>
                  <a:cubicBezTo>
                    <a:pt x="3027" y="15664"/>
                    <a:pt x="3043" y="15659"/>
                    <a:pt x="3065" y="15659"/>
                  </a:cubicBezTo>
                  <a:cubicBezTo>
                    <a:pt x="3129" y="15659"/>
                    <a:pt x="3238" y="15705"/>
                    <a:pt x="3366" y="15741"/>
                  </a:cubicBezTo>
                  <a:cubicBezTo>
                    <a:pt x="3461" y="15772"/>
                    <a:pt x="3545" y="15788"/>
                    <a:pt x="3602" y="15788"/>
                  </a:cubicBezTo>
                  <a:cubicBezTo>
                    <a:pt x="3652" y="15788"/>
                    <a:pt x="3682" y="15776"/>
                    <a:pt x="3682" y="15749"/>
                  </a:cubicBezTo>
                  <a:cubicBezTo>
                    <a:pt x="3706" y="15749"/>
                    <a:pt x="3706" y="15749"/>
                    <a:pt x="3722" y="15814"/>
                  </a:cubicBezTo>
                  <a:cubicBezTo>
                    <a:pt x="3719" y="15839"/>
                    <a:pt x="3720" y="15855"/>
                    <a:pt x="3726" y="15855"/>
                  </a:cubicBezTo>
                  <a:cubicBezTo>
                    <a:pt x="3733" y="15855"/>
                    <a:pt x="3748" y="15829"/>
                    <a:pt x="3771" y="15766"/>
                  </a:cubicBezTo>
                  <a:cubicBezTo>
                    <a:pt x="3785" y="15732"/>
                    <a:pt x="3794" y="15697"/>
                    <a:pt x="3795" y="15697"/>
                  </a:cubicBezTo>
                  <a:lnTo>
                    <a:pt x="3795" y="15697"/>
                  </a:lnTo>
                  <a:cubicBezTo>
                    <a:pt x="3797" y="15697"/>
                    <a:pt x="3794" y="15715"/>
                    <a:pt x="3787" y="15766"/>
                  </a:cubicBezTo>
                  <a:cubicBezTo>
                    <a:pt x="3779" y="15822"/>
                    <a:pt x="3828" y="15830"/>
                    <a:pt x="3909" y="15830"/>
                  </a:cubicBezTo>
                  <a:cubicBezTo>
                    <a:pt x="3931" y="15833"/>
                    <a:pt x="3955" y="15836"/>
                    <a:pt x="3978" y="15836"/>
                  </a:cubicBezTo>
                  <a:cubicBezTo>
                    <a:pt x="4023" y="15836"/>
                    <a:pt x="4063" y="15825"/>
                    <a:pt x="4063" y="15782"/>
                  </a:cubicBezTo>
                  <a:cubicBezTo>
                    <a:pt x="4087" y="15753"/>
                    <a:pt x="4099" y="15739"/>
                    <a:pt x="4102" y="15739"/>
                  </a:cubicBezTo>
                  <a:lnTo>
                    <a:pt x="4102" y="15739"/>
                  </a:lnTo>
                  <a:cubicBezTo>
                    <a:pt x="4106" y="15739"/>
                    <a:pt x="4099" y="15753"/>
                    <a:pt x="4087" y="15782"/>
                  </a:cubicBezTo>
                  <a:cubicBezTo>
                    <a:pt x="4072" y="15858"/>
                    <a:pt x="4111" y="15912"/>
                    <a:pt x="4160" y="15912"/>
                  </a:cubicBezTo>
                  <a:cubicBezTo>
                    <a:pt x="4189" y="15912"/>
                    <a:pt x="4222" y="15892"/>
                    <a:pt x="4249" y="15847"/>
                  </a:cubicBezTo>
                  <a:cubicBezTo>
                    <a:pt x="4274" y="15847"/>
                    <a:pt x="4298" y="15847"/>
                    <a:pt x="4290" y="15911"/>
                  </a:cubicBezTo>
                  <a:cubicBezTo>
                    <a:pt x="4314" y="15911"/>
                    <a:pt x="4339" y="15911"/>
                    <a:pt x="4412" y="15847"/>
                  </a:cubicBezTo>
                  <a:lnTo>
                    <a:pt x="4574" y="15855"/>
                  </a:lnTo>
                  <a:cubicBezTo>
                    <a:pt x="4614" y="15855"/>
                    <a:pt x="4663" y="15798"/>
                    <a:pt x="4663" y="15798"/>
                  </a:cubicBezTo>
                  <a:lnTo>
                    <a:pt x="4687" y="15798"/>
                  </a:lnTo>
                  <a:cubicBezTo>
                    <a:pt x="4687" y="15855"/>
                    <a:pt x="4801" y="15855"/>
                    <a:pt x="4963" y="15863"/>
                  </a:cubicBezTo>
                  <a:cubicBezTo>
                    <a:pt x="5125" y="15863"/>
                    <a:pt x="5263" y="15863"/>
                    <a:pt x="5279" y="15928"/>
                  </a:cubicBezTo>
                  <a:cubicBezTo>
                    <a:pt x="5279" y="15928"/>
                    <a:pt x="5303" y="15928"/>
                    <a:pt x="5328" y="15871"/>
                  </a:cubicBezTo>
                  <a:cubicBezTo>
                    <a:pt x="5342" y="15799"/>
                    <a:pt x="5357" y="15769"/>
                    <a:pt x="5371" y="15769"/>
                  </a:cubicBezTo>
                  <a:cubicBezTo>
                    <a:pt x="5381" y="15769"/>
                    <a:pt x="5391" y="15783"/>
                    <a:pt x="5401" y="15806"/>
                  </a:cubicBezTo>
                  <a:cubicBezTo>
                    <a:pt x="5409" y="15868"/>
                    <a:pt x="5438" y="15898"/>
                    <a:pt x="5468" y="15898"/>
                  </a:cubicBezTo>
                  <a:cubicBezTo>
                    <a:pt x="5497" y="15898"/>
                    <a:pt x="5527" y="15870"/>
                    <a:pt x="5539" y="15814"/>
                  </a:cubicBezTo>
                  <a:lnTo>
                    <a:pt x="5539" y="15871"/>
                  </a:lnTo>
                  <a:cubicBezTo>
                    <a:pt x="5548" y="15918"/>
                    <a:pt x="5564" y="15939"/>
                    <a:pt x="5581" y="15939"/>
                  </a:cubicBezTo>
                  <a:cubicBezTo>
                    <a:pt x="5607" y="15939"/>
                    <a:pt x="5637" y="15889"/>
                    <a:pt x="5652" y="15814"/>
                  </a:cubicBezTo>
                  <a:cubicBezTo>
                    <a:pt x="5669" y="15854"/>
                    <a:pt x="5686" y="15898"/>
                    <a:pt x="5701" y="15898"/>
                  </a:cubicBezTo>
                  <a:cubicBezTo>
                    <a:pt x="5707" y="15898"/>
                    <a:pt x="5712" y="15890"/>
                    <a:pt x="5717" y="15871"/>
                  </a:cubicBezTo>
                  <a:cubicBezTo>
                    <a:pt x="5741" y="15871"/>
                    <a:pt x="5741" y="15871"/>
                    <a:pt x="5741" y="15993"/>
                  </a:cubicBezTo>
                  <a:cubicBezTo>
                    <a:pt x="5741" y="16057"/>
                    <a:pt x="5741" y="16114"/>
                    <a:pt x="5766" y="16114"/>
                  </a:cubicBezTo>
                  <a:cubicBezTo>
                    <a:pt x="5790" y="16114"/>
                    <a:pt x="5790" y="16057"/>
                    <a:pt x="5790" y="15993"/>
                  </a:cubicBezTo>
                  <a:lnTo>
                    <a:pt x="5839" y="16001"/>
                  </a:lnTo>
                  <a:cubicBezTo>
                    <a:pt x="5839" y="16001"/>
                    <a:pt x="5855" y="16001"/>
                    <a:pt x="5855" y="15936"/>
                  </a:cubicBezTo>
                  <a:cubicBezTo>
                    <a:pt x="5855" y="15879"/>
                    <a:pt x="5879" y="15879"/>
                    <a:pt x="5903" y="15879"/>
                  </a:cubicBezTo>
                  <a:cubicBezTo>
                    <a:pt x="5903" y="15896"/>
                    <a:pt x="5906" y="15903"/>
                    <a:pt x="5908" y="15903"/>
                  </a:cubicBezTo>
                  <a:cubicBezTo>
                    <a:pt x="5913" y="15903"/>
                    <a:pt x="5921" y="15862"/>
                    <a:pt x="5903" y="15822"/>
                  </a:cubicBezTo>
                  <a:cubicBezTo>
                    <a:pt x="5903" y="15757"/>
                    <a:pt x="5903" y="15701"/>
                    <a:pt x="5928" y="15701"/>
                  </a:cubicBezTo>
                  <a:lnTo>
                    <a:pt x="5928" y="15579"/>
                  </a:lnTo>
                  <a:cubicBezTo>
                    <a:pt x="5928" y="15457"/>
                    <a:pt x="5928" y="15401"/>
                    <a:pt x="5879" y="15336"/>
                  </a:cubicBezTo>
                  <a:cubicBezTo>
                    <a:pt x="5827" y="15303"/>
                    <a:pt x="5783" y="15267"/>
                    <a:pt x="5756" y="15267"/>
                  </a:cubicBezTo>
                  <a:cubicBezTo>
                    <a:pt x="5736" y="15267"/>
                    <a:pt x="5725" y="15285"/>
                    <a:pt x="5725" y="15336"/>
                  </a:cubicBezTo>
                  <a:cubicBezTo>
                    <a:pt x="5725" y="15336"/>
                    <a:pt x="5701" y="15393"/>
                    <a:pt x="5676" y="15393"/>
                  </a:cubicBezTo>
                  <a:cubicBezTo>
                    <a:pt x="5652" y="15393"/>
                    <a:pt x="5628" y="15336"/>
                    <a:pt x="5628" y="15336"/>
                  </a:cubicBezTo>
                  <a:cubicBezTo>
                    <a:pt x="5628" y="15271"/>
                    <a:pt x="5539" y="15271"/>
                    <a:pt x="5425" y="15271"/>
                  </a:cubicBezTo>
                  <a:cubicBezTo>
                    <a:pt x="5287" y="15271"/>
                    <a:pt x="5214" y="15263"/>
                    <a:pt x="5190" y="15206"/>
                  </a:cubicBezTo>
                  <a:cubicBezTo>
                    <a:pt x="5174" y="15149"/>
                    <a:pt x="5149" y="15149"/>
                    <a:pt x="5149" y="15149"/>
                  </a:cubicBezTo>
                  <a:cubicBezTo>
                    <a:pt x="5149" y="15191"/>
                    <a:pt x="5077" y="15202"/>
                    <a:pt x="4975" y="15202"/>
                  </a:cubicBezTo>
                  <a:cubicBezTo>
                    <a:pt x="4937" y="15202"/>
                    <a:pt x="4894" y="15200"/>
                    <a:pt x="4849" y="15198"/>
                  </a:cubicBezTo>
                  <a:cubicBezTo>
                    <a:pt x="4817" y="15198"/>
                    <a:pt x="4785" y="15198"/>
                    <a:pt x="4753" y="15198"/>
                  </a:cubicBezTo>
                  <a:cubicBezTo>
                    <a:pt x="4629" y="15198"/>
                    <a:pt x="4525" y="15203"/>
                    <a:pt x="4525" y="15255"/>
                  </a:cubicBezTo>
                  <a:lnTo>
                    <a:pt x="4476" y="15255"/>
                  </a:lnTo>
                  <a:cubicBezTo>
                    <a:pt x="4476" y="15190"/>
                    <a:pt x="4436" y="15190"/>
                    <a:pt x="4387" y="15190"/>
                  </a:cubicBezTo>
                  <a:cubicBezTo>
                    <a:pt x="4371" y="15222"/>
                    <a:pt x="4331" y="15247"/>
                    <a:pt x="4298" y="15247"/>
                  </a:cubicBezTo>
                  <a:cubicBezTo>
                    <a:pt x="4298" y="15190"/>
                    <a:pt x="4274" y="15190"/>
                    <a:pt x="4225" y="15190"/>
                  </a:cubicBezTo>
                  <a:cubicBezTo>
                    <a:pt x="4185" y="15190"/>
                    <a:pt x="4160" y="15190"/>
                    <a:pt x="4160" y="15247"/>
                  </a:cubicBezTo>
                  <a:cubicBezTo>
                    <a:pt x="4120" y="15247"/>
                    <a:pt x="4087" y="15247"/>
                    <a:pt x="4047" y="15239"/>
                  </a:cubicBezTo>
                  <a:cubicBezTo>
                    <a:pt x="4006" y="15230"/>
                    <a:pt x="3974" y="15206"/>
                    <a:pt x="3941" y="15174"/>
                  </a:cubicBezTo>
                  <a:cubicBezTo>
                    <a:pt x="3939" y="15157"/>
                    <a:pt x="3936" y="15150"/>
                    <a:pt x="3932" y="15150"/>
                  </a:cubicBezTo>
                  <a:cubicBezTo>
                    <a:pt x="3923" y="15150"/>
                    <a:pt x="3910" y="15190"/>
                    <a:pt x="3893" y="15230"/>
                  </a:cubicBezTo>
                  <a:cubicBezTo>
                    <a:pt x="3885" y="15295"/>
                    <a:pt x="3868" y="15352"/>
                    <a:pt x="3844" y="15352"/>
                  </a:cubicBezTo>
                  <a:cubicBezTo>
                    <a:pt x="3844" y="15352"/>
                    <a:pt x="3852" y="15287"/>
                    <a:pt x="3860" y="15230"/>
                  </a:cubicBezTo>
                  <a:cubicBezTo>
                    <a:pt x="3876" y="15174"/>
                    <a:pt x="3876" y="15174"/>
                    <a:pt x="3844" y="15166"/>
                  </a:cubicBezTo>
                  <a:lnTo>
                    <a:pt x="3812" y="15166"/>
                  </a:lnTo>
                  <a:cubicBezTo>
                    <a:pt x="3812" y="15196"/>
                    <a:pt x="3787" y="15205"/>
                    <a:pt x="3746" y="15205"/>
                  </a:cubicBezTo>
                  <a:cubicBezTo>
                    <a:pt x="3711" y="15205"/>
                    <a:pt x="3662" y="15198"/>
                    <a:pt x="3609" y="15190"/>
                  </a:cubicBezTo>
                  <a:cubicBezTo>
                    <a:pt x="3537" y="15165"/>
                    <a:pt x="3490" y="15150"/>
                    <a:pt x="3457" y="15150"/>
                  </a:cubicBezTo>
                  <a:cubicBezTo>
                    <a:pt x="3427" y="15150"/>
                    <a:pt x="3410" y="15163"/>
                    <a:pt x="3398" y="15190"/>
                  </a:cubicBezTo>
                  <a:cubicBezTo>
                    <a:pt x="3391" y="15215"/>
                    <a:pt x="3384" y="15227"/>
                    <a:pt x="3376" y="15227"/>
                  </a:cubicBezTo>
                  <a:cubicBezTo>
                    <a:pt x="3366" y="15227"/>
                    <a:pt x="3355" y="15207"/>
                    <a:pt x="3341" y="15166"/>
                  </a:cubicBezTo>
                  <a:cubicBezTo>
                    <a:pt x="3320" y="15027"/>
                    <a:pt x="3313" y="14983"/>
                    <a:pt x="3301" y="14983"/>
                  </a:cubicBezTo>
                  <a:cubicBezTo>
                    <a:pt x="3295" y="14983"/>
                    <a:pt x="3288" y="14995"/>
                    <a:pt x="3277" y="15012"/>
                  </a:cubicBezTo>
                  <a:cubicBezTo>
                    <a:pt x="3285" y="15012"/>
                    <a:pt x="3268" y="15068"/>
                    <a:pt x="3244" y="15125"/>
                  </a:cubicBezTo>
                  <a:cubicBezTo>
                    <a:pt x="3221" y="15179"/>
                    <a:pt x="3205" y="15205"/>
                    <a:pt x="3198" y="15205"/>
                  </a:cubicBezTo>
                  <a:cubicBezTo>
                    <a:pt x="3191" y="15205"/>
                    <a:pt x="3195" y="15173"/>
                    <a:pt x="3212" y="15109"/>
                  </a:cubicBezTo>
                  <a:cubicBezTo>
                    <a:pt x="3244" y="15038"/>
                    <a:pt x="3146" y="14989"/>
                    <a:pt x="3055" y="14989"/>
                  </a:cubicBezTo>
                  <a:cubicBezTo>
                    <a:pt x="3011" y="14989"/>
                    <a:pt x="2968" y="15001"/>
                    <a:pt x="2944" y="15028"/>
                  </a:cubicBezTo>
                  <a:lnTo>
                    <a:pt x="2977" y="14979"/>
                  </a:lnTo>
                  <a:cubicBezTo>
                    <a:pt x="3001" y="14930"/>
                    <a:pt x="2993" y="14922"/>
                    <a:pt x="2936" y="14882"/>
                  </a:cubicBezTo>
                  <a:cubicBezTo>
                    <a:pt x="2920" y="14874"/>
                    <a:pt x="2904" y="14866"/>
                    <a:pt x="2895" y="14857"/>
                  </a:cubicBezTo>
                  <a:cubicBezTo>
                    <a:pt x="2875" y="14885"/>
                    <a:pt x="2856" y="14896"/>
                    <a:pt x="2841" y="14896"/>
                  </a:cubicBezTo>
                  <a:cubicBezTo>
                    <a:pt x="2802" y="14896"/>
                    <a:pt x="2785" y="14828"/>
                    <a:pt x="2814" y="14793"/>
                  </a:cubicBezTo>
                  <a:cubicBezTo>
                    <a:pt x="2839" y="14736"/>
                    <a:pt x="2839" y="14736"/>
                    <a:pt x="2814" y="14720"/>
                  </a:cubicBezTo>
                  <a:cubicBezTo>
                    <a:pt x="2791" y="14731"/>
                    <a:pt x="2772" y="14736"/>
                    <a:pt x="2756" y="14736"/>
                  </a:cubicBezTo>
                  <a:cubicBezTo>
                    <a:pt x="2694" y="14736"/>
                    <a:pt x="2685" y="14663"/>
                    <a:pt x="2717" y="14630"/>
                  </a:cubicBezTo>
                  <a:lnTo>
                    <a:pt x="2693" y="14606"/>
                  </a:lnTo>
                  <a:cubicBezTo>
                    <a:pt x="2672" y="14620"/>
                    <a:pt x="2656" y="14625"/>
                    <a:pt x="2643" y="14625"/>
                  </a:cubicBezTo>
                  <a:cubicBezTo>
                    <a:pt x="2625" y="14625"/>
                    <a:pt x="2613" y="14616"/>
                    <a:pt x="2604" y="14606"/>
                  </a:cubicBezTo>
                  <a:cubicBezTo>
                    <a:pt x="2587" y="14585"/>
                    <a:pt x="2576" y="14573"/>
                    <a:pt x="2566" y="14573"/>
                  </a:cubicBezTo>
                  <a:cubicBezTo>
                    <a:pt x="2556" y="14573"/>
                    <a:pt x="2546" y="14583"/>
                    <a:pt x="2531" y="14606"/>
                  </a:cubicBezTo>
                  <a:cubicBezTo>
                    <a:pt x="2496" y="14647"/>
                    <a:pt x="2456" y="14683"/>
                    <a:pt x="2440" y="14683"/>
                  </a:cubicBezTo>
                  <a:cubicBezTo>
                    <a:pt x="2437" y="14683"/>
                    <a:pt x="2435" y="14682"/>
                    <a:pt x="2433" y="14679"/>
                  </a:cubicBezTo>
                  <a:lnTo>
                    <a:pt x="2474" y="14639"/>
                  </a:lnTo>
                  <a:cubicBezTo>
                    <a:pt x="2522" y="14598"/>
                    <a:pt x="2482" y="14558"/>
                    <a:pt x="2441" y="14509"/>
                  </a:cubicBezTo>
                  <a:cubicBezTo>
                    <a:pt x="2393" y="14436"/>
                    <a:pt x="2368" y="14412"/>
                    <a:pt x="2409" y="14363"/>
                  </a:cubicBezTo>
                  <a:lnTo>
                    <a:pt x="2409" y="14363"/>
                  </a:lnTo>
                  <a:lnTo>
                    <a:pt x="2352" y="14387"/>
                  </a:lnTo>
                  <a:cubicBezTo>
                    <a:pt x="2334" y="14392"/>
                    <a:pt x="2320" y="14395"/>
                    <a:pt x="2311" y="14395"/>
                  </a:cubicBezTo>
                  <a:cubicBezTo>
                    <a:pt x="2292" y="14395"/>
                    <a:pt x="2295" y="14383"/>
                    <a:pt x="2328" y="14355"/>
                  </a:cubicBezTo>
                  <a:cubicBezTo>
                    <a:pt x="2368" y="14306"/>
                    <a:pt x="2344" y="14258"/>
                    <a:pt x="2271" y="14258"/>
                  </a:cubicBezTo>
                  <a:lnTo>
                    <a:pt x="2255" y="14225"/>
                  </a:lnTo>
                  <a:cubicBezTo>
                    <a:pt x="2320" y="14172"/>
                    <a:pt x="2329" y="14136"/>
                    <a:pt x="2285" y="14136"/>
                  </a:cubicBezTo>
                  <a:cubicBezTo>
                    <a:pt x="2269" y="14136"/>
                    <a:pt x="2245" y="14141"/>
                    <a:pt x="2214" y="14152"/>
                  </a:cubicBezTo>
                  <a:cubicBezTo>
                    <a:pt x="2263" y="14128"/>
                    <a:pt x="2263" y="14112"/>
                    <a:pt x="2255" y="14095"/>
                  </a:cubicBezTo>
                  <a:cubicBezTo>
                    <a:pt x="2182" y="14095"/>
                    <a:pt x="2158" y="14031"/>
                    <a:pt x="2214" y="14006"/>
                  </a:cubicBezTo>
                  <a:lnTo>
                    <a:pt x="2206" y="13990"/>
                  </a:lnTo>
                  <a:cubicBezTo>
                    <a:pt x="2191" y="13994"/>
                    <a:pt x="2178" y="13995"/>
                    <a:pt x="2169" y="13995"/>
                  </a:cubicBezTo>
                  <a:cubicBezTo>
                    <a:pt x="2138" y="13995"/>
                    <a:pt x="2133" y="13980"/>
                    <a:pt x="2133" y="13974"/>
                  </a:cubicBezTo>
                  <a:cubicBezTo>
                    <a:pt x="2125" y="13958"/>
                    <a:pt x="2117" y="13941"/>
                    <a:pt x="2060" y="13941"/>
                  </a:cubicBezTo>
                  <a:cubicBezTo>
                    <a:pt x="2047" y="13943"/>
                    <a:pt x="2037" y="13944"/>
                    <a:pt x="2028" y="13944"/>
                  </a:cubicBezTo>
                  <a:cubicBezTo>
                    <a:pt x="1993" y="13944"/>
                    <a:pt x="1987" y="13933"/>
                    <a:pt x="1987" y="13933"/>
                  </a:cubicBezTo>
                  <a:cubicBezTo>
                    <a:pt x="1987" y="13917"/>
                    <a:pt x="2044" y="13909"/>
                    <a:pt x="2109" y="13909"/>
                  </a:cubicBezTo>
                  <a:cubicBezTo>
                    <a:pt x="2114" y="13910"/>
                    <a:pt x="2118" y="13910"/>
                    <a:pt x="2122" y="13910"/>
                  </a:cubicBezTo>
                  <a:cubicBezTo>
                    <a:pt x="2171" y="13910"/>
                    <a:pt x="2148" y="13868"/>
                    <a:pt x="2028" y="13860"/>
                  </a:cubicBezTo>
                  <a:cubicBezTo>
                    <a:pt x="1898" y="13852"/>
                    <a:pt x="1898" y="13852"/>
                    <a:pt x="2020" y="13844"/>
                  </a:cubicBezTo>
                  <a:cubicBezTo>
                    <a:pt x="2085" y="13844"/>
                    <a:pt x="2150" y="13836"/>
                    <a:pt x="2077" y="13828"/>
                  </a:cubicBezTo>
                  <a:cubicBezTo>
                    <a:pt x="2077" y="13828"/>
                    <a:pt x="2071" y="13807"/>
                    <a:pt x="2040" y="13807"/>
                  </a:cubicBezTo>
                  <a:cubicBezTo>
                    <a:pt x="2032" y="13807"/>
                    <a:pt x="2023" y="13808"/>
                    <a:pt x="2012" y="13812"/>
                  </a:cubicBezTo>
                  <a:lnTo>
                    <a:pt x="2004" y="13763"/>
                  </a:lnTo>
                  <a:cubicBezTo>
                    <a:pt x="2052" y="13714"/>
                    <a:pt x="2044" y="13698"/>
                    <a:pt x="2044" y="13682"/>
                  </a:cubicBezTo>
                  <a:cubicBezTo>
                    <a:pt x="1979" y="13682"/>
                    <a:pt x="1979" y="13682"/>
                    <a:pt x="2036" y="13649"/>
                  </a:cubicBezTo>
                  <a:cubicBezTo>
                    <a:pt x="2069" y="13640"/>
                    <a:pt x="2080" y="13631"/>
                    <a:pt x="2062" y="13631"/>
                  </a:cubicBezTo>
                  <a:cubicBezTo>
                    <a:pt x="2048" y="13631"/>
                    <a:pt x="2019" y="13636"/>
                    <a:pt x="1971" y="13649"/>
                  </a:cubicBezTo>
                  <a:cubicBezTo>
                    <a:pt x="1906" y="13641"/>
                    <a:pt x="1906" y="13625"/>
                    <a:pt x="1963" y="13593"/>
                  </a:cubicBezTo>
                  <a:cubicBezTo>
                    <a:pt x="2045" y="13575"/>
                    <a:pt x="2068" y="13562"/>
                    <a:pt x="2053" y="13562"/>
                  </a:cubicBezTo>
                  <a:cubicBezTo>
                    <a:pt x="2047" y="13562"/>
                    <a:pt x="2036" y="13564"/>
                    <a:pt x="2020" y="13568"/>
                  </a:cubicBezTo>
                  <a:cubicBezTo>
                    <a:pt x="1955" y="13560"/>
                    <a:pt x="1955" y="13544"/>
                    <a:pt x="1955" y="13544"/>
                  </a:cubicBezTo>
                  <a:cubicBezTo>
                    <a:pt x="2012" y="13536"/>
                    <a:pt x="1987" y="13382"/>
                    <a:pt x="1987" y="13236"/>
                  </a:cubicBezTo>
                  <a:cubicBezTo>
                    <a:pt x="1979" y="13220"/>
                    <a:pt x="1923" y="13204"/>
                    <a:pt x="1866" y="13204"/>
                  </a:cubicBezTo>
                  <a:cubicBezTo>
                    <a:pt x="1744" y="13204"/>
                    <a:pt x="1801" y="13204"/>
                    <a:pt x="1866" y="13179"/>
                  </a:cubicBezTo>
                  <a:cubicBezTo>
                    <a:pt x="2010" y="13160"/>
                    <a:pt x="2038" y="13124"/>
                    <a:pt x="1948" y="13124"/>
                  </a:cubicBezTo>
                  <a:cubicBezTo>
                    <a:pt x="1927" y="13124"/>
                    <a:pt x="1900" y="13126"/>
                    <a:pt x="1866" y="13131"/>
                  </a:cubicBezTo>
                  <a:cubicBezTo>
                    <a:pt x="1811" y="13145"/>
                    <a:pt x="1781" y="13153"/>
                    <a:pt x="1775" y="13153"/>
                  </a:cubicBezTo>
                  <a:cubicBezTo>
                    <a:pt x="1769" y="13153"/>
                    <a:pt x="1799" y="13141"/>
                    <a:pt x="1866" y="13114"/>
                  </a:cubicBezTo>
                  <a:cubicBezTo>
                    <a:pt x="1923" y="13090"/>
                    <a:pt x="1923" y="13090"/>
                    <a:pt x="1866" y="13066"/>
                  </a:cubicBezTo>
                  <a:cubicBezTo>
                    <a:pt x="1801" y="13066"/>
                    <a:pt x="1801" y="13041"/>
                    <a:pt x="1866" y="13041"/>
                  </a:cubicBezTo>
                  <a:cubicBezTo>
                    <a:pt x="1923" y="13017"/>
                    <a:pt x="1979" y="12993"/>
                    <a:pt x="1923" y="12993"/>
                  </a:cubicBezTo>
                  <a:cubicBezTo>
                    <a:pt x="1923" y="12993"/>
                    <a:pt x="1923" y="12968"/>
                    <a:pt x="1979" y="12944"/>
                  </a:cubicBezTo>
                  <a:cubicBezTo>
                    <a:pt x="2044" y="12920"/>
                    <a:pt x="1979" y="12904"/>
                    <a:pt x="1923" y="12879"/>
                  </a:cubicBezTo>
                  <a:cubicBezTo>
                    <a:pt x="1832" y="12831"/>
                    <a:pt x="1809" y="12805"/>
                    <a:pt x="1853" y="12805"/>
                  </a:cubicBezTo>
                  <a:cubicBezTo>
                    <a:pt x="1868" y="12805"/>
                    <a:pt x="1891" y="12808"/>
                    <a:pt x="1923" y="12814"/>
                  </a:cubicBezTo>
                  <a:cubicBezTo>
                    <a:pt x="1930" y="12815"/>
                    <a:pt x="1937" y="12816"/>
                    <a:pt x="1943" y="12816"/>
                  </a:cubicBezTo>
                  <a:cubicBezTo>
                    <a:pt x="2028" y="12816"/>
                    <a:pt x="1971" y="12716"/>
                    <a:pt x="1858" y="12701"/>
                  </a:cubicBezTo>
                  <a:cubicBezTo>
                    <a:pt x="1736" y="12677"/>
                    <a:pt x="1736" y="12677"/>
                    <a:pt x="1801" y="12677"/>
                  </a:cubicBezTo>
                  <a:cubicBezTo>
                    <a:pt x="1858" y="12677"/>
                    <a:pt x="1858" y="12652"/>
                    <a:pt x="1858" y="12652"/>
                  </a:cubicBezTo>
                  <a:cubicBezTo>
                    <a:pt x="1858" y="12628"/>
                    <a:pt x="1858" y="12604"/>
                    <a:pt x="1914" y="12604"/>
                  </a:cubicBezTo>
                  <a:cubicBezTo>
                    <a:pt x="1914" y="12604"/>
                    <a:pt x="1914" y="12579"/>
                    <a:pt x="1858" y="12539"/>
                  </a:cubicBezTo>
                  <a:cubicBezTo>
                    <a:pt x="1736" y="12498"/>
                    <a:pt x="1793" y="12425"/>
                    <a:pt x="1914" y="12401"/>
                  </a:cubicBezTo>
                  <a:lnTo>
                    <a:pt x="1858" y="12352"/>
                  </a:lnTo>
                  <a:cubicBezTo>
                    <a:pt x="1736" y="12336"/>
                    <a:pt x="1679" y="12312"/>
                    <a:pt x="1793" y="12312"/>
                  </a:cubicBezTo>
                  <a:lnTo>
                    <a:pt x="1858" y="12312"/>
                  </a:lnTo>
                  <a:cubicBezTo>
                    <a:pt x="1736" y="12287"/>
                    <a:pt x="1793" y="12198"/>
                    <a:pt x="1914" y="12190"/>
                  </a:cubicBezTo>
                  <a:cubicBezTo>
                    <a:pt x="1971" y="12190"/>
                    <a:pt x="1971" y="12190"/>
                    <a:pt x="1971" y="12166"/>
                  </a:cubicBezTo>
                  <a:lnTo>
                    <a:pt x="1914" y="12166"/>
                  </a:lnTo>
                  <a:cubicBezTo>
                    <a:pt x="1894" y="12169"/>
                    <a:pt x="1872" y="12171"/>
                    <a:pt x="1852" y="12171"/>
                  </a:cubicBezTo>
                  <a:cubicBezTo>
                    <a:pt x="1819" y="12171"/>
                    <a:pt x="1793" y="12165"/>
                    <a:pt x="1793" y="12150"/>
                  </a:cubicBezTo>
                  <a:cubicBezTo>
                    <a:pt x="1793" y="12125"/>
                    <a:pt x="1793" y="12101"/>
                    <a:pt x="1850" y="12101"/>
                  </a:cubicBezTo>
                  <a:cubicBezTo>
                    <a:pt x="1914" y="12077"/>
                    <a:pt x="1971" y="12052"/>
                    <a:pt x="1914" y="12052"/>
                  </a:cubicBezTo>
                  <a:cubicBezTo>
                    <a:pt x="1914" y="12052"/>
                    <a:pt x="1914" y="12028"/>
                    <a:pt x="1971" y="12004"/>
                  </a:cubicBezTo>
                  <a:cubicBezTo>
                    <a:pt x="1971" y="11987"/>
                    <a:pt x="1971" y="11963"/>
                    <a:pt x="1971" y="11914"/>
                  </a:cubicBezTo>
                  <a:cubicBezTo>
                    <a:pt x="1914" y="11898"/>
                    <a:pt x="1914" y="11850"/>
                    <a:pt x="1971" y="11850"/>
                  </a:cubicBezTo>
                  <a:cubicBezTo>
                    <a:pt x="1971" y="11817"/>
                    <a:pt x="1947" y="11785"/>
                    <a:pt x="1914" y="11777"/>
                  </a:cubicBezTo>
                  <a:cubicBezTo>
                    <a:pt x="1914" y="11736"/>
                    <a:pt x="1914" y="11712"/>
                    <a:pt x="1971" y="11712"/>
                  </a:cubicBezTo>
                  <a:cubicBezTo>
                    <a:pt x="2028" y="11712"/>
                    <a:pt x="2028" y="11712"/>
                    <a:pt x="1971" y="11687"/>
                  </a:cubicBezTo>
                  <a:cubicBezTo>
                    <a:pt x="1914" y="11687"/>
                    <a:pt x="1914" y="11663"/>
                    <a:pt x="1914" y="11639"/>
                  </a:cubicBezTo>
                  <a:lnTo>
                    <a:pt x="1914" y="11598"/>
                  </a:lnTo>
                  <a:cubicBezTo>
                    <a:pt x="1850" y="11598"/>
                    <a:pt x="1850" y="11598"/>
                    <a:pt x="1850" y="11574"/>
                  </a:cubicBezTo>
                  <a:cubicBezTo>
                    <a:pt x="1850" y="11550"/>
                    <a:pt x="1914" y="11485"/>
                    <a:pt x="1914" y="11460"/>
                  </a:cubicBezTo>
                  <a:cubicBezTo>
                    <a:pt x="1914" y="11414"/>
                    <a:pt x="1914" y="11397"/>
                    <a:pt x="1898" y="11397"/>
                  </a:cubicBezTo>
                  <a:cubicBezTo>
                    <a:pt x="1888" y="11397"/>
                    <a:pt x="1873" y="11403"/>
                    <a:pt x="1850" y="11412"/>
                  </a:cubicBezTo>
                  <a:cubicBezTo>
                    <a:pt x="1850" y="11422"/>
                    <a:pt x="1839" y="11428"/>
                    <a:pt x="1831" y="11428"/>
                  </a:cubicBezTo>
                  <a:cubicBezTo>
                    <a:pt x="1822" y="11428"/>
                    <a:pt x="1818" y="11418"/>
                    <a:pt x="1850" y="11395"/>
                  </a:cubicBezTo>
                  <a:cubicBezTo>
                    <a:pt x="1850" y="11371"/>
                    <a:pt x="1914" y="11298"/>
                    <a:pt x="1914" y="11233"/>
                  </a:cubicBezTo>
                  <a:cubicBezTo>
                    <a:pt x="1914" y="11136"/>
                    <a:pt x="1914" y="11136"/>
                    <a:pt x="1850" y="11136"/>
                  </a:cubicBezTo>
                  <a:cubicBezTo>
                    <a:pt x="1807" y="11145"/>
                    <a:pt x="1780" y="11148"/>
                    <a:pt x="1767" y="11148"/>
                  </a:cubicBezTo>
                  <a:cubicBezTo>
                    <a:pt x="1743" y="11148"/>
                    <a:pt x="1770" y="11136"/>
                    <a:pt x="1850" y="11120"/>
                  </a:cubicBezTo>
                  <a:cubicBezTo>
                    <a:pt x="1971" y="11071"/>
                    <a:pt x="1971" y="11047"/>
                    <a:pt x="1906" y="11047"/>
                  </a:cubicBezTo>
                  <a:cubicBezTo>
                    <a:pt x="1850" y="11023"/>
                    <a:pt x="1850" y="11023"/>
                    <a:pt x="1850" y="10998"/>
                  </a:cubicBezTo>
                  <a:cubicBezTo>
                    <a:pt x="1906" y="10998"/>
                    <a:pt x="1906" y="10974"/>
                    <a:pt x="1850" y="10933"/>
                  </a:cubicBezTo>
                  <a:cubicBezTo>
                    <a:pt x="1850" y="10909"/>
                    <a:pt x="1850" y="10909"/>
                    <a:pt x="1906" y="10909"/>
                  </a:cubicBezTo>
                  <a:lnTo>
                    <a:pt x="1906" y="10860"/>
                  </a:lnTo>
                  <a:cubicBezTo>
                    <a:pt x="1793" y="10820"/>
                    <a:pt x="1850" y="10682"/>
                    <a:pt x="1906" y="10658"/>
                  </a:cubicBezTo>
                  <a:cubicBezTo>
                    <a:pt x="1906" y="10658"/>
                    <a:pt x="1906" y="10633"/>
                    <a:pt x="1850" y="10609"/>
                  </a:cubicBezTo>
                  <a:cubicBezTo>
                    <a:pt x="1728" y="10593"/>
                    <a:pt x="1728" y="10569"/>
                    <a:pt x="1850" y="10569"/>
                  </a:cubicBezTo>
                  <a:cubicBezTo>
                    <a:pt x="1971" y="10560"/>
                    <a:pt x="1971" y="10560"/>
                    <a:pt x="1850" y="10544"/>
                  </a:cubicBezTo>
                  <a:cubicBezTo>
                    <a:pt x="1798" y="10522"/>
                    <a:pt x="1793" y="10427"/>
                    <a:pt x="1877" y="10427"/>
                  </a:cubicBezTo>
                  <a:cubicBezTo>
                    <a:pt x="1886" y="10427"/>
                    <a:pt x="1895" y="10428"/>
                    <a:pt x="1906" y="10431"/>
                  </a:cubicBezTo>
                  <a:lnTo>
                    <a:pt x="2028" y="10423"/>
                  </a:lnTo>
                  <a:cubicBezTo>
                    <a:pt x="1971" y="10406"/>
                    <a:pt x="1971" y="10382"/>
                    <a:pt x="1971" y="10382"/>
                  </a:cubicBezTo>
                  <a:cubicBezTo>
                    <a:pt x="1914" y="10382"/>
                    <a:pt x="1914" y="10358"/>
                    <a:pt x="1914" y="10293"/>
                  </a:cubicBezTo>
                  <a:cubicBezTo>
                    <a:pt x="1914" y="10244"/>
                    <a:pt x="1850" y="10155"/>
                    <a:pt x="1850" y="10106"/>
                  </a:cubicBezTo>
                  <a:cubicBezTo>
                    <a:pt x="1850" y="10058"/>
                    <a:pt x="1850" y="9993"/>
                    <a:pt x="1914" y="9969"/>
                  </a:cubicBezTo>
                  <a:cubicBezTo>
                    <a:pt x="1914" y="9944"/>
                    <a:pt x="1914" y="9920"/>
                    <a:pt x="1850" y="9879"/>
                  </a:cubicBezTo>
                  <a:cubicBezTo>
                    <a:pt x="1793" y="9855"/>
                    <a:pt x="1793" y="9806"/>
                    <a:pt x="1850" y="9806"/>
                  </a:cubicBezTo>
                  <a:lnTo>
                    <a:pt x="1850" y="9782"/>
                  </a:lnTo>
                  <a:cubicBezTo>
                    <a:pt x="1793" y="9742"/>
                    <a:pt x="1793" y="9717"/>
                    <a:pt x="1793" y="9717"/>
                  </a:cubicBezTo>
                  <a:cubicBezTo>
                    <a:pt x="1850" y="9717"/>
                    <a:pt x="1914" y="9693"/>
                    <a:pt x="1850" y="9669"/>
                  </a:cubicBezTo>
                  <a:cubicBezTo>
                    <a:pt x="1793" y="9669"/>
                    <a:pt x="1793" y="9652"/>
                    <a:pt x="1793" y="9604"/>
                  </a:cubicBezTo>
                  <a:cubicBezTo>
                    <a:pt x="1850" y="9555"/>
                    <a:pt x="1858" y="8801"/>
                    <a:pt x="1801" y="8801"/>
                  </a:cubicBezTo>
                  <a:lnTo>
                    <a:pt x="1801" y="8728"/>
                  </a:lnTo>
                  <a:cubicBezTo>
                    <a:pt x="1801" y="8712"/>
                    <a:pt x="1801" y="8663"/>
                    <a:pt x="1801" y="8663"/>
                  </a:cubicBezTo>
                  <a:cubicBezTo>
                    <a:pt x="1923" y="8663"/>
                    <a:pt x="1858" y="8550"/>
                    <a:pt x="1801" y="8477"/>
                  </a:cubicBezTo>
                  <a:cubicBezTo>
                    <a:pt x="1744" y="8460"/>
                    <a:pt x="1744" y="8436"/>
                    <a:pt x="1744" y="8412"/>
                  </a:cubicBezTo>
                  <a:cubicBezTo>
                    <a:pt x="1866" y="8412"/>
                    <a:pt x="1866" y="8339"/>
                    <a:pt x="1801" y="8298"/>
                  </a:cubicBezTo>
                  <a:cubicBezTo>
                    <a:pt x="1687" y="8274"/>
                    <a:pt x="1687" y="8250"/>
                    <a:pt x="1801" y="8250"/>
                  </a:cubicBezTo>
                  <a:cubicBezTo>
                    <a:pt x="1923" y="8250"/>
                    <a:pt x="1923" y="8201"/>
                    <a:pt x="1744" y="8161"/>
                  </a:cubicBezTo>
                  <a:cubicBezTo>
                    <a:pt x="1687" y="8136"/>
                    <a:pt x="1687" y="8136"/>
                    <a:pt x="1744" y="8112"/>
                  </a:cubicBezTo>
                  <a:cubicBezTo>
                    <a:pt x="1866" y="8088"/>
                    <a:pt x="1866" y="8063"/>
                    <a:pt x="1809" y="8063"/>
                  </a:cubicBezTo>
                  <a:cubicBezTo>
                    <a:pt x="1687" y="8047"/>
                    <a:pt x="1687" y="8023"/>
                    <a:pt x="1809" y="7998"/>
                  </a:cubicBezTo>
                  <a:cubicBezTo>
                    <a:pt x="1931" y="7950"/>
                    <a:pt x="1931" y="7950"/>
                    <a:pt x="1809" y="7933"/>
                  </a:cubicBezTo>
                  <a:cubicBezTo>
                    <a:pt x="1687" y="7909"/>
                    <a:pt x="1687" y="7812"/>
                    <a:pt x="1809" y="7796"/>
                  </a:cubicBezTo>
                  <a:cubicBezTo>
                    <a:pt x="1809" y="7771"/>
                    <a:pt x="1874" y="7747"/>
                    <a:pt x="1809" y="7747"/>
                  </a:cubicBezTo>
                  <a:lnTo>
                    <a:pt x="1874" y="7723"/>
                  </a:lnTo>
                  <a:cubicBezTo>
                    <a:pt x="1874" y="7698"/>
                    <a:pt x="1874" y="7674"/>
                    <a:pt x="1874" y="7674"/>
                  </a:cubicBezTo>
                  <a:lnTo>
                    <a:pt x="1809" y="7674"/>
                  </a:lnTo>
                  <a:cubicBezTo>
                    <a:pt x="1850" y="7577"/>
                    <a:pt x="1866" y="7463"/>
                    <a:pt x="1874" y="7358"/>
                  </a:cubicBezTo>
                  <a:cubicBezTo>
                    <a:pt x="1881" y="7144"/>
                    <a:pt x="1882" y="7077"/>
                    <a:pt x="1847" y="7077"/>
                  </a:cubicBezTo>
                  <a:cubicBezTo>
                    <a:pt x="1841" y="7077"/>
                    <a:pt x="1834" y="7079"/>
                    <a:pt x="1825" y="7082"/>
                  </a:cubicBezTo>
                  <a:cubicBezTo>
                    <a:pt x="1802" y="7087"/>
                    <a:pt x="1783" y="7089"/>
                    <a:pt x="1769" y="7089"/>
                  </a:cubicBezTo>
                  <a:cubicBezTo>
                    <a:pt x="1708" y="7089"/>
                    <a:pt x="1727" y="7053"/>
                    <a:pt x="1825" y="7034"/>
                  </a:cubicBezTo>
                  <a:cubicBezTo>
                    <a:pt x="1825" y="7009"/>
                    <a:pt x="1882" y="6969"/>
                    <a:pt x="1882" y="6920"/>
                  </a:cubicBezTo>
                  <a:cubicBezTo>
                    <a:pt x="1882" y="6871"/>
                    <a:pt x="1882" y="6831"/>
                    <a:pt x="1947" y="6831"/>
                  </a:cubicBezTo>
                  <a:lnTo>
                    <a:pt x="1947" y="6807"/>
                  </a:lnTo>
                  <a:cubicBezTo>
                    <a:pt x="1841" y="6766"/>
                    <a:pt x="1817" y="6636"/>
                    <a:pt x="1890" y="6555"/>
                  </a:cubicBezTo>
                  <a:cubicBezTo>
                    <a:pt x="1898" y="6507"/>
                    <a:pt x="1874" y="6458"/>
                    <a:pt x="1833" y="6442"/>
                  </a:cubicBezTo>
                  <a:cubicBezTo>
                    <a:pt x="1777" y="6393"/>
                    <a:pt x="1777" y="6393"/>
                    <a:pt x="1833" y="6369"/>
                  </a:cubicBezTo>
                  <a:cubicBezTo>
                    <a:pt x="1898" y="6369"/>
                    <a:pt x="1955" y="6231"/>
                    <a:pt x="1841" y="6231"/>
                  </a:cubicBezTo>
                  <a:lnTo>
                    <a:pt x="1898" y="6215"/>
                  </a:lnTo>
                  <a:cubicBezTo>
                    <a:pt x="1963" y="6190"/>
                    <a:pt x="1898" y="6166"/>
                    <a:pt x="1841" y="6166"/>
                  </a:cubicBezTo>
                  <a:cubicBezTo>
                    <a:pt x="1720" y="6166"/>
                    <a:pt x="1720" y="6142"/>
                    <a:pt x="1898" y="6117"/>
                  </a:cubicBezTo>
                  <a:cubicBezTo>
                    <a:pt x="2020" y="6117"/>
                    <a:pt x="2020" y="6093"/>
                    <a:pt x="1963" y="6093"/>
                  </a:cubicBezTo>
                  <a:cubicBezTo>
                    <a:pt x="1898" y="6077"/>
                    <a:pt x="1841" y="6053"/>
                    <a:pt x="1906" y="6028"/>
                  </a:cubicBezTo>
                  <a:cubicBezTo>
                    <a:pt x="1906" y="6004"/>
                    <a:pt x="1906" y="5980"/>
                    <a:pt x="1785" y="5980"/>
                  </a:cubicBezTo>
                  <a:cubicBezTo>
                    <a:pt x="1728" y="5980"/>
                    <a:pt x="1728" y="5955"/>
                    <a:pt x="1728" y="5931"/>
                  </a:cubicBezTo>
                  <a:cubicBezTo>
                    <a:pt x="1768" y="5931"/>
                    <a:pt x="1809" y="5939"/>
                    <a:pt x="1841" y="5955"/>
                  </a:cubicBezTo>
                  <a:lnTo>
                    <a:pt x="1850" y="5915"/>
                  </a:lnTo>
                  <a:cubicBezTo>
                    <a:pt x="1850" y="5890"/>
                    <a:pt x="1906" y="5842"/>
                    <a:pt x="1963" y="5842"/>
                  </a:cubicBezTo>
                  <a:cubicBezTo>
                    <a:pt x="2008" y="5830"/>
                    <a:pt x="2022" y="5815"/>
                    <a:pt x="1985" y="5815"/>
                  </a:cubicBezTo>
                  <a:cubicBezTo>
                    <a:pt x="1969" y="5815"/>
                    <a:pt x="1943" y="5818"/>
                    <a:pt x="1906" y="5825"/>
                  </a:cubicBezTo>
                  <a:cubicBezTo>
                    <a:pt x="1785" y="5817"/>
                    <a:pt x="1785" y="5817"/>
                    <a:pt x="1785" y="5777"/>
                  </a:cubicBezTo>
                  <a:cubicBezTo>
                    <a:pt x="1793" y="5753"/>
                    <a:pt x="1793" y="5728"/>
                    <a:pt x="1850" y="5728"/>
                  </a:cubicBezTo>
                  <a:cubicBezTo>
                    <a:pt x="1906" y="5728"/>
                    <a:pt x="1906" y="5728"/>
                    <a:pt x="1906" y="5688"/>
                  </a:cubicBezTo>
                  <a:cubicBezTo>
                    <a:pt x="1914" y="5615"/>
                    <a:pt x="1736" y="5542"/>
                    <a:pt x="1614" y="5517"/>
                  </a:cubicBezTo>
                  <a:cubicBezTo>
                    <a:pt x="1493" y="5517"/>
                    <a:pt x="1493" y="5517"/>
                    <a:pt x="1614" y="5501"/>
                  </a:cubicBezTo>
                  <a:cubicBezTo>
                    <a:pt x="1679" y="5501"/>
                    <a:pt x="1679" y="5477"/>
                    <a:pt x="1679" y="5453"/>
                  </a:cubicBezTo>
                  <a:cubicBezTo>
                    <a:pt x="1636" y="5453"/>
                    <a:pt x="1650" y="5442"/>
                    <a:pt x="1665" y="5442"/>
                  </a:cubicBezTo>
                  <a:cubicBezTo>
                    <a:pt x="1672" y="5442"/>
                    <a:pt x="1679" y="5444"/>
                    <a:pt x="1679" y="5453"/>
                  </a:cubicBezTo>
                  <a:cubicBezTo>
                    <a:pt x="1736" y="5453"/>
                    <a:pt x="1736" y="5477"/>
                    <a:pt x="1736" y="5501"/>
                  </a:cubicBezTo>
                  <a:lnTo>
                    <a:pt x="1793" y="5501"/>
                  </a:lnTo>
                  <a:cubicBezTo>
                    <a:pt x="1914" y="5477"/>
                    <a:pt x="1914" y="5453"/>
                    <a:pt x="1801" y="5428"/>
                  </a:cubicBezTo>
                  <a:cubicBezTo>
                    <a:pt x="1736" y="5404"/>
                    <a:pt x="1736" y="5404"/>
                    <a:pt x="1801" y="5388"/>
                  </a:cubicBezTo>
                  <a:cubicBezTo>
                    <a:pt x="1858" y="5363"/>
                    <a:pt x="1923" y="5339"/>
                    <a:pt x="1858" y="5339"/>
                  </a:cubicBezTo>
                  <a:cubicBezTo>
                    <a:pt x="1866" y="5307"/>
                    <a:pt x="1890" y="5282"/>
                    <a:pt x="1923" y="5274"/>
                  </a:cubicBezTo>
                  <a:cubicBezTo>
                    <a:pt x="1923" y="5226"/>
                    <a:pt x="1923" y="5201"/>
                    <a:pt x="1866" y="5201"/>
                  </a:cubicBezTo>
                  <a:cubicBezTo>
                    <a:pt x="1801" y="5201"/>
                    <a:pt x="1801" y="5177"/>
                    <a:pt x="1801" y="5153"/>
                  </a:cubicBezTo>
                  <a:cubicBezTo>
                    <a:pt x="1801" y="5136"/>
                    <a:pt x="1809" y="5112"/>
                    <a:pt x="1744" y="5112"/>
                  </a:cubicBezTo>
                  <a:cubicBezTo>
                    <a:pt x="1687" y="5112"/>
                    <a:pt x="1623" y="5088"/>
                    <a:pt x="1631" y="5039"/>
                  </a:cubicBezTo>
                  <a:cubicBezTo>
                    <a:pt x="1566" y="4990"/>
                    <a:pt x="1566" y="4990"/>
                    <a:pt x="1687" y="4974"/>
                  </a:cubicBezTo>
                  <a:cubicBezTo>
                    <a:pt x="1752" y="4974"/>
                    <a:pt x="1752" y="4950"/>
                    <a:pt x="1752" y="4926"/>
                  </a:cubicBezTo>
                  <a:cubicBezTo>
                    <a:pt x="1752" y="4926"/>
                    <a:pt x="1752" y="4901"/>
                    <a:pt x="1809" y="4877"/>
                  </a:cubicBezTo>
                  <a:cubicBezTo>
                    <a:pt x="1874" y="4861"/>
                    <a:pt x="1809" y="4861"/>
                    <a:pt x="1752" y="4861"/>
                  </a:cubicBezTo>
                  <a:lnTo>
                    <a:pt x="1631" y="4853"/>
                  </a:lnTo>
                  <a:cubicBezTo>
                    <a:pt x="1631" y="4836"/>
                    <a:pt x="1752" y="4812"/>
                    <a:pt x="1809" y="4812"/>
                  </a:cubicBezTo>
                  <a:cubicBezTo>
                    <a:pt x="1931" y="4788"/>
                    <a:pt x="1931" y="4788"/>
                    <a:pt x="1817" y="4788"/>
                  </a:cubicBezTo>
                  <a:cubicBezTo>
                    <a:pt x="1752" y="4788"/>
                    <a:pt x="1695" y="4763"/>
                    <a:pt x="1752" y="4723"/>
                  </a:cubicBezTo>
                  <a:cubicBezTo>
                    <a:pt x="1760" y="4674"/>
                    <a:pt x="1760" y="4626"/>
                    <a:pt x="1817" y="4626"/>
                  </a:cubicBezTo>
                  <a:cubicBezTo>
                    <a:pt x="1882" y="4609"/>
                    <a:pt x="1817" y="4585"/>
                    <a:pt x="1817" y="4585"/>
                  </a:cubicBezTo>
                  <a:cubicBezTo>
                    <a:pt x="1760" y="4561"/>
                    <a:pt x="1760" y="4536"/>
                    <a:pt x="1825" y="4471"/>
                  </a:cubicBezTo>
                  <a:cubicBezTo>
                    <a:pt x="1947" y="4358"/>
                    <a:pt x="1947" y="4358"/>
                    <a:pt x="1825" y="4350"/>
                  </a:cubicBezTo>
                  <a:cubicBezTo>
                    <a:pt x="1768" y="4350"/>
                    <a:pt x="1704" y="4350"/>
                    <a:pt x="1825" y="4334"/>
                  </a:cubicBezTo>
                  <a:cubicBezTo>
                    <a:pt x="1890" y="4309"/>
                    <a:pt x="1825" y="4285"/>
                    <a:pt x="1768" y="4236"/>
                  </a:cubicBezTo>
                  <a:cubicBezTo>
                    <a:pt x="1695" y="4220"/>
                    <a:pt x="1614" y="4212"/>
                    <a:pt x="1533" y="4212"/>
                  </a:cubicBezTo>
                  <a:cubicBezTo>
                    <a:pt x="1412" y="4212"/>
                    <a:pt x="1412" y="4212"/>
                    <a:pt x="1468" y="4163"/>
                  </a:cubicBezTo>
                  <a:cubicBezTo>
                    <a:pt x="1477" y="4139"/>
                    <a:pt x="1533" y="4123"/>
                    <a:pt x="1590" y="4123"/>
                  </a:cubicBezTo>
                  <a:cubicBezTo>
                    <a:pt x="1655" y="4123"/>
                    <a:pt x="1655" y="4147"/>
                    <a:pt x="1655" y="4147"/>
                  </a:cubicBezTo>
                  <a:lnTo>
                    <a:pt x="1655" y="4163"/>
                  </a:lnTo>
                  <a:cubicBezTo>
                    <a:pt x="1671" y="4166"/>
                    <a:pt x="1688" y="4167"/>
                    <a:pt x="1703" y="4167"/>
                  </a:cubicBezTo>
                  <a:cubicBezTo>
                    <a:pt x="1741" y="4167"/>
                    <a:pt x="1771" y="4157"/>
                    <a:pt x="1777" y="4123"/>
                  </a:cubicBezTo>
                  <a:cubicBezTo>
                    <a:pt x="1833" y="4099"/>
                    <a:pt x="1833" y="4074"/>
                    <a:pt x="1777" y="4074"/>
                  </a:cubicBezTo>
                  <a:cubicBezTo>
                    <a:pt x="1833" y="4058"/>
                    <a:pt x="1833" y="4009"/>
                    <a:pt x="1841" y="3961"/>
                  </a:cubicBezTo>
                  <a:cubicBezTo>
                    <a:pt x="1841" y="3920"/>
                    <a:pt x="1841" y="3847"/>
                    <a:pt x="1906" y="3831"/>
                  </a:cubicBezTo>
                  <a:cubicBezTo>
                    <a:pt x="1906" y="3782"/>
                    <a:pt x="1906" y="3758"/>
                    <a:pt x="1841" y="3758"/>
                  </a:cubicBezTo>
                  <a:cubicBezTo>
                    <a:pt x="1728" y="3758"/>
                    <a:pt x="1728" y="3734"/>
                    <a:pt x="1785" y="3734"/>
                  </a:cubicBezTo>
                  <a:cubicBezTo>
                    <a:pt x="1906" y="3709"/>
                    <a:pt x="1979" y="3417"/>
                    <a:pt x="1858" y="3393"/>
                  </a:cubicBezTo>
                  <a:lnTo>
                    <a:pt x="1858" y="3345"/>
                  </a:lnTo>
                  <a:cubicBezTo>
                    <a:pt x="1923" y="3304"/>
                    <a:pt x="1923" y="3166"/>
                    <a:pt x="1866" y="3142"/>
                  </a:cubicBezTo>
                  <a:lnTo>
                    <a:pt x="1866" y="3069"/>
                  </a:lnTo>
                  <a:cubicBezTo>
                    <a:pt x="1931" y="3028"/>
                    <a:pt x="1931" y="3004"/>
                    <a:pt x="1874" y="2980"/>
                  </a:cubicBezTo>
                  <a:cubicBezTo>
                    <a:pt x="1809" y="2955"/>
                    <a:pt x="1752" y="2955"/>
                    <a:pt x="1809" y="2955"/>
                  </a:cubicBezTo>
                  <a:cubicBezTo>
                    <a:pt x="1874" y="2955"/>
                    <a:pt x="1874" y="2907"/>
                    <a:pt x="1874" y="2818"/>
                  </a:cubicBezTo>
                  <a:cubicBezTo>
                    <a:pt x="1879" y="2759"/>
                    <a:pt x="1881" y="2739"/>
                    <a:pt x="1863" y="2739"/>
                  </a:cubicBezTo>
                  <a:cubicBezTo>
                    <a:pt x="1854" y="2739"/>
                    <a:pt x="1839" y="2744"/>
                    <a:pt x="1817" y="2753"/>
                  </a:cubicBezTo>
                  <a:cubicBezTo>
                    <a:pt x="1760" y="2655"/>
                    <a:pt x="1825" y="2655"/>
                    <a:pt x="1882" y="2655"/>
                  </a:cubicBezTo>
                  <a:cubicBezTo>
                    <a:pt x="1908" y="2661"/>
                    <a:pt x="1929" y="2663"/>
                    <a:pt x="1943" y="2663"/>
                  </a:cubicBezTo>
                  <a:cubicBezTo>
                    <a:pt x="1995" y="2663"/>
                    <a:pt x="1965" y="2634"/>
                    <a:pt x="1825" y="2615"/>
                  </a:cubicBezTo>
                  <a:cubicBezTo>
                    <a:pt x="1704" y="2582"/>
                    <a:pt x="1712" y="2542"/>
                    <a:pt x="1768" y="2542"/>
                  </a:cubicBezTo>
                  <a:cubicBezTo>
                    <a:pt x="1825" y="2542"/>
                    <a:pt x="1825" y="2566"/>
                    <a:pt x="1825" y="2591"/>
                  </a:cubicBezTo>
                  <a:lnTo>
                    <a:pt x="1947" y="2591"/>
                  </a:lnTo>
                  <a:cubicBezTo>
                    <a:pt x="1947" y="2566"/>
                    <a:pt x="1947" y="2566"/>
                    <a:pt x="1890" y="2542"/>
                  </a:cubicBezTo>
                  <a:cubicBezTo>
                    <a:pt x="1890" y="2542"/>
                    <a:pt x="1890" y="2518"/>
                    <a:pt x="1833" y="2493"/>
                  </a:cubicBezTo>
                  <a:cubicBezTo>
                    <a:pt x="1805" y="2481"/>
                    <a:pt x="1775" y="2475"/>
                    <a:pt x="1743" y="2475"/>
                  </a:cubicBezTo>
                  <a:cubicBezTo>
                    <a:pt x="1712" y="2475"/>
                    <a:pt x="1679" y="2481"/>
                    <a:pt x="1647" y="2493"/>
                  </a:cubicBezTo>
                  <a:cubicBezTo>
                    <a:pt x="1630" y="2500"/>
                    <a:pt x="1618" y="2503"/>
                    <a:pt x="1610" y="2503"/>
                  </a:cubicBezTo>
                  <a:cubicBezTo>
                    <a:pt x="1590" y="2503"/>
                    <a:pt x="1590" y="2486"/>
                    <a:pt x="1590" y="2469"/>
                  </a:cubicBezTo>
                  <a:cubicBezTo>
                    <a:pt x="1623" y="2445"/>
                    <a:pt x="1659" y="2433"/>
                    <a:pt x="1694" y="2433"/>
                  </a:cubicBezTo>
                  <a:cubicBezTo>
                    <a:pt x="1720" y="2433"/>
                    <a:pt x="1745" y="2439"/>
                    <a:pt x="1768" y="2453"/>
                  </a:cubicBezTo>
                  <a:cubicBezTo>
                    <a:pt x="1768" y="2469"/>
                    <a:pt x="1833" y="2477"/>
                    <a:pt x="1890" y="2477"/>
                  </a:cubicBezTo>
                  <a:cubicBezTo>
                    <a:pt x="1947" y="2477"/>
                    <a:pt x="1833" y="2355"/>
                    <a:pt x="1720" y="2331"/>
                  </a:cubicBezTo>
                  <a:lnTo>
                    <a:pt x="1777" y="2331"/>
                  </a:lnTo>
                  <a:cubicBezTo>
                    <a:pt x="1781" y="2332"/>
                    <a:pt x="1785" y="2332"/>
                    <a:pt x="1788" y="2332"/>
                  </a:cubicBezTo>
                  <a:cubicBezTo>
                    <a:pt x="1834" y="2332"/>
                    <a:pt x="1841" y="2287"/>
                    <a:pt x="1841" y="2242"/>
                  </a:cubicBezTo>
                  <a:cubicBezTo>
                    <a:pt x="1841" y="2201"/>
                    <a:pt x="1841" y="2177"/>
                    <a:pt x="1785" y="2177"/>
                  </a:cubicBezTo>
                  <a:cubicBezTo>
                    <a:pt x="1720" y="2169"/>
                    <a:pt x="1663" y="2169"/>
                    <a:pt x="1663" y="2145"/>
                  </a:cubicBezTo>
                  <a:cubicBezTo>
                    <a:pt x="1663" y="2169"/>
                    <a:pt x="1606" y="2169"/>
                    <a:pt x="1541" y="2169"/>
                  </a:cubicBezTo>
                  <a:cubicBezTo>
                    <a:pt x="1582" y="2145"/>
                    <a:pt x="1623" y="2120"/>
                    <a:pt x="1663" y="2104"/>
                  </a:cubicBezTo>
                  <a:cubicBezTo>
                    <a:pt x="1785" y="2064"/>
                    <a:pt x="1850" y="2015"/>
                    <a:pt x="1850" y="1926"/>
                  </a:cubicBezTo>
                  <a:cubicBezTo>
                    <a:pt x="1858" y="1877"/>
                    <a:pt x="1858" y="1812"/>
                    <a:pt x="1923" y="1788"/>
                  </a:cubicBezTo>
                  <a:cubicBezTo>
                    <a:pt x="1923" y="1739"/>
                    <a:pt x="1923" y="1723"/>
                    <a:pt x="1866" y="1715"/>
                  </a:cubicBezTo>
                  <a:lnTo>
                    <a:pt x="1866" y="1674"/>
                  </a:lnTo>
                  <a:cubicBezTo>
                    <a:pt x="1923" y="1650"/>
                    <a:pt x="1923" y="1601"/>
                    <a:pt x="1866" y="1601"/>
                  </a:cubicBezTo>
                  <a:cubicBezTo>
                    <a:pt x="1809" y="1577"/>
                    <a:pt x="1866" y="1561"/>
                    <a:pt x="1866" y="1537"/>
                  </a:cubicBezTo>
                  <a:cubicBezTo>
                    <a:pt x="1937" y="1508"/>
                    <a:pt x="1967" y="1496"/>
                    <a:pt x="1943" y="1496"/>
                  </a:cubicBezTo>
                  <a:cubicBezTo>
                    <a:pt x="1926" y="1496"/>
                    <a:pt x="1883" y="1502"/>
                    <a:pt x="1809" y="1512"/>
                  </a:cubicBezTo>
                  <a:cubicBezTo>
                    <a:pt x="1752" y="1512"/>
                    <a:pt x="1687" y="1553"/>
                    <a:pt x="1687" y="1577"/>
                  </a:cubicBezTo>
                  <a:lnTo>
                    <a:pt x="1687" y="1642"/>
                  </a:lnTo>
                  <a:lnTo>
                    <a:pt x="1631" y="1577"/>
                  </a:lnTo>
                  <a:cubicBezTo>
                    <a:pt x="1631" y="1553"/>
                    <a:pt x="1574" y="1504"/>
                    <a:pt x="1509" y="1504"/>
                  </a:cubicBezTo>
                  <a:cubicBezTo>
                    <a:pt x="1509" y="1504"/>
                    <a:pt x="1452" y="1504"/>
                    <a:pt x="1452" y="1480"/>
                  </a:cubicBezTo>
                  <a:lnTo>
                    <a:pt x="1574" y="1480"/>
                  </a:lnTo>
                  <a:cubicBezTo>
                    <a:pt x="1631" y="1504"/>
                    <a:pt x="1687" y="1512"/>
                    <a:pt x="1752" y="1512"/>
                  </a:cubicBezTo>
                  <a:cubicBezTo>
                    <a:pt x="1874" y="1488"/>
                    <a:pt x="1939" y="1423"/>
                    <a:pt x="1817" y="1415"/>
                  </a:cubicBezTo>
                  <a:cubicBezTo>
                    <a:pt x="1817" y="1399"/>
                    <a:pt x="1817" y="1399"/>
                    <a:pt x="1874" y="1374"/>
                  </a:cubicBezTo>
                  <a:cubicBezTo>
                    <a:pt x="1939" y="1374"/>
                    <a:pt x="1939" y="1350"/>
                    <a:pt x="1817" y="1326"/>
                  </a:cubicBezTo>
                  <a:cubicBezTo>
                    <a:pt x="1704" y="1301"/>
                    <a:pt x="1704" y="1277"/>
                    <a:pt x="1825" y="1261"/>
                  </a:cubicBezTo>
                  <a:cubicBezTo>
                    <a:pt x="1947" y="1212"/>
                    <a:pt x="1947" y="1123"/>
                    <a:pt x="1890" y="1123"/>
                  </a:cubicBezTo>
                  <a:cubicBezTo>
                    <a:pt x="1768" y="1115"/>
                    <a:pt x="1768" y="1050"/>
                    <a:pt x="1833" y="1026"/>
                  </a:cubicBezTo>
                  <a:cubicBezTo>
                    <a:pt x="1890" y="1009"/>
                    <a:pt x="1898" y="985"/>
                    <a:pt x="1833" y="961"/>
                  </a:cubicBezTo>
                  <a:cubicBezTo>
                    <a:pt x="1898" y="961"/>
                    <a:pt x="1955" y="945"/>
                    <a:pt x="1898" y="912"/>
                  </a:cubicBezTo>
                  <a:cubicBezTo>
                    <a:pt x="1898" y="912"/>
                    <a:pt x="1898" y="905"/>
                    <a:pt x="1881" y="905"/>
                  </a:cubicBezTo>
                  <a:cubicBezTo>
                    <a:pt x="1873" y="905"/>
                    <a:pt x="1860" y="907"/>
                    <a:pt x="1841" y="912"/>
                  </a:cubicBezTo>
                  <a:lnTo>
                    <a:pt x="1720" y="864"/>
                  </a:lnTo>
                  <a:cubicBezTo>
                    <a:pt x="1720" y="888"/>
                    <a:pt x="1663" y="888"/>
                    <a:pt x="1598" y="888"/>
                  </a:cubicBezTo>
                  <a:cubicBezTo>
                    <a:pt x="1541" y="880"/>
                    <a:pt x="1606" y="791"/>
                    <a:pt x="1785" y="750"/>
                  </a:cubicBezTo>
                  <a:lnTo>
                    <a:pt x="1906" y="710"/>
                  </a:lnTo>
                  <a:lnTo>
                    <a:pt x="1785" y="710"/>
                  </a:lnTo>
                  <a:cubicBezTo>
                    <a:pt x="1785" y="685"/>
                    <a:pt x="1793" y="661"/>
                    <a:pt x="1850" y="661"/>
                  </a:cubicBezTo>
                  <a:cubicBezTo>
                    <a:pt x="1906" y="661"/>
                    <a:pt x="1906" y="661"/>
                    <a:pt x="1906" y="645"/>
                  </a:cubicBezTo>
                  <a:cubicBezTo>
                    <a:pt x="1906" y="645"/>
                    <a:pt x="1914" y="620"/>
                    <a:pt x="1850" y="620"/>
                  </a:cubicBezTo>
                  <a:cubicBezTo>
                    <a:pt x="1736" y="612"/>
                    <a:pt x="1736" y="612"/>
                    <a:pt x="1793" y="588"/>
                  </a:cubicBezTo>
                  <a:cubicBezTo>
                    <a:pt x="1914" y="572"/>
                    <a:pt x="1914" y="547"/>
                    <a:pt x="1793" y="523"/>
                  </a:cubicBezTo>
                  <a:cubicBezTo>
                    <a:pt x="1679" y="523"/>
                    <a:pt x="1679" y="523"/>
                    <a:pt x="1801" y="499"/>
                  </a:cubicBezTo>
                  <a:cubicBezTo>
                    <a:pt x="1858" y="499"/>
                    <a:pt x="1914" y="482"/>
                    <a:pt x="1923" y="458"/>
                  </a:cubicBezTo>
                  <a:lnTo>
                    <a:pt x="1858" y="458"/>
                  </a:lnTo>
                  <a:cubicBezTo>
                    <a:pt x="1736" y="450"/>
                    <a:pt x="1744" y="426"/>
                    <a:pt x="1801" y="410"/>
                  </a:cubicBezTo>
                  <a:cubicBezTo>
                    <a:pt x="1858" y="410"/>
                    <a:pt x="1866" y="385"/>
                    <a:pt x="1809" y="337"/>
                  </a:cubicBezTo>
                  <a:cubicBezTo>
                    <a:pt x="1809" y="296"/>
                    <a:pt x="1809" y="272"/>
                    <a:pt x="1866" y="272"/>
                  </a:cubicBezTo>
                  <a:cubicBezTo>
                    <a:pt x="1906" y="274"/>
                    <a:pt x="1933" y="276"/>
                    <a:pt x="1947" y="276"/>
                  </a:cubicBezTo>
                  <a:cubicBezTo>
                    <a:pt x="1974" y="276"/>
                    <a:pt x="1947" y="269"/>
                    <a:pt x="1866" y="247"/>
                  </a:cubicBezTo>
                  <a:cubicBezTo>
                    <a:pt x="1809" y="223"/>
                    <a:pt x="1809" y="223"/>
                    <a:pt x="1874" y="183"/>
                  </a:cubicBezTo>
                  <a:cubicBezTo>
                    <a:pt x="1931" y="158"/>
                    <a:pt x="1931" y="158"/>
                    <a:pt x="1874" y="134"/>
                  </a:cubicBezTo>
                  <a:cubicBezTo>
                    <a:pt x="1752" y="134"/>
                    <a:pt x="1695" y="134"/>
                    <a:pt x="1695" y="150"/>
                  </a:cubicBezTo>
                  <a:cubicBezTo>
                    <a:pt x="1695" y="174"/>
                    <a:pt x="1695" y="174"/>
                    <a:pt x="1631" y="174"/>
                  </a:cubicBezTo>
                  <a:cubicBezTo>
                    <a:pt x="1631" y="174"/>
                    <a:pt x="1639" y="150"/>
                    <a:pt x="1639" y="126"/>
                  </a:cubicBezTo>
                  <a:cubicBezTo>
                    <a:pt x="1639" y="101"/>
                    <a:pt x="1639" y="85"/>
                    <a:pt x="1582" y="37"/>
                  </a:cubicBezTo>
                  <a:cubicBezTo>
                    <a:pt x="1554" y="12"/>
                    <a:pt x="1509" y="0"/>
                    <a:pt x="1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2"/>
            <p:cNvSpPr/>
            <p:nvPr/>
          </p:nvSpPr>
          <p:spPr>
            <a:xfrm>
              <a:off x="7517071" y="2399331"/>
              <a:ext cx="43887" cy="40543"/>
            </a:xfrm>
            <a:custGeom>
              <a:avLst/>
              <a:gdLst/>
              <a:ahLst/>
              <a:cxnLst/>
              <a:rect l="l" t="t" r="r" b="b"/>
              <a:pathLst>
                <a:path w="2546" h="2352" extrusionOk="0">
                  <a:moveTo>
                    <a:pt x="1208" y="1"/>
                  </a:moveTo>
                  <a:cubicBezTo>
                    <a:pt x="592" y="1"/>
                    <a:pt x="0" y="544"/>
                    <a:pt x="33" y="1176"/>
                  </a:cubicBezTo>
                  <a:cubicBezTo>
                    <a:pt x="57" y="1817"/>
                    <a:pt x="543" y="2352"/>
                    <a:pt x="1208" y="2352"/>
                  </a:cubicBezTo>
                  <a:lnTo>
                    <a:pt x="1338" y="2352"/>
                  </a:lnTo>
                  <a:cubicBezTo>
                    <a:pt x="1954" y="2352"/>
                    <a:pt x="2546" y="1809"/>
                    <a:pt x="2513" y="1176"/>
                  </a:cubicBezTo>
                  <a:cubicBezTo>
                    <a:pt x="2489" y="536"/>
                    <a:pt x="1995" y="1"/>
                    <a:pt x="1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2"/>
            <p:cNvSpPr/>
            <p:nvPr/>
          </p:nvSpPr>
          <p:spPr>
            <a:xfrm>
              <a:off x="7511744" y="2508065"/>
              <a:ext cx="52299" cy="40543"/>
            </a:xfrm>
            <a:custGeom>
              <a:avLst/>
              <a:gdLst/>
              <a:ahLst/>
              <a:cxnLst/>
              <a:rect l="l" t="t" r="r" b="b"/>
              <a:pathLst>
                <a:path w="3034" h="2352" extrusionOk="0">
                  <a:moveTo>
                    <a:pt x="1517" y="0"/>
                  </a:moveTo>
                  <a:cubicBezTo>
                    <a:pt x="1" y="0"/>
                    <a:pt x="1" y="2352"/>
                    <a:pt x="1517" y="2352"/>
                  </a:cubicBezTo>
                  <a:cubicBezTo>
                    <a:pt x="3033" y="2352"/>
                    <a:pt x="3033" y="0"/>
                    <a:pt x="1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2"/>
            <p:cNvSpPr/>
            <p:nvPr/>
          </p:nvSpPr>
          <p:spPr>
            <a:xfrm>
              <a:off x="4454967" y="1833148"/>
              <a:ext cx="219451" cy="297192"/>
            </a:xfrm>
            <a:custGeom>
              <a:avLst/>
              <a:gdLst/>
              <a:ahLst/>
              <a:cxnLst/>
              <a:rect l="l" t="t" r="r" b="b"/>
              <a:pathLst>
                <a:path w="12731" h="17241" extrusionOk="0">
                  <a:moveTo>
                    <a:pt x="9438" y="489"/>
                  </a:moveTo>
                  <a:cubicBezTo>
                    <a:pt x="9495" y="513"/>
                    <a:pt x="9495" y="513"/>
                    <a:pt x="9495" y="513"/>
                  </a:cubicBezTo>
                  <a:cubicBezTo>
                    <a:pt x="9475" y="560"/>
                    <a:pt x="9455" y="601"/>
                    <a:pt x="9418" y="601"/>
                  </a:cubicBezTo>
                  <a:cubicBezTo>
                    <a:pt x="9409" y="601"/>
                    <a:pt x="9400" y="599"/>
                    <a:pt x="9390" y="594"/>
                  </a:cubicBezTo>
                  <a:lnTo>
                    <a:pt x="9333" y="578"/>
                  </a:lnTo>
                  <a:cubicBezTo>
                    <a:pt x="9357" y="537"/>
                    <a:pt x="9390" y="505"/>
                    <a:pt x="9438" y="489"/>
                  </a:cubicBezTo>
                  <a:close/>
                  <a:moveTo>
                    <a:pt x="7030" y="562"/>
                  </a:moveTo>
                  <a:cubicBezTo>
                    <a:pt x="7030" y="618"/>
                    <a:pt x="7039" y="675"/>
                    <a:pt x="6982" y="683"/>
                  </a:cubicBezTo>
                  <a:lnTo>
                    <a:pt x="6917" y="627"/>
                  </a:lnTo>
                  <a:lnTo>
                    <a:pt x="6974" y="562"/>
                  </a:lnTo>
                  <a:close/>
                  <a:moveTo>
                    <a:pt x="8344" y="586"/>
                  </a:moveTo>
                  <a:cubicBezTo>
                    <a:pt x="8401" y="594"/>
                    <a:pt x="8393" y="594"/>
                    <a:pt x="8384" y="651"/>
                  </a:cubicBezTo>
                  <a:cubicBezTo>
                    <a:pt x="8368" y="691"/>
                    <a:pt x="8344" y="732"/>
                    <a:pt x="8303" y="756"/>
                  </a:cubicBezTo>
                  <a:cubicBezTo>
                    <a:pt x="8247" y="748"/>
                    <a:pt x="8328" y="643"/>
                    <a:pt x="8344" y="586"/>
                  </a:cubicBezTo>
                  <a:close/>
                  <a:moveTo>
                    <a:pt x="9957" y="1170"/>
                  </a:moveTo>
                  <a:lnTo>
                    <a:pt x="10014" y="1202"/>
                  </a:lnTo>
                  <a:cubicBezTo>
                    <a:pt x="9988" y="1242"/>
                    <a:pt x="9961" y="1282"/>
                    <a:pt x="9926" y="1282"/>
                  </a:cubicBezTo>
                  <a:cubicBezTo>
                    <a:pt x="9918" y="1282"/>
                    <a:pt x="9909" y="1280"/>
                    <a:pt x="9901" y="1275"/>
                  </a:cubicBezTo>
                  <a:lnTo>
                    <a:pt x="9884" y="1194"/>
                  </a:lnTo>
                  <a:lnTo>
                    <a:pt x="9957" y="1170"/>
                  </a:lnTo>
                  <a:close/>
                  <a:moveTo>
                    <a:pt x="3949" y="1974"/>
                  </a:moveTo>
                  <a:cubicBezTo>
                    <a:pt x="3960" y="1974"/>
                    <a:pt x="3970" y="1985"/>
                    <a:pt x="3949" y="2005"/>
                  </a:cubicBezTo>
                  <a:cubicBezTo>
                    <a:pt x="3929" y="1985"/>
                    <a:pt x="3939" y="1974"/>
                    <a:pt x="3949" y="1974"/>
                  </a:cubicBezTo>
                  <a:close/>
                  <a:moveTo>
                    <a:pt x="3706" y="2094"/>
                  </a:moveTo>
                  <a:cubicBezTo>
                    <a:pt x="3747" y="2135"/>
                    <a:pt x="3795" y="2175"/>
                    <a:pt x="3755" y="2216"/>
                  </a:cubicBezTo>
                  <a:lnTo>
                    <a:pt x="3674" y="2224"/>
                  </a:lnTo>
                  <a:lnTo>
                    <a:pt x="3666" y="2135"/>
                  </a:lnTo>
                  <a:lnTo>
                    <a:pt x="3706" y="2094"/>
                  </a:lnTo>
                  <a:close/>
                  <a:moveTo>
                    <a:pt x="3098" y="2286"/>
                  </a:moveTo>
                  <a:lnTo>
                    <a:pt x="3098" y="2286"/>
                  </a:lnTo>
                  <a:cubicBezTo>
                    <a:pt x="3098" y="2286"/>
                    <a:pt x="3093" y="2292"/>
                    <a:pt x="3082" y="2305"/>
                  </a:cubicBezTo>
                  <a:cubicBezTo>
                    <a:pt x="3082" y="2306"/>
                    <a:pt x="3082" y="2308"/>
                    <a:pt x="3083" y="2309"/>
                  </a:cubicBezTo>
                  <a:lnTo>
                    <a:pt x="3083" y="2309"/>
                  </a:lnTo>
                  <a:cubicBezTo>
                    <a:pt x="3093" y="2294"/>
                    <a:pt x="3099" y="2286"/>
                    <a:pt x="3098" y="2286"/>
                  </a:cubicBezTo>
                  <a:close/>
                  <a:moveTo>
                    <a:pt x="3432" y="2444"/>
                  </a:moveTo>
                  <a:cubicBezTo>
                    <a:pt x="3450" y="2444"/>
                    <a:pt x="3471" y="2446"/>
                    <a:pt x="3495" y="2451"/>
                  </a:cubicBezTo>
                  <a:cubicBezTo>
                    <a:pt x="3544" y="2483"/>
                    <a:pt x="3544" y="2483"/>
                    <a:pt x="3512" y="2532"/>
                  </a:cubicBezTo>
                  <a:cubicBezTo>
                    <a:pt x="3499" y="2534"/>
                    <a:pt x="3487" y="2535"/>
                    <a:pt x="3475" y="2535"/>
                  </a:cubicBezTo>
                  <a:cubicBezTo>
                    <a:pt x="3439" y="2535"/>
                    <a:pt x="3404" y="2526"/>
                    <a:pt x="3374" y="2508"/>
                  </a:cubicBezTo>
                  <a:cubicBezTo>
                    <a:pt x="3334" y="2481"/>
                    <a:pt x="3354" y="2444"/>
                    <a:pt x="3432" y="2444"/>
                  </a:cubicBezTo>
                  <a:close/>
                  <a:moveTo>
                    <a:pt x="3073" y="3343"/>
                  </a:moveTo>
                  <a:cubicBezTo>
                    <a:pt x="3084" y="3343"/>
                    <a:pt x="3095" y="3345"/>
                    <a:pt x="3106" y="3351"/>
                  </a:cubicBezTo>
                  <a:cubicBezTo>
                    <a:pt x="3155" y="3375"/>
                    <a:pt x="3074" y="3399"/>
                    <a:pt x="3050" y="3448"/>
                  </a:cubicBezTo>
                  <a:cubicBezTo>
                    <a:pt x="3023" y="3460"/>
                    <a:pt x="3007" y="3467"/>
                    <a:pt x="2998" y="3467"/>
                  </a:cubicBezTo>
                  <a:cubicBezTo>
                    <a:pt x="2983" y="3467"/>
                    <a:pt x="2994" y="3443"/>
                    <a:pt x="3025" y="3375"/>
                  </a:cubicBezTo>
                  <a:cubicBezTo>
                    <a:pt x="3031" y="3353"/>
                    <a:pt x="3050" y="3343"/>
                    <a:pt x="3073" y="3343"/>
                  </a:cubicBezTo>
                  <a:close/>
                  <a:moveTo>
                    <a:pt x="2180" y="3439"/>
                  </a:moveTo>
                  <a:cubicBezTo>
                    <a:pt x="2163" y="3439"/>
                    <a:pt x="2157" y="3452"/>
                    <a:pt x="2141" y="3489"/>
                  </a:cubicBezTo>
                  <a:cubicBezTo>
                    <a:pt x="2116" y="3569"/>
                    <a:pt x="2107" y="3600"/>
                    <a:pt x="2121" y="3600"/>
                  </a:cubicBezTo>
                  <a:cubicBezTo>
                    <a:pt x="2129" y="3600"/>
                    <a:pt x="2146" y="3588"/>
                    <a:pt x="2174" y="3570"/>
                  </a:cubicBezTo>
                  <a:lnTo>
                    <a:pt x="2223" y="3448"/>
                  </a:lnTo>
                  <a:cubicBezTo>
                    <a:pt x="2203" y="3442"/>
                    <a:pt x="2190" y="3439"/>
                    <a:pt x="2180" y="3439"/>
                  </a:cubicBezTo>
                  <a:close/>
                  <a:moveTo>
                    <a:pt x="2620" y="3594"/>
                  </a:moveTo>
                  <a:lnTo>
                    <a:pt x="2620" y="3594"/>
                  </a:lnTo>
                  <a:cubicBezTo>
                    <a:pt x="2653" y="3608"/>
                    <a:pt x="2639" y="3626"/>
                    <a:pt x="2626" y="3626"/>
                  </a:cubicBezTo>
                  <a:cubicBezTo>
                    <a:pt x="2618" y="3626"/>
                    <a:pt x="2610" y="3617"/>
                    <a:pt x="2620" y="3594"/>
                  </a:cubicBezTo>
                  <a:close/>
                  <a:moveTo>
                    <a:pt x="4047" y="4064"/>
                  </a:moveTo>
                  <a:cubicBezTo>
                    <a:pt x="4036" y="4064"/>
                    <a:pt x="4032" y="4074"/>
                    <a:pt x="4022" y="4097"/>
                  </a:cubicBezTo>
                  <a:cubicBezTo>
                    <a:pt x="4047" y="4137"/>
                    <a:pt x="4079" y="4162"/>
                    <a:pt x="4120" y="4178"/>
                  </a:cubicBezTo>
                  <a:cubicBezTo>
                    <a:pt x="4129" y="4180"/>
                    <a:pt x="4138" y="4182"/>
                    <a:pt x="4144" y="4182"/>
                  </a:cubicBezTo>
                  <a:cubicBezTo>
                    <a:pt x="4179" y="4182"/>
                    <a:pt x="4176" y="4148"/>
                    <a:pt x="4095" y="4080"/>
                  </a:cubicBezTo>
                  <a:cubicBezTo>
                    <a:pt x="4071" y="4070"/>
                    <a:pt x="4057" y="4064"/>
                    <a:pt x="4047" y="4064"/>
                  </a:cubicBezTo>
                  <a:close/>
                  <a:moveTo>
                    <a:pt x="2755" y="4313"/>
                  </a:moveTo>
                  <a:cubicBezTo>
                    <a:pt x="2761" y="4313"/>
                    <a:pt x="2767" y="4314"/>
                    <a:pt x="2774" y="4316"/>
                  </a:cubicBezTo>
                  <a:cubicBezTo>
                    <a:pt x="2806" y="4316"/>
                    <a:pt x="2831" y="4348"/>
                    <a:pt x="2822" y="4380"/>
                  </a:cubicBezTo>
                  <a:cubicBezTo>
                    <a:pt x="2806" y="4429"/>
                    <a:pt x="2741" y="4478"/>
                    <a:pt x="2741" y="4478"/>
                  </a:cubicBezTo>
                  <a:lnTo>
                    <a:pt x="2741" y="4470"/>
                  </a:lnTo>
                  <a:cubicBezTo>
                    <a:pt x="2709" y="4470"/>
                    <a:pt x="2685" y="4437"/>
                    <a:pt x="2693" y="4405"/>
                  </a:cubicBezTo>
                  <a:cubicBezTo>
                    <a:pt x="2700" y="4362"/>
                    <a:pt x="2713" y="4313"/>
                    <a:pt x="2755" y="4313"/>
                  </a:cubicBezTo>
                  <a:close/>
                  <a:moveTo>
                    <a:pt x="12087" y="4358"/>
                  </a:moveTo>
                  <a:cubicBezTo>
                    <a:pt x="12124" y="4358"/>
                    <a:pt x="12157" y="4392"/>
                    <a:pt x="12163" y="4429"/>
                  </a:cubicBezTo>
                  <a:cubicBezTo>
                    <a:pt x="12179" y="4543"/>
                    <a:pt x="12179" y="4543"/>
                    <a:pt x="12114" y="4551"/>
                  </a:cubicBezTo>
                  <a:cubicBezTo>
                    <a:pt x="12112" y="4551"/>
                    <a:pt x="12110" y="4551"/>
                    <a:pt x="12108" y="4551"/>
                  </a:cubicBezTo>
                  <a:cubicBezTo>
                    <a:pt x="12056" y="4551"/>
                    <a:pt x="12041" y="4443"/>
                    <a:pt x="12033" y="4389"/>
                  </a:cubicBezTo>
                  <a:cubicBezTo>
                    <a:pt x="12049" y="4367"/>
                    <a:pt x="12069" y="4358"/>
                    <a:pt x="12087" y="4358"/>
                  </a:cubicBezTo>
                  <a:close/>
                  <a:moveTo>
                    <a:pt x="2327" y="4613"/>
                  </a:moveTo>
                  <a:cubicBezTo>
                    <a:pt x="2309" y="4613"/>
                    <a:pt x="2284" y="4620"/>
                    <a:pt x="2279" y="4656"/>
                  </a:cubicBezTo>
                  <a:lnTo>
                    <a:pt x="2263" y="4705"/>
                  </a:lnTo>
                  <a:cubicBezTo>
                    <a:pt x="2272" y="4706"/>
                    <a:pt x="2281" y="4707"/>
                    <a:pt x="2289" y="4707"/>
                  </a:cubicBezTo>
                  <a:cubicBezTo>
                    <a:pt x="2327" y="4707"/>
                    <a:pt x="2360" y="4694"/>
                    <a:pt x="2393" y="4680"/>
                  </a:cubicBezTo>
                  <a:cubicBezTo>
                    <a:pt x="2401" y="4624"/>
                    <a:pt x="2344" y="4616"/>
                    <a:pt x="2344" y="4616"/>
                  </a:cubicBezTo>
                  <a:cubicBezTo>
                    <a:pt x="2344" y="4616"/>
                    <a:pt x="2337" y="4613"/>
                    <a:pt x="2327" y="4613"/>
                  </a:cubicBezTo>
                  <a:close/>
                  <a:moveTo>
                    <a:pt x="2359" y="5222"/>
                  </a:moveTo>
                  <a:cubicBezTo>
                    <a:pt x="2368" y="5222"/>
                    <a:pt x="2381" y="5226"/>
                    <a:pt x="2401" y="5232"/>
                  </a:cubicBezTo>
                  <a:lnTo>
                    <a:pt x="2393" y="5280"/>
                  </a:lnTo>
                  <a:lnTo>
                    <a:pt x="2328" y="5321"/>
                  </a:lnTo>
                  <a:lnTo>
                    <a:pt x="2336" y="5272"/>
                  </a:lnTo>
                  <a:cubicBezTo>
                    <a:pt x="2341" y="5235"/>
                    <a:pt x="2343" y="5222"/>
                    <a:pt x="2359" y="5222"/>
                  </a:cubicBezTo>
                  <a:close/>
                  <a:moveTo>
                    <a:pt x="2268" y="5679"/>
                  </a:moveTo>
                  <a:cubicBezTo>
                    <a:pt x="2294" y="5679"/>
                    <a:pt x="2329" y="5691"/>
                    <a:pt x="2368" y="5718"/>
                  </a:cubicBezTo>
                  <a:lnTo>
                    <a:pt x="2344" y="5824"/>
                  </a:lnTo>
                  <a:cubicBezTo>
                    <a:pt x="2287" y="5816"/>
                    <a:pt x="2231" y="5799"/>
                    <a:pt x="2239" y="5751"/>
                  </a:cubicBezTo>
                  <a:cubicBezTo>
                    <a:pt x="2208" y="5710"/>
                    <a:pt x="2225" y="5679"/>
                    <a:pt x="2268" y="5679"/>
                  </a:cubicBezTo>
                  <a:close/>
                  <a:moveTo>
                    <a:pt x="2514" y="6188"/>
                  </a:moveTo>
                  <a:lnTo>
                    <a:pt x="2571" y="6205"/>
                  </a:lnTo>
                  <a:cubicBezTo>
                    <a:pt x="2564" y="6251"/>
                    <a:pt x="2606" y="6311"/>
                    <a:pt x="2564" y="6311"/>
                  </a:cubicBezTo>
                  <a:cubicBezTo>
                    <a:pt x="2561" y="6311"/>
                    <a:pt x="2558" y="6311"/>
                    <a:pt x="2555" y="6310"/>
                  </a:cubicBezTo>
                  <a:cubicBezTo>
                    <a:pt x="2552" y="6318"/>
                    <a:pt x="2549" y="6322"/>
                    <a:pt x="2546" y="6322"/>
                  </a:cubicBezTo>
                  <a:cubicBezTo>
                    <a:pt x="2529" y="6322"/>
                    <a:pt x="2508" y="6236"/>
                    <a:pt x="2514" y="6188"/>
                  </a:cubicBezTo>
                  <a:close/>
                  <a:moveTo>
                    <a:pt x="1785" y="6480"/>
                  </a:moveTo>
                  <a:lnTo>
                    <a:pt x="1898" y="6505"/>
                  </a:lnTo>
                  <a:cubicBezTo>
                    <a:pt x="1916" y="6507"/>
                    <a:pt x="1924" y="6508"/>
                    <a:pt x="1925" y="6508"/>
                  </a:cubicBezTo>
                  <a:cubicBezTo>
                    <a:pt x="1929" y="6508"/>
                    <a:pt x="1883" y="6500"/>
                    <a:pt x="1841" y="6488"/>
                  </a:cubicBezTo>
                  <a:lnTo>
                    <a:pt x="1785" y="6480"/>
                  </a:lnTo>
                  <a:close/>
                  <a:moveTo>
                    <a:pt x="11984" y="6667"/>
                  </a:moveTo>
                  <a:cubicBezTo>
                    <a:pt x="12025" y="6683"/>
                    <a:pt x="12065" y="6707"/>
                    <a:pt x="12090" y="6748"/>
                  </a:cubicBezTo>
                  <a:lnTo>
                    <a:pt x="12082" y="6797"/>
                  </a:lnTo>
                  <a:cubicBezTo>
                    <a:pt x="12017" y="6788"/>
                    <a:pt x="11960" y="6772"/>
                    <a:pt x="11968" y="6724"/>
                  </a:cubicBezTo>
                  <a:lnTo>
                    <a:pt x="11984" y="6667"/>
                  </a:lnTo>
                  <a:close/>
                  <a:moveTo>
                    <a:pt x="2125" y="7210"/>
                  </a:moveTo>
                  <a:cubicBezTo>
                    <a:pt x="2182" y="7226"/>
                    <a:pt x="2239" y="7234"/>
                    <a:pt x="2231" y="7291"/>
                  </a:cubicBezTo>
                  <a:lnTo>
                    <a:pt x="2223" y="7340"/>
                  </a:lnTo>
                  <a:cubicBezTo>
                    <a:pt x="2174" y="7324"/>
                    <a:pt x="2141" y="7299"/>
                    <a:pt x="2109" y="7267"/>
                  </a:cubicBezTo>
                  <a:lnTo>
                    <a:pt x="2125" y="7210"/>
                  </a:lnTo>
                  <a:close/>
                  <a:moveTo>
                    <a:pt x="1775" y="7543"/>
                  </a:moveTo>
                  <a:cubicBezTo>
                    <a:pt x="1787" y="7543"/>
                    <a:pt x="1815" y="7563"/>
                    <a:pt x="1866" y="7599"/>
                  </a:cubicBezTo>
                  <a:lnTo>
                    <a:pt x="1955" y="7729"/>
                  </a:lnTo>
                  <a:cubicBezTo>
                    <a:pt x="1953" y="7741"/>
                    <a:pt x="1949" y="7746"/>
                    <a:pt x="1942" y="7746"/>
                  </a:cubicBezTo>
                  <a:cubicBezTo>
                    <a:pt x="1920" y="7746"/>
                    <a:pt x="1873" y="7695"/>
                    <a:pt x="1793" y="7640"/>
                  </a:cubicBezTo>
                  <a:cubicBezTo>
                    <a:pt x="1770" y="7573"/>
                    <a:pt x="1760" y="7543"/>
                    <a:pt x="1775" y="7543"/>
                  </a:cubicBezTo>
                  <a:close/>
                  <a:moveTo>
                    <a:pt x="1731" y="8787"/>
                  </a:moveTo>
                  <a:cubicBezTo>
                    <a:pt x="1744" y="8787"/>
                    <a:pt x="1767" y="8792"/>
                    <a:pt x="1801" y="8799"/>
                  </a:cubicBezTo>
                  <a:cubicBezTo>
                    <a:pt x="1882" y="8807"/>
                    <a:pt x="1947" y="8864"/>
                    <a:pt x="1955" y="8937"/>
                  </a:cubicBezTo>
                  <a:lnTo>
                    <a:pt x="1931" y="9042"/>
                  </a:lnTo>
                  <a:lnTo>
                    <a:pt x="1841" y="8913"/>
                  </a:lnTo>
                  <a:cubicBezTo>
                    <a:pt x="1733" y="8816"/>
                    <a:pt x="1701" y="8787"/>
                    <a:pt x="1731" y="8787"/>
                  </a:cubicBezTo>
                  <a:close/>
                  <a:moveTo>
                    <a:pt x="1574" y="9026"/>
                  </a:moveTo>
                  <a:lnTo>
                    <a:pt x="1631" y="9034"/>
                  </a:lnTo>
                  <a:lnTo>
                    <a:pt x="1679" y="9099"/>
                  </a:lnTo>
                  <a:lnTo>
                    <a:pt x="1606" y="9140"/>
                  </a:lnTo>
                  <a:cubicBezTo>
                    <a:pt x="1550" y="9132"/>
                    <a:pt x="1558" y="9075"/>
                    <a:pt x="1574" y="9026"/>
                  </a:cubicBezTo>
                  <a:close/>
                  <a:moveTo>
                    <a:pt x="11457" y="11183"/>
                  </a:moveTo>
                  <a:cubicBezTo>
                    <a:pt x="11490" y="11191"/>
                    <a:pt x="11506" y="11223"/>
                    <a:pt x="11506" y="11256"/>
                  </a:cubicBezTo>
                  <a:cubicBezTo>
                    <a:pt x="11494" y="11290"/>
                    <a:pt x="11491" y="11300"/>
                    <a:pt x="11470" y="11300"/>
                  </a:cubicBezTo>
                  <a:cubicBezTo>
                    <a:pt x="11461" y="11300"/>
                    <a:pt x="11449" y="11299"/>
                    <a:pt x="11433" y="11296"/>
                  </a:cubicBezTo>
                  <a:cubicBezTo>
                    <a:pt x="11433" y="11296"/>
                    <a:pt x="11376" y="11280"/>
                    <a:pt x="11384" y="11223"/>
                  </a:cubicBezTo>
                  <a:lnTo>
                    <a:pt x="11457" y="11183"/>
                  </a:lnTo>
                  <a:close/>
                  <a:moveTo>
                    <a:pt x="1603" y="11231"/>
                  </a:moveTo>
                  <a:cubicBezTo>
                    <a:pt x="1549" y="11231"/>
                    <a:pt x="1541" y="11283"/>
                    <a:pt x="1533" y="11329"/>
                  </a:cubicBezTo>
                  <a:cubicBezTo>
                    <a:pt x="1452" y="11426"/>
                    <a:pt x="1501" y="11491"/>
                    <a:pt x="1558" y="11499"/>
                  </a:cubicBezTo>
                  <a:cubicBezTo>
                    <a:pt x="1564" y="11501"/>
                    <a:pt x="1570" y="11502"/>
                    <a:pt x="1575" y="11502"/>
                  </a:cubicBezTo>
                  <a:cubicBezTo>
                    <a:pt x="1618" y="11502"/>
                    <a:pt x="1632" y="11447"/>
                    <a:pt x="1647" y="11353"/>
                  </a:cubicBezTo>
                  <a:cubicBezTo>
                    <a:pt x="1647" y="11313"/>
                    <a:pt x="1639" y="11272"/>
                    <a:pt x="1614" y="11231"/>
                  </a:cubicBezTo>
                  <a:cubicBezTo>
                    <a:pt x="1610" y="11231"/>
                    <a:pt x="1606" y="11231"/>
                    <a:pt x="1603" y="11231"/>
                  </a:cubicBezTo>
                  <a:close/>
                  <a:moveTo>
                    <a:pt x="1377" y="11593"/>
                  </a:moveTo>
                  <a:cubicBezTo>
                    <a:pt x="1401" y="11593"/>
                    <a:pt x="1432" y="11624"/>
                    <a:pt x="1452" y="11702"/>
                  </a:cubicBezTo>
                  <a:lnTo>
                    <a:pt x="1436" y="11807"/>
                  </a:lnTo>
                  <a:cubicBezTo>
                    <a:pt x="1379" y="11791"/>
                    <a:pt x="1339" y="11677"/>
                    <a:pt x="1347" y="11621"/>
                  </a:cubicBezTo>
                  <a:cubicBezTo>
                    <a:pt x="1353" y="11603"/>
                    <a:pt x="1364" y="11593"/>
                    <a:pt x="1377" y="11593"/>
                  </a:cubicBezTo>
                  <a:close/>
                  <a:moveTo>
                    <a:pt x="11384" y="11831"/>
                  </a:moveTo>
                  <a:lnTo>
                    <a:pt x="11425" y="11896"/>
                  </a:lnTo>
                  <a:lnTo>
                    <a:pt x="11417" y="11953"/>
                  </a:lnTo>
                  <a:cubicBezTo>
                    <a:pt x="11360" y="11937"/>
                    <a:pt x="11303" y="11929"/>
                    <a:pt x="11311" y="11872"/>
                  </a:cubicBezTo>
                  <a:lnTo>
                    <a:pt x="11384" y="11831"/>
                  </a:lnTo>
                  <a:close/>
                  <a:moveTo>
                    <a:pt x="10897" y="12136"/>
                  </a:moveTo>
                  <a:cubicBezTo>
                    <a:pt x="10905" y="12136"/>
                    <a:pt x="10917" y="12152"/>
                    <a:pt x="10938" y="12180"/>
                  </a:cubicBezTo>
                  <a:cubicBezTo>
                    <a:pt x="10981" y="12237"/>
                    <a:pt x="10980" y="12288"/>
                    <a:pt x="10940" y="12288"/>
                  </a:cubicBezTo>
                  <a:cubicBezTo>
                    <a:pt x="10935" y="12288"/>
                    <a:pt x="10929" y="12287"/>
                    <a:pt x="10922" y="12285"/>
                  </a:cubicBezTo>
                  <a:cubicBezTo>
                    <a:pt x="10857" y="12277"/>
                    <a:pt x="10857" y="12277"/>
                    <a:pt x="10873" y="12221"/>
                  </a:cubicBezTo>
                  <a:cubicBezTo>
                    <a:pt x="10883" y="12162"/>
                    <a:pt x="10887" y="12136"/>
                    <a:pt x="10897" y="12136"/>
                  </a:cubicBezTo>
                  <a:close/>
                  <a:moveTo>
                    <a:pt x="10590" y="12383"/>
                  </a:moveTo>
                  <a:cubicBezTo>
                    <a:pt x="10583" y="12387"/>
                    <a:pt x="10577" y="12390"/>
                    <a:pt x="10572" y="12393"/>
                  </a:cubicBezTo>
                  <a:lnTo>
                    <a:pt x="10572" y="12393"/>
                  </a:lnTo>
                  <a:cubicBezTo>
                    <a:pt x="10577" y="12392"/>
                    <a:pt x="10583" y="12392"/>
                    <a:pt x="10590" y="12392"/>
                  </a:cubicBezTo>
                  <a:cubicBezTo>
                    <a:pt x="10602" y="12392"/>
                    <a:pt x="10616" y="12393"/>
                    <a:pt x="10634" y="12395"/>
                  </a:cubicBezTo>
                  <a:lnTo>
                    <a:pt x="10634" y="12395"/>
                  </a:lnTo>
                  <a:cubicBezTo>
                    <a:pt x="10622" y="12390"/>
                    <a:pt x="10607" y="12386"/>
                    <a:pt x="10590" y="12383"/>
                  </a:cubicBezTo>
                  <a:close/>
                  <a:moveTo>
                    <a:pt x="10572" y="12393"/>
                  </a:moveTo>
                  <a:cubicBezTo>
                    <a:pt x="10552" y="12395"/>
                    <a:pt x="10546" y="12400"/>
                    <a:pt x="10551" y="12400"/>
                  </a:cubicBezTo>
                  <a:cubicBezTo>
                    <a:pt x="10554" y="12400"/>
                    <a:pt x="10561" y="12398"/>
                    <a:pt x="10572" y="12393"/>
                  </a:cubicBezTo>
                  <a:close/>
                  <a:moveTo>
                    <a:pt x="10865" y="12553"/>
                  </a:moveTo>
                  <a:lnTo>
                    <a:pt x="10849" y="12602"/>
                  </a:lnTo>
                  <a:cubicBezTo>
                    <a:pt x="10844" y="12639"/>
                    <a:pt x="10842" y="12652"/>
                    <a:pt x="10826" y="12652"/>
                  </a:cubicBezTo>
                  <a:cubicBezTo>
                    <a:pt x="10817" y="12652"/>
                    <a:pt x="10804" y="12648"/>
                    <a:pt x="10784" y="12642"/>
                  </a:cubicBezTo>
                  <a:lnTo>
                    <a:pt x="10792" y="12594"/>
                  </a:lnTo>
                  <a:lnTo>
                    <a:pt x="10865" y="12553"/>
                  </a:lnTo>
                  <a:close/>
                  <a:moveTo>
                    <a:pt x="10655" y="12950"/>
                  </a:moveTo>
                  <a:lnTo>
                    <a:pt x="10655" y="12950"/>
                  </a:lnTo>
                  <a:cubicBezTo>
                    <a:pt x="10650" y="12976"/>
                    <a:pt x="10664" y="12993"/>
                    <a:pt x="10671" y="12993"/>
                  </a:cubicBezTo>
                  <a:cubicBezTo>
                    <a:pt x="10677" y="12993"/>
                    <a:pt x="10677" y="12980"/>
                    <a:pt x="10655" y="12950"/>
                  </a:cubicBezTo>
                  <a:close/>
                  <a:moveTo>
                    <a:pt x="10752" y="13080"/>
                  </a:moveTo>
                  <a:lnTo>
                    <a:pt x="10736" y="13129"/>
                  </a:lnTo>
                  <a:cubicBezTo>
                    <a:pt x="10730" y="13166"/>
                    <a:pt x="10729" y="13179"/>
                    <a:pt x="10712" y="13179"/>
                  </a:cubicBezTo>
                  <a:cubicBezTo>
                    <a:pt x="10703" y="13179"/>
                    <a:pt x="10691" y="13175"/>
                    <a:pt x="10671" y="13169"/>
                  </a:cubicBezTo>
                  <a:lnTo>
                    <a:pt x="10679" y="13121"/>
                  </a:lnTo>
                  <a:lnTo>
                    <a:pt x="10752" y="13080"/>
                  </a:lnTo>
                  <a:close/>
                  <a:moveTo>
                    <a:pt x="10734" y="13629"/>
                  </a:moveTo>
                  <a:cubicBezTo>
                    <a:pt x="10742" y="13629"/>
                    <a:pt x="10751" y="13630"/>
                    <a:pt x="10760" y="13631"/>
                  </a:cubicBezTo>
                  <a:lnTo>
                    <a:pt x="10744" y="13680"/>
                  </a:lnTo>
                  <a:cubicBezTo>
                    <a:pt x="10739" y="13716"/>
                    <a:pt x="10714" y="13723"/>
                    <a:pt x="10696" y="13723"/>
                  </a:cubicBezTo>
                  <a:cubicBezTo>
                    <a:pt x="10686" y="13723"/>
                    <a:pt x="10679" y="13721"/>
                    <a:pt x="10679" y="13721"/>
                  </a:cubicBezTo>
                  <a:cubicBezTo>
                    <a:pt x="10679" y="13721"/>
                    <a:pt x="10614" y="13712"/>
                    <a:pt x="10630" y="13656"/>
                  </a:cubicBezTo>
                  <a:cubicBezTo>
                    <a:pt x="10663" y="13642"/>
                    <a:pt x="10696" y="13629"/>
                    <a:pt x="10734" y="13629"/>
                  </a:cubicBezTo>
                  <a:close/>
                  <a:moveTo>
                    <a:pt x="321" y="14389"/>
                  </a:moveTo>
                  <a:cubicBezTo>
                    <a:pt x="300" y="14389"/>
                    <a:pt x="299" y="14399"/>
                    <a:pt x="293" y="14434"/>
                  </a:cubicBezTo>
                  <a:lnTo>
                    <a:pt x="277" y="14491"/>
                  </a:lnTo>
                  <a:lnTo>
                    <a:pt x="350" y="14450"/>
                  </a:lnTo>
                  <a:lnTo>
                    <a:pt x="358" y="14393"/>
                  </a:lnTo>
                  <a:cubicBezTo>
                    <a:pt x="341" y="14391"/>
                    <a:pt x="330" y="14389"/>
                    <a:pt x="321" y="14389"/>
                  </a:cubicBezTo>
                  <a:close/>
                  <a:moveTo>
                    <a:pt x="623" y="14555"/>
                  </a:moveTo>
                  <a:cubicBezTo>
                    <a:pt x="626" y="14555"/>
                    <a:pt x="630" y="14555"/>
                    <a:pt x="633" y="14556"/>
                  </a:cubicBezTo>
                  <a:lnTo>
                    <a:pt x="617" y="14612"/>
                  </a:lnTo>
                  <a:cubicBezTo>
                    <a:pt x="614" y="14612"/>
                    <a:pt x="611" y="14612"/>
                    <a:pt x="608" y="14612"/>
                  </a:cubicBezTo>
                  <a:cubicBezTo>
                    <a:pt x="579" y="14612"/>
                    <a:pt x="593" y="14639"/>
                    <a:pt x="629" y="14639"/>
                  </a:cubicBezTo>
                  <a:cubicBezTo>
                    <a:pt x="643" y="14639"/>
                    <a:pt x="662" y="14634"/>
                    <a:pt x="682" y="14620"/>
                  </a:cubicBezTo>
                  <a:lnTo>
                    <a:pt x="796" y="14645"/>
                  </a:lnTo>
                  <a:cubicBezTo>
                    <a:pt x="781" y="14703"/>
                    <a:pt x="727" y="14735"/>
                    <a:pt x="675" y="14735"/>
                  </a:cubicBezTo>
                  <a:cubicBezTo>
                    <a:pt x="669" y="14735"/>
                    <a:pt x="663" y="14735"/>
                    <a:pt x="658" y="14734"/>
                  </a:cubicBezTo>
                  <a:cubicBezTo>
                    <a:pt x="616" y="14742"/>
                    <a:pt x="587" y="14747"/>
                    <a:pt x="569" y="14747"/>
                  </a:cubicBezTo>
                  <a:cubicBezTo>
                    <a:pt x="531" y="14747"/>
                    <a:pt x="536" y="14724"/>
                    <a:pt x="552" y="14653"/>
                  </a:cubicBezTo>
                  <a:cubicBezTo>
                    <a:pt x="560" y="14607"/>
                    <a:pt x="575" y="14555"/>
                    <a:pt x="623" y="14555"/>
                  </a:cubicBezTo>
                  <a:close/>
                  <a:moveTo>
                    <a:pt x="462" y="15187"/>
                  </a:moveTo>
                  <a:cubicBezTo>
                    <a:pt x="471" y="15187"/>
                    <a:pt x="484" y="15190"/>
                    <a:pt x="504" y="15196"/>
                  </a:cubicBezTo>
                  <a:cubicBezTo>
                    <a:pt x="528" y="15229"/>
                    <a:pt x="544" y="15269"/>
                    <a:pt x="536" y="15310"/>
                  </a:cubicBezTo>
                  <a:lnTo>
                    <a:pt x="471" y="15350"/>
                  </a:lnTo>
                  <a:cubicBezTo>
                    <a:pt x="414" y="15342"/>
                    <a:pt x="423" y="15285"/>
                    <a:pt x="431" y="15237"/>
                  </a:cubicBezTo>
                  <a:cubicBezTo>
                    <a:pt x="441" y="15200"/>
                    <a:pt x="445" y="15187"/>
                    <a:pt x="462" y="15187"/>
                  </a:cubicBezTo>
                  <a:close/>
                  <a:moveTo>
                    <a:pt x="1290" y="15520"/>
                  </a:moveTo>
                  <a:lnTo>
                    <a:pt x="1282" y="15569"/>
                  </a:lnTo>
                  <a:cubicBezTo>
                    <a:pt x="1306" y="15610"/>
                    <a:pt x="1347" y="15634"/>
                    <a:pt x="1387" y="15650"/>
                  </a:cubicBezTo>
                  <a:lnTo>
                    <a:pt x="1396" y="15593"/>
                  </a:lnTo>
                  <a:cubicBezTo>
                    <a:pt x="1412" y="15545"/>
                    <a:pt x="1347" y="15529"/>
                    <a:pt x="1290" y="15520"/>
                  </a:cubicBezTo>
                  <a:close/>
                  <a:moveTo>
                    <a:pt x="10172" y="15754"/>
                  </a:moveTo>
                  <a:cubicBezTo>
                    <a:pt x="10176" y="15754"/>
                    <a:pt x="10180" y="15754"/>
                    <a:pt x="10184" y="15756"/>
                  </a:cubicBezTo>
                  <a:lnTo>
                    <a:pt x="10241" y="15780"/>
                  </a:lnTo>
                  <a:cubicBezTo>
                    <a:pt x="10278" y="15860"/>
                    <a:pt x="10314" y="15954"/>
                    <a:pt x="10280" y="15954"/>
                  </a:cubicBezTo>
                  <a:cubicBezTo>
                    <a:pt x="10276" y="15954"/>
                    <a:pt x="10271" y="15953"/>
                    <a:pt x="10265" y="15950"/>
                  </a:cubicBezTo>
                  <a:cubicBezTo>
                    <a:pt x="10225" y="15918"/>
                    <a:pt x="10192" y="15877"/>
                    <a:pt x="10168" y="15829"/>
                  </a:cubicBezTo>
                  <a:cubicBezTo>
                    <a:pt x="10168" y="15829"/>
                    <a:pt x="10134" y="15754"/>
                    <a:pt x="10172" y="15754"/>
                  </a:cubicBezTo>
                  <a:close/>
                  <a:moveTo>
                    <a:pt x="8652" y="16793"/>
                  </a:moveTo>
                  <a:cubicBezTo>
                    <a:pt x="8709" y="16793"/>
                    <a:pt x="8709" y="16915"/>
                    <a:pt x="8595" y="16972"/>
                  </a:cubicBezTo>
                  <a:cubicBezTo>
                    <a:pt x="8547" y="16972"/>
                    <a:pt x="8547" y="16972"/>
                    <a:pt x="8547" y="16915"/>
                  </a:cubicBezTo>
                  <a:cubicBezTo>
                    <a:pt x="8547" y="16850"/>
                    <a:pt x="8595" y="16801"/>
                    <a:pt x="8652" y="16793"/>
                  </a:cubicBezTo>
                  <a:close/>
                  <a:moveTo>
                    <a:pt x="1097" y="16759"/>
                  </a:moveTo>
                  <a:cubicBezTo>
                    <a:pt x="1104" y="16759"/>
                    <a:pt x="1104" y="16789"/>
                    <a:pt x="1104" y="16850"/>
                  </a:cubicBezTo>
                  <a:cubicBezTo>
                    <a:pt x="1104" y="16907"/>
                    <a:pt x="1104" y="16972"/>
                    <a:pt x="1047" y="16972"/>
                  </a:cubicBezTo>
                  <a:cubicBezTo>
                    <a:pt x="1014" y="17005"/>
                    <a:pt x="991" y="17019"/>
                    <a:pt x="978" y="17019"/>
                  </a:cubicBezTo>
                  <a:cubicBezTo>
                    <a:pt x="946" y="17019"/>
                    <a:pt x="972" y="16936"/>
                    <a:pt x="1047" y="16850"/>
                  </a:cubicBezTo>
                  <a:cubicBezTo>
                    <a:pt x="1075" y="16789"/>
                    <a:pt x="1089" y="16759"/>
                    <a:pt x="1097" y="16759"/>
                  </a:cubicBezTo>
                  <a:close/>
                  <a:moveTo>
                    <a:pt x="7820" y="0"/>
                  </a:moveTo>
                  <a:cubicBezTo>
                    <a:pt x="7797" y="0"/>
                    <a:pt x="7779" y="28"/>
                    <a:pt x="7744" y="83"/>
                  </a:cubicBezTo>
                  <a:cubicBezTo>
                    <a:pt x="7714" y="140"/>
                    <a:pt x="7644" y="167"/>
                    <a:pt x="7573" y="167"/>
                  </a:cubicBezTo>
                  <a:cubicBezTo>
                    <a:pt x="7491" y="167"/>
                    <a:pt x="7406" y="132"/>
                    <a:pt x="7371" y="67"/>
                  </a:cubicBezTo>
                  <a:cubicBezTo>
                    <a:pt x="7367" y="68"/>
                    <a:pt x="7363" y="68"/>
                    <a:pt x="7359" y="68"/>
                  </a:cubicBezTo>
                  <a:cubicBezTo>
                    <a:pt x="7320" y="68"/>
                    <a:pt x="7283" y="46"/>
                    <a:pt x="7264" y="46"/>
                  </a:cubicBezTo>
                  <a:cubicBezTo>
                    <a:pt x="7252" y="46"/>
                    <a:pt x="7247" y="53"/>
                    <a:pt x="7249" y="75"/>
                  </a:cubicBezTo>
                  <a:lnTo>
                    <a:pt x="7184" y="18"/>
                  </a:lnTo>
                  <a:lnTo>
                    <a:pt x="7055" y="27"/>
                  </a:lnTo>
                  <a:lnTo>
                    <a:pt x="7055" y="83"/>
                  </a:lnTo>
                  <a:cubicBezTo>
                    <a:pt x="6995" y="80"/>
                    <a:pt x="6935" y="78"/>
                    <a:pt x="6875" y="78"/>
                  </a:cubicBezTo>
                  <a:cubicBezTo>
                    <a:pt x="6641" y="78"/>
                    <a:pt x="6405" y="103"/>
                    <a:pt x="6179" y="148"/>
                  </a:cubicBezTo>
                  <a:cubicBezTo>
                    <a:pt x="5960" y="197"/>
                    <a:pt x="5749" y="262"/>
                    <a:pt x="5547" y="351"/>
                  </a:cubicBezTo>
                  <a:cubicBezTo>
                    <a:pt x="5441" y="391"/>
                    <a:pt x="5433" y="416"/>
                    <a:pt x="5474" y="432"/>
                  </a:cubicBezTo>
                  <a:cubicBezTo>
                    <a:pt x="5540" y="488"/>
                    <a:pt x="5517" y="524"/>
                    <a:pt x="5467" y="524"/>
                  </a:cubicBezTo>
                  <a:cubicBezTo>
                    <a:pt x="5437" y="524"/>
                    <a:pt x="5397" y="511"/>
                    <a:pt x="5360" y="481"/>
                  </a:cubicBezTo>
                  <a:cubicBezTo>
                    <a:pt x="5255" y="497"/>
                    <a:pt x="5149" y="521"/>
                    <a:pt x="5044" y="554"/>
                  </a:cubicBezTo>
                  <a:cubicBezTo>
                    <a:pt x="4962" y="595"/>
                    <a:pt x="4883" y="640"/>
                    <a:pt x="4834" y="640"/>
                  </a:cubicBezTo>
                  <a:cubicBezTo>
                    <a:pt x="4816" y="640"/>
                    <a:pt x="4802" y="634"/>
                    <a:pt x="4793" y="618"/>
                  </a:cubicBezTo>
                  <a:lnTo>
                    <a:pt x="4736" y="651"/>
                  </a:lnTo>
                  <a:cubicBezTo>
                    <a:pt x="4687" y="756"/>
                    <a:pt x="4606" y="845"/>
                    <a:pt x="4509" y="902"/>
                  </a:cubicBezTo>
                  <a:cubicBezTo>
                    <a:pt x="4412" y="983"/>
                    <a:pt x="4298" y="1040"/>
                    <a:pt x="4185" y="1089"/>
                  </a:cubicBezTo>
                  <a:cubicBezTo>
                    <a:pt x="4087" y="1145"/>
                    <a:pt x="4014" y="1227"/>
                    <a:pt x="3974" y="1332"/>
                  </a:cubicBezTo>
                  <a:cubicBezTo>
                    <a:pt x="3917" y="1462"/>
                    <a:pt x="3925" y="1462"/>
                    <a:pt x="3836" y="1462"/>
                  </a:cubicBezTo>
                  <a:cubicBezTo>
                    <a:pt x="3831" y="1456"/>
                    <a:pt x="3823" y="1453"/>
                    <a:pt x="3813" y="1453"/>
                  </a:cubicBezTo>
                  <a:cubicBezTo>
                    <a:pt x="3727" y="1453"/>
                    <a:pt x="3489" y="1649"/>
                    <a:pt x="3568" y="1721"/>
                  </a:cubicBezTo>
                  <a:lnTo>
                    <a:pt x="3479" y="1729"/>
                  </a:lnTo>
                  <a:cubicBezTo>
                    <a:pt x="3406" y="1729"/>
                    <a:pt x="3374" y="1818"/>
                    <a:pt x="3439" y="1859"/>
                  </a:cubicBezTo>
                  <a:cubicBezTo>
                    <a:pt x="3497" y="1912"/>
                    <a:pt x="3496" y="1948"/>
                    <a:pt x="3441" y="1948"/>
                  </a:cubicBezTo>
                  <a:cubicBezTo>
                    <a:pt x="3412" y="1948"/>
                    <a:pt x="3368" y="1938"/>
                    <a:pt x="3309" y="1916"/>
                  </a:cubicBezTo>
                  <a:cubicBezTo>
                    <a:pt x="3276" y="1888"/>
                    <a:pt x="3249" y="1878"/>
                    <a:pt x="3231" y="1878"/>
                  </a:cubicBezTo>
                  <a:cubicBezTo>
                    <a:pt x="3201" y="1878"/>
                    <a:pt x="3194" y="1907"/>
                    <a:pt x="3220" y="1932"/>
                  </a:cubicBezTo>
                  <a:cubicBezTo>
                    <a:pt x="3228" y="2021"/>
                    <a:pt x="3236" y="2102"/>
                    <a:pt x="3155" y="2118"/>
                  </a:cubicBezTo>
                  <a:cubicBezTo>
                    <a:pt x="3114" y="2167"/>
                    <a:pt x="3074" y="2224"/>
                    <a:pt x="3171" y="2289"/>
                  </a:cubicBezTo>
                  <a:cubicBezTo>
                    <a:pt x="3220" y="2329"/>
                    <a:pt x="3179" y="2370"/>
                    <a:pt x="3147" y="2426"/>
                  </a:cubicBezTo>
                  <a:cubicBezTo>
                    <a:pt x="3099" y="2395"/>
                    <a:pt x="3098" y="2394"/>
                    <a:pt x="3083" y="2309"/>
                  </a:cubicBezTo>
                  <a:lnTo>
                    <a:pt x="3083" y="2309"/>
                  </a:lnTo>
                  <a:cubicBezTo>
                    <a:pt x="3068" y="2330"/>
                    <a:pt x="3045" y="2365"/>
                    <a:pt x="3017" y="2410"/>
                  </a:cubicBezTo>
                  <a:cubicBezTo>
                    <a:pt x="2990" y="2457"/>
                    <a:pt x="2902" y="2516"/>
                    <a:pt x="2845" y="2516"/>
                  </a:cubicBezTo>
                  <a:cubicBezTo>
                    <a:pt x="2833" y="2516"/>
                    <a:pt x="2823" y="2513"/>
                    <a:pt x="2814" y="2508"/>
                  </a:cubicBezTo>
                  <a:lnTo>
                    <a:pt x="2814" y="2508"/>
                  </a:lnTo>
                  <a:cubicBezTo>
                    <a:pt x="2725" y="2532"/>
                    <a:pt x="2693" y="2589"/>
                    <a:pt x="2831" y="2597"/>
                  </a:cubicBezTo>
                  <a:cubicBezTo>
                    <a:pt x="2936" y="2653"/>
                    <a:pt x="2936" y="2653"/>
                    <a:pt x="2863" y="2759"/>
                  </a:cubicBezTo>
                  <a:cubicBezTo>
                    <a:pt x="2837" y="2804"/>
                    <a:pt x="2816" y="2849"/>
                    <a:pt x="2784" y="2849"/>
                  </a:cubicBezTo>
                  <a:cubicBezTo>
                    <a:pt x="2776" y="2849"/>
                    <a:pt x="2767" y="2847"/>
                    <a:pt x="2758" y="2840"/>
                  </a:cubicBezTo>
                  <a:cubicBezTo>
                    <a:pt x="2740" y="2832"/>
                    <a:pt x="2727" y="2827"/>
                    <a:pt x="2717" y="2827"/>
                  </a:cubicBezTo>
                  <a:cubicBezTo>
                    <a:pt x="2695" y="2827"/>
                    <a:pt x="2683" y="2852"/>
                    <a:pt x="2644" y="2929"/>
                  </a:cubicBezTo>
                  <a:cubicBezTo>
                    <a:pt x="2579" y="3108"/>
                    <a:pt x="2612" y="3302"/>
                    <a:pt x="2733" y="3448"/>
                  </a:cubicBezTo>
                  <a:cubicBezTo>
                    <a:pt x="2847" y="3489"/>
                    <a:pt x="2847" y="3489"/>
                    <a:pt x="2717" y="3505"/>
                  </a:cubicBezTo>
                  <a:cubicBezTo>
                    <a:pt x="2708" y="3501"/>
                    <a:pt x="2699" y="3499"/>
                    <a:pt x="2692" y="3499"/>
                  </a:cubicBezTo>
                  <a:cubicBezTo>
                    <a:pt x="2653" y="3499"/>
                    <a:pt x="2633" y="3547"/>
                    <a:pt x="2620" y="3594"/>
                  </a:cubicBezTo>
                  <a:cubicBezTo>
                    <a:pt x="2563" y="3578"/>
                    <a:pt x="2579" y="3521"/>
                    <a:pt x="2604" y="3456"/>
                  </a:cubicBezTo>
                  <a:lnTo>
                    <a:pt x="2547" y="3440"/>
                  </a:lnTo>
                  <a:cubicBezTo>
                    <a:pt x="2417" y="3456"/>
                    <a:pt x="2393" y="3513"/>
                    <a:pt x="2482" y="3610"/>
                  </a:cubicBezTo>
                  <a:cubicBezTo>
                    <a:pt x="2514" y="3691"/>
                    <a:pt x="2514" y="3691"/>
                    <a:pt x="2441" y="3732"/>
                  </a:cubicBezTo>
                  <a:cubicBezTo>
                    <a:pt x="2360" y="3772"/>
                    <a:pt x="2287" y="3821"/>
                    <a:pt x="2352" y="3837"/>
                  </a:cubicBezTo>
                  <a:cubicBezTo>
                    <a:pt x="2328" y="3902"/>
                    <a:pt x="2295" y="3959"/>
                    <a:pt x="2239" y="3999"/>
                  </a:cubicBezTo>
                  <a:cubicBezTo>
                    <a:pt x="2206" y="4129"/>
                    <a:pt x="2190" y="4186"/>
                    <a:pt x="2255" y="4202"/>
                  </a:cubicBezTo>
                  <a:cubicBezTo>
                    <a:pt x="2312" y="4218"/>
                    <a:pt x="2295" y="4275"/>
                    <a:pt x="2287" y="4324"/>
                  </a:cubicBezTo>
                  <a:cubicBezTo>
                    <a:pt x="2271" y="4380"/>
                    <a:pt x="2263" y="4437"/>
                    <a:pt x="2320" y="4445"/>
                  </a:cubicBezTo>
                  <a:cubicBezTo>
                    <a:pt x="2377" y="4462"/>
                    <a:pt x="2425" y="4526"/>
                    <a:pt x="2409" y="4632"/>
                  </a:cubicBezTo>
                  <a:cubicBezTo>
                    <a:pt x="2441" y="4745"/>
                    <a:pt x="2441" y="4745"/>
                    <a:pt x="2312" y="4778"/>
                  </a:cubicBezTo>
                  <a:cubicBezTo>
                    <a:pt x="2305" y="4776"/>
                    <a:pt x="2299" y="4775"/>
                    <a:pt x="2293" y="4775"/>
                  </a:cubicBezTo>
                  <a:cubicBezTo>
                    <a:pt x="2253" y="4775"/>
                    <a:pt x="2246" y="4824"/>
                    <a:pt x="2239" y="4867"/>
                  </a:cubicBezTo>
                  <a:cubicBezTo>
                    <a:pt x="2223" y="4907"/>
                    <a:pt x="2190" y="4940"/>
                    <a:pt x="2158" y="4964"/>
                  </a:cubicBezTo>
                  <a:cubicBezTo>
                    <a:pt x="2085" y="5005"/>
                    <a:pt x="2141" y="5013"/>
                    <a:pt x="2206" y="5029"/>
                  </a:cubicBezTo>
                  <a:lnTo>
                    <a:pt x="2320" y="5053"/>
                  </a:lnTo>
                  <a:cubicBezTo>
                    <a:pt x="2313" y="5093"/>
                    <a:pt x="2224" y="5122"/>
                    <a:pt x="2161" y="5122"/>
                  </a:cubicBezTo>
                  <a:cubicBezTo>
                    <a:pt x="2148" y="5122"/>
                    <a:pt x="2135" y="5121"/>
                    <a:pt x="2125" y="5118"/>
                  </a:cubicBezTo>
                  <a:cubicBezTo>
                    <a:pt x="1995" y="5151"/>
                    <a:pt x="1995" y="5151"/>
                    <a:pt x="2109" y="5175"/>
                  </a:cubicBezTo>
                  <a:cubicBezTo>
                    <a:pt x="2174" y="5183"/>
                    <a:pt x="2223" y="5248"/>
                    <a:pt x="2141" y="5345"/>
                  </a:cubicBezTo>
                  <a:cubicBezTo>
                    <a:pt x="2119" y="5443"/>
                    <a:pt x="2096" y="5542"/>
                    <a:pt x="2047" y="5542"/>
                  </a:cubicBezTo>
                  <a:cubicBezTo>
                    <a:pt x="2044" y="5542"/>
                    <a:pt x="2040" y="5541"/>
                    <a:pt x="2036" y="5540"/>
                  </a:cubicBezTo>
                  <a:cubicBezTo>
                    <a:pt x="1995" y="5564"/>
                    <a:pt x="1987" y="5613"/>
                    <a:pt x="2020" y="5645"/>
                  </a:cubicBezTo>
                  <a:cubicBezTo>
                    <a:pt x="2060" y="5710"/>
                    <a:pt x="2052" y="5767"/>
                    <a:pt x="1963" y="5913"/>
                  </a:cubicBezTo>
                  <a:cubicBezTo>
                    <a:pt x="1793" y="6156"/>
                    <a:pt x="1793" y="6156"/>
                    <a:pt x="1906" y="6180"/>
                  </a:cubicBezTo>
                  <a:cubicBezTo>
                    <a:pt x="1971" y="6188"/>
                    <a:pt x="2028" y="6205"/>
                    <a:pt x="1898" y="6229"/>
                  </a:cubicBezTo>
                  <a:cubicBezTo>
                    <a:pt x="1833" y="6270"/>
                    <a:pt x="1874" y="6334"/>
                    <a:pt x="1914" y="6456"/>
                  </a:cubicBezTo>
                  <a:cubicBezTo>
                    <a:pt x="1979" y="6513"/>
                    <a:pt x="2052" y="6545"/>
                    <a:pt x="2141" y="6553"/>
                  </a:cubicBezTo>
                  <a:cubicBezTo>
                    <a:pt x="2255" y="6578"/>
                    <a:pt x="2255" y="6578"/>
                    <a:pt x="2174" y="6675"/>
                  </a:cubicBezTo>
                  <a:cubicBezTo>
                    <a:pt x="2159" y="6726"/>
                    <a:pt x="2106" y="6757"/>
                    <a:pt x="2054" y="6757"/>
                  </a:cubicBezTo>
                  <a:cubicBezTo>
                    <a:pt x="2048" y="6757"/>
                    <a:pt x="2042" y="6757"/>
                    <a:pt x="2036" y="6756"/>
                  </a:cubicBezTo>
                  <a:cubicBezTo>
                    <a:pt x="2004" y="6748"/>
                    <a:pt x="1979" y="6724"/>
                    <a:pt x="1987" y="6691"/>
                  </a:cubicBezTo>
                  <a:lnTo>
                    <a:pt x="1995" y="6634"/>
                  </a:lnTo>
                  <a:cubicBezTo>
                    <a:pt x="1977" y="6632"/>
                    <a:pt x="1959" y="6628"/>
                    <a:pt x="1942" y="6628"/>
                  </a:cubicBezTo>
                  <a:cubicBezTo>
                    <a:pt x="1906" y="6628"/>
                    <a:pt x="1874" y="6644"/>
                    <a:pt x="1858" y="6715"/>
                  </a:cubicBezTo>
                  <a:cubicBezTo>
                    <a:pt x="1793" y="6756"/>
                    <a:pt x="1785" y="6813"/>
                    <a:pt x="1841" y="6829"/>
                  </a:cubicBezTo>
                  <a:cubicBezTo>
                    <a:pt x="1768" y="6870"/>
                    <a:pt x="1744" y="6975"/>
                    <a:pt x="1728" y="7080"/>
                  </a:cubicBezTo>
                  <a:cubicBezTo>
                    <a:pt x="1704" y="7186"/>
                    <a:pt x="1671" y="7340"/>
                    <a:pt x="1606" y="7380"/>
                  </a:cubicBezTo>
                  <a:cubicBezTo>
                    <a:pt x="1582" y="7486"/>
                    <a:pt x="1574" y="7542"/>
                    <a:pt x="1631" y="7551"/>
                  </a:cubicBezTo>
                  <a:cubicBezTo>
                    <a:pt x="1730" y="7572"/>
                    <a:pt x="1736" y="7618"/>
                    <a:pt x="1698" y="7618"/>
                  </a:cubicBezTo>
                  <a:cubicBezTo>
                    <a:pt x="1692" y="7618"/>
                    <a:pt x="1686" y="7617"/>
                    <a:pt x="1679" y="7615"/>
                  </a:cubicBezTo>
                  <a:cubicBezTo>
                    <a:pt x="1550" y="7648"/>
                    <a:pt x="1355" y="8321"/>
                    <a:pt x="1460" y="8402"/>
                  </a:cubicBezTo>
                  <a:lnTo>
                    <a:pt x="1436" y="8507"/>
                  </a:lnTo>
                  <a:cubicBezTo>
                    <a:pt x="1355" y="8596"/>
                    <a:pt x="1290" y="8913"/>
                    <a:pt x="1339" y="8978"/>
                  </a:cubicBezTo>
                  <a:lnTo>
                    <a:pt x="1306" y="9140"/>
                  </a:lnTo>
                  <a:cubicBezTo>
                    <a:pt x="1225" y="9237"/>
                    <a:pt x="1217" y="9286"/>
                    <a:pt x="1266" y="9350"/>
                  </a:cubicBezTo>
                  <a:cubicBezTo>
                    <a:pt x="1303" y="9400"/>
                    <a:pt x="1345" y="9421"/>
                    <a:pt x="1337" y="9421"/>
                  </a:cubicBezTo>
                  <a:cubicBezTo>
                    <a:pt x="1335" y="9421"/>
                    <a:pt x="1328" y="9419"/>
                    <a:pt x="1314" y="9415"/>
                  </a:cubicBezTo>
                  <a:cubicBezTo>
                    <a:pt x="1312" y="9415"/>
                    <a:pt x="1310" y="9415"/>
                    <a:pt x="1308" y="9415"/>
                  </a:cubicBezTo>
                  <a:cubicBezTo>
                    <a:pt x="1256" y="9415"/>
                    <a:pt x="1232" y="9520"/>
                    <a:pt x="1193" y="9723"/>
                  </a:cubicBezTo>
                  <a:cubicBezTo>
                    <a:pt x="1159" y="9870"/>
                    <a:pt x="1149" y="9915"/>
                    <a:pt x="1170" y="9915"/>
                  </a:cubicBezTo>
                  <a:cubicBezTo>
                    <a:pt x="1179" y="9915"/>
                    <a:pt x="1195" y="9906"/>
                    <a:pt x="1217" y="9894"/>
                  </a:cubicBezTo>
                  <a:lnTo>
                    <a:pt x="1217" y="9894"/>
                  </a:lnTo>
                  <a:cubicBezTo>
                    <a:pt x="1230" y="10061"/>
                    <a:pt x="1199" y="10096"/>
                    <a:pt x="1156" y="10096"/>
                  </a:cubicBezTo>
                  <a:cubicBezTo>
                    <a:pt x="1142" y="10096"/>
                    <a:pt x="1127" y="10092"/>
                    <a:pt x="1112" y="10088"/>
                  </a:cubicBezTo>
                  <a:cubicBezTo>
                    <a:pt x="1087" y="10071"/>
                    <a:pt x="1067" y="10064"/>
                    <a:pt x="1053" y="10064"/>
                  </a:cubicBezTo>
                  <a:cubicBezTo>
                    <a:pt x="1009" y="10064"/>
                    <a:pt x="1028" y="10142"/>
                    <a:pt x="1152" y="10210"/>
                  </a:cubicBezTo>
                  <a:cubicBezTo>
                    <a:pt x="1254" y="10280"/>
                    <a:pt x="1235" y="10381"/>
                    <a:pt x="1183" y="10381"/>
                  </a:cubicBezTo>
                  <a:cubicBezTo>
                    <a:pt x="1181" y="10381"/>
                    <a:pt x="1179" y="10380"/>
                    <a:pt x="1177" y="10380"/>
                  </a:cubicBezTo>
                  <a:cubicBezTo>
                    <a:pt x="1120" y="10372"/>
                    <a:pt x="1128" y="10315"/>
                    <a:pt x="1144" y="10259"/>
                  </a:cubicBezTo>
                  <a:lnTo>
                    <a:pt x="1023" y="10242"/>
                  </a:lnTo>
                  <a:lnTo>
                    <a:pt x="1023" y="10242"/>
                  </a:lnTo>
                  <a:cubicBezTo>
                    <a:pt x="1014" y="10291"/>
                    <a:pt x="1014" y="10291"/>
                    <a:pt x="1063" y="10356"/>
                  </a:cubicBezTo>
                  <a:cubicBezTo>
                    <a:pt x="1055" y="10396"/>
                    <a:pt x="1071" y="10445"/>
                    <a:pt x="1096" y="10477"/>
                  </a:cubicBezTo>
                  <a:cubicBezTo>
                    <a:pt x="1121" y="10513"/>
                    <a:pt x="1162" y="10532"/>
                    <a:pt x="1203" y="10532"/>
                  </a:cubicBezTo>
                  <a:cubicBezTo>
                    <a:pt x="1228" y="10532"/>
                    <a:pt x="1252" y="10525"/>
                    <a:pt x="1274" y="10510"/>
                  </a:cubicBezTo>
                  <a:cubicBezTo>
                    <a:pt x="1293" y="10499"/>
                    <a:pt x="1306" y="10495"/>
                    <a:pt x="1314" y="10495"/>
                  </a:cubicBezTo>
                  <a:cubicBezTo>
                    <a:pt x="1339" y="10495"/>
                    <a:pt x="1329" y="10533"/>
                    <a:pt x="1323" y="10575"/>
                  </a:cubicBezTo>
                  <a:cubicBezTo>
                    <a:pt x="1282" y="10623"/>
                    <a:pt x="1248" y="10644"/>
                    <a:pt x="1217" y="10644"/>
                  </a:cubicBezTo>
                  <a:cubicBezTo>
                    <a:pt x="1187" y="10644"/>
                    <a:pt x="1160" y="10623"/>
                    <a:pt x="1136" y="10591"/>
                  </a:cubicBezTo>
                  <a:cubicBezTo>
                    <a:pt x="1144" y="10542"/>
                    <a:pt x="1087" y="10526"/>
                    <a:pt x="1031" y="10518"/>
                  </a:cubicBezTo>
                  <a:cubicBezTo>
                    <a:pt x="1029" y="10518"/>
                    <a:pt x="1028" y="10517"/>
                    <a:pt x="1026" y="10517"/>
                  </a:cubicBezTo>
                  <a:cubicBezTo>
                    <a:pt x="977" y="10517"/>
                    <a:pt x="1034" y="10796"/>
                    <a:pt x="1144" y="10867"/>
                  </a:cubicBezTo>
                  <a:lnTo>
                    <a:pt x="1079" y="10859"/>
                  </a:lnTo>
                  <a:cubicBezTo>
                    <a:pt x="1075" y="10857"/>
                    <a:pt x="1072" y="10857"/>
                    <a:pt x="1068" y="10857"/>
                  </a:cubicBezTo>
                  <a:cubicBezTo>
                    <a:pt x="1019" y="10857"/>
                    <a:pt x="997" y="10955"/>
                    <a:pt x="982" y="11053"/>
                  </a:cubicBezTo>
                  <a:cubicBezTo>
                    <a:pt x="958" y="11158"/>
                    <a:pt x="950" y="11215"/>
                    <a:pt x="1006" y="11223"/>
                  </a:cubicBezTo>
                  <a:cubicBezTo>
                    <a:pt x="1063" y="11240"/>
                    <a:pt x="1128" y="11248"/>
                    <a:pt x="1112" y="11304"/>
                  </a:cubicBezTo>
                  <a:cubicBezTo>
                    <a:pt x="1121" y="11272"/>
                    <a:pt x="1143" y="11263"/>
                    <a:pt x="1171" y="11263"/>
                  </a:cubicBezTo>
                  <a:cubicBezTo>
                    <a:pt x="1192" y="11263"/>
                    <a:pt x="1217" y="11269"/>
                    <a:pt x="1241" y="11272"/>
                  </a:cubicBezTo>
                  <a:cubicBezTo>
                    <a:pt x="1201" y="11329"/>
                    <a:pt x="1144" y="11369"/>
                    <a:pt x="1096" y="11410"/>
                  </a:cubicBezTo>
                  <a:cubicBezTo>
                    <a:pt x="950" y="11483"/>
                    <a:pt x="852" y="11629"/>
                    <a:pt x="828" y="11791"/>
                  </a:cubicBezTo>
                  <a:cubicBezTo>
                    <a:pt x="804" y="11896"/>
                    <a:pt x="771" y="12058"/>
                    <a:pt x="706" y="12099"/>
                  </a:cubicBezTo>
                  <a:cubicBezTo>
                    <a:pt x="682" y="12204"/>
                    <a:pt x="674" y="12253"/>
                    <a:pt x="731" y="12269"/>
                  </a:cubicBezTo>
                  <a:lnTo>
                    <a:pt x="706" y="12375"/>
                  </a:lnTo>
                  <a:cubicBezTo>
                    <a:pt x="641" y="12415"/>
                    <a:pt x="617" y="12521"/>
                    <a:pt x="674" y="12529"/>
                  </a:cubicBezTo>
                  <a:cubicBezTo>
                    <a:pt x="723" y="12594"/>
                    <a:pt x="658" y="12634"/>
                    <a:pt x="641" y="12691"/>
                  </a:cubicBezTo>
                  <a:cubicBezTo>
                    <a:pt x="546" y="12747"/>
                    <a:pt x="517" y="12764"/>
                    <a:pt x="569" y="12764"/>
                  </a:cubicBezTo>
                  <a:cubicBezTo>
                    <a:pt x="593" y="12764"/>
                    <a:pt x="633" y="12761"/>
                    <a:pt x="690" y="12756"/>
                  </a:cubicBezTo>
                  <a:cubicBezTo>
                    <a:pt x="693" y="12756"/>
                    <a:pt x="696" y="12756"/>
                    <a:pt x="699" y="12756"/>
                  </a:cubicBezTo>
                  <a:cubicBezTo>
                    <a:pt x="761" y="12756"/>
                    <a:pt x="829" y="12672"/>
                    <a:pt x="844" y="12618"/>
                  </a:cubicBezTo>
                  <a:lnTo>
                    <a:pt x="877" y="12464"/>
                  </a:lnTo>
                  <a:lnTo>
                    <a:pt x="901" y="12634"/>
                  </a:lnTo>
                  <a:cubicBezTo>
                    <a:pt x="893" y="12683"/>
                    <a:pt x="925" y="12804"/>
                    <a:pt x="990" y="12812"/>
                  </a:cubicBezTo>
                  <a:cubicBezTo>
                    <a:pt x="990" y="12812"/>
                    <a:pt x="1047" y="12829"/>
                    <a:pt x="1031" y="12877"/>
                  </a:cubicBezTo>
                  <a:lnTo>
                    <a:pt x="917" y="12853"/>
                  </a:lnTo>
                  <a:cubicBezTo>
                    <a:pt x="877" y="12804"/>
                    <a:pt x="820" y="12772"/>
                    <a:pt x="755" y="12764"/>
                  </a:cubicBezTo>
                  <a:cubicBezTo>
                    <a:pt x="625" y="12796"/>
                    <a:pt x="536" y="12942"/>
                    <a:pt x="650" y="12967"/>
                  </a:cubicBezTo>
                  <a:cubicBezTo>
                    <a:pt x="641" y="13023"/>
                    <a:pt x="641" y="13023"/>
                    <a:pt x="569" y="13064"/>
                  </a:cubicBezTo>
                  <a:cubicBezTo>
                    <a:pt x="562" y="13062"/>
                    <a:pt x="556" y="13061"/>
                    <a:pt x="551" y="13061"/>
                  </a:cubicBezTo>
                  <a:cubicBezTo>
                    <a:pt x="511" y="13061"/>
                    <a:pt x="516" y="13113"/>
                    <a:pt x="609" y="13177"/>
                  </a:cubicBezTo>
                  <a:cubicBezTo>
                    <a:pt x="714" y="13258"/>
                    <a:pt x="706" y="13307"/>
                    <a:pt x="577" y="13339"/>
                  </a:cubicBezTo>
                  <a:cubicBezTo>
                    <a:pt x="439" y="13421"/>
                    <a:pt x="390" y="13631"/>
                    <a:pt x="455" y="13639"/>
                  </a:cubicBezTo>
                  <a:cubicBezTo>
                    <a:pt x="569" y="13664"/>
                    <a:pt x="536" y="13826"/>
                    <a:pt x="471" y="13866"/>
                  </a:cubicBezTo>
                  <a:cubicBezTo>
                    <a:pt x="398" y="13891"/>
                    <a:pt x="382" y="13972"/>
                    <a:pt x="439" y="14021"/>
                  </a:cubicBezTo>
                  <a:cubicBezTo>
                    <a:pt x="433" y="14020"/>
                    <a:pt x="428" y="14019"/>
                    <a:pt x="422" y="14019"/>
                  </a:cubicBezTo>
                  <a:cubicBezTo>
                    <a:pt x="364" y="14019"/>
                    <a:pt x="313" y="14058"/>
                    <a:pt x="358" y="14118"/>
                  </a:cubicBezTo>
                  <a:cubicBezTo>
                    <a:pt x="358" y="14118"/>
                    <a:pt x="350" y="14146"/>
                    <a:pt x="370" y="14146"/>
                  </a:cubicBezTo>
                  <a:cubicBezTo>
                    <a:pt x="379" y="14146"/>
                    <a:pt x="393" y="14141"/>
                    <a:pt x="414" y="14126"/>
                  </a:cubicBezTo>
                  <a:lnTo>
                    <a:pt x="512" y="14256"/>
                  </a:lnTo>
                  <a:cubicBezTo>
                    <a:pt x="516" y="14228"/>
                    <a:pt x="537" y="14219"/>
                    <a:pt x="565" y="14219"/>
                  </a:cubicBezTo>
                  <a:cubicBezTo>
                    <a:pt x="587" y="14219"/>
                    <a:pt x="613" y="14224"/>
                    <a:pt x="641" y="14231"/>
                  </a:cubicBezTo>
                  <a:cubicBezTo>
                    <a:pt x="698" y="14239"/>
                    <a:pt x="593" y="14442"/>
                    <a:pt x="398" y="14515"/>
                  </a:cubicBezTo>
                  <a:lnTo>
                    <a:pt x="260" y="14596"/>
                  </a:lnTo>
                  <a:lnTo>
                    <a:pt x="374" y="14620"/>
                  </a:lnTo>
                  <a:cubicBezTo>
                    <a:pt x="367" y="14663"/>
                    <a:pt x="360" y="14713"/>
                    <a:pt x="314" y="14713"/>
                  </a:cubicBezTo>
                  <a:cubicBezTo>
                    <a:pt x="307" y="14713"/>
                    <a:pt x="301" y="14712"/>
                    <a:pt x="293" y="14710"/>
                  </a:cubicBezTo>
                  <a:cubicBezTo>
                    <a:pt x="276" y="14707"/>
                    <a:pt x="265" y="14706"/>
                    <a:pt x="256" y="14706"/>
                  </a:cubicBezTo>
                  <a:cubicBezTo>
                    <a:pt x="235" y="14706"/>
                    <a:pt x="234" y="14716"/>
                    <a:pt x="228" y="14750"/>
                  </a:cubicBezTo>
                  <a:cubicBezTo>
                    <a:pt x="220" y="14783"/>
                    <a:pt x="244" y="14815"/>
                    <a:pt x="277" y="14815"/>
                  </a:cubicBezTo>
                  <a:cubicBezTo>
                    <a:pt x="390" y="14839"/>
                    <a:pt x="390" y="14839"/>
                    <a:pt x="325" y="14880"/>
                  </a:cubicBezTo>
                  <a:cubicBezTo>
                    <a:pt x="196" y="14912"/>
                    <a:pt x="187" y="14961"/>
                    <a:pt x="293" y="15042"/>
                  </a:cubicBezTo>
                  <a:cubicBezTo>
                    <a:pt x="406" y="15066"/>
                    <a:pt x="406" y="15066"/>
                    <a:pt x="277" y="15091"/>
                  </a:cubicBezTo>
                  <a:cubicBezTo>
                    <a:pt x="271" y="15090"/>
                    <a:pt x="265" y="15090"/>
                    <a:pt x="259" y="15090"/>
                  </a:cubicBezTo>
                  <a:cubicBezTo>
                    <a:pt x="209" y="15090"/>
                    <a:pt x="161" y="15121"/>
                    <a:pt x="139" y="15172"/>
                  </a:cubicBezTo>
                  <a:lnTo>
                    <a:pt x="196" y="15188"/>
                  </a:lnTo>
                  <a:cubicBezTo>
                    <a:pt x="317" y="15212"/>
                    <a:pt x="309" y="15261"/>
                    <a:pt x="236" y="15302"/>
                  </a:cubicBezTo>
                  <a:cubicBezTo>
                    <a:pt x="232" y="15301"/>
                    <a:pt x="228" y="15301"/>
                    <a:pt x="225" y="15301"/>
                  </a:cubicBezTo>
                  <a:cubicBezTo>
                    <a:pt x="178" y="15301"/>
                    <a:pt x="174" y="15351"/>
                    <a:pt x="204" y="15464"/>
                  </a:cubicBezTo>
                  <a:cubicBezTo>
                    <a:pt x="181" y="15562"/>
                    <a:pt x="172" y="15611"/>
                    <a:pt x="126" y="15611"/>
                  </a:cubicBezTo>
                  <a:cubicBezTo>
                    <a:pt x="122" y="15611"/>
                    <a:pt x="119" y="15610"/>
                    <a:pt x="114" y="15610"/>
                  </a:cubicBezTo>
                  <a:cubicBezTo>
                    <a:pt x="71" y="15601"/>
                    <a:pt x="44" y="15595"/>
                    <a:pt x="31" y="15595"/>
                  </a:cubicBezTo>
                  <a:cubicBezTo>
                    <a:pt x="7" y="15595"/>
                    <a:pt x="33" y="15614"/>
                    <a:pt x="106" y="15666"/>
                  </a:cubicBezTo>
                  <a:cubicBezTo>
                    <a:pt x="147" y="15723"/>
                    <a:pt x="147" y="15723"/>
                    <a:pt x="74" y="15820"/>
                  </a:cubicBezTo>
                  <a:cubicBezTo>
                    <a:pt x="1" y="15861"/>
                    <a:pt x="1" y="15861"/>
                    <a:pt x="50" y="15926"/>
                  </a:cubicBezTo>
                  <a:cubicBezTo>
                    <a:pt x="106" y="15938"/>
                    <a:pt x="151" y="15948"/>
                    <a:pt x="182" y="15948"/>
                  </a:cubicBezTo>
                  <a:cubicBezTo>
                    <a:pt x="214" y="15948"/>
                    <a:pt x="232" y="15938"/>
                    <a:pt x="236" y="15910"/>
                  </a:cubicBezTo>
                  <a:cubicBezTo>
                    <a:pt x="241" y="15873"/>
                    <a:pt x="243" y="15860"/>
                    <a:pt x="260" y="15860"/>
                  </a:cubicBezTo>
                  <a:cubicBezTo>
                    <a:pt x="268" y="15860"/>
                    <a:pt x="281" y="15863"/>
                    <a:pt x="301" y="15869"/>
                  </a:cubicBezTo>
                  <a:lnTo>
                    <a:pt x="285" y="15974"/>
                  </a:lnTo>
                  <a:cubicBezTo>
                    <a:pt x="269" y="16047"/>
                    <a:pt x="269" y="16129"/>
                    <a:pt x="301" y="16202"/>
                  </a:cubicBezTo>
                  <a:cubicBezTo>
                    <a:pt x="319" y="16264"/>
                    <a:pt x="364" y="16300"/>
                    <a:pt x="394" y="16300"/>
                  </a:cubicBezTo>
                  <a:cubicBezTo>
                    <a:pt x="418" y="16300"/>
                    <a:pt x="433" y="16277"/>
                    <a:pt x="414" y="16226"/>
                  </a:cubicBezTo>
                  <a:lnTo>
                    <a:pt x="487" y="16185"/>
                  </a:lnTo>
                  <a:cubicBezTo>
                    <a:pt x="510" y="16190"/>
                    <a:pt x="529" y="16191"/>
                    <a:pt x="547" y="16191"/>
                  </a:cubicBezTo>
                  <a:cubicBezTo>
                    <a:pt x="661" y="16191"/>
                    <a:pt x="659" y="16108"/>
                    <a:pt x="504" y="16080"/>
                  </a:cubicBezTo>
                  <a:cubicBezTo>
                    <a:pt x="333" y="16039"/>
                    <a:pt x="333" y="16039"/>
                    <a:pt x="455" y="16015"/>
                  </a:cubicBezTo>
                  <a:lnTo>
                    <a:pt x="455" y="16015"/>
                  </a:lnTo>
                  <a:cubicBezTo>
                    <a:pt x="471" y="16017"/>
                    <a:pt x="485" y="16018"/>
                    <a:pt x="498" y="16018"/>
                  </a:cubicBezTo>
                  <a:cubicBezTo>
                    <a:pt x="579" y="16018"/>
                    <a:pt x="587" y="15975"/>
                    <a:pt x="601" y="15926"/>
                  </a:cubicBezTo>
                  <a:cubicBezTo>
                    <a:pt x="607" y="15891"/>
                    <a:pt x="608" y="15881"/>
                    <a:pt x="629" y="15881"/>
                  </a:cubicBezTo>
                  <a:cubicBezTo>
                    <a:pt x="638" y="15881"/>
                    <a:pt x="649" y="15883"/>
                    <a:pt x="666" y="15885"/>
                  </a:cubicBezTo>
                  <a:cubicBezTo>
                    <a:pt x="676" y="15888"/>
                    <a:pt x="685" y="15889"/>
                    <a:pt x="695" y="15889"/>
                  </a:cubicBezTo>
                  <a:cubicBezTo>
                    <a:pt x="747" y="15889"/>
                    <a:pt x="790" y="15852"/>
                    <a:pt x="804" y="15804"/>
                  </a:cubicBezTo>
                  <a:cubicBezTo>
                    <a:pt x="820" y="15756"/>
                    <a:pt x="820" y="15756"/>
                    <a:pt x="755" y="15739"/>
                  </a:cubicBezTo>
                  <a:cubicBezTo>
                    <a:pt x="745" y="15746"/>
                    <a:pt x="736" y="15749"/>
                    <a:pt x="730" y="15749"/>
                  </a:cubicBezTo>
                  <a:cubicBezTo>
                    <a:pt x="698" y="15749"/>
                    <a:pt x="727" y="15671"/>
                    <a:pt x="836" y="15650"/>
                  </a:cubicBezTo>
                  <a:cubicBezTo>
                    <a:pt x="909" y="15610"/>
                    <a:pt x="909" y="15610"/>
                    <a:pt x="787" y="15585"/>
                  </a:cubicBezTo>
                  <a:cubicBezTo>
                    <a:pt x="674" y="15561"/>
                    <a:pt x="698" y="15456"/>
                    <a:pt x="820" y="15423"/>
                  </a:cubicBezTo>
                  <a:lnTo>
                    <a:pt x="844" y="15318"/>
                  </a:lnTo>
                  <a:cubicBezTo>
                    <a:pt x="852" y="15269"/>
                    <a:pt x="796" y="15253"/>
                    <a:pt x="739" y="15245"/>
                  </a:cubicBezTo>
                  <a:cubicBezTo>
                    <a:pt x="617" y="15220"/>
                    <a:pt x="617" y="15220"/>
                    <a:pt x="690" y="15180"/>
                  </a:cubicBezTo>
                  <a:cubicBezTo>
                    <a:pt x="724" y="15160"/>
                    <a:pt x="757" y="15145"/>
                    <a:pt x="795" y="15145"/>
                  </a:cubicBezTo>
                  <a:cubicBezTo>
                    <a:pt x="803" y="15145"/>
                    <a:pt x="811" y="15146"/>
                    <a:pt x="820" y="15147"/>
                  </a:cubicBezTo>
                  <a:cubicBezTo>
                    <a:pt x="827" y="15149"/>
                    <a:pt x="833" y="15150"/>
                    <a:pt x="838" y="15150"/>
                  </a:cubicBezTo>
                  <a:cubicBezTo>
                    <a:pt x="879" y="15150"/>
                    <a:pt x="887" y="15101"/>
                    <a:pt x="901" y="15058"/>
                  </a:cubicBezTo>
                  <a:cubicBezTo>
                    <a:pt x="909" y="15002"/>
                    <a:pt x="933" y="14896"/>
                    <a:pt x="869" y="14888"/>
                  </a:cubicBezTo>
                  <a:lnTo>
                    <a:pt x="869" y="14888"/>
                  </a:lnTo>
                  <a:lnTo>
                    <a:pt x="933" y="14896"/>
                  </a:lnTo>
                  <a:cubicBezTo>
                    <a:pt x="941" y="14839"/>
                    <a:pt x="998" y="14856"/>
                    <a:pt x="941" y="14839"/>
                  </a:cubicBezTo>
                  <a:cubicBezTo>
                    <a:pt x="958" y="14791"/>
                    <a:pt x="990" y="14734"/>
                    <a:pt x="1031" y="14693"/>
                  </a:cubicBezTo>
                  <a:cubicBezTo>
                    <a:pt x="1091" y="14627"/>
                    <a:pt x="1061" y="14506"/>
                    <a:pt x="979" y="14506"/>
                  </a:cubicBezTo>
                  <a:cubicBezTo>
                    <a:pt x="950" y="14506"/>
                    <a:pt x="916" y="14521"/>
                    <a:pt x="877" y="14556"/>
                  </a:cubicBezTo>
                  <a:lnTo>
                    <a:pt x="885" y="14499"/>
                  </a:lnTo>
                  <a:cubicBezTo>
                    <a:pt x="901" y="14450"/>
                    <a:pt x="836" y="14434"/>
                    <a:pt x="836" y="14434"/>
                  </a:cubicBezTo>
                  <a:cubicBezTo>
                    <a:pt x="779" y="14426"/>
                    <a:pt x="796" y="14369"/>
                    <a:pt x="804" y="14321"/>
                  </a:cubicBezTo>
                  <a:lnTo>
                    <a:pt x="804" y="14321"/>
                  </a:lnTo>
                  <a:lnTo>
                    <a:pt x="917" y="14345"/>
                  </a:lnTo>
                  <a:cubicBezTo>
                    <a:pt x="965" y="14370"/>
                    <a:pt x="1006" y="14380"/>
                    <a:pt x="1036" y="14380"/>
                  </a:cubicBezTo>
                  <a:cubicBezTo>
                    <a:pt x="1113" y="14380"/>
                    <a:pt x="1121" y="14312"/>
                    <a:pt x="998" y="14248"/>
                  </a:cubicBezTo>
                  <a:lnTo>
                    <a:pt x="998" y="14248"/>
                  </a:lnTo>
                  <a:lnTo>
                    <a:pt x="1055" y="14264"/>
                  </a:lnTo>
                  <a:cubicBezTo>
                    <a:pt x="1060" y="14264"/>
                    <a:pt x="1064" y="14265"/>
                    <a:pt x="1068" y="14265"/>
                  </a:cubicBezTo>
                  <a:cubicBezTo>
                    <a:pt x="1121" y="14265"/>
                    <a:pt x="1125" y="14215"/>
                    <a:pt x="1087" y="14102"/>
                  </a:cubicBezTo>
                  <a:cubicBezTo>
                    <a:pt x="1104" y="14053"/>
                    <a:pt x="998" y="13972"/>
                    <a:pt x="933" y="13964"/>
                  </a:cubicBezTo>
                  <a:cubicBezTo>
                    <a:pt x="901" y="13956"/>
                    <a:pt x="885" y="13931"/>
                    <a:pt x="885" y="13899"/>
                  </a:cubicBezTo>
                  <a:cubicBezTo>
                    <a:pt x="895" y="13862"/>
                    <a:pt x="899" y="13849"/>
                    <a:pt x="916" y="13849"/>
                  </a:cubicBezTo>
                  <a:cubicBezTo>
                    <a:pt x="925" y="13849"/>
                    <a:pt x="938" y="13853"/>
                    <a:pt x="958" y="13858"/>
                  </a:cubicBezTo>
                  <a:cubicBezTo>
                    <a:pt x="970" y="13861"/>
                    <a:pt x="981" y="13862"/>
                    <a:pt x="991" y="13862"/>
                  </a:cubicBezTo>
                  <a:cubicBezTo>
                    <a:pt x="1081" y="13862"/>
                    <a:pt x="1085" y="13769"/>
                    <a:pt x="990" y="13696"/>
                  </a:cubicBezTo>
                  <a:lnTo>
                    <a:pt x="990" y="13696"/>
                  </a:lnTo>
                  <a:lnTo>
                    <a:pt x="1047" y="13712"/>
                  </a:lnTo>
                  <a:cubicBezTo>
                    <a:pt x="1051" y="13713"/>
                    <a:pt x="1055" y="13713"/>
                    <a:pt x="1060" y="13713"/>
                  </a:cubicBezTo>
                  <a:cubicBezTo>
                    <a:pt x="1114" y="13713"/>
                    <a:pt x="1176" y="13660"/>
                    <a:pt x="1169" y="13404"/>
                  </a:cubicBezTo>
                  <a:cubicBezTo>
                    <a:pt x="1215" y="13203"/>
                    <a:pt x="1247" y="13046"/>
                    <a:pt x="1299" y="13046"/>
                  </a:cubicBezTo>
                  <a:cubicBezTo>
                    <a:pt x="1301" y="13046"/>
                    <a:pt x="1304" y="13047"/>
                    <a:pt x="1306" y="13048"/>
                  </a:cubicBezTo>
                  <a:cubicBezTo>
                    <a:pt x="1307" y="13048"/>
                    <a:pt x="1308" y="13048"/>
                    <a:pt x="1309" y="13048"/>
                  </a:cubicBezTo>
                  <a:cubicBezTo>
                    <a:pt x="1361" y="13048"/>
                    <a:pt x="1288" y="12818"/>
                    <a:pt x="1193" y="12691"/>
                  </a:cubicBezTo>
                  <a:lnTo>
                    <a:pt x="1193" y="12691"/>
                  </a:lnTo>
                  <a:cubicBezTo>
                    <a:pt x="1199" y="12693"/>
                    <a:pt x="1205" y="12694"/>
                    <a:pt x="1211" y="12694"/>
                  </a:cubicBezTo>
                  <a:cubicBezTo>
                    <a:pt x="1253" y="12694"/>
                    <a:pt x="1268" y="12638"/>
                    <a:pt x="1282" y="12545"/>
                  </a:cubicBezTo>
                  <a:cubicBezTo>
                    <a:pt x="1308" y="12420"/>
                    <a:pt x="1313" y="12396"/>
                    <a:pt x="1349" y="12396"/>
                  </a:cubicBezTo>
                  <a:cubicBezTo>
                    <a:pt x="1357" y="12396"/>
                    <a:pt x="1367" y="12397"/>
                    <a:pt x="1379" y="12399"/>
                  </a:cubicBezTo>
                  <a:cubicBezTo>
                    <a:pt x="1426" y="12435"/>
                    <a:pt x="1452" y="12455"/>
                    <a:pt x="1458" y="12455"/>
                  </a:cubicBezTo>
                  <a:cubicBezTo>
                    <a:pt x="1466" y="12455"/>
                    <a:pt x="1442" y="12423"/>
                    <a:pt x="1387" y="12350"/>
                  </a:cubicBezTo>
                  <a:cubicBezTo>
                    <a:pt x="1290" y="12275"/>
                    <a:pt x="1359" y="12145"/>
                    <a:pt x="1466" y="12145"/>
                  </a:cubicBezTo>
                  <a:cubicBezTo>
                    <a:pt x="1475" y="12145"/>
                    <a:pt x="1484" y="12146"/>
                    <a:pt x="1493" y="12148"/>
                  </a:cubicBezTo>
                  <a:cubicBezTo>
                    <a:pt x="1497" y="12148"/>
                    <a:pt x="1501" y="12149"/>
                    <a:pt x="1504" y="12149"/>
                  </a:cubicBezTo>
                  <a:cubicBezTo>
                    <a:pt x="1551" y="12149"/>
                    <a:pt x="1559" y="12100"/>
                    <a:pt x="1582" y="12002"/>
                  </a:cubicBezTo>
                  <a:cubicBezTo>
                    <a:pt x="1533" y="11937"/>
                    <a:pt x="1558" y="11831"/>
                    <a:pt x="1574" y="11726"/>
                  </a:cubicBezTo>
                  <a:cubicBezTo>
                    <a:pt x="1606" y="11564"/>
                    <a:pt x="1606" y="11564"/>
                    <a:pt x="1493" y="11540"/>
                  </a:cubicBezTo>
                  <a:cubicBezTo>
                    <a:pt x="1371" y="11515"/>
                    <a:pt x="1387" y="11467"/>
                    <a:pt x="1404" y="11361"/>
                  </a:cubicBezTo>
                  <a:cubicBezTo>
                    <a:pt x="1411" y="11309"/>
                    <a:pt x="1426" y="11263"/>
                    <a:pt x="1473" y="11263"/>
                  </a:cubicBezTo>
                  <a:cubicBezTo>
                    <a:pt x="1477" y="11263"/>
                    <a:pt x="1481" y="11263"/>
                    <a:pt x="1485" y="11264"/>
                  </a:cubicBezTo>
                  <a:cubicBezTo>
                    <a:pt x="1485" y="11264"/>
                    <a:pt x="1558" y="11223"/>
                    <a:pt x="1566" y="11175"/>
                  </a:cubicBezTo>
                  <a:cubicBezTo>
                    <a:pt x="1573" y="11122"/>
                    <a:pt x="1588" y="11077"/>
                    <a:pt x="1635" y="11077"/>
                  </a:cubicBezTo>
                  <a:cubicBezTo>
                    <a:pt x="1639" y="11077"/>
                    <a:pt x="1643" y="11077"/>
                    <a:pt x="1647" y="11077"/>
                  </a:cubicBezTo>
                  <a:cubicBezTo>
                    <a:pt x="1696" y="11045"/>
                    <a:pt x="1728" y="10988"/>
                    <a:pt x="1736" y="10931"/>
                  </a:cubicBezTo>
                  <a:cubicBezTo>
                    <a:pt x="1759" y="10830"/>
                    <a:pt x="1775" y="10728"/>
                    <a:pt x="1835" y="10728"/>
                  </a:cubicBezTo>
                  <a:cubicBezTo>
                    <a:pt x="1837" y="10728"/>
                    <a:pt x="1839" y="10728"/>
                    <a:pt x="1841" y="10729"/>
                  </a:cubicBezTo>
                  <a:cubicBezTo>
                    <a:pt x="1850" y="10680"/>
                    <a:pt x="1850" y="10680"/>
                    <a:pt x="1793" y="10664"/>
                  </a:cubicBezTo>
                  <a:cubicBezTo>
                    <a:pt x="1728" y="10656"/>
                    <a:pt x="1687" y="10591"/>
                    <a:pt x="1785" y="10388"/>
                  </a:cubicBezTo>
                  <a:cubicBezTo>
                    <a:pt x="1809" y="10283"/>
                    <a:pt x="1841" y="10129"/>
                    <a:pt x="1777" y="10113"/>
                  </a:cubicBezTo>
                  <a:cubicBezTo>
                    <a:pt x="1788" y="10078"/>
                    <a:pt x="1791" y="10068"/>
                    <a:pt x="1813" y="10068"/>
                  </a:cubicBezTo>
                  <a:cubicBezTo>
                    <a:pt x="1821" y="10068"/>
                    <a:pt x="1833" y="10070"/>
                    <a:pt x="1850" y="10072"/>
                  </a:cubicBezTo>
                  <a:cubicBezTo>
                    <a:pt x="1861" y="10074"/>
                    <a:pt x="1871" y="10076"/>
                    <a:pt x="1880" y="10076"/>
                  </a:cubicBezTo>
                  <a:cubicBezTo>
                    <a:pt x="1967" y="10076"/>
                    <a:pt x="1978" y="9978"/>
                    <a:pt x="1890" y="9861"/>
                  </a:cubicBezTo>
                  <a:cubicBezTo>
                    <a:pt x="1833" y="9853"/>
                    <a:pt x="1841" y="9796"/>
                    <a:pt x="1914" y="9756"/>
                  </a:cubicBezTo>
                  <a:cubicBezTo>
                    <a:pt x="1914" y="9715"/>
                    <a:pt x="1906" y="9675"/>
                    <a:pt x="1874" y="9642"/>
                  </a:cubicBezTo>
                  <a:cubicBezTo>
                    <a:pt x="1825" y="9577"/>
                    <a:pt x="1825" y="9577"/>
                    <a:pt x="1906" y="9480"/>
                  </a:cubicBezTo>
                  <a:cubicBezTo>
                    <a:pt x="1914" y="9482"/>
                    <a:pt x="1921" y="9483"/>
                    <a:pt x="1927" y="9483"/>
                  </a:cubicBezTo>
                  <a:cubicBezTo>
                    <a:pt x="1973" y="9483"/>
                    <a:pt x="1980" y="9433"/>
                    <a:pt x="1987" y="9383"/>
                  </a:cubicBezTo>
                  <a:cubicBezTo>
                    <a:pt x="1955" y="9269"/>
                    <a:pt x="2068" y="8686"/>
                    <a:pt x="2141" y="8645"/>
                  </a:cubicBezTo>
                  <a:cubicBezTo>
                    <a:pt x="2093" y="8580"/>
                    <a:pt x="2093" y="8580"/>
                    <a:pt x="2101" y="8532"/>
                  </a:cubicBezTo>
                  <a:cubicBezTo>
                    <a:pt x="2231" y="8499"/>
                    <a:pt x="2182" y="8434"/>
                    <a:pt x="2068" y="8410"/>
                  </a:cubicBezTo>
                  <a:lnTo>
                    <a:pt x="2052" y="8467"/>
                  </a:lnTo>
                  <a:lnTo>
                    <a:pt x="2044" y="8515"/>
                  </a:lnTo>
                  <a:cubicBezTo>
                    <a:pt x="1941" y="8493"/>
                    <a:pt x="1958" y="8365"/>
                    <a:pt x="2089" y="8365"/>
                  </a:cubicBezTo>
                  <a:cubicBezTo>
                    <a:pt x="2102" y="8365"/>
                    <a:pt x="2117" y="8366"/>
                    <a:pt x="2133" y="8369"/>
                  </a:cubicBezTo>
                  <a:cubicBezTo>
                    <a:pt x="2263" y="8345"/>
                    <a:pt x="2263" y="8345"/>
                    <a:pt x="2158" y="8264"/>
                  </a:cubicBezTo>
                  <a:cubicBezTo>
                    <a:pt x="2052" y="8191"/>
                    <a:pt x="2060" y="8134"/>
                    <a:pt x="2190" y="8110"/>
                  </a:cubicBezTo>
                  <a:cubicBezTo>
                    <a:pt x="2230" y="8119"/>
                    <a:pt x="2256" y="8124"/>
                    <a:pt x="2268" y="8124"/>
                  </a:cubicBezTo>
                  <a:cubicBezTo>
                    <a:pt x="2290" y="8124"/>
                    <a:pt x="2266" y="8106"/>
                    <a:pt x="2198" y="8053"/>
                  </a:cubicBezTo>
                  <a:cubicBezTo>
                    <a:pt x="2012" y="7917"/>
                    <a:pt x="1971" y="7769"/>
                    <a:pt x="2125" y="7769"/>
                  </a:cubicBezTo>
                  <a:cubicBezTo>
                    <a:pt x="2146" y="7769"/>
                    <a:pt x="2170" y="7772"/>
                    <a:pt x="2198" y="7778"/>
                  </a:cubicBezTo>
                  <a:cubicBezTo>
                    <a:pt x="2221" y="7783"/>
                    <a:pt x="2243" y="7785"/>
                    <a:pt x="2262" y="7785"/>
                  </a:cubicBezTo>
                  <a:cubicBezTo>
                    <a:pt x="2339" y="7785"/>
                    <a:pt x="2386" y="7750"/>
                    <a:pt x="2393" y="7705"/>
                  </a:cubicBezTo>
                  <a:cubicBezTo>
                    <a:pt x="2401" y="7656"/>
                    <a:pt x="2344" y="7640"/>
                    <a:pt x="2287" y="7632"/>
                  </a:cubicBezTo>
                  <a:cubicBezTo>
                    <a:pt x="2265" y="7636"/>
                    <a:pt x="2246" y="7638"/>
                    <a:pt x="2232" y="7638"/>
                  </a:cubicBezTo>
                  <a:cubicBezTo>
                    <a:pt x="2164" y="7638"/>
                    <a:pt x="2190" y="7593"/>
                    <a:pt x="2304" y="7526"/>
                  </a:cubicBezTo>
                  <a:cubicBezTo>
                    <a:pt x="2514" y="7405"/>
                    <a:pt x="2539" y="7299"/>
                    <a:pt x="2450" y="7113"/>
                  </a:cubicBezTo>
                  <a:cubicBezTo>
                    <a:pt x="2399" y="6949"/>
                    <a:pt x="2399" y="6824"/>
                    <a:pt x="2431" y="6824"/>
                  </a:cubicBezTo>
                  <a:cubicBezTo>
                    <a:pt x="2445" y="6824"/>
                    <a:pt x="2465" y="6848"/>
                    <a:pt x="2490" y="6902"/>
                  </a:cubicBezTo>
                  <a:cubicBezTo>
                    <a:pt x="2540" y="6969"/>
                    <a:pt x="2565" y="7001"/>
                    <a:pt x="2572" y="7001"/>
                  </a:cubicBezTo>
                  <a:cubicBezTo>
                    <a:pt x="2579" y="7001"/>
                    <a:pt x="2571" y="6973"/>
                    <a:pt x="2555" y="6918"/>
                  </a:cubicBezTo>
                  <a:lnTo>
                    <a:pt x="2604" y="6651"/>
                  </a:lnTo>
                  <a:cubicBezTo>
                    <a:pt x="2612" y="6586"/>
                    <a:pt x="2571" y="6537"/>
                    <a:pt x="2514" y="6521"/>
                  </a:cubicBezTo>
                  <a:cubicBezTo>
                    <a:pt x="2636" y="6488"/>
                    <a:pt x="2717" y="6399"/>
                    <a:pt x="2620" y="6270"/>
                  </a:cubicBezTo>
                  <a:lnTo>
                    <a:pt x="2644" y="6164"/>
                  </a:lnTo>
                  <a:cubicBezTo>
                    <a:pt x="2652" y="6107"/>
                    <a:pt x="2652" y="6107"/>
                    <a:pt x="2604" y="6043"/>
                  </a:cubicBezTo>
                  <a:cubicBezTo>
                    <a:pt x="2563" y="5978"/>
                    <a:pt x="2628" y="5937"/>
                    <a:pt x="2701" y="5897"/>
                  </a:cubicBezTo>
                  <a:cubicBezTo>
                    <a:pt x="2766" y="5856"/>
                    <a:pt x="2839" y="5816"/>
                    <a:pt x="2782" y="5807"/>
                  </a:cubicBezTo>
                  <a:cubicBezTo>
                    <a:pt x="2717" y="5791"/>
                    <a:pt x="2685" y="5678"/>
                    <a:pt x="2636" y="5613"/>
                  </a:cubicBezTo>
                  <a:cubicBezTo>
                    <a:pt x="2605" y="5571"/>
                    <a:pt x="2624" y="5539"/>
                    <a:pt x="2652" y="5539"/>
                  </a:cubicBezTo>
                  <a:cubicBezTo>
                    <a:pt x="2668" y="5539"/>
                    <a:pt x="2686" y="5549"/>
                    <a:pt x="2701" y="5572"/>
                  </a:cubicBezTo>
                  <a:cubicBezTo>
                    <a:pt x="2716" y="5574"/>
                    <a:pt x="2727" y="5576"/>
                    <a:pt x="2737" y="5576"/>
                  </a:cubicBezTo>
                  <a:cubicBezTo>
                    <a:pt x="2770" y="5576"/>
                    <a:pt x="2785" y="5560"/>
                    <a:pt x="2847" y="5491"/>
                  </a:cubicBezTo>
                  <a:cubicBezTo>
                    <a:pt x="2855" y="5434"/>
                    <a:pt x="2871" y="5329"/>
                    <a:pt x="2814" y="5313"/>
                  </a:cubicBezTo>
                  <a:cubicBezTo>
                    <a:pt x="2758" y="5305"/>
                    <a:pt x="2822" y="4989"/>
                    <a:pt x="2895" y="4948"/>
                  </a:cubicBezTo>
                  <a:lnTo>
                    <a:pt x="2912" y="4843"/>
                  </a:lnTo>
                  <a:cubicBezTo>
                    <a:pt x="2920" y="4786"/>
                    <a:pt x="2879" y="4721"/>
                    <a:pt x="2887" y="4672"/>
                  </a:cubicBezTo>
                  <a:cubicBezTo>
                    <a:pt x="2887" y="4632"/>
                    <a:pt x="2879" y="4583"/>
                    <a:pt x="2847" y="4551"/>
                  </a:cubicBezTo>
                  <a:cubicBezTo>
                    <a:pt x="2861" y="4508"/>
                    <a:pt x="2869" y="4459"/>
                    <a:pt x="2910" y="4459"/>
                  </a:cubicBezTo>
                  <a:cubicBezTo>
                    <a:pt x="2915" y="4459"/>
                    <a:pt x="2921" y="4460"/>
                    <a:pt x="2928" y="4462"/>
                  </a:cubicBezTo>
                  <a:cubicBezTo>
                    <a:pt x="2822" y="4380"/>
                    <a:pt x="2822" y="4380"/>
                    <a:pt x="2952" y="4356"/>
                  </a:cubicBezTo>
                  <a:cubicBezTo>
                    <a:pt x="2995" y="4365"/>
                    <a:pt x="3023" y="4370"/>
                    <a:pt x="3036" y="4370"/>
                  </a:cubicBezTo>
                  <a:cubicBezTo>
                    <a:pt x="3061" y="4370"/>
                    <a:pt x="3037" y="4352"/>
                    <a:pt x="2968" y="4299"/>
                  </a:cubicBezTo>
                  <a:cubicBezTo>
                    <a:pt x="2920" y="4235"/>
                    <a:pt x="2920" y="4235"/>
                    <a:pt x="2993" y="4194"/>
                  </a:cubicBezTo>
                  <a:cubicBezTo>
                    <a:pt x="3001" y="4196"/>
                    <a:pt x="3008" y="4197"/>
                    <a:pt x="3014" y="4197"/>
                  </a:cubicBezTo>
                  <a:cubicBezTo>
                    <a:pt x="3053" y="4197"/>
                    <a:pt x="3058" y="4159"/>
                    <a:pt x="3009" y="4145"/>
                  </a:cubicBezTo>
                  <a:cubicBezTo>
                    <a:pt x="2920" y="4063"/>
                    <a:pt x="2899" y="3906"/>
                    <a:pt x="2984" y="3906"/>
                  </a:cubicBezTo>
                  <a:cubicBezTo>
                    <a:pt x="2991" y="3906"/>
                    <a:pt x="3000" y="3908"/>
                    <a:pt x="3009" y="3910"/>
                  </a:cubicBezTo>
                  <a:cubicBezTo>
                    <a:pt x="3017" y="3870"/>
                    <a:pt x="3017" y="3829"/>
                    <a:pt x="2993" y="3789"/>
                  </a:cubicBezTo>
                  <a:cubicBezTo>
                    <a:pt x="2935" y="3735"/>
                    <a:pt x="2911" y="3714"/>
                    <a:pt x="2926" y="3714"/>
                  </a:cubicBezTo>
                  <a:cubicBezTo>
                    <a:pt x="2936" y="3714"/>
                    <a:pt x="2963" y="3724"/>
                    <a:pt x="3009" y="3740"/>
                  </a:cubicBezTo>
                  <a:cubicBezTo>
                    <a:pt x="3147" y="3724"/>
                    <a:pt x="3163" y="3675"/>
                    <a:pt x="3074" y="3578"/>
                  </a:cubicBezTo>
                  <a:cubicBezTo>
                    <a:pt x="3050" y="3537"/>
                    <a:pt x="3066" y="3489"/>
                    <a:pt x="3106" y="3472"/>
                  </a:cubicBezTo>
                  <a:cubicBezTo>
                    <a:pt x="3212" y="3399"/>
                    <a:pt x="3414" y="3132"/>
                    <a:pt x="3285" y="3124"/>
                  </a:cubicBezTo>
                  <a:cubicBezTo>
                    <a:pt x="3293" y="3091"/>
                    <a:pt x="3317" y="3059"/>
                    <a:pt x="3333" y="3026"/>
                  </a:cubicBezTo>
                  <a:cubicBezTo>
                    <a:pt x="3447" y="2962"/>
                    <a:pt x="3471" y="2913"/>
                    <a:pt x="3455" y="2840"/>
                  </a:cubicBezTo>
                  <a:lnTo>
                    <a:pt x="3431" y="2759"/>
                  </a:lnTo>
                  <a:lnTo>
                    <a:pt x="3431" y="2759"/>
                  </a:lnTo>
                  <a:cubicBezTo>
                    <a:pt x="3451" y="2770"/>
                    <a:pt x="3472" y="2776"/>
                    <a:pt x="3492" y="2776"/>
                  </a:cubicBezTo>
                  <a:cubicBezTo>
                    <a:pt x="3530" y="2776"/>
                    <a:pt x="3567" y="2758"/>
                    <a:pt x="3593" y="2726"/>
                  </a:cubicBezTo>
                  <a:cubicBezTo>
                    <a:pt x="3617" y="2678"/>
                    <a:pt x="3625" y="2686"/>
                    <a:pt x="3577" y="2645"/>
                  </a:cubicBezTo>
                  <a:cubicBezTo>
                    <a:pt x="3564" y="2648"/>
                    <a:pt x="3555" y="2649"/>
                    <a:pt x="3547" y="2649"/>
                  </a:cubicBezTo>
                  <a:cubicBezTo>
                    <a:pt x="3498" y="2649"/>
                    <a:pt x="3532" y="2607"/>
                    <a:pt x="3560" y="2572"/>
                  </a:cubicBezTo>
                  <a:cubicBezTo>
                    <a:pt x="3585" y="2543"/>
                    <a:pt x="3621" y="2529"/>
                    <a:pt x="3656" y="2529"/>
                  </a:cubicBezTo>
                  <a:cubicBezTo>
                    <a:pt x="3680" y="2529"/>
                    <a:pt x="3703" y="2535"/>
                    <a:pt x="3722" y="2548"/>
                  </a:cubicBezTo>
                  <a:lnTo>
                    <a:pt x="3755" y="2508"/>
                  </a:lnTo>
                  <a:cubicBezTo>
                    <a:pt x="3688" y="2453"/>
                    <a:pt x="3690" y="2412"/>
                    <a:pt x="3715" y="2412"/>
                  </a:cubicBezTo>
                  <a:cubicBezTo>
                    <a:pt x="3723" y="2412"/>
                    <a:pt x="3735" y="2416"/>
                    <a:pt x="3747" y="2426"/>
                  </a:cubicBezTo>
                  <a:cubicBezTo>
                    <a:pt x="3804" y="2418"/>
                    <a:pt x="3860" y="2386"/>
                    <a:pt x="3893" y="2337"/>
                  </a:cubicBezTo>
                  <a:cubicBezTo>
                    <a:pt x="3868" y="2317"/>
                    <a:pt x="3879" y="2307"/>
                    <a:pt x="3890" y="2307"/>
                  </a:cubicBezTo>
                  <a:cubicBezTo>
                    <a:pt x="3901" y="2307"/>
                    <a:pt x="3913" y="2317"/>
                    <a:pt x="3893" y="2337"/>
                  </a:cubicBezTo>
                  <a:lnTo>
                    <a:pt x="3941" y="2370"/>
                  </a:lnTo>
                  <a:cubicBezTo>
                    <a:pt x="4022" y="2370"/>
                    <a:pt x="3974" y="2337"/>
                    <a:pt x="3933" y="2297"/>
                  </a:cubicBezTo>
                  <a:lnTo>
                    <a:pt x="4006" y="2216"/>
                  </a:lnTo>
                  <a:cubicBezTo>
                    <a:pt x="4047" y="2175"/>
                    <a:pt x="4079" y="2135"/>
                    <a:pt x="3998" y="2135"/>
                  </a:cubicBezTo>
                  <a:cubicBezTo>
                    <a:pt x="3958" y="2094"/>
                    <a:pt x="3917" y="2054"/>
                    <a:pt x="3949" y="2005"/>
                  </a:cubicBezTo>
                  <a:lnTo>
                    <a:pt x="3949" y="2005"/>
                  </a:lnTo>
                  <a:cubicBezTo>
                    <a:pt x="3984" y="2040"/>
                    <a:pt x="4015" y="2070"/>
                    <a:pt x="4044" y="2070"/>
                  </a:cubicBezTo>
                  <a:cubicBezTo>
                    <a:pt x="4056" y="2070"/>
                    <a:pt x="4068" y="2065"/>
                    <a:pt x="4079" y="2054"/>
                  </a:cubicBezTo>
                  <a:cubicBezTo>
                    <a:pt x="4087" y="2041"/>
                    <a:pt x="4101" y="2035"/>
                    <a:pt x="4117" y="2035"/>
                  </a:cubicBezTo>
                  <a:cubicBezTo>
                    <a:pt x="4132" y="2035"/>
                    <a:pt x="4148" y="2041"/>
                    <a:pt x="4160" y="2054"/>
                  </a:cubicBezTo>
                  <a:cubicBezTo>
                    <a:pt x="4170" y="2081"/>
                    <a:pt x="4183" y="2093"/>
                    <a:pt x="4197" y="2093"/>
                  </a:cubicBezTo>
                  <a:cubicBezTo>
                    <a:pt x="4247" y="2093"/>
                    <a:pt x="4316" y="1964"/>
                    <a:pt x="4322" y="1908"/>
                  </a:cubicBezTo>
                  <a:cubicBezTo>
                    <a:pt x="4322" y="1802"/>
                    <a:pt x="4340" y="1748"/>
                    <a:pt x="4374" y="1748"/>
                  </a:cubicBezTo>
                  <a:cubicBezTo>
                    <a:pt x="4393" y="1748"/>
                    <a:pt x="4416" y="1763"/>
                    <a:pt x="4444" y="1794"/>
                  </a:cubicBezTo>
                  <a:cubicBezTo>
                    <a:pt x="4459" y="1814"/>
                    <a:pt x="4471" y="1822"/>
                    <a:pt x="4480" y="1822"/>
                  </a:cubicBezTo>
                  <a:cubicBezTo>
                    <a:pt x="4517" y="1822"/>
                    <a:pt x="4512" y="1687"/>
                    <a:pt x="4460" y="1551"/>
                  </a:cubicBezTo>
                  <a:lnTo>
                    <a:pt x="4395" y="1372"/>
                  </a:lnTo>
                  <a:lnTo>
                    <a:pt x="4509" y="1518"/>
                  </a:lnTo>
                  <a:cubicBezTo>
                    <a:pt x="4597" y="1591"/>
                    <a:pt x="4643" y="1629"/>
                    <a:pt x="4675" y="1629"/>
                  </a:cubicBezTo>
                  <a:cubicBezTo>
                    <a:pt x="4710" y="1629"/>
                    <a:pt x="4726" y="1581"/>
                    <a:pt x="4760" y="1478"/>
                  </a:cubicBezTo>
                  <a:cubicBezTo>
                    <a:pt x="4795" y="1409"/>
                    <a:pt x="4808" y="1382"/>
                    <a:pt x="4821" y="1382"/>
                  </a:cubicBezTo>
                  <a:cubicBezTo>
                    <a:pt x="4829" y="1382"/>
                    <a:pt x="4837" y="1394"/>
                    <a:pt x="4849" y="1413"/>
                  </a:cubicBezTo>
                  <a:cubicBezTo>
                    <a:pt x="4861" y="1430"/>
                    <a:pt x="4874" y="1438"/>
                    <a:pt x="4892" y="1438"/>
                  </a:cubicBezTo>
                  <a:cubicBezTo>
                    <a:pt x="4926" y="1438"/>
                    <a:pt x="4978" y="1409"/>
                    <a:pt x="5068" y="1356"/>
                  </a:cubicBezTo>
                  <a:cubicBezTo>
                    <a:pt x="5214" y="1267"/>
                    <a:pt x="5263" y="1243"/>
                    <a:pt x="5230" y="1194"/>
                  </a:cubicBezTo>
                  <a:lnTo>
                    <a:pt x="5336" y="1145"/>
                  </a:lnTo>
                  <a:cubicBezTo>
                    <a:pt x="5364" y="1167"/>
                    <a:pt x="5389" y="1176"/>
                    <a:pt x="5410" y="1176"/>
                  </a:cubicBezTo>
                  <a:cubicBezTo>
                    <a:pt x="5467" y="1176"/>
                    <a:pt x="5486" y="1106"/>
                    <a:pt x="5409" y="1040"/>
                  </a:cubicBezTo>
                  <a:lnTo>
                    <a:pt x="5514" y="991"/>
                  </a:lnTo>
                  <a:lnTo>
                    <a:pt x="5539" y="1048"/>
                  </a:lnTo>
                  <a:cubicBezTo>
                    <a:pt x="5545" y="1064"/>
                    <a:pt x="5557" y="1071"/>
                    <a:pt x="5580" y="1071"/>
                  </a:cubicBezTo>
                  <a:cubicBezTo>
                    <a:pt x="5639" y="1071"/>
                    <a:pt x="5773" y="1017"/>
                    <a:pt x="6074" y="910"/>
                  </a:cubicBezTo>
                  <a:cubicBezTo>
                    <a:pt x="6552" y="789"/>
                    <a:pt x="6609" y="789"/>
                    <a:pt x="6584" y="675"/>
                  </a:cubicBezTo>
                  <a:cubicBezTo>
                    <a:pt x="6606" y="607"/>
                    <a:pt x="6631" y="573"/>
                    <a:pt x="6653" y="573"/>
                  </a:cubicBezTo>
                  <a:cubicBezTo>
                    <a:pt x="6673" y="573"/>
                    <a:pt x="6690" y="601"/>
                    <a:pt x="6698" y="659"/>
                  </a:cubicBezTo>
                  <a:cubicBezTo>
                    <a:pt x="6704" y="698"/>
                    <a:pt x="6736" y="737"/>
                    <a:pt x="6753" y="737"/>
                  </a:cubicBezTo>
                  <a:cubicBezTo>
                    <a:pt x="6761" y="737"/>
                    <a:pt x="6765" y="728"/>
                    <a:pt x="6763" y="708"/>
                  </a:cubicBezTo>
                  <a:cubicBezTo>
                    <a:pt x="6773" y="706"/>
                    <a:pt x="6783" y="706"/>
                    <a:pt x="6793" y="706"/>
                  </a:cubicBezTo>
                  <a:cubicBezTo>
                    <a:pt x="6841" y="706"/>
                    <a:pt x="6893" y="721"/>
                    <a:pt x="6933" y="748"/>
                  </a:cubicBezTo>
                  <a:cubicBezTo>
                    <a:pt x="7002" y="791"/>
                    <a:pt x="7050" y="807"/>
                    <a:pt x="7084" y="807"/>
                  </a:cubicBezTo>
                  <a:cubicBezTo>
                    <a:pt x="7135" y="807"/>
                    <a:pt x="7152" y="771"/>
                    <a:pt x="7152" y="732"/>
                  </a:cubicBezTo>
                  <a:cubicBezTo>
                    <a:pt x="7125" y="684"/>
                    <a:pt x="7120" y="666"/>
                    <a:pt x="7129" y="666"/>
                  </a:cubicBezTo>
                  <a:cubicBezTo>
                    <a:pt x="7141" y="666"/>
                    <a:pt x="7176" y="699"/>
                    <a:pt x="7209" y="732"/>
                  </a:cubicBezTo>
                  <a:cubicBezTo>
                    <a:pt x="7249" y="772"/>
                    <a:pt x="7285" y="812"/>
                    <a:pt x="7303" y="812"/>
                  </a:cubicBezTo>
                  <a:cubicBezTo>
                    <a:pt x="7310" y="812"/>
                    <a:pt x="7314" y="805"/>
                    <a:pt x="7314" y="789"/>
                  </a:cubicBezTo>
                  <a:cubicBezTo>
                    <a:pt x="7344" y="750"/>
                    <a:pt x="7453" y="723"/>
                    <a:pt x="7546" y="723"/>
                  </a:cubicBezTo>
                  <a:cubicBezTo>
                    <a:pt x="7628" y="723"/>
                    <a:pt x="7699" y="744"/>
                    <a:pt x="7695" y="797"/>
                  </a:cubicBezTo>
                  <a:lnTo>
                    <a:pt x="7801" y="805"/>
                  </a:lnTo>
                  <a:cubicBezTo>
                    <a:pt x="7805" y="769"/>
                    <a:pt x="7839" y="758"/>
                    <a:pt x="7888" y="758"/>
                  </a:cubicBezTo>
                  <a:cubicBezTo>
                    <a:pt x="7928" y="758"/>
                    <a:pt x="7977" y="765"/>
                    <a:pt x="8028" y="773"/>
                  </a:cubicBezTo>
                  <a:cubicBezTo>
                    <a:pt x="8133" y="789"/>
                    <a:pt x="8190" y="797"/>
                    <a:pt x="8174" y="862"/>
                  </a:cubicBezTo>
                  <a:cubicBezTo>
                    <a:pt x="8137" y="889"/>
                    <a:pt x="8139" y="904"/>
                    <a:pt x="8169" y="904"/>
                  </a:cubicBezTo>
                  <a:cubicBezTo>
                    <a:pt x="8191" y="904"/>
                    <a:pt x="8230" y="895"/>
                    <a:pt x="8279" y="878"/>
                  </a:cubicBezTo>
                  <a:cubicBezTo>
                    <a:pt x="8281" y="878"/>
                    <a:pt x="8283" y="878"/>
                    <a:pt x="8285" y="878"/>
                  </a:cubicBezTo>
                  <a:cubicBezTo>
                    <a:pt x="8337" y="878"/>
                    <a:pt x="8401" y="795"/>
                    <a:pt x="8453" y="795"/>
                  </a:cubicBezTo>
                  <a:cubicBezTo>
                    <a:pt x="8457" y="795"/>
                    <a:pt x="8461" y="796"/>
                    <a:pt x="8465" y="797"/>
                  </a:cubicBezTo>
                  <a:cubicBezTo>
                    <a:pt x="8480" y="745"/>
                    <a:pt x="8536" y="707"/>
                    <a:pt x="8589" y="707"/>
                  </a:cubicBezTo>
                  <a:cubicBezTo>
                    <a:pt x="8594" y="707"/>
                    <a:pt x="8598" y="707"/>
                    <a:pt x="8603" y="708"/>
                  </a:cubicBezTo>
                  <a:lnTo>
                    <a:pt x="8587" y="764"/>
                  </a:lnTo>
                  <a:lnTo>
                    <a:pt x="8555" y="886"/>
                  </a:lnTo>
                  <a:cubicBezTo>
                    <a:pt x="8579" y="890"/>
                    <a:pt x="8602" y="895"/>
                    <a:pt x="8622" y="895"/>
                  </a:cubicBezTo>
                  <a:cubicBezTo>
                    <a:pt x="8649" y="895"/>
                    <a:pt x="8671" y="886"/>
                    <a:pt x="8684" y="854"/>
                  </a:cubicBezTo>
                  <a:cubicBezTo>
                    <a:pt x="8717" y="927"/>
                    <a:pt x="8774" y="935"/>
                    <a:pt x="8871" y="975"/>
                  </a:cubicBezTo>
                  <a:cubicBezTo>
                    <a:pt x="8945" y="1004"/>
                    <a:pt x="9016" y="1033"/>
                    <a:pt x="9077" y="1033"/>
                  </a:cubicBezTo>
                  <a:cubicBezTo>
                    <a:pt x="9102" y="1033"/>
                    <a:pt x="9125" y="1028"/>
                    <a:pt x="9147" y="1016"/>
                  </a:cubicBezTo>
                  <a:cubicBezTo>
                    <a:pt x="9159" y="1112"/>
                    <a:pt x="9335" y="1229"/>
                    <a:pt x="9464" y="1229"/>
                  </a:cubicBezTo>
                  <a:cubicBezTo>
                    <a:pt x="9498" y="1229"/>
                    <a:pt x="9528" y="1221"/>
                    <a:pt x="9552" y="1202"/>
                  </a:cubicBezTo>
                  <a:cubicBezTo>
                    <a:pt x="9560" y="1185"/>
                    <a:pt x="9572" y="1177"/>
                    <a:pt x="9584" y="1177"/>
                  </a:cubicBezTo>
                  <a:cubicBezTo>
                    <a:pt x="9607" y="1177"/>
                    <a:pt x="9633" y="1206"/>
                    <a:pt x="9649" y="1259"/>
                  </a:cubicBezTo>
                  <a:cubicBezTo>
                    <a:pt x="9660" y="1311"/>
                    <a:pt x="9663" y="1330"/>
                    <a:pt x="9684" y="1330"/>
                  </a:cubicBezTo>
                  <a:cubicBezTo>
                    <a:pt x="9696" y="1330"/>
                    <a:pt x="9713" y="1324"/>
                    <a:pt x="9738" y="1316"/>
                  </a:cubicBezTo>
                  <a:cubicBezTo>
                    <a:pt x="9748" y="1313"/>
                    <a:pt x="9757" y="1311"/>
                    <a:pt x="9765" y="1311"/>
                  </a:cubicBezTo>
                  <a:cubicBezTo>
                    <a:pt x="9823" y="1311"/>
                    <a:pt x="9838" y="1382"/>
                    <a:pt x="9852" y="1454"/>
                  </a:cubicBezTo>
                  <a:cubicBezTo>
                    <a:pt x="9832" y="1561"/>
                    <a:pt x="9861" y="1596"/>
                    <a:pt x="9918" y="1596"/>
                  </a:cubicBezTo>
                  <a:cubicBezTo>
                    <a:pt x="9930" y="1596"/>
                    <a:pt x="9943" y="1594"/>
                    <a:pt x="9957" y="1591"/>
                  </a:cubicBezTo>
                  <a:cubicBezTo>
                    <a:pt x="10047" y="1608"/>
                    <a:pt x="10136" y="1648"/>
                    <a:pt x="10201" y="1705"/>
                  </a:cubicBezTo>
                  <a:cubicBezTo>
                    <a:pt x="10271" y="1714"/>
                    <a:pt x="10315" y="1729"/>
                    <a:pt x="10339" y="1729"/>
                  </a:cubicBezTo>
                  <a:cubicBezTo>
                    <a:pt x="10360" y="1729"/>
                    <a:pt x="10366" y="1718"/>
                    <a:pt x="10363" y="1681"/>
                  </a:cubicBezTo>
                  <a:cubicBezTo>
                    <a:pt x="10395" y="1648"/>
                    <a:pt x="10444" y="1624"/>
                    <a:pt x="10484" y="1624"/>
                  </a:cubicBezTo>
                  <a:cubicBezTo>
                    <a:pt x="10575" y="1647"/>
                    <a:pt x="10583" y="1673"/>
                    <a:pt x="10565" y="1673"/>
                  </a:cubicBezTo>
                  <a:cubicBezTo>
                    <a:pt x="10557" y="1673"/>
                    <a:pt x="10545" y="1668"/>
                    <a:pt x="10533" y="1656"/>
                  </a:cubicBezTo>
                  <a:cubicBezTo>
                    <a:pt x="10505" y="1651"/>
                    <a:pt x="10486" y="1648"/>
                    <a:pt x="10472" y="1648"/>
                  </a:cubicBezTo>
                  <a:cubicBezTo>
                    <a:pt x="10422" y="1648"/>
                    <a:pt x="10452" y="1683"/>
                    <a:pt x="10452" y="1754"/>
                  </a:cubicBezTo>
                  <a:cubicBezTo>
                    <a:pt x="10468" y="1827"/>
                    <a:pt x="10509" y="1899"/>
                    <a:pt x="10574" y="1948"/>
                  </a:cubicBezTo>
                  <a:cubicBezTo>
                    <a:pt x="10614" y="1989"/>
                    <a:pt x="10695" y="2054"/>
                    <a:pt x="10728" y="2102"/>
                  </a:cubicBezTo>
                  <a:cubicBezTo>
                    <a:pt x="10777" y="2226"/>
                    <a:pt x="10812" y="2279"/>
                    <a:pt x="10844" y="2279"/>
                  </a:cubicBezTo>
                  <a:cubicBezTo>
                    <a:pt x="10854" y="2279"/>
                    <a:pt x="10864" y="2274"/>
                    <a:pt x="10873" y="2264"/>
                  </a:cubicBezTo>
                  <a:cubicBezTo>
                    <a:pt x="10894" y="2247"/>
                    <a:pt x="10910" y="2234"/>
                    <a:pt x="10922" y="2225"/>
                  </a:cubicBezTo>
                  <a:lnTo>
                    <a:pt x="10922" y="2225"/>
                  </a:lnTo>
                  <a:cubicBezTo>
                    <a:pt x="10884" y="2339"/>
                    <a:pt x="11225" y="2808"/>
                    <a:pt x="11349" y="2808"/>
                  </a:cubicBezTo>
                  <a:cubicBezTo>
                    <a:pt x="11350" y="2808"/>
                    <a:pt x="11351" y="2808"/>
                    <a:pt x="11352" y="2808"/>
                  </a:cubicBezTo>
                  <a:lnTo>
                    <a:pt x="11352" y="2808"/>
                  </a:lnTo>
                  <a:cubicBezTo>
                    <a:pt x="11339" y="2816"/>
                    <a:pt x="11321" y="2828"/>
                    <a:pt x="11303" y="2840"/>
                  </a:cubicBezTo>
                  <a:cubicBezTo>
                    <a:pt x="11246" y="2872"/>
                    <a:pt x="11279" y="2921"/>
                    <a:pt x="11328" y="3010"/>
                  </a:cubicBezTo>
                  <a:cubicBezTo>
                    <a:pt x="11433" y="3124"/>
                    <a:pt x="11514" y="3245"/>
                    <a:pt x="11587" y="3375"/>
                  </a:cubicBezTo>
                  <a:cubicBezTo>
                    <a:pt x="11678" y="3557"/>
                    <a:pt x="11719" y="3710"/>
                    <a:pt x="11770" y="3710"/>
                  </a:cubicBezTo>
                  <a:cubicBezTo>
                    <a:pt x="11774" y="3710"/>
                    <a:pt x="11778" y="3709"/>
                    <a:pt x="11782" y="3707"/>
                  </a:cubicBezTo>
                  <a:lnTo>
                    <a:pt x="11782" y="3707"/>
                  </a:lnTo>
                  <a:cubicBezTo>
                    <a:pt x="11806" y="3764"/>
                    <a:pt x="11806" y="3764"/>
                    <a:pt x="11749" y="3780"/>
                  </a:cubicBezTo>
                  <a:cubicBezTo>
                    <a:pt x="11731" y="3773"/>
                    <a:pt x="11718" y="3770"/>
                    <a:pt x="11709" y="3770"/>
                  </a:cubicBezTo>
                  <a:cubicBezTo>
                    <a:pt x="11678" y="3770"/>
                    <a:pt x="11696" y="3809"/>
                    <a:pt x="11709" y="3853"/>
                  </a:cubicBezTo>
                  <a:cubicBezTo>
                    <a:pt x="11717" y="3878"/>
                    <a:pt x="11735" y="3886"/>
                    <a:pt x="11758" y="3886"/>
                  </a:cubicBezTo>
                  <a:cubicBezTo>
                    <a:pt x="11782" y="3886"/>
                    <a:pt x="11810" y="3878"/>
                    <a:pt x="11838" y="3870"/>
                  </a:cubicBezTo>
                  <a:cubicBezTo>
                    <a:pt x="11847" y="3866"/>
                    <a:pt x="11855" y="3864"/>
                    <a:pt x="11862" y="3864"/>
                  </a:cubicBezTo>
                  <a:cubicBezTo>
                    <a:pt x="11901" y="3864"/>
                    <a:pt x="11914" y="3921"/>
                    <a:pt x="11887" y="4024"/>
                  </a:cubicBezTo>
                  <a:cubicBezTo>
                    <a:pt x="11863" y="4178"/>
                    <a:pt x="11903" y="4332"/>
                    <a:pt x="11984" y="4462"/>
                  </a:cubicBezTo>
                  <a:cubicBezTo>
                    <a:pt x="11992" y="4510"/>
                    <a:pt x="12000" y="4567"/>
                    <a:pt x="11944" y="4575"/>
                  </a:cubicBezTo>
                  <a:cubicBezTo>
                    <a:pt x="11863" y="4656"/>
                    <a:pt x="11879" y="4794"/>
                    <a:pt x="11976" y="4851"/>
                  </a:cubicBezTo>
                  <a:cubicBezTo>
                    <a:pt x="11984" y="4899"/>
                    <a:pt x="11984" y="4899"/>
                    <a:pt x="11919" y="4907"/>
                  </a:cubicBezTo>
                  <a:cubicBezTo>
                    <a:pt x="11863" y="4964"/>
                    <a:pt x="11806" y="4972"/>
                    <a:pt x="11928" y="5013"/>
                  </a:cubicBezTo>
                  <a:cubicBezTo>
                    <a:pt x="11992" y="5134"/>
                    <a:pt x="12000" y="5272"/>
                    <a:pt x="11936" y="5394"/>
                  </a:cubicBezTo>
                  <a:cubicBezTo>
                    <a:pt x="11928" y="5451"/>
                    <a:pt x="11928" y="5499"/>
                    <a:pt x="11984" y="5507"/>
                  </a:cubicBezTo>
                  <a:lnTo>
                    <a:pt x="12049" y="5507"/>
                  </a:lnTo>
                  <a:cubicBezTo>
                    <a:pt x="11919" y="5556"/>
                    <a:pt x="11919" y="5556"/>
                    <a:pt x="12041" y="5621"/>
                  </a:cubicBezTo>
                  <a:cubicBezTo>
                    <a:pt x="12098" y="5621"/>
                    <a:pt x="12098" y="5678"/>
                    <a:pt x="12033" y="5678"/>
                  </a:cubicBezTo>
                  <a:cubicBezTo>
                    <a:pt x="12000" y="5702"/>
                    <a:pt x="11976" y="5734"/>
                    <a:pt x="11968" y="5775"/>
                  </a:cubicBezTo>
                  <a:cubicBezTo>
                    <a:pt x="11968" y="5978"/>
                    <a:pt x="11952" y="6180"/>
                    <a:pt x="11919" y="6383"/>
                  </a:cubicBezTo>
                  <a:cubicBezTo>
                    <a:pt x="11830" y="6805"/>
                    <a:pt x="11798" y="6959"/>
                    <a:pt x="11863" y="6975"/>
                  </a:cubicBezTo>
                  <a:cubicBezTo>
                    <a:pt x="11903" y="7040"/>
                    <a:pt x="11903" y="7040"/>
                    <a:pt x="11838" y="7080"/>
                  </a:cubicBezTo>
                  <a:cubicBezTo>
                    <a:pt x="11782" y="7113"/>
                    <a:pt x="11749" y="7161"/>
                    <a:pt x="11741" y="7226"/>
                  </a:cubicBezTo>
                  <a:cubicBezTo>
                    <a:pt x="11734" y="7269"/>
                    <a:pt x="11727" y="7318"/>
                    <a:pt x="11681" y="7318"/>
                  </a:cubicBezTo>
                  <a:cubicBezTo>
                    <a:pt x="11675" y="7318"/>
                    <a:pt x="11668" y="7317"/>
                    <a:pt x="11660" y="7315"/>
                  </a:cubicBezTo>
                  <a:lnTo>
                    <a:pt x="11660" y="7315"/>
                  </a:lnTo>
                  <a:cubicBezTo>
                    <a:pt x="11709" y="7380"/>
                    <a:pt x="11709" y="7380"/>
                    <a:pt x="11700" y="7437"/>
                  </a:cubicBezTo>
                  <a:cubicBezTo>
                    <a:pt x="11694" y="7435"/>
                    <a:pt x="11688" y="7434"/>
                    <a:pt x="11682" y="7434"/>
                  </a:cubicBezTo>
                  <a:cubicBezTo>
                    <a:pt x="11641" y="7434"/>
                    <a:pt x="11633" y="7485"/>
                    <a:pt x="11676" y="7542"/>
                  </a:cubicBezTo>
                  <a:cubicBezTo>
                    <a:pt x="11743" y="7589"/>
                    <a:pt x="11767" y="7606"/>
                    <a:pt x="11747" y="7606"/>
                  </a:cubicBezTo>
                  <a:cubicBezTo>
                    <a:pt x="11736" y="7606"/>
                    <a:pt x="11710" y="7600"/>
                    <a:pt x="11668" y="7591"/>
                  </a:cubicBezTo>
                  <a:cubicBezTo>
                    <a:pt x="11667" y="7591"/>
                    <a:pt x="11665" y="7591"/>
                    <a:pt x="11663" y="7591"/>
                  </a:cubicBezTo>
                  <a:cubicBezTo>
                    <a:pt x="11613" y="7591"/>
                    <a:pt x="11538" y="7696"/>
                    <a:pt x="11567" y="7696"/>
                  </a:cubicBezTo>
                  <a:cubicBezTo>
                    <a:pt x="11572" y="7696"/>
                    <a:pt x="11578" y="7693"/>
                    <a:pt x="11587" y="7688"/>
                  </a:cubicBezTo>
                  <a:cubicBezTo>
                    <a:pt x="11644" y="7697"/>
                    <a:pt x="11619" y="7802"/>
                    <a:pt x="11668" y="7867"/>
                  </a:cubicBezTo>
                  <a:cubicBezTo>
                    <a:pt x="11661" y="7919"/>
                    <a:pt x="11646" y="7965"/>
                    <a:pt x="11599" y="7965"/>
                  </a:cubicBezTo>
                  <a:cubicBezTo>
                    <a:pt x="11595" y="7965"/>
                    <a:pt x="11591" y="7965"/>
                    <a:pt x="11587" y="7964"/>
                  </a:cubicBezTo>
                  <a:cubicBezTo>
                    <a:pt x="11522" y="8005"/>
                    <a:pt x="11522" y="8280"/>
                    <a:pt x="11571" y="8345"/>
                  </a:cubicBezTo>
                  <a:cubicBezTo>
                    <a:pt x="11620" y="8352"/>
                    <a:pt x="11620" y="8397"/>
                    <a:pt x="11576" y="8397"/>
                  </a:cubicBezTo>
                  <a:cubicBezTo>
                    <a:pt x="11570" y="8397"/>
                    <a:pt x="11563" y="8396"/>
                    <a:pt x="11555" y="8394"/>
                  </a:cubicBezTo>
                  <a:cubicBezTo>
                    <a:pt x="11550" y="8393"/>
                    <a:pt x="11546" y="8393"/>
                    <a:pt x="11543" y="8393"/>
                  </a:cubicBezTo>
                  <a:cubicBezTo>
                    <a:pt x="11497" y="8393"/>
                    <a:pt x="11488" y="8438"/>
                    <a:pt x="11473" y="8491"/>
                  </a:cubicBezTo>
                  <a:cubicBezTo>
                    <a:pt x="11502" y="8530"/>
                    <a:pt x="11494" y="8540"/>
                    <a:pt x="11471" y="8540"/>
                  </a:cubicBezTo>
                  <a:cubicBezTo>
                    <a:pt x="11455" y="8540"/>
                    <a:pt x="11432" y="8535"/>
                    <a:pt x="11409" y="8532"/>
                  </a:cubicBezTo>
                  <a:cubicBezTo>
                    <a:pt x="11394" y="8512"/>
                    <a:pt x="11382" y="8502"/>
                    <a:pt x="11373" y="8502"/>
                  </a:cubicBezTo>
                  <a:cubicBezTo>
                    <a:pt x="11353" y="8502"/>
                    <a:pt x="11344" y="8548"/>
                    <a:pt x="11328" y="8621"/>
                  </a:cubicBezTo>
                  <a:cubicBezTo>
                    <a:pt x="11376" y="8694"/>
                    <a:pt x="11328" y="8905"/>
                    <a:pt x="11295" y="9059"/>
                  </a:cubicBezTo>
                  <a:cubicBezTo>
                    <a:pt x="11238" y="9326"/>
                    <a:pt x="11287" y="9391"/>
                    <a:pt x="11384" y="9521"/>
                  </a:cubicBezTo>
                  <a:lnTo>
                    <a:pt x="11490" y="9594"/>
                  </a:lnTo>
                  <a:lnTo>
                    <a:pt x="11368" y="9569"/>
                  </a:lnTo>
                  <a:cubicBezTo>
                    <a:pt x="11311" y="9569"/>
                    <a:pt x="11246" y="9569"/>
                    <a:pt x="11182" y="9586"/>
                  </a:cubicBezTo>
                  <a:cubicBezTo>
                    <a:pt x="11173" y="9642"/>
                    <a:pt x="11230" y="9650"/>
                    <a:pt x="11287" y="9667"/>
                  </a:cubicBezTo>
                  <a:cubicBezTo>
                    <a:pt x="11352" y="9675"/>
                    <a:pt x="11336" y="9732"/>
                    <a:pt x="11255" y="9821"/>
                  </a:cubicBezTo>
                  <a:cubicBezTo>
                    <a:pt x="11173" y="9918"/>
                    <a:pt x="11165" y="9967"/>
                    <a:pt x="11214" y="10032"/>
                  </a:cubicBezTo>
                  <a:cubicBezTo>
                    <a:pt x="11206" y="10096"/>
                    <a:pt x="11173" y="10153"/>
                    <a:pt x="11117" y="10177"/>
                  </a:cubicBezTo>
                  <a:cubicBezTo>
                    <a:pt x="11109" y="10234"/>
                    <a:pt x="11109" y="10234"/>
                    <a:pt x="11165" y="10242"/>
                  </a:cubicBezTo>
                  <a:cubicBezTo>
                    <a:pt x="11222" y="10259"/>
                    <a:pt x="11214" y="10307"/>
                    <a:pt x="11141" y="10348"/>
                  </a:cubicBezTo>
                  <a:cubicBezTo>
                    <a:pt x="11019" y="10380"/>
                    <a:pt x="10987" y="10534"/>
                    <a:pt x="11044" y="10550"/>
                  </a:cubicBezTo>
                  <a:cubicBezTo>
                    <a:pt x="11101" y="10559"/>
                    <a:pt x="11092" y="10615"/>
                    <a:pt x="11076" y="10664"/>
                  </a:cubicBezTo>
                  <a:cubicBezTo>
                    <a:pt x="11060" y="10721"/>
                    <a:pt x="11068" y="10786"/>
                    <a:pt x="11101" y="10834"/>
                  </a:cubicBezTo>
                  <a:lnTo>
                    <a:pt x="11084" y="10940"/>
                  </a:lnTo>
                  <a:cubicBezTo>
                    <a:pt x="11080" y="10955"/>
                    <a:pt x="11073" y="10962"/>
                    <a:pt x="11066" y="10962"/>
                  </a:cubicBezTo>
                  <a:cubicBezTo>
                    <a:pt x="11046" y="10962"/>
                    <a:pt x="11024" y="10916"/>
                    <a:pt x="11036" y="10875"/>
                  </a:cubicBezTo>
                  <a:lnTo>
                    <a:pt x="11036" y="10875"/>
                  </a:lnTo>
                  <a:lnTo>
                    <a:pt x="10963" y="10915"/>
                  </a:lnTo>
                  <a:cubicBezTo>
                    <a:pt x="10938" y="11021"/>
                    <a:pt x="10930" y="11077"/>
                    <a:pt x="10979" y="11142"/>
                  </a:cubicBezTo>
                  <a:cubicBezTo>
                    <a:pt x="11046" y="11189"/>
                    <a:pt x="11070" y="11205"/>
                    <a:pt x="11048" y="11205"/>
                  </a:cubicBezTo>
                  <a:cubicBezTo>
                    <a:pt x="11035" y="11205"/>
                    <a:pt x="11007" y="11200"/>
                    <a:pt x="10963" y="11191"/>
                  </a:cubicBezTo>
                  <a:cubicBezTo>
                    <a:pt x="10958" y="11190"/>
                    <a:pt x="10953" y="11190"/>
                    <a:pt x="10948" y="11190"/>
                  </a:cubicBezTo>
                  <a:cubicBezTo>
                    <a:pt x="10896" y="11190"/>
                    <a:pt x="10845" y="11229"/>
                    <a:pt x="10882" y="11288"/>
                  </a:cubicBezTo>
                  <a:cubicBezTo>
                    <a:pt x="10978" y="11355"/>
                    <a:pt x="10932" y="11395"/>
                    <a:pt x="10880" y="11395"/>
                  </a:cubicBezTo>
                  <a:cubicBezTo>
                    <a:pt x="10875" y="11395"/>
                    <a:pt x="10870" y="11394"/>
                    <a:pt x="10865" y="11394"/>
                  </a:cubicBezTo>
                  <a:cubicBezTo>
                    <a:pt x="10827" y="11364"/>
                    <a:pt x="10802" y="11345"/>
                    <a:pt x="10790" y="11345"/>
                  </a:cubicBezTo>
                  <a:cubicBezTo>
                    <a:pt x="10770" y="11345"/>
                    <a:pt x="10787" y="11402"/>
                    <a:pt x="10833" y="11556"/>
                  </a:cubicBezTo>
                  <a:cubicBezTo>
                    <a:pt x="10809" y="11661"/>
                    <a:pt x="10825" y="11880"/>
                    <a:pt x="10784" y="12042"/>
                  </a:cubicBezTo>
                  <a:cubicBezTo>
                    <a:pt x="10744" y="12253"/>
                    <a:pt x="10719" y="12358"/>
                    <a:pt x="10655" y="12399"/>
                  </a:cubicBezTo>
                  <a:cubicBezTo>
                    <a:pt x="10647" y="12398"/>
                    <a:pt x="10640" y="12396"/>
                    <a:pt x="10634" y="12395"/>
                  </a:cubicBezTo>
                  <a:lnTo>
                    <a:pt x="10634" y="12395"/>
                  </a:lnTo>
                  <a:cubicBezTo>
                    <a:pt x="10706" y="12425"/>
                    <a:pt x="10691" y="12486"/>
                    <a:pt x="10663" y="12618"/>
                  </a:cubicBezTo>
                  <a:cubicBezTo>
                    <a:pt x="10590" y="12715"/>
                    <a:pt x="10590" y="12845"/>
                    <a:pt x="10655" y="12950"/>
                  </a:cubicBezTo>
                  <a:lnTo>
                    <a:pt x="10679" y="12845"/>
                  </a:lnTo>
                  <a:cubicBezTo>
                    <a:pt x="10792" y="12869"/>
                    <a:pt x="10784" y="12918"/>
                    <a:pt x="10703" y="13015"/>
                  </a:cubicBezTo>
                  <a:cubicBezTo>
                    <a:pt x="10699" y="13043"/>
                    <a:pt x="10676" y="13052"/>
                    <a:pt x="10647" y="13052"/>
                  </a:cubicBezTo>
                  <a:cubicBezTo>
                    <a:pt x="10624" y="13052"/>
                    <a:pt x="10598" y="13047"/>
                    <a:pt x="10574" y="13039"/>
                  </a:cubicBezTo>
                  <a:cubicBezTo>
                    <a:pt x="10568" y="13039"/>
                    <a:pt x="10562" y="13038"/>
                    <a:pt x="10556" y="13038"/>
                  </a:cubicBezTo>
                  <a:cubicBezTo>
                    <a:pt x="10506" y="13038"/>
                    <a:pt x="10458" y="13070"/>
                    <a:pt x="10436" y="13121"/>
                  </a:cubicBezTo>
                  <a:cubicBezTo>
                    <a:pt x="10430" y="13163"/>
                    <a:pt x="10419" y="13200"/>
                    <a:pt x="10444" y="13200"/>
                  </a:cubicBezTo>
                  <a:cubicBezTo>
                    <a:pt x="10453" y="13200"/>
                    <a:pt x="10466" y="13196"/>
                    <a:pt x="10484" y="13185"/>
                  </a:cubicBezTo>
                  <a:cubicBezTo>
                    <a:pt x="10541" y="13202"/>
                    <a:pt x="10541" y="13202"/>
                    <a:pt x="10533" y="13250"/>
                  </a:cubicBezTo>
                  <a:cubicBezTo>
                    <a:pt x="10509" y="13307"/>
                    <a:pt x="10517" y="13372"/>
                    <a:pt x="10557" y="13421"/>
                  </a:cubicBezTo>
                  <a:cubicBezTo>
                    <a:pt x="10614" y="13437"/>
                    <a:pt x="10606" y="13485"/>
                    <a:pt x="10590" y="13542"/>
                  </a:cubicBezTo>
                  <a:cubicBezTo>
                    <a:pt x="10549" y="13575"/>
                    <a:pt x="10509" y="13631"/>
                    <a:pt x="10501" y="13688"/>
                  </a:cubicBezTo>
                  <a:lnTo>
                    <a:pt x="10444" y="13672"/>
                  </a:lnTo>
                  <a:cubicBezTo>
                    <a:pt x="10395" y="13672"/>
                    <a:pt x="10355" y="13680"/>
                    <a:pt x="10314" y="13704"/>
                  </a:cubicBezTo>
                  <a:cubicBezTo>
                    <a:pt x="10306" y="13753"/>
                    <a:pt x="10363" y="13769"/>
                    <a:pt x="10363" y="13769"/>
                  </a:cubicBezTo>
                  <a:cubicBezTo>
                    <a:pt x="10419" y="13777"/>
                    <a:pt x="10152" y="15050"/>
                    <a:pt x="10119" y="15204"/>
                  </a:cubicBezTo>
                  <a:cubicBezTo>
                    <a:pt x="10048" y="15291"/>
                    <a:pt x="10014" y="15422"/>
                    <a:pt x="10053" y="15422"/>
                  </a:cubicBezTo>
                  <a:cubicBezTo>
                    <a:pt x="10057" y="15422"/>
                    <a:pt x="10064" y="15420"/>
                    <a:pt x="10071" y="15415"/>
                  </a:cubicBezTo>
                  <a:cubicBezTo>
                    <a:pt x="10136" y="15415"/>
                    <a:pt x="10071" y="15715"/>
                    <a:pt x="9998" y="16080"/>
                  </a:cubicBezTo>
                  <a:cubicBezTo>
                    <a:pt x="9965" y="16242"/>
                    <a:pt x="9933" y="16388"/>
                    <a:pt x="9909" y="16510"/>
                  </a:cubicBezTo>
                  <a:cubicBezTo>
                    <a:pt x="9722" y="16510"/>
                    <a:pt x="9617" y="16526"/>
                    <a:pt x="9633" y="16558"/>
                  </a:cubicBezTo>
                  <a:lnTo>
                    <a:pt x="9447" y="16558"/>
                  </a:lnTo>
                  <a:cubicBezTo>
                    <a:pt x="9341" y="16574"/>
                    <a:pt x="9236" y="16591"/>
                    <a:pt x="9130" y="16615"/>
                  </a:cubicBezTo>
                  <a:cubicBezTo>
                    <a:pt x="9102" y="16647"/>
                    <a:pt x="9070" y="16664"/>
                    <a:pt x="9052" y="16664"/>
                  </a:cubicBezTo>
                  <a:cubicBezTo>
                    <a:pt x="9035" y="16664"/>
                    <a:pt x="9033" y="16647"/>
                    <a:pt x="9065" y="16615"/>
                  </a:cubicBezTo>
                  <a:cubicBezTo>
                    <a:pt x="9057" y="16558"/>
                    <a:pt x="9049" y="16501"/>
                    <a:pt x="8984" y="16501"/>
                  </a:cubicBezTo>
                  <a:cubicBezTo>
                    <a:pt x="8977" y="16501"/>
                    <a:pt x="8971" y="16501"/>
                    <a:pt x="8965" y="16501"/>
                  </a:cubicBezTo>
                  <a:cubicBezTo>
                    <a:pt x="8864" y="16501"/>
                    <a:pt x="8871" y="16562"/>
                    <a:pt x="8871" y="16615"/>
                  </a:cubicBezTo>
                  <a:cubicBezTo>
                    <a:pt x="8871" y="16647"/>
                    <a:pt x="8847" y="16672"/>
                    <a:pt x="8814" y="16672"/>
                  </a:cubicBezTo>
                  <a:cubicBezTo>
                    <a:pt x="8765" y="16672"/>
                    <a:pt x="8765" y="16672"/>
                    <a:pt x="8765" y="16615"/>
                  </a:cubicBezTo>
                  <a:lnTo>
                    <a:pt x="8765" y="16493"/>
                  </a:lnTo>
                  <a:lnTo>
                    <a:pt x="8709" y="16493"/>
                  </a:lnTo>
                  <a:cubicBezTo>
                    <a:pt x="8709" y="16526"/>
                    <a:pt x="8684" y="16558"/>
                    <a:pt x="8652" y="16558"/>
                  </a:cubicBezTo>
                  <a:cubicBezTo>
                    <a:pt x="8603" y="16558"/>
                    <a:pt x="8603" y="16558"/>
                    <a:pt x="8603" y="16437"/>
                  </a:cubicBezTo>
                  <a:cubicBezTo>
                    <a:pt x="8603" y="16376"/>
                    <a:pt x="8589" y="16345"/>
                    <a:pt x="8569" y="16345"/>
                  </a:cubicBezTo>
                  <a:cubicBezTo>
                    <a:pt x="8549" y="16345"/>
                    <a:pt x="8522" y="16376"/>
                    <a:pt x="8498" y="16437"/>
                  </a:cubicBezTo>
                  <a:lnTo>
                    <a:pt x="8384" y="16493"/>
                  </a:lnTo>
                  <a:cubicBezTo>
                    <a:pt x="8369" y="16456"/>
                    <a:pt x="8348" y="16441"/>
                    <a:pt x="8324" y="16441"/>
                  </a:cubicBezTo>
                  <a:cubicBezTo>
                    <a:pt x="8271" y="16441"/>
                    <a:pt x="8207" y="16511"/>
                    <a:pt x="8174" y="16550"/>
                  </a:cubicBezTo>
                  <a:cubicBezTo>
                    <a:pt x="8145" y="16489"/>
                    <a:pt x="8117" y="16459"/>
                    <a:pt x="8089" y="16459"/>
                  </a:cubicBezTo>
                  <a:cubicBezTo>
                    <a:pt x="8062" y="16459"/>
                    <a:pt x="8036" y="16489"/>
                    <a:pt x="8011" y="16550"/>
                  </a:cubicBezTo>
                  <a:cubicBezTo>
                    <a:pt x="8011" y="16579"/>
                    <a:pt x="7997" y="16593"/>
                    <a:pt x="7976" y="16593"/>
                  </a:cubicBezTo>
                  <a:cubicBezTo>
                    <a:pt x="7955" y="16593"/>
                    <a:pt x="7926" y="16579"/>
                    <a:pt x="7898" y="16550"/>
                  </a:cubicBezTo>
                  <a:cubicBezTo>
                    <a:pt x="7849" y="16485"/>
                    <a:pt x="7793" y="16485"/>
                    <a:pt x="7687" y="16485"/>
                  </a:cubicBezTo>
                  <a:cubicBezTo>
                    <a:pt x="7642" y="16537"/>
                    <a:pt x="7389" y="16542"/>
                    <a:pt x="7069" y="16542"/>
                  </a:cubicBezTo>
                  <a:cubicBezTo>
                    <a:pt x="6990" y="16542"/>
                    <a:pt x="6906" y="16542"/>
                    <a:pt x="6820" y="16542"/>
                  </a:cubicBezTo>
                  <a:cubicBezTo>
                    <a:pt x="6686" y="16540"/>
                    <a:pt x="6565" y="16538"/>
                    <a:pt x="6459" y="16538"/>
                  </a:cubicBezTo>
                  <a:cubicBezTo>
                    <a:pt x="6180" y="16538"/>
                    <a:pt x="6009" y="16549"/>
                    <a:pt x="6009" y="16591"/>
                  </a:cubicBezTo>
                  <a:cubicBezTo>
                    <a:pt x="5960" y="16591"/>
                    <a:pt x="5960" y="16591"/>
                    <a:pt x="5903" y="16534"/>
                  </a:cubicBezTo>
                  <a:cubicBezTo>
                    <a:pt x="5903" y="16507"/>
                    <a:pt x="5893" y="16491"/>
                    <a:pt x="5878" y="16491"/>
                  </a:cubicBezTo>
                  <a:cubicBezTo>
                    <a:pt x="5857" y="16491"/>
                    <a:pt x="5826" y="16520"/>
                    <a:pt x="5798" y="16591"/>
                  </a:cubicBezTo>
                  <a:cubicBezTo>
                    <a:pt x="5765" y="16624"/>
                    <a:pt x="5751" y="16660"/>
                    <a:pt x="5745" y="16660"/>
                  </a:cubicBezTo>
                  <a:cubicBezTo>
                    <a:pt x="5741" y="16660"/>
                    <a:pt x="5741" y="16641"/>
                    <a:pt x="5741" y="16591"/>
                  </a:cubicBezTo>
                  <a:cubicBezTo>
                    <a:pt x="5741" y="16534"/>
                    <a:pt x="5636" y="16534"/>
                    <a:pt x="5417" y="16526"/>
                  </a:cubicBezTo>
                  <a:cubicBezTo>
                    <a:pt x="5255" y="16526"/>
                    <a:pt x="5044" y="16526"/>
                    <a:pt x="5044" y="16583"/>
                  </a:cubicBezTo>
                  <a:cubicBezTo>
                    <a:pt x="4987" y="16615"/>
                    <a:pt x="4959" y="16631"/>
                    <a:pt x="4952" y="16631"/>
                  </a:cubicBezTo>
                  <a:cubicBezTo>
                    <a:pt x="4945" y="16631"/>
                    <a:pt x="4959" y="16615"/>
                    <a:pt x="4987" y="16583"/>
                  </a:cubicBezTo>
                  <a:cubicBezTo>
                    <a:pt x="5022" y="16512"/>
                    <a:pt x="4930" y="16460"/>
                    <a:pt x="4815" y="16460"/>
                  </a:cubicBezTo>
                  <a:cubicBezTo>
                    <a:pt x="4746" y="16460"/>
                    <a:pt x="4668" y="16480"/>
                    <a:pt x="4606" y="16526"/>
                  </a:cubicBezTo>
                  <a:cubicBezTo>
                    <a:pt x="4558" y="16526"/>
                    <a:pt x="4501" y="16518"/>
                    <a:pt x="4501" y="16461"/>
                  </a:cubicBezTo>
                  <a:cubicBezTo>
                    <a:pt x="4412" y="16461"/>
                    <a:pt x="4314" y="16477"/>
                    <a:pt x="4233" y="16518"/>
                  </a:cubicBezTo>
                  <a:lnTo>
                    <a:pt x="3852" y="16518"/>
                  </a:lnTo>
                  <a:cubicBezTo>
                    <a:pt x="3779" y="16518"/>
                    <a:pt x="3706" y="16542"/>
                    <a:pt x="3641" y="16574"/>
                  </a:cubicBezTo>
                  <a:lnTo>
                    <a:pt x="3585" y="16574"/>
                  </a:lnTo>
                  <a:cubicBezTo>
                    <a:pt x="3585" y="16518"/>
                    <a:pt x="3317" y="16510"/>
                    <a:pt x="2936" y="16510"/>
                  </a:cubicBezTo>
                  <a:cubicBezTo>
                    <a:pt x="2563" y="16510"/>
                    <a:pt x="2239" y="16501"/>
                    <a:pt x="2182" y="16445"/>
                  </a:cubicBezTo>
                  <a:cubicBezTo>
                    <a:pt x="2141" y="16445"/>
                    <a:pt x="2101" y="16469"/>
                    <a:pt x="2077" y="16501"/>
                  </a:cubicBezTo>
                  <a:cubicBezTo>
                    <a:pt x="2044" y="16572"/>
                    <a:pt x="2011" y="16601"/>
                    <a:pt x="1980" y="16601"/>
                  </a:cubicBezTo>
                  <a:cubicBezTo>
                    <a:pt x="1957" y="16601"/>
                    <a:pt x="1935" y="16586"/>
                    <a:pt x="1914" y="16558"/>
                  </a:cubicBezTo>
                  <a:cubicBezTo>
                    <a:pt x="1878" y="16497"/>
                    <a:pt x="1815" y="16467"/>
                    <a:pt x="1752" y="16467"/>
                  </a:cubicBezTo>
                  <a:cubicBezTo>
                    <a:pt x="1689" y="16467"/>
                    <a:pt x="1627" y="16497"/>
                    <a:pt x="1590" y="16558"/>
                  </a:cubicBezTo>
                  <a:cubicBezTo>
                    <a:pt x="1590" y="16543"/>
                    <a:pt x="1590" y="16522"/>
                    <a:pt x="1590" y="16501"/>
                  </a:cubicBezTo>
                  <a:cubicBezTo>
                    <a:pt x="1568" y="16454"/>
                    <a:pt x="1530" y="16434"/>
                    <a:pt x="1488" y="16434"/>
                  </a:cubicBezTo>
                  <a:cubicBezTo>
                    <a:pt x="1423" y="16434"/>
                    <a:pt x="1349" y="16484"/>
                    <a:pt x="1314" y="16558"/>
                  </a:cubicBezTo>
                  <a:cubicBezTo>
                    <a:pt x="1280" y="16512"/>
                    <a:pt x="1241" y="16470"/>
                    <a:pt x="1204" y="16470"/>
                  </a:cubicBezTo>
                  <a:cubicBezTo>
                    <a:pt x="1189" y="16470"/>
                    <a:pt x="1174" y="16477"/>
                    <a:pt x="1160" y="16493"/>
                  </a:cubicBezTo>
                  <a:cubicBezTo>
                    <a:pt x="1104" y="16493"/>
                    <a:pt x="1104" y="16493"/>
                    <a:pt x="1104" y="16372"/>
                  </a:cubicBezTo>
                  <a:cubicBezTo>
                    <a:pt x="1104" y="16315"/>
                    <a:pt x="1104" y="16258"/>
                    <a:pt x="1047" y="16258"/>
                  </a:cubicBezTo>
                  <a:cubicBezTo>
                    <a:pt x="1044" y="16258"/>
                    <a:pt x="1041" y="16258"/>
                    <a:pt x="1039" y="16258"/>
                  </a:cubicBezTo>
                  <a:cubicBezTo>
                    <a:pt x="998" y="16258"/>
                    <a:pt x="998" y="16318"/>
                    <a:pt x="998" y="16372"/>
                  </a:cubicBezTo>
                  <a:lnTo>
                    <a:pt x="885" y="16372"/>
                  </a:lnTo>
                  <a:cubicBezTo>
                    <a:pt x="852" y="16372"/>
                    <a:pt x="828" y="16396"/>
                    <a:pt x="836" y="16429"/>
                  </a:cubicBezTo>
                  <a:cubicBezTo>
                    <a:pt x="836" y="16493"/>
                    <a:pt x="779" y="16493"/>
                    <a:pt x="723" y="16493"/>
                  </a:cubicBezTo>
                  <a:cubicBezTo>
                    <a:pt x="723" y="16474"/>
                    <a:pt x="718" y="16466"/>
                    <a:pt x="714" y="16466"/>
                  </a:cubicBezTo>
                  <a:cubicBezTo>
                    <a:pt x="702" y="16466"/>
                    <a:pt x="688" y="16510"/>
                    <a:pt x="723" y="16550"/>
                  </a:cubicBezTo>
                  <a:cubicBezTo>
                    <a:pt x="723" y="16607"/>
                    <a:pt x="723" y="16672"/>
                    <a:pt x="674" y="16672"/>
                  </a:cubicBezTo>
                  <a:cubicBezTo>
                    <a:pt x="674" y="16672"/>
                    <a:pt x="674" y="16729"/>
                    <a:pt x="666" y="16793"/>
                  </a:cubicBezTo>
                  <a:cubicBezTo>
                    <a:pt x="666" y="16907"/>
                    <a:pt x="666" y="16972"/>
                    <a:pt x="779" y="17028"/>
                  </a:cubicBezTo>
                  <a:cubicBezTo>
                    <a:pt x="903" y="17066"/>
                    <a:pt x="1009" y="17102"/>
                    <a:pt x="1076" y="17102"/>
                  </a:cubicBezTo>
                  <a:cubicBezTo>
                    <a:pt x="1124" y="17102"/>
                    <a:pt x="1152" y="17084"/>
                    <a:pt x="1152" y="17037"/>
                  </a:cubicBezTo>
                  <a:cubicBezTo>
                    <a:pt x="1177" y="16996"/>
                    <a:pt x="1219" y="16976"/>
                    <a:pt x="1262" y="16976"/>
                  </a:cubicBezTo>
                  <a:cubicBezTo>
                    <a:pt x="1304" y="16976"/>
                    <a:pt x="1347" y="16996"/>
                    <a:pt x="1371" y="17037"/>
                  </a:cubicBezTo>
                  <a:cubicBezTo>
                    <a:pt x="1371" y="17093"/>
                    <a:pt x="1582" y="17093"/>
                    <a:pt x="1858" y="17101"/>
                  </a:cubicBezTo>
                  <a:cubicBezTo>
                    <a:pt x="2174" y="17101"/>
                    <a:pt x="2336" y="17101"/>
                    <a:pt x="2393" y="17166"/>
                  </a:cubicBezTo>
                  <a:cubicBezTo>
                    <a:pt x="2417" y="17199"/>
                    <a:pt x="2458" y="17215"/>
                    <a:pt x="2498" y="17223"/>
                  </a:cubicBezTo>
                  <a:cubicBezTo>
                    <a:pt x="2498" y="17166"/>
                    <a:pt x="2822" y="17166"/>
                    <a:pt x="3204" y="17166"/>
                  </a:cubicBezTo>
                  <a:cubicBezTo>
                    <a:pt x="3306" y="17169"/>
                    <a:pt x="3409" y="17170"/>
                    <a:pt x="3504" y="17170"/>
                  </a:cubicBezTo>
                  <a:cubicBezTo>
                    <a:pt x="3757" y="17170"/>
                    <a:pt x="3958" y="17159"/>
                    <a:pt x="3958" y="17118"/>
                  </a:cubicBezTo>
                  <a:lnTo>
                    <a:pt x="4063" y="17118"/>
                  </a:lnTo>
                  <a:cubicBezTo>
                    <a:pt x="4063" y="17174"/>
                    <a:pt x="4176" y="17174"/>
                    <a:pt x="4282" y="17174"/>
                  </a:cubicBezTo>
                  <a:cubicBezTo>
                    <a:pt x="4347" y="17142"/>
                    <a:pt x="4420" y="17126"/>
                    <a:pt x="4501" y="17118"/>
                  </a:cubicBezTo>
                  <a:cubicBezTo>
                    <a:pt x="4501" y="17183"/>
                    <a:pt x="4549" y="17183"/>
                    <a:pt x="4655" y="17183"/>
                  </a:cubicBezTo>
                  <a:cubicBezTo>
                    <a:pt x="4768" y="17183"/>
                    <a:pt x="4817" y="17183"/>
                    <a:pt x="4817" y="17126"/>
                  </a:cubicBezTo>
                  <a:cubicBezTo>
                    <a:pt x="4843" y="17125"/>
                    <a:pt x="4868" y="17124"/>
                    <a:pt x="4894" y="17124"/>
                  </a:cubicBezTo>
                  <a:cubicBezTo>
                    <a:pt x="5071" y="17124"/>
                    <a:pt x="5247" y="17148"/>
                    <a:pt x="5417" y="17191"/>
                  </a:cubicBezTo>
                  <a:cubicBezTo>
                    <a:pt x="5431" y="17207"/>
                    <a:pt x="5446" y="17214"/>
                    <a:pt x="5461" y="17214"/>
                  </a:cubicBezTo>
                  <a:cubicBezTo>
                    <a:pt x="5498" y="17214"/>
                    <a:pt x="5539" y="17172"/>
                    <a:pt x="5579" y="17126"/>
                  </a:cubicBezTo>
                  <a:cubicBezTo>
                    <a:pt x="5579" y="17069"/>
                    <a:pt x="5628" y="17020"/>
                    <a:pt x="5685" y="17012"/>
                  </a:cubicBezTo>
                  <a:lnTo>
                    <a:pt x="5685" y="17134"/>
                  </a:lnTo>
                  <a:cubicBezTo>
                    <a:pt x="5628" y="17191"/>
                    <a:pt x="5628" y="17191"/>
                    <a:pt x="5741" y="17191"/>
                  </a:cubicBezTo>
                  <a:lnTo>
                    <a:pt x="5847" y="17191"/>
                  </a:lnTo>
                  <a:cubicBezTo>
                    <a:pt x="5847" y="17134"/>
                    <a:pt x="6114" y="17134"/>
                    <a:pt x="6495" y="17134"/>
                  </a:cubicBezTo>
                  <a:cubicBezTo>
                    <a:pt x="6629" y="17136"/>
                    <a:pt x="6738" y="17138"/>
                    <a:pt x="6826" y="17138"/>
                  </a:cubicBezTo>
                  <a:cubicBezTo>
                    <a:pt x="7059" y="17138"/>
                    <a:pt x="7144" y="17126"/>
                    <a:pt x="7144" y="17085"/>
                  </a:cubicBezTo>
                  <a:cubicBezTo>
                    <a:pt x="7144" y="17053"/>
                    <a:pt x="7156" y="17037"/>
                    <a:pt x="7189" y="17037"/>
                  </a:cubicBezTo>
                  <a:cubicBezTo>
                    <a:pt x="7221" y="17037"/>
                    <a:pt x="7274" y="17053"/>
                    <a:pt x="7355" y="17085"/>
                  </a:cubicBezTo>
                  <a:cubicBezTo>
                    <a:pt x="7562" y="17199"/>
                    <a:pt x="7637" y="17240"/>
                    <a:pt x="7679" y="17240"/>
                  </a:cubicBezTo>
                  <a:cubicBezTo>
                    <a:pt x="7702" y="17240"/>
                    <a:pt x="7715" y="17227"/>
                    <a:pt x="7736" y="17207"/>
                  </a:cubicBezTo>
                  <a:cubicBezTo>
                    <a:pt x="7679" y="17207"/>
                    <a:pt x="7679" y="17150"/>
                    <a:pt x="7679" y="17085"/>
                  </a:cubicBezTo>
                  <a:cubicBezTo>
                    <a:pt x="7679" y="17024"/>
                    <a:pt x="7693" y="16994"/>
                    <a:pt x="7713" y="16994"/>
                  </a:cubicBezTo>
                  <a:cubicBezTo>
                    <a:pt x="7734" y="16994"/>
                    <a:pt x="7760" y="17024"/>
                    <a:pt x="7784" y="17085"/>
                  </a:cubicBezTo>
                  <a:cubicBezTo>
                    <a:pt x="7784" y="17133"/>
                    <a:pt x="7910" y="17153"/>
                    <a:pt x="8066" y="17153"/>
                  </a:cubicBezTo>
                  <a:cubicBezTo>
                    <a:pt x="8306" y="17153"/>
                    <a:pt x="8618" y="17105"/>
                    <a:pt x="8652" y="17037"/>
                  </a:cubicBezTo>
                  <a:lnTo>
                    <a:pt x="8652" y="17093"/>
                  </a:lnTo>
                  <a:cubicBezTo>
                    <a:pt x="8652" y="17158"/>
                    <a:pt x="8701" y="17158"/>
                    <a:pt x="8928" y="17158"/>
                  </a:cubicBezTo>
                  <a:lnTo>
                    <a:pt x="9211" y="17158"/>
                  </a:lnTo>
                  <a:cubicBezTo>
                    <a:pt x="9205" y="17108"/>
                    <a:pt x="9296" y="17089"/>
                    <a:pt x="9408" y="17089"/>
                  </a:cubicBezTo>
                  <a:cubicBezTo>
                    <a:pt x="9565" y="17089"/>
                    <a:pt x="9760" y="17125"/>
                    <a:pt x="9779" y="17158"/>
                  </a:cubicBezTo>
                  <a:cubicBezTo>
                    <a:pt x="9901" y="17223"/>
                    <a:pt x="9909" y="17223"/>
                    <a:pt x="10103" y="17223"/>
                  </a:cubicBezTo>
                  <a:cubicBezTo>
                    <a:pt x="10195" y="17181"/>
                    <a:pt x="10293" y="17157"/>
                    <a:pt x="10392" y="17157"/>
                  </a:cubicBezTo>
                  <a:cubicBezTo>
                    <a:pt x="10407" y="17157"/>
                    <a:pt x="10421" y="17157"/>
                    <a:pt x="10436" y="17158"/>
                  </a:cubicBezTo>
                  <a:cubicBezTo>
                    <a:pt x="10472" y="16975"/>
                    <a:pt x="10529" y="16837"/>
                    <a:pt x="10564" y="16837"/>
                  </a:cubicBezTo>
                  <a:cubicBezTo>
                    <a:pt x="10567" y="16837"/>
                    <a:pt x="10570" y="16839"/>
                    <a:pt x="10574" y="16842"/>
                  </a:cubicBezTo>
                  <a:lnTo>
                    <a:pt x="10614" y="16647"/>
                  </a:lnTo>
                  <a:cubicBezTo>
                    <a:pt x="10590" y="16510"/>
                    <a:pt x="10598" y="16372"/>
                    <a:pt x="10638" y="16234"/>
                  </a:cubicBezTo>
                  <a:cubicBezTo>
                    <a:pt x="10683" y="16017"/>
                    <a:pt x="10703" y="15911"/>
                    <a:pt x="10673" y="15911"/>
                  </a:cubicBezTo>
                  <a:cubicBezTo>
                    <a:pt x="10665" y="15911"/>
                    <a:pt x="10654" y="15918"/>
                    <a:pt x="10638" y="15934"/>
                  </a:cubicBezTo>
                  <a:cubicBezTo>
                    <a:pt x="10582" y="15910"/>
                    <a:pt x="10525" y="15893"/>
                    <a:pt x="10541" y="15804"/>
                  </a:cubicBezTo>
                  <a:lnTo>
                    <a:pt x="10541" y="15804"/>
                  </a:lnTo>
                  <a:lnTo>
                    <a:pt x="10598" y="15829"/>
                  </a:lnTo>
                  <a:cubicBezTo>
                    <a:pt x="10600" y="15829"/>
                    <a:pt x="10601" y="15829"/>
                    <a:pt x="10603" y="15829"/>
                  </a:cubicBezTo>
                  <a:cubicBezTo>
                    <a:pt x="10633" y="15829"/>
                    <a:pt x="10656" y="15765"/>
                    <a:pt x="10687" y="15658"/>
                  </a:cubicBezTo>
                  <a:cubicBezTo>
                    <a:pt x="10711" y="15585"/>
                    <a:pt x="10728" y="15504"/>
                    <a:pt x="10752" y="15391"/>
                  </a:cubicBezTo>
                  <a:cubicBezTo>
                    <a:pt x="10809" y="15131"/>
                    <a:pt x="10833" y="15026"/>
                    <a:pt x="10898" y="14985"/>
                  </a:cubicBezTo>
                  <a:lnTo>
                    <a:pt x="10849" y="14920"/>
                  </a:lnTo>
                  <a:cubicBezTo>
                    <a:pt x="10806" y="14863"/>
                    <a:pt x="10814" y="14812"/>
                    <a:pt x="10855" y="14812"/>
                  </a:cubicBezTo>
                  <a:cubicBezTo>
                    <a:pt x="10861" y="14812"/>
                    <a:pt x="10867" y="14813"/>
                    <a:pt x="10873" y="14815"/>
                  </a:cubicBezTo>
                  <a:cubicBezTo>
                    <a:pt x="10946" y="14775"/>
                    <a:pt x="10987" y="14564"/>
                    <a:pt x="10955" y="14442"/>
                  </a:cubicBezTo>
                  <a:lnTo>
                    <a:pt x="10971" y="14337"/>
                  </a:lnTo>
                  <a:cubicBezTo>
                    <a:pt x="11101" y="14312"/>
                    <a:pt x="11133" y="14150"/>
                    <a:pt x="11028" y="14077"/>
                  </a:cubicBezTo>
                  <a:lnTo>
                    <a:pt x="11028" y="14077"/>
                  </a:lnTo>
                  <a:cubicBezTo>
                    <a:pt x="11032" y="14078"/>
                    <a:pt x="11037" y="14078"/>
                    <a:pt x="11041" y="14078"/>
                  </a:cubicBezTo>
                  <a:cubicBezTo>
                    <a:pt x="11094" y="14078"/>
                    <a:pt x="11101" y="14033"/>
                    <a:pt x="11109" y="13980"/>
                  </a:cubicBezTo>
                  <a:cubicBezTo>
                    <a:pt x="11077" y="13869"/>
                    <a:pt x="11115" y="13664"/>
                    <a:pt x="11178" y="13664"/>
                  </a:cubicBezTo>
                  <a:cubicBezTo>
                    <a:pt x="11179" y="13664"/>
                    <a:pt x="11180" y="13664"/>
                    <a:pt x="11182" y="13664"/>
                  </a:cubicBezTo>
                  <a:lnTo>
                    <a:pt x="11190" y="13615"/>
                  </a:lnTo>
                  <a:cubicBezTo>
                    <a:pt x="11157" y="13566"/>
                    <a:pt x="11141" y="13502"/>
                    <a:pt x="11165" y="13445"/>
                  </a:cubicBezTo>
                  <a:cubicBezTo>
                    <a:pt x="11182" y="13388"/>
                    <a:pt x="11173" y="13323"/>
                    <a:pt x="11141" y="13275"/>
                  </a:cubicBezTo>
                  <a:cubicBezTo>
                    <a:pt x="11109" y="13242"/>
                    <a:pt x="11101" y="13194"/>
                    <a:pt x="11101" y="13153"/>
                  </a:cubicBezTo>
                  <a:cubicBezTo>
                    <a:pt x="11104" y="13141"/>
                    <a:pt x="11110" y="13136"/>
                    <a:pt x="11118" y="13136"/>
                  </a:cubicBezTo>
                  <a:cubicBezTo>
                    <a:pt x="11140" y="13136"/>
                    <a:pt x="11175" y="13185"/>
                    <a:pt x="11206" y="13234"/>
                  </a:cubicBezTo>
                  <a:cubicBezTo>
                    <a:pt x="11216" y="13261"/>
                    <a:pt x="11225" y="13273"/>
                    <a:pt x="11232" y="13273"/>
                  </a:cubicBezTo>
                  <a:cubicBezTo>
                    <a:pt x="11255" y="13273"/>
                    <a:pt x="11260" y="13149"/>
                    <a:pt x="11198" y="13007"/>
                  </a:cubicBezTo>
                  <a:cubicBezTo>
                    <a:pt x="11150" y="12911"/>
                    <a:pt x="11128" y="12866"/>
                    <a:pt x="11133" y="12866"/>
                  </a:cubicBezTo>
                  <a:cubicBezTo>
                    <a:pt x="11137" y="12866"/>
                    <a:pt x="11161" y="12899"/>
                    <a:pt x="11206" y="12958"/>
                  </a:cubicBezTo>
                  <a:cubicBezTo>
                    <a:pt x="11235" y="12997"/>
                    <a:pt x="11263" y="13035"/>
                    <a:pt x="11274" y="13035"/>
                  </a:cubicBezTo>
                  <a:cubicBezTo>
                    <a:pt x="11281" y="13035"/>
                    <a:pt x="11279" y="13016"/>
                    <a:pt x="11263" y="12967"/>
                  </a:cubicBezTo>
                  <a:cubicBezTo>
                    <a:pt x="11263" y="12967"/>
                    <a:pt x="11287" y="12861"/>
                    <a:pt x="11230" y="12853"/>
                  </a:cubicBezTo>
                  <a:lnTo>
                    <a:pt x="11263" y="12691"/>
                  </a:lnTo>
                  <a:cubicBezTo>
                    <a:pt x="11319" y="12634"/>
                    <a:pt x="11352" y="12569"/>
                    <a:pt x="11368" y="12496"/>
                  </a:cubicBezTo>
                  <a:cubicBezTo>
                    <a:pt x="11319" y="12423"/>
                    <a:pt x="11319" y="12423"/>
                    <a:pt x="11384" y="12383"/>
                  </a:cubicBezTo>
                  <a:cubicBezTo>
                    <a:pt x="11392" y="12385"/>
                    <a:pt x="11399" y="12386"/>
                    <a:pt x="11405" y="12386"/>
                  </a:cubicBezTo>
                  <a:cubicBezTo>
                    <a:pt x="11449" y="12386"/>
                    <a:pt x="11443" y="12339"/>
                    <a:pt x="11344" y="12318"/>
                  </a:cubicBezTo>
                  <a:cubicBezTo>
                    <a:pt x="11287" y="12269"/>
                    <a:pt x="11303" y="12188"/>
                    <a:pt x="11376" y="12164"/>
                  </a:cubicBezTo>
                  <a:cubicBezTo>
                    <a:pt x="11396" y="12168"/>
                    <a:pt x="11413" y="12170"/>
                    <a:pt x="11426" y="12170"/>
                  </a:cubicBezTo>
                  <a:cubicBezTo>
                    <a:pt x="11491" y="12170"/>
                    <a:pt x="11488" y="12130"/>
                    <a:pt x="11441" y="12123"/>
                  </a:cubicBezTo>
                  <a:cubicBezTo>
                    <a:pt x="11417" y="12091"/>
                    <a:pt x="11400" y="12050"/>
                    <a:pt x="11409" y="12002"/>
                  </a:cubicBezTo>
                  <a:lnTo>
                    <a:pt x="11409" y="12002"/>
                  </a:lnTo>
                  <a:cubicBezTo>
                    <a:pt x="11410" y="12002"/>
                    <a:pt x="11410" y="12002"/>
                    <a:pt x="11411" y="12002"/>
                  </a:cubicBezTo>
                  <a:cubicBezTo>
                    <a:pt x="11469" y="12002"/>
                    <a:pt x="11564" y="11532"/>
                    <a:pt x="11668" y="11069"/>
                  </a:cubicBezTo>
                  <a:cubicBezTo>
                    <a:pt x="11668" y="11004"/>
                    <a:pt x="11628" y="10948"/>
                    <a:pt x="11571" y="10940"/>
                  </a:cubicBezTo>
                  <a:cubicBezTo>
                    <a:pt x="11457" y="10915"/>
                    <a:pt x="11514" y="10923"/>
                    <a:pt x="11579" y="10883"/>
                  </a:cubicBezTo>
                  <a:cubicBezTo>
                    <a:pt x="11752" y="10868"/>
                    <a:pt x="11785" y="10776"/>
                    <a:pt x="11640" y="10776"/>
                  </a:cubicBezTo>
                  <a:cubicBezTo>
                    <a:pt x="11629" y="10776"/>
                    <a:pt x="11616" y="10776"/>
                    <a:pt x="11603" y="10777"/>
                  </a:cubicBezTo>
                  <a:cubicBezTo>
                    <a:pt x="11553" y="10790"/>
                    <a:pt x="11522" y="10798"/>
                    <a:pt x="11512" y="10798"/>
                  </a:cubicBezTo>
                  <a:cubicBezTo>
                    <a:pt x="11495" y="10798"/>
                    <a:pt x="11530" y="10778"/>
                    <a:pt x="11619" y="10729"/>
                  </a:cubicBezTo>
                  <a:cubicBezTo>
                    <a:pt x="11684" y="10688"/>
                    <a:pt x="11684" y="10688"/>
                    <a:pt x="11636" y="10623"/>
                  </a:cubicBezTo>
                  <a:cubicBezTo>
                    <a:pt x="11583" y="10608"/>
                    <a:pt x="11586" y="10566"/>
                    <a:pt x="11638" y="10566"/>
                  </a:cubicBezTo>
                  <a:cubicBezTo>
                    <a:pt x="11642" y="10566"/>
                    <a:pt x="11647" y="10566"/>
                    <a:pt x="11652" y="10567"/>
                  </a:cubicBezTo>
                  <a:cubicBezTo>
                    <a:pt x="11717" y="10526"/>
                    <a:pt x="11790" y="10486"/>
                    <a:pt x="11733" y="10477"/>
                  </a:cubicBezTo>
                  <a:cubicBezTo>
                    <a:pt x="11741" y="10437"/>
                    <a:pt x="11773" y="10396"/>
                    <a:pt x="11814" y="10380"/>
                  </a:cubicBezTo>
                  <a:cubicBezTo>
                    <a:pt x="11879" y="10340"/>
                    <a:pt x="11830" y="10275"/>
                    <a:pt x="11790" y="10210"/>
                  </a:cubicBezTo>
                  <a:cubicBezTo>
                    <a:pt x="11727" y="10085"/>
                    <a:pt x="11716" y="10020"/>
                    <a:pt x="11752" y="10020"/>
                  </a:cubicBezTo>
                  <a:cubicBezTo>
                    <a:pt x="11767" y="10020"/>
                    <a:pt x="11791" y="10032"/>
                    <a:pt x="11822" y="10056"/>
                  </a:cubicBezTo>
                  <a:cubicBezTo>
                    <a:pt x="11834" y="10064"/>
                    <a:pt x="11845" y="10068"/>
                    <a:pt x="11854" y="10068"/>
                  </a:cubicBezTo>
                  <a:cubicBezTo>
                    <a:pt x="11924" y="10068"/>
                    <a:pt x="11907" y="9844"/>
                    <a:pt x="11814" y="9772"/>
                  </a:cubicBezTo>
                  <a:cubicBezTo>
                    <a:pt x="11735" y="9717"/>
                    <a:pt x="11715" y="9704"/>
                    <a:pt x="11738" y="9704"/>
                  </a:cubicBezTo>
                  <a:cubicBezTo>
                    <a:pt x="11745" y="9704"/>
                    <a:pt x="11757" y="9705"/>
                    <a:pt x="11773" y="9707"/>
                  </a:cubicBezTo>
                  <a:cubicBezTo>
                    <a:pt x="11779" y="9711"/>
                    <a:pt x="11785" y="9712"/>
                    <a:pt x="11790" y="9712"/>
                  </a:cubicBezTo>
                  <a:cubicBezTo>
                    <a:pt x="11811" y="9712"/>
                    <a:pt x="11832" y="9692"/>
                    <a:pt x="11838" y="9667"/>
                  </a:cubicBezTo>
                  <a:cubicBezTo>
                    <a:pt x="11853" y="9624"/>
                    <a:pt x="11861" y="9575"/>
                    <a:pt x="11901" y="9575"/>
                  </a:cubicBezTo>
                  <a:cubicBezTo>
                    <a:pt x="11907" y="9575"/>
                    <a:pt x="11913" y="9576"/>
                    <a:pt x="11919" y="9577"/>
                  </a:cubicBezTo>
                  <a:cubicBezTo>
                    <a:pt x="11928" y="9521"/>
                    <a:pt x="11919" y="9464"/>
                    <a:pt x="11895" y="9407"/>
                  </a:cubicBezTo>
                  <a:cubicBezTo>
                    <a:pt x="11814" y="9294"/>
                    <a:pt x="11879" y="9123"/>
                    <a:pt x="12025" y="9099"/>
                  </a:cubicBezTo>
                  <a:lnTo>
                    <a:pt x="11984" y="8986"/>
                  </a:lnTo>
                  <a:cubicBezTo>
                    <a:pt x="11894" y="8916"/>
                    <a:pt x="11846" y="8859"/>
                    <a:pt x="11909" y="8859"/>
                  </a:cubicBezTo>
                  <a:cubicBezTo>
                    <a:pt x="11920" y="8859"/>
                    <a:pt x="11934" y="8860"/>
                    <a:pt x="11952" y="8864"/>
                  </a:cubicBezTo>
                  <a:lnTo>
                    <a:pt x="12009" y="8880"/>
                  </a:lnTo>
                  <a:cubicBezTo>
                    <a:pt x="11909" y="8804"/>
                    <a:pt x="11990" y="8627"/>
                    <a:pt x="12101" y="8627"/>
                  </a:cubicBezTo>
                  <a:cubicBezTo>
                    <a:pt x="12108" y="8627"/>
                    <a:pt x="12115" y="8627"/>
                    <a:pt x="12122" y="8629"/>
                  </a:cubicBezTo>
                  <a:cubicBezTo>
                    <a:pt x="12139" y="8631"/>
                    <a:pt x="12150" y="8633"/>
                    <a:pt x="12159" y="8633"/>
                  </a:cubicBezTo>
                  <a:cubicBezTo>
                    <a:pt x="12180" y="8633"/>
                    <a:pt x="12181" y="8623"/>
                    <a:pt x="12187" y="8588"/>
                  </a:cubicBezTo>
                  <a:lnTo>
                    <a:pt x="12130" y="8572"/>
                  </a:lnTo>
                  <a:cubicBezTo>
                    <a:pt x="12073" y="8564"/>
                    <a:pt x="12017" y="8548"/>
                    <a:pt x="12025" y="8499"/>
                  </a:cubicBezTo>
                  <a:cubicBezTo>
                    <a:pt x="12040" y="8447"/>
                    <a:pt x="12048" y="8401"/>
                    <a:pt x="12094" y="8401"/>
                  </a:cubicBezTo>
                  <a:cubicBezTo>
                    <a:pt x="12098" y="8401"/>
                    <a:pt x="12102" y="8401"/>
                    <a:pt x="12106" y="8402"/>
                  </a:cubicBezTo>
                  <a:cubicBezTo>
                    <a:pt x="12179" y="8361"/>
                    <a:pt x="12244" y="8321"/>
                    <a:pt x="12187" y="8313"/>
                  </a:cubicBezTo>
                  <a:cubicBezTo>
                    <a:pt x="12203" y="8272"/>
                    <a:pt x="12227" y="8240"/>
                    <a:pt x="12268" y="8215"/>
                  </a:cubicBezTo>
                  <a:lnTo>
                    <a:pt x="12317" y="8005"/>
                  </a:lnTo>
                  <a:cubicBezTo>
                    <a:pt x="12271" y="7944"/>
                    <a:pt x="12289" y="7849"/>
                    <a:pt x="12338" y="7849"/>
                  </a:cubicBezTo>
                  <a:cubicBezTo>
                    <a:pt x="12341" y="7849"/>
                    <a:pt x="12345" y="7849"/>
                    <a:pt x="12349" y="7851"/>
                  </a:cubicBezTo>
                  <a:cubicBezTo>
                    <a:pt x="12357" y="7794"/>
                    <a:pt x="12349" y="7729"/>
                    <a:pt x="12325" y="7680"/>
                  </a:cubicBezTo>
                  <a:cubicBezTo>
                    <a:pt x="12346" y="7587"/>
                    <a:pt x="12355" y="7532"/>
                    <a:pt x="12396" y="7532"/>
                  </a:cubicBezTo>
                  <a:cubicBezTo>
                    <a:pt x="12402" y="7532"/>
                    <a:pt x="12408" y="7533"/>
                    <a:pt x="12414" y="7534"/>
                  </a:cubicBezTo>
                  <a:cubicBezTo>
                    <a:pt x="12429" y="7536"/>
                    <a:pt x="12440" y="7538"/>
                    <a:pt x="12447" y="7538"/>
                  </a:cubicBezTo>
                  <a:cubicBezTo>
                    <a:pt x="12467" y="7538"/>
                    <a:pt x="12458" y="7526"/>
                    <a:pt x="12422" y="7478"/>
                  </a:cubicBezTo>
                  <a:cubicBezTo>
                    <a:pt x="12365" y="7469"/>
                    <a:pt x="12382" y="7413"/>
                    <a:pt x="12390" y="7364"/>
                  </a:cubicBezTo>
                  <a:cubicBezTo>
                    <a:pt x="12398" y="7307"/>
                    <a:pt x="12414" y="7259"/>
                    <a:pt x="12414" y="7259"/>
                  </a:cubicBezTo>
                  <a:cubicBezTo>
                    <a:pt x="12357" y="7242"/>
                    <a:pt x="12357" y="7242"/>
                    <a:pt x="12365" y="7194"/>
                  </a:cubicBezTo>
                  <a:cubicBezTo>
                    <a:pt x="12373" y="7137"/>
                    <a:pt x="12471" y="6991"/>
                    <a:pt x="12479" y="6942"/>
                  </a:cubicBezTo>
                  <a:cubicBezTo>
                    <a:pt x="12500" y="6834"/>
                    <a:pt x="12508" y="6798"/>
                    <a:pt x="12491" y="6798"/>
                  </a:cubicBezTo>
                  <a:cubicBezTo>
                    <a:pt x="12482" y="6798"/>
                    <a:pt x="12468" y="6807"/>
                    <a:pt x="12446" y="6821"/>
                  </a:cubicBezTo>
                  <a:cubicBezTo>
                    <a:pt x="12440" y="6842"/>
                    <a:pt x="12428" y="6854"/>
                    <a:pt x="12420" y="6854"/>
                  </a:cubicBezTo>
                  <a:cubicBezTo>
                    <a:pt x="12407" y="6854"/>
                    <a:pt x="12404" y="6824"/>
                    <a:pt x="12455" y="6764"/>
                  </a:cubicBezTo>
                  <a:cubicBezTo>
                    <a:pt x="12511" y="6651"/>
                    <a:pt x="12552" y="6529"/>
                    <a:pt x="12592" y="6407"/>
                  </a:cubicBezTo>
                  <a:cubicBezTo>
                    <a:pt x="12633" y="6180"/>
                    <a:pt x="12633" y="6164"/>
                    <a:pt x="12576" y="6164"/>
                  </a:cubicBezTo>
                  <a:cubicBezTo>
                    <a:pt x="12547" y="6173"/>
                    <a:pt x="12525" y="6177"/>
                    <a:pt x="12510" y="6177"/>
                  </a:cubicBezTo>
                  <a:cubicBezTo>
                    <a:pt x="12456" y="6177"/>
                    <a:pt x="12483" y="6131"/>
                    <a:pt x="12584" y="6099"/>
                  </a:cubicBezTo>
                  <a:cubicBezTo>
                    <a:pt x="12722" y="5994"/>
                    <a:pt x="12730" y="5929"/>
                    <a:pt x="12673" y="5921"/>
                  </a:cubicBezTo>
                  <a:cubicBezTo>
                    <a:pt x="12625" y="5856"/>
                    <a:pt x="12625" y="5856"/>
                    <a:pt x="12633" y="5791"/>
                  </a:cubicBezTo>
                  <a:lnTo>
                    <a:pt x="12633" y="5791"/>
                  </a:lnTo>
                  <a:cubicBezTo>
                    <a:pt x="12636" y="5792"/>
                    <a:pt x="12639" y="5792"/>
                    <a:pt x="12642" y="5792"/>
                  </a:cubicBezTo>
                  <a:cubicBezTo>
                    <a:pt x="12689" y="5792"/>
                    <a:pt x="12687" y="5727"/>
                    <a:pt x="12641" y="5605"/>
                  </a:cubicBezTo>
                  <a:cubicBezTo>
                    <a:pt x="12641" y="5557"/>
                    <a:pt x="12641" y="5544"/>
                    <a:pt x="12667" y="5544"/>
                  </a:cubicBezTo>
                  <a:cubicBezTo>
                    <a:pt x="12676" y="5544"/>
                    <a:pt x="12689" y="5546"/>
                    <a:pt x="12706" y="5548"/>
                  </a:cubicBezTo>
                  <a:lnTo>
                    <a:pt x="12714" y="5418"/>
                  </a:lnTo>
                  <a:cubicBezTo>
                    <a:pt x="12609" y="5289"/>
                    <a:pt x="12633" y="4916"/>
                    <a:pt x="12698" y="4851"/>
                  </a:cubicBezTo>
                  <a:cubicBezTo>
                    <a:pt x="12690" y="4802"/>
                    <a:pt x="12665" y="4753"/>
                    <a:pt x="12625" y="4729"/>
                  </a:cubicBezTo>
                  <a:cubicBezTo>
                    <a:pt x="12503" y="4680"/>
                    <a:pt x="12495" y="4624"/>
                    <a:pt x="12609" y="4607"/>
                  </a:cubicBezTo>
                  <a:cubicBezTo>
                    <a:pt x="12730" y="4591"/>
                    <a:pt x="12730" y="4591"/>
                    <a:pt x="12600" y="4543"/>
                  </a:cubicBezTo>
                  <a:cubicBezTo>
                    <a:pt x="12539" y="4489"/>
                    <a:pt x="12492" y="4216"/>
                    <a:pt x="12591" y="4216"/>
                  </a:cubicBezTo>
                  <a:cubicBezTo>
                    <a:pt x="12597" y="4216"/>
                    <a:pt x="12602" y="4217"/>
                    <a:pt x="12609" y="4218"/>
                  </a:cubicBezTo>
                  <a:lnTo>
                    <a:pt x="12730" y="4194"/>
                  </a:lnTo>
                  <a:cubicBezTo>
                    <a:pt x="12690" y="4170"/>
                    <a:pt x="12657" y="4129"/>
                    <a:pt x="12641" y="4089"/>
                  </a:cubicBezTo>
                  <a:cubicBezTo>
                    <a:pt x="12638" y="4089"/>
                    <a:pt x="12634" y="4089"/>
                    <a:pt x="12631" y="4089"/>
                  </a:cubicBezTo>
                  <a:cubicBezTo>
                    <a:pt x="12582" y="4089"/>
                    <a:pt x="12565" y="4029"/>
                    <a:pt x="12519" y="3853"/>
                  </a:cubicBezTo>
                  <a:cubicBezTo>
                    <a:pt x="12495" y="3724"/>
                    <a:pt x="12341" y="3513"/>
                    <a:pt x="12309" y="3391"/>
                  </a:cubicBezTo>
                  <a:cubicBezTo>
                    <a:pt x="12268" y="3270"/>
                    <a:pt x="12179" y="3108"/>
                    <a:pt x="12211" y="3018"/>
                  </a:cubicBezTo>
                  <a:cubicBezTo>
                    <a:pt x="12179" y="2937"/>
                    <a:pt x="12122" y="2872"/>
                    <a:pt x="12049" y="2816"/>
                  </a:cubicBezTo>
                  <a:cubicBezTo>
                    <a:pt x="11968" y="2791"/>
                    <a:pt x="11903" y="2686"/>
                    <a:pt x="11952" y="2653"/>
                  </a:cubicBezTo>
                  <a:lnTo>
                    <a:pt x="11919" y="2605"/>
                  </a:lnTo>
                  <a:cubicBezTo>
                    <a:pt x="11863" y="2572"/>
                    <a:pt x="11814" y="2524"/>
                    <a:pt x="11773" y="2475"/>
                  </a:cubicBezTo>
                  <a:cubicBezTo>
                    <a:pt x="11830" y="2443"/>
                    <a:pt x="11846" y="2354"/>
                    <a:pt x="11757" y="2337"/>
                  </a:cubicBezTo>
                  <a:cubicBezTo>
                    <a:pt x="11747" y="2344"/>
                    <a:pt x="11738" y="2347"/>
                    <a:pt x="11728" y="2347"/>
                  </a:cubicBezTo>
                  <a:cubicBezTo>
                    <a:pt x="11690" y="2347"/>
                    <a:pt x="11653" y="2299"/>
                    <a:pt x="11595" y="2216"/>
                  </a:cubicBezTo>
                  <a:cubicBezTo>
                    <a:pt x="11587" y="2151"/>
                    <a:pt x="11279" y="1689"/>
                    <a:pt x="10865" y="1348"/>
                  </a:cubicBezTo>
                  <a:cubicBezTo>
                    <a:pt x="10491" y="1012"/>
                    <a:pt x="10060" y="770"/>
                    <a:pt x="10004" y="770"/>
                  </a:cubicBezTo>
                  <a:cubicBezTo>
                    <a:pt x="10000" y="770"/>
                    <a:pt x="9998" y="771"/>
                    <a:pt x="9998" y="773"/>
                  </a:cubicBezTo>
                  <a:cubicBezTo>
                    <a:pt x="9941" y="732"/>
                    <a:pt x="9884" y="708"/>
                    <a:pt x="9828" y="683"/>
                  </a:cubicBezTo>
                  <a:lnTo>
                    <a:pt x="9665" y="594"/>
                  </a:lnTo>
                  <a:cubicBezTo>
                    <a:pt x="9714" y="489"/>
                    <a:pt x="9406" y="400"/>
                    <a:pt x="9203" y="400"/>
                  </a:cubicBezTo>
                  <a:cubicBezTo>
                    <a:pt x="9173" y="411"/>
                    <a:pt x="9143" y="417"/>
                    <a:pt x="9113" y="417"/>
                  </a:cubicBezTo>
                  <a:cubicBezTo>
                    <a:pt x="9078" y="417"/>
                    <a:pt x="9043" y="409"/>
                    <a:pt x="9009" y="391"/>
                  </a:cubicBezTo>
                  <a:cubicBezTo>
                    <a:pt x="9042" y="299"/>
                    <a:pt x="8925" y="245"/>
                    <a:pt x="8806" y="245"/>
                  </a:cubicBezTo>
                  <a:cubicBezTo>
                    <a:pt x="8779" y="245"/>
                    <a:pt x="8751" y="248"/>
                    <a:pt x="8725" y="254"/>
                  </a:cubicBezTo>
                  <a:cubicBezTo>
                    <a:pt x="8685" y="297"/>
                    <a:pt x="8652" y="317"/>
                    <a:pt x="8631" y="317"/>
                  </a:cubicBezTo>
                  <a:cubicBezTo>
                    <a:pt x="8603" y="317"/>
                    <a:pt x="8593" y="284"/>
                    <a:pt x="8611" y="221"/>
                  </a:cubicBezTo>
                  <a:cubicBezTo>
                    <a:pt x="8625" y="160"/>
                    <a:pt x="8595" y="117"/>
                    <a:pt x="8539" y="117"/>
                  </a:cubicBezTo>
                  <a:cubicBezTo>
                    <a:pt x="8492" y="117"/>
                    <a:pt x="8426" y="147"/>
                    <a:pt x="8352" y="221"/>
                  </a:cubicBezTo>
                  <a:cubicBezTo>
                    <a:pt x="8318" y="244"/>
                    <a:pt x="8300" y="256"/>
                    <a:pt x="8285" y="256"/>
                  </a:cubicBezTo>
                  <a:cubicBezTo>
                    <a:pt x="8269" y="256"/>
                    <a:pt x="8256" y="240"/>
                    <a:pt x="8230" y="205"/>
                  </a:cubicBezTo>
                  <a:cubicBezTo>
                    <a:pt x="8205" y="124"/>
                    <a:pt x="8170" y="90"/>
                    <a:pt x="8146" y="90"/>
                  </a:cubicBezTo>
                  <a:cubicBezTo>
                    <a:pt x="8131" y="90"/>
                    <a:pt x="8120" y="103"/>
                    <a:pt x="8117" y="124"/>
                  </a:cubicBezTo>
                  <a:cubicBezTo>
                    <a:pt x="8079" y="177"/>
                    <a:pt x="8046" y="203"/>
                    <a:pt x="8018" y="203"/>
                  </a:cubicBezTo>
                  <a:cubicBezTo>
                    <a:pt x="7985" y="203"/>
                    <a:pt x="7956" y="169"/>
                    <a:pt x="7930" y="100"/>
                  </a:cubicBezTo>
                  <a:cubicBezTo>
                    <a:pt x="7872" y="33"/>
                    <a:pt x="7843" y="0"/>
                    <a:pt x="7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2"/>
            <p:cNvSpPr/>
            <p:nvPr/>
          </p:nvSpPr>
          <p:spPr>
            <a:xfrm>
              <a:off x="4670470" y="1214546"/>
              <a:ext cx="772895" cy="305069"/>
            </a:xfrm>
            <a:custGeom>
              <a:avLst/>
              <a:gdLst/>
              <a:ahLst/>
              <a:cxnLst/>
              <a:rect l="l" t="t" r="r" b="b"/>
              <a:pathLst>
                <a:path w="44838" h="17698" extrusionOk="0">
                  <a:moveTo>
                    <a:pt x="32313" y="734"/>
                  </a:moveTo>
                  <a:cubicBezTo>
                    <a:pt x="32384" y="734"/>
                    <a:pt x="32392" y="815"/>
                    <a:pt x="32392" y="815"/>
                  </a:cubicBezTo>
                  <a:cubicBezTo>
                    <a:pt x="32392" y="815"/>
                    <a:pt x="32408" y="904"/>
                    <a:pt x="32327" y="913"/>
                  </a:cubicBezTo>
                  <a:cubicBezTo>
                    <a:pt x="32278" y="872"/>
                    <a:pt x="32238" y="815"/>
                    <a:pt x="32221" y="750"/>
                  </a:cubicBezTo>
                  <a:lnTo>
                    <a:pt x="32302" y="734"/>
                  </a:lnTo>
                  <a:cubicBezTo>
                    <a:pt x="32306" y="734"/>
                    <a:pt x="32309" y="734"/>
                    <a:pt x="32313" y="734"/>
                  </a:cubicBezTo>
                  <a:close/>
                  <a:moveTo>
                    <a:pt x="31591" y="1053"/>
                  </a:moveTo>
                  <a:cubicBezTo>
                    <a:pt x="31616" y="1053"/>
                    <a:pt x="31622" y="1073"/>
                    <a:pt x="31638" y="1131"/>
                  </a:cubicBezTo>
                  <a:lnTo>
                    <a:pt x="31557" y="1156"/>
                  </a:lnTo>
                  <a:lnTo>
                    <a:pt x="31459" y="1083"/>
                  </a:lnTo>
                  <a:lnTo>
                    <a:pt x="31532" y="1067"/>
                  </a:lnTo>
                  <a:cubicBezTo>
                    <a:pt x="31560" y="1058"/>
                    <a:pt x="31578" y="1053"/>
                    <a:pt x="31591" y="1053"/>
                  </a:cubicBezTo>
                  <a:close/>
                  <a:moveTo>
                    <a:pt x="35578" y="1027"/>
                  </a:moveTo>
                  <a:cubicBezTo>
                    <a:pt x="35595" y="1027"/>
                    <a:pt x="35603" y="1038"/>
                    <a:pt x="35594" y="1067"/>
                  </a:cubicBezTo>
                  <a:cubicBezTo>
                    <a:pt x="35570" y="1131"/>
                    <a:pt x="35521" y="1180"/>
                    <a:pt x="35465" y="1221"/>
                  </a:cubicBezTo>
                  <a:cubicBezTo>
                    <a:pt x="35465" y="1221"/>
                    <a:pt x="35431" y="1240"/>
                    <a:pt x="35409" y="1240"/>
                  </a:cubicBezTo>
                  <a:cubicBezTo>
                    <a:pt x="35392" y="1240"/>
                    <a:pt x="35381" y="1230"/>
                    <a:pt x="35392" y="1196"/>
                  </a:cubicBezTo>
                  <a:lnTo>
                    <a:pt x="35416" y="1107"/>
                  </a:lnTo>
                  <a:cubicBezTo>
                    <a:pt x="35479" y="1065"/>
                    <a:pt x="35545" y="1027"/>
                    <a:pt x="35578" y="1027"/>
                  </a:cubicBezTo>
                  <a:close/>
                  <a:moveTo>
                    <a:pt x="31394" y="1243"/>
                  </a:moveTo>
                  <a:cubicBezTo>
                    <a:pt x="31386" y="1243"/>
                    <a:pt x="31371" y="1256"/>
                    <a:pt x="31354" y="1294"/>
                  </a:cubicBezTo>
                  <a:cubicBezTo>
                    <a:pt x="31401" y="1283"/>
                    <a:pt x="31407" y="1243"/>
                    <a:pt x="31394" y="1243"/>
                  </a:cubicBezTo>
                  <a:close/>
                  <a:moveTo>
                    <a:pt x="30821" y="1288"/>
                  </a:moveTo>
                  <a:cubicBezTo>
                    <a:pt x="30847" y="1288"/>
                    <a:pt x="30854" y="1308"/>
                    <a:pt x="30876" y="1367"/>
                  </a:cubicBezTo>
                  <a:lnTo>
                    <a:pt x="30803" y="1391"/>
                  </a:lnTo>
                  <a:lnTo>
                    <a:pt x="30689" y="1334"/>
                  </a:lnTo>
                  <a:cubicBezTo>
                    <a:pt x="30713" y="1326"/>
                    <a:pt x="30738" y="1310"/>
                    <a:pt x="30762" y="1302"/>
                  </a:cubicBezTo>
                  <a:cubicBezTo>
                    <a:pt x="30790" y="1293"/>
                    <a:pt x="30808" y="1288"/>
                    <a:pt x="30821" y="1288"/>
                  </a:cubicBezTo>
                  <a:close/>
                  <a:moveTo>
                    <a:pt x="29424" y="1261"/>
                  </a:moveTo>
                  <a:cubicBezTo>
                    <a:pt x="29473" y="1342"/>
                    <a:pt x="29522" y="1415"/>
                    <a:pt x="29449" y="1464"/>
                  </a:cubicBezTo>
                  <a:lnTo>
                    <a:pt x="29327" y="1431"/>
                  </a:lnTo>
                  <a:lnTo>
                    <a:pt x="29351" y="1310"/>
                  </a:lnTo>
                  <a:lnTo>
                    <a:pt x="29424" y="1261"/>
                  </a:lnTo>
                  <a:close/>
                  <a:moveTo>
                    <a:pt x="30269" y="1452"/>
                  </a:moveTo>
                  <a:cubicBezTo>
                    <a:pt x="30290" y="1452"/>
                    <a:pt x="30309" y="1466"/>
                    <a:pt x="30324" y="1496"/>
                  </a:cubicBezTo>
                  <a:cubicBezTo>
                    <a:pt x="30365" y="1585"/>
                    <a:pt x="30365" y="1577"/>
                    <a:pt x="30292" y="1618"/>
                  </a:cubicBezTo>
                  <a:cubicBezTo>
                    <a:pt x="30232" y="1650"/>
                    <a:pt x="30196" y="1668"/>
                    <a:pt x="30178" y="1668"/>
                  </a:cubicBezTo>
                  <a:cubicBezTo>
                    <a:pt x="30155" y="1668"/>
                    <a:pt x="30160" y="1638"/>
                    <a:pt x="30178" y="1569"/>
                  </a:cubicBezTo>
                  <a:cubicBezTo>
                    <a:pt x="30199" y="1493"/>
                    <a:pt x="30235" y="1452"/>
                    <a:pt x="30269" y="1452"/>
                  </a:cubicBezTo>
                  <a:close/>
                  <a:moveTo>
                    <a:pt x="30702" y="1760"/>
                  </a:moveTo>
                  <a:lnTo>
                    <a:pt x="30702" y="1760"/>
                  </a:lnTo>
                  <a:cubicBezTo>
                    <a:pt x="30706" y="1779"/>
                    <a:pt x="30713" y="1799"/>
                    <a:pt x="30721" y="1821"/>
                  </a:cubicBezTo>
                  <a:cubicBezTo>
                    <a:pt x="30732" y="1825"/>
                    <a:pt x="30740" y="1830"/>
                    <a:pt x="30747" y="1834"/>
                  </a:cubicBezTo>
                  <a:lnTo>
                    <a:pt x="30747" y="1834"/>
                  </a:lnTo>
                  <a:cubicBezTo>
                    <a:pt x="30735" y="1818"/>
                    <a:pt x="30719" y="1795"/>
                    <a:pt x="30702" y="1760"/>
                  </a:cubicBezTo>
                  <a:close/>
                  <a:moveTo>
                    <a:pt x="30747" y="1834"/>
                  </a:moveTo>
                  <a:cubicBezTo>
                    <a:pt x="30762" y="1852"/>
                    <a:pt x="30773" y="1860"/>
                    <a:pt x="30776" y="1860"/>
                  </a:cubicBezTo>
                  <a:cubicBezTo>
                    <a:pt x="30780" y="1860"/>
                    <a:pt x="30772" y="1849"/>
                    <a:pt x="30747" y="1834"/>
                  </a:cubicBezTo>
                  <a:close/>
                  <a:moveTo>
                    <a:pt x="38142" y="1877"/>
                  </a:moveTo>
                  <a:cubicBezTo>
                    <a:pt x="38147" y="1877"/>
                    <a:pt x="38152" y="1877"/>
                    <a:pt x="38156" y="1877"/>
                  </a:cubicBezTo>
                  <a:cubicBezTo>
                    <a:pt x="38229" y="1918"/>
                    <a:pt x="38229" y="1918"/>
                    <a:pt x="38181" y="1999"/>
                  </a:cubicBezTo>
                  <a:cubicBezTo>
                    <a:pt x="38146" y="2050"/>
                    <a:pt x="38084" y="2081"/>
                    <a:pt x="38022" y="2081"/>
                  </a:cubicBezTo>
                  <a:cubicBezTo>
                    <a:pt x="37996" y="2081"/>
                    <a:pt x="37970" y="2076"/>
                    <a:pt x="37945" y="2064"/>
                  </a:cubicBezTo>
                  <a:cubicBezTo>
                    <a:pt x="37882" y="2024"/>
                    <a:pt x="37965" y="1877"/>
                    <a:pt x="38142" y="1877"/>
                  </a:cubicBezTo>
                  <a:close/>
                  <a:moveTo>
                    <a:pt x="28625" y="1948"/>
                  </a:moveTo>
                  <a:cubicBezTo>
                    <a:pt x="28642" y="1948"/>
                    <a:pt x="28656" y="1964"/>
                    <a:pt x="28686" y="1999"/>
                  </a:cubicBezTo>
                  <a:cubicBezTo>
                    <a:pt x="28719" y="2040"/>
                    <a:pt x="28711" y="2096"/>
                    <a:pt x="28678" y="2129"/>
                  </a:cubicBezTo>
                  <a:lnTo>
                    <a:pt x="28557" y="2112"/>
                  </a:lnTo>
                  <a:cubicBezTo>
                    <a:pt x="28516" y="2072"/>
                    <a:pt x="28524" y="2015"/>
                    <a:pt x="28565" y="1983"/>
                  </a:cubicBezTo>
                  <a:cubicBezTo>
                    <a:pt x="28595" y="1960"/>
                    <a:pt x="28611" y="1948"/>
                    <a:pt x="28625" y="1948"/>
                  </a:cubicBezTo>
                  <a:close/>
                  <a:moveTo>
                    <a:pt x="26155" y="4820"/>
                  </a:moveTo>
                  <a:lnTo>
                    <a:pt x="26155" y="4820"/>
                  </a:lnTo>
                  <a:cubicBezTo>
                    <a:pt x="26155" y="4820"/>
                    <a:pt x="26170" y="4829"/>
                    <a:pt x="26193" y="4842"/>
                  </a:cubicBezTo>
                  <a:lnTo>
                    <a:pt x="26193" y="4842"/>
                  </a:lnTo>
                  <a:cubicBezTo>
                    <a:pt x="26192" y="4840"/>
                    <a:pt x="26190" y="4838"/>
                    <a:pt x="26189" y="4837"/>
                  </a:cubicBezTo>
                  <a:cubicBezTo>
                    <a:pt x="26166" y="4825"/>
                    <a:pt x="26156" y="4820"/>
                    <a:pt x="26155" y="4820"/>
                  </a:cubicBezTo>
                  <a:close/>
                  <a:moveTo>
                    <a:pt x="5416" y="6740"/>
                  </a:moveTo>
                  <a:cubicBezTo>
                    <a:pt x="5425" y="6740"/>
                    <a:pt x="5434" y="6740"/>
                    <a:pt x="5441" y="6742"/>
                  </a:cubicBezTo>
                  <a:cubicBezTo>
                    <a:pt x="5523" y="6758"/>
                    <a:pt x="5506" y="6847"/>
                    <a:pt x="5336" y="6912"/>
                  </a:cubicBezTo>
                  <a:lnTo>
                    <a:pt x="5182" y="6888"/>
                  </a:lnTo>
                  <a:cubicBezTo>
                    <a:pt x="5189" y="6807"/>
                    <a:pt x="5330" y="6740"/>
                    <a:pt x="5416" y="6740"/>
                  </a:cubicBezTo>
                  <a:close/>
                  <a:moveTo>
                    <a:pt x="5733" y="6955"/>
                  </a:moveTo>
                  <a:cubicBezTo>
                    <a:pt x="5673" y="6955"/>
                    <a:pt x="5630" y="7004"/>
                    <a:pt x="5620" y="7058"/>
                  </a:cubicBezTo>
                  <a:cubicBezTo>
                    <a:pt x="5604" y="7147"/>
                    <a:pt x="5677" y="7164"/>
                    <a:pt x="5823" y="7196"/>
                  </a:cubicBezTo>
                  <a:cubicBezTo>
                    <a:pt x="5832" y="7197"/>
                    <a:pt x="5842" y="7198"/>
                    <a:pt x="5852" y="7198"/>
                  </a:cubicBezTo>
                  <a:cubicBezTo>
                    <a:pt x="5899" y="7198"/>
                    <a:pt x="5944" y="7182"/>
                    <a:pt x="5985" y="7155"/>
                  </a:cubicBezTo>
                  <a:cubicBezTo>
                    <a:pt x="6017" y="7066"/>
                    <a:pt x="5944" y="7042"/>
                    <a:pt x="5863" y="7026"/>
                  </a:cubicBezTo>
                  <a:cubicBezTo>
                    <a:pt x="5816" y="6975"/>
                    <a:pt x="5771" y="6955"/>
                    <a:pt x="5733" y="6955"/>
                  </a:cubicBezTo>
                  <a:close/>
                  <a:moveTo>
                    <a:pt x="25387" y="7755"/>
                  </a:moveTo>
                  <a:cubicBezTo>
                    <a:pt x="25476" y="7788"/>
                    <a:pt x="25557" y="7820"/>
                    <a:pt x="25532" y="7893"/>
                  </a:cubicBezTo>
                  <a:lnTo>
                    <a:pt x="25500" y="7966"/>
                  </a:lnTo>
                  <a:cubicBezTo>
                    <a:pt x="25443" y="7934"/>
                    <a:pt x="25395" y="7885"/>
                    <a:pt x="25362" y="7828"/>
                  </a:cubicBezTo>
                  <a:lnTo>
                    <a:pt x="25387" y="7755"/>
                  </a:lnTo>
                  <a:close/>
                  <a:moveTo>
                    <a:pt x="930" y="7845"/>
                  </a:moveTo>
                  <a:cubicBezTo>
                    <a:pt x="912" y="7845"/>
                    <a:pt x="896" y="7865"/>
                    <a:pt x="861" y="7910"/>
                  </a:cubicBezTo>
                  <a:lnTo>
                    <a:pt x="804" y="7991"/>
                  </a:lnTo>
                  <a:lnTo>
                    <a:pt x="934" y="7966"/>
                  </a:lnTo>
                  <a:lnTo>
                    <a:pt x="990" y="7885"/>
                  </a:lnTo>
                  <a:cubicBezTo>
                    <a:pt x="961" y="7859"/>
                    <a:pt x="945" y="7845"/>
                    <a:pt x="930" y="7845"/>
                  </a:cubicBezTo>
                  <a:close/>
                  <a:moveTo>
                    <a:pt x="8919" y="8132"/>
                  </a:moveTo>
                  <a:cubicBezTo>
                    <a:pt x="8960" y="8132"/>
                    <a:pt x="9003" y="8171"/>
                    <a:pt x="9041" y="8209"/>
                  </a:cubicBezTo>
                  <a:lnTo>
                    <a:pt x="8976" y="8274"/>
                  </a:lnTo>
                  <a:lnTo>
                    <a:pt x="8855" y="8282"/>
                  </a:lnTo>
                  <a:lnTo>
                    <a:pt x="8863" y="8161"/>
                  </a:lnTo>
                  <a:cubicBezTo>
                    <a:pt x="8881" y="8140"/>
                    <a:pt x="8900" y="8132"/>
                    <a:pt x="8919" y="8132"/>
                  </a:cubicBezTo>
                  <a:close/>
                  <a:moveTo>
                    <a:pt x="1204" y="8283"/>
                  </a:moveTo>
                  <a:cubicBezTo>
                    <a:pt x="1218" y="8283"/>
                    <a:pt x="1233" y="8288"/>
                    <a:pt x="1250" y="8299"/>
                  </a:cubicBezTo>
                  <a:cubicBezTo>
                    <a:pt x="1250" y="8299"/>
                    <a:pt x="1250" y="8299"/>
                    <a:pt x="1201" y="8372"/>
                  </a:cubicBezTo>
                  <a:cubicBezTo>
                    <a:pt x="1189" y="8364"/>
                    <a:pt x="1180" y="8361"/>
                    <a:pt x="1174" y="8361"/>
                  </a:cubicBezTo>
                  <a:cubicBezTo>
                    <a:pt x="1145" y="8361"/>
                    <a:pt x="1171" y="8426"/>
                    <a:pt x="1244" y="8426"/>
                  </a:cubicBezTo>
                  <a:cubicBezTo>
                    <a:pt x="1256" y="8426"/>
                    <a:pt x="1268" y="8424"/>
                    <a:pt x="1282" y="8420"/>
                  </a:cubicBezTo>
                  <a:lnTo>
                    <a:pt x="1428" y="8526"/>
                  </a:lnTo>
                  <a:cubicBezTo>
                    <a:pt x="1392" y="8573"/>
                    <a:pt x="1338" y="8596"/>
                    <a:pt x="1283" y="8596"/>
                  </a:cubicBezTo>
                  <a:cubicBezTo>
                    <a:pt x="1253" y="8596"/>
                    <a:pt x="1222" y="8589"/>
                    <a:pt x="1193" y="8574"/>
                  </a:cubicBezTo>
                  <a:cubicBezTo>
                    <a:pt x="990" y="8550"/>
                    <a:pt x="990" y="8558"/>
                    <a:pt x="1079" y="8404"/>
                  </a:cubicBezTo>
                  <a:cubicBezTo>
                    <a:pt x="1117" y="8341"/>
                    <a:pt x="1155" y="8283"/>
                    <a:pt x="1204" y="8283"/>
                  </a:cubicBezTo>
                  <a:close/>
                  <a:moveTo>
                    <a:pt x="9199" y="8583"/>
                  </a:moveTo>
                  <a:cubicBezTo>
                    <a:pt x="9239" y="8583"/>
                    <a:pt x="9207" y="8615"/>
                    <a:pt x="9130" y="8688"/>
                  </a:cubicBezTo>
                  <a:cubicBezTo>
                    <a:pt x="9078" y="8751"/>
                    <a:pt x="9002" y="8786"/>
                    <a:pt x="8924" y="8786"/>
                  </a:cubicBezTo>
                  <a:cubicBezTo>
                    <a:pt x="8892" y="8786"/>
                    <a:pt x="8861" y="8781"/>
                    <a:pt x="8831" y="8769"/>
                  </a:cubicBezTo>
                  <a:cubicBezTo>
                    <a:pt x="8774" y="8712"/>
                    <a:pt x="8725" y="8655"/>
                    <a:pt x="8725" y="8655"/>
                  </a:cubicBezTo>
                  <a:lnTo>
                    <a:pt x="8960" y="8639"/>
                  </a:lnTo>
                  <a:cubicBezTo>
                    <a:pt x="9093" y="8603"/>
                    <a:pt x="9168" y="8583"/>
                    <a:pt x="9199" y="8583"/>
                  </a:cubicBezTo>
                  <a:close/>
                  <a:moveTo>
                    <a:pt x="715" y="9242"/>
                  </a:moveTo>
                  <a:cubicBezTo>
                    <a:pt x="729" y="9242"/>
                    <a:pt x="749" y="9247"/>
                    <a:pt x="779" y="9255"/>
                  </a:cubicBezTo>
                  <a:cubicBezTo>
                    <a:pt x="812" y="9312"/>
                    <a:pt x="820" y="9385"/>
                    <a:pt x="812" y="9450"/>
                  </a:cubicBezTo>
                  <a:cubicBezTo>
                    <a:pt x="771" y="9474"/>
                    <a:pt x="739" y="9499"/>
                    <a:pt x="707" y="9515"/>
                  </a:cubicBezTo>
                  <a:cubicBezTo>
                    <a:pt x="617" y="9499"/>
                    <a:pt x="634" y="9401"/>
                    <a:pt x="666" y="9320"/>
                  </a:cubicBezTo>
                  <a:cubicBezTo>
                    <a:pt x="682" y="9262"/>
                    <a:pt x="687" y="9242"/>
                    <a:pt x="715" y="9242"/>
                  </a:cubicBezTo>
                  <a:close/>
                  <a:moveTo>
                    <a:pt x="10468" y="9758"/>
                  </a:moveTo>
                  <a:lnTo>
                    <a:pt x="10468" y="9758"/>
                  </a:lnTo>
                  <a:cubicBezTo>
                    <a:pt x="10630" y="9839"/>
                    <a:pt x="10630" y="9839"/>
                    <a:pt x="10436" y="9872"/>
                  </a:cubicBezTo>
                  <a:lnTo>
                    <a:pt x="10201" y="9847"/>
                  </a:lnTo>
                  <a:cubicBezTo>
                    <a:pt x="10152" y="9791"/>
                    <a:pt x="10274" y="9799"/>
                    <a:pt x="10468" y="9758"/>
                  </a:cubicBezTo>
                  <a:close/>
                  <a:moveTo>
                    <a:pt x="1947" y="9807"/>
                  </a:moveTo>
                  <a:lnTo>
                    <a:pt x="1939" y="9855"/>
                  </a:lnTo>
                  <a:cubicBezTo>
                    <a:pt x="1988" y="9896"/>
                    <a:pt x="2044" y="9928"/>
                    <a:pt x="2101" y="9945"/>
                  </a:cubicBezTo>
                  <a:lnTo>
                    <a:pt x="2117" y="9896"/>
                  </a:lnTo>
                  <a:cubicBezTo>
                    <a:pt x="2125" y="9847"/>
                    <a:pt x="2036" y="9823"/>
                    <a:pt x="1947" y="9807"/>
                  </a:cubicBezTo>
                  <a:close/>
                  <a:moveTo>
                    <a:pt x="10467" y="10477"/>
                  </a:moveTo>
                  <a:cubicBezTo>
                    <a:pt x="10483" y="10477"/>
                    <a:pt x="10500" y="10478"/>
                    <a:pt x="10517" y="10480"/>
                  </a:cubicBezTo>
                  <a:lnTo>
                    <a:pt x="10557" y="10545"/>
                  </a:lnTo>
                  <a:cubicBezTo>
                    <a:pt x="10504" y="10576"/>
                    <a:pt x="10455" y="10608"/>
                    <a:pt x="10415" y="10608"/>
                  </a:cubicBezTo>
                  <a:cubicBezTo>
                    <a:pt x="10395" y="10608"/>
                    <a:pt x="10377" y="10599"/>
                    <a:pt x="10363" y="10577"/>
                  </a:cubicBezTo>
                  <a:lnTo>
                    <a:pt x="10322" y="10512"/>
                  </a:lnTo>
                  <a:cubicBezTo>
                    <a:pt x="10366" y="10487"/>
                    <a:pt x="10414" y="10477"/>
                    <a:pt x="10467" y="10477"/>
                  </a:cubicBezTo>
                  <a:close/>
                  <a:moveTo>
                    <a:pt x="44536" y="10597"/>
                  </a:moveTo>
                  <a:cubicBezTo>
                    <a:pt x="44563" y="10597"/>
                    <a:pt x="44584" y="10607"/>
                    <a:pt x="44594" y="10634"/>
                  </a:cubicBezTo>
                  <a:cubicBezTo>
                    <a:pt x="44764" y="10681"/>
                    <a:pt x="44722" y="10732"/>
                    <a:pt x="44599" y="10732"/>
                  </a:cubicBezTo>
                  <a:cubicBezTo>
                    <a:pt x="44552" y="10732"/>
                    <a:pt x="44494" y="10725"/>
                    <a:pt x="44432" y="10707"/>
                  </a:cubicBezTo>
                  <a:cubicBezTo>
                    <a:pt x="44383" y="10709"/>
                    <a:pt x="44347" y="10710"/>
                    <a:pt x="44322" y="10710"/>
                  </a:cubicBezTo>
                  <a:cubicBezTo>
                    <a:pt x="44247" y="10710"/>
                    <a:pt x="44278" y="10697"/>
                    <a:pt x="44399" y="10642"/>
                  </a:cubicBezTo>
                  <a:cubicBezTo>
                    <a:pt x="44447" y="10618"/>
                    <a:pt x="44498" y="10597"/>
                    <a:pt x="44536" y="10597"/>
                  </a:cubicBezTo>
                  <a:close/>
                  <a:moveTo>
                    <a:pt x="24437" y="10608"/>
                  </a:moveTo>
                  <a:cubicBezTo>
                    <a:pt x="24451" y="10608"/>
                    <a:pt x="24469" y="10615"/>
                    <a:pt x="24495" y="10626"/>
                  </a:cubicBezTo>
                  <a:cubicBezTo>
                    <a:pt x="24584" y="10658"/>
                    <a:pt x="24527" y="10804"/>
                    <a:pt x="24503" y="10869"/>
                  </a:cubicBezTo>
                  <a:cubicBezTo>
                    <a:pt x="24487" y="10876"/>
                    <a:pt x="24472" y="10879"/>
                    <a:pt x="24457" y="10879"/>
                  </a:cubicBezTo>
                  <a:cubicBezTo>
                    <a:pt x="24387" y="10879"/>
                    <a:pt x="24330" y="10806"/>
                    <a:pt x="24357" y="10739"/>
                  </a:cubicBezTo>
                  <a:cubicBezTo>
                    <a:pt x="24395" y="10640"/>
                    <a:pt x="24408" y="10608"/>
                    <a:pt x="24437" y="10608"/>
                  </a:cubicBezTo>
                  <a:close/>
                  <a:moveTo>
                    <a:pt x="11660" y="10950"/>
                  </a:moveTo>
                  <a:lnTo>
                    <a:pt x="11506" y="11039"/>
                  </a:lnTo>
                  <a:lnTo>
                    <a:pt x="11579" y="10999"/>
                  </a:lnTo>
                  <a:lnTo>
                    <a:pt x="11660" y="10950"/>
                  </a:lnTo>
                  <a:close/>
                  <a:moveTo>
                    <a:pt x="10957" y="11875"/>
                  </a:moveTo>
                  <a:cubicBezTo>
                    <a:pt x="10987" y="11875"/>
                    <a:pt x="11079" y="11932"/>
                    <a:pt x="11109" y="11980"/>
                  </a:cubicBezTo>
                  <a:lnTo>
                    <a:pt x="11028" y="12028"/>
                  </a:lnTo>
                  <a:cubicBezTo>
                    <a:pt x="10987" y="11963"/>
                    <a:pt x="10874" y="11947"/>
                    <a:pt x="10955" y="11899"/>
                  </a:cubicBezTo>
                  <a:cubicBezTo>
                    <a:pt x="10944" y="11882"/>
                    <a:pt x="10947" y="11875"/>
                    <a:pt x="10957" y="11875"/>
                  </a:cubicBezTo>
                  <a:close/>
                  <a:moveTo>
                    <a:pt x="11785" y="12132"/>
                  </a:moveTo>
                  <a:cubicBezTo>
                    <a:pt x="11808" y="12132"/>
                    <a:pt x="11826" y="12142"/>
                    <a:pt x="11838" y="12166"/>
                  </a:cubicBezTo>
                  <a:cubicBezTo>
                    <a:pt x="11952" y="12182"/>
                    <a:pt x="11911" y="12296"/>
                    <a:pt x="11717" y="12320"/>
                  </a:cubicBezTo>
                  <a:lnTo>
                    <a:pt x="11644" y="12190"/>
                  </a:lnTo>
                  <a:cubicBezTo>
                    <a:pt x="11695" y="12160"/>
                    <a:pt x="11746" y="12132"/>
                    <a:pt x="11785" y="12132"/>
                  </a:cubicBezTo>
                  <a:close/>
                  <a:moveTo>
                    <a:pt x="12138" y="12677"/>
                  </a:moveTo>
                  <a:lnTo>
                    <a:pt x="12179" y="12742"/>
                  </a:lnTo>
                  <a:cubicBezTo>
                    <a:pt x="12211" y="12807"/>
                    <a:pt x="12211" y="12807"/>
                    <a:pt x="12138" y="12847"/>
                  </a:cubicBezTo>
                  <a:lnTo>
                    <a:pt x="12098" y="12782"/>
                  </a:lnTo>
                  <a:lnTo>
                    <a:pt x="12138" y="12677"/>
                  </a:lnTo>
                  <a:close/>
                  <a:moveTo>
                    <a:pt x="12787" y="13220"/>
                  </a:moveTo>
                  <a:cubicBezTo>
                    <a:pt x="12730" y="13261"/>
                    <a:pt x="12690" y="13317"/>
                    <a:pt x="12665" y="13382"/>
                  </a:cubicBezTo>
                  <a:cubicBezTo>
                    <a:pt x="12680" y="13403"/>
                    <a:pt x="12701" y="13410"/>
                    <a:pt x="12721" y="13410"/>
                  </a:cubicBezTo>
                  <a:cubicBezTo>
                    <a:pt x="12755" y="13410"/>
                    <a:pt x="12787" y="13390"/>
                    <a:pt x="12787" y="13390"/>
                  </a:cubicBezTo>
                  <a:cubicBezTo>
                    <a:pt x="12787" y="13390"/>
                    <a:pt x="12860" y="13342"/>
                    <a:pt x="12820" y="13285"/>
                  </a:cubicBezTo>
                  <a:lnTo>
                    <a:pt x="12787" y="13220"/>
                  </a:lnTo>
                  <a:close/>
                  <a:moveTo>
                    <a:pt x="13968" y="13863"/>
                  </a:moveTo>
                  <a:cubicBezTo>
                    <a:pt x="13955" y="13863"/>
                    <a:pt x="13947" y="13889"/>
                    <a:pt x="13930" y="13942"/>
                  </a:cubicBezTo>
                  <a:lnTo>
                    <a:pt x="14003" y="14047"/>
                  </a:lnTo>
                  <a:cubicBezTo>
                    <a:pt x="14076" y="13990"/>
                    <a:pt x="14076" y="13990"/>
                    <a:pt x="14036" y="13942"/>
                  </a:cubicBezTo>
                  <a:cubicBezTo>
                    <a:pt x="13999" y="13889"/>
                    <a:pt x="13981" y="13863"/>
                    <a:pt x="13968" y="13863"/>
                  </a:cubicBezTo>
                  <a:close/>
                  <a:moveTo>
                    <a:pt x="12535" y="13913"/>
                  </a:moveTo>
                  <a:cubicBezTo>
                    <a:pt x="12559" y="13913"/>
                    <a:pt x="12582" y="13923"/>
                    <a:pt x="12601" y="13942"/>
                  </a:cubicBezTo>
                  <a:cubicBezTo>
                    <a:pt x="12641" y="14007"/>
                    <a:pt x="12682" y="14063"/>
                    <a:pt x="12601" y="14120"/>
                  </a:cubicBezTo>
                  <a:cubicBezTo>
                    <a:pt x="12601" y="14120"/>
                    <a:pt x="12574" y="14138"/>
                    <a:pt x="12545" y="14138"/>
                  </a:cubicBezTo>
                  <a:cubicBezTo>
                    <a:pt x="12525" y="14138"/>
                    <a:pt x="12503" y="14130"/>
                    <a:pt x="12487" y="14104"/>
                  </a:cubicBezTo>
                  <a:cubicBezTo>
                    <a:pt x="12463" y="14047"/>
                    <a:pt x="12463" y="13990"/>
                    <a:pt x="12479" y="13934"/>
                  </a:cubicBezTo>
                  <a:cubicBezTo>
                    <a:pt x="12497" y="13919"/>
                    <a:pt x="12516" y="13913"/>
                    <a:pt x="12535" y="13913"/>
                  </a:cubicBezTo>
                  <a:close/>
                  <a:moveTo>
                    <a:pt x="13329" y="14967"/>
                  </a:moveTo>
                  <a:cubicBezTo>
                    <a:pt x="13345" y="14967"/>
                    <a:pt x="13367" y="14996"/>
                    <a:pt x="13411" y="15052"/>
                  </a:cubicBezTo>
                  <a:cubicBezTo>
                    <a:pt x="13452" y="15109"/>
                    <a:pt x="13387" y="15166"/>
                    <a:pt x="13387" y="15166"/>
                  </a:cubicBezTo>
                  <a:cubicBezTo>
                    <a:pt x="13375" y="15177"/>
                    <a:pt x="13365" y="15181"/>
                    <a:pt x="13358" y="15181"/>
                  </a:cubicBezTo>
                  <a:cubicBezTo>
                    <a:pt x="13326" y="15181"/>
                    <a:pt x="13329" y="15098"/>
                    <a:pt x="13290" y="15052"/>
                  </a:cubicBezTo>
                  <a:cubicBezTo>
                    <a:pt x="13306" y="14996"/>
                    <a:pt x="13314" y="14967"/>
                    <a:pt x="13329" y="14967"/>
                  </a:cubicBezTo>
                  <a:close/>
                  <a:moveTo>
                    <a:pt x="21941" y="15061"/>
                  </a:moveTo>
                  <a:cubicBezTo>
                    <a:pt x="22006" y="15125"/>
                    <a:pt x="22079" y="15182"/>
                    <a:pt x="22030" y="15239"/>
                  </a:cubicBezTo>
                  <a:lnTo>
                    <a:pt x="21908" y="15231"/>
                  </a:lnTo>
                  <a:lnTo>
                    <a:pt x="21892" y="15117"/>
                  </a:lnTo>
                  <a:lnTo>
                    <a:pt x="21941" y="15061"/>
                  </a:lnTo>
                  <a:close/>
                  <a:moveTo>
                    <a:pt x="20927" y="15296"/>
                  </a:moveTo>
                  <a:cubicBezTo>
                    <a:pt x="20984" y="15361"/>
                    <a:pt x="21049" y="15433"/>
                    <a:pt x="21000" y="15474"/>
                  </a:cubicBezTo>
                  <a:lnTo>
                    <a:pt x="20944" y="15515"/>
                  </a:lnTo>
                  <a:cubicBezTo>
                    <a:pt x="20911" y="15466"/>
                    <a:pt x="20887" y="15401"/>
                    <a:pt x="20879" y="15336"/>
                  </a:cubicBezTo>
                  <a:lnTo>
                    <a:pt x="20927" y="15296"/>
                  </a:lnTo>
                  <a:close/>
                  <a:moveTo>
                    <a:pt x="11664" y="15821"/>
                  </a:moveTo>
                  <a:cubicBezTo>
                    <a:pt x="11606" y="15821"/>
                    <a:pt x="11553" y="15836"/>
                    <a:pt x="11506" y="15863"/>
                  </a:cubicBezTo>
                  <a:cubicBezTo>
                    <a:pt x="11450" y="15907"/>
                    <a:pt x="11466" y="15960"/>
                    <a:pt x="11565" y="15960"/>
                  </a:cubicBezTo>
                  <a:cubicBezTo>
                    <a:pt x="11595" y="15960"/>
                    <a:pt x="11632" y="15955"/>
                    <a:pt x="11676" y="15944"/>
                  </a:cubicBezTo>
                  <a:cubicBezTo>
                    <a:pt x="11749" y="15888"/>
                    <a:pt x="11749" y="15888"/>
                    <a:pt x="11701" y="15823"/>
                  </a:cubicBezTo>
                  <a:cubicBezTo>
                    <a:pt x="11688" y="15821"/>
                    <a:pt x="11676" y="15821"/>
                    <a:pt x="11664" y="15821"/>
                  </a:cubicBezTo>
                  <a:close/>
                  <a:moveTo>
                    <a:pt x="14363" y="15722"/>
                  </a:moveTo>
                  <a:cubicBezTo>
                    <a:pt x="14395" y="15722"/>
                    <a:pt x="14407" y="15783"/>
                    <a:pt x="14360" y="15912"/>
                  </a:cubicBezTo>
                  <a:cubicBezTo>
                    <a:pt x="14324" y="15952"/>
                    <a:pt x="14308" y="15970"/>
                    <a:pt x="14293" y="15970"/>
                  </a:cubicBezTo>
                  <a:cubicBezTo>
                    <a:pt x="14280" y="15970"/>
                    <a:pt x="14268" y="15958"/>
                    <a:pt x="14246" y="15936"/>
                  </a:cubicBezTo>
                  <a:cubicBezTo>
                    <a:pt x="14255" y="15863"/>
                    <a:pt x="14279" y="15806"/>
                    <a:pt x="14319" y="15750"/>
                  </a:cubicBezTo>
                  <a:cubicBezTo>
                    <a:pt x="14335" y="15732"/>
                    <a:pt x="14351" y="15722"/>
                    <a:pt x="14363" y="15722"/>
                  </a:cubicBezTo>
                  <a:close/>
                  <a:moveTo>
                    <a:pt x="14733" y="16115"/>
                  </a:moveTo>
                  <a:lnTo>
                    <a:pt x="14790" y="16155"/>
                  </a:lnTo>
                  <a:cubicBezTo>
                    <a:pt x="14744" y="16214"/>
                    <a:pt x="14699" y="16272"/>
                    <a:pt x="14653" y="16272"/>
                  </a:cubicBezTo>
                  <a:cubicBezTo>
                    <a:pt x="14642" y="16272"/>
                    <a:pt x="14631" y="16269"/>
                    <a:pt x="14619" y="16260"/>
                  </a:cubicBezTo>
                  <a:lnTo>
                    <a:pt x="14619" y="16139"/>
                  </a:lnTo>
                  <a:lnTo>
                    <a:pt x="14733" y="16115"/>
                  </a:lnTo>
                  <a:close/>
                  <a:moveTo>
                    <a:pt x="20377" y="16501"/>
                  </a:moveTo>
                  <a:cubicBezTo>
                    <a:pt x="20393" y="16501"/>
                    <a:pt x="20405" y="16519"/>
                    <a:pt x="20433" y="16560"/>
                  </a:cubicBezTo>
                  <a:cubicBezTo>
                    <a:pt x="20465" y="16625"/>
                    <a:pt x="20473" y="16690"/>
                    <a:pt x="20465" y="16755"/>
                  </a:cubicBezTo>
                  <a:cubicBezTo>
                    <a:pt x="20460" y="16759"/>
                    <a:pt x="20455" y="16761"/>
                    <a:pt x="20450" y="16761"/>
                  </a:cubicBezTo>
                  <a:cubicBezTo>
                    <a:pt x="20402" y="16761"/>
                    <a:pt x="20371" y="16594"/>
                    <a:pt x="20327" y="16528"/>
                  </a:cubicBezTo>
                  <a:cubicBezTo>
                    <a:pt x="20352" y="16511"/>
                    <a:pt x="20365" y="16501"/>
                    <a:pt x="20377" y="16501"/>
                  </a:cubicBezTo>
                  <a:close/>
                  <a:moveTo>
                    <a:pt x="18892" y="17250"/>
                  </a:moveTo>
                  <a:cubicBezTo>
                    <a:pt x="18917" y="17339"/>
                    <a:pt x="18941" y="17428"/>
                    <a:pt x="18876" y="17444"/>
                  </a:cubicBezTo>
                  <a:lnTo>
                    <a:pt x="18779" y="17379"/>
                  </a:lnTo>
                  <a:lnTo>
                    <a:pt x="18827" y="17266"/>
                  </a:lnTo>
                  <a:lnTo>
                    <a:pt x="18892" y="17250"/>
                  </a:lnTo>
                  <a:close/>
                  <a:moveTo>
                    <a:pt x="32987" y="0"/>
                  </a:moveTo>
                  <a:cubicBezTo>
                    <a:pt x="32896" y="0"/>
                    <a:pt x="32806" y="51"/>
                    <a:pt x="32765" y="150"/>
                  </a:cubicBezTo>
                  <a:cubicBezTo>
                    <a:pt x="32765" y="82"/>
                    <a:pt x="32712" y="66"/>
                    <a:pt x="32647" y="66"/>
                  </a:cubicBezTo>
                  <a:cubicBezTo>
                    <a:pt x="32628" y="66"/>
                    <a:pt x="32607" y="67"/>
                    <a:pt x="32586" y="69"/>
                  </a:cubicBezTo>
                  <a:cubicBezTo>
                    <a:pt x="32468" y="128"/>
                    <a:pt x="32275" y="177"/>
                    <a:pt x="32154" y="177"/>
                  </a:cubicBezTo>
                  <a:cubicBezTo>
                    <a:pt x="32092" y="177"/>
                    <a:pt x="32049" y="164"/>
                    <a:pt x="32043" y="134"/>
                  </a:cubicBezTo>
                  <a:lnTo>
                    <a:pt x="31954" y="142"/>
                  </a:lnTo>
                  <a:cubicBezTo>
                    <a:pt x="31897" y="223"/>
                    <a:pt x="31808" y="272"/>
                    <a:pt x="31711" y="280"/>
                  </a:cubicBezTo>
                  <a:cubicBezTo>
                    <a:pt x="31605" y="288"/>
                    <a:pt x="31516" y="345"/>
                    <a:pt x="31467" y="426"/>
                  </a:cubicBezTo>
                  <a:cubicBezTo>
                    <a:pt x="31435" y="491"/>
                    <a:pt x="31378" y="531"/>
                    <a:pt x="31313" y="556"/>
                  </a:cubicBezTo>
                  <a:cubicBezTo>
                    <a:pt x="31306" y="558"/>
                    <a:pt x="31299" y="559"/>
                    <a:pt x="31294" y="559"/>
                  </a:cubicBezTo>
                  <a:cubicBezTo>
                    <a:pt x="31243" y="559"/>
                    <a:pt x="31295" y="457"/>
                    <a:pt x="31354" y="361"/>
                  </a:cubicBezTo>
                  <a:cubicBezTo>
                    <a:pt x="31410" y="316"/>
                    <a:pt x="31414" y="294"/>
                    <a:pt x="31386" y="294"/>
                  </a:cubicBezTo>
                  <a:cubicBezTo>
                    <a:pt x="31334" y="294"/>
                    <a:pt x="31170" y="375"/>
                    <a:pt x="31038" y="540"/>
                  </a:cubicBezTo>
                  <a:cubicBezTo>
                    <a:pt x="30937" y="674"/>
                    <a:pt x="30889" y="738"/>
                    <a:pt x="30881" y="738"/>
                  </a:cubicBezTo>
                  <a:cubicBezTo>
                    <a:pt x="30873" y="738"/>
                    <a:pt x="30902" y="682"/>
                    <a:pt x="30957" y="572"/>
                  </a:cubicBezTo>
                  <a:cubicBezTo>
                    <a:pt x="30994" y="491"/>
                    <a:pt x="31032" y="414"/>
                    <a:pt x="31010" y="414"/>
                  </a:cubicBezTo>
                  <a:cubicBezTo>
                    <a:pt x="30999" y="414"/>
                    <a:pt x="30973" y="434"/>
                    <a:pt x="30924" y="483"/>
                  </a:cubicBezTo>
                  <a:cubicBezTo>
                    <a:pt x="30924" y="483"/>
                    <a:pt x="30754" y="540"/>
                    <a:pt x="30786" y="629"/>
                  </a:cubicBezTo>
                  <a:lnTo>
                    <a:pt x="30535" y="710"/>
                  </a:lnTo>
                  <a:cubicBezTo>
                    <a:pt x="30509" y="707"/>
                    <a:pt x="30482" y="705"/>
                    <a:pt x="30457" y="705"/>
                  </a:cubicBezTo>
                  <a:cubicBezTo>
                    <a:pt x="30356" y="705"/>
                    <a:pt x="30260" y="730"/>
                    <a:pt x="30170" y="775"/>
                  </a:cubicBezTo>
                  <a:cubicBezTo>
                    <a:pt x="30145" y="846"/>
                    <a:pt x="30135" y="872"/>
                    <a:pt x="30102" y="872"/>
                  </a:cubicBezTo>
                  <a:cubicBezTo>
                    <a:pt x="30082" y="872"/>
                    <a:pt x="30053" y="863"/>
                    <a:pt x="30008" y="848"/>
                  </a:cubicBezTo>
                  <a:cubicBezTo>
                    <a:pt x="29994" y="817"/>
                    <a:pt x="29975" y="801"/>
                    <a:pt x="29960" y="801"/>
                  </a:cubicBezTo>
                  <a:cubicBezTo>
                    <a:pt x="29931" y="801"/>
                    <a:pt x="29915" y="855"/>
                    <a:pt x="29967" y="961"/>
                  </a:cubicBezTo>
                  <a:cubicBezTo>
                    <a:pt x="29955" y="1049"/>
                    <a:pt x="29880" y="1107"/>
                    <a:pt x="29802" y="1107"/>
                  </a:cubicBezTo>
                  <a:cubicBezTo>
                    <a:pt x="29778" y="1107"/>
                    <a:pt x="29755" y="1102"/>
                    <a:pt x="29732" y="1091"/>
                  </a:cubicBezTo>
                  <a:cubicBezTo>
                    <a:pt x="29688" y="1010"/>
                    <a:pt x="29647" y="979"/>
                    <a:pt x="29623" y="979"/>
                  </a:cubicBezTo>
                  <a:cubicBezTo>
                    <a:pt x="29599" y="979"/>
                    <a:pt x="29590" y="1010"/>
                    <a:pt x="29611" y="1050"/>
                  </a:cubicBezTo>
                  <a:cubicBezTo>
                    <a:pt x="29594" y="1115"/>
                    <a:pt x="29554" y="1180"/>
                    <a:pt x="29497" y="1213"/>
                  </a:cubicBezTo>
                  <a:cubicBezTo>
                    <a:pt x="29494" y="1207"/>
                    <a:pt x="29487" y="1204"/>
                    <a:pt x="29476" y="1204"/>
                  </a:cubicBezTo>
                  <a:cubicBezTo>
                    <a:pt x="29348" y="1204"/>
                    <a:pt x="28714" y="1586"/>
                    <a:pt x="28184" y="2072"/>
                  </a:cubicBezTo>
                  <a:cubicBezTo>
                    <a:pt x="28119" y="2145"/>
                    <a:pt x="28111" y="2250"/>
                    <a:pt x="28176" y="2323"/>
                  </a:cubicBezTo>
                  <a:cubicBezTo>
                    <a:pt x="28235" y="2386"/>
                    <a:pt x="28252" y="2403"/>
                    <a:pt x="28240" y="2403"/>
                  </a:cubicBezTo>
                  <a:cubicBezTo>
                    <a:pt x="28227" y="2403"/>
                    <a:pt x="28181" y="2384"/>
                    <a:pt x="28119" y="2380"/>
                  </a:cubicBezTo>
                  <a:cubicBezTo>
                    <a:pt x="28040" y="2337"/>
                    <a:pt x="27973" y="2319"/>
                    <a:pt x="27927" y="2319"/>
                  </a:cubicBezTo>
                  <a:cubicBezTo>
                    <a:pt x="27824" y="2319"/>
                    <a:pt x="27819" y="2404"/>
                    <a:pt x="27997" y="2494"/>
                  </a:cubicBezTo>
                  <a:cubicBezTo>
                    <a:pt x="28137" y="2548"/>
                    <a:pt x="28172" y="2562"/>
                    <a:pt x="28075" y="2562"/>
                  </a:cubicBezTo>
                  <a:cubicBezTo>
                    <a:pt x="28042" y="2562"/>
                    <a:pt x="27995" y="2560"/>
                    <a:pt x="27932" y="2558"/>
                  </a:cubicBezTo>
                  <a:cubicBezTo>
                    <a:pt x="27907" y="2557"/>
                    <a:pt x="27888" y="2555"/>
                    <a:pt x="27872" y="2555"/>
                  </a:cubicBezTo>
                  <a:cubicBezTo>
                    <a:pt x="27811" y="2555"/>
                    <a:pt x="27812" y="2575"/>
                    <a:pt x="27819" y="2672"/>
                  </a:cubicBezTo>
                  <a:cubicBezTo>
                    <a:pt x="27865" y="2718"/>
                    <a:pt x="27850" y="2764"/>
                    <a:pt x="27811" y="2764"/>
                  </a:cubicBezTo>
                  <a:cubicBezTo>
                    <a:pt x="27795" y="2764"/>
                    <a:pt x="27775" y="2756"/>
                    <a:pt x="27754" y="2737"/>
                  </a:cubicBezTo>
                  <a:cubicBezTo>
                    <a:pt x="27632" y="2737"/>
                    <a:pt x="27511" y="2737"/>
                    <a:pt x="27576" y="2794"/>
                  </a:cubicBezTo>
                  <a:cubicBezTo>
                    <a:pt x="27533" y="2836"/>
                    <a:pt x="27478" y="2860"/>
                    <a:pt x="27417" y="2860"/>
                  </a:cubicBezTo>
                  <a:cubicBezTo>
                    <a:pt x="27408" y="2860"/>
                    <a:pt x="27398" y="2859"/>
                    <a:pt x="27389" y="2858"/>
                  </a:cubicBezTo>
                  <a:cubicBezTo>
                    <a:pt x="27268" y="2867"/>
                    <a:pt x="27284" y="2988"/>
                    <a:pt x="27300" y="3110"/>
                  </a:cubicBezTo>
                  <a:cubicBezTo>
                    <a:pt x="27285" y="3305"/>
                    <a:pt x="27259" y="3402"/>
                    <a:pt x="27220" y="3402"/>
                  </a:cubicBezTo>
                  <a:cubicBezTo>
                    <a:pt x="27198" y="3402"/>
                    <a:pt x="27171" y="3370"/>
                    <a:pt x="27138" y="3304"/>
                  </a:cubicBezTo>
                  <a:cubicBezTo>
                    <a:pt x="27120" y="3272"/>
                    <a:pt x="27100" y="3259"/>
                    <a:pt x="27079" y="3259"/>
                  </a:cubicBezTo>
                  <a:cubicBezTo>
                    <a:pt x="26983" y="3259"/>
                    <a:pt x="26872" y="3546"/>
                    <a:pt x="26951" y="3685"/>
                  </a:cubicBezTo>
                  <a:cubicBezTo>
                    <a:pt x="27014" y="3799"/>
                    <a:pt x="27036" y="3841"/>
                    <a:pt x="27025" y="3841"/>
                  </a:cubicBezTo>
                  <a:cubicBezTo>
                    <a:pt x="27019" y="3841"/>
                    <a:pt x="27002" y="3827"/>
                    <a:pt x="26976" y="3807"/>
                  </a:cubicBezTo>
                  <a:cubicBezTo>
                    <a:pt x="26962" y="3793"/>
                    <a:pt x="26944" y="3787"/>
                    <a:pt x="26926" y="3787"/>
                  </a:cubicBezTo>
                  <a:cubicBezTo>
                    <a:pt x="26900" y="3787"/>
                    <a:pt x="26873" y="3800"/>
                    <a:pt x="26854" y="3823"/>
                  </a:cubicBezTo>
                  <a:cubicBezTo>
                    <a:pt x="26817" y="3872"/>
                    <a:pt x="26785" y="3921"/>
                    <a:pt x="26737" y="3921"/>
                  </a:cubicBezTo>
                  <a:cubicBezTo>
                    <a:pt x="26721" y="3921"/>
                    <a:pt x="26704" y="3916"/>
                    <a:pt x="26684" y="3904"/>
                  </a:cubicBezTo>
                  <a:cubicBezTo>
                    <a:pt x="26643" y="3977"/>
                    <a:pt x="26627" y="4066"/>
                    <a:pt x="26619" y="4156"/>
                  </a:cubicBezTo>
                  <a:cubicBezTo>
                    <a:pt x="26670" y="4344"/>
                    <a:pt x="26526" y="4520"/>
                    <a:pt x="26344" y="4520"/>
                  </a:cubicBezTo>
                  <a:cubicBezTo>
                    <a:pt x="26322" y="4520"/>
                    <a:pt x="26301" y="4517"/>
                    <a:pt x="26278" y="4512"/>
                  </a:cubicBezTo>
                  <a:lnTo>
                    <a:pt x="26270" y="4699"/>
                  </a:lnTo>
                  <a:cubicBezTo>
                    <a:pt x="26355" y="4826"/>
                    <a:pt x="26399" y="4921"/>
                    <a:pt x="26349" y="4921"/>
                  </a:cubicBezTo>
                  <a:cubicBezTo>
                    <a:pt x="26332" y="4921"/>
                    <a:pt x="26303" y="4910"/>
                    <a:pt x="26262" y="4885"/>
                  </a:cubicBezTo>
                  <a:cubicBezTo>
                    <a:pt x="26238" y="4869"/>
                    <a:pt x="26213" y="4854"/>
                    <a:pt x="26193" y="4842"/>
                  </a:cubicBezTo>
                  <a:lnTo>
                    <a:pt x="26193" y="4842"/>
                  </a:lnTo>
                  <a:cubicBezTo>
                    <a:pt x="26281" y="4979"/>
                    <a:pt x="26123" y="5164"/>
                    <a:pt x="25980" y="5164"/>
                  </a:cubicBezTo>
                  <a:cubicBezTo>
                    <a:pt x="25954" y="5164"/>
                    <a:pt x="25929" y="5158"/>
                    <a:pt x="25905" y="5145"/>
                  </a:cubicBezTo>
                  <a:cubicBezTo>
                    <a:pt x="25870" y="5127"/>
                    <a:pt x="25850" y="5117"/>
                    <a:pt x="25835" y="5117"/>
                  </a:cubicBezTo>
                  <a:cubicBezTo>
                    <a:pt x="25816" y="5117"/>
                    <a:pt x="25806" y="5133"/>
                    <a:pt x="25784" y="5169"/>
                  </a:cubicBezTo>
                  <a:lnTo>
                    <a:pt x="25865" y="5218"/>
                  </a:lnTo>
                  <a:cubicBezTo>
                    <a:pt x="25946" y="5258"/>
                    <a:pt x="26027" y="5307"/>
                    <a:pt x="25987" y="5372"/>
                  </a:cubicBezTo>
                  <a:cubicBezTo>
                    <a:pt x="25961" y="5428"/>
                    <a:pt x="25931" y="5485"/>
                    <a:pt x="25882" y="5485"/>
                  </a:cubicBezTo>
                  <a:cubicBezTo>
                    <a:pt x="25867" y="5485"/>
                    <a:pt x="25851" y="5480"/>
                    <a:pt x="25832" y="5469"/>
                  </a:cubicBezTo>
                  <a:cubicBezTo>
                    <a:pt x="25711" y="5502"/>
                    <a:pt x="25597" y="5526"/>
                    <a:pt x="25678" y="5574"/>
                  </a:cubicBezTo>
                  <a:cubicBezTo>
                    <a:pt x="25638" y="5623"/>
                    <a:pt x="25589" y="5664"/>
                    <a:pt x="25524" y="5672"/>
                  </a:cubicBezTo>
                  <a:lnTo>
                    <a:pt x="25378" y="5964"/>
                  </a:lnTo>
                  <a:cubicBezTo>
                    <a:pt x="25422" y="6066"/>
                    <a:pt x="25368" y="6187"/>
                    <a:pt x="25297" y="6187"/>
                  </a:cubicBezTo>
                  <a:cubicBezTo>
                    <a:pt x="25289" y="6187"/>
                    <a:pt x="25281" y="6186"/>
                    <a:pt x="25273" y="6183"/>
                  </a:cubicBezTo>
                  <a:cubicBezTo>
                    <a:pt x="25241" y="6256"/>
                    <a:pt x="25233" y="6353"/>
                    <a:pt x="25257" y="6434"/>
                  </a:cubicBezTo>
                  <a:cubicBezTo>
                    <a:pt x="25202" y="6557"/>
                    <a:pt x="25171" y="6628"/>
                    <a:pt x="25114" y="6628"/>
                  </a:cubicBezTo>
                  <a:cubicBezTo>
                    <a:pt x="25103" y="6628"/>
                    <a:pt x="25091" y="6625"/>
                    <a:pt x="25078" y="6620"/>
                  </a:cubicBezTo>
                  <a:cubicBezTo>
                    <a:pt x="25045" y="6605"/>
                    <a:pt x="25024" y="6596"/>
                    <a:pt x="25014" y="6596"/>
                  </a:cubicBezTo>
                  <a:cubicBezTo>
                    <a:pt x="24997" y="6596"/>
                    <a:pt x="25011" y="6622"/>
                    <a:pt x="25046" y="6693"/>
                  </a:cubicBezTo>
                  <a:cubicBezTo>
                    <a:pt x="25127" y="6726"/>
                    <a:pt x="25095" y="6799"/>
                    <a:pt x="25062" y="6872"/>
                  </a:cubicBezTo>
                  <a:lnTo>
                    <a:pt x="25005" y="7018"/>
                  </a:lnTo>
                  <a:cubicBezTo>
                    <a:pt x="25087" y="7050"/>
                    <a:pt x="25087" y="7050"/>
                    <a:pt x="25054" y="7123"/>
                  </a:cubicBezTo>
                  <a:cubicBezTo>
                    <a:pt x="25030" y="7196"/>
                    <a:pt x="24851" y="7374"/>
                    <a:pt x="24827" y="7447"/>
                  </a:cubicBezTo>
                  <a:cubicBezTo>
                    <a:pt x="24765" y="7600"/>
                    <a:pt x="24746" y="7646"/>
                    <a:pt x="24779" y="7646"/>
                  </a:cubicBezTo>
                  <a:cubicBezTo>
                    <a:pt x="24793" y="7646"/>
                    <a:pt x="24817" y="7638"/>
                    <a:pt x="24851" y="7626"/>
                  </a:cubicBezTo>
                  <a:cubicBezTo>
                    <a:pt x="24863" y="7599"/>
                    <a:pt x="24881" y="7587"/>
                    <a:pt x="24893" y="7587"/>
                  </a:cubicBezTo>
                  <a:cubicBezTo>
                    <a:pt x="24914" y="7587"/>
                    <a:pt x="24915" y="7626"/>
                    <a:pt x="24827" y="7699"/>
                  </a:cubicBezTo>
                  <a:cubicBezTo>
                    <a:pt x="24795" y="7772"/>
                    <a:pt x="24624" y="7950"/>
                    <a:pt x="24543" y="8169"/>
                  </a:cubicBezTo>
                  <a:cubicBezTo>
                    <a:pt x="24438" y="8453"/>
                    <a:pt x="24438" y="8453"/>
                    <a:pt x="24527" y="8485"/>
                  </a:cubicBezTo>
                  <a:cubicBezTo>
                    <a:pt x="24537" y="8485"/>
                    <a:pt x="24547" y="8485"/>
                    <a:pt x="24556" y="8485"/>
                  </a:cubicBezTo>
                  <a:cubicBezTo>
                    <a:pt x="24719" y="8485"/>
                    <a:pt x="24687" y="8550"/>
                    <a:pt x="24495" y="8558"/>
                  </a:cubicBezTo>
                  <a:cubicBezTo>
                    <a:pt x="24276" y="8631"/>
                    <a:pt x="24243" y="8704"/>
                    <a:pt x="24333" y="8736"/>
                  </a:cubicBezTo>
                  <a:cubicBezTo>
                    <a:pt x="24389" y="8842"/>
                    <a:pt x="24389" y="8842"/>
                    <a:pt x="24365" y="8907"/>
                  </a:cubicBezTo>
                  <a:cubicBezTo>
                    <a:pt x="24352" y="8902"/>
                    <a:pt x="24341" y="8899"/>
                    <a:pt x="24331" y="8899"/>
                  </a:cubicBezTo>
                  <a:cubicBezTo>
                    <a:pt x="24275" y="8899"/>
                    <a:pt x="24256" y="8974"/>
                    <a:pt x="24284" y="9118"/>
                  </a:cubicBezTo>
                  <a:cubicBezTo>
                    <a:pt x="24269" y="9161"/>
                    <a:pt x="24263" y="9179"/>
                    <a:pt x="24244" y="9179"/>
                  </a:cubicBezTo>
                  <a:cubicBezTo>
                    <a:pt x="24230" y="9179"/>
                    <a:pt x="24211" y="9171"/>
                    <a:pt x="24179" y="9158"/>
                  </a:cubicBezTo>
                  <a:cubicBezTo>
                    <a:pt x="24179" y="9158"/>
                    <a:pt x="24146" y="9231"/>
                    <a:pt x="24122" y="9296"/>
                  </a:cubicBezTo>
                  <a:cubicBezTo>
                    <a:pt x="24243" y="9507"/>
                    <a:pt x="24000" y="9888"/>
                    <a:pt x="23887" y="9928"/>
                  </a:cubicBezTo>
                  <a:cubicBezTo>
                    <a:pt x="23879" y="9985"/>
                    <a:pt x="23887" y="10050"/>
                    <a:pt x="23927" y="10099"/>
                  </a:cubicBezTo>
                  <a:cubicBezTo>
                    <a:pt x="24031" y="10196"/>
                    <a:pt x="24043" y="10257"/>
                    <a:pt x="23970" y="10257"/>
                  </a:cubicBezTo>
                  <a:cubicBezTo>
                    <a:pt x="23946" y="10257"/>
                    <a:pt x="23913" y="10250"/>
                    <a:pt x="23870" y="10236"/>
                  </a:cubicBezTo>
                  <a:cubicBezTo>
                    <a:pt x="23800" y="10210"/>
                    <a:pt x="23759" y="10194"/>
                    <a:pt x="23745" y="10194"/>
                  </a:cubicBezTo>
                  <a:cubicBezTo>
                    <a:pt x="23725" y="10194"/>
                    <a:pt x="23761" y="10225"/>
                    <a:pt x="23846" y="10301"/>
                  </a:cubicBezTo>
                  <a:cubicBezTo>
                    <a:pt x="23894" y="10383"/>
                    <a:pt x="23809" y="10638"/>
                    <a:pt x="23694" y="10638"/>
                  </a:cubicBezTo>
                  <a:cubicBezTo>
                    <a:pt x="23672" y="10638"/>
                    <a:pt x="23650" y="10630"/>
                    <a:pt x="23627" y="10609"/>
                  </a:cubicBezTo>
                  <a:lnTo>
                    <a:pt x="23457" y="10545"/>
                  </a:lnTo>
                  <a:lnTo>
                    <a:pt x="23457" y="10545"/>
                  </a:lnTo>
                  <a:cubicBezTo>
                    <a:pt x="23489" y="10593"/>
                    <a:pt x="23506" y="10650"/>
                    <a:pt x="23489" y="10707"/>
                  </a:cubicBezTo>
                  <a:cubicBezTo>
                    <a:pt x="23579" y="10739"/>
                    <a:pt x="23546" y="10812"/>
                    <a:pt x="23465" y="11015"/>
                  </a:cubicBezTo>
                  <a:cubicBezTo>
                    <a:pt x="23416" y="11144"/>
                    <a:pt x="23384" y="11444"/>
                    <a:pt x="23327" y="11574"/>
                  </a:cubicBezTo>
                  <a:cubicBezTo>
                    <a:pt x="23270" y="11704"/>
                    <a:pt x="23181" y="11899"/>
                    <a:pt x="23068" y="11923"/>
                  </a:cubicBezTo>
                  <a:cubicBezTo>
                    <a:pt x="23027" y="12012"/>
                    <a:pt x="23011" y="12117"/>
                    <a:pt x="23035" y="12215"/>
                  </a:cubicBezTo>
                  <a:cubicBezTo>
                    <a:pt x="23077" y="12306"/>
                    <a:pt x="23035" y="12409"/>
                    <a:pt x="22970" y="12409"/>
                  </a:cubicBezTo>
                  <a:cubicBezTo>
                    <a:pt x="22960" y="12409"/>
                    <a:pt x="22949" y="12407"/>
                    <a:pt x="22938" y="12401"/>
                  </a:cubicBezTo>
                  <a:lnTo>
                    <a:pt x="22914" y="12466"/>
                  </a:lnTo>
                  <a:cubicBezTo>
                    <a:pt x="22930" y="12539"/>
                    <a:pt x="22922" y="12620"/>
                    <a:pt x="22897" y="12693"/>
                  </a:cubicBezTo>
                  <a:cubicBezTo>
                    <a:pt x="22871" y="12680"/>
                    <a:pt x="22841" y="12673"/>
                    <a:pt x="22814" y="12673"/>
                  </a:cubicBezTo>
                  <a:cubicBezTo>
                    <a:pt x="22760" y="12673"/>
                    <a:pt x="22719" y="12703"/>
                    <a:pt x="22752" y="12774"/>
                  </a:cubicBezTo>
                  <a:cubicBezTo>
                    <a:pt x="22833" y="12815"/>
                    <a:pt x="22800" y="12880"/>
                    <a:pt x="22735" y="13001"/>
                  </a:cubicBezTo>
                  <a:cubicBezTo>
                    <a:pt x="22654" y="13034"/>
                    <a:pt x="22346" y="13569"/>
                    <a:pt x="22014" y="14007"/>
                  </a:cubicBezTo>
                  <a:cubicBezTo>
                    <a:pt x="21689" y="14452"/>
                    <a:pt x="21325" y="14858"/>
                    <a:pt x="21357" y="14890"/>
                  </a:cubicBezTo>
                  <a:lnTo>
                    <a:pt x="21219" y="15028"/>
                  </a:lnTo>
                  <a:lnTo>
                    <a:pt x="21073" y="15158"/>
                  </a:lnTo>
                  <a:cubicBezTo>
                    <a:pt x="21052" y="15135"/>
                    <a:pt x="21029" y="15125"/>
                    <a:pt x="21004" y="15125"/>
                  </a:cubicBezTo>
                  <a:cubicBezTo>
                    <a:pt x="20891" y="15125"/>
                    <a:pt x="20756" y="15345"/>
                    <a:pt x="20676" y="15498"/>
                  </a:cubicBezTo>
                  <a:cubicBezTo>
                    <a:pt x="20692" y="15579"/>
                    <a:pt x="20652" y="15660"/>
                    <a:pt x="20579" y="15693"/>
                  </a:cubicBezTo>
                  <a:cubicBezTo>
                    <a:pt x="20541" y="15645"/>
                    <a:pt x="20501" y="15625"/>
                    <a:pt x="20461" y="15625"/>
                  </a:cubicBezTo>
                  <a:cubicBezTo>
                    <a:pt x="20379" y="15625"/>
                    <a:pt x="20301" y="15708"/>
                    <a:pt x="20262" y="15806"/>
                  </a:cubicBezTo>
                  <a:cubicBezTo>
                    <a:pt x="20290" y="15918"/>
                    <a:pt x="20284" y="15977"/>
                    <a:pt x="20254" y="15977"/>
                  </a:cubicBezTo>
                  <a:cubicBezTo>
                    <a:pt x="20232" y="15977"/>
                    <a:pt x="20198" y="15945"/>
                    <a:pt x="20157" y="15879"/>
                  </a:cubicBezTo>
                  <a:cubicBezTo>
                    <a:pt x="20120" y="15826"/>
                    <a:pt x="20085" y="15799"/>
                    <a:pt x="20055" y="15799"/>
                  </a:cubicBezTo>
                  <a:cubicBezTo>
                    <a:pt x="20000" y="15799"/>
                    <a:pt x="19966" y="15894"/>
                    <a:pt x="19987" y="16090"/>
                  </a:cubicBezTo>
                  <a:cubicBezTo>
                    <a:pt x="19982" y="16159"/>
                    <a:pt x="19980" y="16186"/>
                    <a:pt x="19956" y="16186"/>
                  </a:cubicBezTo>
                  <a:cubicBezTo>
                    <a:pt x="19940" y="16186"/>
                    <a:pt x="19915" y="16174"/>
                    <a:pt x="19873" y="16155"/>
                  </a:cubicBezTo>
                  <a:cubicBezTo>
                    <a:pt x="19803" y="16093"/>
                    <a:pt x="19755" y="16068"/>
                    <a:pt x="19729" y="16068"/>
                  </a:cubicBezTo>
                  <a:cubicBezTo>
                    <a:pt x="19701" y="16068"/>
                    <a:pt x="19698" y="16097"/>
                    <a:pt x="19719" y="16139"/>
                  </a:cubicBezTo>
                  <a:cubicBezTo>
                    <a:pt x="19739" y="16250"/>
                    <a:pt x="19726" y="16306"/>
                    <a:pt x="19684" y="16306"/>
                  </a:cubicBezTo>
                  <a:cubicBezTo>
                    <a:pt x="19655" y="16306"/>
                    <a:pt x="19613" y="16280"/>
                    <a:pt x="19557" y="16228"/>
                  </a:cubicBezTo>
                  <a:cubicBezTo>
                    <a:pt x="19470" y="16177"/>
                    <a:pt x="19422" y="16148"/>
                    <a:pt x="19398" y="16148"/>
                  </a:cubicBezTo>
                  <a:cubicBezTo>
                    <a:pt x="19367" y="16148"/>
                    <a:pt x="19373" y="16193"/>
                    <a:pt x="19387" y="16301"/>
                  </a:cubicBezTo>
                  <a:cubicBezTo>
                    <a:pt x="19403" y="16429"/>
                    <a:pt x="19300" y="16515"/>
                    <a:pt x="19195" y="16515"/>
                  </a:cubicBezTo>
                  <a:cubicBezTo>
                    <a:pt x="19140" y="16515"/>
                    <a:pt x="19085" y="16492"/>
                    <a:pt x="19046" y="16439"/>
                  </a:cubicBezTo>
                  <a:cubicBezTo>
                    <a:pt x="19036" y="16443"/>
                    <a:pt x="19025" y="16445"/>
                    <a:pt x="19014" y="16445"/>
                  </a:cubicBezTo>
                  <a:cubicBezTo>
                    <a:pt x="18988" y="16445"/>
                    <a:pt x="18962" y="16437"/>
                    <a:pt x="18945" y="16437"/>
                  </a:cubicBezTo>
                  <a:cubicBezTo>
                    <a:pt x="18927" y="16437"/>
                    <a:pt x="18919" y="16445"/>
                    <a:pt x="18933" y="16479"/>
                  </a:cubicBezTo>
                  <a:lnTo>
                    <a:pt x="18844" y="16415"/>
                  </a:lnTo>
                  <a:cubicBezTo>
                    <a:pt x="18803" y="16431"/>
                    <a:pt x="18771" y="16439"/>
                    <a:pt x="18730" y="16447"/>
                  </a:cubicBezTo>
                  <a:lnTo>
                    <a:pt x="18754" y="16536"/>
                  </a:lnTo>
                  <a:cubicBezTo>
                    <a:pt x="18730" y="16544"/>
                    <a:pt x="18617" y="16544"/>
                    <a:pt x="18471" y="16560"/>
                  </a:cubicBezTo>
                  <a:cubicBezTo>
                    <a:pt x="18325" y="16560"/>
                    <a:pt x="18138" y="16585"/>
                    <a:pt x="17944" y="16593"/>
                  </a:cubicBezTo>
                  <a:cubicBezTo>
                    <a:pt x="17784" y="16601"/>
                    <a:pt x="17659" y="16603"/>
                    <a:pt x="17562" y="16603"/>
                  </a:cubicBezTo>
                  <a:cubicBezTo>
                    <a:pt x="17483" y="16603"/>
                    <a:pt x="17422" y="16602"/>
                    <a:pt x="17376" y="16602"/>
                  </a:cubicBezTo>
                  <a:cubicBezTo>
                    <a:pt x="17261" y="16602"/>
                    <a:pt x="17241" y="16610"/>
                    <a:pt x="17263" y="16666"/>
                  </a:cubicBezTo>
                  <a:cubicBezTo>
                    <a:pt x="17282" y="16760"/>
                    <a:pt x="17264" y="16805"/>
                    <a:pt x="17236" y="16805"/>
                  </a:cubicBezTo>
                  <a:cubicBezTo>
                    <a:pt x="17206" y="16805"/>
                    <a:pt x="17166" y="16754"/>
                    <a:pt x="17149" y="16658"/>
                  </a:cubicBezTo>
                  <a:cubicBezTo>
                    <a:pt x="17092" y="16658"/>
                    <a:pt x="17003" y="16536"/>
                    <a:pt x="16890" y="16520"/>
                  </a:cubicBezTo>
                  <a:cubicBezTo>
                    <a:pt x="16784" y="16496"/>
                    <a:pt x="16679" y="16455"/>
                    <a:pt x="16703" y="16374"/>
                  </a:cubicBezTo>
                  <a:lnTo>
                    <a:pt x="16646" y="16358"/>
                  </a:lnTo>
                  <a:cubicBezTo>
                    <a:pt x="16601" y="16401"/>
                    <a:pt x="16538" y="16419"/>
                    <a:pt x="16470" y="16419"/>
                  </a:cubicBezTo>
                  <a:cubicBezTo>
                    <a:pt x="16310" y="16419"/>
                    <a:pt x="16118" y="16318"/>
                    <a:pt x="16038" y="16204"/>
                  </a:cubicBezTo>
                  <a:cubicBezTo>
                    <a:pt x="15972" y="16162"/>
                    <a:pt x="15898" y="16138"/>
                    <a:pt x="15821" y="16138"/>
                  </a:cubicBezTo>
                  <a:cubicBezTo>
                    <a:pt x="15793" y="16138"/>
                    <a:pt x="15766" y="16141"/>
                    <a:pt x="15738" y="16147"/>
                  </a:cubicBezTo>
                  <a:cubicBezTo>
                    <a:pt x="15705" y="16149"/>
                    <a:pt x="15679" y="16150"/>
                    <a:pt x="15658" y="16150"/>
                  </a:cubicBezTo>
                  <a:cubicBezTo>
                    <a:pt x="15584" y="16150"/>
                    <a:pt x="15583" y="16132"/>
                    <a:pt x="15576" y="16050"/>
                  </a:cubicBezTo>
                  <a:cubicBezTo>
                    <a:pt x="15615" y="15991"/>
                    <a:pt x="15467" y="15798"/>
                    <a:pt x="15352" y="15798"/>
                  </a:cubicBezTo>
                  <a:cubicBezTo>
                    <a:pt x="15324" y="15798"/>
                    <a:pt x="15297" y="15810"/>
                    <a:pt x="15276" y="15839"/>
                  </a:cubicBezTo>
                  <a:lnTo>
                    <a:pt x="15276" y="15725"/>
                  </a:lnTo>
                  <a:cubicBezTo>
                    <a:pt x="15280" y="15677"/>
                    <a:pt x="15260" y="15658"/>
                    <a:pt x="15232" y="15658"/>
                  </a:cubicBezTo>
                  <a:cubicBezTo>
                    <a:pt x="15198" y="15658"/>
                    <a:pt x="15153" y="15686"/>
                    <a:pt x="15122" y="15725"/>
                  </a:cubicBezTo>
                  <a:cubicBezTo>
                    <a:pt x="15082" y="15781"/>
                    <a:pt x="15049" y="15810"/>
                    <a:pt x="15030" y="15810"/>
                  </a:cubicBezTo>
                  <a:cubicBezTo>
                    <a:pt x="14999" y="15810"/>
                    <a:pt x="15006" y="15735"/>
                    <a:pt x="15082" y="15579"/>
                  </a:cubicBezTo>
                  <a:cubicBezTo>
                    <a:pt x="15158" y="15481"/>
                    <a:pt x="15161" y="15430"/>
                    <a:pt x="15137" y="15430"/>
                  </a:cubicBezTo>
                  <a:cubicBezTo>
                    <a:pt x="15126" y="15430"/>
                    <a:pt x="15108" y="15442"/>
                    <a:pt x="15090" y="15466"/>
                  </a:cubicBezTo>
                  <a:cubicBezTo>
                    <a:pt x="15042" y="15481"/>
                    <a:pt x="14994" y="15494"/>
                    <a:pt x="14957" y="15494"/>
                  </a:cubicBezTo>
                  <a:cubicBezTo>
                    <a:pt x="14912" y="15494"/>
                    <a:pt x="14883" y="15475"/>
                    <a:pt x="14887" y="15417"/>
                  </a:cubicBezTo>
                  <a:cubicBezTo>
                    <a:pt x="14867" y="15393"/>
                    <a:pt x="14844" y="15371"/>
                    <a:pt x="14812" y="15371"/>
                  </a:cubicBezTo>
                  <a:cubicBezTo>
                    <a:pt x="14780" y="15371"/>
                    <a:pt x="14737" y="15393"/>
                    <a:pt x="14676" y="15458"/>
                  </a:cubicBezTo>
                  <a:cubicBezTo>
                    <a:pt x="14652" y="15485"/>
                    <a:pt x="14630" y="15495"/>
                    <a:pt x="14609" y="15495"/>
                  </a:cubicBezTo>
                  <a:cubicBezTo>
                    <a:pt x="14575" y="15495"/>
                    <a:pt x="14544" y="15467"/>
                    <a:pt x="14514" y="15442"/>
                  </a:cubicBezTo>
                  <a:cubicBezTo>
                    <a:pt x="14579" y="15369"/>
                    <a:pt x="14579" y="15377"/>
                    <a:pt x="14684" y="15352"/>
                  </a:cubicBezTo>
                  <a:cubicBezTo>
                    <a:pt x="14697" y="15363"/>
                    <a:pt x="14703" y="15368"/>
                    <a:pt x="14704" y="15368"/>
                  </a:cubicBezTo>
                  <a:cubicBezTo>
                    <a:pt x="14704" y="15368"/>
                    <a:pt x="14661" y="15329"/>
                    <a:pt x="14595" y="15263"/>
                  </a:cubicBezTo>
                  <a:cubicBezTo>
                    <a:pt x="14538" y="15182"/>
                    <a:pt x="14530" y="15077"/>
                    <a:pt x="14587" y="14996"/>
                  </a:cubicBezTo>
                  <a:cubicBezTo>
                    <a:pt x="14595" y="14936"/>
                    <a:pt x="14589" y="14897"/>
                    <a:pt x="14567" y="14897"/>
                  </a:cubicBezTo>
                  <a:cubicBezTo>
                    <a:pt x="14548" y="14897"/>
                    <a:pt x="14516" y="14930"/>
                    <a:pt x="14474" y="15012"/>
                  </a:cubicBezTo>
                  <a:cubicBezTo>
                    <a:pt x="14404" y="15081"/>
                    <a:pt x="14372" y="15114"/>
                    <a:pt x="14343" y="15114"/>
                  </a:cubicBezTo>
                  <a:cubicBezTo>
                    <a:pt x="14318" y="15114"/>
                    <a:pt x="14296" y="15089"/>
                    <a:pt x="14255" y="15044"/>
                  </a:cubicBezTo>
                  <a:cubicBezTo>
                    <a:pt x="14206" y="14996"/>
                    <a:pt x="14165" y="14947"/>
                    <a:pt x="14230" y="14882"/>
                  </a:cubicBezTo>
                  <a:cubicBezTo>
                    <a:pt x="14295" y="14825"/>
                    <a:pt x="14295" y="14825"/>
                    <a:pt x="14214" y="14728"/>
                  </a:cubicBezTo>
                  <a:cubicBezTo>
                    <a:pt x="14141" y="14642"/>
                    <a:pt x="14003" y="14611"/>
                    <a:pt x="13862" y="14611"/>
                  </a:cubicBezTo>
                  <a:cubicBezTo>
                    <a:pt x="13751" y="14611"/>
                    <a:pt x="13639" y="14630"/>
                    <a:pt x="13557" y="14655"/>
                  </a:cubicBezTo>
                  <a:cubicBezTo>
                    <a:pt x="13495" y="14706"/>
                    <a:pt x="13461" y="14734"/>
                    <a:pt x="13451" y="14734"/>
                  </a:cubicBezTo>
                  <a:cubicBezTo>
                    <a:pt x="13439" y="14734"/>
                    <a:pt x="13463" y="14692"/>
                    <a:pt x="13517" y="14598"/>
                  </a:cubicBezTo>
                  <a:cubicBezTo>
                    <a:pt x="13590" y="14542"/>
                    <a:pt x="13541" y="14493"/>
                    <a:pt x="13501" y="14436"/>
                  </a:cubicBezTo>
                  <a:cubicBezTo>
                    <a:pt x="13485" y="14448"/>
                    <a:pt x="13474" y="14453"/>
                    <a:pt x="13468" y="14453"/>
                  </a:cubicBezTo>
                  <a:cubicBezTo>
                    <a:pt x="13449" y="14453"/>
                    <a:pt x="13458" y="14420"/>
                    <a:pt x="13477" y="14420"/>
                  </a:cubicBezTo>
                  <a:cubicBezTo>
                    <a:pt x="13484" y="14420"/>
                    <a:pt x="13492" y="14424"/>
                    <a:pt x="13501" y="14436"/>
                  </a:cubicBezTo>
                  <a:cubicBezTo>
                    <a:pt x="13522" y="14419"/>
                    <a:pt x="13541" y="14413"/>
                    <a:pt x="13558" y="14413"/>
                  </a:cubicBezTo>
                  <a:cubicBezTo>
                    <a:pt x="13598" y="14413"/>
                    <a:pt x="13626" y="14451"/>
                    <a:pt x="13655" y="14485"/>
                  </a:cubicBezTo>
                  <a:lnTo>
                    <a:pt x="13728" y="14428"/>
                  </a:lnTo>
                  <a:cubicBezTo>
                    <a:pt x="13807" y="14306"/>
                    <a:pt x="13804" y="14248"/>
                    <a:pt x="13717" y="14248"/>
                  </a:cubicBezTo>
                  <a:cubicBezTo>
                    <a:pt x="13689" y="14248"/>
                    <a:pt x="13652" y="14254"/>
                    <a:pt x="13606" y="14266"/>
                  </a:cubicBezTo>
                  <a:cubicBezTo>
                    <a:pt x="13492" y="14266"/>
                    <a:pt x="13492" y="14266"/>
                    <a:pt x="13525" y="14161"/>
                  </a:cubicBezTo>
                  <a:cubicBezTo>
                    <a:pt x="13551" y="14069"/>
                    <a:pt x="13577" y="13983"/>
                    <a:pt x="13548" y="13983"/>
                  </a:cubicBezTo>
                  <a:cubicBezTo>
                    <a:pt x="13541" y="13983"/>
                    <a:pt x="13531" y="13987"/>
                    <a:pt x="13517" y="13998"/>
                  </a:cubicBezTo>
                  <a:cubicBezTo>
                    <a:pt x="13476" y="13934"/>
                    <a:pt x="13460" y="13852"/>
                    <a:pt x="13476" y="13780"/>
                  </a:cubicBezTo>
                  <a:cubicBezTo>
                    <a:pt x="13416" y="13695"/>
                    <a:pt x="13382" y="13637"/>
                    <a:pt x="13335" y="13637"/>
                  </a:cubicBezTo>
                  <a:cubicBezTo>
                    <a:pt x="13320" y="13637"/>
                    <a:pt x="13302" y="13644"/>
                    <a:pt x="13282" y="13658"/>
                  </a:cubicBezTo>
                  <a:cubicBezTo>
                    <a:pt x="13262" y="13671"/>
                    <a:pt x="13245" y="13676"/>
                    <a:pt x="13230" y="13676"/>
                  </a:cubicBezTo>
                  <a:cubicBezTo>
                    <a:pt x="13187" y="13676"/>
                    <a:pt x="13157" y="13635"/>
                    <a:pt x="13128" y="13593"/>
                  </a:cubicBezTo>
                  <a:cubicBezTo>
                    <a:pt x="13103" y="13550"/>
                    <a:pt x="13074" y="13503"/>
                    <a:pt x="13027" y="13503"/>
                  </a:cubicBezTo>
                  <a:cubicBezTo>
                    <a:pt x="13011" y="13503"/>
                    <a:pt x="12994" y="13508"/>
                    <a:pt x="12974" y="13520"/>
                  </a:cubicBezTo>
                  <a:cubicBezTo>
                    <a:pt x="12944" y="13539"/>
                    <a:pt x="12911" y="13548"/>
                    <a:pt x="12877" y="13548"/>
                  </a:cubicBezTo>
                  <a:cubicBezTo>
                    <a:pt x="12808" y="13548"/>
                    <a:pt x="12739" y="13510"/>
                    <a:pt x="12706" y="13439"/>
                  </a:cubicBezTo>
                  <a:cubicBezTo>
                    <a:pt x="12552" y="13366"/>
                    <a:pt x="12552" y="13366"/>
                    <a:pt x="12674" y="13204"/>
                  </a:cubicBezTo>
                  <a:cubicBezTo>
                    <a:pt x="12747" y="13155"/>
                    <a:pt x="12714" y="13098"/>
                    <a:pt x="12674" y="13034"/>
                  </a:cubicBezTo>
                  <a:cubicBezTo>
                    <a:pt x="12649" y="12977"/>
                    <a:pt x="12649" y="12920"/>
                    <a:pt x="12674" y="12863"/>
                  </a:cubicBezTo>
                  <a:cubicBezTo>
                    <a:pt x="12692" y="12815"/>
                    <a:pt x="12687" y="12797"/>
                    <a:pt x="12668" y="12797"/>
                  </a:cubicBezTo>
                  <a:cubicBezTo>
                    <a:pt x="12645" y="12797"/>
                    <a:pt x="12604" y="12821"/>
                    <a:pt x="12560" y="12847"/>
                  </a:cubicBezTo>
                  <a:lnTo>
                    <a:pt x="12406" y="12944"/>
                  </a:lnTo>
                  <a:cubicBezTo>
                    <a:pt x="12365" y="12880"/>
                    <a:pt x="12487" y="12725"/>
                    <a:pt x="12568" y="12677"/>
                  </a:cubicBezTo>
                  <a:cubicBezTo>
                    <a:pt x="12633" y="12589"/>
                    <a:pt x="12661" y="12552"/>
                    <a:pt x="12644" y="12552"/>
                  </a:cubicBezTo>
                  <a:cubicBezTo>
                    <a:pt x="12632" y="12552"/>
                    <a:pt x="12594" y="12573"/>
                    <a:pt x="12528" y="12612"/>
                  </a:cubicBezTo>
                  <a:cubicBezTo>
                    <a:pt x="12503" y="12627"/>
                    <a:pt x="12474" y="12636"/>
                    <a:pt x="12448" y="12636"/>
                  </a:cubicBezTo>
                  <a:cubicBezTo>
                    <a:pt x="12388" y="12636"/>
                    <a:pt x="12336" y="12592"/>
                    <a:pt x="12341" y="12474"/>
                  </a:cubicBezTo>
                  <a:cubicBezTo>
                    <a:pt x="12260" y="12344"/>
                    <a:pt x="12187" y="12215"/>
                    <a:pt x="12268" y="12166"/>
                  </a:cubicBezTo>
                  <a:cubicBezTo>
                    <a:pt x="12293" y="12109"/>
                    <a:pt x="12252" y="12044"/>
                    <a:pt x="12195" y="12044"/>
                  </a:cubicBezTo>
                  <a:cubicBezTo>
                    <a:pt x="12074" y="12020"/>
                    <a:pt x="12041" y="11955"/>
                    <a:pt x="12009" y="11720"/>
                  </a:cubicBezTo>
                  <a:cubicBezTo>
                    <a:pt x="11987" y="11431"/>
                    <a:pt x="11980" y="11340"/>
                    <a:pt x="11925" y="11340"/>
                  </a:cubicBezTo>
                  <a:cubicBezTo>
                    <a:pt x="11900" y="11340"/>
                    <a:pt x="11865" y="11360"/>
                    <a:pt x="11814" y="11388"/>
                  </a:cubicBezTo>
                  <a:cubicBezTo>
                    <a:pt x="11779" y="11411"/>
                    <a:pt x="11742" y="11434"/>
                    <a:pt x="11726" y="11434"/>
                  </a:cubicBezTo>
                  <a:cubicBezTo>
                    <a:pt x="11708" y="11434"/>
                    <a:pt x="11715" y="11407"/>
                    <a:pt x="11774" y="11323"/>
                  </a:cubicBezTo>
                  <a:cubicBezTo>
                    <a:pt x="11814" y="11209"/>
                    <a:pt x="11701" y="11193"/>
                    <a:pt x="11547" y="11104"/>
                  </a:cubicBezTo>
                  <a:cubicBezTo>
                    <a:pt x="11537" y="11103"/>
                    <a:pt x="11527" y="11102"/>
                    <a:pt x="11516" y="11102"/>
                  </a:cubicBezTo>
                  <a:cubicBezTo>
                    <a:pt x="11400" y="11102"/>
                    <a:pt x="11264" y="11181"/>
                    <a:pt x="11190" y="11226"/>
                  </a:cubicBezTo>
                  <a:cubicBezTo>
                    <a:pt x="11124" y="11267"/>
                    <a:pt x="11087" y="11291"/>
                    <a:pt x="11065" y="11291"/>
                  </a:cubicBezTo>
                  <a:cubicBezTo>
                    <a:pt x="11036" y="11291"/>
                    <a:pt x="11036" y="11247"/>
                    <a:pt x="11036" y="11144"/>
                  </a:cubicBezTo>
                  <a:cubicBezTo>
                    <a:pt x="11003" y="11063"/>
                    <a:pt x="11036" y="10966"/>
                    <a:pt x="11117" y="10917"/>
                  </a:cubicBezTo>
                  <a:cubicBezTo>
                    <a:pt x="11130" y="10904"/>
                    <a:pt x="11148" y="10897"/>
                    <a:pt x="11166" y="10897"/>
                  </a:cubicBezTo>
                  <a:cubicBezTo>
                    <a:pt x="11191" y="10897"/>
                    <a:pt x="11216" y="10910"/>
                    <a:pt x="11230" y="10934"/>
                  </a:cubicBezTo>
                  <a:lnTo>
                    <a:pt x="11271" y="10999"/>
                  </a:lnTo>
                  <a:cubicBezTo>
                    <a:pt x="11344" y="10958"/>
                    <a:pt x="11425" y="10909"/>
                    <a:pt x="11344" y="10780"/>
                  </a:cubicBezTo>
                  <a:cubicBezTo>
                    <a:pt x="11375" y="10686"/>
                    <a:pt x="11358" y="10626"/>
                    <a:pt x="11311" y="10626"/>
                  </a:cubicBezTo>
                  <a:cubicBezTo>
                    <a:pt x="11298" y="10626"/>
                    <a:pt x="11281" y="10631"/>
                    <a:pt x="11263" y="10642"/>
                  </a:cubicBezTo>
                  <a:cubicBezTo>
                    <a:pt x="11303" y="10528"/>
                    <a:pt x="11222" y="10399"/>
                    <a:pt x="11133" y="10261"/>
                  </a:cubicBezTo>
                  <a:cubicBezTo>
                    <a:pt x="11052" y="10131"/>
                    <a:pt x="10914" y="9928"/>
                    <a:pt x="10947" y="9815"/>
                  </a:cubicBezTo>
                  <a:cubicBezTo>
                    <a:pt x="10877" y="9708"/>
                    <a:pt x="10833" y="9645"/>
                    <a:pt x="10782" y="9645"/>
                  </a:cubicBezTo>
                  <a:cubicBezTo>
                    <a:pt x="10767" y="9645"/>
                    <a:pt x="10752" y="9650"/>
                    <a:pt x="10736" y="9661"/>
                  </a:cubicBezTo>
                  <a:cubicBezTo>
                    <a:pt x="10678" y="9702"/>
                    <a:pt x="10636" y="9717"/>
                    <a:pt x="10610" y="9717"/>
                  </a:cubicBezTo>
                  <a:cubicBezTo>
                    <a:pt x="10570" y="9717"/>
                    <a:pt x="10570" y="9682"/>
                    <a:pt x="10614" y="9653"/>
                  </a:cubicBezTo>
                  <a:cubicBezTo>
                    <a:pt x="10732" y="9488"/>
                    <a:pt x="10179" y="8620"/>
                    <a:pt x="9953" y="8620"/>
                  </a:cubicBezTo>
                  <a:cubicBezTo>
                    <a:pt x="9946" y="8620"/>
                    <a:pt x="9939" y="8621"/>
                    <a:pt x="9933" y="8623"/>
                  </a:cubicBezTo>
                  <a:cubicBezTo>
                    <a:pt x="9933" y="8623"/>
                    <a:pt x="9885" y="8558"/>
                    <a:pt x="9828" y="8493"/>
                  </a:cubicBezTo>
                  <a:cubicBezTo>
                    <a:pt x="9788" y="8309"/>
                    <a:pt x="9430" y="7942"/>
                    <a:pt x="9297" y="7942"/>
                  </a:cubicBezTo>
                  <a:cubicBezTo>
                    <a:pt x="9295" y="7942"/>
                    <a:pt x="9294" y="7942"/>
                    <a:pt x="9293" y="7942"/>
                  </a:cubicBezTo>
                  <a:lnTo>
                    <a:pt x="9106" y="7772"/>
                  </a:lnTo>
                  <a:cubicBezTo>
                    <a:pt x="9055" y="7605"/>
                    <a:pt x="8992" y="7542"/>
                    <a:pt x="8892" y="7542"/>
                  </a:cubicBezTo>
                  <a:cubicBezTo>
                    <a:pt x="8880" y="7542"/>
                    <a:pt x="8868" y="7543"/>
                    <a:pt x="8855" y="7545"/>
                  </a:cubicBezTo>
                  <a:cubicBezTo>
                    <a:pt x="8764" y="7550"/>
                    <a:pt x="8709" y="7588"/>
                    <a:pt x="8704" y="7588"/>
                  </a:cubicBezTo>
                  <a:cubicBezTo>
                    <a:pt x="8701" y="7588"/>
                    <a:pt x="8708" y="7581"/>
                    <a:pt x="8725" y="7561"/>
                  </a:cubicBezTo>
                  <a:cubicBezTo>
                    <a:pt x="8790" y="7488"/>
                    <a:pt x="8652" y="7374"/>
                    <a:pt x="8376" y="7172"/>
                  </a:cubicBezTo>
                  <a:cubicBezTo>
                    <a:pt x="8217" y="7057"/>
                    <a:pt x="8147" y="7008"/>
                    <a:pt x="8119" y="7008"/>
                  </a:cubicBezTo>
                  <a:cubicBezTo>
                    <a:pt x="8098" y="7008"/>
                    <a:pt x="8102" y="7038"/>
                    <a:pt x="8109" y="7091"/>
                  </a:cubicBezTo>
                  <a:cubicBezTo>
                    <a:pt x="7776" y="6977"/>
                    <a:pt x="7817" y="6904"/>
                    <a:pt x="7866" y="6831"/>
                  </a:cubicBezTo>
                  <a:cubicBezTo>
                    <a:pt x="7970" y="6765"/>
                    <a:pt x="7958" y="6704"/>
                    <a:pt x="7887" y="6704"/>
                  </a:cubicBezTo>
                  <a:cubicBezTo>
                    <a:pt x="7837" y="6704"/>
                    <a:pt x="7758" y="6734"/>
                    <a:pt x="7671" y="6815"/>
                  </a:cubicBezTo>
                  <a:cubicBezTo>
                    <a:pt x="7611" y="6855"/>
                    <a:pt x="7553" y="6871"/>
                    <a:pt x="7506" y="6871"/>
                  </a:cubicBezTo>
                  <a:cubicBezTo>
                    <a:pt x="7421" y="6871"/>
                    <a:pt x="7369" y="6819"/>
                    <a:pt x="7395" y="6766"/>
                  </a:cubicBezTo>
                  <a:cubicBezTo>
                    <a:pt x="7416" y="6732"/>
                    <a:pt x="7441" y="6720"/>
                    <a:pt x="7469" y="6720"/>
                  </a:cubicBezTo>
                  <a:cubicBezTo>
                    <a:pt x="7507" y="6720"/>
                    <a:pt x="7551" y="6743"/>
                    <a:pt x="7598" y="6766"/>
                  </a:cubicBezTo>
                  <a:lnTo>
                    <a:pt x="7687" y="6612"/>
                  </a:lnTo>
                  <a:cubicBezTo>
                    <a:pt x="7645" y="6591"/>
                    <a:pt x="7624" y="6581"/>
                    <a:pt x="7597" y="6581"/>
                  </a:cubicBezTo>
                  <a:cubicBezTo>
                    <a:pt x="7572" y="6581"/>
                    <a:pt x="7542" y="6589"/>
                    <a:pt x="7485" y="6604"/>
                  </a:cubicBezTo>
                  <a:cubicBezTo>
                    <a:pt x="7452" y="6592"/>
                    <a:pt x="7418" y="6586"/>
                    <a:pt x="7384" y="6586"/>
                  </a:cubicBezTo>
                  <a:cubicBezTo>
                    <a:pt x="7351" y="6586"/>
                    <a:pt x="7318" y="6592"/>
                    <a:pt x="7290" y="6604"/>
                  </a:cubicBezTo>
                  <a:cubicBezTo>
                    <a:pt x="7177" y="6628"/>
                    <a:pt x="7120" y="6742"/>
                    <a:pt x="7160" y="6847"/>
                  </a:cubicBezTo>
                  <a:cubicBezTo>
                    <a:pt x="7176" y="6907"/>
                    <a:pt x="7167" y="6925"/>
                    <a:pt x="7145" y="6925"/>
                  </a:cubicBezTo>
                  <a:cubicBezTo>
                    <a:pt x="7122" y="6925"/>
                    <a:pt x="7084" y="6905"/>
                    <a:pt x="7047" y="6888"/>
                  </a:cubicBezTo>
                  <a:cubicBezTo>
                    <a:pt x="6933" y="6734"/>
                    <a:pt x="6966" y="6653"/>
                    <a:pt x="7087" y="6604"/>
                  </a:cubicBezTo>
                  <a:cubicBezTo>
                    <a:pt x="7102" y="6612"/>
                    <a:pt x="7116" y="6615"/>
                    <a:pt x="7128" y="6615"/>
                  </a:cubicBezTo>
                  <a:cubicBezTo>
                    <a:pt x="7183" y="6615"/>
                    <a:pt x="7216" y="6549"/>
                    <a:pt x="7249" y="6483"/>
                  </a:cubicBezTo>
                  <a:cubicBezTo>
                    <a:pt x="7266" y="6442"/>
                    <a:pt x="7152" y="6414"/>
                    <a:pt x="7016" y="6414"/>
                  </a:cubicBezTo>
                  <a:cubicBezTo>
                    <a:pt x="6882" y="6414"/>
                    <a:pt x="6726" y="6441"/>
                    <a:pt x="6652" y="6513"/>
                  </a:cubicBezTo>
                  <a:lnTo>
                    <a:pt x="6652" y="6513"/>
                  </a:lnTo>
                  <a:cubicBezTo>
                    <a:pt x="6660" y="6492"/>
                    <a:pt x="6670" y="6466"/>
                    <a:pt x="6682" y="6434"/>
                  </a:cubicBezTo>
                  <a:cubicBezTo>
                    <a:pt x="6714" y="6353"/>
                    <a:pt x="6552" y="6272"/>
                    <a:pt x="6374" y="6223"/>
                  </a:cubicBezTo>
                  <a:cubicBezTo>
                    <a:pt x="6280" y="6193"/>
                    <a:pt x="6213" y="6172"/>
                    <a:pt x="6167" y="6172"/>
                  </a:cubicBezTo>
                  <a:cubicBezTo>
                    <a:pt x="6126" y="6172"/>
                    <a:pt x="6102" y="6189"/>
                    <a:pt x="6090" y="6231"/>
                  </a:cubicBezTo>
                  <a:cubicBezTo>
                    <a:pt x="6068" y="6313"/>
                    <a:pt x="6046" y="6387"/>
                    <a:pt x="5974" y="6387"/>
                  </a:cubicBezTo>
                  <a:cubicBezTo>
                    <a:pt x="5967" y="6387"/>
                    <a:pt x="5960" y="6387"/>
                    <a:pt x="5952" y="6385"/>
                  </a:cubicBezTo>
                  <a:lnTo>
                    <a:pt x="5952" y="6385"/>
                  </a:lnTo>
                  <a:cubicBezTo>
                    <a:pt x="6041" y="6401"/>
                    <a:pt x="6017" y="6491"/>
                    <a:pt x="5993" y="6580"/>
                  </a:cubicBezTo>
                  <a:cubicBezTo>
                    <a:pt x="5912" y="6507"/>
                    <a:pt x="5847" y="6434"/>
                    <a:pt x="5782" y="6345"/>
                  </a:cubicBezTo>
                  <a:cubicBezTo>
                    <a:pt x="5652" y="6126"/>
                    <a:pt x="5482" y="5996"/>
                    <a:pt x="5109" y="5964"/>
                  </a:cubicBezTo>
                  <a:cubicBezTo>
                    <a:pt x="4923" y="5939"/>
                    <a:pt x="4639" y="5939"/>
                    <a:pt x="4542" y="5850"/>
                  </a:cubicBezTo>
                  <a:cubicBezTo>
                    <a:pt x="4347" y="5850"/>
                    <a:pt x="4242" y="5866"/>
                    <a:pt x="4250" y="5956"/>
                  </a:cubicBezTo>
                  <a:lnTo>
                    <a:pt x="4047" y="5980"/>
                  </a:lnTo>
                  <a:cubicBezTo>
                    <a:pt x="4004" y="5949"/>
                    <a:pt x="3949" y="5936"/>
                    <a:pt x="3898" y="5936"/>
                  </a:cubicBezTo>
                  <a:cubicBezTo>
                    <a:pt x="3812" y="5936"/>
                    <a:pt x="3737" y="5973"/>
                    <a:pt x="3747" y="6029"/>
                  </a:cubicBezTo>
                  <a:cubicBezTo>
                    <a:pt x="3709" y="6088"/>
                    <a:pt x="3659" y="6099"/>
                    <a:pt x="3606" y="6099"/>
                  </a:cubicBezTo>
                  <a:cubicBezTo>
                    <a:pt x="3577" y="6099"/>
                    <a:pt x="3546" y="6095"/>
                    <a:pt x="3516" y="6095"/>
                  </a:cubicBezTo>
                  <a:cubicBezTo>
                    <a:pt x="3496" y="6095"/>
                    <a:pt x="3475" y="6097"/>
                    <a:pt x="3455" y="6101"/>
                  </a:cubicBezTo>
                  <a:cubicBezTo>
                    <a:pt x="3355" y="6052"/>
                    <a:pt x="3296" y="6023"/>
                    <a:pt x="3274" y="6023"/>
                  </a:cubicBezTo>
                  <a:cubicBezTo>
                    <a:pt x="3242" y="6023"/>
                    <a:pt x="3285" y="6081"/>
                    <a:pt x="3390" y="6215"/>
                  </a:cubicBezTo>
                  <a:cubicBezTo>
                    <a:pt x="3411" y="6284"/>
                    <a:pt x="3568" y="6324"/>
                    <a:pt x="3669" y="6324"/>
                  </a:cubicBezTo>
                  <a:cubicBezTo>
                    <a:pt x="3686" y="6324"/>
                    <a:pt x="3701" y="6323"/>
                    <a:pt x="3715" y="6320"/>
                  </a:cubicBezTo>
                  <a:cubicBezTo>
                    <a:pt x="3804" y="6296"/>
                    <a:pt x="3901" y="6272"/>
                    <a:pt x="3990" y="6264"/>
                  </a:cubicBezTo>
                  <a:lnTo>
                    <a:pt x="3990" y="6264"/>
                  </a:lnTo>
                  <a:cubicBezTo>
                    <a:pt x="3901" y="6304"/>
                    <a:pt x="3812" y="6353"/>
                    <a:pt x="3731" y="6410"/>
                  </a:cubicBezTo>
                  <a:cubicBezTo>
                    <a:pt x="3642" y="6434"/>
                    <a:pt x="3487" y="6556"/>
                    <a:pt x="3520" y="6653"/>
                  </a:cubicBezTo>
                  <a:cubicBezTo>
                    <a:pt x="3528" y="6693"/>
                    <a:pt x="3512" y="6750"/>
                    <a:pt x="3463" y="6766"/>
                  </a:cubicBezTo>
                  <a:lnTo>
                    <a:pt x="3406" y="6596"/>
                  </a:lnTo>
                  <a:cubicBezTo>
                    <a:pt x="3447" y="6499"/>
                    <a:pt x="3455" y="6393"/>
                    <a:pt x="3415" y="6304"/>
                  </a:cubicBezTo>
                  <a:cubicBezTo>
                    <a:pt x="3348" y="6238"/>
                    <a:pt x="3246" y="6205"/>
                    <a:pt x="3161" y="6205"/>
                  </a:cubicBezTo>
                  <a:cubicBezTo>
                    <a:pt x="3060" y="6205"/>
                    <a:pt x="2982" y="6252"/>
                    <a:pt x="3017" y="6345"/>
                  </a:cubicBezTo>
                  <a:cubicBezTo>
                    <a:pt x="2975" y="6360"/>
                    <a:pt x="2955" y="6368"/>
                    <a:pt x="2931" y="6368"/>
                  </a:cubicBezTo>
                  <a:cubicBezTo>
                    <a:pt x="2905" y="6368"/>
                    <a:pt x="2875" y="6358"/>
                    <a:pt x="2806" y="6337"/>
                  </a:cubicBezTo>
                  <a:cubicBezTo>
                    <a:pt x="2796" y="6311"/>
                    <a:pt x="2779" y="6297"/>
                    <a:pt x="2761" y="6297"/>
                  </a:cubicBezTo>
                  <a:cubicBezTo>
                    <a:pt x="2721" y="6297"/>
                    <a:pt x="2674" y="6360"/>
                    <a:pt x="2669" y="6499"/>
                  </a:cubicBezTo>
                  <a:cubicBezTo>
                    <a:pt x="2663" y="6630"/>
                    <a:pt x="2631" y="6693"/>
                    <a:pt x="2563" y="6693"/>
                  </a:cubicBezTo>
                  <a:cubicBezTo>
                    <a:pt x="2526" y="6693"/>
                    <a:pt x="2478" y="6674"/>
                    <a:pt x="2417" y="6637"/>
                  </a:cubicBezTo>
                  <a:cubicBezTo>
                    <a:pt x="2383" y="6627"/>
                    <a:pt x="2348" y="6623"/>
                    <a:pt x="2312" y="6623"/>
                  </a:cubicBezTo>
                  <a:cubicBezTo>
                    <a:pt x="2079" y="6623"/>
                    <a:pt x="1841" y="6808"/>
                    <a:pt x="1890" y="6872"/>
                  </a:cubicBezTo>
                  <a:cubicBezTo>
                    <a:pt x="1996" y="7018"/>
                    <a:pt x="1777" y="7188"/>
                    <a:pt x="1647" y="7188"/>
                  </a:cubicBezTo>
                  <a:cubicBezTo>
                    <a:pt x="1635" y="7185"/>
                    <a:pt x="1623" y="7184"/>
                    <a:pt x="1612" y="7184"/>
                  </a:cubicBezTo>
                  <a:cubicBezTo>
                    <a:pt x="1513" y="7184"/>
                    <a:pt x="1429" y="7274"/>
                    <a:pt x="1436" y="7383"/>
                  </a:cubicBezTo>
                  <a:cubicBezTo>
                    <a:pt x="1414" y="7352"/>
                    <a:pt x="1383" y="7338"/>
                    <a:pt x="1352" y="7338"/>
                  </a:cubicBezTo>
                  <a:cubicBezTo>
                    <a:pt x="1294" y="7338"/>
                    <a:pt x="1236" y="7386"/>
                    <a:pt x="1242" y="7455"/>
                  </a:cubicBezTo>
                  <a:cubicBezTo>
                    <a:pt x="1242" y="7455"/>
                    <a:pt x="1176" y="7521"/>
                    <a:pt x="1286" y="7521"/>
                  </a:cubicBezTo>
                  <a:cubicBezTo>
                    <a:pt x="1293" y="7521"/>
                    <a:pt x="1299" y="7521"/>
                    <a:pt x="1307" y="7520"/>
                  </a:cubicBezTo>
                  <a:lnTo>
                    <a:pt x="1315" y="7780"/>
                  </a:lnTo>
                  <a:cubicBezTo>
                    <a:pt x="1333" y="7757"/>
                    <a:pt x="1352" y="7747"/>
                    <a:pt x="1373" y="7747"/>
                  </a:cubicBezTo>
                  <a:cubicBezTo>
                    <a:pt x="1417" y="7747"/>
                    <a:pt x="1465" y="7790"/>
                    <a:pt x="1509" y="7828"/>
                  </a:cubicBezTo>
                  <a:cubicBezTo>
                    <a:pt x="1574" y="7885"/>
                    <a:pt x="1290" y="8088"/>
                    <a:pt x="950" y="8096"/>
                  </a:cubicBezTo>
                  <a:cubicBezTo>
                    <a:pt x="869" y="8112"/>
                    <a:pt x="779" y="8128"/>
                    <a:pt x="698" y="8161"/>
                  </a:cubicBezTo>
                  <a:lnTo>
                    <a:pt x="852" y="8258"/>
                  </a:lnTo>
                  <a:cubicBezTo>
                    <a:pt x="806" y="8324"/>
                    <a:pt x="765" y="8391"/>
                    <a:pt x="712" y="8391"/>
                  </a:cubicBezTo>
                  <a:cubicBezTo>
                    <a:pt x="700" y="8391"/>
                    <a:pt x="687" y="8387"/>
                    <a:pt x="674" y="8380"/>
                  </a:cubicBezTo>
                  <a:cubicBezTo>
                    <a:pt x="640" y="8359"/>
                    <a:pt x="620" y="8347"/>
                    <a:pt x="605" y="8347"/>
                  </a:cubicBezTo>
                  <a:cubicBezTo>
                    <a:pt x="584" y="8347"/>
                    <a:pt x="572" y="8369"/>
                    <a:pt x="544" y="8420"/>
                  </a:cubicBezTo>
                  <a:cubicBezTo>
                    <a:pt x="544" y="8420"/>
                    <a:pt x="496" y="8509"/>
                    <a:pt x="577" y="8550"/>
                  </a:cubicBezTo>
                  <a:cubicBezTo>
                    <a:pt x="739" y="8631"/>
                    <a:pt x="739" y="8631"/>
                    <a:pt x="617" y="8680"/>
                  </a:cubicBezTo>
                  <a:cubicBezTo>
                    <a:pt x="415" y="8696"/>
                    <a:pt x="366" y="8793"/>
                    <a:pt x="496" y="8955"/>
                  </a:cubicBezTo>
                  <a:cubicBezTo>
                    <a:pt x="666" y="9020"/>
                    <a:pt x="666" y="9012"/>
                    <a:pt x="463" y="9045"/>
                  </a:cubicBezTo>
                  <a:cubicBezTo>
                    <a:pt x="452" y="9043"/>
                    <a:pt x="441" y="9042"/>
                    <a:pt x="430" y="9042"/>
                  </a:cubicBezTo>
                  <a:cubicBezTo>
                    <a:pt x="343" y="9042"/>
                    <a:pt x="257" y="9097"/>
                    <a:pt x="228" y="9191"/>
                  </a:cubicBezTo>
                  <a:lnTo>
                    <a:pt x="317" y="9215"/>
                  </a:lnTo>
                  <a:cubicBezTo>
                    <a:pt x="496" y="9272"/>
                    <a:pt x="455" y="9353"/>
                    <a:pt x="350" y="9434"/>
                  </a:cubicBezTo>
                  <a:cubicBezTo>
                    <a:pt x="342" y="9432"/>
                    <a:pt x="334" y="9431"/>
                    <a:pt x="327" y="9431"/>
                  </a:cubicBezTo>
                  <a:cubicBezTo>
                    <a:pt x="257" y="9431"/>
                    <a:pt x="241" y="9542"/>
                    <a:pt x="293" y="9742"/>
                  </a:cubicBezTo>
                  <a:cubicBezTo>
                    <a:pt x="262" y="9937"/>
                    <a:pt x="268" y="10042"/>
                    <a:pt x="189" y="10042"/>
                  </a:cubicBezTo>
                  <a:cubicBezTo>
                    <a:pt x="186" y="10042"/>
                    <a:pt x="183" y="10042"/>
                    <a:pt x="180" y="10042"/>
                  </a:cubicBezTo>
                  <a:cubicBezTo>
                    <a:pt x="140" y="10040"/>
                    <a:pt x="109" y="10039"/>
                    <a:pt x="86" y="10039"/>
                  </a:cubicBezTo>
                  <a:cubicBezTo>
                    <a:pt x="1" y="10039"/>
                    <a:pt x="31" y="10058"/>
                    <a:pt x="171" y="10147"/>
                  </a:cubicBezTo>
                  <a:cubicBezTo>
                    <a:pt x="261" y="10261"/>
                    <a:pt x="252" y="10253"/>
                    <a:pt x="180" y="10472"/>
                  </a:cubicBezTo>
                  <a:cubicBezTo>
                    <a:pt x="98" y="10593"/>
                    <a:pt x="98" y="10593"/>
                    <a:pt x="204" y="10690"/>
                  </a:cubicBezTo>
                  <a:cubicBezTo>
                    <a:pt x="382" y="10666"/>
                    <a:pt x="471" y="10650"/>
                    <a:pt x="463" y="10553"/>
                  </a:cubicBezTo>
                  <a:cubicBezTo>
                    <a:pt x="455" y="10455"/>
                    <a:pt x="455" y="10455"/>
                    <a:pt x="544" y="10447"/>
                  </a:cubicBezTo>
                  <a:cubicBezTo>
                    <a:pt x="544" y="10447"/>
                    <a:pt x="552" y="10545"/>
                    <a:pt x="561" y="10642"/>
                  </a:cubicBezTo>
                  <a:cubicBezTo>
                    <a:pt x="577" y="10772"/>
                    <a:pt x="634" y="10901"/>
                    <a:pt x="731" y="10999"/>
                  </a:cubicBezTo>
                  <a:cubicBezTo>
                    <a:pt x="787" y="11061"/>
                    <a:pt x="848" y="11088"/>
                    <a:pt x="893" y="11088"/>
                  </a:cubicBezTo>
                  <a:cubicBezTo>
                    <a:pt x="958" y="11088"/>
                    <a:pt x="986" y="11032"/>
                    <a:pt x="909" y="10950"/>
                  </a:cubicBezTo>
                  <a:lnTo>
                    <a:pt x="974" y="10836"/>
                  </a:lnTo>
                  <a:cubicBezTo>
                    <a:pt x="1208" y="10780"/>
                    <a:pt x="1206" y="10667"/>
                    <a:pt x="1023" y="10667"/>
                  </a:cubicBezTo>
                  <a:cubicBezTo>
                    <a:pt x="997" y="10667"/>
                    <a:pt x="967" y="10669"/>
                    <a:pt x="934" y="10674"/>
                  </a:cubicBezTo>
                  <a:cubicBezTo>
                    <a:pt x="835" y="10692"/>
                    <a:pt x="771" y="10702"/>
                    <a:pt x="739" y="10702"/>
                  </a:cubicBezTo>
                  <a:cubicBezTo>
                    <a:pt x="686" y="10702"/>
                    <a:pt x="724" y="10673"/>
                    <a:pt x="836" y="10601"/>
                  </a:cubicBezTo>
                  <a:cubicBezTo>
                    <a:pt x="1015" y="10577"/>
                    <a:pt x="1007" y="10496"/>
                    <a:pt x="998" y="10415"/>
                  </a:cubicBezTo>
                  <a:cubicBezTo>
                    <a:pt x="990" y="10334"/>
                    <a:pt x="990" y="10334"/>
                    <a:pt x="1079" y="10326"/>
                  </a:cubicBezTo>
                  <a:cubicBezTo>
                    <a:pt x="1169" y="10318"/>
                    <a:pt x="1242" y="10261"/>
                    <a:pt x="1258" y="10172"/>
                  </a:cubicBezTo>
                  <a:cubicBezTo>
                    <a:pt x="1266" y="10099"/>
                    <a:pt x="1266" y="10099"/>
                    <a:pt x="1177" y="10090"/>
                  </a:cubicBezTo>
                  <a:cubicBezTo>
                    <a:pt x="1158" y="10106"/>
                    <a:pt x="1143" y="10113"/>
                    <a:pt x="1133" y="10113"/>
                  </a:cubicBezTo>
                  <a:cubicBezTo>
                    <a:pt x="1089" y="10113"/>
                    <a:pt x="1124" y="9998"/>
                    <a:pt x="1274" y="9953"/>
                  </a:cubicBezTo>
                  <a:cubicBezTo>
                    <a:pt x="1371" y="9888"/>
                    <a:pt x="1371" y="9888"/>
                    <a:pt x="1193" y="9863"/>
                  </a:cubicBezTo>
                  <a:cubicBezTo>
                    <a:pt x="1015" y="9847"/>
                    <a:pt x="1047" y="9677"/>
                    <a:pt x="1234" y="9645"/>
                  </a:cubicBezTo>
                  <a:cubicBezTo>
                    <a:pt x="1242" y="9588"/>
                    <a:pt x="1258" y="9539"/>
                    <a:pt x="1274" y="9491"/>
                  </a:cubicBezTo>
                  <a:cubicBezTo>
                    <a:pt x="1298" y="9426"/>
                    <a:pt x="1209" y="9393"/>
                    <a:pt x="1128" y="9369"/>
                  </a:cubicBezTo>
                  <a:cubicBezTo>
                    <a:pt x="950" y="9312"/>
                    <a:pt x="950" y="9312"/>
                    <a:pt x="1063" y="9263"/>
                  </a:cubicBezTo>
                  <a:cubicBezTo>
                    <a:pt x="1103" y="9244"/>
                    <a:pt x="1142" y="9233"/>
                    <a:pt x="1181" y="9233"/>
                  </a:cubicBezTo>
                  <a:cubicBezTo>
                    <a:pt x="1207" y="9233"/>
                    <a:pt x="1232" y="9238"/>
                    <a:pt x="1258" y="9247"/>
                  </a:cubicBezTo>
                  <a:cubicBezTo>
                    <a:pt x="1273" y="9253"/>
                    <a:pt x="1286" y="9255"/>
                    <a:pt x="1298" y="9255"/>
                  </a:cubicBezTo>
                  <a:cubicBezTo>
                    <a:pt x="1356" y="9255"/>
                    <a:pt x="1377" y="9196"/>
                    <a:pt x="1404" y="9142"/>
                  </a:cubicBezTo>
                  <a:cubicBezTo>
                    <a:pt x="1436" y="9069"/>
                    <a:pt x="1501" y="8931"/>
                    <a:pt x="1420" y="8891"/>
                  </a:cubicBezTo>
                  <a:lnTo>
                    <a:pt x="1420" y="8891"/>
                  </a:lnTo>
                  <a:lnTo>
                    <a:pt x="1501" y="8931"/>
                  </a:lnTo>
                  <a:cubicBezTo>
                    <a:pt x="1542" y="8866"/>
                    <a:pt x="1623" y="8915"/>
                    <a:pt x="1542" y="8866"/>
                  </a:cubicBezTo>
                  <a:cubicBezTo>
                    <a:pt x="1590" y="8801"/>
                    <a:pt x="1663" y="8753"/>
                    <a:pt x="1736" y="8720"/>
                  </a:cubicBezTo>
                  <a:cubicBezTo>
                    <a:pt x="1873" y="8663"/>
                    <a:pt x="1888" y="8433"/>
                    <a:pt x="1686" y="8433"/>
                  </a:cubicBezTo>
                  <a:cubicBezTo>
                    <a:pt x="1660" y="8433"/>
                    <a:pt x="1631" y="8436"/>
                    <a:pt x="1598" y="8445"/>
                  </a:cubicBezTo>
                  <a:cubicBezTo>
                    <a:pt x="1611" y="8428"/>
                    <a:pt x="1627" y="8407"/>
                    <a:pt x="1647" y="8380"/>
                  </a:cubicBezTo>
                  <a:cubicBezTo>
                    <a:pt x="1696" y="8315"/>
                    <a:pt x="1623" y="8258"/>
                    <a:pt x="1623" y="8258"/>
                  </a:cubicBezTo>
                  <a:cubicBezTo>
                    <a:pt x="1550" y="8209"/>
                    <a:pt x="1598" y="8137"/>
                    <a:pt x="1655" y="8072"/>
                  </a:cubicBezTo>
                  <a:lnTo>
                    <a:pt x="1793" y="8193"/>
                  </a:lnTo>
                  <a:cubicBezTo>
                    <a:pt x="1866" y="8295"/>
                    <a:pt x="1938" y="8343"/>
                    <a:pt x="1983" y="8343"/>
                  </a:cubicBezTo>
                  <a:cubicBezTo>
                    <a:pt x="2039" y="8343"/>
                    <a:pt x="2052" y="8271"/>
                    <a:pt x="1971" y="8137"/>
                  </a:cubicBezTo>
                  <a:lnTo>
                    <a:pt x="1971" y="8137"/>
                  </a:lnTo>
                  <a:lnTo>
                    <a:pt x="2036" y="8201"/>
                  </a:lnTo>
                  <a:cubicBezTo>
                    <a:pt x="2054" y="8219"/>
                    <a:pt x="2070" y="8227"/>
                    <a:pt x="2085" y="8227"/>
                  </a:cubicBezTo>
                  <a:cubicBezTo>
                    <a:pt x="2127" y="8227"/>
                    <a:pt x="2161" y="8164"/>
                    <a:pt x="2190" y="8039"/>
                  </a:cubicBezTo>
                  <a:cubicBezTo>
                    <a:pt x="2247" y="7991"/>
                    <a:pt x="2182" y="7804"/>
                    <a:pt x="2125" y="7731"/>
                  </a:cubicBezTo>
                  <a:cubicBezTo>
                    <a:pt x="2093" y="7699"/>
                    <a:pt x="2093" y="7642"/>
                    <a:pt x="2125" y="7610"/>
                  </a:cubicBezTo>
                  <a:cubicBezTo>
                    <a:pt x="2156" y="7583"/>
                    <a:pt x="2172" y="7569"/>
                    <a:pt x="2186" y="7569"/>
                  </a:cubicBezTo>
                  <a:cubicBezTo>
                    <a:pt x="2203" y="7569"/>
                    <a:pt x="2217" y="7587"/>
                    <a:pt x="2247" y="7626"/>
                  </a:cubicBezTo>
                  <a:cubicBezTo>
                    <a:pt x="2286" y="7673"/>
                    <a:pt x="2325" y="7694"/>
                    <a:pt x="2359" y="7694"/>
                  </a:cubicBezTo>
                  <a:cubicBezTo>
                    <a:pt x="2425" y="7694"/>
                    <a:pt x="2468" y="7613"/>
                    <a:pt x="2442" y="7480"/>
                  </a:cubicBezTo>
                  <a:lnTo>
                    <a:pt x="2442" y="7480"/>
                  </a:lnTo>
                  <a:lnTo>
                    <a:pt x="2498" y="7561"/>
                  </a:lnTo>
                  <a:cubicBezTo>
                    <a:pt x="2519" y="7588"/>
                    <a:pt x="2546" y="7607"/>
                    <a:pt x="2585" y="7607"/>
                  </a:cubicBezTo>
                  <a:cubicBezTo>
                    <a:pt x="2652" y="7607"/>
                    <a:pt x="2757" y="7551"/>
                    <a:pt x="2936" y="7383"/>
                  </a:cubicBezTo>
                  <a:cubicBezTo>
                    <a:pt x="3133" y="7279"/>
                    <a:pt x="3300" y="7207"/>
                    <a:pt x="3392" y="7207"/>
                  </a:cubicBezTo>
                  <a:cubicBezTo>
                    <a:pt x="3429" y="7207"/>
                    <a:pt x="3454" y="7219"/>
                    <a:pt x="3463" y="7245"/>
                  </a:cubicBezTo>
                  <a:cubicBezTo>
                    <a:pt x="3467" y="7257"/>
                    <a:pt x="3475" y="7262"/>
                    <a:pt x="3485" y="7262"/>
                  </a:cubicBezTo>
                  <a:cubicBezTo>
                    <a:pt x="3550" y="7262"/>
                    <a:pt x="3723" y="7031"/>
                    <a:pt x="3828" y="6856"/>
                  </a:cubicBezTo>
                  <a:cubicBezTo>
                    <a:pt x="3841" y="6902"/>
                    <a:pt x="3866" y="6915"/>
                    <a:pt x="3911" y="6915"/>
                  </a:cubicBezTo>
                  <a:cubicBezTo>
                    <a:pt x="3952" y="6915"/>
                    <a:pt x="4010" y="6904"/>
                    <a:pt x="4087" y="6896"/>
                  </a:cubicBezTo>
                  <a:cubicBezTo>
                    <a:pt x="4174" y="6884"/>
                    <a:pt x="4228" y="6877"/>
                    <a:pt x="4263" y="6877"/>
                  </a:cubicBezTo>
                  <a:cubicBezTo>
                    <a:pt x="4324" y="6877"/>
                    <a:pt x="4326" y="6899"/>
                    <a:pt x="4331" y="6961"/>
                  </a:cubicBezTo>
                  <a:cubicBezTo>
                    <a:pt x="4303" y="7052"/>
                    <a:pt x="4287" y="7099"/>
                    <a:pt x="4294" y="7099"/>
                  </a:cubicBezTo>
                  <a:cubicBezTo>
                    <a:pt x="4301" y="7099"/>
                    <a:pt x="4333" y="7048"/>
                    <a:pt x="4404" y="6945"/>
                  </a:cubicBezTo>
                  <a:cubicBezTo>
                    <a:pt x="4432" y="6877"/>
                    <a:pt x="4484" y="6847"/>
                    <a:pt x="4538" y="6847"/>
                  </a:cubicBezTo>
                  <a:cubicBezTo>
                    <a:pt x="4626" y="6847"/>
                    <a:pt x="4717" y="6924"/>
                    <a:pt x="4712" y="7034"/>
                  </a:cubicBezTo>
                  <a:cubicBezTo>
                    <a:pt x="4712" y="7123"/>
                    <a:pt x="4785" y="7123"/>
                    <a:pt x="4931" y="7139"/>
                  </a:cubicBezTo>
                  <a:cubicBezTo>
                    <a:pt x="4978" y="7087"/>
                    <a:pt x="5048" y="7068"/>
                    <a:pt x="5128" y="7068"/>
                  </a:cubicBezTo>
                  <a:cubicBezTo>
                    <a:pt x="5183" y="7068"/>
                    <a:pt x="5244" y="7077"/>
                    <a:pt x="5304" y="7091"/>
                  </a:cubicBezTo>
                  <a:cubicBezTo>
                    <a:pt x="5377" y="7101"/>
                    <a:pt x="5426" y="7109"/>
                    <a:pt x="5461" y="7109"/>
                  </a:cubicBezTo>
                  <a:cubicBezTo>
                    <a:pt x="5534" y="7109"/>
                    <a:pt x="5541" y="7074"/>
                    <a:pt x="5563" y="6953"/>
                  </a:cubicBezTo>
                  <a:cubicBezTo>
                    <a:pt x="5590" y="6836"/>
                    <a:pt x="5630" y="6803"/>
                    <a:pt x="5700" y="6803"/>
                  </a:cubicBezTo>
                  <a:cubicBezTo>
                    <a:pt x="5737" y="6803"/>
                    <a:pt x="5783" y="6812"/>
                    <a:pt x="5839" y="6823"/>
                  </a:cubicBezTo>
                  <a:cubicBezTo>
                    <a:pt x="5920" y="6839"/>
                    <a:pt x="5993" y="6872"/>
                    <a:pt x="5968" y="6961"/>
                  </a:cubicBezTo>
                  <a:cubicBezTo>
                    <a:pt x="5968" y="6961"/>
                    <a:pt x="6017" y="7066"/>
                    <a:pt x="6090" y="7091"/>
                  </a:cubicBezTo>
                  <a:cubicBezTo>
                    <a:pt x="6163" y="7115"/>
                    <a:pt x="6236" y="7139"/>
                    <a:pt x="6204" y="7228"/>
                  </a:cubicBezTo>
                  <a:cubicBezTo>
                    <a:pt x="6236" y="7301"/>
                    <a:pt x="6301" y="7366"/>
                    <a:pt x="6382" y="7391"/>
                  </a:cubicBezTo>
                  <a:cubicBezTo>
                    <a:pt x="6520" y="7447"/>
                    <a:pt x="6658" y="7520"/>
                    <a:pt x="6617" y="7593"/>
                  </a:cubicBezTo>
                  <a:cubicBezTo>
                    <a:pt x="6642" y="7606"/>
                    <a:pt x="6658" y="7614"/>
                    <a:pt x="6669" y="7614"/>
                  </a:cubicBezTo>
                  <a:cubicBezTo>
                    <a:pt x="6688" y="7614"/>
                    <a:pt x="6698" y="7594"/>
                    <a:pt x="6722" y="7545"/>
                  </a:cubicBezTo>
                  <a:cubicBezTo>
                    <a:pt x="6741" y="7507"/>
                    <a:pt x="6775" y="7477"/>
                    <a:pt x="6828" y="7477"/>
                  </a:cubicBezTo>
                  <a:cubicBezTo>
                    <a:pt x="6890" y="7477"/>
                    <a:pt x="6977" y="7519"/>
                    <a:pt x="7095" y="7642"/>
                  </a:cubicBezTo>
                  <a:cubicBezTo>
                    <a:pt x="7203" y="7699"/>
                    <a:pt x="7341" y="7786"/>
                    <a:pt x="7419" y="7786"/>
                  </a:cubicBezTo>
                  <a:cubicBezTo>
                    <a:pt x="7441" y="7786"/>
                    <a:pt x="7458" y="7779"/>
                    <a:pt x="7468" y="7764"/>
                  </a:cubicBezTo>
                  <a:cubicBezTo>
                    <a:pt x="7533" y="7804"/>
                    <a:pt x="7533" y="7804"/>
                    <a:pt x="7485" y="7877"/>
                  </a:cubicBezTo>
                  <a:cubicBezTo>
                    <a:pt x="7408" y="7998"/>
                    <a:pt x="7462" y="8074"/>
                    <a:pt x="7601" y="8074"/>
                  </a:cubicBezTo>
                  <a:cubicBezTo>
                    <a:pt x="7640" y="8074"/>
                    <a:pt x="7685" y="8068"/>
                    <a:pt x="7736" y="8055"/>
                  </a:cubicBezTo>
                  <a:cubicBezTo>
                    <a:pt x="7752" y="8028"/>
                    <a:pt x="7771" y="8016"/>
                    <a:pt x="7788" y="8016"/>
                  </a:cubicBezTo>
                  <a:cubicBezTo>
                    <a:pt x="7822" y="8016"/>
                    <a:pt x="7852" y="8064"/>
                    <a:pt x="7858" y="8145"/>
                  </a:cubicBezTo>
                  <a:cubicBezTo>
                    <a:pt x="7890" y="8166"/>
                    <a:pt x="7930" y="8177"/>
                    <a:pt x="7969" y="8177"/>
                  </a:cubicBezTo>
                  <a:cubicBezTo>
                    <a:pt x="7989" y="8177"/>
                    <a:pt x="8009" y="8174"/>
                    <a:pt x="8028" y="8169"/>
                  </a:cubicBezTo>
                  <a:cubicBezTo>
                    <a:pt x="8062" y="8162"/>
                    <a:pt x="8086" y="8157"/>
                    <a:pt x="8105" y="8157"/>
                  </a:cubicBezTo>
                  <a:cubicBezTo>
                    <a:pt x="8154" y="8157"/>
                    <a:pt x="8165" y="8190"/>
                    <a:pt x="8206" y="8307"/>
                  </a:cubicBezTo>
                  <a:cubicBezTo>
                    <a:pt x="8149" y="8380"/>
                    <a:pt x="8206" y="8428"/>
                    <a:pt x="8263" y="8477"/>
                  </a:cubicBezTo>
                  <a:cubicBezTo>
                    <a:pt x="8441" y="8501"/>
                    <a:pt x="9041" y="9101"/>
                    <a:pt x="9009" y="9223"/>
                  </a:cubicBezTo>
                  <a:cubicBezTo>
                    <a:pt x="9042" y="9221"/>
                    <a:pt x="9066" y="9219"/>
                    <a:pt x="9085" y="9219"/>
                  </a:cubicBezTo>
                  <a:cubicBezTo>
                    <a:pt x="9134" y="9219"/>
                    <a:pt x="9144" y="9230"/>
                    <a:pt x="9179" y="9272"/>
                  </a:cubicBezTo>
                  <a:cubicBezTo>
                    <a:pt x="9130" y="9371"/>
                    <a:pt x="9143" y="9415"/>
                    <a:pt x="9189" y="9415"/>
                  </a:cubicBezTo>
                  <a:cubicBezTo>
                    <a:pt x="9226" y="9415"/>
                    <a:pt x="9285" y="9387"/>
                    <a:pt x="9349" y="9336"/>
                  </a:cubicBezTo>
                  <a:lnTo>
                    <a:pt x="9301" y="9272"/>
                  </a:lnTo>
                  <a:lnTo>
                    <a:pt x="9244" y="9215"/>
                  </a:lnTo>
                  <a:cubicBezTo>
                    <a:pt x="9275" y="9188"/>
                    <a:pt x="9306" y="9176"/>
                    <a:pt x="9335" y="9176"/>
                  </a:cubicBezTo>
                  <a:cubicBezTo>
                    <a:pt x="9433" y="9176"/>
                    <a:pt x="9489" y="9318"/>
                    <a:pt x="9325" y="9450"/>
                  </a:cubicBezTo>
                  <a:cubicBezTo>
                    <a:pt x="9268" y="9564"/>
                    <a:pt x="9248" y="9602"/>
                    <a:pt x="9288" y="9602"/>
                  </a:cubicBezTo>
                  <a:cubicBezTo>
                    <a:pt x="9312" y="9602"/>
                    <a:pt x="9355" y="9589"/>
                    <a:pt x="9422" y="9572"/>
                  </a:cubicBezTo>
                  <a:cubicBezTo>
                    <a:pt x="9467" y="9558"/>
                    <a:pt x="9503" y="9552"/>
                    <a:pt x="9532" y="9552"/>
                  </a:cubicBezTo>
                  <a:cubicBezTo>
                    <a:pt x="9624" y="9552"/>
                    <a:pt x="9634" y="9620"/>
                    <a:pt x="9560" y="9750"/>
                  </a:cubicBezTo>
                  <a:cubicBezTo>
                    <a:pt x="9473" y="9813"/>
                    <a:pt x="9438" y="9838"/>
                    <a:pt x="9465" y="9838"/>
                  </a:cubicBezTo>
                  <a:cubicBezTo>
                    <a:pt x="9483" y="9838"/>
                    <a:pt x="9530" y="9826"/>
                    <a:pt x="9609" y="9807"/>
                  </a:cubicBezTo>
                  <a:cubicBezTo>
                    <a:pt x="9692" y="9785"/>
                    <a:pt x="9767" y="9776"/>
                    <a:pt x="9830" y="9776"/>
                  </a:cubicBezTo>
                  <a:cubicBezTo>
                    <a:pt x="10058" y="9776"/>
                    <a:pt x="10135" y="9900"/>
                    <a:pt x="9901" y="10058"/>
                  </a:cubicBezTo>
                  <a:cubicBezTo>
                    <a:pt x="9755" y="10163"/>
                    <a:pt x="9722" y="10277"/>
                    <a:pt x="9763" y="10342"/>
                  </a:cubicBezTo>
                  <a:cubicBezTo>
                    <a:pt x="9779" y="10363"/>
                    <a:pt x="9797" y="10371"/>
                    <a:pt x="9817" y="10371"/>
                  </a:cubicBezTo>
                  <a:cubicBezTo>
                    <a:pt x="9859" y="10371"/>
                    <a:pt x="9908" y="10334"/>
                    <a:pt x="9957" y="10301"/>
                  </a:cubicBezTo>
                  <a:cubicBezTo>
                    <a:pt x="9998" y="10236"/>
                    <a:pt x="10030" y="10205"/>
                    <a:pt x="10051" y="10205"/>
                  </a:cubicBezTo>
                  <a:cubicBezTo>
                    <a:pt x="10084" y="10205"/>
                    <a:pt x="10087" y="10283"/>
                    <a:pt x="10047" y="10423"/>
                  </a:cubicBezTo>
                  <a:cubicBezTo>
                    <a:pt x="9941" y="10763"/>
                    <a:pt x="10022" y="10885"/>
                    <a:pt x="10298" y="10982"/>
                  </a:cubicBezTo>
                  <a:cubicBezTo>
                    <a:pt x="10549" y="11108"/>
                    <a:pt x="10676" y="11260"/>
                    <a:pt x="10566" y="11260"/>
                  </a:cubicBezTo>
                  <a:cubicBezTo>
                    <a:pt x="10541" y="11260"/>
                    <a:pt x="10503" y="11252"/>
                    <a:pt x="10452" y="11234"/>
                  </a:cubicBezTo>
                  <a:cubicBezTo>
                    <a:pt x="10361" y="11221"/>
                    <a:pt x="10305" y="11213"/>
                    <a:pt x="10280" y="11213"/>
                  </a:cubicBezTo>
                  <a:cubicBezTo>
                    <a:pt x="10240" y="11213"/>
                    <a:pt x="10277" y="11233"/>
                    <a:pt x="10371" y="11282"/>
                  </a:cubicBezTo>
                  <a:cubicBezTo>
                    <a:pt x="10452" y="11412"/>
                    <a:pt x="10533" y="11542"/>
                    <a:pt x="10566" y="11599"/>
                  </a:cubicBezTo>
                  <a:cubicBezTo>
                    <a:pt x="10601" y="11643"/>
                    <a:pt x="10654" y="11667"/>
                    <a:pt x="10707" y="11667"/>
                  </a:cubicBezTo>
                  <a:cubicBezTo>
                    <a:pt x="10740" y="11667"/>
                    <a:pt x="10773" y="11658"/>
                    <a:pt x="10801" y="11639"/>
                  </a:cubicBezTo>
                  <a:lnTo>
                    <a:pt x="10801" y="11639"/>
                  </a:lnTo>
                  <a:cubicBezTo>
                    <a:pt x="10679" y="11793"/>
                    <a:pt x="10679" y="11971"/>
                    <a:pt x="10914" y="12012"/>
                  </a:cubicBezTo>
                  <a:lnTo>
                    <a:pt x="10987" y="12142"/>
                  </a:lnTo>
                  <a:cubicBezTo>
                    <a:pt x="11028" y="12207"/>
                    <a:pt x="11028" y="12207"/>
                    <a:pt x="11141" y="12223"/>
                  </a:cubicBezTo>
                  <a:cubicBezTo>
                    <a:pt x="11255" y="12239"/>
                    <a:pt x="11214" y="12353"/>
                    <a:pt x="11174" y="12466"/>
                  </a:cubicBezTo>
                  <a:cubicBezTo>
                    <a:pt x="11140" y="12554"/>
                    <a:pt x="11106" y="12648"/>
                    <a:pt x="11143" y="12648"/>
                  </a:cubicBezTo>
                  <a:cubicBezTo>
                    <a:pt x="11150" y="12648"/>
                    <a:pt x="11160" y="12644"/>
                    <a:pt x="11174" y="12636"/>
                  </a:cubicBezTo>
                  <a:cubicBezTo>
                    <a:pt x="11188" y="12628"/>
                    <a:pt x="11205" y="12625"/>
                    <a:pt x="11225" y="12625"/>
                  </a:cubicBezTo>
                  <a:cubicBezTo>
                    <a:pt x="11306" y="12625"/>
                    <a:pt x="11425" y="12680"/>
                    <a:pt x="11522" y="12693"/>
                  </a:cubicBezTo>
                  <a:cubicBezTo>
                    <a:pt x="11628" y="12716"/>
                    <a:pt x="11600" y="12808"/>
                    <a:pt x="11505" y="12808"/>
                  </a:cubicBezTo>
                  <a:cubicBezTo>
                    <a:pt x="11497" y="12808"/>
                    <a:pt x="11490" y="12808"/>
                    <a:pt x="11482" y="12807"/>
                  </a:cubicBezTo>
                  <a:cubicBezTo>
                    <a:pt x="11401" y="12855"/>
                    <a:pt x="11401" y="12855"/>
                    <a:pt x="11401" y="13025"/>
                  </a:cubicBezTo>
                  <a:cubicBezTo>
                    <a:pt x="11428" y="13080"/>
                    <a:pt x="11491" y="13182"/>
                    <a:pt x="11553" y="13182"/>
                  </a:cubicBezTo>
                  <a:cubicBezTo>
                    <a:pt x="11565" y="13182"/>
                    <a:pt x="11576" y="13179"/>
                    <a:pt x="11587" y="13171"/>
                  </a:cubicBezTo>
                  <a:cubicBezTo>
                    <a:pt x="11591" y="13169"/>
                    <a:pt x="11596" y="13168"/>
                    <a:pt x="11600" y="13168"/>
                  </a:cubicBezTo>
                  <a:cubicBezTo>
                    <a:pt x="11690" y="13168"/>
                    <a:pt x="11894" y="13518"/>
                    <a:pt x="11863" y="13625"/>
                  </a:cubicBezTo>
                  <a:cubicBezTo>
                    <a:pt x="11863" y="13625"/>
                    <a:pt x="11895" y="13690"/>
                    <a:pt x="11936" y="13755"/>
                  </a:cubicBezTo>
                  <a:cubicBezTo>
                    <a:pt x="11976" y="13812"/>
                    <a:pt x="12098" y="13828"/>
                    <a:pt x="12138" y="13893"/>
                  </a:cubicBezTo>
                  <a:cubicBezTo>
                    <a:pt x="12171" y="13942"/>
                    <a:pt x="12228" y="13966"/>
                    <a:pt x="12293" y="13966"/>
                  </a:cubicBezTo>
                  <a:cubicBezTo>
                    <a:pt x="12333" y="14031"/>
                    <a:pt x="12374" y="14096"/>
                    <a:pt x="12293" y="14144"/>
                  </a:cubicBezTo>
                  <a:cubicBezTo>
                    <a:pt x="12357" y="14131"/>
                    <a:pt x="12401" y="14122"/>
                    <a:pt x="12426" y="14122"/>
                  </a:cubicBezTo>
                  <a:cubicBezTo>
                    <a:pt x="12475" y="14122"/>
                    <a:pt x="12452" y="14158"/>
                    <a:pt x="12382" y="14266"/>
                  </a:cubicBezTo>
                  <a:cubicBezTo>
                    <a:pt x="12287" y="14331"/>
                    <a:pt x="12250" y="14356"/>
                    <a:pt x="12282" y="14356"/>
                  </a:cubicBezTo>
                  <a:cubicBezTo>
                    <a:pt x="12302" y="14356"/>
                    <a:pt x="12348" y="14346"/>
                    <a:pt x="12422" y="14331"/>
                  </a:cubicBezTo>
                  <a:cubicBezTo>
                    <a:pt x="12536" y="14339"/>
                    <a:pt x="12536" y="14339"/>
                    <a:pt x="12503" y="14452"/>
                  </a:cubicBezTo>
                  <a:cubicBezTo>
                    <a:pt x="12450" y="14494"/>
                    <a:pt x="12457" y="14536"/>
                    <a:pt x="12494" y="14536"/>
                  </a:cubicBezTo>
                  <a:cubicBezTo>
                    <a:pt x="12507" y="14536"/>
                    <a:pt x="12524" y="14530"/>
                    <a:pt x="12544" y="14517"/>
                  </a:cubicBezTo>
                  <a:cubicBezTo>
                    <a:pt x="12573" y="14510"/>
                    <a:pt x="12602" y="14507"/>
                    <a:pt x="12630" y="14507"/>
                  </a:cubicBezTo>
                  <a:cubicBezTo>
                    <a:pt x="12791" y="14507"/>
                    <a:pt x="12919" y="14614"/>
                    <a:pt x="12795" y="14704"/>
                  </a:cubicBezTo>
                  <a:cubicBezTo>
                    <a:pt x="12836" y="14744"/>
                    <a:pt x="12892" y="14769"/>
                    <a:pt x="12957" y="14769"/>
                  </a:cubicBezTo>
                  <a:cubicBezTo>
                    <a:pt x="13035" y="14745"/>
                    <a:pt x="13080" y="14731"/>
                    <a:pt x="13096" y="14731"/>
                  </a:cubicBezTo>
                  <a:cubicBezTo>
                    <a:pt x="13119" y="14731"/>
                    <a:pt x="13083" y="14759"/>
                    <a:pt x="12998" y="14825"/>
                  </a:cubicBezTo>
                  <a:cubicBezTo>
                    <a:pt x="12925" y="14953"/>
                    <a:pt x="12934" y="15017"/>
                    <a:pt x="13022" y="15017"/>
                  </a:cubicBezTo>
                  <a:cubicBezTo>
                    <a:pt x="13051" y="15017"/>
                    <a:pt x="13089" y="15010"/>
                    <a:pt x="13136" y="14996"/>
                  </a:cubicBezTo>
                  <a:cubicBezTo>
                    <a:pt x="13192" y="14996"/>
                    <a:pt x="13241" y="15052"/>
                    <a:pt x="13225" y="15109"/>
                  </a:cubicBezTo>
                  <a:cubicBezTo>
                    <a:pt x="13245" y="15249"/>
                    <a:pt x="13402" y="15543"/>
                    <a:pt x="13503" y="15543"/>
                  </a:cubicBezTo>
                  <a:cubicBezTo>
                    <a:pt x="13524" y="15543"/>
                    <a:pt x="13543" y="15530"/>
                    <a:pt x="13557" y="15498"/>
                  </a:cubicBezTo>
                  <a:lnTo>
                    <a:pt x="13655" y="15604"/>
                  </a:lnTo>
                  <a:cubicBezTo>
                    <a:pt x="13684" y="15756"/>
                    <a:pt x="13732" y="15817"/>
                    <a:pt x="13823" y="15817"/>
                  </a:cubicBezTo>
                  <a:cubicBezTo>
                    <a:pt x="13833" y="15817"/>
                    <a:pt x="13845" y="15816"/>
                    <a:pt x="13857" y="15815"/>
                  </a:cubicBezTo>
                  <a:lnTo>
                    <a:pt x="13979" y="15798"/>
                  </a:lnTo>
                  <a:lnTo>
                    <a:pt x="13979" y="15798"/>
                  </a:lnTo>
                  <a:cubicBezTo>
                    <a:pt x="13914" y="15863"/>
                    <a:pt x="13906" y="15960"/>
                    <a:pt x="13955" y="16033"/>
                  </a:cubicBezTo>
                  <a:cubicBezTo>
                    <a:pt x="13981" y="16056"/>
                    <a:pt x="13995" y="16068"/>
                    <a:pt x="14008" y="16068"/>
                  </a:cubicBezTo>
                  <a:cubicBezTo>
                    <a:pt x="14024" y="16068"/>
                    <a:pt x="14038" y="16052"/>
                    <a:pt x="14068" y="16017"/>
                  </a:cubicBezTo>
                  <a:cubicBezTo>
                    <a:pt x="14072" y="15966"/>
                    <a:pt x="14085" y="15948"/>
                    <a:pt x="14104" y="15948"/>
                  </a:cubicBezTo>
                  <a:cubicBezTo>
                    <a:pt x="14126" y="15948"/>
                    <a:pt x="14155" y="15974"/>
                    <a:pt x="14182" y="16001"/>
                  </a:cubicBezTo>
                  <a:cubicBezTo>
                    <a:pt x="14238" y="16074"/>
                    <a:pt x="14230" y="16171"/>
                    <a:pt x="14174" y="16236"/>
                  </a:cubicBezTo>
                  <a:lnTo>
                    <a:pt x="14230" y="16285"/>
                  </a:lnTo>
                  <a:cubicBezTo>
                    <a:pt x="14285" y="16218"/>
                    <a:pt x="14326" y="16193"/>
                    <a:pt x="14348" y="16193"/>
                  </a:cubicBezTo>
                  <a:cubicBezTo>
                    <a:pt x="14372" y="16193"/>
                    <a:pt x="14373" y="16223"/>
                    <a:pt x="14344" y="16260"/>
                  </a:cubicBezTo>
                  <a:cubicBezTo>
                    <a:pt x="14336" y="16342"/>
                    <a:pt x="14376" y="16423"/>
                    <a:pt x="14449" y="16471"/>
                  </a:cubicBezTo>
                  <a:cubicBezTo>
                    <a:pt x="14464" y="16453"/>
                    <a:pt x="14474" y="16446"/>
                    <a:pt x="14482" y="16446"/>
                  </a:cubicBezTo>
                  <a:cubicBezTo>
                    <a:pt x="14498" y="16446"/>
                    <a:pt x="14495" y="16480"/>
                    <a:pt x="14472" y="16480"/>
                  </a:cubicBezTo>
                  <a:cubicBezTo>
                    <a:pt x="14466" y="16480"/>
                    <a:pt x="14458" y="16478"/>
                    <a:pt x="14449" y="16471"/>
                  </a:cubicBezTo>
                  <a:lnTo>
                    <a:pt x="14392" y="16544"/>
                  </a:lnTo>
                  <a:cubicBezTo>
                    <a:pt x="14395" y="16587"/>
                    <a:pt x="14405" y="16603"/>
                    <a:pt x="14419" y="16603"/>
                  </a:cubicBezTo>
                  <a:cubicBezTo>
                    <a:pt x="14442" y="16603"/>
                    <a:pt x="14476" y="16557"/>
                    <a:pt x="14506" y="16512"/>
                  </a:cubicBezTo>
                  <a:lnTo>
                    <a:pt x="14628" y="16601"/>
                  </a:lnTo>
                  <a:cubicBezTo>
                    <a:pt x="14657" y="16627"/>
                    <a:pt x="14687" y="16650"/>
                    <a:pt x="14709" y="16650"/>
                  </a:cubicBezTo>
                  <a:cubicBezTo>
                    <a:pt x="14728" y="16650"/>
                    <a:pt x="14741" y="16631"/>
                    <a:pt x="14741" y="16577"/>
                  </a:cubicBezTo>
                  <a:cubicBezTo>
                    <a:pt x="14780" y="16518"/>
                    <a:pt x="14824" y="16460"/>
                    <a:pt x="14870" y="16460"/>
                  </a:cubicBezTo>
                  <a:cubicBezTo>
                    <a:pt x="14881" y="16460"/>
                    <a:pt x="14892" y="16463"/>
                    <a:pt x="14903" y="16471"/>
                  </a:cubicBezTo>
                  <a:cubicBezTo>
                    <a:pt x="14916" y="16453"/>
                    <a:pt x="14925" y="16446"/>
                    <a:pt x="14932" y="16446"/>
                  </a:cubicBezTo>
                  <a:cubicBezTo>
                    <a:pt x="14948" y="16446"/>
                    <a:pt x="14947" y="16480"/>
                    <a:pt x="14926" y="16480"/>
                  </a:cubicBezTo>
                  <a:cubicBezTo>
                    <a:pt x="14920" y="16480"/>
                    <a:pt x="14912" y="16478"/>
                    <a:pt x="14903" y="16471"/>
                  </a:cubicBezTo>
                  <a:cubicBezTo>
                    <a:pt x="14846" y="16544"/>
                    <a:pt x="14798" y="16617"/>
                    <a:pt x="14855" y="16658"/>
                  </a:cubicBezTo>
                  <a:cubicBezTo>
                    <a:pt x="14919" y="16698"/>
                    <a:pt x="14863" y="16771"/>
                    <a:pt x="14863" y="16771"/>
                  </a:cubicBezTo>
                  <a:cubicBezTo>
                    <a:pt x="14730" y="16864"/>
                    <a:pt x="14907" y="16946"/>
                    <a:pt x="15038" y="16946"/>
                  </a:cubicBezTo>
                  <a:cubicBezTo>
                    <a:pt x="15067" y="16946"/>
                    <a:pt x="15093" y="16942"/>
                    <a:pt x="15114" y="16933"/>
                  </a:cubicBezTo>
                  <a:cubicBezTo>
                    <a:pt x="15188" y="16906"/>
                    <a:pt x="15243" y="16893"/>
                    <a:pt x="15281" y="16893"/>
                  </a:cubicBezTo>
                  <a:cubicBezTo>
                    <a:pt x="15355" y="16893"/>
                    <a:pt x="15360" y="16945"/>
                    <a:pt x="15301" y="17047"/>
                  </a:cubicBezTo>
                  <a:cubicBezTo>
                    <a:pt x="15269" y="17105"/>
                    <a:pt x="15276" y="17130"/>
                    <a:pt x="15307" y="17130"/>
                  </a:cubicBezTo>
                  <a:cubicBezTo>
                    <a:pt x="15363" y="17130"/>
                    <a:pt x="15496" y="17045"/>
                    <a:pt x="15617" y="16909"/>
                  </a:cubicBezTo>
                  <a:lnTo>
                    <a:pt x="15795" y="16698"/>
                  </a:lnTo>
                  <a:lnTo>
                    <a:pt x="15682" y="16942"/>
                  </a:lnTo>
                  <a:cubicBezTo>
                    <a:pt x="15609" y="17187"/>
                    <a:pt x="15590" y="17264"/>
                    <a:pt x="15676" y="17264"/>
                  </a:cubicBezTo>
                  <a:cubicBezTo>
                    <a:pt x="15714" y="17264"/>
                    <a:pt x="15774" y="17248"/>
                    <a:pt x="15860" y="17225"/>
                  </a:cubicBezTo>
                  <a:cubicBezTo>
                    <a:pt x="15922" y="17216"/>
                    <a:pt x="15960" y="17209"/>
                    <a:pt x="15982" y="17209"/>
                  </a:cubicBezTo>
                  <a:cubicBezTo>
                    <a:pt x="16017" y="17209"/>
                    <a:pt x="16010" y="17227"/>
                    <a:pt x="15990" y="17282"/>
                  </a:cubicBezTo>
                  <a:cubicBezTo>
                    <a:pt x="15957" y="17363"/>
                    <a:pt x="16022" y="17387"/>
                    <a:pt x="16233" y="17469"/>
                  </a:cubicBezTo>
                  <a:cubicBezTo>
                    <a:pt x="16344" y="17498"/>
                    <a:pt x="16415" y="17519"/>
                    <a:pt x="16460" y="17519"/>
                  </a:cubicBezTo>
                  <a:cubicBezTo>
                    <a:pt x="16501" y="17519"/>
                    <a:pt x="16521" y="17503"/>
                    <a:pt x="16533" y="17460"/>
                  </a:cubicBezTo>
                  <a:cubicBezTo>
                    <a:pt x="16582" y="17477"/>
                    <a:pt x="16622" y="17485"/>
                    <a:pt x="16671" y="17493"/>
                  </a:cubicBezTo>
                  <a:cubicBezTo>
                    <a:pt x="16685" y="17576"/>
                    <a:pt x="16722" y="17613"/>
                    <a:pt x="16758" y="17613"/>
                  </a:cubicBezTo>
                  <a:cubicBezTo>
                    <a:pt x="16806" y="17613"/>
                    <a:pt x="16851" y="17547"/>
                    <a:pt x="16833" y="17436"/>
                  </a:cubicBezTo>
                  <a:lnTo>
                    <a:pt x="16833" y="17436"/>
                  </a:lnTo>
                  <a:cubicBezTo>
                    <a:pt x="16833" y="17436"/>
                    <a:pt x="16898" y="17452"/>
                    <a:pt x="16971" y="17460"/>
                  </a:cubicBezTo>
                  <a:lnTo>
                    <a:pt x="16954" y="17550"/>
                  </a:lnTo>
                  <a:cubicBezTo>
                    <a:pt x="16946" y="17598"/>
                    <a:pt x="16979" y="17623"/>
                    <a:pt x="17084" y="17647"/>
                  </a:cubicBezTo>
                  <a:cubicBezTo>
                    <a:pt x="17246" y="17681"/>
                    <a:pt x="17409" y="17698"/>
                    <a:pt x="17571" y="17698"/>
                  </a:cubicBezTo>
                  <a:cubicBezTo>
                    <a:pt x="17603" y="17698"/>
                    <a:pt x="17636" y="17697"/>
                    <a:pt x="17668" y="17696"/>
                  </a:cubicBezTo>
                  <a:cubicBezTo>
                    <a:pt x="18325" y="17679"/>
                    <a:pt x="18398" y="17631"/>
                    <a:pt x="18365" y="17460"/>
                  </a:cubicBezTo>
                  <a:cubicBezTo>
                    <a:pt x="18386" y="17359"/>
                    <a:pt x="18414" y="17308"/>
                    <a:pt x="18440" y="17308"/>
                  </a:cubicBezTo>
                  <a:cubicBezTo>
                    <a:pt x="18465" y="17308"/>
                    <a:pt x="18488" y="17351"/>
                    <a:pt x="18503" y="17436"/>
                  </a:cubicBezTo>
                  <a:cubicBezTo>
                    <a:pt x="18514" y="17497"/>
                    <a:pt x="18559" y="17550"/>
                    <a:pt x="18581" y="17550"/>
                  </a:cubicBezTo>
                  <a:cubicBezTo>
                    <a:pt x="18592" y="17550"/>
                    <a:pt x="18597" y="17538"/>
                    <a:pt x="18592" y="17509"/>
                  </a:cubicBezTo>
                  <a:cubicBezTo>
                    <a:pt x="18610" y="17507"/>
                    <a:pt x="18629" y="17506"/>
                    <a:pt x="18647" y="17506"/>
                  </a:cubicBezTo>
                  <a:cubicBezTo>
                    <a:pt x="18709" y="17506"/>
                    <a:pt x="18771" y="17518"/>
                    <a:pt x="18827" y="17550"/>
                  </a:cubicBezTo>
                  <a:cubicBezTo>
                    <a:pt x="18909" y="17588"/>
                    <a:pt x="18970" y="17603"/>
                    <a:pt x="19014" y="17603"/>
                  </a:cubicBezTo>
                  <a:cubicBezTo>
                    <a:pt x="19110" y="17603"/>
                    <a:pt x="19128" y="17532"/>
                    <a:pt x="19111" y="17477"/>
                  </a:cubicBezTo>
                  <a:cubicBezTo>
                    <a:pt x="19056" y="17406"/>
                    <a:pt x="19046" y="17382"/>
                    <a:pt x="19061" y="17382"/>
                  </a:cubicBezTo>
                  <a:cubicBezTo>
                    <a:pt x="19078" y="17382"/>
                    <a:pt x="19131" y="17417"/>
                    <a:pt x="19184" y="17452"/>
                  </a:cubicBezTo>
                  <a:cubicBezTo>
                    <a:pt x="19247" y="17494"/>
                    <a:pt x="19310" y="17533"/>
                    <a:pt x="19338" y="17533"/>
                  </a:cubicBezTo>
                  <a:cubicBezTo>
                    <a:pt x="19353" y="17533"/>
                    <a:pt x="19358" y="17521"/>
                    <a:pt x="19346" y="17493"/>
                  </a:cubicBezTo>
                  <a:cubicBezTo>
                    <a:pt x="19403" y="17404"/>
                    <a:pt x="19484" y="17339"/>
                    <a:pt x="19581" y="17298"/>
                  </a:cubicBezTo>
                  <a:cubicBezTo>
                    <a:pt x="19638" y="17263"/>
                    <a:pt x="19697" y="17240"/>
                    <a:pt x="19745" y="17240"/>
                  </a:cubicBezTo>
                  <a:cubicBezTo>
                    <a:pt x="19786" y="17240"/>
                    <a:pt x="19818" y="17257"/>
                    <a:pt x="19833" y="17298"/>
                  </a:cubicBezTo>
                  <a:lnTo>
                    <a:pt x="19971" y="17233"/>
                  </a:lnTo>
                  <a:cubicBezTo>
                    <a:pt x="19938" y="17152"/>
                    <a:pt x="20068" y="17087"/>
                    <a:pt x="20198" y="17014"/>
                  </a:cubicBezTo>
                  <a:cubicBezTo>
                    <a:pt x="20276" y="16975"/>
                    <a:pt x="20331" y="16945"/>
                    <a:pt x="20371" y="16945"/>
                  </a:cubicBezTo>
                  <a:cubicBezTo>
                    <a:pt x="20397" y="16945"/>
                    <a:pt x="20417" y="16958"/>
                    <a:pt x="20433" y="16990"/>
                  </a:cubicBezTo>
                  <a:cubicBezTo>
                    <a:pt x="20426" y="17035"/>
                    <a:pt x="20433" y="17057"/>
                    <a:pt x="20448" y="17057"/>
                  </a:cubicBezTo>
                  <a:cubicBezTo>
                    <a:pt x="20471" y="17057"/>
                    <a:pt x="20514" y="17007"/>
                    <a:pt x="20562" y="16909"/>
                  </a:cubicBezTo>
                  <a:cubicBezTo>
                    <a:pt x="20627" y="16869"/>
                    <a:pt x="20595" y="16682"/>
                    <a:pt x="20652" y="16642"/>
                  </a:cubicBezTo>
                  <a:cubicBezTo>
                    <a:pt x="20603" y="16569"/>
                    <a:pt x="20611" y="16471"/>
                    <a:pt x="20676" y="16406"/>
                  </a:cubicBezTo>
                  <a:lnTo>
                    <a:pt x="20725" y="16487"/>
                  </a:lnTo>
                  <a:lnTo>
                    <a:pt x="20830" y="16633"/>
                  </a:lnTo>
                  <a:cubicBezTo>
                    <a:pt x="20887" y="16593"/>
                    <a:pt x="20952" y="16552"/>
                    <a:pt x="20895" y="16471"/>
                  </a:cubicBezTo>
                  <a:lnTo>
                    <a:pt x="20895" y="16471"/>
                  </a:lnTo>
                  <a:cubicBezTo>
                    <a:pt x="20921" y="16479"/>
                    <a:pt x="20945" y="16482"/>
                    <a:pt x="20967" y="16482"/>
                  </a:cubicBezTo>
                  <a:cubicBezTo>
                    <a:pt x="21041" y="16482"/>
                    <a:pt x="21099" y="16443"/>
                    <a:pt x="21187" y="16374"/>
                  </a:cubicBezTo>
                  <a:cubicBezTo>
                    <a:pt x="21308" y="16285"/>
                    <a:pt x="21422" y="16187"/>
                    <a:pt x="21422" y="16074"/>
                  </a:cubicBezTo>
                  <a:cubicBezTo>
                    <a:pt x="21445" y="16087"/>
                    <a:pt x="21470" y="16092"/>
                    <a:pt x="21497" y="16092"/>
                  </a:cubicBezTo>
                  <a:cubicBezTo>
                    <a:pt x="21679" y="16092"/>
                    <a:pt x="21922" y="15832"/>
                    <a:pt x="21852" y="15677"/>
                  </a:cubicBezTo>
                  <a:cubicBezTo>
                    <a:pt x="21799" y="15617"/>
                    <a:pt x="21837" y="15570"/>
                    <a:pt x="21933" y="15570"/>
                  </a:cubicBezTo>
                  <a:cubicBezTo>
                    <a:pt x="21941" y="15570"/>
                    <a:pt x="21949" y="15571"/>
                    <a:pt x="21957" y="15571"/>
                  </a:cubicBezTo>
                  <a:cubicBezTo>
                    <a:pt x="21981" y="15573"/>
                    <a:pt x="22000" y="15574"/>
                    <a:pt x="22015" y="15574"/>
                  </a:cubicBezTo>
                  <a:cubicBezTo>
                    <a:pt x="22070" y="15574"/>
                    <a:pt x="22069" y="15555"/>
                    <a:pt x="22062" y="15466"/>
                  </a:cubicBezTo>
                  <a:cubicBezTo>
                    <a:pt x="22050" y="15382"/>
                    <a:pt x="22114" y="15364"/>
                    <a:pt x="22194" y="15364"/>
                  </a:cubicBezTo>
                  <a:cubicBezTo>
                    <a:pt x="22222" y="15364"/>
                    <a:pt x="22252" y="15367"/>
                    <a:pt x="22281" y="15369"/>
                  </a:cubicBezTo>
                  <a:cubicBezTo>
                    <a:pt x="22332" y="15387"/>
                    <a:pt x="22373" y="15396"/>
                    <a:pt x="22405" y="15396"/>
                  </a:cubicBezTo>
                  <a:cubicBezTo>
                    <a:pt x="22485" y="15396"/>
                    <a:pt x="22509" y="15342"/>
                    <a:pt x="22492" y="15255"/>
                  </a:cubicBezTo>
                  <a:cubicBezTo>
                    <a:pt x="22525" y="15133"/>
                    <a:pt x="22581" y="15012"/>
                    <a:pt x="22662" y="14915"/>
                  </a:cubicBezTo>
                  <a:cubicBezTo>
                    <a:pt x="22685" y="14747"/>
                    <a:pt x="22722" y="14687"/>
                    <a:pt x="22633" y="14687"/>
                  </a:cubicBezTo>
                  <a:cubicBezTo>
                    <a:pt x="22627" y="14687"/>
                    <a:pt x="22621" y="14687"/>
                    <a:pt x="22614" y="14688"/>
                  </a:cubicBezTo>
                  <a:cubicBezTo>
                    <a:pt x="22565" y="14639"/>
                    <a:pt x="22525" y="14582"/>
                    <a:pt x="22508" y="14517"/>
                  </a:cubicBezTo>
                  <a:cubicBezTo>
                    <a:pt x="22517" y="14435"/>
                    <a:pt x="22540" y="14407"/>
                    <a:pt x="22555" y="14407"/>
                  </a:cubicBezTo>
                  <a:cubicBezTo>
                    <a:pt x="22569" y="14407"/>
                    <a:pt x="22577" y="14433"/>
                    <a:pt x="22557" y="14461"/>
                  </a:cubicBezTo>
                  <a:cubicBezTo>
                    <a:pt x="22547" y="14563"/>
                    <a:pt x="22558" y="14583"/>
                    <a:pt x="22594" y="14583"/>
                  </a:cubicBezTo>
                  <a:cubicBezTo>
                    <a:pt x="22619" y="14583"/>
                    <a:pt x="22654" y="14574"/>
                    <a:pt x="22703" y="14574"/>
                  </a:cubicBezTo>
                  <a:cubicBezTo>
                    <a:pt x="22816" y="14566"/>
                    <a:pt x="22897" y="14444"/>
                    <a:pt x="22946" y="14379"/>
                  </a:cubicBezTo>
                  <a:cubicBezTo>
                    <a:pt x="22987" y="14323"/>
                    <a:pt x="23068" y="14201"/>
                    <a:pt x="23108" y="14136"/>
                  </a:cubicBezTo>
                  <a:cubicBezTo>
                    <a:pt x="23303" y="13998"/>
                    <a:pt x="23343" y="13934"/>
                    <a:pt x="23262" y="13885"/>
                  </a:cubicBezTo>
                  <a:cubicBezTo>
                    <a:pt x="23170" y="13832"/>
                    <a:pt x="23133" y="13810"/>
                    <a:pt x="23136" y="13810"/>
                  </a:cubicBezTo>
                  <a:lnTo>
                    <a:pt x="23136" y="13810"/>
                  </a:lnTo>
                  <a:cubicBezTo>
                    <a:pt x="23137" y="13810"/>
                    <a:pt x="23157" y="13820"/>
                    <a:pt x="23189" y="13836"/>
                  </a:cubicBezTo>
                  <a:cubicBezTo>
                    <a:pt x="23195" y="13837"/>
                    <a:pt x="23201" y="13838"/>
                    <a:pt x="23206" y="13838"/>
                  </a:cubicBezTo>
                  <a:cubicBezTo>
                    <a:pt x="23413" y="13838"/>
                    <a:pt x="23786" y="13151"/>
                    <a:pt x="23660" y="13001"/>
                  </a:cubicBezTo>
                  <a:lnTo>
                    <a:pt x="23660" y="13001"/>
                  </a:lnTo>
                  <a:lnTo>
                    <a:pt x="23741" y="13050"/>
                  </a:lnTo>
                  <a:cubicBezTo>
                    <a:pt x="23757" y="13058"/>
                    <a:pt x="23771" y="13062"/>
                    <a:pt x="23784" y="13062"/>
                  </a:cubicBezTo>
                  <a:cubicBezTo>
                    <a:pt x="23836" y="13062"/>
                    <a:pt x="23867" y="12998"/>
                    <a:pt x="23919" y="12888"/>
                  </a:cubicBezTo>
                  <a:cubicBezTo>
                    <a:pt x="23951" y="12823"/>
                    <a:pt x="24000" y="12515"/>
                    <a:pt x="24097" y="12312"/>
                  </a:cubicBezTo>
                  <a:cubicBezTo>
                    <a:pt x="24219" y="12036"/>
                    <a:pt x="24308" y="11834"/>
                    <a:pt x="24219" y="11801"/>
                  </a:cubicBezTo>
                  <a:cubicBezTo>
                    <a:pt x="24238" y="11759"/>
                    <a:pt x="24246" y="11742"/>
                    <a:pt x="24264" y="11742"/>
                  </a:cubicBezTo>
                  <a:cubicBezTo>
                    <a:pt x="24278" y="11742"/>
                    <a:pt x="24298" y="11751"/>
                    <a:pt x="24333" y="11769"/>
                  </a:cubicBezTo>
                  <a:cubicBezTo>
                    <a:pt x="24353" y="11804"/>
                    <a:pt x="24370" y="11818"/>
                    <a:pt x="24385" y="11818"/>
                  </a:cubicBezTo>
                  <a:cubicBezTo>
                    <a:pt x="24412" y="11818"/>
                    <a:pt x="24431" y="11775"/>
                    <a:pt x="24446" y="11728"/>
                  </a:cubicBezTo>
                  <a:cubicBezTo>
                    <a:pt x="24478" y="11663"/>
                    <a:pt x="24389" y="11631"/>
                    <a:pt x="24308" y="11590"/>
                  </a:cubicBezTo>
                  <a:cubicBezTo>
                    <a:pt x="24227" y="11558"/>
                    <a:pt x="24251" y="11493"/>
                    <a:pt x="24397" y="11388"/>
                  </a:cubicBezTo>
                  <a:cubicBezTo>
                    <a:pt x="24551" y="11242"/>
                    <a:pt x="24633" y="11039"/>
                    <a:pt x="24616" y="10836"/>
                  </a:cubicBezTo>
                  <a:cubicBezTo>
                    <a:pt x="24637" y="10776"/>
                    <a:pt x="24657" y="10715"/>
                    <a:pt x="24714" y="10715"/>
                  </a:cubicBezTo>
                  <a:cubicBezTo>
                    <a:pt x="24726" y="10715"/>
                    <a:pt x="24739" y="10717"/>
                    <a:pt x="24754" y="10723"/>
                  </a:cubicBezTo>
                  <a:cubicBezTo>
                    <a:pt x="24868" y="10690"/>
                    <a:pt x="25005" y="10577"/>
                    <a:pt x="24884" y="10374"/>
                  </a:cubicBezTo>
                  <a:cubicBezTo>
                    <a:pt x="24903" y="10336"/>
                    <a:pt x="24911" y="10321"/>
                    <a:pt x="24930" y="10321"/>
                  </a:cubicBezTo>
                  <a:cubicBezTo>
                    <a:pt x="24944" y="10321"/>
                    <a:pt x="24964" y="10328"/>
                    <a:pt x="24997" y="10342"/>
                  </a:cubicBezTo>
                  <a:cubicBezTo>
                    <a:pt x="25111" y="10301"/>
                    <a:pt x="25192" y="10334"/>
                    <a:pt x="25054" y="10196"/>
                  </a:cubicBezTo>
                  <a:cubicBezTo>
                    <a:pt x="25022" y="10018"/>
                    <a:pt x="25095" y="9831"/>
                    <a:pt x="25233" y="9709"/>
                  </a:cubicBezTo>
                  <a:cubicBezTo>
                    <a:pt x="25257" y="9636"/>
                    <a:pt x="25281" y="9563"/>
                    <a:pt x="25200" y="9531"/>
                  </a:cubicBezTo>
                  <a:lnTo>
                    <a:pt x="25111" y="9507"/>
                  </a:lnTo>
                  <a:cubicBezTo>
                    <a:pt x="25314" y="9499"/>
                    <a:pt x="25314" y="9499"/>
                    <a:pt x="25168" y="9361"/>
                  </a:cubicBezTo>
                  <a:cubicBezTo>
                    <a:pt x="25095" y="9335"/>
                    <a:pt x="25103" y="9287"/>
                    <a:pt x="25151" y="9287"/>
                  </a:cubicBezTo>
                  <a:cubicBezTo>
                    <a:pt x="25163" y="9287"/>
                    <a:pt x="25176" y="9290"/>
                    <a:pt x="25192" y="9296"/>
                  </a:cubicBezTo>
                  <a:cubicBezTo>
                    <a:pt x="25249" y="9280"/>
                    <a:pt x="25305" y="9239"/>
                    <a:pt x="25330" y="9182"/>
                  </a:cubicBezTo>
                  <a:cubicBezTo>
                    <a:pt x="25378" y="8907"/>
                    <a:pt x="25451" y="8639"/>
                    <a:pt x="25532" y="8380"/>
                  </a:cubicBezTo>
                  <a:cubicBezTo>
                    <a:pt x="25751" y="7820"/>
                    <a:pt x="25841" y="7610"/>
                    <a:pt x="25760" y="7577"/>
                  </a:cubicBezTo>
                  <a:cubicBezTo>
                    <a:pt x="25703" y="7472"/>
                    <a:pt x="25703" y="7472"/>
                    <a:pt x="25816" y="7431"/>
                  </a:cubicBezTo>
                  <a:cubicBezTo>
                    <a:pt x="25897" y="7407"/>
                    <a:pt x="25962" y="7342"/>
                    <a:pt x="25987" y="7261"/>
                  </a:cubicBezTo>
                  <a:cubicBezTo>
                    <a:pt x="26013" y="7201"/>
                    <a:pt x="26034" y="7147"/>
                    <a:pt x="26090" y="7147"/>
                  </a:cubicBezTo>
                  <a:cubicBezTo>
                    <a:pt x="26102" y="7147"/>
                    <a:pt x="26116" y="7150"/>
                    <a:pt x="26132" y="7155"/>
                  </a:cubicBezTo>
                  <a:cubicBezTo>
                    <a:pt x="26076" y="7050"/>
                    <a:pt x="26076" y="7050"/>
                    <a:pt x="26108" y="6985"/>
                  </a:cubicBezTo>
                  <a:lnTo>
                    <a:pt x="26108" y="6985"/>
                  </a:lnTo>
                  <a:cubicBezTo>
                    <a:pt x="26122" y="6991"/>
                    <a:pt x="26135" y="6994"/>
                    <a:pt x="26146" y="6994"/>
                  </a:cubicBezTo>
                  <a:cubicBezTo>
                    <a:pt x="26198" y="6994"/>
                    <a:pt x="26212" y="6934"/>
                    <a:pt x="26165" y="6847"/>
                  </a:cubicBezTo>
                  <a:cubicBezTo>
                    <a:pt x="26089" y="6762"/>
                    <a:pt x="26057" y="6726"/>
                    <a:pt x="26077" y="6726"/>
                  </a:cubicBezTo>
                  <a:cubicBezTo>
                    <a:pt x="26091" y="6726"/>
                    <a:pt x="26130" y="6744"/>
                    <a:pt x="26197" y="6774"/>
                  </a:cubicBezTo>
                  <a:cubicBezTo>
                    <a:pt x="26206" y="6779"/>
                    <a:pt x="26217" y="6781"/>
                    <a:pt x="26228" y="6781"/>
                  </a:cubicBezTo>
                  <a:cubicBezTo>
                    <a:pt x="26308" y="6781"/>
                    <a:pt x="26424" y="6675"/>
                    <a:pt x="26363" y="6675"/>
                  </a:cubicBezTo>
                  <a:cubicBezTo>
                    <a:pt x="26358" y="6675"/>
                    <a:pt x="26351" y="6675"/>
                    <a:pt x="26343" y="6677"/>
                  </a:cubicBezTo>
                  <a:cubicBezTo>
                    <a:pt x="26262" y="6637"/>
                    <a:pt x="26327" y="6507"/>
                    <a:pt x="26278" y="6393"/>
                  </a:cubicBezTo>
                  <a:cubicBezTo>
                    <a:pt x="26305" y="6340"/>
                    <a:pt x="26331" y="6287"/>
                    <a:pt x="26384" y="6287"/>
                  </a:cubicBezTo>
                  <a:cubicBezTo>
                    <a:pt x="26396" y="6287"/>
                    <a:pt x="26409" y="6290"/>
                    <a:pt x="26424" y="6296"/>
                  </a:cubicBezTo>
                  <a:cubicBezTo>
                    <a:pt x="26546" y="6272"/>
                    <a:pt x="26635" y="5899"/>
                    <a:pt x="26595" y="5785"/>
                  </a:cubicBezTo>
                  <a:cubicBezTo>
                    <a:pt x="26532" y="5754"/>
                    <a:pt x="26537" y="5708"/>
                    <a:pt x="26581" y="5708"/>
                  </a:cubicBezTo>
                  <a:cubicBezTo>
                    <a:pt x="26593" y="5708"/>
                    <a:pt x="26609" y="5711"/>
                    <a:pt x="26627" y="5720"/>
                  </a:cubicBezTo>
                  <a:cubicBezTo>
                    <a:pt x="26645" y="5729"/>
                    <a:pt x="26660" y="5733"/>
                    <a:pt x="26673" y="5733"/>
                  </a:cubicBezTo>
                  <a:cubicBezTo>
                    <a:pt x="26722" y="5733"/>
                    <a:pt x="26749" y="5682"/>
                    <a:pt x="26781" y="5631"/>
                  </a:cubicBezTo>
                  <a:cubicBezTo>
                    <a:pt x="26759" y="5579"/>
                    <a:pt x="26764" y="5561"/>
                    <a:pt x="26784" y="5561"/>
                  </a:cubicBezTo>
                  <a:cubicBezTo>
                    <a:pt x="26807" y="5561"/>
                    <a:pt x="26851" y="5585"/>
                    <a:pt x="26895" y="5607"/>
                  </a:cubicBezTo>
                  <a:cubicBezTo>
                    <a:pt x="26909" y="5648"/>
                    <a:pt x="26924" y="5665"/>
                    <a:pt x="26940" y="5665"/>
                  </a:cubicBezTo>
                  <a:cubicBezTo>
                    <a:pt x="26968" y="5665"/>
                    <a:pt x="27002" y="5609"/>
                    <a:pt x="27049" y="5526"/>
                  </a:cubicBezTo>
                  <a:cubicBezTo>
                    <a:pt x="27008" y="5412"/>
                    <a:pt x="27162" y="5153"/>
                    <a:pt x="27284" y="4966"/>
                  </a:cubicBezTo>
                  <a:cubicBezTo>
                    <a:pt x="27486" y="4650"/>
                    <a:pt x="27462" y="4545"/>
                    <a:pt x="27397" y="4310"/>
                  </a:cubicBezTo>
                  <a:lnTo>
                    <a:pt x="27300" y="4139"/>
                  </a:lnTo>
                  <a:lnTo>
                    <a:pt x="27446" y="4245"/>
                  </a:lnTo>
                  <a:cubicBezTo>
                    <a:pt x="27527" y="4293"/>
                    <a:pt x="27616" y="4326"/>
                    <a:pt x="27713" y="4342"/>
                  </a:cubicBezTo>
                  <a:cubicBezTo>
                    <a:pt x="27754" y="4285"/>
                    <a:pt x="27681" y="4229"/>
                    <a:pt x="27608" y="4180"/>
                  </a:cubicBezTo>
                  <a:cubicBezTo>
                    <a:pt x="27535" y="4123"/>
                    <a:pt x="27584" y="4058"/>
                    <a:pt x="27746" y="3993"/>
                  </a:cubicBezTo>
                  <a:cubicBezTo>
                    <a:pt x="27908" y="3929"/>
                    <a:pt x="27965" y="3872"/>
                    <a:pt x="27941" y="3758"/>
                  </a:cubicBezTo>
                  <a:cubicBezTo>
                    <a:pt x="27986" y="3691"/>
                    <a:pt x="28059" y="3644"/>
                    <a:pt x="28140" y="3644"/>
                  </a:cubicBezTo>
                  <a:cubicBezTo>
                    <a:pt x="28146" y="3644"/>
                    <a:pt x="28153" y="3644"/>
                    <a:pt x="28159" y="3645"/>
                  </a:cubicBezTo>
                  <a:cubicBezTo>
                    <a:pt x="28208" y="3580"/>
                    <a:pt x="28208" y="3580"/>
                    <a:pt x="28143" y="3523"/>
                  </a:cubicBezTo>
                  <a:cubicBezTo>
                    <a:pt x="28074" y="3470"/>
                    <a:pt x="28121" y="3409"/>
                    <a:pt x="28228" y="3409"/>
                  </a:cubicBezTo>
                  <a:cubicBezTo>
                    <a:pt x="28235" y="3409"/>
                    <a:pt x="28242" y="3409"/>
                    <a:pt x="28249" y="3410"/>
                  </a:cubicBezTo>
                  <a:cubicBezTo>
                    <a:pt x="28279" y="3420"/>
                    <a:pt x="28308" y="3425"/>
                    <a:pt x="28335" y="3425"/>
                  </a:cubicBezTo>
                  <a:cubicBezTo>
                    <a:pt x="28477" y="3425"/>
                    <a:pt x="28571" y="3302"/>
                    <a:pt x="28516" y="3248"/>
                  </a:cubicBezTo>
                  <a:cubicBezTo>
                    <a:pt x="28451" y="3183"/>
                    <a:pt x="28508" y="3134"/>
                    <a:pt x="28565" y="3077"/>
                  </a:cubicBezTo>
                  <a:cubicBezTo>
                    <a:pt x="28638" y="3029"/>
                    <a:pt x="28678" y="2939"/>
                    <a:pt x="28670" y="2850"/>
                  </a:cubicBezTo>
                  <a:cubicBezTo>
                    <a:pt x="28727" y="2802"/>
                    <a:pt x="28784" y="2753"/>
                    <a:pt x="28784" y="2753"/>
                  </a:cubicBezTo>
                  <a:cubicBezTo>
                    <a:pt x="28796" y="2743"/>
                    <a:pt x="28805" y="2738"/>
                    <a:pt x="28812" y="2738"/>
                  </a:cubicBezTo>
                  <a:cubicBezTo>
                    <a:pt x="28844" y="2738"/>
                    <a:pt x="28832" y="2827"/>
                    <a:pt x="28792" y="2867"/>
                  </a:cubicBezTo>
                  <a:lnTo>
                    <a:pt x="28905" y="2883"/>
                  </a:lnTo>
                  <a:cubicBezTo>
                    <a:pt x="29019" y="2785"/>
                    <a:pt x="29084" y="2737"/>
                    <a:pt x="29084" y="2615"/>
                  </a:cubicBezTo>
                  <a:cubicBezTo>
                    <a:pt x="29053" y="2515"/>
                    <a:pt x="29039" y="2469"/>
                    <a:pt x="29050" y="2469"/>
                  </a:cubicBezTo>
                  <a:cubicBezTo>
                    <a:pt x="29060" y="2469"/>
                    <a:pt x="29088" y="2503"/>
                    <a:pt x="29140" y="2567"/>
                  </a:cubicBezTo>
                  <a:cubicBezTo>
                    <a:pt x="29169" y="2603"/>
                    <a:pt x="29211" y="2627"/>
                    <a:pt x="29248" y="2627"/>
                  </a:cubicBezTo>
                  <a:cubicBezTo>
                    <a:pt x="29284" y="2627"/>
                    <a:pt x="29315" y="2603"/>
                    <a:pt x="29319" y="2542"/>
                  </a:cubicBezTo>
                  <a:cubicBezTo>
                    <a:pt x="29291" y="2437"/>
                    <a:pt x="29316" y="2399"/>
                    <a:pt x="29352" y="2399"/>
                  </a:cubicBezTo>
                  <a:cubicBezTo>
                    <a:pt x="29380" y="2399"/>
                    <a:pt x="29416" y="2421"/>
                    <a:pt x="29440" y="2453"/>
                  </a:cubicBezTo>
                  <a:cubicBezTo>
                    <a:pt x="29462" y="2538"/>
                    <a:pt x="29472" y="2586"/>
                    <a:pt x="29489" y="2586"/>
                  </a:cubicBezTo>
                  <a:cubicBezTo>
                    <a:pt x="29511" y="2586"/>
                    <a:pt x="29545" y="2506"/>
                    <a:pt x="29627" y="2323"/>
                  </a:cubicBezTo>
                  <a:cubicBezTo>
                    <a:pt x="29749" y="2242"/>
                    <a:pt x="29959" y="1991"/>
                    <a:pt x="30170" y="1885"/>
                  </a:cubicBezTo>
                  <a:cubicBezTo>
                    <a:pt x="30371" y="1770"/>
                    <a:pt x="30504" y="1713"/>
                    <a:pt x="30602" y="1713"/>
                  </a:cubicBezTo>
                  <a:cubicBezTo>
                    <a:pt x="30634" y="1713"/>
                    <a:pt x="30663" y="1719"/>
                    <a:pt x="30689" y="1731"/>
                  </a:cubicBezTo>
                  <a:cubicBezTo>
                    <a:pt x="30693" y="1742"/>
                    <a:pt x="30698" y="1751"/>
                    <a:pt x="30702" y="1760"/>
                  </a:cubicBezTo>
                  <a:lnTo>
                    <a:pt x="30702" y="1760"/>
                  </a:lnTo>
                  <a:cubicBezTo>
                    <a:pt x="30677" y="1645"/>
                    <a:pt x="30751" y="1600"/>
                    <a:pt x="30940" y="1537"/>
                  </a:cubicBezTo>
                  <a:cubicBezTo>
                    <a:pt x="30953" y="1538"/>
                    <a:pt x="30965" y="1539"/>
                    <a:pt x="30977" y="1539"/>
                  </a:cubicBezTo>
                  <a:cubicBezTo>
                    <a:pt x="31135" y="1539"/>
                    <a:pt x="31286" y="1444"/>
                    <a:pt x="31354" y="1294"/>
                  </a:cubicBezTo>
                  <a:lnTo>
                    <a:pt x="31354" y="1294"/>
                  </a:lnTo>
                  <a:lnTo>
                    <a:pt x="31200" y="1350"/>
                  </a:lnTo>
                  <a:cubicBezTo>
                    <a:pt x="31158" y="1224"/>
                    <a:pt x="31192" y="1169"/>
                    <a:pt x="31285" y="1169"/>
                  </a:cubicBezTo>
                  <a:cubicBezTo>
                    <a:pt x="31317" y="1169"/>
                    <a:pt x="31357" y="1176"/>
                    <a:pt x="31403" y="1188"/>
                  </a:cubicBezTo>
                  <a:cubicBezTo>
                    <a:pt x="31409" y="1187"/>
                    <a:pt x="31415" y="1186"/>
                    <a:pt x="31421" y="1186"/>
                  </a:cubicBezTo>
                  <a:cubicBezTo>
                    <a:pt x="31486" y="1186"/>
                    <a:pt x="31502" y="1268"/>
                    <a:pt x="31524" y="1350"/>
                  </a:cubicBezTo>
                  <a:cubicBezTo>
                    <a:pt x="31547" y="1427"/>
                    <a:pt x="31621" y="1489"/>
                    <a:pt x="31704" y="1489"/>
                  </a:cubicBezTo>
                  <a:cubicBezTo>
                    <a:pt x="31709" y="1489"/>
                    <a:pt x="31714" y="1489"/>
                    <a:pt x="31719" y="1488"/>
                  </a:cubicBezTo>
                  <a:cubicBezTo>
                    <a:pt x="31792" y="1472"/>
                    <a:pt x="31865" y="1456"/>
                    <a:pt x="31775" y="1383"/>
                  </a:cubicBezTo>
                  <a:cubicBezTo>
                    <a:pt x="31751" y="1294"/>
                    <a:pt x="31751" y="1294"/>
                    <a:pt x="31824" y="1277"/>
                  </a:cubicBezTo>
                  <a:cubicBezTo>
                    <a:pt x="31913" y="1261"/>
                    <a:pt x="31994" y="1213"/>
                    <a:pt x="32035" y="1140"/>
                  </a:cubicBezTo>
                  <a:cubicBezTo>
                    <a:pt x="32019" y="1050"/>
                    <a:pt x="32100" y="1042"/>
                    <a:pt x="32181" y="1026"/>
                  </a:cubicBezTo>
                  <a:cubicBezTo>
                    <a:pt x="32239" y="1065"/>
                    <a:pt x="32301" y="1088"/>
                    <a:pt x="32369" y="1088"/>
                  </a:cubicBezTo>
                  <a:cubicBezTo>
                    <a:pt x="32387" y="1088"/>
                    <a:pt x="32405" y="1086"/>
                    <a:pt x="32424" y="1083"/>
                  </a:cubicBezTo>
                  <a:lnTo>
                    <a:pt x="32432" y="1172"/>
                  </a:lnTo>
                  <a:cubicBezTo>
                    <a:pt x="32448" y="1237"/>
                    <a:pt x="32481" y="1302"/>
                    <a:pt x="32530" y="1350"/>
                  </a:cubicBezTo>
                  <a:cubicBezTo>
                    <a:pt x="32602" y="1342"/>
                    <a:pt x="32594" y="1253"/>
                    <a:pt x="32594" y="1253"/>
                  </a:cubicBezTo>
                  <a:cubicBezTo>
                    <a:pt x="32594" y="1216"/>
                    <a:pt x="32964" y="1153"/>
                    <a:pt x="33394" y="1153"/>
                  </a:cubicBezTo>
                  <a:cubicBezTo>
                    <a:pt x="33440" y="1153"/>
                    <a:pt x="33487" y="1154"/>
                    <a:pt x="33535" y="1156"/>
                  </a:cubicBezTo>
                  <a:cubicBezTo>
                    <a:pt x="33778" y="1164"/>
                    <a:pt x="34029" y="1196"/>
                    <a:pt x="34232" y="1221"/>
                  </a:cubicBezTo>
                  <a:lnTo>
                    <a:pt x="34646" y="1294"/>
                  </a:lnTo>
                  <a:cubicBezTo>
                    <a:pt x="34729" y="1361"/>
                    <a:pt x="34849" y="1416"/>
                    <a:pt x="34912" y="1416"/>
                  </a:cubicBezTo>
                  <a:cubicBezTo>
                    <a:pt x="34946" y="1416"/>
                    <a:pt x="34963" y="1399"/>
                    <a:pt x="34946" y="1358"/>
                  </a:cubicBezTo>
                  <a:cubicBezTo>
                    <a:pt x="34950" y="1334"/>
                    <a:pt x="34982" y="1323"/>
                    <a:pt x="35035" y="1323"/>
                  </a:cubicBezTo>
                  <a:cubicBezTo>
                    <a:pt x="35175" y="1323"/>
                    <a:pt x="35463" y="1401"/>
                    <a:pt x="35781" y="1513"/>
                  </a:cubicBezTo>
                  <a:cubicBezTo>
                    <a:pt x="36195" y="1659"/>
                    <a:pt x="36504" y="1801"/>
                    <a:pt x="36619" y="1801"/>
                  </a:cubicBezTo>
                  <a:cubicBezTo>
                    <a:pt x="36643" y="1801"/>
                    <a:pt x="36659" y="1794"/>
                    <a:pt x="36664" y="1780"/>
                  </a:cubicBezTo>
                  <a:lnTo>
                    <a:pt x="36875" y="1877"/>
                  </a:lnTo>
                  <a:cubicBezTo>
                    <a:pt x="37021" y="1942"/>
                    <a:pt x="37191" y="1942"/>
                    <a:pt x="37264" y="1983"/>
                  </a:cubicBezTo>
                  <a:cubicBezTo>
                    <a:pt x="37301" y="1967"/>
                    <a:pt x="37333" y="1961"/>
                    <a:pt x="37355" y="1961"/>
                  </a:cubicBezTo>
                  <a:cubicBezTo>
                    <a:pt x="37401" y="1961"/>
                    <a:pt x="37406" y="1988"/>
                    <a:pt x="37329" y="2015"/>
                  </a:cubicBezTo>
                  <a:cubicBezTo>
                    <a:pt x="37289" y="2096"/>
                    <a:pt x="37240" y="2177"/>
                    <a:pt x="37313" y="2210"/>
                  </a:cubicBezTo>
                  <a:cubicBezTo>
                    <a:pt x="37351" y="2234"/>
                    <a:pt x="37382" y="2243"/>
                    <a:pt x="37408" y="2243"/>
                  </a:cubicBezTo>
                  <a:cubicBezTo>
                    <a:pt x="37471" y="2243"/>
                    <a:pt x="37503" y="2186"/>
                    <a:pt x="37532" y="2129"/>
                  </a:cubicBezTo>
                  <a:cubicBezTo>
                    <a:pt x="37549" y="2101"/>
                    <a:pt x="37576" y="2085"/>
                    <a:pt x="37605" y="2085"/>
                  </a:cubicBezTo>
                  <a:cubicBezTo>
                    <a:pt x="37619" y="2085"/>
                    <a:pt x="37633" y="2088"/>
                    <a:pt x="37645" y="2096"/>
                  </a:cubicBezTo>
                  <a:cubicBezTo>
                    <a:pt x="37718" y="2137"/>
                    <a:pt x="37718" y="2137"/>
                    <a:pt x="37670" y="2210"/>
                  </a:cubicBezTo>
                  <a:lnTo>
                    <a:pt x="37573" y="2364"/>
                  </a:lnTo>
                  <a:lnTo>
                    <a:pt x="37637" y="2404"/>
                  </a:lnTo>
                  <a:cubicBezTo>
                    <a:pt x="37654" y="2377"/>
                    <a:pt x="37682" y="2361"/>
                    <a:pt x="37710" y="2361"/>
                  </a:cubicBezTo>
                  <a:cubicBezTo>
                    <a:pt x="37724" y="2361"/>
                    <a:pt x="37738" y="2364"/>
                    <a:pt x="37751" y="2372"/>
                  </a:cubicBezTo>
                  <a:cubicBezTo>
                    <a:pt x="37816" y="2412"/>
                    <a:pt x="37816" y="2412"/>
                    <a:pt x="37718" y="2567"/>
                  </a:cubicBezTo>
                  <a:cubicBezTo>
                    <a:pt x="37659" y="2661"/>
                    <a:pt x="37660" y="2713"/>
                    <a:pt x="37707" y="2713"/>
                  </a:cubicBezTo>
                  <a:cubicBezTo>
                    <a:pt x="37737" y="2713"/>
                    <a:pt x="37785" y="2692"/>
                    <a:pt x="37848" y="2648"/>
                  </a:cubicBezTo>
                  <a:cubicBezTo>
                    <a:pt x="37905" y="2648"/>
                    <a:pt x="37970" y="2648"/>
                    <a:pt x="38027" y="2656"/>
                  </a:cubicBezTo>
                  <a:cubicBezTo>
                    <a:pt x="38004" y="2763"/>
                    <a:pt x="38063" y="2791"/>
                    <a:pt x="38139" y="2791"/>
                  </a:cubicBezTo>
                  <a:cubicBezTo>
                    <a:pt x="38201" y="2791"/>
                    <a:pt x="38275" y="2772"/>
                    <a:pt x="38327" y="2761"/>
                  </a:cubicBezTo>
                  <a:lnTo>
                    <a:pt x="38327" y="2761"/>
                  </a:lnTo>
                  <a:cubicBezTo>
                    <a:pt x="38300" y="2888"/>
                    <a:pt x="38315" y="2950"/>
                    <a:pt x="38376" y="2950"/>
                  </a:cubicBezTo>
                  <a:cubicBezTo>
                    <a:pt x="38409" y="2950"/>
                    <a:pt x="38454" y="2933"/>
                    <a:pt x="38513" y="2899"/>
                  </a:cubicBezTo>
                  <a:cubicBezTo>
                    <a:pt x="38531" y="2876"/>
                    <a:pt x="38549" y="2865"/>
                    <a:pt x="38566" y="2865"/>
                  </a:cubicBezTo>
                  <a:cubicBezTo>
                    <a:pt x="38601" y="2865"/>
                    <a:pt x="38629" y="2914"/>
                    <a:pt x="38635" y="2996"/>
                  </a:cubicBezTo>
                  <a:cubicBezTo>
                    <a:pt x="38635" y="3118"/>
                    <a:pt x="38700" y="3158"/>
                    <a:pt x="38813" y="3256"/>
                  </a:cubicBezTo>
                  <a:cubicBezTo>
                    <a:pt x="38817" y="3255"/>
                    <a:pt x="38821" y="3255"/>
                    <a:pt x="38826" y="3255"/>
                  </a:cubicBezTo>
                  <a:cubicBezTo>
                    <a:pt x="38961" y="3255"/>
                    <a:pt x="39362" y="3603"/>
                    <a:pt x="39770" y="4034"/>
                  </a:cubicBezTo>
                  <a:cubicBezTo>
                    <a:pt x="40208" y="4494"/>
                    <a:pt x="40484" y="4843"/>
                    <a:pt x="40579" y="4843"/>
                  </a:cubicBezTo>
                  <a:cubicBezTo>
                    <a:pt x="40586" y="4843"/>
                    <a:pt x="40592" y="4841"/>
                    <a:pt x="40597" y="4837"/>
                  </a:cubicBezTo>
                  <a:cubicBezTo>
                    <a:pt x="40645" y="4893"/>
                    <a:pt x="40645" y="4893"/>
                    <a:pt x="40621" y="5015"/>
                  </a:cubicBezTo>
                  <a:cubicBezTo>
                    <a:pt x="40568" y="5057"/>
                    <a:pt x="40579" y="5098"/>
                    <a:pt x="40663" y="5098"/>
                  </a:cubicBezTo>
                  <a:cubicBezTo>
                    <a:pt x="40694" y="5098"/>
                    <a:pt x="40734" y="5093"/>
                    <a:pt x="40783" y="5080"/>
                  </a:cubicBezTo>
                  <a:cubicBezTo>
                    <a:pt x="40792" y="5080"/>
                    <a:pt x="40800" y="5081"/>
                    <a:pt x="40808" y="5081"/>
                  </a:cubicBezTo>
                  <a:cubicBezTo>
                    <a:pt x="40857" y="5081"/>
                    <a:pt x="40895" y="5072"/>
                    <a:pt x="40908" y="5072"/>
                  </a:cubicBezTo>
                  <a:cubicBezTo>
                    <a:pt x="40923" y="5072"/>
                    <a:pt x="40905" y="5084"/>
                    <a:pt x="40832" y="5137"/>
                  </a:cubicBezTo>
                  <a:cubicBezTo>
                    <a:pt x="40759" y="5193"/>
                    <a:pt x="40856" y="5315"/>
                    <a:pt x="41035" y="5558"/>
                  </a:cubicBezTo>
                  <a:cubicBezTo>
                    <a:pt x="41153" y="5729"/>
                    <a:pt x="41306" y="5954"/>
                    <a:pt x="41387" y="5954"/>
                  </a:cubicBezTo>
                  <a:cubicBezTo>
                    <a:pt x="41394" y="5954"/>
                    <a:pt x="41401" y="5952"/>
                    <a:pt x="41408" y="5947"/>
                  </a:cubicBezTo>
                  <a:cubicBezTo>
                    <a:pt x="41520" y="6003"/>
                    <a:pt x="41554" y="6021"/>
                    <a:pt x="41527" y="6021"/>
                  </a:cubicBezTo>
                  <a:cubicBezTo>
                    <a:pt x="41515" y="6021"/>
                    <a:pt x="41491" y="6017"/>
                    <a:pt x="41456" y="6012"/>
                  </a:cubicBezTo>
                  <a:lnTo>
                    <a:pt x="41456" y="6012"/>
                  </a:lnTo>
                  <a:cubicBezTo>
                    <a:pt x="41262" y="6053"/>
                    <a:pt x="41399" y="6410"/>
                    <a:pt x="41667" y="6507"/>
                  </a:cubicBezTo>
                  <a:cubicBezTo>
                    <a:pt x="41707" y="6572"/>
                    <a:pt x="41748" y="6637"/>
                    <a:pt x="41667" y="6685"/>
                  </a:cubicBezTo>
                  <a:cubicBezTo>
                    <a:pt x="41740" y="6799"/>
                    <a:pt x="41837" y="6888"/>
                    <a:pt x="41943" y="6961"/>
                  </a:cubicBezTo>
                  <a:cubicBezTo>
                    <a:pt x="41983" y="7026"/>
                    <a:pt x="42137" y="7285"/>
                    <a:pt x="42210" y="7423"/>
                  </a:cubicBezTo>
                  <a:cubicBezTo>
                    <a:pt x="42267" y="7512"/>
                    <a:pt x="42340" y="7585"/>
                    <a:pt x="42437" y="7642"/>
                  </a:cubicBezTo>
                  <a:lnTo>
                    <a:pt x="42470" y="7707"/>
                  </a:lnTo>
                  <a:cubicBezTo>
                    <a:pt x="42389" y="7747"/>
                    <a:pt x="42575" y="8080"/>
                    <a:pt x="42810" y="8558"/>
                  </a:cubicBezTo>
                  <a:cubicBezTo>
                    <a:pt x="43053" y="9028"/>
                    <a:pt x="43240" y="9434"/>
                    <a:pt x="43191" y="9539"/>
                  </a:cubicBezTo>
                  <a:cubicBezTo>
                    <a:pt x="43224" y="9596"/>
                    <a:pt x="43280" y="9628"/>
                    <a:pt x="43337" y="9636"/>
                  </a:cubicBezTo>
                  <a:cubicBezTo>
                    <a:pt x="43348" y="9636"/>
                    <a:pt x="43358" y="9636"/>
                    <a:pt x="43368" y="9636"/>
                  </a:cubicBezTo>
                  <a:cubicBezTo>
                    <a:pt x="43535" y="9636"/>
                    <a:pt x="43561" y="9700"/>
                    <a:pt x="43516" y="9807"/>
                  </a:cubicBezTo>
                  <a:cubicBezTo>
                    <a:pt x="43394" y="9969"/>
                    <a:pt x="43499" y="10204"/>
                    <a:pt x="43710" y="10212"/>
                  </a:cubicBezTo>
                  <a:lnTo>
                    <a:pt x="43621" y="10253"/>
                  </a:lnTo>
                  <a:cubicBezTo>
                    <a:pt x="43494" y="10395"/>
                    <a:pt x="43661" y="10553"/>
                    <a:pt x="43850" y="10553"/>
                  </a:cubicBezTo>
                  <a:cubicBezTo>
                    <a:pt x="43855" y="10553"/>
                    <a:pt x="43859" y="10553"/>
                    <a:pt x="43864" y="10553"/>
                  </a:cubicBezTo>
                  <a:lnTo>
                    <a:pt x="43864" y="10553"/>
                  </a:lnTo>
                  <a:cubicBezTo>
                    <a:pt x="43807" y="10658"/>
                    <a:pt x="43759" y="10763"/>
                    <a:pt x="43872" y="10796"/>
                  </a:cubicBezTo>
                  <a:cubicBezTo>
                    <a:pt x="43905" y="10869"/>
                    <a:pt x="43905" y="10869"/>
                    <a:pt x="43734" y="10942"/>
                  </a:cubicBezTo>
                  <a:cubicBezTo>
                    <a:pt x="43653" y="10982"/>
                    <a:pt x="43572" y="11015"/>
                    <a:pt x="43605" y="11088"/>
                  </a:cubicBezTo>
                  <a:cubicBezTo>
                    <a:pt x="43617" y="11113"/>
                    <a:pt x="43637" y="11122"/>
                    <a:pt x="43662" y="11122"/>
                  </a:cubicBezTo>
                  <a:cubicBezTo>
                    <a:pt x="43700" y="11122"/>
                    <a:pt x="43750" y="11099"/>
                    <a:pt x="43799" y="11080"/>
                  </a:cubicBezTo>
                  <a:lnTo>
                    <a:pt x="43864" y="11217"/>
                  </a:lnTo>
                  <a:cubicBezTo>
                    <a:pt x="43874" y="11243"/>
                    <a:pt x="43901" y="11259"/>
                    <a:pt x="43929" y="11259"/>
                  </a:cubicBezTo>
                  <a:cubicBezTo>
                    <a:pt x="43946" y="11259"/>
                    <a:pt x="43963" y="11254"/>
                    <a:pt x="43978" y="11242"/>
                  </a:cubicBezTo>
                  <a:cubicBezTo>
                    <a:pt x="43992" y="11236"/>
                    <a:pt x="44006" y="11233"/>
                    <a:pt x="44017" y="11233"/>
                  </a:cubicBezTo>
                  <a:cubicBezTo>
                    <a:pt x="44070" y="11233"/>
                    <a:pt x="44096" y="11287"/>
                    <a:pt x="44115" y="11347"/>
                  </a:cubicBezTo>
                  <a:cubicBezTo>
                    <a:pt x="44076" y="11363"/>
                    <a:pt x="44083" y="11379"/>
                    <a:pt x="44106" y="11379"/>
                  </a:cubicBezTo>
                  <a:cubicBezTo>
                    <a:pt x="44131" y="11379"/>
                    <a:pt x="44175" y="11361"/>
                    <a:pt x="44205" y="11307"/>
                  </a:cubicBezTo>
                  <a:cubicBezTo>
                    <a:pt x="44252" y="11283"/>
                    <a:pt x="44300" y="11262"/>
                    <a:pt x="44338" y="11262"/>
                  </a:cubicBezTo>
                  <a:cubicBezTo>
                    <a:pt x="44364" y="11262"/>
                    <a:pt x="44386" y="11272"/>
                    <a:pt x="44399" y="11299"/>
                  </a:cubicBezTo>
                  <a:lnTo>
                    <a:pt x="44561" y="11226"/>
                  </a:lnTo>
                  <a:cubicBezTo>
                    <a:pt x="44732" y="11153"/>
                    <a:pt x="44813" y="11112"/>
                    <a:pt x="44837" y="10942"/>
                  </a:cubicBezTo>
                  <a:cubicBezTo>
                    <a:pt x="44801" y="10664"/>
                    <a:pt x="44785" y="10442"/>
                    <a:pt x="44671" y="10442"/>
                  </a:cubicBezTo>
                  <a:cubicBezTo>
                    <a:pt x="44655" y="10442"/>
                    <a:pt x="44638" y="10447"/>
                    <a:pt x="44618" y="10455"/>
                  </a:cubicBezTo>
                  <a:cubicBezTo>
                    <a:pt x="44618" y="10455"/>
                    <a:pt x="44505" y="10431"/>
                    <a:pt x="44472" y="10358"/>
                  </a:cubicBezTo>
                  <a:cubicBezTo>
                    <a:pt x="44456" y="10301"/>
                    <a:pt x="44464" y="10236"/>
                    <a:pt x="44497" y="10180"/>
                  </a:cubicBezTo>
                  <a:cubicBezTo>
                    <a:pt x="44578" y="10147"/>
                    <a:pt x="44448" y="9872"/>
                    <a:pt x="44294" y="9523"/>
                  </a:cubicBezTo>
                  <a:cubicBezTo>
                    <a:pt x="44099" y="9109"/>
                    <a:pt x="43994" y="8899"/>
                    <a:pt x="44043" y="8793"/>
                  </a:cubicBezTo>
                  <a:cubicBezTo>
                    <a:pt x="44075" y="8736"/>
                    <a:pt x="44083" y="8672"/>
                    <a:pt x="44059" y="8615"/>
                  </a:cubicBezTo>
                  <a:lnTo>
                    <a:pt x="44059" y="8615"/>
                  </a:lnTo>
                  <a:cubicBezTo>
                    <a:pt x="44055" y="8617"/>
                    <a:pt x="44051" y="8618"/>
                    <a:pt x="44047" y="8618"/>
                  </a:cubicBezTo>
                  <a:cubicBezTo>
                    <a:pt x="43959" y="8618"/>
                    <a:pt x="43764" y="8220"/>
                    <a:pt x="43524" y="7755"/>
                  </a:cubicBezTo>
                  <a:cubicBezTo>
                    <a:pt x="43284" y="7292"/>
                    <a:pt x="43023" y="6836"/>
                    <a:pt x="42935" y="6836"/>
                  </a:cubicBezTo>
                  <a:cubicBezTo>
                    <a:pt x="42931" y="6836"/>
                    <a:pt x="42927" y="6837"/>
                    <a:pt x="42924" y="6839"/>
                  </a:cubicBezTo>
                  <a:lnTo>
                    <a:pt x="42843" y="6701"/>
                  </a:lnTo>
                  <a:cubicBezTo>
                    <a:pt x="42924" y="6653"/>
                    <a:pt x="42843" y="6515"/>
                    <a:pt x="42761" y="6385"/>
                  </a:cubicBezTo>
                  <a:cubicBezTo>
                    <a:pt x="42664" y="6329"/>
                    <a:pt x="42583" y="6247"/>
                    <a:pt x="42518" y="6158"/>
                  </a:cubicBezTo>
                  <a:cubicBezTo>
                    <a:pt x="42599" y="6110"/>
                    <a:pt x="42551" y="6045"/>
                    <a:pt x="42470" y="5907"/>
                  </a:cubicBezTo>
                  <a:cubicBezTo>
                    <a:pt x="42406" y="5805"/>
                    <a:pt x="42362" y="5738"/>
                    <a:pt x="42311" y="5738"/>
                  </a:cubicBezTo>
                  <a:cubicBezTo>
                    <a:pt x="42297" y="5738"/>
                    <a:pt x="42282" y="5743"/>
                    <a:pt x="42267" y="5753"/>
                  </a:cubicBezTo>
                  <a:cubicBezTo>
                    <a:pt x="42218" y="5688"/>
                    <a:pt x="41910" y="5226"/>
                    <a:pt x="41845" y="4975"/>
                  </a:cubicBezTo>
                  <a:cubicBezTo>
                    <a:pt x="41870" y="4861"/>
                    <a:pt x="41748" y="4845"/>
                    <a:pt x="41626" y="4837"/>
                  </a:cubicBezTo>
                  <a:cubicBezTo>
                    <a:pt x="41595" y="4858"/>
                    <a:pt x="41558" y="4868"/>
                    <a:pt x="41520" y="4868"/>
                  </a:cubicBezTo>
                  <a:cubicBezTo>
                    <a:pt x="41471" y="4868"/>
                    <a:pt x="41420" y="4849"/>
                    <a:pt x="41383" y="4812"/>
                  </a:cubicBezTo>
                  <a:lnTo>
                    <a:pt x="41529" y="4707"/>
                  </a:lnTo>
                  <a:cubicBezTo>
                    <a:pt x="41553" y="4709"/>
                    <a:pt x="41573" y="4710"/>
                    <a:pt x="41588" y="4710"/>
                  </a:cubicBezTo>
                  <a:cubicBezTo>
                    <a:pt x="41647" y="4710"/>
                    <a:pt x="41631" y="4689"/>
                    <a:pt x="41553" y="4585"/>
                  </a:cubicBezTo>
                  <a:lnTo>
                    <a:pt x="41456" y="4456"/>
                  </a:lnTo>
                  <a:cubicBezTo>
                    <a:pt x="41450" y="4460"/>
                    <a:pt x="41444" y="4462"/>
                    <a:pt x="41436" y="4462"/>
                  </a:cubicBezTo>
                  <a:cubicBezTo>
                    <a:pt x="41344" y="4462"/>
                    <a:pt x="41110" y="4163"/>
                    <a:pt x="40759" y="3766"/>
                  </a:cubicBezTo>
                  <a:cubicBezTo>
                    <a:pt x="40339" y="3290"/>
                    <a:pt x="40130" y="3104"/>
                    <a:pt x="40045" y="3104"/>
                  </a:cubicBezTo>
                  <a:cubicBezTo>
                    <a:pt x="40031" y="3104"/>
                    <a:pt x="40021" y="3109"/>
                    <a:pt x="40013" y="3118"/>
                  </a:cubicBezTo>
                  <a:cubicBezTo>
                    <a:pt x="39999" y="3134"/>
                    <a:pt x="39984" y="3143"/>
                    <a:pt x="39969" y="3143"/>
                  </a:cubicBezTo>
                  <a:cubicBezTo>
                    <a:pt x="39923" y="3143"/>
                    <a:pt x="39867" y="3067"/>
                    <a:pt x="39770" y="2891"/>
                  </a:cubicBezTo>
                  <a:cubicBezTo>
                    <a:pt x="39611" y="2428"/>
                    <a:pt x="39576" y="2359"/>
                    <a:pt x="39493" y="2359"/>
                  </a:cubicBezTo>
                  <a:cubicBezTo>
                    <a:pt x="39479" y="2359"/>
                    <a:pt x="39463" y="2361"/>
                    <a:pt x="39445" y="2364"/>
                  </a:cubicBezTo>
                  <a:cubicBezTo>
                    <a:pt x="39518" y="2421"/>
                    <a:pt x="39454" y="2494"/>
                    <a:pt x="39397" y="2558"/>
                  </a:cubicBezTo>
                  <a:cubicBezTo>
                    <a:pt x="39353" y="2612"/>
                    <a:pt x="39316" y="2637"/>
                    <a:pt x="39291" y="2637"/>
                  </a:cubicBezTo>
                  <a:cubicBezTo>
                    <a:pt x="39250" y="2637"/>
                    <a:pt x="39237" y="2573"/>
                    <a:pt x="39267" y="2453"/>
                  </a:cubicBezTo>
                  <a:cubicBezTo>
                    <a:pt x="39385" y="2312"/>
                    <a:pt x="38490" y="1739"/>
                    <a:pt x="38204" y="1739"/>
                  </a:cubicBezTo>
                  <a:cubicBezTo>
                    <a:pt x="38177" y="1739"/>
                    <a:pt x="38155" y="1744"/>
                    <a:pt x="38140" y="1756"/>
                  </a:cubicBezTo>
                  <a:cubicBezTo>
                    <a:pt x="38152" y="1735"/>
                    <a:pt x="38168" y="1709"/>
                    <a:pt x="38189" y="1675"/>
                  </a:cubicBezTo>
                  <a:cubicBezTo>
                    <a:pt x="38229" y="1602"/>
                    <a:pt x="38164" y="1553"/>
                    <a:pt x="37873" y="1383"/>
                  </a:cubicBezTo>
                  <a:lnTo>
                    <a:pt x="37654" y="1261"/>
                  </a:lnTo>
                  <a:cubicBezTo>
                    <a:pt x="37638" y="1291"/>
                    <a:pt x="37610" y="1304"/>
                    <a:pt x="37575" y="1304"/>
                  </a:cubicBezTo>
                  <a:cubicBezTo>
                    <a:pt x="37431" y="1304"/>
                    <a:pt x="37175" y="1091"/>
                    <a:pt x="37208" y="1026"/>
                  </a:cubicBezTo>
                  <a:cubicBezTo>
                    <a:pt x="37167" y="913"/>
                    <a:pt x="37167" y="913"/>
                    <a:pt x="37013" y="840"/>
                  </a:cubicBezTo>
                  <a:cubicBezTo>
                    <a:pt x="36984" y="844"/>
                    <a:pt x="36954" y="846"/>
                    <a:pt x="36924" y="846"/>
                  </a:cubicBezTo>
                  <a:cubicBezTo>
                    <a:pt x="36641" y="846"/>
                    <a:pt x="36351" y="653"/>
                    <a:pt x="36381" y="572"/>
                  </a:cubicBezTo>
                  <a:cubicBezTo>
                    <a:pt x="36381" y="572"/>
                    <a:pt x="36300" y="540"/>
                    <a:pt x="36219" y="507"/>
                  </a:cubicBezTo>
                  <a:cubicBezTo>
                    <a:pt x="36180" y="526"/>
                    <a:pt x="36136" y="534"/>
                    <a:pt x="36091" y="534"/>
                  </a:cubicBezTo>
                  <a:cubicBezTo>
                    <a:pt x="36004" y="534"/>
                    <a:pt x="35915" y="507"/>
                    <a:pt x="35862" y="491"/>
                  </a:cubicBezTo>
                  <a:cubicBezTo>
                    <a:pt x="35735" y="444"/>
                    <a:pt x="35652" y="418"/>
                    <a:pt x="35610" y="418"/>
                  </a:cubicBezTo>
                  <a:cubicBezTo>
                    <a:pt x="35571" y="418"/>
                    <a:pt x="35567" y="440"/>
                    <a:pt x="35594" y="491"/>
                  </a:cubicBezTo>
                  <a:cubicBezTo>
                    <a:pt x="35573" y="570"/>
                    <a:pt x="35551" y="649"/>
                    <a:pt x="35490" y="649"/>
                  </a:cubicBezTo>
                  <a:cubicBezTo>
                    <a:pt x="35482" y="649"/>
                    <a:pt x="35474" y="648"/>
                    <a:pt x="35465" y="645"/>
                  </a:cubicBezTo>
                  <a:lnTo>
                    <a:pt x="35489" y="564"/>
                  </a:lnTo>
                  <a:cubicBezTo>
                    <a:pt x="35513" y="475"/>
                    <a:pt x="35262" y="402"/>
                    <a:pt x="34929" y="329"/>
                  </a:cubicBezTo>
                  <a:cubicBezTo>
                    <a:pt x="34508" y="248"/>
                    <a:pt x="34338" y="215"/>
                    <a:pt x="34265" y="118"/>
                  </a:cubicBezTo>
                  <a:lnTo>
                    <a:pt x="34167" y="199"/>
                  </a:lnTo>
                  <a:cubicBezTo>
                    <a:pt x="34122" y="237"/>
                    <a:pt x="34079" y="255"/>
                    <a:pt x="34046" y="255"/>
                  </a:cubicBezTo>
                  <a:cubicBezTo>
                    <a:pt x="34008" y="255"/>
                    <a:pt x="33985" y="231"/>
                    <a:pt x="33989" y="183"/>
                  </a:cubicBezTo>
                  <a:cubicBezTo>
                    <a:pt x="33946" y="121"/>
                    <a:pt x="33805" y="84"/>
                    <a:pt x="33660" y="84"/>
                  </a:cubicBezTo>
                  <a:cubicBezTo>
                    <a:pt x="33558" y="84"/>
                    <a:pt x="33454" y="102"/>
                    <a:pt x="33381" y="142"/>
                  </a:cubicBezTo>
                  <a:lnTo>
                    <a:pt x="33211" y="142"/>
                  </a:lnTo>
                  <a:cubicBezTo>
                    <a:pt x="33163" y="47"/>
                    <a:pt x="33074" y="0"/>
                    <a:pt x="3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2"/>
            <p:cNvSpPr/>
            <p:nvPr/>
          </p:nvSpPr>
          <p:spPr>
            <a:xfrm>
              <a:off x="4322065" y="2115067"/>
              <a:ext cx="589936" cy="177098"/>
            </a:xfrm>
            <a:custGeom>
              <a:avLst/>
              <a:gdLst/>
              <a:ahLst/>
              <a:cxnLst/>
              <a:rect l="l" t="t" r="r" b="b"/>
              <a:pathLst>
                <a:path w="34224" h="10274" extrusionOk="0">
                  <a:moveTo>
                    <a:pt x="5133" y="1"/>
                  </a:moveTo>
                  <a:cubicBezTo>
                    <a:pt x="2287" y="1"/>
                    <a:pt x="0" y="2287"/>
                    <a:pt x="0" y="5133"/>
                  </a:cubicBezTo>
                  <a:cubicBezTo>
                    <a:pt x="0" y="7979"/>
                    <a:pt x="2287" y="10273"/>
                    <a:pt x="5133" y="10273"/>
                  </a:cubicBezTo>
                  <a:lnTo>
                    <a:pt x="29091" y="10273"/>
                  </a:lnTo>
                  <a:cubicBezTo>
                    <a:pt x="31937" y="10273"/>
                    <a:pt x="34223" y="7979"/>
                    <a:pt x="34223" y="5133"/>
                  </a:cubicBezTo>
                  <a:cubicBezTo>
                    <a:pt x="34223" y="2287"/>
                    <a:pt x="31937" y="1"/>
                    <a:pt x="29091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2"/>
            <p:cNvSpPr/>
            <p:nvPr/>
          </p:nvSpPr>
          <p:spPr>
            <a:xfrm>
              <a:off x="4308655" y="2099416"/>
              <a:ext cx="618447" cy="211056"/>
            </a:xfrm>
            <a:custGeom>
              <a:avLst/>
              <a:gdLst/>
              <a:ahLst/>
              <a:cxnLst/>
              <a:rect l="l" t="t" r="r" b="b"/>
              <a:pathLst>
                <a:path w="35878" h="12244" extrusionOk="0">
                  <a:moveTo>
                    <a:pt x="21932" y="179"/>
                  </a:moveTo>
                  <a:cubicBezTo>
                    <a:pt x="21932" y="244"/>
                    <a:pt x="21932" y="300"/>
                    <a:pt x="21842" y="300"/>
                  </a:cubicBezTo>
                  <a:lnTo>
                    <a:pt x="21745" y="236"/>
                  </a:lnTo>
                  <a:lnTo>
                    <a:pt x="21842" y="179"/>
                  </a:lnTo>
                  <a:close/>
                  <a:moveTo>
                    <a:pt x="20707" y="236"/>
                  </a:moveTo>
                  <a:cubicBezTo>
                    <a:pt x="20805" y="236"/>
                    <a:pt x="20805" y="236"/>
                    <a:pt x="20805" y="292"/>
                  </a:cubicBezTo>
                  <a:cubicBezTo>
                    <a:pt x="20805" y="292"/>
                    <a:pt x="20797" y="357"/>
                    <a:pt x="20707" y="357"/>
                  </a:cubicBezTo>
                  <a:lnTo>
                    <a:pt x="20610" y="292"/>
                  </a:lnTo>
                  <a:cubicBezTo>
                    <a:pt x="20610" y="236"/>
                    <a:pt x="20707" y="236"/>
                    <a:pt x="20707" y="236"/>
                  </a:cubicBezTo>
                  <a:close/>
                  <a:moveTo>
                    <a:pt x="25142" y="495"/>
                  </a:moveTo>
                  <a:cubicBezTo>
                    <a:pt x="25232" y="495"/>
                    <a:pt x="25232" y="552"/>
                    <a:pt x="25232" y="552"/>
                  </a:cubicBezTo>
                  <a:cubicBezTo>
                    <a:pt x="25232" y="552"/>
                    <a:pt x="25232" y="617"/>
                    <a:pt x="25134" y="617"/>
                  </a:cubicBezTo>
                  <a:cubicBezTo>
                    <a:pt x="25134" y="617"/>
                    <a:pt x="25045" y="552"/>
                    <a:pt x="25045" y="495"/>
                  </a:cubicBezTo>
                  <a:close/>
                  <a:moveTo>
                    <a:pt x="28987" y="488"/>
                  </a:moveTo>
                  <a:cubicBezTo>
                    <a:pt x="29001" y="488"/>
                    <a:pt x="29010" y="495"/>
                    <a:pt x="29010" y="511"/>
                  </a:cubicBezTo>
                  <a:cubicBezTo>
                    <a:pt x="29010" y="511"/>
                    <a:pt x="29010" y="576"/>
                    <a:pt x="28912" y="633"/>
                  </a:cubicBezTo>
                  <a:cubicBezTo>
                    <a:pt x="28912" y="633"/>
                    <a:pt x="28869" y="658"/>
                    <a:pt x="28840" y="658"/>
                  </a:cubicBezTo>
                  <a:cubicBezTo>
                    <a:pt x="28826" y="658"/>
                    <a:pt x="28815" y="652"/>
                    <a:pt x="28815" y="633"/>
                  </a:cubicBezTo>
                  <a:lnTo>
                    <a:pt x="28823" y="568"/>
                  </a:lnTo>
                  <a:cubicBezTo>
                    <a:pt x="28886" y="528"/>
                    <a:pt x="28953" y="488"/>
                    <a:pt x="28987" y="488"/>
                  </a:cubicBezTo>
                  <a:close/>
                  <a:moveTo>
                    <a:pt x="22626" y="558"/>
                  </a:moveTo>
                  <a:cubicBezTo>
                    <a:pt x="22661" y="558"/>
                    <a:pt x="22686" y="572"/>
                    <a:pt x="22686" y="600"/>
                  </a:cubicBezTo>
                  <a:cubicBezTo>
                    <a:pt x="22686" y="665"/>
                    <a:pt x="22686" y="665"/>
                    <a:pt x="22588" y="665"/>
                  </a:cubicBezTo>
                  <a:cubicBezTo>
                    <a:pt x="22402" y="665"/>
                    <a:pt x="22402" y="665"/>
                    <a:pt x="22499" y="600"/>
                  </a:cubicBezTo>
                  <a:cubicBezTo>
                    <a:pt x="22544" y="572"/>
                    <a:pt x="22590" y="558"/>
                    <a:pt x="22626" y="558"/>
                  </a:cubicBezTo>
                  <a:close/>
                  <a:moveTo>
                    <a:pt x="23253" y="609"/>
                  </a:moveTo>
                  <a:cubicBezTo>
                    <a:pt x="23342" y="609"/>
                    <a:pt x="23342" y="609"/>
                    <a:pt x="23342" y="665"/>
                  </a:cubicBezTo>
                  <a:lnTo>
                    <a:pt x="23253" y="665"/>
                  </a:lnTo>
                  <a:lnTo>
                    <a:pt x="23156" y="609"/>
                  </a:lnTo>
                  <a:close/>
                  <a:moveTo>
                    <a:pt x="12867" y="552"/>
                  </a:moveTo>
                  <a:cubicBezTo>
                    <a:pt x="12867" y="617"/>
                    <a:pt x="12867" y="673"/>
                    <a:pt x="12778" y="673"/>
                  </a:cubicBezTo>
                  <a:lnTo>
                    <a:pt x="12681" y="673"/>
                  </a:lnTo>
                  <a:cubicBezTo>
                    <a:pt x="12681" y="617"/>
                    <a:pt x="12778" y="552"/>
                    <a:pt x="12778" y="552"/>
                  </a:cubicBezTo>
                  <a:close/>
                  <a:moveTo>
                    <a:pt x="24194" y="609"/>
                  </a:moveTo>
                  <a:cubicBezTo>
                    <a:pt x="24291" y="609"/>
                    <a:pt x="24291" y="609"/>
                    <a:pt x="24291" y="673"/>
                  </a:cubicBezTo>
                  <a:lnTo>
                    <a:pt x="24194" y="673"/>
                  </a:lnTo>
                  <a:lnTo>
                    <a:pt x="24096" y="609"/>
                  </a:lnTo>
                  <a:close/>
                  <a:moveTo>
                    <a:pt x="8911" y="600"/>
                  </a:moveTo>
                  <a:cubicBezTo>
                    <a:pt x="9097" y="600"/>
                    <a:pt x="9097" y="600"/>
                    <a:pt x="9097" y="657"/>
                  </a:cubicBezTo>
                  <a:cubicBezTo>
                    <a:pt x="9097" y="714"/>
                    <a:pt x="8902" y="714"/>
                    <a:pt x="8813" y="714"/>
                  </a:cubicBezTo>
                  <a:cubicBezTo>
                    <a:pt x="8716" y="657"/>
                    <a:pt x="8813" y="600"/>
                    <a:pt x="8911" y="600"/>
                  </a:cubicBezTo>
                  <a:close/>
                  <a:moveTo>
                    <a:pt x="23975" y="705"/>
                  </a:moveTo>
                  <a:cubicBezTo>
                    <a:pt x="23964" y="705"/>
                    <a:pt x="23942" y="711"/>
                    <a:pt x="23910" y="730"/>
                  </a:cubicBezTo>
                  <a:cubicBezTo>
                    <a:pt x="23975" y="730"/>
                    <a:pt x="23996" y="705"/>
                    <a:pt x="23975" y="705"/>
                  </a:cubicBezTo>
                  <a:close/>
                  <a:moveTo>
                    <a:pt x="22971" y="884"/>
                  </a:moveTo>
                  <a:cubicBezTo>
                    <a:pt x="22970" y="892"/>
                    <a:pt x="22969" y="900"/>
                    <a:pt x="22969" y="909"/>
                  </a:cubicBezTo>
                  <a:cubicBezTo>
                    <a:pt x="22973" y="911"/>
                    <a:pt x="22976" y="913"/>
                    <a:pt x="22979" y="915"/>
                  </a:cubicBezTo>
                  <a:lnTo>
                    <a:pt x="22979" y="915"/>
                  </a:lnTo>
                  <a:cubicBezTo>
                    <a:pt x="22976" y="907"/>
                    <a:pt x="22973" y="897"/>
                    <a:pt x="22971" y="884"/>
                  </a:cubicBezTo>
                  <a:close/>
                  <a:moveTo>
                    <a:pt x="22979" y="915"/>
                  </a:moveTo>
                  <a:cubicBezTo>
                    <a:pt x="22988" y="936"/>
                    <a:pt x="23001" y="945"/>
                    <a:pt x="23005" y="945"/>
                  </a:cubicBezTo>
                  <a:cubicBezTo>
                    <a:pt x="23011" y="945"/>
                    <a:pt x="23007" y="934"/>
                    <a:pt x="22979" y="915"/>
                  </a:cubicBezTo>
                  <a:close/>
                  <a:moveTo>
                    <a:pt x="32232" y="835"/>
                  </a:moveTo>
                  <a:cubicBezTo>
                    <a:pt x="32257" y="835"/>
                    <a:pt x="32285" y="838"/>
                    <a:pt x="32318" y="844"/>
                  </a:cubicBezTo>
                  <a:cubicBezTo>
                    <a:pt x="32415" y="884"/>
                    <a:pt x="32415" y="884"/>
                    <a:pt x="32383" y="941"/>
                  </a:cubicBezTo>
                  <a:cubicBezTo>
                    <a:pt x="32369" y="973"/>
                    <a:pt x="32325" y="989"/>
                    <a:pt x="32274" y="989"/>
                  </a:cubicBezTo>
                  <a:cubicBezTo>
                    <a:pt x="32233" y="989"/>
                    <a:pt x="32187" y="979"/>
                    <a:pt x="32147" y="957"/>
                  </a:cubicBezTo>
                  <a:cubicBezTo>
                    <a:pt x="32065" y="923"/>
                    <a:pt x="32088" y="835"/>
                    <a:pt x="32232" y="835"/>
                  </a:cubicBezTo>
                  <a:close/>
                  <a:moveTo>
                    <a:pt x="2449" y="1800"/>
                  </a:moveTo>
                  <a:cubicBezTo>
                    <a:pt x="2489" y="1849"/>
                    <a:pt x="2522" y="1890"/>
                    <a:pt x="2449" y="1963"/>
                  </a:cubicBezTo>
                  <a:lnTo>
                    <a:pt x="2335" y="1979"/>
                  </a:lnTo>
                  <a:lnTo>
                    <a:pt x="2376" y="1865"/>
                  </a:lnTo>
                  <a:cubicBezTo>
                    <a:pt x="2449" y="1800"/>
                    <a:pt x="2449" y="1800"/>
                    <a:pt x="2449" y="1800"/>
                  </a:cubicBezTo>
                  <a:close/>
                  <a:moveTo>
                    <a:pt x="1257" y="2522"/>
                  </a:moveTo>
                  <a:cubicBezTo>
                    <a:pt x="1306" y="2554"/>
                    <a:pt x="1354" y="2595"/>
                    <a:pt x="1289" y="2676"/>
                  </a:cubicBezTo>
                  <a:lnTo>
                    <a:pt x="1224" y="2765"/>
                  </a:lnTo>
                  <a:cubicBezTo>
                    <a:pt x="1176" y="2725"/>
                    <a:pt x="1192" y="2603"/>
                    <a:pt x="1192" y="2603"/>
                  </a:cubicBezTo>
                  <a:lnTo>
                    <a:pt x="1257" y="2522"/>
                  </a:lnTo>
                  <a:close/>
                  <a:moveTo>
                    <a:pt x="805" y="4273"/>
                  </a:moveTo>
                  <a:cubicBezTo>
                    <a:pt x="815" y="4273"/>
                    <a:pt x="826" y="4277"/>
                    <a:pt x="843" y="4281"/>
                  </a:cubicBezTo>
                  <a:cubicBezTo>
                    <a:pt x="900" y="4306"/>
                    <a:pt x="924" y="4411"/>
                    <a:pt x="924" y="4411"/>
                  </a:cubicBezTo>
                  <a:cubicBezTo>
                    <a:pt x="914" y="4434"/>
                    <a:pt x="901" y="4443"/>
                    <a:pt x="887" y="4443"/>
                  </a:cubicBezTo>
                  <a:cubicBezTo>
                    <a:pt x="847" y="4443"/>
                    <a:pt x="796" y="4372"/>
                    <a:pt x="754" y="4354"/>
                  </a:cubicBezTo>
                  <a:cubicBezTo>
                    <a:pt x="777" y="4292"/>
                    <a:pt x="784" y="4273"/>
                    <a:pt x="805" y="4273"/>
                  </a:cubicBezTo>
                  <a:close/>
                  <a:moveTo>
                    <a:pt x="603" y="6613"/>
                  </a:moveTo>
                  <a:cubicBezTo>
                    <a:pt x="649" y="6613"/>
                    <a:pt x="685" y="6629"/>
                    <a:pt x="697" y="6697"/>
                  </a:cubicBezTo>
                  <a:lnTo>
                    <a:pt x="649" y="6803"/>
                  </a:lnTo>
                  <a:lnTo>
                    <a:pt x="576" y="6714"/>
                  </a:lnTo>
                  <a:lnTo>
                    <a:pt x="560" y="6616"/>
                  </a:lnTo>
                  <a:cubicBezTo>
                    <a:pt x="575" y="6615"/>
                    <a:pt x="589" y="6613"/>
                    <a:pt x="603" y="6613"/>
                  </a:cubicBezTo>
                  <a:close/>
                  <a:moveTo>
                    <a:pt x="7522" y="10114"/>
                  </a:moveTo>
                  <a:cubicBezTo>
                    <a:pt x="7484" y="10114"/>
                    <a:pt x="7427" y="10142"/>
                    <a:pt x="7370" y="10208"/>
                  </a:cubicBezTo>
                  <a:cubicBezTo>
                    <a:pt x="7370" y="10273"/>
                    <a:pt x="7370" y="10273"/>
                    <a:pt x="7467" y="10273"/>
                  </a:cubicBezTo>
                  <a:cubicBezTo>
                    <a:pt x="7467" y="10273"/>
                    <a:pt x="7565" y="10208"/>
                    <a:pt x="7565" y="10151"/>
                  </a:cubicBezTo>
                  <a:cubicBezTo>
                    <a:pt x="7565" y="10128"/>
                    <a:pt x="7548" y="10114"/>
                    <a:pt x="7522" y="10114"/>
                  </a:cubicBezTo>
                  <a:close/>
                  <a:moveTo>
                    <a:pt x="28321" y="10605"/>
                  </a:moveTo>
                  <a:cubicBezTo>
                    <a:pt x="28223" y="10605"/>
                    <a:pt x="28223" y="10670"/>
                    <a:pt x="28223" y="10727"/>
                  </a:cubicBezTo>
                  <a:lnTo>
                    <a:pt x="28321" y="10727"/>
                  </a:lnTo>
                  <a:cubicBezTo>
                    <a:pt x="28321" y="10727"/>
                    <a:pt x="28410" y="10670"/>
                    <a:pt x="28410" y="10605"/>
                  </a:cubicBezTo>
                  <a:close/>
                  <a:moveTo>
                    <a:pt x="4585" y="11103"/>
                  </a:moveTo>
                  <a:cubicBezTo>
                    <a:pt x="4556" y="11103"/>
                    <a:pt x="4574" y="11129"/>
                    <a:pt x="4592" y="11129"/>
                  </a:cubicBezTo>
                  <a:cubicBezTo>
                    <a:pt x="4601" y="11129"/>
                    <a:pt x="4609" y="11123"/>
                    <a:pt x="4613" y="11108"/>
                  </a:cubicBezTo>
                  <a:cubicBezTo>
                    <a:pt x="4601" y="11105"/>
                    <a:pt x="4592" y="11103"/>
                    <a:pt x="4585" y="11103"/>
                  </a:cubicBezTo>
                  <a:close/>
                  <a:moveTo>
                    <a:pt x="11957" y="11221"/>
                  </a:moveTo>
                  <a:cubicBezTo>
                    <a:pt x="11974" y="11221"/>
                    <a:pt x="11983" y="11227"/>
                    <a:pt x="11983" y="11246"/>
                  </a:cubicBezTo>
                  <a:cubicBezTo>
                    <a:pt x="12081" y="11246"/>
                    <a:pt x="11894" y="11311"/>
                    <a:pt x="11797" y="11311"/>
                  </a:cubicBezTo>
                  <a:lnTo>
                    <a:pt x="11797" y="11246"/>
                  </a:lnTo>
                  <a:cubicBezTo>
                    <a:pt x="11862" y="11246"/>
                    <a:pt x="11923" y="11221"/>
                    <a:pt x="11957" y="11221"/>
                  </a:cubicBezTo>
                  <a:close/>
                  <a:moveTo>
                    <a:pt x="20951" y="11173"/>
                  </a:moveTo>
                  <a:cubicBezTo>
                    <a:pt x="20886" y="11173"/>
                    <a:pt x="20821" y="11197"/>
                    <a:pt x="20764" y="11230"/>
                  </a:cubicBezTo>
                  <a:cubicBezTo>
                    <a:pt x="20764" y="11295"/>
                    <a:pt x="20853" y="11295"/>
                    <a:pt x="20951" y="11295"/>
                  </a:cubicBezTo>
                  <a:cubicBezTo>
                    <a:pt x="21004" y="11311"/>
                    <a:pt x="21051" y="11318"/>
                    <a:pt x="21090" y="11318"/>
                  </a:cubicBezTo>
                  <a:cubicBezTo>
                    <a:pt x="21185" y="11318"/>
                    <a:pt x="21234" y="11276"/>
                    <a:pt x="21234" y="11230"/>
                  </a:cubicBezTo>
                  <a:cubicBezTo>
                    <a:pt x="21234" y="11173"/>
                    <a:pt x="21137" y="11173"/>
                    <a:pt x="20951" y="11173"/>
                  </a:cubicBezTo>
                  <a:close/>
                  <a:moveTo>
                    <a:pt x="5475" y="9785"/>
                  </a:moveTo>
                  <a:cubicBezTo>
                    <a:pt x="4934" y="9785"/>
                    <a:pt x="4473" y="10188"/>
                    <a:pt x="4411" y="10727"/>
                  </a:cubicBezTo>
                  <a:cubicBezTo>
                    <a:pt x="4398" y="10840"/>
                    <a:pt x="4403" y="10952"/>
                    <a:pt x="4424" y="11058"/>
                  </a:cubicBezTo>
                  <a:lnTo>
                    <a:pt x="4424" y="11058"/>
                  </a:lnTo>
                  <a:lnTo>
                    <a:pt x="4524" y="11084"/>
                  </a:lnTo>
                  <a:cubicBezTo>
                    <a:pt x="4535" y="11047"/>
                    <a:pt x="4545" y="11011"/>
                    <a:pt x="4570" y="11011"/>
                  </a:cubicBezTo>
                  <a:cubicBezTo>
                    <a:pt x="4585" y="11011"/>
                    <a:pt x="4604" y="11022"/>
                    <a:pt x="4630" y="11051"/>
                  </a:cubicBezTo>
                  <a:lnTo>
                    <a:pt x="4613" y="11108"/>
                  </a:lnTo>
                  <a:cubicBezTo>
                    <a:pt x="4719" y="11124"/>
                    <a:pt x="4808" y="11173"/>
                    <a:pt x="4881" y="11238"/>
                  </a:cubicBezTo>
                  <a:cubicBezTo>
                    <a:pt x="4877" y="11264"/>
                    <a:pt x="4895" y="11281"/>
                    <a:pt x="4918" y="11281"/>
                  </a:cubicBezTo>
                  <a:cubicBezTo>
                    <a:pt x="4946" y="11281"/>
                    <a:pt x="4981" y="11256"/>
                    <a:pt x="4995" y="11189"/>
                  </a:cubicBezTo>
                  <a:lnTo>
                    <a:pt x="5084" y="11205"/>
                  </a:lnTo>
                  <a:cubicBezTo>
                    <a:pt x="5076" y="11270"/>
                    <a:pt x="5165" y="11343"/>
                    <a:pt x="5262" y="11359"/>
                  </a:cubicBezTo>
                  <a:cubicBezTo>
                    <a:pt x="5295" y="11365"/>
                    <a:pt x="5327" y="11368"/>
                    <a:pt x="5352" y="11368"/>
                  </a:cubicBezTo>
                  <a:cubicBezTo>
                    <a:pt x="5404" y="11368"/>
                    <a:pt x="5427" y="11354"/>
                    <a:pt x="5367" y="11311"/>
                  </a:cubicBezTo>
                  <a:cubicBezTo>
                    <a:pt x="5367" y="11254"/>
                    <a:pt x="5376" y="11254"/>
                    <a:pt x="5465" y="11254"/>
                  </a:cubicBezTo>
                  <a:cubicBezTo>
                    <a:pt x="5562" y="11262"/>
                    <a:pt x="5651" y="11327"/>
                    <a:pt x="5651" y="11392"/>
                  </a:cubicBezTo>
                  <a:lnTo>
                    <a:pt x="5757" y="11335"/>
                  </a:lnTo>
                  <a:cubicBezTo>
                    <a:pt x="5802" y="11309"/>
                    <a:pt x="5847" y="11296"/>
                    <a:pt x="5901" y="11296"/>
                  </a:cubicBezTo>
                  <a:cubicBezTo>
                    <a:pt x="5964" y="11296"/>
                    <a:pt x="6038" y="11313"/>
                    <a:pt x="6138" y="11343"/>
                  </a:cubicBezTo>
                  <a:lnTo>
                    <a:pt x="6324" y="11343"/>
                  </a:lnTo>
                  <a:cubicBezTo>
                    <a:pt x="6287" y="11296"/>
                    <a:pt x="6348" y="11277"/>
                    <a:pt x="6448" y="11275"/>
                  </a:cubicBezTo>
                  <a:lnTo>
                    <a:pt x="6448" y="11275"/>
                  </a:lnTo>
                  <a:cubicBezTo>
                    <a:pt x="6502" y="11149"/>
                    <a:pt x="6533" y="11010"/>
                    <a:pt x="6535" y="10865"/>
                  </a:cubicBezTo>
                  <a:cubicBezTo>
                    <a:pt x="6543" y="10297"/>
                    <a:pt x="6105" y="9827"/>
                    <a:pt x="5538" y="9787"/>
                  </a:cubicBezTo>
                  <a:cubicBezTo>
                    <a:pt x="5517" y="9785"/>
                    <a:pt x="5496" y="9785"/>
                    <a:pt x="5475" y="9785"/>
                  </a:cubicBezTo>
                  <a:close/>
                  <a:moveTo>
                    <a:pt x="21802" y="11295"/>
                  </a:moveTo>
                  <a:cubicBezTo>
                    <a:pt x="21802" y="11351"/>
                    <a:pt x="21607" y="11416"/>
                    <a:pt x="21518" y="11416"/>
                  </a:cubicBezTo>
                  <a:cubicBezTo>
                    <a:pt x="21421" y="11416"/>
                    <a:pt x="21421" y="11351"/>
                    <a:pt x="21615" y="11295"/>
                  </a:cubicBezTo>
                  <a:close/>
                  <a:moveTo>
                    <a:pt x="6819" y="11377"/>
                  </a:moveTo>
                  <a:cubicBezTo>
                    <a:pt x="6853" y="11377"/>
                    <a:pt x="6919" y="11408"/>
                    <a:pt x="6981" y="11408"/>
                  </a:cubicBezTo>
                  <a:cubicBezTo>
                    <a:pt x="7078" y="11465"/>
                    <a:pt x="7078" y="11465"/>
                    <a:pt x="6892" y="11465"/>
                  </a:cubicBezTo>
                  <a:cubicBezTo>
                    <a:pt x="6794" y="11465"/>
                    <a:pt x="6794" y="11400"/>
                    <a:pt x="6794" y="11400"/>
                  </a:cubicBezTo>
                  <a:cubicBezTo>
                    <a:pt x="6794" y="11383"/>
                    <a:pt x="6803" y="11377"/>
                    <a:pt x="6819" y="11377"/>
                  </a:cubicBezTo>
                  <a:close/>
                  <a:moveTo>
                    <a:pt x="8586" y="11351"/>
                  </a:moveTo>
                  <a:cubicBezTo>
                    <a:pt x="8651" y="11359"/>
                    <a:pt x="8716" y="11376"/>
                    <a:pt x="8773" y="11416"/>
                  </a:cubicBezTo>
                  <a:cubicBezTo>
                    <a:pt x="8773" y="11473"/>
                    <a:pt x="8684" y="11473"/>
                    <a:pt x="8684" y="11473"/>
                  </a:cubicBezTo>
                  <a:cubicBezTo>
                    <a:pt x="8586" y="11473"/>
                    <a:pt x="8489" y="11473"/>
                    <a:pt x="8497" y="11408"/>
                  </a:cubicBezTo>
                  <a:cubicBezTo>
                    <a:pt x="8497" y="11408"/>
                    <a:pt x="8497" y="11351"/>
                    <a:pt x="8586" y="11351"/>
                  </a:cubicBezTo>
                  <a:close/>
                  <a:moveTo>
                    <a:pt x="13873" y="11376"/>
                  </a:moveTo>
                  <a:cubicBezTo>
                    <a:pt x="13873" y="11440"/>
                    <a:pt x="13775" y="11497"/>
                    <a:pt x="13775" y="11497"/>
                  </a:cubicBezTo>
                  <a:lnTo>
                    <a:pt x="13686" y="11497"/>
                  </a:lnTo>
                  <a:cubicBezTo>
                    <a:pt x="13686" y="11440"/>
                    <a:pt x="13686" y="11376"/>
                    <a:pt x="13775" y="11376"/>
                  </a:cubicBezTo>
                  <a:close/>
                  <a:moveTo>
                    <a:pt x="5183" y="11407"/>
                  </a:moveTo>
                  <a:cubicBezTo>
                    <a:pt x="5156" y="11407"/>
                    <a:pt x="5154" y="11420"/>
                    <a:pt x="5149" y="11457"/>
                  </a:cubicBezTo>
                  <a:cubicBezTo>
                    <a:pt x="5201" y="11540"/>
                    <a:pt x="5260" y="11577"/>
                    <a:pt x="5298" y="11577"/>
                  </a:cubicBezTo>
                  <a:cubicBezTo>
                    <a:pt x="5318" y="11577"/>
                    <a:pt x="5332" y="11566"/>
                    <a:pt x="5335" y="11546"/>
                  </a:cubicBezTo>
                  <a:cubicBezTo>
                    <a:pt x="5343" y="11489"/>
                    <a:pt x="5254" y="11416"/>
                    <a:pt x="5254" y="11416"/>
                  </a:cubicBezTo>
                  <a:cubicBezTo>
                    <a:pt x="5220" y="11411"/>
                    <a:pt x="5198" y="11407"/>
                    <a:pt x="5183" y="11407"/>
                  </a:cubicBezTo>
                  <a:close/>
                  <a:moveTo>
                    <a:pt x="16702" y="11327"/>
                  </a:moveTo>
                  <a:lnTo>
                    <a:pt x="16897" y="11335"/>
                  </a:lnTo>
                  <a:lnTo>
                    <a:pt x="16702" y="11449"/>
                  </a:lnTo>
                  <a:cubicBezTo>
                    <a:pt x="16598" y="11548"/>
                    <a:pt x="16552" y="11592"/>
                    <a:pt x="16532" y="11592"/>
                  </a:cubicBezTo>
                  <a:cubicBezTo>
                    <a:pt x="16516" y="11592"/>
                    <a:pt x="16516" y="11564"/>
                    <a:pt x="16516" y="11513"/>
                  </a:cubicBezTo>
                  <a:cubicBezTo>
                    <a:pt x="16516" y="11449"/>
                    <a:pt x="16516" y="11392"/>
                    <a:pt x="16702" y="11327"/>
                  </a:cubicBezTo>
                  <a:close/>
                  <a:moveTo>
                    <a:pt x="26894" y="11376"/>
                  </a:moveTo>
                  <a:cubicBezTo>
                    <a:pt x="26991" y="11384"/>
                    <a:pt x="27080" y="11440"/>
                    <a:pt x="27080" y="11497"/>
                  </a:cubicBezTo>
                  <a:cubicBezTo>
                    <a:pt x="27177" y="11619"/>
                    <a:pt x="27177" y="11619"/>
                    <a:pt x="26991" y="11619"/>
                  </a:cubicBezTo>
                  <a:cubicBezTo>
                    <a:pt x="26894" y="11619"/>
                    <a:pt x="26796" y="11619"/>
                    <a:pt x="26796" y="11554"/>
                  </a:cubicBezTo>
                  <a:lnTo>
                    <a:pt x="26894" y="11554"/>
                  </a:lnTo>
                  <a:cubicBezTo>
                    <a:pt x="26894" y="11573"/>
                    <a:pt x="26902" y="11581"/>
                    <a:pt x="26912" y="11581"/>
                  </a:cubicBezTo>
                  <a:cubicBezTo>
                    <a:pt x="26934" y="11581"/>
                    <a:pt x="26962" y="11537"/>
                    <a:pt x="26894" y="11497"/>
                  </a:cubicBezTo>
                  <a:lnTo>
                    <a:pt x="26894" y="11376"/>
                  </a:lnTo>
                  <a:close/>
                  <a:moveTo>
                    <a:pt x="28118" y="11505"/>
                  </a:moveTo>
                  <a:lnTo>
                    <a:pt x="28215" y="11562"/>
                  </a:lnTo>
                  <a:cubicBezTo>
                    <a:pt x="28215" y="11627"/>
                    <a:pt x="28118" y="11627"/>
                    <a:pt x="28029" y="11627"/>
                  </a:cubicBezTo>
                  <a:cubicBezTo>
                    <a:pt x="27931" y="11627"/>
                    <a:pt x="27931" y="11627"/>
                    <a:pt x="27931" y="11562"/>
                  </a:cubicBezTo>
                  <a:cubicBezTo>
                    <a:pt x="27988" y="11530"/>
                    <a:pt x="28053" y="11505"/>
                    <a:pt x="28118" y="11505"/>
                  </a:cubicBezTo>
                  <a:close/>
                  <a:moveTo>
                    <a:pt x="10281" y="11603"/>
                  </a:moveTo>
                  <a:lnTo>
                    <a:pt x="10378" y="11659"/>
                  </a:lnTo>
                  <a:lnTo>
                    <a:pt x="10281" y="11659"/>
                  </a:lnTo>
                  <a:cubicBezTo>
                    <a:pt x="10192" y="11659"/>
                    <a:pt x="10192" y="11659"/>
                    <a:pt x="10192" y="11603"/>
                  </a:cubicBezTo>
                  <a:close/>
                  <a:moveTo>
                    <a:pt x="11229" y="11546"/>
                  </a:moveTo>
                  <a:cubicBezTo>
                    <a:pt x="11229" y="11599"/>
                    <a:pt x="11229" y="11660"/>
                    <a:pt x="11148" y="11660"/>
                  </a:cubicBezTo>
                  <a:cubicBezTo>
                    <a:pt x="11143" y="11660"/>
                    <a:pt x="11138" y="11660"/>
                    <a:pt x="11132" y="11659"/>
                  </a:cubicBezTo>
                  <a:cubicBezTo>
                    <a:pt x="11106" y="11677"/>
                    <a:pt x="11080" y="11685"/>
                    <a:pt x="11058" y="11685"/>
                  </a:cubicBezTo>
                  <a:cubicBezTo>
                    <a:pt x="11000" y="11685"/>
                    <a:pt x="10972" y="11628"/>
                    <a:pt x="11043" y="11546"/>
                  </a:cubicBezTo>
                  <a:close/>
                  <a:moveTo>
                    <a:pt x="17075" y="11570"/>
                  </a:moveTo>
                  <a:lnTo>
                    <a:pt x="17172" y="11635"/>
                  </a:lnTo>
                  <a:cubicBezTo>
                    <a:pt x="17172" y="11692"/>
                    <a:pt x="17075" y="11692"/>
                    <a:pt x="16986" y="11692"/>
                  </a:cubicBezTo>
                  <a:lnTo>
                    <a:pt x="16986" y="11635"/>
                  </a:lnTo>
                  <a:lnTo>
                    <a:pt x="17075" y="11570"/>
                  </a:lnTo>
                  <a:close/>
                  <a:moveTo>
                    <a:pt x="14627" y="11562"/>
                  </a:moveTo>
                  <a:cubicBezTo>
                    <a:pt x="14716" y="11562"/>
                    <a:pt x="14627" y="11619"/>
                    <a:pt x="14529" y="11740"/>
                  </a:cubicBezTo>
                  <a:cubicBezTo>
                    <a:pt x="14454" y="11764"/>
                    <a:pt x="14409" y="11777"/>
                    <a:pt x="14388" y="11777"/>
                  </a:cubicBezTo>
                  <a:cubicBezTo>
                    <a:pt x="14357" y="11777"/>
                    <a:pt x="14379" y="11748"/>
                    <a:pt x="14432" y="11676"/>
                  </a:cubicBezTo>
                  <a:lnTo>
                    <a:pt x="14627" y="11562"/>
                  </a:lnTo>
                  <a:close/>
                  <a:moveTo>
                    <a:pt x="30665" y="11521"/>
                  </a:moveTo>
                  <a:cubicBezTo>
                    <a:pt x="30676" y="11521"/>
                    <a:pt x="30680" y="11552"/>
                    <a:pt x="30688" y="11611"/>
                  </a:cubicBezTo>
                  <a:cubicBezTo>
                    <a:pt x="30696" y="11668"/>
                    <a:pt x="30704" y="11724"/>
                    <a:pt x="30599" y="11740"/>
                  </a:cubicBezTo>
                  <a:cubicBezTo>
                    <a:pt x="30535" y="11791"/>
                    <a:pt x="30491" y="11812"/>
                    <a:pt x="30468" y="11812"/>
                  </a:cubicBezTo>
                  <a:cubicBezTo>
                    <a:pt x="30421" y="11812"/>
                    <a:pt x="30460" y="11725"/>
                    <a:pt x="30591" y="11627"/>
                  </a:cubicBezTo>
                  <a:cubicBezTo>
                    <a:pt x="30633" y="11556"/>
                    <a:pt x="30653" y="11521"/>
                    <a:pt x="30665" y="11521"/>
                  </a:cubicBezTo>
                  <a:close/>
                  <a:moveTo>
                    <a:pt x="9243" y="11716"/>
                  </a:moveTo>
                  <a:cubicBezTo>
                    <a:pt x="9146" y="11716"/>
                    <a:pt x="9146" y="11773"/>
                    <a:pt x="9146" y="11773"/>
                  </a:cubicBezTo>
                  <a:cubicBezTo>
                    <a:pt x="9146" y="11773"/>
                    <a:pt x="9146" y="11830"/>
                    <a:pt x="9243" y="11838"/>
                  </a:cubicBezTo>
                  <a:lnTo>
                    <a:pt x="9340" y="11838"/>
                  </a:lnTo>
                  <a:cubicBezTo>
                    <a:pt x="9340" y="11773"/>
                    <a:pt x="9243" y="11716"/>
                    <a:pt x="9243" y="11716"/>
                  </a:cubicBezTo>
                  <a:close/>
                  <a:moveTo>
                    <a:pt x="26610" y="11854"/>
                  </a:moveTo>
                  <a:cubicBezTo>
                    <a:pt x="26602" y="11919"/>
                    <a:pt x="26602" y="11919"/>
                    <a:pt x="26699" y="11919"/>
                  </a:cubicBezTo>
                  <a:lnTo>
                    <a:pt x="26796" y="11919"/>
                  </a:lnTo>
                  <a:lnTo>
                    <a:pt x="26699" y="11854"/>
                  </a:lnTo>
                  <a:close/>
                  <a:moveTo>
                    <a:pt x="8724" y="0"/>
                  </a:moveTo>
                  <a:cubicBezTo>
                    <a:pt x="8667" y="41"/>
                    <a:pt x="8602" y="57"/>
                    <a:pt x="8538" y="65"/>
                  </a:cubicBezTo>
                  <a:cubicBezTo>
                    <a:pt x="8538" y="122"/>
                    <a:pt x="8440" y="122"/>
                    <a:pt x="8157" y="122"/>
                  </a:cubicBezTo>
                  <a:cubicBezTo>
                    <a:pt x="7970" y="122"/>
                    <a:pt x="7589" y="179"/>
                    <a:pt x="7403" y="179"/>
                  </a:cubicBezTo>
                  <a:cubicBezTo>
                    <a:pt x="7216" y="179"/>
                    <a:pt x="6932" y="171"/>
                    <a:pt x="6835" y="114"/>
                  </a:cubicBezTo>
                  <a:cubicBezTo>
                    <a:pt x="6818" y="113"/>
                    <a:pt x="6802" y="112"/>
                    <a:pt x="6785" y="112"/>
                  </a:cubicBezTo>
                  <a:cubicBezTo>
                    <a:pt x="6674" y="112"/>
                    <a:pt x="6568" y="135"/>
                    <a:pt x="6462" y="171"/>
                  </a:cubicBezTo>
                  <a:cubicBezTo>
                    <a:pt x="6413" y="199"/>
                    <a:pt x="6342" y="213"/>
                    <a:pt x="6284" y="213"/>
                  </a:cubicBezTo>
                  <a:cubicBezTo>
                    <a:pt x="6225" y="213"/>
                    <a:pt x="6178" y="199"/>
                    <a:pt x="6178" y="171"/>
                  </a:cubicBezTo>
                  <a:lnTo>
                    <a:pt x="6081" y="171"/>
                  </a:lnTo>
                  <a:cubicBezTo>
                    <a:pt x="5984" y="203"/>
                    <a:pt x="5886" y="219"/>
                    <a:pt x="5781" y="236"/>
                  </a:cubicBezTo>
                  <a:cubicBezTo>
                    <a:pt x="5781" y="192"/>
                    <a:pt x="5734" y="156"/>
                    <a:pt x="5672" y="156"/>
                  </a:cubicBezTo>
                  <a:cubicBezTo>
                    <a:pt x="5640" y="156"/>
                    <a:pt x="5605" y="165"/>
                    <a:pt x="5570" y="187"/>
                  </a:cubicBezTo>
                  <a:cubicBezTo>
                    <a:pt x="5570" y="244"/>
                    <a:pt x="5465" y="244"/>
                    <a:pt x="5254" y="268"/>
                  </a:cubicBezTo>
                  <a:cubicBezTo>
                    <a:pt x="5246" y="267"/>
                    <a:pt x="5235" y="266"/>
                    <a:pt x="5219" y="266"/>
                  </a:cubicBezTo>
                  <a:cubicBezTo>
                    <a:pt x="5013" y="266"/>
                    <a:pt x="4133" y="371"/>
                    <a:pt x="3365" y="763"/>
                  </a:cubicBezTo>
                  <a:cubicBezTo>
                    <a:pt x="2984" y="941"/>
                    <a:pt x="2627" y="1160"/>
                    <a:pt x="2311" y="1419"/>
                  </a:cubicBezTo>
                  <a:cubicBezTo>
                    <a:pt x="2197" y="1500"/>
                    <a:pt x="2100" y="1598"/>
                    <a:pt x="2003" y="1695"/>
                  </a:cubicBezTo>
                  <a:cubicBezTo>
                    <a:pt x="1938" y="1760"/>
                    <a:pt x="1897" y="1800"/>
                    <a:pt x="1905" y="1809"/>
                  </a:cubicBezTo>
                  <a:cubicBezTo>
                    <a:pt x="1824" y="1881"/>
                    <a:pt x="1743" y="1954"/>
                    <a:pt x="1678" y="2036"/>
                  </a:cubicBezTo>
                  <a:lnTo>
                    <a:pt x="1460" y="2271"/>
                  </a:lnTo>
                  <a:cubicBezTo>
                    <a:pt x="1453" y="2264"/>
                    <a:pt x="1444" y="2261"/>
                    <a:pt x="1435" y="2261"/>
                  </a:cubicBezTo>
                  <a:cubicBezTo>
                    <a:pt x="1323" y="2261"/>
                    <a:pt x="1054" y="2677"/>
                    <a:pt x="957" y="2968"/>
                  </a:cubicBezTo>
                  <a:cubicBezTo>
                    <a:pt x="941" y="3073"/>
                    <a:pt x="900" y="3179"/>
                    <a:pt x="835" y="3268"/>
                  </a:cubicBezTo>
                  <a:cubicBezTo>
                    <a:pt x="825" y="3262"/>
                    <a:pt x="815" y="3259"/>
                    <a:pt x="805" y="3259"/>
                  </a:cubicBezTo>
                  <a:cubicBezTo>
                    <a:pt x="705" y="3259"/>
                    <a:pt x="588" y="3524"/>
                    <a:pt x="551" y="3722"/>
                  </a:cubicBezTo>
                  <a:cubicBezTo>
                    <a:pt x="599" y="3845"/>
                    <a:pt x="590" y="3934"/>
                    <a:pt x="517" y="3934"/>
                  </a:cubicBezTo>
                  <a:cubicBezTo>
                    <a:pt x="503" y="3934"/>
                    <a:pt x="488" y="3931"/>
                    <a:pt x="470" y="3925"/>
                  </a:cubicBezTo>
                  <a:cubicBezTo>
                    <a:pt x="459" y="3920"/>
                    <a:pt x="449" y="3918"/>
                    <a:pt x="438" y="3918"/>
                  </a:cubicBezTo>
                  <a:cubicBezTo>
                    <a:pt x="343" y="3918"/>
                    <a:pt x="286" y="4112"/>
                    <a:pt x="381" y="4346"/>
                  </a:cubicBezTo>
                  <a:cubicBezTo>
                    <a:pt x="406" y="4468"/>
                    <a:pt x="406" y="4460"/>
                    <a:pt x="324" y="4549"/>
                  </a:cubicBezTo>
                  <a:cubicBezTo>
                    <a:pt x="179" y="4622"/>
                    <a:pt x="154" y="4727"/>
                    <a:pt x="211" y="4744"/>
                  </a:cubicBezTo>
                  <a:cubicBezTo>
                    <a:pt x="300" y="4873"/>
                    <a:pt x="284" y="4971"/>
                    <a:pt x="146" y="5060"/>
                  </a:cubicBezTo>
                  <a:cubicBezTo>
                    <a:pt x="0" y="5254"/>
                    <a:pt x="0" y="5254"/>
                    <a:pt x="97" y="5376"/>
                  </a:cubicBezTo>
                  <a:cubicBezTo>
                    <a:pt x="195" y="5498"/>
                    <a:pt x="187" y="5911"/>
                    <a:pt x="57" y="6016"/>
                  </a:cubicBezTo>
                  <a:cubicBezTo>
                    <a:pt x="57" y="6130"/>
                    <a:pt x="8" y="6235"/>
                    <a:pt x="65" y="6235"/>
                  </a:cubicBezTo>
                  <a:lnTo>
                    <a:pt x="8" y="6341"/>
                  </a:lnTo>
                  <a:lnTo>
                    <a:pt x="16" y="6560"/>
                  </a:lnTo>
                  <a:lnTo>
                    <a:pt x="81" y="6560"/>
                  </a:lnTo>
                  <a:cubicBezTo>
                    <a:pt x="89" y="7062"/>
                    <a:pt x="179" y="7565"/>
                    <a:pt x="341" y="8043"/>
                  </a:cubicBezTo>
                  <a:cubicBezTo>
                    <a:pt x="462" y="8408"/>
                    <a:pt x="624" y="8749"/>
                    <a:pt x="827" y="9073"/>
                  </a:cubicBezTo>
                  <a:cubicBezTo>
                    <a:pt x="896" y="9178"/>
                    <a:pt x="930" y="9222"/>
                    <a:pt x="945" y="9222"/>
                  </a:cubicBezTo>
                  <a:cubicBezTo>
                    <a:pt x="954" y="9222"/>
                    <a:pt x="957" y="9209"/>
                    <a:pt x="957" y="9187"/>
                  </a:cubicBezTo>
                  <a:cubicBezTo>
                    <a:pt x="970" y="9145"/>
                    <a:pt x="987" y="9127"/>
                    <a:pt x="1005" y="9127"/>
                  </a:cubicBezTo>
                  <a:cubicBezTo>
                    <a:pt x="1052" y="9127"/>
                    <a:pt x="1100" y="9253"/>
                    <a:pt x="1070" y="9365"/>
                  </a:cubicBezTo>
                  <a:cubicBezTo>
                    <a:pt x="1135" y="9454"/>
                    <a:pt x="1216" y="9665"/>
                    <a:pt x="1346" y="9835"/>
                  </a:cubicBezTo>
                  <a:cubicBezTo>
                    <a:pt x="1492" y="9997"/>
                    <a:pt x="1638" y="10159"/>
                    <a:pt x="1597" y="10200"/>
                  </a:cubicBezTo>
                  <a:lnTo>
                    <a:pt x="1670" y="10281"/>
                  </a:lnTo>
                  <a:cubicBezTo>
                    <a:pt x="1849" y="10354"/>
                    <a:pt x="2011" y="10459"/>
                    <a:pt x="2149" y="10589"/>
                  </a:cubicBezTo>
                  <a:cubicBezTo>
                    <a:pt x="2327" y="10719"/>
                    <a:pt x="2489" y="10849"/>
                    <a:pt x="2643" y="11003"/>
                  </a:cubicBezTo>
                  <a:cubicBezTo>
                    <a:pt x="2789" y="11108"/>
                    <a:pt x="2959" y="11181"/>
                    <a:pt x="3138" y="11230"/>
                  </a:cubicBezTo>
                  <a:cubicBezTo>
                    <a:pt x="3357" y="11270"/>
                    <a:pt x="3357" y="11270"/>
                    <a:pt x="3430" y="11376"/>
                  </a:cubicBezTo>
                  <a:cubicBezTo>
                    <a:pt x="3396" y="11430"/>
                    <a:pt x="3814" y="11645"/>
                    <a:pt x="3972" y="11645"/>
                  </a:cubicBezTo>
                  <a:cubicBezTo>
                    <a:pt x="4002" y="11645"/>
                    <a:pt x="4023" y="11637"/>
                    <a:pt x="4030" y="11619"/>
                  </a:cubicBezTo>
                  <a:lnTo>
                    <a:pt x="4111" y="11708"/>
                  </a:lnTo>
                  <a:cubicBezTo>
                    <a:pt x="4152" y="11753"/>
                    <a:pt x="4200" y="11770"/>
                    <a:pt x="4241" y="11770"/>
                  </a:cubicBezTo>
                  <a:cubicBezTo>
                    <a:pt x="4290" y="11770"/>
                    <a:pt x="4329" y="11747"/>
                    <a:pt x="4338" y="11716"/>
                  </a:cubicBezTo>
                  <a:cubicBezTo>
                    <a:pt x="4350" y="11672"/>
                    <a:pt x="4374" y="11649"/>
                    <a:pt x="4402" y="11649"/>
                  </a:cubicBezTo>
                  <a:cubicBezTo>
                    <a:pt x="4445" y="11649"/>
                    <a:pt x="4498" y="11706"/>
                    <a:pt x="4532" y="11830"/>
                  </a:cubicBezTo>
                  <a:cubicBezTo>
                    <a:pt x="4516" y="11904"/>
                    <a:pt x="4556" y="11940"/>
                    <a:pt x="4590" y="11940"/>
                  </a:cubicBezTo>
                  <a:cubicBezTo>
                    <a:pt x="4608" y="11940"/>
                    <a:pt x="4624" y="11930"/>
                    <a:pt x="4630" y="11911"/>
                  </a:cubicBezTo>
                  <a:cubicBezTo>
                    <a:pt x="4704" y="11896"/>
                    <a:pt x="4776" y="11869"/>
                    <a:pt x="4843" y="11869"/>
                  </a:cubicBezTo>
                  <a:cubicBezTo>
                    <a:pt x="4885" y="11869"/>
                    <a:pt x="4925" y="11879"/>
                    <a:pt x="4962" y="11911"/>
                  </a:cubicBezTo>
                  <a:cubicBezTo>
                    <a:pt x="4999" y="11916"/>
                    <a:pt x="5038" y="11922"/>
                    <a:pt x="5072" y="11922"/>
                  </a:cubicBezTo>
                  <a:cubicBezTo>
                    <a:pt x="5119" y="11922"/>
                    <a:pt x="5159" y="11912"/>
                    <a:pt x="5181" y="11877"/>
                  </a:cubicBezTo>
                  <a:lnTo>
                    <a:pt x="5181" y="11877"/>
                  </a:lnTo>
                  <a:cubicBezTo>
                    <a:pt x="5218" y="11887"/>
                    <a:pt x="5256" y="11896"/>
                    <a:pt x="5295" y="11903"/>
                  </a:cubicBezTo>
                  <a:cubicBezTo>
                    <a:pt x="5408" y="11854"/>
                    <a:pt x="5408" y="11854"/>
                    <a:pt x="5416" y="11789"/>
                  </a:cubicBezTo>
                  <a:cubicBezTo>
                    <a:pt x="5371" y="11789"/>
                    <a:pt x="5326" y="11785"/>
                    <a:pt x="5288" y="11785"/>
                  </a:cubicBezTo>
                  <a:cubicBezTo>
                    <a:pt x="5238" y="11785"/>
                    <a:pt x="5202" y="11793"/>
                    <a:pt x="5197" y="11830"/>
                  </a:cubicBezTo>
                  <a:cubicBezTo>
                    <a:pt x="5194" y="11849"/>
                    <a:pt x="5189" y="11864"/>
                    <a:pt x="5181" y="11877"/>
                  </a:cubicBezTo>
                  <a:lnTo>
                    <a:pt x="5181" y="11877"/>
                  </a:lnTo>
                  <a:cubicBezTo>
                    <a:pt x="4909" y="11799"/>
                    <a:pt x="4687" y="11621"/>
                    <a:pt x="4550" y="11389"/>
                  </a:cubicBezTo>
                  <a:lnTo>
                    <a:pt x="4550" y="11389"/>
                  </a:lnTo>
                  <a:lnTo>
                    <a:pt x="4541" y="11392"/>
                  </a:lnTo>
                  <a:lnTo>
                    <a:pt x="4443" y="11368"/>
                  </a:lnTo>
                  <a:cubicBezTo>
                    <a:pt x="4453" y="11332"/>
                    <a:pt x="4464" y="11296"/>
                    <a:pt x="4494" y="11280"/>
                  </a:cubicBezTo>
                  <a:lnTo>
                    <a:pt x="4494" y="11280"/>
                  </a:lnTo>
                  <a:cubicBezTo>
                    <a:pt x="4511" y="11318"/>
                    <a:pt x="4530" y="11354"/>
                    <a:pt x="4550" y="11389"/>
                  </a:cubicBezTo>
                  <a:lnTo>
                    <a:pt x="4550" y="11389"/>
                  </a:lnTo>
                  <a:lnTo>
                    <a:pt x="4654" y="11359"/>
                  </a:lnTo>
                  <a:lnTo>
                    <a:pt x="4573" y="11278"/>
                  </a:lnTo>
                  <a:cubicBezTo>
                    <a:pt x="4557" y="11274"/>
                    <a:pt x="4543" y="11273"/>
                    <a:pt x="4531" y="11273"/>
                  </a:cubicBezTo>
                  <a:cubicBezTo>
                    <a:pt x="4516" y="11273"/>
                    <a:pt x="4504" y="11275"/>
                    <a:pt x="4494" y="11280"/>
                  </a:cubicBezTo>
                  <a:lnTo>
                    <a:pt x="4494" y="11280"/>
                  </a:lnTo>
                  <a:cubicBezTo>
                    <a:pt x="4463" y="11210"/>
                    <a:pt x="4439" y="11135"/>
                    <a:pt x="4424" y="11058"/>
                  </a:cubicBezTo>
                  <a:lnTo>
                    <a:pt x="4424" y="11058"/>
                  </a:lnTo>
                  <a:lnTo>
                    <a:pt x="4338" y="11035"/>
                  </a:lnTo>
                  <a:cubicBezTo>
                    <a:pt x="4291" y="11018"/>
                    <a:pt x="4243" y="10998"/>
                    <a:pt x="4219" y="10998"/>
                  </a:cubicBezTo>
                  <a:cubicBezTo>
                    <a:pt x="4197" y="10998"/>
                    <a:pt x="4194" y="11014"/>
                    <a:pt x="4224" y="11059"/>
                  </a:cubicBezTo>
                  <a:cubicBezTo>
                    <a:pt x="4212" y="11103"/>
                    <a:pt x="4200" y="11146"/>
                    <a:pt x="4151" y="11146"/>
                  </a:cubicBezTo>
                  <a:cubicBezTo>
                    <a:pt x="4136" y="11146"/>
                    <a:pt x="4118" y="11142"/>
                    <a:pt x="4095" y="11132"/>
                  </a:cubicBezTo>
                  <a:cubicBezTo>
                    <a:pt x="4090" y="11147"/>
                    <a:pt x="4083" y="11152"/>
                    <a:pt x="4075" y="11152"/>
                  </a:cubicBezTo>
                  <a:cubicBezTo>
                    <a:pt x="4057" y="11152"/>
                    <a:pt x="4038" y="11125"/>
                    <a:pt x="4063" y="11125"/>
                  </a:cubicBezTo>
                  <a:cubicBezTo>
                    <a:pt x="4070" y="11125"/>
                    <a:pt x="4080" y="11127"/>
                    <a:pt x="4095" y="11132"/>
                  </a:cubicBezTo>
                  <a:cubicBezTo>
                    <a:pt x="4119" y="11076"/>
                    <a:pt x="4135" y="11019"/>
                    <a:pt x="4046" y="10986"/>
                  </a:cubicBezTo>
                  <a:cubicBezTo>
                    <a:pt x="3957" y="10954"/>
                    <a:pt x="3981" y="10897"/>
                    <a:pt x="3981" y="10897"/>
                  </a:cubicBezTo>
                  <a:cubicBezTo>
                    <a:pt x="4046" y="10857"/>
                    <a:pt x="3981" y="10824"/>
                    <a:pt x="3892" y="10792"/>
                  </a:cubicBezTo>
                  <a:cubicBezTo>
                    <a:pt x="3811" y="10759"/>
                    <a:pt x="3722" y="10743"/>
                    <a:pt x="3624" y="10743"/>
                  </a:cubicBezTo>
                  <a:cubicBezTo>
                    <a:pt x="3589" y="10747"/>
                    <a:pt x="3557" y="10749"/>
                    <a:pt x="3529" y="10749"/>
                  </a:cubicBezTo>
                  <a:cubicBezTo>
                    <a:pt x="3373" y="10749"/>
                    <a:pt x="3318" y="10694"/>
                    <a:pt x="3373" y="10605"/>
                  </a:cubicBezTo>
                  <a:cubicBezTo>
                    <a:pt x="3401" y="10557"/>
                    <a:pt x="3361" y="10532"/>
                    <a:pt x="3291" y="10532"/>
                  </a:cubicBezTo>
                  <a:cubicBezTo>
                    <a:pt x="3221" y="10532"/>
                    <a:pt x="3122" y="10557"/>
                    <a:pt x="3032" y="10605"/>
                  </a:cubicBezTo>
                  <a:lnTo>
                    <a:pt x="2846" y="10703"/>
                  </a:lnTo>
                  <a:lnTo>
                    <a:pt x="2943" y="10557"/>
                  </a:lnTo>
                  <a:cubicBezTo>
                    <a:pt x="2992" y="10305"/>
                    <a:pt x="3008" y="10305"/>
                    <a:pt x="2700" y="10232"/>
                  </a:cubicBezTo>
                  <a:cubicBezTo>
                    <a:pt x="2505" y="10159"/>
                    <a:pt x="2505" y="10159"/>
                    <a:pt x="2546" y="10111"/>
                  </a:cubicBezTo>
                  <a:cubicBezTo>
                    <a:pt x="2587" y="10062"/>
                    <a:pt x="2514" y="9997"/>
                    <a:pt x="2303" y="9803"/>
                  </a:cubicBezTo>
                  <a:cubicBezTo>
                    <a:pt x="2127" y="9641"/>
                    <a:pt x="2064" y="9557"/>
                    <a:pt x="2020" y="9557"/>
                  </a:cubicBezTo>
                  <a:cubicBezTo>
                    <a:pt x="2011" y="9557"/>
                    <a:pt x="2003" y="9561"/>
                    <a:pt x="1995" y="9568"/>
                  </a:cubicBezTo>
                  <a:lnTo>
                    <a:pt x="1865" y="9422"/>
                  </a:lnTo>
                  <a:cubicBezTo>
                    <a:pt x="1881" y="9324"/>
                    <a:pt x="1817" y="9237"/>
                    <a:pt x="1761" y="9237"/>
                  </a:cubicBezTo>
                  <a:cubicBezTo>
                    <a:pt x="1734" y="9237"/>
                    <a:pt x="1708" y="9258"/>
                    <a:pt x="1695" y="9308"/>
                  </a:cubicBezTo>
                  <a:lnTo>
                    <a:pt x="1581" y="9146"/>
                  </a:lnTo>
                  <a:lnTo>
                    <a:pt x="1630" y="9114"/>
                  </a:lnTo>
                  <a:cubicBezTo>
                    <a:pt x="1687" y="9073"/>
                    <a:pt x="1533" y="8943"/>
                    <a:pt x="1200" y="8254"/>
                  </a:cubicBezTo>
                  <a:cubicBezTo>
                    <a:pt x="892" y="7535"/>
                    <a:pt x="889" y="7374"/>
                    <a:pt x="795" y="7374"/>
                  </a:cubicBezTo>
                  <a:cubicBezTo>
                    <a:pt x="785" y="7374"/>
                    <a:pt x="775" y="7375"/>
                    <a:pt x="762" y="7379"/>
                  </a:cubicBezTo>
                  <a:cubicBezTo>
                    <a:pt x="624" y="7314"/>
                    <a:pt x="600" y="7216"/>
                    <a:pt x="714" y="7192"/>
                  </a:cubicBezTo>
                  <a:cubicBezTo>
                    <a:pt x="768" y="7176"/>
                    <a:pt x="808" y="7086"/>
                    <a:pt x="761" y="7086"/>
                  </a:cubicBezTo>
                  <a:cubicBezTo>
                    <a:pt x="759" y="7086"/>
                    <a:pt x="756" y="7086"/>
                    <a:pt x="754" y="7087"/>
                  </a:cubicBezTo>
                  <a:cubicBezTo>
                    <a:pt x="738" y="6989"/>
                    <a:pt x="746" y="6884"/>
                    <a:pt x="770" y="6787"/>
                  </a:cubicBezTo>
                  <a:cubicBezTo>
                    <a:pt x="840" y="6507"/>
                    <a:pt x="798" y="6413"/>
                    <a:pt x="738" y="6413"/>
                  </a:cubicBezTo>
                  <a:cubicBezTo>
                    <a:pt x="735" y="6413"/>
                    <a:pt x="732" y="6413"/>
                    <a:pt x="730" y="6414"/>
                  </a:cubicBezTo>
                  <a:cubicBezTo>
                    <a:pt x="697" y="6442"/>
                    <a:pt x="678" y="6454"/>
                    <a:pt x="669" y="6454"/>
                  </a:cubicBezTo>
                  <a:cubicBezTo>
                    <a:pt x="649" y="6454"/>
                    <a:pt x="687" y="6385"/>
                    <a:pt x="722" y="6316"/>
                  </a:cubicBezTo>
                  <a:cubicBezTo>
                    <a:pt x="778" y="6219"/>
                    <a:pt x="835" y="6122"/>
                    <a:pt x="778" y="6122"/>
                  </a:cubicBezTo>
                  <a:cubicBezTo>
                    <a:pt x="707" y="6034"/>
                    <a:pt x="682" y="5465"/>
                    <a:pt x="806" y="5465"/>
                  </a:cubicBezTo>
                  <a:cubicBezTo>
                    <a:pt x="807" y="5465"/>
                    <a:pt x="809" y="5465"/>
                    <a:pt x="811" y="5465"/>
                  </a:cubicBezTo>
                  <a:lnTo>
                    <a:pt x="843" y="5279"/>
                  </a:lnTo>
                  <a:cubicBezTo>
                    <a:pt x="787" y="5271"/>
                    <a:pt x="803" y="5076"/>
                    <a:pt x="851" y="4898"/>
                  </a:cubicBezTo>
                  <a:cubicBezTo>
                    <a:pt x="897" y="4724"/>
                    <a:pt x="921" y="4628"/>
                    <a:pt x="969" y="4628"/>
                  </a:cubicBezTo>
                  <a:cubicBezTo>
                    <a:pt x="973" y="4628"/>
                    <a:pt x="977" y="4629"/>
                    <a:pt x="981" y="4630"/>
                  </a:cubicBezTo>
                  <a:cubicBezTo>
                    <a:pt x="991" y="4663"/>
                    <a:pt x="999" y="4678"/>
                    <a:pt x="1006" y="4678"/>
                  </a:cubicBezTo>
                  <a:cubicBezTo>
                    <a:pt x="1022" y="4678"/>
                    <a:pt x="1032" y="4589"/>
                    <a:pt x="1038" y="4452"/>
                  </a:cubicBezTo>
                  <a:cubicBezTo>
                    <a:pt x="1070" y="4362"/>
                    <a:pt x="989" y="4233"/>
                    <a:pt x="1022" y="4144"/>
                  </a:cubicBezTo>
                  <a:cubicBezTo>
                    <a:pt x="965" y="4119"/>
                    <a:pt x="941" y="4006"/>
                    <a:pt x="981" y="3917"/>
                  </a:cubicBezTo>
                  <a:lnTo>
                    <a:pt x="981" y="3917"/>
                  </a:lnTo>
                  <a:lnTo>
                    <a:pt x="1038" y="3941"/>
                  </a:lnTo>
                  <a:lnTo>
                    <a:pt x="1151" y="3989"/>
                  </a:lnTo>
                  <a:cubicBezTo>
                    <a:pt x="1192" y="3900"/>
                    <a:pt x="1233" y="3819"/>
                    <a:pt x="1176" y="3795"/>
                  </a:cubicBezTo>
                  <a:cubicBezTo>
                    <a:pt x="1281" y="3730"/>
                    <a:pt x="1306" y="3641"/>
                    <a:pt x="1411" y="3479"/>
                  </a:cubicBezTo>
                  <a:cubicBezTo>
                    <a:pt x="1500" y="3349"/>
                    <a:pt x="1573" y="3203"/>
                    <a:pt x="1614" y="3041"/>
                  </a:cubicBezTo>
                  <a:cubicBezTo>
                    <a:pt x="1695" y="3041"/>
                    <a:pt x="1816" y="2927"/>
                    <a:pt x="1914" y="2798"/>
                  </a:cubicBezTo>
                  <a:cubicBezTo>
                    <a:pt x="2027" y="2668"/>
                    <a:pt x="2116" y="2530"/>
                    <a:pt x="2108" y="2449"/>
                  </a:cubicBezTo>
                  <a:cubicBezTo>
                    <a:pt x="2068" y="2408"/>
                    <a:pt x="2124" y="2336"/>
                    <a:pt x="2238" y="2311"/>
                  </a:cubicBezTo>
                  <a:cubicBezTo>
                    <a:pt x="2351" y="2287"/>
                    <a:pt x="2351" y="2295"/>
                    <a:pt x="2384" y="2181"/>
                  </a:cubicBezTo>
                  <a:cubicBezTo>
                    <a:pt x="2416" y="2076"/>
                    <a:pt x="2522" y="2052"/>
                    <a:pt x="2635" y="2036"/>
                  </a:cubicBezTo>
                  <a:cubicBezTo>
                    <a:pt x="2669" y="2044"/>
                    <a:pt x="2699" y="2049"/>
                    <a:pt x="2726" y="2049"/>
                  </a:cubicBezTo>
                  <a:cubicBezTo>
                    <a:pt x="2820" y="2049"/>
                    <a:pt x="2871" y="1996"/>
                    <a:pt x="2903" y="1914"/>
                  </a:cubicBezTo>
                  <a:cubicBezTo>
                    <a:pt x="3000" y="1792"/>
                    <a:pt x="3122" y="1687"/>
                    <a:pt x="3259" y="1606"/>
                  </a:cubicBezTo>
                  <a:cubicBezTo>
                    <a:pt x="3397" y="1460"/>
                    <a:pt x="3478" y="1411"/>
                    <a:pt x="3365" y="1403"/>
                  </a:cubicBezTo>
                  <a:cubicBezTo>
                    <a:pt x="3341" y="1346"/>
                    <a:pt x="3397" y="1257"/>
                    <a:pt x="3397" y="1257"/>
                  </a:cubicBezTo>
                  <a:cubicBezTo>
                    <a:pt x="3473" y="1186"/>
                    <a:pt x="3519" y="1163"/>
                    <a:pt x="3536" y="1163"/>
                  </a:cubicBezTo>
                  <a:cubicBezTo>
                    <a:pt x="3554" y="1163"/>
                    <a:pt x="3540" y="1188"/>
                    <a:pt x="3495" y="1209"/>
                  </a:cubicBezTo>
                  <a:cubicBezTo>
                    <a:pt x="3341" y="1354"/>
                    <a:pt x="3430" y="1306"/>
                    <a:pt x="3543" y="1322"/>
                  </a:cubicBezTo>
                  <a:cubicBezTo>
                    <a:pt x="3548" y="1322"/>
                    <a:pt x="3553" y="1323"/>
                    <a:pt x="3558" y="1323"/>
                  </a:cubicBezTo>
                  <a:cubicBezTo>
                    <a:pt x="3671" y="1323"/>
                    <a:pt x="3831" y="1240"/>
                    <a:pt x="3916" y="1209"/>
                  </a:cubicBezTo>
                  <a:lnTo>
                    <a:pt x="4281" y="1079"/>
                  </a:lnTo>
                  <a:cubicBezTo>
                    <a:pt x="4573" y="1054"/>
                    <a:pt x="4662" y="1038"/>
                    <a:pt x="4654" y="982"/>
                  </a:cubicBezTo>
                  <a:lnTo>
                    <a:pt x="4638" y="925"/>
                  </a:lnTo>
                  <a:lnTo>
                    <a:pt x="4638" y="925"/>
                  </a:lnTo>
                  <a:cubicBezTo>
                    <a:pt x="4678" y="938"/>
                    <a:pt x="4721" y="944"/>
                    <a:pt x="4763" y="944"/>
                  </a:cubicBezTo>
                  <a:cubicBezTo>
                    <a:pt x="4798" y="944"/>
                    <a:pt x="4832" y="940"/>
                    <a:pt x="4865" y="933"/>
                  </a:cubicBezTo>
                  <a:cubicBezTo>
                    <a:pt x="5003" y="933"/>
                    <a:pt x="5132" y="917"/>
                    <a:pt x="5270" y="892"/>
                  </a:cubicBezTo>
                  <a:cubicBezTo>
                    <a:pt x="5546" y="860"/>
                    <a:pt x="5838" y="836"/>
                    <a:pt x="5886" y="763"/>
                  </a:cubicBezTo>
                  <a:lnTo>
                    <a:pt x="5886" y="827"/>
                  </a:lnTo>
                  <a:cubicBezTo>
                    <a:pt x="5886" y="884"/>
                    <a:pt x="5976" y="884"/>
                    <a:pt x="6170" y="884"/>
                  </a:cubicBezTo>
                  <a:cubicBezTo>
                    <a:pt x="6259" y="884"/>
                    <a:pt x="6640" y="827"/>
                    <a:pt x="6924" y="827"/>
                  </a:cubicBezTo>
                  <a:cubicBezTo>
                    <a:pt x="7024" y="830"/>
                    <a:pt x="7116" y="831"/>
                    <a:pt x="7198" y="831"/>
                  </a:cubicBezTo>
                  <a:cubicBezTo>
                    <a:pt x="7431" y="831"/>
                    <a:pt x="7583" y="819"/>
                    <a:pt x="7589" y="771"/>
                  </a:cubicBezTo>
                  <a:cubicBezTo>
                    <a:pt x="7678" y="771"/>
                    <a:pt x="7678" y="771"/>
                    <a:pt x="7678" y="836"/>
                  </a:cubicBezTo>
                  <a:cubicBezTo>
                    <a:pt x="7581" y="892"/>
                    <a:pt x="7678" y="892"/>
                    <a:pt x="7775" y="892"/>
                  </a:cubicBezTo>
                  <a:cubicBezTo>
                    <a:pt x="7865" y="892"/>
                    <a:pt x="7865" y="836"/>
                    <a:pt x="7865" y="779"/>
                  </a:cubicBezTo>
                  <a:cubicBezTo>
                    <a:pt x="7869" y="746"/>
                    <a:pt x="7893" y="730"/>
                    <a:pt x="7940" y="730"/>
                  </a:cubicBezTo>
                  <a:cubicBezTo>
                    <a:pt x="7986" y="730"/>
                    <a:pt x="8055" y="746"/>
                    <a:pt x="8148" y="779"/>
                  </a:cubicBezTo>
                  <a:cubicBezTo>
                    <a:pt x="8274" y="807"/>
                    <a:pt x="8402" y="821"/>
                    <a:pt x="8529" y="821"/>
                  </a:cubicBezTo>
                  <a:cubicBezTo>
                    <a:pt x="8655" y="821"/>
                    <a:pt x="8781" y="807"/>
                    <a:pt x="8902" y="779"/>
                  </a:cubicBezTo>
                  <a:cubicBezTo>
                    <a:pt x="9000" y="779"/>
                    <a:pt x="9097" y="779"/>
                    <a:pt x="9097" y="844"/>
                  </a:cubicBezTo>
                  <a:cubicBezTo>
                    <a:pt x="9166" y="888"/>
                    <a:pt x="9247" y="911"/>
                    <a:pt x="9329" y="911"/>
                  </a:cubicBezTo>
                  <a:cubicBezTo>
                    <a:pt x="9411" y="911"/>
                    <a:pt x="9494" y="888"/>
                    <a:pt x="9567" y="844"/>
                  </a:cubicBezTo>
                  <a:cubicBezTo>
                    <a:pt x="9657" y="844"/>
                    <a:pt x="9657" y="844"/>
                    <a:pt x="9657" y="900"/>
                  </a:cubicBezTo>
                  <a:cubicBezTo>
                    <a:pt x="9713" y="938"/>
                    <a:pt x="9737" y="973"/>
                    <a:pt x="9766" y="973"/>
                  </a:cubicBezTo>
                  <a:cubicBezTo>
                    <a:pt x="9787" y="973"/>
                    <a:pt x="9811" y="956"/>
                    <a:pt x="9851" y="909"/>
                  </a:cubicBezTo>
                  <a:cubicBezTo>
                    <a:pt x="9956" y="876"/>
                    <a:pt x="10068" y="860"/>
                    <a:pt x="10179" y="860"/>
                  </a:cubicBezTo>
                  <a:cubicBezTo>
                    <a:pt x="10291" y="860"/>
                    <a:pt x="10402" y="876"/>
                    <a:pt x="10508" y="909"/>
                  </a:cubicBezTo>
                  <a:cubicBezTo>
                    <a:pt x="10605" y="909"/>
                    <a:pt x="10694" y="909"/>
                    <a:pt x="10702" y="852"/>
                  </a:cubicBezTo>
                  <a:cubicBezTo>
                    <a:pt x="10702" y="827"/>
                    <a:pt x="10702" y="803"/>
                    <a:pt x="10702" y="787"/>
                  </a:cubicBezTo>
                  <a:cubicBezTo>
                    <a:pt x="10747" y="848"/>
                    <a:pt x="10769" y="878"/>
                    <a:pt x="10793" y="878"/>
                  </a:cubicBezTo>
                  <a:cubicBezTo>
                    <a:pt x="10816" y="878"/>
                    <a:pt x="10840" y="848"/>
                    <a:pt x="10889" y="787"/>
                  </a:cubicBezTo>
                  <a:cubicBezTo>
                    <a:pt x="10889" y="759"/>
                    <a:pt x="10911" y="744"/>
                    <a:pt x="10934" y="744"/>
                  </a:cubicBezTo>
                  <a:cubicBezTo>
                    <a:pt x="10958" y="744"/>
                    <a:pt x="10982" y="759"/>
                    <a:pt x="10986" y="787"/>
                  </a:cubicBezTo>
                  <a:cubicBezTo>
                    <a:pt x="11035" y="827"/>
                    <a:pt x="11100" y="844"/>
                    <a:pt x="11173" y="852"/>
                  </a:cubicBezTo>
                  <a:cubicBezTo>
                    <a:pt x="11262" y="852"/>
                    <a:pt x="11740" y="795"/>
                    <a:pt x="12210" y="795"/>
                  </a:cubicBezTo>
                  <a:cubicBezTo>
                    <a:pt x="12407" y="797"/>
                    <a:pt x="12572" y="799"/>
                    <a:pt x="12708" y="799"/>
                  </a:cubicBezTo>
                  <a:cubicBezTo>
                    <a:pt x="13093" y="799"/>
                    <a:pt x="13248" y="786"/>
                    <a:pt x="13248" y="738"/>
                  </a:cubicBezTo>
                  <a:cubicBezTo>
                    <a:pt x="13297" y="710"/>
                    <a:pt x="13321" y="696"/>
                    <a:pt x="13345" y="696"/>
                  </a:cubicBezTo>
                  <a:cubicBezTo>
                    <a:pt x="13368" y="696"/>
                    <a:pt x="13390" y="710"/>
                    <a:pt x="13435" y="738"/>
                  </a:cubicBezTo>
                  <a:cubicBezTo>
                    <a:pt x="13513" y="781"/>
                    <a:pt x="13597" y="805"/>
                    <a:pt x="13681" y="805"/>
                  </a:cubicBezTo>
                  <a:cubicBezTo>
                    <a:pt x="13694" y="805"/>
                    <a:pt x="13706" y="804"/>
                    <a:pt x="13718" y="803"/>
                  </a:cubicBezTo>
                  <a:cubicBezTo>
                    <a:pt x="13816" y="803"/>
                    <a:pt x="13905" y="803"/>
                    <a:pt x="13905" y="860"/>
                  </a:cubicBezTo>
                  <a:cubicBezTo>
                    <a:pt x="13954" y="825"/>
                    <a:pt x="14010" y="802"/>
                    <a:pt x="14072" y="802"/>
                  </a:cubicBezTo>
                  <a:cubicBezTo>
                    <a:pt x="14081" y="802"/>
                    <a:pt x="14090" y="802"/>
                    <a:pt x="14100" y="803"/>
                  </a:cubicBezTo>
                  <a:cubicBezTo>
                    <a:pt x="14100" y="836"/>
                    <a:pt x="14122" y="852"/>
                    <a:pt x="14156" y="852"/>
                  </a:cubicBezTo>
                  <a:cubicBezTo>
                    <a:pt x="14191" y="852"/>
                    <a:pt x="14237" y="836"/>
                    <a:pt x="14286" y="803"/>
                  </a:cubicBezTo>
                  <a:cubicBezTo>
                    <a:pt x="14335" y="746"/>
                    <a:pt x="14359" y="718"/>
                    <a:pt x="14371" y="718"/>
                  </a:cubicBezTo>
                  <a:cubicBezTo>
                    <a:pt x="14383" y="718"/>
                    <a:pt x="14383" y="746"/>
                    <a:pt x="14383" y="803"/>
                  </a:cubicBezTo>
                  <a:cubicBezTo>
                    <a:pt x="14378" y="849"/>
                    <a:pt x="14519" y="891"/>
                    <a:pt x="14570" y="891"/>
                  </a:cubicBezTo>
                  <a:cubicBezTo>
                    <a:pt x="14590" y="891"/>
                    <a:pt x="14596" y="884"/>
                    <a:pt x="14570" y="868"/>
                  </a:cubicBezTo>
                  <a:cubicBezTo>
                    <a:pt x="14570" y="803"/>
                    <a:pt x="14756" y="811"/>
                    <a:pt x="14854" y="746"/>
                  </a:cubicBezTo>
                  <a:cubicBezTo>
                    <a:pt x="14943" y="746"/>
                    <a:pt x="15040" y="746"/>
                    <a:pt x="15040" y="811"/>
                  </a:cubicBezTo>
                  <a:cubicBezTo>
                    <a:pt x="15069" y="828"/>
                    <a:pt x="15129" y="835"/>
                    <a:pt x="15203" y="835"/>
                  </a:cubicBezTo>
                  <a:cubicBezTo>
                    <a:pt x="15381" y="835"/>
                    <a:pt x="15636" y="795"/>
                    <a:pt x="15705" y="755"/>
                  </a:cubicBezTo>
                  <a:cubicBezTo>
                    <a:pt x="15705" y="722"/>
                    <a:pt x="15727" y="706"/>
                    <a:pt x="15749" y="706"/>
                  </a:cubicBezTo>
                  <a:cubicBezTo>
                    <a:pt x="15772" y="706"/>
                    <a:pt x="15794" y="722"/>
                    <a:pt x="15794" y="755"/>
                  </a:cubicBezTo>
                  <a:cubicBezTo>
                    <a:pt x="15794" y="811"/>
                    <a:pt x="15891" y="811"/>
                    <a:pt x="15981" y="811"/>
                  </a:cubicBezTo>
                  <a:cubicBezTo>
                    <a:pt x="16009" y="795"/>
                    <a:pt x="16029" y="788"/>
                    <a:pt x="16043" y="788"/>
                  </a:cubicBezTo>
                  <a:cubicBezTo>
                    <a:pt x="16078" y="788"/>
                    <a:pt x="16078" y="830"/>
                    <a:pt x="16078" y="876"/>
                  </a:cubicBezTo>
                  <a:cubicBezTo>
                    <a:pt x="15981" y="933"/>
                    <a:pt x="16078" y="933"/>
                    <a:pt x="16264" y="933"/>
                  </a:cubicBezTo>
                  <a:cubicBezTo>
                    <a:pt x="16362" y="876"/>
                    <a:pt x="16735" y="876"/>
                    <a:pt x="17018" y="876"/>
                  </a:cubicBezTo>
                  <a:cubicBezTo>
                    <a:pt x="17497" y="876"/>
                    <a:pt x="17586" y="819"/>
                    <a:pt x="17780" y="706"/>
                  </a:cubicBezTo>
                  <a:lnTo>
                    <a:pt x="17870" y="584"/>
                  </a:lnTo>
                  <a:lnTo>
                    <a:pt x="17870" y="706"/>
                  </a:lnTo>
                  <a:cubicBezTo>
                    <a:pt x="17886" y="771"/>
                    <a:pt x="17918" y="827"/>
                    <a:pt x="17967" y="884"/>
                  </a:cubicBezTo>
                  <a:cubicBezTo>
                    <a:pt x="18056" y="884"/>
                    <a:pt x="18056" y="819"/>
                    <a:pt x="18064" y="763"/>
                  </a:cubicBezTo>
                  <a:cubicBezTo>
                    <a:pt x="18064" y="734"/>
                    <a:pt x="18087" y="720"/>
                    <a:pt x="18132" y="720"/>
                  </a:cubicBezTo>
                  <a:cubicBezTo>
                    <a:pt x="18178" y="720"/>
                    <a:pt x="18247" y="734"/>
                    <a:pt x="18340" y="763"/>
                  </a:cubicBezTo>
                  <a:cubicBezTo>
                    <a:pt x="18437" y="795"/>
                    <a:pt x="18508" y="811"/>
                    <a:pt x="18567" y="811"/>
                  </a:cubicBezTo>
                  <a:cubicBezTo>
                    <a:pt x="18626" y="811"/>
                    <a:pt x="18672" y="795"/>
                    <a:pt x="18721" y="763"/>
                  </a:cubicBezTo>
                  <a:cubicBezTo>
                    <a:pt x="18733" y="762"/>
                    <a:pt x="18746" y="761"/>
                    <a:pt x="18758" y="761"/>
                  </a:cubicBezTo>
                  <a:cubicBezTo>
                    <a:pt x="18843" y="761"/>
                    <a:pt x="18927" y="785"/>
                    <a:pt x="19005" y="827"/>
                  </a:cubicBezTo>
                  <a:cubicBezTo>
                    <a:pt x="19094" y="827"/>
                    <a:pt x="19094" y="827"/>
                    <a:pt x="19102" y="771"/>
                  </a:cubicBezTo>
                  <a:cubicBezTo>
                    <a:pt x="19102" y="738"/>
                    <a:pt x="19124" y="722"/>
                    <a:pt x="19159" y="722"/>
                  </a:cubicBezTo>
                  <a:cubicBezTo>
                    <a:pt x="19193" y="722"/>
                    <a:pt x="19240" y="738"/>
                    <a:pt x="19289" y="771"/>
                  </a:cubicBezTo>
                  <a:cubicBezTo>
                    <a:pt x="19340" y="841"/>
                    <a:pt x="19457" y="871"/>
                    <a:pt x="19546" y="871"/>
                  </a:cubicBezTo>
                  <a:cubicBezTo>
                    <a:pt x="19611" y="871"/>
                    <a:pt x="19661" y="855"/>
                    <a:pt x="19661" y="827"/>
                  </a:cubicBezTo>
                  <a:cubicBezTo>
                    <a:pt x="19661" y="771"/>
                    <a:pt x="19759" y="771"/>
                    <a:pt x="19856" y="771"/>
                  </a:cubicBezTo>
                  <a:cubicBezTo>
                    <a:pt x="19872" y="772"/>
                    <a:pt x="19888" y="773"/>
                    <a:pt x="19903" y="773"/>
                  </a:cubicBezTo>
                  <a:cubicBezTo>
                    <a:pt x="19985" y="773"/>
                    <a:pt x="20065" y="755"/>
                    <a:pt x="20140" y="714"/>
                  </a:cubicBezTo>
                  <a:lnTo>
                    <a:pt x="20326" y="714"/>
                  </a:lnTo>
                  <a:cubicBezTo>
                    <a:pt x="20424" y="714"/>
                    <a:pt x="20326" y="771"/>
                    <a:pt x="20229" y="771"/>
                  </a:cubicBezTo>
                  <a:lnTo>
                    <a:pt x="20326" y="836"/>
                  </a:lnTo>
                  <a:cubicBezTo>
                    <a:pt x="20513" y="836"/>
                    <a:pt x="20610" y="836"/>
                    <a:pt x="20699" y="779"/>
                  </a:cubicBezTo>
                  <a:cubicBezTo>
                    <a:pt x="20748" y="718"/>
                    <a:pt x="20772" y="688"/>
                    <a:pt x="20784" y="688"/>
                  </a:cubicBezTo>
                  <a:cubicBezTo>
                    <a:pt x="20797" y="688"/>
                    <a:pt x="20797" y="718"/>
                    <a:pt x="20797" y="779"/>
                  </a:cubicBezTo>
                  <a:cubicBezTo>
                    <a:pt x="20797" y="819"/>
                    <a:pt x="20841" y="859"/>
                    <a:pt x="20902" y="859"/>
                  </a:cubicBezTo>
                  <a:cubicBezTo>
                    <a:pt x="20927" y="859"/>
                    <a:pt x="20955" y="852"/>
                    <a:pt x="20983" y="836"/>
                  </a:cubicBezTo>
                  <a:cubicBezTo>
                    <a:pt x="21024" y="785"/>
                    <a:pt x="21064" y="767"/>
                    <a:pt x="21097" y="767"/>
                  </a:cubicBezTo>
                  <a:cubicBezTo>
                    <a:pt x="21143" y="767"/>
                    <a:pt x="21174" y="802"/>
                    <a:pt x="21170" y="836"/>
                  </a:cubicBezTo>
                  <a:cubicBezTo>
                    <a:pt x="21125" y="896"/>
                    <a:pt x="21103" y="927"/>
                    <a:pt x="21138" y="927"/>
                  </a:cubicBezTo>
                  <a:cubicBezTo>
                    <a:pt x="21174" y="927"/>
                    <a:pt x="21267" y="896"/>
                    <a:pt x="21453" y="836"/>
                  </a:cubicBezTo>
                  <a:cubicBezTo>
                    <a:pt x="21648" y="836"/>
                    <a:pt x="22021" y="779"/>
                    <a:pt x="22305" y="779"/>
                  </a:cubicBezTo>
                  <a:cubicBezTo>
                    <a:pt x="22686" y="787"/>
                    <a:pt x="22872" y="787"/>
                    <a:pt x="22969" y="844"/>
                  </a:cubicBezTo>
                  <a:cubicBezTo>
                    <a:pt x="22968" y="859"/>
                    <a:pt x="22969" y="873"/>
                    <a:pt x="22971" y="884"/>
                  </a:cubicBezTo>
                  <a:lnTo>
                    <a:pt x="22971" y="884"/>
                  </a:lnTo>
                  <a:cubicBezTo>
                    <a:pt x="22983" y="787"/>
                    <a:pt x="23079" y="787"/>
                    <a:pt x="23342" y="787"/>
                  </a:cubicBezTo>
                  <a:cubicBezTo>
                    <a:pt x="23413" y="808"/>
                    <a:pt x="23485" y="817"/>
                    <a:pt x="23556" y="817"/>
                  </a:cubicBezTo>
                  <a:cubicBezTo>
                    <a:pt x="23680" y="817"/>
                    <a:pt x="23802" y="787"/>
                    <a:pt x="23910" y="730"/>
                  </a:cubicBezTo>
                  <a:lnTo>
                    <a:pt x="23723" y="730"/>
                  </a:lnTo>
                  <a:cubicBezTo>
                    <a:pt x="23723" y="660"/>
                    <a:pt x="23756" y="630"/>
                    <a:pt x="23819" y="630"/>
                  </a:cubicBezTo>
                  <a:cubicBezTo>
                    <a:pt x="23866" y="630"/>
                    <a:pt x="23929" y="646"/>
                    <a:pt x="24007" y="673"/>
                  </a:cubicBezTo>
                  <a:cubicBezTo>
                    <a:pt x="24105" y="673"/>
                    <a:pt x="24096" y="730"/>
                    <a:pt x="24096" y="787"/>
                  </a:cubicBezTo>
                  <a:cubicBezTo>
                    <a:pt x="24096" y="852"/>
                    <a:pt x="24194" y="909"/>
                    <a:pt x="24283" y="909"/>
                  </a:cubicBezTo>
                  <a:cubicBezTo>
                    <a:pt x="24380" y="909"/>
                    <a:pt x="24477" y="909"/>
                    <a:pt x="24380" y="852"/>
                  </a:cubicBezTo>
                  <a:cubicBezTo>
                    <a:pt x="24380" y="795"/>
                    <a:pt x="24380" y="795"/>
                    <a:pt x="24477" y="795"/>
                  </a:cubicBezTo>
                  <a:cubicBezTo>
                    <a:pt x="24490" y="796"/>
                    <a:pt x="24503" y="797"/>
                    <a:pt x="24515" y="797"/>
                  </a:cubicBezTo>
                  <a:cubicBezTo>
                    <a:pt x="24600" y="797"/>
                    <a:pt x="24684" y="774"/>
                    <a:pt x="24761" y="738"/>
                  </a:cubicBezTo>
                  <a:cubicBezTo>
                    <a:pt x="24761" y="673"/>
                    <a:pt x="24859" y="673"/>
                    <a:pt x="24948" y="673"/>
                  </a:cubicBezTo>
                  <a:cubicBezTo>
                    <a:pt x="25037" y="714"/>
                    <a:pt x="25134" y="738"/>
                    <a:pt x="25232" y="738"/>
                  </a:cubicBezTo>
                  <a:lnTo>
                    <a:pt x="25232" y="795"/>
                  </a:lnTo>
                  <a:cubicBezTo>
                    <a:pt x="25232" y="852"/>
                    <a:pt x="25329" y="917"/>
                    <a:pt x="25329" y="917"/>
                  </a:cubicBezTo>
                  <a:cubicBezTo>
                    <a:pt x="25418" y="917"/>
                    <a:pt x="25418" y="860"/>
                    <a:pt x="25418" y="860"/>
                  </a:cubicBezTo>
                  <a:cubicBezTo>
                    <a:pt x="25418" y="817"/>
                    <a:pt x="26427" y="809"/>
                    <a:pt x="27184" y="809"/>
                  </a:cubicBezTo>
                  <a:cubicBezTo>
                    <a:pt x="27562" y="809"/>
                    <a:pt x="27877" y="811"/>
                    <a:pt x="27972" y="811"/>
                  </a:cubicBezTo>
                  <a:cubicBezTo>
                    <a:pt x="28065" y="840"/>
                    <a:pt x="28183" y="854"/>
                    <a:pt x="28265" y="854"/>
                  </a:cubicBezTo>
                  <a:cubicBezTo>
                    <a:pt x="28347" y="854"/>
                    <a:pt x="28394" y="840"/>
                    <a:pt x="28345" y="811"/>
                  </a:cubicBezTo>
                  <a:cubicBezTo>
                    <a:pt x="28345" y="755"/>
                    <a:pt x="28815" y="755"/>
                    <a:pt x="29383" y="755"/>
                  </a:cubicBezTo>
                  <a:cubicBezTo>
                    <a:pt x="29428" y="754"/>
                    <a:pt x="29473" y="754"/>
                    <a:pt x="29516" y="754"/>
                  </a:cubicBezTo>
                  <a:cubicBezTo>
                    <a:pt x="29890" y="754"/>
                    <a:pt x="30201" y="772"/>
                    <a:pt x="30380" y="772"/>
                  </a:cubicBezTo>
                  <a:cubicBezTo>
                    <a:pt x="30483" y="772"/>
                    <a:pt x="30542" y="766"/>
                    <a:pt x="30542" y="746"/>
                  </a:cubicBezTo>
                  <a:lnTo>
                    <a:pt x="30834" y="795"/>
                  </a:lnTo>
                  <a:cubicBezTo>
                    <a:pt x="31029" y="819"/>
                    <a:pt x="31231" y="827"/>
                    <a:pt x="31329" y="852"/>
                  </a:cubicBezTo>
                  <a:cubicBezTo>
                    <a:pt x="31366" y="841"/>
                    <a:pt x="31402" y="836"/>
                    <a:pt x="31429" y="836"/>
                  </a:cubicBezTo>
                  <a:cubicBezTo>
                    <a:pt x="31484" y="836"/>
                    <a:pt x="31502" y="854"/>
                    <a:pt x="31426" y="876"/>
                  </a:cubicBezTo>
                  <a:cubicBezTo>
                    <a:pt x="31402" y="933"/>
                    <a:pt x="31385" y="982"/>
                    <a:pt x="31483" y="1022"/>
                  </a:cubicBezTo>
                  <a:cubicBezTo>
                    <a:pt x="31539" y="1043"/>
                    <a:pt x="31580" y="1051"/>
                    <a:pt x="31610" y="1051"/>
                  </a:cubicBezTo>
                  <a:cubicBezTo>
                    <a:pt x="31676" y="1051"/>
                    <a:pt x="31690" y="1012"/>
                    <a:pt x="31702" y="973"/>
                  </a:cubicBezTo>
                  <a:cubicBezTo>
                    <a:pt x="31713" y="947"/>
                    <a:pt x="31738" y="940"/>
                    <a:pt x="31762" y="940"/>
                  </a:cubicBezTo>
                  <a:cubicBezTo>
                    <a:pt x="31790" y="940"/>
                    <a:pt x="31815" y="949"/>
                    <a:pt x="31815" y="949"/>
                  </a:cubicBezTo>
                  <a:cubicBezTo>
                    <a:pt x="31912" y="990"/>
                    <a:pt x="31912" y="990"/>
                    <a:pt x="31888" y="1046"/>
                  </a:cubicBezTo>
                  <a:cubicBezTo>
                    <a:pt x="31864" y="1095"/>
                    <a:pt x="31839" y="1152"/>
                    <a:pt x="31839" y="1152"/>
                  </a:cubicBezTo>
                  <a:cubicBezTo>
                    <a:pt x="31872" y="1160"/>
                    <a:pt x="31904" y="1176"/>
                    <a:pt x="31937" y="1184"/>
                  </a:cubicBezTo>
                  <a:cubicBezTo>
                    <a:pt x="31946" y="1166"/>
                    <a:pt x="31963" y="1160"/>
                    <a:pt x="31981" y="1160"/>
                  </a:cubicBezTo>
                  <a:cubicBezTo>
                    <a:pt x="32010" y="1160"/>
                    <a:pt x="32042" y="1176"/>
                    <a:pt x="32042" y="1176"/>
                  </a:cubicBezTo>
                  <a:cubicBezTo>
                    <a:pt x="32131" y="1217"/>
                    <a:pt x="32131" y="1217"/>
                    <a:pt x="32083" y="1330"/>
                  </a:cubicBezTo>
                  <a:cubicBezTo>
                    <a:pt x="32044" y="1401"/>
                    <a:pt x="32072" y="1442"/>
                    <a:pt x="32136" y="1442"/>
                  </a:cubicBezTo>
                  <a:cubicBezTo>
                    <a:pt x="32168" y="1442"/>
                    <a:pt x="32208" y="1433"/>
                    <a:pt x="32253" y="1411"/>
                  </a:cubicBezTo>
                  <a:cubicBezTo>
                    <a:pt x="32318" y="1419"/>
                    <a:pt x="32391" y="1427"/>
                    <a:pt x="32456" y="1452"/>
                  </a:cubicBezTo>
                  <a:cubicBezTo>
                    <a:pt x="32472" y="1606"/>
                    <a:pt x="32699" y="1598"/>
                    <a:pt x="32820" y="1606"/>
                  </a:cubicBezTo>
                  <a:cubicBezTo>
                    <a:pt x="32827" y="1723"/>
                    <a:pt x="32875" y="1788"/>
                    <a:pt x="32974" y="1788"/>
                  </a:cubicBezTo>
                  <a:cubicBezTo>
                    <a:pt x="32998" y="1788"/>
                    <a:pt x="33025" y="1784"/>
                    <a:pt x="33056" y="1776"/>
                  </a:cubicBezTo>
                  <a:cubicBezTo>
                    <a:pt x="33063" y="1765"/>
                    <a:pt x="33073" y="1760"/>
                    <a:pt x="33085" y="1760"/>
                  </a:cubicBezTo>
                  <a:cubicBezTo>
                    <a:pt x="33123" y="1760"/>
                    <a:pt x="33178" y="1817"/>
                    <a:pt x="33210" y="1898"/>
                  </a:cubicBezTo>
                  <a:cubicBezTo>
                    <a:pt x="33266" y="2019"/>
                    <a:pt x="33355" y="2117"/>
                    <a:pt x="33461" y="2198"/>
                  </a:cubicBezTo>
                  <a:cubicBezTo>
                    <a:pt x="33574" y="2214"/>
                    <a:pt x="34077" y="2700"/>
                    <a:pt x="34466" y="3381"/>
                  </a:cubicBezTo>
                  <a:cubicBezTo>
                    <a:pt x="34906" y="4133"/>
                    <a:pt x="34999" y="4720"/>
                    <a:pt x="35071" y="4720"/>
                  </a:cubicBezTo>
                  <a:cubicBezTo>
                    <a:pt x="35072" y="4720"/>
                    <a:pt x="35073" y="4719"/>
                    <a:pt x="35074" y="4719"/>
                  </a:cubicBezTo>
                  <a:lnTo>
                    <a:pt x="35074" y="4719"/>
                  </a:lnTo>
                  <a:cubicBezTo>
                    <a:pt x="35099" y="4784"/>
                    <a:pt x="35091" y="4857"/>
                    <a:pt x="35058" y="4922"/>
                  </a:cubicBezTo>
                  <a:cubicBezTo>
                    <a:pt x="35001" y="4938"/>
                    <a:pt x="35026" y="5027"/>
                    <a:pt x="35155" y="5108"/>
                  </a:cubicBezTo>
                  <a:cubicBezTo>
                    <a:pt x="35228" y="5198"/>
                    <a:pt x="35285" y="5189"/>
                    <a:pt x="35172" y="5206"/>
                  </a:cubicBezTo>
                  <a:cubicBezTo>
                    <a:pt x="35099" y="5214"/>
                    <a:pt x="35155" y="5400"/>
                    <a:pt x="35164" y="5798"/>
                  </a:cubicBezTo>
                  <a:cubicBezTo>
                    <a:pt x="35196" y="6089"/>
                    <a:pt x="35147" y="6479"/>
                    <a:pt x="35212" y="6479"/>
                  </a:cubicBezTo>
                  <a:cubicBezTo>
                    <a:pt x="35240" y="6596"/>
                    <a:pt x="35247" y="6646"/>
                    <a:pt x="35239" y="6646"/>
                  </a:cubicBezTo>
                  <a:cubicBezTo>
                    <a:pt x="35234" y="6646"/>
                    <a:pt x="35221" y="6620"/>
                    <a:pt x="35204" y="6576"/>
                  </a:cubicBezTo>
                  <a:cubicBezTo>
                    <a:pt x="35194" y="6565"/>
                    <a:pt x="35183" y="6561"/>
                    <a:pt x="35173" y="6561"/>
                  </a:cubicBezTo>
                  <a:cubicBezTo>
                    <a:pt x="35078" y="6561"/>
                    <a:pt x="34989" y="6963"/>
                    <a:pt x="35026" y="7241"/>
                  </a:cubicBezTo>
                  <a:cubicBezTo>
                    <a:pt x="35003" y="7331"/>
                    <a:pt x="34981" y="7421"/>
                    <a:pt x="34932" y="7421"/>
                  </a:cubicBezTo>
                  <a:cubicBezTo>
                    <a:pt x="34929" y="7421"/>
                    <a:pt x="34925" y="7420"/>
                    <a:pt x="34920" y="7419"/>
                  </a:cubicBezTo>
                  <a:cubicBezTo>
                    <a:pt x="34896" y="7508"/>
                    <a:pt x="34880" y="7606"/>
                    <a:pt x="34831" y="7897"/>
                  </a:cubicBezTo>
                  <a:cubicBezTo>
                    <a:pt x="34750" y="8108"/>
                    <a:pt x="34653" y="8319"/>
                    <a:pt x="34547" y="8514"/>
                  </a:cubicBezTo>
                  <a:cubicBezTo>
                    <a:pt x="34491" y="8635"/>
                    <a:pt x="34442" y="8757"/>
                    <a:pt x="34401" y="8887"/>
                  </a:cubicBezTo>
                  <a:cubicBezTo>
                    <a:pt x="34384" y="8916"/>
                    <a:pt x="34365" y="8945"/>
                    <a:pt x="34351" y="8967"/>
                  </a:cubicBezTo>
                  <a:lnTo>
                    <a:pt x="34351" y="8967"/>
                  </a:lnTo>
                  <a:cubicBezTo>
                    <a:pt x="34350" y="8966"/>
                    <a:pt x="34348" y="8966"/>
                    <a:pt x="34346" y="8966"/>
                  </a:cubicBezTo>
                  <a:cubicBezTo>
                    <a:pt x="34285" y="8966"/>
                    <a:pt x="34027" y="9366"/>
                    <a:pt x="33558" y="9827"/>
                  </a:cubicBezTo>
                  <a:cubicBezTo>
                    <a:pt x="33072" y="10314"/>
                    <a:pt x="32545" y="10589"/>
                    <a:pt x="32439" y="10589"/>
                  </a:cubicBezTo>
                  <a:cubicBezTo>
                    <a:pt x="32383" y="10630"/>
                    <a:pt x="32334" y="10678"/>
                    <a:pt x="32301" y="10727"/>
                  </a:cubicBezTo>
                  <a:cubicBezTo>
                    <a:pt x="32287" y="10838"/>
                    <a:pt x="32197" y="10916"/>
                    <a:pt x="32089" y="10916"/>
                  </a:cubicBezTo>
                  <a:cubicBezTo>
                    <a:pt x="32079" y="10916"/>
                    <a:pt x="32069" y="10915"/>
                    <a:pt x="32058" y="10913"/>
                  </a:cubicBezTo>
                  <a:cubicBezTo>
                    <a:pt x="32035" y="10903"/>
                    <a:pt x="32004" y="10899"/>
                    <a:pt x="31969" y="10899"/>
                  </a:cubicBezTo>
                  <a:cubicBezTo>
                    <a:pt x="31808" y="10899"/>
                    <a:pt x="31555" y="10998"/>
                    <a:pt x="31515" y="11124"/>
                  </a:cubicBezTo>
                  <a:lnTo>
                    <a:pt x="31491" y="11068"/>
                  </a:lnTo>
                  <a:cubicBezTo>
                    <a:pt x="31463" y="11049"/>
                    <a:pt x="31427" y="11040"/>
                    <a:pt x="31389" y="11040"/>
                  </a:cubicBezTo>
                  <a:cubicBezTo>
                    <a:pt x="31259" y="11040"/>
                    <a:pt x="31093" y="11134"/>
                    <a:pt x="31037" y="11246"/>
                  </a:cubicBezTo>
                  <a:cubicBezTo>
                    <a:pt x="30972" y="11226"/>
                    <a:pt x="30907" y="11200"/>
                    <a:pt x="30845" y="11200"/>
                  </a:cubicBezTo>
                  <a:cubicBezTo>
                    <a:pt x="30807" y="11200"/>
                    <a:pt x="30771" y="11210"/>
                    <a:pt x="30737" y="11238"/>
                  </a:cubicBezTo>
                  <a:cubicBezTo>
                    <a:pt x="30711" y="11242"/>
                    <a:pt x="30692" y="11245"/>
                    <a:pt x="30679" y="11245"/>
                  </a:cubicBezTo>
                  <a:cubicBezTo>
                    <a:pt x="30642" y="11245"/>
                    <a:pt x="30643" y="11221"/>
                    <a:pt x="30631" y="11132"/>
                  </a:cubicBezTo>
                  <a:cubicBezTo>
                    <a:pt x="30624" y="11082"/>
                    <a:pt x="30617" y="11032"/>
                    <a:pt x="30549" y="11032"/>
                  </a:cubicBezTo>
                  <a:cubicBezTo>
                    <a:pt x="30540" y="11032"/>
                    <a:pt x="30529" y="11033"/>
                    <a:pt x="30518" y="11035"/>
                  </a:cubicBezTo>
                  <a:cubicBezTo>
                    <a:pt x="30429" y="11043"/>
                    <a:pt x="30437" y="11108"/>
                    <a:pt x="30437" y="11165"/>
                  </a:cubicBezTo>
                  <a:cubicBezTo>
                    <a:pt x="30437" y="11165"/>
                    <a:pt x="30348" y="11173"/>
                    <a:pt x="30250" y="11181"/>
                  </a:cubicBezTo>
                  <a:cubicBezTo>
                    <a:pt x="30250" y="11181"/>
                    <a:pt x="30153" y="11181"/>
                    <a:pt x="30161" y="11238"/>
                  </a:cubicBezTo>
                  <a:cubicBezTo>
                    <a:pt x="30161" y="11303"/>
                    <a:pt x="30064" y="11303"/>
                    <a:pt x="29966" y="11311"/>
                  </a:cubicBezTo>
                  <a:cubicBezTo>
                    <a:pt x="29966" y="11294"/>
                    <a:pt x="29958" y="11287"/>
                    <a:pt x="29949" y="11287"/>
                  </a:cubicBezTo>
                  <a:cubicBezTo>
                    <a:pt x="29926" y="11287"/>
                    <a:pt x="29898" y="11327"/>
                    <a:pt x="29966" y="11368"/>
                  </a:cubicBezTo>
                  <a:cubicBezTo>
                    <a:pt x="29966" y="11432"/>
                    <a:pt x="29966" y="11489"/>
                    <a:pt x="29869" y="11497"/>
                  </a:cubicBezTo>
                  <a:cubicBezTo>
                    <a:pt x="29869" y="11497"/>
                    <a:pt x="29869" y="11554"/>
                    <a:pt x="29869" y="11611"/>
                  </a:cubicBezTo>
                  <a:cubicBezTo>
                    <a:pt x="29869" y="11732"/>
                    <a:pt x="29861" y="11797"/>
                    <a:pt x="30080" y="11846"/>
                  </a:cubicBezTo>
                  <a:cubicBezTo>
                    <a:pt x="30236" y="11864"/>
                    <a:pt x="30381" y="11874"/>
                    <a:pt x="30500" y="11874"/>
                  </a:cubicBezTo>
                  <a:cubicBezTo>
                    <a:pt x="30704" y="11874"/>
                    <a:pt x="30833" y="11844"/>
                    <a:pt x="30818" y="11773"/>
                  </a:cubicBezTo>
                  <a:cubicBezTo>
                    <a:pt x="30883" y="11724"/>
                    <a:pt x="30947" y="11700"/>
                    <a:pt x="31020" y="11684"/>
                  </a:cubicBezTo>
                  <a:cubicBezTo>
                    <a:pt x="31053" y="11676"/>
                    <a:pt x="31086" y="11672"/>
                    <a:pt x="31119" y="11672"/>
                  </a:cubicBezTo>
                  <a:cubicBezTo>
                    <a:pt x="31159" y="11672"/>
                    <a:pt x="31199" y="11678"/>
                    <a:pt x="31239" y="11692"/>
                  </a:cubicBezTo>
                  <a:cubicBezTo>
                    <a:pt x="31242" y="11703"/>
                    <a:pt x="31260" y="11708"/>
                    <a:pt x="31290" y="11708"/>
                  </a:cubicBezTo>
                  <a:cubicBezTo>
                    <a:pt x="31419" y="11708"/>
                    <a:pt x="31773" y="11613"/>
                    <a:pt x="32180" y="11449"/>
                  </a:cubicBezTo>
                  <a:cubicBezTo>
                    <a:pt x="32772" y="11189"/>
                    <a:pt x="33031" y="10986"/>
                    <a:pt x="33161" y="10986"/>
                  </a:cubicBezTo>
                  <a:cubicBezTo>
                    <a:pt x="33234" y="10986"/>
                    <a:pt x="33307" y="10954"/>
                    <a:pt x="33372" y="10913"/>
                  </a:cubicBezTo>
                  <a:cubicBezTo>
                    <a:pt x="33339" y="10865"/>
                    <a:pt x="33891" y="10500"/>
                    <a:pt x="34385" y="9908"/>
                  </a:cubicBezTo>
                  <a:cubicBezTo>
                    <a:pt x="34896" y="9332"/>
                    <a:pt x="35228" y="8635"/>
                    <a:pt x="35172" y="8611"/>
                  </a:cubicBezTo>
                  <a:lnTo>
                    <a:pt x="35269" y="8416"/>
                  </a:lnTo>
                  <a:cubicBezTo>
                    <a:pt x="35272" y="8418"/>
                    <a:pt x="35275" y="8418"/>
                    <a:pt x="35279" y="8418"/>
                  </a:cubicBezTo>
                  <a:cubicBezTo>
                    <a:pt x="35335" y="8418"/>
                    <a:pt x="35411" y="8226"/>
                    <a:pt x="35480" y="8027"/>
                  </a:cubicBezTo>
                  <a:cubicBezTo>
                    <a:pt x="35504" y="7808"/>
                    <a:pt x="35553" y="7597"/>
                    <a:pt x="35553" y="7597"/>
                  </a:cubicBezTo>
                  <a:cubicBezTo>
                    <a:pt x="35556" y="7599"/>
                    <a:pt x="35560" y="7599"/>
                    <a:pt x="35564" y="7599"/>
                  </a:cubicBezTo>
                  <a:cubicBezTo>
                    <a:pt x="35614" y="7599"/>
                    <a:pt x="35646" y="7494"/>
                    <a:pt x="35699" y="7297"/>
                  </a:cubicBezTo>
                  <a:cubicBezTo>
                    <a:pt x="35739" y="7079"/>
                    <a:pt x="35747" y="6973"/>
                    <a:pt x="35691" y="6957"/>
                  </a:cubicBezTo>
                  <a:cubicBezTo>
                    <a:pt x="35723" y="6852"/>
                    <a:pt x="35804" y="6106"/>
                    <a:pt x="35820" y="5773"/>
                  </a:cubicBezTo>
                  <a:cubicBezTo>
                    <a:pt x="35877" y="5660"/>
                    <a:pt x="35812" y="5554"/>
                    <a:pt x="35747" y="5449"/>
                  </a:cubicBezTo>
                  <a:cubicBezTo>
                    <a:pt x="35745" y="5449"/>
                    <a:pt x="35743" y="5449"/>
                    <a:pt x="35741" y="5449"/>
                  </a:cubicBezTo>
                  <a:cubicBezTo>
                    <a:pt x="35685" y="5449"/>
                    <a:pt x="35609" y="5348"/>
                    <a:pt x="35593" y="5246"/>
                  </a:cubicBezTo>
                  <a:lnTo>
                    <a:pt x="35715" y="5230"/>
                  </a:lnTo>
                  <a:cubicBezTo>
                    <a:pt x="35745" y="5273"/>
                    <a:pt x="35762" y="5299"/>
                    <a:pt x="35771" y="5299"/>
                  </a:cubicBezTo>
                  <a:cubicBezTo>
                    <a:pt x="35782" y="5299"/>
                    <a:pt x="35775" y="5246"/>
                    <a:pt x="35755" y="5116"/>
                  </a:cubicBezTo>
                  <a:cubicBezTo>
                    <a:pt x="35739" y="5011"/>
                    <a:pt x="35723" y="4898"/>
                    <a:pt x="35723" y="4898"/>
                  </a:cubicBezTo>
                  <a:cubicBezTo>
                    <a:pt x="35722" y="4898"/>
                    <a:pt x="35721" y="4898"/>
                    <a:pt x="35720" y="4898"/>
                  </a:cubicBezTo>
                  <a:cubicBezTo>
                    <a:pt x="35664" y="4898"/>
                    <a:pt x="35573" y="4360"/>
                    <a:pt x="35285" y="3665"/>
                  </a:cubicBezTo>
                  <a:cubicBezTo>
                    <a:pt x="34891" y="2815"/>
                    <a:pt x="34644" y="2569"/>
                    <a:pt x="34594" y="2569"/>
                  </a:cubicBezTo>
                  <a:cubicBezTo>
                    <a:pt x="34591" y="2569"/>
                    <a:pt x="34589" y="2570"/>
                    <a:pt x="34588" y="2571"/>
                  </a:cubicBezTo>
                  <a:cubicBezTo>
                    <a:pt x="34579" y="2577"/>
                    <a:pt x="34571" y="2580"/>
                    <a:pt x="34562" y="2580"/>
                  </a:cubicBezTo>
                  <a:cubicBezTo>
                    <a:pt x="34514" y="2580"/>
                    <a:pt x="34458" y="2478"/>
                    <a:pt x="34320" y="2230"/>
                  </a:cubicBezTo>
                  <a:cubicBezTo>
                    <a:pt x="34028" y="1630"/>
                    <a:pt x="33988" y="1638"/>
                    <a:pt x="33874" y="1606"/>
                  </a:cubicBezTo>
                  <a:lnTo>
                    <a:pt x="33874" y="1606"/>
                  </a:lnTo>
                  <a:cubicBezTo>
                    <a:pt x="33955" y="1679"/>
                    <a:pt x="33915" y="1727"/>
                    <a:pt x="33874" y="1768"/>
                  </a:cubicBezTo>
                  <a:cubicBezTo>
                    <a:pt x="33851" y="1792"/>
                    <a:pt x="33827" y="1803"/>
                    <a:pt x="33805" y="1803"/>
                  </a:cubicBezTo>
                  <a:cubicBezTo>
                    <a:pt x="33753" y="1803"/>
                    <a:pt x="33712" y="1737"/>
                    <a:pt x="33712" y="1622"/>
                  </a:cubicBezTo>
                  <a:cubicBezTo>
                    <a:pt x="33761" y="1573"/>
                    <a:pt x="33453" y="1298"/>
                    <a:pt x="33096" y="1071"/>
                  </a:cubicBezTo>
                  <a:cubicBezTo>
                    <a:pt x="32767" y="869"/>
                    <a:pt x="32382" y="736"/>
                    <a:pt x="32267" y="736"/>
                  </a:cubicBezTo>
                  <a:cubicBezTo>
                    <a:pt x="32259" y="736"/>
                    <a:pt x="32252" y="736"/>
                    <a:pt x="32247" y="738"/>
                  </a:cubicBezTo>
                  <a:lnTo>
                    <a:pt x="32247" y="738"/>
                  </a:lnTo>
                  <a:cubicBezTo>
                    <a:pt x="32253" y="725"/>
                    <a:pt x="32260" y="709"/>
                    <a:pt x="32269" y="690"/>
                  </a:cubicBezTo>
                  <a:cubicBezTo>
                    <a:pt x="32293" y="633"/>
                    <a:pt x="32204" y="576"/>
                    <a:pt x="31791" y="430"/>
                  </a:cubicBezTo>
                  <a:cubicBezTo>
                    <a:pt x="31693" y="390"/>
                    <a:pt x="31588" y="357"/>
                    <a:pt x="31474" y="333"/>
                  </a:cubicBezTo>
                  <a:cubicBezTo>
                    <a:pt x="31468" y="354"/>
                    <a:pt x="31438" y="363"/>
                    <a:pt x="31395" y="363"/>
                  </a:cubicBezTo>
                  <a:cubicBezTo>
                    <a:pt x="31222" y="363"/>
                    <a:pt x="30836" y="226"/>
                    <a:pt x="30842" y="187"/>
                  </a:cubicBezTo>
                  <a:cubicBezTo>
                    <a:pt x="30745" y="114"/>
                    <a:pt x="30745" y="114"/>
                    <a:pt x="30526" y="82"/>
                  </a:cubicBezTo>
                  <a:cubicBezTo>
                    <a:pt x="30398" y="109"/>
                    <a:pt x="30267" y="122"/>
                    <a:pt x="30137" y="122"/>
                  </a:cubicBezTo>
                  <a:cubicBezTo>
                    <a:pt x="30077" y="122"/>
                    <a:pt x="30017" y="119"/>
                    <a:pt x="29958" y="114"/>
                  </a:cubicBezTo>
                  <a:cubicBezTo>
                    <a:pt x="29780" y="98"/>
                    <a:pt x="29683" y="73"/>
                    <a:pt x="29675" y="41"/>
                  </a:cubicBezTo>
                  <a:lnTo>
                    <a:pt x="29488" y="41"/>
                  </a:lnTo>
                  <a:cubicBezTo>
                    <a:pt x="29386" y="82"/>
                    <a:pt x="29279" y="100"/>
                    <a:pt x="29170" y="100"/>
                  </a:cubicBezTo>
                  <a:cubicBezTo>
                    <a:pt x="29149" y="100"/>
                    <a:pt x="29128" y="99"/>
                    <a:pt x="29107" y="98"/>
                  </a:cubicBezTo>
                  <a:cubicBezTo>
                    <a:pt x="28823" y="98"/>
                    <a:pt x="28734" y="98"/>
                    <a:pt x="28823" y="155"/>
                  </a:cubicBezTo>
                  <a:cubicBezTo>
                    <a:pt x="28823" y="211"/>
                    <a:pt x="28823" y="276"/>
                    <a:pt x="28726" y="276"/>
                  </a:cubicBezTo>
                  <a:lnTo>
                    <a:pt x="28726" y="211"/>
                  </a:lnTo>
                  <a:cubicBezTo>
                    <a:pt x="28734" y="155"/>
                    <a:pt x="28450" y="155"/>
                    <a:pt x="28069" y="155"/>
                  </a:cubicBezTo>
                  <a:cubicBezTo>
                    <a:pt x="27599" y="146"/>
                    <a:pt x="27413" y="146"/>
                    <a:pt x="27315" y="90"/>
                  </a:cubicBezTo>
                  <a:lnTo>
                    <a:pt x="27218" y="146"/>
                  </a:lnTo>
                  <a:cubicBezTo>
                    <a:pt x="27173" y="175"/>
                    <a:pt x="27127" y="189"/>
                    <a:pt x="27091" y="189"/>
                  </a:cubicBezTo>
                  <a:cubicBezTo>
                    <a:pt x="27056" y="189"/>
                    <a:pt x="27031" y="175"/>
                    <a:pt x="27031" y="146"/>
                  </a:cubicBezTo>
                  <a:cubicBezTo>
                    <a:pt x="26985" y="117"/>
                    <a:pt x="26861" y="101"/>
                    <a:pt x="26727" y="101"/>
                  </a:cubicBezTo>
                  <a:cubicBezTo>
                    <a:pt x="26600" y="101"/>
                    <a:pt x="26465" y="115"/>
                    <a:pt x="26375" y="146"/>
                  </a:cubicBezTo>
                  <a:lnTo>
                    <a:pt x="26180" y="138"/>
                  </a:lnTo>
                  <a:cubicBezTo>
                    <a:pt x="26135" y="81"/>
                    <a:pt x="26039" y="50"/>
                    <a:pt x="25943" y="50"/>
                  </a:cubicBezTo>
                  <a:cubicBezTo>
                    <a:pt x="25851" y="50"/>
                    <a:pt x="25758" y="79"/>
                    <a:pt x="25710" y="138"/>
                  </a:cubicBezTo>
                  <a:cubicBezTo>
                    <a:pt x="25710" y="82"/>
                    <a:pt x="25621" y="82"/>
                    <a:pt x="25523" y="82"/>
                  </a:cubicBezTo>
                  <a:cubicBezTo>
                    <a:pt x="25433" y="109"/>
                    <a:pt x="25298" y="123"/>
                    <a:pt x="25182" y="123"/>
                  </a:cubicBezTo>
                  <a:cubicBezTo>
                    <a:pt x="25058" y="123"/>
                    <a:pt x="24956" y="107"/>
                    <a:pt x="24956" y="73"/>
                  </a:cubicBezTo>
                  <a:lnTo>
                    <a:pt x="24859" y="73"/>
                  </a:lnTo>
                  <a:cubicBezTo>
                    <a:pt x="24788" y="116"/>
                    <a:pt x="24705" y="140"/>
                    <a:pt x="24615" y="140"/>
                  </a:cubicBezTo>
                  <a:cubicBezTo>
                    <a:pt x="24601" y="140"/>
                    <a:pt x="24588" y="139"/>
                    <a:pt x="24575" y="138"/>
                  </a:cubicBezTo>
                  <a:cubicBezTo>
                    <a:pt x="24554" y="135"/>
                    <a:pt x="24534" y="133"/>
                    <a:pt x="24514" y="133"/>
                  </a:cubicBezTo>
                  <a:cubicBezTo>
                    <a:pt x="24437" y="133"/>
                    <a:pt x="24362" y="157"/>
                    <a:pt x="24291" y="195"/>
                  </a:cubicBezTo>
                  <a:cubicBezTo>
                    <a:pt x="24234" y="228"/>
                    <a:pt x="24169" y="252"/>
                    <a:pt x="24105" y="252"/>
                  </a:cubicBezTo>
                  <a:cubicBezTo>
                    <a:pt x="24007" y="252"/>
                    <a:pt x="24105" y="195"/>
                    <a:pt x="24202" y="130"/>
                  </a:cubicBezTo>
                  <a:cubicBezTo>
                    <a:pt x="24279" y="107"/>
                    <a:pt x="24276" y="93"/>
                    <a:pt x="24225" y="93"/>
                  </a:cubicBezTo>
                  <a:cubicBezTo>
                    <a:pt x="24153" y="93"/>
                    <a:pt x="23987" y="120"/>
                    <a:pt x="23821" y="187"/>
                  </a:cubicBezTo>
                  <a:cubicBezTo>
                    <a:pt x="23679" y="248"/>
                    <a:pt x="23608" y="278"/>
                    <a:pt x="23597" y="278"/>
                  </a:cubicBezTo>
                  <a:cubicBezTo>
                    <a:pt x="23586" y="278"/>
                    <a:pt x="23634" y="248"/>
                    <a:pt x="23732" y="187"/>
                  </a:cubicBezTo>
                  <a:cubicBezTo>
                    <a:pt x="23795" y="147"/>
                    <a:pt x="23862" y="107"/>
                    <a:pt x="23830" y="107"/>
                  </a:cubicBezTo>
                  <a:cubicBezTo>
                    <a:pt x="23816" y="107"/>
                    <a:pt x="23786" y="114"/>
                    <a:pt x="23732" y="130"/>
                  </a:cubicBezTo>
                  <a:cubicBezTo>
                    <a:pt x="23732" y="130"/>
                    <a:pt x="23537" y="130"/>
                    <a:pt x="23537" y="187"/>
                  </a:cubicBezTo>
                  <a:lnTo>
                    <a:pt x="23253" y="187"/>
                  </a:lnTo>
                  <a:cubicBezTo>
                    <a:pt x="23154" y="152"/>
                    <a:pt x="23043" y="129"/>
                    <a:pt x="22930" y="129"/>
                  </a:cubicBezTo>
                  <a:cubicBezTo>
                    <a:pt x="22914" y="129"/>
                    <a:pt x="22897" y="129"/>
                    <a:pt x="22880" y="130"/>
                  </a:cubicBezTo>
                  <a:cubicBezTo>
                    <a:pt x="22832" y="159"/>
                    <a:pt x="22807" y="173"/>
                    <a:pt x="22784" y="173"/>
                  </a:cubicBezTo>
                  <a:cubicBezTo>
                    <a:pt x="22761" y="173"/>
                    <a:pt x="22738" y="159"/>
                    <a:pt x="22694" y="130"/>
                  </a:cubicBezTo>
                  <a:cubicBezTo>
                    <a:pt x="22694" y="103"/>
                    <a:pt x="22676" y="87"/>
                    <a:pt x="22656" y="87"/>
                  </a:cubicBezTo>
                  <a:cubicBezTo>
                    <a:pt x="22629" y="87"/>
                    <a:pt x="22596" y="117"/>
                    <a:pt x="22596" y="187"/>
                  </a:cubicBezTo>
                  <a:cubicBezTo>
                    <a:pt x="22552" y="215"/>
                    <a:pt x="22501" y="230"/>
                    <a:pt x="22452" y="230"/>
                  </a:cubicBezTo>
                  <a:cubicBezTo>
                    <a:pt x="22402" y="230"/>
                    <a:pt x="22353" y="215"/>
                    <a:pt x="22313" y="187"/>
                  </a:cubicBezTo>
                  <a:cubicBezTo>
                    <a:pt x="22313" y="115"/>
                    <a:pt x="22281" y="85"/>
                    <a:pt x="22256" y="85"/>
                  </a:cubicBezTo>
                  <a:cubicBezTo>
                    <a:pt x="22238" y="85"/>
                    <a:pt x="22224" y="99"/>
                    <a:pt x="22224" y="122"/>
                  </a:cubicBezTo>
                  <a:cubicBezTo>
                    <a:pt x="22159" y="163"/>
                    <a:pt x="22094" y="179"/>
                    <a:pt x="22029" y="187"/>
                  </a:cubicBezTo>
                  <a:cubicBezTo>
                    <a:pt x="22029" y="122"/>
                    <a:pt x="21178" y="122"/>
                    <a:pt x="20334" y="114"/>
                  </a:cubicBezTo>
                  <a:cubicBezTo>
                    <a:pt x="20237" y="114"/>
                    <a:pt x="20140" y="171"/>
                    <a:pt x="20140" y="236"/>
                  </a:cubicBezTo>
                  <a:cubicBezTo>
                    <a:pt x="20140" y="286"/>
                    <a:pt x="20140" y="305"/>
                    <a:pt x="20133" y="305"/>
                  </a:cubicBezTo>
                  <a:cubicBezTo>
                    <a:pt x="20124" y="305"/>
                    <a:pt x="20103" y="269"/>
                    <a:pt x="20051" y="236"/>
                  </a:cubicBezTo>
                  <a:cubicBezTo>
                    <a:pt x="20001" y="145"/>
                    <a:pt x="19929" y="99"/>
                    <a:pt x="19882" y="99"/>
                  </a:cubicBezTo>
                  <a:cubicBezTo>
                    <a:pt x="19835" y="99"/>
                    <a:pt x="19812" y="143"/>
                    <a:pt x="19856" y="236"/>
                  </a:cubicBezTo>
                  <a:cubicBezTo>
                    <a:pt x="19905" y="292"/>
                    <a:pt x="19929" y="321"/>
                    <a:pt x="19918" y="321"/>
                  </a:cubicBezTo>
                  <a:cubicBezTo>
                    <a:pt x="19907" y="321"/>
                    <a:pt x="19860" y="292"/>
                    <a:pt x="19767" y="236"/>
                  </a:cubicBezTo>
                  <a:cubicBezTo>
                    <a:pt x="19718" y="203"/>
                    <a:pt x="19694" y="187"/>
                    <a:pt x="19670" y="187"/>
                  </a:cubicBezTo>
                  <a:cubicBezTo>
                    <a:pt x="19645" y="187"/>
                    <a:pt x="19621" y="203"/>
                    <a:pt x="19572" y="236"/>
                  </a:cubicBezTo>
                  <a:cubicBezTo>
                    <a:pt x="19572" y="264"/>
                    <a:pt x="19550" y="278"/>
                    <a:pt x="19528" y="278"/>
                  </a:cubicBezTo>
                  <a:cubicBezTo>
                    <a:pt x="19505" y="278"/>
                    <a:pt x="19483" y="264"/>
                    <a:pt x="19483" y="236"/>
                  </a:cubicBezTo>
                  <a:cubicBezTo>
                    <a:pt x="19414" y="189"/>
                    <a:pt x="19349" y="147"/>
                    <a:pt x="19317" y="147"/>
                  </a:cubicBezTo>
                  <a:cubicBezTo>
                    <a:pt x="19304" y="147"/>
                    <a:pt x="19297" y="154"/>
                    <a:pt x="19297" y="171"/>
                  </a:cubicBezTo>
                  <a:cubicBezTo>
                    <a:pt x="19224" y="171"/>
                    <a:pt x="19159" y="146"/>
                    <a:pt x="19102" y="114"/>
                  </a:cubicBezTo>
                  <a:cubicBezTo>
                    <a:pt x="19074" y="94"/>
                    <a:pt x="19046" y="85"/>
                    <a:pt x="19016" y="85"/>
                  </a:cubicBezTo>
                  <a:cubicBezTo>
                    <a:pt x="18952" y="85"/>
                    <a:pt x="18885" y="126"/>
                    <a:pt x="18818" y="171"/>
                  </a:cubicBezTo>
                  <a:cubicBezTo>
                    <a:pt x="18676" y="228"/>
                    <a:pt x="18583" y="256"/>
                    <a:pt x="18538" y="256"/>
                  </a:cubicBezTo>
                  <a:cubicBezTo>
                    <a:pt x="18492" y="256"/>
                    <a:pt x="18494" y="228"/>
                    <a:pt x="18543" y="171"/>
                  </a:cubicBezTo>
                  <a:cubicBezTo>
                    <a:pt x="18577" y="123"/>
                    <a:pt x="18527" y="103"/>
                    <a:pt x="18448" y="103"/>
                  </a:cubicBezTo>
                  <a:cubicBezTo>
                    <a:pt x="18322" y="103"/>
                    <a:pt x="18124" y="153"/>
                    <a:pt x="18064" y="228"/>
                  </a:cubicBezTo>
                  <a:cubicBezTo>
                    <a:pt x="18007" y="294"/>
                    <a:pt x="17984" y="322"/>
                    <a:pt x="17976" y="322"/>
                  </a:cubicBezTo>
                  <a:cubicBezTo>
                    <a:pt x="17970" y="322"/>
                    <a:pt x="17972" y="308"/>
                    <a:pt x="17975" y="284"/>
                  </a:cubicBezTo>
                  <a:cubicBezTo>
                    <a:pt x="17975" y="228"/>
                    <a:pt x="17878" y="228"/>
                    <a:pt x="17878" y="228"/>
                  </a:cubicBezTo>
                  <a:cubicBezTo>
                    <a:pt x="17780" y="228"/>
                    <a:pt x="17691" y="219"/>
                    <a:pt x="17691" y="163"/>
                  </a:cubicBezTo>
                  <a:cubicBezTo>
                    <a:pt x="17594" y="171"/>
                    <a:pt x="17497" y="187"/>
                    <a:pt x="17408" y="219"/>
                  </a:cubicBezTo>
                  <a:cubicBezTo>
                    <a:pt x="17334" y="266"/>
                    <a:pt x="17247" y="285"/>
                    <a:pt x="17163" y="285"/>
                  </a:cubicBezTo>
                  <a:cubicBezTo>
                    <a:pt x="17026" y="285"/>
                    <a:pt x="16895" y="233"/>
                    <a:pt x="16840" y="163"/>
                  </a:cubicBezTo>
                  <a:lnTo>
                    <a:pt x="16653" y="219"/>
                  </a:lnTo>
                  <a:cubicBezTo>
                    <a:pt x="16594" y="294"/>
                    <a:pt x="16535" y="344"/>
                    <a:pt x="16497" y="344"/>
                  </a:cubicBezTo>
                  <a:cubicBezTo>
                    <a:pt x="16474" y="344"/>
                    <a:pt x="16459" y="323"/>
                    <a:pt x="16459" y="276"/>
                  </a:cubicBezTo>
                  <a:lnTo>
                    <a:pt x="16459" y="219"/>
                  </a:lnTo>
                  <a:cubicBezTo>
                    <a:pt x="16425" y="262"/>
                    <a:pt x="16350" y="281"/>
                    <a:pt x="16269" y="281"/>
                  </a:cubicBezTo>
                  <a:cubicBezTo>
                    <a:pt x="16136" y="281"/>
                    <a:pt x="15989" y="230"/>
                    <a:pt x="15989" y="155"/>
                  </a:cubicBezTo>
                  <a:cubicBezTo>
                    <a:pt x="15989" y="98"/>
                    <a:pt x="15989" y="98"/>
                    <a:pt x="15899" y="98"/>
                  </a:cubicBezTo>
                  <a:lnTo>
                    <a:pt x="15899" y="155"/>
                  </a:lnTo>
                  <a:cubicBezTo>
                    <a:pt x="15899" y="211"/>
                    <a:pt x="15891" y="276"/>
                    <a:pt x="15802" y="276"/>
                  </a:cubicBezTo>
                  <a:cubicBezTo>
                    <a:pt x="15705" y="276"/>
                    <a:pt x="15616" y="276"/>
                    <a:pt x="15616" y="211"/>
                  </a:cubicBezTo>
                  <a:cubicBezTo>
                    <a:pt x="15547" y="171"/>
                    <a:pt x="15483" y="127"/>
                    <a:pt x="15448" y="127"/>
                  </a:cubicBezTo>
                  <a:cubicBezTo>
                    <a:pt x="15433" y="127"/>
                    <a:pt x="15424" y="135"/>
                    <a:pt x="15421" y="155"/>
                  </a:cubicBezTo>
                  <a:cubicBezTo>
                    <a:pt x="15356" y="146"/>
                    <a:pt x="15291" y="130"/>
                    <a:pt x="15235" y="90"/>
                  </a:cubicBezTo>
                  <a:lnTo>
                    <a:pt x="14862" y="90"/>
                  </a:lnTo>
                  <a:cubicBezTo>
                    <a:pt x="14813" y="118"/>
                    <a:pt x="14742" y="132"/>
                    <a:pt x="14683" y="132"/>
                  </a:cubicBezTo>
                  <a:cubicBezTo>
                    <a:pt x="14625" y="132"/>
                    <a:pt x="14578" y="118"/>
                    <a:pt x="14578" y="90"/>
                  </a:cubicBezTo>
                  <a:cubicBezTo>
                    <a:pt x="14481" y="90"/>
                    <a:pt x="14383" y="106"/>
                    <a:pt x="14294" y="146"/>
                  </a:cubicBezTo>
                  <a:cubicBezTo>
                    <a:pt x="14100" y="146"/>
                    <a:pt x="14010" y="146"/>
                    <a:pt x="14010" y="90"/>
                  </a:cubicBezTo>
                  <a:cubicBezTo>
                    <a:pt x="14010" y="57"/>
                    <a:pt x="14010" y="41"/>
                    <a:pt x="13998" y="41"/>
                  </a:cubicBezTo>
                  <a:cubicBezTo>
                    <a:pt x="13986" y="41"/>
                    <a:pt x="13962" y="57"/>
                    <a:pt x="13913" y="90"/>
                  </a:cubicBezTo>
                  <a:cubicBezTo>
                    <a:pt x="13913" y="146"/>
                    <a:pt x="13824" y="146"/>
                    <a:pt x="13727" y="146"/>
                  </a:cubicBezTo>
                  <a:lnTo>
                    <a:pt x="13540" y="146"/>
                  </a:lnTo>
                  <a:cubicBezTo>
                    <a:pt x="13540" y="203"/>
                    <a:pt x="13540" y="203"/>
                    <a:pt x="13443" y="203"/>
                  </a:cubicBezTo>
                  <a:cubicBezTo>
                    <a:pt x="13346" y="203"/>
                    <a:pt x="13062" y="138"/>
                    <a:pt x="12973" y="138"/>
                  </a:cubicBezTo>
                  <a:cubicBezTo>
                    <a:pt x="12689" y="138"/>
                    <a:pt x="12689" y="138"/>
                    <a:pt x="12778" y="203"/>
                  </a:cubicBezTo>
                  <a:cubicBezTo>
                    <a:pt x="12843" y="203"/>
                    <a:pt x="12864" y="228"/>
                    <a:pt x="12816" y="228"/>
                  </a:cubicBezTo>
                  <a:cubicBezTo>
                    <a:pt x="12792" y="228"/>
                    <a:pt x="12751" y="222"/>
                    <a:pt x="12689" y="203"/>
                  </a:cubicBezTo>
                  <a:cubicBezTo>
                    <a:pt x="12592" y="203"/>
                    <a:pt x="12308" y="138"/>
                    <a:pt x="12024" y="138"/>
                  </a:cubicBezTo>
                  <a:cubicBezTo>
                    <a:pt x="11651" y="138"/>
                    <a:pt x="11651" y="138"/>
                    <a:pt x="11651" y="195"/>
                  </a:cubicBezTo>
                  <a:cubicBezTo>
                    <a:pt x="11696" y="256"/>
                    <a:pt x="11696" y="286"/>
                    <a:pt x="11672" y="286"/>
                  </a:cubicBezTo>
                  <a:cubicBezTo>
                    <a:pt x="11649" y="286"/>
                    <a:pt x="11602" y="256"/>
                    <a:pt x="11554" y="195"/>
                  </a:cubicBezTo>
                  <a:cubicBezTo>
                    <a:pt x="11446" y="125"/>
                    <a:pt x="11368" y="95"/>
                    <a:pt x="11321" y="95"/>
                  </a:cubicBezTo>
                  <a:cubicBezTo>
                    <a:pt x="11287" y="95"/>
                    <a:pt x="11270" y="111"/>
                    <a:pt x="11270" y="138"/>
                  </a:cubicBezTo>
                  <a:cubicBezTo>
                    <a:pt x="11228" y="174"/>
                    <a:pt x="11167" y="197"/>
                    <a:pt x="11109" y="197"/>
                  </a:cubicBezTo>
                  <a:cubicBezTo>
                    <a:pt x="11100" y="197"/>
                    <a:pt x="11092" y="196"/>
                    <a:pt x="11083" y="195"/>
                  </a:cubicBezTo>
                  <a:cubicBezTo>
                    <a:pt x="11083" y="163"/>
                    <a:pt x="11059" y="146"/>
                    <a:pt x="11012" y="146"/>
                  </a:cubicBezTo>
                  <a:cubicBezTo>
                    <a:pt x="10964" y="146"/>
                    <a:pt x="10893" y="163"/>
                    <a:pt x="10800" y="195"/>
                  </a:cubicBezTo>
                  <a:cubicBezTo>
                    <a:pt x="10702" y="195"/>
                    <a:pt x="10702" y="195"/>
                    <a:pt x="10702" y="130"/>
                  </a:cubicBezTo>
                  <a:lnTo>
                    <a:pt x="10516" y="130"/>
                  </a:lnTo>
                  <a:cubicBezTo>
                    <a:pt x="10438" y="181"/>
                    <a:pt x="10294" y="199"/>
                    <a:pt x="10146" y="199"/>
                  </a:cubicBezTo>
                  <a:cubicBezTo>
                    <a:pt x="9938" y="199"/>
                    <a:pt x="9721" y="163"/>
                    <a:pt x="9665" y="130"/>
                  </a:cubicBezTo>
                  <a:cubicBezTo>
                    <a:pt x="9600" y="130"/>
                    <a:pt x="9535" y="146"/>
                    <a:pt x="9478" y="187"/>
                  </a:cubicBezTo>
                  <a:cubicBezTo>
                    <a:pt x="9429" y="244"/>
                    <a:pt x="9383" y="272"/>
                    <a:pt x="9348" y="272"/>
                  </a:cubicBezTo>
                  <a:cubicBezTo>
                    <a:pt x="9314" y="272"/>
                    <a:pt x="9292" y="244"/>
                    <a:pt x="9292" y="187"/>
                  </a:cubicBezTo>
                  <a:cubicBezTo>
                    <a:pt x="9292" y="126"/>
                    <a:pt x="9292" y="96"/>
                    <a:pt x="9279" y="96"/>
                  </a:cubicBezTo>
                  <a:cubicBezTo>
                    <a:pt x="9267" y="96"/>
                    <a:pt x="9243" y="126"/>
                    <a:pt x="9194" y="187"/>
                  </a:cubicBezTo>
                  <a:cubicBezTo>
                    <a:pt x="9155" y="210"/>
                    <a:pt x="9054" y="224"/>
                    <a:pt x="8954" y="224"/>
                  </a:cubicBezTo>
                  <a:cubicBezTo>
                    <a:pt x="8809" y="224"/>
                    <a:pt x="8666" y="194"/>
                    <a:pt x="8724" y="122"/>
                  </a:cubicBezTo>
                  <a:lnTo>
                    <a:pt x="8724" y="0"/>
                  </a:lnTo>
                  <a:close/>
                  <a:moveTo>
                    <a:pt x="13164" y="11096"/>
                  </a:moveTo>
                  <a:cubicBezTo>
                    <a:pt x="13150" y="11096"/>
                    <a:pt x="13105" y="11109"/>
                    <a:pt x="13029" y="11132"/>
                  </a:cubicBezTo>
                  <a:lnTo>
                    <a:pt x="12551" y="11132"/>
                  </a:lnTo>
                  <a:cubicBezTo>
                    <a:pt x="12462" y="11132"/>
                    <a:pt x="12364" y="11189"/>
                    <a:pt x="12364" y="11254"/>
                  </a:cubicBezTo>
                  <a:cubicBezTo>
                    <a:pt x="12298" y="11168"/>
                    <a:pt x="12197" y="11124"/>
                    <a:pt x="12096" y="11124"/>
                  </a:cubicBezTo>
                  <a:cubicBezTo>
                    <a:pt x="12025" y="11124"/>
                    <a:pt x="11954" y="11146"/>
                    <a:pt x="11894" y="11189"/>
                  </a:cubicBezTo>
                  <a:lnTo>
                    <a:pt x="11708" y="11189"/>
                  </a:lnTo>
                  <a:cubicBezTo>
                    <a:pt x="11698" y="11188"/>
                    <a:pt x="11689" y="11188"/>
                    <a:pt x="11680" y="11188"/>
                  </a:cubicBezTo>
                  <a:cubicBezTo>
                    <a:pt x="11618" y="11188"/>
                    <a:pt x="11563" y="11211"/>
                    <a:pt x="11513" y="11246"/>
                  </a:cubicBezTo>
                  <a:cubicBezTo>
                    <a:pt x="11484" y="11265"/>
                    <a:pt x="11456" y="11273"/>
                    <a:pt x="11428" y="11273"/>
                  </a:cubicBezTo>
                  <a:cubicBezTo>
                    <a:pt x="11362" y="11273"/>
                    <a:pt x="11298" y="11229"/>
                    <a:pt x="11229" y="11189"/>
                  </a:cubicBezTo>
                  <a:cubicBezTo>
                    <a:pt x="11166" y="11143"/>
                    <a:pt x="11098" y="11101"/>
                    <a:pt x="11065" y="11101"/>
                  </a:cubicBezTo>
                  <a:cubicBezTo>
                    <a:pt x="11051" y="11101"/>
                    <a:pt x="11043" y="11108"/>
                    <a:pt x="11043" y="11124"/>
                  </a:cubicBezTo>
                  <a:cubicBezTo>
                    <a:pt x="11043" y="11189"/>
                    <a:pt x="10856" y="11246"/>
                    <a:pt x="10759" y="11303"/>
                  </a:cubicBezTo>
                  <a:cubicBezTo>
                    <a:pt x="10730" y="11322"/>
                    <a:pt x="10702" y="11330"/>
                    <a:pt x="10679" y="11330"/>
                  </a:cubicBezTo>
                  <a:cubicBezTo>
                    <a:pt x="10625" y="11330"/>
                    <a:pt x="10599" y="11286"/>
                    <a:pt x="10662" y="11246"/>
                  </a:cubicBezTo>
                  <a:cubicBezTo>
                    <a:pt x="10670" y="11181"/>
                    <a:pt x="10670" y="11181"/>
                    <a:pt x="10475" y="11124"/>
                  </a:cubicBezTo>
                  <a:cubicBezTo>
                    <a:pt x="10386" y="11124"/>
                    <a:pt x="10192" y="11124"/>
                    <a:pt x="10192" y="11181"/>
                  </a:cubicBezTo>
                  <a:cubicBezTo>
                    <a:pt x="10192" y="11212"/>
                    <a:pt x="10059" y="11227"/>
                    <a:pt x="9912" y="11227"/>
                  </a:cubicBezTo>
                  <a:cubicBezTo>
                    <a:pt x="9755" y="11227"/>
                    <a:pt x="9581" y="11210"/>
                    <a:pt x="9535" y="11181"/>
                  </a:cubicBezTo>
                  <a:lnTo>
                    <a:pt x="9348" y="11181"/>
                  </a:lnTo>
                  <a:cubicBezTo>
                    <a:pt x="9251" y="11181"/>
                    <a:pt x="9154" y="11238"/>
                    <a:pt x="9065" y="11238"/>
                  </a:cubicBezTo>
                  <a:cubicBezTo>
                    <a:pt x="8992" y="11238"/>
                    <a:pt x="8927" y="11262"/>
                    <a:pt x="8870" y="11295"/>
                  </a:cubicBezTo>
                  <a:cubicBezTo>
                    <a:pt x="8781" y="11295"/>
                    <a:pt x="8684" y="11295"/>
                    <a:pt x="8684" y="11238"/>
                  </a:cubicBezTo>
                  <a:cubicBezTo>
                    <a:pt x="8635" y="11295"/>
                    <a:pt x="8611" y="11323"/>
                    <a:pt x="8587" y="11323"/>
                  </a:cubicBezTo>
                  <a:cubicBezTo>
                    <a:pt x="8564" y="11323"/>
                    <a:pt x="8542" y="11295"/>
                    <a:pt x="8497" y="11238"/>
                  </a:cubicBezTo>
                  <a:cubicBezTo>
                    <a:pt x="8497" y="11177"/>
                    <a:pt x="8497" y="11147"/>
                    <a:pt x="8485" y="11147"/>
                  </a:cubicBezTo>
                  <a:cubicBezTo>
                    <a:pt x="8473" y="11147"/>
                    <a:pt x="8448" y="11177"/>
                    <a:pt x="8400" y="11238"/>
                  </a:cubicBezTo>
                  <a:cubicBezTo>
                    <a:pt x="8353" y="11265"/>
                    <a:pt x="8328" y="11279"/>
                    <a:pt x="8306" y="11279"/>
                  </a:cubicBezTo>
                  <a:cubicBezTo>
                    <a:pt x="8282" y="11279"/>
                    <a:pt x="8259" y="11263"/>
                    <a:pt x="8213" y="11230"/>
                  </a:cubicBezTo>
                  <a:cubicBezTo>
                    <a:pt x="8213" y="11201"/>
                    <a:pt x="8191" y="11187"/>
                    <a:pt x="8168" y="11187"/>
                  </a:cubicBezTo>
                  <a:cubicBezTo>
                    <a:pt x="8144" y="11187"/>
                    <a:pt x="8120" y="11201"/>
                    <a:pt x="8116" y="11230"/>
                  </a:cubicBezTo>
                  <a:cubicBezTo>
                    <a:pt x="8055" y="11305"/>
                    <a:pt x="7923" y="11356"/>
                    <a:pt x="7833" y="11356"/>
                  </a:cubicBezTo>
                  <a:cubicBezTo>
                    <a:pt x="7779" y="11356"/>
                    <a:pt x="7740" y="11337"/>
                    <a:pt x="7743" y="11295"/>
                  </a:cubicBezTo>
                  <a:cubicBezTo>
                    <a:pt x="7670" y="11295"/>
                    <a:pt x="7605" y="11311"/>
                    <a:pt x="7548" y="11351"/>
                  </a:cubicBezTo>
                  <a:cubicBezTo>
                    <a:pt x="7500" y="11412"/>
                    <a:pt x="7476" y="11443"/>
                    <a:pt x="7464" y="11443"/>
                  </a:cubicBezTo>
                  <a:cubicBezTo>
                    <a:pt x="7453" y="11443"/>
                    <a:pt x="7455" y="11412"/>
                    <a:pt x="7459" y="11351"/>
                  </a:cubicBezTo>
                  <a:cubicBezTo>
                    <a:pt x="7411" y="11290"/>
                    <a:pt x="7362" y="11260"/>
                    <a:pt x="7314" y="11260"/>
                  </a:cubicBezTo>
                  <a:cubicBezTo>
                    <a:pt x="7267" y="11260"/>
                    <a:pt x="7220" y="11290"/>
                    <a:pt x="7176" y="11351"/>
                  </a:cubicBezTo>
                  <a:cubicBezTo>
                    <a:pt x="7143" y="11368"/>
                    <a:pt x="7111" y="11376"/>
                    <a:pt x="7078" y="11376"/>
                  </a:cubicBezTo>
                  <a:cubicBezTo>
                    <a:pt x="7046" y="11376"/>
                    <a:pt x="7013" y="11368"/>
                    <a:pt x="6981" y="11351"/>
                  </a:cubicBezTo>
                  <a:cubicBezTo>
                    <a:pt x="6871" y="11313"/>
                    <a:pt x="6628" y="11275"/>
                    <a:pt x="6468" y="11275"/>
                  </a:cubicBezTo>
                  <a:cubicBezTo>
                    <a:pt x="6461" y="11275"/>
                    <a:pt x="6454" y="11275"/>
                    <a:pt x="6448" y="11275"/>
                  </a:cubicBezTo>
                  <a:lnTo>
                    <a:pt x="6448" y="11275"/>
                  </a:lnTo>
                  <a:cubicBezTo>
                    <a:pt x="6290" y="11641"/>
                    <a:pt x="5935" y="11901"/>
                    <a:pt x="5513" y="11919"/>
                  </a:cubicBezTo>
                  <a:cubicBezTo>
                    <a:pt x="5619" y="11919"/>
                    <a:pt x="5830" y="11992"/>
                    <a:pt x="5830" y="12057"/>
                  </a:cubicBezTo>
                  <a:cubicBezTo>
                    <a:pt x="5876" y="12083"/>
                    <a:pt x="5917" y="12097"/>
                    <a:pt x="5943" y="12097"/>
                  </a:cubicBezTo>
                  <a:cubicBezTo>
                    <a:pt x="5981" y="12097"/>
                    <a:pt x="5988" y="12067"/>
                    <a:pt x="5935" y="12000"/>
                  </a:cubicBezTo>
                  <a:cubicBezTo>
                    <a:pt x="5935" y="11878"/>
                    <a:pt x="5935" y="11878"/>
                    <a:pt x="6130" y="11878"/>
                  </a:cubicBezTo>
                  <a:cubicBezTo>
                    <a:pt x="6219" y="11878"/>
                    <a:pt x="6316" y="11878"/>
                    <a:pt x="6316" y="11943"/>
                  </a:cubicBezTo>
                  <a:cubicBezTo>
                    <a:pt x="6316" y="12000"/>
                    <a:pt x="6316" y="12000"/>
                    <a:pt x="6503" y="12000"/>
                  </a:cubicBezTo>
                  <a:cubicBezTo>
                    <a:pt x="6754" y="11992"/>
                    <a:pt x="6997" y="11886"/>
                    <a:pt x="7167" y="11708"/>
                  </a:cubicBezTo>
                  <a:cubicBezTo>
                    <a:pt x="7167" y="11647"/>
                    <a:pt x="7167" y="11617"/>
                    <a:pt x="7180" y="11617"/>
                  </a:cubicBezTo>
                  <a:cubicBezTo>
                    <a:pt x="7192" y="11617"/>
                    <a:pt x="7216" y="11647"/>
                    <a:pt x="7265" y="11708"/>
                  </a:cubicBezTo>
                  <a:cubicBezTo>
                    <a:pt x="7265" y="11765"/>
                    <a:pt x="7354" y="11765"/>
                    <a:pt x="7451" y="11765"/>
                  </a:cubicBezTo>
                  <a:cubicBezTo>
                    <a:pt x="7451" y="11746"/>
                    <a:pt x="7462" y="11740"/>
                    <a:pt x="7473" y="11740"/>
                  </a:cubicBezTo>
                  <a:cubicBezTo>
                    <a:pt x="7494" y="11740"/>
                    <a:pt x="7516" y="11765"/>
                    <a:pt x="7451" y="11765"/>
                  </a:cubicBezTo>
                  <a:cubicBezTo>
                    <a:pt x="7451" y="11822"/>
                    <a:pt x="7354" y="11822"/>
                    <a:pt x="7265" y="11822"/>
                  </a:cubicBezTo>
                  <a:lnTo>
                    <a:pt x="7257" y="11886"/>
                  </a:lnTo>
                  <a:cubicBezTo>
                    <a:pt x="7305" y="11947"/>
                    <a:pt x="7354" y="11978"/>
                    <a:pt x="7402" y="11978"/>
                  </a:cubicBezTo>
                  <a:cubicBezTo>
                    <a:pt x="7449" y="11978"/>
                    <a:pt x="7496" y="11947"/>
                    <a:pt x="7540" y="11886"/>
                  </a:cubicBezTo>
                  <a:cubicBezTo>
                    <a:pt x="7589" y="11858"/>
                    <a:pt x="7613" y="11844"/>
                    <a:pt x="7638" y="11844"/>
                  </a:cubicBezTo>
                  <a:cubicBezTo>
                    <a:pt x="7662" y="11844"/>
                    <a:pt x="7686" y="11858"/>
                    <a:pt x="7735" y="11886"/>
                  </a:cubicBezTo>
                  <a:cubicBezTo>
                    <a:pt x="7800" y="11928"/>
                    <a:pt x="7869" y="11973"/>
                    <a:pt x="7902" y="11973"/>
                  </a:cubicBezTo>
                  <a:cubicBezTo>
                    <a:pt x="7914" y="11973"/>
                    <a:pt x="7921" y="11967"/>
                    <a:pt x="7921" y="11951"/>
                  </a:cubicBezTo>
                  <a:cubicBezTo>
                    <a:pt x="7934" y="11950"/>
                    <a:pt x="7947" y="11950"/>
                    <a:pt x="7959" y="11950"/>
                  </a:cubicBezTo>
                  <a:cubicBezTo>
                    <a:pt x="8044" y="11950"/>
                    <a:pt x="8128" y="11973"/>
                    <a:pt x="8205" y="12008"/>
                  </a:cubicBezTo>
                  <a:cubicBezTo>
                    <a:pt x="8392" y="12008"/>
                    <a:pt x="8489" y="12008"/>
                    <a:pt x="8489" y="11951"/>
                  </a:cubicBezTo>
                  <a:cubicBezTo>
                    <a:pt x="8489" y="11903"/>
                    <a:pt x="8538" y="11891"/>
                    <a:pt x="8602" y="11891"/>
                  </a:cubicBezTo>
                  <a:cubicBezTo>
                    <a:pt x="8625" y="11891"/>
                    <a:pt x="8650" y="11892"/>
                    <a:pt x="8675" y="11895"/>
                  </a:cubicBezTo>
                  <a:cubicBezTo>
                    <a:pt x="8773" y="11895"/>
                    <a:pt x="8862" y="11895"/>
                    <a:pt x="8862" y="11830"/>
                  </a:cubicBezTo>
                  <a:cubicBezTo>
                    <a:pt x="8862" y="11773"/>
                    <a:pt x="8959" y="11716"/>
                    <a:pt x="9146" y="11716"/>
                  </a:cubicBezTo>
                  <a:cubicBezTo>
                    <a:pt x="9228" y="11689"/>
                    <a:pt x="9275" y="11673"/>
                    <a:pt x="9309" y="11673"/>
                  </a:cubicBezTo>
                  <a:cubicBezTo>
                    <a:pt x="9356" y="11673"/>
                    <a:pt x="9378" y="11703"/>
                    <a:pt x="9429" y="11773"/>
                  </a:cubicBezTo>
                  <a:cubicBezTo>
                    <a:pt x="9429" y="11838"/>
                    <a:pt x="9527" y="11838"/>
                    <a:pt x="9616" y="11838"/>
                  </a:cubicBezTo>
                  <a:cubicBezTo>
                    <a:pt x="9689" y="11838"/>
                    <a:pt x="9754" y="11862"/>
                    <a:pt x="9811" y="11895"/>
                  </a:cubicBezTo>
                  <a:cubicBezTo>
                    <a:pt x="9837" y="11914"/>
                    <a:pt x="9856" y="11922"/>
                    <a:pt x="9869" y="11922"/>
                  </a:cubicBezTo>
                  <a:cubicBezTo>
                    <a:pt x="9900" y="11922"/>
                    <a:pt x="9900" y="11878"/>
                    <a:pt x="9900" y="11838"/>
                  </a:cubicBezTo>
                  <a:lnTo>
                    <a:pt x="9908" y="11716"/>
                  </a:lnTo>
                  <a:cubicBezTo>
                    <a:pt x="9997" y="11732"/>
                    <a:pt x="10070" y="11805"/>
                    <a:pt x="10094" y="11895"/>
                  </a:cubicBezTo>
                  <a:cubicBezTo>
                    <a:pt x="10139" y="11955"/>
                    <a:pt x="10161" y="11986"/>
                    <a:pt x="10172" y="11986"/>
                  </a:cubicBezTo>
                  <a:cubicBezTo>
                    <a:pt x="10184" y="11986"/>
                    <a:pt x="10184" y="11955"/>
                    <a:pt x="10184" y="11895"/>
                  </a:cubicBezTo>
                  <a:cubicBezTo>
                    <a:pt x="10184" y="11854"/>
                    <a:pt x="10232" y="11814"/>
                    <a:pt x="10327" y="11814"/>
                  </a:cubicBezTo>
                  <a:cubicBezTo>
                    <a:pt x="10366" y="11814"/>
                    <a:pt x="10413" y="11821"/>
                    <a:pt x="10467" y="11838"/>
                  </a:cubicBezTo>
                  <a:cubicBezTo>
                    <a:pt x="10662" y="11838"/>
                    <a:pt x="10848" y="11838"/>
                    <a:pt x="10848" y="11903"/>
                  </a:cubicBezTo>
                  <a:cubicBezTo>
                    <a:pt x="10877" y="11919"/>
                    <a:pt x="10909" y="11927"/>
                    <a:pt x="10942" y="11927"/>
                  </a:cubicBezTo>
                  <a:cubicBezTo>
                    <a:pt x="10974" y="11927"/>
                    <a:pt x="11006" y="11919"/>
                    <a:pt x="11035" y="11903"/>
                  </a:cubicBezTo>
                  <a:cubicBezTo>
                    <a:pt x="11083" y="11874"/>
                    <a:pt x="11130" y="11860"/>
                    <a:pt x="11200" y="11860"/>
                  </a:cubicBezTo>
                  <a:cubicBezTo>
                    <a:pt x="11270" y="11860"/>
                    <a:pt x="11363" y="11874"/>
                    <a:pt x="11505" y="11903"/>
                  </a:cubicBezTo>
                  <a:cubicBezTo>
                    <a:pt x="11740" y="11963"/>
                    <a:pt x="11858" y="11994"/>
                    <a:pt x="11917" y="11994"/>
                  </a:cubicBezTo>
                  <a:cubicBezTo>
                    <a:pt x="11975" y="11994"/>
                    <a:pt x="11975" y="11963"/>
                    <a:pt x="11975" y="11903"/>
                  </a:cubicBezTo>
                  <a:cubicBezTo>
                    <a:pt x="11975" y="11870"/>
                    <a:pt x="11978" y="11837"/>
                    <a:pt x="11997" y="11837"/>
                  </a:cubicBezTo>
                  <a:cubicBezTo>
                    <a:pt x="12012" y="11837"/>
                    <a:pt x="12035" y="11855"/>
                    <a:pt x="12073" y="11903"/>
                  </a:cubicBezTo>
                  <a:cubicBezTo>
                    <a:pt x="12101" y="11922"/>
                    <a:pt x="12130" y="11930"/>
                    <a:pt x="12160" y="11930"/>
                  </a:cubicBezTo>
                  <a:cubicBezTo>
                    <a:pt x="12232" y="11930"/>
                    <a:pt x="12317" y="11886"/>
                    <a:pt x="12454" y="11846"/>
                  </a:cubicBezTo>
                  <a:cubicBezTo>
                    <a:pt x="12519" y="11789"/>
                    <a:pt x="12559" y="11700"/>
                    <a:pt x="12551" y="11611"/>
                  </a:cubicBezTo>
                  <a:cubicBezTo>
                    <a:pt x="12551" y="11540"/>
                    <a:pt x="12551" y="11511"/>
                    <a:pt x="12587" y="11511"/>
                  </a:cubicBezTo>
                  <a:cubicBezTo>
                    <a:pt x="12613" y="11511"/>
                    <a:pt x="12659" y="11527"/>
                    <a:pt x="12737" y="11554"/>
                  </a:cubicBezTo>
                  <a:cubicBezTo>
                    <a:pt x="12835" y="11554"/>
                    <a:pt x="12924" y="11611"/>
                    <a:pt x="12924" y="11668"/>
                  </a:cubicBezTo>
                  <a:cubicBezTo>
                    <a:pt x="12924" y="11732"/>
                    <a:pt x="12827" y="11732"/>
                    <a:pt x="12827" y="11732"/>
                  </a:cubicBezTo>
                  <a:lnTo>
                    <a:pt x="12737" y="11732"/>
                  </a:lnTo>
                  <a:cubicBezTo>
                    <a:pt x="12737" y="11789"/>
                    <a:pt x="12737" y="11846"/>
                    <a:pt x="12924" y="11854"/>
                  </a:cubicBezTo>
                  <a:cubicBezTo>
                    <a:pt x="12969" y="11882"/>
                    <a:pt x="13015" y="11897"/>
                    <a:pt x="13051" y="11897"/>
                  </a:cubicBezTo>
                  <a:cubicBezTo>
                    <a:pt x="13086" y="11897"/>
                    <a:pt x="13110" y="11882"/>
                    <a:pt x="13110" y="11854"/>
                  </a:cubicBezTo>
                  <a:cubicBezTo>
                    <a:pt x="13208" y="11911"/>
                    <a:pt x="13394" y="11911"/>
                    <a:pt x="13581" y="11911"/>
                  </a:cubicBezTo>
                  <a:cubicBezTo>
                    <a:pt x="13767" y="11911"/>
                    <a:pt x="14051" y="11919"/>
                    <a:pt x="14148" y="11976"/>
                  </a:cubicBezTo>
                  <a:cubicBezTo>
                    <a:pt x="14335" y="11976"/>
                    <a:pt x="14432" y="11976"/>
                    <a:pt x="14432" y="11919"/>
                  </a:cubicBezTo>
                  <a:cubicBezTo>
                    <a:pt x="14432" y="11847"/>
                    <a:pt x="14466" y="11817"/>
                    <a:pt x="14494" y="11817"/>
                  </a:cubicBezTo>
                  <a:cubicBezTo>
                    <a:pt x="14513" y="11817"/>
                    <a:pt x="14529" y="11831"/>
                    <a:pt x="14529" y="11854"/>
                  </a:cubicBezTo>
                  <a:cubicBezTo>
                    <a:pt x="14586" y="11931"/>
                    <a:pt x="15103" y="11986"/>
                    <a:pt x="15497" y="11986"/>
                  </a:cubicBezTo>
                  <a:cubicBezTo>
                    <a:pt x="15721" y="11986"/>
                    <a:pt x="15905" y="11968"/>
                    <a:pt x="15940" y="11927"/>
                  </a:cubicBezTo>
                  <a:lnTo>
                    <a:pt x="16126" y="11927"/>
                  </a:lnTo>
                  <a:cubicBezTo>
                    <a:pt x="16227" y="11956"/>
                    <a:pt x="16425" y="11973"/>
                    <a:pt x="16606" y="11973"/>
                  </a:cubicBezTo>
                  <a:cubicBezTo>
                    <a:pt x="16776" y="11973"/>
                    <a:pt x="16931" y="11958"/>
                    <a:pt x="16978" y="11927"/>
                  </a:cubicBezTo>
                  <a:lnTo>
                    <a:pt x="17262" y="11927"/>
                  </a:lnTo>
                  <a:cubicBezTo>
                    <a:pt x="17358" y="11960"/>
                    <a:pt x="17430" y="11977"/>
                    <a:pt x="17492" y="11977"/>
                  </a:cubicBezTo>
                  <a:cubicBezTo>
                    <a:pt x="17549" y="11977"/>
                    <a:pt x="17596" y="11962"/>
                    <a:pt x="17643" y="11935"/>
                  </a:cubicBezTo>
                  <a:cubicBezTo>
                    <a:pt x="17706" y="11889"/>
                    <a:pt x="17724" y="11847"/>
                    <a:pt x="17730" y="11847"/>
                  </a:cubicBezTo>
                  <a:cubicBezTo>
                    <a:pt x="17732" y="11847"/>
                    <a:pt x="17732" y="11854"/>
                    <a:pt x="17732" y="11870"/>
                  </a:cubicBezTo>
                  <a:cubicBezTo>
                    <a:pt x="17732" y="11935"/>
                    <a:pt x="17926" y="11935"/>
                    <a:pt x="18299" y="11935"/>
                  </a:cubicBezTo>
                  <a:cubicBezTo>
                    <a:pt x="18680" y="11935"/>
                    <a:pt x="18680" y="11935"/>
                    <a:pt x="18583" y="11878"/>
                  </a:cubicBezTo>
                  <a:cubicBezTo>
                    <a:pt x="18695" y="11862"/>
                    <a:pt x="18774" y="11855"/>
                    <a:pt x="18829" y="11855"/>
                  </a:cubicBezTo>
                  <a:cubicBezTo>
                    <a:pt x="18964" y="11855"/>
                    <a:pt x="18964" y="11895"/>
                    <a:pt x="18964" y="11935"/>
                  </a:cubicBezTo>
                  <a:cubicBezTo>
                    <a:pt x="18920" y="11990"/>
                    <a:pt x="18934" y="12020"/>
                    <a:pt x="18972" y="12020"/>
                  </a:cubicBezTo>
                  <a:cubicBezTo>
                    <a:pt x="19017" y="12020"/>
                    <a:pt x="19097" y="11976"/>
                    <a:pt x="19151" y="11878"/>
                  </a:cubicBezTo>
                  <a:cubicBezTo>
                    <a:pt x="19206" y="11809"/>
                    <a:pt x="19291" y="11782"/>
                    <a:pt x="19353" y="11782"/>
                  </a:cubicBezTo>
                  <a:cubicBezTo>
                    <a:pt x="19400" y="11782"/>
                    <a:pt x="19434" y="11797"/>
                    <a:pt x="19434" y="11822"/>
                  </a:cubicBezTo>
                  <a:cubicBezTo>
                    <a:pt x="19434" y="11878"/>
                    <a:pt x="19337" y="11878"/>
                    <a:pt x="19248" y="11878"/>
                  </a:cubicBezTo>
                  <a:lnTo>
                    <a:pt x="19240" y="12000"/>
                  </a:lnTo>
                  <a:cubicBezTo>
                    <a:pt x="19249" y="12001"/>
                    <a:pt x="19259" y="12001"/>
                    <a:pt x="19268" y="12001"/>
                  </a:cubicBezTo>
                  <a:cubicBezTo>
                    <a:pt x="19329" y="12001"/>
                    <a:pt x="19385" y="11978"/>
                    <a:pt x="19434" y="11943"/>
                  </a:cubicBezTo>
                  <a:cubicBezTo>
                    <a:pt x="19499" y="11935"/>
                    <a:pt x="19564" y="11919"/>
                    <a:pt x="19621" y="11878"/>
                  </a:cubicBezTo>
                  <a:cubicBezTo>
                    <a:pt x="19718" y="11822"/>
                    <a:pt x="19718" y="11765"/>
                    <a:pt x="19621" y="11700"/>
                  </a:cubicBezTo>
                  <a:cubicBezTo>
                    <a:pt x="19532" y="11643"/>
                    <a:pt x="19629" y="11643"/>
                    <a:pt x="19718" y="11643"/>
                  </a:cubicBezTo>
                  <a:cubicBezTo>
                    <a:pt x="19905" y="11708"/>
                    <a:pt x="19905" y="11765"/>
                    <a:pt x="19816" y="11822"/>
                  </a:cubicBezTo>
                  <a:cubicBezTo>
                    <a:pt x="19718" y="11822"/>
                    <a:pt x="19718" y="11886"/>
                    <a:pt x="19718" y="11943"/>
                  </a:cubicBezTo>
                  <a:cubicBezTo>
                    <a:pt x="19718" y="11954"/>
                    <a:pt x="19734" y="11958"/>
                    <a:pt x="19760" y="11958"/>
                  </a:cubicBezTo>
                  <a:cubicBezTo>
                    <a:pt x="19877" y="11958"/>
                    <a:pt x="20206" y="11864"/>
                    <a:pt x="20286" y="11765"/>
                  </a:cubicBezTo>
                  <a:lnTo>
                    <a:pt x="20286" y="11822"/>
                  </a:lnTo>
                  <a:cubicBezTo>
                    <a:pt x="20286" y="11886"/>
                    <a:pt x="20472" y="11886"/>
                    <a:pt x="20659" y="11886"/>
                  </a:cubicBezTo>
                  <a:cubicBezTo>
                    <a:pt x="20845" y="11886"/>
                    <a:pt x="20943" y="11886"/>
                    <a:pt x="20943" y="11830"/>
                  </a:cubicBezTo>
                  <a:cubicBezTo>
                    <a:pt x="20943" y="11765"/>
                    <a:pt x="20943" y="11708"/>
                    <a:pt x="21040" y="11708"/>
                  </a:cubicBezTo>
                  <a:cubicBezTo>
                    <a:pt x="20943" y="11708"/>
                    <a:pt x="20943" y="11651"/>
                    <a:pt x="20951" y="11586"/>
                  </a:cubicBezTo>
                  <a:lnTo>
                    <a:pt x="20951" y="11586"/>
                  </a:lnTo>
                  <a:cubicBezTo>
                    <a:pt x="21048" y="11619"/>
                    <a:pt x="21137" y="11659"/>
                    <a:pt x="21226" y="11708"/>
                  </a:cubicBezTo>
                  <a:cubicBezTo>
                    <a:pt x="21413" y="11830"/>
                    <a:pt x="21607" y="11895"/>
                    <a:pt x="21980" y="11895"/>
                  </a:cubicBezTo>
                  <a:cubicBezTo>
                    <a:pt x="22167" y="11895"/>
                    <a:pt x="22451" y="11895"/>
                    <a:pt x="22548" y="11951"/>
                  </a:cubicBezTo>
                  <a:cubicBezTo>
                    <a:pt x="22597" y="11953"/>
                    <a:pt x="22639" y="11955"/>
                    <a:pt x="22676" y="11955"/>
                  </a:cubicBezTo>
                  <a:cubicBezTo>
                    <a:pt x="22779" y="11955"/>
                    <a:pt x="22832" y="11942"/>
                    <a:pt x="22832" y="11895"/>
                  </a:cubicBezTo>
                  <a:lnTo>
                    <a:pt x="23018" y="11895"/>
                  </a:lnTo>
                  <a:cubicBezTo>
                    <a:pt x="23068" y="11928"/>
                    <a:pt x="23142" y="11944"/>
                    <a:pt x="23202" y="11944"/>
                  </a:cubicBezTo>
                  <a:cubicBezTo>
                    <a:pt x="23258" y="11944"/>
                    <a:pt x="23302" y="11930"/>
                    <a:pt x="23302" y="11903"/>
                  </a:cubicBezTo>
                  <a:cubicBezTo>
                    <a:pt x="23334" y="11881"/>
                    <a:pt x="23366" y="11874"/>
                    <a:pt x="23397" y="11874"/>
                  </a:cubicBezTo>
                  <a:cubicBezTo>
                    <a:pt x="23460" y="11874"/>
                    <a:pt x="23521" y="11903"/>
                    <a:pt x="23586" y="11903"/>
                  </a:cubicBezTo>
                  <a:cubicBezTo>
                    <a:pt x="23669" y="11957"/>
                    <a:pt x="23715" y="11987"/>
                    <a:pt x="23733" y="11987"/>
                  </a:cubicBezTo>
                  <a:cubicBezTo>
                    <a:pt x="23754" y="11987"/>
                    <a:pt x="23732" y="11941"/>
                    <a:pt x="23683" y="11838"/>
                  </a:cubicBezTo>
                  <a:cubicBezTo>
                    <a:pt x="23683" y="11781"/>
                    <a:pt x="23496" y="11724"/>
                    <a:pt x="23399" y="11716"/>
                  </a:cubicBezTo>
                  <a:lnTo>
                    <a:pt x="23115" y="11716"/>
                  </a:lnTo>
                  <a:lnTo>
                    <a:pt x="23399" y="11659"/>
                  </a:lnTo>
                  <a:cubicBezTo>
                    <a:pt x="23496" y="11659"/>
                    <a:pt x="23683" y="11603"/>
                    <a:pt x="23683" y="11546"/>
                  </a:cubicBezTo>
                  <a:cubicBezTo>
                    <a:pt x="23683" y="11546"/>
                    <a:pt x="23683" y="11481"/>
                    <a:pt x="23780" y="11481"/>
                  </a:cubicBezTo>
                  <a:lnTo>
                    <a:pt x="23780" y="11603"/>
                  </a:lnTo>
                  <a:cubicBezTo>
                    <a:pt x="23707" y="11635"/>
                    <a:pt x="23675" y="11708"/>
                    <a:pt x="23683" y="11781"/>
                  </a:cubicBezTo>
                  <a:cubicBezTo>
                    <a:pt x="23738" y="11857"/>
                    <a:pt x="23869" y="11907"/>
                    <a:pt x="23960" y="11907"/>
                  </a:cubicBezTo>
                  <a:cubicBezTo>
                    <a:pt x="24015" y="11907"/>
                    <a:pt x="24056" y="11889"/>
                    <a:pt x="24056" y="11846"/>
                  </a:cubicBezTo>
                  <a:cubicBezTo>
                    <a:pt x="24068" y="11845"/>
                    <a:pt x="24079" y="11844"/>
                    <a:pt x="24091" y="11844"/>
                  </a:cubicBezTo>
                  <a:cubicBezTo>
                    <a:pt x="24149" y="11844"/>
                    <a:pt x="24202" y="11862"/>
                    <a:pt x="24242" y="11903"/>
                  </a:cubicBezTo>
                  <a:cubicBezTo>
                    <a:pt x="24242" y="11927"/>
                    <a:pt x="24260" y="11942"/>
                    <a:pt x="24289" y="11942"/>
                  </a:cubicBezTo>
                  <a:cubicBezTo>
                    <a:pt x="24326" y="11942"/>
                    <a:pt x="24381" y="11915"/>
                    <a:pt x="24437" y="11846"/>
                  </a:cubicBezTo>
                  <a:cubicBezTo>
                    <a:pt x="24486" y="11785"/>
                    <a:pt x="24532" y="11755"/>
                    <a:pt x="24579" y="11755"/>
                  </a:cubicBezTo>
                  <a:cubicBezTo>
                    <a:pt x="24625" y="11755"/>
                    <a:pt x="24672" y="11785"/>
                    <a:pt x="24721" y="11846"/>
                  </a:cubicBezTo>
                  <a:cubicBezTo>
                    <a:pt x="24832" y="11918"/>
                    <a:pt x="25008" y="11947"/>
                    <a:pt x="25133" y="11947"/>
                  </a:cubicBezTo>
                  <a:cubicBezTo>
                    <a:pt x="25219" y="11947"/>
                    <a:pt x="25280" y="11934"/>
                    <a:pt x="25280" y="11911"/>
                  </a:cubicBezTo>
                  <a:cubicBezTo>
                    <a:pt x="25285" y="11840"/>
                    <a:pt x="25382" y="11811"/>
                    <a:pt x="25480" y="11811"/>
                  </a:cubicBezTo>
                  <a:cubicBezTo>
                    <a:pt x="25551" y="11811"/>
                    <a:pt x="25624" y="11827"/>
                    <a:pt x="25661" y="11854"/>
                  </a:cubicBezTo>
                  <a:cubicBezTo>
                    <a:pt x="25706" y="11882"/>
                    <a:pt x="25756" y="11897"/>
                    <a:pt x="25806" y="11897"/>
                  </a:cubicBezTo>
                  <a:cubicBezTo>
                    <a:pt x="25856" y="11897"/>
                    <a:pt x="25904" y="11882"/>
                    <a:pt x="25945" y="11854"/>
                  </a:cubicBezTo>
                  <a:cubicBezTo>
                    <a:pt x="25945" y="11894"/>
                    <a:pt x="25993" y="11938"/>
                    <a:pt x="26053" y="11938"/>
                  </a:cubicBezTo>
                  <a:cubicBezTo>
                    <a:pt x="26078" y="11938"/>
                    <a:pt x="26105" y="11930"/>
                    <a:pt x="26131" y="11911"/>
                  </a:cubicBezTo>
                  <a:cubicBezTo>
                    <a:pt x="26131" y="11911"/>
                    <a:pt x="26229" y="11911"/>
                    <a:pt x="26131" y="11854"/>
                  </a:cubicBezTo>
                  <a:lnTo>
                    <a:pt x="26326" y="11732"/>
                  </a:lnTo>
                  <a:cubicBezTo>
                    <a:pt x="26229" y="11732"/>
                    <a:pt x="26229" y="11676"/>
                    <a:pt x="26229" y="11611"/>
                  </a:cubicBezTo>
                  <a:cubicBezTo>
                    <a:pt x="26229" y="11597"/>
                    <a:pt x="26250" y="11591"/>
                    <a:pt x="26285" y="11591"/>
                  </a:cubicBezTo>
                  <a:cubicBezTo>
                    <a:pt x="26397" y="11591"/>
                    <a:pt x="26654" y="11661"/>
                    <a:pt x="26796" y="11797"/>
                  </a:cubicBezTo>
                  <a:lnTo>
                    <a:pt x="26983" y="11919"/>
                  </a:lnTo>
                  <a:lnTo>
                    <a:pt x="26983" y="11797"/>
                  </a:lnTo>
                  <a:cubicBezTo>
                    <a:pt x="27080" y="11797"/>
                    <a:pt x="27169" y="11797"/>
                    <a:pt x="27169" y="11862"/>
                  </a:cubicBezTo>
                  <a:cubicBezTo>
                    <a:pt x="27169" y="11919"/>
                    <a:pt x="27169" y="11919"/>
                    <a:pt x="27267" y="11919"/>
                  </a:cubicBezTo>
                  <a:cubicBezTo>
                    <a:pt x="27267" y="11919"/>
                    <a:pt x="27364" y="11919"/>
                    <a:pt x="27364" y="11862"/>
                  </a:cubicBezTo>
                  <a:cubicBezTo>
                    <a:pt x="27364" y="11790"/>
                    <a:pt x="27364" y="11761"/>
                    <a:pt x="27383" y="11761"/>
                  </a:cubicBezTo>
                  <a:cubicBezTo>
                    <a:pt x="27395" y="11761"/>
                    <a:pt x="27417" y="11774"/>
                    <a:pt x="27453" y="11797"/>
                  </a:cubicBezTo>
                  <a:cubicBezTo>
                    <a:pt x="27502" y="11858"/>
                    <a:pt x="27548" y="11888"/>
                    <a:pt x="27595" y="11888"/>
                  </a:cubicBezTo>
                  <a:cubicBezTo>
                    <a:pt x="27642" y="11888"/>
                    <a:pt x="27688" y="11858"/>
                    <a:pt x="27737" y="11797"/>
                  </a:cubicBezTo>
                  <a:cubicBezTo>
                    <a:pt x="27737" y="11740"/>
                    <a:pt x="27737" y="11712"/>
                    <a:pt x="27749" y="11712"/>
                  </a:cubicBezTo>
                  <a:cubicBezTo>
                    <a:pt x="27761" y="11712"/>
                    <a:pt x="27785" y="11740"/>
                    <a:pt x="27834" y="11797"/>
                  </a:cubicBezTo>
                  <a:cubicBezTo>
                    <a:pt x="27834" y="11862"/>
                    <a:pt x="27923" y="11919"/>
                    <a:pt x="28021" y="11919"/>
                  </a:cubicBezTo>
                  <a:lnTo>
                    <a:pt x="28021" y="11862"/>
                  </a:lnTo>
                  <a:cubicBezTo>
                    <a:pt x="28021" y="11792"/>
                    <a:pt x="28053" y="11762"/>
                    <a:pt x="28098" y="11762"/>
                  </a:cubicBezTo>
                  <a:cubicBezTo>
                    <a:pt x="28130" y="11762"/>
                    <a:pt x="28169" y="11778"/>
                    <a:pt x="28207" y="11805"/>
                  </a:cubicBezTo>
                  <a:cubicBezTo>
                    <a:pt x="28207" y="11834"/>
                    <a:pt x="28231" y="11848"/>
                    <a:pt x="28279" y="11848"/>
                  </a:cubicBezTo>
                  <a:cubicBezTo>
                    <a:pt x="28327" y="11848"/>
                    <a:pt x="28398" y="11834"/>
                    <a:pt x="28491" y="11805"/>
                  </a:cubicBezTo>
                  <a:cubicBezTo>
                    <a:pt x="28685" y="11805"/>
                    <a:pt x="28775" y="11805"/>
                    <a:pt x="28775" y="11862"/>
                  </a:cubicBezTo>
                  <a:cubicBezTo>
                    <a:pt x="28775" y="11923"/>
                    <a:pt x="28775" y="11953"/>
                    <a:pt x="28787" y="11953"/>
                  </a:cubicBezTo>
                  <a:cubicBezTo>
                    <a:pt x="28799" y="11953"/>
                    <a:pt x="28823" y="11923"/>
                    <a:pt x="28872" y="11862"/>
                  </a:cubicBezTo>
                  <a:cubicBezTo>
                    <a:pt x="28919" y="11835"/>
                    <a:pt x="28943" y="11820"/>
                    <a:pt x="28977" y="11820"/>
                  </a:cubicBezTo>
                  <a:cubicBezTo>
                    <a:pt x="29013" y="11820"/>
                    <a:pt x="29059" y="11837"/>
                    <a:pt x="29156" y="11870"/>
                  </a:cubicBezTo>
                  <a:cubicBezTo>
                    <a:pt x="29200" y="11899"/>
                    <a:pt x="29223" y="11913"/>
                    <a:pt x="29246" y="11913"/>
                  </a:cubicBezTo>
                  <a:cubicBezTo>
                    <a:pt x="29269" y="11913"/>
                    <a:pt x="29294" y="11899"/>
                    <a:pt x="29342" y="11870"/>
                  </a:cubicBezTo>
                  <a:cubicBezTo>
                    <a:pt x="29342" y="11749"/>
                    <a:pt x="29342" y="11692"/>
                    <a:pt x="29253" y="11684"/>
                  </a:cubicBezTo>
                  <a:cubicBezTo>
                    <a:pt x="29156" y="11684"/>
                    <a:pt x="29156" y="11684"/>
                    <a:pt x="29156" y="11627"/>
                  </a:cubicBezTo>
                  <a:lnTo>
                    <a:pt x="29342" y="11627"/>
                  </a:lnTo>
                  <a:cubicBezTo>
                    <a:pt x="29359" y="11628"/>
                    <a:pt x="29376" y="11629"/>
                    <a:pt x="29392" y="11629"/>
                  </a:cubicBezTo>
                  <a:cubicBezTo>
                    <a:pt x="29505" y="11629"/>
                    <a:pt x="29617" y="11606"/>
                    <a:pt x="29723" y="11570"/>
                  </a:cubicBezTo>
                  <a:cubicBezTo>
                    <a:pt x="29876" y="11524"/>
                    <a:pt x="29909" y="11434"/>
                    <a:pt x="29809" y="11434"/>
                  </a:cubicBezTo>
                  <a:cubicBezTo>
                    <a:pt x="29787" y="11434"/>
                    <a:pt x="29759" y="11438"/>
                    <a:pt x="29723" y="11449"/>
                  </a:cubicBezTo>
                  <a:lnTo>
                    <a:pt x="29634" y="11392"/>
                  </a:lnTo>
                  <a:cubicBezTo>
                    <a:pt x="29634" y="11303"/>
                    <a:pt x="29587" y="11258"/>
                    <a:pt x="29541" y="11258"/>
                  </a:cubicBezTo>
                  <a:cubicBezTo>
                    <a:pt x="29494" y="11258"/>
                    <a:pt x="29448" y="11303"/>
                    <a:pt x="29448" y="11392"/>
                  </a:cubicBezTo>
                  <a:cubicBezTo>
                    <a:pt x="29443" y="11490"/>
                    <a:pt x="29441" y="11534"/>
                    <a:pt x="29426" y="11534"/>
                  </a:cubicBezTo>
                  <a:cubicBezTo>
                    <a:pt x="29413" y="11534"/>
                    <a:pt x="29391" y="11504"/>
                    <a:pt x="29350" y="11449"/>
                  </a:cubicBezTo>
                  <a:cubicBezTo>
                    <a:pt x="29350" y="11327"/>
                    <a:pt x="29253" y="11327"/>
                    <a:pt x="29164" y="11327"/>
                  </a:cubicBezTo>
                  <a:cubicBezTo>
                    <a:pt x="29066" y="11327"/>
                    <a:pt x="29066" y="11327"/>
                    <a:pt x="29066" y="11270"/>
                  </a:cubicBezTo>
                  <a:cubicBezTo>
                    <a:pt x="29066" y="11213"/>
                    <a:pt x="28977" y="11149"/>
                    <a:pt x="28880" y="11149"/>
                  </a:cubicBezTo>
                  <a:cubicBezTo>
                    <a:pt x="28783" y="11149"/>
                    <a:pt x="28783" y="11149"/>
                    <a:pt x="28783" y="11205"/>
                  </a:cubicBezTo>
                  <a:cubicBezTo>
                    <a:pt x="28824" y="11233"/>
                    <a:pt x="28814" y="11249"/>
                    <a:pt x="28782" y="11249"/>
                  </a:cubicBezTo>
                  <a:cubicBezTo>
                    <a:pt x="28738" y="11249"/>
                    <a:pt x="28652" y="11219"/>
                    <a:pt x="28596" y="11149"/>
                  </a:cubicBezTo>
                  <a:cubicBezTo>
                    <a:pt x="28559" y="11121"/>
                    <a:pt x="28537" y="11105"/>
                    <a:pt x="28524" y="11105"/>
                  </a:cubicBezTo>
                  <a:cubicBezTo>
                    <a:pt x="28506" y="11105"/>
                    <a:pt x="28504" y="11135"/>
                    <a:pt x="28499" y="11205"/>
                  </a:cubicBezTo>
                  <a:cubicBezTo>
                    <a:pt x="28499" y="11266"/>
                    <a:pt x="28452" y="11297"/>
                    <a:pt x="28394" y="11297"/>
                  </a:cubicBezTo>
                  <a:cubicBezTo>
                    <a:pt x="28335" y="11297"/>
                    <a:pt x="28264" y="11266"/>
                    <a:pt x="28215" y="11205"/>
                  </a:cubicBezTo>
                  <a:lnTo>
                    <a:pt x="28029" y="11205"/>
                  </a:lnTo>
                  <a:cubicBezTo>
                    <a:pt x="27940" y="11205"/>
                    <a:pt x="27931" y="11262"/>
                    <a:pt x="27931" y="11327"/>
                  </a:cubicBezTo>
                  <a:cubicBezTo>
                    <a:pt x="27931" y="11393"/>
                    <a:pt x="27931" y="11421"/>
                    <a:pt x="27913" y="11421"/>
                  </a:cubicBezTo>
                  <a:cubicBezTo>
                    <a:pt x="27901" y="11421"/>
                    <a:pt x="27879" y="11407"/>
                    <a:pt x="27842" y="11384"/>
                  </a:cubicBezTo>
                  <a:cubicBezTo>
                    <a:pt x="27745" y="11327"/>
                    <a:pt x="27745" y="11262"/>
                    <a:pt x="27745" y="11262"/>
                  </a:cubicBezTo>
                  <a:cubicBezTo>
                    <a:pt x="27745" y="11205"/>
                    <a:pt x="27656" y="11205"/>
                    <a:pt x="27558" y="11205"/>
                  </a:cubicBezTo>
                  <a:cubicBezTo>
                    <a:pt x="27461" y="11205"/>
                    <a:pt x="27275" y="11205"/>
                    <a:pt x="27275" y="11262"/>
                  </a:cubicBezTo>
                  <a:lnTo>
                    <a:pt x="27275" y="11205"/>
                  </a:lnTo>
                  <a:cubicBezTo>
                    <a:pt x="27210" y="11205"/>
                    <a:pt x="27192" y="11177"/>
                    <a:pt x="27185" y="11177"/>
                  </a:cubicBezTo>
                  <a:cubicBezTo>
                    <a:pt x="27181" y="11177"/>
                    <a:pt x="27180" y="11184"/>
                    <a:pt x="27177" y="11205"/>
                  </a:cubicBezTo>
                  <a:cubicBezTo>
                    <a:pt x="27088" y="11197"/>
                    <a:pt x="26991" y="11173"/>
                    <a:pt x="26902" y="11140"/>
                  </a:cubicBezTo>
                  <a:cubicBezTo>
                    <a:pt x="26866" y="11130"/>
                    <a:pt x="26828" y="11125"/>
                    <a:pt x="26790" y="11125"/>
                  </a:cubicBezTo>
                  <a:cubicBezTo>
                    <a:pt x="26622" y="11125"/>
                    <a:pt x="26475" y="11219"/>
                    <a:pt x="26707" y="11319"/>
                  </a:cubicBezTo>
                  <a:lnTo>
                    <a:pt x="26610" y="11319"/>
                  </a:lnTo>
                  <a:cubicBezTo>
                    <a:pt x="26521" y="11319"/>
                    <a:pt x="26521" y="11376"/>
                    <a:pt x="26521" y="11376"/>
                  </a:cubicBezTo>
                  <a:cubicBezTo>
                    <a:pt x="26521" y="11440"/>
                    <a:pt x="26423" y="11440"/>
                    <a:pt x="26326" y="11440"/>
                  </a:cubicBezTo>
                  <a:lnTo>
                    <a:pt x="26326" y="11319"/>
                  </a:lnTo>
                  <a:cubicBezTo>
                    <a:pt x="26383" y="11214"/>
                    <a:pt x="26342" y="11148"/>
                    <a:pt x="26279" y="11148"/>
                  </a:cubicBezTo>
                  <a:cubicBezTo>
                    <a:pt x="26235" y="11148"/>
                    <a:pt x="26180" y="11181"/>
                    <a:pt x="26140" y="11254"/>
                  </a:cubicBezTo>
                  <a:lnTo>
                    <a:pt x="26140" y="11197"/>
                  </a:lnTo>
                  <a:cubicBezTo>
                    <a:pt x="26140" y="11169"/>
                    <a:pt x="26117" y="11155"/>
                    <a:pt x="26071" y="11155"/>
                  </a:cubicBezTo>
                  <a:cubicBezTo>
                    <a:pt x="26024" y="11155"/>
                    <a:pt x="25953" y="11169"/>
                    <a:pt x="25856" y="11197"/>
                  </a:cubicBezTo>
                  <a:cubicBezTo>
                    <a:pt x="25767" y="11213"/>
                    <a:pt x="25686" y="11278"/>
                    <a:pt x="25669" y="11376"/>
                  </a:cubicBezTo>
                  <a:cubicBezTo>
                    <a:pt x="25669" y="11432"/>
                    <a:pt x="25572" y="11432"/>
                    <a:pt x="25572" y="11432"/>
                  </a:cubicBezTo>
                  <a:cubicBezTo>
                    <a:pt x="25483" y="11432"/>
                    <a:pt x="25483" y="11432"/>
                    <a:pt x="25483" y="11376"/>
                  </a:cubicBezTo>
                  <a:cubicBezTo>
                    <a:pt x="25483" y="11314"/>
                    <a:pt x="25435" y="11283"/>
                    <a:pt x="25374" y="11283"/>
                  </a:cubicBezTo>
                  <a:cubicBezTo>
                    <a:pt x="25316" y="11283"/>
                    <a:pt x="25247" y="11312"/>
                    <a:pt x="25199" y="11368"/>
                  </a:cubicBezTo>
                  <a:lnTo>
                    <a:pt x="25199" y="11311"/>
                  </a:lnTo>
                  <a:cubicBezTo>
                    <a:pt x="25199" y="11270"/>
                    <a:pt x="25148" y="11224"/>
                    <a:pt x="24939" y="11224"/>
                  </a:cubicBezTo>
                  <a:cubicBezTo>
                    <a:pt x="24861" y="11224"/>
                    <a:pt x="24760" y="11230"/>
                    <a:pt x="24632" y="11246"/>
                  </a:cubicBezTo>
                  <a:cubicBezTo>
                    <a:pt x="24259" y="11246"/>
                    <a:pt x="23975" y="11246"/>
                    <a:pt x="23975" y="11189"/>
                  </a:cubicBezTo>
                  <a:cubicBezTo>
                    <a:pt x="23975" y="11177"/>
                    <a:pt x="23961" y="11171"/>
                    <a:pt x="23936" y="11171"/>
                  </a:cubicBezTo>
                  <a:cubicBezTo>
                    <a:pt x="23835" y="11171"/>
                    <a:pt x="23558" y="11268"/>
                    <a:pt x="23407" y="11359"/>
                  </a:cubicBezTo>
                  <a:cubicBezTo>
                    <a:pt x="23407" y="11303"/>
                    <a:pt x="23310" y="11303"/>
                    <a:pt x="23123" y="11303"/>
                  </a:cubicBezTo>
                  <a:cubicBezTo>
                    <a:pt x="22840" y="11303"/>
                    <a:pt x="22840" y="11303"/>
                    <a:pt x="22840" y="11238"/>
                  </a:cubicBezTo>
                  <a:cubicBezTo>
                    <a:pt x="22888" y="11181"/>
                    <a:pt x="22913" y="11153"/>
                    <a:pt x="22901" y="11153"/>
                  </a:cubicBezTo>
                  <a:cubicBezTo>
                    <a:pt x="22888" y="11153"/>
                    <a:pt x="22840" y="11181"/>
                    <a:pt x="22742" y="11238"/>
                  </a:cubicBezTo>
                  <a:cubicBezTo>
                    <a:pt x="22705" y="11285"/>
                    <a:pt x="22640" y="11305"/>
                    <a:pt x="22575" y="11305"/>
                  </a:cubicBezTo>
                  <a:cubicBezTo>
                    <a:pt x="22472" y="11305"/>
                    <a:pt x="22369" y="11255"/>
                    <a:pt x="22369" y="11181"/>
                  </a:cubicBezTo>
                  <a:cubicBezTo>
                    <a:pt x="22369" y="11116"/>
                    <a:pt x="22272" y="11116"/>
                    <a:pt x="22086" y="11116"/>
                  </a:cubicBezTo>
                  <a:cubicBezTo>
                    <a:pt x="22014" y="11164"/>
                    <a:pt x="21893" y="11177"/>
                    <a:pt x="21760" y="11177"/>
                  </a:cubicBezTo>
                  <a:cubicBezTo>
                    <a:pt x="21713" y="11177"/>
                    <a:pt x="21664" y="11175"/>
                    <a:pt x="21615" y="11173"/>
                  </a:cubicBezTo>
                  <a:cubicBezTo>
                    <a:pt x="21332" y="11173"/>
                    <a:pt x="21332" y="11173"/>
                    <a:pt x="21332" y="11295"/>
                  </a:cubicBezTo>
                  <a:cubicBezTo>
                    <a:pt x="21324" y="11416"/>
                    <a:pt x="21234" y="11416"/>
                    <a:pt x="21048" y="11416"/>
                  </a:cubicBezTo>
                  <a:cubicBezTo>
                    <a:pt x="20951" y="11416"/>
                    <a:pt x="20853" y="11416"/>
                    <a:pt x="20853" y="11351"/>
                  </a:cubicBezTo>
                  <a:cubicBezTo>
                    <a:pt x="20797" y="11319"/>
                    <a:pt x="20732" y="11295"/>
                    <a:pt x="20667" y="11295"/>
                  </a:cubicBezTo>
                  <a:cubicBezTo>
                    <a:pt x="20578" y="11295"/>
                    <a:pt x="20480" y="11295"/>
                    <a:pt x="20480" y="11230"/>
                  </a:cubicBezTo>
                  <a:cubicBezTo>
                    <a:pt x="20403" y="11194"/>
                    <a:pt x="20319" y="11171"/>
                    <a:pt x="20234" y="11171"/>
                  </a:cubicBezTo>
                  <a:cubicBezTo>
                    <a:pt x="20222" y="11171"/>
                    <a:pt x="20209" y="11172"/>
                    <a:pt x="20197" y="11173"/>
                  </a:cubicBezTo>
                  <a:cubicBezTo>
                    <a:pt x="20010" y="11173"/>
                    <a:pt x="19824" y="11165"/>
                    <a:pt x="19824" y="11108"/>
                  </a:cubicBezTo>
                  <a:cubicBezTo>
                    <a:pt x="19726" y="11108"/>
                    <a:pt x="19726" y="11108"/>
                    <a:pt x="19726" y="11165"/>
                  </a:cubicBezTo>
                  <a:cubicBezTo>
                    <a:pt x="19726" y="11209"/>
                    <a:pt x="19680" y="11250"/>
                    <a:pt x="19530" y="11250"/>
                  </a:cubicBezTo>
                  <a:cubicBezTo>
                    <a:pt x="19462" y="11250"/>
                    <a:pt x="19373" y="11242"/>
                    <a:pt x="19256" y="11222"/>
                  </a:cubicBezTo>
                  <a:cubicBezTo>
                    <a:pt x="19062" y="11222"/>
                    <a:pt x="18778" y="11222"/>
                    <a:pt x="18778" y="11286"/>
                  </a:cubicBezTo>
                  <a:cubicBezTo>
                    <a:pt x="18689" y="11286"/>
                    <a:pt x="18689" y="11286"/>
                    <a:pt x="18689" y="11222"/>
                  </a:cubicBezTo>
                  <a:cubicBezTo>
                    <a:pt x="18689" y="11161"/>
                    <a:pt x="18642" y="11130"/>
                    <a:pt x="18571" y="11130"/>
                  </a:cubicBezTo>
                  <a:cubicBezTo>
                    <a:pt x="18500" y="11130"/>
                    <a:pt x="18405" y="11161"/>
                    <a:pt x="18307" y="11222"/>
                  </a:cubicBezTo>
                  <a:cubicBezTo>
                    <a:pt x="18307" y="11250"/>
                    <a:pt x="18285" y="11264"/>
                    <a:pt x="18251" y="11264"/>
                  </a:cubicBezTo>
                  <a:cubicBezTo>
                    <a:pt x="18216" y="11264"/>
                    <a:pt x="18170" y="11250"/>
                    <a:pt x="18121" y="11222"/>
                  </a:cubicBezTo>
                  <a:cubicBezTo>
                    <a:pt x="18056" y="11222"/>
                    <a:pt x="17991" y="11246"/>
                    <a:pt x="17935" y="11278"/>
                  </a:cubicBezTo>
                  <a:cubicBezTo>
                    <a:pt x="17886" y="11307"/>
                    <a:pt x="17862" y="11321"/>
                    <a:pt x="17826" y="11321"/>
                  </a:cubicBezTo>
                  <a:cubicBezTo>
                    <a:pt x="17791" y="11321"/>
                    <a:pt x="17744" y="11307"/>
                    <a:pt x="17651" y="11278"/>
                  </a:cubicBezTo>
                  <a:cubicBezTo>
                    <a:pt x="17651" y="11222"/>
                    <a:pt x="17553" y="11213"/>
                    <a:pt x="17464" y="11213"/>
                  </a:cubicBezTo>
                  <a:cubicBezTo>
                    <a:pt x="17370" y="11245"/>
                    <a:pt x="17079" y="11259"/>
                    <a:pt x="16793" y="11259"/>
                  </a:cubicBezTo>
                  <a:cubicBezTo>
                    <a:pt x="16488" y="11259"/>
                    <a:pt x="16189" y="11243"/>
                    <a:pt x="16143" y="11213"/>
                  </a:cubicBezTo>
                  <a:cubicBezTo>
                    <a:pt x="16093" y="11249"/>
                    <a:pt x="16038" y="11272"/>
                    <a:pt x="15976" y="11272"/>
                  </a:cubicBezTo>
                  <a:cubicBezTo>
                    <a:pt x="15967" y="11272"/>
                    <a:pt x="15958" y="11271"/>
                    <a:pt x="15948" y="11270"/>
                  </a:cubicBezTo>
                  <a:cubicBezTo>
                    <a:pt x="15913" y="11223"/>
                    <a:pt x="15877" y="11203"/>
                    <a:pt x="15847" y="11203"/>
                  </a:cubicBezTo>
                  <a:cubicBezTo>
                    <a:pt x="15798" y="11203"/>
                    <a:pt x="15762" y="11253"/>
                    <a:pt x="15762" y="11327"/>
                  </a:cubicBezTo>
                  <a:lnTo>
                    <a:pt x="15948" y="11327"/>
                  </a:lnTo>
                  <a:cubicBezTo>
                    <a:pt x="15948" y="11382"/>
                    <a:pt x="15890" y="11412"/>
                    <a:pt x="15826" y="11412"/>
                  </a:cubicBezTo>
                  <a:cubicBezTo>
                    <a:pt x="15749" y="11412"/>
                    <a:pt x="15664" y="11368"/>
                    <a:pt x="15664" y="11270"/>
                  </a:cubicBezTo>
                  <a:cubicBezTo>
                    <a:pt x="15620" y="11209"/>
                    <a:pt x="15597" y="11179"/>
                    <a:pt x="15574" y="11179"/>
                  </a:cubicBezTo>
                  <a:cubicBezTo>
                    <a:pt x="15551" y="11179"/>
                    <a:pt x="15527" y="11209"/>
                    <a:pt x="15478" y="11270"/>
                  </a:cubicBezTo>
                  <a:cubicBezTo>
                    <a:pt x="15430" y="11326"/>
                    <a:pt x="15384" y="11354"/>
                    <a:pt x="15338" y="11354"/>
                  </a:cubicBezTo>
                  <a:cubicBezTo>
                    <a:pt x="15291" y="11354"/>
                    <a:pt x="15244" y="11324"/>
                    <a:pt x="15194" y="11262"/>
                  </a:cubicBezTo>
                  <a:cubicBezTo>
                    <a:pt x="15194" y="11205"/>
                    <a:pt x="15194" y="11177"/>
                    <a:pt x="15182" y="11177"/>
                  </a:cubicBezTo>
                  <a:cubicBezTo>
                    <a:pt x="15170" y="11177"/>
                    <a:pt x="15145" y="11205"/>
                    <a:pt x="15097" y="11262"/>
                  </a:cubicBezTo>
                  <a:cubicBezTo>
                    <a:pt x="14993" y="11398"/>
                    <a:pt x="14859" y="11475"/>
                    <a:pt x="14760" y="11475"/>
                  </a:cubicBezTo>
                  <a:cubicBezTo>
                    <a:pt x="14682" y="11475"/>
                    <a:pt x="14627" y="11426"/>
                    <a:pt x="14627" y="11319"/>
                  </a:cubicBezTo>
                  <a:cubicBezTo>
                    <a:pt x="14634" y="11226"/>
                    <a:pt x="14553" y="11140"/>
                    <a:pt x="14453" y="11140"/>
                  </a:cubicBezTo>
                  <a:cubicBezTo>
                    <a:pt x="14449" y="11140"/>
                    <a:pt x="14445" y="11140"/>
                    <a:pt x="14440" y="11140"/>
                  </a:cubicBezTo>
                  <a:cubicBezTo>
                    <a:pt x="14351" y="11140"/>
                    <a:pt x="14343" y="11205"/>
                    <a:pt x="14343" y="11262"/>
                  </a:cubicBezTo>
                  <a:cubicBezTo>
                    <a:pt x="14391" y="11323"/>
                    <a:pt x="14391" y="11353"/>
                    <a:pt x="14356" y="11353"/>
                  </a:cubicBezTo>
                  <a:cubicBezTo>
                    <a:pt x="14320" y="11353"/>
                    <a:pt x="14250" y="11323"/>
                    <a:pt x="14156" y="11262"/>
                  </a:cubicBezTo>
                  <a:cubicBezTo>
                    <a:pt x="13997" y="11162"/>
                    <a:pt x="13868" y="11116"/>
                    <a:pt x="13736" y="11116"/>
                  </a:cubicBezTo>
                  <a:cubicBezTo>
                    <a:pt x="13633" y="11116"/>
                    <a:pt x="13527" y="11144"/>
                    <a:pt x="13402" y="11197"/>
                  </a:cubicBezTo>
                  <a:cubicBezTo>
                    <a:pt x="13215" y="11257"/>
                    <a:pt x="13051" y="11285"/>
                    <a:pt x="12968" y="11285"/>
                  </a:cubicBezTo>
                  <a:cubicBezTo>
                    <a:pt x="12881" y="11285"/>
                    <a:pt x="12881" y="11255"/>
                    <a:pt x="13029" y="11197"/>
                  </a:cubicBezTo>
                  <a:cubicBezTo>
                    <a:pt x="13140" y="11125"/>
                    <a:pt x="13185" y="11096"/>
                    <a:pt x="13164" y="11096"/>
                  </a:cubicBezTo>
                  <a:close/>
                  <a:moveTo>
                    <a:pt x="7443" y="12186"/>
                  </a:moveTo>
                  <a:cubicBezTo>
                    <a:pt x="7443" y="12243"/>
                    <a:pt x="7443" y="12243"/>
                    <a:pt x="7540" y="12243"/>
                  </a:cubicBezTo>
                  <a:cubicBezTo>
                    <a:pt x="7727" y="12243"/>
                    <a:pt x="7727" y="12243"/>
                    <a:pt x="7638" y="121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2"/>
            <p:cNvSpPr/>
            <p:nvPr/>
          </p:nvSpPr>
          <p:spPr>
            <a:xfrm>
              <a:off x="4376984" y="2499119"/>
              <a:ext cx="519366" cy="176943"/>
            </a:xfrm>
            <a:custGeom>
              <a:avLst/>
              <a:gdLst/>
              <a:ahLst/>
              <a:cxnLst/>
              <a:rect l="l" t="t" r="r" b="b"/>
              <a:pathLst>
                <a:path w="30130" h="10265" extrusionOk="0">
                  <a:moveTo>
                    <a:pt x="5133" y="1"/>
                  </a:moveTo>
                  <a:cubicBezTo>
                    <a:pt x="2303" y="1"/>
                    <a:pt x="1" y="2295"/>
                    <a:pt x="1" y="5133"/>
                  </a:cubicBezTo>
                  <a:cubicBezTo>
                    <a:pt x="1" y="7970"/>
                    <a:pt x="2303" y="10265"/>
                    <a:pt x="5133" y="10265"/>
                  </a:cubicBezTo>
                  <a:lnTo>
                    <a:pt x="24989" y="10265"/>
                  </a:lnTo>
                  <a:cubicBezTo>
                    <a:pt x="27827" y="10265"/>
                    <a:pt x="30129" y="7970"/>
                    <a:pt x="30129" y="5133"/>
                  </a:cubicBezTo>
                  <a:cubicBezTo>
                    <a:pt x="30129" y="2295"/>
                    <a:pt x="27827" y="1"/>
                    <a:pt x="24989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2"/>
            <p:cNvSpPr/>
            <p:nvPr/>
          </p:nvSpPr>
          <p:spPr>
            <a:xfrm>
              <a:off x="4363711" y="2483467"/>
              <a:ext cx="547446" cy="210970"/>
            </a:xfrm>
            <a:custGeom>
              <a:avLst/>
              <a:gdLst/>
              <a:ahLst/>
              <a:cxnLst/>
              <a:rect l="l" t="t" r="r" b="b"/>
              <a:pathLst>
                <a:path w="31759" h="12239" extrusionOk="0">
                  <a:moveTo>
                    <a:pt x="20294" y="179"/>
                  </a:moveTo>
                  <a:cubicBezTo>
                    <a:pt x="20294" y="236"/>
                    <a:pt x="20286" y="300"/>
                    <a:pt x="20205" y="300"/>
                  </a:cubicBezTo>
                  <a:lnTo>
                    <a:pt x="20124" y="236"/>
                  </a:lnTo>
                  <a:lnTo>
                    <a:pt x="20205" y="179"/>
                  </a:lnTo>
                  <a:close/>
                  <a:moveTo>
                    <a:pt x="19182" y="235"/>
                  </a:moveTo>
                  <a:cubicBezTo>
                    <a:pt x="19188" y="235"/>
                    <a:pt x="19192" y="236"/>
                    <a:pt x="19192" y="236"/>
                  </a:cubicBezTo>
                  <a:cubicBezTo>
                    <a:pt x="19273" y="236"/>
                    <a:pt x="19273" y="236"/>
                    <a:pt x="19273" y="292"/>
                  </a:cubicBezTo>
                  <a:cubicBezTo>
                    <a:pt x="19273" y="292"/>
                    <a:pt x="19273" y="349"/>
                    <a:pt x="19192" y="349"/>
                  </a:cubicBezTo>
                  <a:lnTo>
                    <a:pt x="19103" y="292"/>
                  </a:lnTo>
                  <a:cubicBezTo>
                    <a:pt x="19103" y="241"/>
                    <a:pt x="19160" y="235"/>
                    <a:pt x="19182" y="235"/>
                  </a:cubicBezTo>
                  <a:close/>
                  <a:moveTo>
                    <a:pt x="23164" y="495"/>
                  </a:moveTo>
                  <a:cubicBezTo>
                    <a:pt x="23254" y="495"/>
                    <a:pt x="23254" y="552"/>
                    <a:pt x="23254" y="552"/>
                  </a:cubicBezTo>
                  <a:cubicBezTo>
                    <a:pt x="23254" y="552"/>
                    <a:pt x="23254" y="609"/>
                    <a:pt x="23164" y="609"/>
                  </a:cubicBezTo>
                  <a:cubicBezTo>
                    <a:pt x="23164" y="609"/>
                    <a:pt x="23083" y="552"/>
                    <a:pt x="23083" y="495"/>
                  </a:cubicBezTo>
                  <a:close/>
                  <a:moveTo>
                    <a:pt x="20913" y="558"/>
                  </a:moveTo>
                  <a:cubicBezTo>
                    <a:pt x="20945" y="558"/>
                    <a:pt x="20967" y="572"/>
                    <a:pt x="20967" y="600"/>
                  </a:cubicBezTo>
                  <a:cubicBezTo>
                    <a:pt x="20967" y="657"/>
                    <a:pt x="20967" y="657"/>
                    <a:pt x="20878" y="657"/>
                  </a:cubicBezTo>
                  <a:cubicBezTo>
                    <a:pt x="20708" y="657"/>
                    <a:pt x="20708" y="657"/>
                    <a:pt x="20797" y="600"/>
                  </a:cubicBezTo>
                  <a:cubicBezTo>
                    <a:pt x="20838" y="572"/>
                    <a:pt x="20880" y="558"/>
                    <a:pt x="20913" y="558"/>
                  </a:cubicBezTo>
                  <a:close/>
                  <a:moveTo>
                    <a:pt x="21470" y="600"/>
                  </a:moveTo>
                  <a:cubicBezTo>
                    <a:pt x="21559" y="600"/>
                    <a:pt x="21559" y="600"/>
                    <a:pt x="21559" y="665"/>
                  </a:cubicBezTo>
                  <a:lnTo>
                    <a:pt x="21470" y="665"/>
                  </a:lnTo>
                  <a:lnTo>
                    <a:pt x="21389" y="600"/>
                  </a:lnTo>
                  <a:close/>
                  <a:moveTo>
                    <a:pt x="22321" y="609"/>
                  </a:moveTo>
                  <a:cubicBezTo>
                    <a:pt x="22402" y="609"/>
                    <a:pt x="22402" y="609"/>
                    <a:pt x="22402" y="665"/>
                  </a:cubicBezTo>
                  <a:lnTo>
                    <a:pt x="22321" y="665"/>
                  </a:lnTo>
                  <a:lnTo>
                    <a:pt x="22232" y="609"/>
                  </a:lnTo>
                  <a:close/>
                  <a:moveTo>
                    <a:pt x="12154" y="552"/>
                  </a:moveTo>
                  <a:cubicBezTo>
                    <a:pt x="12154" y="617"/>
                    <a:pt x="12154" y="673"/>
                    <a:pt x="12065" y="673"/>
                  </a:cubicBezTo>
                  <a:lnTo>
                    <a:pt x="11984" y="673"/>
                  </a:lnTo>
                  <a:cubicBezTo>
                    <a:pt x="11984" y="609"/>
                    <a:pt x="12073" y="552"/>
                    <a:pt x="12073" y="552"/>
                  </a:cubicBezTo>
                  <a:close/>
                  <a:moveTo>
                    <a:pt x="8595" y="592"/>
                  </a:moveTo>
                  <a:cubicBezTo>
                    <a:pt x="8765" y="592"/>
                    <a:pt x="8765" y="592"/>
                    <a:pt x="8765" y="657"/>
                  </a:cubicBezTo>
                  <a:cubicBezTo>
                    <a:pt x="8765" y="714"/>
                    <a:pt x="8595" y="714"/>
                    <a:pt x="8514" y="714"/>
                  </a:cubicBezTo>
                  <a:cubicBezTo>
                    <a:pt x="8425" y="657"/>
                    <a:pt x="8514" y="592"/>
                    <a:pt x="8595" y="592"/>
                  </a:cubicBezTo>
                  <a:close/>
                  <a:moveTo>
                    <a:pt x="26677" y="569"/>
                  </a:moveTo>
                  <a:cubicBezTo>
                    <a:pt x="26696" y="569"/>
                    <a:pt x="26705" y="578"/>
                    <a:pt x="26699" y="600"/>
                  </a:cubicBezTo>
                  <a:cubicBezTo>
                    <a:pt x="26699" y="600"/>
                    <a:pt x="26691" y="657"/>
                    <a:pt x="26594" y="698"/>
                  </a:cubicBezTo>
                  <a:cubicBezTo>
                    <a:pt x="26594" y="698"/>
                    <a:pt x="26555" y="717"/>
                    <a:pt x="26529" y="717"/>
                  </a:cubicBezTo>
                  <a:cubicBezTo>
                    <a:pt x="26513" y="717"/>
                    <a:pt x="26502" y="711"/>
                    <a:pt x="26505" y="690"/>
                  </a:cubicBezTo>
                  <a:lnTo>
                    <a:pt x="26513" y="625"/>
                  </a:lnTo>
                  <a:cubicBezTo>
                    <a:pt x="26576" y="599"/>
                    <a:pt x="26642" y="569"/>
                    <a:pt x="26677" y="569"/>
                  </a:cubicBezTo>
                  <a:close/>
                  <a:moveTo>
                    <a:pt x="22121" y="701"/>
                  </a:moveTo>
                  <a:cubicBezTo>
                    <a:pt x="22111" y="701"/>
                    <a:pt x="22092" y="709"/>
                    <a:pt x="22062" y="730"/>
                  </a:cubicBezTo>
                  <a:cubicBezTo>
                    <a:pt x="22121" y="730"/>
                    <a:pt x="22141" y="701"/>
                    <a:pt x="22121" y="701"/>
                  </a:cubicBezTo>
                  <a:close/>
                  <a:moveTo>
                    <a:pt x="21220" y="874"/>
                  </a:moveTo>
                  <a:lnTo>
                    <a:pt x="21220" y="874"/>
                  </a:lnTo>
                  <a:cubicBezTo>
                    <a:pt x="21219" y="882"/>
                    <a:pt x="21219" y="891"/>
                    <a:pt x="21219" y="900"/>
                  </a:cubicBezTo>
                  <a:cubicBezTo>
                    <a:pt x="21222" y="903"/>
                    <a:pt x="21225" y="906"/>
                    <a:pt x="21228" y="909"/>
                  </a:cubicBezTo>
                  <a:lnTo>
                    <a:pt x="21228" y="909"/>
                  </a:lnTo>
                  <a:cubicBezTo>
                    <a:pt x="21225" y="899"/>
                    <a:pt x="21222" y="888"/>
                    <a:pt x="21220" y="874"/>
                  </a:cubicBezTo>
                  <a:close/>
                  <a:moveTo>
                    <a:pt x="21228" y="909"/>
                  </a:moveTo>
                  <a:cubicBezTo>
                    <a:pt x="21237" y="933"/>
                    <a:pt x="21249" y="944"/>
                    <a:pt x="21253" y="944"/>
                  </a:cubicBezTo>
                  <a:cubicBezTo>
                    <a:pt x="21258" y="944"/>
                    <a:pt x="21254" y="931"/>
                    <a:pt x="21228" y="909"/>
                  </a:cubicBezTo>
                  <a:close/>
                  <a:moveTo>
                    <a:pt x="2749" y="1573"/>
                  </a:moveTo>
                  <a:cubicBezTo>
                    <a:pt x="2782" y="1622"/>
                    <a:pt x="2822" y="1671"/>
                    <a:pt x="2749" y="1719"/>
                  </a:cubicBezTo>
                  <a:lnTo>
                    <a:pt x="2644" y="1727"/>
                  </a:lnTo>
                  <a:lnTo>
                    <a:pt x="2676" y="1622"/>
                  </a:lnTo>
                  <a:lnTo>
                    <a:pt x="2749" y="1573"/>
                  </a:lnTo>
                  <a:close/>
                  <a:moveTo>
                    <a:pt x="29411" y="1671"/>
                  </a:moveTo>
                  <a:cubicBezTo>
                    <a:pt x="29444" y="1671"/>
                    <a:pt x="29486" y="1680"/>
                    <a:pt x="29537" y="1703"/>
                  </a:cubicBezTo>
                  <a:cubicBezTo>
                    <a:pt x="29610" y="1768"/>
                    <a:pt x="29610" y="1768"/>
                    <a:pt x="29570" y="1809"/>
                  </a:cubicBezTo>
                  <a:cubicBezTo>
                    <a:pt x="29554" y="1828"/>
                    <a:pt x="29526" y="1837"/>
                    <a:pt x="29495" y="1837"/>
                  </a:cubicBezTo>
                  <a:cubicBezTo>
                    <a:pt x="29447" y="1837"/>
                    <a:pt x="29390" y="1815"/>
                    <a:pt x="29351" y="1776"/>
                  </a:cubicBezTo>
                  <a:cubicBezTo>
                    <a:pt x="29304" y="1730"/>
                    <a:pt x="29328" y="1671"/>
                    <a:pt x="29411" y="1671"/>
                  </a:cubicBezTo>
                  <a:close/>
                  <a:moveTo>
                    <a:pt x="1606" y="2092"/>
                  </a:moveTo>
                  <a:cubicBezTo>
                    <a:pt x="1655" y="2133"/>
                    <a:pt x="1695" y="2181"/>
                    <a:pt x="1630" y="2246"/>
                  </a:cubicBezTo>
                  <a:lnTo>
                    <a:pt x="1565" y="2319"/>
                  </a:lnTo>
                  <a:cubicBezTo>
                    <a:pt x="1525" y="2279"/>
                    <a:pt x="1541" y="2165"/>
                    <a:pt x="1541" y="2165"/>
                  </a:cubicBezTo>
                  <a:lnTo>
                    <a:pt x="1606" y="2092"/>
                  </a:lnTo>
                  <a:close/>
                  <a:moveTo>
                    <a:pt x="1057" y="3637"/>
                  </a:moveTo>
                  <a:cubicBezTo>
                    <a:pt x="1068" y="3637"/>
                    <a:pt x="1081" y="3645"/>
                    <a:pt x="1103" y="3657"/>
                  </a:cubicBezTo>
                  <a:cubicBezTo>
                    <a:pt x="1152" y="3681"/>
                    <a:pt x="1168" y="3787"/>
                    <a:pt x="1168" y="3787"/>
                  </a:cubicBezTo>
                  <a:cubicBezTo>
                    <a:pt x="1159" y="3806"/>
                    <a:pt x="1148" y="3813"/>
                    <a:pt x="1136" y="3813"/>
                  </a:cubicBezTo>
                  <a:cubicBezTo>
                    <a:pt x="1098" y="3813"/>
                    <a:pt x="1050" y="3731"/>
                    <a:pt x="1006" y="3706"/>
                  </a:cubicBezTo>
                  <a:cubicBezTo>
                    <a:pt x="1031" y="3656"/>
                    <a:pt x="1040" y="3637"/>
                    <a:pt x="1057" y="3637"/>
                  </a:cubicBezTo>
                  <a:close/>
                  <a:moveTo>
                    <a:pt x="544" y="5692"/>
                  </a:moveTo>
                  <a:cubicBezTo>
                    <a:pt x="601" y="5700"/>
                    <a:pt x="665" y="5700"/>
                    <a:pt x="657" y="5789"/>
                  </a:cubicBezTo>
                  <a:lnTo>
                    <a:pt x="592" y="5871"/>
                  </a:lnTo>
                  <a:lnTo>
                    <a:pt x="536" y="5781"/>
                  </a:lnTo>
                  <a:lnTo>
                    <a:pt x="544" y="5692"/>
                  </a:lnTo>
                  <a:close/>
                  <a:moveTo>
                    <a:pt x="5742" y="10099"/>
                  </a:moveTo>
                  <a:cubicBezTo>
                    <a:pt x="5716" y="10099"/>
                    <a:pt x="5677" y="10127"/>
                    <a:pt x="5636" y="10192"/>
                  </a:cubicBezTo>
                  <a:cubicBezTo>
                    <a:pt x="5627" y="10249"/>
                    <a:pt x="5627" y="10249"/>
                    <a:pt x="5700" y="10257"/>
                  </a:cubicBezTo>
                  <a:cubicBezTo>
                    <a:pt x="5700" y="10257"/>
                    <a:pt x="5773" y="10200"/>
                    <a:pt x="5773" y="10143"/>
                  </a:cubicBezTo>
                  <a:cubicBezTo>
                    <a:pt x="5773" y="10115"/>
                    <a:pt x="5761" y="10099"/>
                    <a:pt x="5742" y="10099"/>
                  </a:cubicBezTo>
                  <a:close/>
                  <a:moveTo>
                    <a:pt x="24373" y="10605"/>
                  </a:moveTo>
                  <a:cubicBezTo>
                    <a:pt x="24291" y="10605"/>
                    <a:pt x="24283" y="10662"/>
                    <a:pt x="24283" y="10727"/>
                  </a:cubicBezTo>
                  <a:lnTo>
                    <a:pt x="24373" y="10727"/>
                  </a:lnTo>
                  <a:cubicBezTo>
                    <a:pt x="24373" y="10727"/>
                    <a:pt x="24454" y="10670"/>
                    <a:pt x="24454" y="10605"/>
                  </a:cubicBezTo>
                  <a:close/>
                  <a:moveTo>
                    <a:pt x="3048" y="10639"/>
                  </a:moveTo>
                  <a:cubicBezTo>
                    <a:pt x="3062" y="10639"/>
                    <a:pt x="3079" y="10643"/>
                    <a:pt x="3098" y="10654"/>
                  </a:cubicBezTo>
                  <a:lnTo>
                    <a:pt x="3146" y="10759"/>
                  </a:lnTo>
                  <a:lnTo>
                    <a:pt x="3033" y="10759"/>
                  </a:lnTo>
                  <a:lnTo>
                    <a:pt x="2960" y="10711"/>
                  </a:lnTo>
                  <a:cubicBezTo>
                    <a:pt x="2984" y="10675"/>
                    <a:pt x="3008" y="10639"/>
                    <a:pt x="3048" y="10639"/>
                  </a:cubicBezTo>
                  <a:close/>
                  <a:moveTo>
                    <a:pt x="3578" y="10925"/>
                  </a:moveTo>
                  <a:cubicBezTo>
                    <a:pt x="3592" y="10925"/>
                    <a:pt x="3612" y="10935"/>
                    <a:pt x="3649" y="10954"/>
                  </a:cubicBezTo>
                  <a:cubicBezTo>
                    <a:pt x="3649" y="10954"/>
                    <a:pt x="3698" y="11051"/>
                    <a:pt x="3673" y="11100"/>
                  </a:cubicBezTo>
                  <a:cubicBezTo>
                    <a:pt x="3666" y="11116"/>
                    <a:pt x="3655" y="11125"/>
                    <a:pt x="3641" y="11125"/>
                  </a:cubicBezTo>
                  <a:cubicBezTo>
                    <a:pt x="3606" y="11125"/>
                    <a:pt x="3559" y="11074"/>
                    <a:pt x="3536" y="10970"/>
                  </a:cubicBezTo>
                  <a:cubicBezTo>
                    <a:pt x="3553" y="10940"/>
                    <a:pt x="3561" y="10925"/>
                    <a:pt x="3578" y="10925"/>
                  </a:cubicBezTo>
                  <a:close/>
                  <a:moveTo>
                    <a:pt x="9688" y="11221"/>
                  </a:moveTo>
                  <a:cubicBezTo>
                    <a:pt x="9704" y="11221"/>
                    <a:pt x="9714" y="11227"/>
                    <a:pt x="9714" y="11246"/>
                  </a:cubicBezTo>
                  <a:cubicBezTo>
                    <a:pt x="9795" y="11246"/>
                    <a:pt x="9625" y="11303"/>
                    <a:pt x="9543" y="11303"/>
                  </a:cubicBezTo>
                  <a:lnTo>
                    <a:pt x="9543" y="11246"/>
                  </a:lnTo>
                  <a:cubicBezTo>
                    <a:pt x="9598" y="11246"/>
                    <a:pt x="9655" y="11221"/>
                    <a:pt x="9688" y="11221"/>
                  </a:cubicBezTo>
                  <a:close/>
                  <a:moveTo>
                    <a:pt x="17757" y="11173"/>
                  </a:moveTo>
                  <a:cubicBezTo>
                    <a:pt x="17700" y="11173"/>
                    <a:pt x="17643" y="11197"/>
                    <a:pt x="17586" y="11230"/>
                  </a:cubicBezTo>
                  <a:cubicBezTo>
                    <a:pt x="17586" y="11286"/>
                    <a:pt x="17676" y="11286"/>
                    <a:pt x="17757" y="11286"/>
                  </a:cubicBezTo>
                  <a:cubicBezTo>
                    <a:pt x="17807" y="11306"/>
                    <a:pt x="17850" y="11314"/>
                    <a:pt x="17885" y="11314"/>
                  </a:cubicBezTo>
                  <a:cubicBezTo>
                    <a:pt x="17969" y="11314"/>
                    <a:pt x="18010" y="11270"/>
                    <a:pt x="18016" y="11230"/>
                  </a:cubicBezTo>
                  <a:cubicBezTo>
                    <a:pt x="18016" y="11173"/>
                    <a:pt x="17927" y="11173"/>
                    <a:pt x="17757" y="11173"/>
                  </a:cubicBezTo>
                  <a:close/>
                  <a:moveTo>
                    <a:pt x="18519" y="11295"/>
                  </a:moveTo>
                  <a:cubicBezTo>
                    <a:pt x="18519" y="11351"/>
                    <a:pt x="18348" y="11408"/>
                    <a:pt x="18267" y="11408"/>
                  </a:cubicBezTo>
                  <a:cubicBezTo>
                    <a:pt x="18178" y="11408"/>
                    <a:pt x="18178" y="11351"/>
                    <a:pt x="18348" y="11295"/>
                  </a:cubicBezTo>
                  <a:close/>
                  <a:moveTo>
                    <a:pt x="5039" y="11298"/>
                  </a:moveTo>
                  <a:cubicBezTo>
                    <a:pt x="5068" y="11298"/>
                    <a:pt x="5125" y="11340"/>
                    <a:pt x="5190" y="11351"/>
                  </a:cubicBezTo>
                  <a:cubicBezTo>
                    <a:pt x="5238" y="11395"/>
                    <a:pt x="5258" y="11413"/>
                    <a:pt x="5227" y="11413"/>
                  </a:cubicBezTo>
                  <a:cubicBezTo>
                    <a:pt x="5206" y="11413"/>
                    <a:pt x="5164" y="11405"/>
                    <a:pt x="5092" y="11392"/>
                  </a:cubicBezTo>
                  <a:cubicBezTo>
                    <a:pt x="5003" y="11384"/>
                    <a:pt x="5019" y="11319"/>
                    <a:pt x="5019" y="11319"/>
                  </a:cubicBezTo>
                  <a:cubicBezTo>
                    <a:pt x="5022" y="11303"/>
                    <a:pt x="5029" y="11298"/>
                    <a:pt x="5039" y="11298"/>
                  </a:cubicBezTo>
                  <a:close/>
                  <a:moveTo>
                    <a:pt x="3493" y="11414"/>
                  </a:moveTo>
                  <a:cubicBezTo>
                    <a:pt x="3492" y="11414"/>
                    <a:pt x="3500" y="11418"/>
                    <a:pt x="3515" y="11426"/>
                  </a:cubicBezTo>
                  <a:lnTo>
                    <a:pt x="3515" y="11426"/>
                  </a:lnTo>
                  <a:cubicBezTo>
                    <a:pt x="3500" y="11418"/>
                    <a:pt x="3493" y="11414"/>
                    <a:pt x="3493" y="11414"/>
                  </a:cubicBezTo>
                  <a:close/>
                  <a:moveTo>
                    <a:pt x="6657" y="11351"/>
                  </a:moveTo>
                  <a:cubicBezTo>
                    <a:pt x="6722" y="11351"/>
                    <a:pt x="6779" y="11376"/>
                    <a:pt x="6827" y="11408"/>
                  </a:cubicBezTo>
                  <a:cubicBezTo>
                    <a:pt x="6827" y="11473"/>
                    <a:pt x="6746" y="11473"/>
                    <a:pt x="6746" y="11473"/>
                  </a:cubicBezTo>
                  <a:cubicBezTo>
                    <a:pt x="6657" y="11473"/>
                    <a:pt x="6576" y="11473"/>
                    <a:pt x="6576" y="11408"/>
                  </a:cubicBezTo>
                  <a:cubicBezTo>
                    <a:pt x="6576" y="11408"/>
                    <a:pt x="6576" y="11351"/>
                    <a:pt x="6657" y="11351"/>
                  </a:cubicBezTo>
                  <a:close/>
                  <a:moveTo>
                    <a:pt x="11400" y="11376"/>
                  </a:moveTo>
                  <a:cubicBezTo>
                    <a:pt x="11400" y="11432"/>
                    <a:pt x="11319" y="11497"/>
                    <a:pt x="11319" y="11497"/>
                  </a:cubicBezTo>
                  <a:lnTo>
                    <a:pt x="11230" y="11497"/>
                  </a:lnTo>
                  <a:cubicBezTo>
                    <a:pt x="11230" y="11432"/>
                    <a:pt x="11230" y="11376"/>
                    <a:pt x="11319" y="11376"/>
                  </a:cubicBezTo>
                  <a:close/>
                  <a:moveTo>
                    <a:pt x="14116" y="11327"/>
                  </a:moveTo>
                  <a:lnTo>
                    <a:pt x="13946" y="11449"/>
                  </a:lnTo>
                  <a:cubicBezTo>
                    <a:pt x="13853" y="11546"/>
                    <a:pt x="13811" y="11591"/>
                    <a:pt x="13791" y="11591"/>
                  </a:cubicBezTo>
                  <a:cubicBezTo>
                    <a:pt x="13776" y="11591"/>
                    <a:pt x="13776" y="11560"/>
                    <a:pt x="13776" y="11505"/>
                  </a:cubicBezTo>
                  <a:cubicBezTo>
                    <a:pt x="13776" y="11449"/>
                    <a:pt x="13776" y="11384"/>
                    <a:pt x="13946" y="11327"/>
                  </a:cubicBezTo>
                  <a:close/>
                  <a:moveTo>
                    <a:pt x="23092" y="11376"/>
                  </a:moveTo>
                  <a:cubicBezTo>
                    <a:pt x="23181" y="11376"/>
                    <a:pt x="23262" y="11441"/>
                    <a:pt x="23262" y="11497"/>
                  </a:cubicBezTo>
                  <a:cubicBezTo>
                    <a:pt x="23343" y="11619"/>
                    <a:pt x="23343" y="11619"/>
                    <a:pt x="23173" y="11619"/>
                  </a:cubicBezTo>
                  <a:cubicBezTo>
                    <a:pt x="23092" y="11619"/>
                    <a:pt x="23010" y="11619"/>
                    <a:pt x="23010" y="11554"/>
                  </a:cubicBezTo>
                  <a:lnTo>
                    <a:pt x="23092" y="11554"/>
                  </a:lnTo>
                  <a:cubicBezTo>
                    <a:pt x="23092" y="11573"/>
                    <a:pt x="23099" y="11581"/>
                    <a:pt x="23108" y="11581"/>
                  </a:cubicBezTo>
                  <a:cubicBezTo>
                    <a:pt x="23129" y="11581"/>
                    <a:pt x="23154" y="11537"/>
                    <a:pt x="23092" y="11497"/>
                  </a:cubicBezTo>
                  <a:cubicBezTo>
                    <a:pt x="23092" y="11432"/>
                    <a:pt x="23092" y="11376"/>
                    <a:pt x="23092" y="11376"/>
                  </a:cubicBezTo>
                  <a:close/>
                  <a:moveTo>
                    <a:pt x="24194" y="11505"/>
                  </a:moveTo>
                  <a:lnTo>
                    <a:pt x="24275" y="11562"/>
                  </a:lnTo>
                  <a:cubicBezTo>
                    <a:pt x="24275" y="11619"/>
                    <a:pt x="24194" y="11619"/>
                    <a:pt x="24105" y="11619"/>
                  </a:cubicBezTo>
                  <a:cubicBezTo>
                    <a:pt x="24024" y="11619"/>
                    <a:pt x="24024" y="11619"/>
                    <a:pt x="24024" y="11562"/>
                  </a:cubicBezTo>
                  <a:cubicBezTo>
                    <a:pt x="24073" y="11530"/>
                    <a:pt x="24129" y="11505"/>
                    <a:pt x="24194" y="11505"/>
                  </a:cubicBezTo>
                  <a:close/>
                  <a:moveTo>
                    <a:pt x="8181" y="11595"/>
                  </a:moveTo>
                  <a:lnTo>
                    <a:pt x="8262" y="11659"/>
                  </a:lnTo>
                  <a:lnTo>
                    <a:pt x="8181" y="11659"/>
                  </a:lnTo>
                  <a:cubicBezTo>
                    <a:pt x="8100" y="11659"/>
                    <a:pt x="8100" y="11659"/>
                    <a:pt x="8100" y="11595"/>
                  </a:cubicBezTo>
                  <a:close/>
                  <a:moveTo>
                    <a:pt x="8862" y="11538"/>
                  </a:moveTo>
                  <a:lnTo>
                    <a:pt x="9033" y="11546"/>
                  </a:lnTo>
                  <a:cubicBezTo>
                    <a:pt x="9033" y="11603"/>
                    <a:pt x="9025" y="11659"/>
                    <a:pt x="8943" y="11659"/>
                  </a:cubicBezTo>
                  <a:cubicBezTo>
                    <a:pt x="8919" y="11677"/>
                    <a:pt x="8896" y="11685"/>
                    <a:pt x="8876" y="11685"/>
                  </a:cubicBezTo>
                  <a:cubicBezTo>
                    <a:pt x="8823" y="11685"/>
                    <a:pt x="8797" y="11627"/>
                    <a:pt x="8862" y="11538"/>
                  </a:cubicBezTo>
                  <a:close/>
                  <a:moveTo>
                    <a:pt x="14278" y="11570"/>
                  </a:moveTo>
                  <a:lnTo>
                    <a:pt x="14368" y="11627"/>
                  </a:lnTo>
                  <a:cubicBezTo>
                    <a:pt x="14368" y="11692"/>
                    <a:pt x="14278" y="11692"/>
                    <a:pt x="14197" y="11692"/>
                  </a:cubicBezTo>
                  <a:lnTo>
                    <a:pt x="14197" y="11627"/>
                  </a:lnTo>
                  <a:lnTo>
                    <a:pt x="14278" y="11570"/>
                  </a:lnTo>
                  <a:close/>
                  <a:moveTo>
                    <a:pt x="12081" y="11554"/>
                  </a:moveTo>
                  <a:lnTo>
                    <a:pt x="12081" y="11554"/>
                  </a:lnTo>
                  <a:cubicBezTo>
                    <a:pt x="12162" y="11562"/>
                    <a:pt x="12081" y="11619"/>
                    <a:pt x="11992" y="11740"/>
                  </a:cubicBezTo>
                  <a:cubicBezTo>
                    <a:pt x="11923" y="11764"/>
                    <a:pt x="11882" y="11777"/>
                    <a:pt x="11863" y="11777"/>
                  </a:cubicBezTo>
                  <a:cubicBezTo>
                    <a:pt x="11836" y="11777"/>
                    <a:pt x="11858" y="11748"/>
                    <a:pt x="11911" y="11676"/>
                  </a:cubicBezTo>
                  <a:lnTo>
                    <a:pt x="12081" y="11554"/>
                  </a:lnTo>
                  <a:close/>
                  <a:moveTo>
                    <a:pt x="26481" y="11530"/>
                  </a:moveTo>
                  <a:cubicBezTo>
                    <a:pt x="26491" y="11530"/>
                    <a:pt x="26493" y="11560"/>
                    <a:pt x="26497" y="11619"/>
                  </a:cubicBezTo>
                  <a:cubicBezTo>
                    <a:pt x="26505" y="11676"/>
                    <a:pt x="26513" y="11740"/>
                    <a:pt x="26424" y="11749"/>
                  </a:cubicBezTo>
                  <a:cubicBezTo>
                    <a:pt x="26367" y="11795"/>
                    <a:pt x="26327" y="11815"/>
                    <a:pt x="26305" y="11815"/>
                  </a:cubicBezTo>
                  <a:cubicBezTo>
                    <a:pt x="26259" y="11815"/>
                    <a:pt x="26292" y="11729"/>
                    <a:pt x="26408" y="11635"/>
                  </a:cubicBezTo>
                  <a:cubicBezTo>
                    <a:pt x="26449" y="11564"/>
                    <a:pt x="26470" y="11530"/>
                    <a:pt x="26481" y="11530"/>
                  </a:cubicBezTo>
                  <a:close/>
                  <a:moveTo>
                    <a:pt x="7249" y="11708"/>
                  </a:moveTo>
                  <a:cubicBezTo>
                    <a:pt x="7160" y="11708"/>
                    <a:pt x="7160" y="11773"/>
                    <a:pt x="7160" y="11773"/>
                  </a:cubicBezTo>
                  <a:cubicBezTo>
                    <a:pt x="7160" y="11773"/>
                    <a:pt x="7160" y="11830"/>
                    <a:pt x="7249" y="11830"/>
                  </a:cubicBezTo>
                  <a:lnTo>
                    <a:pt x="7330" y="11830"/>
                  </a:lnTo>
                  <a:cubicBezTo>
                    <a:pt x="7330" y="11773"/>
                    <a:pt x="7249" y="11708"/>
                    <a:pt x="7249" y="11708"/>
                  </a:cubicBezTo>
                  <a:close/>
                  <a:moveTo>
                    <a:pt x="22832" y="11854"/>
                  </a:moveTo>
                  <a:cubicBezTo>
                    <a:pt x="22832" y="11911"/>
                    <a:pt x="22832" y="11911"/>
                    <a:pt x="22921" y="11911"/>
                  </a:cubicBezTo>
                  <a:lnTo>
                    <a:pt x="23002" y="11911"/>
                  </a:lnTo>
                  <a:lnTo>
                    <a:pt x="22921" y="11854"/>
                  </a:lnTo>
                  <a:close/>
                  <a:moveTo>
                    <a:pt x="8433" y="1"/>
                  </a:moveTo>
                  <a:cubicBezTo>
                    <a:pt x="8384" y="41"/>
                    <a:pt x="8327" y="57"/>
                    <a:pt x="8262" y="65"/>
                  </a:cubicBezTo>
                  <a:cubicBezTo>
                    <a:pt x="8262" y="122"/>
                    <a:pt x="8181" y="122"/>
                    <a:pt x="7922" y="122"/>
                  </a:cubicBezTo>
                  <a:cubicBezTo>
                    <a:pt x="7752" y="122"/>
                    <a:pt x="7419" y="179"/>
                    <a:pt x="7249" y="179"/>
                  </a:cubicBezTo>
                  <a:cubicBezTo>
                    <a:pt x="7079" y="179"/>
                    <a:pt x="6819" y="171"/>
                    <a:pt x="6738" y="114"/>
                  </a:cubicBezTo>
                  <a:cubicBezTo>
                    <a:pt x="6625" y="114"/>
                    <a:pt x="6503" y="130"/>
                    <a:pt x="6398" y="171"/>
                  </a:cubicBezTo>
                  <a:cubicBezTo>
                    <a:pt x="6357" y="199"/>
                    <a:pt x="6294" y="213"/>
                    <a:pt x="6242" y="213"/>
                  </a:cubicBezTo>
                  <a:cubicBezTo>
                    <a:pt x="6189" y="213"/>
                    <a:pt x="6146" y="199"/>
                    <a:pt x="6146" y="171"/>
                  </a:cubicBezTo>
                  <a:lnTo>
                    <a:pt x="6057" y="171"/>
                  </a:lnTo>
                  <a:cubicBezTo>
                    <a:pt x="5976" y="203"/>
                    <a:pt x="5887" y="228"/>
                    <a:pt x="5790" y="236"/>
                  </a:cubicBezTo>
                  <a:cubicBezTo>
                    <a:pt x="5790" y="192"/>
                    <a:pt x="5746" y="156"/>
                    <a:pt x="5689" y="156"/>
                  </a:cubicBezTo>
                  <a:cubicBezTo>
                    <a:pt x="5660" y="156"/>
                    <a:pt x="5627" y="165"/>
                    <a:pt x="5595" y="187"/>
                  </a:cubicBezTo>
                  <a:cubicBezTo>
                    <a:pt x="5603" y="244"/>
                    <a:pt x="5506" y="244"/>
                    <a:pt x="5311" y="260"/>
                  </a:cubicBezTo>
                  <a:cubicBezTo>
                    <a:pt x="5109" y="260"/>
                    <a:pt x="4906" y="276"/>
                    <a:pt x="4703" y="317"/>
                  </a:cubicBezTo>
                  <a:lnTo>
                    <a:pt x="4176" y="438"/>
                  </a:lnTo>
                  <a:cubicBezTo>
                    <a:pt x="3990" y="503"/>
                    <a:pt x="3795" y="568"/>
                    <a:pt x="3600" y="649"/>
                  </a:cubicBezTo>
                  <a:cubicBezTo>
                    <a:pt x="3414" y="738"/>
                    <a:pt x="3228" y="819"/>
                    <a:pt x="3057" y="909"/>
                  </a:cubicBezTo>
                  <a:lnTo>
                    <a:pt x="2619" y="1184"/>
                  </a:lnTo>
                  <a:cubicBezTo>
                    <a:pt x="2384" y="1371"/>
                    <a:pt x="2230" y="1500"/>
                    <a:pt x="2238" y="1509"/>
                  </a:cubicBezTo>
                  <a:cubicBezTo>
                    <a:pt x="2238" y="1509"/>
                    <a:pt x="2165" y="1573"/>
                    <a:pt x="2019" y="1703"/>
                  </a:cubicBezTo>
                  <a:lnTo>
                    <a:pt x="1809" y="1898"/>
                  </a:lnTo>
                  <a:cubicBezTo>
                    <a:pt x="1801" y="1889"/>
                    <a:pt x="1790" y="1885"/>
                    <a:pt x="1778" y="1885"/>
                  </a:cubicBezTo>
                  <a:cubicBezTo>
                    <a:pt x="1668" y="1885"/>
                    <a:pt x="1407" y="2224"/>
                    <a:pt x="1298" y="2465"/>
                  </a:cubicBezTo>
                  <a:cubicBezTo>
                    <a:pt x="1282" y="2571"/>
                    <a:pt x="1233" y="2660"/>
                    <a:pt x="1168" y="2733"/>
                  </a:cubicBezTo>
                  <a:cubicBezTo>
                    <a:pt x="1156" y="2724"/>
                    <a:pt x="1144" y="2720"/>
                    <a:pt x="1130" y="2720"/>
                  </a:cubicBezTo>
                  <a:cubicBezTo>
                    <a:pt x="1033" y="2720"/>
                    <a:pt x="903" y="2935"/>
                    <a:pt x="860" y="3106"/>
                  </a:cubicBezTo>
                  <a:cubicBezTo>
                    <a:pt x="904" y="3218"/>
                    <a:pt x="885" y="3287"/>
                    <a:pt x="826" y="3287"/>
                  </a:cubicBezTo>
                  <a:cubicBezTo>
                    <a:pt x="808" y="3287"/>
                    <a:pt x="787" y="3281"/>
                    <a:pt x="763" y="3268"/>
                  </a:cubicBezTo>
                  <a:cubicBezTo>
                    <a:pt x="749" y="3261"/>
                    <a:pt x="736" y="3257"/>
                    <a:pt x="724" y="3257"/>
                  </a:cubicBezTo>
                  <a:cubicBezTo>
                    <a:pt x="638" y="3257"/>
                    <a:pt x="578" y="3421"/>
                    <a:pt x="649" y="3641"/>
                  </a:cubicBezTo>
                  <a:cubicBezTo>
                    <a:pt x="657" y="3754"/>
                    <a:pt x="657" y="3754"/>
                    <a:pt x="568" y="3819"/>
                  </a:cubicBezTo>
                  <a:cubicBezTo>
                    <a:pt x="422" y="3860"/>
                    <a:pt x="382" y="3949"/>
                    <a:pt x="438" y="3973"/>
                  </a:cubicBezTo>
                  <a:cubicBezTo>
                    <a:pt x="520" y="4111"/>
                    <a:pt x="487" y="4192"/>
                    <a:pt x="341" y="4241"/>
                  </a:cubicBezTo>
                  <a:cubicBezTo>
                    <a:pt x="163" y="4387"/>
                    <a:pt x="171" y="4395"/>
                    <a:pt x="260" y="4525"/>
                  </a:cubicBezTo>
                  <a:cubicBezTo>
                    <a:pt x="349" y="4646"/>
                    <a:pt x="260" y="5011"/>
                    <a:pt x="138" y="5092"/>
                  </a:cubicBezTo>
                  <a:cubicBezTo>
                    <a:pt x="122" y="5181"/>
                    <a:pt x="49" y="5271"/>
                    <a:pt x="106" y="5279"/>
                  </a:cubicBezTo>
                  <a:lnTo>
                    <a:pt x="33" y="5368"/>
                  </a:lnTo>
                  <a:cubicBezTo>
                    <a:pt x="17" y="5433"/>
                    <a:pt x="17" y="5498"/>
                    <a:pt x="9" y="5562"/>
                  </a:cubicBezTo>
                  <a:lnTo>
                    <a:pt x="74" y="5571"/>
                  </a:lnTo>
                  <a:cubicBezTo>
                    <a:pt x="65" y="5611"/>
                    <a:pt x="49" y="5781"/>
                    <a:pt x="17" y="6025"/>
                  </a:cubicBezTo>
                  <a:cubicBezTo>
                    <a:pt x="1" y="6325"/>
                    <a:pt x="9" y="6625"/>
                    <a:pt x="49" y="6925"/>
                  </a:cubicBezTo>
                  <a:cubicBezTo>
                    <a:pt x="205" y="7812"/>
                    <a:pt x="338" y="8071"/>
                    <a:pt x="378" y="8071"/>
                  </a:cubicBezTo>
                  <a:cubicBezTo>
                    <a:pt x="386" y="8071"/>
                    <a:pt x="390" y="8061"/>
                    <a:pt x="390" y="8043"/>
                  </a:cubicBezTo>
                  <a:cubicBezTo>
                    <a:pt x="410" y="8012"/>
                    <a:pt x="429" y="7998"/>
                    <a:pt x="445" y="7998"/>
                  </a:cubicBezTo>
                  <a:cubicBezTo>
                    <a:pt x="494" y="7998"/>
                    <a:pt x="516" y="8124"/>
                    <a:pt x="455" y="8222"/>
                  </a:cubicBezTo>
                  <a:cubicBezTo>
                    <a:pt x="487" y="8384"/>
                    <a:pt x="536" y="8538"/>
                    <a:pt x="601" y="8684"/>
                  </a:cubicBezTo>
                  <a:cubicBezTo>
                    <a:pt x="682" y="8862"/>
                    <a:pt x="787" y="9033"/>
                    <a:pt x="730" y="9057"/>
                  </a:cubicBezTo>
                  <a:lnTo>
                    <a:pt x="779" y="9146"/>
                  </a:lnTo>
                  <a:cubicBezTo>
                    <a:pt x="982" y="9260"/>
                    <a:pt x="1306" y="9730"/>
                    <a:pt x="1468" y="9981"/>
                  </a:cubicBezTo>
                  <a:cubicBezTo>
                    <a:pt x="1606" y="10127"/>
                    <a:pt x="1663" y="10208"/>
                    <a:pt x="1849" y="10289"/>
                  </a:cubicBezTo>
                  <a:cubicBezTo>
                    <a:pt x="2028" y="10378"/>
                    <a:pt x="2028" y="10378"/>
                    <a:pt x="2060" y="10492"/>
                  </a:cubicBezTo>
                  <a:cubicBezTo>
                    <a:pt x="2017" y="10535"/>
                    <a:pt x="2361" y="10864"/>
                    <a:pt x="2482" y="10864"/>
                  </a:cubicBezTo>
                  <a:cubicBezTo>
                    <a:pt x="2496" y="10864"/>
                    <a:pt x="2507" y="10859"/>
                    <a:pt x="2514" y="10849"/>
                  </a:cubicBezTo>
                  <a:lnTo>
                    <a:pt x="2563" y="10954"/>
                  </a:lnTo>
                  <a:cubicBezTo>
                    <a:pt x="2592" y="11017"/>
                    <a:pt x="2644" y="11042"/>
                    <a:pt x="2688" y="11042"/>
                  </a:cubicBezTo>
                  <a:cubicBezTo>
                    <a:pt x="2718" y="11042"/>
                    <a:pt x="2744" y="11030"/>
                    <a:pt x="2757" y="11011"/>
                  </a:cubicBezTo>
                  <a:cubicBezTo>
                    <a:pt x="2779" y="10979"/>
                    <a:pt x="2802" y="10962"/>
                    <a:pt x="2823" y="10962"/>
                  </a:cubicBezTo>
                  <a:cubicBezTo>
                    <a:pt x="2866" y="10962"/>
                    <a:pt x="2901" y="11029"/>
                    <a:pt x="2895" y="11165"/>
                  </a:cubicBezTo>
                  <a:cubicBezTo>
                    <a:pt x="2847" y="11242"/>
                    <a:pt x="2883" y="11289"/>
                    <a:pt x="2915" y="11289"/>
                  </a:cubicBezTo>
                  <a:cubicBezTo>
                    <a:pt x="2926" y="11289"/>
                    <a:pt x="2937" y="11283"/>
                    <a:pt x="2944" y="11270"/>
                  </a:cubicBezTo>
                  <a:cubicBezTo>
                    <a:pt x="2961" y="11270"/>
                    <a:pt x="2979" y="11270"/>
                    <a:pt x="2996" y="11270"/>
                  </a:cubicBezTo>
                  <a:cubicBezTo>
                    <a:pt x="3093" y="11270"/>
                    <a:pt x="3188" y="11276"/>
                    <a:pt x="3236" y="11351"/>
                  </a:cubicBezTo>
                  <a:cubicBezTo>
                    <a:pt x="3284" y="11378"/>
                    <a:pt x="3332" y="11401"/>
                    <a:pt x="3373" y="11401"/>
                  </a:cubicBezTo>
                  <a:cubicBezTo>
                    <a:pt x="3409" y="11401"/>
                    <a:pt x="3440" y="11384"/>
                    <a:pt x="3463" y="11335"/>
                  </a:cubicBezTo>
                  <a:cubicBezTo>
                    <a:pt x="3474" y="11315"/>
                    <a:pt x="3492" y="11307"/>
                    <a:pt x="3514" y="11307"/>
                  </a:cubicBezTo>
                  <a:cubicBezTo>
                    <a:pt x="3554" y="11307"/>
                    <a:pt x="3608" y="11333"/>
                    <a:pt x="3665" y="11359"/>
                  </a:cubicBezTo>
                  <a:cubicBezTo>
                    <a:pt x="3641" y="11416"/>
                    <a:pt x="3641" y="11416"/>
                    <a:pt x="3529" y="11432"/>
                  </a:cubicBezTo>
                  <a:lnTo>
                    <a:pt x="3529" y="11432"/>
                  </a:lnTo>
                  <a:cubicBezTo>
                    <a:pt x="3524" y="11430"/>
                    <a:pt x="3519" y="11428"/>
                    <a:pt x="3515" y="11426"/>
                  </a:cubicBezTo>
                  <a:lnTo>
                    <a:pt x="3515" y="11426"/>
                  </a:lnTo>
                  <a:cubicBezTo>
                    <a:pt x="3519" y="11428"/>
                    <a:pt x="3523" y="11430"/>
                    <a:pt x="3527" y="11432"/>
                  </a:cubicBezTo>
                  <a:cubicBezTo>
                    <a:pt x="3528" y="11432"/>
                    <a:pt x="3528" y="11432"/>
                    <a:pt x="3529" y="11432"/>
                  </a:cubicBezTo>
                  <a:lnTo>
                    <a:pt x="3529" y="11432"/>
                  </a:lnTo>
                  <a:cubicBezTo>
                    <a:pt x="3565" y="11449"/>
                    <a:pt x="3627" y="11477"/>
                    <a:pt x="3706" y="11505"/>
                  </a:cubicBezTo>
                  <a:cubicBezTo>
                    <a:pt x="3795" y="11538"/>
                    <a:pt x="3957" y="11668"/>
                    <a:pt x="3941" y="11716"/>
                  </a:cubicBezTo>
                  <a:cubicBezTo>
                    <a:pt x="3979" y="11766"/>
                    <a:pt x="4021" y="11799"/>
                    <a:pt x="4046" y="11799"/>
                  </a:cubicBezTo>
                  <a:cubicBezTo>
                    <a:pt x="4069" y="11799"/>
                    <a:pt x="4078" y="11771"/>
                    <a:pt x="4054" y="11700"/>
                  </a:cubicBezTo>
                  <a:cubicBezTo>
                    <a:pt x="4077" y="11632"/>
                    <a:pt x="4085" y="11607"/>
                    <a:pt x="4120" y="11607"/>
                  </a:cubicBezTo>
                  <a:cubicBezTo>
                    <a:pt x="4147" y="11607"/>
                    <a:pt x="4192" y="11622"/>
                    <a:pt x="4273" y="11643"/>
                  </a:cubicBezTo>
                  <a:cubicBezTo>
                    <a:pt x="4371" y="11668"/>
                    <a:pt x="4460" y="11692"/>
                    <a:pt x="4444" y="11749"/>
                  </a:cubicBezTo>
                  <a:cubicBezTo>
                    <a:pt x="4427" y="11805"/>
                    <a:pt x="4427" y="11805"/>
                    <a:pt x="4622" y="11854"/>
                  </a:cubicBezTo>
                  <a:cubicBezTo>
                    <a:pt x="4677" y="11865"/>
                    <a:pt x="4732" y="11870"/>
                    <a:pt x="4787" y="11870"/>
                  </a:cubicBezTo>
                  <a:cubicBezTo>
                    <a:pt x="4984" y="11870"/>
                    <a:pt x="5177" y="11802"/>
                    <a:pt x="5336" y="11676"/>
                  </a:cubicBezTo>
                  <a:cubicBezTo>
                    <a:pt x="5340" y="11615"/>
                    <a:pt x="5342" y="11584"/>
                    <a:pt x="5353" y="11584"/>
                  </a:cubicBezTo>
                  <a:cubicBezTo>
                    <a:pt x="5364" y="11584"/>
                    <a:pt x="5384" y="11615"/>
                    <a:pt x="5425" y="11676"/>
                  </a:cubicBezTo>
                  <a:cubicBezTo>
                    <a:pt x="5417" y="11740"/>
                    <a:pt x="5514" y="11740"/>
                    <a:pt x="5611" y="11749"/>
                  </a:cubicBezTo>
                  <a:cubicBezTo>
                    <a:pt x="5611" y="11731"/>
                    <a:pt x="5620" y="11725"/>
                    <a:pt x="5629" y="11725"/>
                  </a:cubicBezTo>
                  <a:cubicBezTo>
                    <a:pt x="5648" y="11725"/>
                    <a:pt x="5669" y="11749"/>
                    <a:pt x="5625" y="11749"/>
                  </a:cubicBezTo>
                  <a:cubicBezTo>
                    <a:pt x="5621" y="11749"/>
                    <a:pt x="5617" y="11749"/>
                    <a:pt x="5611" y="11749"/>
                  </a:cubicBezTo>
                  <a:cubicBezTo>
                    <a:pt x="5605" y="11790"/>
                    <a:pt x="5552" y="11801"/>
                    <a:pt x="5490" y="11801"/>
                  </a:cubicBezTo>
                  <a:cubicBezTo>
                    <a:pt x="5466" y="11801"/>
                    <a:pt x="5441" y="11799"/>
                    <a:pt x="5417" y="11797"/>
                  </a:cubicBezTo>
                  <a:lnTo>
                    <a:pt x="5408" y="11854"/>
                  </a:lnTo>
                  <a:cubicBezTo>
                    <a:pt x="5451" y="11922"/>
                    <a:pt x="5500" y="11957"/>
                    <a:pt x="5551" y="11957"/>
                  </a:cubicBezTo>
                  <a:cubicBezTo>
                    <a:pt x="5598" y="11957"/>
                    <a:pt x="5646" y="11928"/>
                    <a:pt x="5692" y="11870"/>
                  </a:cubicBezTo>
                  <a:cubicBezTo>
                    <a:pt x="5741" y="11848"/>
                    <a:pt x="5766" y="11836"/>
                    <a:pt x="5788" y="11836"/>
                  </a:cubicBezTo>
                  <a:cubicBezTo>
                    <a:pt x="5813" y="11836"/>
                    <a:pt x="5835" y="11852"/>
                    <a:pt x="5887" y="11886"/>
                  </a:cubicBezTo>
                  <a:cubicBezTo>
                    <a:pt x="5950" y="11926"/>
                    <a:pt x="6008" y="11970"/>
                    <a:pt x="6038" y="11970"/>
                  </a:cubicBezTo>
                  <a:cubicBezTo>
                    <a:pt x="6050" y="11970"/>
                    <a:pt x="6057" y="11962"/>
                    <a:pt x="6057" y="11943"/>
                  </a:cubicBezTo>
                  <a:cubicBezTo>
                    <a:pt x="6146" y="11943"/>
                    <a:pt x="6235" y="11968"/>
                    <a:pt x="6317" y="12008"/>
                  </a:cubicBezTo>
                  <a:cubicBezTo>
                    <a:pt x="6479" y="12008"/>
                    <a:pt x="6568" y="12008"/>
                    <a:pt x="6568" y="11951"/>
                  </a:cubicBezTo>
                  <a:cubicBezTo>
                    <a:pt x="6568" y="11886"/>
                    <a:pt x="6657" y="11886"/>
                    <a:pt x="6738" y="11886"/>
                  </a:cubicBezTo>
                  <a:cubicBezTo>
                    <a:pt x="6819" y="11886"/>
                    <a:pt x="6908" y="11886"/>
                    <a:pt x="6908" y="11830"/>
                  </a:cubicBezTo>
                  <a:cubicBezTo>
                    <a:pt x="6908" y="11773"/>
                    <a:pt x="6998" y="11708"/>
                    <a:pt x="7160" y="11708"/>
                  </a:cubicBezTo>
                  <a:cubicBezTo>
                    <a:pt x="7229" y="11685"/>
                    <a:pt x="7270" y="11671"/>
                    <a:pt x="7300" y="11671"/>
                  </a:cubicBezTo>
                  <a:cubicBezTo>
                    <a:pt x="7345" y="11671"/>
                    <a:pt x="7366" y="11701"/>
                    <a:pt x="7419" y="11773"/>
                  </a:cubicBezTo>
                  <a:cubicBezTo>
                    <a:pt x="7419" y="11830"/>
                    <a:pt x="7500" y="11830"/>
                    <a:pt x="7581" y="11830"/>
                  </a:cubicBezTo>
                  <a:cubicBezTo>
                    <a:pt x="7646" y="11838"/>
                    <a:pt x="7703" y="11862"/>
                    <a:pt x="7752" y="11895"/>
                  </a:cubicBezTo>
                  <a:cubicBezTo>
                    <a:pt x="7778" y="11911"/>
                    <a:pt x="7796" y="11918"/>
                    <a:pt x="7809" y="11918"/>
                  </a:cubicBezTo>
                  <a:cubicBezTo>
                    <a:pt x="7841" y="11918"/>
                    <a:pt x="7841" y="11878"/>
                    <a:pt x="7841" y="11838"/>
                  </a:cubicBezTo>
                  <a:cubicBezTo>
                    <a:pt x="7841" y="11773"/>
                    <a:pt x="7841" y="11716"/>
                    <a:pt x="7841" y="11716"/>
                  </a:cubicBezTo>
                  <a:cubicBezTo>
                    <a:pt x="7922" y="11716"/>
                    <a:pt x="8011" y="11838"/>
                    <a:pt x="8011" y="11895"/>
                  </a:cubicBezTo>
                  <a:cubicBezTo>
                    <a:pt x="8052" y="11955"/>
                    <a:pt x="8072" y="11986"/>
                    <a:pt x="8082" y="11986"/>
                  </a:cubicBezTo>
                  <a:cubicBezTo>
                    <a:pt x="8092" y="11986"/>
                    <a:pt x="8092" y="11955"/>
                    <a:pt x="8092" y="11895"/>
                  </a:cubicBezTo>
                  <a:cubicBezTo>
                    <a:pt x="8092" y="11855"/>
                    <a:pt x="8136" y="11811"/>
                    <a:pt x="8222" y="11811"/>
                  </a:cubicBezTo>
                  <a:cubicBezTo>
                    <a:pt x="8258" y="11811"/>
                    <a:pt x="8301" y="11819"/>
                    <a:pt x="8352" y="11838"/>
                  </a:cubicBezTo>
                  <a:cubicBezTo>
                    <a:pt x="8514" y="11838"/>
                    <a:pt x="8684" y="11838"/>
                    <a:pt x="8684" y="11895"/>
                  </a:cubicBezTo>
                  <a:cubicBezTo>
                    <a:pt x="8714" y="11916"/>
                    <a:pt x="8746" y="11926"/>
                    <a:pt x="8777" y="11926"/>
                  </a:cubicBezTo>
                  <a:cubicBezTo>
                    <a:pt x="8805" y="11926"/>
                    <a:pt x="8831" y="11918"/>
                    <a:pt x="8854" y="11903"/>
                  </a:cubicBezTo>
                  <a:cubicBezTo>
                    <a:pt x="8899" y="11870"/>
                    <a:pt x="8941" y="11854"/>
                    <a:pt x="9004" y="11854"/>
                  </a:cubicBezTo>
                  <a:cubicBezTo>
                    <a:pt x="9067" y="11854"/>
                    <a:pt x="9150" y="11870"/>
                    <a:pt x="9276" y="11903"/>
                  </a:cubicBezTo>
                  <a:cubicBezTo>
                    <a:pt x="9487" y="11963"/>
                    <a:pt x="9592" y="11994"/>
                    <a:pt x="9646" y="11994"/>
                  </a:cubicBezTo>
                  <a:cubicBezTo>
                    <a:pt x="9700" y="11994"/>
                    <a:pt x="9702" y="11963"/>
                    <a:pt x="9706" y="11903"/>
                  </a:cubicBezTo>
                  <a:cubicBezTo>
                    <a:pt x="9706" y="11870"/>
                    <a:pt x="9706" y="11834"/>
                    <a:pt x="9722" y="11834"/>
                  </a:cubicBezTo>
                  <a:cubicBezTo>
                    <a:pt x="9733" y="11834"/>
                    <a:pt x="9753" y="11852"/>
                    <a:pt x="9787" y="11903"/>
                  </a:cubicBezTo>
                  <a:cubicBezTo>
                    <a:pt x="9811" y="11922"/>
                    <a:pt x="9836" y="11930"/>
                    <a:pt x="9863" y="11930"/>
                  </a:cubicBezTo>
                  <a:cubicBezTo>
                    <a:pt x="9928" y="11930"/>
                    <a:pt x="10007" y="11886"/>
                    <a:pt x="10127" y="11846"/>
                  </a:cubicBezTo>
                  <a:cubicBezTo>
                    <a:pt x="10192" y="11781"/>
                    <a:pt x="10225" y="11700"/>
                    <a:pt x="10216" y="11611"/>
                  </a:cubicBezTo>
                  <a:cubicBezTo>
                    <a:pt x="10216" y="11539"/>
                    <a:pt x="10216" y="11509"/>
                    <a:pt x="10252" y="11509"/>
                  </a:cubicBezTo>
                  <a:cubicBezTo>
                    <a:pt x="10276" y="11509"/>
                    <a:pt x="10318" y="11523"/>
                    <a:pt x="10387" y="11546"/>
                  </a:cubicBezTo>
                  <a:cubicBezTo>
                    <a:pt x="10468" y="11546"/>
                    <a:pt x="10549" y="11611"/>
                    <a:pt x="10549" y="11668"/>
                  </a:cubicBezTo>
                  <a:cubicBezTo>
                    <a:pt x="10549" y="11719"/>
                    <a:pt x="10497" y="11725"/>
                    <a:pt x="10476" y="11725"/>
                  </a:cubicBezTo>
                  <a:cubicBezTo>
                    <a:pt x="10471" y="11725"/>
                    <a:pt x="10468" y="11724"/>
                    <a:pt x="10468" y="11724"/>
                  </a:cubicBezTo>
                  <a:lnTo>
                    <a:pt x="10379" y="11724"/>
                  </a:lnTo>
                  <a:cubicBezTo>
                    <a:pt x="10379" y="11789"/>
                    <a:pt x="10379" y="11846"/>
                    <a:pt x="10549" y="11846"/>
                  </a:cubicBezTo>
                  <a:cubicBezTo>
                    <a:pt x="10593" y="11878"/>
                    <a:pt x="10636" y="11895"/>
                    <a:pt x="10667" y="11895"/>
                  </a:cubicBezTo>
                  <a:cubicBezTo>
                    <a:pt x="10699" y="11895"/>
                    <a:pt x="10719" y="11878"/>
                    <a:pt x="10719" y="11846"/>
                  </a:cubicBezTo>
                  <a:cubicBezTo>
                    <a:pt x="10800" y="11911"/>
                    <a:pt x="10970" y="11911"/>
                    <a:pt x="11141" y="11911"/>
                  </a:cubicBezTo>
                  <a:cubicBezTo>
                    <a:pt x="11311" y="11911"/>
                    <a:pt x="11562" y="11911"/>
                    <a:pt x="11651" y="11976"/>
                  </a:cubicBezTo>
                  <a:cubicBezTo>
                    <a:pt x="11822" y="11976"/>
                    <a:pt x="11903" y="11976"/>
                    <a:pt x="11903" y="11919"/>
                  </a:cubicBezTo>
                  <a:cubicBezTo>
                    <a:pt x="11903" y="11847"/>
                    <a:pt x="11934" y="11817"/>
                    <a:pt x="11960" y="11817"/>
                  </a:cubicBezTo>
                  <a:cubicBezTo>
                    <a:pt x="11977" y="11817"/>
                    <a:pt x="11992" y="11831"/>
                    <a:pt x="11992" y="11854"/>
                  </a:cubicBezTo>
                  <a:cubicBezTo>
                    <a:pt x="12043" y="11930"/>
                    <a:pt x="12492" y="11984"/>
                    <a:pt x="12842" y="11984"/>
                  </a:cubicBezTo>
                  <a:cubicBezTo>
                    <a:pt x="13052" y="11984"/>
                    <a:pt x="13226" y="11964"/>
                    <a:pt x="13257" y="11919"/>
                  </a:cubicBezTo>
                  <a:lnTo>
                    <a:pt x="13427" y="11927"/>
                  </a:lnTo>
                  <a:cubicBezTo>
                    <a:pt x="13512" y="11955"/>
                    <a:pt x="13682" y="11970"/>
                    <a:pt x="13842" y="11970"/>
                  </a:cubicBezTo>
                  <a:cubicBezTo>
                    <a:pt x="14001" y="11970"/>
                    <a:pt x="14149" y="11955"/>
                    <a:pt x="14189" y="11927"/>
                  </a:cubicBezTo>
                  <a:lnTo>
                    <a:pt x="14449" y="11927"/>
                  </a:lnTo>
                  <a:cubicBezTo>
                    <a:pt x="14534" y="11959"/>
                    <a:pt x="14597" y="11976"/>
                    <a:pt x="14648" y="11976"/>
                  </a:cubicBezTo>
                  <a:cubicBezTo>
                    <a:pt x="14700" y="11976"/>
                    <a:pt x="14741" y="11959"/>
                    <a:pt x="14781" y="11927"/>
                  </a:cubicBezTo>
                  <a:cubicBezTo>
                    <a:pt x="14844" y="11887"/>
                    <a:pt x="14863" y="11847"/>
                    <a:pt x="14868" y="11847"/>
                  </a:cubicBezTo>
                  <a:cubicBezTo>
                    <a:pt x="14870" y="11847"/>
                    <a:pt x="14870" y="11854"/>
                    <a:pt x="14870" y="11870"/>
                  </a:cubicBezTo>
                  <a:cubicBezTo>
                    <a:pt x="14870" y="11935"/>
                    <a:pt x="15041" y="11935"/>
                    <a:pt x="15381" y="11935"/>
                  </a:cubicBezTo>
                  <a:cubicBezTo>
                    <a:pt x="15713" y="11935"/>
                    <a:pt x="15713" y="11935"/>
                    <a:pt x="15632" y="11878"/>
                  </a:cubicBezTo>
                  <a:cubicBezTo>
                    <a:pt x="15733" y="11859"/>
                    <a:pt x="15805" y="11851"/>
                    <a:pt x="15854" y="11851"/>
                  </a:cubicBezTo>
                  <a:cubicBezTo>
                    <a:pt x="15973" y="11851"/>
                    <a:pt x="15973" y="11895"/>
                    <a:pt x="15973" y="11935"/>
                  </a:cubicBezTo>
                  <a:cubicBezTo>
                    <a:pt x="15933" y="11990"/>
                    <a:pt x="15945" y="12020"/>
                    <a:pt x="15980" y="12020"/>
                  </a:cubicBezTo>
                  <a:cubicBezTo>
                    <a:pt x="16021" y="12020"/>
                    <a:pt x="16094" y="11976"/>
                    <a:pt x="16143" y="11878"/>
                  </a:cubicBezTo>
                  <a:cubicBezTo>
                    <a:pt x="16190" y="11808"/>
                    <a:pt x="16267" y="11778"/>
                    <a:pt x="16323" y="11778"/>
                  </a:cubicBezTo>
                  <a:cubicBezTo>
                    <a:pt x="16364" y="11778"/>
                    <a:pt x="16395" y="11794"/>
                    <a:pt x="16395" y="11822"/>
                  </a:cubicBezTo>
                  <a:cubicBezTo>
                    <a:pt x="16395" y="11878"/>
                    <a:pt x="16313" y="11878"/>
                    <a:pt x="16224" y="11878"/>
                  </a:cubicBezTo>
                  <a:cubicBezTo>
                    <a:pt x="16224" y="11878"/>
                    <a:pt x="16224" y="11935"/>
                    <a:pt x="16224" y="12000"/>
                  </a:cubicBezTo>
                  <a:cubicBezTo>
                    <a:pt x="16305" y="12000"/>
                    <a:pt x="16305" y="12000"/>
                    <a:pt x="16395" y="11943"/>
                  </a:cubicBezTo>
                  <a:cubicBezTo>
                    <a:pt x="16459" y="11935"/>
                    <a:pt x="16516" y="11919"/>
                    <a:pt x="16565" y="11878"/>
                  </a:cubicBezTo>
                  <a:cubicBezTo>
                    <a:pt x="16654" y="11822"/>
                    <a:pt x="16654" y="11765"/>
                    <a:pt x="16565" y="11700"/>
                  </a:cubicBezTo>
                  <a:cubicBezTo>
                    <a:pt x="16484" y="11643"/>
                    <a:pt x="16565" y="11643"/>
                    <a:pt x="16654" y="11643"/>
                  </a:cubicBezTo>
                  <a:cubicBezTo>
                    <a:pt x="16824" y="11700"/>
                    <a:pt x="16816" y="11765"/>
                    <a:pt x="16735" y="11822"/>
                  </a:cubicBezTo>
                  <a:cubicBezTo>
                    <a:pt x="16654" y="11822"/>
                    <a:pt x="16646" y="11878"/>
                    <a:pt x="16646" y="11943"/>
                  </a:cubicBezTo>
                  <a:cubicBezTo>
                    <a:pt x="16646" y="11954"/>
                    <a:pt x="16660" y="11958"/>
                    <a:pt x="16684" y="11958"/>
                  </a:cubicBezTo>
                  <a:cubicBezTo>
                    <a:pt x="16791" y="11958"/>
                    <a:pt x="17090" y="11864"/>
                    <a:pt x="17157" y="11765"/>
                  </a:cubicBezTo>
                  <a:cubicBezTo>
                    <a:pt x="17157" y="11780"/>
                    <a:pt x="17157" y="11798"/>
                    <a:pt x="17157" y="11822"/>
                  </a:cubicBezTo>
                  <a:cubicBezTo>
                    <a:pt x="17157" y="11886"/>
                    <a:pt x="17327" y="11886"/>
                    <a:pt x="17497" y="11886"/>
                  </a:cubicBezTo>
                  <a:cubicBezTo>
                    <a:pt x="17667" y="11886"/>
                    <a:pt x="17749" y="11886"/>
                    <a:pt x="17749" y="11830"/>
                  </a:cubicBezTo>
                  <a:cubicBezTo>
                    <a:pt x="17749" y="11765"/>
                    <a:pt x="17749" y="11708"/>
                    <a:pt x="17838" y="11708"/>
                  </a:cubicBezTo>
                  <a:cubicBezTo>
                    <a:pt x="17749" y="11708"/>
                    <a:pt x="17757" y="11643"/>
                    <a:pt x="17757" y="11586"/>
                  </a:cubicBezTo>
                  <a:lnTo>
                    <a:pt x="17757" y="11586"/>
                  </a:lnTo>
                  <a:cubicBezTo>
                    <a:pt x="17846" y="11619"/>
                    <a:pt x="17927" y="11659"/>
                    <a:pt x="18008" y="11708"/>
                  </a:cubicBezTo>
                  <a:cubicBezTo>
                    <a:pt x="18178" y="11830"/>
                    <a:pt x="18340" y="11886"/>
                    <a:pt x="18681" y="11895"/>
                  </a:cubicBezTo>
                  <a:cubicBezTo>
                    <a:pt x="18851" y="11895"/>
                    <a:pt x="19103" y="11895"/>
                    <a:pt x="19192" y="11951"/>
                  </a:cubicBezTo>
                  <a:cubicBezTo>
                    <a:pt x="19362" y="11951"/>
                    <a:pt x="19443" y="11951"/>
                    <a:pt x="19443" y="11895"/>
                  </a:cubicBezTo>
                  <a:lnTo>
                    <a:pt x="19613" y="11895"/>
                  </a:lnTo>
                  <a:cubicBezTo>
                    <a:pt x="19658" y="11927"/>
                    <a:pt x="19721" y="11943"/>
                    <a:pt x="19773" y="11943"/>
                  </a:cubicBezTo>
                  <a:cubicBezTo>
                    <a:pt x="19826" y="11943"/>
                    <a:pt x="19869" y="11927"/>
                    <a:pt x="19873" y="11895"/>
                  </a:cubicBezTo>
                  <a:cubicBezTo>
                    <a:pt x="19899" y="11876"/>
                    <a:pt x="19926" y="11870"/>
                    <a:pt x="19952" y="11870"/>
                  </a:cubicBezTo>
                  <a:cubicBezTo>
                    <a:pt x="20008" y="11870"/>
                    <a:pt x="20064" y="11897"/>
                    <a:pt x="20124" y="11903"/>
                  </a:cubicBezTo>
                  <a:cubicBezTo>
                    <a:pt x="20200" y="11953"/>
                    <a:pt x="20242" y="11981"/>
                    <a:pt x="20257" y="11981"/>
                  </a:cubicBezTo>
                  <a:cubicBezTo>
                    <a:pt x="20277" y="11981"/>
                    <a:pt x="20255" y="11937"/>
                    <a:pt x="20205" y="11838"/>
                  </a:cubicBezTo>
                  <a:cubicBezTo>
                    <a:pt x="20205" y="11781"/>
                    <a:pt x="20043" y="11716"/>
                    <a:pt x="19954" y="11716"/>
                  </a:cubicBezTo>
                  <a:lnTo>
                    <a:pt x="19702" y="11716"/>
                  </a:lnTo>
                  <a:lnTo>
                    <a:pt x="19954" y="11659"/>
                  </a:lnTo>
                  <a:cubicBezTo>
                    <a:pt x="20043" y="11659"/>
                    <a:pt x="20213" y="11603"/>
                    <a:pt x="20213" y="11538"/>
                  </a:cubicBezTo>
                  <a:cubicBezTo>
                    <a:pt x="20213" y="11538"/>
                    <a:pt x="20213" y="11481"/>
                    <a:pt x="20294" y="11481"/>
                  </a:cubicBezTo>
                  <a:lnTo>
                    <a:pt x="20294" y="11603"/>
                  </a:lnTo>
                  <a:cubicBezTo>
                    <a:pt x="20238" y="11635"/>
                    <a:pt x="20197" y="11708"/>
                    <a:pt x="20205" y="11781"/>
                  </a:cubicBezTo>
                  <a:cubicBezTo>
                    <a:pt x="20260" y="11855"/>
                    <a:pt x="20375" y="11905"/>
                    <a:pt x="20456" y="11905"/>
                  </a:cubicBezTo>
                  <a:cubicBezTo>
                    <a:pt x="20508" y="11905"/>
                    <a:pt x="20546" y="11885"/>
                    <a:pt x="20546" y="11838"/>
                  </a:cubicBezTo>
                  <a:cubicBezTo>
                    <a:pt x="20635" y="11838"/>
                    <a:pt x="20635" y="11838"/>
                    <a:pt x="20716" y="11903"/>
                  </a:cubicBezTo>
                  <a:cubicBezTo>
                    <a:pt x="20716" y="11926"/>
                    <a:pt x="20730" y="11940"/>
                    <a:pt x="20752" y="11940"/>
                  </a:cubicBezTo>
                  <a:cubicBezTo>
                    <a:pt x="20785" y="11940"/>
                    <a:pt x="20834" y="11912"/>
                    <a:pt x="20886" y="11846"/>
                  </a:cubicBezTo>
                  <a:cubicBezTo>
                    <a:pt x="20931" y="11785"/>
                    <a:pt x="20973" y="11755"/>
                    <a:pt x="21015" y="11755"/>
                  </a:cubicBezTo>
                  <a:cubicBezTo>
                    <a:pt x="21056" y="11755"/>
                    <a:pt x="21097" y="11785"/>
                    <a:pt x="21138" y="11846"/>
                  </a:cubicBezTo>
                  <a:cubicBezTo>
                    <a:pt x="21239" y="11918"/>
                    <a:pt x="21400" y="11947"/>
                    <a:pt x="21514" y="11947"/>
                  </a:cubicBezTo>
                  <a:cubicBezTo>
                    <a:pt x="21592" y="11947"/>
                    <a:pt x="21648" y="11934"/>
                    <a:pt x="21648" y="11911"/>
                  </a:cubicBezTo>
                  <a:cubicBezTo>
                    <a:pt x="21648" y="11839"/>
                    <a:pt x="21737" y="11809"/>
                    <a:pt x="21828" y="11809"/>
                  </a:cubicBezTo>
                  <a:cubicBezTo>
                    <a:pt x="21890" y="11809"/>
                    <a:pt x="21953" y="11823"/>
                    <a:pt x="21989" y="11846"/>
                  </a:cubicBezTo>
                  <a:cubicBezTo>
                    <a:pt x="22027" y="11879"/>
                    <a:pt x="22073" y="11896"/>
                    <a:pt x="22119" y="11896"/>
                  </a:cubicBezTo>
                  <a:cubicBezTo>
                    <a:pt x="22162" y="11896"/>
                    <a:pt x="22205" y="11881"/>
                    <a:pt x="22240" y="11854"/>
                  </a:cubicBezTo>
                  <a:cubicBezTo>
                    <a:pt x="22246" y="11907"/>
                    <a:pt x="22289" y="11939"/>
                    <a:pt x="22337" y="11939"/>
                  </a:cubicBezTo>
                  <a:cubicBezTo>
                    <a:pt x="22362" y="11939"/>
                    <a:pt x="22388" y="11930"/>
                    <a:pt x="22410" y="11911"/>
                  </a:cubicBezTo>
                  <a:cubicBezTo>
                    <a:pt x="22410" y="11911"/>
                    <a:pt x="22492" y="11911"/>
                    <a:pt x="22410" y="11854"/>
                  </a:cubicBezTo>
                  <a:lnTo>
                    <a:pt x="22581" y="11732"/>
                  </a:lnTo>
                  <a:cubicBezTo>
                    <a:pt x="22500" y="11732"/>
                    <a:pt x="22500" y="11676"/>
                    <a:pt x="22500" y="11611"/>
                  </a:cubicBezTo>
                  <a:cubicBezTo>
                    <a:pt x="22500" y="11597"/>
                    <a:pt x="22520" y="11590"/>
                    <a:pt x="22554" y="11590"/>
                  </a:cubicBezTo>
                  <a:cubicBezTo>
                    <a:pt x="22656" y="11590"/>
                    <a:pt x="22880" y="11657"/>
                    <a:pt x="23002" y="11797"/>
                  </a:cubicBezTo>
                  <a:lnTo>
                    <a:pt x="23173" y="11919"/>
                  </a:lnTo>
                  <a:lnTo>
                    <a:pt x="23173" y="11797"/>
                  </a:lnTo>
                  <a:cubicBezTo>
                    <a:pt x="23262" y="11797"/>
                    <a:pt x="23343" y="11797"/>
                    <a:pt x="23343" y="11854"/>
                  </a:cubicBezTo>
                  <a:cubicBezTo>
                    <a:pt x="23343" y="11919"/>
                    <a:pt x="23343" y="11919"/>
                    <a:pt x="23424" y="11919"/>
                  </a:cubicBezTo>
                  <a:cubicBezTo>
                    <a:pt x="23424" y="11919"/>
                    <a:pt x="23513" y="11919"/>
                    <a:pt x="23513" y="11862"/>
                  </a:cubicBezTo>
                  <a:cubicBezTo>
                    <a:pt x="23513" y="11790"/>
                    <a:pt x="23513" y="11761"/>
                    <a:pt x="23530" y="11761"/>
                  </a:cubicBezTo>
                  <a:cubicBezTo>
                    <a:pt x="23542" y="11761"/>
                    <a:pt x="23561" y="11774"/>
                    <a:pt x="23594" y="11797"/>
                  </a:cubicBezTo>
                  <a:cubicBezTo>
                    <a:pt x="23639" y="11858"/>
                    <a:pt x="23681" y="11888"/>
                    <a:pt x="23724" y="11888"/>
                  </a:cubicBezTo>
                  <a:cubicBezTo>
                    <a:pt x="23766" y="11888"/>
                    <a:pt x="23809" y="11858"/>
                    <a:pt x="23854" y="11797"/>
                  </a:cubicBezTo>
                  <a:cubicBezTo>
                    <a:pt x="23854" y="11740"/>
                    <a:pt x="23854" y="11712"/>
                    <a:pt x="23864" y="11712"/>
                  </a:cubicBezTo>
                  <a:cubicBezTo>
                    <a:pt x="23874" y="11712"/>
                    <a:pt x="23894" y="11740"/>
                    <a:pt x="23935" y="11797"/>
                  </a:cubicBezTo>
                  <a:cubicBezTo>
                    <a:pt x="23935" y="11862"/>
                    <a:pt x="24016" y="11919"/>
                    <a:pt x="24105" y="11919"/>
                  </a:cubicBezTo>
                  <a:lnTo>
                    <a:pt x="24105" y="11862"/>
                  </a:lnTo>
                  <a:cubicBezTo>
                    <a:pt x="24105" y="11792"/>
                    <a:pt x="24135" y="11762"/>
                    <a:pt x="24176" y="11762"/>
                  </a:cubicBezTo>
                  <a:cubicBezTo>
                    <a:pt x="24205" y="11762"/>
                    <a:pt x="24241" y="11778"/>
                    <a:pt x="24275" y="11805"/>
                  </a:cubicBezTo>
                  <a:cubicBezTo>
                    <a:pt x="24275" y="11834"/>
                    <a:pt x="24296" y="11848"/>
                    <a:pt x="24337" y="11848"/>
                  </a:cubicBezTo>
                  <a:cubicBezTo>
                    <a:pt x="24379" y="11848"/>
                    <a:pt x="24441" y="11834"/>
                    <a:pt x="24527" y="11805"/>
                  </a:cubicBezTo>
                  <a:cubicBezTo>
                    <a:pt x="24697" y="11805"/>
                    <a:pt x="24786" y="11805"/>
                    <a:pt x="24786" y="11862"/>
                  </a:cubicBezTo>
                  <a:cubicBezTo>
                    <a:pt x="24782" y="11923"/>
                    <a:pt x="24780" y="11953"/>
                    <a:pt x="24790" y="11953"/>
                  </a:cubicBezTo>
                  <a:cubicBezTo>
                    <a:pt x="24800" y="11953"/>
                    <a:pt x="24823" y="11923"/>
                    <a:pt x="24867" y="11862"/>
                  </a:cubicBezTo>
                  <a:cubicBezTo>
                    <a:pt x="24908" y="11834"/>
                    <a:pt x="24928" y="11820"/>
                    <a:pt x="24959" y="11820"/>
                  </a:cubicBezTo>
                  <a:cubicBezTo>
                    <a:pt x="24991" y="11820"/>
                    <a:pt x="25033" y="11834"/>
                    <a:pt x="25118" y="11862"/>
                  </a:cubicBezTo>
                  <a:cubicBezTo>
                    <a:pt x="25165" y="11896"/>
                    <a:pt x="25187" y="11912"/>
                    <a:pt x="25209" y="11912"/>
                  </a:cubicBezTo>
                  <a:cubicBezTo>
                    <a:pt x="25229" y="11912"/>
                    <a:pt x="25250" y="11898"/>
                    <a:pt x="25289" y="11870"/>
                  </a:cubicBezTo>
                  <a:cubicBezTo>
                    <a:pt x="25289" y="11749"/>
                    <a:pt x="25289" y="11684"/>
                    <a:pt x="25208" y="11684"/>
                  </a:cubicBezTo>
                  <a:cubicBezTo>
                    <a:pt x="25127" y="11684"/>
                    <a:pt x="25127" y="11684"/>
                    <a:pt x="25127" y="11627"/>
                  </a:cubicBezTo>
                  <a:lnTo>
                    <a:pt x="25297" y="11627"/>
                  </a:lnTo>
                  <a:cubicBezTo>
                    <a:pt x="25410" y="11627"/>
                    <a:pt x="25524" y="11611"/>
                    <a:pt x="25629" y="11570"/>
                  </a:cubicBezTo>
                  <a:cubicBezTo>
                    <a:pt x="25769" y="11524"/>
                    <a:pt x="25799" y="11434"/>
                    <a:pt x="25713" y="11434"/>
                  </a:cubicBezTo>
                  <a:cubicBezTo>
                    <a:pt x="25693" y="11434"/>
                    <a:pt x="25668" y="11438"/>
                    <a:pt x="25637" y="11449"/>
                  </a:cubicBezTo>
                  <a:lnTo>
                    <a:pt x="25548" y="11392"/>
                  </a:lnTo>
                  <a:cubicBezTo>
                    <a:pt x="25552" y="11303"/>
                    <a:pt x="25512" y="11258"/>
                    <a:pt x="25469" y="11258"/>
                  </a:cubicBezTo>
                  <a:cubicBezTo>
                    <a:pt x="25427" y="11258"/>
                    <a:pt x="25382" y="11303"/>
                    <a:pt x="25378" y="11392"/>
                  </a:cubicBezTo>
                  <a:cubicBezTo>
                    <a:pt x="25378" y="11490"/>
                    <a:pt x="25378" y="11534"/>
                    <a:pt x="25365" y="11534"/>
                  </a:cubicBezTo>
                  <a:cubicBezTo>
                    <a:pt x="25354" y="11534"/>
                    <a:pt x="25334" y="11504"/>
                    <a:pt x="25297" y="11449"/>
                  </a:cubicBezTo>
                  <a:cubicBezTo>
                    <a:pt x="25297" y="11327"/>
                    <a:pt x="25216" y="11327"/>
                    <a:pt x="25127" y="11327"/>
                  </a:cubicBezTo>
                  <a:cubicBezTo>
                    <a:pt x="25045" y="11327"/>
                    <a:pt x="25045" y="11327"/>
                    <a:pt x="25045" y="11270"/>
                  </a:cubicBezTo>
                  <a:cubicBezTo>
                    <a:pt x="25045" y="11205"/>
                    <a:pt x="24956" y="11149"/>
                    <a:pt x="24875" y="11149"/>
                  </a:cubicBezTo>
                  <a:cubicBezTo>
                    <a:pt x="24794" y="11149"/>
                    <a:pt x="24794" y="11149"/>
                    <a:pt x="24786" y="11205"/>
                  </a:cubicBezTo>
                  <a:cubicBezTo>
                    <a:pt x="24822" y="11232"/>
                    <a:pt x="24816" y="11246"/>
                    <a:pt x="24789" y="11246"/>
                  </a:cubicBezTo>
                  <a:cubicBezTo>
                    <a:pt x="24751" y="11246"/>
                    <a:pt x="24672" y="11216"/>
                    <a:pt x="24624" y="11149"/>
                  </a:cubicBezTo>
                  <a:cubicBezTo>
                    <a:pt x="24586" y="11121"/>
                    <a:pt x="24564" y="11105"/>
                    <a:pt x="24552" y="11105"/>
                  </a:cubicBezTo>
                  <a:cubicBezTo>
                    <a:pt x="24535" y="11105"/>
                    <a:pt x="24535" y="11135"/>
                    <a:pt x="24535" y="11205"/>
                  </a:cubicBezTo>
                  <a:cubicBezTo>
                    <a:pt x="24535" y="11266"/>
                    <a:pt x="24492" y="11297"/>
                    <a:pt x="24439" y="11297"/>
                  </a:cubicBezTo>
                  <a:cubicBezTo>
                    <a:pt x="24387" y="11297"/>
                    <a:pt x="24324" y="11266"/>
                    <a:pt x="24283" y="11205"/>
                  </a:cubicBezTo>
                  <a:lnTo>
                    <a:pt x="24113" y="11205"/>
                  </a:lnTo>
                  <a:cubicBezTo>
                    <a:pt x="24024" y="11205"/>
                    <a:pt x="24024" y="11262"/>
                    <a:pt x="24024" y="11319"/>
                  </a:cubicBezTo>
                  <a:cubicBezTo>
                    <a:pt x="24024" y="11391"/>
                    <a:pt x="24024" y="11420"/>
                    <a:pt x="24007" y="11420"/>
                  </a:cubicBezTo>
                  <a:cubicBezTo>
                    <a:pt x="23995" y="11420"/>
                    <a:pt x="23976" y="11407"/>
                    <a:pt x="23943" y="11384"/>
                  </a:cubicBezTo>
                  <a:cubicBezTo>
                    <a:pt x="23854" y="11319"/>
                    <a:pt x="23854" y="11262"/>
                    <a:pt x="23854" y="11262"/>
                  </a:cubicBezTo>
                  <a:cubicBezTo>
                    <a:pt x="23862" y="11197"/>
                    <a:pt x="23773" y="11197"/>
                    <a:pt x="23691" y="11197"/>
                  </a:cubicBezTo>
                  <a:cubicBezTo>
                    <a:pt x="23602" y="11197"/>
                    <a:pt x="23432" y="11197"/>
                    <a:pt x="23432" y="11262"/>
                  </a:cubicBezTo>
                  <a:lnTo>
                    <a:pt x="23432" y="11197"/>
                  </a:lnTo>
                  <a:cubicBezTo>
                    <a:pt x="23378" y="11197"/>
                    <a:pt x="23360" y="11172"/>
                    <a:pt x="23354" y="11172"/>
                  </a:cubicBezTo>
                  <a:cubicBezTo>
                    <a:pt x="23351" y="11172"/>
                    <a:pt x="23351" y="11178"/>
                    <a:pt x="23351" y="11197"/>
                  </a:cubicBezTo>
                  <a:cubicBezTo>
                    <a:pt x="23262" y="11189"/>
                    <a:pt x="23181" y="11173"/>
                    <a:pt x="23100" y="11141"/>
                  </a:cubicBezTo>
                  <a:cubicBezTo>
                    <a:pt x="23067" y="11128"/>
                    <a:pt x="23031" y="11122"/>
                    <a:pt x="22996" y="11122"/>
                  </a:cubicBezTo>
                  <a:cubicBezTo>
                    <a:pt x="22848" y="11122"/>
                    <a:pt x="22718" y="11221"/>
                    <a:pt x="22921" y="11319"/>
                  </a:cubicBezTo>
                  <a:lnTo>
                    <a:pt x="22840" y="11319"/>
                  </a:lnTo>
                  <a:cubicBezTo>
                    <a:pt x="22759" y="11319"/>
                    <a:pt x="22759" y="11376"/>
                    <a:pt x="22759" y="11376"/>
                  </a:cubicBezTo>
                  <a:cubicBezTo>
                    <a:pt x="22751" y="11432"/>
                    <a:pt x="22670" y="11432"/>
                    <a:pt x="22589" y="11432"/>
                  </a:cubicBezTo>
                  <a:lnTo>
                    <a:pt x="22589" y="11319"/>
                  </a:lnTo>
                  <a:cubicBezTo>
                    <a:pt x="22636" y="11210"/>
                    <a:pt x="22601" y="11146"/>
                    <a:pt x="22546" y="11146"/>
                  </a:cubicBezTo>
                  <a:cubicBezTo>
                    <a:pt x="22506" y="11146"/>
                    <a:pt x="22456" y="11179"/>
                    <a:pt x="22419" y="11254"/>
                  </a:cubicBezTo>
                  <a:cubicBezTo>
                    <a:pt x="22419" y="11239"/>
                    <a:pt x="22419" y="11218"/>
                    <a:pt x="22419" y="11197"/>
                  </a:cubicBezTo>
                  <a:cubicBezTo>
                    <a:pt x="22419" y="11165"/>
                    <a:pt x="22398" y="11149"/>
                    <a:pt x="22357" y="11149"/>
                  </a:cubicBezTo>
                  <a:cubicBezTo>
                    <a:pt x="22315" y="11149"/>
                    <a:pt x="22252" y="11165"/>
                    <a:pt x="22167" y="11197"/>
                  </a:cubicBezTo>
                  <a:cubicBezTo>
                    <a:pt x="22078" y="11197"/>
                    <a:pt x="21997" y="11311"/>
                    <a:pt x="21989" y="11376"/>
                  </a:cubicBezTo>
                  <a:cubicBezTo>
                    <a:pt x="21989" y="11432"/>
                    <a:pt x="21908" y="11432"/>
                    <a:pt x="21908" y="11432"/>
                  </a:cubicBezTo>
                  <a:cubicBezTo>
                    <a:pt x="21827" y="11432"/>
                    <a:pt x="21827" y="11432"/>
                    <a:pt x="21827" y="11368"/>
                  </a:cubicBezTo>
                  <a:cubicBezTo>
                    <a:pt x="21827" y="11311"/>
                    <a:pt x="21784" y="11282"/>
                    <a:pt x="21730" y="11282"/>
                  </a:cubicBezTo>
                  <a:cubicBezTo>
                    <a:pt x="21677" y="11282"/>
                    <a:pt x="21612" y="11311"/>
                    <a:pt x="21567" y="11368"/>
                  </a:cubicBezTo>
                  <a:lnTo>
                    <a:pt x="21567" y="11311"/>
                  </a:lnTo>
                  <a:cubicBezTo>
                    <a:pt x="21567" y="11265"/>
                    <a:pt x="21526" y="11223"/>
                    <a:pt x="21351" y="11223"/>
                  </a:cubicBezTo>
                  <a:cubicBezTo>
                    <a:pt x="21280" y="11223"/>
                    <a:pt x="21186" y="11230"/>
                    <a:pt x="21065" y="11246"/>
                  </a:cubicBezTo>
                  <a:cubicBezTo>
                    <a:pt x="20724" y="11246"/>
                    <a:pt x="20473" y="11246"/>
                    <a:pt x="20473" y="11181"/>
                  </a:cubicBezTo>
                  <a:cubicBezTo>
                    <a:pt x="20473" y="11171"/>
                    <a:pt x="20462" y="11167"/>
                    <a:pt x="20444" y="11167"/>
                  </a:cubicBezTo>
                  <a:cubicBezTo>
                    <a:pt x="20359" y="11167"/>
                    <a:pt x="20102" y="11266"/>
                    <a:pt x="19962" y="11359"/>
                  </a:cubicBezTo>
                  <a:cubicBezTo>
                    <a:pt x="19962" y="11303"/>
                    <a:pt x="19873" y="11303"/>
                    <a:pt x="19702" y="11303"/>
                  </a:cubicBezTo>
                  <a:cubicBezTo>
                    <a:pt x="19451" y="11303"/>
                    <a:pt x="19451" y="11303"/>
                    <a:pt x="19451" y="11238"/>
                  </a:cubicBezTo>
                  <a:cubicBezTo>
                    <a:pt x="19496" y="11181"/>
                    <a:pt x="19518" y="11153"/>
                    <a:pt x="19508" y="11153"/>
                  </a:cubicBezTo>
                  <a:cubicBezTo>
                    <a:pt x="19498" y="11153"/>
                    <a:pt x="19455" y="11181"/>
                    <a:pt x="19370" y="11238"/>
                  </a:cubicBezTo>
                  <a:cubicBezTo>
                    <a:pt x="19336" y="11284"/>
                    <a:pt x="19279" y="11303"/>
                    <a:pt x="19221" y="11303"/>
                  </a:cubicBezTo>
                  <a:cubicBezTo>
                    <a:pt x="19126" y="11303"/>
                    <a:pt x="19030" y="11252"/>
                    <a:pt x="19030" y="11181"/>
                  </a:cubicBezTo>
                  <a:cubicBezTo>
                    <a:pt x="19030" y="11116"/>
                    <a:pt x="18948" y="11116"/>
                    <a:pt x="18778" y="11116"/>
                  </a:cubicBezTo>
                  <a:cubicBezTo>
                    <a:pt x="18689" y="11173"/>
                    <a:pt x="18519" y="11173"/>
                    <a:pt x="18357" y="11173"/>
                  </a:cubicBezTo>
                  <a:cubicBezTo>
                    <a:pt x="18097" y="11173"/>
                    <a:pt x="18097" y="11173"/>
                    <a:pt x="18097" y="11295"/>
                  </a:cubicBezTo>
                  <a:cubicBezTo>
                    <a:pt x="18097" y="11402"/>
                    <a:pt x="18028" y="11408"/>
                    <a:pt x="17900" y="11408"/>
                  </a:cubicBezTo>
                  <a:cubicBezTo>
                    <a:pt x="17883" y="11408"/>
                    <a:pt x="17865" y="11408"/>
                    <a:pt x="17846" y="11408"/>
                  </a:cubicBezTo>
                  <a:cubicBezTo>
                    <a:pt x="17757" y="11408"/>
                    <a:pt x="17676" y="11408"/>
                    <a:pt x="17676" y="11351"/>
                  </a:cubicBezTo>
                  <a:cubicBezTo>
                    <a:pt x="17627" y="11319"/>
                    <a:pt x="17562" y="11295"/>
                    <a:pt x="17505" y="11286"/>
                  </a:cubicBezTo>
                  <a:cubicBezTo>
                    <a:pt x="17416" y="11286"/>
                    <a:pt x="17335" y="11286"/>
                    <a:pt x="17335" y="11230"/>
                  </a:cubicBezTo>
                  <a:cubicBezTo>
                    <a:pt x="17262" y="11181"/>
                    <a:pt x="17173" y="11165"/>
                    <a:pt x="17084" y="11165"/>
                  </a:cubicBezTo>
                  <a:cubicBezTo>
                    <a:pt x="16913" y="11165"/>
                    <a:pt x="16743" y="11165"/>
                    <a:pt x="16743" y="11108"/>
                  </a:cubicBezTo>
                  <a:cubicBezTo>
                    <a:pt x="16662" y="11108"/>
                    <a:pt x="16662" y="11108"/>
                    <a:pt x="16662" y="11165"/>
                  </a:cubicBezTo>
                  <a:cubicBezTo>
                    <a:pt x="16656" y="11205"/>
                    <a:pt x="16615" y="11249"/>
                    <a:pt x="16472" y="11249"/>
                  </a:cubicBezTo>
                  <a:cubicBezTo>
                    <a:pt x="16412" y="11249"/>
                    <a:pt x="16333" y="11241"/>
                    <a:pt x="16232" y="11222"/>
                  </a:cubicBezTo>
                  <a:cubicBezTo>
                    <a:pt x="16062" y="11222"/>
                    <a:pt x="15811" y="11222"/>
                    <a:pt x="15811" y="11278"/>
                  </a:cubicBezTo>
                  <a:cubicBezTo>
                    <a:pt x="15722" y="11278"/>
                    <a:pt x="15722" y="11278"/>
                    <a:pt x="15730" y="11222"/>
                  </a:cubicBezTo>
                  <a:cubicBezTo>
                    <a:pt x="15730" y="11161"/>
                    <a:pt x="15687" y="11130"/>
                    <a:pt x="15623" y="11130"/>
                  </a:cubicBezTo>
                  <a:cubicBezTo>
                    <a:pt x="15559" y="11130"/>
                    <a:pt x="15474" y="11161"/>
                    <a:pt x="15389" y="11222"/>
                  </a:cubicBezTo>
                  <a:cubicBezTo>
                    <a:pt x="15389" y="11249"/>
                    <a:pt x="15368" y="11263"/>
                    <a:pt x="15338" y="11263"/>
                  </a:cubicBezTo>
                  <a:cubicBezTo>
                    <a:pt x="15305" y="11263"/>
                    <a:pt x="15261" y="11247"/>
                    <a:pt x="15219" y="11213"/>
                  </a:cubicBezTo>
                  <a:cubicBezTo>
                    <a:pt x="15154" y="11222"/>
                    <a:pt x="15097" y="11238"/>
                    <a:pt x="15049" y="11278"/>
                  </a:cubicBezTo>
                  <a:cubicBezTo>
                    <a:pt x="15004" y="11307"/>
                    <a:pt x="14982" y="11321"/>
                    <a:pt x="14950" y="11321"/>
                  </a:cubicBezTo>
                  <a:cubicBezTo>
                    <a:pt x="14919" y="11321"/>
                    <a:pt x="14878" y="11307"/>
                    <a:pt x="14797" y="11278"/>
                  </a:cubicBezTo>
                  <a:cubicBezTo>
                    <a:pt x="14797" y="11213"/>
                    <a:pt x="14708" y="11213"/>
                    <a:pt x="14627" y="11213"/>
                  </a:cubicBezTo>
                  <a:cubicBezTo>
                    <a:pt x="14545" y="11241"/>
                    <a:pt x="14284" y="11255"/>
                    <a:pt x="14027" y="11255"/>
                  </a:cubicBezTo>
                  <a:cubicBezTo>
                    <a:pt x="13752" y="11255"/>
                    <a:pt x="13481" y="11239"/>
                    <a:pt x="13435" y="11205"/>
                  </a:cubicBezTo>
                  <a:cubicBezTo>
                    <a:pt x="13354" y="11270"/>
                    <a:pt x="13354" y="11270"/>
                    <a:pt x="13265" y="11270"/>
                  </a:cubicBezTo>
                  <a:cubicBezTo>
                    <a:pt x="13233" y="11223"/>
                    <a:pt x="13202" y="11203"/>
                    <a:pt x="13175" y="11203"/>
                  </a:cubicBezTo>
                  <a:cubicBezTo>
                    <a:pt x="13133" y="11203"/>
                    <a:pt x="13103" y="11253"/>
                    <a:pt x="13103" y="11327"/>
                  </a:cubicBezTo>
                  <a:lnTo>
                    <a:pt x="13265" y="11327"/>
                  </a:lnTo>
                  <a:cubicBezTo>
                    <a:pt x="13265" y="11380"/>
                    <a:pt x="13217" y="11409"/>
                    <a:pt x="13162" y="11409"/>
                  </a:cubicBezTo>
                  <a:cubicBezTo>
                    <a:pt x="13093" y="11409"/>
                    <a:pt x="13014" y="11362"/>
                    <a:pt x="13014" y="11262"/>
                  </a:cubicBezTo>
                  <a:cubicBezTo>
                    <a:pt x="12973" y="11205"/>
                    <a:pt x="12953" y="11177"/>
                    <a:pt x="12931" y="11177"/>
                  </a:cubicBezTo>
                  <a:cubicBezTo>
                    <a:pt x="12910" y="11177"/>
                    <a:pt x="12888" y="11205"/>
                    <a:pt x="12843" y="11262"/>
                  </a:cubicBezTo>
                  <a:cubicBezTo>
                    <a:pt x="12803" y="11323"/>
                    <a:pt x="12760" y="11353"/>
                    <a:pt x="12718" y="11353"/>
                  </a:cubicBezTo>
                  <a:cubicBezTo>
                    <a:pt x="12675" y="11353"/>
                    <a:pt x="12633" y="11323"/>
                    <a:pt x="12592" y="11262"/>
                  </a:cubicBezTo>
                  <a:cubicBezTo>
                    <a:pt x="12592" y="11201"/>
                    <a:pt x="12592" y="11171"/>
                    <a:pt x="12581" y="11171"/>
                  </a:cubicBezTo>
                  <a:cubicBezTo>
                    <a:pt x="12570" y="11171"/>
                    <a:pt x="12547" y="11201"/>
                    <a:pt x="12503" y="11262"/>
                  </a:cubicBezTo>
                  <a:cubicBezTo>
                    <a:pt x="12407" y="11394"/>
                    <a:pt x="12286" y="11473"/>
                    <a:pt x="12198" y="11473"/>
                  </a:cubicBezTo>
                  <a:cubicBezTo>
                    <a:pt x="12129" y="11473"/>
                    <a:pt x="12081" y="11425"/>
                    <a:pt x="12081" y="11319"/>
                  </a:cubicBezTo>
                  <a:cubicBezTo>
                    <a:pt x="12089" y="11222"/>
                    <a:pt x="12016" y="11141"/>
                    <a:pt x="11911" y="11141"/>
                  </a:cubicBezTo>
                  <a:cubicBezTo>
                    <a:pt x="11830" y="11141"/>
                    <a:pt x="11830" y="11197"/>
                    <a:pt x="11830" y="11262"/>
                  </a:cubicBezTo>
                  <a:cubicBezTo>
                    <a:pt x="11870" y="11319"/>
                    <a:pt x="11870" y="11347"/>
                    <a:pt x="11839" y="11347"/>
                  </a:cubicBezTo>
                  <a:cubicBezTo>
                    <a:pt x="11808" y="11347"/>
                    <a:pt x="11745" y="11319"/>
                    <a:pt x="11660" y="11262"/>
                  </a:cubicBezTo>
                  <a:cubicBezTo>
                    <a:pt x="11521" y="11159"/>
                    <a:pt x="11406" y="11113"/>
                    <a:pt x="11288" y="11113"/>
                  </a:cubicBezTo>
                  <a:cubicBezTo>
                    <a:pt x="11193" y="11113"/>
                    <a:pt x="11094" y="11143"/>
                    <a:pt x="10979" y="11197"/>
                  </a:cubicBezTo>
                  <a:cubicBezTo>
                    <a:pt x="10815" y="11253"/>
                    <a:pt x="10669" y="11281"/>
                    <a:pt x="10594" y="11281"/>
                  </a:cubicBezTo>
                  <a:cubicBezTo>
                    <a:pt x="10516" y="11281"/>
                    <a:pt x="10514" y="11251"/>
                    <a:pt x="10646" y="11189"/>
                  </a:cubicBezTo>
                  <a:cubicBezTo>
                    <a:pt x="10746" y="11123"/>
                    <a:pt x="10787" y="11095"/>
                    <a:pt x="10770" y="11095"/>
                  </a:cubicBezTo>
                  <a:cubicBezTo>
                    <a:pt x="10758" y="11095"/>
                    <a:pt x="10717" y="11109"/>
                    <a:pt x="10646" y="11132"/>
                  </a:cubicBezTo>
                  <a:lnTo>
                    <a:pt x="10225" y="11132"/>
                  </a:lnTo>
                  <a:cubicBezTo>
                    <a:pt x="10135" y="11132"/>
                    <a:pt x="10054" y="11189"/>
                    <a:pt x="10046" y="11246"/>
                  </a:cubicBezTo>
                  <a:cubicBezTo>
                    <a:pt x="9994" y="11166"/>
                    <a:pt x="9906" y="11124"/>
                    <a:pt x="9815" y="11124"/>
                  </a:cubicBezTo>
                  <a:cubicBezTo>
                    <a:pt x="9749" y="11124"/>
                    <a:pt x="9682" y="11145"/>
                    <a:pt x="9625" y="11189"/>
                  </a:cubicBezTo>
                  <a:lnTo>
                    <a:pt x="9454" y="11189"/>
                  </a:lnTo>
                  <a:cubicBezTo>
                    <a:pt x="9373" y="11189"/>
                    <a:pt x="9373" y="11189"/>
                    <a:pt x="9284" y="11246"/>
                  </a:cubicBezTo>
                  <a:cubicBezTo>
                    <a:pt x="9261" y="11262"/>
                    <a:pt x="9237" y="11269"/>
                    <a:pt x="9214" y="11269"/>
                  </a:cubicBezTo>
                  <a:cubicBezTo>
                    <a:pt x="9155" y="11269"/>
                    <a:pt x="9096" y="11227"/>
                    <a:pt x="9033" y="11181"/>
                  </a:cubicBezTo>
                  <a:cubicBezTo>
                    <a:pt x="8975" y="11141"/>
                    <a:pt x="8914" y="11101"/>
                    <a:pt x="8883" y="11101"/>
                  </a:cubicBezTo>
                  <a:cubicBezTo>
                    <a:pt x="8870" y="11101"/>
                    <a:pt x="8862" y="11108"/>
                    <a:pt x="8862" y="11124"/>
                  </a:cubicBezTo>
                  <a:cubicBezTo>
                    <a:pt x="8862" y="11181"/>
                    <a:pt x="8692" y="11246"/>
                    <a:pt x="8611" y="11303"/>
                  </a:cubicBezTo>
                  <a:cubicBezTo>
                    <a:pt x="8585" y="11319"/>
                    <a:pt x="8560" y="11326"/>
                    <a:pt x="8539" y="11326"/>
                  </a:cubicBezTo>
                  <a:cubicBezTo>
                    <a:pt x="8488" y="11326"/>
                    <a:pt x="8465" y="11286"/>
                    <a:pt x="8522" y="11246"/>
                  </a:cubicBezTo>
                  <a:cubicBezTo>
                    <a:pt x="8530" y="11181"/>
                    <a:pt x="8530" y="11181"/>
                    <a:pt x="8360" y="11124"/>
                  </a:cubicBezTo>
                  <a:cubicBezTo>
                    <a:pt x="8342" y="11124"/>
                    <a:pt x="8321" y="11124"/>
                    <a:pt x="8298" y="11124"/>
                  </a:cubicBezTo>
                  <a:cubicBezTo>
                    <a:pt x="8209" y="11124"/>
                    <a:pt x="8100" y="11129"/>
                    <a:pt x="8100" y="11181"/>
                  </a:cubicBezTo>
                  <a:cubicBezTo>
                    <a:pt x="8100" y="11208"/>
                    <a:pt x="7981" y="11223"/>
                    <a:pt x="7848" y="11223"/>
                  </a:cubicBezTo>
                  <a:cubicBezTo>
                    <a:pt x="7707" y="11223"/>
                    <a:pt x="7550" y="11206"/>
                    <a:pt x="7508" y="11173"/>
                  </a:cubicBezTo>
                  <a:lnTo>
                    <a:pt x="7338" y="11173"/>
                  </a:lnTo>
                  <a:cubicBezTo>
                    <a:pt x="7257" y="11173"/>
                    <a:pt x="7168" y="11238"/>
                    <a:pt x="7087" y="11238"/>
                  </a:cubicBezTo>
                  <a:cubicBezTo>
                    <a:pt x="7022" y="11238"/>
                    <a:pt x="6965" y="11254"/>
                    <a:pt x="6917" y="11295"/>
                  </a:cubicBezTo>
                  <a:cubicBezTo>
                    <a:pt x="6827" y="11295"/>
                    <a:pt x="6746" y="11295"/>
                    <a:pt x="6746" y="11230"/>
                  </a:cubicBezTo>
                  <a:cubicBezTo>
                    <a:pt x="6702" y="11291"/>
                    <a:pt x="6679" y="11321"/>
                    <a:pt x="6658" y="11321"/>
                  </a:cubicBezTo>
                  <a:cubicBezTo>
                    <a:pt x="6637" y="11321"/>
                    <a:pt x="6617" y="11291"/>
                    <a:pt x="6576" y="11230"/>
                  </a:cubicBezTo>
                  <a:cubicBezTo>
                    <a:pt x="6576" y="11169"/>
                    <a:pt x="6576" y="11138"/>
                    <a:pt x="6566" y="11138"/>
                  </a:cubicBezTo>
                  <a:cubicBezTo>
                    <a:pt x="6556" y="11138"/>
                    <a:pt x="6535" y="11169"/>
                    <a:pt x="6495" y="11230"/>
                  </a:cubicBezTo>
                  <a:cubicBezTo>
                    <a:pt x="6450" y="11262"/>
                    <a:pt x="6428" y="11278"/>
                    <a:pt x="6407" y="11278"/>
                  </a:cubicBezTo>
                  <a:cubicBezTo>
                    <a:pt x="6385" y="11278"/>
                    <a:pt x="6365" y="11262"/>
                    <a:pt x="6325" y="11230"/>
                  </a:cubicBezTo>
                  <a:cubicBezTo>
                    <a:pt x="6325" y="11201"/>
                    <a:pt x="6302" y="11187"/>
                    <a:pt x="6280" y="11187"/>
                  </a:cubicBezTo>
                  <a:cubicBezTo>
                    <a:pt x="6258" y="11187"/>
                    <a:pt x="6235" y="11201"/>
                    <a:pt x="6235" y="11230"/>
                  </a:cubicBezTo>
                  <a:cubicBezTo>
                    <a:pt x="6186" y="11304"/>
                    <a:pt x="6070" y="11354"/>
                    <a:pt x="5987" y="11354"/>
                  </a:cubicBezTo>
                  <a:cubicBezTo>
                    <a:pt x="5934" y="11354"/>
                    <a:pt x="5895" y="11334"/>
                    <a:pt x="5895" y="11286"/>
                  </a:cubicBezTo>
                  <a:cubicBezTo>
                    <a:pt x="5838" y="11286"/>
                    <a:pt x="5773" y="11303"/>
                    <a:pt x="5725" y="11335"/>
                  </a:cubicBezTo>
                  <a:cubicBezTo>
                    <a:pt x="5676" y="11396"/>
                    <a:pt x="5652" y="11426"/>
                    <a:pt x="5641" y="11426"/>
                  </a:cubicBezTo>
                  <a:cubicBezTo>
                    <a:pt x="5629" y="11426"/>
                    <a:pt x="5631" y="11396"/>
                    <a:pt x="5636" y="11335"/>
                  </a:cubicBezTo>
                  <a:cubicBezTo>
                    <a:pt x="5593" y="11271"/>
                    <a:pt x="5550" y="11239"/>
                    <a:pt x="5505" y="11239"/>
                  </a:cubicBezTo>
                  <a:cubicBezTo>
                    <a:pt x="5465" y="11239"/>
                    <a:pt x="5422" y="11265"/>
                    <a:pt x="5376" y="11319"/>
                  </a:cubicBezTo>
                  <a:cubicBezTo>
                    <a:pt x="5355" y="11328"/>
                    <a:pt x="5331" y="11333"/>
                    <a:pt x="5308" y="11333"/>
                  </a:cubicBezTo>
                  <a:cubicBezTo>
                    <a:pt x="5268" y="11333"/>
                    <a:pt x="5228" y="11320"/>
                    <a:pt x="5198" y="11295"/>
                  </a:cubicBezTo>
                  <a:cubicBezTo>
                    <a:pt x="5076" y="11238"/>
                    <a:pt x="4946" y="11189"/>
                    <a:pt x="4817" y="11157"/>
                  </a:cubicBezTo>
                  <a:cubicBezTo>
                    <a:pt x="4754" y="11137"/>
                    <a:pt x="4696" y="11125"/>
                    <a:pt x="4654" y="11125"/>
                  </a:cubicBezTo>
                  <a:cubicBezTo>
                    <a:pt x="4610" y="11125"/>
                    <a:pt x="4585" y="11139"/>
                    <a:pt x="4598" y="11173"/>
                  </a:cubicBezTo>
                  <a:lnTo>
                    <a:pt x="4436" y="11132"/>
                  </a:lnTo>
                  <a:cubicBezTo>
                    <a:pt x="4316" y="11051"/>
                    <a:pt x="4245" y="11008"/>
                    <a:pt x="4171" y="11008"/>
                  </a:cubicBezTo>
                  <a:cubicBezTo>
                    <a:pt x="4149" y="11008"/>
                    <a:pt x="4127" y="11012"/>
                    <a:pt x="4103" y="11019"/>
                  </a:cubicBezTo>
                  <a:lnTo>
                    <a:pt x="3998" y="11043"/>
                  </a:lnTo>
                  <a:cubicBezTo>
                    <a:pt x="4022" y="10986"/>
                    <a:pt x="3957" y="10897"/>
                    <a:pt x="3876" y="10873"/>
                  </a:cubicBezTo>
                  <a:cubicBezTo>
                    <a:pt x="3843" y="10854"/>
                    <a:pt x="3825" y="10844"/>
                    <a:pt x="3812" y="10844"/>
                  </a:cubicBezTo>
                  <a:cubicBezTo>
                    <a:pt x="3798" y="10844"/>
                    <a:pt x="3792" y="10858"/>
                    <a:pt x="3779" y="10889"/>
                  </a:cubicBezTo>
                  <a:cubicBezTo>
                    <a:pt x="3802" y="10931"/>
                    <a:pt x="3798" y="10946"/>
                    <a:pt x="3779" y="10946"/>
                  </a:cubicBezTo>
                  <a:cubicBezTo>
                    <a:pt x="3757" y="10946"/>
                    <a:pt x="3716" y="10927"/>
                    <a:pt x="3673" y="10905"/>
                  </a:cubicBezTo>
                  <a:cubicBezTo>
                    <a:pt x="3592" y="10865"/>
                    <a:pt x="3544" y="10776"/>
                    <a:pt x="3568" y="10719"/>
                  </a:cubicBezTo>
                  <a:lnTo>
                    <a:pt x="3495" y="10678"/>
                  </a:lnTo>
                  <a:cubicBezTo>
                    <a:pt x="3468" y="10728"/>
                    <a:pt x="3436" y="10747"/>
                    <a:pt x="3412" y="10747"/>
                  </a:cubicBezTo>
                  <a:cubicBezTo>
                    <a:pt x="3385" y="10747"/>
                    <a:pt x="3369" y="10724"/>
                    <a:pt x="3382" y="10695"/>
                  </a:cubicBezTo>
                  <a:cubicBezTo>
                    <a:pt x="3341" y="10614"/>
                    <a:pt x="3276" y="10549"/>
                    <a:pt x="3195" y="10508"/>
                  </a:cubicBezTo>
                  <a:cubicBezTo>
                    <a:pt x="3188" y="10518"/>
                    <a:pt x="3181" y="10522"/>
                    <a:pt x="3175" y="10522"/>
                  </a:cubicBezTo>
                  <a:cubicBezTo>
                    <a:pt x="3157" y="10522"/>
                    <a:pt x="3145" y="10494"/>
                    <a:pt x="3163" y="10494"/>
                  </a:cubicBezTo>
                  <a:cubicBezTo>
                    <a:pt x="3169" y="10494"/>
                    <a:pt x="3180" y="10498"/>
                    <a:pt x="3195" y="10508"/>
                  </a:cubicBezTo>
                  <a:lnTo>
                    <a:pt x="3228" y="10459"/>
                  </a:lnTo>
                  <a:cubicBezTo>
                    <a:pt x="3210" y="10418"/>
                    <a:pt x="3195" y="10403"/>
                    <a:pt x="3180" y="10403"/>
                  </a:cubicBezTo>
                  <a:cubicBezTo>
                    <a:pt x="3160" y="10403"/>
                    <a:pt x="3141" y="10431"/>
                    <a:pt x="3122" y="10459"/>
                  </a:cubicBezTo>
                  <a:lnTo>
                    <a:pt x="2976" y="10370"/>
                  </a:lnTo>
                  <a:cubicBezTo>
                    <a:pt x="2934" y="10342"/>
                    <a:pt x="2894" y="10311"/>
                    <a:pt x="2874" y="10311"/>
                  </a:cubicBezTo>
                  <a:cubicBezTo>
                    <a:pt x="2861" y="10311"/>
                    <a:pt x="2857" y="10326"/>
                    <a:pt x="2871" y="10370"/>
                  </a:cubicBezTo>
                  <a:cubicBezTo>
                    <a:pt x="2849" y="10403"/>
                    <a:pt x="2823" y="10436"/>
                    <a:pt x="2786" y="10436"/>
                  </a:cubicBezTo>
                  <a:cubicBezTo>
                    <a:pt x="2768" y="10436"/>
                    <a:pt x="2748" y="10429"/>
                    <a:pt x="2725" y="10411"/>
                  </a:cubicBezTo>
                  <a:cubicBezTo>
                    <a:pt x="2718" y="10421"/>
                    <a:pt x="2711" y="10425"/>
                    <a:pt x="2705" y="10425"/>
                  </a:cubicBezTo>
                  <a:cubicBezTo>
                    <a:pt x="2689" y="10425"/>
                    <a:pt x="2680" y="10397"/>
                    <a:pt x="2696" y="10397"/>
                  </a:cubicBezTo>
                  <a:cubicBezTo>
                    <a:pt x="2702" y="10397"/>
                    <a:pt x="2711" y="10401"/>
                    <a:pt x="2725" y="10411"/>
                  </a:cubicBezTo>
                  <a:cubicBezTo>
                    <a:pt x="2765" y="10362"/>
                    <a:pt x="2798" y="10314"/>
                    <a:pt x="2733" y="10265"/>
                  </a:cubicBezTo>
                  <a:cubicBezTo>
                    <a:pt x="2660" y="10208"/>
                    <a:pt x="2700" y="10168"/>
                    <a:pt x="2700" y="10168"/>
                  </a:cubicBezTo>
                  <a:cubicBezTo>
                    <a:pt x="2838" y="10127"/>
                    <a:pt x="2530" y="9965"/>
                    <a:pt x="2433" y="9941"/>
                  </a:cubicBezTo>
                  <a:cubicBezTo>
                    <a:pt x="2230" y="9916"/>
                    <a:pt x="2157" y="9851"/>
                    <a:pt x="2246" y="9770"/>
                  </a:cubicBezTo>
                  <a:cubicBezTo>
                    <a:pt x="2303" y="9714"/>
                    <a:pt x="2225" y="9673"/>
                    <a:pt x="2106" y="9673"/>
                  </a:cubicBezTo>
                  <a:cubicBezTo>
                    <a:pt x="2055" y="9673"/>
                    <a:pt x="1997" y="9680"/>
                    <a:pt x="1938" y="9697"/>
                  </a:cubicBezTo>
                  <a:lnTo>
                    <a:pt x="1744" y="9746"/>
                  </a:lnTo>
                  <a:lnTo>
                    <a:pt x="1874" y="9632"/>
                  </a:lnTo>
                  <a:cubicBezTo>
                    <a:pt x="2003" y="9405"/>
                    <a:pt x="1995" y="9422"/>
                    <a:pt x="1744" y="9284"/>
                  </a:cubicBezTo>
                  <a:cubicBezTo>
                    <a:pt x="1590" y="9178"/>
                    <a:pt x="1590" y="9178"/>
                    <a:pt x="1638" y="9146"/>
                  </a:cubicBezTo>
                  <a:cubicBezTo>
                    <a:pt x="1695" y="9105"/>
                    <a:pt x="1622" y="9049"/>
                    <a:pt x="1501" y="8822"/>
                  </a:cubicBezTo>
                  <a:cubicBezTo>
                    <a:pt x="1379" y="8629"/>
                    <a:pt x="1333" y="8550"/>
                    <a:pt x="1286" y="8550"/>
                  </a:cubicBezTo>
                  <a:cubicBezTo>
                    <a:pt x="1279" y="8550"/>
                    <a:pt x="1272" y="8551"/>
                    <a:pt x="1265" y="8554"/>
                  </a:cubicBezTo>
                  <a:cubicBezTo>
                    <a:pt x="1265" y="8554"/>
                    <a:pt x="1233" y="8481"/>
                    <a:pt x="1192" y="8400"/>
                  </a:cubicBezTo>
                  <a:cubicBezTo>
                    <a:pt x="1244" y="8308"/>
                    <a:pt x="1194" y="8217"/>
                    <a:pt x="1135" y="8217"/>
                  </a:cubicBezTo>
                  <a:cubicBezTo>
                    <a:pt x="1110" y="8217"/>
                    <a:pt x="1084" y="8232"/>
                    <a:pt x="1063" y="8270"/>
                  </a:cubicBezTo>
                  <a:lnTo>
                    <a:pt x="990" y="8108"/>
                  </a:lnTo>
                  <a:lnTo>
                    <a:pt x="1047" y="8084"/>
                  </a:lnTo>
                  <a:cubicBezTo>
                    <a:pt x="1071" y="8076"/>
                    <a:pt x="1071" y="8027"/>
                    <a:pt x="1038" y="7906"/>
                  </a:cubicBezTo>
                  <a:cubicBezTo>
                    <a:pt x="957" y="7687"/>
                    <a:pt x="892" y="7468"/>
                    <a:pt x="844" y="7241"/>
                  </a:cubicBezTo>
                  <a:cubicBezTo>
                    <a:pt x="690" y="6487"/>
                    <a:pt x="730" y="6398"/>
                    <a:pt x="601" y="6398"/>
                  </a:cubicBezTo>
                  <a:cubicBezTo>
                    <a:pt x="479" y="6316"/>
                    <a:pt x="471" y="6227"/>
                    <a:pt x="592" y="6227"/>
                  </a:cubicBezTo>
                  <a:cubicBezTo>
                    <a:pt x="657" y="6227"/>
                    <a:pt x="706" y="6138"/>
                    <a:pt x="649" y="6138"/>
                  </a:cubicBezTo>
                  <a:cubicBezTo>
                    <a:pt x="649" y="6106"/>
                    <a:pt x="649" y="6073"/>
                    <a:pt x="649" y="6041"/>
                  </a:cubicBezTo>
                  <a:cubicBezTo>
                    <a:pt x="657" y="5984"/>
                    <a:pt x="682" y="5927"/>
                    <a:pt x="714" y="5879"/>
                  </a:cubicBezTo>
                  <a:cubicBezTo>
                    <a:pt x="844" y="5627"/>
                    <a:pt x="795" y="5546"/>
                    <a:pt x="730" y="5538"/>
                  </a:cubicBezTo>
                  <a:lnTo>
                    <a:pt x="730" y="5538"/>
                  </a:lnTo>
                  <a:cubicBezTo>
                    <a:pt x="697" y="5558"/>
                    <a:pt x="677" y="5567"/>
                    <a:pt x="667" y="5567"/>
                  </a:cubicBezTo>
                  <a:cubicBezTo>
                    <a:pt x="642" y="5567"/>
                    <a:pt x="688" y="5508"/>
                    <a:pt x="747" y="5449"/>
                  </a:cubicBezTo>
                  <a:cubicBezTo>
                    <a:pt x="819" y="5376"/>
                    <a:pt x="892" y="5303"/>
                    <a:pt x="828" y="5295"/>
                  </a:cubicBezTo>
                  <a:cubicBezTo>
                    <a:pt x="803" y="5181"/>
                    <a:pt x="795" y="5068"/>
                    <a:pt x="819" y="4954"/>
                  </a:cubicBezTo>
                  <a:cubicBezTo>
                    <a:pt x="842" y="4825"/>
                    <a:pt x="887" y="4710"/>
                    <a:pt x="939" y="4710"/>
                  </a:cubicBezTo>
                  <a:cubicBezTo>
                    <a:pt x="942" y="4710"/>
                    <a:pt x="946" y="4710"/>
                    <a:pt x="949" y="4711"/>
                  </a:cubicBezTo>
                  <a:lnTo>
                    <a:pt x="998" y="4549"/>
                  </a:lnTo>
                  <a:cubicBezTo>
                    <a:pt x="933" y="4533"/>
                    <a:pt x="998" y="4371"/>
                    <a:pt x="1055" y="4208"/>
                  </a:cubicBezTo>
                  <a:cubicBezTo>
                    <a:pt x="1103" y="4070"/>
                    <a:pt x="1134" y="3991"/>
                    <a:pt x="1177" y="3991"/>
                  </a:cubicBezTo>
                  <a:cubicBezTo>
                    <a:pt x="1185" y="3991"/>
                    <a:pt x="1192" y="3993"/>
                    <a:pt x="1201" y="3998"/>
                  </a:cubicBezTo>
                  <a:cubicBezTo>
                    <a:pt x="1208" y="4027"/>
                    <a:pt x="1216" y="4041"/>
                    <a:pt x="1224" y="4041"/>
                  </a:cubicBezTo>
                  <a:cubicBezTo>
                    <a:pt x="1244" y="4041"/>
                    <a:pt x="1265" y="3968"/>
                    <a:pt x="1282" y="3844"/>
                  </a:cubicBezTo>
                  <a:cubicBezTo>
                    <a:pt x="1314" y="3771"/>
                    <a:pt x="1249" y="3633"/>
                    <a:pt x="1282" y="3560"/>
                  </a:cubicBezTo>
                  <a:cubicBezTo>
                    <a:pt x="1233" y="3527"/>
                    <a:pt x="1225" y="3422"/>
                    <a:pt x="1274" y="3349"/>
                  </a:cubicBezTo>
                  <a:lnTo>
                    <a:pt x="1274" y="3349"/>
                  </a:lnTo>
                  <a:lnTo>
                    <a:pt x="1322" y="3373"/>
                  </a:lnTo>
                  <a:lnTo>
                    <a:pt x="1428" y="3438"/>
                  </a:lnTo>
                  <a:cubicBezTo>
                    <a:pt x="1468" y="3365"/>
                    <a:pt x="1517" y="3292"/>
                    <a:pt x="1468" y="3260"/>
                  </a:cubicBezTo>
                  <a:cubicBezTo>
                    <a:pt x="1557" y="3219"/>
                    <a:pt x="1598" y="3146"/>
                    <a:pt x="1711" y="3008"/>
                  </a:cubicBezTo>
                  <a:cubicBezTo>
                    <a:pt x="1809" y="2903"/>
                    <a:pt x="1882" y="2773"/>
                    <a:pt x="1930" y="2636"/>
                  </a:cubicBezTo>
                  <a:cubicBezTo>
                    <a:pt x="1933" y="2636"/>
                    <a:pt x="1937" y="2636"/>
                    <a:pt x="1940" y="2636"/>
                  </a:cubicBezTo>
                  <a:cubicBezTo>
                    <a:pt x="2013" y="2636"/>
                    <a:pt x="2129" y="2550"/>
                    <a:pt x="2222" y="2441"/>
                  </a:cubicBezTo>
                  <a:cubicBezTo>
                    <a:pt x="2328" y="2336"/>
                    <a:pt x="2425" y="2222"/>
                    <a:pt x="2417" y="2141"/>
                  </a:cubicBezTo>
                  <a:cubicBezTo>
                    <a:pt x="2376" y="2100"/>
                    <a:pt x="2441" y="2044"/>
                    <a:pt x="2546" y="2027"/>
                  </a:cubicBezTo>
                  <a:cubicBezTo>
                    <a:pt x="2644" y="2019"/>
                    <a:pt x="2652" y="2019"/>
                    <a:pt x="2676" y="1922"/>
                  </a:cubicBezTo>
                  <a:cubicBezTo>
                    <a:pt x="2717" y="1825"/>
                    <a:pt x="2822" y="1817"/>
                    <a:pt x="2919" y="1817"/>
                  </a:cubicBezTo>
                  <a:cubicBezTo>
                    <a:pt x="2959" y="1831"/>
                    <a:pt x="2993" y="1837"/>
                    <a:pt x="3022" y="1837"/>
                  </a:cubicBezTo>
                  <a:cubicBezTo>
                    <a:pt x="3093" y="1837"/>
                    <a:pt x="3136" y="1797"/>
                    <a:pt x="3171" y="1727"/>
                  </a:cubicBezTo>
                  <a:cubicBezTo>
                    <a:pt x="3260" y="1614"/>
                    <a:pt x="3373" y="1525"/>
                    <a:pt x="3503" y="1460"/>
                  </a:cubicBezTo>
                  <a:cubicBezTo>
                    <a:pt x="3633" y="1338"/>
                    <a:pt x="3714" y="1298"/>
                    <a:pt x="3609" y="1282"/>
                  </a:cubicBezTo>
                  <a:cubicBezTo>
                    <a:pt x="3584" y="1225"/>
                    <a:pt x="3641" y="1136"/>
                    <a:pt x="3641" y="1136"/>
                  </a:cubicBezTo>
                  <a:cubicBezTo>
                    <a:pt x="3707" y="1074"/>
                    <a:pt x="3746" y="1054"/>
                    <a:pt x="3762" y="1054"/>
                  </a:cubicBezTo>
                  <a:cubicBezTo>
                    <a:pt x="3778" y="1054"/>
                    <a:pt x="3765" y="1078"/>
                    <a:pt x="3722" y="1095"/>
                  </a:cubicBezTo>
                  <a:cubicBezTo>
                    <a:pt x="3584" y="1225"/>
                    <a:pt x="3665" y="1192"/>
                    <a:pt x="3763" y="1209"/>
                  </a:cubicBezTo>
                  <a:cubicBezTo>
                    <a:pt x="3884" y="1209"/>
                    <a:pt x="4006" y="1184"/>
                    <a:pt x="4111" y="1136"/>
                  </a:cubicBezTo>
                  <a:cubicBezTo>
                    <a:pt x="4217" y="1095"/>
                    <a:pt x="4330" y="1055"/>
                    <a:pt x="4436" y="1030"/>
                  </a:cubicBezTo>
                  <a:cubicBezTo>
                    <a:pt x="4703" y="1022"/>
                    <a:pt x="4784" y="1006"/>
                    <a:pt x="4776" y="941"/>
                  </a:cubicBezTo>
                  <a:cubicBezTo>
                    <a:pt x="4771" y="919"/>
                    <a:pt x="4768" y="901"/>
                    <a:pt x="4765" y="887"/>
                  </a:cubicBezTo>
                  <a:lnTo>
                    <a:pt x="4765" y="887"/>
                  </a:lnTo>
                  <a:cubicBezTo>
                    <a:pt x="4796" y="906"/>
                    <a:pt x="4872" y="915"/>
                    <a:pt x="4971" y="915"/>
                  </a:cubicBezTo>
                  <a:cubicBezTo>
                    <a:pt x="5074" y="915"/>
                    <a:pt x="5202" y="905"/>
                    <a:pt x="5327" y="884"/>
                  </a:cubicBezTo>
                  <a:cubicBezTo>
                    <a:pt x="5587" y="860"/>
                    <a:pt x="5838" y="828"/>
                    <a:pt x="5887" y="763"/>
                  </a:cubicBezTo>
                  <a:lnTo>
                    <a:pt x="5887" y="819"/>
                  </a:lnTo>
                  <a:cubicBezTo>
                    <a:pt x="5887" y="884"/>
                    <a:pt x="5968" y="884"/>
                    <a:pt x="6138" y="884"/>
                  </a:cubicBezTo>
                  <a:cubicBezTo>
                    <a:pt x="6219" y="884"/>
                    <a:pt x="6560" y="828"/>
                    <a:pt x="6819" y="828"/>
                  </a:cubicBezTo>
                  <a:cubicBezTo>
                    <a:pt x="7152" y="828"/>
                    <a:pt x="7411" y="828"/>
                    <a:pt x="7411" y="771"/>
                  </a:cubicBezTo>
                  <a:cubicBezTo>
                    <a:pt x="7492" y="771"/>
                    <a:pt x="7492" y="771"/>
                    <a:pt x="7492" y="828"/>
                  </a:cubicBezTo>
                  <a:cubicBezTo>
                    <a:pt x="7411" y="892"/>
                    <a:pt x="7492" y="892"/>
                    <a:pt x="7581" y="892"/>
                  </a:cubicBezTo>
                  <a:cubicBezTo>
                    <a:pt x="7662" y="892"/>
                    <a:pt x="7662" y="836"/>
                    <a:pt x="7662" y="771"/>
                  </a:cubicBezTo>
                  <a:cubicBezTo>
                    <a:pt x="7662" y="742"/>
                    <a:pt x="7685" y="728"/>
                    <a:pt x="7727" y="728"/>
                  </a:cubicBezTo>
                  <a:cubicBezTo>
                    <a:pt x="7770" y="728"/>
                    <a:pt x="7833" y="742"/>
                    <a:pt x="7914" y="771"/>
                  </a:cubicBezTo>
                  <a:cubicBezTo>
                    <a:pt x="8031" y="804"/>
                    <a:pt x="8151" y="820"/>
                    <a:pt x="8269" y="820"/>
                  </a:cubicBezTo>
                  <a:cubicBezTo>
                    <a:pt x="8379" y="820"/>
                    <a:pt x="8489" y="806"/>
                    <a:pt x="8595" y="779"/>
                  </a:cubicBezTo>
                  <a:cubicBezTo>
                    <a:pt x="8676" y="779"/>
                    <a:pt x="8765" y="779"/>
                    <a:pt x="8765" y="836"/>
                  </a:cubicBezTo>
                  <a:cubicBezTo>
                    <a:pt x="8827" y="885"/>
                    <a:pt x="8902" y="910"/>
                    <a:pt x="8978" y="910"/>
                  </a:cubicBezTo>
                  <a:cubicBezTo>
                    <a:pt x="9050" y="910"/>
                    <a:pt x="9123" y="887"/>
                    <a:pt x="9187" y="844"/>
                  </a:cubicBezTo>
                  <a:cubicBezTo>
                    <a:pt x="9276" y="844"/>
                    <a:pt x="9276" y="844"/>
                    <a:pt x="9268" y="900"/>
                  </a:cubicBezTo>
                  <a:cubicBezTo>
                    <a:pt x="9320" y="934"/>
                    <a:pt x="9341" y="969"/>
                    <a:pt x="9367" y="969"/>
                  </a:cubicBezTo>
                  <a:cubicBezTo>
                    <a:pt x="9385" y="969"/>
                    <a:pt x="9404" y="951"/>
                    <a:pt x="9438" y="900"/>
                  </a:cubicBezTo>
                  <a:cubicBezTo>
                    <a:pt x="9535" y="872"/>
                    <a:pt x="9637" y="858"/>
                    <a:pt x="9738" y="858"/>
                  </a:cubicBezTo>
                  <a:cubicBezTo>
                    <a:pt x="9839" y="858"/>
                    <a:pt x="9941" y="872"/>
                    <a:pt x="10038" y="900"/>
                  </a:cubicBezTo>
                  <a:cubicBezTo>
                    <a:pt x="10059" y="903"/>
                    <a:pt x="10080" y="904"/>
                    <a:pt x="10100" y="904"/>
                  </a:cubicBezTo>
                  <a:cubicBezTo>
                    <a:pt x="10156" y="904"/>
                    <a:pt x="10200" y="892"/>
                    <a:pt x="10200" y="844"/>
                  </a:cubicBezTo>
                  <a:cubicBezTo>
                    <a:pt x="10206" y="804"/>
                    <a:pt x="10208" y="760"/>
                    <a:pt x="10208" y="760"/>
                  </a:cubicBezTo>
                  <a:cubicBezTo>
                    <a:pt x="10208" y="760"/>
                    <a:pt x="10208" y="768"/>
                    <a:pt x="10208" y="787"/>
                  </a:cubicBezTo>
                  <a:cubicBezTo>
                    <a:pt x="10249" y="848"/>
                    <a:pt x="10269" y="878"/>
                    <a:pt x="10289" y="878"/>
                  </a:cubicBezTo>
                  <a:cubicBezTo>
                    <a:pt x="10310" y="878"/>
                    <a:pt x="10330" y="848"/>
                    <a:pt x="10370" y="787"/>
                  </a:cubicBezTo>
                  <a:cubicBezTo>
                    <a:pt x="10370" y="755"/>
                    <a:pt x="10393" y="738"/>
                    <a:pt x="10415" y="738"/>
                  </a:cubicBezTo>
                  <a:cubicBezTo>
                    <a:pt x="10437" y="738"/>
                    <a:pt x="10460" y="755"/>
                    <a:pt x="10460" y="787"/>
                  </a:cubicBezTo>
                  <a:cubicBezTo>
                    <a:pt x="10508" y="819"/>
                    <a:pt x="10565" y="844"/>
                    <a:pt x="10630" y="844"/>
                  </a:cubicBezTo>
                  <a:cubicBezTo>
                    <a:pt x="10706" y="844"/>
                    <a:pt x="11078" y="794"/>
                    <a:pt x="11477" y="794"/>
                  </a:cubicBezTo>
                  <a:cubicBezTo>
                    <a:pt x="11505" y="794"/>
                    <a:pt x="11534" y="795"/>
                    <a:pt x="11562" y="795"/>
                  </a:cubicBezTo>
                  <a:cubicBezTo>
                    <a:pt x="12235" y="795"/>
                    <a:pt x="12495" y="795"/>
                    <a:pt x="12495" y="738"/>
                  </a:cubicBezTo>
                  <a:cubicBezTo>
                    <a:pt x="12535" y="710"/>
                    <a:pt x="12555" y="696"/>
                    <a:pt x="12577" y="696"/>
                  </a:cubicBezTo>
                  <a:cubicBezTo>
                    <a:pt x="12598" y="696"/>
                    <a:pt x="12620" y="710"/>
                    <a:pt x="12665" y="738"/>
                  </a:cubicBezTo>
                  <a:cubicBezTo>
                    <a:pt x="12723" y="777"/>
                    <a:pt x="12791" y="800"/>
                    <a:pt x="12861" y="800"/>
                  </a:cubicBezTo>
                  <a:cubicBezTo>
                    <a:pt x="12879" y="800"/>
                    <a:pt x="12898" y="798"/>
                    <a:pt x="12916" y="795"/>
                  </a:cubicBezTo>
                  <a:cubicBezTo>
                    <a:pt x="12997" y="795"/>
                    <a:pt x="13087" y="803"/>
                    <a:pt x="13087" y="860"/>
                  </a:cubicBezTo>
                  <a:cubicBezTo>
                    <a:pt x="13168" y="803"/>
                    <a:pt x="13168" y="803"/>
                    <a:pt x="13257" y="803"/>
                  </a:cubicBezTo>
                  <a:cubicBezTo>
                    <a:pt x="13257" y="832"/>
                    <a:pt x="13277" y="846"/>
                    <a:pt x="13308" y="846"/>
                  </a:cubicBezTo>
                  <a:cubicBezTo>
                    <a:pt x="13340" y="846"/>
                    <a:pt x="13382" y="832"/>
                    <a:pt x="13427" y="803"/>
                  </a:cubicBezTo>
                  <a:cubicBezTo>
                    <a:pt x="13468" y="742"/>
                    <a:pt x="13488" y="712"/>
                    <a:pt x="13498" y="712"/>
                  </a:cubicBezTo>
                  <a:cubicBezTo>
                    <a:pt x="13508" y="712"/>
                    <a:pt x="13508" y="742"/>
                    <a:pt x="13508" y="803"/>
                  </a:cubicBezTo>
                  <a:cubicBezTo>
                    <a:pt x="13508" y="843"/>
                    <a:pt x="13632" y="887"/>
                    <a:pt x="13678" y="887"/>
                  </a:cubicBezTo>
                  <a:cubicBezTo>
                    <a:pt x="13697" y="887"/>
                    <a:pt x="13702" y="879"/>
                    <a:pt x="13678" y="860"/>
                  </a:cubicBezTo>
                  <a:cubicBezTo>
                    <a:pt x="13678" y="803"/>
                    <a:pt x="13849" y="803"/>
                    <a:pt x="13930" y="746"/>
                  </a:cubicBezTo>
                  <a:cubicBezTo>
                    <a:pt x="14019" y="746"/>
                    <a:pt x="14100" y="746"/>
                    <a:pt x="14100" y="803"/>
                  </a:cubicBezTo>
                  <a:cubicBezTo>
                    <a:pt x="14128" y="823"/>
                    <a:pt x="14188" y="832"/>
                    <a:pt x="14260" y="832"/>
                  </a:cubicBezTo>
                  <a:cubicBezTo>
                    <a:pt x="14419" y="832"/>
                    <a:pt x="14636" y="791"/>
                    <a:pt x="14692" y="746"/>
                  </a:cubicBezTo>
                  <a:cubicBezTo>
                    <a:pt x="14692" y="718"/>
                    <a:pt x="14714" y="704"/>
                    <a:pt x="14736" y="704"/>
                  </a:cubicBezTo>
                  <a:cubicBezTo>
                    <a:pt x="14759" y="704"/>
                    <a:pt x="14781" y="718"/>
                    <a:pt x="14781" y="746"/>
                  </a:cubicBezTo>
                  <a:cubicBezTo>
                    <a:pt x="14781" y="811"/>
                    <a:pt x="14862" y="811"/>
                    <a:pt x="14951" y="811"/>
                  </a:cubicBezTo>
                  <a:cubicBezTo>
                    <a:pt x="14975" y="792"/>
                    <a:pt x="14992" y="784"/>
                    <a:pt x="15004" y="784"/>
                  </a:cubicBezTo>
                  <a:cubicBezTo>
                    <a:pt x="15032" y="784"/>
                    <a:pt x="15032" y="828"/>
                    <a:pt x="15032" y="868"/>
                  </a:cubicBezTo>
                  <a:cubicBezTo>
                    <a:pt x="14943" y="933"/>
                    <a:pt x="15032" y="933"/>
                    <a:pt x="15203" y="933"/>
                  </a:cubicBezTo>
                  <a:cubicBezTo>
                    <a:pt x="15268" y="881"/>
                    <a:pt x="15498" y="876"/>
                    <a:pt x="15717" y="876"/>
                  </a:cubicBezTo>
                  <a:cubicBezTo>
                    <a:pt x="15772" y="876"/>
                    <a:pt x="15825" y="876"/>
                    <a:pt x="15876" y="876"/>
                  </a:cubicBezTo>
                  <a:cubicBezTo>
                    <a:pt x="16305" y="876"/>
                    <a:pt x="16386" y="819"/>
                    <a:pt x="16557" y="698"/>
                  </a:cubicBezTo>
                  <a:lnTo>
                    <a:pt x="16646" y="576"/>
                  </a:lnTo>
                  <a:lnTo>
                    <a:pt x="16646" y="698"/>
                  </a:lnTo>
                  <a:cubicBezTo>
                    <a:pt x="16662" y="763"/>
                    <a:pt x="16686" y="828"/>
                    <a:pt x="16727" y="876"/>
                  </a:cubicBezTo>
                  <a:cubicBezTo>
                    <a:pt x="16808" y="876"/>
                    <a:pt x="16808" y="819"/>
                    <a:pt x="16816" y="763"/>
                  </a:cubicBezTo>
                  <a:cubicBezTo>
                    <a:pt x="16816" y="730"/>
                    <a:pt x="16836" y="714"/>
                    <a:pt x="16878" y="714"/>
                  </a:cubicBezTo>
                  <a:cubicBezTo>
                    <a:pt x="16919" y="714"/>
                    <a:pt x="16982" y="730"/>
                    <a:pt x="17067" y="763"/>
                  </a:cubicBezTo>
                  <a:cubicBezTo>
                    <a:pt x="17153" y="791"/>
                    <a:pt x="17215" y="805"/>
                    <a:pt x="17268" y="805"/>
                  </a:cubicBezTo>
                  <a:cubicBezTo>
                    <a:pt x="17321" y="805"/>
                    <a:pt x="17363" y="791"/>
                    <a:pt x="17408" y="763"/>
                  </a:cubicBezTo>
                  <a:cubicBezTo>
                    <a:pt x="17419" y="762"/>
                    <a:pt x="17431" y="761"/>
                    <a:pt x="17442" y="761"/>
                  </a:cubicBezTo>
                  <a:cubicBezTo>
                    <a:pt x="17520" y="761"/>
                    <a:pt x="17596" y="785"/>
                    <a:pt x="17659" y="828"/>
                  </a:cubicBezTo>
                  <a:cubicBezTo>
                    <a:pt x="17740" y="828"/>
                    <a:pt x="17740" y="828"/>
                    <a:pt x="17740" y="763"/>
                  </a:cubicBezTo>
                  <a:cubicBezTo>
                    <a:pt x="17744" y="734"/>
                    <a:pt x="17767" y="720"/>
                    <a:pt x="17798" y="720"/>
                  </a:cubicBezTo>
                  <a:cubicBezTo>
                    <a:pt x="17830" y="720"/>
                    <a:pt x="17870" y="734"/>
                    <a:pt x="17911" y="763"/>
                  </a:cubicBezTo>
                  <a:cubicBezTo>
                    <a:pt x="17964" y="835"/>
                    <a:pt x="18074" y="864"/>
                    <a:pt x="18155" y="864"/>
                  </a:cubicBezTo>
                  <a:cubicBezTo>
                    <a:pt x="18210" y="864"/>
                    <a:pt x="18251" y="851"/>
                    <a:pt x="18251" y="828"/>
                  </a:cubicBezTo>
                  <a:cubicBezTo>
                    <a:pt x="18251" y="771"/>
                    <a:pt x="18340" y="771"/>
                    <a:pt x="18421" y="771"/>
                  </a:cubicBezTo>
                  <a:cubicBezTo>
                    <a:pt x="18433" y="772"/>
                    <a:pt x="18444" y="772"/>
                    <a:pt x="18455" y="772"/>
                  </a:cubicBezTo>
                  <a:cubicBezTo>
                    <a:pt x="18533" y="772"/>
                    <a:pt x="18609" y="748"/>
                    <a:pt x="18673" y="706"/>
                  </a:cubicBezTo>
                  <a:lnTo>
                    <a:pt x="18843" y="714"/>
                  </a:lnTo>
                  <a:cubicBezTo>
                    <a:pt x="18932" y="714"/>
                    <a:pt x="18843" y="771"/>
                    <a:pt x="18762" y="771"/>
                  </a:cubicBezTo>
                  <a:lnTo>
                    <a:pt x="18843" y="828"/>
                  </a:lnTo>
                  <a:cubicBezTo>
                    <a:pt x="18888" y="830"/>
                    <a:pt x="18926" y="831"/>
                    <a:pt x="18961" y="831"/>
                  </a:cubicBezTo>
                  <a:cubicBezTo>
                    <a:pt x="19059" y="831"/>
                    <a:pt x="19124" y="819"/>
                    <a:pt x="19184" y="771"/>
                  </a:cubicBezTo>
                  <a:cubicBezTo>
                    <a:pt x="19228" y="714"/>
                    <a:pt x="19250" y="686"/>
                    <a:pt x="19262" y="686"/>
                  </a:cubicBezTo>
                  <a:cubicBezTo>
                    <a:pt x="19273" y="686"/>
                    <a:pt x="19273" y="714"/>
                    <a:pt x="19273" y="771"/>
                  </a:cubicBezTo>
                  <a:cubicBezTo>
                    <a:pt x="19278" y="826"/>
                    <a:pt x="19325" y="862"/>
                    <a:pt x="19372" y="862"/>
                  </a:cubicBezTo>
                  <a:cubicBezTo>
                    <a:pt x="19394" y="862"/>
                    <a:pt x="19417" y="854"/>
                    <a:pt x="19435" y="836"/>
                  </a:cubicBezTo>
                  <a:cubicBezTo>
                    <a:pt x="19473" y="783"/>
                    <a:pt x="19510" y="764"/>
                    <a:pt x="19539" y="764"/>
                  </a:cubicBezTo>
                  <a:cubicBezTo>
                    <a:pt x="19579" y="764"/>
                    <a:pt x="19605" y="799"/>
                    <a:pt x="19605" y="836"/>
                  </a:cubicBezTo>
                  <a:cubicBezTo>
                    <a:pt x="19565" y="896"/>
                    <a:pt x="19544" y="927"/>
                    <a:pt x="19577" y="927"/>
                  </a:cubicBezTo>
                  <a:cubicBezTo>
                    <a:pt x="19609" y="927"/>
                    <a:pt x="19694" y="896"/>
                    <a:pt x="19865" y="836"/>
                  </a:cubicBezTo>
                  <a:cubicBezTo>
                    <a:pt x="20027" y="836"/>
                    <a:pt x="20367" y="779"/>
                    <a:pt x="20627" y="779"/>
                  </a:cubicBezTo>
                  <a:cubicBezTo>
                    <a:pt x="20959" y="779"/>
                    <a:pt x="21129" y="779"/>
                    <a:pt x="21219" y="844"/>
                  </a:cubicBezTo>
                  <a:cubicBezTo>
                    <a:pt x="21219" y="855"/>
                    <a:pt x="21219" y="865"/>
                    <a:pt x="21220" y="874"/>
                  </a:cubicBezTo>
                  <a:lnTo>
                    <a:pt x="21220" y="874"/>
                  </a:lnTo>
                  <a:cubicBezTo>
                    <a:pt x="21234" y="787"/>
                    <a:pt x="21322" y="787"/>
                    <a:pt x="21559" y="787"/>
                  </a:cubicBezTo>
                  <a:cubicBezTo>
                    <a:pt x="21622" y="805"/>
                    <a:pt x="21685" y="814"/>
                    <a:pt x="21748" y="814"/>
                  </a:cubicBezTo>
                  <a:cubicBezTo>
                    <a:pt x="21857" y="814"/>
                    <a:pt x="21964" y="787"/>
                    <a:pt x="22062" y="730"/>
                  </a:cubicBezTo>
                  <a:lnTo>
                    <a:pt x="21900" y="730"/>
                  </a:lnTo>
                  <a:cubicBezTo>
                    <a:pt x="21900" y="658"/>
                    <a:pt x="21928" y="629"/>
                    <a:pt x="21987" y="629"/>
                  </a:cubicBezTo>
                  <a:cubicBezTo>
                    <a:pt x="22028" y="629"/>
                    <a:pt x="22082" y="642"/>
                    <a:pt x="22151" y="665"/>
                  </a:cubicBezTo>
                  <a:cubicBezTo>
                    <a:pt x="22232" y="665"/>
                    <a:pt x="22232" y="730"/>
                    <a:pt x="22232" y="787"/>
                  </a:cubicBezTo>
                  <a:cubicBezTo>
                    <a:pt x="22232" y="852"/>
                    <a:pt x="22321" y="909"/>
                    <a:pt x="22402" y="909"/>
                  </a:cubicBezTo>
                  <a:cubicBezTo>
                    <a:pt x="22483" y="909"/>
                    <a:pt x="22573" y="909"/>
                    <a:pt x="22483" y="852"/>
                  </a:cubicBezTo>
                  <a:cubicBezTo>
                    <a:pt x="22492" y="787"/>
                    <a:pt x="22492" y="787"/>
                    <a:pt x="22573" y="787"/>
                  </a:cubicBezTo>
                  <a:cubicBezTo>
                    <a:pt x="22591" y="790"/>
                    <a:pt x="22610" y="792"/>
                    <a:pt x="22628" y="792"/>
                  </a:cubicBezTo>
                  <a:cubicBezTo>
                    <a:pt x="22698" y="792"/>
                    <a:pt x="22766" y="769"/>
                    <a:pt x="22824" y="730"/>
                  </a:cubicBezTo>
                  <a:cubicBezTo>
                    <a:pt x="22824" y="673"/>
                    <a:pt x="22913" y="673"/>
                    <a:pt x="22994" y="673"/>
                  </a:cubicBezTo>
                  <a:cubicBezTo>
                    <a:pt x="23075" y="714"/>
                    <a:pt x="23164" y="730"/>
                    <a:pt x="23254" y="730"/>
                  </a:cubicBezTo>
                  <a:cubicBezTo>
                    <a:pt x="23254" y="747"/>
                    <a:pt x="23254" y="770"/>
                    <a:pt x="23254" y="795"/>
                  </a:cubicBezTo>
                  <a:cubicBezTo>
                    <a:pt x="23254" y="852"/>
                    <a:pt x="23335" y="917"/>
                    <a:pt x="23335" y="917"/>
                  </a:cubicBezTo>
                  <a:cubicBezTo>
                    <a:pt x="23416" y="917"/>
                    <a:pt x="23416" y="852"/>
                    <a:pt x="23416" y="852"/>
                  </a:cubicBezTo>
                  <a:cubicBezTo>
                    <a:pt x="23416" y="808"/>
                    <a:pt x="24647" y="803"/>
                    <a:pt x="25316" y="803"/>
                  </a:cubicBezTo>
                  <a:cubicBezTo>
                    <a:pt x="25507" y="803"/>
                    <a:pt x="25653" y="803"/>
                    <a:pt x="25710" y="803"/>
                  </a:cubicBezTo>
                  <a:cubicBezTo>
                    <a:pt x="25808" y="840"/>
                    <a:pt x="25931" y="864"/>
                    <a:pt x="26004" y="864"/>
                  </a:cubicBezTo>
                  <a:cubicBezTo>
                    <a:pt x="26059" y="864"/>
                    <a:pt x="26086" y="851"/>
                    <a:pt x="26051" y="819"/>
                  </a:cubicBezTo>
                  <a:cubicBezTo>
                    <a:pt x="26051" y="799"/>
                    <a:pt x="26107" y="788"/>
                    <a:pt x="26201" y="788"/>
                  </a:cubicBezTo>
                  <a:cubicBezTo>
                    <a:pt x="26374" y="788"/>
                    <a:pt x="26675" y="825"/>
                    <a:pt x="26999" y="909"/>
                  </a:cubicBezTo>
                  <a:cubicBezTo>
                    <a:pt x="27531" y="1031"/>
                    <a:pt x="27897" y="1210"/>
                    <a:pt x="27990" y="1210"/>
                  </a:cubicBezTo>
                  <a:cubicBezTo>
                    <a:pt x="28003" y="1210"/>
                    <a:pt x="28010" y="1207"/>
                    <a:pt x="28013" y="1200"/>
                  </a:cubicBezTo>
                  <a:lnTo>
                    <a:pt x="28248" y="1314"/>
                  </a:lnTo>
                  <a:cubicBezTo>
                    <a:pt x="28402" y="1395"/>
                    <a:pt x="28580" y="1444"/>
                    <a:pt x="28662" y="1492"/>
                  </a:cubicBezTo>
                  <a:cubicBezTo>
                    <a:pt x="28767" y="1492"/>
                    <a:pt x="28848" y="1533"/>
                    <a:pt x="28735" y="1541"/>
                  </a:cubicBezTo>
                  <a:cubicBezTo>
                    <a:pt x="28702" y="1590"/>
                    <a:pt x="28670" y="1638"/>
                    <a:pt x="28743" y="1687"/>
                  </a:cubicBezTo>
                  <a:cubicBezTo>
                    <a:pt x="28803" y="1733"/>
                    <a:pt x="28843" y="1750"/>
                    <a:pt x="28873" y="1750"/>
                  </a:cubicBezTo>
                  <a:cubicBezTo>
                    <a:pt x="28910" y="1750"/>
                    <a:pt x="28931" y="1722"/>
                    <a:pt x="28953" y="1695"/>
                  </a:cubicBezTo>
                  <a:cubicBezTo>
                    <a:pt x="28963" y="1680"/>
                    <a:pt x="28977" y="1675"/>
                    <a:pt x="28991" y="1675"/>
                  </a:cubicBezTo>
                  <a:cubicBezTo>
                    <a:pt x="29023" y="1675"/>
                    <a:pt x="29059" y="1703"/>
                    <a:pt x="29059" y="1703"/>
                  </a:cubicBezTo>
                  <a:cubicBezTo>
                    <a:pt x="29132" y="1760"/>
                    <a:pt x="29132" y="1760"/>
                    <a:pt x="29091" y="1800"/>
                  </a:cubicBezTo>
                  <a:lnTo>
                    <a:pt x="29018" y="1898"/>
                  </a:lnTo>
                  <a:lnTo>
                    <a:pt x="29091" y="1946"/>
                  </a:lnTo>
                  <a:cubicBezTo>
                    <a:pt x="29102" y="1933"/>
                    <a:pt x="29115" y="1928"/>
                    <a:pt x="29128" y="1928"/>
                  </a:cubicBezTo>
                  <a:cubicBezTo>
                    <a:pt x="29162" y="1928"/>
                    <a:pt x="29197" y="1963"/>
                    <a:pt x="29197" y="1963"/>
                  </a:cubicBezTo>
                  <a:cubicBezTo>
                    <a:pt x="29262" y="2019"/>
                    <a:pt x="29262" y="2019"/>
                    <a:pt x="29180" y="2109"/>
                  </a:cubicBezTo>
                  <a:cubicBezTo>
                    <a:pt x="29115" y="2180"/>
                    <a:pt x="29145" y="2231"/>
                    <a:pt x="29235" y="2231"/>
                  </a:cubicBezTo>
                  <a:cubicBezTo>
                    <a:pt x="29257" y="2231"/>
                    <a:pt x="29282" y="2228"/>
                    <a:pt x="29310" y="2222"/>
                  </a:cubicBezTo>
                  <a:lnTo>
                    <a:pt x="29472" y="2303"/>
                  </a:lnTo>
                  <a:cubicBezTo>
                    <a:pt x="29448" y="2441"/>
                    <a:pt x="29651" y="2490"/>
                    <a:pt x="29756" y="2514"/>
                  </a:cubicBezTo>
                  <a:cubicBezTo>
                    <a:pt x="29724" y="2660"/>
                    <a:pt x="29780" y="2717"/>
                    <a:pt x="29926" y="2717"/>
                  </a:cubicBezTo>
                  <a:cubicBezTo>
                    <a:pt x="29934" y="2711"/>
                    <a:pt x="29942" y="2709"/>
                    <a:pt x="29950" y="2709"/>
                  </a:cubicBezTo>
                  <a:cubicBezTo>
                    <a:pt x="29990" y="2709"/>
                    <a:pt x="30025" y="2774"/>
                    <a:pt x="30032" y="2863"/>
                  </a:cubicBezTo>
                  <a:cubicBezTo>
                    <a:pt x="30032" y="2968"/>
                    <a:pt x="30089" y="3033"/>
                    <a:pt x="30178" y="3179"/>
                  </a:cubicBezTo>
                  <a:cubicBezTo>
                    <a:pt x="30275" y="3219"/>
                    <a:pt x="30624" y="3738"/>
                    <a:pt x="30826" y="4419"/>
                  </a:cubicBezTo>
                  <a:cubicBezTo>
                    <a:pt x="31061" y="5173"/>
                    <a:pt x="31053" y="5708"/>
                    <a:pt x="31118" y="5708"/>
                  </a:cubicBezTo>
                  <a:cubicBezTo>
                    <a:pt x="31126" y="5765"/>
                    <a:pt x="31110" y="5838"/>
                    <a:pt x="31070" y="5879"/>
                  </a:cubicBezTo>
                  <a:cubicBezTo>
                    <a:pt x="31005" y="5887"/>
                    <a:pt x="31013" y="5968"/>
                    <a:pt x="31134" y="6057"/>
                  </a:cubicBezTo>
                  <a:cubicBezTo>
                    <a:pt x="31181" y="6130"/>
                    <a:pt x="31227" y="6149"/>
                    <a:pt x="31176" y="6149"/>
                  </a:cubicBezTo>
                  <a:cubicBezTo>
                    <a:pt x="31165" y="6149"/>
                    <a:pt x="31149" y="6148"/>
                    <a:pt x="31126" y="6146"/>
                  </a:cubicBezTo>
                  <a:cubicBezTo>
                    <a:pt x="31061" y="6146"/>
                    <a:pt x="31070" y="6325"/>
                    <a:pt x="31029" y="6665"/>
                  </a:cubicBezTo>
                  <a:cubicBezTo>
                    <a:pt x="30997" y="6933"/>
                    <a:pt x="30932" y="7273"/>
                    <a:pt x="30980" y="7281"/>
                  </a:cubicBezTo>
                  <a:cubicBezTo>
                    <a:pt x="30985" y="7393"/>
                    <a:pt x="30987" y="7441"/>
                    <a:pt x="30982" y="7441"/>
                  </a:cubicBezTo>
                  <a:cubicBezTo>
                    <a:pt x="30978" y="7441"/>
                    <a:pt x="30970" y="7415"/>
                    <a:pt x="30956" y="7370"/>
                  </a:cubicBezTo>
                  <a:cubicBezTo>
                    <a:pt x="30944" y="7357"/>
                    <a:pt x="30932" y="7351"/>
                    <a:pt x="30919" y="7351"/>
                  </a:cubicBezTo>
                  <a:cubicBezTo>
                    <a:pt x="30824" y="7351"/>
                    <a:pt x="30706" y="7688"/>
                    <a:pt x="30713" y="7938"/>
                  </a:cubicBezTo>
                  <a:cubicBezTo>
                    <a:pt x="30684" y="8009"/>
                    <a:pt x="30656" y="8080"/>
                    <a:pt x="30611" y="8080"/>
                  </a:cubicBezTo>
                  <a:cubicBezTo>
                    <a:pt x="30605" y="8080"/>
                    <a:pt x="30598" y="8079"/>
                    <a:pt x="30591" y="8076"/>
                  </a:cubicBezTo>
                  <a:cubicBezTo>
                    <a:pt x="30534" y="8214"/>
                    <a:pt x="30486" y="8351"/>
                    <a:pt x="30453" y="8497"/>
                  </a:cubicBezTo>
                  <a:cubicBezTo>
                    <a:pt x="30421" y="8578"/>
                    <a:pt x="30234" y="8870"/>
                    <a:pt x="30145" y="9016"/>
                  </a:cubicBezTo>
                  <a:cubicBezTo>
                    <a:pt x="30072" y="9114"/>
                    <a:pt x="30016" y="9219"/>
                    <a:pt x="29975" y="9333"/>
                  </a:cubicBezTo>
                  <a:cubicBezTo>
                    <a:pt x="29958" y="9359"/>
                    <a:pt x="29939" y="9385"/>
                    <a:pt x="29925" y="9404"/>
                  </a:cubicBezTo>
                  <a:lnTo>
                    <a:pt x="29925" y="9404"/>
                  </a:lnTo>
                  <a:cubicBezTo>
                    <a:pt x="29923" y="9403"/>
                    <a:pt x="29920" y="9402"/>
                    <a:pt x="29917" y="9402"/>
                  </a:cubicBezTo>
                  <a:cubicBezTo>
                    <a:pt x="29849" y="9402"/>
                    <a:pt x="29585" y="9735"/>
                    <a:pt x="29140" y="10111"/>
                  </a:cubicBezTo>
                  <a:cubicBezTo>
                    <a:pt x="28691" y="10474"/>
                    <a:pt x="28243" y="10712"/>
                    <a:pt x="28111" y="10712"/>
                  </a:cubicBezTo>
                  <a:cubicBezTo>
                    <a:pt x="28104" y="10712"/>
                    <a:pt x="28099" y="10712"/>
                    <a:pt x="28094" y="10711"/>
                  </a:cubicBezTo>
                  <a:cubicBezTo>
                    <a:pt x="28037" y="10743"/>
                    <a:pt x="27989" y="10784"/>
                    <a:pt x="27956" y="10841"/>
                  </a:cubicBezTo>
                  <a:cubicBezTo>
                    <a:pt x="27936" y="10961"/>
                    <a:pt x="27878" y="11009"/>
                    <a:pt x="27795" y="11009"/>
                  </a:cubicBezTo>
                  <a:cubicBezTo>
                    <a:pt x="27777" y="11009"/>
                    <a:pt x="27757" y="11007"/>
                    <a:pt x="27737" y="11003"/>
                  </a:cubicBezTo>
                  <a:cubicBezTo>
                    <a:pt x="27709" y="10982"/>
                    <a:pt x="27671" y="10973"/>
                    <a:pt x="27628" y="10973"/>
                  </a:cubicBezTo>
                  <a:cubicBezTo>
                    <a:pt x="27484" y="10973"/>
                    <a:pt x="27286" y="11073"/>
                    <a:pt x="27243" y="11173"/>
                  </a:cubicBezTo>
                  <a:lnTo>
                    <a:pt x="27226" y="11108"/>
                  </a:lnTo>
                  <a:cubicBezTo>
                    <a:pt x="27197" y="11087"/>
                    <a:pt x="27162" y="11078"/>
                    <a:pt x="27125" y="11078"/>
                  </a:cubicBezTo>
                  <a:cubicBezTo>
                    <a:pt x="27006" y="11078"/>
                    <a:pt x="26862" y="11172"/>
                    <a:pt x="26813" y="11270"/>
                  </a:cubicBezTo>
                  <a:cubicBezTo>
                    <a:pt x="26752" y="11245"/>
                    <a:pt x="26691" y="11216"/>
                    <a:pt x="26637" y="11216"/>
                  </a:cubicBezTo>
                  <a:cubicBezTo>
                    <a:pt x="26604" y="11216"/>
                    <a:pt x="26573" y="11227"/>
                    <a:pt x="26545" y="11254"/>
                  </a:cubicBezTo>
                  <a:cubicBezTo>
                    <a:pt x="26522" y="11258"/>
                    <a:pt x="26504" y="11262"/>
                    <a:pt x="26491" y="11262"/>
                  </a:cubicBezTo>
                  <a:cubicBezTo>
                    <a:pt x="26455" y="11262"/>
                    <a:pt x="26452" y="11238"/>
                    <a:pt x="26440" y="11149"/>
                  </a:cubicBezTo>
                  <a:cubicBezTo>
                    <a:pt x="26440" y="11098"/>
                    <a:pt x="26434" y="11041"/>
                    <a:pt x="26374" y="11041"/>
                  </a:cubicBezTo>
                  <a:cubicBezTo>
                    <a:pt x="26367" y="11041"/>
                    <a:pt x="26359" y="11042"/>
                    <a:pt x="26351" y="11043"/>
                  </a:cubicBezTo>
                  <a:cubicBezTo>
                    <a:pt x="26262" y="11051"/>
                    <a:pt x="26270" y="11108"/>
                    <a:pt x="26278" y="11173"/>
                  </a:cubicBezTo>
                  <a:lnTo>
                    <a:pt x="26108" y="11181"/>
                  </a:lnTo>
                  <a:cubicBezTo>
                    <a:pt x="26108" y="11181"/>
                    <a:pt x="26018" y="11181"/>
                    <a:pt x="26027" y="11246"/>
                  </a:cubicBezTo>
                  <a:cubicBezTo>
                    <a:pt x="26027" y="11303"/>
                    <a:pt x="25937" y="11303"/>
                    <a:pt x="25848" y="11311"/>
                  </a:cubicBezTo>
                  <a:cubicBezTo>
                    <a:pt x="25848" y="11294"/>
                    <a:pt x="25841" y="11287"/>
                    <a:pt x="25833" y="11287"/>
                  </a:cubicBezTo>
                  <a:cubicBezTo>
                    <a:pt x="25815" y="11287"/>
                    <a:pt x="25791" y="11327"/>
                    <a:pt x="25848" y="11368"/>
                  </a:cubicBezTo>
                  <a:cubicBezTo>
                    <a:pt x="25848" y="11432"/>
                    <a:pt x="25856" y="11489"/>
                    <a:pt x="25759" y="11497"/>
                  </a:cubicBezTo>
                  <a:lnTo>
                    <a:pt x="25759" y="11611"/>
                  </a:lnTo>
                  <a:cubicBezTo>
                    <a:pt x="25759" y="11732"/>
                    <a:pt x="25759" y="11789"/>
                    <a:pt x="25945" y="11846"/>
                  </a:cubicBezTo>
                  <a:cubicBezTo>
                    <a:pt x="26110" y="11866"/>
                    <a:pt x="26258" y="11880"/>
                    <a:pt x="26373" y="11880"/>
                  </a:cubicBezTo>
                  <a:cubicBezTo>
                    <a:pt x="26531" y="11880"/>
                    <a:pt x="26628" y="11855"/>
                    <a:pt x="26618" y="11789"/>
                  </a:cubicBezTo>
                  <a:cubicBezTo>
                    <a:pt x="26667" y="11740"/>
                    <a:pt x="26732" y="11716"/>
                    <a:pt x="26797" y="11700"/>
                  </a:cubicBezTo>
                  <a:cubicBezTo>
                    <a:pt x="26813" y="11698"/>
                    <a:pt x="26830" y="11697"/>
                    <a:pt x="26847" y="11697"/>
                  </a:cubicBezTo>
                  <a:cubicBezTo>
                    <a:pt x="26897" y="11697"/>
                    <a:pt x="26949" y="11706"/>
                    <a:pt x="26991" y="11724"/>
                  </a:cubicBezTo>
                  <a:cubicBezTo>
                    <a:pt x="26993" y="11735"/>
                    <a:pt x="27015" y="11741"/>
                    <a:pt x="27052" y="11741"/>
                  </a:cubicBezTo>
                  <a:cubicBezTo>
                    <a:pt x="27179" y="11741"/>
                    <a:pt x="27492" y="11676"/>
                    <a:pt x="27843" y="11538"/>
                  </a:cubicBezTo>
                  <a:cubicBezTo>
                    <a:pt x="28386" y="11327"/>
                    <a:pt x="28637" y="11173"/>
                    <a:pt x="28751" y="11173"/>
                  </a:cubicBezTo>
                  <a:cubicBezTo>
                    <a:pt x="28816" y="11173"/>
                    <a:pt x="28889" y="11157"/>
                    <a:pt x="28945" y="11124"/>
                  </a:cubicBezTo>
                  <a:cubicBezTo>
                    <a:pt x="28913" y="11076"/>
                    <a:pt x="29432" y="10776"/>
                    <a:pt x="29918" y="10297"/>
                  </a:cubicBezTo>
                  <a:cubicBezTo>
                    <a:pt x="30413" y="9811"/>
                    <a:pt x="30794" y="9235"/>
                    <a:pt x="30737" y="9195"/>
                  </a:cubicBezTo>
                  <a:lnTo>
                    <a:pt x="30834" y="9033"/>
                  </a:lnTo>
                  <a:cubicBezTo>
                    <a:pt x="30839" y="9035"/>
                    <a:pt x="30843" y="9037"/>
                    <a:pt x="30848" y="9037"/>
                  </a:cubicBezTo>
                  <a:cubicBezTo>
                    <a:pt x="30903" y="9037"/>
                    <a:pt x="31004" y="8887"/>
                    <a:pt x="31078" y="8716"/>
                  </a:cubicBezTo>
                  <a:cubicBezTo>
                    <a:pt x="31102" y="8587"/>
                    <a:pt x="31143" y="8465"/>
                    <a:pt x="31199" y="8343"/>
                  </a:cubicBezTo>
                  <a:cubicBezTo>
                    <a:pt x="31204" y="8346"/>
                    <a:pt x="31209" y="8347"/>
                    <a:pt x="31214" y="8347"/>
                  </a:cubicBezTo>
                  <a:cubicBezTo>
                    <a:pt x="31256" y="8347"/>
                    <a:pt x="31295" y="8252"/>
                    <a:pt x="31353" y="8092"/>
                  </a:cubicBezTo>
                  <a:cubicBezTo>
                    <a:pt x="31426" y="7906"/>
                    <a:pt x="31459" y="7808"/>
                    <a:pt x="31402" y="7792"/>
                  </a:cubicBezTo>
                  <a:lnTo>
                    <a:pt x="31524" y="7346"/>
                  </a:lnTo>
                  <a:cubicBezTo>
                    <a:pt x="31588" y="7135"/>
                    <a:pt x="31629" y="6892"/>
                    <a:pt x="31686" y="6754"/>
                  </a:cubicBezTo>
                  <a:cubicBezTo>
                    <a:pt x="31759" y="6665"/>
                    <a:pt x="31702" y="6560"/>
                    <a:pt x="31653" y="6454"/>
                  </a:cubicBezTo>
                  <a:cubicBezTo>
                    <a:pt x="31588" y="6454"/>
                    <a:pt x="31540" y="6349"/>
                    <a:pt x="31540" y="6260"/>
                  </a:cubicBezTo>
                  <a:lnTo>
                    <a:pt x="31661" y="6260"/>
                  </a:lnTo>
                  <a:cubicBezTo>
                    <a:pt x="31685" y="6304"/>
                    <a:pt x="31699" y="6329"/>
                    <a:pt x="31708" y="6329"/>
                  </a:cubicBezTo>
                  <a:cubicBezTo>
                    <a:pt x="31720" y="6329"/>
                    <a:pt x="31722" y="6280"/>
                    <a:pt x="31726" y="6162"/>
                  </a:cubicBezTo>
                  <a:cubicBezTo>
                    <a:pt x="31726" y="6098"/>
                    <a:pt x="31734" y="6033"/>
                    <a:pt x="31726" y="5968"/>
                  </a:cubicBezTo>
                  <a:cubicBezTo>
                    <a:pt x="31661" y="5968"/>
                    <a:pt x="31678" y="5481"/>
                    <a:pt x="31548" y="4808"/>
                  </a:cubicBezTo>
                  <a:cubicBezTo>
                    <a:pt x="31491" y="4598"/>
                    <a:pt x="31443" y="4419"/>
                    <a:pt x="31410" y="4273"/>
                  </a:cubicBezTo>
                  <a:lnTo>
                    <a:pt x="31280" y="3933"/>
                  </a:lnTo>
                  <a:cubicBezTo>
                    <a:pt x="31219" y="3773"/>
                    <a:pt x="31173" y="3713"/>
                    <a:pt x="31147" y="3713"/>
                  </a:cubicBezTo>
                  <a:cubicBezTo>
                    <a:pt x="31146" y="3713"/>
                    <a:pt x="31144" y="3713"/>
                    <a:pt x="31143" y="3714"/>
                  </a:cubicBezTo>
                  <a:cubicBezTo>
                    <a:pt x="31137" y="3716"/>
                    <a:pt x="31131" y="3718"/>
                    <a:pt x="31125" y="3718"/>
                  </a:cubicBezTo>
                  <a:cubicBezTo>
                    <a:pt x="31077" y="3718"/>
                    <a:pt x="31038" y="3620"/>
                    <a:pt x="30972" y="3365"/>
                  </a:cubicBezTo>
                  <a:cubicBezTo>
                    <a:pt x="30851" y="2765"/>
                    <a:pt x="30826" y="2765"/>
                    <a:pt x="30737" y="2717"/>
                  </a:cubicBezTo>
                  <a:lnTo>
                    <a:pt x="30737" y="2717"/>
                  </a:lnTo>
                  <a:cubicBezTo>
                    <a:pt x="30786" y="2798"/>
                    <a:pt x="30737" y="2830"/>
                    <a:pt x="30688" y="2863"/>
                  </a:cubicBezTo>
                  <a:cubicBezTo>
                    <a:pt x="30663" y="2878"/>
                    <a:pt x="30642" y="2885"/>
                    <a:pt x="30624" y="2885"/>
                  </a:cubicBezTo>
                  <a:cubicBezTo>
                    <a:pt x="30568" y="2885"/>
                    <a:pt x="30550" y="2812"/>
                    <a:pt x="30575" y="2700"/>
                  </a:cubicBezTo>
                  <a:cubicBezTo>
                    <a:pt x="30624" y="2676"/>
                    <a:pt x="30437" y="2344"/>
                    <a:pt x="30170" y="2084"/>
                  </a:cubicBezTo>
                  <a:cubicBezTo>
                    <a:pt x="29915" y="1806"/>
                    <a:pt x="29582" y="1598"/>
                    <a:pt x="29509" y="1598"/>
                  </a:cubicBezTo>
                  <a:cubicBezTo>
                    <a:pt x="29507" y="1598"/>
                    <a:pt x="29506" y="1598"/>
                    <a:pt x="29505" y="1598"/>
                  </a:cubicBezTo>
                  <a:lnTo>
                    <a:pt x="29545" y="1557"/>
                  </a:lnTo>
                  <a:cubicBezTo>
                    <a:pt x="29586" y="1509"/>
                    <a:pt x="29513" y="1444"/>
                    <a:pt x="29197" y="1209"/>
                  </a:cubicBezTo>
                  <a:cubicBezTo>
                    <a:pt x="29124" y="1144"/>
                    <a:pt x="29043" y="1087"/>
                    <a:pt x="28953" y="1046"/>
                  </a:cubicBezTo>
                  <a:cubicBezTo>
                    <a:pt x="28946" y="1058"/>
                    <a:pt x="28932" y="1063"/>
                    <a:pt x="28915" y="1063"/>
                  </a:cubicBezTo>
                  <a:cubicBezTo>
                    <a:pt x="28785" y="1063"/>
                    <a:pt x="28428" y="782"/>
                    <a:pt x="28443" y="746"/>
                  </a:cubicBezTo>
                  <a:cubicBezTo>
                    <a:pt x="28386" y="657"/>
                    <a:pt x="28386" y="649"/>
                    <a:pt x="28208" y="568"/>
                  </a:cubicBezTo>
                  <a:cubicBezTo>
                    <a:pt x="27891" y="552"/>
                    <a:pt x="27453" y="333"/>
                    <a:pt x="27462" y="284"/>
                  </a:cubicBezTo>
                  <a:lnTo>
                    <a:pt x="27275" y="236"/>
                  </a:lnTo>
                  <a:cubicBezTo>
                    <a:pt x="27248" y="245"/>
                    <a:pt x="27218" y="249"/>
                    <a:pt x="27185" y="249"/>
                  </a:cubicBezTo>
                  <a:cubicBezTo>
                    <a:pt x="27079" y="249"/>
                    <a:pt x="26952" y="209"/>
                    <a:pt x="26878" y="203"/>
                  </a:cubicBezTo>
                  <a:cubicBezTo>
                    <a:pt x="26737" y="180"/>
                    <a:pt x="26641" y="166"/>
                    <a:pt x="26590" y="166"/>
                  </a:cubicBezTo>
                  <a:cubicBezTo>
                    <a:pt x="26535" y="166"/>
                    <a:pt x="26532" y="182"/>
                    <a:pt x="26578" y="219"/>
                  </a:cubicBezTo>
                  <a:cubicBezTo>
                    <a:pt x="26571" y="269"/>
                    <a:pt x="26564" y="320"/>
                    <a:pt x="26495" y="320"/>
                  </a:cubicBezTo>
                  <a:cubicBezTo>
                    <a:pt x="26486" y="320"/>
                    <a:pt x="26476" y="319"/>
                    <a:pt x="26464" y="317"/>
                  </a:cubicBezTo>
                  <a:lnTo>
                    <a:pt x="26472" y="260"/>
                  </a:lnTo>
                  <a:cubicBezTo>
                    <a:pt x="26481" y="195"/>
                    <a:pt x="26189" y="171"/>
                    <a:pt x="25808" y="155"/>
                  </a:cubicBezTo>
                  <a:cubicBezTo>
                    <a:pt x="25370" y="146"/>
                    <a:pt x="25208" y="146"/>
                    <a:pt x="25118" y="90"/>
                  </a:cubicBezTo>
                  <a:lnTo>
                    <a:pt x="25037" y="146"/>
                  </a:lnTo>
                  <a:cubicBezTo>
                    <a:pt x="24993" y="175"/>
                    <a:pt x="24950" y="189"/>
                    <a:pt x="24919" y="189"/>
                  </a:cubicBezTo>
                  <a:cubicBezTo>
                    <a:pt x="24887" y="189"/>
                    <a:pt x="24867" y="175"/>
                    <a:pt x="24867" y="146"/>
                  </a:cubicBezTo>
                  <a:cubicBezTo>
                    <a:pt x="24827" y="114"/>
                    <a:pt x="24721" y="98"/>
                    <a:pt x="24605" y="98"/>
                  </a:cubicBezTo>
                  <a:cubicBezTo>
                    <a:pt x="24488" y="98"/>
                    <a:pt x="24360" y="114"/>
                    <a:pt x="24275" y="146"/>
                  </a:cubicBezTo>
                  <a:lnTo>
                    <a:pt x="24105" y="138"/>
                  </a:lnTo>
                  <a:cubicBezTo>
                    <a:pt x="24048" y="82"/>
                    <a:pt x="23971" y="53"/>
                    <a:pt x="23894" y="53"/>
                  </a:cubicBezTo>
                  <a:cubicBezTo>
                    <a:pt x="23817" y="53"/>
                    <a:pt x="23740" y="82"/>
                    <a:pt x="23683" y="138"/>
                  </a:cubicBezTo>
                  <a:cubicBezTo>
                    <a:pt x="23683" y="82"/>
                    <a:pt x="23594" y="82"/>
                    <a:pt x="23513" y="82"/>
                  </a:cubicBezTo>
                  <a:cubicBezTo>
                    <a:pt x="23431" y="109"/>
                    <a:pt x="23309" y="123"/>
                    <a:pt x="23205" y="123"/>
                  </a:cubicBezTo>
                  <a:cubicBezTo>
                    <a:pt x="23093" y="123"/>
                    <a:pt x="23002" y="107"/>
                    <a:pt x="23002" y="73"/>
                  </a:cubicBezTo>
                  <a:lnTo>
                    <a:pt x="22921" y="73"/>
                  </a:lnTo>
                  <a:cubicBezTo>
                    <a:pt x="22850" y="116"/>
                    <a:pt x="22774" y="140"/>
                    <a:pt x="22696" y="140"/>
                  </a:cubicBezTo>
                  <a:cubicBezTo>
                    <a:pt x="22684" y="140"/>
                    <a:pt x="22673" y="139"/>
                    <a:pt x="22662" y="138"/>
                  </a:cubicBezTo>
                  <a:cubicBezTo>
                    <a:pt x="22643" y="135"/>
                    <a:pt x="22625" y="133"/>
                    <a:pt x="22606" y="133"/>
                  </a:cubicBezTo>
                  <a:cubicBezTo>
                    <a:pt x="22536" y="133"/>
                    <a:pt x="22468" y="157"/>
                    <a:pt x="22410" y="195"/>
                  </a:cubicBezTo>
                  <a:cubicBezTo>
                    <a:pt x="22362" y="228"/>
                    <a:pt x="22297" y="252"/>
                    <a:pt x="22240" y="252"/>
                  </a:cubicBezTo>
                  <a:cubicBezTo>
                    <a:pt x="22151" y="252"/>
                    <a:pt x="22240" y="195"/>
                    <a:pt x="22321" y="130"/>
                  </a:cubicBezTo>
                  <a:cubicBezTo>
                    <a:pt x="22390" y="107"/>
                    <a:pt x="22390" y="94"/>
                    <a:pt x="22348" y="94"/>
                  </a:cubicBezTo>
                  <a:cubicBezTo>
                    <a:pt x="22288" y="94"/>
                    <a:pt x="22138" y="123"/>
                    <a:pt x="21989" y="195"/>
                  </a:cubicBezTo>
                  <a:cubicBezTo>
                    <a:pt x="21859" y="252"/>
                    <a:pt x="21794" y="280"/>
                    <a:pt x="21783" y="280"/>
                  </a:cubicBezTo>
                  <a:cubicBezTo>
                    <a:pt x="21772" y="280"/>
                    <a:pt x="21815" y="252"/>
                    <a:pt x="21900" y="195"/>
                  </a:cubicBezTo>
                  <a:cubicBezTo>
                    <a:pt x="21963" y="149"/>
                    <a:pt x="22022" y="107"/>
                    <a:pt x="21990" y="107"/>
                  </a:cubicBezTo>
                  <a:cubicBezTo>
                    <a:pt x="21977" y="107"/>
                    <a:pt x="21949" y="114"/>
                    <a:pt x="21900" y="130"/>
                  </a:cubicBezTo>
                  <a:cubicBezTo>
                    <a:pt x="21900" y="130"/>
                    <a:pt x="21729" y="130"/>
                    <a:pt x="21729" y="187"/>
                  </a:cubicBezTo>
                  <a:lnTo>
                    <a:pt x="21478" y="187"/>
                  </a:lnTo>
                  <a:cubicBezTo>
                    <a:pt x="21386" y="152"/>
                    <a:pt x="21282" y="129"/>
                    <a:pt x="21182" y="129"/>
                  </a:cubicBezTo>
                  <a:cubicBezTo>
                    <a:pt x="21167" y="129"/>
                    <a:pt x="21152" y="129"/>
                    <a:pt x="21138" y="130"/>
                  </a:cubicBezTo>
                  <a:cubicBezTo>
                    <a:pt x="21097" y="159"/>
                    <a:pt x="21077" y="173"/>
                    <a:pt x="21055" y="173"/>
                  </a:cubicBezTo>
                  <a:cubicBezTo>
                    <a:pt x="21034" y="173"/>
                    <a:pt x="21012" y="159"/>
                    <a:pt x="20967" y="130"/>
                  </a:cubicBezTo>
                  <a:cubicBezTo>
                    <a:pt x="20967" y="103"/>
                    <a:pt x="20953" y="87"/>
                    <a:pt x="20936" y="87"/>
                  </a:cubicBezTo>
                  <a:cubicBezTo>
                    <a:pt x="20913" y="87"/>
                    <a:pt x="20886" y="117"/>
                    <a:pt x="20886" y="187"/>
                  </a:cubicBezTo>
                  <a:cubicBezTo>
                    <a:pt x="20850" y="215"/>
                    <a:pt x="20805" y="230"/>
                    <a:pt x="20760" y="230"/>
                  </a:cubicBezTo>
                  <a:cubicBezTo>
                    <a:pt x="20714" y="230"/>
                    <a:pt x="20667" y="215"/>
                    <a:pt x="20627" y="187"/>
                  </a:cubicBezTo>
                  <a:cubicBezTo>
                    <a:pt x="20632" y="115"/>
                    <a:pt x="20602" y="85"/>
                    <a:pt x="20577" y="85"/>
                  </a:cubicBezTo>
                  <a:cubicBezTo>
                    <a:pt x="20560" y="85"/>
                    <a:pt x="20546" y="99"/>
                    <a:pt x="20546" y="122"/>
                  </a:cubicBezTo>
                  <a:cubicBezTo>
                    <a:pt x="20497" y="163"/>
                    <a:pt x="20440" y="179"/>
                    <a:pt x="20375" y="179"/>
                  </a:cubicBezTo>
                  <a:cubicBezTo>
                    <a:pt x="20375" y="122"/>
                    <a:pt x="19613" y="122"/>
                    <a:pt x="18851" y="114"/>
                  </a:cubicBezTo>
                  <a:cubicBezTo>
                    <a:pt x="18770" y="114"/>
                    <a:pt x="18681" y="171"/>
                    <a:pt x="18681" y="236"/>
                  </a:cubicBezTo>
                  <a:cubicBezTo>
                    <a:pt x="18681" y="286"/>
                    <a:pt x="18681" y="305"/>
                    <a:pt x="18675" y="305"/>
                  </a:cubicBezTo>
                  <a:cubicBezTo>
                    <a:pt x="18667" y="305"/>
                    <a:pt x="18647" y="269"/>
                    <a:pt x="18600" y="236"/>
                  </a:cubicBezTo>
                  <a:cubicBezTo>
                    <a:pt x="18555" y="145"/>
                    <a:pt x="18491" y="99"/>
                    <a:pt x="18449" y="99"/>
                  </a:cubicBezTo>
                  <a:cubicBezTo>
                    <a:pt x="18409" y="99"/>
                    <a:pt x="18389" y="143"/>
                    <a:pt x="18430" y="236"/>
                  </a:cubicBezTo>
                  <a:cubicBezTo>
                    <a:pt x="18470" y="292"/>
                    <a:pt x="18490" y="321"/>
                    <a:pt x="18479" y="321"/>
                  </a:cubicBezTo>
                  <a:cubicBezTo>
                    <a:pt x="18468" y="321"/>
                    <a:pt x="18426" y="292"/>
                    <a:pt x="18340" y="236"/>
                  </a:cubicBezTo>
                  <a:cubicBezTo>
                    <a:pt x="18300" y="203"/>
                    <a:pt x="18280" y="187"/>
                    <a:pt x="18258" y="187"/>
                  </a:cubicBezTo>
                  <a:cubicBezTo>
                    <a:pt x="18237" y="187"/>
                    <a:pt x="18215" y="203"/>
                    <a:pt x="18170" y="236"/>
                  </a:cubicBezTo>
                  <a:cubicBezTo>
                    <a:pt x="18174" y="264"/>
                    <a:pt x="18152" y="278"/>
                    <a:pt x="18130" y="278"/>
                  </a:cubicBezTo>
                  <a:cubicBezTo>
                    <a:pt x="18107" y="278"/>
                    <a:pt x="18085" y="264"/>
                    <a:pt x="18089" y="236"/>
                  </a:cubicBezTo>
                  <a:cubicBezTo>
                    <a:pt x="18031" y="190"/>
                    <a:pt x="17970" y="147"/>
                    <a:pt x="17939" y="147"/>
                  </a:cubicBezTo>
                  <a:cubicBezTo>
                    <a:pt x="17926" y="147"/>
                    <a:pt x="17919" y="154"/>
                    <a:pt x="17919" y="171"/>
                  </a:cubicBezTo>
                  <a:cubicBezTo>
                    <a:pt x="17862" y="171"/>
                    <a:pt x="17797" y="146"/>
                    <a:pt x="17749" y="114"/>
                  </a:cubicBezTo>
                  <a:cubicBezTo>
                    <a:pt x="17723" y="94"/>
                    <a:pt x="17697" y="85"/>
                    <a:pt x="17671" y="85"/>
                  </a:cubicBezTo>
                  <a:cubicBezTo>
                    <a:pt x="17613" y="85"/>
                    <a:pt x="17553" y="126"/>
                    <a:pt x="17497" y="171"/>
                  </a:cubicBezTo>
                  <a:cubicBezTo>
                    <a:pt x="17367" y="228"/>
                    <a:pt x="17282" y="256"/>
                    <a:pt x="17241" y="256"/>
                  </a:cubicBezTo>
                  <a:cubicBezTo>
                    <a:pt x="17199" y="256"/>
                    <a:pt x="17201" y="228"/>
                    <a:pt x="17246" y="171"/>
                  </a:cubicBezTo>
                  <a:cubicBezTo>
                    <a:pt x="17277" y="123"/>
                    <a:pt x="17233" y="103"/>
                    <a:pt x="17161" y="103"/>
                  </a:cubicBezTo>
                  <a:cubicBezTo>
                    <a:pt x="17049" y="103"/>
                    <a:pt x="16871" y="153"/>
                    <a:pt x="16816" y="228"/>
                  </a:cubicBezTo>
                  <a:cubicBezTo>
                    <a:pt x="16769" y="294"/>
                    <a:pt x="16749" y="322"/>
                    <a:pt x="16741" y="322"/>
                  </a:cubicBezTo>
                  <a:cubicBezTo>
                    <a:pt x="16735" y="322"/>
                    <a:pt x="16735" y="308"/>
                    <a:pt x="16735" y="284"/>
                  </a:cubicBezTo>
                  <a:cubicBezTo>
                    <a:pt x="16735" y="228"/>
                    <a:pt x="16646" y="228"/>
                    <a:pt x="16646" y="228"/>
                  </a:cubicBezTo>
                  <a:cubicBezTo>
                    <a:pt x="16565" y="228"/>
                    <a:pt x="16476" y="219"/>
                    <a:pt x="16476" y="163"/>
                  </a:cubicBezTo>
                  <a:cubicBezTo>
                    <a:pt x="16395" y="171"/>
                    <a:pt x="16305" y="187"/>
                    <a:pt x="16224" y="219"/>
                  </a:cubicBezTo>
                  <a:cubicBezTo>
                    <a:pt x="16157" y="263"/>
                    <a:pt x="16081" y="285"/>
                    <a:pt x="16005" y="285"/>
                  </a:cubicBezTo>
                  <a:cubicBezTo>
                    <a:pt x="15899" y="285"/>
                    <a:pt x="15794" y="243"/>
                    <a:pt x="15713" y="163"/>
                  </a:cubicBezTo>
                  <a:lnTo>
                    <a:pt x="15543" y="219"/>
                  </a:lnTo>
                  <a:cubicBezTo>
                    <a:pt x="15494" y="294"/>
                    <a:pt x="15441" y="344"/>
                    <a:pt x="15410" y="344"/>
                  </a:cubicBezTo>
                  <a:cubicBezTo>
                    <a:pt x="15389" y="344"/>
                    <a:pt x="15378" y="323"/>
                    <a:pt x="15381" y="276"/>
                  </a:cubicBezTo>
                  <a:cubicBezTo>
                    <a:pt x="15381" y="256"/>
                    <a:pt x="15381" y="235"/>
                    <a:pt x="15381" y="219"/>
                  </a:cubicBezTo>
                  <a:cubicBezTo>
                    <a:pt x="15347" y="262"/>
                    <a:pt x="15278" y="281"/>
                    <a:pt x="15204" y="281"/>
                  </a:cubicBezTo>
                  <a:cubicBezTo>
                    <a:pt x="15083" y="281"/>
                    <a:pt x="14951" y="230"/>
                    <a:pt x="14951" y="155"/>
                  </a:cubicBezTo>
                  <a:cubicBezTo>
                    <a:pt x="14959" y="98"/>
                    <a:pt x="14959" y="98"/>
                    <a:pt x="14870" y="98"/>
                  </a:cubicBezTo>
                  <a:lnTo>
                    <a:pt x="14870" y="155"/>
                  </a:lnTo>
                  <a:cubicBezTo>
                    <a:pt x="14870" y="211"/>
                    <a:pt x="14870" y="276"/>
                    <a:pt x="14781" y="276"/>
                  </a:cubicBezTo>
                  <a:cubicBezTo>
                    <a:pt x="14700" y="276"/>
                    <a:pt x="14611" y="276"/>
                    <a:pt x="14619" y="211"/>
                  </a:cubicBezTo>
                  <a:cubicBezTo>
                    <a:pt x="14556" y="171"/>
                    <a:pt x="14497" y="127"/>
                    <a:pt x="14468" y="127"/>
                  </a:cubicBezTo>
                  <a:cubicBezTo>
                    <a:pt x="14456" y="127"/>
                    <a:pt x="14449" y="135"/>
                    <a:pt x="14449" y="155"/>
                  </a:cubicBezTo>
                  <a:cubicBezTo>
                    <a:pt x="14384" y="146"/>
                    <a:pt x="14327" y="130"/>
                    <a:pt x="14278" y="90"/>
                  </a:cubicBezTo>
                  <a:lnTo>
                    <a:pt x="13938" y="90"/>
                  </a:lnTo>
                  <a:cubicBezTo>
                    <a:pt x="13897" y="118"/>
                    <a:pt x="13834" y="132"/>
                    <a:pt x="13782" y="132"/>
                  </a:cubicBezTo>
                  <a:cubicBezTo>
                    <a:pt x="13729" y="132"/>
                    <a:pt x="13687" y="118"/>
                    <a:pt x="13687" y="90"/>
                  </a:cubicBezTo>
                  <a:cubicBezTo>
                    <a:pt x="13597" y="90"/>
                    <a:pt x="13508" y="106"/>
                    <a:pt x="13427" y="146"/>
                  </a:cubicBezTo>
                  <a:cubicBezTo>
                    <a:pt x="13257" y="146"/>
                    <a:pt x="13176" y="146"/>
                    <a:pt x="13176" y="90"/>
                  </a:cubicBezTo>
                  <a:cubicBezTo>
                    <a:pt x="13176" y="57"/>
                    <a:pt x="13176" y="41"/>
                    <a:pt x="13166" y="41"/>
                  </a:cubicBezTo>
                  <a:cubicBezTo>
                    <a:pt x="13155" y="41"/>
                    <a:pt x="13135" y="57"/>
                    <a:pt x="13095" y="90"/>
                  </a:cubicBezTo>
                  <a:cubicBezTo>
                    <a:pt x="13095" y="146"/>
                    <a:pt x="13005" y="146"/>
                    <a:pt x="12924" y="146"/>
                  </a:cubicBezTo>
                  <a:lnTo>
                    <a:pt x="12754" y="146"/>
                  </a:lnTo>
                  <a:cubicBezTo>
                    <a:pt x="12754" y="203"/>
                    <a:pt x="12754" y="203"/>
                    <a:pt x="12665" y="203"/>
                  </a:cubicBezTo>
                  <a:cubicBezTo>
                    <a:pt x="12584" y="203"/>
                    <a:pt x="12333" y="138"/>
                    <a:pt x="12243" y="138"/>
                  </a:cubicBezTo>
                  <a:cubicBezTo>
                    <a:pt x="11992" y="138"/>
                    <a:pt x="11992" y="138"/>
                    <a:pt x="12073" y="203"/>
                  </a:cubicBezTo>
                  <a:cubicBezTo>
                    <a:pt x="12133" y="203"/>
                    <a:pt x="12152" y="228"/>
                    <a:pt x="12109" y="228"/>
                  </a:cubicBezTo>
                  <a:cubicBezTo>
                    <a:pt x="12087" y="228"/>
                    <a:pt x="12049" y="222"/>
                    <a:pt x="11992" y="203"/>
                  </a:cubicBezTo>
                  <a:cubicBezTo>
                    <a:pt x="11903" y="203"/>
                    <a:pt x="11651" y="138"/>
                    <a:pt x="11400" y="138"/>
                  </a:cubicBezTo>
                  <a:cubicBezTo>
                    <a:pt x="11060" y="138"/>
                    <a:pt x="11060" y="138"/>
                    <a:pt x="11060" y="195"/>
                  </a:cubicBezTo>
                  <a:cubicBezTo>
                    <a:pt x="11100" y="256"/>
                    <a:pt x="11100" y="286"/>
                    <a:pt x="11079" y="286"/>
                  </a:cubicBezTo>
                  <a:cubicBezTo>
                    <a:pt x="11058" y="286"/>
                    <a:pt x="11015" y="256"/>
                    <a:pt x="10970" y="195"/>
                  </a:cubicBezTo>
                  <a:cubicBezTo>
                    <a:pt x="10877" y="125"/>
                    <a:pt x="10807" y="95"/>
                    <a:pt x="10766" y="95"/>
                  </a:cubicBezTo>
                  <a:cubicBezTo>
                    <a:pt x="10735" y="95"/>
                    <a:pt x="10719" y="111"/>
                    <a:pt x="10719" y="138"/>
                  </a:cubicBezTo>
                  <a:cubicBezTo>
                    <a:pt x="10638" y="195"/>
                    <a:pt x="10638" y="195"/>
                    <a:pt x="10549" y="195"/>
                  </a:cubicBezTo>
                  <a:cubicBezTo>
                    <a:pt x="10549" y="163"/>
                    <a:pt x="10529" y="146"/>
                    <a:pt x="10487" y="146"/>
                  </a:cubicBezTo>
                  <a:cubicBezTo>
                    <a:pt x="10445" y="146"/>
                    <a:pt x="10383" y="163"/>
                    <a:pt x="10297" y="195"/>
                  </a:cubicBezTo>
                  <a:cubicBezTo>
                    <a:pt x="10208" y="195"/>
                    <a:pt x="10208" y="195"/>
                    <a:pt x="10208" y="130"/>
                  </a:cubicBezTo>
                  <a:lnTo>
                    <a:pt x="10038" y="130"/>
                  </a:lnTo>
                  <a:cubicBezTo>
                    <a:pt x="9967" y="181"/>
                    <a:pt x="9838" y="199"/>
                    <a:pt x="9706" y="199"/>
                  </a:cubicBezTo>
                  <a:cubicBezTo>
                    <a:pt x="9521" y="199"/>
                    <a:pt x="9328" y="163"/>
                    <a:pt x="9276" y="130"/>
                  </a:cubicBezTo>
                  <a:cubicBezTo>
                    <a:pt x="9219" y="130"/>
                    <a:pt x="9162" y="155"/>
                    <a:pt x="9106" y="187"/>
                  </a:cubicBezTo>
                  <a:cubicBezTo>
                    <a:pt x="9065" y="248"/>
                    <a:pt x="9023" y="278"/>
                    <a:pt x="8991" y="278"/>
                  </a:cubicBezTo>
                  <a:cubicBezTo>
                    <a:pt x="8960" y="278"/>
                    <a:pt x="8939" y="248"/>
                    <a:pt x="8943" y="187"/>
                  </a:cubicBezTo>
                  <a:cubicBezTo>
                    <a:pt x="8943" y="126"/>
                    <a:pt x="8943" y="96"/>
                    <a:pt x="8932" y="96"/>
                  </a:cubicBezTo>
                  <a:cubicBezTo>
                    <a:pt x="8921" y="96"/>
                    <a:pt x="8899" y="126"/>
                    <a:pt x="8854" y="187"/>
                  </a:cubicBezTo>
                  <a:cubicBezTo>
                    <a:pt x="8821" y="210"/>
                    <a:pt x="8731" y="224"/>
                    <a:pt x="8641" y="224"/>
                  </a:cubicBezTo>
                  <a:cubicBezTo>
                    <a:pt x="8510" y="224"/>
                    <a:pt x="8380" y="194"/>
                    <a:pt x="8433" y="122"/>
                  </a:cubicBezTo>
                  <a:cubicBezTo>
                    <a:pt x="8433" y="65"/>
                    <a:pt x="8433" y="1"/>
                    <a:pt x="8433" y="1"/>
                  </a:cubicBezTo>
                  <a:close/>
                  <a:moveTo>
                    <a:pt x="5579" y="12170"/>
                  </a:moveTo>
                  <a:cubicBezTo>
                    <a:pt x="5579" y="12227"/>
                    <a:pt x="5579" y="12227"/>
                    <a:pt x="5676" y="12235"/>
                  </a:cubicBezTo>
                  <a:cubicBezTo>
                    <a:pt x="5731" y="12237"/>
                    <a:pt x="5771" y="12239"/>
                    <a:pt x="5799" y="12239"/>
                  </a:cubicBezTo>
                  <a:cubicBezTo>
                    <a:pt x="5877" y="12239"/>
                    <a:pt x="5853" y="12226"/>
                    <a:pt x="5781" y="12178"/>
                  </a:cubicBezTo>
                  <a:lnTo>
                    <a:pt x="5579" y="121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2"/>
            <p:cNvSpPr/>
            <p:nvPr/>
          </p:nvSpPr>
          <p:spPr>
            <a:xfrm>
              <a:off x="4353369" y="2307093"/>
              <a:ext cx="629341" cy="177098"/>
            </a:xfrm>
            <a:custGeom>
              <a:avLst/>
              <a:gdLst/>
              <a:ahLst/>
              <a:cxnLst/>
              <a:rect l="l" t="t" r="r" b="b"/>
              <a:pathLst>
                <a:path w="36510" h="10274" extrusionOk="0">
                  <a:moveTo>
                    <a:pt x="5141" y="1"/>
                  </a:moveTo>
                  <a:cubicBezTo>
                    <a:pt x="2303" y="1"/>
                    <a:pt x="1" y="2295"/>
                    <a:pt x="1" y="5133"/>
                  </a:cubicBezTo>
                  <a:cubicBezTo>
                    <a:pt x="1" y="7970"/>
                    <a:pt x="2303" y="10273"/>
                    <a:pt x="5141" y="10273"/>
                  </a:cubicBezTo>
                  <a:lnTo>
                    <a:pt x="31370" y="10273"/>
                  </a:lnTo>
                  <a:cubicBezTo>
                    <a:pt x="34207" y="10273"/>
                    <a:pt x="36510" y="7970"/>
                    <a:pt x="36510" y="5133"/>
                  </a:cubicBezTo>
                  <a:cubicBezTo>
                    <a:pt x="36510" y="2295"/>
                    <a:pt x="34207" y="1"/>
                    <a:pt x="31370" y="1"/>
                  </a:cubicBezTo>
                  <a:close/>
                </a:path>
              </a:pathLst>
            </a:cu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2"/>
            <p:cNvSpPr/>
            <p:nvPr/>
          </p:nvSpPr>
          <p:spPr>
            <a:xfrm>
              <a:off x="4339251" y="2291441"/>
              <a:ext cx="657438" cy="211056"/>
            </a:xfrm>
            <a:custGeom>
              <a:avLst/>
              <a:gdLst/>
              <a:ahLst/>
              <a:cxnLst/>
              <a:rect l="l" t="t" r="r" b="b"/>
              <a:pathLst>
                <a:path w="38140" h="12244" extrusionOk="0">
                  <a:moveTo>
                    <a:pt x="22897" y="179"/>
                  </a:moveTo>
                  <a:cubicBezTo>
                    <a:pt x="22889" y="236"/>
                    <a:pt x="22889" y="300"/>
                    <a:pt x="22792" y="300"/>
                  </a:cubicBezTo>
                  <a:lnTo>
                    <a:pt x="22694" y="236"/>
                  </a:lnTo>
                  <a:lnTo>
                    <a:pt x="22792" y="179"/>
                  </a:lnTo>
                  <a:close/>
                  <a:moveTo>
                    <a:pt x="21600" y="236"/>
                  </a:moveTo>
                  <a:cubicBezTo>
                    <a:pt x="21697" y="236"/>
                    <a:pt x="21697" y="236"/>
                    <a:pt x="21697" y="292"/>
                  </a:cubicBezTo>
                  <a:cubicBezTo>
                    <a:pt x="21697" y="292"/>
                    <a:pt x="21697" y="357"/>
                    <a:pt x="21592" y="357"/>
                  </a:cubicBezTo>
                  <a:lnTo>
                    <a:pt x="21494" y="292"/>
                  </a:lnTo>
                  <a:cubicBezTo>
                    <a:pt x="21494" y="236"/>
                    <a:pt x="21600" y="236"/>
                    <a:pt x="21600" y="236"/>
                  </a:cubicBezTo>
                  <a:close/>
                  <a:moveTo>
                    <a:pt x="26278" y="495"/>
                  </a:moveTo>
                  <a:cubicBezTo>
                    <a:pt x="26383" y="495"/>
                    <a:pt x="26375" y="552"/>
                    <a:pt x="26375" y="552"/>
                  </a:cubicBezTo>
                  <a:cubicBezTo>
                    <a:pt x="26375" y="552"/>
                    <a:pt x="26375" y="617"/>
                    <a:pt x="26278" y="617"/>
                  </a:cubicBezTo>
                  <a:cubicBezTo>
                    <a:pt x="26278" y="617"/>
                    <a:pt x="26181" y="552"/>
                    <a:pt x="26181" y="495"/>
                  </a:cubicBezTo>
                  <a:close/>
                  <a:moveTo>
                    <a:pt x="30348" y="488"/>
                  </a:moveTo>
                  <a:cubicBezTo>
                    <a:pt x="30363" y="488"/>
                    <a:pt x="30372" y="495"/>
                    <a:pt x="30372" y="511"/>
                  </a:cubicBezTo>
                  <a:cubicBezTo>
                    <a:pt x="30372" y="511"/>
                    <a:pt x="30364" y="568"/>
                    <a:pt x="30267" y="633"/>
                  </a:cubicBezTo>
                  <a:cubicBezTo>
                    <a:pt x="30267" y="633"/>
                    <a:pt x="30224" y="658"/>
                    <a:pt x="30195" y="658"/>
                  </a:cubicBezTo>
                  <a:cubicBezTo>
                    <a:pt x="30181" y="658"/>
                    <a:pt x="30170" y="652"/>
                    <a:pt x="30170" y="633"/>
                  </a:cubicBezTo>
                  <a:lnTo>
                    <a:pt x="30170" y="568"/>
                  </a:lnTo>
                  <a:cubicBezTo>
                    <a:pt x="30239" y="528"/>
                    <a:pt x="30311" y="488"/>
                    <a:pt x="30348" y="488"/>
                  </a:cubicBezTo>
                  <a:close/>
                  <a:moveTo>
                    <a:pt x="23623" y="558"/>
                  </a:moveTo>
                  <a:cubicBezTo>
                    <a:pt x="23659" y="558"/>
                    <a:pt x="23684" y="572"/>
                    <a:pt x="23684" y="600"/>
                  </a:cubicBezTo>
                  <a:cubicBezTo>
                    <a:pt x="23684" y="648"/>
                    <a:pt x="23684" y="661"/>
                    <a:pt x="23644" y="661"/>
                  </a:cubicBezTo>
                  <a:cubicBezTo>
                    <a:pt x="23630" y="661"/>
                    <a:pt x="23612" y="659"/>
                    <a:pt x="23586" y="657"/>
                  </a:cubicBezTo>
                  <a:cubicBezTo>
                    <a:pt x="23384" y="657"/>
                    <a:pt x="23384" y="657"/>
                    <a:pt x="23489" y="600"/>
                  </a:cubicBezTo>
                  <a:cubicBezTo>
                    <a:pt x="23538" y="572"/>
                    <a:pt x="23586" y="558"/>
                    <a:pt x="23623" y="558"/>
                  </a:cubicBezTo>
                  <a:close/>
                  <a:moveTo>
                    <a:pt x="24284" y="600"/>
                  </a:moveTo>
                  <a:cubicBezTo>
                    <a:pt x="24381" y="600"/>
                    <a:pt x="24381" y="600"/>
                    <a:pt x="24381" y="665"/>
                  </a:cubicBezTo>
                  <a:lnTo>
                    <a:pt x="24284" y="665"/>
                  </a:lnTo>
                  <a:lnTo>
                    <a:pt x="24186" y="600"/>
                  </a:lnTo>
                  <a:close/>
                  <a:moveTo>
                    <a:pt x="25281" y="609"/>
                  </a:moveTo>
                  <a:cubicBezTo>
                    <a:pt x="25378" y="609"/>
                    <a:pt x="25378" y="609"/>
                    <a:pt x="25378" y="665"/>
                  </a:cubicBezTo>
                  <a:lnTo>
                    <a:pt x="25281" y="665"/>
                  </a:lnTo>
                  <a:lnTo>
                    <a:pt x="25183" y="609"/>
                  </a:lnTo>
                  <a:close/>
                  <a:moveTo>
                    <a:pt x="13314" y="552"/>
                  </a:moveTo>
                  <a:cubicBezTo>
                    <a:pt x="13314" y="617"/>
                    <a:pt x="13314" y="673"/>
                    <a:pt x="13216" y="673"/>
                  </a:cubicBezTo>
                  <a:lnTo>
                    <a:pt x="13111" y="673"/>
                  </a:lnTo>
                  <a:cubicBezTo>
                    <a:pt x="13111" y="617"/>
                    <a:pt x="13216" y="552"/>
                    <a:pt x="13216" y="552"/>
                  </a:cubicBezTo>
                  <a:close/>
                  <a:moveTo>
                    <a:pt x="33818" y="528"/>
                  </a:moveTo>
                  <a:cubicBezTo>
                    <a:pt x="33924" y="552"/>
                    <a:pt x="33924" y="552"/>
                    <a:pt x="33907" y="609"/>
                  </a:cubicBezTo>
                  <a:cubicBezTo>
                    <a:pt x="33896" y="650"/>
                    <a:pt x="33824" y="678"/>
                    <a:pt x="33745" y="678"/>
                  </a:cubicBezTo>
                  <a:cubicBezTo>
                    <a:pt x="33716" y="678"/>
                    <a:pt x="33685" y="674"/>
                    <a:pt x="33656" y="665"/>
                  </a:cubicBezTo>
                  <a:cubicBezTo>
                    <a:pt x="33559" y="641"/>
                    <a:pt x="33583" y="528"/>
                    <a:pt x="33818" y="528"/>
                  </a:cubicBezTo>
                  <a:close/>
                  <a:moveTo>
                    <a:pt x="9122" y="592"/>
                  </a:moveTo>
                  <a:cubicBezTo>
                    <a:pt x="9325" y="600"/>
                    <a:pt x="9325" y="600"/>
                    <a:pt x="9325" y="657"/>
                  </a:cubicBezTo>
                  <a:cubicBezTo>
                    <a:pt x="9325" y="714"/>
                    <a:pt x="9122" y="714"/>
                    <a:pt x="9025" y="714"/>
                  </a:cubicBezTo>
                  <a:cubicBezTo>
                    <a:pt x="8927" y="657"/>
                    <a:pt x="9025" y="592"/>
                    <a:pt x="9122" y="592"/>
                  </a:cubicBezTo>
                  <a:close/>
                  <a:moveTo>
                    <a:pt x="25051" y="701"/>
                  </a:moveTo>
                  <a:cubicBezTo>
                    <a:pt x="25039" y="701"/>
                    <a:pt x="25016" y="709"/>
                    <a:pt x="24981" y="730"/>
                  </a:cubicBezTo>
                  <a:cubicBezTo>
                    <a:pt x="25051" y="730"/>
                    <a:pt x="25074" y="701"/>
                    <a:pt x="25051" y="701"/>
                  </a:cubicBezTo>
                  <a:close/>
                  <a:moveTo>
                    <a:pt x="23986" y="874"/>
                  </a:moveTo>
                  <a:cubicBezTo>
                    <a:pt x="23984" y="882"/>
                    <a:pt x="23984" y="891"/>
                    <a:pt x="23984" y="900"/>
                  </a:cubicBezTo>
                  <a:cubicBezTo>
                    <a:pt x="23988" y="903"/>
                    <a:pt x="23992" y="906"/>
                    <a:pt x="23995" y="909"/>
                  </a:cubicBezTo>
                  <a:lnTo>
                    <a:pt x="23995" y="909"/>
                  </a:lnTo>
                  <a:cubicBezTo>
                    <a:pt x="23991" y="899"/>
                    <a:pt x="23988" y="888"/>
                    <a:pt x="23986" y="874"/>
                  </a:cubicBezTo>
                  <a:close/>
                  <a:moveTo>
                    <a:pt x="23995" y="909"/>
                  </a:moveTo>
                  <a:lnTo>
                    <a:pt x="23995" y="909"/>
                  </a:lnTo>
                  <a:cubicBezTo>
                    <a:pt x="24005" y="933"/>
                    <a:pt x="24019" y="944"/>
                    <a:pt x="24025" y="944"/>
                  </a:cubicBezTo>
                  <a:cubicBezTo>
                    <a:pt x="24030" y="944"/>
                    <a:pt x="24026" y="931"/>
                    <a:pt x="23995" y="909"/>
                  </a:cubicBezTo>
                  <a:close/>
                  <a:moveTo>
                    <a:pt x="2336" y="1938"/>
                  </a:moveTo>
                  <a:cubicBezTo>
                    <a:pt x="2376" y="1987"/>
                    <a:pt x="2417" y="2036"/>
                    <a:pt x="2336" y="2100"/>
                  </a:cubicBezTo>
                  <a:lnTo>
                    <a:pt x="2222" y="2125"/>
                  </a:lnTo>
                  <a:lnTo>
                    <a:pt x="2255" y="2011"/>
                  </a:lnTo>
                  <a:lnTo>
                    <a:pt x="2336" y="1938"/>
                  </a:lnTo>
                  <a:close/>
                  <a:moveTo>
                    <a:pt x="1128" y="2765"/>
                  </a:moveTo>
                  <a:cubicBezTo>
                    <a:pt x="1176" y="2798"/>
                    <a:pt x="1217" y="2830"/>
                    <a:pt x="1160" y="2927"/>
                  </a:cubicBezTo>
                  <a:lnTo>
                    <a:pt x="1103" y="3025"/>
                  </a:lnTo>
                  <a:cubicBezTo>
                    <a:pt x="1055" y="2992"/>
                    <a:pt x="1063" y="2863"/>
                    <a:pt x="1063" y="2863"/>
                  </a:cubicBezTo>
                  <a:cubicBezTo>
                    <a:pt x="1079" y="2830"/>
                    <a:pt x="1103" y="2798"/>
                    <a:pt x="1128" y="2765"/>
                  </a:cubicBezTo>
                  <a:close/>
                  <a:moveTo>
                    <a:pt x="743" y="4630"/>
                  </a:moveTo>
                  <a:cubicBezTo>
                    <a:pt x="752" y="4630"/>
                    <a:pt x="763" y="4634"/>
                    <a:pt x="779" y="4638"/>
                  </a:cubicBezTo>
                  <a:cubicBezTo>
                    <a:pt x="836" y="4654"/>
                    <a:pt x="868" y="4776"/>
                    <a:pt x="868" y="4776"/>
                  </a:cubicBezTo>
                  <a:cubicBezTo>
                    <a:pt x="862" y="4802"/>
                    <a:pt x="851" y="4812"/>
                    <a:pt x="837" y="4812"/>
                  </a:cubicBezTo>
                  <a:cubicBezTo>
                    <a:pt x="798" y="4812"/>
                    <a:pt x="740" y="4739"/>
                    <a:pt x="698" y="4727"/>
                  </a:cubicBezTo>
                  <a:cubicBezTo>
                    <a:pt x="715" y="4652"/>
                    <a:pt x="720" y="4630"/>
                    <a:pt x="743" y="4630"/>
                  </a:cubicBezTo>
                  <a:close/>
                  <a:moveTo>
                    <a:pt x="736" y="7115"/>
                  </a:moveTo>
                  <a:cubicBezTo>
                    <a:pt x="776" y="7115"/>
                    <a:pt x="810" y="7130"/>
                    <a:pt x="828" y="7200"/>
                  </a:cubicBezTo>
                  <a:lnTo>
                    <a:pt x="795" y="7314"/>
                  </a:lnTo>
                  <a:lnTo>
                    <a:pt x="714" y="7224"/>
                  </a:lnTo>
                  <a:lnTo>
                    <a:pt x="690" y="7119"/>
                  </a:lnTo>
                  <a:cubicBezTo>
                    <a:pt x="706" y="7117"/>
                    <a:pt x="721" y="7115"/>
                    <a:pt x="736" y="7115"/>
                  </a:cubicBezTo>
                  <a:close/>
                  <a:moveTo>
                    <a:pt x="8575" y="10108"/>
                  </a:moveTo>
                  <a:cubicBezTo>
                    <a:pt x="8537" y="10108"/>
                    <a:pt x="8481" y="10138"/>
                    <a:pt x="8425" y="10208"/>
                  </a:cubicBezTo>
                  <a:cubicBezTo>
                    <a:pt x="8425" y="10265"/>
                    <a:pt x="8425" y="10265"/>
                    <a:pt x="8522" y="10273"/>
                  </a:cubicBezTo>
                  <a:cubicBezTo>
                    <a:pt x="8522" y="10273"/>
                    <a:pt x="8619" y="10208"/>
                    <a:pt x="8619" y="10151"/>
                  </a:cubicBezTo>
                  <a:cubicBezTo>
                    <a:pt x="8619" y="10124"/>
                    <a:pt x="8602" y="10108"/>
                    <a:pt x="8575" y="10108"/>
                  </a:cubicBezTo>
                  <a:close/>
                  <a:moveTo>
                    <a:pt x="30559" y="10605"/>
                  </a:moveTo>
                  <a:cubicBezTo>
                    <a:pt x="30462" y="10605"/>
                    <a:pt x="30454" y="10670"/>
                    <a:pt x="30454" y="10727"/>
                  </a:cubicBezTo>
                  <a:lnTo>
                    <a:pt x="30559" y="10727"/>
                  </a:lnTo>
                  <a:cubicBezTo>
                    <a:pt x="30559" y="10727"/>
                    <a:pt x="30656" y="10670"/>
                    <a:pt x="30656" y="10605"/>
                  </a:cubicBezTo>
                  <a:close/>
                  <a:moveTo>
                    <a:pt x="13268" y="11221"/>
                  </a:moveTo>
                  <a:cubicBezTo>
                    <a:pt x="13287" y="11221"/>
                    <a:pt x="13297" y="11227"/>
                    <a:pt x="13297" y="11246"/>
                  </a:cubicBezTo>
                  <a:cubicBezTo>
                    <a:pt x="13395" y="11246"/>
                    <a:pt x="13192" y="11303"/>
                    <a:pt x="13095" y="11303"/>
                  </a:cubicBezTo>
                  <a:lnTo>
                    <a:pt x="13095" y="11246"/>
                  </a:lnTo>
                  <a:cubicBezTo>
                    <a:pt x="13165" y="11246"/>
                    <a:pt x="13232" y="11221"/>
                    <a:pt x="13268" y="11221"/>
                  </a:cubicBezTo>
                  <a:close/>
                  <a:moveTo>
                    <a:pt x="22767" y="11173"/>
                  </a:moveTo>
                  <a:cubicBezTo>
                    <a:pt x="22702" y="11173"/>
                    <a:pt x="22630" y="11197"/>
                    <a:pt x="22573" y="11230"/>
                  </a:cubicBezTo>
                  <a:cubicBezTo>
                    <a:pt x="22573" y="11286"/>
                    <a:pt x="22670" y="11286"/>
                    <a:pt x="22767" y="11295"/>
                  </a:cubicBezTo>
                  <a:cubicBezTo>
                    <a:pt x="22826" y="11311"/>
                    <a:pt x="22876" y="11318"/>
                    <a:pt x="22917" y="11318"/>
                  </a:cubicBezTo>
                  <a:cubicBezTo>
                    <a:pt x="23018" y="11318"/>
                    <a:pt x="23067" y="11276"/>
                    <a:pt x="23067" y="11230"/>
                  </a:cubicBezTo>
                  <a:cubicBezTo>
                    <a:pt x="23067" y="11173"/>
                    <a:pt x="22970" y="11173"/>
                    <a:pt x="22767" y="11173"/>
                  </a:cubicBezTo>
                  <a:close/>
                  <a:moveTo>
                    <a:pt x="23667" y="11295"/>
                  </a:moveTo>
                  <a:cubicBezTo>
                    <a:pt x="23667" y="11348"/>
                    <a:pt x="23487" y="11409"/>
                    <a:pt x="23385" y="11409"/>
                  </a:cubicBezTo>
                  <a:cubicBezTo>
                    <a:pt x="23379" y="11409"/>
                    <a:pt x="23373" y="11409"/>
                    <a:pt x="23367" y="11408"/>
                  </a:cubicBezTo>
                  <a:cubicBezTo>
                    <a:pt x="23270" y="11408"/>
                    <a:pt x="23270" y="11351"/>
                    <a:pt x="23465" y="11295"/>
                  </a:cubicBezTo>
                  <a:close/>
                  <a:moveTo>
                    <a:pt x="7838" y="11375"/>
                  </a:moveTo>
                  <a:cubicBezTo>
                    <a:pt x="7874" y="11375"/>
                    <a:pt x="7941" y="11400"/>
                    <a:pt x="8011" y="11400"/>
                  </a:cubicBezTo>
                  <a:cubicBezTo>
                    <a:pt x="8109" y="11465"/>
                    <a:pt x="8109" y="11465"/>
                    <a:pt x="7906" y="11465"/>
                  </a:cubicBezTo>
                  <a:cubicBezTo>
                    <a:pt x="7809" y="11465"/>
                    <a:pt x="7809" y="11400"/>
                    <a:pt x="7809" y="11400"/>
                  </a:cubicBezTo>
                  <a:cubicBezTo>
                    <a:pt x="7809" y="11381"/>
                    <a:pt x="7819" y="11375"/>
                    <a:pt x="7838" y="11375"/>
                  </a:cubicBezTo>
                  <a:close/>
                  <a:moveTo>
                    <a:pt x="9706" y="11351"/>
                  </a:moveTo>
                  <a:cubicBezTo>
                    <a:pt x="9770" y="11351"/>
                    <a:pt x="9843" y="11375"/>
                    <a:pt x="9900" y="11416"/>
                  </a:cubicBezTo>
                  <a:lnTo>
                    <a:pt x="9900" y="11416"/>
                  </a:lnTo>
                  <a:cubicBezTo>
                    <a:pt x="9892" y="11473"/>
                    <a:pt x="9803" y="11473"/>
                    <a:pt x="9803" y="11473"/>
                  </a:cubicBezTo>
                  <a:cubicBezTo>
                    <a:pt x="9706" y="11473"/>
                    <a:pt x="9600" y="11473"/>
                    <a:pt x="9600" y="11408"/>
                  </a:cubicBezTo>
                  <a:cubicBezTo>
                    <a:pt x="9600" y="11408"/>
                    <a:pt x="9608" y="11351"/>
                    <a:pt x="9706" y="11351"/>
                  </a:cubicBezTo>
                  <a:close/>
                  <a:moveTo>
                    <a:pt x="15292" y="11376"/>
                  </a:moveTo>
                  <a:cubicBezTo>
                    <a:pt x="15292" y="11432"/>
                    <a:pt x="15187" y="11497"/>
                    <a:pt x="15187" y="11497"/>
                  </a:cubicBezTo>
                  <a:lnTo>
                    <a:pt x="15089" y="11497"/>
                  </a:lnTo>
                  <a:cubicBezTo>
                    <a:pt x="15089" y="11432"/>
                    <a:pt x="15089" y="11376"/>
                    <a:pt x="15187" y="11376"/>
                  </a:cubicBezTo>
                  <a:close/>
                  <a:moveTo>
                    <a:pt x="5470" y="11432"/>
                  </a:moveTo>
                  <a:cubicBezTo>
                    <a:pt x="5477" y="11432"/>
                    <a:pt x="5483" y="11432"/>
                    <a:pt x="5490" y="11432"/>
                  </a:cubicBezTo>
                  <a:lnTo>
                    <a:pt x="5595" y="11497"/>
                  </a:lnTo>
                  <a:lnTo>
                    <a:pt x="5482" y="11546"/>
                  </a:lnTo>
                  <a:cubicBezTo>
                    <a:pt x="5441" y="11546"/>
                    <a:pt x="5409" y="11546"/>
                    <a:pt x="5376" y="11538"/>
                  </a:cubicBezTo>
                  <a:cubicBezTo>
                    <a:pt x="5376" y="11485"/>
                    <a:pt x="5383" y="11432"/>
                    <a:pt x="5470" y="11432"/>
                  </a:cubicBezTo>
                  <a:close/>
                  <a:moveTo>
                    <a:pt x="18478" y="11327"/>
                  </a:moveTo>
                  <a:lnTo>
                    <a:pt x="18284" y="11449"/>
                  </a:lnTo>
                  <a:cubicBezTo>
                    <a:pt x="18173" y="11546"/>
                    <a:pt x="18123" y="11590"/>
                    <a:pt x="18100" y="11590"/>
                  </a:cubicBezTo>
                  <a:cubicBezTo>
                    <a:pt x="18081" y="11590"/>
                    <a:pt x="18081" y="11560"/>
                    <a:pt x="18081" y="11505"/>
                  </a:cubicBezTo>
                  <a:cubicBezTo>
                    <a:pt x="18081" y="11449"/>
                    <a:pt x="18081" y="11392"/>
                    <a:pt x="18284" y="11327"/>
                  </a:cubicBezTo>
                  <a:close/>
                  <a:moveTo>
                    <a:pt x="6211" y="11457"/>
                  </a:moveTo>
                  <a:cubicBezTo>
                    <a:pt x="6211" y="11457"/>
                    <a:pt x="6309" y="11513"/>
                    <a:pt x="6309" y="11578"/>
                  </a:cubicBezTo>
                  <a:cubicBezTo>
                    <a:pt x="6309" y="11601"/>
                    <a:pt x="6293" y="11615"/>
                    <a:pt x="6267" y="11615"/>
                  </a:cubicBezTo>
                  <a:cubicBezTo>
                    <a:pt x="6230" y="11615"/>
                    <a:pt x="6172" y="11586"/>
                    <a:pt x="6114" y="11513"/>
                  </a:cubicBezTo>
                  <a:cubicBezTo>
                    <a:pt x="6114" y="11457"/>
                    <a:pt x="6114" y="11457"/>
                    <a:pt x="6211" y="11457"/>
                  </a:cubicBezTo>
                  <a:close/>
                  <a:moveTo>
                    <a:pt x="29051" y="11376"/>
                  </a:moveTo>
                  <a:cubicBezTo>
                    <a:pt x="29148" y="11376"/>
                    <a:pt x="29254" y="11440"/>
                    <a:pt x="29254" y="11497"/>
                  </a:cubicBezTo>
                  <a:cubicBezTo>
                    <a:pt x="29351" y="11619"/>
                    <a:pt x="29351" y="11619"/>
                    <a:pt x="29148" y="11619"/>
                  </a:cubicBezTo>
                  <a:cubicBezTo>
                    <a:pt x="29051" y="11619"/>
                    <a:pt x="28954" y="11619"/>
                    <a:pt x="28954" y="11554"/>
                  </a:cubicBezTo>
                  <a:lnTo>
                    <a:pt x="29051" y="11554"/>
                  </a:lnTo>
                  <a:cubicBezTo>
                    <a:pt x="29051" y="11573"/>
                    <a:pt x="29059" y="11581"/>
                    <a:pt x="29069" y="11581"/>
                  </a:cubicBezTo>
                  <a:cubicBezTo>
                    <a:pt x="29091" y="11581"/>
                    <a:pt x="29119" y="11537"/>
                    <a:pt x="29051" y="11497"/>
                  </a:cubicBezTo>
                  <a:lnTo>
                    <a:pt x="29051" y="11376"/>
                  </a:lnTo>
                  <a:close/>
                  <a:moveTo>
                    <a:pt x="30348" y="11505"/>
                  </a:moveTo>
                  <a:lnTo>
                    <a:pt x="30445" y="11562"/>
                  </a:lnTo>
                  <a:cubicBezTo>
                    <a:pt x="30445" y="11614"/>
                    <a:pt x="30383" y="11619"/>
                    <a:pt x="30304" y="11619"/>
                  </a:cubicBezTo>
                  <a:cubicBezTo>
                    <a:pt x="30285" y="11619"/>
                    <a:pt x="30264" y="11619"/>
                    <a:pt x="30243" y="11619"/>
                  </a:cubicBezTo>
                  <a:cubicBezTo>
                    <a:pt x="30145" y="11619"/>
                    <a:pt x="30145" y="11619"/>
                    <a:pt x="30145" y="11562"/>
                  </a:cubicBezTo>
                  <a:cubicBezTo>
                    <a:pt x="30210" y="11530"/>
                    <a:pt x="30275" y="11505"/>
                    <a:pt x="30348" y="11505"/>
                  </a:cubicBezTo>
                  <a:close/>
                  <a:moveTo>
                    <a:pt x="11498" y="11595"/>
                  </a:moveTo>
                  <a:lnTo>
                    <a:pt x="11595" y="11659"/>
                  </a:lnTo>
                  <a:lnTo>
                    <a:pt x="11498" y="11659"/>
                  </a:lnTo>
                  <a:cubicBezTo>
                    <a:pt x="11400" y="11659"/>
                    <a:pt x="11400" y="11659"/>
                    <a:pt x="11400" y="11595"/>
                  </a:cubicBezTo>
                  <a:close/>
                  <a:moveTo>
                    <a:pt x="12292" y="11538"/>
                  </a:moveTo>
                  <a:lnTo>
                    <a:pt x="12495" y="11546"/>
                  </a:lnTo>
                  <a:cubicBezTo>
                    <a:pt x="12495" y="11603"/>
                    <a:pt x="12495" y="11659"/>
                    <a:pt x="12398" y="11659"/>
                  </a:cubicBezTo>
                  <a:cubicBezTo>
                    <a:pt x="12369" y="11677"/>
                    <a:pt x="12341" y="11685"/>
                    <a:pt x="12317" y="11685"/>
                  </a:cubicBezTo>
                  <a:cubicBezTo>
                    <a:pt x="12254" y="11685"/>
                    <a:pt x="12221" y="11626"/>
                    <a:pt x="12292" y="11538"/>
                  </a:cubicBezTo>
                  <a:close/>
                  <a:moveTo>
                    <a:pt x="18681" y="11570"/>
                  </a:moveTo>
                  <a:lnTo>
                    <a:pt x="18778" y="11627"/>
                  </a:lnTo>
                  <a:cubicBezTo>
                    <a:pt x="18778" y="11692"/>
                    <a:pt x="18673" y="11692"/>
                    <a:pt x="18576" y="11692"/>
                  </a:cubicBezTo>
                  <a:lnTo>
                    <a:pt x="18576" y="11627"/>
                  </a:lnTo>
                  <a:lnTo>
                    <a:pt x="18681" y="11570"/>
                  </a:lnTo>
                  <a:close/>
                  <a:moveTo>
                    <a:pt x="16087" y="11562"/>
                  </a:moveTo>
                  <a:cubicBezTo>
                    <a:pt x="16184" y="11562"/>
                    <a:pt x="16087" y="11619"/>
                    <a:pt x="15981" y="11740"/>
                  </a:cubicBezTo>
                  <a:cubicBezTo>
                    <a:pt x="15902" y="11764"/>
                    <a:pt x="15855" y="11777"/>
                    <a:pt x="15834" y="11777"/>
                  </a:cubicBezTo>
                  <a:cubicBezTo>
                    <a:pt x="15803" y="11777"/>
                    <a:pt x="15826" y="11748"/>
                    <a:pt x="15884" y="11676"/>
                  </a:cubicBezTo>
                  <a:lnTo>
                    <a:pt x="16087" y="11562"/>
                  </a:lnTo>
                  <a:close/>
                  <a:moveTo>
                    <a:pt x="33039" y="11513"/>
                  </a:moveTo>
                  <a:cubicBezTo>
                    <a:pt x="33052" y="11513"/>
                    <a:pt x="33056" y="11544"/>
                    <a:pt x="33064" y="11603"/>
                  </a:cubicBezTo>
                  <a:cubicBezTo>
                    <a:pt x="33072" y="11659"/>
                    <a:pt x="33080" y="11716"/>
                    <a:pt x="32967" y="11732"/>
                  </a:cubicBezTo>
                  <a:cubicBezTo>
                    <a:pt x="32898" y="11783"/>
                    <a:pt x="32850" y="11804"/>
                    <a:pt x="32825" y="11804"/>
                  </a:cubicBezTo>
                  <a:cubicBezTo>
                    <a:pt x="32774" y="11804"/>
                    <a:pt x="32815" y="11717"/>
                    <a:pt x="32951" y="11619"/>
                  </a:cubicBezTo>
                  <a:cubicBezTo>
                    <a:pt x="33001" y="11548"/>
                    <a:pt x="33025" y="11513"/>
                    <a:pt x="33039" y="11513"/>
                  </a:cubicBezTo>
                  <a:close/>
                  <a:moveTo>
                    <a:pt x="10395" y="11716"/>
                  </a:moveTo>
                  <a:cubicBezTo>
                    <a:pt x="10298" y="11716"/>
                    <a:pt x="10298" y="11773"/>
                    <a:pt x="10298" y="11773"/>
                  </a:cubicBezTo>
                  <a:cubicBezTo>
                    <a:pt x="10298" y="11773"/>
                    <a:pt x="10298" y="11830"/>
                    <a:pt x="10395" y="11830"/>
                  </a:cubicBezTo>
                  <a:lnTo>
                    <a:pt x="10492" y="11830"/>
                  </a:lnTo>
                  <a:cubicBezTo>
                    <a:pt x="10500" y="11773"/>
                    <a:pt x="10395" y="11716"/>
                    <a:pt x="10395" y="11716"/>
                  </a:cubicBezTo>
                  <a:close/>
                  <a:moveTo>
                    <a:pt x="28743" y="11854"/>
                  </a:moveTo>
                  <a:cubicBezTo>
                    <a:pt x="28743" y="11919"/>
                    <a:pt x="28743" y="11919"/>
                    <a:pt x="28848" y="11919"/>
                  </a:cubicBezTo>
                  <a:lnTo>
                    <a:pt x="28945" y="11919"/>
                  </a:lnTo>
                  <a:lnTo>
                    <a:pt x="28848" y="11854"/>
                  </a:lnTo>
                  <a:close/>
                  <a:moveTo>
                    <a:pt x="13889" y="11846"/>
                  </a:moveTo>
                  <a:lnTo>
                    <a:pt x="13881" y="11968"/>
                  </a:lnTo>
                  <a:lnTo>
                    <a:pt x="13881" y="11968"/>
                  </a:lnTo>
                  <a:lnTo>
                    <a:pt x="13889" y="11911"/>
                  </a:lnTo>
                  <a:cubicBezTo>
                    <a:pt x="13889" y="11886"/>
                    <a:pt x="13889" y="11862"/>
                    <a:pt x="13889" y="11846"/>
                  </a:cubicBezTo>
                  <a:close/>
                  <a:moveTo>
                    <a:pt x="8936" y="0"/>
                  </a:moveTo>
                  <a:cubicBezTo>
                    <a:pt x="8871" y="41"/>
                    <a:pt x="8806" y="57"/>
                    <a:pt x="8733" y="57"/>
                  </a:cubicBezTo>
                  <a:cubicBezTo>
                    <a:pt x="8733" y="122"/>
                    <a:pt x="8636" y="122"/>
                    <a:pt x="8336" y="122"/>
                  </a:cubicBezTo>
                  <a:cubicBezTo>
                    <a:pt x="8133" y="122"/>
                    <a:pt x="7736" y="179"/>
                    <a:pt x="7541" y="179"/>
                  </a:cubicBezTo>
                  <a:cubicBezTo>
                    <a:pt x="7338" y="171"/>
                    <a:pt x="7038" y="171"/>
                    <a:pt x="6941" y="114"/>
                  </a:cubicBezTo>
                  <a:cubicBezTo>
                    <a:pt x="6923" y="113"/>
                    <a:pt x="6905" y="112"/>
                    <a:pt x="6888" y="112"/>
                  </a:cubicBezTo>
                  <a:cubicBezTo>
                    <a:pt x="6768" y="112"/>
                    <a:pt x="6649" y="135"/>
                    <a:pt x="6536" y="171"/>
                  </a:cubicBezTo>
                  <a:cubicBezTo>
                    <a:pt x="6487" y="199"/>
                    <a:pt x="6412" y="213"/>
                    <a:pt x="6350" y="213"/>
                  </a:cubicBezTo>
                  <a:cubicBezTo>
                    <a:pt x="6288" y="213"/>
                    <a:pt x="6240" y="199"/>
                    <a:pt x="6244" y="171"/>
                  </a:cubicBezTo>
                  <a:lnTo>
                    <a:pt x="6138" y="171"/>
                  </a:lnTo>
                  <a:cubicBezTo>
                    <a:pt x="6041" y="203"/>
                    <a:pt x="5936" y="219"/>
                    <a:pt x="5822" y="236"/>
                  </a:cubicBezTo>
                  <a:cubicBezTo>
                    <a:pt x="5822" y="192"/>
                    <a:pt x="5772" y="156"/>
                    <a:pt x="5704" y="156"/>
                  </a:cubicBezTo>
                  <a:cubicBezTo>
                    <a:pt x="5671" y="156"/>
                    <a:pt x="5633" y="165"/>
                    <a:pt x="5595" y="187"/>
                  </a:cubicBezTo>
                  <a:cubicBezTo>
                    <a:pt x="5603" y="252"/>
                    <a:pt x="5490" y="244"/>
                    <a:pt x="5263" y="268"/>
                  </a:cubicBezTo>
                  <a:cubicBezTo>
                    <a:pt x="5256" y="267"/>
                    <a:pt x="5246" y="267"/>
                    <a:pt x="5233" y="267"/>
                  </a:cubicBezTo>
                  <a:cubicBezTo>
                    <a:pt x="5030" y="267"/>
                    <a:pt x="4092" y="393"/>
                    <a:pt x="3276" y="827"/>
                  </a:cubicBezTo>
                  <a:cubicBezTo>
                    <a:pt x="3065" y="933"/>
                    <a:pt x="2863" y="1055"/>
                    <a:pt x="2668" y="1184"/>
                  </a:cubicBezTo>
                  <a:cubicBezTo>
                    <a:pt x="2490" y="1322"/>
                    <a:pt x="2320" y="1444"/>
                    <a:pt x="2182" y="1557"/>
                  </a:cubicBezTo>
                  <a:cubicBezTo>
                    <a:pt x="1922" y="1800"/>
                    <a:pt x="1760" y="1971"/>
                    <a:pt x="1776" y="1987"/>
                  </a:cubicBezTo>
                  <a:lnTo>
                    <a:pt x="1541" y="2230"/>
                  </a:lnTo>
                  <a:cubicBezTo>
                    <a:pt x="1468" y="2311"/>
                    <a:pt x="1395" y="2400"/>
                    <a:pt x="1330" y="2498"/>
                  </a:cubicBezTo>
                  <a:cubicBezTo>
                    <a:pt x="1323" y="2492"/>
                    <a:pt x="1315" y="2489"/>
                    <a:pt x="1306" y="2489"/>
                  </a:cubicBezTo>
                  <a:cubicBezTo>
                    <a:pt x="1253" y="2489"/>
                    <a:pt x="1169" y="2585"/>
                    <a:pt x="1079" y="2717"/>
                  </a:cubicBezTo>
                  <a:cubicBezTo>
                    <a:pt x="982" y="2887"/>
                    <a:pt x="893" y="3065"/>
                    <a:pt x="828" y="3252"/>
                  </a:cubicBezTo>
                  <a:cubicBezTo>
                    <a:pt x="820" y="3365"/>
                    <a:pt x="787" y="3479"/>
                    <a:pt x="730" y="3584"/>
                  </a:cubicBezTo>
                  <a:cubicBezTo>
                    <a:pt x="721" y="3579"/>
                    <a:pt x="712" y="3577"/>
                    <a:pt x="702" y="3577"/>
                  </a:cubicBezTo>
                  <a:cubicBezTo>
                    <a:pt x="594" y="3577"/>
                    <a:pt x="470" y="3855"/>
                    <a:pt x="455" y="4079"/>
                  </a:cubicBezTo>
                  <a:cubicBezTo>
                    <a:pt x="517" y="4203"/>
                    <a:pt x="503" y="4298"/>
                    <a:pt x="426" y="4298"/>
                  </a:cubicBezTo>
                  <a:cubicBezTo>
                    <a:pt x="413" y="4298"/>
                    <a:pt x="398" y="4295"/>
                    <a:pt x="382" y="4289"/>
                  </a:cubicBezTo>
                  <a:cubicBezTo>
                    <a:pt x="373" y="4286"/>
                    <a:pt x="364" y="4285"/>
                    <a:pt x="355" y="4285"/>
                  </a:cubicBezTo>
                  <a:cubicBezTo>
                    <a:pt x="253" y="4285"/>
                    <a:pt x="212" y="4504"/>
                    <a:pt x="317" y="4744"/>
                  </a:cubicBezTo>
                  <a:cubicBezTo>
                    <a:pt x="349" y="4865"/>
                    <a:pt x="349" y="4865"/>
                    <a:pt x="268" y="4962"/>
                  </a:cubicBezTo>
                  <a:cubicBezTo>
                    <a:pt x="139" y="5052"/>
                    <a:pt x="122" y="5165"/>
                    <a:pt x="179" y="5173"/>
                  </a:cubicBezTo>
                  <a:cubicBezTo>
                    <a:pt x="285" y="5311"/>
                    <a:pt x="252" y="5416"/>
                    <a:pt x="130" y="5514"/>
                  </a:cubicBezTo>
                  <a:cubicBezTo>
                    <a:pt x="1" y="5733"/>
                    <a:pt x="1" y="5733"/>
                    <a:pt x="114" y="5854"/>
                  </a:cubicBezTo>
                  <a:cubicBezTo>
                    <a:pt x="212" y="5976"/>
                    <a:pt x="244" y="6414"/>
                    <a:pt x="130" y="6535"/>
                  </a:cubicBezTo>
                  <a:cubicBezTo>
                    <a:pt x="130" y="6645"/>
                    <a:pt x="92" y="6763"/>
                    <a:pt x="142" y="6763"/>
                  </a:cubicBezTo>
                  <a:cubicBezTo>
                    <a:pt x="143" y="6763"/>
                    <a:pt x="145" y="6763"/>
                    <a:pt x="147" y="6762"/>
                  </a:cubicBezTo>
                  <a:lnTo>
                    <a:pt x="147" y="6762"/>
                  </a:lnTo>
                  <a:lnTo>
                    <a:pt x="106" y="6884"/>
                  </a:lnTo>
                  <a:cubicBezTo>
                    <a:pt x="122" y="6997"/>
                    <a:pt x="139" y="7111"/>
                    <a:pt x="139" y="7111"/>
                  </a:cubicBezTo>
                  <a:lnTo>
                    <a:pt x="203" y="7095"/>
                  </a:lnTo>
                  <a:cubicBezTo>
                    <a:pt x="309" y="8035"/>
                    <a:pt x="682" y="8927"/>
                    <a:pt x="1274" y="9657"/>
                  </a:cubicBezTo>
                  <a:cubicBezTo>
                    <a:pt x="1356" y="9759"/>
                    <a:pt x="1395" y="9800"/>
                    <a:pt x="1412" y="9800"/>
                  </a:cubicBezTo>
                  <a:cubicBezTo>
                    <a:pt x="1421" y="9800"/>
                    <a:pt x="1423" y="9786"/>
                    <a:pt x="1420" y="9762"/>
                  </a:cubicBezTo>
                  <a:cubicBezTo>
                    <a:pt x="1426" y="9717"/>
                    <a:pt x="1442" y="9698"/>
                    <a:pt x="1461" y="9698"/>
                  </a:cubicBezTo>
                  <a:cubicBezTo>
                    <a:pt x="1510" y="9698"/>
                    <a:pt x="1579" y="9822"/>
                    <a:pt x="1574" y="9932"/>
                  </a:cubicBezTo>
                  <a:cubicBezTo>
                    <a:pt x="1647" y="10014"/>
                    <a:pt x="1752" y="10232"/>
                    <a:pt x="1922" y="10386"/>
                  </a:cubicBezTo>
                  <a:cubicBezTo>
                    <a:pt x="2093" y="10549"/>
                    <a:pt x="2271" y="10695"/>
                    <a:pt x="2230" y="10735"/>
                  </a:cubicBezTo>
                  <a:lnTo>
                    <a:pt x="2328" y="10808"/>
                  </a:lnTo>
                  <a:cubicBezTo>
                    <a:pt x="2579" y="10865"/>
                    <a:pt x="3147" y="11230"/>
                    <a:pt x="3447" y="11416"/>
                  </a:cubicBezTo>
                  <a:cubicBezTo>
                    <a:pt x="3609" y="11513"/>
                    <a:pt x="3803" y="11570"/>
                    <a:pt x="3998" y="11586"/>
                  </a:cubicBezTo>
                  <a:cubicBezTo>
                    <a:pt x="4233" y="11611"/>
                    <a:pt x="4225" y="11603"/>
                    <a:pt x="4322" y="11692"/>
                  </a:cubicBezTo>
                  <a:cubicBezTo>
                    <a:pt x="4303" y="11742"/>
                    <a:pt x="4698" y="11890"/>
                    <a:pt x="4888" y="11890"/>
                  </a:cubicBezTo>
                  <a:cubicBezTo>
                    <a:pt x="4943" y="11890"/>
                    <a:pt x="4982" y="11877"/>
                    <a:pt x="4987" y="11846"/>
                  </a:cubicBezTo>
                  <a:lnTo>
                    <a:pt x="5092" y="11919"/>
                  </a:lnTo>
                  <a:cubicBezTo>
                    <a:pt x="5134" y="11951"/>
                    <a:pt x="5178" y="11964"/>
                    <a:pt x="5217" y="11964"/>
                  </a:cubicBezTo>
                  <a:cubicBezTo>
                    <a:pt x="5276" y="11964"/>
                    <a:pt x="5323" y="11934"/>
                    <a:pt x="5328" y="11895"/>
                  </a:cubicBezTo>
                  <a:cubicBezTo>
                    <a:pt x="5334" y="11846"/>
                    <a:pt x="5357" y="11820"/>
                    <a:pt x="5390" y="11820"/>
                  </a:cubicBezTo>
                  <a:cubicBezTo>
                    <a:pt x="5433" y="11820"/>
                    <a:pt x="5494" y="11868"/>
                    <a:pt x="5555" y="11976"/>
                  </a:cubicBezTo>
                  <a:cubicBezTo>
                    <a:pt x="5545" y="12045"/>
                    <a:pt x="5586" y="12075"/>
                    <a:pt x="5620" y="12075"/>
                  </a:cubicBezTo>
                  <a:cubicBezTo>
                    <a:pt x="5641" y="12075"/>
                    <a:pt x="5660" y="12063"/>
                    <a:pt x="5660" y="12040"/>
                  </a:cubicBezTo>
                  <a:cubicBezTo>
                    <a:pt x="5743" y="12002"/>
                    <a:pt x="5827" y="11967"/>
                    <a:pt x="5905" y="11967"/>
                  </a:cubicBezTo>
                  <a:cubicBezTo>
                    <a:pt x="5941" y="11967"/>
                    <a:pt x="5975" y="11974"/>
                    <a:pt x="6009" y="11992"/>
                  </a:cubicBezTo>
                  <a:cubicBezTo>
                    <a:pt x="6106" y="11992"/>
                    <a:pt x="6203" y="11992"/>
                    <a:pt x="6203" y="11878"/>
                  </a:cubicBezTo>
                  <a:cubicBezTo>
                    <a:pt x="6211" y="11813"/>
                    <a:pt x="6309" y="11813"/>
                    <a:pt x="6406" y="11813"/>
                  </a:cubicBezTo>
                  <a:cubicBezTo>
                    <a:pt x="6406" y="11878"/>
                    <a:pt x="6406" y="11878"/>
                    <a:pt x="6309" y="11935"/>
                  </a:cubicBezTo>
                  <a:lnTo>
                    <a:pt x="6503" y="11935"/>
                  </a:lnTo>
                  <a:cubicBezTo>
                    <a:pt x="6609" y="11935"/>
                    <a:pt x="6803" y="12000"/>
                    <a:pt x="6803" y="12057"/>
                  </a:cubicBezTo>
                  <a:cubicBezTo>
                    <a:pt x="6843" y="12080"/>
                    <a:pt x="6884" y="12094"/>
                    <a:pt x="6910" y="12094"/>
                  </a:cubicBezTo>
                  <a:cubicBezTo>
                    <a:pt x="6948" y="12094"/>
                    <a:pt x="6957" y="12066"/>
                    <a:pt x="6900" y="12000"/>
                  </a:cubicBezTo>
                  <a:cubicBezTo>
                    <a:pt x="6900" y="11878"/>
                    <a:pt x="6900" y="11878"/>
                    <a:pt x="7103" y="11878"/>
                  </a:cubicBezTo>
                  <a:cubicBezTo>
                    <a:pt x="7200" y="11878"/>
                    <a:pt x="7306" y="11878"/>
                    <a:pt x="7306" y="11943"/>
                  </a:cubicBezTo>
                  <a:cubicBezTo>
                    <a:pt x="7306" y="12000"/>
                    <a:pt x="7306" y="12000"/>
                    <a:pt x="7500" y="12000"/>
                  </a:cubicBezTo>
                  <a:cubicBezTo>
                    <a:pt x="7768" y="11992"/>
                    <a:pt x="8011" y="11886"/>
                    <a:pt x="8206" y="11708"/>
                  </a:cubicBezTo>
                  <a:cubicBezTo>
                    <a:pt x="8206" y="11647"/>
                    <a:pt x="8206" y="11617"/>
                    <a:pt x="8218" y="11617"/>
                  </a:cubicBezTo>
                  <a:cubicBezTo>
                    <a:pt x="8230" y="11617"/>
                    <a:pt x="8254" y="11647"/>
                    <a:pt x="8303" y="11708"/>
                  </a:cubicBezTo>
                  <a:cubicBezTo>
                    <a:pt x="8303" y="11765"/>
                    <a:pt x="8400" y="11765"/>
                    <a:pt x="8498" y="11765"/>
                  </a:cubicBezTo>
                  <a:cubicBezTo>
                    <a:pt x="8500" y="11746"/>
                    <a:pt x="8513" y="11740"/>
                    <a:pt x="8525" y="11740"/>
                  </a:cubicBezTo>
                  <a:cubicBezTo>
                    <a:pt x="8548" y="11740"/>
                    <a:pt x="8568" y="11765"/>
                    <a:pt x="8498" y="11765"/>
                  </a:cubicBezTo>
                  <a:cubicBezTo>
                    <a:pt x="8498" y="11822"/>
                    <a:pt x="8400" y="11822"/>
                    <a:pt x="8303" y="11822"/>
                  </a:cubicBezTo>
                  <a:lnTo>
                    <a:pt x="8303" y="11886"/>
                  </a:lnTo>
                  <a:cubicBezTo>
                    <a:pt x="8353" y="11944"/>
                    <a:pt x="8402" y="11975"/>
                    <a:pt x="8453" y="11975"/>
                  </a:cubicBezTo>
                  <a:cubicBezTo>
                    <a:pt x="8501" y="11975"/>
                    <a:pt x="8551" y="11946"/>
                    <a:pt x="8603" y="11886"/>
                  </a:cubicBezTo>
                  <a:cubicBezTo>
                    <a:pt x="8652" y="11858"/>
                    <a:pt x="8676" y="11844"/>
                    <a:pt x="8700" y="11844"/>
                  </a:cubicBezTo>
                  <a:cubicBezTo>
                    <a:pt x="8725" y="11844"/>
                    <a:pt x="8749" y="11858"/>
                    <a:pt x="8798" y="11886"/>
                  </a:cubicBezTo>
                  <a:cubicBezTo>
                    <a:pt x="8866" y="11926"/>
                    <a:pt x="8939" y="11970"/>
                    <a:pt x="8975" y="11970"/>
                  </a:cubicBezTo>
                  <a:cubicBezTo>
                    <a:pt x="8991" y="11970"/>
                    <a:pt x="9000" y="11962"/>
                    <a:pt x="9000" y="11943"/>
                  </a:cubicBezTo>
                  <a:cubicBezTo>
                    <a:pt x="9098" y="11943"/>
                    <a:pt x="9203" y="11968"/>
                    <a:pt x="9300" y="12008"/>
                  </a:cubicBezTo>
                  <a:cubicBezTo>
                    <a:pt x="9495" y="12008"/>
                    <a:pt x="9592" y="12008"/>
                    <a:pt x="9600" y="11951"/>
                  </a:cubicBezTo>
                  <a:cubicBezTo>
                    <a:pt x="9600" y="11886"/>
                    <a:pt x="9698" y="11886"/>
                    <a:pt x="9795" y="11886"/>
                  </a:cubicBezTo>
                  <a:cubicBezTo>
                    <a:pt x="9822" y="11889"/>
                    <a:pt x="9849" y="11890"/>
                    <a:pt x="9874" y="11890"/>
                  </a:cubicBezTo>
                  <a:cubicBezTo>
                    <a:pt x="9945" y="11890"/>
                    <a:pt x="9998" y="11878"/>
                    <a:pt x="9998" y="11830"/>
                  </a:cubicBezTo>
                  <a:cubicBezTo>
                    <a:pt x="9998" y="11773"/>
                    <a:pt x="10095" y="11716"/>
                    <a:pt x="10298" y="11716"/>
                  </a:cubicBezTo>
                  <a:cubicBezTo>
                    <a:pt x="10383" y="11689"/>
                    <a:pt x="10433" y="11673"/>
                    <a:pt x="10468" y="11673"/>
                  </a:cubicBezTo>
                  <a:cubicBezTo>
                    <a:pt x="10518" y="11673"/>
                    <a:pt x="10541" y="11703"/>
                    <a:pt x="10598" y="11773"/>
                  </a:cubicBezTo>
                  <a:cubicBezTo>
                    <a:pt x="10598" y="11830"/>
                    <a:pt x="10695" y="11838"/>
                    <a:pt x="10792" y="11838"/>
                  </a:cubicBezTo>
                  <a:cubicBezTo>
                    <a:pt x="10865" y="11838"/>
                    <a:pt x="10930" y="11862"/>
                    <a:pt x="10995" y="11895"/>
                  </a:cubicBezTo>
                  <a:cubicBezTo>
                    <a:pt x="11024" y="11914"/>
                    <a:pt x="11044" y="11922"/>
                    <a:pt x="11058" y="11922"/>
                  </a:cubicBezTo>
                  <a:cubicBezTo>
                    <a:pt x="11092" y="11922"/>
                    <a:pt x="11092" y="11878"/>
                    <a:pt x="11092" y="11838"/>
                  </a:cubicBezTo>
                  <a:lnTo>
                    <a:pt x="11092" y="11716"/>
                  </a:lnTo>
                  <a:cubicBezTo>
                    <a:pt x="11189" y="11732"/>
                    <a:pt x="11271" y="11797"/>
                    <a:pt x="11295" y="11895"/>
                  </a:cubicBezTo>
                  <a:cubicBezTo>
                    <a:pt x="11344" y="11955"/>
                    <a:pt x="11368" y="11986"/>
                    <a:pt x="11380" y="11986"/>
                  </a:cubicBezTo>
                  <a:cubicBezTo>
                    <a:pt x="11392" y="11986"/>
                    <a:pt x="11392" y="11955"/>
                    <a:pt x="11392" y="11895"/>
                  </a:cubicBezTo>
                  <a:cubicBezTo>
                    <a:pt x="11392" y="11854"/>
                    <a:pt x="11445" y="11814"/>
                    <a:pt x="11545" y="11814"/>
                  </a:cubicBezTo>
                  <a:cubicBezTo>
                    <a:pt x="11586" y="11814"/>
                    <a:pt x="11635" y="11821"/>
                    <a:pt x="11692" y="11838"/>
                  </a:cubicBezTo>
                  <a:cubicBezTo>
                    <a:pt x="11895" y="11838"/>
                    <a:pt x="12089" y="11838"/>
                    <a:pt x="12089" y="11903"/>
                  </a:cubicBezTo>
                  <a:cubicBezTo>
                    <a:pt x="12122" y="11919"/>
                    <a:pt x="12156" y="11927"/>
                    <a:pt x="12191" y="11927"/>
                  </a:cubicBezTo>
                  <a:cubicBezTo>
                    <a:pt x="12225" y="11927"/>
                    <a:pt x="12260" y="11919"/>
                    <a:pt x="12292" y="11903"/>
                  </a:cubicBezTo>
                  <a:cubicBezTo>
                    <a:pt x="12339" y="11871"/>
                    <a:pt x="12386" y="11857"/>
                    <a:pt x="12456" y="11857"/>
                  </a:cubicBezTo>
                  <a:cubicBezTo>
                    <a:pt x="12531" y="11857"/>
                    <a:pt x="12632" y="11873"/>
                    <a:pt x="12787" y="11903"/>
                  </a:cubicBezTo>
                  <a:cubicBezTo>
                    <a:pt x="13038" y="11963"/>
                    <a:pt x="13164" y="11994"/>
                    <a:pt x="13227" y="11994"/>
                  </a:cubicBezTo>
                  <a:cubicBezTo>
                    <a:pt x="13289" y="11994"/>
                    <a:pt x="13289" y="11963"/>
                    <a:pt x="13289" y="11903"/>
                  </a:cubicBezTo>
                  <a:cubicBezTo>
                    <a:pt x="13289" y="11870"/>
                    <a:pt x="13289" y="11837"/>
                    <a:pt x="13308" y="11837"/>
                  </a:cubicBezTo>
                  <a:cubicBezTo>
                    <a:pt x="13322" y="11837"/>
                    <a:pt x="13346" y="11855"/>
                    <a:pt x="13387" y="11903"/>
                  </a:cubicBezTo>
                  <a:cubicBezTo>
                    <a:pt x="13416" y="11922"/>
                    <a:pt x="13445" y="11930"/>
                    <a:pt x="13478" y="11930"/>
                  </a:cubicBezTo>
                  <a:cubicBezTo>
                    <a:pt x="13554" y="11930"/>
                    <a:pt x="13647" y="11886"/>
                    <a:pt x="13784" y="11846"/>
                  </a:cubicBezTo>
                  <a:cubicBezTo>
                    <a:pt x="13857" y="11789"/>
                    <a:pt x="13897" y="11700"/>
                    <a:pt x="13889" y="11611"/>
                  </a:cubicBezTo>
                  <a:cubicBezTo>
                    <a:pt x="13889" y="11539"/>
                    <a:pt x="13889" y="11509"/>
                    <a:pt x="13932" y="11509"/>
                  </a:cubicBezTo>
                  <a:cubicBezTo>
                    <a:pt x="13961" y="11509"/>
                    <a:pt x="14010" y="11523"/>
                    <a:pt x="14092" y="11546"/>
                  </a:cubicBezTo>
                  <a:cubicBezTo>
                    <a:pt x="14189" y="11546"/>
                    <a:pt x="14287" y="11611"/>
                    <a:pt x="14287" y="11668"/>
                  </a:cubicBezTo>
                  <a:cubicBezTo>
                    <a:pt x="14287" y="11732"/>
                    <a:pt x="14189" y="11732"/>
                    <a:pt x="14189" y="11732"/>
                  </a:cubicBezTo>
                  <a:lnTo>
                    <a:pt x="14084" y="11732"/>
                  </a:lnTo>
                  <a:cubicBezTo>
                    <a:pt x="14084" y="11789"/>
                    <a:pt x="14084" y="11846"/>
                    <a:pt x="14287" y="11846"/>
                  </a:cubicBezTo>
                  <a:cubicBezTo>
                    <a:pt x="14337" y="11879"/>
                    <a:pt x="14387" y="11896"/>
                    <a:pt x="14424" y="11896"/>
                  </a:cubicBezTo>
                  <a:cubicBezTo>
                    <a:pt x="14458" y="11896"/>
                    <a:pt x="14481" y="11881"/>
                    <a:pt x="14481" y="11854"/>
                  </a:cubicBezTo>
                  <a:cubicBezTo>
                    <a:pt x="14587" y="11911"/>
                    <a:pt x="14781" y="11911"/>
                    <a:pt x="14984" y="11911"/>
                  </a:cubicBezTo>
                  <a:cubicBezTo>
                    <a:pt x="15178" y="11911"/>
                    <a:pt x="15478" y="11919"/>
                    <a:pt x="15584" y="11976"/>
                  </a:cubicBezTo>
                  <a:cubicBezTo>
                    <a:pt x="15778" y="11976"/>
                    <a:pt x="15876" y="11976"/>
                    <a:pt x="15884" y="11919"/>
                  </a:cubicBezTo>
                  <a:cubicBezTo>
                    <a:pt x="15884" y="11847"/>
                    <a:pt x="15918" y="11817"/>
                    <a:pt x="15946" y="11817"/>
                  </a:cubicBezTo>
                  <a:cubicBezTo>
                    <a:pt x="15965" y="11817"/>
                    <a:pt x="15981" y="11831"/>
                    <a:pt x="15981" y="11854"/>
                  </a:cubicBezTo>
                  <a:cubicBezTo>
                    <a:pt x="16043" y="11931"/>
                    <a:pt x="16592" y="11986"/>
                    <a:pt x="17007" y="11986"/>
                  </a:cubicBezTo>
                  <a:cubicBezTo>
                    <a:pt x="17244" y="11986"/>
                    <a:pt x="17438" y="11968"/>
                    <a:pt x="17473" y="11927"/>
                  </a:cubicBezTo>
                  <a:lnTo>
                    <a:pt x="17676" y="11927"/>
                  </a:lnTo>
                  <a:cubicBezTo>
                    <a:pt x="17776" y="11956"/>
                    <a:pt x="17985" y="11973"/>
                    <a:pt x="18178" y="11973"/>
                  </a:cubicBezTo>
                  <a:cubicBezTo>
                    <a:pt x="18358" y="11973"/>
                    <a:pt x="18525" y="11958"/>
                    <a:pt x="18576" y="11927"/>
                  </a:cubicBezTo>
                  <a:lnTo>
                    <a:pt x="18876" y="11927"/>
                  </a:lnTo>
                  <a:cubicBezTo>
                    <a:pt x="18976" y="11960"/>
                    <a:pt x="19051" y="11977"/>
                    <a:pt x="19114" y="11977"/>
                  </a:cubicBezTo>
                  <a:cubicBezTo>
                    <a:pt x="19173" y="11977"/>
                    <a:pt x="19222" y="11963"/>
                    <a:pt x="19273" y="11935"/>
                  </a:cubicBezTo>
                  <a:cubicBezTo>
                    <a:pt x="19342" y="11889"/>
                    <a:pt x="19362" y="11847"/>
                    <a:pt x="19368" y="11847"/>
                  </a:cubicBezTo>
                  <a:cubicBezTo>
                    <a:pt x="19370" y="11847"/>
                    <a:pt x="19370" y="11854"/>
                    <a:pt x="19370" y="11870"/>
                  </a:cubicBezTo>
                  <a:cubicBezTo>
                    <a:pt x="19370" y="11935"/>
                    <a:pt x="19573" y="11935"/>
                    <a:pt x="19970" y="11935"/>
                  </a:cubicBezTo>
                  <a:cubicBezTo>
                    <a:pt x="20367" y="11935"/>
                    <a:pt x="20367" y="11935"/>
                    <a:pt x="20270" y="11878"/>
                  </a:cubicBezTo>
                  <a:cubicBezTo>
                    <a:pt x="20387" y="11862"/>
                    <a:pt x="20469" y="11855"/>
                    <a:pt x="20527" y="11855"/>
                  </a:cubicBezTo>
                  <a:cubicBezTo>
                    <a:pt x="20667" y="11855"/>
                    <a:pt x="20667" y="11895"/>
                    <a:pt x="20667" y="11935"/>
                  </a:cubicBezTo>
                  <a:cubicBezTo>
                    <a:pt x="20620" y="11990"/>
                    <a:pt x="20635" y="12020"/>
                    <a:pt x="20676" y="12020"/>
                  </a:cubicBezTo>
                  <a:cubicBezTo>
                    <a:pt x="20725" y="12020"/>
                    <a:pt x="20812" y="11976"/>
                    <a:pt x="20870" y="11878"/>
                  </a:cubicBezTo>
                  <a:cubicBezTo>
                    <a:pt x="20926" y="11809"/>
                    <a:pt x="21015" y="11782"/>
                    <a:pt x="21082" y="11782"/>
                  </a:cubicBezTo>
                  <a:cubicBezTo>
                    <a:pt x="21133" y="11782"/>
                    <a:pt x="21170" y="11797"/>
                    <a:pt x="21170" y="11822"/>
                  </a:cubicBezTo>
                  <a:cubicBezTo>
                    <a:pt x="21170" y="11878"/>
                    <a:pt x="21065" y="11878"/>
                    <a:pt x="20967" y="11878"/>
                  </a:cubicBezTo>
                  <a:cubicBezTo>
                    <a:pt x="20967" y="11878"/>
                    <a:pt x="20967" y="11943"/>
                    <a:pt x="20967" y="12000"/>
                  </a:cubicBezTo>
                  <a:cubicBezTo>
                    <a:pt x="20977" y="12001"/>
                    <a:pt x="20986" y="12001"/>
                    <a:pt x="20996" y="12001"/>
                  </a:cubicBezTo>
                  <a:cubicBezTo>
                    <a:pt x="21059" y="12001"/>
                    <a:pt x="21120" y="11978"/>
                    <a:pt x="21162" y="11943"/>
                  </a:cubicBezTo>
                  <a:cubicBezTo>
                    <a:pt x="21235" y="11935"/>
                    <a:pt x="21308" y="11919"/>
                    <a:pt x="21365" y="11878"/>
                  </a:cubicBezTo>
                  <a:cubicBezTo>
                    <a:pt x="21470" y="11822"/>
                    <a:pt x="21470" y="11765"/>
                    <a:pt x="21365" y="11700"/>
                  </a:cubicBezTo>
                  <a:cubicBezTo>
                    <a:pt x="21267" y="11643"/>
                    <a:pt x="21373" y="11643"/>
                    <a:pt x="21470" y="11643"/>
                  </a:cubicBezTo>
                  <a:cubicBezTo>
                    <a:pt x="21665" y="11700"/>
                    <a:pt x="21665" y="11765"/>
                    <a:pt x="21567" y="11822"/>
                  </a:cubicBezTo>
                  <a:cubicBezTo>
                    <a:pt x="21470" y="11822"/>
                    <a:pt x="21462" y="11878"/>
                    <a:pt x="21462" y="11943"/>
                  </a:cubicBezTo>
                  <a:cubicBezTo>
                    <a:pt x="21462" y="11954"/>
                    <a:pt x="21479" y="11958"/>
                    <a:pt x="21507" y="11958"/>
                  </a:cubicBezTo>
                  <a:cubicBezTo>
                    <a:pt x="21632" y="11958"/>
                    <a:pt x="21982" y="11864"/>
                    <a:pt x="22062" y="11765"/>
                  </a:cubicBezTo>
                  <a:cubicBezTo>
                    <a:pt x="22065" y="11741"/>
                    <a:pt x="22067" y="11728"/>
                    <a:pt x="22068" y="11728"/>
                  </a:cubicBezTo>
                  <a:lnTo>
                    <a:pt x="22068" y="11728"/>
                  </a:lnTo>
                  <a:cubicBezTo>
                    <a:pt x="22069" y="11728"/>
                    <a:pt x="22067" y="11755"/>
                    <a:pt x="22062" y="11822"/>
                  </a:cubicBezTo>
                  <a:cubicBezTo>
                    <a:pt x="22062" y="11886"/>
                    <a:pt x="22265" y="11886"/>
                    <a:pt x="22459" y="11886"/>
                  </a:cubicBezTo>
                  <a:cubicBezTo>
                    <a:pt x="22662" y="11886"/>
                    <a:pt x="22759" y="11886"/>
                    <a:pt x="22759" y="11830"/>
                  </a:cubicBezTo>
                  <a:cubicBezTo>
                    <a:pt x="22767" y="11765"/>
                    <a:pt x="22767" y="11708"/>
                    <a:pt x="22865" y="11708"/>
                  </a:cubicBezTo>
                  <a:cubicBezTo>
                    <a:pt x="22767" y="11708"/>
                    <a:pt x="22767" y="11651"/>
                    <a:pt x="22767" y="11586"/>
                  </a:cubicBezTo>
                  <a:lnTo>
                    <a:pt x="22767" y="11586"/>
                  </a:lnTo>
                  <a:cubicBezTo>
                    <a:pt x="22873" y="11619"/>
                    <a:pt x="22970" y="11659"/>
                    <a:pt x="23067" y="11708"/>
                  </a:cubicBezTo>
                  <a:cubicBezTo>
                    <a:pt x="23262" y="11830"/>
                    <a:pt x="23457" y="11895"/>
                    <a:pt x="23862" y="11895"/>
                  </a:cubicBezTo>
                  <a:cubicBezTo>
                    <a:pt x="24056" y="11895"/>
                    <a:pt x="24356" y="11895"/>
                    <a:pt x="24454" y="11951"/>
                  </a:cubicBezTo>
                  <a:cubicBezTo>
                    <a:pt x="24507" y="11953"/>
                    <a:pt x="24552" y="11955"/>
                    <a:pt x="24591" y="11955"/>
                  </a:cubicBezTo>
                  <a:cubicBezTo>
                    <a:pt x="24701" y="11955"/>
                    <a:pt x="24754" y="11942"/>
                    <a:pt x="24754" y="11895"/>
                  </a:cubicBezTo>
                  <a:lnTo>
                    <a:pt x="24956" y="11895"/>
                  </a:lnTo>
                  <a:cubicBezTo>
                    <a:pt x="25007" y="11928"/>
                    <a:pt x="25085" y="11944"/>
                    <a:pt x="25149" y="11944"/>
                  </a:cubicBezTo>
                  <a:cubicBezTo>
                    <a:pt x="25209" y="11944"/>
                    <a:pt x="25256" y="11930"/>
                    <a:pt x="25256" y="11903"/>
                  </a:cubicBezTo>
                  <a:cubicBezTo>
                    <a:pt x="25289" y="11881"/>
                    <a:pt x="25322" y="11874"/>
                    <a:pt x="25356" y="11874"/>
                  </a:cubicBezTo>
                  <a:cubicBezTo>
                    <a:pt x="25423" y="11874"/>
                    <a:pt x="25492" y="11903"/>
                    <a:pt x="25556" y="11903"/>
                  </a:cubicBezTo>
                  <a:cubicBezTo>
                    <a:pt x="25643" y="11957"/>
                    <a:pt x="25691" y="11987"/>
                    <a:pt x="25709" y="11987"/>
                  </a:cubicBezTo>
                  <a:cubicBezTo>
                    <a:pt x="25732" y="11987"/>
                    <a:pt x="25708" y="11941"/>
                    <a:pt x="25654" y="11838"/>
                  </a:cubicBezTo>
                  <a:cubicBezTo>
                    <a:pt x="25654" y="11781"/>
                    <a:pt x="25459" y="11724"/>
                    <a:pt x="25362" y="11716"/>
                  </a:cubicBezTo>
                  <a:lnTo>
                    <a:pt x="25062" y="11716"/>
                  </a:lnTo>
                  <a:lnTo>
                    <a:pt x="25362" y="11659"/>
                  </a:lnTo>
                  <a:cubicBezTo>
                    <a:pt x="25459" y="11659"/>
                    <a:pt x="25662" y="11603"/>
                    <a:pt x="25662" y="11538"/>
                  </a:cubicBezTo>
                  <a:cubicBezTo>
                    <a:pt x="25662" y="11538"/>
                    <a:pt x="25662" y="11481"/>
                    <a:pt x="25759" y="11481"/>
                  </a:cubicBezTo>
                  <a:lnTo>
                    <a:pt x="25759" y="11603"/>
                  </a:lnTo>
                  <a:cubicBezTo>
                    <a:pt x="25686" y="11635"/>
                    <a:pt x="25646" y="11708"/>
                    <a:pt x="25654" y="11781"/>
                  </a:cubicBezTo>
                  <a:cubicBezTo>
                    <a:pt x="25714" y="11857"/>
                    <a:pt x="25853" y="11907"/>
                    <a:pt x="25950" y="11907"/>
                  </a:cubicBezTo>
                  <a:cubicBezTo>
                    <a:pt x="26008" y="11907"/>
                    <a:pt x="26051" y="11889"/>
                    <a:pt x="26051" y="11846"/>
                  </a:cubicBezTo>
                  <a:cubicBezTo>
                    <a:pt x="26063" y="11845"/>
                    <a:pt x="26075" y="11844"/>
                    <a:pt x="26086" y="11844"/>
                  </a:cubicBezTo>
                  <a:cubicBezTo>
                    <a:pt x="26147" y="11844"/>
                    <a:pt x="26206" y="11862"/>
                    <a:pt x="26254" y="11903"/>
                  </a:cubicBezTo>
                  <a:cubicBezTo>
                    <a:pt x="26254" y="11927"/>
                    <a:pt x="26272" y="11942"/>
                    <a:pt x="26300" y="11942"/>
                  </a:cubicBezTo>
                  <a:cubicBezTo>
                    <a:pt x="26339" y="11942"/>
                    <a:pt x="26396" y="11915"/>
                    <a:pt x="26456" y="11846"/>
                  </a:cubicBezTo>
                  <a:cubicBezTo>
                    <a:pt x="26505" y="11785"/>
                    <a:pt x="26554" y="11755"/>
                    <a:pt x="26603" y="11755"/>
                  </a:cubicBezTo>
                  <a:cubicBezTo>
                    <a:pt x="26653" y="11755"/>
                    <a:pt x="26704" y="11785"/>
                    <a:pt x="26756" y="11846"/>
                  </a:cubicBezTo>
                  <a:cubicBezTo>
                    <a:pt x="26872" y="11918"/>
                    <a:pt x="27059" y="11947"/>
                    <a:pt x="27192" y="11947"/>
                  </a:cubicBezTo>
                  <a:cubicBezTo>
                    <a:pt x="27283" y="11947"/>
                    <a:pt x="27348" y="11934"/>
                    <a:pt x="27348" y="11911"/>
                  </a:cubicBezTo>
                  <a:cubicBezTo>
                    <a:pt x="27348" y="11840"/>
                    <a:pt x="27448" y="11811"/>
                    <a:pt x="27553" y="11811"/>
                  </a:cubicBezTo>
                  <a:cubicBezTo>
                    <a:pt x="27630" y="11811"/>
                    <a:pt x="27709" y="11827"/>
                    <a:pt x="27754" y="11854"/>
                  </a:cubicBezTo>
                  <a:cubicBezTo>
                    <a:pt x="27798" y="11882"/>
                    <a:pt x="27849" y="11897"/>
                    <a:pt x="27900" y="11897"/>
                  </a:cubicBezTo>
                  <a:cubicBezTo>
                    <a:pt x="27950" y="11897"/>
                    <a:pt x="28001" y="11882"/>
                    <a:pt x="28046" y="11854"/>
                  </a:cubicBezTo>
                  <a:cubicBezTo>
                    <a:pt x="28046" y="11894"/>
                    <a:pt x="28098" y="11938"/>
                    <a:pt x="28162" y="11938"/>
                  </a:cubicBezTo>
                  <a:cubicBezTo>
                    <a:pt x="28190" y="11938"/>
                    <a:pt x="28219" y="11930"/>
                    <a:pt x="28248" y="11911"/>
                  </a:cubicBezTo>
                  <a:cubicBezTo>
                    <a:pt x="28248" y="11911"/>
                    <a:pt x="28345" y="11911"/>
                    <a:pt x="28248" y="11854"/>
                  </a:cubicBezTo>
                  <a:lnTo>
                    <a:pt x="28451" y="11732"/>
                  </a:lnTo>
                  <a:cubicBezTo>
                    <a:pt x="28354" y="11732"/>
                    <a:pt x="28354" y="11676"/>
                    <a:pt x="28354" y="11611"/>
                  </a:cubicBezTo>
                  <a:cubicBezTo>
                    <a:pt x="28354" y="11597"/>
                    <a:pt x="28376" y="11591"/>
                    <a:pt x="28412" y="11591"/>
                  </a:cubicBezTo>
                  <a:cubicBezTo>
                    <a:pt x="28529" y="11591"/>
                    <a:pt x="28797" y="11661"/>
                    <a:pt x="28945" y="11797"/>
                  </a:cubicBezTo>
                  <a:lnTo>
                    <a:pt x="29148" y="11919"/>
                  </a:lnTo>
                  <a:lnTo>
                    <a:pt x="29148" y="11797"/>
                  </a:lnTo>
                  <a:cubicBezTo>
                    <a:pt x="29245" y="11797"/>
                    <a:pt x="29343" y="11797"/>
                    <a:pt x="29343" y="11862"/>
                  </a:cubicBezTo>
                  <a:cubicBezTo>
                    <a:pt x="29343" y="11919"/>
                    <a:pt x="29343" y="11919"/>
                    <a:pt x="29448" y="11919"/>
                  </a:cubicBezTo>
                  <a:cubicBezTo>
                    <a:pt x="29448" y="11919"/>
                    <a:pt x="29545" y="11919"/>
                    <a:pt x="29545" y="11862"/>
                  </a:cubicBezTo>
                  <a:cubicBezTo>
                    <a:pt x="29545" y="11790"/>
                    <a:pt x="29545" y="11761"/>
                    <a:pt x="29566" y="11761"/>
                  </a:cubicBezTo>
                  <a:cubicBezTo>
                    <a:pt x="29580" y="11761"/>
                    <a:pt x="29603" y="11774"/>
                    <a:pt x="29643" y="11797"/>
                  </a:cubicBezTo>
                  <a:cubicBezTo>
                    <a:pt x="29691" y="11858"/>
                    <a:pt x="29742" y="11888"/>
                    <a:pt x="29793" y="11888"/>
                  </a:cubicBezTo>
                  <a:cubicBezTo>
                    <a:pt x="29843" y="11888"/>
                    <a:pt x="29894" y="11858"/>
                    <a:pt x="29943" y="11797"/>
                  </a:cubicBezTo>
                  <a:cubicBezTo>
                    <a:pt x="29943" y="11740"/>
                    <a:pt x="29943" y="11712"/>
                    <a:pt x="29956" y="11712"/>
                  </a:cubicBezTo>
                  <a:cubicBezTo>
                    <a:pt x="29969" y="11712"/>
                    <a:pt x="29995" y="11740"/>
                    <a:pt x="30048" y="11797"/>
                  </a:cubicBezTo>
                  <a:cubicBezTo>
                    <a:pt x="30040" y="11862"/>
                    <a:pt x="30145" y="11919"/>
                    <a:pt x="30243" y="11919"/>
                  </a:cubicBezTo>
                  <a:lnTo>
                    <a:pt x="30243" y="11862"/>
                  </a:lnTo>
                  <a:cubicBezTo>
                    <a:pt x="30243" y="11792"/>
                    <a:pt x="30278" y="11762"/>
                    <a:pt x="30326" y="11762"/>
                  </a:cubicBezTo>
                  <a:cubicBezTo>
                    <a:pt x="30362" y="11762"/>
                    <a:pt x="30404" y="11778"/>
                    <a:pt x="30445" y="11805"/>
                  </a:cubicBezTo>
                  <a:cubicBezTo>
                    <a:pt x="30445" y="11834"/>
                    <a:pt x="30470" y="11848"/>
                    <a:pt x="30519" y="11848"/>
                  </a:cubicBezTo>
                  <a:cubicBezTo>
                    <a:pt x="30569" y="11848"/>
                    <a:pt x="30644" y="11834"/>
                    <a:pt x="30745" y="11805"/>
                  </a:cubicBezTo>
                  <a:cubicBezTo>
                    <a:pt x="30940" y="11805"/>
                    <a:pt x="31045" y="11805"/>
                    <a:pt x="31037" y="11862"/>
                  </a:cubicBezTo>
                  <a:cubicBezTo>
                    <a:pt x="31037" y="11923"/>
                    <a:pt x="31037" y="11953"/>
                    <a:pt x="31050" y="11953"/>
                  </a:cubicBezTo>
                  <a:cubicBezTo>
                    <a:pt x="31064" y="11953"/>
                    <a:pt x="31090" y="11923"/>
                    <a:pt x="31143" y="11862"/>
                  </a:cubicBezTo>
                  <a:cubicBezTo>
                    <a:pt x="31190" y="11835"/>
                    <a:pt x="31214" y="11820"/>
                    <a:pt x="31249" y="11820"/>
                  </a:cubicBezTo>
                  <a:cubicBezTo>
                    <a:pt x="31287" y="11820"/>
                    <a:pt x="31338" y="11837"/>
                    <a:pt x="31443" y="11870"/>
                  </a:cubicBezTo>
                  <a:cubicBezTo>
                    <a:pt x="31491" y="11899"/>
                    <a:pt x="31516" y="11913"/>
                    <a:pt x="31540" y="11913"/>
                  </a:cubicBezTo>
                  <a:cubicBezTo>
                    <a:pt x="31564" y="11913"/>
                    <a:pt x="31589" y="11899"/>
                    <a:pt x="31637" y="11870"/>
                  </a:cubicBezTo>
                  <a:cubicBezTo>
                    <a:pt x="31637" y="11749"/>
                    <a:pt x="31645" y="11684"/>
                    <a:pt x="31540" y="11684"/>
                  </a:cubicBezTo>
                  <a:cubicBezTo>
                    <a:pt x="31443" y="11684"/>
                    <a:pt x="31443" y="11684"/>
                    <a:pt x="31443" y="11627"/>
                  </a:cubicBezTo>
                  <a:lnTo>
                    <a:pt x="31645" y="11627"/>
                  </a:lnTo>
                  <a:cubicBezTo>
                    <a:pt x="31775" y="11627"/>
                    <a:pt x="31913" y="11611"/>
                    <a:pt x="32043" y="11570"/>
                  </a:cubicBezTo>
                  <a:cubicBezTo>
                    <a:pt x="32209" y="11524"/>
                    <a:pt x="32239" y="11434"/>
                    <a:pt x="32133" y="11434"/>
                  </a:cubicBezTo>
                  <a:cubicBezTo>
                    <a:pt x="32110" y="11434"/>
                    <a:pt x="32079" y="11438"/>
                    <a:pt x="32043" y="11449"/>
                  </a:cubicBezTo>
                  <a:lnTo>
                    <a:pt x="31945" y="11392"/>
                  </a:lnTo>
                  <a:cubicBezTo>
                    <a:pt x="31945" y="11303"/>
                    <a:pt x="31897" y="11258"/>
                    <a:pt x="31847" y="11258"/>
                  </a:cubicBezTo>
                  <a:cubicBezTo>
                    <a:pt x="31797" y="11258"/>
                    <a:pt x="31747" y="11303"/>
                    <a:pt x="31743" y="11392"/>
                  </a:cubicBezTo>
                  <a:cubicBezTo>
                    <a:pt x="31743" y="11490"/>
                    <a:pt x="31743" y="11534"/>
                    <a:pt x="31727" y="11534"/>
                  </a:cubicBezTo>
                  <a:cubicBezTo>
                    <a:pt x="31713" y="11534"/>
                    <a:pt x="31689" y="11504"/>
                    <a:pt x="31645" y="11449"/>
                  </a:cubicBezTo>
                  <a:cubicBezTo>
                    <a:pt x="31645" y="11327"/>
                    <a:pt x="31548" y="11327"/>
                    <a:pt x="31443" y="11327"/>
                  </a:cubicBezTo>
                  <a:cubicBezTo>
                    <a:pt x="31345" y="11327"/>
                    <a:pt x="31345" y="11327"/>
                    <a:pt x="31345" y="11270"/>
                  </a:cubicBezTo>
                  <a:cubicBezTo>
                    <a:pt x="31345" y="11205"/>
                    <a:pt x="31248" y="11149"/>
                    <a:pt x="31151" y="11149"/>
                  </a:cubicBezTo>
                  <a:cubicBezTo>
                    <a:pt x="31053" y="11149"/>
                    <a:pt x="31053" y="11149"/>
                    <a:pt x="31045" y="11205"/>
                  </a:cubicBezTo>
                  <a:cubicBezTo>
                    <a:pt x="31088" y="11232"/>
                    <a:pt x="31080" y="11246"/>
                    <a:pt x="31049" y="11246"/>
                  </a:cubicBezTo>
                  <a:cubicBezTo>
                    <a:pt x="31003" y="11246"/>
                    <a:pt x="30908" y="11216"/>
                    <a:pt x="30851" y="11149"/>
                  </a:cubicBezTo>
                  <a:cubicBezTo>
                    <a:pt x="30810" y="11121"/>
                    <a:pt x="30786" y="11105"/>
                    <a:pt x="30772" y="11105"/>
                  </a:cubicBezTo>
                  <a:cubicBezTo>
                    <a:pt x="30754" y="11105"/>
                    <a:pt x="30754" y="11135"/>
                    <a:pt x="30754" y="11205"/>
                  </a:cubicBezTo>
                  <a:cubicBezTo>
                    <a:pt x="30749" y="11266"/>
                    <a:pt x="30699" y="11297"/>
                    <a:pt x="30637" y="11297"/>
                  </a:cubicBezTo>
                  <a:cubicBezTo>
                    <a:pt x="30575" y="11297"/>
                    <a:pt x="30502" y="11266"/>
                    <a:pt x="30454" y="11205"/>
                  </a:cubicBezTo>
                  <a:lnTo>
                    <a:pt x="30251" y="11205"/>
                  </a:lnTo>
                  <a:cubicBezTo>
                    <a:pt x="30154" y="11205"/>
                    <a:pt x="30154" y="11262"/>
                    <a:pt x="30154" y="11319"/>
                  </a:cubicBezTo>
                  <a:cubicBezTo>
                    <a:pt x="30149" y="11391"/>
                    <a:pt x="30147" y="11420"/>
                    <a:pt x="30126" y="11420"/>
                  </a:cubicBezTo>
                  <a:cubicBezTo>
                    <a:pt x="30111" y="11420"/>
                    <a:pt x="30088" y="11407"/>
                    <a:pt x="30048" y="11384"/>
                  </a:cubicBezTo>
                  <a:cubicBezTo>
                    <a:pt x="29951" y="11319"/>
                    <a:pt x="29951" y="11262"/>
                    <a:pt x="29951" y="11262"/>
                  </a:cubicBezTo>
                  <a:cubicBezTo>
                    <a:pt x="29951" y="11205"/>
                    <a:pt x="29854" y="11197"/>
                    <a:pt x="29756" y="11197"/>
                  </a:cubicBezTo>
                  <a:cubicBezTo>
                    <a:pt x="29651" y="11197"/>
                    <a:pt x="29456" y="11197"/>
                    <a:pt x="29456" y="11262"/>
                  </a:cubicBezTo>
                  <a:lnTo>
                    <a:pt x="29456" y="11197"/>
                  </a:lnTo>
                  <a:cubicBezTo>
                    <a:pt x="29386" y="11197"/>
                    <a:pt x="29363" y="11172"/>
                    <a:pt x="29355" y="11172"/>
                  </a:cubicBezTo>
                  <a:cubicBezTo>
                    <a:pt x="29351" y="11172"/>
                    <a:pt x="29351" y="11178"/>
                    <a:pt x="29351" y="11197"/>
                  </a:cubicBezTo>
                  <a:cubicBezTo>
                    <a:pt x="29254" y="11189"/>
                    <a:pt x="29148" y="11173"/>
                    <a:pt x="29059" y="11141"/>
                  </a:cubicBezTo>
                  <a:cubicBezTo>
                    <a:pt x="29020" y="11128"/>
                    <a:pt x="28977" y="11122"/>
                    <a:pt x="28936" y="11122"/>
                  </a:cubicBezTo>
                  <a:cubicBezTo>
                    <a:pt x="28763" y="11122"/>
                    <a:pt x="28614" y="11221"/>
                    <a:pt x="28856" y="11319"/>
                  </a:cubicBezTo>
                  <a:lnTo>
                    <a:pt x="28751" y="11319"/>
                  </a:lnTo>
                  <a:cubicBezTo>
                    <a:pt x="28654" y="11319"/>
                    <a:pt x="28654" y="11376"/>
                    <a:pt x="28654" y="11376"/>
                  </a:cubicBezTo>
                  <a:cubicBezTo>
                    <a:pt x="28654" y="11432"/>
                    <a:pt x="28556" y="11432"/>
                    <a:pt x="28451" y="11432"/>
                  </a:cubicBezTo>
                  <a:lnTo>
                    <a:pt x="28451" y="11319"/>
                  </a:lnTo>
                  <a:cubicBezTo>
                    <a:pt x="28513" y="11214"/>
                    <a:pt x="28471" y="11148"/>
                    <a:pt x="28405" y="11148"/>
                  </a:cubicBezTo>
                  <a:cubicBezTo>
                    <a:pt x="28358" y="11148"/>
                    <a:pt x="28300" y="11181"/>
                    <a:pt x="28256" y="11254"/>
                  </a:cubicBezTo>
                  <a:cubicBezTo>
                    <a:pt x="28256" y="11239"/>
                    <a:pt x="28256" y="11218"/>
                    <a:pt x="28256" y="11197"/>
                  </a:cubicBezTo>
                  <a:cubicBezTo>
                    <a:pt x="28256" y="11165"/>
                    <a:pt x="28232" y="11149"/>
                    <a:pt x="28182" y="11149"/>
                  </a:cubicBezTo>
                  <a:cubicBezTo>
                    <a:pt x="28133" y="11149"/>
                    <a:pt x="28058" y="11165"/>
                    <a:pt x="27956" y="11197"/>
                  </a:cubicBezTo>
                  <a:cubicBezTo>
                    <a:pt x="27859" y="11205"/>
                    <a:pt x="27778" y="11278"/>
                    <a:pt x="27754" y="11376"/>
                  </a:cubicBezTo>
                  <a:cubicBezTo>
                    <a:pt x="27754" y="11432"/>
                    <a:pt x="27656" y="11432"/>
                    <a:pt x="27656" y="11432"/>
                  </a:cubicBezTo>
                  <a:cubicBezTo>
                    <a:pt x="27559" y="11432"/>
                    <a:pt x="27559" y="11432"/>
                    <a:pt x="27559" y="11368"/>
                  </a:cubicBezTo>
                  <a:cubicBezTo>
                    <a:pt x="27559" y="11311"/>
                    <a:pt x="27508" y="11282"/>
                    <a:pt x="27446" y="11282"/>
                  </a:cubicBezTo>
                  <a:cubicBezTo>
                    <a:pt x="27383" y="11282"/>
                    <a:pt x="27308" y="11311"/>
                    <a:pt x="27259" y="11368"/>
                  </a:cubicBezTo>
                  <a:lnTo>
                    <a:pt x="27259" y="11311"/>
                  </a:lnTo>
                  <a:cubicBezTo>
                    <a:pt x="27259" y="11270"/>
                    <a:pt x="27208" y="11224"/>
                    <a:pt x="26987" y="11224"/>
                  </a:cubicBezTo>
                  <a:cubicBezTo>
                    <a:pt x="26903" y="11224"/>
                    <a:pt x="26796" y="11230"/>
                    <a:pt x="26659" y="11246"/>
                  </a:cubicBezTo>
                  <a:cubicBezTo>
                    <a:pt x="26262" y="11246"/>
                    <a:pt x="25962" y="11246"/>
                    <a:pt x="25962" y="11181"/>
                  </a:cubicBezTo>
                  <a:cubicBezTo>
                    <a:pt x="25962" y="11171"/>
                    <a:pt x="25950" y="11167"/>
                    <a:pt x="25928" y="11167"/>
                  </a:cubicBezTo>
                  <a:cubicBezTo>
                    <a:pt x="25829" y="11167"/>
                    <a:pt x="25529" y="11266"/>
                    <a:pt x="25362" y="11359"/>
                  </a:cubicBezTo>
                  <a:cubicBezTo>
                    <a:pt x="25362" y="11303"/>
                    <a:pt x="25265" y="11303"/>
                    <a:pt x="25062" y="11303"/>
                  </a:cubicBezTo>
                  <a:cubicBezTo>
                    <a:pt x="24762" y="11303"/>
                    <a:pt x="24762" y="11303"/>
                    <a:pt x="24762" y="11238"/>
                  </a:cubicBezTo>
                  <a:cubicBezTo>
                    <a:pt x="24815" y="11181"/>
                    <a:pt x="24841" y="11153"/>
                    <a:pt x="24829" y="11153"/>
                  </a:cubicBezTo>
                  <a:cubicBezTo>
                    <a:pt x="24817" y="11153"/>
                    <a:pt x="24766" y="11181"/>
                    <a:pt x="24665" y="11238"/>
                  </a:cubicBezTo>
                  <a:cubicBezTo>
                    <a:pt x="24628" y="11284"/>
                    <a:pt x="24562" y="11303"/>
                    <a:pt x="24494" y="11303"/>
                  </a:cubicBezTo>
                  <a:cubicBezTo>
                    <a:pt x="24383" y="11303"/>
                    <a:pt x="24267" y="11252"/>
                    <a:pt x="24267" y="11181"/>
                  </a:cubicBezTo>
                  <a:cubicBezTo>
                    <a:pt x="24267" y="11116"/>
                    <a:pt x="24170" y="11116"/>
                    <a:pt x="23967" y="11116"/>
                  </a:cubicBezTo>
                  <a:cubicBezTo>
                    <a:pt x="23870" y="11173"/>
                    <a:pt x="23667" y="11173"/>
                    <a:pt x="23473" y="11173"/>
                  </a:cubicBezTo>
                  <a:cubicBezTo>
                    <a:pt x="23173" y="11173"/>
                    <a:pt x="23173" y="11173"/>
                    <a:pt x="23173" y="11295"/>
                  </a:cubicBezTo>
                  <a:cubicBezTo>
                    <a:pt x="23166" y="11391"/>
                    <a:pt x="23104" y="11411"/>
                    <a:pt x="22976" y="11411"/>
                  </a:cubicBezTo>
                  <a:cubicBezTo>
                    <a:pt x="22943" y="11411"/>
                    <a:pt x="22906" y="11410"/>
                    <a:pt x="22865" y="11408"/>
                  </a:cubicBezTo>
                  <a:cubicBezTo>
                    <a:pt x="22767" y="11408"/>
                    <a:pt x="22670" y="11408"/>
                    <a:pt x="22670" y="11351"/>
                  </a:cubicBezTo>
                  <a:cubicBezTo>
                    <a:pt x="22605" y="11319"/>
                    <a:pt x="22540" y="11295"/>
                    <a:pt x="22467" y="11286"/>
                  </a:cubicBezTo>
                  <a:cubicBezTo>
                    <a:pt x="22370" y="11286"/>
                    <a:pt x="22273" y="11286"/>
                    <a:pt x="22273" y="11230"/>
                  </a:cubicBezTo>
                  <a:cubicBezTo>
                    <a:pt x="22175" y="11181"/>
                    <a:pt x="22078" y="11165"/>
                    <a:pt x="21973" y="11165"/>
                  </a:cubicBezTo>
                  <a:cubicBezTo>
                    <a:pt x="21778" y="11165"/>
                    <a:pt x="21576" y="11165"/>
                    <a:pt x="21576" y="11108"/>
                  </a:cubicBezTo>
                  <a:cubicBezTo>
                    <a:pt x="21478" y="11108"/>
                    <a:pt x="21478" y="11108"/>
                    <a:pt x="21478" y="11165"/>
                  </a:cubicBezTo>
                  <a:cubicBezTo>
                    <a:pt x="21478" y="11205"/>
                    <a:pt x="21426" y="11249"/>
                    <a:pt x="21257" y="11249"/>
                  </a:cubicBezTo>
                  <a:cubicBezTo>
                    <a:pt x="21186" y="11249"/>
                    <a:pt x="21093" y="11241"/>
                    <a:pt x="20976" y="11222"/>
                  </a:cubicBezTo>
                  <a:cubicBezTo>
                    <a:pt x="20773" y="11222"/>
                    <a:pt x="20481" y="11222"/>
                    <a:pt x="20473" y="11278"/>
                  </a:cubicBezTo>
                  <a:cubicBezTo>
                    <a:pt x="20376" y="11278"/>
                    <a:pt x="20376" y="11278"/>
                    <a:pt x="20376" y="11222"/>
                  </a:cubicBezTo>
                  <a:cubicBezTo>
                    <a:pt x="20376" y="11161"/>
                    <a:pt x="20327" y="11130"/>
                    <a:pt x="20253" y="11130"/>
                  </a:cubicBezTo>
                  <a:cubicBezTo>
                    <a:pt x="20179" y="11130"/>
                    <a:pt x="20080" y="11161"/>
                    <a:pt x="19978" y="11222"/>
                  </a:cubicBezTo>
                  <a:cubicBezTo>
                    <a:pt x="19978" y="11250"/>
                    <a:pt x="19954" y="11264"/>
                    <a:pt x="19916" y="11264"/>
                  </a:cubicBezTo>
                  <a:cubicBezTo>
                    <a:pt x="19879" y="11264"/>
                    <a:pt x="19828" y="11250"/>
                    <a:pt x="19776" y="11222"/>
                  </a:cubicBezTo>
                  <a:cubicBezTo>
                    <a:pt x="19711" y="11222"/>
                    <a:pt x="19638" y="11238"/>
                    <a:pt x="19581" y="11278"/>
                  </a:cubicBezTo>
                  <a:cubicBezTo>
                    <a:pt x="19528" y="11307"/>
                    <a:pt x="19502" y="11321"/>
                    <a:pt x="19464" y="11321"/>
                  </a:cubicBezTo>
                  <a:cubicBezTo>
                    <a:pt x="19427" y="11321"/>
                    <a:pt x="19378" y="11307"/>
                    <a:pt x="19281" y="11278"/>
                  </a:cubicBezTo>
                  <a:cubicBezTo>
                    <a:pt x="19281" y="11213"/>
                    <a:pt x="19184" y="11213"/>
                    <a:pt x="19078" y="11213"/>
                  </a:cubicBezTo>
                  <a:cubicBezTo>
                    <a:pt x="18984" y="11241"/>
                    <a:pt x="18678" y="11255"/>
                    <a:pt x="18376" y="11255"/>
                  </a:cubicBezTo>
                  <a:cubicBezTo>
                    <a:pt x="18053" y="11255"/>
                    <a:pt x="17734" y="11239"/>
                    <a:pt x="17684" y="11205"/>
                  </a:cubicBezTo>
                  <a:cubicBezTo>
                    <a:pt x="17634" y="11248"/>
                    <a:pt x="17572" y="11272"/>
                    <a:pt x="17509" y="11272"/>
                  </a:cubicBezTo>
                  <a:cubicBezTo>
                    <a:pt x="17500" y="11272"/>
                    <a:pt x="17490" y="11271"/>
                    <a:pt x="17481" y="11270"/>
                  </a:cubicBezTo>
                  <a:cubicBezTo>
                    <a:pt x="17443" y="11223"/>
                    <a:pt x="17405" y="11203"/>
                    <a:pt x="17373" y="11203"/>
                  </a:cubicBezTo>
                  <a:cubicBezTo>
                    <a:pt x="17323" y="11203"/>
                    <a:pt x="17287" y="11253"/>
                    <a:pt x="17287" y="11327"/>
                  </a:cubicBezTo>
                  <a:lnTo>
                    <a:pt x="17481" y="11327"/>
                  </a:lnTo>
                  <a:cubicBezTo>
                    <a:pt x="17481" y="11381"/>
                    <a:pt x="17421" y="11411"/>
                    <a:pt x="17356" y="11411"/>
                  </a:cubicBezTo>
                  <a:cubicBezTo>
                    <a:pt x="17275" y="11411"/>
                    <a:pt x="17185" y="11365"/>
                    <a:pt x="17189" y="11262"/>
                  </a:cubicBezTo>
                  <a:cubicBezTo>
                    <a:pt x="17137" y="11205"/>
                    <a:pt x="17110" y="11177"/>
                    <a:pt x="17085" y="11177"/>
                  </a:cubicBezTo>
                  <a:cubicBezTo>
                    <a:pt x="17059" y="11177"/>
                    <a:pt x="17035" y="11205"/>
                    <a:pt x="16987" y="11262"/>
                  </a:cubicBezTo>
                  <a:cubicBezTo>
                    <a:pt x="16934" y="11323"/>
                    <a:pt x="16883" y="11353"/>
                    <a:pt x="16833" y="11353"/>
                  </a:cubicBezTo>
                  <a:cubicBezTo>
                    <a:pt x="16784" y="11353"/>
                    <a:pt x="16735" y="11323"/>
                    <a:pt x="16687" y="11262"/>
                  </a:cubicBezTo>
                  <a:cubicBezTo>
                    <a:pt x="16687" y="11201"/>
                    <a:pt x="16687" y="11171"/>
                    <a:pt x="16674" y="11171"/>
                  </a:cubicBezTo>
                  <a:cubicBezTo>
                    <a:pt x="16662" y="11171"/>
                    <a:pt x="16638" y="11201"/>
                    <a:pt x="16589" y="11262"/>
                  </a:cubicBezTo>
                  <a:cubicBezTo>
                    <a:pt x="16476" y="11398"/>
                    <a:pt x="16333" y="11475"/>
                    <a:pt x="16228" y="11475"/>
                  </a:cubicBezTo>
                  <a:cubicBezTo>
                    <a:pt x="16145" y="11475"/>
                    <a:pt x="16087" y="11426"/>
                    <a:pt x="16087" y="11319"/>
                  </a:cubicBezTo>
                  <a:cubicBezTo>
                    <a:pt x="16087" y="11218"/>
                    <a:pt x="16005" y="11140"/>
                    <a:pt x="15906" y="11140"/>
                  </a:cubicBezTo>
                  <a:cubicBezTo>
                    <a:pt x="15902" y="11140"/>
                    <a:pt x="15897" y="11140"/>
                    <a:pt x="15892" y="11141"/>
                  </a:cubicBezTo>
                  <a:cubicBezTo>
                    <a:pt x="15795" y="11141"/>
                    <a:pt x="15787" y="11197"/>
                    <a:pt x="15787" y="11262"/>
                  </a:cubicBezTo>
                  <a:cubicBezTo>
                    <a:pt x="15834" y="11322"/>
                    <a:pt x="15835" y="11350"/>
                    <a:pt x="15801" y="11350"/>
                  </a:cubicBezTo>
                  <a:cubicBezTo>
                    <a:pt x="15765" y="11350"/>
                    <a:pt x="15691" y="11320"/>
                    <a:pt x="15592" y="11262"/>
                  </a:cubicBezTo>
                  <a:cubicBezTo>
                    <a:pt x="15426" y="11159"/>
                    <a:pt x="15290" y="11113"/>
                    <a:pt x="15150" y="11113"/>
                  </a:cubicBezTo>
                  <a:cubicBezTo>
                    <a:pt x="15038" y="11113"/>
                    <a:pt x="14923" y="11143"/>
                    <a:pt x="14789" y="11197"/>
                  </a:cubicBezTo>
                  <a:cubicBezTo>
                    <a:pt x="14591" y="11254"/>
                    <a:pt x="14416" y="11282"/>
                    <a:pt x="14329" y="11282"/>
                  </a:cubicBezTo>
                  <a:cubicBezTo>
                    <a:pt x="14242" y="11282"/>
                    <a:pt x="14242" y="11254"/>
                    <a:pt x="14392" y="11197"/>
                  </a:cubicBezTo>
                  <a:cubicBezTo>
                    <a:pt x="14512" y="11125"/>
                    <a:pt x="14561" y="11096"/>
                    <a:pt x="14539" y="11096"/>
                  </a:cubicBezTo>
                  <a:cubicBezTo>
                    <a:pt x="14523" y="11096"/>
                    <a:pt x="14474" y="11109"/>
                    <a:pt x="14392" y="11132"/>
                  </a:cubicBezTo>
                  <a:lnTo>
                    <a:pt x="13897" y="11132"/>
                  </a:lnTo>
                  <a:cubicBezTo>
                    <a:pt x="13792" y="11132"/>
                    <a:pt x="13695" y="11189"/>
                    <a:pt x="13695" y="11254"/>
                  </a:cubicBezTo>
                  <a:cubicBezTo>
                    <a:pt x="13618" y="11168"/>
                    <a:pt x="13514" y="11124"/>
                    <a:pt x="13410" y="11124"/>
                  </a:cubicBezTo>
                  <a:cubicBezTo>
                    <a:pt x="13337" y="11124"/>
                    <a:pt x="13264" y="11146"/>
                    <a:pt x="13200" y="11189"/>
                  </a:cubicBezTo>
                  <a:lnTo>
                    <a:pt x="12997" y="11189"/>
                  </a:lnTo>
                  <a:cubicBezTo>
                    <a:pt x="12986" y="11188"/>
                    <a:pt x="12974" y="11187"/>
                    <a:pt x="12962" y="11187"/>
                  </a:cubicBezTo>
                  <a:cubicBezTo>
                    <a:pt x="12901" y="11187"/>
                    <a:pt x="12842" y="11205"/>
                    <a:pt x="12795" y="11246"/>
                  </a:cubicBezTo>
                  <a:cubicBezTo>
                    <a:pt x="12766" y="11263"/>
                    <a:pt x="12738" y="11269"/>
                    <a:pt x="12709" y="11269"/>
                  </a:cubicBezTo>
                  <a:cubicBezTo>
                    <a:pt x="12640" y="11269"/>
                    <a:pt x="12569" y="11229"/>
                    <a:pt x="12495" y="11189"/>
                  </a:cubicBezTo>
                  <a:cubicBezTo>
                    <a:pt x="12426" y="11143"/>
                    <a:pt x="12356" y="11101"/>
                    <a:pt x="12322" y="11101"/>
                  </a:cubicBezTo>
                  <a:cubicBezTo>
                    <a:pt x="12308" y="11101"/>
                    <a:pt x="12300" y="11108"/>
                    <a:pt x="12300" y="11124"/>
                  </a:cubicBezTo>
                  <a:cubicBezTo>
                    <a:pt x="12300" y="11181"/>
                    <a:pt x="12098" y="11246"/>
                    <a:pt x="12000" y="11303"/>
                  </a:cubicBezTo>
                  <a:cubicBezTo>
                    <a:pt x="11969" y="11319"/>
                    <a:pt x="11939" y="11326"/>
                    <a:pt x="11915" y="11326"/>
                  </a:cubicBezTo>
                  <a:cubicBezTo>
                    <a:pt x="11855" y="11326"/>
                    <a:pt x="11828" y="11286"/>
                    <a:pt x="11903" y="11246"/>
                  </a:cubicBezTo>
                  <a:cubicBezTo>
                    <a:pt x="11903" y="11181"/>
                    <a:pt x="11903" y="11181"/>
                    <a:pt x="11700" y="11124"/>
                  </a:cubicBezTo>
                  <a:cubicBezTo>
                    <a:pt x="11603" y="11124"/>
                    <a:pt x="11400" y="11124"/>
                    <a:pt x="11400" y="11181"/>
                  </a:cubicBezTo>
                  <a:cubicBezTo>
                    <a:pt x="11400" y="11209"/>
                    <a:pt x="11250" y="11224"/>
                    <a:pt x="11088" y="11224"/>
                  </a:cubicBezTo>
                  <a:cubicBezTo>
                    <a:pt x="10926" y="11224"/>
                    <a:pt x="10752" y="11209"/>
                    <a:pt x="10703" y="11181"/>
                  </a:cubicBezTo>
                  <a:lnTo>
                    <a:pt x="10500" y="11173"/>
                  </a:lnTo>
                  <a:cubicBezTo>
                    <a:pt x="10403" y="11173"/>
                    <a:pt x="10306" y="11238"/>
                    <a:pt x="10200" y="11238"/>
                  </a:cubicBezTo>
                  <a:cubicBezTo>
                    <a:pt x="10135" y="11238"/>
                    <a:pt x="10062" y="11262"/>
                    <a:pt x="10006" y="11295"/>
                  </a:cubicBezTo>
                  <a:cubicBezTo>
                    <a:pt x="9900" y="11295"/>
                    <a:pt x="9803" y="11295"/>
                    <a:pt x="9803" y="11230"/>
                  </a:cubicBezTo>
                  <a:cubicBezTo>
                    <a:pt x="9754" y="11291"/>
                    <a:pt x="9730" y="11321"/>
                    <a:pt x="9706" y="11321"/>
                  </a:cubicBezTo>
                  <a:cubicBezTo>
                    <a:pt x="9681" y="11321"/>
                    <a:pt x="9657" y="11291"/>
                    <a:pt x="9608" y="11230"/>
                  </a:cubicBezTo>
                  <a:cubicBezTo>
                    <a:pt x="9608" y="11173"/>
                    <a:pt x="9608" y="11145"/>
                    <a:pt x="9595" y="11145"/>
                  </a:cubicBezTo>
                  <a:cubicBezTo>
                    <a:pt x="9582" y="11145"/>
                    <a:pt x="9556" y="11173"/>
                    <a:pt x="9503" y="11230"/>
                  </a:cubicBezTo>
                  <a:cubicBezTo>
                    <a:pt x="9454" y="11262"/>
                    <a:pt x="9430" y="11278"/>
                    <a:pt x="9406" y="11278"/>
                  </a:cubicBezTo>
                  <a:cubicBezTo>
                    <a:pt x="9381" y="11278"/>
                    <a:pt x="9357" y="11262"/>
                    <a:pt x="9308" y="11230"/>
                  </a:cubicBezTo>
                  <a:cubicBezTo>
                    <a:pt x="9308" y="11201"/>
                    <a:pt x="9284" y="11187"/>
                    <a:pt x="9259" y="11187"/>
                  </a:cubicBezTo>
                  <a:cubicBezTo>
                    <a:pt x="9233" y="11187"/>
                    <a:pt x="9207" y="11201"/>
                    <a:pt x="9203" y="11230"/>
                  </a:cubicBezTo>
                  <a:cubicBezTo>
                    <a:pt x="9144" y="11304"/>
                    <a:pt x="9009" y="11354"/>
                    <a:pt x="8912" y="11354"/>
                  </a:cubicBezTo>
                  <a:cubicBezTo>
                    <a:pt x="8851" y="11354"/>
                    <a:pt x="8806" y="11334"/>
                    <a:pt x="8806" y="11286"/>
                  </a:cubicBezTo>
                  <a:cubicBezTo>
                    <a:pt x="8733" y="11295"/>
                    <a:pt x="8668" y="11311"/>
                    <a:pt x="8603" y="11351"/>
                  </a:cubicBezTo>
                  <a:cubicBezTo>
                    <a:pt x="8554" y="11408"/>
                    <a:pt x="8530" y="11436"/>
                    <a:pt x="8518" y="11436"/>
                  </a:cubicBezTo>
                  <a:cubicBezTo>
                    <a:pt x="8506" y="11436"/>
                    <a:pt x="8506" y="11408"/>
                    <a:pt x="8506" y="11351"/>
                  </a:cubicBezTo>
                  <a:cubicBezTo>
                    <a:pt x="8456" y="11289"/>
                    <a:pt x="8407" y="11259"/>
                    <a:pt x="8356" y="11259"/>
                  </a:cubicBezTo>
                  <a:cubicBezTo>
                    <a:pt x="8307" y="11259"/>
                    <a:pt x="8258" y="11287"/>
                    <a:pt x="8206" y="11343"/>
                  </a:cubicBezTo>
                  <a:cubicBezTo>
                    <a:pt x="8177" y="11363"/>
                    <a:pt x="8143" y="11374"/>
                    <a:pt x="8109" y="11374"/>
                  </a:cubicBezTo>
                  <a:cubicBezTo>
                    <a:pt x="8074" y="11374"/>
                    <a:pt x="8040" y="11363"/>
                    <a:pt x="8011" y="11343"/>
                  </a:cubicBezTo>
                  <a:cubicBezTo>
                    <a:pt x="7893" y="11310"/>
                    <a:pt x="7640" y="11274"/>
                    <a:pt x="7470" y="11274"/>
                  </a:cubicBezTo>
                  <a:cubicBezTo>
                    <a:pt x="7349" y="11274"/>
                    <a:pt x="7270" y="11293"/>
                    <a:pt x="7314" y="11343"/>
                  </a:cubicBezTo>
                  <a:lnTo>
                    <a:pt x="7111" y="11343"/>
                  </a:lnTo>
                  <a:cubicBezTo>
                    <a:pt x="7010" y="11311"/>
                    <a:pt x="6935" y="11295"/>
                    <a:pt x="6873" y="11295"/>
                  </a:cubicBezTo>
                  <a:cubicBezTo>
                    <a:pt x="6811" y="11295"/>
                    <a:pt x="6763" y="11311"/>
                    <a:pt x="6714" y="11343"/>
                  </a:cubicBezTo>
                  <a:lnTo>
                    <a:pt x="6609" y="11400"/>
                  </a:lnTo>
                  <a:cubicBezTo>
                    <a:pt x="6609" y="11343"/>
                    <a:pt x="6511" y="11278"/>
                    <a:pt x="6414" y="11278"/>
                  </a:cubicBezTo>
                  <a:cubicBezTo>
                    <a:pt x="6317" y="11278"/>
                    <a:pt x="6317" y="11278"/>
                    <a:pt x="6317" y="11335"/>
                  </a:cubicBezTo>
                  <a:cubicBezTo>
                    <a:pt x="6414" y="11400"/>
                    <a:pt x="6317" y="11400"/>
                    <a:pt x="6211" y="11400"/>
                  </a:cubicBezTo>
                  <a:cubicBezTo>
                    <a:pt x="6114" y="11400"/>
                    <a:pt x="6017" y="11335"/>
                    <a:pt x="6017" y="11278"/>
                  </a:cubicBezTo>
                  <a:lnTo>
                    <a:pt x="5911" y="11270"/>
                  </a:lnTo>
                  <a:cubicBezTo>
                    <a:pt x="5911" y="11341"/>
                    <a:pt x="5876" y="11370"/>
                    <a:pt x="5848" y="11370"/>
                  </a:cubicBezTo>
                  <a:cubicBezTo>
                    <a:pt x="5827" y="11370"/>
                    <a:pt x="5811" y="11354"/>
                    <a:pt x="5814" y="11327"/>
                  </a:cubicBezTo>
                  <a:cubicBezTo>
                    <a:pt x="5727" y="11283"/>
                    <a:pt x="5633" y="11253"/>
                    <a:pt x="5539" y="11253"/>
                  </a:cubicBezTo>
                  <a:cubicBezTo>
                    <a:pt x="5528" y="11253"/>
                    <a:pt x="5517" y="11253"/>
                    <a:pt x="5506" y="11254"/>
                  </a:cubicBezTo>
                  <a:cubicBezTo>
                    <a:pt x="5506" y="11272"/>
                    <a:pt x="5497" y="11278"/>
                    <a:pt x="5487" y="11278"/>
                  </a:cubicBezTo>
                  <a:cubicBezTo>
                    <a:pt x="5466" y="11278"/>
                    <a:pt x="5443" y="11253"/>
                    <a:pt x="5490" y="11253"/>
                  </a:cubicBezTo>
                  <a:cubicBezTo>
                    <a:pt x="5495" y="11253"/>
                    <a:pt x="5500" y="11254"/>
                    <a:pt x="5506" y="11254"/>
                  </a:cubicBezTo>
                  <a:lnTo>
                    <a:pt x="5514" y="11189"/>
                  </a:lnTo>
                  <a:cubicBezTo>
                    <a:pt x="5486" y="11169"/>
                    <a:pt x="5466" y="11161"/>
                    <a:pt x="5452" y="11161"/>
                  </a:cubicBezTo>
                  <a:cubicBezTo>
                    <a:pt x="5420" y="11161"/>
                    <a:pt x="5414" y="11201"/>
                    <a:pt x="5409" y="11246"/>
                  </a:cubicBezTo>
                  <a:lnTo>
                    <a:pt x="5206" y="11213"/>
                  </a:lnTo>
                  <a:cubicBezTo>
                    <a:pt x="5164" y="11207"/>
                    <a:pt x="5121" y="11200"/>
                    <a:pt x="5093" y="11200"/>
                  </a:cubicBezTo>
                  <a:cubicBezTo>
                    <a:pt x="5054" y="11200"/>
                    <a:pt x="5041" y="11212"/>
                    <a:pt x="5092" y="11254"/>
                  </a:cubicBezTo>
                  <a:cubicBezTo>
                    <a:pt x="5085" y="11311"/>
                    <a:pt x="5078" y="11362"/>
                    <a:pt x="5004" y="11362"/>
                  </a:cubicBezTo>
                  <a:cubicBezTo>
                    <a:pt x="4994" y="11362"/>
                    <a:pt x="4983" y="11361"/>
                    <a:pt x="4971" y="11359"/>
                  </a:cubicBezTo>
                  <a:cubicBezTo>
                    <a:pt x="4968" y="11376"/>
                    <a:pt x="4959" y="11381"/>
                    <a:pt x="4948" y="11381"/>
                  </a:cubicBezTo>
                  <a:cubicBezTo>
                    <a:pt x="4927" y="11381"/>
                    <a:pt x="4904" y="11357"/>
                    <a:pt x="4944" y="11357"/>
                  </a:cubicBezTo>
                  <a:cubicBezTo>
                    <a:pt x="4951" y="11357"/>
                    <a:pt x="4960" y="11358"/>
                    <a:pt x="4971" y="11359"/>
                  </a:cubicBezTo>
                  <a:cubicBezTo>
                    <a:pt x="4987" y="11303"/>
                    <a:pt x="4995" y="11238"/>
                    <a:pt x="4890" y="11222"/>
                  </a:cubicBezTo>
                  <a:cubicBezTo>
                    <a:pt x="4792" y="11197"/>
                    <a:pt x="4809" y="11141"/>
                    <a:pt x="4809" y="11141"/>
                  </a:cubicBezTo>
                  <a:cubicBezTo>
                    <a:pt x="4905" y="11070"/>
                    <a:pt x="4678" y="11025"/>
                    <a:pt x="4518" y="11025"/>
                  </a:cubicBezTo>
                  <a:cubicBezTo>
                    <a:pt x="4475" y="11025"/>
                    <a:pt x="4437" y="11028"/>
                    <a:pt x="4411" y="11035"/>
                  </a:cubicBezTo>
                  <a:cubicBezTo>
                    <a:pt x="4348" y="11049"/>
                    <a:pt x="4294" y="11055"/>
                    <a:pt x="4251" y="11055"/>
                  </a:cubicBezTo>
                  <a:cubicBezTo>
                    <a:pt x="4141" y="11055"/>
                    <a:pt x="4098" y="11011"/>
                    <a:pt x="4128" y="10930"/>
                  </a:cubicBezTo>
                  <a:cubicBezTo>
                    <a:pt x="4146" y="10886"/>
                    <a:pt x="4123" y="10867"/>
                    <a:pt x="4077" y="10867"/>
                  </a:cubicBezTo>
                  <a:cubicBezTo>
                    <a:pt x="4004" y="10867"/>
                    <a:pt x="3875" y="10914"/>
                    <a:pt x="3771" y="10978"/>
                  </a:cubicBezTo>
                  <a:lnTo>
                    <a:pt x="3601" y="11100"/>
                  </a:lnTo>
                  <a:lnTo>
                    <a:pt x="3601" y="11100"/>
                  </a:lnTo>
                  <a:lnTo>
                    <a:pt x="3682" y="10938"/>
                  </a:lnTo>
                  <a:cubicBezTo>
                    <a:pt x="3690" y="10670"/>
                    <a:pt x="3690" y="10686"/>
                    <a:pt x="3365" y="10638"/>
                  </a:cubicBezTo>
                  <a:cubicBezTo>
                    <a:pt x="3163" y="10581"/>
                    <a:pt x="3155" y="10581"/>
                    <a:pt x="3187" y="10532"/>
                  </a:cubicBezTo>
                  <a:cubicBezTo>
                    <a:pt x="3228" y="10476"/>
                    <a:pt x="3122" y="10443"/>
                    <a:pt x="2887" y="10257"/>
                  </a:cubicBezTo>
                  <a:cubicBezTo>
                    <a:pt x="2688" y="10110"/>
                    <a:pt x="2603" y="10035"/>
                    <a:pt x="2556" y="10035"/>
                  </a:cubicBezTo>
                  <a:cubicBezTo>
                    <a:pt x="2546" y="10035"/>
                    <a:pt x="2538" y="10039"/>
                    <a:pt x="2530" y="10046"/>
                  </a:cubicBezTo>
                  <a:lnTo>
                    <a:pt x="2376" y="9908"/>
                  </a:lnTo>
                  <a:cubicBezTo>
                    <a:pt x="2382" y="9809"/>
                    <a:pt x="2306" y="9733"/>
                    <a:pt x="2249" y="9733"/>
                  </a:cubicBezTo>
                  <a:cubicBezTo>
                    <a:pt x="2218" y="9733"/>
                    <a:pt x="2193" y="9756"/>
                    <a:pt x="2190" y="9811"/>
                  </a:cubicBezTo>
                  <a:cubicBezTo>
                    <a:pt x="2190" y="9811"/>
                    <a:pt x="2117" y="9738"/>
                    <a:pt x="2044" y="9657"/>
                  </a:cubicBezTo>
                  <a:lnTo>
                    <a:pt x="2093" y="9616"/>
                  </a:lnTo>
                  <a:cubicBezTo>
                    <a:pt x="2149" y="9576"/>
                    <a:pt x="1963" y="9454"/>
                    <a:pt x="1525" y="8773"/>
                  </a:cubicBezTo>
                  <a:cubicBezTo>
                    <a:pt x="1133" y="8075"/>
                    <a:pt x="1104" y="7896"/>
                    <a:pt x="1015" y="7896"/>
                  </a:cubicBezTo>
                  <a:cubicBezTo>
                    <a:pt x="1003" y="7896"/>
                    <a:pt x="989" y="7900"/>
                    <a:pt x="974" y="7906"/>
                  </a:cubicBezTo>
                  <a:cubicBezTo>
                    <a:pt x="828" y="7849"/>
                    <a:pt x="795" y="7743"/>
                    <a:pt x="909" y="7711"/>
                  </a:cubicBezTo>
                  <a:cubicBezTo>
                    <a:pt x="962" y="7696"/>
                    <a:pt x="979" y="7596"/>
                    <a:pt x="942" y="7596"/>
                  </a:cubicBezTo>
                  <a:cubicBezTo>
                    <a:pt x="939" y="7596"/>
                    <a:pt x="936" y="7596"/>
                    <a:pt x="933" y="7597"/>
                  </a:cubicBezTo>
                  <a:cubicBezTo>
                    <a:pt x="901" y="7492"/>
                    <a:pt x="901" y="7387"/>
                    <a:pt x="909" y="7289"/>
                  </a:cubicBezTo>
                  <a:cubicBezTo>
                    <a:pt x="948" y="6986"/>
                    <a:pt x="905" y="6892"/>
                    <a:pt x="844" y="6892"/>
                  </a:cubicBezTo>
                  <a:cubicBezTo>
                    <a:pt x="841" y="6892"/>
                    <a:pt x="838" y="6892"/>
                    <a:pt x="836" y="6892"/>
                  </a:cubicBezTo>
                  <a:cubicBezTo>
                    <a:pt x="804" y="6927"/>
                    <a:pt x="785" y="6941"/>
                    <a:pt x="776" y="6941"/>
                  </a:cubicBezTo>
                  <a:cubicBezTo>
                    <a:pt x="756" y="6941"/>
                    <a:pt x="786" y="6866"/>
                    <a:pt x="820" y="6787"/>
                  </a:cubicBezTo>
                  <a:cubicBezTo>
                    <a:pt x="859" y="6685"/>
                    <a:pt x="905" y="6584"/>
                    <a:pt x="858" y="6584"/>
                  </a:cubicBezTo>
                  <a:cubicBezTo>
                    <a:pt x="856" y="6584"/>
                    <a:pt x="854" y="6584"/>
                    <a:pt x="852" y="6584"/>
                  </a:cubicBezTo>
                  <a:cubicBezTo>
                    <a:pt x="780" y="6495"/>
                    <a:pt x="699" y="5887"/>
                    <a:pt x="825" y="5887"/>
                  </a:cubicBezTo>
                  <a:cubicBezTo>
                    <a:pt x="826" y="5887"/>
                    <a:pt x="827" y="5887"/>
                    <a:pt x="828" y="5887"/>
                  </a:cubicBezTo>
                  <a:cubicBezTo>
                    <a:pt x="828" y="5887"/>
                    <a:pt x="836" y="5789"/>
                    <a:pt x="844" y="5684"/>
                  </a:cubicBezTo>
                  <a:cubicBezTo>
                    <a:pt x="779" y="5684"/>
                    <a:pt x="787" y="5481"/>
                    <a:pt x="828" y="5279"/>
                  </a:cubicBezTo>
                  <a:cubicBezTo>
                    <a:pt x="859" y="5092"/>
                    <a:pt x="875" y="4994"/>
                    <a:pt x="927" y="4994"/>
                  </a:cubicBezTo>
                  <a:cubicBezTo>
                    <a:pt x="929" y="4994"/>
                    <a:pt x="931" y="4995"/>
                    <a:pt x="933" y="4995"/>
                  </a:cubicBezTo>
                  <a:cubicBezTo>
                    <a:pt x="945" y="5028"/>
                    <a:pt x="955" y="5043"/>
                    <a:pt x="962" y="5043"/>
                  </a:cubicBezTo>
                  <a:cubicBezTo>
                    <a:pt x="981" y="5043"/>
                    <a:pt x="988" y="4950"/>
                    <a:pt x="982" y="4800"/>
                  </a:cubicBezTo>
                  <a:cubicBezTo>
                    <a:pt x="1014" y="4711"/>
                    <a:pt x="917" y="4581"/>
                    <a:pt x="949" y="4476"/>
                  </a:cubicBezTo>
                  <a:cubicBezTo>
                    <a:pt x="893" y="4460"/>
                    <a:pt x="868" y="4346"/>
                    <a:pt x="909" y="4249"/>
                  </a:cubicBezTo>
                  <a:lnTo>
                    <a:pt x="909" y="4249"/>
                  </a:lnTo>
                  <a:lnTo>
                    <a:pt x="966" y="4265"/>
                  </a:lnTo>
                  <a:lnTo>
                    <a:pt x="1071" y="4306"/>
                  </a:lnTo>
                  <a:cubicBezTo>
                    <a:pt x="1112" y="4217"/>
                    <a:pt x="1144" y="4119"/>
                    <a:pt x="1087" y="4095"/>
                  </a:cubicBezTo>
                  <a:cubicBezTo>
                    <a:pt x="1184" y="3998"/>
                    <a:pt x="1266" y="3884"/>
                    <a:pt x="1314" y="3754"/>
                  </a:cubicBezTo>
                  <a:cubicBezTo>
                    <a:pt x="1395" y="3568"/>
                    <a:pt x="1509" y="3398"/>
                    <a:pt x="1509" y="3284"/>
                  </a:cubicBezTo>
                  <a:cubicBezTo>
                    <a:pt x="1655" y="3252"/>
                    <a:pt x="2003" y="2781"/>
                    <a:pt x="1987" y="2627"/>
                  </a:cubicBezTo>
                  <a:cubicBezTo>
                    <a:pt x="1947" y="2587"/>
                    <a:pt x="2020" y="2514"/>
                    <a:pt x="2125" y="2481"/>
                  </a:cubicBezTo>
                  <a:cubicBezTo>
                    <a:pt x="2238" y="2441"/>
                    <a:pt x="2238" y="2441"/>
                    <a:pt x="2271" y="2327"/>
                  </a:cubicBezTo>
                  <a:cubicBezTo>
                    <a:pt x="2303" y="2214"/>
                    <a:pt x="2417" y="2190"/>
                    <a:pt x="2530" y="2173"/>
                  </a:cubicBezTo>
                  <a:cubicBezTo>
                    <a:pt x="2546" y="2177"/>
                    <a:pt x="2563" y="2178"/>
                    <a:pt x="2579" y="2178"/>
                  </a:cubicBezTo>
                  <a:cubicBezTo>
                    <a:pt x="2677" y="2178"/>
                    <a:pt x="2770" y="2118"/>
                    <a:pt x="2798" y="2027"/>
                  </a:cubicBezTo>
                  <a:cubicBezTo>
                    <a:pt x="2903" y="1890"/>
                    <a:pt x="3025" y="1776"/>
                    <a:pt x="3171" y="1687"/>
                  </a:cubicBezTo>
                  <a:cubicBezTo>
                    <a:pt x="3317" y="1533"/>
                    <a:pt x="3406" y="1476"/>
                    <a:pt x="3284" y="1476"/>
                  </a:cubicBezTo>
                  <a:cubicBezTo>
                    <a:pt x="3260" y="1427"/>
                    <a:pt x="3317" y="1322"/>
                    <a:pt x="3317" y="1322"/>
                  </a:cubicBezTo>
                  <a:cubicBezTo>
                    <a:pt x="3392" y="1247"/>
                    <a:pt x="3439" y="1222"/>
                    <a:pt x="3455" y="1222"/>
                  </a:cubicBezTo>
                  <a:cubicBezTo>
                    <a:pt x="3472" y="1222"/>
                    <a:pt x="3456" y="1249"/>
                    <a:pt x="3406" y="1273"/>
                  </a:cubicBezTo>
                  <a:cubicBezTo>
                    <a:pt x="3313" y="1366"/>
                    <a:pt x="3312" y="1383"/>
                    <a:pt x="3350" y="1383"/>
                  </a:cubicBezTo>
                  <a:cubicBezTo>
                    <a:pt x="3371" y="1383"/>
                    <a:pt x="3402" y="1378"/>
                    <a:pt x="3438" y="1378"/>
                  </a:cubicBezTo>
                  <a:cubicBezTo>
                    <a:pt x="3446" y="1378"/>
                    <a:pt x="3454" y="1378"/>
                    <a:pt x="3463" y="1379"/>
                  </a:cubicBezTo>
                  <a:cubicBezTo>
                    <a:pt x="3601" y="1363"/>
                    <a:pt x="3738" y="1322"/>
                    <a:pt x="3860" y="1257"/>
                  </a:cubicBezTo>
                  <a:cubicBezTo>
                    <a:pt x="3949" y="1209"/>
                    <a:pt x="4144" y="1152"/>
                    <a:pt x="4241" y="1111"/>
                  </a:cubicBezTo>
                  <a:cubicBezTo>
                    <a:pt x="4541" y="1063"/>
                    <a:pt x="4647" y="1063"/>
                    <a:pt x="4630" y="998"/>
                  </a:cubicBezTo>
                  <a:cubicBezTo>
                    <a:pt x="4611" y="925"/>
                    <a:pt x="4603" y="896"/>
                    <a:pt x="4603" y="896"/>
                  </a:cubicBezTo>
                  <a:lnTo>
                    <a:pt x="4603" y="896"/>
                  </a:lnTo>
                  <a:cubicBezTo>
                    <a:pt x="4604" y="896"/>
                    <a:pt x="4607" y="910"/>
                    <a:pt x="4614" y="933"/>
                  </a:cubicBezTo>
                  <a:cubicBezTo>
                    <a:pt x="4634" y="948"/>
                    <a:pt x="4675" y="953"/>
                    <a:pt x="4732" y="953"/>
                  </a:cubicBezTo>
                  <a:cubicBezTo>
                    <a:pt x="4861" y="953"/>
                    <a:pt x="5070" y="923"/>
                    <a:pt x="5279" y="900"/>
                  </a:cubicBezTo>
                  <a:cubicBezTo>
                    <a:pt x="5579" y="852"/>
                    <a:pt x="5879" y="836"/>
                    <a:pt x="5928" y="763"/>
                  </a:cubicBezTo>
                  <a:lnTo>
                    <a:pt x="5928" y="827"/>
                  </a:lnTo>
                  <a:cubicBezTo>
                    <a:pt x="5928" y="884"/>
                    <a:pt x="6033" y="884"/>
                    <a:pt x="6228" y="884"/>
                  </a:cubicBezTo>
                  <a:cubicBezTo>
                    <a:pt x="6333" y="884"/>
                    <a:pt x="6730" y="827"/>
                    <a:pt x="7030" y="827"/>
                  </a:cubicBezTo>
                  <a:cubicBezTo>
                    <a:pt x="7427" y="827"/>
                    <a:pt x="7727" y="827"/>
                    <a:pt x="7727" y="771"/>
                  </a:cubicBezTo>
                  <a:cubicBezTo>
                    <a:pt x="7825" y="771"/>
                    <a:pt x="7825" y="771"/>
                    <a:pt x="7825" y="827"/>
                  </a:cubicBezTo>
                  <a:cubicBezTo>
                    <a:pt x="7727" y="892"/>
                    <a:pt x="7825" y="892"/>
                    <a:pt x="7930" y="892"/>
                  </a:cubicBezTo>
                  <a:cubicBezTo>
                    <a:pt x="8027" y="892"/>
                    <a:pt x="8027" y="836"/>
                    <a:pt x="8027" y="771"/>
                  </a:cubicBezTo>
                  <a:cubicBezTo>
                    <a:pt x="8027" y="742"/>
                    <a:pt x="8052" y="728"/>
                    <a:pt x="8101" y="728"/>
                  </a:cubicBezTo>
                  <a:cubicBezTo>
                    <a:pt x="8151" y="728"/>
                    <a:pt x="8226" y="742"/>
                    <a:pt x="8327" y="771"/>
                  </a:cubicBezTo>
                  <a:cubicBezTo>
                    <a:pt x="8461" y="804"/>
                    <a:pt x="8600" y="820"/>
                    <a:pt x="8738" y="820"/>
                  </a:cubicBezTo>
                  <a:cubicBezTo>
                    <a:pt x="8867" y="820"/>
                    <a:pt x="8997" y="806"/>
                    <a:pt x="9122" y="779"/>
                  </a:cubicBezTo>
                  <a:cubicBezTo>
                    <a:pt x="9227" y="779"/>
                    <a:pt x="9325" y="779"/>
                    <a:pt x="9325" y="836"/>
                  </a:cubicBezTo>
                  <a:cubicBezTo>
                    <a:pt x="9403" y="885"/>
                    <a:pt x="9491" y="910"/>
                    <a:pt x="9578" y="910"/>
                  </a:cubicBezTo>
                  <a:cubicBezTo>
                    <a:pt x="9661" y="910"/>
                    <a:pt x="9744" y="887"/>
                    <a:pt x="9819" y="844"/>
                  </a:cubicBezTo>
                  <a:cubicBezTo>
                    <a:pt x="9925" y="844"/>
                    <a:pt x="9925" y="844"/>
                    <a:pt x="9925" y="900"/>
                  </a:cubicBezTo>
                  <a:cubicBezTo>
                    <a:pt x="9981" y="934"/>
                    <a:pt x="10005" y="969"/>
                    <a:pt x="10034" y="969"/>
                  </a:cubicBezTo>
                  <a:cubicBezTo>
                    <a:pt x="10055" y="969"/>
                    <a:pt x="10079" y="951"/>
                    <a:pt x="10119" y="900"/>
                  </a:cubicBezTo>
                  <a:cubicBezTo>
                    <a:pt x="10229" y="873"/>
                    <a:pt x="10342" y="859"/>
                    <a:pt x="10456" y="859"/>
                  </a:cubicBezTo>
                  <a:cubicBezTo>
                    <a:pt x="10578" y="859"/>
                    <a:pt x="10699" y="875"/>
                    <a:pt x="10817" y="909"/>
                  </a:cubicBezTo>
                  <a:cubicBezTo>
                    <a:pt x="10922" y="909"/>
                    <a:pt x="11019" y="909"/>
                    <a:pt x="11019" y="844"/>
                  </a:cubicBezTo>
                  <a:cubicBezTo>
                    <a:pt x="11019" y="824"/>
                    <a:pt x="11019" y="803"/>
                    <a:pt x="11019" y="787"/>
                  </a:cubicBezTo>
                  <a:cubicBezTo>
                    <a:pt x="11068" y="848"/>
                    <a:pt x="11092" y="878"/>
                    <a:pt x="11118" y="878"/>
                  </a:cubicBezTo>
                  <a:cubicBezTo>
                    <a:pt x="11143" y="878"/>
                    <a:pt x="11169" y="848"/>
                    <a:pt x="11222" y="787"/>
                  </a:cubicBezTo>
                  <a:cubicBezTo>
                    <a:pt x="11222" y="759"/>
                    <a:pt x="11246" y="744"/>
                    <a:pt x="11271" y="744"/>
                  </a:cubicBezTo>
                  <a:cubicBezTo>
                    <a:pt x="11295" y="744"/>
                    <a:pt x="11319" y="759"/>
                    <a:pt x="11319" y="787"/>
                  </a:cubicBezTo>
                  <a:cubicBezTo>
                    <a:pt x="11376" y="819"/>
                    <a:pt x="11449" y="844"/>
                    <a:pt x="11514" y="844"/>
                  </a:cubicBezTo>
                  <a:cubicBezTo>
                    <a:pt x="11612" y="844"/>
                    <a:pt x="12050" y="794"/>
                    <a:pt x="12516" y="794"/>
                  </a:cubicBezTo>
                  <a:cubicBezTo>
                    <a:pt x="12549" y="794"/>
                    <a:pt x="12583" y="795"/>
                    <a:pt x="12616" y="795"/>
                  </a:cubicBezTo>
                  <a:cubicBezTo>
                    <a:pt x="13411" y="795"/>
                    <a:pt x="13711" y="795"/>
                    <a:pt x="13711" y="738"/>
                  </a:cubicBezTo>
                  <a:cubicBezTo>
                    <a:pt x="13764" y="710"/>
                    <a:pt x="13790" y="696"/>
                    <a:pt x="13815" y="696"/>
                  </a:cubicBezTo>
                  <a:cubicBezTo>
                    <a:pt x="13841" y="696"/>
                    <a:pt x="13865" y="710"/>
                    <a:pt x="13914" y="738"/>
                  </a:cubicBezTo>
                  <a:cubicBezTo>
                    <a:pt x="13992" y="781"/>
                    <a:pt x="14082" y="805"/>
                    <a:pt x="14174" y="805"/>
                  </a:cubicBezTo>
                  <a:cubicBezTo>
                    <a:pt x="14187" y="805"/>
                    <a:pt x="14200" y="804"/>
                    <a:pt x="14214" y="803"/>
                  </a:cubicBezTo>
                  <a:cubicBezTo>
                    <a:pt x="14311" y="803"/>
                    <a:pt x="14408" y="803"/>
                    <a:pt x="14408" y="860"/>
                  </a:cubicBezTo>
                  <a:cubicBezTo>
                    <a:pt x="14456" y="819"/>
                    <a:pt x="14515" y="801"/>
                    <a:pt x="14575" y="801"/>
                  </a:cubicBezTo>
                  <a:cubicBezTo>
                    <a:pt x="14587" y="801"/>
                    <a:pt x="14599" y="802"/>
                    <a:pt x="14611" y="803"/>
                  </a:cubicBezTo>
                  <a:cubicBezTo>
                    <a:pt x="14611" y="832"/>
                    <a:pt x="14635" y="846"/>
                    <a:pt x="14672" y="846"/>
                  </a:cubicBezTo>
                  <a:cubicBezTo>
                    <a:pt x="14708" y="846"/>
                    <a:pt x="14757" y="832"/>
                    <a:pt x="14806" y="803"/>
                  </a:cubicBezTo>
                  <a:cubicBezTo>
                    <a:pt x="14858" y="742"/>
                    <a:pt x="14885" y="712"/>
                    <a:pt x="14898" y="712"/>
                  </a:cubicBezTo>
                  <a:cubicBezTo>
                    <a:pt x="14911" y="712"/>
                    <a:pt x="14911" y="742"/>
                    <a:pt x="14911" y="803"/>
                  </a:cubicBezTo>
                  <a:cubicBezTo>
                    <a:pt x="14911" y="843"/>
                    <a:pt x="15055" y="887"/>
                    <a:pt x="15107" y="887"/>
                  </a:cubicBezTo>
                  <a:cubicBezTo>
                    <a:pt x="15129" y="887"/>
                    <a:pt x="15134" y="879"/>
                    <a:pt x="15106" y="860"/>
                  </a:cubicBezTo>
                  <a:cubicBezTo>
                    <a:pt x="15106" y="803"/>
                    <a:pt x="15308" y="803"/>
                    <a:pt x="15406" y="746"/>
                  </a:cubicBezTo>
                  <a:cubicBezTo>
                    <a:pt x="15511" y="746"/>
                    <a:pt x="15608" y="746"/>
                    <a:pt x="15608" y="803"/>
                  </a:cubicBezTo>
                  <a:cubicBezTo>
                    <a:pt x="15639" y="823"/>
                    <a:pt x="15708" y="832"/>
                    <a:pt x="15793" y="832"/>
                  </a:cubicBezTo>
                  <a:cubicBezTo>
                    <a:pt x="15980" y="832"/>
                    <a:pt x="16239" y="791"/>
                    <a:pt x="16305" y="746"/>
                  </a:cubicBezTo>
                  <a:cubicBezTo>
                    <a:pt x="16305" y="718"/>
                    <a:pt x="16330" y="704"/>
                    <a:pt x="16354" y="704"/>
                  </a:cubicBezTo>
                  <a:cubicBezTo>
                    <a:pt x="16378" y="704"/>
                    <a:pt x="16403" y="718"/>
                    <a:pt x="16403" y="746"/>
                  </a:cubicBezTo>
                  <a:cubicBezTo>
                    <a:pt x="16403" y="811"/>
                    <a:pt x="16508" y="811"/>
                    <a:pt x="16605" y="811"/>
                  </a:cubicBezTo>
                  <a:cubicBezTo>
                    <a:pt x="16634" y="792"/>
                    <a:pt x="16655" y="784"/>
                    <a:pt x="16669" y="784"/>
                  </a:cubicBezTo>
                  <a:cubicBezTo>
                    <a:pt x="16703" y="784"/>
                    <a:pt x="16703" y="828"/>
                    <a:pt x="16703" y="868"/>
                  </a:cubicBezTo>
                  <a:cubicBezTo>
                    <a:pt x="16605" y="933"/>
                    <a:pt x="16703" y="933"/>
                    <a:pt x="16905" y="933"/>
                  </a:cubicBezTo>
                  <a:cubicBezTo>
                    <a:pt x="16983" y="881"/>
                    <a:pt x="17253" y="876"/>
                    <a:pt x="17512" y="876"/>
                  </a:cubicBezTo>
                  <a:cubicBezTo>
                    <a:pt x="17576" y="876"/>
                    <a:pt x="17640" y="876"/>
                    <a:pt x="17700" y="876"/>
                  </a:cubicBezTo>
                  <a:cubicBezTo>
                    <a:pt x="18203" y="876"/>
                    <a:pt x="18300" y="819"/>
                    <a:pt x="18503" y="698"/>
                  </a:cubicBezTo>
                  <a:lnTo>
                    <a:pt x="18600" y="576"/>
                  </a:lnTo>
                  <a:lnTo>
                    <a:pt x="18600" y="698"/>
                  </a:lnTo>
                  <a:cubicBezTo>
                    <a:pt x="18600" y="763"/>
                    <a:pt x="18697" y="876"/>
                    <a:pt x="18697" y="876"/>
                  </a:cubicBezTo>
                  <a:cubicBezTo>
                    <a:pt x="18795" y="876"/>
                    <a:pt x="18795" y="819"/>
                    <a:pt x="18803" y="763"/>
                  </a:cubicBezTo>
                  <a:cubicBezTo>
                    <a:pt x="18803" y="730"/>
                    <a:pt x="18827" y="714"/>
                    <a:pt x="18877" y="714"/>
                  </a:cubicBezTo>
                  <a:cubicBezTo>
                    <a:pt x="18926" y="714"/>
                    <a:pt x="19001" y="730"/>
                    <a:pt x="19103" y="763"/>
                  </a:cubicBezTo>
                  <a:cubicBezTo>
                    <a:pt x="19200" y="791"/>
                    <a:pt x="19273" y="805"/>
                    <a:pt x="19335" y="805"/>
                  </a:cubicBezTo>
                  <a:cubicBezTo>
                    <a:pt x="19397" y="805"/>
                    <a:pt x="19447" y="791"/>
                    <a:pt x="19500" y="763"/>
                  </a:cubicBezTo>
                  <a:cubicBezTo>
                    <a:pt x="19512" y="762"/>
                    <a:pt x="19525" y="761"/>
                    <a:pt x="19537" y="761"/>
                  </a:cubicBezTo>
                  <a:cubicBezTo>
                    <a:pt x="19624" y="761"/>
                    <a:pt x="19715" y="785"/>
                    <a:pt x="19800" y="827"/>
                  </a:cubicBezTo>
                  <a:cubicBezTo>
                    <a:pt x="19897" y="827"/>
                    <a:pt x="19897" y="827"/>
                    <a:pt x="19897" y="763"/>
                  </a:cubicBezTo>
                  <a:cubicBezTo>
                    <a:pt x="19897" y="734"/>
                    <a:pt x="19922" y="720"/>
                    <a:pt x="19959" y="720"/>
                  </a:cubicBezTo>
                  <a:cubicBezTo>
                    <a:pt x="19997" y="720"/>
                    <a:pt x="20047" y="734"/>
                    <a:pt x="20100" y="763"/>
                  </a:cubicBezTo>
                  <a:cubicBezTo>
                    <a:pt x="20158" y="835"/>
                    <a:pt x="20287" y="864"/>
                    <a:pt x="20383" y="864"/>
                  </a:cubicBezTo>
                  <a:cubicBezTo>
                    <a:pt x="20448" y="864"/>
                    <a:pt x="20497" y="851"/>
                    <a:pt x="20497" y="827"/>
                  </a:cubicBezTo>
                  <a:cubicBezTo>
                    <a:pt x="20497" y="771"/>
                    <a:pt x="20594" y="771"/>
                    <a:pt x="20692" y="771"/>
                  </a:cubicBezTo>
                  <a:cubicBezTo>
                    <a:pt x="20705" y="772"/>
                    <a:pt x="20719" y="772"/>
                    <a:pt x="20733" y="772"/>
                  </a:cubicBezTo>
                  <a:cubicBezTo>
                    <a:pt x="20824" y="772"/>
                    <a:pt x="20914" y="749"/>
                    <a:pt x="20992" y="714"/>
                  </a:cubicBezTo>
                  <a:lnTo>
                    <a:pt x="21194" y="714"/>
                  </a:lnTo>
                  <a:cubicBezTo>
                    <a:pt x="21292" y="714"/>
                    <a:pt x="21194" y="771"/>
                    <a:pt x="21097" y="771"/>
                  </a:cubicBezTo>
                  <a:lnTo>
                    <a:pt x="21194" y="827"/>
                  </a:lnTo>
                  <a:cubicBezTo>
                    <a:pt x="21245" y="830"/>
                    <a:pt x="21290" y="831"/>
                    <a:pt x="21330" y="831"/>
                  </a:cubicBezTo>
                  <a:cubicBezTo>
                    <a:pt x="21444" y="831"/>
                    <a:pt x="21520" y="819"/>
                    <a:pt x="21592" y="771"/>
                  </a:cubicBezTo>
                  <a:cubicBezTo>
                    <a:pt x="21644" y="714"/>
                    <a:pt x="21671" y="686"/>
                    <a:pt x="21683" y="686"/>
                  </a:cubicBezTo>
                  <a:cubicBezTo>
                    <a:pt x="21695" y="686"/>
                    <a:pt x="21693" y="714"/>
                    <a:pt x="21689" y="771"/>
                  </a:cubicBezTo>
                  <a:cubicBezTo>
                    <a:pt x="21689" y="817"/>
                    <a:pt x="21738" y="859"/>
                    <a:pt x="21805" y="859"/>
                  </a:cubicBezTo>
                  <a:cubicBezTo>
                    <a:pt x="21832" y="859"/>
                    <a:pt x="21861" y="852"/>
                    <a:pt x="21892" y="836"/>
                  </a:cubicBezTo>
                  <a:cubicBezTo>
                    <a:pt x="21932" y="785"/>
                    <a:pt x="21974" y="767"/>
                    <a:pt x="22009" y="767"/>
                  </a:cubicBezTo>
                  <a:cubicBezTo>
                    <a:pt x="22057" y="767"/>
                    <a:pt x="22091" y="802"/>
                    <a:pt x="22086" y="836"/>
                  </a:cubicBezTo>
                  <a:cubicBezTo>
                    <a:pt x="22038" y="896"/>
                    <a:pt x="22013" y="927"/>
                    <a:pt x="22051" y="927"/>
                  </a:cubicBezTo>
                  <a:cubicBezTo>
                    <a:pt x="22088" y="927"/>
                    <a:pt x="22188" y="896"/>
                    <a:pt x="22386" y="836"/>
                  </a:cubicBezTo>
                  <a:cubicBezTo>
                    <a:pt x="22589" y="836"/>
                    <a:pt x="22986" y="779"/>
                    <a:pt x="23286" y="779"/>
                  </a:cubicBezTo>
                  <a:cubicBezTo>
                    <a:pt x="23684" y="779"/>
                    <a:pt x="23886" y="787"/>
                    <a:pt x="23984" y="844"/>
                  </a:cubicBezTo>
                  <a:cubicBezTo>
                    <a:pt x="23984" y="855"/>
                    <a:pt x="23984" y="865"/>
                    <a:pt x="23986" y="874"/>
                  </a:cubicBezTo>
                  <a:lnTo>
                    <a:pt x="23986" y="874"/>
                  </a:lnTo>
                  <a:cubicBezTo>
                    <a:pt x="24002" y="787"/>
                    <a:pt x="24113" y="787"/>
                    <a:pt x="24381" y="787"/>
                  </a:cubicBezTo>
                  <a:cubicBezTo>
                    <a:pt x="24455" y="805"/>
                    <a:pt x="24531" y="814"/>
                    <a:pt x="24605" y="814"/>
                  </a:cubicBezTo>
                  <a:cubicBezTo>
                    <a:pt x="24735" y="814"/>
                    <a:pt x="24863" y="787"/>
                    <a:pt x="24981" y="730"/>
                  </a:cubicBezTo>
                  <a:lnTo>
                    <a:pt x="24786" y="730"/>
                  </a:lnTo>
                  <a:cubicBezTo>
                    <a:pt x="24786" y="658"/>
                    <a:pt x="24821" y="629"/>
                    <a:pt x="24891" y="629"/>
                  </a:cubicBezTo>
                  <a:cubicBezTo>
                    <a:pt x="24939" y="629"/>
                    <a:pt x="25004" y="642"/>
                    <a:pt x="25086" y="665"/>
                  </a:cubicBezTo>
                  <a:cubicBezTo>
                    <a:pt x="25183" y="665"/>
                    <a:pt x="25183" y="730"/>
                    <a:pt x="25183" y="787"/>
                  </a:cubicBezTo>
                  <a:cubicBezTo>
                    <a:pt x="25183" y="852"/>
                    <a:pt x="25281" y="909"/>
                    <a:pt x="25378" y="909"/>
                  </a:cubicBezTo>
                  <a:cubicBezTo>
                    <a:pt x="25483" y="909"/>
                    <a:pt x="25581" y="909"/>
                    <a:pt x="25483" y="852"/>
                  </a:cubicBezTo>
                  <a:cubicBezTo>
                    <a:pt x="25483" y="787"/>
                    <a:pt x="25483" y="787"/>
                    <a:pt x="25581" y="787"/>
                  </a:cubicBezTo>
                  <a:cubicBezTo>
                    <a:pt x="25603" y="790"/>
                    <a:pt x="25625" y="792"/>
                    <a:pt x="25647" y="792"/>
                  </a:cubicBezTo>
                  <a:cubicBezTo>
                    <a:pt x="25729" y="792"/>
                    <a:pt x="25810" y="769"/>
                    <a:pt x="25881" y="730"/>
                  </a:cubicBezTo>
                  <a:cubicBezTo>
                    <a:pt x="25881" y="673"/>
                    <a:pt x="25978" y="673"/>
                    <a:pt x="26083" y="673"/>
                  </a:cubicBezTo>
                  <a:cubicBezTo>
                    <a:pt x="26161" y="709"/>
                    <a:pt x="26251" y="732"/>
                    <a:pt x="26343" y="732"/>
                  </a:cubicBezTo>
                  <a:cubicBezTo>
                    <a:pt x="26356" y="732"/>
                    <a:pt x="26370" y="731"/>
                    <a:pt x="26383" y="730"/>
                  </a:cubicBezTo>
                  <a:lnTo>
                    <a:pt x="26383" y="730"/>
                  </a:lnTo>
                  <a:lnTo>
                    <a:pt x="26375" y="795"/>
                  </a:lnTo>
                  <a:cubicBezTo>
                    <a:pt x="26375" y="852"/>
                    <a:pt x="26481" y="917"/>
                    <a:pt x="26481" y="917"/>
                  </a:cubicBezTo>
                  <a:cubicBezTo>
                    <a:pt x="26578" y="917"/>
                    <a:pt x="26578" y="852"/>
                    <a:pt x="26578" y="852"/>
                  </a:cubicBezTo>
                  <a:cubicBezTo>
                    <a:pt x="26578" y="808"/>
                    <a:pt x="28025" y="803"/>
                    <a:pt x="28809" y="803"/>
                  </a:cubicBezTo>
                  <a:cubicBezTo>
                    <a:pt x="29033" y="803"/>
                    <a:pt x="29203" y="803"/>
                    <a:pt x="29270" y="803"/>
                  </a:cubicBezTo>
                  <a:cubicBezTo>
                    <a:pt x="29375" y="837"/>
                    <a:pt x="29505" y="853"/>
                    <a:pt x="29593" y="853"/>
                  </a:cubicBezTo>
                  <a:cubicBezTo>
                    <a:pt x="29674" y="853"/>
                    <a:pt x="29718" y="839"/>
                    <a:pt x="29667" y="811"/>
                  </a:cubicBezTo>
                  <a:cubicBezTo>
                    <a:pt x="29667" y="759"/>
                    <a:pt x="29989" y="754"/>
                    <a:pt x="30425" y="754"/>
                  </a:cubicBezTo>
                  <a:cubicBezTo>
                    <a:pt x="30534" y="754"/>
                    <a:pt x="30650" y="755"/>
                    <a:pt x="30770" y="755"/>
                  </a:cubicBezTo>
                  <a:cubicBezTo>
                    <a:pt x="30909" y="755"/>
                    <a:pt x="31041" y="755"/>
                    <a:pt x="31161" y="755"/>
                  </a:cubicBezTo>
                  <a:cubicBezTo>
                    <a:pt x="31645" y="755"/>
                    <a:pt x="31962" y="750"/>
                    <a:pt x="31962" y="698"/>
                  </a:cubicBezTo>
                  <a:cubicBezTo>
                    <a:pt x="31962" y="698"/>
                    <a:pt x="32059" y="698"/>
                    <a:pt x="32270" y="706"/>
                  </a:cubicBezTo>
                  <a:cubicBezTo>
                    <a:pt x="32285" y="706"/>
                    <a:pt x="32301" y="707"/>
                    <a:pt x="32317" y="707"/>
                  </a:cubicBezTo>
                  <a:cubicBezTo>
                    <a:pt x="32489" y="707"/>
                    <a:pt x="32660" y="673"/>
                    <a:pt x="32762" y="673"/>
                  </a:cubicBezTo>
                  <a:cubicBezTo>
                    <a:pt x="32772" y="673"/>
                    <a:pt x="32780" y="673"/>
                    <a:pt x="32789" y="673"/>
                  </a:cubicBezTo>
                  <a:cubicBezTo>
                    <a:pt x="32834" y="657"/>
                    <a:pt x="32879" y="650"/>
                    <a:pt x="32908" y="650"/>
                  </a:cubicBezTo>
                  <a:cubicBezTo>
                    <a:pt x="32951" y="650"/>
                    <a:pt x="32962" y="665"/>
                    <a:pt x="32894" y="690"/>
                  </a:cubicBezTo>
                  <a:cubicBezTo>
                    <a:pt x="32886" y="755"/>
                    <a:pt x="32878" y="811"/>
                    <a:pt x="32983" y="827"/>
                  </a:cubicBezTo>
                  <a:cubicBezTo>
                    <a:pt x="33024" y="834"/>
                    <a:pt x="33057" y="837"/>
                    <a:pt x="33084" y="837"/>
                  </a:cubicBezTo>
                  <a:cubicBezTo>
                    <a:pt x="33189" y="837"/>
                    <a:pt x="33196" y="792"/>
                    <a:pt x="33202" y="746"/>
                  </a:cubicBezTo>
                  <a:cubicBezTo>
                    <a:pt x="33212" y="708"/>
                    <a:pt x="33253" y="698"/>
                    <a:pt x="33285" y="698"/>
                  </a:cubicBezTo>
                  <a:cubicBezTo>
                    <a:pt x="33306" y="698"/>
                    <a:pt x="33324" y="703"/>
                    <a:pt x="33324" y="706"/>
                  </a:cubicBezTo>
                  <a:cubicBezTo>
                    <a:pt x="33421" y="730"/>
                    <a:pt x="33421" y="730"/>
                    <a:pt x="33413" y="787"/>
                  </a:cubicBezTo>
                  <a:lnTo>
                    <a:pt x="33380" y="900"/>
                  </a:lnTo>
                  <a:lnTo>
                    <a:pt x="33478" y="933"/>
                  </a:lnTo>
                  <a:cubicBezTo>
                    <a:pt x="33486" y="902"/>
                    <a:pt x="33521" y="895"/>
                    <a:pt x="33551" y="895"/>
                  </a:cubicBezTo>
                  <a:cubicBezTo>
                    <a:pt x="33577" y="895"/>
                    <a:pt x="33599" y="900"/>
                    <a:pt x="33599" y="900"/>
                  </a:cubicBezTo>
                  <a:cubicBezTo>
                    <a:pt x="33697" y="925"/>
                    <a:pt x="33697" y="925"/>
                    <a:pt x="33664" y="1038"/>
                  </a:cubicBezTo>
                  <a:cubicBezTo>
                    <a:pt x="33639" y="1109"/>
                    <a:pt x="33667" y="1145"/>
                    <a:pt x="33722" y="1145"/>
                  </a:cubicBezTo>
                  <a:cubicBezTo>
                    <a:pt x="33757" y="1145"/>
                    <a:pt x="33801" y="1131"/>
                    <a:pt x="33851" y="1103"/>
                  </a:cubicBezTo>
                  <a:lnTo>
                    <a:pt x="34070" y="1119"/>
                  </a:lnTo>
                  <a:cubicBezTo>
                    <a:pt x="34103" y="1213"/>
                    <a:pt x="34218" y="1228"/>
                    <a:pt x="34327" y="1228"/>
                  </a:cubicBezTo>
                  <a:cubicBezTo>
                    <a:pt x="34378" y="1228"/>
                    <a:pt x="34428" y="1225"/>
                    <a:pt x="34467" y="1225"/>
                  </a:cubicBezTo>
                  <a:cubicBezTo>
                    <a:pt x="34496" y="1335"/>
                    <a:pt x="34550" y="1387"/>
                    <a:pt x="34631" y="1387"/>
                  </a:cubicBezTo>
                  <a:cubicBezTo>
                    <a:pt x="34664" y="1387"/>
                    <a:pt x="34701" y="1379"/>
                    <a:pt x="34743" y="1363"/>
                  </a:cubicBezTo>
                  <a:cubicBezTo>
                    <a:pt x="34751" y="1347"/>
                    <a:pt x="34764" y="1340"/>
                    <a:pt x="34780" y="1340"/>
                  </a:cubicBezTo>
                  <a:cubicBezTo>
                    <a:pt x="34821" y="1340"/>
                    <a:pt x="34880" y="1391"/>
                    <a:pt x="34921" y="1468"/>
                  </a:cubicBezTo>
                  <a:cubicBezTo>
                    <a:pt x="34978" y="1582"/>
                    <a:pt x="35075" y="1622"/>
                    <a:pt x="35237" y="1744"/>
                  </a:cubicBezTo>
                  <a:cubicBezTo>
                    <a:pt x="35351" y="1752"/>
                    <a:pt x="35959" y="2181"/>
                    <a:pt x="36445" y="2846"/>
                  </a:cubicBezTo>
                  <a:cubicBezTo>
                    <a:pt x="36986" y="3586"/>
                    <a:pt x="37168" y="4185"/>
                    <a:pt x="37228" y="4185"/>
                  </a:cubicBezTo>
                  <a:cubicBezTo>
                    <a:pt x="37229" y="4185"/>
                    <a:pt x="37231" y="4185"/>
                    <a:pt x="37232" y="4184"/>
                  </a:cubicBezTo>
                  <a:cubicBezTo>
                    <a:pt x="37264" y="4257"/>
                    <a:pt x="37272" y="4330"/>
                    <a:pt x="37248" y="4403"/>
                  </a:cubicBezTo>
                  <a:cubicBezTo>
                    <a:pt x="37191" y="4419"/>
                    <a:pt x="37223" y="4517"/>
                    <a:pt x="37361" y="4581"/>
                  </a:cubicBezTo>
                  <a:cubicBezTo>
                    <a:pt x="37442" y="4671"/>
                    <a:pt x="37507" y="4654"/>
                    <a:pt x="37386" y="4687"/>
                  </a:cubicBezTo>
                  <a:cubicBezTo>
                    <a:pt x="37321" y="4703"/>
                    <a:pt x="37394" y="4898"/>
                    <a:pt x="37451" y="5303"/>
                  </a:cubicBezTo>
                  <a:cubicBezTo>
                    <a:pt x="37499" y="5611"/>
                    <a:pt x="37491" y="6025"/>
                    <a:pt x="37564" y="6025"/>
                  </a:cubicBezTo>
                  <a:cubicBezTo>
                    <a:pt x="37593" y="6148"/>
                    <a:pt x="37604" y="6199"/>
                    <a:pt x="37598" y="6199"/>
                  </a:cubicBezTo>
                  <a:cubicBezTo>
                    <a:pt x="37593" y="6199"/>
                    <a:pt x="37579" y="6174"/>
                    <a:pt x="37556" y="6130"/>
                  </a:cubicBezTo>
                  <a:cubicBezTo>
                    <a:pt x="37545" y="6120"/>
                    <a:pt x="37534" y="6116"/>
                    <a:pt x="37524" y="6116"/>
                  </a:cubicBezTo>
                  <a:cubicBezTo>
                    <a:pt x="37425" y="6116"/>
                    <a:pt x="37383" y="6556"/>
                    <a:pt x="37434" y="6843"/>
                  </a:cubicBezTo>
                  <a:cubicBezTo>
                    <a:pt x="37419" y="6945"/>
                    <a:pt x="37403" y="7038"/>
                    <a:pt x="37344" y="7038"/>
                  </a:cubicBezTo>
                  <a:cubicBezTo>
                    <a:pt x="37342" y="7038"/>
                    <a:pt x="37340" y="7038"/>
                    <a:pt x="37337" y="7038"/>
                  </a:cubicBezTo>
                  <a:cubicBezTo>
                    <a:pt x="37305" y="7208"/>
                    <a:pt x="37280" y="7379"/>
                    <a:pt x="37272" y="7549"/>
                  </a:cubicBezTo>
                  <a:cubicBezTo>
                    <a:pt x="37207" y="7776"/>
                    <a:pt x="37118" y="8003"/>
                    <a:pt x="37021" y="8222"/>
                  </a:cubicBezTo>
                  <a:cubicBezTo>
                    <a:pt x="36964" y="8351"/>
                    <a:pt x="36915" y="8481"/>
                    <a:pt x="36891" y="8619"/>
                  </a:cubicBezTo>
                  <a:cubicBezTo>
                    <a:pt x="36870" y="8652"/>
                    <a:pt x="36850" y="8684"/>
                    <a:pt x="36834" y="8708"/>
                  </a:cubicBezTo>
                  <a:cubicBezTo>
                    <a:pt x="36832" y="8707"/>
                    <a:pt x="36830" y="8707"/>
                    <a:pt x="36828" y="8707"/>
                  </a:cubicBezTo>
                  <a:cubicBezTo>
                    <a:pt x="36762" y="8707"/>
                    <a:pt x="36526" y="9155"/>
                    <a:pt x="36048" y="9665"/>
                  </a:cubicBezTo>
                  <a:cubicBezTo>
                    <a:pt x="35553" y="10184"/>
                    <a:pt x="35018" y="10508"/>
                    <a:pt x="34897" y="10508"/>
                  </a:cubicBezTo>
                  <a:cubicBezTo>
                    <a:pt x="34840" y="10549"/>
                    <a:pt x="34791" y="10597"/>
                    <a:pt x="34751" y="10662"/>
                  </a:cubicBezTo>
                  <a:cubicBezTo>
                    <a:pt x="34743" y="10774"/>
                    <a:pt x="34646" y="10859"/>
                    <a:pt x="34530" y="10859"/>
                  </a:cubicBezTo>
                  <a:cubicBezTo>
                    <a:pt x="34520" y="10859"/>
                    <a:pt x="34510" y="10858"/>
                    <a:pt x="34499" y="10857"/>
                  </a:cubicBezTo>
                  <a:cubicBezTo>
                    <a:pt x="34478" y="10848"/>
                    <a:pt x="34452" y="10844"/>
                    <a:pt x="34422" y="10844"/>
                  </a:cubicBezTo>
                  <a:cubicBezTo>
                    <a:pt x="34256" y="10844"/>
                    <a:pt x="33983" y="10965"/>
                    <a:pt x="33925" y="11081"/>
                  </a:cubicBezTo>
                  <a:lnTo>
                    <a:pt x="33925" y="11081"/>
                  </a:lnTo>
                  <a:cubicBezTo>
                    <a:pt x="33920" y="11066"/>
                    <a:pt x="33913" y="11047"/>
                    <a:pt x="33907" y="11027"/>
                  </a:cubicBezTo>
                  <a:cubicBezTo>
                    <a:pt x="33883" y="11015"/>
                    <a:pt x="33853" y="11009"/>
                    <a:pt x="33820" y="11009"/>
                  </a:cubicBezTo>
                  <a:cubicBezTo>
                    <a:pt x="33680" y="11009"/>
                    <a:pt x="33488" y="11111"/>
                    <a:pt x="33429" y="11230"/>
                  </a:cubicBezTo>
                  <a:cubicBezTo>
                    <a:pt x="33364" y="11211"/>
                    <a:pt x="33301" y="11192"/>
                    <a:pt x="33241" y="11192"/>
                  </a:cubicBezTo>
                  <a:cubicBezTo>
                    <a:pt x="33197" y="11192"/>
                    <a:pt x="33154" y="11202"/>
                    <a:pt x="33113" y="11230"/>
                  </a:cubicBezTo>
                  <a:cubicBezTo>
                    <a:pt x="33086" y="11234"/>
                    <a:pt x="33067" y="11237"/>
                    <a:pt x="33052" y="11237"/>
                  </a:cubicBezTo>
                  <a:cubicBezTo>
                    <a:pt x="33014" y="11237"/>
                    <a:pt x="33011" y="11215"/>
                    <a:pt x="32999" y="11132"/>
                  </a:cubicBezTo>
                  <a:cubicBezTo>
                    <a:pt x="32992" y="11075"/>
                    <a:pt x="32985" y="11024"/>
                    <a:pt x="32917" y="11024"/>
                  </a:cubicBezTo>
                  <a:cubicBezTo>
                    <a:pt x="32907" y="11024"/>
                    <a:pt x="32897" y="11025"/>
                    <a:pt x="32886" y="11027"/>
                  </a:cubicBezTo>
                  <a:cubicBezTo>
                    <a:pt x="32789" y="11035"/>
                    <a:pt x="32789" y="11100"/>
                    <a:pt x="32797" y="11157"/>
                  </a:cubicBezTo>
                  <a:cubicBezTo>
                    <a:pt x="32732" y="11165"/>
                    <a:pt x="32667" y="11173"/>
                    <a:pt x="32602" y="11173"/>
                  </a:cubicBezTo>
                  <a:cubicBezTo>
                    <a:pt x="32602" y="11173"/>
                    <a:pt x="32497" y="11181"/>
                    <a:pt x="32505" y="11238"/>
                  </a:cubicBezTo>
                  <a:cubicBezTo>
                    <a:pt x="32505" y="11303"/>
                    <a:pt x="32399" y="11303"/>
                    <a:pt x="32302" y="11311"/>
                  </a:cubicBezTo>
                  <a:cubicBezTo>
                    <a:pt x="32302" y="11292"/>
                    <a:pt x="32293" y="11284"/>
                    <a:pt x="32282" y="11284"/>
                  </a:cubicBezTo>
                  <a:cubicBezTo>
                    <a:pt x="32258" y="11284"/>
                    <a:pt x="32228" y="11328"/>
                    <a:pt x="32302" y="11368"/>
                  </a:cubicBezTo>
                  <a:cubicBezTo>
                    <a:pt x="32302" y="11424"/>
                    <a:pt x="32302" y="11489"/>
                    <a:pt x="32197" y="11489"/>
                  </a:cubicBezTo>
                  <a:lnTo>
                    <a:pt x="32197" y="11611"/>
                  </a:lnTo>
                  <a:cubicBezTo>
                    <a:pt x="32197" y="11732"/>
                    <a:pt x="32189" y="11789"/>
                    <a:pt x="32416" y="11846"/>
                  </a:cubicBezTo>
                  <a:cubicBezTo>
                    <a:pt x="32564" y="11862"/>
                    <a:pt x="32702" y="11870"/>
                    <a:pt x="32819" y="11870"/>
                  </a:cubicBezTo>
                  <a:cubicBezTo>
                    <a:pt x="33059" y="11870"/>
                    <a:pt x="33213" y="11836"/>
                    <a:pt x="33202" y="11765"/>
                  </a:cubicBezTo>
                  <a:cubicBezTo>
                    <a:pt x="33267" y="11716"/>
                    <a:pt x="33340" y="11684"/>
                    <a:pt x="33413" y="11668"/>
                  </a:cubicBezTo>
                  <a:cubicBezTo>
                    <a:pt x="33449" y="11659"/>
                    <a:pt x="33488" y="11655"/>
                    <a:pt x="33526" y="11655"/>
                  </a:cubicBezTo>
                  <a:cubicBezTo>
                    <a:pt x="33565" y="11655"/>
                    <a:pt x="33603" y="11659"/>
                    <a:pt x="33640" y="11668"/>
                  </a:cubicBezTo>
                  <a:cubicBezTo>
                    <a:pt x="33643" y="11679"/>
                    <a:pt x="33660" y="11685"/>
                    <a:pt x="33690" y="11685"/>
                  </a:cubicBezTo>
                  <a:cubicBezTo>
                    <a:pt x="33741" y="11685"/>
                    <a:pt x="33830" y="11669"/>
                    <a:pt x="33948" y="11643"/>
                  </a:cubicBezTo>
                  <a:cubicBezTo>
                    <a:pt x="34175" y="11578"/>
                    <a:pt x="34402" y="11489"/>
                    <a:pt x="34629" y="11392"/>
                  </a:cubicBezTo>
                  <a:cubicBezTo>
                    <a:pt x="34864" y="11286"/>
                    <a:pt x="35099" y="11165"/>
                    <a:pt x="35318" y="11027"/>
                  </a:cubicBezTo>
                  <a:cubicBezTo>
                    <a:pt x="35424" y="10962"/>
                    <a:pt x="35537" y="10913"/>
                    <a:pt x="35651" y="10873"/>
                  </a:cubicBezTo>
                  <a:cubicBezTo>
                    <a:pt x="35724" y="10857"/>
                    <a:pt x="35805" y="10832"/>
                    <a:pt x="35869" y="10784"/>
                  </a:cubicBezTo>
                  <a:cubicBezTo>
                    <a:pt x="35837" y="10735"/>
                    <a:pt x="36397" y="10322"/>
                    <a:pt x="36891" y="9681"/>
                  </a:cubicBezTo>
                  <a:cubicBezTo>
                    <a:pt x="37402" y="9049"/>
                    <a:pt x="37710" y="8287"/>
                    <a:pt x="37653" y="8262"/>
                  </a:cubicBezTo>
                  <a:cubicBezTo>
                    <a:pt x="37694" y="8157"/>
                    <a:pt x="37734" y="8051"/>
                    <a:pt x="37734" y="8051"/>
                  </a:cubicBezTo>
                  <a:cubicBezTo>
                    <a:pt x="37736" y="8052"/>
                    <a:pt x="37738" y="8052"/>
                    <a:pt x="37740" y="8052"/>
                  </a:cubicBezTo>
                  <a:cubicBezTo>
                    <a:pt x="37790" y="8052"/>
                    <a:pt x="37882" y="7849"/>
                    <a:pt x="37929" y="7630"/>
                  </a:cubicBezTo>
                  <a:cubicBezTo>
                    <a:pt x="37937" y="7524"/>
                    <a:pt x="37945" y="7419"/>
                    <a:pt x="37961" y="7314"/>
                  </a:cubicBezTo>
                  <a:lnTo>
                    <a:pt x="37986" y="7168"/>
                  </a:lnTo>
                  <a:cubicBezTo>
                    <a:pt x="37989" y="7169"/>
                    <a:pt x="37993" y="7169"/>
                    <a:pt x="37996" y="7169"/>
                  </a:cubicBezTo>
                  <a:cubicBezTo>
                    <a:pt x="38045" y="7169"/>
                    <a:pt x="38061" y="7056"/>
                    <a:pt x="38099" y="6835"/>
                  </a:cubicBezTo>
                  <a:cubicBezTo>
                    <a:pt x="38140" y="6608"/>
                    <a:pt x="38132" y="6495"/>
                    <a:pt x="38075" y="6487"/>
                  </a:cubicBezTo>
                  <a:cubicBezTo>
                    <a:pt x="38075" y="6430"/>
                    <a:pt x="38099" y="6203"/>
                    <a:pt x="38099" y="5943"/>
                  </a:cubicBezTo>
                  <a:cubicBezTo>
                    <a:pt x="38099" y="5692"/>
                    <a:pt x="38099" y="5400"/>
                    <a:pt x="38099" y="5222"/>
                  </a:cubicBezTo>
                  <a:cubicBezTo>
                    <a:pt x="38140" y="5100"/>
                    <a:pt x="38067" y="4995"/>
                    <a:pt x="37986" y="4889"/>
                  </a:cubicBezTo>
                  <a:cubicBezTo>
                    <a:pt x="37982" y="4891"/>
                    <a:pt x="37979" y="4891"/>
                    <a:pt x="37975" y="4891"/>
                  </a:cubicBezTo>
                  <a:cubicBezTo>
                    <a:pt x="37925" y="4891"/>
                    <a:pt x="37846" y="4793"/>
                    <a:pt x="37823" y="4695"/>
                  </a:cubicBezTo>
                  <a:lnTo>
                    <a:pt x="37937" y="4671"/>
                  </a:lnTo>
                  <a:cubicBezTo>
                    <a:pt x="37972" y="4709"/>
                    <a:pt x="37994" y="4732"/>
                    <a:pt x="38003" y="4732"/>
                  </a:cubicBezTo>
                  <a:cubicBezTo>
                    <a:pt x="38017" y="4732"/>
                    <a:pt x="38004" y="4678"/>
                    <a:pt x="37969" y="4541"/>
                  </a:cubicBezTo>
                  <a:cubicBezTo>
                    <a:pt x="37937" y="4427"/>
                    <a:pt x="37913" y="4322"/>
                    <a:pt x="37913" y="4322"/>
                  </a:cubicBezTo>
                  <a:cubicBezTo>
                    <a:pt x="37912" y="4322"/>
                    <a:pt x="37911" y="4322"/>
                    <a:pt x="37910" y="4322"/>
                  </a:cubicBezTo>
                  <a:cubicBezTo>
                    <a:pt x="37844" y="4322"/>
                    <a:pt x="37696" y="3761"/>
                    <a:pt x="37305" y="3073"/>
                  </a:cubicBezTo>
                  <a:cubicBezTo>
                    <a:pt x="36803" y="2245"/>
                    <a:pt x="36508" y="2008"/>
                    <a:pt x="36453" y="2008"/>
                  </a:cubicBezTo>
                  <a:cubicBezTo>
                    <a:pt x="36449" y="2008"/>
                    <a:pt x="36447" y="2009"/>
                    <a:pt x="36445" y="2011"/>
                  </a:cubicBezTo>
                  <a:cubicBezTo>
                    <a:pt x="36438" y="2017"/>
                    <a:pt x="36430" y="2021"/>
                    <a:pt x="36421" y="2021"/>
                  </a:cubicBezTo>
                  <a:cubicBezTo>
                    <a:pt x="36373" y="2021"/>
                    <a:pt x="36298" y="1922"/>
                    <a:pt x="36113" y="1695"/>
                  </a:cubicBezTo>
                  <a:cubicBezTo>
                    <a:pt x="35715" y="1103"/>
                    <a:pt x="35683" y="1119"/>
                    <a:pt x="35561" y="1095"/>
                  </a:cubicBezTo>
                  <a:lnTo>
                    <a:pt x="35561" y="1095"/>
                  </a:lnTo>
                  <a:cubicBezTo>
                    <a:pt x="35659" y="1168"/>
                    <a:pt x="35618" y="1217"/>
                    <a:pt x="35586" y="1265"/>
                  </a:cubicBezTo>
                  <a:cubicBezTo>
                    <a:pt x="35563" y="1296"/>
                    <a:pt x="35540" y="1309"/>
                    <a:pt x="35517" y="1309"/>
                  </a:cubicBezTo>
                  <a:cubicBezTo>
                    <a:pt x="35467" y="1309"/>
                    <a:pt x="35422" y="1242"/>
                    <a:pt x="35399" y="1136"/>
                  </a:cubicBezTo>
                  <a:cubicBezTo>
                    <a:pt x="35432" y="1087"/>
                    <a:pt x="35083" y="819"/>
                    <a:pt x="34670" y="657"/>
                  </a:cubicBezTo>
                  <a:cubicBezTo>
                    <a:pt x="34331" y="511"/>
                    <a:pt x="33966" y="425"/>
                    <a:pt x="33804" y="425"/>
                  </a:cubicBezTo>
                  <a:cubicBezTo>
                    <a:pt x="33768" y="425"/>
                    <a:pt x="33742" y="429"/>
                    <a:pt x="33729" y="438"/>
                  </a:cubicBezTo>
                  <a:cubicBezTo>
                    <a:pt x="33733" y="424"/>
                    <a:pt x="33738" y="405"/>
                    <a:pt x="33745" y="382"/>
                  </a:cubicBezTo>
                  <a:cubicBezTo>
                    <a:pt x="33761" y="333"/>
                    <a:pt x="33656" y="276"/>
                    <a:pt x="33202" y="195"/>
                  </a:cubicBezTo>
                  <a:lnTo>
                    <a:pt x="32853" y="146"/>
                  </a:lnTo>
                  <a:cubicBezTo>
                    <a:pt x="32851" y="182"/>
                    <a:pt x="32771" y="195"/>
                    <a:pt x="32668" y="195"/>
                  </a:cubicBezTo>
                  <a:cubicBezTo>
                    <a:pt x="32464" y="195"/>
                    <a:pt x="32167" y="144"/>
                    <a:pt x="32172" y="106"/>
                  </a:cubicBezTo>
                  <a:cubicBezTo>
                    <a:pt x="32075" y="41"/>
                    <a:pt x="32075" y="41"/>
                    <a:pt x="31872" y="41"/>
                  </a:cubicBezTo>
                  <a:cubicBezTo>
                    <a:pt x="31747" y="92"/>
                    <a:pt x="31589" y="110"/>
                    <a:pt x="31446" y="110"/>
                  </a:cubicBezTo>
                  <a:cubicBezTo>
                    <a:pt x="31246" y="110"/>
                    <a:pt x="31078" y="74"/>
                    <a:pt x="31078" y="41"/>
                  </a:cubicBezTo>
                  <a:lnTo>
                    <a:pt x="30875" y="41"/>
                  </a:lnTo>
                  <a:cubicBezTo>
                    <a:pt x="30762" y="76"/>
                    <a:pt x="30649" y="99"/>
                    <a:pt x="30531" y="99"/>
                  </a:cubicBezTo>
                  <a:cubicBezTo>
                    <a:pt x="30513" y="99"/>
                    <a:pt x="30496" y="99"/>
                    <a:pt x="30478" y="98"/>
                  </a:cubicBezTo>
                  <a:cubicBezTo>
                    <a:pt x="30418" y="98"/>
                    <a:pt x="30366" y="97"/>
                    <a:pt x="30322" y="97"/>
                  </a:cubicBezTo>
                  <a:cubicBezTo>
                    <a:pt x="30147" y="97"/>
                    <a:pt x="30100" y="103"/>
                    <a:pt x="30178" y="155"/>
                  </a:cubicBezTo>
                  <a:cubicBezTo>
                    <a:pt x="30178" y="211"/>
                    <a:pt x="30178" y="276"/>
                    <a:pt x="30072" y="276"/>
                  </a:cubicBezTo>
                  <a:lnTo>
                    <a:pt x="30072" y="211"/>
                  </a:lnTo>
                  <a:cubicBezTo>
                    <a:pt x="30072" y="155"/>
                    <a:pt x="29781" y="155"/>
                    <a:pt x="29375" y="146"/>
                  </a:cubicBezTo>
                  <a:cubicBezTo>
                    <a:pt x="28881" y="146"/>
                    <a:pt x="28678" y="146"/>
                    <a:pt x="28581" y="90"/>
                  </a:cubicBezTo>
                  <a:lnTo>
                    <a:pt x="28483" y="146"/>
                  </a:lnTo>
                  <a:cubicBezTo>
                    <a:pt x="28431" y="175"/>
                    <a:pt x="28380" y="189"/>
                    <a:pt x="28342" y="189"/>
                  </a:cubicBezTo>
                  <a:cubicBezTo>
                    <a:pt x="28305" y="189"/>
                    <a:pt x="28281" y="175"/>
                    <a:pt x="28281" y="146"/>
                  </a:cubicBezTo>
                  <a:cubicBezTo>
                    <a:pt x="28230" y="113"/>
                    <a:pt x="28100" y="97"/>
                    <a:pt x="27958" y="97"/>
                  </a:cubicBezTo>
                  <a:cubicBezTo>
                    <a:pt x="27825" y="97"/>
                    <a:pt x="27681" y="111"/>
                    <a:pt x="27583" y="138"/>
                  </a:cubicBezTo>
                  <a:lnTo>
                    <a:pt x="27381" y="138"/>
                  </a:lnTo>
                  <a:cubicBezTo>
                    <a:pt x="27331" y="81"/>
                    <a:pt x="27229" y="50"/>
                    <a:pt x="27128" y="50"/>
                  </a:cubicBezTo>
                  <a:cubicBezTo>
                    <a:pt x="27031" y="50"/>
                    <a:pt x="26934" y="79"/>
                    <a:pt x="26886" y="138"/>
                  </a:cubicBezTo>
                  <a:cubicBezTo>
                    <a:pt x="26886" y="82"/>
                    <a:pt x="26789" y="82"/>
                    <a:pt x="26683" y="82"/>
                  </a:cubicBezTo>
                  <a:cubicBezTo>
                    <a:pt x="26589" y="109"/>
                    <a:pt x="26446" y="123"/>
                    <a:pt x="26324" y="123"/>
                  </a:cubicBezTo>
                  <a:cubicBezTo>
                    <a:pt x="26194" y="123"/>
                    <a:pt x="26087" y="107"/>
                    <a:pt x="26092" y="73"/>
                  </a:cubicBezTo>
                  <a:lnTo>
                    <a:pt x="25986" y="73"/>
                  </a:lnTo>
                  <a:cubicBezTo>
                    <a:pt x="25916" y="112"/>
                    <a:pt x="25835" y="135"/>
                    <a:pt x="25752" y="135"/>
                  </a:cubicBezTo>
                  <a:cubicBezTo>
                    <a:pt x="25730" y="135"/>
                    <a:pt x="25708" y="134"/>
                    <a:pt x="25686" y="130"/>
                  </a:cubicBezTo>
                  <a:cubicBezTo>
                    <a:pt x="25674" y="129"/>
                    <a:pt x="25661" y="129"/>
                    <a:pt x="25649" y="129"/>
                  </a:cubicBezTo>
                  <a:cubicBezTo>
                    <a:pt x="25562" y="129"/>
                    <a:pt x="25471" y="153"/>
                    <a:pt x="25386" y="195"/>
                  </a:cubicBezTo>
                  <a:cubicBezTo>
                    <a:pt x="25329" y="228"/>
                    <a:pt x="25256" y="252"/>
                    <a:pt x="25192" y="252"/>
                  </a:cubicBezTo>
                  <a:cubicBezTo>
                    <a:pt x="25086" y="252"/>
                    <a:pt x="25192" y="195"/>
                    <a:pt x="25289" y="130"/>
                  </a:cubicBezTo>
                  <a:cubicBezTo>
                    <a:pt x="25373" y="107"/>
                    <a:pt x="25371" y="93"/>
                    <a:pt x="25318" y="93"/>
                  </a:cubicBezTo>
                  <a:cubicBezTo>
                    <a:pt x="25243" y="93"/>
                    <a:pt x="25067" y="120"/>
                    <a:pt x="24892" y="187"/>
                  </a:cubicBezTo>
                  <a:cubicBezTo>
                    <a:pt x="24742" y="248"/>
                    <a:pt x="24667" y="278"/>
                    <a:pt x="24654" y="278"/>
                  </a:cubicBezTo>
                  <a:cubicBezTo>
                    <a:pt x="24642" y="278"/>
                    <a:pt x="24693" y="248"/>
                    <a:pt x="24794" y="187"/>
                  </a:cubicBezTo>
                  <a:cubicBezTo>
                    <a:pt x="24863" y="147"/>
                    <a:pt x="24932" y="107"/>
                    <a:pt x="24897" y="107"/>
                  </a:cubicBezTo>
                  <a:cubicBezTo>
                    <a:pt x="24883" y="107"/>
                    <a:pt x="24851" y="114"/>
                    <a:pt x="24794" y="130"/>
                  </a:cubicBezTo>
                  <a:cubicBezTo>
                    <a:pt x="24794" y="130"/>
                    <a:pt x="24592" y="130"/>
                    <a:pt x="24592" y="187"/>
                  </a:cubicBezTo>
                  <a:lnTo>
                    <a:pt x="24292" y="187"/>
                  </a:lnTo>
                  <a:cubicBezTo>
                    <a:pt x="24179" y="152"/>
                    <a:pt x="24066" y="129"/>
                    <a:pt x="23947" y="129"/>
                  </a:cubicBezTo>
                  <a:cubicBezTo>
                    <a:pt x="23930" y="129"/>
                    <a:pt x="23912" y="129"/>
                    <a:pt x="23894" y="130"/>
                  </a:cubicBezTo>
                  <a:cubicBezTo>
                    <a:pt x="23847" y="158"/>
                    <a:pt x="23823" y="172"/>
                    <a:pt x="23799" y="172"/>
                  </a:cubicBezTo>
                  <a:cubicBezTo>
                    <a:pt x="23772" y="172"/>
                    <a:pt x="23746" y="156"/>
                    <a:pt x="23692" y="122"/>
                  </a:cubicBezTo>
                  <a:cubicBezTo>
                    <a:pt x="23692" y="99"/>
                    <a:pt x="23676" y="85"/>
                    <a:pt x="23657" y="85"/>
                  </a:cubicBezTo>
                  <a:cubicBezTo>
                    <a:pt x="23629" y="85"/>
                    <a:pt x="23594" y="115"/>
                    <a:pt x="23594" y="187"/>
                  </a:cubicBezTo>
                  <a:cubicBezTo>
                    <a:pt x="23550" y="215"/>
                    <a:pt x="23497" y="230"/>
                    <a:pt x="23444" y="230"/>
                  </a:cubicBezTo>
                  <a:cubicBezTo>
                    <a:pt x="23392" y="230"/>
                    <a:pt x="23339" y="215"/>
                    <a:pt x="23294" y="187"/>
                  </a:cubicBezTo>
                  <a:cubicBezTo>
                    <a:pt x="23294" y="115"/>
                    <a:pt x="23260" y="85"/>
                    <a:pt x="23232" y="85"/>
                  </a:cubicBezTo>
                  <a:cubicBezTo>
                    <a:pt x="23213" y="85"/>
                    <a:pt x="23197" y="99"/>
                    <a:pt x="23197" y="122"/>
                  </a:cubicBezTo>
                  <a:cubicBezTo>
                    <a:pt x="23132" y="155"/>
                    <a:pt x="23067" y="179"/>
                    <a:pt x="22994" y="179"/>
                  </a:cubicBezTo>
                  <a:cubicBezTo>
                    <a:pt x="22994" y="122"/>
                    <a:pt x="22103" y="114"/>
                    <a:pt x="21203" y="114"/>
                  </a:cubicBezTo>
                  <a:cubicBezTo>
                    <a:pt x="21105" y="114"/>
                    <a:pt x="21000" y="171"/>
                    <a:pt x="21000" y="236"/>
                  </a:cubicBezTo>
                  <a:cubicBezTo>
                    <a:pt x="21000" y="284"/>
                    <a:pt x="21000" y="301"/>
                    <a:pt x="20993" y="301"/>
                  </a:cubicBezTo>
                  <a:cubicBezTo>
                    <a:pt x="20982" y="301"/>
                    <a:pt x="20959" y="268"/>
                    <a:pt x="20903" y="236"/>
                  </a:cubicBezTo>
                  <a:cubicBezTo>
                    <a:pt x="20854" y="142"/>
                    <a:pt x="20779" y="96"/>
                    <a:pt x="20728" y="96"/>
                  </a:cubicBezTo>
                  <a:cubicBezTo>
                    <a:pt x="20678" y="96"/>
                    <a:pt x="20651" y="142"/>
                    <a:pt x="20700" y="236"/>
                  </a:cubicBezTo>
                  <a:cubicBezTo>
                    <a:pt x="20749" y="292"/>
                    <a:pt x="20773" y="321"/>
                    <a:pt x="20761" y="321"/>
                  </a:cubicBezTo>
                  <a:cubicBezTo>
                    <a:pt x="20749" y="321"/>
                    <a:pt x="20700" y="292"/>
                    <a:pt x="20603" y="236"/>
                  </a:cubicBezTo>
                  <a:cubicBezTo>
                    <a:pt x="20552" y="202"/>
                    <a:pt x="20528" y="186"/>
                    <a:pt x="20502" y="186"/>
                  </a:cubicBezTo>
                  <a:cubicBezTo>
                    <a:pt x="20477" y="186"/>
                    <a:pt x="20451" y="200"/>
                    <a:pt x="20400" y="228"/>
                  </a:cubicBezTo>
                  <a:cubicBezTo>
                    <a:pt x="20400" y="260"/>
                    <a:pt x="20376" y="276"/>
                    <a:pt x="20351" y="276"/>
                  </a:cubicBezTo>
                  <a:cubicBezTo>
                    <a:pt x="20327" y="276"/>
                    <a:pt x="20303" y="260"/>
                    <a:pt x="20303" y="228"/>
                  </a:cubicBezTo>
                  <a:cubicBezTo>
                    <a:pt x="20234" y="187"/>
                    <a:pt x="20165" y="147"/>
                    <a:pt x="20128" y="147"/>
                  </a:cubicBezTo>
                  <a:cubicBezTo>
                    <a:pt x="20112" y="147"/>
                    <a:pt x="20102" y="154"/>
                    <a:pt x="20100" y="171"/>
                  </a:cubicBezTo>
                  <a:cubicBezTo>
                    <a:pt x="20035" y="163"/>
                    <a:pt x="19962" y="146"/>
                    <a:pt x="19905" y="106"/>
                  </a:cubicBezTo>
                  <a:cubicBezTo>
                    <a:pt x="19877" y="90"/>
                    <a:pt x="19848" y="83"/>
                    <a:pt x="19819" y="83"/>
                  </a:cubicBezTo>
                  <a:cubicBezTo>
                    <a:pt x="19748" y="83"/>
                    <a:pt x="19675" y="125"/>
                    <a:pt x="19605" y="171"/>
                  </a:cubicBezTo>
                  <a:cubicBezTo>
                    <a:pt x="19458" y="227"/>
                    <a:pt x="19359" y="255"/>
                    <a:pt x="19309" y="255"/>
                  </a:cubicBezTo>
                  <a:cubicBezTo>
                    <a:pt x="19257" y="255"/>
                    <a:pt x="19256" y="225"/>
                    <a:pt x="19305" y="163"/>
                  </a:cubicBezTo>
                  <a:cubicBezTo>
                    <a:pt x="19345" y="120"/>
                    <a:pt x="19298" y="101"/>
                    <a:pt x="19219" y="101"/>
                  </a:cubicBezTo>
                  <a:cubicBezTo>
                    <a:pt x="19088" y="101"/>
                    <a:pt x="18868" y="152"/>
                    <a:pt x="18803" y="228"/>
                  </a:cubicBezTo>
                  <a:cubicBezTo>
                    <a:pt x="18746" y="294"/>
                    <a:pt x="18722" y="322"/>
                    <a:pt x="18712" y="322"/>
                  </a:cubicBezTo>
                  <a:cubicBezTo>
                    <a:pt x="18705" y="322"/>
                    <a:pt x="18705" y="308"/>
                    <a:pt x="18705" y="284"/>
                  </a:cubicBezTo>
                  <a:cubicBezTo>
                    <a:pt x="18705" y="219"/>
                    <a:pt x="18608" y="219"/>
                    <a:pt x="18608" y="219"/>
                  </a:cubicBezTo>
                  <a:cubicBezTo>
                    <a:pt x="18511" y="219"/>
                    <a:pt x="18405" y="219"/>
                    <a:pt x="18405" y="163"/>
                  </a:cubicBezTo>
                  <a:cubicBezTo>
                    <a:pt x="18308" y="171"/>
                    <a:pt x="18203" y="187"/>
                    <a:pt x="18105" y="219"/>
                  </a:cubicBezTo>
                  <a:cubicBezTo>
                    <a:pt x="18032" y="265"/>
                    <a:pt x="17945" y="284"/>
                    <a:pt x="17858" y="284"/>
                  </a:cubicBezTo>
                  <a:cubicBezTo>
                    <a:pt x="17714" y="284"/>
                    <a:pt x="17574" y="231"/>
                    <a:pt x="17514" y="155"/>
                  </a:cubicBezTo>
                  <a:lnTo>
                    <a:pt x="17311" y="219"/>
                  </a:lnTo>
                  <a:cubicBezTo>
                    <a:pt x="17245" y="290"/>
                    <a:pt x="17183" y="342"/>
                    <a:pt x="17145" y="342"/>
                  </a:cubicBezTo>
                  <a:cubicBezTo>
                    <a:pt x="17122" y="342"/>
                    <a:pt x="17108" y="322"/>
                    <a:pt x="17108" y="276"/>
                  </a:cubicBezTo>
                  <a:cubicBezTo>
                    <a:pt x="17108" y="256"/>
                    <a:pt x="17108" y="235"/>
                    <a:pt x="17108" y="219"/>
                  </a:cubicBezTo>
                  <a:cubicBezTo>
                    <a:pt x="17071" y="262"/>
                    <a:pt x="16992" y="281"/>
                    <a:pt x="16907" y="281"/>
                  </a:cubicBezTo>
                  <a:cubicBezTo>
                    <a:pt x="16768" y="281"/>
                    <a:pt x="16614" y="230"/>
                    <a:pt x="16614" y="155"/>
                  </a:cubicBezTo>
                  <a:cubicBezTo>
                    <a:pt x="16614" y="98"/>
                    <a:pt x="16614" y="98"/>
                    <a:pt x="16516" y="98"/>
                  </a:cubicBezTo>
                  <a:lnTo>
                    <a:pt x="16516" y="155"/>
                  </a:lnTo>
                  <a:cubicBezTo>
                    <a:pt x="16516" y="211"/>
                    <a:pt x="16508" y="276"/>
                    <a:pt x="16411" y="276"/>
                  </a:cubicBezTo>
                  <a:cubicBezTo>
                    <a:pt x="16314" y="276"/>
                    <a:pt x="16216" y="268"/>
                    <a:pt x="16216" y="211"/>
                  </a:cubicBezTo>
                  <a:cubicBezTo>
                    <a:pt x="16142" y="171"/>
                    <a:pt x="16072" y="127"/>
                    <a:pt x="16037" y="127"/>
                  </a:cubicBezTo>
                  <a:cubicBezTo>
                    <a:pt x="16022" y="127"/>
                    <a:pt x="16014" y="135"/>
                    <a:pt x="16014" y="155"/>
                  </a:cubicBezTo>
                  <a:cubicBezTo>
                    <a:pt x="15941" y="146"/>
                    <a:pt x="15876" y="130"/>
                    <a:pt x="15819" y="90"/>
                  </a:cubicBezTo>
                  <a:lnTo>
                    <a:pt x="15414" y="90"/>
                  </a:lnTo>
                  <a:cubicBezTo>
                    <a:pt x="15365" y="118"/>
                    <a:pt x="15290" y="132"/>
                    <a:pt x="15228" y="132"/>
                  </a:cubicBezTo>
                  <a:cubicBezTo>
                    <a:pt x="15166" y="132"/>
                    <a:pt x="15118" y="118"/>
                    <a:pt x="15122" y="90"/>
                  </a:cubicBezTo>
                  <a:cubicBezTo>
                    <a:pt x="15016" y="90"/>
                    <a:pt x="14911" y="106"/>
                    <a:pt x="14822" y="146"/>
                  </a:cubicBezTo>
                  <a:cubicBezTo>
                    <a:pt x="14619" y="146"/>
                    <a:pt x="14522" y="146"/>
                    <a:pt x="14522" y="82"/>
                  </a:cubicBezTo>
                  <a:cubicBezTo>
                    <a:pt x="14522" y="53"/>
                    <a:pt x="14522" y="39"/>
                    <a:pt x="14509" y="39"/>
                  </a:cubicBezTo>
                  <a:cubicBezTo>
                    <a:pt x="14495" y="39"/>
                    <a:pt x="14469" y="53"/>
                    <a:pt x="14416" y="82"/>
                  </a:cubicBezTo>
                  <a:cubicBezTo>
                    <a:pt x="14416" y="146"/>
                    <a:pt x="14319" y="146"/>
                    <a:pt x="14222" y="146"/>
                  </a:cubicBezTo>
                  <a:lnTo>
                    <a:pt x="14019" y="146"/>
                  </a:lnTo>
                  <a:cubicBezTo>
                    <a:pt x="14019" y="203"/>
                    <a:pt x="14019" y="203"/>
                    <a:pt x="13922" y="203"/>
                  </a:cubicBezTo>
                  <a:cubicBezTo>
                    <a:pt x="13816" y="203"/>
                    <a:pt x="13525" y="138"/>
                    <a:pt x="13419" y="138"/>
                  </a:cubicBezTo>
                  <a:cubicBezTo>
                    <a:pt x="13119" y="138"/>
                    <a:pt x="13119" y="138"/>
                    <a:pt x="13225" y="203"/>
                  </a:cubicBezTo>
                  <a:cubicBezTo>
                    <a:pt x="13289" y="203"/>
                    <a:pt x="13311" y="228"/>
                    <a:pt x="13258" y="228"/>
                  </a:cubicBezTo>
                  <a:cubicBezTo>
                    <a:pt x="13232" y="228"/>
                    <a:pt x="13187" y="222"/>
                    <a:pt x="13119" y="203"/>
                  </a:cubicBezTo>
                  <a:cubicBezTo>
                    <a:pt x="13022" y="203"/>
                    <a:pt x="12722" y="138"/>
                    <a:pt x="12422" y="138"/>
                  </a:cubicBezTo>
                  <a:cubicBezTo>
                    <a:pt x="12025" y="138"/>
                    <a:pt x="12025" y="138"/>
                    <a:pt x="12025" y="195"/>
                  </a:cubicBezTo>
                  <a:cubicBezTo>
                    <a:pt x="12073" y="256"/>
                    <a:pt x="12073" y="286"/>
                    <a:pt x="12049" y="286"/>
                  </a:cubicBezTo>
                  <a:cubicBezTo>
                    <a:pt x="12025" y="286"/>
                    <a:pt x="11976" y="256"/>
                    <a:pt x="11927" y="195"/>
                  </a:cubicBezTo>
                  <a:cubicBezTo>
                    <a:pt x="11807" y="123"/>
                    <a:pt x="11724" y="94"/>
                    <a:pt x="11676" y="94"/>
                  </a:cubicBezTo>
                  <a:cubicBezTo>
                    <a:pt x="11643" y="94"/>
                    <a:pt x="11627" y="107"/>
                    <a:pt x="11627" y="130"/>
                  </a:cubicBezTo>
                  <a:cubicBezTo>
                    <a:pt x="11578" y="173"/>
                    <a:pt x="11516" y="197"/>
                    <a:pt x="11452" y="197"/>
                  </a:cubicBezTo>
                  <a:cubicBezTo>
                    <a:pt x="11443" y="197"/>
                    <a:pt x="11434" y="196"/>
                    <a:pt x="11425" y="195"/>
                  </a:cubicBezTo>
                  <a:cubicBezTo>
                    <a:pt x="11425" y="162"/>
                    <a:pt x="11399" y="145"/>
                    <a:pt x="11346" y="145"/>
                  </a:cubicBezTo>
                  <a:cubicBezTo>
                    <a:pt x="11296" y="145"/>
                    <a:pt x="11223" y="160"/>
                    <a:pt x="11125" y="187"/>
                  </a:cubicBezTo>
                  <a:cubicBezTo>
                    <a:pt x="11027" y="187"/>
                    <a:pt x="11027" y="187"/>
                    <a:pt x="11027" y="130"/>
                  </a:cubicBezTo>
                  <a:lnTo>
                    <a:pt x="10833" y="130"/>
                  </a:lnTo>
                  <a:cubicBezTo>
                    <a:pt x="10750" y="180"/>
                    <a:pt x="10600" y="199"/>
                    <a:pt x="10445" y="199"/>
                  </a:cubicBezTo>
                  <a:cubicBezTo>
                    <a:pt x="10222" y="199"/>
                    <a:pt x="9990" y="160"/>
                    <a:pt x="9933" y="122"/>
                  </a:cubicBezTo>
                  <a:cubicBezTo>
                    <a:pt x="9860" y="130"/>
                    <a:pt x="9795" y="146"/>
                    <a:pt x="9730" y="187"/>
                  </a:cubicBezTo>
                  <a:cubicBezTo>
                    <a:pt x="9681" y="244"/>
                    <a:pt x="9631" y="272"/>
                    <a:pt x="9593" y="272"/>
                  </a:cubicBezTo>
                  <a:cubicBezTo>
                    <a:pt x="9556" y="272"/>
                    <a:pt x="9531" y="244"/>
                    <a:pt x="9535" y="187"/>
                  </a:cubicBezTo>
                  <a:cubicBezTo>
                    <a:pt x="9535" y="126"/>
                    <a:pt x="9535" y="96"/>
                    <a:pt x="9522" y="96"/>
                  </a:cubicBezTo>
                  <a:cubicBezTo>
                    <a:pt x="9509" y="96"/>
                    <a:pt x="9483" y="126"/>
                    <a:pt x="9430" y="187"/>
                  </a:cubicBezTo>
                  <a:cubicBezTo>
                    <a:pt x="9391" y="210"/>
                    <a:pt x="9284" y="224"/>
                    <a:pt x="9179" y="224"/>
                  </a:cubicBezTo>
                  <a:cubicBezTo>
                    <a:pt x="9025" y="224"/>
                    <a:pt x="8873" y="194"/>
                    <a:pt x="8936" y="122"/>
                  </a:cubicBezTo>
                  <a:lnTo>
                    <a:pt x="8936" y="0"/>
                  </a:lnTo>
                  <a:close/>
                  <a:moveTo>
                    <a:pt x="8498" y="12186"/>
                  </a:moveTo>
                  <a:cubicBezTo>
                    <a:pt x="8498" y="12243"/>
                    <a:pt x="8498" y="12243"/>
                    <a:pt x="8595" y="12243"/>
                  </a:cubicBezTo>
                  <a:cubicBezTo>
                    <a:pt x="8798" y="12243"/>
                    <a:pt x="8798" y="12243"/>
                    <a:pt x="8700" y="121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2"/>
            <p:cNvSpPr/>
            <p:nvPr/>
          </p:nvSpPr>
          <p:spPr>
            <a:xfrm>
              <a:off x="4835398" y="2337276"/>
              <a:ext cx="118111" cy="114698"/>
            </a:xfrm>
            <a:custGeom>
              <a:avLst/>
              <a:gdLst/>
              <a:ahLst/>
              <a:cxnLst/>
              <a:rect l="l" t="t" r="r" b="b"/>
              <a:pathLst>
                <a:path w="6852" h="6654" extrusionOk="0">
                  <a:moveTo>
                    <a:pt x="1565" y="236"/>
                  </a:moveTo>
                  <a:cubicBezTo>
                    <a:pt x="1581" y="293"/>
                    <a:pt x="1606" y="349"/>
                    <a:pt x="1573" y="358"/>
                  </a:cubicBezTo>
                  <a:lnTo>
                    <a:pt x="1541" y="358"/>
                  </a:lnTo>
                  <a:cubicBezTo>
                    <a:pt x="1533" y="317"/>
                    <a:pt x="1525" y="276"/>
                    <a:pt x="1533" y="236"/>
                  </a:cubicBezTo>
                  <a:close/>
                  <a:moveTo>
                    <a:pt x="2019" y="576"/>
                  </a:moveTo>
                  <a:cubicBezTo>
                    <a:pt x="2019" y="633"/>
                    <a:pt x="2027" y="690"/>
                    <a:pt x="2003" y="690"/>
                  </a:cubicBezTo>
                  <a:lnTo>
                    <a:pt x="1971" y="633"/>
                  </a:lnTo>
                  <a:lnTo>
                    <a:pt x="1995" y="576"/>
                  </a:lnTo>
                  <a:close/>
                  <a:moveTo>
                    <a:pt x="3422" y="609"/>
                  </a:moveTo>
                  <a:cubicBezTo>
                    <a:pt x="3462" y="609"/>
                    <a:pt x="3462" y="609"/>
                    <a:pt x="3462" y="666"/>
                  </a:cubicBezTo>
                  <a:cubicBezTo>
                    <a:pt x="3462" y="722"/>
                    <a:pt x="3422" y="722"/>
                    <a:pt x="3406" y="722"/>
                  </a:cubicBezTo>
                  <a:cubicBezTo>
                    <a:pt x="3381" y="666"/>
                    <a:pt x="3406" y="609"/>
                    <a:pt x="3422" y="609"/>
                  </a:cubicBezTo>
                  <a:close/>
                  <a:moveTo>
                    <a:pt x="4338" y="682"/>
                  </a:moveTo>
                  <a:lnTo>
                    <a:pt x="4354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1" y="796"/>
                    <a:pt x="4299" y="796"/>
                    <a:pt x="4297" y="795"/>
                  </a:cubicBezTo>
                  <a:lnTo>
                    <a:pt x="4281" y="787"/>
                  </a:lnTo>
                  <a:cubicBezTo>
                    <a:pt x="4289" y="755"/>
                    <a:pt x="4314" y="714"/>
                    <a:pt x="4338" y="682"/>
                  </a:cubicBezTo>
                  <a:close/>
                  <a:moveTo>
                    <a:pt x="1289" y="762"/>
                  </a:moveTo>
                  <a:cubicBezTo>
                    <a:pt x="1298" y="762"/>
                    <a:pt x="1309" y="775"/>
                    <a:pt x="1330" y="812"/>
                  </a:cubicBezTo>
                  <a:cubicBezTo>
                    <a:pt x="1346" y="844"/>
                    <a:pt x="1362" y="876"/>
                    <a:pt x="1379" y="917"/>
                  </a:cubicBezTo>
                  <a:cubicBezTo>
                    <a:pt x="1377" y="918"/>
                    <a:pt x="1375" y="919"/>
                    <a:pt x="1374" y="919"/>
                  </a:cubicBezTo>
                  <a:cubicBezTo>
                    <a:pt x="1348" y="919"/>
                    <a:pt x="1304" y="817"/>
                    <a:pt x="1273" y="771"/>
                  </a:cubicBezTo>
                  <a:cubicBezTo>
                    <a:pt x="1279" y="765"/>
                    <a:pt x="1284" y="762"/>
                    <a:pt x="1289" y="762"/>
                  </a:cubicBezTo>
                  <a:close/>
                  <a:moveTo>
                    <a:pt x="925" y="1209"/>
                  </a:moveTo>
                  <a:cubicBezTo>
                    <a:pt x="981" y="1241"/>
                    <a:pt x="1030" y="1274"/>
                    <a:pt x="1022" y="1298"/>
                  </a:cubicBezTo>
                  <a:lnTo>
                    <a:pt x="957" y="1282"/>
                  </a:lnTo>
                  <a:lnTo>
                    <a:pt x="916" y="1233"/>
                  </a:lnTo>
                  <a:lnTo>
                    <a:pt x="925" y="1209"/>
                  </a:lnTo>
                  <a:close/>
                  <a:moveTo>
                    <a:pt x="6107" y="1602"/>
                  </a:moveTo>
                  <a:cubicBezTo>
                    <a:pt x="6118" y="1602"/>
                    <a:pt x="6122" y="1606"/>
                    <a:pt x="6122" y="1606"/>
                  </a:cubicBezTo>
                  <a:cubicBezTo>
                    <a:pt x="6138" y="1630"/>
                    <a:pt x="6138" y="1630"/>
                    <a:pt x="6089" y="1663"/>
                  </a:cubicBezTo>
                  <a:cubicBezTo>
                    <a:pt x="6089" y="1663"/>
                    <a:pt x="6059" y="1680"/>
                    <a:pt x="6040" y="1680"/>
                  </a:cubicBezTo>
                  <a:cubicBezTo>
                    <a:pt x="6032" y="1680"/>
                    <a:pt x="6027" y="1678"/>
                    <a:pt x="6024" y="1671"/>
                  </a:cubicBezTo>
                  <a:lnTo>
                    <a:pt x="6057" y="1622"/>
                  </a:lnTo>
                  <a:cubicBezTo>
                    <a:pt x="6081" y="1606"/>
                    <a:pt x="6097" y="1602"/>
                    <a:pt x="6107" y="1602"/>
                  </a:cubicBezTo>
                  <a:close/>
                  <a:moveTo>
                    <a:pt x="6332" y="1841"/>
                  </a:moveTo>
                  <a:lnTo>
                    <a:pt x="6341" y="1866"/>
                  </a:lnTo>
                  <a:cubicBezTo>
                    <a:pt x="6304" y="1884"/>
                    <a:pt x="6263" y="1907"/>
                    <a:pt x="6241" y="1907"/>
                  </a:cubicBezTo>
                  <a:cubicBezTo>
                    <a:pt x="6234" y="1907"/>
                    <a:pt x="6229" y="1904"/>
                    <a:pt x="6227" y="1898"/>
                  </a:cubicBezTo>
                  <a:lnTo>
                    <a:pt x="6268" y="1849"/>
                  </a:lnTo>
                  <a:lnTo>
                    <a:pt x="6332" y="1841"/>
                  </a:lnTo>
                  <a:close/>
                  <a:moveTo>
                    <a:pt x="6032" y="2182"/>
                  </a:moveTo>
                  <a:cubicBezTo>
                    <a:pt x="6089" y="2182"/>
                    <a:pt x="6105" y="2198"/>
                    <a:pt x="6049" y="2222"/>
                  </a:cubicBezTo>
                  <a:cubicBezTo>
                    <a:pt x="6017" y="2236"/>
                    <a:pt x="6003" y="2242"/>
                    <a:pt x="5996" y="2242"/>
                  </a:cubicBezTo>
                  <a:cubicBezTo>
                    <a:pt x="5989" y="2242"/>
                    <a:pt x="5987" y="2238"/>
                    <a:pt x="5984" y="2230"/>
                  </a:cubicBezTo>
                  <a:cubicBezTo>
                    <a:pt x="5968" y="2190"/>
                    <a:pt x="5968" y="2190"/>
                    <a:pt x="6032" y="2182"/>
                  </a:cubicBezTo>
                  <a:close/>
                  <a:moveTo>
                    <a:pt x="6089" y="2328"/>
                  </a:moveTo>
                  <a:lnTo>
                    <a:pt x="6097" y="2352"/>
                  </a:lnTo>
                  <a:cubicBezTo>
                    <a:pt x="6105" y="2368"/>
                    <a:pt x="6105" y="2368"/>
                    <a:pt x="6049" y="2393"/>
                  </a:cubicBezTo>
                  <a:lnTo>
                    <a:pt x="6041" y="2368"/>
                  </a:lnTo>
                  <a:lnTo>
                    <a:pt x="6089" y="2328"/>
                  </a:lnTo>
                  <a:close/>
                  <a:moveTo>
                    <a:pt x="5825" y="2389"/>
                  </a:moveTo>
                  <a:cubicBezTo>
                    <a:pt x="5817" y="2393"/>
                    <a:pt x="5807" y="2396"/>
                    <a:pt x="5797" y="2401"/>
                  </a:cubicBezTo>
                  <a:cubicBezTo>
                    <a:pt x="5795" y="2403"/>
                    <a:pt x="5792" y="2405"/>
                    <a:pt x="5790" y="2407"/>
                  </a:cubicBezTo>
                  <a:lnTo>
                    <a:pt x="5790" y="2407"/>
                  </a:lnTo>
                  <a:cubicBezTo>
                    <a:pt x="5799" y="2402"/>
                    <a:pt x="5811" y="2396"/>
                    <a:pt x="5825" y="2389"/>
                  </a:cubicBezTo>
                  <a:close/>
                  <a:moveTo>
                    <a:pt x="5790" y="2407"/>
                  </a:moveTo>
                  <a:cubicBezTo>
                    <a:pt x="5770" y="2418"/>
                    <a:pt x="5762" y="2424"/>
                    <a:pt x="5764" y="2424"/>
                  </a:cubicBezTo>
                  <a:cubicBezTo>
                    <a:pt x="5765" y="2424"/>
                    <a:pt x="5775" y="2418"/>
                    <a:pt x="5790" y="2407"/>
                  </a:cubicBezTo>
                  <a:close/>
                  <a:moveTo>
                    <a:pt x="6032" y="2530"/>
                  </a:moveTo>
                  <a:cubicBezTo>
                    <a:pt x="6035" y="2536"/>
                    <a:pt x="6043" y="2538"/>
                    <a:pt x="6051" y="2538"/>
                  </a:cubicBezTo>
                  <a:cubicBezTo>
                    <a:pt x="6065" y="2538"/>
                    <a:pt x="6076" y="2530"/>
                    <a:pt x="6032" y="2530"/>
                  </a:cubicBezTo>
                  <a:close/>
                  <a:moveTo>
                    <a:pt x="6162" y="2539"/>
                  </a:moveTo>
                  <a:lnTo>
                    <a:pt x="6170" y="2563"/>
                  </a:lnTo>
                  <a:cubicBezTo>
                    <a:pt x="6178" y="2579"/>
                    <a:pt x="6178" y="2579"/>
                    <a:pt x="6122" y="2603"/>
                  </a:cubicBezTo>
                  <a:lnTo>
                    <a:pt x="6114" y="2579"/>
                  </a:lnTo>
                  <a:lnTo>
                    <a:pt x="6162" y="2539"/>
                  </a:lnTo>
                  <a:close/>
                  <a:moveTo>
                    <a:pt x="673" y="2628"/>
                  </a:moveTo>
                  <a:cubicBezTo>
                    <a:pt x="730" y="2628"/>
                    <a:pt x="795" y="2628"/>
                    <a:pt x="787" y="2652"/>
                  </a:cubicBezTo>
                  <a:lnTo>
                    <a:pt x="730" y="2676"/>
                  </a:lnTo>
                  <a:lnTo>
                    <a:pt x="673" y="2652"/>
                  </a:lnTo>
                  <a:lnTo>
                    <a:pt x="673" y="2628"/>
                  </a:lnTo>
                  <a:close/>
                  <a:moveTo>
                    <a:pt x="6332" y="2733"/>
                  </a:moveTo>
                  <a:lnTo>
                    <a:pt x="6341" y="2757"/>
                  </a:lnTo>
                  <a:cubicBezTo>
                    <a:pt x="6349" y="2774"/>
                    <a:pt x="6284" y="2790"/>
                    <a:pt x="6284" y="2790"/>
                  </a:cubicBezTo>
                  <a:cubicBezTo>
                    <a:pt x="6284" y="2790"/>
                    <a:pt x="6270" y="2792"/>
                    <a:pt x="6255" y="2792"/>
                  </a:cubicBezTo>
                  <a:cubicBezTo>
                    <a:pt x="6241" y="2792"/>
                    <a:pt x="6227" y="2790"/>
                    <a:pt x="6227" y="2782"/>
                  </a:cubicBezTo>
                  <a:cubicBezTo>
                    <a:pt x="6260" y="2757"/>
                    <a:pt x="6300" y="2741"/>
                    <a:pt x="6332" y="2733"/>
                  </a:cubicBezTo>
                  <a:close/>
                  <a:moveTo>
                    <a:pt x="730" y="2774"/>
                  </a:moveTo>
                  <a:cubicBezTo>
                    <a:pt x="787" y="2774"/>
                    <a:pt x="787" y="2774"/>
                    <a:pt x="787" y="2790"/>
                  </a:cubicBezTo>
                  <a:cubicBezTo>
                    <a:pt x="746" y="2806"/>
                    <a:pt x="706" y="2814"/>
                    <a:pt x="665" y="2814"/>
                  </a:cubicBezTo>
                  <a:cubicBezTo>
                    <a:pt x="608" y="2814"/>
                    <a:pt x="608" y="2790"/>
                    <a:pt x="730" y="2774"/>
                  </a:cubicBezTo>
                  <a:close/>
                  <a:moveTo>
                    <a:pt x="844" y="3114"/>
                  </a:moveTo>
                  <a:cubicBezTo>
                    <a:pt x="900" y="3114"/>
                    <a:pt x="844" y="3130"/>
                    <a:pt x="844" y="3155"/>
                  </a:cubicBezTo>
                  <a:cubicBezTo>
                    <a:pt x="818" y="3161"/>
                    <a:pt x="803" y="3165"/>
                    <a:pt x="794" y="3165"/>
                  </a:cubicBezTo>
                  <a:cubicBezTo>
                    <a:pt x="779" y="3165"/>
                    <a:pt x="779" y="3155"/>
                    <a:pt x="779" y="3130"/>
                  </a:cubicBezTo>
                  <a:cubicBezTo>
                    <a:pt x="779" y="3114"/>
                    <a:pt x="844" y="3114"/>
                    <a:pt x="844" y="3114"/>
                  </a:cubicBezTo>
                  <a:close/>
                  <a:moveTo>
                    <a:pt x="2035" y="3236"/>
                  </a:moveTo>
                  <a:cubicBezTo>
                    <a:pt x="1971" y="3236"/>
                    <a:pt x="1971" y="3236"/>
                    <a:pt x="1971" y="3252"/>
                  </a:cubicBezTo>
                  <a:cubicBezTo>
                    <a:pt x="2011" y="3268"/>
                    <a:pt x="2052" y="3276"/>
                    <a:pt x="2092" y="3276"/>
                  </a:cubicBezTo>
                  <a:cubicBezTo>
                    <a:pt x="2149" y="3276"/>
                    <a:pt x="2157" y="3252"/>
                    <a:pt x="2035" y="3236"/>
                  </a:cubicBezTo>
                  <a:close/>
                  <a:moveTo>
                    <a:pt x="57" y="3252"/>
                  </a:moveTo>
                  <a:cubicBezTo>
                    <a:pt x="0" y="3252"/>
                    <a:pt x="0" y="3252"/>
                    <a:pt x="0" y="3268"/>
                  </a:cubicBezTo>
                  <a:cubicBezTo>
                    <a:pt x="0" y="3293"/>
                    <a:pt x="0" y="3303"/>
                    <a:pt x="13" y="3303"/>
                  </a:cubicBezTo>
                  <a:cubicBezTo>
                    <a:pt x="22" y="3303"/>
                    <a:pt x="35" y="3299"/>
                    <a:pt x="57" y="3293"/>
                  </a:cubicBezTo>
                  <a:cubicBezTo>
                    <a:pt x="57" y="3268"/>
                    <a:pt x="57" y="3252"/>
                    <a:pt x="57" y="3252"/>
                  </a:cubicBezTo>
                  <a:close/>
                  <a:moveTo>
                    <a:pt x="835" y="3471"/>
                  </a:moveTo>
                  <a:cubicBezTo>
                    <a:pt x="835" y="3471"/>
                    <a:pt x="892" y="3471"/>
                    <a:pt x="892" y="3495"/>
                  </a:cubicBezTo>
                  <a:cubicBezTo>
                    <a:pt x="892" y="3511"/>
                    <a:pt x="835" y="3528"/>
                    <a:pt x="835" y="3528"/>
                  </a:cubicBezTo>
                  <a:lnTo>
                    <a:pt x="835" y="3536"/>
                  </a:lnTo>
                  <a:cubicBezTo>
                    <a:pt x="771" y="3536"/>
                    <a:pt x="771" y="3511"/>
                    <a:pt x="771" y="3511"/>
                  </a:cubicBezTo>
                  <a:cubicBezTo>
                    <a:pt x="771" y="3495"/>
                    <a:pt x="771" y="3471"/>
                    <a:pt x="835" y="3471"/>
                  </a:cubicBezTo>
                  <a:close/>
                  <a:moveTo>
                    <a:pt x="471" y="3609"/>
                  </a:moveTo>
                  <a:cubicBezTo>
                    <a:pt x="471" y="3609"/>
                    <a:pt x="414" y="3609"/>
                    <a:pt x="414" y="3633"/>
                  </a:cubicBezTo>
                  <a:lnTo>
                    <a:pt x="414" y="3649"/>
                  </a:lnTo>
                  <a:cubicBezTo>
                    <a:pt x="454" y="3649"/>
                    <a:pt x="495" y="3641"/>
                    <a:pt x="527" y="3633"/>
                  </a:cubicBezTo>
                  <a:cubicBezTo>
                    <a:pt x="527" y="3609"/>
                    <a:pt x="471" y="3609"/>
                    <a:pt x="471" y="3609"/>
                  </a:cubicBezTo>
                  <a:close/>
                  <a:moveTo>
                    <a:pt x="6260" y="3641"/>
                  </a:moveTo>
                  <a:lnTo>
                    <a:pt x="6324" y="3649"/>
                  </a:lnTo>
                  <a:cubicBezTo>
                    <a:pt x="6374" y="3677"/>
                    <a:pt x="6417" y="3700"/>
                    <a:pt x="6390" y="3700"/>
                  </a:cubicBezTo>
                  <a:cubicBezTo>
                    <a:pt x="6386" y="3700"/>
                    <a:pt x="6380" y="3699"/>
                    <a:pt x="6373" y="3698"/>
                  </a:cubicBezTo>
                  <a:cubicBezTo>
                    <a:pt x="6332" y="3698"/>
                    <a:pt x="6292" y="3682"/>
                    <a:pt x="6260" y="3666"/>
                  </a:cubicBezTo>
                  <a:cubicBezTo>
                    <a:pt x="6260" y="3666"/>
                    <a:pt x="6203" y="3641"/>
                    <a:pt x="6260" y="3641"/>
                  </a:cubicBezTo>
                  <a:close/>
                  <a:moveTo>
                    <a:pt x="649" y="3828"/>
                  </a:moveTo>
                  <a:lnTo>
                    <a:pt x="649" y="3852"/>
                  </a:lnTo>
                  <a:lnTo>
                    <a:pt x="584" y="3868"/>
                  </a:lnTo>
                  <a:lnTo>
                    <a:pt x="584" y="3852"/>
                  </a:lnTo>
                  <a:cubicBezTo>
                    <a:pt x="584" y="3828"/>
                    <a:pt x="584" y="3828"/>
                    <a:pt x="649" y="3828"/>
                  </a:cubicBezTo>
                  <a:close/>
                  <a:moveTo>
                    <a:pt x="610" y="4004"/>
                  </a:moveTo>
                  <a:cubicBezTo>
                    <a:pt x="633" y="4004"/>
                    <a:pt x="663" y="4007"/>
                    <a:pt x="698" y="4014"/>
                  </a:cubicBezTo>
                  <a:lnTo>
                    <a:pt x="698" y="4055"/>
                  </a:lnTo>
                  <a:cubicBezTo>
                    <a:pt x="641" y="4055"/>
                    <a:pt x="576" y="4055"/>
                    <a:pt x="584" y="4030"/>
                  </a:cubicBezTo>
                  <a:cubicBezTo>
                    <a:pt x="539" y="4019"/>
                    <a:pt x="557" y="4004"/>
                    <a:pt x="610" y="4004"/>
                  </a:cubicBezTo>
                  <a:close/>
                  <a:moveTo>
                    <a:pt x="998" y="4168"/>
                  </a:moveTo>
                  <a:cubicBezTo>
                    <a:pt x="998" y="4193"/>
                    <a:pt x="1054" y="4209"/>
                    <a:pt x="998" y="4209"/>
                  </a:cubicBezTo>
                  <a:cubicBezTo>
                    <a:pt x="998" y="4214"/>
                    <a:pt x="995" y="4216"/>
                    <a:pt x="990" y="4216"/>
                  </a:cubicBezTo>
                  <a:cubicBezTo>
                    <a:pt x="972" y="4216"/>
                    <a:pt x="933" y="4187"/>
                    <a:pt x="933" y="4168"/>
                  </a:cubicBezTo>
                  <a:close/>
                  <a:moveTo>
                    <a:pt x="6249" y="4429"/>
                  </a:moveTo>
                  <a:cubicBezTo>
                    <a:pt x="6282" y="4429"/>
                    <a:pt x="6364" y="4472"/>
                    <a:pt x="6397" y="4525"/>
                  </a:cubicBezTo>
                  <a:cubicBezTo>
                    <a:pt x="6393" y="4537"/>
                    <a:pt x="6391" y="4543"/>
                    <a:pt x="6383" y="4543"/>
                  </a:cubicBezTo>
                  <a:cubicBezTo>
                    <a:pt x="6375" y="4543"/>
                    <a:pt x="6361" y="4537"/>
                    <a:pt x="6332" y="4525"/>
                  </a:cubicBezTo>
                  <a:cubicBezTo>
                    <a:pt x="6276" y="4501"/>
                    <a:pt x="6227" y="4460"/>
                    <a:pt x="6235" y="4436"/>
                  </a:cubicBezTo>
                  <a:cubicBezTo>
                    <a:pt x="6237" y="4431"/>
                    <a:pt x="6241" y="4429"/>
                    <a:pt x="6249" y="4429"/>
                  </a:cubicBezTo>
                  <a:close/>
                  <a:moveTo>
                    <a:pt x="746" y="4574"/>
                  </a:moveTo>
                  <a:cubicBezTo>
                    <a:pt x="811" y="4574"/>
                    <a:pt x="868" y="4574"/>
                    <a:pt x="868" y="4590"/>
                  </a:cubicBezTo>
                  <a:lnTo>
                    <a:pt x="868" y="4614"/>
                  </a:lnTo>
                  <a:cubicBezTo>
                    <a:pt x="827" y="4606"/>
                    <a:pt x="787" y="4606"/>
                    <a:pt x="746" y="4590"/>
                  </a:cubicBezTo>
                  <a:lnTo>
                    <a:pt x="746" y="4574"/>
                  </a:lnTo>
                  <a:close/>
                  <a:moveTo>
                    <a:pt x="477" y="4718"/>
                  </a:moveTo>
                  <a:cubicBezTo>
                    <a:pt x="492" y="4718"/>
                    <a:pt x="521" y="4721"/>
                    <a:pt x="568" y="4728"/>
                  </a:cubicBezTo>
                  <a:lnTo>
                    <a:pt x="681" y="4768"/>
                  </a:lnTo>
                  <a:cubicBezTo>
                    <a:pt x="681" y="4776"/>
                    <a:pt x="676" y="4778"/>
                    <a:pt x="665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8" y="4727"/>
                    <a:pt x="455" y="4718"/>
                    <a:pt x="477" y="4718"/>
                  </a:cubicBezTo>
                  <a:close/>
                  <a:moveTo>
                    <a:pt x="856" y="5260"/>
                  </a:moveTo>
                  <a:cubicBezTo>
                    <a:pt x="880" y="5260"/>
                    <a:pt x="906" y="5264"/>
                    <a:pt x="933" y="5271"/>
                  </a:cubicBezTo>
                  <a:lnTo>
                    <a:pt x="941" y="5311"/>
                  </a:lnTo>
                  <a:lnTo>
                    <a:pt x="819" y="5311"/>
                  </a:lnTo>
                  <a:cubicBezTo>
                    <a:pt x="750" y="5318"/>
                    <a:pt x="708" y="5322"/>
                    <a:pt x="688" y="5322"/>
                  </a:cubicBezTo>
                  <a:cubicBezTo>
                    <a:pt x="658" y="5322"/>
                    <a:pt x="685" y="5312"/>
                    <a:pt x="754" y="5287"/>
                  </a:cubicBezTo>
                  <a:cubicBezTo>
                    <a:pt x="788" y="5268"/>
                    <a:pt x="821" y="5260"/>
                    <a:pt x="856" y="5260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36"/>
                    <a:pt x="3187" y="5401"/>
                  </a:cubicBezTo>
                  <a:lnTo>
                    <a:pt x="3203" y="5401"/>
                  </a:lnTo>
                  <a:cubicBezTo>
                    <a:pt x="3219" y="5360"/>
                    <a:pt x="3227" y="5320"/>
                    <a:pt x="3227" y="5279"/>
                  </a:cubicBezTo>
                  <a:close/>
                  <a:moveTo>
                    <a:pt x="730" y="5457"/>
                  </a:moveTo>
                  <a:lnTo>
                    <a:pt x="681" y="5514"/>
                  </a:lnTo>
                  <a:cubicBezTo>
                    <a:pt x="668" y="5521"/>
                    <a:pt x="657" y="5524"/>
                    <a:pt x="649" y="5524"/>
                  </a:cubicBezTo>
                  <a:cubicBezTo>
                    <a:pt x="628" y="5524"/>
                    <a:pt x="622" y="5505"/>
                    <a:pt x="617" y="5482"/>
                  </a:cubicBezTo>
                  <a:lnTo>
                    <a:pt x="665" y="5457"/>
                  </a:lnTo>
                  <a:close/>
                  <a:moveTo>
                    <a:pt x="1646" y="5822"/>
                  </a:moveTo>
                  <a:cubicBezTo>
                    <a:pt x="1630" y="5822"/>
                    <a:pt x="1581" y="5871"/>
                    <a:pt x="1581" y="5871"/>
                  </a:cubicBezTo>
                  <a:cubicBezTo>
                    <a:pt x="1557" y="5919"/>
                    <a:pt x="1573" y="5928"/>
                    <a:pt x="1598" y="5936"/>
                  </a:cubicBezTo>
                  <a:cubicBezTo>
                    <a:pt x="1603" y="5958"/>
                    <a:pt x="1612" y="5967"/>
                    <a:pt x="1623" y="5967"/>
                  </a:cubicBezTo>
                  <a:cubicBezTo>
                    <a:pt x="1644" y="5967"/>
                    <a:pt x="1671" y="5933"/>
                    <a:pt x="1687" y="5895"/>
                  </a:cubicBezTo>
                  <a:cubicBezTo>
                    <a:pt x="1703" y="5838"/>
                    <a:pt x="1687" y="5830"/>
                    <a:pt x="1646" y="5822"/>
                  </a:cubicBezTo>
                  <a:close/>
                  <a:moveTo>
                    <a:pt x="1792" y="5960"/>
                  </a:moveTo>
                  <a:cubicBezTo>
                    <a:pt x="1776" y="6025"/>
                    <a:pt x="1711" y="6074"/>
                    <a:pt x="1687" y="6074"/>
                  </a:cubicBezTo>
                  <a:cubicBezTo>
                    <a:pt x="1662" y="6065"/>
                    <a:pt x="1687" y="6017"/>
                    <a:pt x="1743" y="5960"/>
                  </a:cubicBezTo>
                  <a:close/>
                  <a:moveTo>
                    <a:pt x="2290" y="608"/>
                  </a:moveTo>
                  <a:cubicBezTo>
                    <a:pt x="2300" y="608"/>
                    <a:pt x="2295" y="633"/>
                    <a:pt x="2279" y="633"/>
                  </a:cubicBezTo>
                  <a:cubicBezTo>
                    <a:pt x="2238" y="690"/>
                    <a:pt x="2262" y="690"/>
                    <a:pt x="2279" y="755"/>
                  </a:cubicBezTo>
                  <a:cubicBezTo>
                    <a:pt x="2287" y="795"/>
                    <a:pt x="2327" y="820"/>
                    <a:pt x="2360" y="820"/>
                  </a:cubicBezTo>
                  <a:lnTo>
                    <a:pt x="2441" y="820"/>
                  </a:lnTo>
                  <a:cubicBezTo>
                    <a:pt x="2469" y="848"/>
                    <a:pt x="2489" y="862"/>
                    <a:pt x="2503" y="862"/>
                  </a:cubicBezTo>
                  <a:cubicBezTo>
                    <a:pt x="2516" y="862"/>
                    <a:pt x="2522" y="848"/>
                    <a:pt x="2522" y="820"/>
                  </a:cubicBezTo>
                  <a:lnTo>
                    <a:pt x="2522" y="763"/>
                  </a:lnTo>
                  <a:cubicBezTo>
                    <a:pt x="2530" y="821"/>
                    <a:pt x="2593" y="851"/>
                    <a:pt x="2655" y="851"/>
                  </a:cubicBezTo>
                  <a:cubicBezTo>
                    <a:pt x="2714" y="851"/>
                    <a:pt x="2773" y="823"/>
                    <a:pt x="2781" y="763"/>
                  </a:cubicBezTo>
                  <a:lnTo>
                    <a:pt x="2781" y="828"/>
                  </a:lnTo>
                  <a:cubicBezTo>
                    <a:pt x="2781" y="885"/>
                    <a:pt x="2806" y="885"/>
                    <a:pt x="2838" y="885"/>
                  </a:cubicBezTo>
                  <a:cubicBezTo>
                    <a:pt x="2862" y="885"/>
                    <a:pt x="2943" y="828"/>
                    <a:pt x="3000" y="828"/>
                  </a:cubicBezTo>
                  <a:cubicBezTo>
                    <a:pt x="3016" y="828"/>
                    <a:pt x="3032" y="828"/>
                    <a:pt x="3046" y="828"/>
                  </a:cubicBezTo>
                  <a:cubicBezTo>
                    <a:pt x="3102" y="828"/>
                    <a:pt x="3138" y="823"/>
                    <a:pt x="3138" y="771"/>
                  </a:cubicBezTo>
                  <a:cubicBezTo>
                    <a:pt x="3162" y="771"/>
                    <a:pt x="3162" y="771"/>
                    <a:pt x="3162" y="836"/>
                  </a:cubicBezTo>
                  <a:cubicBezTo>
                    <a:pt x="3138" y="893"/>
                    <a:pt x="3162" y="893"/>
                    <a:pt x="3179" y="893"/>
                  </a:cubicBezTo>
                  <a:cubicBezTo>
                    <a:pt x="3203" y="893"/>
                    <a:pt x="3203" y="836"/>
                    <a:pt x="3203" y="771"/>
                  </a:cubicBezTo>
                  <a:cubicBezTo>
                    <a:pt x="3203" y="744"/>
                    <a:pt x="3207" y="729"/>
                    <a:pt x="3215" y="729"/>
                  </a:cubicBezTo>
                  <a:cubicBezTo>
                    <a:pt x="3224" y="729"/>
                    <a:pt x="3239" y="746"/>
                    <a:pt x="3260" y="779"/>
                  </a:cubicBezTo>
                  <a:cubicBezTo>
                    <a:pt x="3280" y="808"/>
                    <a:pt x="3310" y="822"/>
                    <a:pt x="3341" y="822"/>
                  </a:cubicBezTo>
                  <a:cubicBezTo>
                    <a:pt x="3371" y="822"/>
                    <a:pt x="3402" y="808"/>
                    <a:pt x="3422" y="779"/>
                  </a:cubicBezTo>
                  <a:cubicBezTo>
                    <a:pt x="3438" y="779"/>
                    <a:pt x="3462" y="779"/>
                    <a:pt x="3462" y="844"/>
                  </a:cubicBezTo>
                  <a:cubicBezTo>
                    <a:pt x="3472" y="877"/>
                    <a:pt x="3489" y="910"/>
                    <a:pt x="3510" y="910"/>
                  </a:cubicBezTo>
                  <a:cubicBezTo>
                    <a:pt x="3525" y="910"/>
                    <a:pt x="3542" y="892"/>
                    <a:pt x="3560" y="844"/>
                  </a:cubicBezTo>
                  <a:cubicBezTo>
                    <a:pt x="3584" y="844"/>
                    <a:pt x="3584" y="844"/>
                    <a:pt x="3584" y="909"/>
                  </a:cubicBezTo>
                  <a:cubicBezTo>
                    <a:pt x="3593" y="942"/>
                    <a:pt x="3597" y="974"/>
                    <a:pt x="3604" y="974"/>
                  </a:cubicBezTo>
                  <a:cubicBezTo>
                    <a:pt x="3608" y="974"/>
                    <a:pt x="3614" y="957"/>
                    <a:pt x="3624" y="909"/>
                  </a:cubicBezTo>
                  <a:cubicBezTo>
                    <a:pt x="3640" y="883"/>
                    <a:pt x="3665" y="870"/>
                    <a:pt x="3691" y="870"/>
                  </a:cubicBezTo>
                  <a:cubicBezTo>
                    <a:pt x="3720" y="870"/>
                    <a:pt x="3749" y="887"/>
                    <a:pt x="3762" y="917"/>
                  </a:cubicBezTo>
                  <a:cubicBezTo>
                    <a:pt x="3766" y="917"/>
                    <a:pt x="3769" y="917"/>
                    <a:pt x="3773" y="917"/>
                  </a:cubicBezTo>
                  <a:cubicBezTo>
                    <a:pt x="3788" y="917"/>
                    <a:pt x="3804" y="912"/>
                    <a:pt x="3811" y="860"/>
                  </a:cubicBezTo>
                  <a:cubicBezTo>
                    <a:pt x="3811" y="846"/>
                    <a:pt x="3811" y="832"/>
                    <a:pt x="3812" y="820"/>
                  </a:cubicBezTo>
                  <a:lnTo>
                    <a:pt x="3812" y="820"/>
                  </a:lnTo>
                  <a:cubicBezTo>
                    <a:pt x="3815" y="871"/>
                    <a:pt x="3818" y="896"/>
                    <a:pt x="3822" y="896"/>
                  </a:cubicBezTo>
                  <a:cubicBezTo>
                    <a:pt x="3827" y="896"/>
                    <a:pt x="3836" y="867"/>
                    <a:pt x="3852" y="812"/>
                  </a:cubicBezTo>
                  <a:cubicBezTo>
                    <a:pt x="3856" y="783"/>
                    <a:pt x="3864" y="769"/>
                    <a:pt x="3870" y="769"/>
                  </a:cubicBezTo>
                  <a:cubicBezTo>
                    <a:pt x="3876" y="769"/>
                    <a:pt x="3880" y="783"/>
                    <a:pt x="3876" y="812"/>
                  </a:cubicBezTo>
                  <a:cubicBezTo>
                    <a:pt x="3892" y="876"/>
                    <a:pt x="3908" y="885"/>
                    <a:pt x="3908" y="885"/>
                  </a:cubicBezTo>
                  <a:cubicBezTo>
                    <a:pt x="3955" y="869"/>
                    <a:pt x="4004" y="864"/>
                    <a:pt x="4055" y="864"/>
                  </a:cubicBezTo>
                  <a:cubicBezTo>
                    <a:pt x="4084" y="864"/>
                    <a:pt x="4114" y="865"/>
                    <a:pt x="4143" y="868"/>
                  </a:cubicBezTo>
                  <a:cubicBezTo>
                    <a:pt x="4239" y="897"/>
                    <a:pt x="4298" y="917"/>
                    <a:pt x="4334" y="917"/>
                  </a:cubicBezTo>
                  <a:cubicBezTo>
                    <a:pt x="4359" y="917"/>
                    <a:pt x="4372" y="908"/>
                    <a:pt x="4379" y="885"/>
                  </a:cubicBezTo>
                  <a:cubicBezTo>
                    <a:pt x="4397" y="862"/>
                    <a:pt x="4407" y="850"/>
                    <a:pt x="4413" y="850"/>
                  </a:cubicBezTo>
                  <a:cubicBezTo>
                    <a:pt x="4419" y="850"/>
                    <a:pt x="4419" y="866"/>
                    <a:pt x="4419" y="901"/>
                  </a:cubicBezTo>
                  <a:cubicBezTo>
                    <a:pt x="4419" y="966"/>
                    <a:pt x="4435" y="966"/>
                    <a:pt x="4460" y="974"/>
                  </a:cubicBezTo>
                  <a:cubicBezTo>
                    <a:pt x="4476" y="982"/>
                    <a:pt x="4500" y="990"/>
                    <a:pt x="4476" y="1047"/>
                  </a:cubicBezTo>
                  <a:cubicBezTo>
                    <a:pt x="4505" y="1012"/>
                    <a:pt x="4513" y="1002"/>
                    <a:pt x="4521" y="1002"/>
                  </a:cubicBezTo>
                  <a:cubicBezTo>
                    <a:pt x="4525" y="1002"/>
                    <a:pt x="4528" y="1004"/>
                    <a:pt x="4533" y="1006"/>
                  </a:cubicBezTo>
                  <a:cubicBezTo>
                    <a:pt x="4523" y="1039"/>
                    <a:pt x="4525" y="1056"/>
                    <a:pt x="4536" y="1056"/>
                  </a:cubicBezTo>
                  <a:cubicBezTo>
                    <a:pt x="4544" y="1056"/>
                    <a:pt x="4556" y="1047"/>
                    <a:pt x="4573" y="1031"/>
                  </a:cubicBezTo>
                  <a:cubicBezTo>
                    <a:pt x="4605" y="979"/>
                    <a:pt x="4621" y="952"/>
                    <a:pt x="4624" y="952"/>
                  </a:cubicBezTo>
                  <a:cubicBezTo>
                    <a:pt x="4626" y="952"/>
                    <a:pt x="4614" y="981"/>
                    <a:pt x="4589" y="1039"/>
                  </a:cubicBezTo>
                  <a:cubicBezTo>
                    <a:pt x="4571" y="1080"/>
                    <a:pt x="4584" y="1136"/>
                    <a:pt x="4596" y="1136"/>
                  </a:cubicBezTo>
                  <a:cubicBezTo>
                    <a:pt x="4600" y="1136"/>
                    <a:pt x="4603" y="1129"/>
                    <a:pt x="4606" y="1112"/>
                  </a:cubicBezTo>
                  <a:cubicBezTo>
                    <a:pt x="4630" y="1055"/>
                    <a:pt x="4662" y="1071"/>
                    <a:pt x="4711" y="1031"/>
                  </a:cubicBezTo>
                  <a:cubicBezTo>
                    <a:pt x="4727" y="1039"/>
                    <a:pt x="4751" y="1047"/>
                    <a:pt x="4719" y="1103"/>
                  </a:cubicBezTo>
                  <a:cubicBezTo>
                    <a:pt x="4714" y="1137"/>
                    <a:pt x="4751" y="1153"/>
                    <a:pt x="4794" y="1153"/>
                  </a:cubicBezTo>
                  <a:cubicBezTo>
                    <a:pt x="4824" y="1153"/>
                    <a:pt x="4858" y="1145"/>
                    <a:pt x="4881" y="1128"/>
                  </a:cubicBezTo>
                  <a:cubicBezTo>
                    <a:pt x="4892" y="1105"/>
                    <a:pt x="4903" y="1095"/>
                    <a:pt x="4909" y="1095"/>
                  </a:cubicBezTo>
                  <a:cubicBezTo>
                    <a:pt x="4916" y="1095"/>
                    <a:pt x="4915" y="1110"/>
                    <a:pt x="4897" y="1136"/>
                  </a:cubicBezTo>
                  <a:cubicBezTo>
                    <a:pt x="4865" y="1193"/>
                    <a:pt x="4881" y="1201"/>
                    <a:pt x="4897" y="1209"/>
                  </a:cubicBezTo>
                  <a:cubicBezTo>
                    <a:pt x="4908" y="1202"/>
                    <a:pt x="4915" y="1198"/>
                    <a:pt x="4919" y="1198"/>
                  </a:cubicBezTo>
                  <a:cubicBezTo>
                    <a:pt x="4931" y="1198"/>
                    <a:pt x="4906" y="1236"/>
                    <a:pt x="4881" y="1274"/>
                  </a:cubicBezTo>
                  <a:cubicBezTo>
                    <a:pt x="4833" y="1314"/>
                    <a:pt x="4849" y="1322"/>
                    <a:pt x="4881" y="1347"/>
                  </a:cubicBezTo>
                  <a:cubicBezTo>
                    <a:pt x="4896" y="1336"/>
                    <a:pt x="4911" y="1331"/>
                    <a:pt x="4926" y="1331"/>
                  </a:cubicBezTo>
                  <a:cubicBezTo>
                    <a:pt x="4968" y="1331"/>
                    <a:pt x="5008" y="1366"/>
                    <a:pt x="5043" y="1395"/>
                  </a:cubicBezTo>
                  <a:cubicBezTo>
                    <a:pt x="5075" y="1417"/>
                    <a:pt x="5103" y="1427"/>
                    <a:pt x="5131" y="1427"/>
                  </a:cubicBezTo>
                  <a:cubicBezTo>
                    <a:pt x="5176" y="1427"/>
                    <a:pt x="5222" y="1403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2" y="1428"/>
                    <a:pt x="5230" y="1476"/>
                    <a:pt x="5197" y="1525"/>
                  </a:cubicBezTo>
                  <a:cubicBezTo>
                    <a:pt x="5200" y="1527"/>
                    <a:pt x="5202" y="1528"/>
                    <a:pt x="5205" y="1528"/>
                  </a:cubicBezTo>
                  <a:cubicBezTo>
                    <a:pt x="5225" y="1528"/>
                    <a:pt x="5260" y="1487"/>
                    <a:pt x="5295" y="1452"/>
                  </a:cubicBezTo>
                  <a:cubicBezTo>
                    <a:pt x="5310" y="1437"/>
                    <a:pt x="5321" y="1430"/>
                    <a:pt x="5329" y="1430"/>
                  </a:cubicBezTo>
                  <a:cubicBezTo>
                    <a:pt x="5344" y="1430"/>
                    <a:pt x="5348" y="1452"/>
                    <a:pt x="5343" y="1493"/>
                  </a:cubicBezTo>
                  <a:cubicBezTo>
                    <a:pt x="5332" y="1545"/>
                    <a:pt x="5337" y="1568"/>
                    <a:pt x="5361" y="1568"/>
                  </a:cubicBezTo>
                  <a:cubicBezTo>
                    <a:pt x="5371" y="1568"/>
                    <a:pt x="5384" y="1564"/>
                    <a:pt x="5400" y="1558"/>
                  </a:cubicBezTo>
                  <a:cubicBezTo>
                    <a:pt x="5416" y="1574"/>
                    <a:pt x="5424" y="1590"/>
                    <a:pt x="5400" y="1647"/>
                  </a:cubicBezTo>
                  <a:cubicBezTo>
                    <a:pt x="5403" y="1653"/>
                    <a:pt x="5405" y="1657"/>
                    <a:pt x="5409" y="1657"/>
                  </a:cubicBezTo>
                  <a:cubicBezTo>
                    <a:pt x="5415" y="1657"/>
                    <a:pt x="5427" y="1647"/>
                    <a:pt x="5457" y="1622"/>
                  </a:cubicBezTo>
                  <a:cubicBezTo>
                    <a:pt x="5472" y="1607"/>
                    <a:pt x="5484" y="1600"/>
                    <a:pt x="5491" y="1600"/>
                  </a:cubicBezTo>
                  <a:cubicBezTo>
                    <a:pt x="5503" y="1600"/>
                    <a:pt x="5501" y="1619"/>
                    <a:pt x="5481" y="1655"/>
                  </a:cubicBezTo>
                  <a:cubicBezTo>
                    <a:pt x="5426" y="1722"/>
                    <a:pt x="5436" y="1767"/>
                    <a:pt x="5461" y="1767"/>
                  </a:cubicBezTo>
                  <a:cubicBezTo>
                    <a:pt x="5470" y="1767"/>
                    <a:pt x="5479" y="1762"/>
                    <a:pt x="5489" y="1752"/>
                  </a:cubicBezTo>
                  <a:cubicBezTo>
                    <a:pt x="5510" y="1738"/>
                    <a:pt x="5525" y="1733"/>
                    <a:pt x="5535" y="1733"/>
                  </a:cubicBezTo>
                  <a:cubicBezTo>
                    <a:pt x="5550" y="1733"/>
                    <a:pt x="5558" y="1743"/>
                    <a:pt x="5562" y="1752"/>
                  </a:cubicBezTo>
                  <a:cubicBezTo>
                    <a:pt x="5574" y="1764"/>
                    <a:pt x="5581" y="1775"/>
                    <a:pt x="5607" y="1775"/>
                  </a:cubicBezTo>
                  <a:cubicBezTo>
                    <a:pt x="5618" y="1775"/>
                    <a:pt x="5632" y="1773"/>
                    <a:pt x="5651" y="1768"/>
                  </a:cubicBezTo>
                  <a:lnTo>
                    <a:pt x="5676" y="1801"/>
                  </a:lnTo>
                  <a:cubicBezTo>
                    <a:pt x="5681" y="1812"/>
                    <a:pt x="5655" y="1824"/>
                    <a:pt x="5633" y="1824"/>
                  </a:cubicBezTo>
                  <a:cubicBezTo>
                    <a:pt x="5624" y="1824"/>
                    <a:pt x="5616" y="1822"/>
                    <a:pt x="5611" y="1817"/>
                  </a:cubicBezTo>
                  <a:lnTo>
                    <a:pt x="5578" y="1874"/>
                  </a:lnTo>
                  <a:cubicBezTo>
                    <a:pt x="5596" y="1897"/>
                    <a:pt x="5605" y="1913"/>
                    <a:pt x="5634" y="1913"/>
                  </a:cubicBezTo>
                  <a:cubicBezTo>
                    <a:pt x="5645" y="1913"/>
                    <a:pt x="5658" y="1910"/>
                    <a:pt x="5676" y="1906"/>
                  </a:cubicBezTo>
                  <a:cubicBezTo>
                    <a:pt x="5725" y="1884"/>
                    <a:pt x="5751" y="1871"/>
                    <a:pt x="5755" y="1871"/>
                  </a:cubicBezTo>
                  <a:cubicBezTo>
                    <a:pt x="5760" y="1871"/>
                    <a:pt x="5736" y="1888"/>
                    <a:pt x="5684" y="1922"/>
                  </a:cubicBezTo>
                  <a:cubicBezTo>
                    <a:pt x="5642" y="1950"/>
                    <a:pt x="5606" y="1990"/>
                    <a:pt x="5639" y="1990"/>
                  </a:cubicBezTo>
                  <a:cubicBezTo>
                    <a:pt x="5644" y="1990"/>
                    <a:pt x="5651" y="1989"/>
                    <a:pt x="5660" y="1987"/>
                  </a:cubicBezTo>
                  <a:cubicBezTo>
                    <a:pt x="5688" y="1976"/>
                    <a:pt x="5706" y="1972"/>
                    <a:pt x="5716" y="1972"/>
                  </a:cubicBezTo>
                  <a:cubicBezTo>
                    <a:pt x="5742" y="1972"/>
                    <a:pt x="5711" y="2004"/>
                    <a:pt x="5676" y="2028"/>
                  </a:cubicBezTo>
                  <a:cubicBezTo>
                    <a:pt x="5562" y="2076"/>
                    <a:pt x="5562" y="2068"/>
                    <a:pt x="5708" y="2076"/>
                  </a:cubicBezTo>
                  <a:cubicBezTo>
                    <a:pt x="5733" y="2117"/>
                    <a:pt x="5822" y="2157"/>
                    <a:pt x="5846" y="2214"/>
                  </a:cubicBezTo>
                  <a:cubicBezTo>
                    <a:pt x="5878" y="2295"/>
                    <a:pt x="5903" y="2336"/>
                    <a:pt x="5854" y="2376"/>
                  </a:cubicBezTo>
                  <a:cubicBezTo>
                    <a:pt x="5843" y="2381"/>
                    <a:pt x="5834" y="2385"/>
                    <a:pt x="5825" y="2389"/>
                  </a:cubicBezTo>
                  <a:lnTo>
                    <a:pt x="5825" y="2389"/>
                  </a:lnTo>
                  <a:cubicBezTo>
                    <a:pt x="5854" y="2378"/>
                    <a:pt x="5875" y="2372"/>
                    <a:pt x="5889" y="2372"/>
                  </a:cubicBezTo>
                  <a:cubicBezTo>
                    <a:pt x="5919" y="2372"/>
                    <a:pt x="5925" y="2394"/>
                    <a:pt x="5935" y="2433"/>
                  </a:cubicBezTo>
                  <a:cubicBezTo>
                    <a:pt x="5903" y="2506"/>
                    <a:pt x="5968" y="2530"/>
                    <a:pt x="6032" y="2530"/>
                  </a:cubicBezTo>
                  <a:cubicBezTo>
                    <a:pt x="6024" y="2506"/>
                    <a:pt x="6016" y="2490"/>
                    <a:pt x="6016" y="2490"/>
                  </a:cubicBezTo>
                  <a:cubicBezTo>
                    <a:pt x="6055" y="2476"/>
                    <a:pt x="6082" y="2470"/>
                    <a:pt x="6098" y="2470"/>
                  </a:cubicBezTo>
                  <a:cubicBezTo>
                    <a:pt x="6130" y="2470"/>
                    <a:pt x="6124" y="2493"/>
                    <a:pt x="6097" y="2530"/>
                  </a:cubicBezTo>
                  <a:cubicBezTo>
                    <a:pt x="6105" y="2555"/>
                    <a:pt x="6049" y="2571"/>
                    <a:pt x="5992" y="2587"/>
                  </a:cubicBezTo>
                  <a:cubicBezTo>
                    <a:pt x="5935" y="2603"/>
                    <a:pt x="5887" y="2644"/>
                    <a:pt x="5887" y="2660"/>
                  </a:cubicBezTo>
                  <a:cubicBezTo>
                    <a:pt x="5891" y="2675"/>
                    <a:pt x="5893" y="2686"/>
                    <a:pt x="5906" y="2686"/>
                  </a:cubicBezTo>
                  <a:cubicBezTo>
                    <a:pt x="5915" y="2686"/>
                    <a:pt x="5929" y="2681"/>
                    <a:pt x="5951" y="2668"/>
                  </a:cubicBezTo>
                  <a:cubicBezTo>
                    <a:pt x="5980" y="2660"/>
                    <a:pt x="5994" y="2656"/>
                    <a:pt x="6001" y="2656"/>
                  </a:cubicBezTo>
                  <a:cubicBezTo>
                    <a:pt x="6008" y="2656"/>
                    <a:pt x="6008" y="2660"/>
                    <a:pt x="6008" y="2668"/>
                  </a:cubicBezTo>
                  <a:cubicBezTo>
                    <a:pt x="6016" y="2693"/>
                    <a:pt x="6024" y="2709"/>
                    <a:pt x="6081" y="2717"/>
                  </a:cubicBezTo>
                  <a:cubicBezTo>
                    <a:pt x="6096" y="2713"/>
                    <a:pt x="6108" y="2712"/>
                    <a:pt x="6117" y="2712"/>
                  </a:cubicBezTo>
                  <a:cubicBezTo>
                    <a:pt x="6146" y="2712"/>
                    <a:pt x="6148" y="2729"/>
                    <a:pt x="6154" y="2741"/>
                  </a:cubicBezTo>
                  <a:cubicBezTo>
                    <a:pt x="6097" y="2782"/>
                    <a:pt x="6105" y="2822"/>
                    <a:pt x="6105" y="2822"/>
                  </a:cubicBezTo>
                  <a:lnTo>
                    <a:pt x="6049" y="2830"/>
                  </a:lnTo>
                  <a:cubicBezTo>
                    <a:pt x="6008" y="2839"/>
                    <a:pt x="5976" y="2855"/>
                    <a:pt x="5935" y="2879"/>
                  </a:cubicBezTo>
                  <a:cubicBezTo>
                    <a:pt x="5939" y="2887"/>
                    <a:pt x="5955" y="2889"/>
                    <a:pt x="5971" y="2889"/>
                  </a:cubicBezTo>
                  <a:cubicBezTo>
                    <a:pt x="5986" y="2889"/>
                    <a:pt x="6000" y="2887"/>
                    <a:pt x="6000" y="2887"/>
                  </a:cubicBezTo>
                  <a:cubicBezTo>
                    <a:pt x="6001" y="2887"/>
                    <a:pt x="6002" y="2887"/>
                    <a:pt x="6002" y="2887"/>
                  </a:cubicBezTo>
                  <a:cubicBezTo>
                    <a:pt x="6027" y="2887"/>
                    <a:pt x="6065" y="3005"/>
                    <a:pt x="6081" y="3130"/>
                  </a:cubicBezTo>
                  <a:cubicBezTo>
                    <a:pt x="6097" y="3228"/>
                    <a:pt x="6097" y="3333"/>
                    <a:pt x="6089" y="3430"/>
                  </a:cubicBezTo>
                  <a:cubicBezTo>
                    <a:pt x="6039" y="3467"/>
                    <a:pt x="6027" y="3522"/>
                    <a:pt x="6071" y="3522"/>
                  </a:cubicBezTo>
                  <a:cubicBezTo>
                    <a:pt x="6076" y="3522"/>
                    <a:pt x="6082" y="3521"/>
                    <a:pt x="6089" y="3520"/>
                  </a:cubicBezTo>
                  <a:cubicBezTo>
                    <a:pt x="6146" y="3520"/>
                    <a:pt x="6146" y="3625"/>
                    <a:pt x="6122" y="3755"/>
                  </a:cubicBezTo>
                  <a:cubicBezTo>
                    <a:pt x="6097" y="3901"/>
                    <a:pt x="6065" y="3998"/>
                    <a:pt x="6122" y="4014"/>
                  </a:cubicBezTo>
                  <a:cubicBezTo>
                    <a:pt x="6122" y="4014"/>
                    <a:pt x="6114" y="4038"/>
                    <a:pt x="6105" y="4079"/>
                  </a:cubicBezTo>
                  <a:cubicBezTo>
                    <a:pt x="6097" y="4120"/>
                    <a:pt x="6138" y="4176"/>
                    <a:pt x="6130" y="4201"/>
                  </a:cubicBezTo>
                  <a:cubicBezTo>
                    <a:pt x="6159" y="4225"/>
                    <a:pt x="6168" y="4240"/>
                    <a:pt x="6160" y="4240"/>
                  </a:cubicBezTo>
                  <a:cubicBezTo>
                    <a:pt x="6154" y="4240"/>
                    <a:pt x="6141" y="4233"/>
                    <a:pt x="6122" y="4217"/>
                  </a:cubicBezTo>
                  <a:cubicBezTo>
                    <a:pt x="6082" y="4205"/>
                    <a:pt x="6041" y="4194"/>
                    <a:pt x="6018" y="4194"/>
                  </a:cubicBezTo>
                  <a:cubicBezTo>
                    <a:pt x="6009" y="4194"/>
                    <a:pt x="6002" y="4196"/>
                    <a:pt x="6000" y="4201"/>
                  </a:cubicBezTo>
                  <a:cubicBezTo>
                    <a:pt x="5984" y="4241"/>
                    <a:pt x="6041" y="4265"/>
                    <a:pt x="6097" y="4282"/>
                  </a:cubicBezTo>
                  <a:cubicBezTo>
                    <a:pt x="6154" y="4306"/>
                    <a:pt x="6146" y="4322"/>
                    <a:pt x="6146" y="4322"/>
                  </a:cubicBezTo>
                  <a:cubicBezTo>
                    <a:pt x="6142" y="4334"/>
                    <a:pt x="6140" y="4340"/>
                    <a:pt x="6132" y="4340"/>
                  </a:cubicBezTo>
                  <a:cubicBezTo>
                    <a:pt x="6124" y="4340"/>
                    <a:pt x="6110" y="4334"/>
                    <a:pt x="6081" y="4322"/>
                  </a:cubicBezTo>
                  <a:lnTo>
                    <a:pt x="5976" y="4282"/>
                  </a:lnTo>
                  <a:lnTo>
                    <a:pt x="5968" y="4298"/>
                  </a:lnTo>
                  <a:cubicBezTo>
                    <a:pt x="6024" y="4322"/>
                    <a:pt x="6016" y="4347"/>
                    <a:pt x="6016" y="4347"/>
                  </a:cubicBezTo>
                  <a:cubicBezTo>
                    <a:pt x="6013" y="4353"/>
                    <a:pt x="6011" y="4357"/>
                    <a:pt x="6003" y="4357"/>
                  </a:cubicBezTo>
                  <a:cubicBezTo>
                    <a:pt x="5991" y="4357"/>
                    <a:pt x="5964" y="4347"/>
                    <a:pt x="5895" y="4322"/>
                  </a:cubicBezTo>
                  <a:cubicBezTo>
                    <a:pt x="5850" y="4303"/>
                    <a:pt x="5822" y="4294"/>
                    <a:pt x="5810" y="4294"/>
                  </a:cubicBezTo>
                  <a:cubicBezTo>
                    <a:pt x="5792" y="4294"/>
                    <a:pt x="5815" y="4315"/>
                    <a:pt x="5878" y="4355"/>
                  </a:cubicBezTo>
                  <a:lnTo>
                    <a:pt x="5919" y="4420"/>
                  </a:lnTo>
                  <a:cubicBezTo>
                    <a:pt x="5901" y="4415"/>
                    <a:pt x="5887" y="4413"/>
                    <a:pt x="5878" y="4413"/>
                  </a:cubicBezTo>
                  <a:cubicBezTo>
                    <a:pt x="5823" y="4413"/>
                    <a:pt x="5894" y="4482"/>
                    <a:pt x="5935" y="4517"/>
                  </a:cubicBezTo>
                  <a:cubicBezTo>
                    <a:pt x="5896" y="4506"/>
                    <a:pt x="5868" y="4501"/>
                    <a:pt x="5852" y="4501"/>
                  </a:cubicBezTo>
                  <a:cubicBezTo>
                    <a:pt x="5819" y="4501"/>
                    <a:pt x="5837" y="4524"/>
                    <a:pt x="5903" y="4574"/>
                  </a:cubicBezTo>
                  <a:cubicBezTo>
                    <a:pt x="5950" y="4600"/>
                    <a:pt x="5947" y="4616"/>
                    <a:pt x="5912" y="4616"/>
                  </a:cubicBezTo>
                  <a:cubicBezTo>
                    <a:pt x="5905" y="4616"/>
                    <a:pt x="5896" y="4616"/>
                    <a:pt x="5887" y="4614"/>
                  </a:cubicBezTo>
                  <a:cubicBezTo>
                    <a:pt x="5876" y="4613"/>
                    <a:pt x="5867" y="4612"/>
                    <a:pt x="5859" y="4612"/>
                  </a:cubicBezTo>
                  <a:cubicBezTo>
                    <a:pt x="5819" y="4612"/>
                    <a:pt x="5810" y="4629"/>
                    <a:pt x="5789" y="4663"/>
                  </a:cubicBezTo>
                  <a:cubicBezTo>
                    <a:pt x="5822" y="4703"/>
                    <a:pt x="5757" y="4841"/>
                    <a:pt x="5643" y="4971"/>
                  </a:cubicBezTo>
                  <a:cubicBezTo>
                    <a:pt x="5530" y="5125"/>
                    <a:pt x="5424" y="5206"/>
                    <a:pt x="5473" y="5255"/>
                  </a:cubicBezTo>
                  <a:cubicBezTo>
                    <a:pt x="5466" y="5262"/>
                    <a:pt x="5462" y="5266"/>
                    <a:pt x="5454" y="5266"/>
                  </a:cubicBezTo>
                  <a:cubicBezTo>
                    <a:pt x="5445" y="5266"/>
                    <a:pt x="5431" y="5260"/>
                    <a:pt x="5400" y="5247"/>
                  </a:cubicBezTo>
                  <a:cubicBezTo>
                    <a:pt x="5386" y="5232"/>
                    <a:pt x="5374" y="5224"/>
                    <a:pt x="5369" y="5224"/>
                  </a:cubicBezTo>
                  <a:cubicBezTo>
                    <a:pt x="5358" y="5224"/>
                    <a:pt x="5366" y="5251"/>
                    <a:pt x="5408" y="5320"/>
                  </a:cubicBezTo>
                  <a:cubicBezTo>
                    <a:pt x="5422" y="5352"/>
                    <a:pt x="5442" y="5380"/>
                    <a:pt x="5440" y="5380"/>
                  </a:cubicBezTo>
                  <a:cubicBezTo>
                    <a:pt x="5439" y="5380"/>
                    <a:pt x="5426" y="5365"/>
                    <a:pt x="5392" y="5328"/>
                  </a:cubicBezTo>
                  <a:cubicBezTo>
                    <a:pt x="5378" y="5314"/>
                    <a:pt x="5365" y="5307"/>
                    <a:pt x="5352" y="5307"/>
                  </a:cubicBezTo>
                  <a:cubicBezTo>
                    <a:pt x="5325" y="5307"/>
                    <a:pt x="5297" y="5331"/>
                    <a:pt x="5254" y="5368"/>
                  </a:cubicBezTo>
                  <a:cubicBezTo>
                    <a:pt x="5205" y="5417"/>
                    <a:pt x="5141" y="5465"/>
                    <a:pt x="5173" y="5514"/>
                  </a:cubicBezTo>
                  <a:cubicBezTo>
                    <a:pt x="5173" y="5552"/>
                    <a:pt x="5173" y="5570"/>
                    <a:pt x="5171" y="5570"/>
                  </a:cubicBezTo>
                  <a:cubicBezTo>
                    <a:pt x="5169" y="5570"/>
                    <a:pt x="5165" y="5554"/>
                    <a:pt x="5157" y="5522"/>
                  </a:cubicBezTo>
                  <a:cubicBezTo>
                    <a:pt x="5131" y="5475"/>
                    <a:pt x="5094" y="5450"/>
                    <a:pt x="5062" y="5450"/>
                  </a:cubicBezTo>
                  <a:cubicBezTo>
                    <a:pt x="5023" y="5450"/>
                    <a:pt x="4990" y="5487"/>
                    <a:pt x="4995" y="5563"/>
                  </a:cubicBezTo>
                  <a:cubicBezTo>
                    <a:pt x="4988" y="5566"/>
                    <a:pt x="4981" y="5571"/>
                    <a:pt x="4972" y="5571"/>
                  </a:cubicBezTo>
                  <a:cubicBezTo>
                    <a:pt x="4961" y="5571"/>
                    <a:pt x="4948" y="5563"/>
                    <a:pt x="4930" y="5530"/>
                  </a:cubicBezTo>
                  <a:cubicBezTo>
                    <a:pt x="4914" y="5547"/>
                    <a:pt x="4897" y="5555"/>
                    <a:pt x="4873" y="5636"/>
                  </a:cubicBezTo>
                  <a:cubicBezTo>
                    <a:pt x="4824" y="5660"/>
                    <a:pt x="4784" y="5684"/>
                    <a:pt x="4735" y="5709"/>
                  </a:cubicBezTo>
                  <a:cubicBezTo>
                    <a:pt x="4703" y="5725"/>
                    <a:pt x="4687" y="5798"/>
                    <a:pt x="4687" y="5798"/>
                  </a:cubicBezTo>
                  <a:cubicBezTo>
                    <a:pt x="4681" y="5801"/>
                    <a:pt x="4675" y="5803"/>
                    <a:pt x="4670" y="5805"/>
                  </a:cubicBezTo>
                  <a:lnTo>
                    <a:pt x="4670" y="5805"/>
                  </a:lnTo>
                  <a:cubicBezTo>
                    <a:pt x="4660" y="5788"/>
                    <a:pt x="4643" y="5780"/>
                    <a:pt x="4622" y="5780"/>
                  </a:cubicBezTo>
                  <a:cubicBezTo>
                    <a:pt x="4575" y="5780"/>
                    <a:pt x="4502" y="5813"/>
                    <a:pt x="4403" y="5847"/>
                  </a:cubicBezTo>
                  <a:cubicBezTo>
                    <a:pt x="4323" y="5875"/>
                    <a:pt x="4245" y="5892"/>
                    <a:pt x="4188" y="5892"/>
                  </a:cubicBezTo>
                  <a:cubicBezTo>
                    <a:pt x="4147" y="5892"/>
                    <a:pt x="4116" y="5883"/>
                    <a:pt x="4103" y="5863"/>
                  </a:cubicBezTo>
                  <a:cubicBezTo>
                    <a:pt x="4103" y="5863"/>
                    <a:pt x="4087" y="5871"/>
                    <a:pt x="4079" y="5928"/>
                  </a:cubicBezTo>
                  <a:cubicBezTo>
                    <a:pt x="4079" y="6006"/>
                    <a:pt x="4070" y="6037"/>
                    <a:pt x="4056" y="6037"/>
                  </a:cubicBezTo>
                  <a:cubicBezTo>
                    <a:pt x="4046" y="6037"/>
                    <a:pt x="4035" y="6023"/>
                    <a:pt x="4022" y="6001"/>
                  </a:cubicBezTo>
                  <a:cubicBezTo>
                    <a:pt x="4003" y="5947"/>
                    <a:pt x="3974" y="5920"/>
                    <a:pt x="3949" y="5920"/>
                  </a:cubicBezTo>
                  <a:cubicBezTo>
                    <a:pt x="3921" y="5920"/>
                    <a:pt x="3896" y="5953"/>
                    <a:pt x="3892" y="6017"/>
                  </a:cubicBezTo>
                  <a:lnTo>
                    <a:pt x="3884" y="5960"/>
                  </a:lnTo>
                  <a:cubicBezTo>
                    <a:pt x="3872" y="5916"/>
                    <a:pt x="3858" y="5898"/>
                    <a:pt x="3845" y="5898"/>
                  </a:cubicBezTo>
                  <a:cubicBezTo>
                    <a:pt x="3821" y="5898"/>
                    <a:pt x="3797" y="5955"/>
                    <a:pt x="3787" y="6033"/>
                  </a:cubicBezTo>
                  <a:cubicBezTo>
                    <a:pt x="3770" y="5988"/>
                    <a:pt x="3753" y="5948"/>
                    <a:pt x="3739" y="5948"/>
                  </a:cubicBezTo>
                  <a:cubicBezTo>
                    <a:pt x="3733" y="5948"/>
                    <a:pt x="3727" y="5956"/>
                    <a:pt x="3722" y="5976"/>
                  </a:cubicBezTo>
                  <a:cubicBezTo>
                    <a:pt x="3697" y="5976"/>
                    <a:pt x="3697" y="5976"/>
                    <a:pt x="3689" y="5855"/>
                  </a:cubicBezTo>
                  <a:cubicBezTo>
                    <a:pt x="3689" y="5798"/>
                    <a:pt x="3681" y="5733"/>
                    <a:pt x="3665" y="5733"/>
                  </a:cubicBezTo>
                  <a:cubicBezTo>
                    <a:pt x="3649" y="5733"/>
                    <a:pt x="3649" y="5798"/>
                    <a:pt x="3649" y="5855"/>
                  </a:cubicBezTo>
                  <a:lnTo>
                    <a:pt x="3608" y="5855"/>
                  </a:lnTo>
                  <a:cubicBezTo>
                    <a:pt x="3608" y="5855"/>
                    <a:pt x="3592" y="5855"/>
                    <a:pt x="3592" y="5919"/>
                  </a:cubicBezTo>
                  <a:cubicBezTo>
                    <a:pt x="3592" y="5976"/>
                    <a:pt x="3568" y="5976"/>
                    <a:pt x="3552" y="5976"/>
                  </a:cubicBezTo>
                  <a:cubicBezTo>
                    <a:pt x="3552" y="5960"/>
                    <a:pt x="3549" y="5953"/>
                    <a:pt x="3547" y="5953"/>
                  </a:cubicBezTo>
                  <a:cubicBezTo>
                    <a:pt x="3542" y="5953"/>
                    <a:pt x="3534" y="5995"/>
                    <a:pt x="3552" y="6041"/>
                  </a:cubicBezTo>
                  <a:cubicBezTo>
                    <a:pt x="3552" y="6093"/>
                    <a:pt x="3552" y="6146"/>
                    <a:pt x="3532" y="6154"/>
                  </a:cubicBezTo>
                  <a:lnTo>
                    <a:pt x="3532" y="6154"/>
                  </a:lnTo>
                  <a:cubicBezTo>
                    <a:pt x="3535" y="6127"/>
                    <a:pt x="3532" y="6107"/>
                    <a:pt x="3522" y="6107"/>
                  </a:cubicBezTo>
                  <a:cubicBezTo>
                    <a:pt x="3517" y="6107"/>
                    <a:pt x="3511" y="6111"/>
                    <a:pt x="3503" y="6122"/>
                  </a:cubicBezTo>
                  <a:lnTo>
                    <a:pt x="3479" y="6065"/>
                  </a:lnTo>
                  <a:cubicBezTo>
                    <a:pt x="3479" y="5975"/>
                    <a:pt x="3470" y="5929"/>
                    <a:pt x="3461" y="5929"/>
                  </a:cubicBezTo>
                  <a:cubicBezTo>
                    <a:pt x="3452" y="5929"/>
                    <a:pt x="3442" y="5973"/>
                    <a:pt x="3438" y="6065"/>
                  </a:cubicBezTo>
                  <a:cubicBezTo>
                    <a:pt x="3438" y="6163"/>
                    <a:pt x="3438" y="6207"/>
                    <a:pt x="3435" y="6207"/>
                  </a:cubicBezTo>
                  <a:cubicBezTo>
                    <a:pt x="3433" y="6207"/>
                    <a:pt x="3429" y="6177"/>
                    <a:pt x="3422" y="6122"/>
                  </a:cubicBezTo>
                  <a:cubicBezTo>
                    <a:pt x="3422" y="6001"/>
                    <a:pt x="3406" y="6001"/>
                    <a:pt x="3381" y="6001"/>
                  </a:cubicBezTo>
                  <a:cubicBezTo>
                    <a:pt x="3365" y="6001"/>
                    <a:pt x="3365" y="6001"/>
                    <a:pt x="3365" y="5944"/>
                  </a:cubicBezTo>
                  <a:cubicBezTo>
                    <a:pt x="3365" y="5879"/>
                    <a:pt x="3341" y="5822"/>
                    <a:pt x="3324" y="5822"/>
                  </a:cubicBezTo>
                  <a:cubicBezTo>
                    <a:pt x="3300" y="5822"/>
                    <a:pt x="3300" y="5822"/>
                    <a:pt x="3300" y="5879"/>
                  </a:cubicBezTo>
                  <a:cubicBezTo>
                    <a:pt x="3310" y="5905"/>
                    <a:pt x="3309" y="5920"/>
                    <a:pt x="3303" y="5920"/>
                  </a:cubicBezTo>
                  <a:cubicBezTo>
                    <a:pt x="3294" y="5920"/>
                    <a:pt x="3274" y="5889"/>
                    <a:pt x="3260" y="5822"/>
                  </a:cubicBezTo>
                  <a:cubicBezTo>
                    <a:pt x="3253" y="5795"/>
                    <a:pt x="3249" y="5779"/>
                    <a:pt x="3247" y="5779"/>
                  </a:cubicBezTo>
                  <a:cubicBezTo>
                    <a:pt x="3243" y="5779"/>
                    <a:pt x="3243" y="5809"/>
                    <a:pt x="3243" y="5879"/>
                  </a:cubicBezTo>
                  <a:cubicBezTo>
                    <a:pt x="3243" y="5940"/>
                    <a:pt x="3233" y="5970"/>
                    <a:pt x="3220" y="5970"/>
                  </a:cubicBezTo>
                  <a:cubicBezTo>
                    <a:pt x="3207" y="5970"/>
                    <a:pt x="3191" y="5940"/>
                    <a:pt x="3179" y="5879"/>
                  </a:cubicBezTo>
                  <a:lnTo>
                    <a:pt x="3146" y="5879"/>
                  </a:lnTo>
                  <a:cubicBezTo>
                    <a:pt x="3122" y="5879"/>
                    <a:pt x="3122" y="5936"/>
                    <a:pt x="3122" y="5992"/>
                  </a:cubicBezTo>
                  <a:cubicBezTo>
                    <a:pt x="3122" y="6065"/>
                    <a:pt x="3122" y="6094"/>
                    <a:pt x="3118" y="6094"/>
                  </a:cubicBezTo>
                  <a:cubicBezTo>
                    <a:pt x="3116" y="6094"/>
                    <a:pt x="3112" y="6080"/>
                    <a:pt x="3106" y="6057"/>
                  </a:cubicBezTo>
                  <a:cubicBezTo>
                    <a:pt x="3089" y="6017"/>
                    <a:pt x="3081" y="5976"/>
                    <a:pt x="3081" y="5936"/>
                  </a:cubicBezTo>
                  <a:cubicBezTo>
                    <a:pt x="3081" y="5871"/>
                    <a:pt x="3065" y="5871"/>
                    <a:pt x="3041" y="5871"/>
                  </a:cubicBezTo>
                  <a:cubicBezTo>
                    <a:pt x="3025" y="5871"/>
                    <a:pt x="2984" y="5871"/>
                    <a:pt x="2984" y="5936"/>
                  </a:cubicBezTo>
                  <a:cubicBezTo>
                    <a:pt x="2984" y="5919"/>
                    <a:pt x="2984" y="5896"/>
                    <a:pt x="2984" y="5871"/>
                  </a:cubicBezTo>
                  <a:cubicBezTo>
                    <a:pt x="2968" y="5871"/>
                    <a:pt x="2962" y="5846"/>
                    <a:pt x="2961" y="5846"/>
                  </a:cubicBezTo>
                  <a:cubicBezTo>
                    <a:pt x="2960" y="5846"/>
                    <a:pt x="2960" y="5852"/>
                    <a:pt x="2960" y="5871"/>
                  </a:cubicBezTo>
                  <a:cubicBezTo>
                    <a:pt x="2960" y="5871"/>
                    <a:pt x="2943" y="5871"/>
                    <a:pt x="2903" y="5814"/>
                  </a:cubicBezTo>
                  <a:cubicBezTo>
                    <a:pt x="2895" y="5802"/>
                    <a:pt x="2887" y="5796"/>
                    <a:pt x="2879" y="5796"/>
                  </a:cubicBezTo>
                  <a:cubicBezTo>
                    <a:pt x="2845" y="5796"/>
                    <a:pt x="2817" y="5894"/>
                    <a:pt x="2862" y="5992"/>
                  </a:cubicBezTo>
                  <a:lnTo>
                    <a:pt x="2838" y="5992"/>
                  </a:lnTo>
                  <a:cubicBezTo>
                    <a:pt x="2822" y="5992"/>
                    <a:pt x="2822" y="6049"/>
                    <a:pt x="2822" y="6049"/>
                  </a:cubicBezTo>
                  <a:cubicBezTo>
                    <a:pt x="2822" y="6106"/>
                    <a:pt x="2797" y="6106"/>
                    <a:pt x="2781" y="6106"/>
                  </a:cubicBezTo>
                  <a:lnTo>
                    <a:pt x="2781" y="5992"/>
                  </a:lnTo>
                  <a:cubicBezTo>
                    <a:pt x="2791" y="5884"/>
                    <a:pt x="2784" y="5819"/>
                    <a:pt x="2771" y="5819"/>
                  </a:cubicBezTo>
                  <a:cubicBezTo>
                    <a:pt x="2763" y="5819"/>
                    <a:pt x="2751" y="5853"/>
                    <a:pt x="2741" y="5928"/>
                  </a:cubicBezTo>
                  <a:lnTo>
                    <a:pt x="2741" y="5871"/>
                  </a:lnTo>
                  <a:cubicBezTo>
                    <a:pt x="2741" y="5837"/>
                    <a:pt x="2734" y="5821"/>
                    <a:pt x="2723" y="5821"/>
                  </a:cubicBezTo>
                  <a:cubicBezTo>
                    <a:pt x="2713" y="5821"/>
                    <a:pt x="2700" y="5835"/>
                    <a:pt x="2684" y="5863"/>
                  </a:cubicBezTo>
                  <a:cubicBezTo>
                    <a:pt x="2660" y="5863"/>
                    <a:pt x="2643" y="5984"/>
                    <a:pt x="2643" y="6041"/>
                  </a:cubicBezTo>
                  <a:cubicBezTo>
                    <a:pt x="2643" y="6106"/>
                    <a:pt x="2619" y="6106"/>
                    <a:pt x="2619" y="6106"/>
                  </a:cubicBezTo>
                  <a:cubicBezTo>
                    <a:pt x="2603" y="6106"/>
                    <a:pt x="2603" y="6106"/>
                    <a:pt x="2603" y="6041"/>
                  </a:cubicBezTo>
                  <a:cubicBezTo>
                    <a:pt x="2603" y="5983"/>
                    <a:pt x="2592" y="5953"/>
                    <a:pt x="2579" y="5953"/>
                  </a:cubicBezTo>
                  <a:cubicBezTo>
                    <a:pt x="2566" y="5953"/>
                    <a:pt x="2550" y="5981"/>
                    <a:pt x="2538" y="6041"/>
                  </a:cubicBezTo>
                  <a:lnTo>
                    <a:pt x="2538" y="5984"/>
                  </a:lnTo>
                  <a:cubicBezTo>
                    <a:pt x="2538" y="5938"/>
                    <a:pt x="2530" y="5896"/>
                    <a:pt x="2487" y="5896"/>
                  </a:cubicBezTo>
                  <a:cubicBezTo>
                    <a:pt x="2470" y="5896"/>
                    <a:pt x="2447" y="5903"/>
                    <a:pt x="2416" y="5919"/>
                  </a:cubicBezTo>
                  <a:cubicBezTo>
                    <a:pt x="2343" y="5919"/>
                    <a:pt x="2279" y="5919"/>
                    <a:pt x="2279" y="5855"/>
                  </a:cubicBezTo>
                  <a:cubicBezTo>
                    <a:pt x="2279" y="5844"/>
                    <a:pt x="2276" y="5840"/>
                    <a:pt x="2271" y="5840"/>
                  </a:cubicBezTo>
                  <a:cubicBezTo>
                    <a:pt x="2250" y="5840"/>
                    <a:pt x="2190" y="5934"/>
                    <a:pt x="2157" y="6033"/>
                  </a:cubicBezTo>
                  <a:cubicBezTo>
                    <a:pt x="2157" y="5976"/>
                    <a:pt x="2141" y="5976"/>
                    <a:pt x="2100" y="5976"/>
                  </a:cubicBezTo>
                  <a:cubicBezTo>
                    <a:pt x="2027" y="5968"/>
                    <a:pt x="2027" y="5968"/>
                    <a:pt x="2035" y="5911"/>
                  </a:cubicBezTo>
                  <a:cubicBezTo>
                    <a:pt x="2052" y="5851"/>
                    <a:pt x="2060" y="5820"/>
                    <a:pt x="2057" y="5820"/>
                  </a:cubicBezTo>
                  <a:cubicBezTo>
                    <a:pt x="2054" y="5820"/>
                    <a:pt x="2039" y="5851"/>
                    <a:pt x="2011" y="5911"/>
                  </a:cubicBezTo>
                  <a:cubicBezTo>
                    <a:pt x="2001" y="5958"/>
                    <a:pt x="1984" y="5978"/>
                    <a:pt x="1969" y="5978"/>
                  </a:cubicBezTo>
                  <a:cubicBezTo>
                    <a:pt x="1960" y="5978"/>
                    <a:pt x="1952" y="5972"/>
                    <a:pt x="1946" y="5960"/>
                  </a:cubicBezTo>
                  <a:cubicBezTo>
                    <a:pt x="1930" y="5928"/>
                    <a:pt x="1930" y="5887"/>
                    <a:pt x="1938" y="5847"/>
                  </a:cubicBezTo>
                  <a:cubicBezTo>
                    <a:pt x="1954" y="5790"/>
                    <a:pt x="1930" y="5790"/>
                    <a:pt x="1898" y="5790"/>
                  </a:cubicBezTo>
                  <a:cubicBezTo>
                    <a:pt x="1876" y="5825"/>
                    <a:pt x="1837" y="5848"/>
                    <a:pt x="1800" y="5848"/>
                  </a:cubicBezTo>
                  <a:cubicBezTo>
                    <a:pt x="1795" y="5848"/>
                    <a:pt x="1789" y="5848"/>
                    <a:pt x="1784" y="5847"/>
                  </a:cubicBezTo>
                  <a:cubicBezTo>
                    <a:pt x="1770" y="5845"/>
                    <a:pt x="1760" y="5843"/>
                    <a:pt x="1751" y="5843"/>
                  </a:cubicBezTo>
                  <a:cubicBezTo>
                    <a:pt x="1717" y="5843"/>
                    <a:pt x="1711" y="5862"/>
                    <a:pt x="1679" y="5952"/>
                  </a:cubicBezTo>
                  <a:cubicBezTo>
                    <a:pt x="1649" y="6034"/>
                    <a:pt x="1628" y="6057"/>
                    <a:pt x="1600" y="6057"/>
                  </a:cubicBezTo>
                  <a:cubicBezTo>
                    <a:pt x="1590" y="6057"/>
                    <a:pt x="1578" y="6054"/>
                    <a:pt x="1565" y="6049"/>
                  </a:cubicBezTo>
                  <a:cubicBezTo>
                    <a:pt x="1541" y="6049"/>
                    <a:pt x="1516" y="6041"/>
                    <a:pt x="1549" y="5984"/>
                  </a:cubicBezTo>
                  <a:cubicBezTo>
                    <a:pt x="1549" y="5984"/>
                    <a:pt x="1549" y="5919"/>
                    <a:pt x="1533" y="5919"/>
                  </a:cubicBezTo>
                  <a:cubicBezTo>
                    <a:pt x="1508" y="5911"/>
                    <a:pt x="1492" y="5903"/>
                    <a:pt x="1525" y="5847"/>
                  </a:cubicBezTo>
                  <a:cubicBezTo>
                    <a:pt x="1525" y="5847"/>
                    <a:pt x="1533" y="5790"/>
                    <a:pt x="1500" y="5774"/>
                  </a:cubicBezTo>
                  <a:cubicBezTo>
                    <a:pt x="1460" y="5757"/>
                    <a:pt x="1427" y="5733"/>
                    <a:pt x="1468" y="5676"/>
                  </a:cubicBezTo>
                  <a:cubicBezTo>
                    <a:pt x="1463" y="5674"/>
                    <a:pt x="1460" y="5672"/>
                    <a:pt x="1457" y="5672"/>
                  </a:cubicBezTo>
                  <a:cubicBezTo>
                    <a:pt x="1449" y="5672"/>
                    <a:pt x="1440" y="5684"/>
                    <a:pt x="1411" y="5725"/>
                  </a:cubicBezTo>
                  <a:cubicBezTo>
                    <a:pt x="1394" y="5751"/>
                    <a:pt x="1370" y="5772"/>
                    <a:pt x="1347" y="5772"/>
                  </a:cubicBezTo>
                  <a:cubicBezTo>
                    <a:pt x="1326" y="5772"/>
                    <a:pt x="1305" y="5755"/>
                    <a:pt x="1289" y="5709"/>
                  </a:cubicBezTo>
                  <a:cubicBezTo>
                    <a:pt x="1272" y="5691"/>
                    <a:pt x="1241" y="5661"/>
                    <a:pt x="1211" y="5661"/>
                  </a:cubicBezTo>
                  <a:cubicBezTo>
                    <a:pt x="1199" y="5661"/>
                    <a:pt x="1187" y="5665"/>
                    <a:pt x="1176" y="5676"/>
                  </a:cubicBezTo>
                  <a:cubicBezTo>
                    <a:pt x="1160" y="5660"/>
                    <a:pt x="1160" y="5660"/>
                    <a:pt x="1208" y="5619"/>
                  </a:cubicBezTo>
                  <a:cubicBezTo>
                    <a:pt x="1267" y="5561"/>
                    <a:pt x="1280" y="5530"/>
                    <a:pt x="1247" y="5530"/>
                  </a:cubicBezTo>
                  <a:cubicBezTo>
                    <a:pt x="1230" y="5530"/>
                    <a:pt x="1201" y="5538"/>
                    <a:pt x="1160" y="5555"/>
                  </a:cubicBezTo>
                  <a:cubicBezTo>
                    <a:pt x="1143" y="5566"/>
                    <a:pt x="1131" y="5571"/>
                    <a:pt x="1124" y="5571"/>
                  </a:cubicBezTo>
                  <a:cubicBezTo>
                    <a:pt x="1110" y="5571"/>
                    <a:pt x="1114" y="5551"/>
                    <a:pt x="1135" y="5514"/>
                  </a:cubicBezTo>
                  <a:cubicBezTo>
                    <a:pt x="1135" y="5514"/>
                    <a:pt x="1132" y="5507"/>
                    <a:pt x="1113" y="5507"/>
                  </a:cubicBezTo>
                  <a:cubicBezTo>
                    <a:pt x="1103" y="5507"/>
                    <a:pt x="1089" y="5509"/>
                    <a:pt x="1071" y="5514"/>
                  </a:cubicBezTo>
                  <a:cubicBezTo>
                    <a:pt x="1052" y="5519"/>
                    <a:pt x="1039" y="5521"/>
                    <a:pt x="1031" y="5521"/>
                  </a:cubicBezTo>
                  <a:cubicBezTo>
                    <a:pt x="1008" y="5521"/>
                    <a:pt x="1015" y="5504"/>
                    <a:pt x="1038" y="5457"/>
                  </a:cubicBezTo>
                  <a:cubicBezTo>
                    <a:pt x="1087" y="5425"/>
                    <a:pt x="1087" y="5401"/>
                    <a:pt x="1079" y="5384"/>
                  </a:cubicBezTo>
                  <a:cubicBezTo>
                    <a:pt x="998" y="5376"/>
                    <a:pt x="965" y="5133"/>
                    <a:pt x="1030" y="5101"/>
                  </a:cubicBezTo>
                  <a:cubicBezTo>
                    <a:pt x="973" y="5101"/>
                    <a:pt x="973" y="5092"/>
                    <a:pt x="973" y="5076"/>
                  </a:cubicBezTo>
                  <a:cubicBezTo>
                    <a:pt x="1051" y="5045"/>
                    <a:pt x="1056" y="5031"/>
                    <a:pt x="1017" y="5031"/>
                  </a:cubicBezTo>
                  <a:cubicBezTo>
                    <a:pt x="995" y="5031"/>
                    <a:pt x="960" y="5035"/>
                    <a:pt x="916" y="5044"/>
                  </a:cubicBezTo>
                  <a:lnTo>
                    <a:pt x="916" y="5068"/>
                  </a:lnTo>
                  <a:lnTo>
                    <a:pt x="916" y="5092"/>
                  </a:lnTo>
                  <a:cubicBezTo>
                    <a:pt x="900" y="5096"/>
                    <a:pt x="885" y="5097"/>
                    <a:pt x="873" y="5097"/>
                  </a:cubicBezTo>
                  <a:cubicBezTo>
                    <a:pt x="798" y="5097"/>
                    <a:pt x="820" y="5039"/>
                    <a:pt x="973" y="5011"/>
                  </a:cubicBezTo>
                  <a:cubicBezTo>
                    <a:pt x="1095" y="4963"/>
                    <a:pt x="1095" y="4971"/>
                    <a:pt x="973" y="4963"/>
                  </a:cubicBezTo>
                  <a:cubicBezTo>
                    <a:pt x="860" y="4963"/>
                    <a:pt x="860" y="4938"/>
                    <a:pt x="973" y="4898"/>
                  </a:cubicBezTo>
                  <a:cubicBezTo>
                    <a:pt x="1095" y="4890"/>
                    <a:pt x="1095" y="4890"/>
                    <a:pt x="973" y="4882"/>
                  </a:cubicBezTo>
                  <a:cubicBezTo>
                    <a:pt x="756" y="4859"/>
                    <a:pt x="691" y="4774"/>
                    <a:pt x="868" y="4774"/>
                  </a:cubicBezTo>
                  <a:cubicBezTo>
                    <a:pt x="882" y="4774"/>
                    <a:pt x="899" y="4775"/>
                    <a:pt x="916" y="4776"/>
                  </a:cubicBezTo>
                  <a:cubicBezTo>
                    <a:pt x="1038" y="4776"/>
                    <a:pt x="1103" y="4752"/>
                    <a:pt x="1103" y="4736"/>
                  </a:cubicBezTo>
                  <a:cubicBezTo>
                    <a:pt x="1103" y="4711"/>
                    <a:pt x="1038" y="4711"/>
                    <a:pt x="981" y="4711"/>
                  </a:cubicBezTo>
                  <a:cubicBezTo>
                    <a:pt x="948" y="4718"/>
                    <a:pt x="924" y="4721"/>
                    <a:pt x="909" y="4721"/>
                  </a:cubicBezTo>
                  <a:cubicBezTo>
                    <a:pt x="869" y="4721"/>
                    <a:pt x="893" y="4700"/>
                    <a:pt x="981" y="4671"/>
                  </a:cubicBezTo>
                  <a:cubicBezTo>
                    <a:pt x="1160" y="4614"/>
                    <a:pt x="1160" y="4574"/>
                    <a:pt x="1046" y="4517"/>
                  </a:cubicBezTo>
                  <a:cubicBezTo>
                    <a:pt x="959" y="4459"/>
                    <a:pt x="935" y="4409"/>
                    <a:pt x="972" y="4409"/>
                  </a:cubicBezTo>
                  <a:cubicBezTo>
                    <a:pt x="987" y="4409"/>
                    <a:pt x="1011" y="4417"/>
                    <a:pt x="1046" y="4436"/>
                  </a:cubicBezTo>
                  <a:cubicBezTo>
                    <a:pt x="1107" y="4456"/>
                    <a:pt x="1137" y="4466"/>
                    <a:pt x="1145" y="4466"/>
                  </a:cubicBezTo>
                  <a:cubicBezTo>
                    <a:pt x="1152" y="4466"/>
                    <a:pt x="1135" y="4456"/>
                    <a:pt x="1103" y="4436"/>
                  </a:cubicBezTo>
                  <a:cubicBezTo>
                    <a:pt x="1111" y="4395"/>
                    <a:pt x="1111" y="4355"/>
                    <a:pt x="1111" y="4330"/>
                  </a:cubicBezTo>
                  <a:cubicBezTo>
                    <a:pt x="1111" y="4314"/>
                    <a:pt x="1046" y="4290"/>
                    <a:pt x="989" y="4290"/>
                  </a:cubicBezTo>
                  <a:cubicBezTo>
                    <a:pt x="1111" y="4274"/>
                    <a:pt x="1168" y="4233"/>
                    <a:pt x="1054" y="4193"/>
                  </a:cubicBezTo>
                  <a:cubicBezTo>
                    <a:pt x="1054" y="4176"/>
                    <a:pt x="1054" y="4152"/>
                    <a:pt x="1054" y="4152"/>
                  </a:cubicBezTo>
                  <a:cubicBezTo>
                    <a:pt x="1054" y="4136"/>
                    <a:pt x="1054" y="4136"/>
                    <a:pt x="998" y="4111"/>
                  </a:cubicBezTo>
                  <a:cubicBezTo>
                    <a:pt x="933" y="4095"/>
                    <a:pt x="998" y="4071"/>
                    <a:pt x="1054" y="4055"/>
                  </a:cubicBezTo>
                  <a:cubicBezTo>
                    <a:pt x="1111" y="4030"/>
                    <a:pt x="1176" y="4014"/>
                    <a:pt x="1119" y="4014"/>
                  </a:cubicBezTo>
                  <a:cubicBezTo>
                    <a:pt x="1054" y="3998"/>
                    <a:pt x="989" y="3982"/>
                    <a:pt x="941" y="3949"/>
                  </a:cubicBezTo>
                  <a:cubicBezTo>
                    <a:pt x="896" y="3938"/>
                    <a:pt x="913" y="3923"/>
                    <a:pt x="947" y="3923"/>
                  </a:cubicBezTo>
                  <a:cubicBezTo>
                    <a:pt x="962" y="3923"/>
                    <a:pt x="980" y="3926"/>
                    <a:pt x="998" y="3933"/>
                  </a:cubicBezTo>
                  <a:cubicBezTo>
                    <a:pt x="1005" y="3934"/>
                    <a:pt x="1012" y="3935"/>
                    <a:pt x="1019" y="3935"/>
                  </a:cubicBezTo>
                  <a:cubicBezTo>
                    <a:pt x="1054" y="3935"/>
                    <a:pt x="1092" y="3919"/>
                    <a:pt x="1119" y="3893"/>
                  </a:cubicBezTo>
                  <a:cubicBezTo>
                    <a:pt x="1119" y="3868"/>
                    <a:pt x="1119" y="3836"/>
                    <a:pt x="1062" y="3836"/>
                  </a:cubicBezTo>
                  <a:cubicBezTo>
                    <a:pt x="998" y="3836"/>
                    <a:pt x="1006" y="3714"/>
                    <a:pt x="1062" y="3690"/>
                  </a:cubicBezTo>
                  <a:lnTo>
                    <a:pt x="1062" y="3649"/>
                  </a:lnTo>
                  <a:cubicBezTo>
                    <a:pt x="1062" y="3633"/>
                    <a:pt x="1006" y="3609"/>
                    <a:pt x="1006" y="3593"/>
                  </a:cubicBezTo>
                  <a:cubicBezTo>
                    <a:pt x="1006" y="3593"/>
                    <a:pt x="1006" y="3568"/>
                    <a:pt x="949" y="3552"/>
                  </a:cubicBezTo>
                  <a:cubicBezTo>
                    <a:pt x="949" y="3536"/>
                    <a:pt x="949" y="3511"/>
                    <a:pt x="1006" y="3511"/>
                  </a:cubicBezTo>
                  <a:cubicBezTo>
                    <a:pt x="892" y="3495"/>
                    <a:pt x="892" y="3495"/>
                    <a:pt x="1006" y="3471"/>
                  </a:cubicBezTo>
                  <a:cubicBezTo>
                    <a:pt x="1127" y="3471"/>
                    <a:pt x="1127" y="3471"/>
                    <a:pt x="1006" y="3455"/>
                  </a:cubicBezTo>
                  <a:cubicBezTo>
                    <a:pt x="949" y="3430"/>
                    <a:pt x="949" y="3430"/>
                    <a:pt x="1006" y="3414"/>
                  </a:cubicBezTo>
                  <a:cubicBezTo>
                    <a:pt x="1071" y="3414"/>
                    <a:pt x="1071" y="3390"/>
                    <a:pt x="1006" y="3390"/>
                  </a:cubicBezTo>
                  <a:cubicBezTo>
                    <a:pt x="892" y="3374"/>
                    <a:pt x="835" y="3309"/>
                    <a:pt x="949" y="3309"/>
                  </a:cubicBezTo>
                  <a:cubicBezTo>
                    <a:pt x="949" y="3309"/>
                    <a:pt x="949" y="3293"/>
                    <a:pt x="892" y="3268"/>
                  </a:cubicBezTo>
                  <a:cubicBezTo>
                    <a:pt x="771" y="3252"/>
                    <a:pt x="771" y="3252"/>
                    <a:pt x="892" y="3252"/>
                  </a:cubicBezTo>
                  <a:cubicBezTo>
                    <a:pt x="1014" y="3228"/>
                    <a:pt x="1014" y="3211"/>
                    <a:pt x="892" y="3195"/>
                  </a:cubicBezTo>
                  <a:cubicBezTo>
                    <a:pt x="892" y="3195"/>
                    <a:pt x="835" y="3171"/>
                    <a:pt x="892" y="3155"/>
                  </a:cubicBezTo>
                  <a:cubicBezTo>
                    <a:pt x="953" y="3117"/>
                    <a:pt x="1007" y="3007"/>
                    <a:pt x="919" y="3007"/>
                  </a:cubicBezTo>
                  <a:cubicBezTo>
                    <a:pt x="914" y="3007"/>
                    <a:pt x="907" y="3008"/>
                    <a:pt x="900" y="3009"/>
                  </a:cubicBezTo>
                  <a:lnTo>
                    <a:pt x="900" y="2968"/>
                  </a:lnTo>
                  <a:cubicBezTo>
                    <a:pt x="957" y="2928"/>
                    <a:pt x="957" y="2912"/>
                    <a:pt x="900" y="2887"/>
                  </a:cubicBezTo>
                  <a:lnTo>
                    <a:pt x="844" y="2871"/>
                  </a:lnTo>
                  <a:cubicBezTo>
                    <a:pt x="900" y="2871"/>
                    <a:pt x="957" y="2855"/>
                    <a:pt x="965" y="2830"/>
                  </a:cubicBezTo>
                  <a:cubicBezTo>
                    <a:pt x="965" y="2814"/>
                    <a:pt x="965" y="2814"/>
                    <a:pt x="900" y="2814"/>
                  </a:cubicBezTo>
                  <a:cubicBezTo>
                    <a:pt x="884" y="2819"/>
                    <a:pt x="873" y="2821"/>
                    <a:pt x="865" y="2821"/>
                  </a:cubicBezTo>
                  <a:cubicBezTo>
                    <a:pt x="844" y="2821"/>
                    <a:pt x="844" y="2807"/>
                    <a:pt x="844" y="2790"/>
                  </a:cubicBezTo>
                  <a:cubicBezTo>
                    <a:pt x="844" y="2774"/>
                    <a:pt x="900" y="2749"/>
                    <a:pt x="965" y="2749"/>
                  </a:cubicBezTo>
                  <a:lnTo>
                    <a:pt x="965" y="2733"/>
                  </a:lnTo>
                  <a:cubicBezTo>
                    <a:pt x="844" y="2733"/>
                    <a:pt x="844" y="2709"/>
                    <a:pt x="900" y="2709"/>
                  </a:cubicBezTo>
                  <a:cubicBezTo>
                    <a:pt x="965" y="2693"/>
                    <a:pt x="965" y="2668"/>
                    <a:pt x="965" y="2652"/>
                  </a:cubicBezTo>
                  <a:cubicBezTo>
                    <a:pt x="927" y="2652"/>
                    <a:pt x="940" y="2641"/>
                    <a:pt x="953" y="2641"/>
                  </a:cubicBezTo>
                  <a:cubicBezTo>
                    <a:pt x="959" y="2641"/>
                    <a:pt x="965" y="2644"/>
                    <a:pt x="965" y="2652"/>
                  </a:cubicBezTo>
                  <a:lnTo>
                    <a:pt x="1022" y="2652"/>
                  </a:lnTo>
                  <a:cubicBezTo>
                    <a:pt x="1087" y="2628"/>
                    <a:pt x="1022" y="2628"/>
                    <a:pt x="965" y="2628"/>
                  </a:cubicBezTo>
                  <a:cubicBezTo>
                    <a:pt x="965" y="2628"/>
                    <a:pt x="965" y="2612"/>
                    <a:pt x="965" y="2587"/>
                  </a:cubicBezTo>
                  <a:cubicBezTo>
                    <a:pt x="965" y="2576"/>
                    <a:pt x="965" y="2561"/>
                    <a:pt x="946" y="2561"/>
                  </a:cubicBezTo>
                  <a:cubicBezTo>
                    <a:pt x="938" y="2561"/>
                    <a:pt x="926" y="2564"/>
                    <a:pt x="908" y="2571"/>
                  </a:cubicBezTo>
                  <a:cubicBezTo>
                    <a:pt x="844" y="2571"/>
                    <a:pt x="787" y="2571"/>
                    <a:pt x="787" y="2547"/>
                  </a:cubicBezTo>
                  <a:cubicBezTo>
                    <a:pt x="749" y="2547"/>
                    <a:pt x="762" y="2539"/>
                    <a:pt x="774" y="2539"/>
                  </a:cubicBezTo>
                  <a:cubicBezTo>
                    <a:pt x="780" y="2539"/>
                    <a:pt x="787" y="2541"/>
                    <a:pt x="787" y="2547"/>
                  </a:cubicBezTo>
                  <a:cubicBezTo>
                    <a:pt x="844" y="2547"/>
                    <a:pt x="908" y="2547"/>
                    <a:pt x="908" y="2530"/>
                  </a:cubicBezTo>
                  <a:cubicBezTo>
                    <a:pt x="908" y="2514"/>
                    <a:pt x="965" y="2506"/>
                    <a:pt x="965" y="2506"/>
                  </a:cubicBezTo>
                  <a:cubicBezTo>
                    <a:pt x="981" y="2509"/>
                    <a:pt x="994" y="2511"/>
                    <a:pt x="1004" y="2511"/>
                  </a:cubicBezTo>
                  <a:cubicBezTo>
                    <a:pt x="1072" y="2511"/>
                    <a:pt x="1023" y="2447"/>
                    <a:pt x="973" y="2433"/>
                  </a:cubicBezTo>
                  <a:cubicBezTo>
                    <a:pt x="852" y="2393"/>
                    <a:pt x="852" y="2368"/>
                    <a:pt x="973" y="2368"/>
                  </a:cubicBezTo>
                  <a:cubicBezTo>
                    <a:pt x="1095" y="2368"/>
                    <a:pt x="973" y="2328"/>
                    <a:pt x="795" y="2312"/>
                  </a:cubicBezTo>
                  <a:lnTo>
                    <a:pt x="617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6" y="2206"/>
                  </a:cubicBezTo>
                  <a:cubicBezTo>
                    <a:pt x="860" y="2166"/>
                    <a:pt x="860" y="2166"/>
                    <a:pt x="916" y="2166"/>
                  </a:cubicBezTo>
                  <a:cubicBezTo>
                    <a:pt x="924" y="2167"/>
                    <a:pt x="930" y="2167"/>
                    <a:pt x="935" y="2167"/>
                  </a:cubicBezTo>
                  <a:cubicBezTo>
                    <a:pt x="973" y="2167"/>
                    <a:pt x="974" y="2142"/>
                    <a:pt x="981" y="2093"/>
                  </a:cubicBezTo>
                  <a:cubicBezTo>
                    <a:pt x="981" y="2028"/>
                    <a:pt x="981" y="2012"/>
                    <a:pt x="916" y="2012"/>
                  </a:cubicBezTo>
                  <a:cubicBezTo>
                    <a:pt x="916" y="2012"/>
                    <a:pt x="916" y="1987"/>
                    <a:pt x="925" y="1971"/>
                  </a:cubicBezTo>
                  <a:cubicBezTo>
                    <a:pt x="1020" y="1951"/>
                    <a:pt x="995" y="1919"/>
                    <a:pt x="912" y="1919"/>
                  </a:cubicBezTo>
                  <a:cubicBezTo>
                    <a:pt x="897" y="1919"/>
                    <a:pt x="879" y="1920"/>
                    <a:pt x="860" y="1922"/>
                  </a:cubicBezTo>
                  <a:cubicBezTo>
                    <a:pt x="860" y="1922"/>
                    <a:pt x="860" y="1898"/>
                    <a:pt x="860" y="1874"/>
                  </a:cubicBezTo>
                  <a:lnTo>
                    <a:pt x="925" y="1874"/>
                  </a:lnTo>
                  <a:cubicBezTo>
                    <a:pt x="929" y="1874"/>
                    <a:pt x="933" y="1875"/>
                    <a:pt x="937" y="1875"/>
                  </a:cubicBezTo>
                  <a:cubicBezTo>
                    <a:pt x="981" y="1875"/>
                    <a:pt x="982" y="1828"/>
                    <a:pt x="989" y="1671"/>
                  </a:cubicBezTo>
                  <a:cubicBezTo>
                    <a:pt x="998" y="1476"/>
                    <a:pt x="1022" y="1460"/>
                    <a:pt x="908" y="1412"/>
                  </a:cubicBezTo>
                  <a:cubicBezTo>
                    <a:pt x="840" y="1364"/>
                    <a:pt x="820" y="1338"/>
                    <a:pt x="842" y="1338"/>
                  </a:cubicBezTo>
                  <a:cubicBezTo>
                    <a:pt x="854" y="1338"/>
                    <a:pt x="879" y="1346"/>
                    <a:pt x="916" y="1363"/>
                  </a:cubicBezTo>
                  <a:cubicBezTo>
                    <a:pt x="948" y="1381"/>
                    <a:pt x="980" y="1392"/>
                    <a:pt x="993" y="1392"/>
                  </a:cubicBezTo>
                  <a:cubicBezTo>
                    <a:pt x="1004" y="1392"/>
                    <a:pt x="1003" y="1385"/>
                    <a:pt x="981" y="1371"/>
                  </a:cubicBezTo>
                  <a:cubicBezTo>
                    <a:pt x="995" y="1351"/>
                    <a:pt x="1019" y="1336"/>
                    <a:pt x="1041" y="1336"/>
                  </a:cubicBezTo>
                  <a:cubicBezTo>
                    <a:pt x="1045" y="1336"/>
                    <a:pt x="1050" y="1337"/>
                    <a:pt x="1054" y="1339"/>
                  </a:cubicBezTo>
                  <a:cubicBezTo>
                    <a:pt x="1066" y="1339"/>
                    <a:pt x="1076" y="1340"/>
                    <a:pt x="1084" y="1340"/>
                  </a:cubicBezTo>
                  <a:cubicBezTo>
                    <a:pt x="1177" y="1340"/>
                    <a:pt x="1139" y="1303"/>
                    <a:pt x="1095" y="1266"/>
                  </a:cubicBezTo>
                  <a:cubicBezTo>
                    <a:pt x="1038" y="1241"/>
                    <a:pt x="1026" y="1233"/>
                    <a:pt x="1035" y="1233"/>
                  </a:cubicBezTo>
                  <a:cubicBezTo>
                    <a:pt x="1044" y="1233"/>
                    <a:pt x="1075" y="1241"/>
                    <a:pt x="1103" y="1249"/>
                  </a:cubicBezTo>
                  <a:cubicBezTo>
                    <a:pt x="1137" y="1259"/>
                    <a:pt x="1173" y="1272"/>
                    <a:pt x="1187" y="1272"/>
                  </a:cubicBezTo>
                  <a:cubicBezTo>
                    <a:pt x="1197" y="1272"/>
                    <a:pt x="1196" y="1266"/>
                    <a:pt x="1176" y="1249"/>
                  </a:cubicBezTo>
                  <a:cubicBezTo>
                    <a:pt x="1145" y="1212"/>
                    <a:pt x="1162" y="1116"/>
                    <a:pt x="1213" y="1116"/>
                  </a:cubicBezTo>
                  <a:cubicBezTo>
                    <a:pt x="1227" y="1116"/>
                    <a:pt x="1245" y="1124"/>
                    <a:pt x="1265" y="1144"/>
                  </a:cubicBezTo>
                  <a:cubicBezTo>
                    <a:pt x="1273" y="1136"/>
                    <a:pt x="1281" y="1120"/>
                    <a:pt x="1289" y="1112"/>
                  </a:cubicBezTo>
                  <a:cubicBezTo>
                    <a:pt x="1249" y="1071"/>
                    <a:pt x="1281" y="1039"/>
                    <a:pt x="1314" y="1022"/>
                  </a:cubicBezTo>
                  <a:cubicBezTo>
                    <a:pt x="1330" y="1006"/>
                    <a:pt x="1344" y="996"/>
                    <a:pt x="1358" y="996"/>
                  </a:cubicBezTo>
                  <a:cubicBezTo>
                    <a:pt x="1373" y="996"/>
                    <a:pt x="1387" y="1006"/>
                    <a:pt x="1403" y="1031"/>
                  </a:cubicBezTo>
                  <a:cubicBezTo>
                    <a:pt x="1414" y="1060"/>
                    <a:pt x="1423" y="1074"/>
                    <a:pt x="1430" y="1074"/>
                  </a:cubicBezTo>
                  <a:cubicBezTo>
                    <a:pt x="1439" y="1074"/>
                    <a:pt x="1443" y="1054"/>
                    <a:pt x="1443" y="1014"/>
                  </a:cubicBezTo>
                  <a:cubicBezTo>
                    <a:pt x="1452" y="998"/>
                    <a:pt x="1411" y="893"/>
                    <a:pt x="1427" y="885"/>
                  </a:cubicBezTo>
                  <a:cubicBezTo>
                    <a:pt x="1395" y="836"/>
                    <a:pt x="1387" y="771"/>
                    <a:pt x="1411" y="763"/>
                  </a:cubicBezTo>
                  <a:lnTo>
                    <a:pt x="1411" y="763"/>
                  </a:lnTo>
                  <a:lnTo>
                    <a:pt x="1443" y="812"/>
                  </a:lnTo>
                  <a:cubicBezTo>
                    <a:pt x="1468" y="868"/>
                    <a:pt x="1500" y="917"/>
                    <a:pt x="1500" y="917"/>
                  </a:cubicBezTo>
                  <a:cubicBezTo>
                    <a:pt x="1516" y="909"/>
                    <a:pt x="1541" y="901"/>
                    <a:pt x="1508" y="852"/>
                  </a:cubicBezTo>
                  <a:lnTo>
                    <a:pt x="1508" y="852"/>
                  </a:lnTo>
                  <a:cubicBezTo>
                    <a:pt x="1542" y="880"/>
                    <a:pt x="1564" y="889"/>
                    <a:pt x="1588" y="889"/>
                  </a:cubicBezTo>
                  <a:cubicBezTo>
                    <a:pt x="1598" y="889"/>
                    <a:pt x="1609" y="887"/>
                    <a:pt x="1622" y="885"/>
                  </a:cubicBezTo>
                  <a:cubicBezTo>
                    <a:pt x="1662" y="876"/>
                    <a:pt x="1703" y="868"/>
                    <a:pt x="1703" y="812"/>
                  </a:cubicBezTo>
                  <a:cubicBezTo>
                    <a:pt x="1735" y="868"/>
                    <a:pt x="1780" y="897"/>
                    <a:pt x="1816" y="897"/>
                  </a:cubicBezTo>
                  <a:cubicBezTo>
                    <a:pt x="1853" y="897"/>
                    <a:pt x="1881" y="868"/>
                    <a:pt x="1881" y="812"/>
                  </a:cubicBezTo>
                  <a:cubicBezTo>
                    <a:pt x="1873" y="779"/>
                    <a:pt x="1875" y="763"/>
                    <a:pt x="1883" y="763"/>
                  </a:cubicBezTo>
                  <a:cubicBezTo>
                    <a:pt x="1891" y="763"/>
                    <a:pt x="1906" y="779"/>
                    <a:pt x="1922" y="812"/>
                  </a:cubicBezTo>
                  <a:cubicBezTo>
                    <a:pt x="1938" y="840"/>
                    <a:pt x="1946" y="854"/>
                    <a:pt x="1952" y="854"/>
                  </a:cubicBezTo>
                  <a:cubicBezTo>
                    <a:pt x="1958" y="854"/>
                    <a:pt x="1962" y="840"/>
                    <a:pt x="1971" y="812"/>
                  </a:cubicBezTo>
                  <a:cubicBezTo>
                    <a:pt x="1973" y="792"/>
                    <a:pt x="1977" y="785"/>
                    <a:pt x="1983" y="785"/>
                  </a:cubicBezTo>
                  <a:cubicBezTo>
                    <a:pt x="1997" y="785"/>
                    <a:pt x="2018" y="828"/>
                    <a:pt x="2035" y="868"/>
                  </a:cubicBezTo>
                  <a:cubicBezTo>
                    <a:pt x="2055" y="941"/>
                    <a:pt x="2068" y="970"/>
                    <a:pt x="2079" y="970"/>
                  </a:cubicBezTo>
                  <a:cubicBezTo>
                    <a:pt x="2087" y="970"/>
                    <a:pt x="2094" y="956"/>
                    <a:pt x="2100" y="933"/>
                  </a:cubicBezTo>
                  <a:cubicBezTo>
                    <a:pt x="2114" y="898"/>
                    <a:pt x="2147" y="875"/>
                    <a:pt x="2182" y="875"/>
                  </a:cubicBezTo>
                  <a:cubicBezTo>
                    <a:pt x="2187" y="875"/>
                    <a:pt x="2192" y="875"/>
                    <a:pt x="2198" y="876"/>
                  </a:cubicBezTo>
                  <a:cubicBezTo>
                    <a:pt x="2238" y="812"/>
                    <a:pt x="2262" y="812"/>
                    <a:pt x="2238" y="755"/>
                  </a:cubicBezTo>
                  <a:cubicBezTo>
                    <a:pt x="2246" y="714"/>
                    <a:pt x="2246" y="674"/>
                    <a:pt x="2262" y="633"/>
                  </a:cubicBezTo>
                  <a:cubicBezTo>
                    <a:pt x="2276" y="614"/>
                    <a:pt x="2285" y="608"/>
                    <a:pt x="2290" y="608"/>
                  </a:cubicBezTo>
                  <a:close/>
                  <a:moveTo>
                    <a:pt x="2903" y="6049"/>
                  </a:moveTo>
                  <a:cubicBezTo>
                    <a:pt x="2927" y="6049"/>
                    <a:pt x="2943" y="6114"/>
                    <a:pt x="2943" y="6171"/>
                  </a:cubicBezTo>
                  <a:cubicBezTo>
                    <a:pt x="2960" y="6292"/>
                    <a:pt x="2960" y="6292"/>
                    <a:pt x="2919" y="6292"/>
                  </a:cubicBezTo>
                  <a:cubicBezTo>
                    <a:pt x="2903" y="6292"/>
                    <a:pt x="2879" y="6292"/>
                    <a:pt x="2879" y="6228"/>
                  </a:cubicBezTo>
                  <a:lnTo>
                    <a:pt x="2903" y="6228"/>
                  </a:lnTo>
                  <a:cubicBezTo>
                    <a:pt x="2903" y="6247"/>
                    <a:pt x="2904" y="6255"/>
                    <a:pt x="2906" y="6255"/>
                  </a:cubicBezTo>
                  <a:cubicBezTo>
                    <a:pt x="2910" y="6255"/>
                    <a:pt x="2914" y="6211"/>
                    <a:pt x="2903" y="6171"/>
                  </a:cubicBezTo>
                  <a:lnTo>
                    <a:pt x="2903" y="6049"/>
                  </a:lnTo>
                  <a:close/>
                  <a:moveTo>
                    <a:pt x="3162" y="6171"/>
                  </a:moveTo>
                  <a:lnTo>
                    <a:pt x="3179" y="6236"/>
                  </a:lnTo>
                  <a:cubicBezTo>
                    <a:pt x="3179" y="6292"/>
                    <a:pt x="3162" y="6292"/>
                    <a:pt x="3138" y="6292"/>
                  </a:cubicBezTo>
                  <a:cubicBezTo>
                    <a:pt x="3122" y="6292"/>
                    <a:pt x="3122" y="6292"/>
                    <a:pt x="3122" y="6236"/>
                  </a:cubicBezTo>
                  <a:cubicBezTo>
                    <a:pt x="3122" y="6236"/>
                    <a:pt x="3138" y="6171"/>
                    <a:pt x="3162" y="6171"/>
                  </a:cubicBezTo>
                  <a:close/>
                  <a:moveTo>
                    <a:pt x="3713" y="6250"/>
                  </a:moveTo>
                  <a:cubicBezTo>
                    <a:pt x="3716" y="6250"/>
                    <a:pt x="3718" y="6280"/>
                    <a:pt x="3722" y="6341"/>
                  </a:cubicBezTo>
                  <a:lnTo>
                    <a:pt x="3722" y="6333"/>
                  </a:lnTo>
                  <a:lnTo>
                    <a:pt x="3722" y="6333"/>
                  </a:lnTo>
                  <a:cubicBezTo>
                    <a:pt x="3730" y="6398"/>
                    <a:pt x="3730" y="6455"/>
                    <a:pt x="3706" y="6455"/>
                  </a:cubicBezTo>
                  <a:cubicBezTo>
                    <a:pt x="3694" y="6490"/>
                    <a:pt x="3684" y="6505"/>
                    <a:pt x="3679" y="6505"/>
                  </a:cubicBezTo>
                  <a:cubicBezTo>
                    <a:pt x="3664" y="6505"/>
                    <a:pt x="3669" y="6421"/>
                    <a:pt x="3697" y="6341"/>
                  </a:cubicBezTo>
                  <a:cubicBezTo>
                    <a:pt x="3706" y="6280"/>
                    <a:pt x="3710" y="6250"/>
                    <a:pt x="3713" y="6250"/>
                  </a:cubicBezTo>
                  <a:close/>
                  <a:moveTo>
                    <a:pt x="2838" y="6528"/>
                  </a:moveTo>
                  <a:cubicBezTo>
                    <a:pt x="2838" y="6584"/>
                    <a:pt x="2838" y="6584"/>
                    <a:pt x="2862" y="6584"/>
                  </a:cubicBezTo>
                  <a:lnTo>
                    <a:pt x="2879" y="6584"/>
                  </a:lnTo>
                  <a:lnTo>
                    <a:pt x="2862" y="6528"/>
                  </a:lnTo>
                  <a:close/>
                  <a:moveTo>
                    <a:pt x="3381" y="1"/>
                  </a:moveTo>
                  <a:cubicBezTo>
                    <a:pt x="3365" y="58"/>
                    <a:pt x="3341" y="58"/>
                    <a:pt x="3341" y="58"/>
                  </a:cubicBezTo>
                  <a:cubicBezTo>
                    <a:pt x="3341" y="122"/>
                    <a:pt x="3324" y="122"/>
                    <a:pt x="3260" y="122"/>
                  </a:cubicBezTo>
                  <a:cubicBezTo>
                    <a:pt x="3257" y="122"/>
                    <a:pt x="3255" y="122"/>
                    <a:pt x="3252" y="122"/>
                  </a:cubicBezTo>
                  <a:cubicBezTo>
                    <a:pt x="3213" y="122"/>
                    <a:pt x="3152" y="172"/>
                    <a:pt x="3113" y="172"/>
                  </a:cubicBezTo>
                  <a:cubicBezTo>
                    <a:pt x="3110" y="172"/>
                    <a:pt x="3108" y="172"/>
                    <a:pt x="3106" y="171"/>
                  </a:cubicBezTo>
                  <a:cubicBezTo>
                    <a:pt x="3065" y="171"/>
                    <a:pt x="3000" y="171"/>
                    <a:pt x="2984" y="114"/>
                  </a:cubicBezTo>
                  <a:cubicBezTo>
                    <a:pt x="2960" y="114"/>
                    <a:pt x="2943" y="114"/>
                    <a:pt x="2903" y="171"/>
                  </a:cubicBezTo>
                  <a:cubicBezTo>
                    <a:pt x="2891" y="199"/>
                    <a:pt x="2877" y="214"/>
                    <a:pt x="2865" y="214"/>
                  </a:cubicBezTo>
                  <a:cubicBezTo>
                    <a:pt x="2854" y="214"/>
                    <a:pt x="2846" y="199"/>
                    <a:pt x="2846" y="171"/>
                  </a:cubicBezTo>
                  <a:lnTo>
                    <a:pt x="2822" y="171"/>
                  </a:lnTo>
                  <a:cubicBezTo>
                    <a:pt x="2781" y="228"/>
                    <a:pt x="2765" y="228"/>
                    <a:pt x="2765" y="228"/>
                  </a:cubicBezTo>
                  <a:cubicBezTo>
                    <a:pt x="2765" y="187"/>
                    <a:pt x="2752" y="141"/>
                    <a:pt x="2739" y="141"/>
                  </a:cubicBezTo>
                  <a:cubicBezTo>
                    <a:pt x="2734" y="141"/>
                    <a:pt x="2729" y="147"/>
                    <a:pt x="2725" y="163"/>
                  </a:cubicBezTo>
                  <a:cubicBezTo>
                    <a:pt x="2725" y="228"/>
                    <a:pt x="2700" y="228"/>
                    <a:pt x="2660" y="228"/>
                  </a:cubicBezTo>
                  <a:cubicBezTo>
                    <a:pt x="2643" y="195"/>
                    <a:pt x="2465" y="179"/>
                    <a:pt x="2295" y="171"/>
                  </a:cubicBezTo>
                  <a:cubicBezTo>
                    <a:pt x="2173" y="171"/>
                    <a:pt x="1841" y="179"/>
                    <a:pt x="1857" y="212"/>
                  </a:cubicBezTo>
                  <a:lnTo>
                    <a:pt x="1752" y="212"/>
                  </a:lnTo>
                  <a:cubicBezTo>
                    <a:pt x="1719" y="212"/>
                    <a:pt x="1654" y="220"/>
                    <a:pt x="1654" y="220"/>
                  </a:cubicBezTo>
                  <a:cubicBezTo>
                    <a:pt x="1645" y="175"/>
                    <a:pt x="1619" y="158"/>
                    <a:pt x="1585" y="158"/>
                  </a:cubicBezTo>
                  <a:cubicBezTo>
                    <a:pt x="1528" y="158"/>
                    <a:pt x="1449" y="209"/>
                    <a:pt x="1403" y="260"/>
                  </a:cubicBezTo>
                  <a:cubicBezTo>
                    <a:pt x="1403" y="301"/>
                    <a:pt x="1379" y="333"/>
                    <a:pt x="1338" y="341"/>
                  </a:cubicBezTo>
                  <a:cubicBezTo>
                    <a:pt x="1316" y="294"/>
                    <a:pt x="1285" y="275"/>
                    <a:pt x="1255" y="275"/>
                  </a:cubicBezTo>
                  <a:cubicBezTo>
                    <a:pt x="1217" y="275"/>
                    <a:pt x="1181" y="305"/>
                    <a:pt x="1168" y="349"/>
                  </a:cubicBezTo>
                  <a:cubicBezTo>
                    <a:pt x="1186" y="411"/>
                    <a:pt x="1186" y="444"/>
                    <a:pt x="1173" y="444"/>
                  </a:cubicBezTo>
                  <a:cubicBezTo>
                    <a:pt x="1162" y="444"/>
                    <a:pt x="1141" y="422"/>
                    <a:pt x="1111" y="374"/>
                  </a:cubicBezTo>
                  <a:cubicBezTo>
                    <a:pt x="1087" y="338"/>
                    <a:pt x="1064" y="320"/>
                    <a:pt x="1046" y="320"/>
                  </a:cubicBezTo>
                  <a:cubicBezTo>
                    <a:pt x="1015" y="320"/>
                    <a:pt x="1002" y="374"/>
                    <a:pt x="1038" y="487"/>
                  </a:cubicBezTo>
                  <a:cubicBezTo>
                    <a:pt x="1043" y="525"/>
                    <a:pt x="1045" y="541"/>
                    <a:pt x="1033" y="541"/>
                  </a:cubicBezTo>
                  <a:cubicBezTo>
                    <a:pt x="1024" y="541"/>
                    <a:pt x="1008" y="533"/>
                    <a:pt x="981" y="520"/>
                  </a:cubicBezTo>
                  <a:cubicBezTo>
                    <a:pt x="936" y="486"/>
                    <a:pt x="907" y="473"/>
                    <a:pt x="891" y="473"/>
                  </a:cubicBezTo>
                  <a:cubicBezTo>
                    <a:pt x="874" y="473"/>
                    <a:pt x="875" y="490"/>
                    <a:pt x="892" y="512"/>
                  </a:cubicBezTo>
                  <a:cubicBezTo>
                    <a:pt x="927" y="581"/>
                    <a:pt x="931" y="614"/>
                    <a:pt x="905" y="614"/>
                  </a:cubicBezTo>
                  <a:cubicBezTo>
                    <a:pt x="888" y="614"/>
                    <a:pt x="860" y="601"/>
                    <a:pt x="819" y="576"/>
                  </a:cubicBezTo>
                  <a:cubicBezTo>
                    <a:pt x="770" y="558"/>
                    <a:pt x="740" y="548"/>
                    <a:pt x="724" y="548"/>
                  </a:cubicBezTo>
                  <a:cubicBezTo>
                    <a:pt x="699" y="548"/>
                    <a:pt x="714" y="576"/>
                    <a:pt x="754" y="641"/>
                  </a:cubicBezTo>
                  <a:cubicBezTo>
                    <a:pt x="801" y="728"/>
                    <a:pt x="760" y="798"/>
                    <a:pt x="681" y="798"/>
                  </a:cubicBezTo>
                  <a:cubicBezTo>
                    <a:pt x="664" y="798"/>
                    <a:pt x="645" y="795"/>
                    <a:pt x="625" y="787"/>
                  </a:cubicBezTo>
                  <a:cubicBezTo>
                    <a:pt x="608" y="812"/>
                    <a:pt x="544" y="803"/>
                    <a:pt x="592" y="836"/>
                  </a:cubicBezTo>
                  <a:lnTo>
                    <a:pt x="519" y="828"/>
                  </a:lnTo>
                  <a:cubicBezTo>
                    <a:pt x="511" y="844"/>
                    <a:pt x="495" y="860"/>
                    <a:pt x="487" y="885"/>
                  </a:cubicBezTo>
                  <a:lnTo>
                    <a:pt x="535" y="917"/>
                  </a:lnTo>
                  <a:cubicBezTo>
                    <a:pt x="430" y="1031"/>
                    <a:pt x="357" y="1160"/>
                    <a:pt x="317" y="1306"/>
                  </a:cubicBezTo>
                  <a:cubicBezTo>
                    <a:pt x="253" y="1624"/>
                    <a:pt x="269" y="1726"/>
                    <a:pt x="307" y="1726"/>
                  </a:cubicBezTo>
                  <a:cubicBezTo>
                    <a:pt x="312" y="1726"/>
                    <a:pt x="318" y="1724"/>
                    <a:pt x="325" y="1720"/>
                  </a:cubicBezTo>
                  <a:cubicBezTo>
                    <a:pt x="333" y="1719"/>
                    <a:pt x="340" y="1719"/>
                    <a:pt x="347" y="1719"/>
                  </a:cubicBezTo>
                  <a:cubicBezTo>
                    <a:pt x="446" y="1719"/>
                    <a:pt x="438" y="1770"/>
                    <a:pt x="325" y="1793"/>
                  </a:cubicBezTo>
                  <a:cubicBezTo>
                    <a:pt x="325" y="1825"/>
                    <a:pt x="268" y="1890"/>
                    <a:pt x="268" y="1955"/>
                  </a:cubicBezTo>
                  <a:cubicBezTo>
                    <a:pt x="260" y="2012"/>
                    <a:pt x="260" y="2044"/>
                    <a:pt x="203" y="2044"/>
                  </a:cubicBezTo>
                  <a:lnTo>
                    <a:pt x="203" y="2068"/>
                  </a:lnTo>
                  <a:cubicBezTo>
                    <a:pt x="300" y="2093"/>
                    <a:pt x="333" y="2214"/>
                    <a:pt x="260" y="2287"/>
                  </a:cubicBezTo>
                  <a:cubicBezTo>
                    <a:pt x="260" y="2328"/>
                    <a:pt x="260" y="2344"/>
                    <a:pt x="317" y="2385"/>
                  </a:cubicBezTo>
                  <a:cubicBezTo>
                    <a:pt x="373" y="2425"/>
                    <a:pt x="373" y="2425"/>
                    <a:pt x="317" y="2449"/>
                  </a:cubicBezTo>
                  <a:cubicBezTo>
                    <a:pt x="252" y="2449"/>
                    <a:pt x="195" y="2563"/>
                    <a:pt x="308" y="2563"/>
                  </a:cubicBezTo>
                  <a:lnTo>
                    <a:pt x="252" y="2587"/>
                  </a:lnTo>
                  <a:cubicBezTo>
                    <a:pt x="187" y="2603"/>
                    <a:pt x="252" y="2628"/>
                    <a:pt x="308" y="2628"/>
                  </a:cubicBezTo>
                  <a:cubicBezTo>
                    <a:pt x="430" y="2628"/>
                    <a:pt x="430" y="2644"/>
                    <a:pt x="252" y="2668"/>
                  </a:cubicBezTo>
                  <a:cubicBezTo>
                    <a:pt x="130" y="2668"/>
                    <a:pt x="130" y="2684"/>
                    <a:pt x="187" y="2684"/>
                  </a:cubicBezTo>
                  <a:cubicBezTo>
                    <a:pt x="252" y="2709"/>
                    <a:pt x="308" y="2725"/>
                    <a:pt x="244" y="2749"/>
                  </a:cubicBezTo>
                  <a:cubicBezTo>
                    <a:pt x="244" y="2766"/>
                    <a:pt x="244" y="2790"/>
                    <a:pt x="365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1" y="2830"/>
                    <a:pt x="341" y="2822"/>
                    <a:pt x="308" y="2806"/>
                  </a:cubicBezTo>
                  <a:cubicBezTo>
                    <a:pt x="308" y="2813"/>
                    <a:pt x="308" y="2827"/>
                    <a:pt x="308" y="2847"/>
                  </a:cubicBezTo>
                  <a:cubicBezTo>
                    <a:pt x="308" y="2871"/>
                    <a:pt x="244" y="2903"/>
                    <a:pt x="187" y="2903"/>
                  </a:cubicBezTo>
                  <a:cubicBezTo>
                    <a:pt x="140" y="2921"/>
                    <a:pt x="127" y="2934"/>
                    <a:pt x="169" y="2934"/>
                  </a:cubicBezTo>
                  <a:cubicBezTo>
                    <a:pt x="185" y="2934"/>
                    <a:pt x="210" y="2932"/>
                    <a:pt x="244" y="2928"/>
                  </a:cubicBezTo>
                  <a:cubicBezTo>
                    <a:pt x="365" y="2928"/>
                    <a:pt x="365" y="2928"/>
                    <a:pt x="365" y="2968"/>
                  </a:cubicBezTo>
                  <a:cubicBezTo>
                    <a:pt x="365" y="2984"/>
                    <a:pt x="357" y="3009"/>
                    <a:pt x="300" y="3009"/>
                  </a:cubicBezTo>
                  <a:cubicBezTo>
                    <a:pt x="244" y="3009"/>
                    <a:pt x="244" y="3009"/>
                    <a:pt x="244" y="3049"/>
                  </a:cubicBezTo>
                  <a:cubicBezTo>
                    <a:pt x="235" y="3106"/>
                    <a:pt x="414" y="3171"/>
                    <a:pt x="535" y="3187"/>
                  </a:cubicBezTo>
                  <a:cubicBezTo>
                    <a:pt x="657" y="3187"/>
                    <a:pt x="657" y="3187"/>
                    <a:pt x="535" y="3211"/>
                  </a:cubicBezTo>
                  <a:cubicBezTo>
                    <a:pt x="479" y="3211"/>
                    <a:pt x="479" y="3228"/>
                    <a:pt x="479" y="3252"/>
                  </a:cubicBezTo>
                  <a:cubicBezTo>
                    <a:pt x="517" y="3252"/>
                    <a:pt x="504" y="3259"/>
                    <a:pt x="491" y="3259"/>
                  </a:cubicBezTo>
                  <a:cubicBezTo>
                    <a:pt x="485" y="3259"/>
                    <a:pt x="479" y="3257"/>
                    <a:pt x="479" y="3252"/>
                  </a:cubicBezTo>
                  <a:cubicBezTo>
                    <a:pt x="414" y="3252"/>
                    <a:pt x="414" y="3228"/>
                    <a:pt x="414" y="3211"/>
                  </a:cubicBezTo>
                  <a:lnTo>
                    <a:pt x="357" y="3211"/>
                  </a:lnTo>
                  <a:cubicBezTo>
                    <a:pt x="235" y="3228"/>
                    <a:pt x="235" y="3244"/>
                    <a:pt x="357" y="3268"/>
                  </a:cubicBezTo>
                  <a:cubicBezTo>
                    <a:pt x="414" y="3284"/>
                    <a:pt x="414" y="3284"/>
                    <a:pt x="357" y="3309"/>
                  </a:cubicBezTo>
                  <a:cubicBezTo>
                    <a:pt x="292" y="3325"/>
                    <a:pt x="235" y="3349"/>
                    <a:pt x="292" y="3349"/>
                  </a:cubicBezTo>
                  <a:cubicBezTo>
                    <a:pt x="292" y="3349"/>
                    <a:pt x="292" y="3390"/>
                    <a:pt x="235" y="3406"/>
                  </a:cubicBezTo>
                  <a:cubicBezTo>
                    <a:pt x="235" y="3447"/>
                    <a:pt x="227" y="3471"/>
                    <a:pt x="292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8"/>
                    <a:pt x="349" y="3544"/>
                    <a:pt x="406" y="3552"/>
                  </a:cubicBezTo>
                  <a:cubicBezTo>
                    <a:pt x="471" y="3552"/>
                    <a:pt x="527" y="3568"/>
                    <a:pt x="527" y="3609"/>
                  </a:cubicBezTo>
                  <a:cubicBezTo>
                    <a:pt x="584" y="3649"/>
                    <a:pt x="584" y="3649"/>
                    <a:pt x="462" y="3666"/>
                  </a:cubicBezTo>
                  <a:cubicBezTo>
                    <a:pt x="406" y="3666"/>
                    <a:pt x="406" y="3690"/>
                    <a:pt x="406" y="3706"/>
                  </a:cubicBezTo>
                  <a:cubicBezTo>
                    <a:pt x="406" y="3706"/>
                    <a:pt x="406" y="3730"/>
                    <a:pt x="341" y="3747"/>
                  </a:cubicBezTo>
                  <a:cubicBezTo>
                    <a:pt x="284" y="3771"/>
                    <a:pt x="341" y="3771"/>
                    <a:pt x="406" y="3771"/>
                  </a:cubicBezTo>
                  <a:lnTo>
                    <a:pt x="527" y="3771"/>
                  </a:lnTo>
                  <a:cubicBezTo>
                    <a:pt x="527" y="3787"/>
                    <a:pt x="406" y="3811"/>
                    <a:pt x="341" y="3811"/>
                  </a:cubicBezTo>
                  <a:cubicBezTo>
                    <a:pt x="227" y="3828"/>
                    <a:pt x="227" y="3828"/>
                    <a:pt x="341" y="3828"/>
                  </a:cubicBezTo>
                  <a:cubicBezTo>
                    <a:pt x="406" y="3828"/>
                    <a:pt x="462" y="3852"/>
                    <a:pt x="406" y="3884"/>
                  </a:cubicBezTo>
                  <a:cubicBezTo>
                    <a:pt x="398" y="3925"/>
                    <a:pt x="398" y="3966"/>
                    <a:pt x="341" y="3966"/>
                  </a:cubicBezTo>
                  <a:cubicBezTo>
                    <a:pt x="276" y="3990"/>
                    <a:pt x="341" y="4006"/>
                    <a:pt x="341" y="4006"/>
                  </a:cubicBezTo>
                  <a:cubicBezTo>
                    <a:pt x="398" y="4030"/>
                    <a:pt x="398" y="4047"/>
                    <a:pt x="341" y="4111"/>
                  </a:cubicBezTo>
                  <a:cubicBezTo>
                    <a:pt x="219" y="4209"/>
                    <a:pt x="219" y="4209"/>
                    <a:pt x="333" y="4209"/>
                  </a:cubicBezTo>
                  <a:cubicBezTo>
                    <a:pt x="398" y="4209"/>
                    <a:pt x="454" y="4209"/>
                    <a:pt x="333" y="4225"/>
                  </a:cubicBezTo>
                  <a:cubicBezTo>
                    <a:pt x="276" y="4249"/>
                    <a:pt x="333" y="4265"/>
                    <a:pt x="389" y="4306"/>
                  </a:cubicBezTo>
                  <a:cubicBezTo>
                    <a:pt x="471" y="4322"/>
                    <a:pt x="552" y="4330"/>
                    <a:pt x="633" y="4330"/>
                  </a:cubicBezTo>
                  <a:cubicBezTo>
                    <a:pt x="754" y="4330"/>
                    <a:pt x="754" y="4330"/>
                    <a:pt x="689" y="4371"/>
                  </a:cubicBezTo>
                  <a:cubicBezTo>
                    <a:pt x="689" y="4387"/>
                    <a:pt x="633" y="4411"/>
                    <a:pt x="568" y="4411"/>
                  </a:cubicBezTo>
                  <a:cubicBezTo>
                    <a:pt x="511" y="4411"/>
                    <a:pt x="511" y="4387"/>
                    <a:pt x="511" y="4387"/>
                  </a:cubicBezTo>
                  <a:lnTo>
                    <a:pt x="511" y="4371"/>
                  </a:lnTo>
                  <a:cubicBezTo>
                    <a:pt x="454" y="4371"/>
                    <a:pt x="389" y="4371"/>
                    <a:pt x="389" y="4411"/>
                  </a:cubicBezTo>
                  <a:cubicBezTo>
                    <a:pt x="333" y="4428"/>
                    <a:pt x="333" y="4444"/>
                    <a:pt x="389" y="4452"/>
                  </a:cubicBezTo>
                  <a:cubicBezTo>
                    <a:pt x="333" y="4468"/>
                    <a:pt x="325" y="4509"/>
                    <a:pt x="325" y="4549"/>
                  </a:cubicBezTo>
                  <a:cubicBezTo>
                    <a:pt x="325" y="4590"/>
                    <a:pt x="325" y="4647"/>
                    <a:pt x="268" y="4671"/>
                  </a:cubicBezTo>
                  <a:cubicBezTo>
                    <a:pt x="268" y="4711"/>
                    <a:pt x="260" y="4728"/>
                    <a:pt x="325" y="4728"/>
                  </a:cubicBezTo>
                  <a:cubicBezTo>
                    <a:pt x="446" y="4728"/>
                    <a:pt x="446" y="4744"/>
                    <a:pt x="381" y="4744"/>
                  </a:cubicBezTo>
                  <a:cubicBezTo>
                    <a:pt x="379" y="4744"/>
                    <a:pt x="378" y="4743"/>
                    <a:pt x="376" y="4743"/>
                  </a:cubicBezTo>
                  <a:cubicBezTo>
                    <a:pt x="259" y="4743"/>
                    <a:pt x="198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lnTo>
                    <a:pt x="333" y="5295"/>
                  </a:lnTo>
                  <a:cubicBezTo>
                    <a:pt x="276" y="5376"/>
                    <a:pt x="325" y="5579"/>
                    <a:pt x="389" y="5587"/>
                  </a:cubicBezTo>
                  <a:lnTo>
                    <a:pt x="422" y="5676"/>
                  </a:lnTo>
                  <a:cubicBezTo>
                    <a:pt x="398" y="5765"/>
                    <a:pt x="414" y="5798"/>
                    <a:pt x="479" y="5798"/>
                  </a:cubicBezTo>
                  <a:cubicBezTo>
                    <a:pt x="523" y="5792"/>
                    <a:pt x="559" y="5776"/>
                    <a:pt x="563" y="5776"/>
                  </a:cubicBezTo>
                  <a:cubicBezTo>
                    <a:pt x="565" y="5776"/>
                    <a:pt x="559" y="5779"/>
                    <a:pt x="544" y="5790"/>
                  </a:cubicBezTo>
                  <a:cubicBezTo>
                    <a:pt x="495" y="5822"/>
                    <a:pt x="519" y="5887"/>
                    <a:pt x="592" y="5992"/>
                  </a:cubicBezTo>
                  <a:cubicBezTo>
                    <a:pt x="638" y="6052"/>
                    <a:pt x="658" y="6077"/>
                    <a:pt x="671" y="6077"/>
                  </a:cubicBezTo>
                  <a:cubicBezTo>
                    <a:pt x="681" y="6077"/>
                    <a:pt x="687" y="6061"/>
                    <a:pt x="698" y="6033"/>
                  </a:cubicBezTo>
                  <a:cubicBezTo>
                    <a:pt x="827" y="6082"/>
                    <a:pt x="779" y="6122"/>
                    <a:pt x="738" y="6171"/>
                  </a:cubicBezTo>
                  <a:cubicBezTo>
                    <a:pt x="678" y="6203"/>
                    <a:pt x="668" y="6233"/>
                    <a:pt x="698" y="6233"/>
                  </a:cubicBezTo>
                  <a:cubicBezTo>
                    <a:pt x="720" y="6233"/>
                    <a:pt x="765" y="6216"/>
                    <a:pt x="827" y="6171"/>
                  </a:cubicBezTo>
                  <a:cubicBezTo>
                    <a:pt x="869" y="6145"/>
                    <a:pt x="901" y="6134"/>
                    <a:pt x="922" y="6134"/>
                  </a:cubicBezTo>
                  <a:cubicBezTo>
                    <a:pt x="953" y="6134"/>
                    <a:pt x="960" y="6158"/>
                    <a:pt x="941" y="6187"/>
                  </a:cubicBezTo>
                  <a:cubicBezTo>
                    <a:pt x="924" y="6208"/>
                    <a:pt x="909" y="6215"/>
                    <a:pt x="897" y="6215"/>
                  </a:cubicBezTo>
                  <a:cubicBezTo>
                    <a:pt x="880" y="6215"/>
                    <a:pt x="866" y="6201"/>
                    <a:pt x="852" y="6187"/>
                  </a:cubicBezTo>
                  <a:lnTo>
                    <a:pt x="771" y="6276"/>
                  </a:lnTo>
                  <a:cubicBezTo>
                    <a:pt x="783" y="6288"/>
                    <a:pt x="789" y="6294"/>
                    <a:pt x="800" y="6294"/>
                  </a:cubicBezTo>
                  <a:cubicBezTo>
                    <a:pt x="811" y="6294"/>
                    <a:pt x="827" y="6288"/>
                    <a:pt x="860" y="6276"/>
                  </a:cubicBezTo>
                  <a:cubicBezTo>
                    <a:pt x="860" y="6276"/>
                    <a:pt x="868" y="6285"/>
                    <a:pt x="890" y="6285"/>
                  </a:cubicBezTo>
                  <a:cubicBezTo>
                    <a:pt x="904" y="6285"/>
                    <a:pt x="923" y="6281"/>
                    <a:pt x="949" y="6268"/>
                  </a:cubicBezTo>
                  <a:cubicBezTo>
                    <a:pt x="1006" y="6244"/>
                    <a:pt x="1046" y="6195"/>
                    <a:pt x="1062" y="6130"/>
                  </a:cubicBezTo>
                  <a:cubicBezTo>
                    <a:pt x="1071" y="6094"/>
                    <a:pt x="1080" y="6083"/>
                    <a:pt x="1091" y="6083"/>
                  </a:cubicBezTo>
                  <a:cubicBezTo>
                    <a:pt x="1099" y="6083"/>
                    <a:pt x="1108" y="6091"/>
                    <a:pt x="1119" y="6098"/>
                  </a:cubicBezTo>
                  <a:cubicBezTo>
                    <a:pt x="1135" y="6171"/>
                    <a:pt x="1095" y="6236"/>
                    <a:pt x="1038" y="6260"/>
                  </a:cubicBezTo>
                  <a:cubicBezTo>
                    <a:pt x="1035" y="6258"/>
                    <a:pt x="1031" y="6257"/>
                    <a:pt x="1028" y="6257"/>
                  </a:cubicBezTo>
                  <a:cubicBezTo>
                    <a:pt x="1003" y="6257"/>
                    <a:pt x="969" y="6299"/>
                    <a:pt x="941" y="6341"/>
                  </a:cubicBezTo>
                  <a:cubicBezTo>
                    <a:pt x="925" y="6360"/>
                    <a:pt x="948" y="6371"/>
                    <a:pt x="987" y="6371"/>
                  </a:cubicBezTo>
                  <a:cubicBezTo>
                    <a:pt x="1046" y="6371"/>
                    <a:pt x="1139" y="6348"/>
                    <a:pt x="1194" y="6298"/>
                  </a:cubicBezTo>
                  <a:lnTo>
                    <a:pt x="1194" y="6298"/>
                  </a:lnTo>
                  <a:cubicBezTo>
                    <a:pt x="1187" y="6310"/>
                    <a:pt x="1178" y="6324"/>
                    <a:pt x="1168" y="6341"/>
                  </a:cubicBezTo>
                  <a:cubicBezTo>
                    <a:pt x="1135" y="6390"/>
                    <a:pt x="1192" y="6422"/>
                    <a:pt x="1249" y="6446"/>
                  </a:cubicBezTo>
                  <a:cubicBezTo>
                    <a:pt x="1274" y="6457"/>
                    <a:pt x="1295" y="6465"/>
                    <a:pt x="1312" y="6465"/>
                  </a:cubicBezTo>
                  <a:cubicBezTo>
                    <a:pt x="1333" y="6465"/>
                    <a:pt x="1349" y="6453"/>
                    <a:pt x="1362" y="6422"/>
                  </a:cubicBezTo>
                  <a:cubicBezTo>
                    <a:pt x="1385" y="6377"/>
                    <a:pt x="1408" y="6324"/>
                    <a:pt x="1437" y="6324"/>
                  </a:cubicBezTo>
                  <a:cubicBezTo>
                    <a:pt x="1439" y="6324"/>
                    <a:pt x="1441" y="6324"/>
                    <a:pt x="1443" y="6325"/>
                  </a:cubicBezTo>
                  <a:cubicBezTo>
                    <a:pt x="1411" y="6317"/>
                    <a:pt x="1443" y="6260"/>
                    <a:pt x="1468" y="6203"/>
                  </a:cubicBezTo>
                  <a:cubicBezTo>
                    <a:pt x="1484" y="6252"/>
                    <a:pt x="1492" y="6292"/>
                    <a:pt x="1500" y="6341"/>
                  </a:cubicBezTo>
                  <a:cubicBezTo>
                    <a:pt x="1508" y="6463"/>
                    <a:pt x="1549" y="6536"/>
                    <a:pt x="1679" y="6552"/>
                  </a:cubicBezTo>
                  <a:cubicBezTo>
                    <a:pt x="1735" y="6560"/>
                    <a:pt x="1816" y="6560"/>
                    <a:pt x="1849" y="6601"/>
                  </a:cubicBezTo>
                  <a:cubicBezTo>
                    <a:pt x="1857" y="6609"/>
                    <a:pt x="1865" y="6617"/>
                    <a:pt x="1873" y="6625"/>
                  </a:cubicBezTo>
                  <a:cubicBezTo>
                    <a:pt x="1938" y="6625"/>
                    <a:pt x="1971" y="6625"/>
                    <a:pt x="1979" y="6568"/>
                  </a:cubicBezTo>
                  <a:lnTo>
                    <a:pt x="2043" y="6568"/>
                  </a:lnTo>
                  <a:cubicBezTo>
                    <a:pt x="2060" y="6597"/>
                    <a:pt x="2088" y="6614"/>
                    <a:pt x="2109" y="6614"/>
                  </a:cubicBezTo>
                  <a:cubicBezTo>
                    <a:pt x="2130" y="6614"/>
                    <a:pt x="2145" y="6599"/>
                    <a:pt x="2141" y="6568"/>
                  </a:cubicBezTo>
                  <a:cubicBezTo>
                    <a:pt x="2146" y="6549"/>
                    <a:pt x="2152" y="6543"/>
                    <a:pt x="2159" y="6543"/>
                  </a:cubicBezTo>
                  <a:cubicBezTo>
                    <a:pt x="2172" y="6543"/>
                    <a:pt x="2187" y="6568"/>
                    <a:pt x="2198" y="6568"/>
                  </a:cubicBezTo>
                  <a:cubicBezTo>
                    <a:pt x="2216" y="6623"/>
                    <a:pt x="2226" y="6653"/>
                    <a:pt x="2230" y="6653"/>
                  </a:cubicBezTo>
                  <a:cubicBezTo>
                    <a:pt x="2235" y="6653"/>
                    <a:pt x="2231" y="6609"/>
                    <a:pt x="2222" y="6511"/>
                  </a:cubicBezTo>
                  <a:cubicBezTo>
                    <a:pt x="2222" y="6455"/>
                    <a:pt x="2181" y="6390"/>
                    <a:pt x="2157" y="6390"/>
                  </a:cubicBezTo>
                  <a:lnTo>
                    <a:pt x="2084" y="6390"/>
                  </a:lnTo>
                  <a:cubicBezTo>
                    <a:pt x="2116" y="6374"/>
                    <a:pt x="2141" y="6357"/>
                    <a:pt x="2157" y="6333"/>
                  </a:cubicBezTo>
                  <a:cubicBezTo>
                    <a:pt x="2181" y="6333"/>
                    <a:pt x="2222" y="6276"/>
                    <a:pt x="2222" y="6211"/>
                  </a:cubicBezTo>
                  <a:cubicBezTo>
                    <a:pt x="2222" y="6211"/>
                    <a:pt x="2222" y="6155"/>
                    <a:pt x="2238" y="6155"/>
                  </a:cubicBezTo>
                  <a:lnTo>
                    <a:pt x="2238" y="6276"/>
                  </a:lnTo>
                  <a:cubicBezTo>
                    <a:pt x="2222" y="6333"/>
                    <a:pt x="2214" y="6390"/>
                    <a:pt x="2222" y="6455"/>
                  </a:cubicBezTo>
                  <a:cubicBezTo>
                    <a:pt x="2232" y="6525"/>
                    <a:pt x="2261" y="6577"/>
                    <a:pt x="2281" y="6577"/>
                  </a:cubicBezTo>
                  <a:cubicBezTo>
                    <a:pt x="2294" y="6577"/>
                    <a:pt x="2303" y="6557"/>
                    <a:pt x="2303" y="6511"/>
                  </a:cubicBezTo>
                  <a:cubicBezTo>
                    <a:pt x="2319" y="6511"/>
                    <a:pt x="2319" y="6511"/>
                    <a:pt x="2343" y="6576"/>
                  </a:cubicBezTo>
                  <a:cubicBezTo>
                    <a:pt x="2343" y="6600"/>
                    <a:pt x="2346" y="6613"/>
                    <a:pt x="2351" y="6613"/>
                  </a:cubicBezTo>
                  <a:cubicBezTo>
                    <a:pt x="2358" y="6613"/>
                    <a:pt x="2370" y="6586"/>
                    <a:pt x="2384" y="6519"/>
                  </a:cubicBezTo>
                  <a:cubicBezTo>
                    <a:pt x="2392" y="6459"/>
                    <a:pt x="2402" y="6428"/>
                    <a:pt x="2412" y="6428"/>
                  </a:cubicBezTo>
                  <a:cubicBezTo>
                    <a:pt x="2423" y="6428"/>
                    <a:pt x="2433" y="6459"/>
                    <a:pt x="2441" y="6519"/>
                  </a:cubicBezTo>
                  <a:cubicBezTo>
                    <a:pt x="2464" y="6590"/>
                    <a:pt x="2501" y="6619"/>
                    <a:pt x="2528" y="6619"/>
                  </a:cubicBezTo>
                  <a:cubicBezTo>
                    <a:pt x="2548" y="6619"/>
                    <a:pt x="2562" y="6604"/>
                    <a:pt x="2562" y="6576"/>
                  </a:cubicBezTo>
                  <a:cubicBezTo>
                    <a:pt x="2562" y="6510"/>
                    <a:pt x="2582" y="6482"/>
                    <a:pt x="2603" y="6482"/>
                  </a:cubicBezTo>
                  <a:cubicBezTo>
                    <a:pt x="2618" y="6482"/>
                    <a:pt x="2633" y="6496"/>
                    <a:pt x="2643" y="6519"/>
                  </a:cubicBezTo>
                  <a:cubicBezTo>
                    <a:pt x="2652" y="6552"/>
                    <a:pt x="2660" y="6568"/>
                    <a:pt x="2669" y="6568"/>
                  </a:cubicBezTo>
                  <a:cubicBezTo>
                    <a:pt x="2678" y="6568"/>
                    <a:pt x="2688" y="6552"/>
                    <a:pt x="2700" y="6519"/>
                  </a:cubicBezTo>
                  <a:cubicBezTo>
                    <a:pt x="2700" y="6566"/>
                    <a:pt x="2708" y="6608"/>
                    <a:pt x="2722" y="6608"/>
                  </a:cubicBezTo>
                  <a:cubicBezTo>
                    <a:pt x="2727" y="6608"/>
                    <a:pt x="2734" y="6601"/>
                    <a:pt x="2741" y="6584"/>
                  </a:cubicBezTo>
                  <a:cubicBezTo>
                    <a:pt x="2741" y="6584"/>
                    <a:pt x="2757" y="6584"/>
                    <a:pt x="2741" y="6528"/>
                  </a:cubicBezTo>
                  <a:lnTo>
                    <a:pt x="2781" y="6406"/>
                  </a:lnTo>
                  <a:cubicBezTo>
                    <a:pt x="2757" y="6406"/>
                    <a:pt x="2757" y="6341"/>
                    <a:pt x="2757" y="6284"/>
                  </a:cubicBezTo>
                  <a:cubicBezTo>
                    <a:pt x="2759" y="6270"/>
                    <a:pt x="2765" y="6263"/>
                    <a:pt x="2773" y="6263"/>
                  </a:cubicBezTo>
                  <a:cubicBezTo>
                    <a:pt x="2799" y="6263"/>
                    <a:pt x="2848" y="6330"/>
                    <a:pt x="2879" y="6471"/>
                  </a:cubicBezTo>
                  <a:lnTo>
                    <a:pt x="2919" y="6584"/>
                  </a:lnTo>
                  <a:lnTo>
                    <a:pt x="2919" y="6471"/>
                  </a:lnTo>
                  <a:cubicBezTo>
                    <a:pt x="2943" y="6471"/>
                    <a:pt x="2960" y="6471"/>
                    <a:pt x="2960" y="6528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0" y="6592"/>
                    <a:pt x="3000" y="6528"/>
                  </a:cubicBezTo>
                  <a:cubicBezTo>
                    <a:pt x="3000" y="6461"/>
                    <a:pt x="3000" y="6434"/>
                    <a:pt x="3003" y="6434"/>
                  </a:cubicBezTo>
                  <a:cubicBezTo>
                    <a:pt x="3006" y="6434"/>
                    <a:pt x="3010" y="6447"/>
                    <a:pt x="3016" y="6471"/>
                  </a:cubicBezTo>
                  <a:cubicBezTo>
                    <a:pt x="3029" y="6532"/>
                    <a:pt x="3039" y="6562"/>
                    <a:pt x="3049" y="6562"/>
                  </a:cubicBezTo>
                  <a:cubicBezTo>
                    <a:pt x="3059" y="6562"/>
                    <a:pt x="3069" y="6532"/>
                    <a:pt x="3081" y="6471"/>
                  </a:cubicBezTo>
                  <a:cubicBezTo>
                    <a:pt x="3081" y="6410"/>
                    <a:pt x="3081" y="6380"/>
                    <a:pt x="3083" y="6380"/>
                  </a:cubicBezTo>
                  <a:cubicBezTo>
                    <a:pt x="3085" y="6380"/>
                    <a:pt x="3089" y="6410"/>
                    <a:pt x="3097" y="6471"/>
                  </a:cubicBezTo>
                  <a:cubicBezTo>
                    <a:pt x="3097" y="6536"/>
                    <a:pt x="3122" y="6592"/>
                    <a:pt x="3138" y="6592"/>
                  </a:cubicBezTo>
                  <a:lnTo>
                    <a:pt x="3138" y="6536"/>
                  </a:lnTo>
                  <a:cubicBezTo>
                    <a:pt x="3138" y="6463"/>
                    <a:pt x="3147" y="6434"/>
                    <a:pt x="3157" y="6434"/>
                  </a:cubicBezTo>
                  <a:cubicBezTo>
                    <a:pt x="3164" y="6434"/>
                    <a:pt x="3172" y="6448"/>
                    <a:pt x="3179" y="6471"/>
                  </a:cubicBezTo>
                  <a:cubicBezTo>
                    <a:pt x="3179" y="6504"/>
                    <a:pt x="3185" y="6521"/>
                    <a:pt x="3197" y="6521"/>
                  </a:cubicBezTo>
                  <a:cubicBezTo>
                    <a:pt x="3208" y="6521"/>
                    <a:pt x="3224" y="6506"/>
                    <a:pt x="3243" y="6479"/>
                  </a:cubicBezTo>
                  <a:cubicBezTo>
                    <a:pt x="3284" y="6479"/>
                    <a:pt x="3300" y="6479"/>
                    <a:pt x="3300" y="6536"/>
                  </a:cubicBezTo>
                  <a:cubicBezTo>
                    <a:pt x="3300" y="6596"/>
                    <a:pt x="3300" y="6627"/>
                    <a:pt x="3303" y="6627"/>
                  </a:cubicBezTo>
                  <a:cubicBezTo>
                    <a:pt x="3306" y="6627"/>
                    <a:pt x="3312" y="6596"/>
                    <a:pt x="3324" y="6536"/>
                  </a:cubicBezTo>
                  <a:cubicBezTo>
                    <a:pt x="3333" y="6507"/>
                    <a:pt x="3337" y="6493"/>
                    <a:pt x="3344" y="6493"/>
                  </a:cubicBezTo>
                  <a:cubicBezTo>
                    <a:pt x="3351" y="6493"/>
                    <a:pt x="3361" y="6507"/>
                    <a:pt x="3381" y="6536"/>
                  </a:cubicBezTo>
                  <a:cubicBezTo>
                    <a:pt x="3389" y="6568"/>
                    <a:pt x="3393" y="6584"/>
                    <a:pt x="3398" y="6584"/>
                  </a:cubicBezTo>
                  <a:cubicBezTo>
                    <a:pt x="3404" y="6584"/>
                    <a:pt x="3410" y="6568"/>
                    <a:pt x="3422" y="6536"/>
                  </a:cubicBezTo>
                  <a:cubicBezTo>
                    <a:pt x="3422" y="6422"/>
                    <a:pt x="3422" y="6357"/>
                    <a:pt x="3397" y="6357"/>
                  </a:cubicBezTo>
                  <a:cubicBezTo>
                    <a:pt x="3381" y="6357"/>
                    <a:pt x="3381" y="6357"/>
                    <a:pt x="3381" y="6301"/>
                  </a:cubicBezTo>
                  <a:lnTo>
                    <a:pt x="3422" y="6301"/>
                  </a:lnTo>
                  <a:cubicBezTo>
                    <a:pt x="3438" y="6301"/>
                    <a:pt x="3462" y="6301"/>
                    <a:pt x="3503" y="6244"/>
                  </a:cubicBezTo>
                  <a:cubicBezTo>
                    <a:pt x="3514" y="6226"/>
                    <a:pt x="3522" y="6204"/>
                    <a:pt x="3527" y="6183"/>
                  </a:cubicBezTo>
                  <a:lnTo>
                    <a:pt x="3527" y="6183"/>
                  </a:lnTo>
                  <a:lnTo>
                    <a:pt x="3527" y="6276"/>
                  </a:lnTo>
                  <a:cubicBezTo>
                    <a:pt x="3527" y="6398"/>
                    <a:pt x="3527" y="6455"/>
                    <a:pt x="3576" y="6511"/>
                  </a:cubicBezTo>
                  <a:cubicBezTo>
                    <a:pt x="3636" y="6548"/>
                    <a:pt x="3688" y="6583"/>
                    <a:pt x="3721" y="6583"/>
                  </a:cubicBezTo>
                  <a:cubicBezTo>
                    <a:pt x="3745" y="6583"/>
                    <a:pt x="3758" y="6563"/>
                    <a:pt x="3754" y="6511"/>
                  </a:cubicBezTo>
                  <a:cubicBezTo>
                    <a:pt x="3754" y="6511"/>
                    <a:pt x="3779" y="6446"/>
                    <a:pt x="3803" y="6446"/>
                  </a:cubicBezTo>
                  <a:cubicBezTo>
                    <a:pt x="3827" y="6446"/>
                    <a:pt x="3860" y="6503"/>
                    <a:pt x="3860" y="6503"/>
                  </a:cubicBezTo>
                  <a:cubicBezTo>
                    <a:pt x="3864" y="6539"/>
                    <a:pt x="3896" y="6550"/>
                    <a:pt x="3945" y="6550"/>
                  </a:cubicBezTo>
                  <a:cubicBezTo>
                    <a:pt x="3985" y="6550"/>
                    <a:pt x="4037" y="6543"/>
                    <a:pt x="4095" y="6536"/>
                  </a:cubicBezTo>
                  <a:cubicBezTo>
                    <a:pt x="4184" y="6522"/>
                    <a:pt x="4246" y="6508"/>
                    <a:pt x="4290" y="6508"/>
                  </a:cubicBezTo>
                  <a:cubicBezTo>
                    <a:pt x="4322" y="6508"/>
                    <a:pt x="4345" y="6515"/>
                    <a:pt x="4362" y="6536"/>
                  </a:cubicBezTo>
                  <a:cubicBezTo>
                    <a:pt x="4394" y="6580"/>
                    <a:pt x="4420" y="6585"/>
                    <a:pt x="4431" y="6585"/>
                  </a:cubicBezTo>
                  <a:cubicBezTo>
                    <a:pt x="4434" y="6585"/>
                    <a:pt x="4435" y="6584"/>
                    <a:pt x="4435" y="6584"/>
                  </a:cubicBezTo>
                  <a:cubicBezTo>
                    <a:pt x="4419" y="6528"/>
                    <a:pt x="4573" y="6487"/>
                    <a:pt x="4743" y="6422"/>
                  </a:cubicBezTo>
                  <a:cubicBezTo>
                    <a:pt x="4922" y="6357"/>
                    <a:pt x="5084" y="6268"/>
                    <a:pt x="5060" y="6219"/>
                  </a:cubicBezTo>
                  <a:lnTo>
                    <a:pt x="5108" y="6195"/>
                  </a:lnTo>
                  <a:cubicBezTo>
                    <a:pt x="5118" y="6216"/>
                    <a:pt x="5133" y="6223"/>
                    <a:pt x="5150" y="6223"/>
                  </a:cubicBezTo>
                  <a:cubicBezTo>
                    <a:pt x="5174" y="6223"/>
                    <a:pt x="5202" y="6209"/>
                    <a:pt x="5230" y="6195"/>
                  </a:cubicBezTo>
                  <a:cubicBezTo>
                    <a:pt x="5230" y="6146"/>
                    <a:pt x="5254" y="6114"/>
                    <a:pt x="5287" y="6090"/>
                  </a:cubicBezTo>
                  <a:cubicBezTo>
                    <a:pt x="5302" y="6113"/>
                    <a:pt x="5315" y="6121"/>
                    <a:pt x="5330" y="6121"/>
                  </a:cubicBezTo>
                  <a:cubicBezTo>
                    <a:pt x="5346" y="6121"/>
                    <a:pt x="5362" y="6111"/>
                    <a:pt x="5384" y="6098"/>
                  </a:cubicBezTo>
                  <a:cubicBezTo>
                    <a:pt x="5433" y="6065"/>
                    <a:pt x="5449" y="6049"/>
                    <a:pt x="5416" y="6001"/>
                  </a:cubicBezTo>
                  <a:cubicBezTo>
                    <a:pt x="5497" y="5936"/>
                    <a:pt x="5587" y="5895"/>
                    <a:pt x="5684" y="5871"/>
                  </a:cubicBezTo>
                  <a:cubicBezTo>
                    <a:pt x="5693" y="5875"/>
                    <a:pt x="5700" y="5877"/>
                    <a:pt x="5706" y="5877"/>
                  </a:cubicBezTo>
                  <a:cubicBezTo>
                    <a:pt x="5735" y="5877"/>
                    <a:pt x="5722" y="5828"/>
                    <a:pt x="5708" y="5774"/>
                  </a:cubicBezTo>
                  <a:cubicBezTo>
                    <a:pt x="5668" y="5733"/>
                    <a:pt x="5643" y="5668"/>
                    <a:pt x="5660" y="5652"/>
                  </a:cubicBezTo>
                  <a:lnTo>
                    <a:pt x="5660" y="5652"/>
                  </a:lnTo>
                  <a:lnTo>
                    <a:pt x="5749" y="5741"/>
                  </a:lnTo>
                  <a:cubicBezTo>
                    <a:pt x="5758" y="5773"/>
                    <a:pt x="5762" y="5787"/>
                    <a:pt x="5771" y="5787"/>
                  </a:cubicBezTo>
                  <a:cubicBezTo>
                    <a:pt x="5778" y="5787"/>
                    <a:pt x="5788" y="5779"/>
                    <a:pt x="5805" y="5765"/>
                  </a:cubicBezTo>
                  <a:lnTo>
                    <a:pt x="5846" y="5733"/>
                  </a:lnTo>
                  <a:cubicBezTo>
                    <a:pt x="5805" y="5692"/>
                    <a:pt x="5895" y="5595"/>
                    <a:pt x="6024" y="5457"/>
                  </a:cubicBezTo>
                  <a:cubicBezTo>
                    <a:pt x="6170" y="5279"/>
                    <a:pt x="6219" y="5206"/>
                    <a:pt x="6170" y="5174"/>
                  </a:cubicBezTo>
                  <a:cubicBezTo>
                    <a:pt x="6122" y="5141"/>
                    <a:pt x="6130" y="5125"/>
                    <a:pt x="6227" y="5092"/>
                  </a:cubicBezTo>
                  <a:cubicBezTo>
                    <a:pt x="6462" y="5052"/>
                    <a:pt x="6462" y="5044"/>
                    <a:pt x="6422" y="4995"/>
                  </a:cubicBezTo>
                  <a:lnTo>
                    <a:pt x="6422" y="4995"/>
                  </a:lnTo>
                  <a:cubicBezTo>
                    <a:pt x="6420" y="5001"/>
                    <a:pt x="6415" y="5004"/>
                    <a:pt x="6408" y="5004"/>
                  </a:cubicBezTo>
                  <a:cubicBezTo>
                    <a:pt x="6386" y="5004"/>
                    <a:pt x="6345" y="4979"/>
                    <a:pt x="6308" y="4955"/>
                  </a:cubicBezTo>
                  <a:cubicBezTo>
                    <a:pt x="6239" y="4917"/>
                    <a:pt x="6222" y="4898"/>
                    <a:pt x="6251" y="4898"/>
                  </a:cubicBezTo>
                  <a:cubicBezTo>
                    <a:pt x="6266" y="4898"/>
                    <a:pt x="6294" y="4903"/>
                    <a:pt x="6332" y="4914"/>
                  </a:cubicBezTo>
                  <a:cubicBezTo>
                    <a:pt x="6340" y="4918"/>
                    <a:pt x="6347" y="4920"/>
                    <a:pt x="6355" y="4920"/>
                  </a:cubicBezTo>
                  <a:cubicBezTo>
                    <a:pt x="6456" y="4920"/>
                    <a:pt x="6568" y="4585"/>
                    <a:pt x="6462" y="4517"/>
                  </a:cubicBezTo>
                  <a:lnTo>
                    <a:pt x="6462" y="4517"/>
                  </a:lnTo>
                  <a:lnTo>
                    <a:pt x="6511" y="4541"/>
                  </a:lnTo>
                  <a:cubicBezTo>
                    <a:pt x="6524" y="4547"/>
                    <a:pt x="6535" y="4550"/>
                    <a:pt x="6544" y="4550"/>
                  </a:cubicBezTo>
                  <a:cubicBezTo>
                    <a:pt x="6573" y="4550"/>
                    <a:pt x="6585" y="4517"/>
                    <a:pt x="6616" y="4436"/>
                  </a:cubicBezTo>
                  <a:lnTo>
                    <a:pt x="6649" y="4363"/>
                  </a:lnTo>
                  <a:cubicBezTo>
                    <a:pt x="6539" y="4331"/>
                    <a:pt x="6627" y="4208"/>
                    <a:pt x="6684" y="4208"/>
                  </a:cubicBezTo>
                  <a:cubicBezTo>
                    <a:pt x="6686" y="4208"/>
                    <a:pt x="6688" y="4208"/>
                    <a:pt x="6689" y="4209"/>
                  </a:cubicBezTo>
                  <a:cubicBezTo>
                    <a:pt x="6754" y="4201"/>
                    <a:pt x="6754" y="4201"/>
                    <a:pt x="6770" y="4152"/>
                  </a:cubicBezTo>
                  <a:cubicBezTo>
                    <a:pt x="6684" y="4050"/>
                    <a:pt x="6749" y="3941"/>
                    <a:pt x="6812" y="3941"/>
                  </a:cubicBezTo>
                  <a:cubicBezTo>
                    <a:pt x="6815" y="3941"/>
                    <a:pt x="6817" y="3941"/>
                    <a:pt x="6819" y="3941"/>
                  </a:cubicBezTo>
                  <a:cubicBezTo>
                    <a:pt x="6819" y="3941"/>
                    <a:pt x="6819" y="3909"/>
                    <a:pt x="6827" y="3884"/>
                  </a:cubicBezTo>
                  <a:cubicBezTo>
                    <a:pt x="6787" y="3860"/>
                    <a:pt x="6770" y="3811"/>
                    <a:pt x="6787" y="3771"/>
                  </a:cubicBezTo>
                  <a:cubicBezTo>
                    <a:pt x="6793" y="3705"/>
                    <a:pt x="6794" y="3677"/>
                    <a:pt x="6765" y="3677"/>
                  </a:cubicBezTo>
                  <a:cubicBezTo>
                    <a:pt x="6758" y="3677"/>
                    <a:pt x="6749" y="3679"/>
                    <a:pt x="6738" y="3682"/>
                  </a:cubicBezTo>
                  <a:cubicBezTo>
                    <a:pt x="6673" y="3682"/>
                    <a:pt x="6616" y="3674"/>
                    <a:pt x="6616" y="3649"/>
                  </a:cubicBezTo>
                  <a:lnTo>
                    <a:pt x="6616" y="3649"/>
                  </a:lnTo>
                  <a:lnTo>
                    <a:pt x="6673" y="3657"/>
                  </a:lnTo>
                  <a:cubicBezTo>
                    <a:pt x="6738" y="3657"/>
                    <a:pt x="6746" y="3584"/>
                    <a:pt x="6746" y="3479"/>
                  </a:cubicBezTo>
                  <a:cubicBezTo>
                    <a:pt x="6762" y="3349"/>
                    <a:pt x="6754" y="3293"/>
                    <a:pt x="6811" y="3268"/>
                  </a:cubicBezTo>
                  <a:lnTo>
                    <a:pt x="6754" y="3244"/>
                  </a:lnTo>
                  <a:cubicBezTo>
                    <a:pt x="6689" y="3220"/>
                    <a:pt x="6689" y="3195"/>
                    <a:pt x="6746" y="3187"/>
                  </a:cubicBezTo>
                  <a:cubicBezTo>
                    <a:pt x="6811" y="3139"/>
                    <a:pt x="6803" y="3049"/>
                    <a:pt x="6738" y="3009"/>
                  </a:cubicBezTo>
                  <a:cubicBezTo>
                    <a:pt x="6738" y="2984"/>
                    <a:pt x="6730" y="2960"/>
                    <a:pt x="6730" y="2960"/>
                  </a:cubicBezTo>
                  <a:cubicBezTo>
                    <a:pt x="6851" y="2920"/>
                    <a:pt x="6835" y="2830"/>
                    <a:pt x="6714" y="2830"/>
                  </a:cubicBezTo>
                  <a:cubicBezTo>
                    <a:pt x="6770" y="2814"/>
                    <a:pt x="6770" y="2790"/>
                    <a:pt x="6770" y="2766"/>
                  </a:cubicBezTo>
                  <a:cubicBezTo>
                    <a:pt x="6705" y="2725"/>
                    <a:pt x="6673" y="2620"/>
                    <a:pt x="6738" y="2603"/>
                  </a:cubicBezTo>
                  <a:lnTo>
                    <a:pt x="6730" y="2579"/>
                  </a:lnTo>
                  <a:cubicBezTo>
                    <a:pt x="6665" y="2571"/>
                    <a:pt x="6657" y="2547"/>
                    <a:pt x="6649" y="2514"/>
                  </a:cubicBezTo>
                  <a:cubicBezTo>
                    <a:pt x="6649" y="2490"/>
                    <a:pt x="6641" y="2466"/>
                    <a:pt x="6576" y="2457"/>
                  </a:cubicBezTo>
                  <a:cubicBezTo>
                    <a:pt x="6511" y="2449"/>
                    <a:pt x="6503" y="2425"/>
                    <a:pt x="6503" y="2425"/>
                  </a:cubicBezTo>
                  <a:cubicBezTo>
                    <a:pt x="6499" y="2413"/>
                    <a:pt x="6513" y="2409"/>
                    <a:pt x="6536" y="2409"/>
                  </a:cubicBezTo>
                  <a:cubicBezTo>
                    <a:pt x="6559" y="2409"/>
                    <a:pt x="6592" y="2413"/>
                    <a:pt x="6624" y="2417"/>
                  </a:cubicBezTo>
                  <a:cubicBezTo>
                    <a:pt x="6636" y="2422"/>
                    <a:pt x="6646" y="2424"/>
                    <a:pt x="6653" y="2424"/>
                  </a:cubicBezTo>
                  <a:cubicBezTo>
                    <a:pt x="6689" y="2424"/>
                    <a:pt x="6658" y="2363"/>
                    <a:pt x="6535" y="2336"/>
                  </a:cubicBezTo>
                  <a:cubicBezTo>
                    <a:pt x="6443" y="2314"/>
                    <a:pt x="6413" y="2307"/>
                    <a:pt x="6441" y="2307"/>
                  </a:cubicBezTo>
                  <a:cubicBezTo>
                    <a:pt x="6455" y="2307"/>
                    <a:pt x="6484" y="2309"/>
                    <a:pt x="6527" y="2312"/>
                  </a:cubicBezTo>
                  <a:cubicBezTo>
                    <a:pt x="6549" y="2312"/>
                    <a:pt x="6570" y="2312"/>
                    <a:pt x="6587" y="2312"/>
                  </a:cubicBezTo>
                  <a:cubicBezTo>
                    <a:pt x="6620" y="2312"/>
                    <a:pt x="6632" y="2309"/>
                    <a:pt x="6584" y="2287"/>
                  </a:cubicBezTo>
                  <a:cubicBezTo>
                    <a:pt x="6578" y="2270"/>
                    <a:pt x="6559" y="2256"/>
                    <a:pt x="6537" y="2256"/>
                  </a:cubicBezTo>
                  <a:cubicBezTo>
                    <a:pt x="6529" y="2256"/>
                    <a:pt x="6520" y="2258"/>
                    <a:pt x="6511" y="2263"/>
                  </a:cubicBezTo>
                  <a:lnTo>
                    <a:pt x="6487" y="2190"/>
                  </a:lnTo>
                  <a:cubicBezTo>
                    <a:pt x="6527" y="2117"/>
                    <a:pt x="6511" y="2093"/>
                    <a:pt x="6503" y="2068"/>
                  </a:cubicBezTo>
                  <a:cubicBezTo>
                    <a:pt x="6438" y="2068"/>
                    <a:pt x="6438" y="2068"/>
                    <a:pt x="6478" y="2020"/>
                  </a:cubicBezTo>
                  <a:cubicBezTo>
                    <a:pt x="6511" y="2006"/>
                    <a:pt x="6522" y="1992"/>
                    <a:pt x="6504" y="1992"/>
                  </a:cubicBezTo>
                  <a:cubicBezTo>
                    <a:pt x="6491" y="1992"/>
                    <a:pt x="6462" y="1999"/>
                    <a:pt x="6414" y="2020"/>
                  </a:cubicBezTo>
                  <a:cubicBezTo>
                    <a:pt x="6349" y="2020"/>
                    <a:pt x="6341" y="2003"/>
                    <a:pt x="6381" y="1955"/>
                  </a:cubicBezTo>
                  <a:cubicBezTo>
                    <a:pt x="6459" y="1913"/>
                    <a:pt x="6475" y="1889"/>
                    <a:pt x="6455" y="1889"/>
                  </a:cubicBezTo>
                  <a:cubicBezTo>
                    <a:pt x="6448" y="1889"/>
                    <a:pt x="6436" y="1892"/>
                    <a:pt x="6422" y="1898"/>
                  </a:cubicBezTo>
                  <a:cubicBezTo>
                    <a:pt x="6412" y="1899"/>
                    <a:pt x="6404" y="1900"/>
                    <a:pt x="6397" y="1900"/>
                  </a:cubicBezTo>
                  <a:cubicBezTo>
                    <a:pt x="6355" y="1900"/>
                    <a:pt x="6349" y="1882"/>
                    <a:pt x="6349" y="1882"/>
                  </a:cubicBezTo>
                  <a:cubicBezTo>
                    <a:pt x="6405" y="1849"/>
                    <a:pt x="6292" y="1639"/>
                    <a:pt x="6154" y="1444"/>
                  </a:cubicBezTo>
                  <a:cubicBezTo>
                    <a:pt x="6150" y="1440"/>
                    <a:pt x="6142" y="1438"/>
                    <a:pt x="6132" y="1438"/>
                  </a:cubicBezTo>
                  <a:cubicBezTo>
                    <a:pt x="6105" y="1438"/>
                    <a:pt x="6062" y="1453"/>
                    <a:pt x="6032" y="1476"/>
                  </a:cubicBezTo>
                  <a:cubicBezTo>
                    <a:pt x="5995" y="1505"/>
                    <a:pt x="5979" y="1516"/>
                    <a:pt x="5976" y="1516"/>
                  </a:cubicBezTo>
                  <a:cubicBezTo>
                    <a:pt x="5970" y="1516"/>
                    <a:pt x="5996" y="1487"/>
                    <a:pt x="6016" y="1452"/>
                  </a:cubicBezTo>
                  <a:cubicBezTo>
                    <a:pt x="6086" y="1377"/>
                    <a:pt x="6105" y="1332"/>
                    <a:pt x="6085" y="1332"/>
                  </a:cubicBezTo>
                  <a:cubicBezTo>
                    <a:pt x="6071" y="1332"/>
                    <a:pt x="6035" y="1357"/>
                    <a:pt x="5984" y="1412"/>
                  </a:cubicBezTo>
                  <a:cubicBezTo>
                    <a:pt x="5945" y="1458"/>
                    <a:pt x="5925" y="1483"/>
                    <a:pt x="5921" y="1483"/>
                  </a:cubicBezTo>
                  <a:cubicBezTo>
                    <a:pt x="5918" y="1483"/>
                    <a:pt x="5934" y="1454"/>
                    <a:pt x="5968" y="1395"/>
                  </a:cubicBezTo>
                  <a:cubicBezTo>
                    <a:pt x="5989" y="1358"/>
                    <a:pt x="5996" y="1345"/>
                    <a:pt x="5981" y="1345"/>
                  </a:cubicBezTo>
                  <a:cubicBezTo>
                    <a:pt x="5973" y="1345"/>
                    <a:pt x="5958" y="1349"/>
                    <a:pt x="5935" y="1355"/>
                  </a:cubicBezTo>
                  <a:cubicBezTo>
                    <a:pt x="5920" y="1370"/>
                    <a:pt x="5908" y="1376"/>
                    <a:pt x="5902" y="1376"/>
                  </a:cubicBezTo>
                  <a:cubicBezTo>
                    <a:pt x="5890" y="1376"/>
                    <a:pt x="5894" y="1359"/>
                    <a:pt x="5919" y="1339"/>
                  </a:cubicBezTo>
                  <a:cubicBezTo>
                    <a:pt x="5944" y="1294"/>
                    <a:pt x="5965" y="1245"/>
                    <a:pt x="5953" y="1245"/>
                  </a:cubicBezTo>
                  <a:cubicBezTo>
                    <a:pt x="5950" y="1245"/>
                    <a:pt x="5944" y="1249"/>
                    <a:pt x="5935" y="1258"/>
                  </a:cubicBezTo>
                  <a:cubicBezTo>
                    <a:pt x="5935" y="1258"/>
                    <a:pt x="5919" y="1241"/>
                    <a:pt x="5943" y="1176"/>
                  </a:cubicBezTo>
                  <a:cubicBezTo>
                    <a:pt x="5955" y="1148"/>
                    <a:pt x="5945" y="1138"/>
                    <a:pt x="5925" y="1138"/>
                  </a:cubicBezTo>
                  <a:cubicBezTo>
                    <a:pt x="5905" y="1138"/>
                    <a:pt x="5874" y="1148"/>
                    <a:pt x="5846" y="1160"/>
                  </a:cubicBezTo>
                  <a:cubicBezTo>
                    <a:pt x="5806" y="1167"/>
                    <a:pt x="5776" y="1171"/>
                    <a:pt x="5756" y="1171"/>
                  </a:cubicBezTo>
                  <a:cubicBezTo>
                    <a:pt x="5709" y="1171"/>
                    <a:pt x="5723" y="1149"/>
                    <a:pt x="5797" y="1103"/>
                  </a:cubicBezTo>
                  <a:cubicBezTo>
                    <a:pt x="5862" y="1060"/>
                    <a:pt x="5823" y="1024"/>
                    <a:pt x="5760" y="1024"/>
                  </a:cubicBezTo>
                  <a:cubicBezTo>
                    <a:pt x="5729" y="1024"/>
                    <a:pt x="5692" y="1033"/>
                    <a:pt x="5660" y="1055"/>
                  </a:cubicBezTo>
                  <a:cubicBezTo>
                    <a:pt x="5604" y="1097"/>
                    <a:pt x="5580" y="1114"/>
                    <a:pt x="5577" y="1114"/>
                  </a:cubicBezTo>
                  <a:cubicBezTo>
                    <a:pt x="5576" y="1114"/>
                    <a:pt x="5585" y="1105"/>
                    <a:pt x="5603" y="1087"/>
                  </a:cubicBezTo>
                  <a:cubicBezTo>
                    <a:pt x="5643" y="1039"/>
                    <a:pt x="5619" y="1022"/>
                    <a:pt x="5619" y="1022"/>
                  </a:cubicBezTo>
                  <a:cubicBezTo>
                    <a:pt x="5603" y="1006"/>
                    <a:pt x="5587" y="990"/>
                    <a:pt x="5627" y="941"/>
                  </a:cubicBezTo>
                  <a:cubicBezTo>
                    <a:pt x="5627" y="941"/>
                    <a:pt x="5612" y="931"/>
                    <a:pt x="5568" y="931"/>
                  </a:cubicBezTo>
                  <a:cubicBezTo>
                    <a:pt x="5557" y="931"/>
                    <a:pt x="5544" y="932"/>
                    <a:pt x="5530" y="933"/>
                  </a:cubicBezTo>
                  <a:cubicBezTo>
                    <a:pt x="5501" y="948"/>
                    <a:pt x="5479" y="955"/>
                    <a:pt x="5461" y="955"/>
                  </a:cubicBezTo>
                  <a:cubicBezTo>
                    <a:pt x="5404" y="955"/>
                    <a:pt x="5403" y="882"/>
                    <a:pt x="5441" y="795"/>
                  </a:cubicBezTo>
                  <a:lnTo>
                    <a:pt x="5441" y="795"/>
                  </a:lnTo>
                  <a:lnTo>
                    <a:pt x="5368" y="812"/>
                  </a:lnTo>
                  <a:cubicBezTo>
                    <a:pt x="5317" y="858"/>
                    <a:pt x="5277" y="888"/>
                    <a:pt x="5265" y="888"/>
                  </a:cubicBezTo>
                  <a:cubicBezTo>
                    <a:pt x="5256" y="888"/>
                    <a:pt x="5263" y="870"/>
                    <a:pt x="5295" y="828"/>
                  </a:cubicBezTo>
                  <a:cubicBezTo>
                    <a:pt x="5307" y="810"/>
                    <a:pt x="5318" y="792"/>
                    <a:pt x="5327" y="779"/>
                  </a:cubicBezTo>
                  <a:lnTo>
                    <a:pt x="5327" y="779"/>
                  </a:lnTo>
                  <a:cubicBezTo>
                    <a:pt x="5305" y="799"/>
                    <a:pt x="5285" y="808"/>
                    <a:pt x="5269" y="808"/>
                  </a:cubicBezTo>
                  <a:cubicBezTo>
                    <a:pt x="5221" y="808"/>
                    <a:pt x="5205" y="731"/>
                    <a:pt x="5254" y="658"/>
                  </a:cubicBezTo>
                  <a:cubicBezTo>
                    <a:pt x="5287" y="609"/>
                    <a:pt x="5287" y="609"/>
                    <a:pt x="5262" y="593"/>
                  </a:cubicBezTo>
                  <a:lnTo>
                    <a:pt x="5262" y="593"/>
                  </a:lnTo>
                  <a:lnTo>
                    <a:pt x="5230" y="641"/>
                  </a:lnTo>
                  <a:cubicBezTo>
                    <a:pt x="5202" y="691"/>
                    <a:pt x="5174" y="734"/>
                    <a:pt x="5156" y="734"/>
                  </a:cubicBezTo>
                  <a:cubicBezTo>
                    <a:pt x="5153" y="734"/>
                    <a:pt x="5151" y="733"/>
                    <a:pt x="5149" y="731"/>
                  </a:cubicBezTo>
                  <a:cubicBezTo>
                    <a:pt x="5124" y="714"/>
                    <a:pt x="5100" y="706"/>
                    <a:pt x="5133" y="649"/>
                  </a:cubicBezTo>
                  <a:cubicBezTo>
                    <a:pt x="5138" y="602"/>
                    <a:pt x="5144" y="555"/>
                    <a:pt x="5135" y="555"/>
                  </a:cubicBezTo>
                  <a:cubicBezTo>
                    <a:pt x="5131" y="555"/>
                    <a:pt x="5125" y="561"/>
                    <a:pt x="5116" y="576"/>
                  </a:cubicBezTo>
                  <a:cubicBezTo>
                    <a:pt x="5116" y="576"/>
                    <a:pt x="5100" y="560"/>
                    <a:pt x="5108" y="495"/>
                  </a:cubicBezTo>
                  <a:lnTo>
                    <a:pt x="5011" y="447"/>
                  </a:lnTo>
                  <a:cubicBezTo>
                    <a:pt x="4994" y="461"/>
                    <a:pt x="4978" y="467"/>
                    <a:pt x="4964" y="467"/>
                  </a:cubicBezTo>
                  <a:cubicBezTo>
                    <a:pt x="4938" y="467"/>
                    <a:pt x="4922" y="444"/>
                    <a:pt x="4938" y="406"/>
                  </a:cubicBezTo>
                  <a:cubicBezTo>
                    <a:pt x="4930" y="404"/>
                    <a:pt x="4921" y="403"/>
                    <a:pt x="4912" y="403"/>
                  </a:cubicBezTo>
                  <a:cubicBezTo>
                    <a:pt x="4886" y="403"/>
                    <a:pt x="4859" y="412"/>
                    <a:pt x="4841" y="431"/>
                  </a:cubicBezTo>
                  <a:cubicBezTo>
                    <a:pt x="4792" y="406"/>
                    <a:pt x="4776" y="390"/>
                    <a:pt x="4792" y="341"/>
                  </a:cubicBezTo>
                  <a:cubicBezTo>
                    <a:pt x="4805" y="311"/>
                    <a:pt x="4811" y="297"/>
                    <a:pt x="4806" y="297"/>
                  </a:cubicBezTo>
                  <a:cubicBezTo>
                    <a:pt x="4802" y="297"/>
                    <a:pt x="4790" y="307"/>
                    <a:pt x="4768" y="325"/>
                  </a:cubicBezTo>
                  <a:cubicBezTo>
                    <a:pt x="4752" y="362"/>
                    <a:pt x="4736" y="371"/>
                    <a:pt x="4721" y="371"/>
                  </a:cubicBezTo>
                  <a:cubicBezTo>
                    <a:pt x="4712" y="371"/>
                    <a:pt x="4703" y="369"/>
                    <a:pt x="4695" y="366"/>
                  </a:cubicBezTo>
                  <a:lnTo>
                    <a:pt x="4646" y="349"/>
                  </a:lnTo>
                  <a:cubicBezTo>
                    <a:pt x="4635" y="384"/>
                    <a:pt x="4631" y="394"/>
                    <a:pt x="4622" y="394"/>
                  </a:cubicBezTo>
                  <a:cubicBezTo>
                    <a:pt x="4618" y="394"/>
                    <a:pt x="4613" y="392"/>
                    <a:pt x="4606" y="390"/>
                  </a:cubicBezTo>
                  <a:cubicBezTo>
                    <a:pt x="4581" y="382"/>
                    <a:pt x="4524" y="301"/>
                    <a:pt x="4500" y="293"/>
                  </a:cubicBezTo>
                  <a:cubicBezTo>
                    <a:pt x="4472" y="283"/>
                    <a:pt x="4455" y="278"/>
                    <a:pt x="4445" y="278"/>
                  </a:cubicBezTo>
                  <a:cubicBezTo>
                    <a:pt x="4428" y="278"/>
                    <a:pt x="4430" y="293"/>
                    <a:pt x="4435" y="333"/>
                  </a:cubicBezTo>
                  <a:cubicBezTo>
                    <a:pt x="4450" y="338"/>
                    <a:pt x="4450" y="362"/>
                    <a:pt x="4440" y="362"/>
                  </a:cubicBezTo>
                  <a:cubicBezTo>
                    <a:pt x="4433" y="362"/>
                    <a:pt x="4423" y="353"/>
                    <a:pt x="4411" y="325"/>
                  </a:cubicBezTo>
                  <a:cubicBezTo>
                    <a:pt x="4387" y="317"/>
                    <a:pt x="4330" y="236"/>
                    <a:pt x="4249" y="220"/>
                  </a:cubicBezTo>
                  <a:cubicBezTo>
                    <a:pt x="4211" y="207"/>
                    <a:pt x="4187" y="201"/>
                    <a:pt x="4171" y="201"/>
                  </a:cubicBezTo>
                  <a:cubicBezTo>
                    <a:pt x="4145" y="201"/>
                    <a:pt x="4140" y="217"/>
                    <a:pt x="4135" y="252"/>
                  </a:cubicBezTo>
                  <a:cubicBezTo>
                    <a:pt x="4135" y="313"/>
                    <a:pt x="4129" y="343"/>
                    <a:pt x="4123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1" y="173"/>
                    <a:pt x="4075" y="139"/>
                    <a:pt x="4063" y="139"/>
                  </a:cubicBezTo>
                  <a:cubicBezTo>
                    <a:pt x="4055" y="139"/>
                    <a:pt x="4049" y="154"/>
                    <a:pt x="4046" y="179"/>
                  </a:cubicBezTo>
                  <a:cubicBezTo>
                    <a:pt x="4006" y="228"/>
                    <a:pt x="4006" y="228"/>
                    <a:pt x="3981" y="228"/>
                  </a:cubicBezTo>
                  <a:cubicBezTo>
                    <a:pt x="3986" y="196"/>
                    <a:pt x="3980" y="180"/>
                    <a:pt x="3965" y="180"/>
                  </a:cubicBezTo>
                  <a:cubicBezTo>
                    <a:pt x="3952" y="180"/>
                    <a:pt x="3933" y="190"/>
                    <a:pt x="3908" y="212"/>
                  </a:cubicBezTo>
                  <a:cubicBezTo>
                    <a:pt x="3884" y="212"/>
                    <a:pt x="3884" y="212"/>
                    <a:pt x="3884" y="155"/>
                  </a:cubicBezTo>
                  <a:cubicBezTo>
                    <a:pt x="3868" y="147"/>
                    <a:pt x="3852" y="147"/>
                    <a:pt x="3835" y="147"/>
                  </a:cubicBezTo>
                  <a:cubicBezTo>
                    <a:pt x="3810" y="190"/>
                    <a:pt x="3773" y="207"/>
                    <a:pt x="3736" y="207"/>
                  </a:cubicBezTo>
                  <a:cubicBezTo>
                    <a:pt x="3676" y="207"/>
                    <a:pt x="3615" y="165"/>
                    <a:pt x="3600" y="131"/>
                  </a:cubicBezTo>
                  <a:cubicBezTo>
                    <a:pt x="3600" y="131"/>
                    <a:pt x="3576" y="131"/>
                    <a:pt x="3543" y="187"/>
                  </a:cubicBezTo>
                  <a:cubicBezTo>
                    <a:pt x="3531" y="244"/>
                    <a:pt x="3521" y="272"/>
                    <a:pt x="3514" y="272"/>
                  </a:cubicBezTo>
                  <a:cubicBezTo>
                    <a:pt x="3507" y="272"/>
                    <a:pt x="3503" y="244"/>
                    <a:pt x="3503" y="187"/>
                  </a:cubicBezTo>
                  <a:cubicBezTo>
                    <a:pt x="3503" y="127"/>
                    <a:pt x="3503" y="96"/>
                    <a:pt x="3500" y="96"/>
                  </a:cubicBezTo>
                  <a:cubicBezTo>
                    <a:pt x="3497" y="96"/>
                    <a:pt x="3491" y="127"/>
                    <a:pt x="3479" y="187"/>
                  </a:cubicBezTo>
                  <a:cubicBezTo>
                    <a:pt x="3472" y="210"/>
                    <a:pt x="3452" y="224"/>
                    <a:pt x="3432" y="224"/>
                  </a:cubicBezTo>
                  <a:cubicBezTo>
                    <a:pt x="3402" y="224"/>
                    <a:pt x="3372" y="195"/>
                    <a:pt x="3381" y="122"/>
                  </a:cubicBezTo>
                  <a:lnTo>
                    <a:pt x="33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2"/>
            <p:cNvSpPr/>
            <p:nvPr/>
          </p:nvSpPr>
          <p:spPr>
            <a:xfrm>
              <a:off x="4760760" y="2142182"/>
              <a:ext cx="117973" cy="114716"/>
            </a:xfrm>
            <a:custGeom>
              <a:avLst/>
              <a:gdLst/>
              <a:ahLst/>
              <a:cxnLst/>
              <a:rect l="l" t="t" r="r" b="b"/>
              <a:pathLst>
                <a:path w="6844" h="6655" extrusionOk="0">
                  <a:moveTo>
                    <a:pt x="1566" y="236"/>
                  </a:moveTo>
                  <a:cubicBezTo>
                    <a:pt x="1582" y="292"/>
                    <a:pt x="1598" y="349"/>
                    <a:pt x="1574" y="357"/>
                  </a:cubicBezTo>
                  <a:lnTo>
                    <a:pt x="1541" y="357"/>
                  </a:lnTo>
                  <a:cubicBezTo>
                    <a:pt x="1533" y="325"/>
                    <a:pt x="1525" y="284"/>
                    <a:pt x="1533" y="244"/>
                  </a:cubicBezTo>
                  <a:lnTo>
                    <a:pt x="1566" y="236"/>
                  </a:lnTo>
                  <a:close/>
                  <a:moveTo>
                    <a:pt x="2020" y="576"/>
                  </a:moveTo>
                  <a:cubicBezTo>
                    <a:pt x="2020" y="633"/>
                    <a:pt x="2028" y="698"/>
                    <a:pt x="2003" y="698"/>
                  </a:cubicBezTo>
                  <a:lnTo>
                    <a:pt x="1971" y="633"/>
                  </a:lnTo>
                  <a:lnTo>
                    <a:pt x="1987" y="576"/>
                  </a:lnTo>
                  <a:close/>
                  <a:moveTo>
                    <a:pt x="3422" y="609"/>
                  </a:moveTo>
                  <a:cubicBezTo>
                    <a:pt x="3463" y="609"/>
                    <a:pt x="3463" y="609"/>
                    <a:pt x="3463" y="665"/>
                  </a:cubicBezTo>
                  <a:cubicBezTo>
                    <a:pt x="3463" y="730"/>
                    <a:pt x="3422" y="730"/>
                    <a:pt x="3406" y="730"/>
                  </a:cubicBezTo>
                  <a:cubicBezTo>
                    <a:pt x="3382" y="665"/>
                    <a:pt x="3406" y="609"/>
                    <a:pt x="3422" y="609"/>
                  </a:cubicBezTo>
                  <a:close/>
                  <a:moveTo>
                    <a:pt x="4330" y="681"/>
                  </a:moveTo>
                  <a:lnTo>
                    <a:pt x="4355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1" y="796"/>
                    <a:pt x="4299" y="796"/>
                    <a:pt x="4298" y="795"/>
                  </a:cubicBezTo>
                  <a:lnTo>
                    <a:pt x="4274" y="795"/>
                  </a:lnTo>
                  <a:cubicBezTo>
                    <a:pt x="4290" y="754"/>
                    <a:pt x="4306" y="714"/>
                    <a:pt x="4330" y="681"/>
                  </a:cubicBezTo>
                  <a:close/>
                  <a:moveTo>
                    <a:pt x="1285" y="767"/>
                  </a:moveTo>
                  <a:cubicBezTo>
                    <a:pt x="1293" y="767"/>
                    <a:pt x="1299" y="777"/>
                    <a:pt x="1322" y="811"/>
                  </a:cubicBezTo>
                  <a:cubicBezTo>
                    <a:pt x="1347" y="844"/>
                    <a:pt x="1363" y="876"/>
                    <a:pt x="1371" y="917"/>
                  </a:cubicBezTo>
                  <a:cubicBezTo>
                    <a:pt x="1370" y="918"/>
                    <a:pt x="1369" y="918"/>
                    <a:pt x="1367" y="918"/>
                  </a:cubicBezTo>
                  <a:cubicBezTo>
                    <a:pt x="1348" y="918"/>
                    <a:pt x="1304" y="816"/>
                    <a:pt x="1274" y="771"/>
                  </a:cubicBezTo>
                  <a:cubicBezTo>
                    <a:pt x="1278" y="768"/>
                    <a:pt x="1282" y="767"/>
                    <a:pt x="1285" y="767"/>
                  </a:cubicBezTo>
                  <a:close/>
                  <a:moveTo>
                    <a:pt x="925" y="1209"/>
                  </a:moveTo>
                  <a:cubicBezTo>
                    <a:pt x="974" y="1241"/>
                    <a:pt x="1030" y="1273"/>
                    <a:pt x="1014" y="1298"/>
                  </a:cubicBezTo>
                  <a:lnTo>
                    <a:pt x="957" y="1290"/>
                  </a:lnTo>
                  <a:lnTo>
                    <a:pt x="917" y="1233"/>
                  </a:lnTo>
                  <a:lnTo>
                    <a:pt x="925" y="1209"/>
                  </a:lnTo>
                  <a:close/>
                  <a:moveTo>
                    <a:pt x="6108" y="1602"/>
                  </a:moveTo>
                  <a:cubicBezTo>
                    <a:pt x="6118" y="1602"/>
                    <a:pt x="6122" y="1606"/>
                    <a:pt x="6122" y="1606"/>
                  </a:cubicBezTo>
                  <a:cubicBezTo>
                    <a:pt x="6130" y="1630"/>
                    <a:pt x="6130" y="1630"/>
                    <a:pt x="6082" y="1663"/>
                  </a:cubicBezTo>
                  <a:cubicBezTo>
                    <a:pt x="6082" y="1663"/>
                    <a:pt x="6050" y="1683"/>
                    <a:pt x="6030" y="1683"/>
                  </a:cubicBezTo>
                  <a:cubicBezTo>
                    <a:pt x="6025" y="1683"/>
                    <a:pt x="6020" y="1682"/>
                    <a:pt x="6017" y="1679"/>
                  </a:cubicBezTo>
                  <a:lnTo>
                    <a:pt x="6057" y="1622"/>
                  </a:lnTo>
                  <a:cubicBezTo>
                    <a:pt x="6082" y="1606"/>
                    <a:pt x="6098" y="1602"/>
                    <a:pt x="6108" y="1602"/>
                  </a:cubicBezTo>
                  <a:close/>
                  <a:moveTo>
                    <a:pt x="6325" y="1841"/>
                  </a:moveTo>
                  <a:lnTo>
                    <a:pt x="6341" y="1865"/>
                  </a:lnTo>
                  <a:cubicBezTo>
                    <a:pt x="6298" y="1883"/>
                    <a:pt x="6260" y="1906"/>
                    <a:pt x="6237" y="1906"/>
                  </a:cubicBezTo>
                  <a:cubicBezTo>
                    <a:pt x="6230" y="1906"/>
                    <a:pt x="6223" y="1904"/>
                    <a:pt x="6219" y="1898"/>
                  </a:cubicBezTo>
                  <a:lnTo>
                    <a:pt x="6260" y="1849"/>
                  </a:lnTo>
                  <a:lnTo>
                    <a:pt x="6325" y="1841"/>
                  </a:lnTo>
                  <a:close/>
                  <a:moveTo>
                    <a:pt x="6048" y="2188"/>
                  </a:moveTo>
                  <a:cubicBezTo>
                    <a:pt x="6091" y="2188"/>
                    <a:pt x="6091" y="2209"/>
                    <a:pt x="6049" y="2230"/>
                  </a:cubicBezTo>
                  <a:cubicBezTo>
                    <a:pt x="6021" y="2242"/>
                    <a:pt x="6007" y="2248"/>
                    <a:pt x="5998" y="2248"/>
                  </a:cubicBezTo>
                  <a:cubicBezTo>
                    <a:pt x="5990" y="2248"/>
                    <a:pt x="5988" y="2242"/>
                    <a:pt x="5984" y="2230"/>
                  </a:cubicBezTo>
                  <a:cubicBezTo>
                    <a:pt x="5968" y="2190"/>
                    <a:pt x="5968" y="2190"/>
                    <a:pt x="6025" y="2190"/>
                  </a:cubicBezTo>
                  <a:cubicBezTo>
                    <a:pt x="6034" y="2188"/>
                    <a:pt x="6041" y="2188"/>
                    <a:pt x="6048" y="2188"/>
                  </a:cubicBezTo>
                  <a:close/>
                  <a:moveTo>
                    <a:pt x="6090" y="2327"/>
                  </a:moveTo>
                  <a:lnTo>
                    <a:pt x="6098" y="2352"/>
                  </a:lnTo>
                  <a:cubicBezTo>
                    <a:pt x="6106" y="2368"/>
                    <a:pt x="6106" y="2368"/>
                    <a:pt x="6049" y="2392"/>
                  </a:cubicBezTo>
                  <a:lnTo>
                    <a:pt x="6041" y="2376"/>
                  </a:lnTo>
                  <a:lnTo>
                    <a:pt x="6090" y="2327"/>
                  </a:lnTo>
                  <a:close/>
                  <a:moveTo>
                    <a:pt x="6033" y="2530"/>
                  </a:moveTo>
                  <a:cubicBezTo>
                    <a:pt x="6036" y="2538"/>
                    <a:pt x="6044" y="2541"/>
                    <a:pt x="6051" y="2541"/>
                  </a:cubicBezTo>
                  <a:cubicBezTo>
                    <a:pt x="6065" y="2541"/>
                    <a:pt x="6076" y="2530"/>
                    <a:pt x="6033" y="2530"/>
                  </a:cubicBezTo>
                  <a:close/>
                  <a:moveTo>
                    <a:pt x="6163" y="2538"/>
                  </a:moveTo>
                  <a:lnTo>
                    <a:pt x="6171" y="2562"/>
                  </a:lnTo>
                  <a:cubicBezTo>
                    <a:pt x="6179" y="2587"/>
                    <a:pt x="6179" y="2587"/>
                    <a:pt x="6122" y="2603"/>
                  </a:cubicBezTo>
                  <a:lnTo>
                    <a:pt x="6114" y="2579"/>
                  </a:lnTo>
                  <a:lnTo>
                    <a:pt x="6163" y="2538"/>
                  </a:lnTo>
                  <a:close/>
                  <a:moveTo>
                    <a:pt x="674" y="2635"/>
                  </a:moveTo>
                  <a:cubicBezTo>
                    <a:pt x="730" y="2635"/>
                    <a:pt x="787" y="2635"/>
                    <a:pt x="787" y="2652"/>
                  </a:cubicBezTo>
                  <a:lnTo>
                    <a:pt x="730" y="2676"/>
                  </a:lnTo>
                  <a:lnTo>
                    <a:pt x="674" y="2652"/>
                  </a:lnTo>
                  <a:lnTo>
                    <a:pt x="674" y="2635"/>
                  </a:lnTo>
                  <a:close/>
                  <a:moveTo>
                    <a:pt x="6333" y="2733"/>
                  </a:moveTo>
                  <a:lnTo>
                    <a:pt x="6341" y="2757"/>
                  </a:lnTo>
                  <a:cubicBezTo>
                    <a:pt x="6341" y="2781"/>
                    <a:pt x="6284" y="2790"/>
                    <a:pt x="6284" y="2790"/>
                  </a:cubicBezTo>
                  <a:cubicBezTo>
                    <a:pt x="6284" y="2790"/>
                    <a:pt x="6266" y="2795"/>
                    <a:pt x="6248" y="2795"/>
                  </a:cubicBezTo>
                  <a:cubicBezTo>
                    <a:pt x="6235" y="2795"/>
                    <a:pt x="6223" y="2792"/>
                    <a:pt x="6219" y="2781"/>
                  </a:cubicBezTo>
                  <a:cubicBezTo>
                    <a:pt x="6260" y="2757"/>
                    <a:pt x="6292" y="2741"/>
                    <a:pt x="6333" y="2733"/>
                  </a:cubicBezTo>
                  <a:close/>
                  <a:moveTo>
                    <a:pt x="730" y="2773"/>
                  </a:moveTo>
                  <a:cubicBezTo>
                    <a:pt x="787" y="2773"/>
                    <a:pt x="787" y="2773"/>
                    <a:pt x="787" y="2798"/>
                  </a:cubicBezTo>
                  <a:cubicBezTo>
                    <a:pt x="747" y="2806"/>
                    <a:pt x="706" y="2814"/>
                    <a:pt x="666" y="2814"/>
                  </a:cubicBezTo>
                  <a:cubicBezTo>
                    <a:pt x="609" y="2814"/>
                    <a:pt x="609" y="2790"/>
                    <a:pt x="730" y="2773"/>
                  </a:cubicBezTo>
                  <a:close/>
                  <a:moveTo>
                    <a:pt x="836" y="3114"/>
                  </a:moveTo>
                  <a:cubicBezTo>
                    <a:pt x="901" y="3114"/>
                    <a:pt x="836" y="3130"/>
                    <a:pt x="836" y="3154"/>
                  </a:cubicBezTo>
                  <a:cubicBezTo>
                    <a:pt x="814" y="3161"/>
                    <a:pt x="800" y="3164"/>
                    <a:pt x="792" y="3164"/>
                  </a:cubicBezTo>
                  <a:cubicBezTo>
                    <a:pt x="779" y="3164"/>
                    <a:pt x="779" y="3155"/>
                    <a:pt x="779" y="3130"/>
                  </a:cubicBezTo>
                  <a:cubicBezTo>
                    <a:pt x="779" y="3114"/>
                    <a:pt x="836" y="3114"/>
                    <a:pt x="836" y="3114"/>
                  </a:cubicBezTo>
                  <a:close/>
                  <a:moveTo>
                    <a:pt x="2036" y="3235"/>
                  </a:moveTo>
                  <a:cubicBezTo>
                    <a:pt x="1971" y="3235"/>
                    <a:pt x="1971" y="3235"/>
                    <a:pt x="1971" y="3260"/>
                  </a:cubicBezTo>
                  <a:cubicBezTo>
                    <a:pt x="2011" y="3268"/>
                    <a:pt x="2052" y="3276"/>
                    <a:pt x="2093" y="3276"/>
                  </a:cubicBezTo>
                  <a:cubicBezTo>
                    <a:pt x="2149" y="3276"/>
                    <a:pt x="2149" y="3260"/>
                    <a:pt x="2036" y="3235"/>
                  </a:cubicBezTo>
                  <a:close/>
                  <a:moveTo>
                    <a:pt x="58" y="3252"/>
                  </a:moveTo>
                  <a:cubicBezTo>
                    <a:pt x="1" y="3252"/>
                    <a:pt x="1" y="3252"/>
                    <a:pt x="1" y="3268"/>
                  </a:cubicBezTo>
                  <a:cubicBezTo>
                    <a:pt x="1" y="3293"/>
                    <a:pt x="1" y="3302"/>
                    <a:pt x="14" y="3302"/>
                  </a:cubicBezTo>
                  <a:cubicBezTo>
                    <a:pt x="22" y="3302"/>
                    <a:pt x="36" y="3298"/>
                    <a:pt x="58" y="3292"/>
                  </a:cubicBezTo>
                  <a:cubicBezTo>
                    <a:pt x="58" y="3268"/>
                    <a:pt x="58" y="3252"/>
                    <a:pt x="58" y="3252"/>
                  </a:cubicBezTo>
                  <a:close/>
                  <a:moveTo>
                    <a:pt x="828" y="3471"/>
                  </a:moveTo>
                  <a:cubicBezTo>
                    <a:pt x="828" y="3471"/>
                    <a:pt x="893" y="3471"/>
                    <a:pt x="893" y="3495"/>
                  </a:cubicBezTo>
                  <a:cubicBezTo>
                    <a:pt x="893" y="3511"/>
                    <a:pt x="828" y="3535"/>
                    <a:pt x="828" y="3535"/>
                  </a:cubicBezTo>
                  <a:cubicBezTo>
                    <a:pt x="771" y="3535"/>
                    <a:pt x="771" y="3511"/>
                    <a:pt x="771" y="3511"/>
                  </a:cubicBezTo>
                  <a:cubicBezTo>
                    <a:pt x="771" y="3495"/>
                    <a:pt x="771" y="3471"/>
                    <a:pt x="828" y="3471"/>
                  </a:cubicBezTo>
                  <a:close/>
                  <a:moveTo>
                    <a:pt x="471" y="3608"/>
                  </a:moveTo>
                  <a:cubicBezTo>
                    <a:pt x="471" y="3608"/>
                    <a:pt x="406" y="3608"/>
                    <a:pt x="406" y="3633"/>
                  </a:cubicBezTo>
                  <a:lnTo>
                    <a:pt x="406" y="3649"/>
                  </a:lnTo>
                  <a:cubicBezTo>
                    <a:pt x="447" y="3649"/>
                    <a:pt x="487" y="3641"/>
                    <a:pt x="528" y="3633"/>
                  </a:cubicBezTo>
                  <a:cubicBezTo>
                    <a:pt x="528" y="3608"/>
                    <a:pt x="471" y="3608"/>
                    <a:pt x="471" y="3608"/>
                  </a:cubicBezTo>
                  <a:close/>
                  <a:moveTo>
                    <a:pt x="6242" y="3647"/>
                  </a:moveTo>
                  <a:cubicBezTo>
                    <a:pt x="6246" y="3647"/>
                    <a:pt x="6252" y="3648"/>
                    <a:pt x="6260" y="3649"/>
                  </a:cubicBezTo>
                  <a:lnTo>
                    <a:pt x="6317" y="3649"/>
                  </a:lnTo>
                  <a:cubicBezTo>
                    <a:pt x="6382" y="3681"/>
                    <a:pt x="6430" y="3706"/>
                    <a:pt x="6373" y="3706"/>
                  </a:cubicBezTo>
                  <a:cubicBezTo>
                    <a:pt x="6333" y="3698"/>
                    <a:pt x="6292" y="3681"/>
                    <a:pt x="6260" y="3665"/>
                  </a:cubicBezTo>
                  <a:cubicBezTo>
                    <a:pt x="6260" y="3665"/>
                    <a:pt x="6218" y="3647"/>
                    <a:pt x="6242" y="3647"/>
                  </a:cubicBezTo>
                  <a:close/>
                  <a:moveTo>
                    <a:pt x="641" y="3835"/>
                  </a:moveTo>
                  <a:lnTo>
                    <a:pt x="641" y="3852"/>
                  </a:lnTo>
                  <a:lnTo>
                    <a:pt x="585" y="3876"/>
                  </a:lnTo>
                  <a:lnTo>
                    <a:pt x="585" y="3852"/>
                  </a:lnTo>
                  <a:cubicBezTo>
                    <a:pt x="585" y="3835"/>
                    <a:pt x="585" y="3835"/>
                    <a:pt x="641" y="3835"/>
                  </a:cubicBezTo>
                  <a:close/>
                  <a:moveTo>
                    <a:pt x="607" y="4003"/>
                  </a:moveTo>
                  <a:cubicBezTo>
                    <a:pt x="630" y="4003"/>
                    <a:pt x="661" y="4006"/>
                    <a:pt x="698" y="4014"/>
                  </a:cubicBezTo>
                  <a:cubicBezTo>
                    <a:pt x="698" y="4030"/>
                    <a:pt x="698" y="4030"/>
                    <a:pt x="698" y="4054"/>
                  </a:cubicBezTo>
                  <a:cubicBezTo>
                    <a:pt x="641" y="4054"/>
                    <a:pt x="576" y="4054"/>
                    <a:pt x="576" y="4030"/>
                  </a:cubicBezTo>
                  <a:cubicBezTo>
                    <a:pt x="537" y="4019"/>
                    <a:pt x="552" y="4003"/>
                    <a:pt x="607" y="4003"/>
                  </a:cubicBezTo>
                  <a:close/>
                  <a:moveTo>
                    <a:pt x="998" y="4176"/>
                  </a:moveTo>
                  <a:cubicBezTo>
                    <a:pt x="998" y="4192"/>
                    <a:pt x="1055" y="4216"/>
                    <a:pt x="998" y="4216"/>
                  </a:cubicBezTo>
                  <a:lnTo>
                    <a:pt x="990" y="4216"/>
                  </a:lnTo>
                  <a:cubicBezTo>
                    <a:pt x="990" y="4219"/>
                    <a:pt x="988" y="4220"/>
                    <a:pt x="986" y="4220"/>
                  </a:cubicBezTo>
                  <a:cubicBezTo>
                    <a:pt x="973" y="4220"/>
                    <a:pt x="933" y="4190"/>
                    <a:pt x="933" y="4176"/>
                  </a:cubicBezTo>
                  <a:close/>
                  <a:moveTo>
                    <a:pt x="6246" y="4432"/>
                  </a:moveTo>
                  <a:cubicBezTo>
                    <a:pt x="6276" y="4432"/>
                    <a:pt x="6363" y="4469"/>
                    <a:pt x="6398" y="4525"/>
                  </a:cubicBezTo>
                  <a:cubicBezTo>
                    <a:pt x="6394" y="4537"/>
                    <a:pt x="6392" y="4543"/>
                    <a:pt x="6384" y="4543"/>
                  </a:cubicBezTo>
                  <a:cubicBezTo>
                    <a:pt x="6375" y="4543"/>
                    <a:pt x="6361" y="4537"/>
                    <a:pt x="6333" y="4525"/>
                  </a:cubicBezTo>
                  <a:cubicBezTo>
                    <a:pt x="6276" y="4500"/>
                    <a:pt x="6228" y="4460"/>
                    <a:pt x="6236" y="4435"/>
                  </a:cubicBezTo>
                  <a:cubicBezTo>
                    <a:pt x="6237" y="4433"/>
                    <a:pt x="6240" y="4432"/>
                    <a:pt x="6246" y="4432"/>
                  </a:cubicBezTo>
                  <a:close/>
                  <a:moveTo>
                    <a:pt x="747" y="4573"/>
                  </a:moveTo>
                  <a:cubicBezTo>
                    <a:pt x="803" y="4573"/>
                    <a:pt x="868" y="4573"/>
                    <a:pt x="868" y="4589"/>
                  </a:cubicBezTo>
                  <a:lnTo>
                    <a:pt x="868" y="4614"/>
                  </a:lnTo>
                  <a:cubicBezTo>
                    <a:pt x="828" y="4614"/>
                    <a:pt x="787" y="4606"/>
                    <a:pt x="747" y="4589"/>
                  </a:cubicBezTo>
                  <a:lnTo>
                    <a:pt x="747" y="4573"/>
                  </a:lnTo>
                  <a:close/>
                  <a:moveTo>
                    <a:pt x="476" y="4717"/>
                  </a:moveTo>
                  <a:cubicBezTo>
                    <a:pt x="489" y="4717"/>
                    <a:pt x="516" y="4721"/>
                    <a:pt x="560" y="4727"/>
                  </a:cubicBezTo>
                  <a:lnTo>
                    <a:pt x="682" y="4768"/>
                  </a:lnTo>
                  <a:cubicBezTo>
                    <a:pt x="682" y="4775"/>
                    <a:pt x="677" y="4778"/>
                    <a:pt x="666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9" y="4727"/>
                    <a:pt x="455" y="4717"/>
                    <a:pt x="476" y="4717"/>
                  </a:cubicBezTo>
                  <a:close/>
                  <a:moveTo>
                    <a:pt x="863" y="5262"/>
                  </a:moveTo>
                  <a:cubicBezTo>
                    <a:pt x="884" y="5262"/>
                    <a:pt x="905" y="5265"/>
                    <a:pt x="925" y="5270"/>
                  </a:cubicBezTo>
                  <a:cubicBezTo>
                    <a:pt x="933" y="5295"/>
                    <a:pt x="933" y="5311"/>
                    <a:pt x="933" y="5311"/>
                  </a:cubicBezTo>
                  <a:lnTo>
                    <a:pt x="820" y="5311"/>
                  </a:lnTo>
                  <a:cubicBezTo>
                    <a:pt x="747" y="5317"/>
                    <a:pt x="704" y="5321"/>
                    <a:pt x="685" y="5321"/>
                  </a:cubicBezTo>
                  <a:cubicBezTo>
                    <a:pt x="655" y="5321"/>
                    <a:pt x="685" y="5312"/>
                    <a:pt x="755" y="5287"/>
                  </a:cubicBezTo>
                  <a:cubicBezTo>
                    <a:pt x="786" y="5271"/>
                    <a:pt x="824" y="5262"/>
                    <a:pt x="863" y="5262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43"/>
                    <a:pt x="3187" y="5400"/>
                  </a:cubicBezTo>
                  <a:lnTo>
                    <a:pt x="3203" y="5400"/>
                  </a:lnTo>
                  <a:cubicBezTo>
                    <a:pt x="3220" y="5360"/>
                    <a:pt x="3220" y="5319"/>
                    <a:pt x="3228" y="5279"/>
                  </a:cubicBezTo>
                  <a:close/>
                  <a:moveTo>
                    <a:pt x="730" y="5465"/>
                  </a:moveTo>
                  <a:lnTo>
                    <a:pt x="682" y="5514"/>
                  </a:lnTo>
                  <a:cubicBezTo>
                    <a:pt x="668" y="5521"/>
                    <a:pt x="657" y="5524"/>
                    <a:pt x="648" y="5524"/>
                  </a:cubicBezTo>
                  <a:cubicBezTo>
                    <a:pt x="628" y="5524"/>
                    <a:pt x="620" y="5507"/>
                    <a:pt x="609" y="5489"/>
                  </a:cubicBezTo>
                  <a:lnTo>
                    <a:pt x="666" y="5465"/>
                  </a:lnTo>
                  <a:close/>
                  <a:moveTo>
                    <a:pt x="1642" y="5829"/>
                  </a:moveTo>
                  <a:cubicBezTo>
                    <a:pt x="1623" y="5829"/>
                    <a:pt x="1582" y="5870"/>
                    <a:pt x="1582" y="5870"/>
                  </a:cubicBezTo>
                  <a:cubicBezTo>
                    <a:pt x="1557" y="5927"/>
                    <a:pt x="1574" y="5927"/>
                    <a:pt x="1598" y="5935"/>
                  </a:cubicBezTo>
                  <a:cubicBezTo>
                    <a:pt x="1603" y="5957"/>
                    <a:pt x="1613" y="5966"/>
                    <a:pt x="1623" y="5966"/>
                  </a:cubicBezTo>
                  <a:cubicBezTo>
                    <a:pt x="1643" y="5966"/>
                    <a:pt x="1668" y="5932"/>
                    <a:pt x="1679" y="5895"/>
                  </a:cubicBezTo>
                  <a:cubicBezTo>
                    <a:pt x="1703" y="5838"/>
                    <a:pt x="1687" y="5838"/>
                    <a:pt x="1647" y="5830"/>
                  </a:cubicBezTo>
                  <a:cubicBezTo>
                    <a:pt x="1645" y="5829"/>
                    <a:pt x="1644" y="5829"/>
                    <a:pt x="1642" y="5829"/>
                  </a:cubicBezTo>
                  <a:close/>
                  <a:moveTo>
                    <a:pt x="1744" y="5960"/>
                  </a:moveTo>
                  <a:lnTo>
                    <a:pt x="1793" y="5968"/>
                  </a:lnTo>
                  <a:cubicBezTo>
                    <a:pt x="1777" y="6021"/>
                    <a:pt x="1720" y="6074"/>
                    <a:pt x="1692" y="6074"/>
                  </a:cubicBezTo>
                  <a:cubicBezTo>
                    <a:pt x="1690" y="6074"/>
                    <a:pt x="1689" y="6074"/>
                    <a:pt x="1687" y="6073"/>
                  </a:cubicBezTo>
                  <a:cubicBezTo>
                    <a:pt x="1663" y="6073"/>
                    <a:pt x="1687" y="6016"/>
                    <a:pt x="1744" y="5960"/>
                  </a:cubicBezTo>
                  <a:close/>
                  <a:moveTo>
                    <a:pt x="2903" y="6049"/>
                  </a:moveTo>
                  <a:cubicBezTo>
                    <a:pt x="2920" y="6049"/>
                    <a:pt x="2944" y="6114"/>
                    <a:pt x="2944" y="6170"/>
                  </a:cubicBezTo>
                  <a:cubicBezTo>
                    <a:pt x="2960" y="6292"/>
                    <a:pt x="2960" y="6292"/>
                    <a:pt x="2920" y="6292"/>
                  </a:cubicBezTo>
                  <a:cubicBezTo>
                    <a:pt x="2903" y="6292"/>
                    <a:pt x="2879" y="6292"/>
                    <a:pt x="2879" y="6227"/>
                  </a:cubicBezTo>
                  <a:lnTo>
                    <a:pt x="2903" y="6227"/>
                  </a:lnTo>
                  <a:cubicBezTo>
                    <a:pt x="2903" y="6246"/>
                    <a:pt x="2905" y="6254"/>
                    <a:pt x="2906" y="6254"/>
                  </a:cubicBezTo>
                  <a:cubicBezTo>
                    <a:pt x="2910" y="6254"/>
                    <a:pt x="2915" y="6210"/>
                    <a:pt x="2903" y="6170"/>
                  </a:cubicBezTo>
                  <a:lnTo>
                    <a:pt x="2903" y="6049"/>
                  </a:lnTo>
                  <a:close/>
                  <a:moveTo>
                    <a:pt x="3163" y="6179"/>
                  </a:moveTo>
                  <a:lnTo>
                    <a:pt x="3179" y="6235"/>
                  </a:lnTo>
                  <a:cubicBezTo>
                    <a:pt x="3179" y="6283"/>
                    <a:pt x="3170" y="6296"/>
                    <a:pt x="3156" y="6296"/>
                  </a:cubicBezTo>
                  <a:cubicBezTo>
                    <a:pt x="3151" y="6296"/>
                    <a:pt x="3145" y="6294"/>
                    <a:pt x="3138" y="6292"/>
                  </a:cubicBezTo>
                  <a:cubicBezTo>
                    <a:pt x="3122" y="6292"/>
                    <a:pt x="3122" y="6292"/>
                    <a:pt x="3122" y="6235"/>
                  </a:cubicBezTo>
                  <a:cubicBezTo>
                    <a:pt x="3122" y="6235"/>
                    <a:pt x="3138" y="6179"/>
                    <a:pt x="3163" y="6179"/>
                  </a:cubicBezTo>
                  <a:close/>
                  <a:moveTo>
                    <a:pt x="3713" y="6249"/>
                  </a:moveTo>
                  <a:cubicBezTo>
                    <a:pt x="3716" y="6249"/>
                    <a:pt x="3718" y="6280"/>
                    <a:pt x="3722" y="6341"/>
                  </a:cubicBezTo>
                  <a:cubicBezTo>
                    <a:pt x="3722" y="6397"/>
                    <a:pt x="3730" y="6454"/>
                    <a:pt x="3706" y="6462"/>
                  </a:cubicBezTo>
                  <a:cubicBezTo>
                    <a:pt x="3692" y="6498"/>
                    <a:pt x="3682" y="6513"/>
                    <a:pt x="3676" y="6513"/>
                  </a:cubicBezTo>
                  <a:cubicBezTo>
                    <a:pt x="3661" y="6513"/>
                    <a:pt x="3669" y="6427"/>
                    <a:pt x="3698" y="6341"/>
                  </a:cubicBezTo>
                  <a:cubicBezTo>
                    <a:pt x="3706" y="6280"/>
                    <a:pt x="3710" y="6249"/>
                    <a:pt x="3713" y="6249"/>
                  </a:cubicBezTo>
                  <a:close/>
                  <a:moveTo>
                    <a:pt x="2838" y="6527"/>
                  </a:moveTo>
                  <a:cubicBezTo>
                    <a:pt x="2838" y="6584"/>
                    <a:pt x="2838" y="6584"/>
                    <a:pt x="2863" y="6592"/>
                  </a:cubicBezTo>
                  <a:lnTo>
                    <a:pt x="2879" y="6592"/>
                  </a:lnTo>
                  <a:lnTo>
                    <a:pt x="2863" y="6527"/>
                  </a:lnTo>
                  <a:close/>
                  <a:moveTo>
                    <a:pt x="3382" y="0"/>
                  </a:moveTo>
                  <a:cubicBezTo>
                    <a:pt x="3357" y="65"/>
                    <a:pt x="3341" y="65"/>
                    <a:pt x="3341" y="65"/>
                  </a:cubicBezTo>
                  <a:cubicBezTo>
                    <a:pt x="3341" y="122"/>
                    <a:pt x="3317" y="122"/>
                    <a:pt x="3260" y="122"/>
                  </a:cubicBezTo>
                  <a:cubicBezTo>
                    <a:pt x="3220" y="122"/>
                    <a:pt x="3138" y="179"/>
                    <a:pt x="3098" y="179"/>
                  </a:cubicBezTo>
                  <a:cubicBezTo>
                    <a:pt x="3057" y="179"/>
                    <a:pt x="3001" y="171"/>
                    <a:pt x="2976" y="114"/>
                  </a:cubicBezTo>
                  <a:cubicBezTo>
                    <a:pt x="2960" y="114"/>
                    <a:pt x="2944" y="114"/>
                    <a:pt x="2903" y="171"/>
                  </a:cubicBezTo>
                  <a:cubicBezTo>
                    <a:pt x="2892" y="202"/>
                    <a:pt x="2876" y="216"/>
                    <a:pt x="2863" y="216"/>
                  </a:cubicBezTo>
                  <a:cubicBezTo>
                    <a:pt x="2849" y="216"/>
                    <a:pt x="2838" y="200"/>
                    <a:pt x="2838" y="171"/>
                  </a:cubicBezTo>
                  <a:lnTo>
                    <a:pt x="2822" y="171"/>
                  </a:lnTo>
                  <a:cubicBezTo>
                    <a:pt x="2782" y="227"/>
                    <a:pt x="2757" y="227"/>
                    <a:pt x="2757" y="227"/>
                  </a:cubicBezTo>
                  <a:cubicBezTo>
                    <a:pt x="2757" y="188"/>
                    <a:pt x="2749" y="144"/>
                    <a:pt x="2736" y="144"/>
                  </a:cubicBezTo>
                  <a:cubicBezTo>
                    <a:pt x="2731" y="144"/>
                    <a:pt x="2724" y="151"/>
                    <a:pt x="2717" y="171"/>
                  </a:cubicBezTo>
                  <a:cubicBezTo>
                    <a:pt x="2717" y="227"/>
                    <a:pt x="2701" y="227"/>
                    <a:pt x="2660" y="227"/>
                  </a:cubicBezTo>
                  <a:cubicBezTo>
                    <a:pt x="2636" y="195"/>
                    <a:pt x="2466" y="179"/>
                    <a:pt x="2295" y="171"/>
                  </a:cubicBezTo>
                  <a:cubicBezTo>
                    <a:pt x="2174" y="171"/>
                    <a:pt x="1833" y="179"/>
                    <a:pt x="1849" y="211"/>
                  </a:cubicBezTo>
                  <a:lnTo>
                    <a:pt x="1752" y="211"/>
                  </a:lnTo>
                  <a:cubicBezTo>
                    <a:pt x="1720" y="211"/>
                    <a:pt x="1655" y="219"/>
                    <a:pt x="1655" y="219"/>
                  </a:cubicBezTo>
                  <a:cubicBezTo>
                    <a:pt x="1643" y="175"/>
                    <a:pt x="1615" y="158"/>
                    <a:pt x="1581" y="158"/>
                  </a:cubicBezTo>
                  <a:cubicBezTo>
                    <a:pt x="1522" y="158"/>
                    <a:pt x="1445" y="211"/>
                    <a:pt x="1403" y="268"/>
                  </a:cubicBezTo>
                  <a:cubicBezTo>
                    <a:pt x="1403" y="300"/>
                    <a:pt x="1379" y="341"/>
                    <a:pt x="1339" y="349"/>
                  </a:cubicBezTo>
                  <a:cubicBezTo>
                    <a:pt x="1316" y="297"/>
                    <a:pt x="1284" y="276"/>
                    <a:pt x="1252" y="276"/>
                  </a:cubicBezTo>
                  <a:cubicBezTo>
                    <a:pt x="1214" y="276"/>
                    <a:pt x="1178" y="305"/>
                    <a:pt x="1160" y="349"/>
                  </a:cubicBezTo>
                  <a:cubicBezTo>
                    <a:pt x="1178" y="412"/>
                    <a:pt x="1179" y="445"/>
                    <a:pt x="1164" y="445"/>
                  </a:cubicBezTo>
                  <a:cubicBezTo>
                    <a:pt x="1153" y="445"/>
                    <a:pt x="1132" y="425"/>
                    <a:pt x="1103" y="382"/>
                  </a:cubicBezTo>
                  <a:cubicBezTo>
                    <a:pt x="1082" y="342"/>
                    <a:pt x="1059" y="322"/>
                    <a:pt x="1042" y="322"/>
                  </a:cubicBezTo>
                  <a:cubicBezTo>
                    <a:pt x="1014" y="322"/>
                    <a:pt x="1000" y="376"/>
                    <a:pt x="1030" y="487"/>
                  </a:cubicBezTo>
                  <a:cubicBezTo>
                    <a:pt x="1035" y="527"/>
                    <a:pt x="1037" y="542"/>
                    <a:pt x="1025" y="542"/>
                  </a:cubicBezTo>
                  <a:cubicBezTo>
                    <a:pt x="1017" y="542"/>
                    <a:pt x="1003" y="537"/>
                    <a:pt x="982" y="527"/>
                  </a:cubicBezTo>
                  <a:cubicBezTo>
                    <a:pt x="935" y="488"/>
                    <a:pt x="903" y="474"/>
                    <a:pt x="887" y="474"/>
                  </a:cubicBezTo>
                  <a:cubicBezTo>
                    <a:pt x="870" y="474"/>
                    <a:pt x="872" y="490"/>
                    <a:pt x="893" y="511"/>
                  </a:cubicBezTo>
                  <a:cubicBezTo>
                    <a:pt x="923" y="581"/>
                    <a:pt x="928" y="614"/>
                    <a:pt x="903" y="614"/>
                  </a:cubicBezTo>
                  <a:cubicBezTo>
                    <a:pt x="888" y="614"/>
                    <a:pt x="860" y="601"/>
                    <a:pt x="820" y="576"/>
                  </a:cubicBezTo>
                  <a:cubicBezTo>
                    <a:pt x="771" y="558"/>
                    <a:pt x="739" y="547"/>
                    <a:pt x="722" y="547"/>
                  </a:cubicBezTo>
                  <a:cubicBezTo>
                    <a:pt x="694" y="547"/>
                    <a:pt x="706" y="575"/>
                    <a:pt x="747" y="641"/>
                  </a:cubicBezTo>
                  <a:cubicBezTo>
                    <a:pt x="799" y="726"/>
                    <a:pt x="762" y="801"/>
                    <a:pt x="686" y="801"/>
                  </a:cubicBezTo>
                  <a:cubicBezTo>
                    <a:pt x="667" y="801"/>
                    <a:pt x="647" y="796"/>
                    <a:pt x="625" y="787"/>
                  </a:cubicBezTo>
                  <a:cubicBezTo>
                    <a:pt x="601" y="811"/>
                    <a:pt x="536" y="803"/>
                    <a:pt x="585" y="836"/>
                  </a:cubicBezTo>
                  <a:lnTo>
                    <a:pt x="520" y="827"/>
                  </a:lnTo>
                  <a:cubicBezTo>
                    <a:pt x="503" y="844"/>
                    <a:pt x="495" y="868"/>
                    <a:pt x="487" y="884"/>
                  </a:cubicBezTo>
                  <a:lnTo>
                    <a:pt x="536" y="917"/>
                  </a:lnTo>
                  <a:cubicBezTo>
                    <a:pt x="430" y="1030"/>
                    <a:pt x="349" y="1168"/>
                    <a:pt x="309" y="1314"/>
                  </a:cubicBezTo>
                  <a:cubicBezTo>
                    <a:pt x="251" y="1633"/>
                    <a:pt x="271" y="1731"/>
                    <a:pt x="310" y="1731"/>
                  </a:cubicBezTo>
                  <a:cubicBezTo>
                    <a:pt x="315" y="1731"/>
                    <a:pt x="320" y="1730"/>
                    <a:pt x="325" y="1727"/>
                  </a:cubicBezTo>
                  <a:cubicBezTo>
                    <a:pt x="340" y="1725"/>
                    <a:pt x="353" y="1725"/>
                    <a:pt x="364" y="1725"/>
                  </a:cubicBezTo>
                  <a:cubicBezTo>
                    <a:pt x="445" y="1725"/>
                    <a:pt x="432" y="1771"/>
                    <a:pt x="325" y="1792"/>
                  </a:cubicBezTo>
                  <a:cubicBezTo>
                    <a:pt x="325" y="1825"/>
                    <a:pt x="260" y="1890"/>
                    <a:pt x="260" y="1963"/>
                  </a:cubicBezTo>
                  <a:cubicBezTo>
                    <a:pt x="260" y="2019"/>
                    <a:pt x="260" y="2044"/>
                    <a:pt x="203" y="2052"/>
                  </a:cubicBezTo>
                  <a:lnTo>
                    <a:pt x="203" y="2068"/>
                  </a:lnTo>
                  <a:cubicBezTo>
                    <a:pt x="301" y="2092"/>
                    <a:pt x="333" y="2222"/>
                    <a:pt x="252" y="2287"/>
                  </a:cubicBezTo>
                  <a:cubicBezTo>
                    <a:pt x="252" y="2327"/>
                    <a:pt x="252" y="2352"/>
                    <a:pt x="309" y="2384"/>
                  </a:cubicBezTo>
                  <a:cubicBezTo>
                    <a:pt x="374" y="2425"/>
                    <a:pt x="374" y="2425"/>
                    <a:pt x="309" y="2449"/>
                  </a:cubicBezTo>
                  <a:cubicBezTo>
                    <a:pt x="252" y="2449"/>
                    <a:pt x="187" y="2571"/>
                    <a:pt x="309" y="2571"/>
                  </a:cubicBezTo>
                  <a:lnTo>
                    <a:pt x="252" y="2587"/>
                  </a:lnTo>
                  <a:cubicBezTo>
                    <a:pt x="187" y="2611"/>
                    <a:pt x="244" y="2627"/>
                    <a:pt x="309" y="2627"/>
                  </a:cubicBezTo>
                  <a:cubicBezTo>
                    <a:pt x="430" y="2627"/>
                    <a:pt x="422" y="2652"/>
                    <a:pt x="244" y="2668"/>
                  </a:cubicBezTo>
                  <a:cubicBezTo>
                    <a:pt x="130" y="2668"/>
                    <a:pt x="122" y="2684"/>
                    <a:pt x="187" y="2692"/>
                  </a:cubicBezTo>
                  <a:cubicBezTo>
                    <a:pt x="244" y="2708"/>
                    <a:pt x="301" y="2733"/>
                    <a:pt x="244" y="2749"/>
                  </a:cubicBezTo>
                  <a:cubicBezTo>
                    <a:pt x="244" y="2765"/>
                    <a:pt x="244" y="2790"/>
                    <a:pt x="366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2" y="2830"/>
                    <a:pt x="341" y="2822"/>
                    <a:pt x="301" y="2806"/>
                  </a:cubicBezTo>
                  <a:cubicBezTo>
                    <a:pt x="301" y="2813"/>
                    <a:pt x="301" y="2827"/>
                    <a:pt x="301" y="2846"/>
                  </a:cubicBezTo>
                  <a:cubicBezTo>
                    <a:pt x="301" y="2871"/>
                    <a:pt x="244" y="2911"/>
                    <a:pt x="179" y="2911"/>
                  </a:cubicBezTo>
                  <a:cubicBezTo>
                    <a:pt x="140" y="2922"/>
                    <a:pt x="128" y="2938"/>
                    <a:pt x="162" y="2938"/>
                  </a:cubicBezTo>
                  <a:cubicBezTo>
                    <a:pt x="177" y="2938"/>
                    <a:pt x="201" y="2935"/>
                    <a:pt x="236" y="2927"/>
                  </a:cubicBezTo>
                  <a:cubicBezTo>
                    <a:pt x="358" y="2927"/>
                    <a:pt x="358" y="2927"/>
                    <a:pt x="358" y="2968"/>
                  </a:cubicBezTo>
                  <a:cubicBezTo>
                    <a:pt x="358" y="2992"/>
                    <a:pt x="358" y="3008"/>
                    <a:pt x="301" y="3008"/>
                  </a:cubicBezTo>
                  <a:cubicBezTo>
                    <a:pt x="236" y="3008"/>
                    <a:pt x="236" y="3008"/>
                    <a:pt x="236" y="3049"/>
                  </a:cubicBezTo>
                  <a:cubicBezTo>
                    <a:pt x="236" y="3106"/>
                    <a:pt x="414" y="3171"/>
                    <a:pt x="536" y="3187"/>
                  </a:cubicBezTo>
                  <a:cubicBezTo>
                    <a:pt x="649" y="3187"/>
                    <a:pt x="649" y="3187"/>
                    <a:pt x="536" y="3211"/>
                  </a:cubicBezTo>
                  <a:cubicBezTo>
                    <a:pt x="471" y="3211"/>
                    <a:pt x="471" y="3227"/>
                    <a:pt x="471" y="3252"/>
                  </a:cubicBezTo>
                  <a:cubicBezTo>
                    <a:pt x="514" y="3252"/>
                    <a:pt x="500" y="3259"/>
                    <a:pt x="485" y="3259"/>
                  </a:cubicBezTo>
                  <a:cubicBezTo>
                    <a:pt x="478" y="3259"/>
                    <a:pt x="471" y="3257"/>
                    <a:pt x="471" y="3252"/>
                  </a:cubicBezTo>
                  <a:cubicBezTo>
                    <a:pt x="414" y="3252"/>
                    <a:pt x="414" y="3227"/>
                    <a:pt x="414" y="3211"/>
                  </a:cubicBezTo>
                  <a:lnTo>
                    <a:pt x="358" y="3211"/>
                  </a:lnTo>
                  <a:cubicBezTo>
                    <a:pt x="236" y="3227"/>
                    <a:pt x="236" y="3252"/>
                    <a:pt x="349" y="3268"/>
                  </a:cubicBezTo>
                  <a:cubicBezTo>
                    <a:pt x="414" y="3292"/>
                    <a:pt x="414" y="3292"/>
                    <a:pt x="349" y="3308"/>
                  </a:cubicBezTo>
                  <a:cubicBezTo>
                    <a:pt x="293" y="3333"/>
                    <a:pt x="228" y="3349"/>
                    <a:pt x="293" y="3349"/>
                  </a:cubicBezTo>
                  <a:cubicBezTo>
                    <a:pt x="293" y="3349"/>
                    <a:pt x="293" y="3389"/>
                    <a:pt x="228" y="3406"/>
                  </a:cubicBezTo>
                  <a:cubicBezTo>
                    <a:pt x="228" y="3446"/>
                    <a:pt x="228" y="3471"/>
                    <a:pt x="285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7"/>
                    <a:pt x="349" y="3552"/>
                    <a:pt x="406" y="3552"/>
                  </a:cubicBezTo>
                  <a:cubicBezTo>
                    <a:pt x="463" y="3552"/>
                    <a:pt x="528" y="3568"/>
                    <a:pt x="528" y="3608"/>
                  </a:cubicBezTo>
                  <a:cubicBezTo>
                    <a:pt x="585" y="3649"/>
                    <a:pt x="585" y="3649"/>
                    <a:pt x="463" y="3673"/>
                  </a:cubicBezTo>
                  <a:cubicBezTo>
                    <a:pt x="406" y="3673"/>
                    <a:pt x="406" y="3689"/>
                    <a:pt x="406" y="3714"/>
                  </a:cubicBezTo>
                  <a:cubicBezTo>
                    <a:pt x="406" y="3714"/>
                    <a:pt x="406" y="3730"/>
                    <a:pt x="341" y="3754"/>
                  </a:cubicBezTo>
                  <a:cubicBezTo>
                    <a:pt x="285" y="3771"/>
                    <a:pt x="341" y="3771"/>
                    <a:pt x="398" y="3771"/>
                  </a:cubicBezTo>
                  <a:lnTo>
                    <a:pt x="520" y="3771"/>
                  </a:lnTo>
                  <a:cubicBezTo>
                    <a:pt x="520" y="3795"/>
                    <a:pt x="398" y="3811"/>
                    <a:pt x="341" y="3811"/>
                  </a:cubicBezTo>
                  <a:cubicBezTo>
                    <a:pt x="220" y="3827"/>
                    <a:pt x="220" y="3827"/>
                    <a:pt x="341" y="3827"/>
                  </a:cubicBezTo>
                  <a:cubicBezTo>
                    <a:pt x="398" y="3827"/>
                    <a:pt x="463" y="3852"/>
                    <a:pt x="398" y="3892"/>
                  </a:cubicBezTo>
                  <a:cubicBezTo>
                    <a:pt x="398" y="3933"/>
                    <a:pt x="398" y="3973"/>
                    <a:pt x="341" y="3973"/>
                  </a:cubicBezTo>
                  <a:cubicBezTo>
                    <a:pt x="276" y="3989"/>
                    <a:pt x="333" y="4014"/>
                    <a:pt x="333" y="4014"/>
                  </a:cubicBezTo>
                  <a:cubicBezTo>
                    <a:pt x="398" y="4030"/>
                    <a:pt x="398" y="4054"/>
                    <a:pt x="333" y="4111"/>
                  </a:cubicBezTo>
                  <a:cubicBezTo>
                    <a:pt x="212" y="4208"/>
                    <a:pt x="212" y="4208"/>
                    <a:pt x="333" y="4208"/>
                  </a:cubicBezTo>
                  <a:cubicBezTo>
                    <a:pt x="390" y="4208"/>
                    <a:pt x="455" y="4208"/>
                    <a:pt x="333" y="4233"/>
                  </a:cubicBezTo>
                  <a:cubicBezTo>
                    <a:pt x="268" y="4249"/>
                    <a:pt x="333" y="4273"/>
                    <a:pt x="390" y="4314"/>
                  </a:cubicBezTo>
                  <a:cubicBezTo>
                    <a:pt x="471" y="4330"/>
                    <a:pt x="552" y="4330"/>
                    <a:pt x="625" y="4330"/>
                  </a:cubicBezTo>
                  <a:cubicBezTo>
                    <a:pt x="747" y="4330"/>
                    <a:pt x="747" y="4330"/>
                    <a:pt x="690" y="4371"/>
                  </a:cubicBezTo>
                  <a:cubicBezTo>
                    <a:pt x="690" y="4395"/>
                    <a:pt x="625" y="4411"/>
                    <a:pt x="568" y="4411"/>
                  </a:cubicBezTo>
                  <a:cubicBezTo>
                    <a:pt x="503" y="4411"/>
                    <a:pt x="512" y="4387"/>
                    <a:pt x="512" y="4387"/>
                  </a:cubicBezTo>
                  <a:lnTo>
                    <a:pt x="512" y="4371"/>
                  </a:lnTo>
                  <a:cubicBezTo>
                    <a:pt x="447" y="4371"/>
                    <a:pt x="390" y="4371"/>
                    <a:pt x="390" y="4411"/>
                  </a:cubicBezTo>
                  <a:cubicBezTo>
                    <a:pt x="325" y="4427"/>
                    <a:pt x="325" y="4452"/>
                    <a:pt x="390" y="4452"/>
                  </a:cubicBezTo>
                  <a:cubicBezTo>
                    <a:pt x="325" y="4468"/>
                    <a:pt x="325" y="4508"/>
                    <a:pt x="325" y="4549"/>
                  </a:cubicBezTo>
                  <a:cubicBezTo>
                    <a:pt x="325" y="4589"/>
                    <a:pt x="325" y="4646"/>
                    <a:pt x="260" y="4670"/>
                  </a:cubicBezTo>
                  <a:cubicBezTo>
                    <a:pt x="260" y="4711"/>
                    <a:pt x="260" y="4727"/>
                    <a:pt x="317" y="4727"/>
                  </a:cubicBezTo>
                  <a:cubicBezTo>
                    <a:pt x="439" y="4727"/>
                    <a:pt x="439" y="4752"/>
                    <a:pt x="382" y="4752"/>
                  </a:cubicBezTo>
                  <a:cubicBezTo>
                    <a:pt x="379" y="4751"/>
                    <a:pt x="376" y="4751"/>
                    <a:pt x="373" y="4751"/>
                  </a:cubicBezTo>
                  <a:cubicBezTo>
                    <a:pt x="258" y="4751"/>
                    <a:pt x="199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lnTo>
                    <a:pt x="325" y="5303"/>
                  </a:lnTo>
                  <a:cubicBezTo>
                    <a:pt x="276" y="5384"/>
                    <a:pt x="317" y="5579"/>
                    <a:pt x="390" y="5587"/>
                  </a:cubicBezTo>
                  <a:lnTo>
                    <a:pt x="422" y="5676"/>
                  </a:lnTo>
                  <a:cubicBezTo>
                    <a:pt x="390" y="5765"/>
                    <a:pt x="406" y="5797"/>
                    <a:pt x="471" y="5797"/>
                  </a:cubicBezTo>
                  <a:cubicBezTo>
                    <a:pt x="520" y="5797"/>
                    <a:pt x="558" y="5783"/>
                    <a:pt x="563" y="5783"/>
                  </a:cubicBezTo>
                  <a:cubicBezTo>
                    <a:pt x="566" y="5783"/>
                    <a:pt x="560" y="5787"/>
                    <a:pt x="544" y="5797"/>
                  </a:cubicBezTo>
                  <a:cubicBezTo>
                    <a:pt x="487" y="5830"/>
                    <a:pt x="520" y="5887"/>
                    <a:pt x="593" y="5992"/>
                  </a:cubicBezTo>
                  <a:cubicBezTo>
                    <a:pt x="638" y="6051"/>
                    <a:pt x="658" y="6077"/>
                    <a:pt x="671" y="6077"/>
                  </a:cubicBezTo>
                  <a:cubicBezTo>
                    <a:pt x="681" y="6077"/>
                    <a:pt x="687" y="6061"/>
                    <a:pt x="698" y="6033"/>
                  </a:cubicBezTo>
                  <a:cubicBezTo>
                    <a:pt x="820" y="6089"/>
                    <a:pt x="779" y="6130"/>
                    <a:pt x="739" y="6170"/>
                  </a:cubicBezTo>
                  <a:cubicBezTo>
                    <a:pt x="674" y="6203"/>
                    <a:pt x="662" y="6233"/>
                    <a:pt x="692" y="6233"/>
                  </a:cubicBezTo>
                  <a:cubicBezTo>
                    <a:pt x="715" y="6233"/>
                    <a:pt x="762" y="6216"/>
                    <a:pt x="828" y="6170"/>
                  </a:cubicBezTo>
                  <a:cubicBezTo>
                    <a:pt x="865" y="6146"/>
                    <a:pt x="895" y="6136"/>
                    <a:pt x="915" y="6136"/>
                  </a:cubicBezTo>
                  <a:cubicBezTo>
                    <a:pt x="949" y="6136"/>
                    <a:pt x="958" y="6162"/>
                    <a:pt x="933" y="6187"/>
                  </a:cubicBezTo>
                  <a:cubicBezTo>
                    <a:pt x="915" y="6208"/>
                    <a:pt x="901" y="6215"/>
                    <a:pt x="888" y="6215"/>
                  </a:cubicBezTo>
                  <a:cubicBezTo>
                    <a:pt x="871" y="6215"/>
                    <a:pt x="858" y="6204"/>
                    <a:pt x="844" y="6195"/>
                  </a:cubicBezTo>
                  <a:lnTo>
                    <a:pt x="763" y="6284"/>
                  </a:lnTo>
                  <a:cubicBezTo>
                    <a:pt x="774" y="6291"/>
                    <a:pt x="781" y="6295"/>
                    <a:pt x="792" y="6295"/>
                  </a:cubicBezTo>
                  <a:cubicBezTo>
                    <a:pt x="806" y="6295"/>
                    <a:pt x="824" y="6289"/>
                    <a:pt x="860" y="6276"/>
                  </a:cubicBezTo>
                  <a:cubicBezTo>
                    <a:pt x="860" y="6276"/>
                    <a:pt x="871" y="6287"/>
                    <a:pt x="895" y="6287"/>
                  </a:cubicBezTo>
                  <a:cubicBezTo>
                    <a:pt x="907" y="6287"/>
                    <a:pt x="922" y="6284"/>
                    <a:pt x="941" y="6276"/>
                  </a:cubicBezTo>
                  <a:cubicBezTo>
                    <a:pt x="1006" y="6252"/>
                    <a:pt x="1047" y="6195"/>
                    <a:pt x="1055" y="6130"/>
                  </a:cubicBezTo>
                  <a:cubicBezTo>
                    <a:pt x="1063" y="6097"/>
                    <a:pt x="1073" y="6087"/>
                    <a:pt x="1084" y="6087"/>
                  </a:cubicBezTo>
                  <a:cubicBezTo>
                    <a:pt x="1095" y="6087"/>
                    <a:pt x="1107" y="6097"/>
                    <a:pt x="1120" y="6106"/>
                  </a:cubicBezTo>
                  <a:cubicBezTo>
                    <a:pt x="1128" y="6170"/>
                    <a:pt x="1095" y="6235"/>
                    <a:pt x="1030" y="6260"/>
                  </a:cubicBezTo>
                  <a:cubicBezTo>
                    <a:pt x="1027" y="6257"/>
                    <a:pt x="1024" y="6256"/>
                    <a:pt x="1020" y="6256"/>
                  </a:cubicBezTo>
                  <a:cubicBezTo>
                    <a:pt x="997" y="6256"/>
                    <a:pt x="968" y="6299"/>
                    <a:pt x="933" y="6341"/>
                  </a:cubicBezTo>
                  <a:cubicBezTo>
                    <a:pt x="917" y="6360"/>
                    <a:pt x="940" y="6370"/>
                    <a:pt x="980" y="6370"/>
                  </a:cubicBezTo>
                  <a:cubicBezTo>
                    <a:pt x="1040" y="6370"/>
                    <a:pt x="1139" y="6346"/>
                    <a:pt x="1193" y="6292"/>
                  </a:cubicBezTo>
                  <a:lnTo>
                    <a:pt x="1193" y="6292"/>
                  </a:lnTo>
                  <a:cubicBezTo>
                    <a:pt x="1184" y="6304"/>
                    <a:pt x="1174" y="6320"/>
                    <a:pt x="1160" y="6341"/>
                  </a:cubicBezTo>
                  <a:cubicBezTo>
                    <a:pt x="1128" y="6397"/>
                    <a:pt x="1185" y="6422"/>
                    <a:pt x="1249" y="6446"/>
                  </a:cubicBezTo>
                  <a:cubicBezTo>
                    <a:pt x="1276" y="6458"/>
                    <a:pt x="1298" y="6465"/>
                    <a:pt x="1315" y="6465"/>
                  </a:cubicBezTo>
                  <a:cubicBezTo>
                    <a:pt x="1335" y="6465"/>
                    <a:pt x="1350" y="6456"/>
                    <a:pt x="1363" y="6430"/>
                  </a:cubicBezTo>
                  <a:cubicBezTo>
                    <a:pt x="1386" y="6377"/>
                    <a:pt x="1408" y="6324"/>
                    <a:pt x="1431" y="6324"/>
                  </a:cubicBezTo>
                  <a:cubicBezTo>
                    <a:pt x="1433" y="6324"/>
                    <a:pt x="1434" y="6324"/>
                    <a:pt x="1436" y="6324"/>
                  </a:cubicBezTo>
                  <a:cubicBezTo>
                    <a:pt x="1412" y="6316"/>
                    <a:pt x="1436" y="6260"/>
                    <a:pt x="1460" y="6211"/>
                  </a:cubicBezTo>
                  <a:cubicBezTo>
                    <a:pt x="1476" y="6252"/>
                    <a:pt x="1493" y="6292"/>
                    <a:pt x="1493" y="6341"/>
                  </a:cubicBezTo>
                  <a:cubicBezTo>
                    <a:pt x="1509" y="6470"/>
                    <a:pt x="1549" y="6543"/>
                    <a:pt x="1679" y="6560"/>
                  </a:cubicBezTo>
                  <a:cubicBezTo>
                    <a:pt x="1728" y="6560"/>
                    <a:pt x="1809" y="6568"/>
                    <a:pt x="1849" y="6600"/>
                  </a:cubicBezTo>
                  <a:cubicBezTo>
                    <a:pt x="1857" y="6608"/>
                    <a:pt x="1866" y="6616"/>
                    <a:pt x="1866" y="6624"/>
                  </a:cubicBezTo>
                  <a:cubicBezTo>
                    <a:pt x="1880" y="6624"/>
                    <a:pt x="1893" y="6625"/>
                    <a:pt x="1905" y="6625"/>
                  </a:cubicBezTo>
                  <a:cubicBezTo>
                    <a:pt x="1951" y="6625"/>
                    <a:pt x="1973" y="6620"/>
                    <a:pt x="1979" y="6568"/>
                  </a:cubicBezTo>
                  <a:lnTo>
                    <a:pt x="2044" y="6568"/>
                  </a:lnTo>
                  <a:cubicBezTo>
                    <a:pt x="2060" y="6600"/>
                    <a:pt x="2086" y="6616"/>
                    <a:pt x="2107" y="6616"/>
                  </a:cubicBezTo>
                  <a:cubicBezTo>
                    <a:pt x="2127" y="6616"/>
                    <a:pt x="2141" y="6600"/>
                    <a:pt x="2133" y="6568"/>
                  </a:cubicBezTo>
                  <a:cubicBezTo>
                    <a:pt x="2141" y="6550"/>
                    <a:pt x="2147" y="6544"/>
                    <a:pt x="2154" y="6544"/>
                  </a:cubicBezTo>
                  <a:cubicBezTo>
                    <a:pt x="2168" y="6544"/>
                    <a:pt x="2181" y="6576"/>
                    <a:pt x="2198" y="6576"/>
                  </a:cubicBezTo>
                  <a:cubicBezTo>
                    <a:pt x="2216" y="6626"/>
                    <a:pt x="2226" y="6654"/>
                    <a:pt x="2229" y="6654"/>
                  </a:cubicBezTo>
                  <a:cubicBezTo>
                    <a:pt x="2234" y="6654"/>
                    <a:pt x="2228" y="6610"/>
                    <a:pt x="2214" y="6511"/>
                  </a:cubicBezTo>
                  <a:cubicBezTo>
                    <a:pt x="2214" y="6454"/>
                    <a:pt x="2174" y="6389"/>
                    <a:pt x="2157" y="6389"/>
                  </a:cubicBezTo>
                  <a:lnTo>
                    <a:pt x="2084" y="6389"/>
                  </a:lnTo>
                  <a:cubicBezTo>
                    <a:pt x="2109" y="6373"/>
                    <a:pt x="2133" y="6357"/>
                    <a:pt x="2157" y="6333"/>
                  </a:cubicBezTo>
                  <a:cubicBezTo>
                    <a:pt x="2174" y="6333"/>
                    <a:pt x="2214" y="6276"/>
                    <a:pt x="2214" y="6211"/>
                  </a:cubicBezTo>
                  <a:cubicBezTo>
                    <a:pt x="2214" y="6211"/>
                    <a:pt x="2214" y="6154"/>
                    <a:pt x="2239" y="6154"/>
                  </a:cubicBezTo>
                  <a:lnTo>
                    <a:pt x="2239" y="6276"/>
                  </a:lnTo>
                  <a:cubicBezTo>
                    <a:pt x="2222" y="6333"/>
                    <a:pt x="2214" y="6389"/>
                    <a:pt x="2214" y="6454"/>
                  </a:cubicBezTo>
                  <a:cubicBezTo>
                    <a:pt x="2229" y="6528"/>
                    <a:pt x="2256" y="6579"/>
                    <a:pt x="2275" y="6579"/>
                  </a:cubicBezTo>
                  <a:cubicBezTo>
                    <a:pt x="2287" y="6579"/>
                    <a:pt x="2295" y="6558"/>
                    <a:pt x="2295" y="6511"/>
                  </a:cubicBezTo>
                  <a:cubicBezTo>
                    <a:pt x="2320" y="6511"/>
                    <a:pt x="2320" y="6511"/>
                    <a:pt x="2336" y="6576"/>
                  </a:cubicBezTo>
                  <a:cubicBezTo>
                    <a:pt x="2336" y="6599"/>
                    <a:pt x="2340" y="6613"/>
                    <a:pt x="2346" y="6613"/>
                  </a:cubicBezTo>
                  <a:cubicBezTo>
                    <a:pt x="2355" y="6613"/>
                    <a:pt x="2367" y="6586"/>
                    <a:pt x="2376" y="6519"/>
                  </a:cubicBezTo>
                  <a:cubicBezTo>
                    <a:pt x="2389" y="6458"/>
                    <a:pt x="2399" y="6428"/>
                    <a:pt x="2409" y="6428"/>
                  </a:cubicBezTo>
                  <a:cubicBezTo>
                    <a:pt x="2419" y="6428"/>
                    <a:pt x="2429" y="6458"/>
                    <a:pt x="2441" y="6519"/>
                  </a:cubicBezTo>
                  <a:cubicBezTo>
                    <a:pt x="2460" y="6591"/>
                    <a:pt x="2497" y="6621"/>
                    <a:pt x="2523" y="6621"/>
                  </a:cubicBezTo>
                  <a:cubicBezTo>
                    <a:pt x="2541" y="6621"/>
                    <a:pt x="2555" y="6607"/>
                    <a:pt x="2555" y="6584"/>
                  </a:cubicBezTo>
                  <a:cubicBezTo>
                    <a:pt x="2555" y="6512"/>
                    <a:pt x="2578" y="6482"/>
                    <a:pt x="2600" y="6482"/>
                  </a:cubicBezTo>
                  <a:cubicBezTo>
                    <a:pt x="2615" y="6482"/>
                    <a:pt x="2629" y="6496"/>
                    <a:pt x="2636" y="6519"/>
                  </a:cubicBezTo>
                  <a:cubicBezTo>
                    <a:pt x="2648" y="6553"/>
                    <a:pt x="2659" y="6569"/>
                    <a:pt x="2669" y="6569"/>
                  </a:cubicBezTo>
                  <a:cubicBezTo>
                    <a:pt x="2679" y="6569"/>
                    <a:pt x="2689" y="6555"/>
                    <a:pt x="2701" y="6527"/>
                  </a:cubicBezTo>
                  <a:cubicBezTo>
                    <a:pt x="2701" y="6567"/>
                    <a:pt x="2709" y="6607"/>
                    <a:pt x="2722" y="6607"/>
                  </a:cubicBezTo>
                  <a:cubicBezTo>
                    <a:pt x="2728" y="6607"/>
                    <a:pt x="2734" y="6601"/>
                    <a:pt x="2741" y="6584"/>
                  </a:cubicBezTo>
                  <a:cubicBezTo>
                    <a:pt x="2741" y="6584"/>
                    <a:pt x="2757" y="6584"/>
                    <a:pt x="2741" y="6527"/>
                  </a:cubicBezTo>
                  <a:lnTo>
                    <a:pt x="2782" y="6406"/>
                  </a:lnTo>
                  <a:cubicBezTo>
                    <a:pt x="2757" y="6406"/>
                    <a:pt x="2757" y="6349"/>
                    <a:pt x="2757" y="6284"/>
                  </a:cubicBezTo>
                  <a:cubicBezTo>
                    <a:pt x="2757" y="6270"/>
                    <a:pt x="2762" y="6263"/>
                    <a:pt x="2770" y="6263"/>
                  </a:cubicBezTo>
                  <a:cubicBezTo>
                    <a:pt x="2795" y="6263"/>
                    <a:pt x="2848" y="6330"/>
                    <a:pt x="2879" y="6470"/>
                  </a:cubicBezTo>
                  <a:lnTo>
                    <a:pt x="2920" y="6592"/>
                  </a:lnTo>
                  <a:lnTo>
                    <a:pt x="2920" y="6470"/>
                  </a:lnTo>
                  <a:cubicBezTo>
                    <a:pt x="2936" y="6470"/>
                    <a:pt x="2960" y="6470"/>
                    <a:pt x="2960" y="6527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1" y="6592"/>
                    <a:pt x="3001" y="6527"/>
                  </a:cubicBezTo>
                  <a:cubicBezTo>
                    <a:pt x="3001" y="6461"/>
                    <a:pt x="3001" y="6433"/>
                    <a:pt x="3004" y="6433"/>
                  </a:cubicBezTo>
                  <a:cubicBezTo>
                    <a:pt x="3006" y="6433"/>
                    <a:pt x="3010" y="6447"/>
                    <a:pt x="3017" y="6470"/>
                  </a:cubicBezTo>
                  <a:cubicBezTo>
                    <a:pt x="3029" y="6531"/>
                    <a:pt x="3039" y="6562"/>
                    <a:pt x="3049" y="6562"/>
                  </a:cubicBezTo>
                  <a:cubicBezTo>
                    <a:pt x="3059" y="6562"/>
                    <a:pt x="3070" y="6531"/>
                    <a:pt x="3082" y="6470"/>
                  </a:cubicBezTo>
                  <a:cubicBezTo>
                    <a:pt x="3082" y="6414"/>
                    <a:pt x="3082" y="6385"/>
                    <a:pt x="3084" y="6385"/>
                  </a:cubicBezTo>
                  <a:cubicBezTo>
                    <a:pt x="3086" y="6385"/>
                    <a:pt x="3090" y="6414"/>
                    <a:pt x="3098" y="6470"/>
                  </a:cubicBezTo>
                  <a:cubicBezTo>
                    <a:pt x="3098" y="6535"/>
                    <a:pt x="3114" y="6592"/>
                    <a:pt x="3138" y="6592"/>
                  </a:cubicBezTo>
                  <a:lnTo>
                    <a:pt x="3138" y="6535"/>
                  </a:lnTo>
                  <a:cubicBezTo>
                    <a:pt x="3138" y="6465"/>
                    <a:pt x="3144" y="6435"/>
                    <a:pt x="3153" y="6435"/>
                  </a:cubicBezTo>
                  <a:cubicBezTo>
                    <a:pt x="3160" y="6435"/>
                    <a:pt x="3169" y="6451"/>
                    <a:pt x="3179" y="6479"/>
                  </a:cubicBezTo>
                  <a:cubicBezTo>
                    <a:pt x="3179" y="6507"/>
                    <a:pt x="3183" y="6521"/>
                    <a:pt x="3192" y="6521"/>
                  </a:cubicBezTo>
                  <a:cubicBezTo>
                    <a:pt x="3201" y="6521"/>
                    <a:pt x="3215" y="6507"/>
                    <a:pt x="3236" y="6479"/>
                  </a:cubicBezTo>
                  <a:cubicBezTo>
                    <a:pt x="3276" y="6479"/>
                    <a:pt x="3301" y="6479"/>
                    <a:pt x="3301" y="6535"/>
                  </a:cubicBezTo>
                  <a:cubicBezTo>
                    <a:pt x="3301" y="6596"/>
                    <a:pt x="3301" y="6626"/>
                    <a:pt x="3303" y="6626"/>
                  </a:cubicBezTo>
                  <a:cubicBezTo>
                    <a:pt x="3305" y="6626"/>
                    <a:pt x="3309" y="6596"/>
                    <a:pt x="3317" y="6535"/>
                  </a:cubicBezTo>
                  <a:cubicBezTo>
                    <a:pt x="3329" y="6507"/>
                    <a:pt x="3335" y="6493"/>
                    <a:pt x="3343" y="6493"/>
                  </a:cubicBezTo>
                  <a:cubicBezTo>
                    <a:pt x="3351" y="6493"/>
                    <a:pt x="3361" y="6507"/>
                    <a:pt x="3382" y="6535"/>
                  </a:cubicBezTo>
                  <a:cubicBezTo>
                    <a:pt x="3390" y="6568"/>
                    <a:pt x="3394" y="6584"/>
                    <a:pt x="3398" y="6584"/>
                  </a:cubicBezTo>
                  <a:cubicBezTo>
                    <a:pt x="3402" y="6584"/>
                    <a:pt x="3406" y="6568"/>
                    <a:pt x="3414" y="6535"/>
                  </a:cubicBezTo>
                  <a:cubicBezTo>
                    <a:pt x="3414" y="6422"/>
                    <a:pt x="3414" y="6357"/>
                    <a:pt x="3398" y="6357"/>
                  </a:cubicBezTo>
                  <a:cubicBezTo>
                    <a:pt x="3382" y="6357"/>
                    <a:pt x="3382" y="6357"/>
                    <a:pt x="3382" y="6300"/>
                  </a:cubicBezTo>
                  <a:lnTo>
                    <a:pt x="3422" y="6300"/>
                  </a:lnTo>
                  <a:cubicBezTo>
                    <a:pt x="3438" y="6300"/>
                    <a:pt x="3463" y="6300"/>
                    <a:pt x="3495" y="6243"/>
                  </a:cubicBezTo>
                  <a:cubicBezTo>
                    <a:pt x="3528" y="6197"/>
                    <a:pt x="3540" y="6107"/>
                    <a:pt x="3521" y="6107"/>
                  </a:cubicBezTo>
                  <a:cubicBezTo>
                    <a:pt x="3516" y="6107"/>
                    <a:pt x="3511" y="6111"/>
                    <a:pt x="3503" y="6122"/>
                  </a:cubicBezTo>
                  <a:lnTo>
                    <a:pt x="3479" y="6065"/>
                  </a:lnTo>
                  <a:cubicBezTo>
                    <a:pt x="3479" y="5976"/>
                    <a:pt x="3469" y="5931"/>
                    <a:pt x="3459" y="5931"/>
                  </a:cubicBezTo>
                  <a:cubicBezTo>
                    <a:pt x="3449" y="5931"/>
                    <a:pt x="3438" y="5976"/>
                    <a:pt x="3438" y="6065"/>
                  </a:cubicBezTo>
                  <a:cubicBezTo>
                    <a:pt x="3438" y="6163"/>
                    <a:pt x="3438" y="6207"/>
                    <a:pt x="3436" y="6207"/>
                  </a:cubicBezTo>
                  <a:cubicBezTo>
                    <a:pt x="3434" y="6207"/>
                    <a:pt x="3430" y="6177"/>
                    <a:pt x="3422" y="6122"/>
                  </a:cubicBezTo>
                  <a:cubicBezTo>
                    <a:pt x="3422" y="6000"/>
                    <a:pt x="3398" y="6000"/>
                    <a:pt x="3382" y="6000"/>
                  </a:cubicBezTo>
                  <a:cubicBezTo>
                    <a:pt x="3357" y="6000"/>
                    <a:pt x="3357" y="6000"/>
                    <a:pt x="3357" y="5943"/>
                  </a:cubicBezTo>
                  <a:cubicBezTo>
                    <a:pt x="3357" y="5879"/>
                    <a:pt x="3341" y="5822"/>
                    <a:pt x="3325" y="5822"/>
                  </a:cubicBezTo>
                  <a:cubicBezTo>
                    <a:pt x="3301" y="5822"/>
                    <a:pt x="3301" y="5822"/>
                    <a:pt x="3301" y="5879"/>
                  </a:cubicBezTo>
                  <a:cubicBezTo>
                    <a:pt x="3307" y="5906"/>
                    <a:pt x="3306" y="5922"/>
                    <a:pt x="3299" y="5922"/>
                  </a:cubicBezTo>
                  <a:cubicBezTo>
                    <a:pt x="3291" y="5922"/>
                    <a:pt x="3274" y="5892"/>
                    <a:pt x="3260" y="5822"/>
                  </a:cubicBezTo>
                  <a:cubicBezTo>
                    <a:pt x="3253" y="5794"/>
                    <a:pt x="3249" y="5779"/>
                    <a:pt x="3247" y="5779"/>
                  </a:cubicBezTo>
                  <a:cubicBezTo>
                    <a:pt x="3244" y="5779"/>
                    <a:pt x="3244" y="5808"/>
                    <a:pt x="3244" y="5879"/>
                  </a:cubicBezTo>
                  <a:cubicBezTo>
                    <a:pt x="3244" y="5939"/>
                    <a:pt x="3234" y="5970"/>
                    <a:pt x="3221" y="5970"/>
                  </a:cubicBezTo>
                  <a:cubicBezTo>
                    <a:pt x="3207" y="5970"/>
                    <a:pt x="3191" y="5939"/>
                    <a:pt x="3179" y="5879"/>
                  </a:cubicBezTo>
                  <a:lnTo>
                    <a:pt x="3138" y="5879"/>
                  </a:lnTo>
                  <a:cubicBezTo>
                    <a:pt x="3122" y="5879"/>
                    <a:pt x="3122" y="5935"/>
                    <a:pt x="3122" y="6000"/>
                  </a:cubicBezTo>
                  <a:cubicBezTo>
                    <a:pt x="3122" y="6067"/>
                    <a:pt x="3122" y="6094"/>
                    <a:pt x="3117" y="6094"/>
                  </a:cubicBezTo>
                  <a:cubicBezTo>
                    <a:pt x="3114" y="6094"/>
                    <a:pt x="3108" y="6080"/>
                    <a:pt x="3098" y="6057"/>
                  </a:cubicBezTo>
                  <a:cubicBezTo>
                    <a:pt x="3090" y="6016"/>
                    <a:pt x="3082" y="5976"/>
                    <a:pt x="3082" y="5935"/>
                  </a:cubicBezTo>
                  <a:cubicBezTo>
                    <a:pt x="3082" y="5879"/>
                    <a:pt x="3057" y="5879"/>
                    <a:pt x="3041" y="5879"/>
                  </a:cubicBezTo>
                  <a:cubicBezTo>
                    <a:pt x="3037" y="5876"/>
                    <a:pt x="3031" y="5875"/>
                    <a:pt x="3025" y="5875"/>
                  </a:cubicBezTo>
                  <a:cubicBezTo>
                    <a:pt x="3007" y="5875"/>
                    <a:pt x="2984" y="5887"/>
                    <a:pt x="2984" y="5935"/>
                  </a:cubicBezTo>
                  <a:cubicBezTo>
                    <a:pt x="2984" y="5919"/>
                    <a:pt x="2984" y="5895"/>
                    <a:pt x="2984" y="5870"/>
                  </a:cubicBezTo>
                  <a:cubicBezTo>
                    <a:pt x="2968" y="5870"/>
                    <a:pt x="2963" y="5845"/>
                    <a:pt x="2961" y="5845"/>
                  </a:cubicBezTo>
                  <a:cubicBezTo>
                    <a:pt x="2960" y="5845"/>
                    <a:pt x="2960" y="5852"/>
                    <a:pt x="2960" y="5870"/>
                  </a:cubicBezTo>
                  <a:cubicBezTo>
                    <a:pt x="2960" y="5870"/>
                    <a:pt x="2944" y="5870"/>
                    <a:pt x="2903" y="5814"/>
                  </a:cubicBezTo>
                  <a:cubicBezTo>
                    <a:pt x="2896" y="5801"/>
                    <a:pt x="2887" y="5796"/>
                    <a:pt x="2878" y="5796"/>
                  </a:cubicBezTo>
                  <a:cubicBezTo>
                    <a:pt x="2843" y="5796"/>
                    <a:pt x="2810" y="5894"/>
                    <a:pt x="2863" y="5992"/>
                  </a:cubicBezTo>
                  <a:lnTo>
                    <a:pt x="2838" y="5992"/>
                  </a:lnTo>
                  <a:cubicBezTo>
                    <a:pt x="2822" y="5992"/>
                    <a:pt x="2822" y="6049"/>
                    <a:pt x="2822" y="6049"/>
                  </a:cubicBezTo>
                  <a:cubicBezTo>
                    <a:pt x="2822" y="6097"/>
                    <a:pt x="2809" y="6109"/>
                    <a:pt x="2796" y="6109"/>
                  </a:cubicBezTo>
                  <a:cubicBezTo>
                    <a:pt x="2791" y="6109"/>
                    <a:pt x="2786" y="6108"/>
                    <a:pt x="2782" y="6106"/>
                  </a:cubicBezTo>
                  <a:lnTo>
                    <a:pt x="2782" y="5992"/>
                  </a:lnTo>
                  <a:cubicBezTo>
                    <a:pt x="2791" y="5887"/>
                    <a:pt x="2781" y="5822"/>
                    <a:pt x="2768" y="5822"/>
                  </a:cubicBezTo>
                  <a:cubicBezTo>
                    <a:pt x="2759" y="5822"/>
                    <a:pt x="2748" y="5854"/>
                    <a:pt x="2741" y="5927"/>
                  </a:cubicBezTo>
                  <a:lnTo>
                    <a:pt x="2741" y="5870"/>
                  </a:lnTo>
                  <a:cubicBezTo>
                    <a:pt x="2741" y="5838"/>
                    <a:pt x="2735" y="5822"/>
                    <a:pt x="2724" y="5822"/>
                  </a:cubicBezTo>
                  <a:cubicBezTo>
                    <a:pt x="2713" y="5822"/>
                    <a:pt x="2697" y="5838"/>
                    <a:pt x="2676" y="5870"/>
                  </a:cubicBezTo>
                  <a:cubicBezTo>
                    <a:pt x="2660" y="5870"/>
                    <a:pt x="2636" y="5984"/>
                    <a:pt x="2636" y="6049"/>
                  </a:cubicBezTo>
                  <a:cubicBezTo>
                    <a:pt x="2636" y="6106"/>
                    <a:pt x="2620" y="6106"/>
                    <a:pt x="2620" y="6106"/>
                  </a:cubicBezTo>
                  <a:cubicBezTo>
                    <a:pt x="2595" y="6106"/>
                    <a:pt x="2595" y="6106"/>
                    <a:pt x="2595" y="6041"/>
                  </a:cubicBezTo>
                  <a:cubicBezTo>
                    <a:pt x="2595" y="5984"/>
                    <a:pt x="2585" y="5956"/>
                    <a:pt x="2573" y="5956"/>
                  </a:cubicBezTo>
                  <a:cubicBezTo>
                    <a:pt x="2561" y="5956"/>
                    <a:pt x="2547" y="5984"/>
                    <a:pt x="2538" y="6041"/>
                  </a:cubicBezTo>
                  <a:lnTo>
                    <a:pt x="2538" y="5984"/>
                  </a:lnTo>
                  <a:cubicBezTo>
                    <a:pt x="2538" y="5943"/>
                    <a:pt x="2530" y="5897"/>
                    <a:pt x="2485" y="5897"/>
                  </a:cubicBezTo>
                  <a:cubicBezTo>
                    <a:pt x="2468" y="5897"/>
                    <a:pt x="2446" y="5904"/>
                    <a:pt x="2417" y="5919"/>
                  </a:cubicBezTo>
                  <a:cubicBezTo>
                    <a:pt x="2336" y="5919"/>
                    <a:pt x="2279" y="5919"/>
                    <a:pt x="2279" y="5854"/>
                  </a:cubicBezTo>
                  <a:cubicBezTo>
                    <a:pt x="2279" y="5844"/>
                    <a:pt x="2277" y="5840"/>
                    <a:pt x="2272" y="5840"/>
                  </a:cubicBezTo>
                  <a:cubicBezTo>
                    <a:pt x="2252" y="5840"/>
                    <a:pt x="2191" y="5939"/>
                    <a:pt x="2157" y="6033"/>
                  </a:cubicBezTo>
                  <a:cubicBezTo>
                    <a:pt x="2157" y="5976"/>
                    <a:pt x="2141" y="5976"/>
                    <a:pt x="2093" y="5976"/>
                  </a:cubicBezTo>
                  <a:cubicBezTo>
                    <a:pt x="2028" y="5976"/>
                    <a:pt x="2028" y="5976"/>
                    <a:pt x="2036" y="5911"/>
                  </a:cubicBezTo>
                  <a:cubicBezTo>
                    <a:pt x="2048" y="5854"/>
                    <a:pt x="2056" y="5826"/>
                    <a:pt x="2054" y="5826"/>
                  </a:cubicBezTo>
                  <a:cubicBezTo>
                    <a:pt x="2052" y="5826"/>
                    <a:pt x="2040" y="5854"/>
                    <a:pt x="2011" y="5911"/>
                  </a:cubicBezTo>
                  <a:cubicBezTo>
                    <a:pt x="2001" y="5958"/>
                    <a:pt x="1984" y="5978"/>
                    <a:pt x="1969" y="5978"/>
                  </a:cubicBezTo>
                  <a:cubicBezTo>
                    <a:pt x="1960" y="5978"/>
                    <a:pt x="1952" y="5971"/>
                    <a:pt x="1947" y="5960"/>
                  </a:cubicBezTo>
                  <a:cubicBezTo>
                    <a:pt x="1930" y="5927"/>
                    <a:pt x="1930" y="5887"/>
                    <a:pt x="1939" y="5854"/>
                  </a:cubicBezTo>
                  <a:cubicBezTo>
                    <a:pt x="1947" y="5789"/>
                    <a:pt x="1930" y="5789"/>
                    <a:pt x="1890" y="5789"/>
                  </a:cubicBezTo>
                  <a:cubicBezTo>
                    <a:pt x="1876" y="5825"/>
                    <a:pt x="1837" y="5848"/>
                    <a:pt x="1795" y="5848"/>
                  </a:cubicBezTo>
                  <a:cubicBezTo>
                    <a:pt x="1789" y="5848"/>
                    <a:pt x="1783" y="5847"/>
                    <a:pt x="1776" y="5846"/>
                  </a:cubicBezTo>
                  <a:cubicBezTo>
                    <a:pt x="1720" y="5846"/>
                    <a:pt x="1720" y="5846"/>
                    <a:pt x="1679" y="5952"/>
                  </a:cubicBezTo>
                  <a:cubicBezTo>
                    <a:pt x="1644" y="6034"/>
                    <a:pt x="1626" y="6056"/>
                    <a:pt x="1600" y="6056"/>
                  </a:cubicBezTo>
                  <a:cubicBezTo>
                    <a:pt x="1590" y="6056"/>
                    <a:pt x="1579" y="6053"/>
                    <a:pt x="1566" y="6049"/>
                  </a:cubicBezTo>
                  <a:cubicBezTo>
                    <a:pt x="1541" y="6049"/>
                    <a:pt x="1517" y="6041"/>
                    <a:pt x="1541" y="5984"/>
                  </a:cubicBezTo>
                  <a:cubicBezTo>
                    <a:pt x="1541" y="5984"/>
                    <a:pt x="1549" y="5927"/>
                    <a:pt x="1533" y="5919"/>
                  </a:cubicBezTo>
                  <a:cubicBezTo>
                    <a:pt x="1509" y="5911"/>
                    <a:pt x="1493" y="5903"/>
                    <a:pt x="1517" y="5846"/>
                  </a:cubicBezTo>
                  <a:cubicBezTo>
                    <a:pt x="1517" y="5846"/>
                    <a:pt x="1533" y="5789"/>
                    <a:pt x="1493" y="5773"/>
                  </a:cubicBezTo>
                  <a:cubicBezTo>
                    <a:pt x="1460" y="5757"/>
                    <a:pt x="1428" y="5733"/>
                    <a:pt x="1468" y="5684"/>
                  </a:cubicBezTo>
                  <a:cubicBezTo>
                    <a:pt x="1463" y="5678"/>
                    <a:pt x="1459" y="5675"/>
                    <a:pt x="1455" y="5675"/>
                  </a:cubicBezTo>
                  <a:cubicBezTo>
                    <a:pt x="1447" y="5675"/>
                    <a:pt x="1438" y="5688"/>
                    <a:pt x="1412" y="5725"/>
                  </a:cubicBezTo>
                  <a:cubicBezTo>
                    <a:pt x="1390" y="5750"/>
                    <a:pt x="1364" y="5771"/>
                    <a:pt x="1341" y="5771"/>
                  </a:cubicBezTo>
                  <a:cubicBezTo>
                    <a:pt x="1320" y="5771"/>
                    <a:pt x="1301" y="5754"/>
                    <a:pt x="1290" y="5708"/>
                  </a:cubicBezTo>
                  <a:cubicBezTo>
                    <a:pt x="1266" y="5691"/>
                    <a:pt x="1239" y="5660"/>
                    <a:pt x="1210" y="5660"/>
                  </a:cubicBezTo>
                  <a:cubicBezTo>
                    <a:pt x="1199" y="5660"/>
                    <a:pt x="1188" y="5665"/>
                    <a:pt x="1176" y="5676"/>
                  </a:cubicBezTo>
                  <a:cubicBezTo>
                    <a:pt x="1160" y="5660"/>
                    <a:pt x="1160" y="5660"/>
                    <a:pt x="1209" y="5619"/>
                  </a:cubicBezTo>
                  <a:cubicBezTo>
                    <a:pt x="1269" y="5564"/>
                    <a:pt x="1281" y="5531"/>
                    <a:pt x="1245" y="5531"/>
                  </a:cubicBezTo>
                  <a:cubicBezTo>
                    <a:pt x="1227" y="5531"/>
                    <a:pt x="1199" y="5539"/>
                    <a:pt x="1160" y="5554"/>
                  </a:cubicBezTo>
                  <a:cubicBezTo>
                    <a:pt x="1143" y="5565"/>
                    <a:pt x="1131" y="5571"/>
                    <a:pt x="1123" y="5571"/>
                  </a:cubicBezTo>
                  <a:cubicBezTo>
                    <a:pt x="1107" y="5571"/>
                    <a:pt x="1109" y="5551"/>
                    <a:pt x="1136" y="5514"/>
                  </a:cubicBezTo>
                  <a:cubicBezTo>
                    <a:pt x="1136" y="5514"/>
                    <a:pt x="1132" y="5506"/>
                    <a:pt x="1111" y="5506"/>
                  </a:cubicBezTo>
                  <a:cubicBezTo>
                    <a:pt x="1100" y="5506"/>
                    <a:pt x="1085" y="5508"/>
                    <a:pt x="1063" y="5514"/>
                  </a:cubicBezTo>
                  <a:cubicBezTo>
                    <a:pt x="1045" y="5519"/>
                    <a:pt x="1032" y="5522"/>
                    <a:pt x="1025" y="5522"/>
                  </a:cubicBezTo>
                  <a:cubicBezTo>
                    <a:pt x="1009" y="5522"/>
                    <a:pt x="1017" y="5507"/>
                    <a:pt x="1039" y="5457"/>
                  </a:cubicBezTo>
                  <a:cubicBezTo>
                    <a:pt x="1087" y="5425"/>
                    <a:pt x="1079" y="5408"/>
                    <a:pt x="1079" y="5384"/>
                  </a:cubicBezTo>
                  <a:cubicBezTo>
                    <a:pt x="998" y="5384"/>
                    <a:pt x="966" y="5141"/>
                    <a:pt x="1030" y="5100"/>
                  </a:cubicBezTo>
                  <a:cubicBezTo>
                    <a:pt x="974" y="5100"/>
                    <a:pt x="974" y="5100"/>
                    <a:pt x="974" y="5076"/>
                  </a:cubicBezTo>
                  <a:cubicBezTo>
                    <a:pt x="1052" y="5045"/>
                    <a:pt x="1053" y="5030"/>
                    <a:pt x="1014" y="5030"/>
                  </a:cubicBezTo>
                  <a:cubicBezTo>
                    <a:pt x="992" y="5030"/>
                    <a:pt x="958" y="5035"/>
                    <a:pt x="917" y="5043"/>
                  </a:cubicBezTo>
                  <a:lnTo>
                    <a:pt x="917" y="5068"/>
                  </a:lnTo>
                  <a:lnTo>
                    <a:pt x="917" y="5092"/>
                  </a:lnTo>
                  <a:cubicBezTo>
                    <a:pt x="897" y="5097"/>
                    <a:pt x="881" y="5100"/>
                    <a:pt x="868" y="5100"/>
                  </a:cubicBezTo>
                  <a:cubicBezTo>
                    <a:pt x="800" y="5100"/>
                    <a:pt x="824" y="5038"/>
                    <a:pt x="974" y="5011"/>
                  </a:cubicBezTo>
                  <a:cubicBezTo>
                    <a:pt x="1095" y="4970"/>
                    <a:pt x="1095" y="4970"/>
                    <a:pt x="974" y="4970"/>
                  </a:cubicBezTo>
                  <a:cubicBezTo>
                    <a:pt x="852" y="4962"/>
                    <a:pt x="852" y="4938"/>
                    <a:pt x="974" y="4906"/>
                  </a:cubicBezTo>
                  <a:cubicBezTo>
                    <a:pt x="1095" y="4889"/>
                    <a:pt x="1095" y="4889"/>
                    <a:pt x="974" y="4881"/>
                  </a:cubicBezTo>
                  <a:cubicBezTo>
                    <a:pt x="749" y="4858"/>
                    <a:pt x="687" y="4775"/>
                    <a:pt x="888" y="4775"/>
                  </a:cubicBezTo>
                  <a:cubicBezTo>
                    <a:pt x="897" y="4775"/>
                    <a:pt x="907" y="4776"/>
                    <a:pt x="917" y="4776"/>
                  </a:cubicBezTo>
                  <a:cubicBezTo>
                    <a:pt x="1039" y="4776"/>
                    <a:pt x="1095" y="4752"/>
                    <a:pt x="1095" y="4735"/>
                  </a:cubicBezTo>
                  <a:cubicBezTo>
                    <a:pt x="1095" y="4711"/>
                    <a:pt x="1039" y="4711"/>
                    <a:pt x="982" y="4711"/>
                  </a:cubicBezTo>
                  <a:cubicBezTo>
                    <a:pt x="948" y="4718"/>
                    <a:pt x="924" y="4721"/>
                    <a:pt x="909" y="4721"/>
                  </a:cubicBezTo>
                  <a:cubicBezTo>
                    <a:pt x="869" y="4721"/>
                    <a:pt x="894" y="4700"/>
                    <a:pt x="982" y="4670"/>
                  </a:cubicBezTo>
                  <a:cubicBezTo>
                    <a:pt x="1160" y="4614"/>
                    <a:pt x="1160" y="4573"/>
                    <a:pt x="1047" y="4516"/>
                  </a:cubicBezTo>
                  <a:cubicBezTo>
                    <a:pt x="960" y="4459"/>
                    <a:pt x="935" y="4409"/>
                    <a:pt x="972" y="4409"/>
                  </a:cubicBezTo>
                  <a:cubicBezTo>
                    <a:pt x="987" y="4409"/>
                    <a:pt x="1012" y="4417"/>
                    <a:pt x="1047" y="4435"/>
                  </a:cubicBezTo>
                  <a:cubicBezTo>
                    <a:pt x="1103" y="4456"/>
                    <a:pt x="1132" y="4466"/>
                    <a:pt x="1139" y="4466"/>
                  </a:cubicBezTo>
                  <a:cubicBezTo>
                    <a:pt x="1146" y="4466"/>
                    <a:pt x="1132" y="4456"/>
                    <a:pt x="1103" y="4435"/>
                  </a:cubicBezTo>
                  <a:cubicBezTo>
                    <a:pt x="1103" y="4395"/>
                    <a:pt x="1103" y="4354"/>
                    <a:pt x="1103" y="4338"/>
                  </a:cubicBezTo>
                  <a:cubicBezTo>
                    <a:pt x="1103" y="4314"/>
                    <a:pt x="1047" y="4298"/>
                    <a:pt x="990" y="4298"/>
                  </a:cubicBezTo>
                  <a:cubicBezTo>
                    <a:pt x="1112" y="4273"/>
                    <a:pt x="1168" y="4233"/>
                    <a:pt x="1047" y="4192"/>
                  </a:cubicBezTo>
                  <a:cubicBezTo>
                    <a:pt x="1047" y="4176"/>
                    <a:pt x="1055" y="4152"/>
                    <a:pt x="1055" y="4152"/>
                  </a:cubicBezTo>
                  <a:cubicBezTo>
                    <a:pt x="1055" y="4135"/>
                    <a:pt x="1055" y="4135"/>
                    <a:pt x="990" y="4111"/>
                  </a:cubicBezTo>
                  <a:cubicBezTo>
                    <a:pt x="933" y="4095"/>
                    <a:pt x="990" y="4071"/>
                    <a:pt x="1055" y="4054"/>
                  </a:cubicBezTo>
                  <a:cubicBezTo>
                    <a:pt x="1112" y="4038"/>
                    <a:pt x="1176" y="4014"/>
                    <a:pt x="1112" y="4014"/>
                  </a:cubicBezTo>
                  <a:cubicBezTo>
                    <a:pt x="1055" y="4006"/>
                    <a:pt x="990" y="3981"/>
                    <a:pt x="933" y="3957"/>
                  </a:cubicBezTo>
                  <a:cubicBezTo>
                    <a:pt x="892" y="3939"/>
                    <a:pt x="910" y="3926"/>
                    <a:pt x="948" y="3926"/>
                  </a:cubicBezTo>
                  <a:cubicBezTo>
                    <a:pt x="962" y="3926"/>
                    <a:pt x="980" y="3928"/>
                    <a:pt x="998" y="3933"/>
                  </a:cubicBezTo>
                  <a:cubicBezTo>
                    <a:pt x="1005" y="3934"/>
                    <a:pt x="1012" y="3935"/>
                    <a:pt x="1019" y="3935"/>
                  </a:cubicBezTo>
                  <a:cubicBezTo>
                    <a:pt x="1055" y="3935"/>
                    <a:pt x="1093" y="3919"/>
                    <a:pt x="1120" y="3892"/>
                  </a:cubicBezTo>
                  <a:cubicBezTo>
                    <a:pt x="1120" y="3876"/>
                    <a:pt x="1120" y="3835"/>
                    <a:pt x="1055" y="3835"/>
                  </a:cubicBezTo>
                  <a:cubicBezTo>
                    <a:pt x="998" y="3835"/>
                    <a:pt x="998" y="3714"/>
                    <a:pt x="1063" y="3698"/>
                  </a:cubicBezTo>
                  <a:cubicBezTo>
                    <a:pt x="1063" y="3698"/>
                    <a:pt x="1063" y="3673"/>
                    <a:pt x="1063" y="3657"/>
                  </a:cubicBezTo>
                  <a:cubicBezTo>
                    <a:pt x="1063" y="3633"/>
                    <a:pt x="1006" y="3616"/>
                    <a:pt x="1006" y="3592"/>
                  </a:cubicBezTo>
                  <a:cubicBezTo>
                    <a:pt x="1006" y="3592"/>
                    <a:pt x="1006" y="3576"/>
                    <a:pt x="941" y="3552"/>
                  </a:cubicBezTo>
                  <a:cubicBezTo>
                    <a:pt x="941" y="3535"/>
                    <a:pt x="949" y="3511"/>
                    <a:pt x="1006" y="3511"/>
                  </a:cubicBezTo>
                  <a:cubicBezTo>
                    <a:pt x="885" y="3495"/>
                    <a:pt x="885" y="3495"/>
                    <a:pt x="1006" y="3471"/>
                  </a:cubicBezTo>
                  <a:cubicBezTo>
                    <a:pt x="1128" y="3471"/>
                    <a:pt x="1128" y="3471"/>
                    <a:pt x="1006" y="3454"/>
                  </a:cubicBezTo>
                  <a:cubicBezTo>
                    <a:pt x="949" y="3430"/>
                    <a:pt x="949" y="3430"/>
                    <a:pt x="1006" y="3414"/>
                  </a:cubicBezTo>
                  <a:cubicBezTo>
                    <a:pt x="1071" y="3414"/>
                    <a:pt x="1071" y="3389"/>
                    <a:pt x="1006" y="3389"/>
                  </a:cubicBezTo>
                  <a:cubicBezTo>
                    <a:pt x="885" y="3373"/>
                    <a:pt x="828" y="3317"/>
                    <a:pt x="949" y="3317"/>
                  </a:cubicBezTo>
                  <a:cubicBezTo>
                    <a:pt x="949" y="3317"/>
                    <a:pt x="949" y="3292"/>
                    <a:pt x="893" y="3276"/>
                  </a:cubicBezTo>
                  <a:cubicBezTo>
                    <a:pt x="771" y="3252"/>
                    <a:pt x="771" y="3252"/>
                    <a:pt x="893" y="3252"/>
                  </a:cubicBezTo>
                  <a:cubicBezTo>
                    <a:pt x="1014" y="3235"/>
                    <a:pt x="1014" y="3211"/>
                    <a:pt x="893" y="3195"/>
                  </a:cubicBezTo>
                  <a:cubicBezTo>
                    <a:pt x="893" y="3195"/>
                    <a:pt x="836" y="3171"/>
                    <a:pt x="893" y="3154"/>
                  </a:cubicBezTo>
                  <a:cubicBezTo>
                    <a:pt x="952" y="3117"/>
                    <a:pt x="1004" y="3013"/>
                    <a:pt x="921" y="3013"/>
                  </a:cubicBezTo>
                  <a:cubicBezTo>
                    <a:pt x="913" y="3013"/>
                    <a:pt x="904" y="3014"/>
                    <a:pt x="893" y="3017"/>
                  </a:cubicBezTo>
                  <a:lnTo>
                    <a:pt x="901" y="2976"/>
                  </a:lnTo>
                  <a:cubicBezTo>
                    <a:pt x="957" y="2935"/>
                    <a:pt x="957" y="2911"/>
                    <a:pt x="901" y="2895"/>
                  </a:cubicBezTo>
                  <a:lnTo>
                    <a:pt x="836" y="2871"/>
                  </a:lnTo>
                  <a:cubicBezTo>
                    <a:pt x="901" y="2871"/>
                    <a:pt x="957" y="2854"/>
                    <a:pt x="957" y="2830"/>
                  </a:cubicBezTo>
                  <a:cubicBezTo>
                    <a:pt x="957" y="2814"/>
                    <a:pt x="957" y="2814"/>
                    <a:pt x="901" y="2814"/>
                  </a:cubicBezTo>
                  <a:cubicBezTo>
                    <a:pt x="885" y="2818"/>
                    <a:pt x="873" y="2820"/>
                    <a:pt x="865" y="2820"/>
                  </a:cubicBezTo>
                  <a:cubicBezTo>
                    <a:pt x="844" y="2820"/>
                    <a:pt x="844" y="2807"/>
                    <a:pt x="844" y="2790"/>
                  </a:cubicBezTo>
                  <a:cubicBezTo>
                    <a:pt x="844" y="2773"/>
                    <a:pt x="901" y="2749"/>
                    <a:pt x="957" y="2749"/>
                  </a:cubicBezTo>
                  <a:lnTo>
                    <a:pt x="957" y="2733"/>
                  </a:lnTo>
                  <a:cubicBezTo>
                    <a:pt x="844" y="2733"/>
                    <a:pt x="844" y="2708"/>
                    <a:pt x="901" y="2708"/>
                  </a:cubicBezTo>
                  <a:cubicBezTo>
                    <a:pt x="966" y="2692"/>
                    <a:pt x="966" y="2668"/>
                    <a:pt x="966" y="2652"/>
                  </a:cubicBezTo>
                  <a:cubicBezTo>
                    <a:pt x="922" y="2652"/>
                    <a:pt x="937" y="2644"/>
                    <a:pt x="951" y="2644"/>
                  </a:cubicBezTo>
                  <a:cubicBezTo>
                    <a:pt x="958" y="2644"/>
                    <a:pt x="966" y="2646"/>
                    <a:pt x="966" y="2652"/>
                  </a:cubicBezTo>
                  <a:lnTo>
                    <a:pt x="1022" y="2652"/>
                  </a:lnTo>
                  <a:cubicBezTo>
                    <a:pt x="1079" y="2635"/>
                    <a:pt x="1022" y="2635"/>
                    <a:pt x="966" y="2635"/>
                  </a:cubicBezTo>
                  <a:cubicBezTo>
                    <a:pt x="966" y="2635"/>
                    <a:pt x="966" y="2611"/>
                    <a:pt x="966" y="2595"/>
                  </a:cubicBezTo>
                  <a:cubicBezTo>
                    <a:pt x="966" y="2577"/>
                    <a:pt x="966" y="2564"/>
                    <a:pt x="944" y="2564"/>
                  </a:cubicBezTo>
                  <a:cubicBezTo>
                    <a:pt x="936" y="2564"/>
                    <a:pt x="925" y="2566"/>
                    <a:pt x="909" y="2571"/>
                  </a:cubicBezTo>
                  <a:cubicBezTo>
                    <a:pt x="844" y="2571"/>
                    <a:pt x="787" y="2571"/>
                    <a:pt x="787" y="2554"/>
                  </a:cubicBezTo>
                  <a:cubicBezTo>
                    <a:pt x="744" y="2554"/>
                    <a:pt x="758" y="2544"/>
                    <a:pt x="773" y="2544"/>
                  </a:cubicBezTo>
                  <a:cubicBezTo>
                    <a:pt x="780" y="2544"/>
                    <a:pt x="787" y="2546"/>
                    <a:pt x="787" y="2554"/>
                  </a:cubicBezTo>
                  <a:cubicBezTo>
                    <a:pt x="844" y="2554"/>
                    <a:pt x="909" y="2554"/>
                    <a:pt x="909" y="2530"/>
                  </a:cubicBezTo>
                  <a:cubicBezTo>
                    <a:pt x="909" y="2514"/>
                    <a:pt x="966" y="2514"/>
                    <a:pt x="966" y="2514"/>
                  </a:cubicBezTo>
                  <a:cubicBezTo>
                    <a:pt x="977" y="2515"/>
                    <a:pt x="986" y="2516"/>
                    <a:pt x="994" y="2516"/>
                  </a:cubicBezTo>
                  <a:cubicBezTo>
                    <a:pt x="1077" y="2516"/>
                    <a:pt x="1025" y="2448"/>
                    <a:pt x="966" y="2433"/>
                  </a:cubicBezTo>
                  <a:cubicBezTo>
                    <a:pt x="852" y="2392"/>
                    <a:pt x="852" y="2368"/>
                    <a:pt x="966" y="2368"/>
                  </a:cubicBezTo>
                  <a:cubicBezTo>
                    <a:pt x="1087" y="2368"/>
                    <a:pt x="974" y="2327"/>
                    <a:pt x="787" y="2311"/>
                  </a:cubicBezTo>
                  <a:lnTo>
                    <a:pt x="609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7" y="2214"/>
                  </a:cubicBezTo>
                  <a:cubicBezTo>
                    <a:pt x="852" y="2173"/>
                    <a:pt x="852" y="2173"/>
                    <a:pt x="917" y="2173"/>
                  </a:cubicBezTo>
                  <a:cubicBezTo>
                    <a:pt x="974" y="2173"/>
                    <a:pt x="974" y="2149"/>
                    <a:pt x="974" y="2092"/>
                  </a:cubicBezTo>
                  <a:cubicBezTo>
                    <a:pt x="974" y="2035"/>
                    <a:pt x="974" y="2011"/>
                    <a:pt x="917" y="2011"/>
                  </a:cubicBezTo>
                  <a:lnTo>
                    <a:pt x="917" y="1971"/>
                  </a:lnTo>
                  <a:cubicBezTo>
                    <a:pt x="1019" y="1950"/>
                    <a:pt x="995" y="1918"/>
                    <a:pt x="913" y="1918"/>
                  </a:cubicBezTo>
                  <a:cubicBezTo>
                    <a:pt x="897" y="1918"/>
                    <a:pt x="880" y="1919"/>
                    <a:pt x="860" y="1922"/>
                  </a:cubicBezTo>
                  <a:cubicBezTo>
                    <a:pt x="860" y="1922"/>
                    <a:pt x="860" y="1898"/>
                    <a:pt x="860" y="1873"/>
                  </a:cubicBezTo>
                  <a:lnTo>
                    <a:pt x="917" y="1881"/>
                  </a:lnTo>
                  <a:cubicBezTo>
                    <a:pt x="982" y="1881"/>
                    <a:pt x="982" y="1841"/>
                    <a:pt x="990" y="1671"/>
                  </a:cubicBezTo>
                  <a:cubicBezTo>
                    <a:pt x="998" y="1484"/>
                    <a:pt x="1014" y="1468"/>
                    <a:pt x="901" y="1411"/>
                  </a:cubicBezTo>
                  <a:cubicBezTo>
                    <a:pt x="840" y="1366"/>
                    <a:pt x="821" y="1339"/>
                    <a:pt x="840" y="1339"/>
                  </a:cubicBezTo>
                  <a:cubicBezTo>
                    <a:pt x="851" y="1339"/>
                    <a:pt x="877" y="1349"/>
                    <a:pt x="917" y="1371"/>
                  </a:cubicBezTo>
                  <a:cubicBezTo>
                    <a:pt x="947" y="1384"/>
                    <a:pt x="978" y="1392"/>
                    <a:pt x="991" y="1392"/>
                  </a:cubicBezTo>
                  <a:cubicBezTo>
                    <a:pt x="1002" y="1392"/>
                    <a:pt x="1000" y="1386"/>
                    <a:pt x="974" y="1371"/>
                  </a:cubicBezTo>
                  <a:cubicBezTo>
                    <a:pt x="986" y="1352"/>
                    <a:pt x="1007" y="1343"/>
                    <a:pt x="1031" y="1343"/>
                  </a:cubicBezTo>
                  <a:cubicBezTo>
                    <a:pt x="1039" y="1343"/>
                    <a:pt x="1047" y="1344"/>
                    <a:pt x="1055" y="1346"/>
                  </a:cubicBezTo>
                  <a:cubicBezTo>
                    <a:pt x="1064" y="1347"/>
                    <a:pt x="1073" y="1347"/>
                    <a:pt x="1081" y="1347"/>
                  </a:cubicBezTo>
                  <a:cubicBezTo>
                    <a:pt x="1178" y="1347"/>
                    <a:pt x="1140" y="1303"/>
                    <a:pt x="1095" y="1265"/>
                  </a:cubicBezTo>
                  <a:cubicBezTo>
                    <a:pt x="1034" y="1243"/>
                    <a:pt x="1023" y="1236"/>
                    <a:pt x="1035" y="1236"/>
                  </a:cubicBezTo>
                  <a:cubicBezTo>
                    <a:pt x="1045" y="1236"/>
                    <a:pt x="1073" y="1242"/>
                    <a:pt x="1103" y="1249"/>
                  </a:cubicBezTo>
                  <a:cubicBezTo>
                    <a:pt x="1137" y="1259"/>
                    <a:pt x="1174" y="1271"/>
                    <a:pt x="1188" y="1271"/>
                  </a:cubicBezTo>
                  <a:cubicBezTo>
                    <a:pt x="1197" y="1271"/>
                    <a:pt x="1196" y="1265"/>
                    <a:pt x="1176" y="1249"/>
                  </a:cubicBezTo>
                  <a:cubicBezTo>
                    <a:pt x="1138" y="1211"/>
                    <a:pt x="1160" y="1119"/>
                    <a:pt x="1213" y="1119"/>
                  </a:cubicBezTo>
                  <a:cubicBezTo>
                    <a:pt x="1228" y="1119"/>
                    <a:pt x="1246" y="1126"/>
                    <a:pt x="1266" y="1144"/>
                  </a:cubicBezTo>
                  <a:cubicBezTo>
                    <a:pt x="1274" y="1136"/>
                    <a:pt x="1282" y="1127"/>
                    <a:pt x="1290" y="1119"/>
                  </a:cubicBezTo>
                  <a:cubicBezTo>
                    <a:pt x="1249" y="1079"/>
                    <a:pt x="1282" y="1046"/>
                    <a:pt x="1314" y="1022"/>
                  </a:cubicBezTo>
                  <a:cubicBezTo>
                    <a:pt x="1331" y="1009"/>
                    <a:pt x="1344" y="999"/>
                    <a:pt x="1358" y="999"/>
                  </a:cubicBezTo>
                  <a:cubicBezTo>
                    <a:pt x="1371" y="999"/>
                    <a:pt x="1384" y="1007"/>
                    <a:pt x="1403" y="1030"/>
                  </a:cubicBezTo>
                  <a:cubicBezTo>
                    <a:pt x="1415" y="1060"/>
                    <a:pt x="1424" y="1074"/>
                    <a:pt x="1430" y="1074"/>
                  </a:cubicBezTo>
                  <a:cubicBezTo>
                    <a:pt x="1437" y="1074"/>
                    <a:pt x="1440" y="1054"/>
                    <a:pt x="1436" y="1014"/>
                  </a:cubicBezTo>
                  <a:cubicBezTo>
                    <a:pt x="1452" y="1006"/>
                    <a:pt x="1403" y="900"/>
                    <a:pt x="1428" y="884"/>
                  </a:cubicBezTo>
                  <a:cubicBezTo>
                    <a:pt x="1395" y="836"/>
                    <a:pt x="1387" y="771"/>
                    <a:pt x="1403" y="763"/>
                  </a:cubicBezTo>
                  <a:lnTo>
                    <a:pt x="1403" y="763"/>
                  </a:lnTo>
                  <a:lnTo>
                    <a:pt x="1436" y="819"/>
                  </a:lnTo>
                  <a:lnTo>
                    <a:pt x="1501" y="917"/>
                  </a:lnTo>
                  <a:cubicBezTo>
                    <a:pt x="1517" y="917"/>
                    <a:pt x="1541" y="909"/>
                    <a:pt x="1509" y="852"/>
                  </a:cubicBezTo>
                  <a:lnTo>
                    <a:pt x="1509" y="852"/>
                  </a:lnTo>
                  <a:cubicBezTo>
                    <a:pt x="1539" y="882"/>
                    <a:pt x="1560" y="890"/>
                    <a:pt x="1581" y="890"/>
                  </a:cubicBezTo>
                  <a:cubicBezTo>
                    <a:pt x="1594" y="890"/>
                    <a:pt x="1607" y="887"/>
                    <a:pt x="1622" y="884"/>
                  </a:cubicBezTo>
                  <a:cubicBezTo>
                    <a:pt x="1663" y="876"/>
                    <a:pt x="1703" y="868"/>
                    <a:pt x="1703" y="811"/>
                  </a:cubicBezTo>
                  <a:cubicBezTo>
                    <a:pt x="1736" y="868"/>
                    <a:pt x="1778" y="896"/>
                    <a:pt x="1813" y="896"/>
                  </a:cubicBezTo>
                  <a:cubicBezTo>
                    <a:pt x="1847" y="896"/>
                    <a:pt x="1874" y="868"/>
                    <a:pt x="1874" y="811"/>
                  </a:cubicBezTo>
                  <a:cubicBezTo>
                    <a:pt x="1870" y="783"/>
                    <a:pt x="1874" y="769"/>
                    <a:pt x="1883" y="769"/>
                  </a:cubicBezTo>
                  <a:cubicBezTo>
                    <a:pt x="1892" y="769"/>
                    <a:pt x="1906" y="783"/>
                    <a:pt x="1922" y="811"/>
                  </a:cubicBezTo>
                  <a:cubicBezTo>
                    <a:pt x="1939" y="840"/>
                    <a:pt x="1947" y="854"/>
                    <a:pt x="1952" y="854"/>
                  </a:cubicBezTo>
                  <a:cubicBezTo>
                    <a:pt x="1957" y="854"/>
                    <a:pt x="1959" y="840"/>
                    <a:pt x="1963" y="811"/>
                  </a:cubicBezTo>
                  <a:cubicBezTo>
                    <a:pt x="1968" y="795"/>
                    <a:pt x="1974" y="788"/>
                    <a:pt x="1981" y="788"/>
                  </a:cubicBezTo>
                  <a:cubicBezTo>
                    <a:pt x="1997" y="788"/>
                    <a:pt x="2019" y="828"/>
                    <a:pt x="2036" y="868"/>
                  </a:cubicBezTo>
                  <a:cubicBezTo>
                    <a:pt x="2055" y="940"/>
                    <a:pt x="2069" y="970"/>
                    <a:pt x="2080" y="970"/>
                  </a:cubicBezTo>
                  <a:cubicBezTo>
                    <a:pt x="2088" y="970"/>
                    <a:pt x="2094" y="956"/>
                    <a:pt x="2101" y="933"/>
                  </a:cubicBezTo>
                  <a:cubicBezTo>
                    <a:pt x="2117" y="892"/>
                    <a:pt x="2157" y="876"/>
                    <a:pt x="2198" y="876"/>
                  </a:cubicBezTo>
                  <a:cubicBezTo>
                    <a:pt x="2239" y="819"/>
                    <a:pt x="2255" y="819"/>
                    <a:pt x="2239" y="754"/>
                  </a:cubicBezTo>
                  <a:cubicBezTo>
                    <a:pt x="2239" y="714"/>
                    <a:pt x="2247" y="673"/>
                    <a:pt x="2263" y="633"/>
                  </a:cubicBezTo>
                  <a:cubicBezTo>
                    <a:pt x="2275" y="615"/>
                    <a:pt x="2283" y="609"/>
                    <a:pt x="2288" y="609"/>
                  </a:cubicBezTo>
                  <a:cubicBezTo>
                    <a:pt x="2297" y="609"/>
                    <a:pt x="2291" y="634"/>
                    <a:pt x="2282" y="634"/>
                  </a:cubicBezTo>
                  <a:cubicBezTo>
                    <a:pt x="2281" y="634"/>
                    <a:pt x="2280" y="633"/>
                    <a:pt x="2279" y="633"/>
                  </a:cubicBezTo>
                  <a:cubicBezTo>
                    <a:pt x="2239" y="698"/>
                    <a:pt x="2263" y="698"/>
                    <a:pt x="2279" y="754"/>
                  </a:cubicBezTo>
                  <a:cubicBezTo>
                    <a:pt x="2287" y="795"/>
                    <a:pt x="2320" y="819"/>
                    <a:pt x="2360" y="819"/>
                  </a:cubicBezTo>
                  <a:lnTo>
                    <a:pt x="2441" y="819"/>
                  </a:lnTo>
                  <a:cubicBezTo>
                    <a:pt x="2470" y="852"/>
                    <a:pt x="2490" y="868"/>
                    <a:pt x="2503" y="868"/>
                  </a:cubicBezTo>
                  <a:cubicBezTo>
                    <a:pt x="2516" y="868"/>
                    <a:pt x="2522" y="852"/>
                    <a:pt x="2522" y="819"/>
                  </a:cubicBezTo>
                  <a:lnTo>
                    <a:pt x="2522" y="763"/>
                  </a:lnTo>
                  <a:cubicBezTo>
                    <a:pt x="2531" y="824"/>
                    <a:pt x="2591" y="855"/>
                    <a:pt x="2652" y="855"/>
                  </a:cubicBezTo>
                  <a:cubicBezTo>
                    <a:pt x="2711" y="855"/>
                    <a:pt x="2770" y="826"/>
                    <a:pt x="2782" y="771"/>
                  </a:cubicBezTo>
                  <a:lnTo>
                    <a:pt x="2782" y="827"/>
                  </a:lnTo>
                  <a:cubicBezTo>
                    <a:pt x="2782" y="884"/>
                    <a:pt x="2798" y="884"/>
                    <a:pt x="2838" y="884"/>
                  </a:cubicBezTo>
                  <a:cubicBezTo>
                    <a:pt x="2861" y="884"/>
                    <a:pt x="2926" y="835"/>
                    <a:pt x="2988" y="835"/>
                  </a:cubicBezTo>
                  <a:cubicBezTo>
                    <a:pt x="2992" y="835"/>
                    <a:pt x="2996" y="835"/>
                    <a:pt x="3001" y="836"/>
                  </a:cubicBezTo>
                  <a:cubicBezTo>
                    <a:pt x="3082" y="836"/>
                    <a:pt x="3138" y="836"/>
                    <a:pt x="3138" y="779"/>
                  </a:cubicBezTo>
                  <a:cubicBezTo>
                    <a:pt x="3163" y="779"/>
                    <a:pt x="3163" y="779"/>
                    <a:pt x="3163" y="836"/>
                  </a:cubicBezTo>
                  <a:cubicBezTo>
                    <a:pt x="3138" y="892"/>
                    <a:pt x="3163" y="892"/>
                    <a:pt x="3179" y="892"/>
                  </a:cubicBezTo>
                  <a:cubicBezTo>
                    <a:pt x="3203" y="892"/>
                    <a:pt x="3203" y="836"/>
                    <a:pt x="3203" y="779"/>
                  </a:cubicBezTo>
                  <a:cubicBezTo>
                    <a:pt x="3203" y="746"/>
                    <a:pt x="3207" y="730"/>
                    <a:pt x="3217" y="730"/>
                  </a:cubicBezTo>
                  <a:cubicBezTo>
                    <a:pt x="3226" y="730"/>
                    <a:pt x="3240" y="746"/>
                    <a:pt x="3260" y="779"/>
                  </a:cubicBezTo>
                  <a:cubicBezTo>
                    <a:pt x="3277" y="808"/>
                    <a:pt x="3309" y="824"/>
                    <a:pt x="3341" y="824"/>
                  </a:cubicBezTo>
                  <a:cubicBezTo>
                    <a:pt x="3372" y="824"/>
                    <a:pt x="3403" y="810"/>
                    <a:pt x="3422" y="779"/>
                  </a:cubicBezTo>
                  <a:cubicBezTo>
                    <a:pt x="3438" y="779"/>
                    <a:pt x="3463" y="779"/>
                    <a:pt x="3463" y="844"/>
                  </a:cubicBezTo>
                  <a:cubicBezTo>
                    <a:pt x="3472" y="877"/>
                    <a:pt x="3490" y="913"/>
                    <a:pt x="3511" y="913"/>
                  </a:cubicBezTo>
                  <a:cubicBezTo>
                    <a:pt x="3526" y="913"/>
                    <a:pt x="3543" y="894"/>
                    <a:pt x="3560" y="844"/>
                  </a:cubicBezTo>
                  <a:cubicBezTo>
                    <a:pt x="3576" y="844"/>
                    <a:pt x="3576" y="844"/>
                    <a:pt x="3576" y="909"/>
                  </a:cubicBezTo>
                  <a:cubicBezTo>
                    <a:pt x="3590" y="942"/>
                    <a:pt x="3594" y="977"/>
                    <a:pt x="3599" y="977"/>
                  </a:cubicBezTo>
                  <a:cubicBezTo>
                    <a:pt x="3602" y="977"/>
                    <a:pt x="3607" y="959"/>
                    <a:pt x="3617" y="909"/>
                  </a:cubicBezTo>
                  <a:cubicBezTo>
                    <a:pt x="3632" y="882"/>
                    <a:pt x="3659" y="870"/>
                    <a:pt x="3687" y="870"/>
                  </a:cubicBezTo>
                  <a:cubicBezTo>
                    <a:pt x="3718" y="870"/>
                    <a:pt x="3750" y="886"/>
                    <a:pt x="3763" y="917"/>
                  </a:cubicBezTo>
                  <a:cubicBezTo>
                    <a:pt x="3767" y="919"/>
                    <a:pt x="3772" y="920"/>
                    <a:pt x="3776" y="920"/>
                  </a:cubicBezTo>
                  <a:cubicBezTo>
                    <a:pt x="3787" y="920"/>
                    <a:pt x="3797" y="909"/>
                    <a:pt x="3803" y="868"/>
                  </a:cubicBezTo>
                  <a:cubicBezTo>
                    <a:pt x="3806" y="844"/>
                    <a:pt x="3809" y="821"/>
                    <a:pt x="3812" y="804"/>
                  </a:cubicBezTo>
                  <a:lnTo>
                    <a:pt x="3812" y="804"/>
                  </a:lnTo>
                  <a:cubicBezTo>
                    <a:pt x="3816" y="865"/>
                    <a:pt x="3818" y="895"/>
                    <a:pt x="3823" y="895"/>
                  </a:cubicBezTo>
                  <a:cubicBezTo>
                    <a:pt x="3828" y="895"/>
                    <a:pt x="3836" y="867"/>
                    <a:pt x="3852" y="811"/>
                  </a:cubicBezTo>
                  <a:cubicBezTo>
                    <a:pt x="3856" y="784"/>
                    <a:pt x="3864" y="770"/>
                    <a:pt x="3870" y="770"/>
                  </a:cubicBezTo>
                  <a:cubicBezTo>
                    <a:pt x="3876" y="770"/>
                    <a:pt x="3880" y="786"/>
                    <a:pt x="3876" y="819"/>
                  </a:cubicBezTo>
                  <a:cubicBezTo>
                    <a:pt x="3884" y="876"/>
                    <a:pt x="3909" y="884"/>
                    <a:pt x="3909" y="884"/>
                  </a:cubicBezTo>
                  <a:cubicBezTo>
                    <a:pt x="3949" y="871"/>
                    <a:pt x="3992" y="865"/>
                    <a:pt x="4035" y="865"/>
                  </a:cubicBezTo>
                  <a:cubicBezTo>
                    <a:pt x="4071" y="865"/>
                    <a:pt x="4107" y="869"/>
                    <a:pt x="4144" y="876"/>
                  </a:cubicBezTo>
                  <a:cubicBezTo>
                    <a:pt x="4238" y="900"/>
                    <a:pt x="4296" y="918"/>
                    <a:pt x="4332" y="918"/>
                  </a:cubicBezTo>
                  <a:cubicBezTo>
                    <a:pt x="4358" y="918"/>
                    <a:pt x="4372" y="908"/>
                    <a:pt x="4379" y="884"/>
                  </a:cubicBezTo>
                  <a:cubicBezTo>
                    <a:pt x="4398" y="862"/>
                    <a:pt x="4408" y="850"/>
                    <a:pt x="4413" y="850"/>
                  </a:cubicBezTo>
                  <a:cubicBezTo>
                    <a:pt x="4419" y="850"/>
                    <a:pt x="4419" y="866"/>
                    <a:pt x="4419" y="900"/>
                  </a:cubicBezTo>
                  <a:cubicBezTo>
                    <a:pt x="4419" y="965"/>
                    <a:pt x="4436" y="973"/>
                    <a:pt x="4460" y="981"/>
                  </a:cubicBezTo>
                  <a:cubicBezTo>
                    <a:pt x="4476" y="990"/>
                    <a:pt x="4492" y="998"/>
                    <a:pt x="4476" y="1054"/>
                  </a:cubicBezTo>
                  <a:cubicBezTo>
                    <a:pt x="4505" y="1020"/>
                    <a:pt x="4513" y="1010"/>
                    <a:pt x="4522" y="1010"/>
                  </a:cubicBezTo>
                  <a:cubicBezTo>
                    <a:pt x="4525" y="1010"/>
                    <a:pt x="4528" y="1012"/>
                    <a:pt x="4533" y="1014"/>
                  </a:cubicBezTo>
                  <a:cubicBezTo>
                    <a:pt x="4519" y="1042"/>
                    <a:pt x="4518" y="1060"/>
                    <a:pt x="4530" y="1060"/>
                  </a:cubicBezTo>
                  <a:cubicBezTo>
                    <a:pt x="4538" y="1060"/>
                    <a:pt x="4553" y="1051"/>
                    <a:pt x="4574" y="1030"/>
                  </a:cubicBezTo>
                  <a:cubicBezTo>
                    <a:pt x="4605" y="982"/>
                    <a:pt x="4622" y="958"/>
                    <a:pt x="4624" y="958"/>
                  </a:cubicBezTo>
                  <a:cubicBezTo>
                    <a:pt x="4627" y="958"/>
                    <a:pt x="4615" y="984"/>
                    <a:pt x="4590" y="1038"/>
                  </a:cubicBezTo>
                  <a:cubicBezTo>
                    <a:pt x="4572" y="1080"/>
                    <a:pt x="4580" y="1135"/>
                    <a:pt x="4589" y="1135"/>
                  </a:cubicBezTo>
                  <a:cubicBezTo>
                    <a:pt x="4592" y="1135"/>
                    <a:pt x="4596" y="1128"/>
                    <a:pt x="4598" y="1111"/>
                  </a:cubicBezTo>
                  <a:cubicBezTo>
                    <a:pt x="4630" y="1054"/>
                    <a:pt x="4663" y="1079"/>
                    <a:pt x="4711" y="1030"/>
                  </a:cubicBezTo>
                  <a:cubicBezTo>
                    <a:pt x="4728" y="1046"/>
                    <a:pt x="4744" y="1054"/>
                    <a:pt x="4719" y="1103"/>
                  </a:cubicBezTo>
                  <a:cubicBezTo>
                    <a:pt x="4715" y="1139"/>
                    <a:pt x="4748" y="1155"/>
                    <a:pt x="4787" y="1155"/>
                  </a:cubicBezTo>
                  <a:cubicBezTo>
                    <a:pt x="4818" y="1155"/>
                    <a:pt x="4852" y="1145"/>
                    <a:pt x="4874" y="1127"/>
                  </a:cubicBezTo>
                  <a:cubicBezTo>
                    <a:pt x="4888" y="1106"/>
                    <a:pt x="4899" y="1095"/>
                    <a:pt x="4904" y="1095"/>
                  </a:cubicBezTo>
                  <a:cubicBezTo>
                    <a:pt x="4911" y="1095"/>
                    <a:pt x="4908" y="1112"/>
                    <a:pt x="4890" y="1144"/>
                  </a:cubicBezTo>
                  <a:cubicBezTo>
                    <a:pt x="4865" y="1192"/>
                    <a:pt x="4882" y="1200"/>
                    <a:pt x="4898" y="1217"/>
                  </a:cubicBezTo>
                  <a:cubicBezTo>
                    <a:pt x="4911" y="1206"/>
                    <a:pt x="4918" y="1202"/>
                    <a:pt x="4921" y="1202"/>
                  </a:cubicBezTo>
                  <a:cubicBezTo>
                    <a:pt x="4930" y="1202"/>
                    <a:pt x="4906" y="1237"/>
                    <a:pt x="4882" y="1273"/>
                  </a:cubicBezTo>
                  <a:cubicBezTo>
                    <a:pt x="4833" y="1314"/>
                    <a:pt x="4849" y="1322"/>
                    <a:pt x="4882" y="1346"/>
                  </a:cubicBezTo>
                  <a:cubicBezTo>
                    <a:pt x="4894" y="1336"/>
                    <a:pt x="4907" y="1332"/>
                    <a:pt x="4920" y="1332"/>
                  </a:cubicBezTo>
                  <a:cubicBezTo>
                    <a:pt x="4961" y="1332"/>
                    <a:pt x="5007" y="1371"/>
                    <a:pt x="5044" y="1395"/>
                  </a:cubicBezTo>
                  <a:cubicBezTo>
                    <a:pt x="5075" y="1420"/>
                    <a:pt x="5101" y="1430"/>
                    <a:pt x="5128" y="1430"/>
                  </a:cubicBezTo>
                  <a:cubicBezTo>
                    <a:pt x="5172" y="1430"/>
                    <a:pt x="5217" y="1403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3" y="1427"/>
                    <a:pt x="5230" y="1476"/>
                    <a:pt x="5198" y="1533"/>
                  </a:cubicBezTo>
                  <a:cubicBezTo>
                    <a:pt x="5199" y="1534"/>
                    <a:pt x="5201" y="1534"/>
                    <a:pt x="5203" y="1534"/>
                  </a:cubicBezTo>
                  <a:cubicBezTo>
                    <a:pt x="5221" y="1534"/>
                    <a:pt x="5258" y="1496"/>
                    <a:pt x="5295" y="1452"/>
                  </a:cubicBezTo>
                  <a:cubicBezTo>
                    <a:pt x="5310" y="1437"/>
                    <a:pt x="5321" y="1430"/>
                    <a:pt x="5329" y="1430"/>
                  </a:cubicBezTo>
                  <a:cubicBezTo>
                    <a:pt x="5343" y="1430"/>
                    <a:pt x="5346" y="1453"/>
                    <a:pt x="5336" y="1500"/>
                  </a:cubicBezTo>
                  <a:cubicBezTo>
                    <a:pt x="5330" y="1550"/>
                    <a:pt x="5336" y="1569"/>
                    <a:pt x="5358" y="1569"/>
                  </a:cubicBezTo>
                  <a:cubicBezTo>
                    <a:pt x="5368" y="1569"/>
                    <a:pt x="5382" y="1565"/>
                    <a:pt x="5401" y="1557"/>
                  </a:cubicBezTo>
                  <a:lnTo>
                    <a:pt x="5401" y="1557"/>
                  </a:lnTo>
                  <a:cubicBezTo>
                    <a:pt x="5409" y="1573"/>
                    <a:pt x="5425" y="1590"/>
                    <a:pt x="5392" y="1646"/>
                  </a:cubicBezTo>
                  <a:cubicBezTo>
                    <a:pt x="5399" y="1653"/>
                    <a:pt x="5403" y="1656"/>
                    <a:pt x="5407" y="1656"/>
                  </a:cubicBezTo>
                  <a:cubicBezTo>
                    <a:pt x="5415" y="1656"/>
                    <a:pt x="5424" y="1647"/>
                    <a:pt x="5449" y="1622"/>
                  </a:cubicBezTo>
                  <a:cubicBezTo>
                    <a:pt x="5468" y="1607"/>
                    <a:pt x="5481" y="1599"/>
                    <a:pt x="5490" y="1599"/>
                  </a:cubicBezTo>
                  <a:cubicBezTo>
                    <a:pt x="5503" y="1599"/>
                    <a:pt x="5502" y="1619"/>
                    <a:pt x="5482" y="1654"/>
                  </a:cubicBezTo>
                  <a:cubicBezTo>
                    <a:pt x="5425" y="1730"/>
                    <a:pt x="5432" y="1771"/>
                    <a:pt x="5460" y="1771"/>
                  </a:cubicBezTo>
                  <a:cubicBezTo>
                    <a:pt x="5468" y="1771"/>
                    <a:pt x="5479" y="1767"/>
                    <a:pt x="5490" y="1760"/>
                  </a:cubicBezTo>
                  <a:cubicBezTo>
                    <a:pt x="5512" y="1741"/>
                    <a:pt x="5526" y="1734"/>
                    <a:pt x="5536" y="1734"/>
                  </a:cubicBezTo>
                  <a:cubicBezTo>
                    <a:pt x="5548" y="1734"/>
                    <a:pt x="5554" y="1743"/>
                    <a:pt x="5563" y="1752"/>
                  </a:cubicBezTo>
                  <a:cubicBezTo>
                    <a:pt x="5568" y="1763"/>
                    <a:pt x="5578" y="1775"/>
                    <a:pt x="5604" y="1775"/>
                  </a:cubicBezTo>
                  <a:cubicBezTo>
                    <a:pt x="5614" y="1775"/>
                    <a:pt x="5627" y="1773"/>
                    <a:pt x="5644" y="1768"/>
                  </a:cubicBezTo>
                  <a:lnTo>
                    <a:pt x="5668" y="1800"/>
                  </a:lnTo>
                  <a:cubicBezTo>
                    <a:pt x="5681" y="1813"/>
                    <a:pt x="5645" y="1830"/>
                    <a:pt x="5624" y="1830"/>
                  </a:cubicBezTo>
                  <a:cubicBezTo>
                    <a:pt x="5618" y="1830"/>
                    <a:pt x="5613" y="1828"/>
                    <a:pt x="5611" y="1825"/>
                  </a:cubicBezTo>
                  <a:lnTo>
                    <a:pt x="5571" y="1873"/>
                  </a:lnTo>
                  <a:cubicBezTo>
                    <a:pt x="5589" y="1897"/>
                    <a:pt x="5602" y="1912"/>
                    <a:pt x="5630" y="1912"/>
                  </a:cubicBezTo>
                  <a:cubicBezTo>
                    <a:pt x="5641" y="1912"/>
                    <a:pt x="5653" y="1910"/>
                    <a:pt x="5668" y="1906"/>
                  </a:cubicBezTo>
                  <a:cubicBezTo>
                    <a:pt x="5721" y="1883"/>
                    <a:pt x="5749" y="1871"/>
                    <a:pt x="5754" y="1871"/>
                  </a:cubicBezTo>
                  <a:cubicBezTo>
                    <a:pt x="5761" y="1871"/>
                    <a:pt x="5736" y="1887"/>
                    <a:pt x="5684" y="1922"/>
                  </a:cubicBezTo>
                  <a:cubicBezTo>
                    <a:pt x="5642" y="1950"/>
                    <a:pt x="5605" y="1998"/>
                    <a:pt x="5635" y="1998"/>
                  </a:cubicBezTo>
                  <a:cubicBezTo>
                    <a:pt x="5640" y="1998"/>
                    <a:pt x="5645" y="1997"/>
                    <a:pt x="5652" y="1995"/>
                  </a:cubicBezTo>
                  <a:cubicBezTo>
                    <a:pt x="5686" y="1980"/>
                    <a:pt x="5707" y="1974"/>
                    <a:pt x="5717" y="1974"/>
                  </a:cubicBezTo>
                  <a:cubicBezTo>
                    <a:pt x="5740" y="1974"/>
                    <a:pt x="5710" y="2005"/>
                    <a:pt x="5676" y="2027"/>
                  </a:cubicBezTo>
                  <a:cubicBezTo>
                    <a:pt x="5563" y="2076"/>
                    <a:pt x="5563" y="2076"/>
                    <a:pt x="5709" y="2084"/>
                  </a:cubicBezTo>
                  <a:cubicBezTo>
                    <a:pt x="5725" y="2117"/>
                    <a:pt x="5822" y="2157"/>
                    <a:pt x="5846" y="2222"/>
                  </a:cubicBezTo>
                  <a:cubicBezTo>
                    <a:pt x="5879" y="2295"/>
                    <a:pt x="5895" y="2335"/>
                    <a:pt x="5846" y="2376"/>
                  </a:cubicBezTo>
                  <a:cubicBezTo>
                    <a:pt x="5782" y="2406"/>
                    <a:pt x="5760" y="2423"/>
                    <a:pt x="5764" y="2423"/>
                  </a:cubicBezTo>
                  <a:cubicBezTo>
                    <a:pt x="5766" y="2423"/>
                    <a:pt x="5779" y="2416"/>
                    <a:pt x="5798" y="2400"/>
                  </a:cubicBezTo>
                  <a:cubicBezTo>
                    <a:pt x="5839" y="2381"/>
                    <a:pt x="5866" y="2372"/>
                    <a:pt x="5884" y="2372"/>
                  </a:cubicBezTo>
                  <a:cubicBezTo>
                    <a:pt x="5912" y="2372"/>
                    <a:pt x="5921" y="2393"/>
                    <a:pt x="5936" y="2433"/>
                  </a:cubicBezTo>
                  <a:cubicBezTo>
                    <a:pt x="5895" y="2514"/>
                    <a:pt x="5968" y="2530"/>
                    <a:pt x="6033" y="2530"/>
                  </a:cubicBezTo>
                  <a:lnTo>
                    <a:pt x="6017" y="2490"/>
                  </a:lnTo>
                  <a:cubicBezTo>
                    <a:pt x="6056" y="2476"/>
                    <a:pt x="6082" y="2469"/>
                    <a:pt x="6098" y="2469"/>
                  </a:cubicBezTo>
                  <a:cubicBezTo>
                    <a:pt x="6130" y="2469"/>
                    <a:pt x="6124" y="2493"/>
                    <a:pt x="6098" y="2530"/>
                  </a:cubicBezTo>
                  <a:cubicBezTo>
                    <a:pt x="6106" y="2554"/>
                    <a:pt x="6049" y="2571"/>
                    <a:pt x="5992" y="2587"/>
                  </a:cubicBezTo>
                  <a:cubicBezTo>
                    <a:pt x="5936" y="2611"/>
                    <a:pt x="5879" y="2644"/>
                    <a:pt x="5887" y="2668"/>
                  </a:cubicBezTo>
                  <a:cubicBezTo>
                    <a:pt x="5887" y="2677"/>
                    <a:pt x="5890" y="2687"/>
                    <a:pt x="5901" y="2687"/>
                  </a:cubicBezTo>
                  <a:cubicBezTo>
                    <a:pt x="5910" y="2687"/>
                    <a:pt x="5923" y="2682"/>
                    <a:pt x="5944" y="2668"/>
                  </a:cubicBezTo>
                  <a:cubicBezTo>
                    <a:pt x="5976" y="2660"/>
                    <a:pt x="5992" y="2656"/>
                    <a:pt x="6001" y="2656"/>
                  </a:cubicBezTo>
                  <a:cubicBezTo>
                    <a:pt x="6009" y="2656"/>
                    <a:pt x="6009" y="2660"/>
                    <a:pt x="6009" y="2668"/>
                  </a:cubicBezTo>
                  <a:cubicBezTo>
                    <a:pt x="6017" y="2692"/>
                    <a:pt x="6017" y="2708"/>
                    <a:pt x="6082" y="2717"/>
                  </a:cubicBezTo>
                  <a:cubicBezTo>
                    <a:pt x="6094" y="2713"/>
                    <a:pt x="6105" y="2711"/>
                    <a:pt x="6113" y="2711"/>
                  </a:cubicBezTo>
                  <a:cubicBezTo>
                    <a:pt x="6142" y="2711"/>
                    <a:pt x="6146" y="2730"/>
                    <a:pt x="6146" y="2749"/>
                  </a:cubicBezTo>
                  <a:cubicBezTo>
                    <a:pt x="6098" y="2781"/>
                    <a:pt x="6106" y="2822"/>
                    <a:pt x="6106" y="2822"/>
                  </a:cubicBezTo>
                  <a:cubicBezTo>
                    <a:pt x="6121" y="2820"/>
                    <a:pt x="6128" y="2819"/>
                    <a:pt x="6129" y="2819"/>
                  </a:cubicBezTo>
                  <a:cubicBezTo>
                    <a:pt x="6132" y="2819"/>
                    <a:pt x="6091" y="2826"/>
                    <a:pt x="6049" y="2838"/>
                  </a:cubicBezTo>
                  <a:cubicBezTo>
                    <a:pt x="6009" y="2846"/>
                    <a:pt x="5968" y="2862"/>
                    <a:pt x="5936" y="2879"/>
                  </a:cubicBezTo>
                  <a:cubicBezTo>
                    <a:pt x="5936" y="2887"/>
                    <a:pt x="5952" y="2889"/>
                    <a:pt x="5968" y="2889"/>
                  </a:cubicBezTo>
                  <a:cubicBezTo>
                    <a:pt x="5984" y="2889"/>
                    <a:pt x="6001" y="2887"/>
                    <a:pt x="6001" y="2887"/>
                  </a:cubicBezTo>
                  <a:cubicBezTo>
                    <a:pt x="6001" y="2887"/>
                    <a:pt x="6002" y="2886"/>
                    <a:pt x="6003" y="2886"/>
                  </a:cubicBezTo>
                  <a:cubicBezTo>
                    <a:pt x="6027" y="2886"/>
                    <a:pt x="6058" y="3004"/>
                    <a:pt x="6082" y="3130"/>
                  </a:cubicBezTo>
                  <a:cubicBezTo>
                    <a:pt x="6090" y="3235"/>
                    <a:pt x="6098" y="3333"/>
                    <a:pt x="6090" y="3438"/>
                  </a:cubicBezTo>
                  <a:cubicBezTo>
                    <a:pt x="6033" y="3474"/>
                    <a:pt x="6026" y="3522"/>
                    <a:pt x="6064" y="3522"/>
                  </a:cubicBezTo>
                  <a:cubicBezTo>
                    <a:pt x="6069" y="3522"/>
                    <a:pt x="6075" y="3521"/>
                    <a:pt x="6082" y="3519"/>
                  </a:cubicBezTo>
                  <a:cubicBezTo>
                    <a:pt x="6138" y="3519"/>
                    <a:pt x="6146" y="3633"/>
                    <a:pt x="6114" y="3754"/>
                  </a:cubicBezTo>
                  <a:cubicBezTo>
                    <a:pt x="6098" y="3900"/>
                    <a:pt x="6065" y="4006"/>
                    <a:pt x="6122" y="4014"/>
                  </a:cubicBezTo>
                  <a:lnTo>
                    <a:pt x="6106" y="4079"/>
                  </a:lnTo>
                  <a:cubicBezTo>
                    <a:pt x="6090" y="4119"/>
                    <a:pt x="6138" y="4184"/>
                    <a:pt x="6130" y="4200"/>
                  </a:cubicBezTo>
                  <a:cubicBezTo>
                    <a:pt x="6161" y="4226"/>
                    <a:pt x="6169" y="4245"/>
                    <a:pt x="6158" y="4245"/>
                  </a:cubicBezTo>
                  <a:cubicBezTo>
                    <a:pt x="6152" y="4245"/>
                    <a:pt x="6140" y="4239"/>
                    <a:pt x="6122" y="4225"/>
                  </a:cubicBezTo>
                  <a:cubicBezTo>
                    <a:pt x="6085" y="4209"/>
                    <a:pt x="6048" y="4196"/>
                    <a:pt x="6025" y="4196"/>
                  </a:cubicBezTo>
                  <a:cubicBezTo>
                    <a:pt x="6012" y="4196"/>
                    <a:pt x="6003" y="4200"/>
                    <a:pt x="6001" y="4208"/>
                  </a:cubicBezTo>
                  <a:cubicBezTo>
                    <a:pt x="5984" y="4241"/>
                    <a:pt x="6041" y="4265"/>
                    <a:pt x="6098" y="4281"/>
                  </a:cubicBezTo>
                  <a:cubicBezTo>
                    <a:pt x="6155" y="4306"/>
                    <a:pt x="6146" y="4322"/>
                    <a:pt x="6146" y="4322"/>
                  </a:cubicBezTo>
                  <a:cubicBezTo>
                    <a:pt x="6142" y="4334"/>
                    <a:pt x="6140" y="4340"/>
                    <a:pt x="6132" y="4340"/>
                  </a:cubicBezTo>
                  <a:cubicBezTo>
                    <a:pt x="6124" y="4340"/>
                    <a:pt x="6110" y="4334"/>
                    <a:pt x="6082" y="4322"/>
                  </a:cubicBezTo>
                  <a:lnTo>
                    <a:pt x="5968" y="4281"/>
                  </a:lnTo>
                  <a:lnTo>
                    <a:pt x="5960" y="4306"/>
                  </a:lnTo>
                  <a:cubicBezTo>
                    <a:pt x="6017" y="4322"/>
                    <a:pt x="6009" y="4346"/>
                    <a:pt x="6009" y="4346"/>
                  </a:cubicBezTo>
                  <a:cubicBezTo>
                    <a:pt x="6005" y="4352"/>
                    <a:pt x="6004" y="4356"/>
                    <a:pt x="5996" y="4356"/>
                  </a:cubicBezTo>
                  <a:cubicBezTo>
                    <a:pt x="5985" y="4356"/>
                    <a:pt x="5960" y="4347"/>
                    <a:pt x="5895" y="4322"/>
                  </a:cubicBezTo>
                  <a:cubicBezTo>
                    <a:pt x="5851" y="4303"/>
                    <a:pt x="5823" y="4294"/>
                    <a:pt x="5811" y="4294"/>
                  </a:cubicBezTo>
                  <a:cubicBezTo>
                    <a:pt x="5792" y="4294"/>
                    <a:pt x="5814" y="4317"/>
                    <a:pt x="5879" y="4362"/>
                  </a:cubicBezTo>
                  <a:lnTo>
                    <a:pt x="5911" y="4419"/>
                  </a:lnTo>
                  <a:cubicBezTo>
                    <a:pt x="5895" y="4414"/>
                    <a:pt x="5882" y="4412"/>
                    <a:pt x="5873" y="4412"/>
                  </a:cubicBezTo>
                  <a:cubicBezTo>
                    <a:pt x="5823" y="4412"/>
                    <a:pt x="5893" y="4483"/>
                    <a:pt x="5928" y="4525"/>
                  </a:cubicBezTo>
                  <a:cubicBezTo>
                    <a:pt x="5891" y="4514"/>
                    <a:pt x="5865" y="4509"/>
                    <a:pt x="5850" y="4509"/>
                  </a:cubicBezTo>
                  <a:cubicBezTo>
                    <a:pt x="5820" y="4509"/>
                    <a:pt x="5838" y="4532"/>
                    <a:pt x="5903" y="4581"/>
                  </a:cubicBezTo>
                  <a:cubicBezTo>
                    <a:pt x="5941" y="4600"/>
                    <a:pt x="5945" y="4619"/>
                    <a:pt x="5914" y="4619"/>
                  </a:cubicBezTo>
                  <a:cubicBezTo>
                    <a:pt x="5905" y="4619"/>
                    <a:pt x="5894" y="4617"/>
                    <a:pt x="5879" y="4614"/>
                  </a:cubicBezTo>
                  <a:cubicBezTo>
                    <a:pt x="5870" y="4613"/>
                    <a:pt x="5863" y="4612"/>
                    <a:pt x="5856" y="4612"/>
                  </a:cubicBezTo>
                  <a:cubicBezTo>
                    <a:pt x="5812" y="4612"/>
                    <a:pt x="5803" y="4634"/>
                    <a:pt x="5782" y="4662"/>
                  </a:cubicBezTo>
                  <a:cubicBezTo>
                    <a:pt x="5822" y="4711"/>
                    <a:pt x="5749" y="4841"/>
                    <a:pt x="5644" y="4979"/>
                  </a:cubicBezTo>
                  <a:cubicBezTo>
                    <a:pt x="5522" y="5133"/>
                    <a:pt x="5425" y="5214"/>
                    <a:pt x="5474" y="5254"/>
                  </a:cubicBezTo>
                  <a:cubicBezTo>
                    <a:pt x="5466" y="5262"/>
                    <a:pt x="5462" y="5266"/>
                    <a:pt x="5455" y="5266"/>
                  </a:cubicBezTo>
                  <a:cubicBezTo>
                    <a:pt x="5446" y="5266"/>
                    <a:pt x="5432" y="5260"/>
                    <a:pt x="5401" y="5246"/>
                  </a:cubicBezTo>
                  <a:cubicBezTo>
                    <a:pt x="5383" y="5232"/>
                    <a:pt x="5371" y="5224"/>
                    <a:pt x="5366" y="5224"/>
                  </a:cubicBezTo>
                  <a:cubicBezTo>
                    <a:pt x="5355" y="5224"/>
                    <a:pt x="5367" y="5251"/>
                    <a:pt x="5409" y="5319"/>
                  </a:cubicBezTo>
                  <a:cubicBezTo>
                    <a:pt x="5423" y="5353"/>
                    <a:pt x="5443" y="5381"/>
                    <a:pt x="5440" y="5381"/>
                  </a:cubicBezTo>
                  <a:cubicBezTo>
                    <a:pt x="5438" y="5381"/>
                    <a:pt x="5425" y="5368"/>
                    <a:pt x="5392" y="5335"/>
                  </a:cubicBezTo>
                  <a:cubicBezTo>
                    <a:pt x="5379" y="5319"/>
                    <a:pt x="5366" y="5312"/>
                    <a:pt x="5352" y="5312"/>
                  </a:cubicBezTo>
                  <a:cubicBezTo>
                    <a:pt x="5326" y="5312"/>
                    <a:pt x="5297" y="5338"/>
                    <a:pt x="5255" y="5376"/>
                  </a:cubicBezTo>
                  <a:cubicBezTo>
                    <a:pt x="5206" y="5416"/>
                    <a:pt x="5133" y="5465"/>
                    <a:pt x="5174" y="5514"/>
                  </a:cubicBezTo>
                  <a:cubicBezTo>
                    <a:pt x="5174" y="5551"/>
                    <a:pt x="5174" y="5569"/>
                    <a:pt x="5171" y="5569"/>
                  </a:cubicBezTo>
                  <a:cubicBezTo>
                    <a:pt x="5169" y="5569"/>
                    <a:pt x="5165" y="5553"/>
                    <a:pt x="5157" y="5522"/>
                  </a:cubicBezTo>
                  <a:cubicBezTo>
                    <a:pt x="5132" y="5475"/>
                    <a:pt x="5095" y="5453"/>
                    <a:pt x="5062" y="5453"/>
                  </a:cubicBezTo>
                  <a:cubicBezTo>
                    <a:pt x="5020" y="5453"/>
                    <a:pt x="4986" y="5490"/>
                    <a:pt x="4995" y="5562"/>
                  </a:cubicBezTo>
                  <a:cubicBezTo>
                    <a:pt x="4988" y="5566"/>
                    <a:pt x="4980" y="5572"/>
                    <a:pt x="4971" y="5572"/>
                  </a:cubicBezTo>
                  <a:cubicBezTo>
                    <a:pt x="4960" y="5572"/>
                    <a:pt x="4948" y="5564"/>
                    <a:pt x="4930" y="5538"/>
                  </a:cubicBezTo>
                  <a:cubicBezTo>
                    <a:pt x="4906" y="5546"/>
                    <a:pt x="4890" y="5554"/>
                    <a:pt x="4865" y="5635"/>
                  </a:cubicBezTo>
                  <a:cubicBezTo>
                    <a:pt x="4825" y="5668"/>
                    <a:pt x="4784" y="5692"/>
                    <a:pt x="4736" y="5708"/>
                  </a:cubicBezTo>
                  <a:cubicBezTo>
                    <a:pt x="4695" y="5725"/>
                    <a:pt x="4687" y="5797"/>
                    <a:pt x="4687" y="5797"/>
                  </a:cubicBezTo>
                  <a:cubicBezTo>
                    <a:pt x="4670" y="5803"/>
                    <a:pt x="4657" y="5809"/>
                    <a:pt x="4656" y="5809"/>
                  </a:cubicBezTo>
                  <a:cubicBezTo>
                    <a:pt x="4656" y="5809"/>
                    <a:pt x="4658" y="5808"/>
                    <a:pt x="4663" y="5806"/>
                  </a:cubicBezTo>
                  <a:cubicBezTo>
                    <a:pt x="4655" y="5790"/>
                    <a:pt x="4640" y="5784"/>
                    <a:pt x="4618" y="5784"/>
                  </a:cubicBezTo>
                  <a:cubicBezTo>
                    <a:pt x="4572" y="5784"/>
                    <a:pt x="4497" y="5813"/>
                    <a:pt x="4403" y="5846"/>
                  </a:cubicBezTo>
                  <a:cubicBezTo>
                    <a:pt x="4323" y="5874"/>
                    <a:pt x="4246" y="5892"/>
                    <a:pt x="4189" y="5892"/>
                  </a:cubicBezTo>
                  <a:cubicBezTo>
                    <a:pt x="4148" y="5892"/>
                    <a:pt x="4117" y="5883"/>
                    <a:pt x="4103" y="5862"/>
                  </a:cubicBezTo>
                  <a:cubicBezTo>
                    <a:pt x="4103" y="5862"/>
                    <a:pt x="4079" y="5870"/>
                    <a:pt x="4071" y="5935"/>
                  </a:cubicBezTo>
                  <a:cubicBezTo>
                    <a:pt x="4076" y="6008"/>
                    <a:pt x="4069" y="6037"/>
                    <a:pt x="4056" y="6037"/>
                  </a:cubicBezTo>
                  <a:cubicBezTo>
                    <a:pt x="4047" y="6037"/>
                    <a:pt x="4035" y="6023"/>
                    <a:pt x="4022" y="6000"/>
                  </a:cubicBezTo>
                  <a:cubicBezTo>
                    <a:pt x="4003" y="5946"/>
                    <a:pt x="3975" y="5920"/>
                    <a:pt x="3949" y="5920"/>
                  </a:cubicBezTo>
                  <a:cubicBezTo>
                    <a:pt x="3921" y="5920"/>
                    <a:pt x="3897" y="5952"/>
                    <a:pt x="3892" y="6016"/>
                  </a:cubicBezTo>
                  <a:lnTo>
                    <a:pt x="3884" y="5960"/>
                  </a:lnTo>
                  <a:cubicBezTo>
                    <a:pt x="3873" y="5918"/>
                    <a:pt x="3858" y="5901"/>
                    <a:pt x="3843" y="5901"/>
                  </a:cubicBezTo>
                  <a:cubicBezTo>
                    <a:pt x="3817" y="5901"/>
                    <a:pt x="3792" y="5955"/>
                    <a:pt x="3787" y="6033"/>
                  </a:cubicBezTo>
                  <a:cubicBezTo>
                    <a:pt x="3764" y="5993"/>
                    <a:pt x="3745" y="5949"/>
                    <a:pt x="3731" y="5949"/>
                  </a:cubicBezTo>
                  <a:cubicBezTo>
                    <a:pt x="3724" y="5949"/>
                    <a:pt x="3719" y="5957"/>
                    <a:pt x="3714" y="5976"/>
                  </a:cubicBezTo>
                  <a:cubicBezTo>
                    <a:pt x="3698" y="5976"/>
                    <a:pt x="3698" y="5976"/>
                    <a:pt x="3690" y="5854"/>
                  </a:cubicBezTo>
                  <a:cubicBezTo>
                    <a:pt x="3682" y="5797"/>
                    <a:pt x="3682" y="5733"/>
                    <a:pt x="3665" y="5733"/>
                  </a:cubicBezTo>
                  <a:cubicBezTo>
                    <a:pt x="3641" y="5741"/>
                    <a:pt x="3641" y="5797"/>
                    <a:pt x="3649" y="5854"/>
                  </a:cubicBezTo>
                  <a:lnTo>
                    <a:pt x="3609" y="5854"/>
                  </a:lnTo>
                  <a:cubicBezTo>
                    <a:pt x="3609" y="5854"/>
                    <a:pt x="3584" y="5854"/>
                    <a:pt x="3593" y="5919"/>
                  </a:cubicBezTo>
                  <a:cubicBezTo>
                    <a:pt x="3593" y="5976"/>
                    <a:pt x="3568" y="5976"/>
                    <a:pt x="3552" y="5976"/>
                  </a:cubicBezTo>
                  <a:cubicBezTo>
                    <a:pt x="3552" y="5959"/>
                    <a:pt x="3550" y="5953"/>
                    <a:pt x="3548" y="5953"/>
                  </a:cubicBezTo>
                  <a:cubicBezTo>
                    <a:pt x="3542" y="5953"/>
                    <a:pt x="3535" y="5995"/>
                    <a:pt x="3552" y="6041"/>
                  </a:cubicBezTo>
                  <a:cubicBezTo>
                    <a:pt x="3552" y="6097"/>
                    <a:pt x="3552" y="6162"/>
                    <a:pt x="3528" y="6162"/>
                  </a:cubicBezTo>
                  <a:lnTo>
                    <a:pt x="3528" y="6276"/>
                  </a:lnTo>
                  <a:cubicBezTo>
                    <a:pt x="3528" y="6397"/>
                    <a:pt x="3528" y="6462"/>
                    <a:pt x="3576" y="6519"/>
                  </a:cubicBezTo>
                  <a:cubicBezTo>
                    <a:pt x="3636" y="6551"/>
                    <a:pt x="3687" y="6583"/>
                    <a:pt x="3720" y="6583"/>
                  </a:cubicBezTo>
                  <a:cubicBezTo>
                    <a:pt x="3745" y="6583"/>
                    <a:pt x="3758" y="6564"/>
                    <a:pt x="3755" y="6511"/>
                  </a:cubicBezTo>
                  <a:cubicBezTo>
                    <a:pt x="3755" y="6511"/>
                    <a:pt x="3771" y="6454"/>
                    <a:pt x="3803" y="6446"/>
                  </a:cubicBezTo>
                  <a:cubicBezTo>
                    <a:pt x="3828" y="6446"/>
                    <a:pt x="3852" y="6503"/>
                    <a:pt x="3852" y="6503"/>
                  </a:cubicBezTo>
                  <a:cubicBezTo>
                    <a:pt x="3856" y="6539"/>
                    <a:pt x="3891" y="6550"/>
                    <a:pt x="3942" y="6550"/>
                  </a:cubicBezTo>
                  <a:cubicBezTo>
                    <a:pt x="3984" y="6550"/>
                    <a:pt x="4037" y="6543"/>
                    <a:pt x="4095" y="6535"/>
                  </a:cubicBezTo>
                  <a:cubicBezTo>
                    <a:pt x="4180" y="6522"/>
                    <a:pt x="4240" y="6509"/>
                    <a:pt x="4283" y="6509"/>
                  </a:cubicBezTo>
                  <a:cubicBezTo>
                    <a:pt x="4319" y="6509"/>
                    <a:pt x="4344" y="6518"/>
                    <a:pt x="4363" y="6543"/>
                  </a:cubicBezTo>
                  <a:cubicBezTo>
                    <a:pt x="4393" y="6580"/>
                    <a:pt x="4414" y="6584"/>
                    <a:pt x="4423" y="6584"/>
                  </a:cubicBezTo>
                  <a:cubicBezTo>
                    <a:pt x="4426" y="6584"/>
                    <a:pt x="4428" y="6584"/>
                    <a:pt x="4428" y="6584"/>
                  </a:cubicBezTo>
                  <a:cubicBezTo>
                    <a:pt x="4419" y="6527"/>
                    <a:pt x="4565" y="6487"/>
                    <a:pt x="4744" y="6422"/>
                  </a:cubicBezTo>
                  <a:cubicBezTo>
                    <a:pt x="4922" y="6357"/>
                    <a:pt x="5084" y="6268"/>
                    <a:pt x="5060" y="6219"/>
                  </a:cubicBezTo>
                  <a:lnTo>
                    <a:pt x="5101" y="6195"/>
                  </a:lnTo>
                  <a:cubicBezTo>
                    <a:pt x="5114" y="6215"/>
                    <a:pt x="5131" y="6223"/>
                    <a:pt x="5149" y="6223"/>
                  </a:cubicBezTo>
                  <a:cubicBezTo>
                    <a:pt x="5173" y="6223"/>
                    <a:pt x="5199" y="6209"/>
                    <a:pt x="5222" y="6195"/>
                  </a:cubicBezTo>
                  <a:cubicBezTo>
                    <a:pt x="5230" y="6154"/>
                    <a:pt x="5246" y="6114"/>
                    <a:pt x="5287" y="6089"/>
                  </a:cubicBezTo>
                  <a:cubicBezTo>
                    <a:pt x="5303" y="6114"/>
                    <a:pt x="5317" y="6124"/>
                    <a:pt x="5333" y="6124"/>
                  </a:cubicBezTo>
                  <a:cubicBezTo>
                    <a:pt x="5348" y="6124"/>
                    <a:pt x="5364" y="6114"/>
                    <a:pt x="5384" y="6097"/>
                  </a:cubicBezTo>
                  <a:cubicBezTo>
                    <a:pt x="5425" y="6065"/>
                    <a:pt x="5449" y="6049"/>
                    <a:pt x="5417" y="6000"/>
                  </a:cubicBezTo>
                  <a:cubicBezTo>
                    <a:pt x="5498" y="5943"/>
                    <a:pt x="5587" y="5895"/>
                    <a:pt x="5684" y="5870"/>
                  </a:cubicBezTo>
                  <a:cubicBezTo>
                    <a:pt x="5695" y="5876"/>
                    <a:pt x="5703" y="5879"/>
                    <a:pt x="5709" y="5879"/>
                  </a:cubicBezTo>
                  <a:cubicBezTo>
                    <a:pt x="5735" y="5879"/>
                    <a:pt x="5720" y="5826"/>
                    <a:pt x="5701" y="5773"/>
                  </a:cubicBezTo>
                  <a:cubicBezTo>
                    <a:pt x="5660" y="5733"/>
                    <a:pt x="5644" y="5668"/>
                    <a:pt x="5660" y="5652"/>
                  </a:cubicBezTo>
                  <a:lnTo>
                    <a:pt x="5660" y="5652"/>
                  </a:lnTo>
                  <a:lnTo>
                    <a:pt x="5741" y="5741"/>
                  </a:lnTo>
                  <a:cubicBezTo>
                    <a:pt x="5755" y="5777"/>
                    <a:pt x="5761" y="5793"/>
                    <a:pt x="5770" y="5793"/>
                  </a:cubicBezTo>
                  <a:cubicBezTo>
                    <a:pt x="5778" y="5793"/>
                    <a:pt x="5788" y="5783"/>
                    <a:pt x="5806" y="5765"/>
                  </a:cubicBezTo>
                  <a:lnTo>
                    <a:pt x="5846" y="5733"/>
                  </a:lnTo>
                  <a:cubicBezTo>
                    <a:pt x="5806" y="5692"/>
                    <a:pt x="5895" y="5595"/>
                    <a:pt x="6017" y="5457"/>
                  </a:cubicBezTo>
                  <a:cubicBezTo>
                    <a:pt x="6171" y="5279"/>
                    <a:pt x="6211" y="5214"/>
                    <a:pt x="6163" y="5181"/>
                  </a:cubicBezTo>
                  <a:cubicBezTo>
                    <a:pt x="6114" y="5149"/>
                    <a:pt x="6130" y="5125"/>
                    <a:pt x="6219" y="5092"/>
                  </a:cubicBezTo>
                  <a:cubicBezTo>
                    <a:pt x="6455" y="5052"/>
                    <a:pt x="6463" y="5052"/>
                    <a:pt x="6422" y="4995"/>
                  </a:cubicBezTo>
                  <a:lnTo>
                    <a:pt x="6422" y="4995"/>
                  </a:lnTo>
                  <a:cubicBezTo>
                    <a:pt x="6418" y="5001"/>
                    <a:pt x="6412" y="5003"/>
                    <a:pt x="6404" y="5003"/>
                  </a:cubicBezTo>
                  <a:cubicBezTo>
                    <a:pt x="6381" y="5003"/>
                    <a:pt x="6343" y="4981"/>
                    <a:pt x="6301" y="4962"/>
                  </a:cubicBezTo>
                  <a:cubicBezTo>
                    <a:pt x="6236" y="4919"/>
                    <a:pt x="6218" y="4898"/>
                    <a:pt x="6249" y="4898"/>
                  </a:cubicBezTo>
                  <a:cubicBezTo>
                    <a:pt x="6264" y="4898"/>
                    <a:pt x="6292" y="4903"/>
                    <a:pt x="6333" y="4914"/>
                  </a:cubicBezTo>
                  <a:cubicBezTo>
                    <a:pt x="6341" y="4919"/>
                    <a:pt x="6349" y="4921"/>
                    <a:pt x="6357" y="4921"/>
                  </a:cubicBezTo>
                  <a:cubicBezTo>
                    <a:pt x="6453" y="4921"/>
                    <a:pt x="6553" y="4606"/>
                    <a:pt x="6464" y="4524"/>
                  </a:cubicBezTo>
                  <a:lnTo>
                    <a:pt x="6464" y="4524"/>
                  </a:lnTo>
                  <a:cubicBezTo>
                    <a:pt x="6477" y="4529"/>
                    <a:pt x="6493" y="4534"/>
                    <a:pt x="6511" y="4541"/>
                  </a:cubicBezTo>
                  <a:cubicBezTo>
                    <a:pt x="6525" y="4547"/>
                    <a:pt x="6535" y="4550"/>
                    <a:pt x="6544" y="4550"/>
                  </a:cubicBezTo>
                  <a:cubicBezTo>
                    <a:pt x="6574" y="4550"/>
                    <a:pt x="6586" y="4518"/>
                    <a:pt x="6617" y="4443"/>
                  </a:cubicBezTo>
                  <a:cubicBezTo>
                    <a:pt x="6633" y="4395"/>
                    <a:pt x="6641" y="4362"/>
                    <a:pt x="6641" y="4362"/>
                  </a:cubicBezTo>
                  <a:cubicBezTo>
                    <a:pt x="6534" y="4332"/>
                    <a:pt x="6621" y="4215"/>
                    <a:pt x="6679" y="4215"/>
                  </a:cubicBezTo>
                  <a:cubicBezTo>
                    <a:pt x="6683" y="4215"/>
                    <a:pt x="6686" y="4216"/>
                    <a:pt x="6690" y="4216"/>
                  </a:cubicBezTo>
                  <a:cubicBezTo>
                    <a:pt x="6755" y="4200"/>
                    <a:pt x="6755" y="4200"/>
                    <a:pt x="6763" y="4152"/>
                  </a:cubicBezTo>
                  <a:cubicBezTo>
                    <a:pt x="6676" y="4050"/>
                    <a:pt x="6749" y="3940"/>
                    <a:pt x="6805" y="3940"/>
                  </a:cubicBezTo>
                  <a:cubicBezTo>
                    <a:pt x="6807" y="3940"/>
                    <a:pt x="6809" y="3941"/>
                    <a:pt x="6811" y="3941"/>
                  </a:cubicBezTo>
                  <a:lnTo>
                    <a:pt x="6819" y="3884"/>
                  </a:lnTo>
                  <a:cubicBezTo>
                    <a:pt x="6787" y="3860"/>
                    <a:pt x="6771" y="3819"/>
                    <a:pt x="6779" y="3771"/>
                  </a:cubicBezTo>
                  <a:cubicBezTo>
                    <a:pt x="6791" y="3709"/>
                    <a:pt x="6794" y="3680"/>
                    <a:pt x="6767" y="3680"/>
                  </a:cubicBezTo>
                  <a:cubicBezTo>
                    <a:pt x="6758" y="3680"/>
                    <a:pt x="6746" y="3684"/>
                    <a:pt x="6730" y="3689"/>
                  </a:cubicBezTo>
                  <a:cubicBezTo>
                    <a:pt x="6673" y="3681"/>
                    <a:pt x="6617" y="3673"/>
                    <a:pt x="6617" y="3649"/>
                  </a:cubicBezTo>
                  <a:lnTo>
                    <a:pt x="6617" y="3649"/>
                  </a:lnTo>
                  <a:lnTo>
                    <a:pt x="6673" y="3657"/>
                  </a:lnTo>
                  <a:cubicBezTo>
                    <a:pt x="6676" y="3657"/>
                    <a:pt x="6679" y="3658"/>
                    <a:pt x="6681" y="3658"/>
                  </a:cubicBezTo>
                  <a:cubicBezTo>
                    <a:pt x="6731" y="3658"/>
                    <a:pt x="6739" y="3579"/>
                    <a:pt x="6746" y="3479"/>
                  </a:cubicBezTo>
                  <a:cubicBezTo>
                    <a:pt x="6755" y="3349"/>
                    <a:pt x="6746" y="3300"/>
                    <a:pt x="6811" y="3268"/>
                  </a:cubicBezTo>
                  <a:lnTo>
                    <a:pt x="6746" y="3244"/>
                  </a:lnTo>
                  <a:cubicBezTo>
                    <a:pt x="6690" y="3219"/>
                    <a:pt x="6690" y="3195"/>
                    <a:pt x="6746" y="3195"/>
                  </a:cubicBezTo>
                  <a:cubicBezTo>
                    <a:pt x="6803" y="3146"/>
                    <a:pt x="6803" y="3049"/>
                    <a:pt x="6738" y="3008"/>
                  </a:cubicBezTo>
                  <a:cubicBezTo>
                    <a:pt x="6730" y="2984"/>
                    <a:pt x="6730" y="2960"/>
                    <a:pt x="6730" y="2960"/>
                  </a:cubicBezTo>
                  <a:cubicBezTo>
                    <a:pt x="6844" y="2919"/>
                    <a:pt x="6836" y="2838"/>
                    <a:pt x="6714" y="2830"/>
                  </a:cubicBezTo>
                  <a:cubicBezTo>
                    <a:pt x="6771" y="2822"/>
                    <a:pt x="6771" y="2790"/>
                    <a:pt x="6763" y="2765"/>
                  </a:cubicBezTo>
                  <a:cubicBezTo>
                    <a:pt x="6698" y="2725"/>
                    <a:pt x="6673" y="2627"/>
                    <a:pt x="6730" y="2611"/>
                  </a:cubicBezTo>
                  <a:lnTo>
                    <a:pt x="6722" y="2579"/>
                  </a:lnTo>
                  <a:cubicBezTo>
                    <a:pt x="6657" y="2571"/>
                    <a:pt x="6657" y="2546"/>
                    <a:pt x="6649" y="2522"/>
                  </a:cubicBezTo>
                  <a:cubicBezTo>
                    <a:pt x="6641" y="2498"/>
                    <a:pt x="6633" y="2465"/>
                    <a:pt x="6576" y="2457"/>
                  </a:cubicBezTo>
                  <a:cubicBezTo>
                    <a:pt x="6511" y="2449"/>
                    <a:pt x="6503" y="2433"/>
                    <a:pt x="6503" y="2433"/>
                  </a:cubicBezTo>
                  <a:cubicBezTo>
                    <a:pt x="6498" y="2417"/>
                    <a:pt x="6522" y="2412"/>
                    <a:pt x="6557" y="2412"/>
                  </a:cubicBezTo>
                  <a:cubicBezTo>
                    <a:pt x="6577" y="2412"/>
                    <a:pt x="6601" y="2414"/>
                    <a:pt x="6625" y="2417"/>
                  </a:cubicBezTo>
                  <a:cubicBezTo>
                    <a:pt x="6637" y="2422"/>
                    <a:pt x="6647" y="2425"/>
                    <a:pt x="6654" y="2425"/>
                  </a:cubicBezTo>
                  <a:cubicBezTo>
                    <a:pt x="6686" y="2425"/>
                    <a:pt x="6650" y="2369"/>
                    <a:pt x="6536" y="2335"/>
                  </a:cubicBezTo>
                  <a:cubicBezTo>
                    <a:pt x="6444" y="2314"/>
                    <a:pt x="6413" y="2307"/>
                    <a:pt x="6441" y="2307"/>
                  </a:cubicBezTo>
                  <a:cubicBezTo>
                    <a:pt x="6455" y="2307"/>
                    <a:pt x="6484" y="2308"/>
                    <a:pt x="6528" y="2311"/>
                  </a:cubicBezTo>
                  <a:cubicBezTo>
                    <a:pt x="6557" y="2315"/>
                    <a:pt x="6586" y="2318"/>
                    <a:pt x="6602" y="2318"/>
                  </a:cubicBezTo>
                  <a:cubicBezTo>
                    <a:pt x="6623" y="2318"/>
                    <a:pt x="6625" y="2313"/>
                    <a:pt x="6584" y="2295"/>
                  </a:cubicBezTo>
                  <a:cubicBezTo>
                    <a:pt x="6572" y="2271"/>
                    <a:pt x="6552" y="2256"/>
                    <a:pt x="6532" y="2256"/>
                  </a:cubicBezTo>
                  <a:cubicBezTo>
                    <a:pt x="6525" y="2256"/>
                    <a:pt x="6518" y="2258"/>
                    <a:pt x="6511" y="2263"/>
                  </a:cubicBezTo>
                  <a:lnTo>
                    <a:pt x="6487" y="2190"/>
                  </a:lnTo>
                  <a:cubicBezTo>
                    <a:pt x="6519" y="2117"/>
                    <a:pt x="6511" y="2092"/>
                    <a:pt x="6503" y="2068"/>
                  </a:cubicBezTo>
                  <a:cubicBezTo>
                    <a:pt x="6430" y="2068"/>
                    <a:pt x="6430" y="2068"/>
                    <a:pt x="6479" y="2019"/>
                  </a:cubicBezTo>
                  <a:cubicBezTo>
                    <a:pt x="6510" y="2006"/>
                    <a:pt x="6519" y="1993"/>
                    <a:pt x="6504" y="1993"/>
                  </a:cubicBezTo>
                  <a:cubicBezTo>
                    <a:pt x="6491" y="1993"/>
                    <a:pt x="6462" y="2002"/>
                    <a:pt x="6414" y="2027"/>
                  </a:cubicBezTo>
                  <a:cubicBezTo>
                    <a:pt x="6349" y="2027"/>
                    <a:pt x="6341" y="2003"/>
                    <a:pt x="6382" y="1954"/>
                  </a:cubicBezTo>
                  <a:cubicBezTo>
                    <a:pt x="6455" y="1915"/>
                    <a:pt x="6473" y="1891"/>
                    <a:pt x="6459" y="1891"/>
                  </a:cubicBezTo>
                  <a:cubicBezTo>
                    <a:pt x="6452" y="1891"/>
                    <a:pt x="6439" y="1896"/>
                    <a:pt x="6422" y="1906"/>
                  </a:cubicBezTo>
                  <a:cubicBezTo>
                    <a:pt x="6357" y="1906"/>
                    <a:pt x="6349" y="1881"/>
                    <a:pt x="6349" y="1881"/>
                  </a:cubicBezTo>
                  <a:cubicBezTo>
                    <a:pt x="6398" y="1857"/>
                    <a:pt x="6292" y="1638"/>
                    <a:pt x="6155" y="1452"/>
                  </a:cubicBezTo>
                  <a:cubicBezTo>
                    <a:pt x="6149" y="1444"/>
                    <a:pt x="6138" y="1440"/>
                    <a:pt x="6125" y="1440"/>
                  </a:cubicBezTo>
                  <a:cubicBezTo>
                    <a:pt x="6097" y="1440"/>
                    <a:pt x="6057" y="1454"/>
                    <a:pt x="6025" y="1476"/>
                  </a:cubicBezTo>
                  <a:cubicBezTo>
                    <a:pt x="5985" y="1506"/>
                    <a:pt x="5970" y="1518"/>
                    <a:pt x="5968" y="1518"/>
                  </a:cubicBezTo>
                  <a:cubicBezTo>
                    <a:pt x="5965" y="1518"/>
                    <a:pt x="5990" y="1493"/>
                    <a:pt x="6009" y="1460"/>
                  </a:cubicBezTo>
                  <a:cubicBezTo>
                    <a:pt x="6084" y="1385"/>
                    <a:pt x="6105" y="1337"/>
                    <a:pt x="6085" y="1337"/>
                  </a:cubicBezTo>
                  <a:cubicBezTo>
                    <a:pt x="6071" y="1337"/>
                    <a:pt x="6035" y="1362"/>
                    <a:pt x="5984" y="1419"/>
                  </a:cubicBezTo>
                  <a:cubicBezTo>
                    <a:pt x="5946" y="1461"/>
                    <a:pt x="5926" y="1483"/>
                    <a:pt x="5922" y="1483"/>
                  </a:cubicBezTo>
                  <a:cubicBezTo>
                    <a:pt x="5918" y="1483"/>
                    <a:pt x="5934" y="1455"/>
                    <a:pt x="5968" y="1395"/>
                  </a:cubicBezTo>
                  <a:cubicBezTo>
                    <a:pt x="5989" y="1358"/>
                    <a:pt x="5997" y="1345"/>
                    <a:pt x="5981" y="1345"/>
                  </a:cubicBezTo>
                  <a:cubicBezTo>
                    <a:pt x="5973" y="1345"/>
                    <a:pt x="5958" y="1349"/>
                    <a:pt x="5936" y="1354"/>
                  </a:cubicBezTo>
                  <a:cubicBezTo>
                    <a:pt x="5916" y="1371"/>
                    <a:pt x="5902" y="1378"/>
                    <a:pt x="5895" y="1378"/>
                  </a:cubicBezTo>
                  <a:cubicBezTo>
                    <a:pt x="5884" y="1378"/>
                    <a:pt x="5890" y="1362"/>
                    <a:pt x="5919" y="1338"/>
                  </a:cubicBezTo>
                  <a:cubicBezTo>
                    <a:pt x="5938" y="1294"/>
                    <a:pt x="5962" y="1244"/>
                    <a:pt x="5949" y="1244"/>
                  </a:cubicBezTo>
                  <a:cubicBezTo>
                    <a:pt x="5945" y="1244"/>
                    <a:pt x="5938" y="1248"/>
                    <a:pt x="5928" y="1257"/>
                  </a:cubicBezTo>
                  <a:cubicBezTo>
                    <a:pt x="5928" y="1257"/>
                    <a:pt x="5911" y="1241"/>
                    <a:pt x="5936" y="1184"/>
                  </a:cubicBezTo>
                  <a:cubicBezTo>
                    <a:pt x="5952" y="1152"/>
                    <a:pt x="5944" y="1142"/>
                    <a:pt x="5925" y="1142"/>
                  </a:cubicBezTo>
                  <a:cubicBezTo>
                    <a:pt x="5905" y="1142"/>
                    <a:pt x="5875" y="1152"/>
                    <a:pt x="5846" y="1160"/>
                  </a:cubicBezTo>
                  <a:cubicBezTo>
                    <a:pt x="5802" y="1168"/>
                    <a:pt x="5770" y="1172"/>
                    <a:pt x="5751" y="1172"/>
                  </a:cubicBezTo>
                  <a:cubicBezTo>
                    <a:pt x="5710" y="1172"/>
                    <a:pt x="5724" y="1153"/>
                    <a:pt x="5790" y="1103"/>
                  </a:cubicBezTo>
                  <a:cubicBezTo>
                    <a:pt x="5858" y="1061"/>
                    <a:pt x="5824" y="1026"/>
                    <a:pt x="5766" y="1026"/>
                  </a:cubicBezTo>
                  <a:cubicBezTo>
                    <a:pt x="5734" y="1026"/>
                    <a:pt x="5694" y="1037"/>
                    <a:pt x="5660" y="1063"/>
                  </a:cubicBezTo>
                  <a:cubicBezTo>
                    <a:pt x="5601" y="1099"/>
                    <a:pt x="5575" y="1115"/>
                    <a:pt x="5571" y="1115"/>
                  </a:cubicBezTo>
                  <a:cubicBezTo>
                    <a:pt x="5567" y="1115"/>
                    <a:pt x="5577" y="1105"/>
                    <a:pt x="5595" y="1087"/>
                  </a:cubicBezTo>
                  <a:cubicBezTo>
                    <a:pt x="5636" y="1038"/>
                    <a:pt x="5619" y="1022"/>
                    <a:pt x="5619" y="1022"/>
                  </a:cubicBezTo>
                  <a:cubicBezTo>
                    <a:pt x="5603" y="1006"/>
                    <a:pt x="5579" y="990"/>
                    <a:pt x="5619" y="941"/>
                  </a:cubicBezTo>
                  <a:cubicBezTo>
                    <a:pt x="5619" y="941"/>
                    <a:pt x="5612" y="934"/>
                    <a:pt x="5583" y="934"/>
                  </a:cubicBezTo>
                  <a:cubicBezTo>
                    <a:pt x="5569" y="934"/>
                    <a:pt x="5549" y="936"/>
                    <a:pt x="5522" y="941"/>
                  </a:cubicBezTo>
                  <a:cubicBezTo>
                    <a:pt x="5498" y="953"/>
                    <a:pt x="5478" y="959"/>
                    <a:pt x="5462" y="959"/>
                  </a:cubicBezTo>
                  <a:cubicBezTo>
                    <a:pt x="5405" y="959"/>
                    <a:pt x="5403" y="884"/>
                    <a:pt x="5441" y="795"/>
                  </a:cubicBezTo>
                  <a:lnTo>
                    <a:pt x="5441" y="795"/>
                  </a:lnTo>
                  <a:lnTo>
                    <a:pt x="5368" y="811"/>
                  </a:lnTo>
                  <a:cubicBezTo>
                    <a:pt x="5313" y="857"/>
                    <a:pt x="5274" y="887"/>
                    <a:pt x="5261" y="887"/>
                  </a:cubicBezTo>
                  <a:cubicBezTo>
                    <a:pt x="5252" y="887"/>
                    <a:pt x="5259" y="870"/>
                    <a:pt x="5287" y="827"/>
                  </a:cubicBezTo>
                  <a:lnTo>
                    <a:pt x="5328" y="779"/>
                  </a:lnTo>
                  <a:lnTo>
                    <a:pt x="5328" y="779"/>
                  </a:lnTo>
                  <a:cubicBezTo>
                    <a:pt x="5304" y="800"/>
                    <a:pt x="5284" y="809"/>
                    <a:pt x="5267" y="809"/>
                  </a:cubicBezTo>
                  <a:cubicBezTo>
                    <a:pt x="5220" y="809"/>
                    <a:pt x="5204" y="735"/>
                    <a:pt x="5246" y="657"/>
                  </a:cubicBezTo>
                  <a:cubicBezTo>
                    <a:pt x="5279" y="609"/>
                    <a:pt x="5279" y="609"/>
                    <a:pt x="5263" y="592"/>
                  </a:cubicBezTo>
                  <a:lnTo>
                    <a:pt x="5263" y="592"/>
                  </a:lnTo>
                  <a:lnTo>
                    <a:pt x="5230" y="649"/>
                  </a:lnTo>
                  <a:cubicBezTo>
                    <a:pt x="5202" y="691"/>
                    <a:pt x="5174" y="733"/>
                    <a:pt x="5151" y="733"/>
                  </a:cubicBezTo>
                  <a:cubicBezTo>
                    <a:pt x="5148" y="733"/>
                    <a:pt x="5144" y="732"/>
                    <a:pt x="5141" y="730"/>
                  </a:cubicBezTo>
                  <a:cubicBezTo>
                    <a:pt x="5125" y="722"/>
                    <a:pt x="5101" y="706"/>
                    <a:pt x="5133" y="657"/>
                  </a:cubicBezTo>
                  <a:cubicBezTo>
                    <a:pt x="5139" y="608"/>
                    <a:pt x="5145" y="559"/>
                    <a:pt x="5134" y="559"/>
                  </a:cubicBezTo>
                  <a:cubicBezTo>
                    <a:pt x="5130" y="559"/>
                    <a:pt x="5125" y="564"/>
                    <a:pt x="5117" y="576"/>
                  </a:cubicBezTo>
                  <a:cubicBezTo>
                    <a:pt x="5117" y="576"/>
                    <a:pt x="5092" y="560"/>
                    <a:pt x="5101" y="495"/>
                  </a:cubicBezTo>
                  <a:lnTo>
                    <a:pt x="5011" y="446"/>
                  </a:lnTo>
                  <a:cubicBezTo>
                    <a:pt x="4991" y="461"/>
                    <a:pt x="4974" y="467"/>
                    <a:pt x="4960" y="467"/>
                  </a:cubicBezTo>
                  <a:cubicBezTo>
                    <a:pt x="4934" y="467"/>
                    <a:pt x="4923" y="446"/>
                    <a:pt x="4938" y="414"/>
                  </a:cubicBezTo>
                  <a:cubicBezTo>
                    <a:pt x="4927" y="408"/>
                    <a:pt x="4914" y="406"/>
                    <a:pt x="4902" y="406"/>
                  </a:cubicBezTo>
                  <a:cubicBezTo>
                    <a:pt x="4879" y="406"/>
                    <a:pt x="4857" y="414"/>
                    <a:pt x="4841" y="430"/>
                  </a:cubicBezTo>
                  <a:cubicBezTo>
                    <a:pt x="4792" y="406"/>
                    <a:pt x="4768" y="398"/>
                    <a:pt x="4792" y="341"/>
                  </a:cubicBezTo>
                  <a:cubicBezTo>
                    <a:pt x="4805" y="312"/>
                    <a:pt x="4811" y="297"/>
                    <a:pt x="4807" y="297"/>
                  </a:cubicBezTo>
                  <a:cubicBezTo>
                    <a:pt x="4804" y="297"/>
                    <a:pt x="4792" y="309"/>
                    <a:pt x="4768" y="333"/>
                  </a:cubicBezTo>
                  <a:cubicBezTo>
                    <a:pt x="4754" y="365"/>
                    <a:pt x="4740" y="374"/>
                    <a:pt x="4727" y="374"/>
                  </a:cubicBezTo>
                  <a:cubicBezTo>
                    <a:pt x="4716" y="374"/>
                    <a:pt x="4706" y="369"/>
                    <a:pt x="4695" y="365"/>
                  </a:cubicBezTo>
                  <a:lnTo>
                    <a:pt x="4647" y="349"/>
                  </a:lnTo>
                  <a:cubicBezTo>
                    <a:pt x="4635" y="390"/>
                    <a:pt x="4632" y="402"/>
                    <a:pt x="4621" y="402"/>
                  </a:cubicBezTo>
                  <a:cubicBezTo>
                    <a:pt x="4617" y="402"/>
                    <a:pt x="4613" y="400"/>
                    <a:pt x="4606" y="398"/>
                  </a:cubicBezTo>
                  <a:cubicBezTo>
                    <a:pt x="4582" y="382"/>
                    <a:pt x="4525" y="300"/>
                    <a:pt x="4501" y="292"/>
                  </a:cubicBezTo>
                  <a:cubicBezTo>
                    <a:pt x="4473" y="283"/>
                    <a:pt x="4456" y="277"/>
                    <a:pt x="4445" y="277"/>
                  </a:cubicBezTo>
                  <a:cubicBezTo>
                    <a:pt x="4429" y="277"/>
                    <a:pt x="4431" y="293"/>
                    <a:pt x="4436" y="333"/>
                  </a:cubicBezTo>
                  <a:cubicBezTo>
                    <a:pt x="4451" y="338"/>
                    <a:pt x="4450" y="362"/>
                    <a:pt x="4440" y="362"/>
                  </a:cubicBezTo>
                  <a:cubicBezTo>
                    <a:pt x="4434" y="362"/>
                    <a:pt x="4424" y="353"/>
                    <a:pt x="4411" y="325"/>
                  </a:cubicBezTo>
                  <a:cubicBezTo>
                    <a:pt x="4387" y="317"/>
                    <a:pt x="4322" y="244"/>
                    <a:pt x="4249" y="219"/>
                  </a:cubicBezTo>
                  <a:cubicBezTo>
                    <a:pt x="4208" y="210"/>
                    <a:pt x="4182" y="204"/>
                    <a:pt x="4167" y="204"/>
                  </a:cubicBezTo>
                  <a:cubicBezTo>
                    <a:pt x="4143" y="204"/>
                    <a:pt x="4141" y="217"/>
                    <a:pt x="4136" y="252"/>
                  </a:cubicBezTo>
                  <a:cubicBezTo>
                    <a:pt x="4136" y="313"/>
                    <a:pt x="4130" y="343"/>
                    <a:pt x="4124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2" y="174"/>
                    <a:pt x="4072" y="143"/>
                    <a:pt x="4058" y="143"/>
                  </a:cubicBezTo>
                  <a:cubicBezTo>
                    <a:pt x="4049" y="143"/>
                    <a:pt x="4042" y="156"/>
                    <a:pt x="4038" y="179"/>
                  </a:cubicBezTo>
                  <a:cubicBezTo>
                    <a:pt x="4015" y="220"/>
                    <a:pt x="4008" y="231"/>
                    <a:pt x="3997" y="231"/>
                  </a:cubicBezTo>
                  <a:cubicBezTo>
                    <a:pt x="3993" y="231"/>
                    <a:pt x="3988" y="230"/>
                    <a:pt x="3982" y="227"/>
                  </a:cubicBezTo>
                  <a:cubicBezTo>
                    <a:pt x="3986" y="197"/>
                    <a:pt x="3981" y="181"/>
                    <a:pt x="3966" y="181"/>
                  </a:cubicBezTo>
                  <a:cubicBezTo>
                    <a:pt x="3952" y="181"/>
                    <a:pt x="3931" y="193"/>
                    <a:pt x="3901" y="219"/>
                  </a:cubicBezTo>
                  <a:cubicBezTo>
                    <a:pt x="3876" y="211"/>
                    <a:pt x="3876" y="211"/>
                    <a:pt x="3884" y="154"/>
                  </a:cubicBezTo>
                  <a:cubicBezTo>
                    <a:pt x="3868" y="146"/>
                    <a:pt x="3852" y="146"/>
                    <a:pt x="3836" y="146"/>
                  </a:cubicBezTo>
                  <a:cubicBezTo>
                    <a:pt x="3810" y="191"/>
                    <a:pt x="3771" y="208"/>
                    <a:pt x="3733" y="208"/>
                  </a:cubicBezTo>
                  <a:cubicBezTo>
                    <a:pt x="3674" y="208"/>
                    <a:pt x="3615" y="169"/>
                    <a:pt x="3601" y="130"/>
                  </a:cubicBezTo>
                  <a:cubicBezTo>
                    <a:pt x="3601" y="130"/>
                    <a:pt x="3568" y="130"/>
                    <a:pt x="3544" y="187"/>
                  </a:cubicBezTo>
                  <a:cubicBezTo>
                    <a:pt x="3532" y="248"/>
                    <a:pt x="3522" y="278"/>
                    <a:pt x="3514" y="278"/>
                  </a:cubicBezTo>
                  <a:cubicBezTo>
                    <a:pt x="3507" y="278"/>
                    <a:pt x="3503" y="248"/>
                    <a:pt x="3503" y="187"/>
                  </a:cubicBezTo>
                  <a:cubicBezTo>
                    <a:pt x="3503" y="126"/>
                    <a:pt x="3503" y="96"/>
                    <a:pt x="3500" y="96"/>
                  </a:cubicBezTo>
                  <a:cubicBezTo>
                    <a:pt x="3497" y="96"/>
                    <a:pt x="3491" y="126"/>
                    <a:pt x="3479" y="187"/>
                  </a:cubicBezTo>
                  <a:cubicBezTo>
                    <a:pt x="3472" y="210"/>
                    <a:pt x="3451" y="224"/>
                    <a:pt x="3430" y="224"/>
                  </a:cubicBezTo>
                  <a:cubicBezTo>
                    <a:pt x="3399" y="224"/>
                    <a:pt x="3367" y="194"/>
                    <a:pt x="3382" y="122"/>
                  </a:cubicBezTo>
                  <a:lnTo>
                    <a:pt x="33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2"/>
            <p:cNvSpPr/>
            <p:nvPr/>
          </p:nvSpPr>
          <p:spPr>
            <a:xfrm>
              <a:off x="4754899" y="2529302"/>
              <a:ext cx="117973" cy="114698"/>
            </a:xfrm>
            <a:custGeom>
              <a:avLst/>
              <a:gdLst/>
              <a:ahLst/>
              <a:cxnLst/>
              <a:rect l="l" t="t" r="r" b="b"/>
              <a:pathLst>
                <a:path w="6844" h="6654" extrusionOk="0">
                  <a:moveTo>
                    <a:pt x="1565" y="236"/>
                  </a:moveTo>
                  <a:cubicBezTo>
                    <a:pt x="1581" y="293"/>
                    <a:pt x="1606" y="349"/>
                    <a:pt x="1573" y="349"/>
                  </a:cubicBezTo>
                  <a:lnTo>
                    <a:pt x="1541" y="358"/>
                  </a:lnTo>
                  <a:cubicBezTo>
                    <a:pt x="1533" y="317"/>
                    <a:pt x="1525" y="277"/>
                    <a:pt x="1533" y="236"/>
                  </a:cubicBezTo>
                  <a:close/>
                  <a:moveTo>
                    <a:pt x="2019" y="576"/>
                  </a:moveTo>
                  <a:cubicBezTo>
                    <a:pt x="2019" y="633"/>
                    <a:pt x="2027" y="690"/>
                    <a:pt x="2003" y="690"/>
                  </a:cubicBezTo>
                  <a:lnTo>
                    <a:pt x="1970" y="633"/>
                  </a:lnTo>
                  <a:lnTo>
                    <a:pt x="1995" y="576"/>
                  </a:lnTo>
                  <a:close/>
                  <a:moveTo>
                    <a:pt x="3422" y="601"/>
                  </a:moveTo>
                  <a:cubicBezTo>
                    <a:pt x="3462" y="609"/>
                    <a:pt x="3462" y="609"/>
                    <a:pt x="3462" y="666"/>
                  </a:cubicBezTo>
                  <a:cubicBezTo>
                    <a:pt x="3462" y="722"/>
                    <a:pt x="3422" y="722"/>
                    <a:pt x="3406" y="722"/>
                  </a:cubicBezTo>
                  <a:cubicBezTo>
                    <a:pt x="3381" y="666"/>
                    <a:pt x="3406" y="601"/>
                    <a:pt x="3422" y="601"/>
                  </a:cubicBezTo>
                  <a:close/>
                  <a:moveTo>
                    <a:pt x="5340" y="759"/>
                  </a:moveTo>
                  <a:cubicBezTo>
                    <a:pt x="5340" y="759"/>
                    <a:pt x="5332" y="769"/>
                    <a:pt x="5321" y="785"/>
                  </a:cubicBezTo>
                  <a:lnTo>
                    <a:pt x="5321" y="785"/>
                  </a:lnTo>
                  <a:cubicBezTo>
                    <a:pt x="5323" y="783"/>
                    <a:pt x="5325" y="781"/>
                    <a:pt x="5327" y="779"/>
                  </a:cubicBezTo>
                  <a:cubicBezTo>
                    <a:pt x="5337" y="765"/>
                    <a:pt x="5340" y="759"/>
                    <a:pt x="5340" y="759"/>
                  </a:cubicBezTo>
                  <a:close/>
                  <a:moveTo>
                    <a:pt x="4338" y="682"/>
                  </a:moveTo>
                  <a:lnTo>
                    <a:pt x="4354" y="690"/>
                  </a:lnTo>
                  <a:cubicBezTo>
                    <a:pt x="4339" y="743"/>
                    <a:pt x="4324" y="796"/>
                    <a:pt x="4302" y="796"/>
                  </a:cubicBezTo>
                  <a:cubicBezTo>
                    <a:pt x="4300" y="796"/>
                    <a:pt x="4299" y="796"/>
                    <a:pt x="4297" y="795"/>
                  </a:cubicBezTo>
                  <a:lnTo>
                    <a:pt x="4281" y="787"/>
                  </a:lnTo>
                  <a:cubicBezTo>
                    <a:pt x="4289" y="747"/>
                    <a:pt x="4314" y="714"/>
                    <a:pt x="4338" y="682"/>
                  </a:cubicBezTo>
                  <a:close/>
                  <a:moveTo>
                    <a:pt x="1289" y="761"/>
                  </a:moveTo>
                  <a:cubicBezTo>
                    <a:pt x="1299" y="761"/>
                    <a:pt x="1309" y="773"/>
                    <a:pt x="1330" y="804"/>
                  </a:cubicBezTo>
                  <a:cubicBezTo>
                    <a:pt x="1346" y="836"/>
                    <a:pt x="1362" y="876"/>
                    <a:pt x="1379" y="917"/>
                  </a:cubicBezTo>
                  <a:cubicBezTo>
                    <a:pt x="1378" y="917"/>
                    <a:pt x="1377" y="917"/>
                    <a:pt x="1376" y="917"/>
                  </a:cubicBezTo>
                  <a:cubicBezTo>
                    <a:pt x="1351" y="917"/>
                    <a:pt x="1304" y="818"/>
                    <a:pt x="1273" y="771"/>
                  </a:cubicBezTo>
                  <a:cubicBezTo>
                    <a:pt x="1279" y="765"/>
                    <a:pt x="1284" y="761"/>
                    <a:pt x="1289" y="761"/>
                  </a:cubicBezTo>
                  <a:close/>
                  <a:moveTo>
                    <a:pt x="925" y="1209"/>
                  </a:moveTo>
                  <a:cubicBezTo>
                    <a:pt x="981" y="1241"/>
                    <a:pt x="1030" y="1274"/>
                    <a:pt x="1022" y="1290"/>
                  </a:cubicBezTo>
                  <a:lnTo>
                    <a:pt x="957" y="1282"/>
                  </a:lnTo>
                  <a:lnTo>
                    <a:pt x="916" y="1233"/>
                  </a:lnTo>
                  <a:lnTo>
                    <a:pt x="925" y="1209"/>
                  </a:lnTo>
                  <a:close/>
                  <a:moveTo>
                    <a:pt x="6104" y="1599"/>
                  </a:moveTo>
                  <a:cubicBezTo>
                    <a:pt x="6117" y="1599"/>
                    <a:pt x="6122" y="1606"/>
                    <a:pt x="6122" y="1606"/>
                  </a:cubicBezTo>
                  <a:cubicBezTo>
                    <a:pt x="6138" y="1622"/>
                    <a:pt x="6138" y="1622"/>
                    <a:pt x="6089" y="1663"/>
                  </a:cubicBezTo>
                  <a:cubicBezTo>
                    <a:pt x="6089" y="1663"/>
                    <a:pt x="6059" y="1680"/>
                    <a:pt x="6040" y="1680"/>
                  </a:cubicBezTo>
                  <a:cubicBezTo>
                    <a:pt x="6032" y="1680"/>
                    <a:pt x="6027" y="1678"/>
                    <a:pt x="6024" y="1671"/>
                  </a:cubicBezTo>
                  <a:lnTo>
                    <a:pt x="6057" y="1622"/>
                  </a:lnTo>
                  <a:cubicBezTo>
                    <a:pt x="6079" y="1604"/>
                    <a:pt x="6094" y="1599"/>
                    <a:pt x="6104" y="1599"/>
                  </a:cubicBezTo>
                  <a:close/>
                  <a:moveTo>
                    <a:pt x="6332" y="1841"/>
                  </a:moveTo>
                  <a:lnTo>
                    <a:pt x="6341" y="1858"/>
                  </a:lnTo>
                  <a:cubicBezTo>
                    <a:pt x="6303" y="1883"/>
                    <a:pt x="6260" y="1903"/>
                    <a:pt x="6239" y="1903"/>
                  </a:cubicBezTo>
                  <a:cubicBezTo>
                    <a:pt x="6233" y="1903"/>
                    <a:pt x="6229" y="1902"/>
                    <a:pt x="6227" y="1898"/>
                  </a:cubicBezTo>
                  <a:lnTo>
                    <a:pt x="6268" y="1849"/>
                  </a:lnTo>
                  <a:lnTo>
                    <a:pt x="6332" y="1841"/>
                  </a:lnTo>
                  <a:close/>
                  <a:moveTo>
                    <a:pt x="6053" y="2180"/>
                  </a:moveTo>
                  <a:cubicBezTo>
                    <a:pt x="6092" y="2180"/>
                    <a:pt x="6098" y="2201"/>
                    <a:pt x="6049" y="2222"/>
                  </a:cubicBezTo>
                  <a:cubicBezTo>
                    <a:pt x="6017" y="2236"/>
                    <a:pt x="6003" y="2242"/>
                    <a:pt x="5996" y="2242"/>
                  </a:cubicBezTo>
                  <a:cubicBezTo>
                    <a:pt x="5989" y="2242"/>
                    <a:pt x="5987" y="2238"/>
                    <a:pt x="5984" y="2230"/>
                  </a:cubicBezTo>
                  <a:cubicBezTo>
                    <a:pt x="5968" y="2190"/>
                    <a:pt x="5968" y="2190"/>
                    <a:pt x="6032" y="2182"/>
                  </a:cubicBezTo>
                  <a:cubicBezTo>
                    <a:pt x="6040" y="2181"/>
                    <a:pt x="6047" y="2180"/>
                    <a:pt x="6053" y="2180"/>
                  </a:cubicBezTo>
                  <a:close/>
                  <a:moveTo>
                    <a:pt x="6089" y="2328"/>
                  </a:moveTo>
                  <a:lnTo>
                    <a:pt x="6097" y="2344"/>
                  </a:lnTo>
                  <a:cubicBezTo>
                    <a:pt x="6105" y="2368"/>
                    <a:pt x="6105" y="2368"/>
                    <a:pt x="6049" y="2393"/>
                  </a:cubicBezTo>
                  <a:lnTo>
                    <a:pt x="6041" y="2368"/>
                  </a:lnTo>
                  <a:lnTo>
                    <a:pt x="6089" y="2328"/>
                  </a:lnTo>
                  <a:close/>
                  <a:moveTo>
                    <a:pt x="6032" y="2530"/>
                  </a:moveTo>
                  <a:cubicBezTo>
                    <a:pt x="6035" y="2536"/>
                    <a:pt x="6043" y="2538"/>
                    <a:pt x="6050" y="2538"/>
                  </a:cubicBezTo>
                  <a:cubicBezTo>
                    <a:pt x="6065" y="2538"/>
                    <a:pt x="6076" y="2530"/>
                    <a:pt x="6032" y="2530"/>
                  </a:cubicBezTo>
                  <a:close/>
                  <a:moveTo>
                    <a:pt x="6162" y="2539"/>
                  </a:moveTo>
                  <a:lnTo>
                    <a:pt x="6170" y="2563"/>
                  </a:lnTo>
                  <a:cubicBezTo>
                    <a:pt x="6178" y="2579"/>
                    <a:pt x="6178" y="2579"/>
                    <a:pt x="6122" y="2595"/>
                  </a:cubicBezTo>
                  <a:lnTo>
                    <a:pt x="6113" y="2579"/>
                  </a:lnTo>
                  <a:lnTo>
                    <a:pt x="6162" y="2539"/>
                  </a:lnTo>
                  <a:close/>
                  <a:moveTo>
                    <a:pt x="673" y="2628"/>
                  </a:moveTo>
                  <a:cubicBezTo>
                    <a:pt x="730" y="2628"/>
                    <a:pt x="795" y="2628"/>
                    <a:pt x="787" y="2652"/>
                  </a:cubicBezTo>
                  <a:lnTo>
                    <a:pt x="730" y="2668"/>
                  </a:lnTo>
                  <a:lnTo>
                    <a:pt x="673" y="2652"/>
                  </a:lnTo>
                  <a:lnTo>
                    <a:pt x="673" y="2628"/>
                  </a:lnTo>
                  <a:close/>
                  <a:moveTo>
                    <a:pt x="6332" y="2733"/>
                  </a:moveTo>
                  <a:lnTo>
                    <a:pt x="6341" y="2749"/>
                  </a:lnTo>
                  <a:cubicBezTo>
                    <a:pt x="6349" y="2774"/>
                    <a:pt x="6284" y="2790"/>
                    <a:pt x="6284" y="2790"/>
                  </a:cubicBezTo>
                  <a:cubicBezTo>
                    <a:pt x="6284" y="2790"/>
                    <a:pt x="6270" y="2792"/>
                    <a:pt x="6255" y="2792"/>
                  </a:cubicBezTo>
                  <a:cubicBezTo>
                    <a:pt x="6241" y="2792"/>
                    <a:pt x="6227" y="2790"/>
                    <a:pt x="6227" y="2782"/>
                  </a:cubicBezTo>
                  <a:cubicBezTo>
                    <a:pt x="6259" y="2757"/>
                    <a:pt x="6300" y="2741"/>
                    <a:pt x="6332" y="2733"/>
                  </a:cubicBezTo>
                  <a:close/>
                  <a:moveTo>
                    <a:pt x="730" y="2774"/>
                  </a:moveTo>
                  <a:cubicBezTo>
                    <a:pt x="787" y="2774"/>
                    <a:pt x="787" y="2774"/>
                    <a:pt x="787" y="2790"/>
                  </a:cubicBezTo>
                  <a:cubicBezTo>
                    <a:pt x="746" y="2806"/>
                    <a:pt x="706" y="2806"/>
                    <a:pt x="665" y="2814"/>
                  </a:cubicBezTo>
                  <a:lnTo>
                    <a:pt x="665" y="2806"/>
                  </a:lnTo>
                  <a:cubicBezTo>
                    <a:pt x="608" y="2806"/>
                    <a:pt x="608" y="2790"/>
                    <a:pt x="730" y="2774"/>
                  </a:cubicBezTo>
                  <a:close/>
                  <a:moveTo>
                    <a:pt x="843" y="3106"/>
                  </a:moveTo>
                  <a:cubicBezTo>
                    <a:pt x="900" y="3114"/>
                    <a:pt x="843" y="3130"/>
                    <a:pt x="843" y="3155"/>
                  </a:cubicBezTo>
                  <a:lnTo>
                    <a:pt x="843" y="3147"/>
                  </a:lnTo>
                  <a:cubicBezTo>
                    <a:pt x="815" y="3157"/>
                    <a:pt x="799" y="3163"/>
                    <a:pt x="790" y="3163"/>
                  </a:cubicBezTo>
                  <a:cubicBezTo>
                    <a:pt x="779" y="3163"/>
                    <a:pt x="779" y="3153"/>
                    <a:pt x="779" y="3130"/>
                  </a:cubicBezTo>
                  <a:cubicBezTo>
                    <a:pt x="779" y="3106"/>
                    <a:pt x="843" y="3106"/>
                    <a:pt x="843" y="3106"/>
                  </a:cubicBezTo>
                  <a:close/>
                  <a:moveTo>
                    <a:pt x="2035" y="3236"/>
                  </a:moveTo>
                  <a:cubicBezTo>
                    <a:pt x="1970" y="3236"/>
                    <a:pt x="1970" y="3236"/>
                    <a:pt x="1970" y="3252"/>
                  </a:cubicBezTo>
                  <a:cubicBezTo>
                    <a:pt x="2011" y="3268"/>
                    <a:pt x="2052" y="3276"/>
                    <a:pt x="2092" y="3276"/>
                  </a:cubicBezTo>
                  <a:cubicBezTo>
                    <a:pt x="2149" y="3276"/>
                    <a:pt x="2157" y="3252"/>
                    <a:pt x="2035" y="3236"/>
                  </a:cubicBezTo>
                  <a:close/>
                  <a:moveTo>
                    <a:pt x="57" y="3252"/>
                  </a:moveTo>
                  <a:cubicBezTo>
                    <a:pt x="0" y="3252"/>
                    <a:pt x="0" y="3252"/>
                    <a:pt x="0" y="3268"/>
                  </a:cubicBezTo>
                  <a:cubicBezTo>
                    <a:pt x="0" y="3293"/>
                    <a:pt x="0" y="3303"/>
                    <a:pt x="13" y="3303"/>
                  </a:cubicBezTo>
                  <a:cubicBezTo>
                    <a:pt x="22" y="3303"/>
                    <a:pt x="35" y="3299"/>
                    <a:pt x="57" y="3293"/>
                  </a:cubicBezTo>
                  <a:cubicBezTo>
                    <a:pt x="57" y="3268"/>
                    <a:pt x="57" y="3252"/>
                    <a:pt x="57" y="3252"/>
                  </a:cubicBezTo>
                  <a:close/>
                  <a:moveTo>
                    <a:pt x="835" y="3471"/>
                  </a:moveTo>
                  <a:cubicBezTo>
                    <a:pt x="835" y="3471"/>
                    <a:pt x="892" y="3471"/>
                    <a:pt x="892" y="3487"/>
                  </a:cubicBezTo>
                  <a:cubicBezTo>
                    <a:pt x="892" y="3510"/>
                    <a:pt x="832" y="3526"/>
                    <a:pt x="828" y="3528"/>
                  </a:cubicBezTo>
                  <a:lnTo>
                    <a:pt x="828" y="3528"/>
                  </a:lnTo>
                  <a:cubicBezTo>
                    <a:pt x="770" y="3526"/>
                    <a:pt x="770" y="3511"/>
                    <a:pt x="770" y="3511"/>
                  </a:cubicBezTo>
                  <a:cubicBezTo>
                    <a:pt x="770" y="3487"/>
                    <a:pt x="770" y="3471"/>
                    <a:pt x="835" y="3471"/>
                  </a:cubicBezTo>
                  <a:close/>
                  <a:moveTo>
                    <a:pt x="470" y="3609"/>
                  </a:moveTo>
                  <a:cubicBezTo>
                    <a:pt x="470" y="3609"/>
                    <a:pt x="414" y="3609"/>
                    <a:pt x="414" y="3633"/>
                  </a:cubicBezTo>
                  <a:lnTo>
                    <a:pt x="414" y="3649"/>
                  </a:lnTo>
                  <a:cubicBezTo>
                    <a:pt x="454" y="3649"/>
                    <a:pt x="495" y="3641"/>
                    <a:pt x="527" y="3633"/>
                  </a:cubicBezTo>
                  <a:cubicBezTo>
                    <a:pt x="527" y="3609"/>
                    <a:pt x="470" y="3609"/>
                    <a:pt x="470" y="3609"/>
                  </a:cubicBezTo>
                  <a:close/>
                  <a:moveTo>
                    <a:pt x="6244" y="3640"/>
                  </a:moveTo>
                  <a:cubicBezTo>
                    <a:pt x="6248" y="3640"/>
                    <a:pt x="6253" y="3640"/>
                    <a:pt x="6259" y="3641"/>
                  </a:cubicBezTo>
                  <a:lnTo>
                    <a:pt x="6324" y="3649"/>
                  </a:lnTo>
                  <a:cubicBezTo>
                    <a:pt x="6375" y="3671"/>
                    <a:pt x="6419" y="3699"/>
                    <a:pt x="6388" y="3699"/>
                  </a:cubicBezTo>
                  <a:cubicBezTo>
                    <a:pt x="6384" y="3699"/>
                    <a:pt x="6379" y="3699"/>
                    <a:pt x="6373" y="3698"/>
                  </a:cubicBezTo>
                  <a:cubicBezTo>
                    <a:pt x="6332" y="3690"/>
                    <a:pt x="6292" y="3682"/>
                    <a:pt x="6259" y="3666"/>
                  </a:cubicBezTo>
                  <a:cubicBezTo>
                    <a:pt x="6259" y="3666"/>
                    <a:pt x="6215" y="3640"/>
                    <a:pt x="6244" y="3640"/>
                  </a:cubicBezTo>
                  <a:close/>
                  <a:moveTo>
                    <a:pt x="649" y="3828"/>
                  </a:moveTo>
                  <a:lnTo>
                    <a:pt x="649" y="3852"/>
                  </a:lnTo>
                  <a:lnTo>
                    <a:pt x="584" y="3868"/>
                  </a:lnTo>
                  <a:lnTo>
                    <a:pt x="584" y="3852"/>
                  </a:lnTo>
                  <a:cubicBezTo>
                    <a:pt x="584" y="3828"/>
                    <a:pt x="584" y="3828"/>
                    <a:pt x="649" y="3828"/>
                  </a:cubicBezTo>
                  <a:close/>
                  <a:moveTo>
                    <a:pt x="616" y="4000"/>
                  </a:moveTo>
                  <a:cubicBezTo>
                    <a:pt x="638" y="4000"/>
                    <a:pt x="666" y="4002"/>
                    <a:pt x="698" y="4006"/>
                  </a:cubicBezTo>
                  <a:cubicBezTo>
                    <a:pt x="698" y="4030"/>
                    <a:pt x="698" y="4030"/>
                    <a:pt x="698" y="4047"/>
                  </a:cubicBezTo>
                  <a:cubicBezTo>
                    <a:pt x="641" y="4047"/>
                    <a:pt x="584" y="4047"/>
                    <a:pt x="584" y="4030"/>
                  </a:cubicBezTo>
                  <a:cubicBezTo>
                    <a:pt x="537" y="4013"/>
                    <a:pt x="558" y="4000"/>
                    <a:pt x="616" y="4000"/>
                  </a:cubicBezTo>
                  <a:close/>
                  <a:moveTo>
                    <a:pt x="997" y="4168"/>
                  </a:moveTo>
                  <a:cubicBezTo>
                    <a:pt x="997" y="4193"/>
                    <a:pt x="1054" y="4209"/>
                    <a:pt x="997" y="4209"/>
                  </a:cubicBezTo>
                  <a:cubicBezTo>
                    <a:pt x="997" y="4214"/>
                    <a:pt x="994" y="4216"/>
                    <a:pt x="990" y="4216"/>
                  </a:cubicBezTo>
                  <a:cubicBezTo>
                    <a:pt x="973" y="4216"/>
                    <a:pt x="934" y="4187"/>
                    <a:pt x="941" y="4168"/>
                  </a:cubicBezTo>
                  <a:close/>
                  <a:moveTo>
                    <a:pt x="6251" y="4429"/>
                  </a:moveTo>
                  <a:cubicBezTo>
                    <a:pt x="6285" y="4429"/>
                    <a:pt x="6365" y="4466"/>
                    <a:pt x="6397" y="4525"/>
                  </a:cubicBezTo>
                  <a:cubicBezTo>
                    <a:pt x="6393" y="4537"/>
                    <a:pt x="6391" y="4543"/>
                    <a:pt x="6383" y="4543"/>
                  </a:cubicBezTo>
                  <a:cubicBezTo>
                    <a:pt x="6375" y="4543"/>
                    <a:pt x="6361" y="4537"/>
                    <a:pt x="6332" y="4525"/>
                  </a:cubicBezTo>
                  <a:cubicBezTo>
                    <a:pt x="6276" y="4501"/>
                    <a:pt x="6227" y="4460"/>
                    <a:pt x="6235" y="4436"/>
                  </a:cubicBezTo>
                  <a:cubicBezTo>
                    <a:pt x="6237" y="4431"/>
                    <a:pt x="6242" y="4429"/>
                    <a:pt x="6251" y="4429"/>
                  </a:cubicBezTo>
                  <a:close/>
                  <a:moveTo>
                    <a:pt x="746" y="4565"/>
                  </a:moveTo>
                  <a:cubicBezTo>
                    <a:pt x="811" y="4565"/>
                    <a:pt x="868" y="4565"/>
                    <a:pt x="868" y="4590"/>
                  </a:cubicBezTo>
                  <a:lnTo>
                    <a:pt x="868" y="4606"/>
                  </a:lnTo>
                  <a:cubicBezTo>
                    <a:pt x="827" y="4606"/>
                    <a:pt x="787" y="4598"/>
                    <a:pt x="746" y="4590"/>
                  </a:cubicBezTo>
                  <a:lnTo>
                    <a:pt x="746" y="4565"/>
                  </a:lnTo>
                  <a:close/>
                  <a:moveTo>
                    <a:pt x="477" y="4718"/>
                  </a:moveTo>
                  <a:cubicBezTo>
                    <a:pt x="492" y="4718"/>
                    <a:pt x="521" y="4721"/>
                    <a:pt x="568" y="4728"/>
                  </a:cubicBezTo>
                  <a:lnTo>
                    <a:pt x="681" y="4768"/>
                  </a:lnTo>
                  <a:cubicBezTo>
                    <a:pt x="681" y="4776"/>
                    <a:pt x="676" y="4778"/>
                    <a:pt x="665" y="4778"/>
                  </a:cubicBezTo>
                  <a:cubicBezTo>
                    <a:pt x="641" y="4778"/>
                    <a:pt x="588" y="4763"/>
                    <a:pt x="503" y="4752"/>
                  </a:cubicBezTo>
                  <a:cubicBezTo>
                    <a:pt x="468" y="4727"/>
                    <a:pt x="455" y="4718"/>
                    <a:pt x="477" y="4718"/>
                  </a:cubicBezTo>
                  <a:close/>
                  <a:moveTo>
                    <a:pt x="866" y="5254"/>
                  </a:moveTo>
                  <a:cubicBezTo>
                    <a:pt x="888" y="5254"/>
                    <a:pt x="910" y="5257"/>
                    <a:pt x="933" y="5263"/>
                  </a:cubicBezTo>
                  <a:lnTo>
                    <a:pt x="941" y="5311"/>
                  </a:lnTo>
                  <a:lnTo>
                    <a:pt x="819" y="5311"/>
                  </a:lnTo>
                  <a:cubicBezTo>
                    <a:pt x="763" y="5317"/>
                    <a:pt x="724" y="5319"/>
                    <a:pt x="701" y="5319"/>
                  </a:cubicBezTo>
                  <a:cubicBezTo>
                    <a:pt x="652" y="5319"/>
                    <a:pt x="677" y="5307"/>
                    <a:pt x="754" y="5279"/>
                  </a:cubicBezTo>
                  <a:cubicBezTo>
                    <a:pt x="791" y="5263"/>
                    <a:pt x="828" y="5254"/>
                    <a:pt x="866" y="5254"/>
                  </a:cubicBezTo>
                  <a:close/>
                  <a:moveTo>
                    <a:pt x="3203" y="5279"/>
                  </a:moveTo>
                  <a:cubicBezTo>
                    <a:pt x="3187" y="5279"/>
                    <a:pt x="3187" y="5336"/>
                    <a:pt x="3187" y="5401"/>
                  </a:cubicBezTo>
                  <a:lnTo>
                    <a:pt x="3203" y="5401"/>
                  </a:lnTo>
                  <a:cubicBezTo>
                    <a:pt x="3219" y="5360"/>
                    <a:pt x="3227" y="5320"/>
                    <a:pt x="3227" y="5279"/>
                  </a:cubicBezTo>
                  <a:close/>
                  <a:moveTo>
                    <a:pt x="730" y="5457"/>
                  </a:moveTo>
                  <a:lnTo>
                    <a:pt x="689" y="5514"/>
                  </a:lnTo>
                  <a:cubicBezTo>
                    <a:pt x="673" y="5521"/>
                    <a:pt x="661" y="5524"/>
                    <a:pt x="652" y="5524"/>
                  </a:cubicBezTo>
                  <a:cubicBezTo>
                    <a:pt x="628" y="5524"/>
                    <a:pt x="622" y="5505"/>
                    <a:pt x="616" y="5482"/>
                  </a:cubicBezTo>
                  <a:lnTo>
                    <a:pt x="673" y="5457"/>
                  </a:lnTo>
                  <a:close/>
                  <a:moveTo>
                    <a:pt x="1646" y="5822"/>
                  </a:moveTo>
                  <a:cubicBezTo>
                    <a:pt x="1630" y="5822"/>
                    <a:pt x="1581" y="5871"/>
                    <a:pt x="1581" y="5871"/>
                  </a:cubicBezTo>
                  <a:cubicBezTo>
                    <a:pt x="1557" y="5919"/>
                    <a:pt x="1573" y="5928"/>
                    <a:pt x="1597" y="5936"/>
                  </a:cubicBezTo>
                  <a:cubicBezTo>
                    <a:pt x="1603" y="5957"/>
                    <a:pt x="1611" y="5965"/>
                    <a:pt x="1621" y="5965"/>
                  </a:cubicBezTo>
                  <a:cubicBezTo>
                    <a:pt x="1642" y="5965"/>
                    <a:pt x="1670" y="5928"/>
                    <a:pt x="1687" y="5895"/>
                  </a:cubicBezTo>
                  <a:lnTo>
                    <a:pt x="1687" y="5887"/>
                  </a:lnTo>
                  <a:cubicBezTo>
                    <a:pt x="1703" y="5838"/>
                    <a:pt x="1687" y="5830"/>
                    <a:pt x="1646" y="5822"/>
                  </a:cubicBezTo>
                  <a:close/>
                  <a:moveTo>
                    <a:pt x="1792" y="5960"/>
                  </a:moveTo>
                  <a:cubicBezTo>
                    <a:pt x="1776" y="6025"/>
                    <a:pt x="1711" y="6074"/>
                    <a:pt x="1687" y="6074"/>
                  </a:cubicBezTo>
                  <a:cubicBezTo>
                    <a:pt x="1662" y="6065"/>
                    <a:pt x="1687" y="6009"/>
                    <a:pt x="1752" y="5960"/>
                  </a:cubicBezTo>
                  <a:close/>
                  <a:moveTo>
                    <a:pt x="2903" y="6049"/>
                  </a:moveTo>
                  <a:cubicBezTo>
                    <a:pt x="2919" y="6049"/>
                    <a:pt x="2943" y="6106"/>
                    <a:pt x="2943" y="6171"/>
                  </a:cubicBezTo>
                  <a:cubicBezTo>
                    <a:pt x="2956" y="6267"/>
                    <a:pt x="2959" y="6287"/>
                    <a:pt x="2939" y="6287"/>
                  </a:cubicBezTo>
                  <a:cubicBezTo>
                    <a:pt x="2934" y="6287"/>
                    <a:pt x="2927" y="6286"/>
                    <a:pt x="2919" y="6284"/>
                  </a:cubicBezTo>
                  <a:cubicBezTo>
                    <a:pt x="2903" y="6284"/>
                    <a:pt x="2887" y="6284"/>
                    <a:pt x="2887" y="6228"/>
                  </a:cubicBezTo>
                  <a:lnTo>
                    <a:pt x="2903" y="6228"/>
                  </a:lnTo>
                  <a:cubicBezTo>
                    <a:pt x="2903" y="6244"/>
                    <a:pt x="2905" y="6251"/>
                    <a:pt x="2907" y="6251"/>
                  </a:cubicBezTo>
                  <a:cubicBezTo>
                    <a:pt x="2913" y="6251"/>
                    <a:pt x="2920" y="6211"/>
                    <a:pt x="2903" y="6171"/>
                  </a:cubicBezTo>
                  <a:lnTo>
                    <a:pt x="2903" y="6049"/>
                  </a:lnTo>
                  <a:close/>
                  <a:moveTo>
                    <a:pt x="3162" y="6171"/>
                  </a:moveTo>
                  <a:lnTo>
                    <a:pt x="3187" y="6236"/>
                  </a:lnTo>
                  <a:cubicBezTo>
                    <a:pt x="3187" y="6292"/>
                    <a:pt x="3162" y="6292"/>
                    <a:pt x="3146" y="6292"/>
                  </a:cubicBezTo>
                  <a:cubicBezTo>
                    <a:pt x="3122" y="6292"/>
                    <a:pt x="3122" y="6292"/>
                    <a:pt x="3122" y="6236"/>
                  </a:cubicBezTo>
                  <a:cubicBezTo>
                    <a:pt x="3122" y="6236"/>
                    <a:pt x="3146" y="6171"/>
                    <a:pt x="3162" y="6171"/>
                  </a:cubicBezTo>
                  <a:close/>
                  <a:moveTo>
                    <a:pt x="3713" y="6248"/>
                  </a:moveTo>
                  <a:cubicBezTo>
                    <a:pt x="3716" y="6248"/>
                    <a:pt x="3718" y="6276"/>
                    <a:pt x="3722" y="6333"/>
                  </a:cubicBezTo>
                  <a:cubicBezTo>
                    <a:pt x="3730" y="6398"/>
                    <a:pt x="3730" y="6455"/>
                    <a:pt x="3705" y="6455"/>
                  </a:cubicBezTo>
                  <a:cubicBezTo>
                    <a:pt x="3694" y="6490"/>
                    <a:pt x="3685" y="6505"/>
                    <a:pt x="3679" y="6505"/>
                  </a:cubicBezTo>
                  <a:cubicBezTo>
                    <a:pt x="3664" y="6505"/>
                    <a:pt x="3669" y="6419"/>
                    <a:pt x="3697" y="6333"/>
                  </a:cubicBezTo>
                  <a:cubicBezTo>
                    <a:pt x="3705" y="6276"/>
                    <a:pt x="3710" y="6248"/>
                    <a:pt x="3713" y="6248"/>
                  </a:cubicBezTo>
                  <a:close/>
                  <a:moveTo>
                    <a:pt x="2838" y="6528"/>
                  </a:moveTo>
                  <a:cubicBezTo>
                    <a:pt x="2838" y="6584"/>
                    <a:pt x="2838" y="6584"/>
                    <a:pt x="2862" y="6584"/>
                  </a:cubicBezTo>
                  <a:lnTo>
                    <a:pt x="2878" y="6584"/>
                  </a:lnTo>
                  <a:lnTo>
                    <a:pt x="2862" y="6528"/>
                  </a:lnTo>
                  <a:close/>
                  <a:moveTo>
                    <a:pt x="3381" y="1"/>
                  </a:moveTo>
                  <a:cubicBezTo>
                    <a:pt x="3365" y="58"/>
                    <a:pt x="3341" y="58"/>
                    <a:pt x="3341" y="58"/>
                  </a:cubicBezTo>
                  <a:cubicBezTo>
                    <a:pt x="3341" y="106"/>
                    <a:pt x="3332" y="118"/>
                    <a:pt x="3301" y="118"/>
                  </a:cubicBezTo>
                  <a:cubicBezTo>
                    <a:pt x="3290" y="118"/>
                    <a:pt x="3277" y="116"/>
                    <a:pt x="3260" y="114"/>
                  </a:cubicBezTo>
                  <a:cubicBezTo>
                    <a:pt x="3221" y="114"/>
                    <a:pt x="3147" y="172"/>
                    <a:pt x="3105" y="172"/>
                  </a:cubicBezTo>
                  <a:cubicBezTo>
                    <a:pt x="3102" y="172"/>
                    <a:pt x="3100" y="172"/>
                    <a:pt x="3097" y="171"/>
                  </a:cubicBezTo>
                  <a:cubicBezTo>
                    <a:pt x="3057" y="171"/>
                    <a:pt x="3000" y="171"/>
                    <a:pt x="2984" y="114"/>
                  </a:cubicBezTo>
                  <a:cubicBezTo>
                    <a:pt x="2960" y="114"/>
                    <a:pt x="2943" y="114"/>
                    <a:pt x="2903" y="171"/>
                  </a:cubicBezTo>
                  <a:cubicBezTo>
                    <a:pt x="2891" y="199"/>
                    <a:pt x="2874" y="214"/>
                    <a:pt x="2861" y="214"/>
                  </a:cubicBezTo>
                  <a:cubicBezTo>
                    <a:pt x="2848" y="214"/>
                    <a:pt x="2838" y="199"/>
                    <a:pt x="2838" y="171"/>
                  </a:cubicBezTo>
                  <a:lnTo>
                    <a:pt x="2822" y="171"/>
                  </a:lnTo>
                  <a:cubicBezTo>
                    <a:pt x="2781" y="228"/>
                    <a:pt x="2757" y="228"/>
                    <a:pt x="2757" y="228"/>
                  </a:cubicBezTo>
                  <a:cubicBezTo>
                    <a:pt x="2757" y="187"/>
                    <a:pt x="2748" y="141"/>
                    <a:pt x="2737" y="141"/>
                  </a:cubicBezTo>
                  <a:cubicBezTo>
                    <a:pt x="2733" y="141"/>
                    <a:pt x="2729" y="148"/>
                    <a:pt x="2724" y="163"/>
                  </a:cubicBezTo>
                  <a:cubicBezTo>
                    <a:pt x="2724" y="228"/>
                    <a:pt x="2700" y="228"/>
                    <a:pt x="2660" y="228"/>
                  </a:cubicBezTo>
                  <a:cubicBezTo>
                    <a:pt x="2643" y="195"/>
                    <a:pt x="2465" y="179"/>
                    <a:pt x="2295" y="171"/>
                  </a:cubicBezTo>
                  <a:cubicBezTo>
                    <a:pt x="2173" y="171"/>
                    <a:pt x="1833" y="179"/>
                    <a:pt x="1849" y="212"/>
                  </a:cubicBezTo>
                  <a:lnTo>
                    <a:pt x="1752" y="212"/>
                  </a:lnTo>
                  <a:cubicBezTo>
                    <a:pt x="1719" y="212"/>
                    <a:pt x="1654" y="220"/>
                    <a:pt x="1654" y="220"/>
                  </a:cubicBezTo>
                  <a:cubicBezTo>
                    <a:pt x="1642" y="175"/>
                    <a:pt x="1614" y="158"/>
                    <a:pt x="1580" y="158"/>
                  </a:cubicBezTo>
                  <a:cubicBezTo>
                    <a:pt x="1521" y="158"/>
                    <a:pt x="1444" y="209"/>
                    <a:pt x="1403" y="260"/>
                  </a:cubicBezTo>
                  <a:cubicBezTo>
                    <a:pt x="1403" y="301"/>
                    <a:pt x="1379" y="333"/>
                    <a:pt x="1338" y="341"/>
                  </a:cubicBezTo>
                  <a:cubicBezTo>
                    <a:pt x="1316" y="294"/>
                    <a:pt x="1285" y="275"/>
                    <a:pt x="1254" y="275"/>
                  </a:cubicBezTo>
                  <a:cubicBezTo>
                    <a:pt x="1217" y="275"/>
                    <a:pt x="1181" y="305"/>
                    <a:pt x="1168" y="349"/>
                  </a:cubicBezTo>
                  <a:cubicBezTo>
                    <a:pt x="1181" y="411"/>
                    <a:pt x="1182" y="444"/>
                    <a:pt x="1170" y="444"/>
                  </a:cubicBezTo>
                  <a:cubicBezTo>
                    <a:pt x="1160" y="444"/>
                    <a:pt x="1140" y="422"/>
                    <a:pt x="1111" y="374"/>
                  </a:cubicBezTo>
                  <a:cubicBezTo>
                    <a:pt x="1087" y="338"/>
                    <a:pt x="1063" y="320"/>
                    <a:pt x="1045" y="320"/>
                  </a:cubicBezTo>
                  <a:cubicBezTo>
                    <a:pt x="1014" y="320"/>
                    <a:pt x="999" y="374"/>
                    <a:pt x="1030" y="487"/>
                  </a:cubicBezTo>
                  <a:cubicBezTo>
                    <a:pt x="1039" y="525"/>
                    <a:pt x="1043" y="541"/>
                    <a:pt x="1032" y="541"/>
                  </a:cubicBezTo>
                  <a:cubicBezTo>
                    <a:pt x="1024" y="541"/>
                    <a:pt x="1008" y="533"/>
                    <a:pt x="981" y="520"/>
                  </a:cubicBezTo>
                  <a:cubicBezTo>
                    <a:pt x="936" y="486"/>
                    <a:pt x="905" y="473"/>
                    <a:pt x="888" y="473"/>
                  </a:cubicBezTo>
                  <a:cubicBezTo>
                    <a:pt x="870" y="473"/>
                    <a:pt x="870" y="490"/>
                    <a:pt x="892" y="512"/>
                  </a:cubicBezTo>
                  <a:cubicBezTo>
                    <a:pt x="922" y="581"/>
                    <a:pt x="927" y="614"/>
                    <a:pt x="903" y="614"/>
                  </a:cubicBezTo>
                  <a:cubicBezTo>
                    <a:pt x="887" y="614"/>
                    <a:pt x="860" y="601"/>
                    <a:pt x="819" y="576"/>
                  </a:cubicBezTo>
                  <a:cubicBezTo>
                    <a:pt x="770" y="558"/>
                    <a:pt x="740" y="548"/>
                    <a:pt x="724" y="548"/>
                  </a:cubicBezTo>
                  <a:cubicBezTo>
                    <a:pt x="697" y="548"/>
                    <a:pt x="711" y="576"/>
                    <a:pt x="746" y="641"/>
                  </a:cubicBezTo>
                  <a:cubicBezTo>
                    <a:pt x="799" y="726"/>
                    <a:pt x="761" y="801"/>
                    <a:pt x="685" y="801"/>
                  </a:cubicBezTo>
                  <a:cubicBezTo>
                    <a:pt x="667" y="801"/>
                    <a:pt x="646" y="797"/>
                    <a:pt x="625" y="787"/>
                  </a:cubicBezTo>
                  <a:cubicBezTo>
                    <a:pt x="608" y="812"/>
                    <a:pt x="535" y="804"/>
                    <a:pt x="584" y="836"/>
                  </a:cubicBezTo>
                  <a:lnTo>
                    <a:pt x="519" y="828"/>
                  </a:lnTo>
                  <a:cubicBezTo>
                    <a:pt x="511" y="844"/>
                    <a:pt x="495" y="868"/>
                    <a:pt x="487" y="885"/>
                  </a:cubicBezTo>
                  <a:lnTo>
                    <a:pt x="535" y="917"/>
                  </a:lnTo>
                  <a:cubicBezTo>
                    <a:pt x="430" y="1031"/>
                    <a:pt x="349" y="1160"/>
                    <a:pt x="308" y="1314"/>
                  </a:cubicBezTo>
                  <a:cubicBezTo>
                    <a:pt x="252" y="1624"/>
                    <a:pt x="269" y="1726"/>
                    <a:pt x="306" y="1726"/>
                  </a:cubicBezTo>
                  <a:cubicBezTo>
                    <a:pt x="312" y="1726"/>
                    <a:pt x="318" y="1724"/>
                    <a:pt x="325" y="1720"/>
                  </a:cubicBezTo>
                  <a:cubicBezTo>
                    <a:pt x="333" y="1719"/>
                    <a:pt x="340" y="1719"/>
                    <a:pt x="347" y="1719"/>
                  </a:cubicBezTo>
                  <a:cubicBezTo>
                    <a:pt x="446" y="1719"/>
                    <a:pt x="438" y="1770"/>
                    <a:pt x="325" y="1793"/>
                  </a:cubicBezTo>
                  <a:cubicBezTo>
                    <a:pt x="325" y="1825"/>
                    <a:pt x="260" y="1890"/>
                    <a:pt x="260" y="1955"/>
                  </a:cubicBezTo>
                  <a:cubicBezTo>
                    <a:pt x="260" y="2012"/>
                    <a:pt x="260" y="2044"/>
                    <a:pt x="203" y="2044"/>
                  </a:cubicBezTo>
                  <a:lnTo>
                    <a:pt x="203" y="2068"/>
                  </a:lnTo>
                  <a:cubicBezTo>
                    <a:pt x="300" y="2093"/>
                    <a:pt x="333" y="2214"/>
                    <a:pt x="252" y="2287"/>
                  </a:cubicBezTo>
                  <a:cubicBezTo>
                    <a:pt x="252" y="2328"/>
                    <a:pt x="252" y="2344"/>
                    <a:pt x="316" y="2385"/>
                  </a:cubicBezTo>
                  <a:cubicBezTo>
                    <a:pt x="373" y="2425"/>
                    <a:pt x="373" y="2425"/>
                    <a:pt x="308" y="2449"/>
                  </a:cubicBezTo>
                  <a:cubicBezTo>
                    <a:pt x="252" y="2449"/>
                    <a:pt x="187" y="2563"/>
                    <a:pt x="308" y="2563"/>
                  </a:cubicBezTo>
                  <a:lnTo>
                    <a:pt x="252" y="2587"/>
                  </a:lnTo>
                  <a:cubicBezTo>
                    <a:pt x="187" y="2603"/>
                    <a:pt x="252" y="2628"/>
                    <a:pt x="308" y="2628"/>
                  </a:cubicBezTo>
                  <a:cubicBezTo>
                    <a:pt x="430" y="2628"/>
                    <a:pt x="430" y="2644"/>
                    <a:pt x="243" y="2668"/>
                  </a:cubicBezTo>
                  <a:cubicBezTo>
                    <a:pt x="130" y="2668"/>
                    <a:pt x="130" y="2685"/>
                    <a:pt x="187" y="2685"/>
                  </a:cubicBezTo>
                  <a:cubicBezTo>
                    <a:pt x="243" y="2709"/>
                    <a:pt x="308" y="2725"/>
                    <a:pt x="243" y="2749"/>
                  </a:cubicBezTo>
                  <a:cubicBezTo>
                    <a:pt x="243" y="2766"/>
                    <a:pt x="243" y="2790"/>
                    <a:pt x="365" y="2790"/>
                  </a:cubicBezTo>
                  <a:cubicBezTo>
                    <a:pt x="422" y="2790"/>
                    <a:pt x="422" y="2806"/>
                    <a:pt x="422" y="2830"/>
                  </a:cubicBezTo>
                  <a:cubicBezTo>
                    <a:pt x="381" y="2830"/>
                    <a:pt x="341" y="2822"/>
                    <a:pt x="300" y="2806"/>
                  </a:cubicBezTo>
                  <a:cubicBezTo>
                    <a:pt x="300" y="2814"/>
                    <a:pt x="300" y="2827"/>
                    <a:pt x="300" y="2847"/>
                  </a:cubicBezTo>
                  <a:cubicBezTo>
                    <a:pt x="300" y="2871"/>
                    <a:pt x="243" y="2903"/>
                    <a:pt x="179" y="2903"/>
                  </a:cubicBezTo>
                  <a:cubicBezTo>
                    <a:pt x="138" y="2921"/>
                    <a:pt x="126" y="2934"/>
                    <a:pt x="169" y="2934"/>
                  </a:cubicBezTo>
                  <a:cubicBezTo>
                    <a:pt x="185" y="2934"/>
                    <a:pt x="210" y="2932"/>
                    <a:pt x="243" y="2928"/>
                  </a:cubicBezTo>
                  <a:cubicBezTo>
                    <a:pt x="357" y="2928"/>
                    <a:pt x="357" y="2928"/>
                    <a:pt x="357" y="2968"/>
                  </a:cubicBezTo>
                  <a:cubicBezTo>
                    <a:pt x="357" y="2984"/>
                    <a:pt x="357" y="3009"/>
                    <a:pt x="300" y="3009"/>
                  </a:cubicBezTo>
                  <a:cubicBezTo>
                    <a:pt x="235" y="3009"/>
                    <a:pt x="235" y="3009"/>
                    <a:pt x="235" y="3049"/>
                  </a:cubicBezTo>
                  <a:cubicBezTo>
                    <a:pt x="235" y="3106"/>
                    <a:pt x="414" y="3171"/>
                    <a:pt x="535" y="3187"/>
                  </a:cubicBezTo>
                  <a:cubicBezTo>
                    <a:pt x="657" y="3187"/>
                    <a:pt x="657" y="3187"/>
                    <a:pt x="535" y="3212"/>
                  </a:cubicBezTo>
                  <a:cubicBezTo>
                    <a:pt x="470" y="3212"/>
                    <a:pt x="470" y="3228"/>
                    <a:pt x="470" y="3252"/>
                  </a:cubicBezTo>
                  <a:cubicBezTo>
                    <a:pt x="514" y="3252"/>
                    <a:pt x="499" y="3259"/>
                    <a:pt x="485" y="3259"/>
                  </a:cubicBezTo>
                  <a:cubicBezTo>
                    <a:pt x="478" y="3259"/>
                    <a:pt x="470" y="3257"/>
                    <a:pt x="470" y="3252"/>
                  </a:cubicBezTo>
                  <a:cubicBezTo>
                    <a:pt x="414" y="3252"/>
                    <a:pt x="414" y="3228"/>
                    <a:pt x="414" y="3212"/>
                  </a:cubicBezTo>
                  <a:lnTo>
                    <a:pt x="357" y="3212"/>
                  </a:lnTo>
                  <a:cubicBezTo>
                    <a:pt x="235" y="3228"/>
                    <a:pt x="235" y="3244"/>
                    <a:pt x="349" y="3268"/>
                  </a:cubicBezTo>
                  <a:cubicBezTo>
                    <a:pt x="414" y="3284"/>
                    <a:pt x="414" y="3284"/>
                    <a:pt x="349" y="3309"/>
                  </a:cubicBezTo>
                  <a:cubicBezTo>
                    <a:pt x="292" y="3325"/>
                    <a:pt x="227" y="3349"/>
                    <a:pt x="292" y="3349"/>
                  </a:cubicBezTo>
                  <a:cubicBezTo>
                    <a:pt x="292" y="3349"/>
                    <a:pt x="292" y="3390"/>
                    <a:pt x="227" y="3406"/>
                  </a:cubicBezTo>
                  <a:cubicBezTo>
                    <a:pt x="227" y="3447"/>
                    <a:pt x="227" y="3471"/>
                    <a:pt x="292" y="3471"/>
                  </a:cubicBezTo>
                  <a:cubicBezTo>
                    <a:pt x="349" y="3471"/>
                    <a:pt x="349" y="3487"/>
                    <a:pt x="349" y="3511"/>
                  </a:cubicBezTo>
                  <a:cubicBezTo>
                    <a:pt x="349" y="3528"/>
                    <a:pt x="349" y="3552"/>
                    <a:pt x="406" y="3552"/>
                  </a:cubicBezTo>
                  <a:cubicBezTo>
                    <a:pt x="462" y="3552"/>
                    <a:pt x="527" y="3568"/>
                    <a:pt x="527" y="3609"/>
                  </a:cubicBezTo>
                  <a:cubicBezTo>
                    <a:pt x="584" y="3649"/>
                    <a:pt x="584" y="3649"/>
                    <a:pt x="462" y="3666"/>
                  </a:cubicBezTo>
                  <a:cubicBezTo>
                    <a:pt x="406" y="3666"/>
                    <a:pt x="406" y="3690"/>
                    <a:pt x="406" y="3706"/>
                  </a:cubicBezTo>
                  <a:cubicBezTo>
                    <a:pt x="406" y="3706"/>
                    <a:pt x="406" y="3730"/>
                    <a:pt x="341" y="3747"/>
                  </a:cubicBezTo>
                  <a:cubicBezTo>
                    <a:pt x="284" y="3771"/>
                    <a:pt x="341" y="3771"/>
                    <a:pt x="406" y="3771"/>
                  </a:cubicBezTo>
                  <a:lnTo>
                    <a:pt x="519" y="3771"/>
                  </a:lnTo>
                  <a:cubicBezTo>
                    <a:pt x="519" y="3787"/>
                    <a:pt x="398" y="3811"/>
                    <a:pt x="341" y="3811"/>
                  </a:cubicBezTo>
                  <a:cubicBezTo>
                    <a:pt x="219" y="3828"/>
                    <a:pt x="219" y="3828"/>
                    <a:pt x="341" y="3828"/>
                  </a:cubicBezTo>
                  <a:cubicBezTo>
                    <a:pt x="398" y="3828"/>
                    <a:pt x="462" y="3852"/>
                    <a:pt x="398" y="3893"/>
                  </a:cubicBezTo>
                  <a:cubicBezTo>
                    <a:pt x="398" y="3933"/>
                    <a:pt x="398" y="3966"/>
                    <a:pt x="341" y="3966"/>
                  </a:cubicBezTo>
                  <a:cubicBezTo>
                    <a:pt x="276" y="3990"/>
                    <a:pt x="341" y="4006"/>
                    <a:pt x="341" y="4006"/>
                  </a:cubicBezTo>
                  <a:cubicBezTo>
                    <a:pt x="398" y="4030"/>
                    <a:pt x="398" y="4047"/>
                    <a:pt x="333" y="4111"/>
                  </a:cubicBezTo>
                  <a:cubicBezTo>
                    <a:pt x="211" y="4209"/>
                    <a:pt x="211" y="4209"/>
                    <a:pt x="333" y="4209"/>
                  </a:cubicBezTo>
                  <a:cubicBezTo>
                    <a:pt x="389" y="4209"/>
                    <a:pt x="454" y="4209"/>
                    <a:pt x="333" y="4225"/>
                  </a:cubicBezTo>
                  <a:cubicBezTo>
                    <a:pt x="268" y="4249"/>
                    <a:pt x="333" y="4266"/>
                    <a:pt x="389" y="4306"/>
                  </a:cubicBezTo>
                  <a:cubicBezTo>
                    <a:pt x="470" y="4322"/>
                    <a:pt x="552" y="4330"/>
                    <a:pt x="633" y="4330"/>
                  </a:cubicBezTo>
                  <a:cubicBezTo>
                    <a:pt x="746" y="4330"/>
                    <a:pt x="746" y="4330"/>
                    <a:pt x="689" y="4371"/>
                  </a:cubicBezTo>
                  <a:cubicBezTo>
                    <a:pt x="689" y="4387"/>
                    <a:pt x="625" y="4411"/>
                    <a:pt x="568" y="4411"/>
                  </a:cubicBezTo>
                  <a:cubicBezTo>
                    <a:pt x="511" y="4411"/>
                    <a:pt x="511" y="4387"/>
                    <a:pt x="511" y="4387"/>
                  </a:cubicBezTo>
                  <a:lnTo>
                    <a:pt x="511" y="4371"/>
                  </a:lnTo>
                  <a:cubicBezTo>
                    <a:pt x="446" y="4371"/>
                    <a:pt x="389" y="4371"/>
                    <a:pt x="389" y="4411"/>
                  </a:cubicBezTo>
                  <a:cubicBezTo>
                    <a:pt x="325" y="4428"/>
                    <a:pt x="325" y="4452"/>
                    <a:pt x="389" y="4452"/>
                  </a:cubicBezTo>
                  <a:cubicBezTo>
                    <a:pt x="325" y="4468"/>
                    <a:pt x="325" y="4509"/>
                    <a:pt x="325" y="4549"/>
                  </a:cubicBezTo>
                  <a:cubicBezTo>
                    <a:pt x="325" y="4590"/>
                    <a:pt x="325" y="4647"/>
                    <a:pt x="260" y="4671"/>
                  </a:cubicBezTo>
                  <a:cubicBezTo>
                    <a:pt x="260" y="4711"/>
                    <a:pt x="260" y="4728"/>
                    <a:pt x="316" y="4728"/>
                  </a:cubicBezTo>
                  <a:cubicBezTo>
                    <a:pt x="438" y="4728"/>
                    <a:pt x="438" y="4752"/>
                    <a:pt x="381" y="4752"/>
                  </a:cubicBezTo>
                  <a:cubicBezTo>
                    <a:pt x="378" y="4751"/>
                    <a:pt x="376" y="4751"/>
                    <a:pt x="373" y="4751"/>
                  </a:cubicBezTo>
                  <a:cubicBezTo>
                    <a:pt x="258" y="4751"/>
                    <a:pt x="199" y="5230"/>
                    <a:pt x="322" y="5230"/>
                  </a:cubicBezTo>
                  <a:cubicBezTo>
                    <a:pt x="323" y="5230"/>
                    <a:pt x="324" y="5230"/>
                    <a:pt x="325" y="5230"/>
                  </a:cubicBezTo>
                  <a:cubicBezTo>
                    <a:pt x="325" y="5230"/>
                    <a:pt x="325" y="5263"/>
                    <a:pt x="325" y="5295"/>
                  </a:cubicBezTo>
                  <a:cubicBezTo>
                    <a:pt x="276" y="5384"/>
                    <a:pt x="325" y="5579"/>
                    <a:pt x="389" y="5587"/>
                  </a:cubicBezTo>
                  <a:lnTo>
                    <a:pt x="422" y="5676"/>
                  </a:lnTo>
                  <a:cubicBezTo>
                    <a:pt x="398" y="5765"/>
                    <a:pt x="406" y="5798"/>
                    <a:pt x="470" y="5798"/>
                  </a:cubicBezTo>
                  <a:cubicBezTo>
                    <a:pt x="520" y="5792"/>
                    <a:pt x="558" y="5776"/>
                    <a:pt x="563" y="5776"/>
                  </a:cubicBezTo>
                  <a:cubicBezTo>
                    <a:pt x="565" y="5776"/>
                    <a:pt x="559" y="5779"/>
                    <a:pt x="543" y="5790"/>
                  </a:cubicBezTo>
                  <a:cubicBezTo>
                    <a:pt x="487" y="5822"/>
                    <a:pt x="519" y="5887"/>
                    <a:pt x="592" y="5992"/>
                  </a:cubicBezTo>
                  <a:cubicBezTo>
                    <a:pt x="638" y="6052"/>
                    <a:pt x="658" y="6077"/>
                    <a:pt x="671" y="6077"/>
                  </a:cubicBezTo>
                  <a:cubicBezTo>
                    <a:pt x="681" y="6077"/>
                    <a:pt x="687" y="6062"/>
                    <a:pt x="698" y="6033"/>
                  </a:cubicBezTo>
                  <a:cubicBezTo>
                    <a:pt x="819" y="6090"/>
                    <a:pt x="779" y="6122"/>
                    <a:pt x="738" y="6171"/>
                  </a:cubicBezTo>
                  <a:cubicBezTo>
                    <a:pt x="673" y="6203"/>
                    <a:pt x="661" y="6233"/>
                    <a:pt x="692" y="6233"/>
                  </a:cubicBezTo>
                  <a:cubicBezTo>
                    <a:pt x="714" y="6233"/>
                    <a:pt x="761" y="6216"/>
                    <a:pt x="827" y="6171"/>
                  </a:cubicBezTo>
                  <a:cubicBezTo>
                    <a:pt x="866" y="6145"/>
                    <a:pt x="897" y="6135"/>
                    <a:pt x="918" y="6135"/>
                  </a:cubicBezTo>
                  <a:cubicBezTo>
                    <a:pt x="949" y="6135"/>
                    <a:pt x="957" y="6158"/>
                    <a:pt x="933" y="6187"/>
                  </a:cubicBezTo>
                  <a:cubicBezTo>
                    <a:pt x="918" y="6209"/>
                    <a:pt x="904" y="6216"/>
                    <a:pt x="890" y="6216"/>
                  </a:cubicBezTo>
                  <a:cubicBezTo>
                    <a:pt x="873" y="6216"/>
                    <a:pt x="857" y="6204"/>
                    <a:pt x="843" y="6195"/>
                  </a:cubicBezTo>
                  <a:lnTo>
                    <a:pt x="762" y="6276"/>
                  </a:lnTo>
                  <a:cubicBezTo>
                    <a:pt x="775" y="6288"/>
                    <a:pt x="783" y="6294"/>
                    <a:pt x="796" y="6294"/>
                  </a:cubicBezTo>
                  <a:cubicBezTo>
                    <a:pt x="809" y="6294"/>
                    <a:pt x="827" y="6288"/>
                    <a:pt x="860" y="6276"/>
                  </a:cubicBezTo>
                  <a:cubicBezTo>
                    <a:pt x="860" y="6276"/>
                    <a:pt x="868" y="6285"/>
                    <a:pt x="888" y="6285"/>
                  </a:cubicBezTo>
                  <a:cubicBezTo>
                    <a:pt x="901" y="6285"/>
                    <a:pt x="918" y="6281"/>
                    <a:pt x="941" y="6268"/>
                  </a:cubicBezTo>
                  <a:cubicBezTo>
                    <a:pt x="1006" y="6244"/>
                    <a:pt x="1046" y="6195"/>
                    <a:pt x="1054" y="6130"/>
                  </a:cubicBezTo>
                  <a:cubicBezTo>
                    <a:pt x="1063" y="6096"/>
                    <a:pt x="1074" y="6087"/>
                    <a:pt x="1086" y="6087"/>
                  </a:cubicBezTo>
                  <a:cubicBezTo>
                    <a:pt x="1096" y="6087"/>
                    <a:pt x="1108" y="6094"/>
                    <a:pt x="1119" y="6098"/>
                  </a:cubicBezTo>
                  <a:cubicBezTo>
                    <a:pt x="1127" y="6171"/>
                    <a:pt x="1095" y="6236"/>
                    <a:pt x="1030" y="6260"/>
                  </a:cubicBezTo>
                  <a:cubicBezTo>
                    <a:pt x="1027" y="6258"/>
                    <a:pt x="1023" y="6257"/>
                    <a:pt x="1020" y="6257"/>
                  </a:cubicBezTo>
                  <a:cubicBezTo>
                    <a:pt x="997" y="6257"/>
                    <a:pt x="968" y="6299"/>
                    <a:pt x="933" y="6341"/>
                  </a:cubicBezTo>
                  <a:cubicBezTo>
                    <a:pt x="917" y="6360"/>
                    <a:pt x="940" y="6371"/>
                    <a:pt x="979" y="6371"/>
                  </a:cubicBezTo>
                  <a:cubicBezTo>
                    <a:pt x="1040" y="6371"/>
                    <a:pt x="1138" y="6346"/>
                    <a:pt x="1192" y="6292"/>
                  </a:cubicBezTo>
                  <a:lnTo>
                    <a:pt x="1192" y="6292"/>
                  </a:lnTo>
                  <a:lnTo>
                    <a:pt x="1160" y="6341"/>
                  </a:lnTo>
                  <a:cubicBezTo>
                    <a:pt x="1127" y="6390"/>
                    <a:pt x="1184" y="6422"/>
                    <a:pt x="1249" y="6446"/>
                  </a:cubicBezTo>
                  <a:cubicBezTo>
                    <a:pt x="1274" y="6457"/>
                    <a:pt x="1295" y="6465"/>
                    <a:pt x="1312" y="6465"/>
                  </a:cubicBezTo>
                  <a:cubicBezTo>
                    <a:pt x="1333" y="6465"/>
                    <a:pt x="1349" y="6453"/>
                    <a:pt x="1362" y="6422"/>
                  </a:cubicBezTo>
                  <a:cubicBezTo>
                    <a:pt x="1385" y="6377"/>
                    <a:pt x="1408" y="6324"/>
                    <a:pt x="1431" y="6324"/>
                  </a:cubicBezTo>
                  <a:cubicBezTo>
                    <a:pt x="1432" y="6324"/>
                    <a:pt x="1434" y="6324"/>
                    <a:pt x="1435" y="6325"/>
                  </a:cubicBezTo>
                  <a:cubicBezTo>
                    <a:pt x="1411" y="6317"/>
                    <a:pt x="1435" y="6260"/>
                    <a:pt x="1460" y="6203"/>
                  </a:cubicBezTo>
                  <a:cubicBezTo>
                    <a:pt x="1476" y="6252"/>
                    <a:pt x="1492" y="6292"/>
                    <a:pt x="1492" y="6341"/>
                  </a:cubicBezTo>
                  <a:cubicBezTo>
                    <a:pt x="1508" y="6463"/>
                    <a:pt x="1549" y="6536"/>
                    <a:pt x="1679" y="6552"/>
                  </a:cubicBezTo>
                  <a:cubicBezTo>
                    <a:pt x="1735" y="6560"/>
                    <a:pt x="1808" y="6560"/>
                    <a:pt x="1849" y="6601"/>
                  </a:cubicBezTo>
                  <a:cubicBezTo>
                    <a:pt x="1857" y="6609"/>
                    <a:pt x="1865" y="6617"/>
                    <a:pt x="1865" y="6625"/>
                  </a:cubicBezTo>
                  <a:cubicBezTo>
                    <a:pt x="1938" y="6625"/>
                    <a:pt x="1970" y="6625"/>
                    <a:pt x="1979" y="6568"/>
                  </a:cubicBezTo>
                  <a:lnTo>
                    <a:pt x="2043" y="6568"/>
                  </a:lnTo>
                  <a:cubicBezTo>
                    <a:pt x="2060" y="6597"/>
                    <a:pt x="2088" y="6614"/>
                    <a:pt x="2108" y="6614"/>
                  </a:cubicBezTo>
                  <a:cubicBezTo>
                    <a:pt x="2127" y="6614"/>
                    <a:pt x="2140" y="6599"/>
                    <a:pt x="2133" y="6568"/>
                  </a:cubicBezTo>
                  <a:cubicBezTo>
                    <a:pt x="2141" y="6549"/>
                    <a:pt x="2148" y="6543"/>
                    <a:pt x="2155" y="6543"/>
                  </a:cubicBezTo>
                  <a:cubicBezTo>
                    <a:pt x="2169" y="6543"/>
                    <a:pt x="2181" y="6568"/>
                    <a:pt x="2197" y="6568"/>
                  </a:cubicBezTo>
                  <a:cubicBezTo>
                    <a:pt x="2216" y="6623"/>
                    <a:pt x="2226" y="6653"/>
                    <a:pt x="2229" y="6653"/>
                  </a:cubicBezTo>
                  <a:cubicBezTo>
                    <a:pt x="2233" y="6653"/>
                    <a:pt x="2227" y="6609"/>
                    <a:pt x="2214" y="6511"/>
                  </a:cubicBezTo>
                  <a:cubicBezTo>
                    <a:pt x="2214" y="6455"/>
                    <a:pt x="2173" y="6390"/>
                    <a:pt x="2157" y="6390"/>
                  </a:cubicBezTo>
                  <a:lnTo>
                    <a:pt x="2084" y="6390"/>
                  </a:lnTo>
                  <a:cubicBezTo>
                    <a:pt x="2108" y="6374"/>
                    <a:pt x="2133" y="6357"/>
                    <a:pt x="2157" y="6333"/>
                  </a:cubicBezTo>
                  <a:cubicBezTo>
                    <a:pt x="2173" y="6333"/>
                    <a:pt x="2214" y="6276"/>
                    <a:pt x="2214" y="6211"/>
                  </a:cubicBezTo>
                  <a:cubicBezTo>
                    <a:pt x="2214" y="6211"/>
                    <a:pt x="2214" y="6155"/>
                    <a:pt x="2238" y="6155"/>
                  </a:cubicBezTo>
                  <a:lnTo>
                    <a:pt x="2238" y="6276"/>
                  </a:lnTo>
                  <a:cubicBezTo>
                    <a:pt x="2222" y="6333"/>
                    <a:pt x="2214" y="6390"/>
                    <a:pt x="2214" y="6455"/>
                  </a:cubicBezTo>
                  <a:cubicBezTo>
                    <a:pt x="2229" y="6525"/>
                    <a:pt x="2256" y="6577"/>
                    <a:pt x="2275" y="6577"/>
                  </a:cubicBezTo>
                  <a:cubicBezTo>
                    <a:pt x="2287" y="6577"/>
                    <a:pt x="2295" y="6557"/>
                    <a:pt x="2295" y="6511"/>
                  </a:cubicBezTo>
                  <a:cubicBezTo>
                    <a:pt x="2319" y="6511"/>
                    <a:pt x="2319" y="6511"/>
                    <a:pt x="2335" y="6576"/>
                  </a:cubicBezTo>
                  <a:cubicBezTo>
                    <a:pt x="2335" y="6599"/>
                    <a:pt x="2339" y="6613"/>
                    <a:pt x="2345" y="6613"/>
                  </a:cubicBezTo>
                  <a:cubicBezTo>
                    <a:pt x="2354" y="6613"/>
                    <a:pt x="2366" y="6584"/>
                    <a:pt x="2376" y="6511"/>
                  </a:cubicBezTo>
                  <a:cubicBezTo>
                    <a:pt x="2388" y="6456"/>
                    <a:pt x="2398" y="6427"/>
                    <a:pt x="2408" y="6427"/>
                  </a:cubicBezTo>
                  <a:cubicBezTo>
                    <a:pt x="2418" y="6427"/>
                    <a:pt x="2428" y="6458"/>
                    <a:pt x="2441" y="6519"/>
                  </a:cubicBezTo>
                  <a:cubicBezTo>
                    <a:pt x="2459" y="6590"/>
                    <a:pt x="2494" y="6619"/>
                    <a:pt x="2521" y="6619"/>
                  </a:cubicBezTo>
                  <a:cubicBezTo>
                    <a:pt x="2540" y="6619"/>
                    <a:pt x="2554" y="6604"/>
                    <a:pt x="2554" y="6576"/>
                  </a:cubicBezTo>
                  <a:cubicBezTo>
                    <a:pt x="2554" y="6510"/>
                    <a:pt x="2576" y="6482"/>
                    <a:pt x="2598" y="6482"/>
                  </a:cubicBezTo>
                  <a:cubicBezTo>
                    <a:pt x="2613" y="6482"/>
                    <a:pt x="2629" y="6496"/>
                    <a:pt x="2635" y="6519"/>
                  </a:cubicBezTo>
                  <a:cubicBezTo>
                    <a:pt x="2647" y="6552"/>
                    <a:pt x="2658" y="6568"/>
                    <a:pt x="2668" y="6568"/>
                  </a:cubicBezTo>
                  <a:cubicBezTo>
                    <a:pt x="2678" y="6568"/>
                    <a:pt x="2688" y="6552"/>
                    <a:pt x="2700" y="6519"/>
                  </a:cubicBezTo>
                  <a:cubicBezTo>
                    <a:pt x="2700" y="6566"/>
                    <a:pt x="2708" y="6608"/>
                    <a:pt x="2719" y="6608"/>
                  </a:cubicBezTo>
                  <a:cubicBezTo>
                    <a:pt x="2723" y="6608"/>
                    <a:pt x="2728" y="6601"/>
                    <a:pt x="2733" y="6584"/>
                  </a:cubicBezTo>
                  <a:cubicBezTo>
                    <a:pt x="2733" y="6584"/>
                    <a:pt x="2757" y="6584"/>
                    <a:pt x="2733" y="6519"/>
                  </a:cubicBezTo>
                  <a:lnTo>
                    <a:pt x="2773" y="6406"/>
                  </a:lnTo>
                  <a:cubicBezTo>
                    <a:pt x="2757" y="6406"/>
                    <a:pt x="2757" y="6341"/>
                    <a:pt x="2757" y="6284"/>
                  </a:cubicBezTo>
                  <a:cubicBezTo>
                    <a:pt x="2757" y="6270"/>
                    <a:pt x="2762" y="6263"/>
                    <a:pt x="2770" y="6263"/>
                  </a:cubicBezTo>
                  <a:cubicBezTo>
                    <a:pt x="2794" y="6263"/>
                    <a:pt x="2848" y="6330"/>
                    <a:pt x="2878" y="6471"/>
                  </a:cubicBezTo>
                  <a:lnTo>
                    <a:pt x="2919" y="6584"/>
                  </a:lnTo>
                  <a:lnTo>
                    <a:pt x="2919" y="6471"/>
                  </a:lnTo>
                  <a:cubicBezTo>
                    <a:pt x="2935" y="6471"/>
                    <a:pt x="2960" y="6471"/>
                    <a:pt x="2960" y="6528"/>
                  </a:cubicBezTo>
                  <a:cubicBezTo>
                    <a:pt x="2960" y="6592"/>
                    <a:pt x="2960" y="6592"/>
                    <a:pt x="2976" y="6592"/>
                  </a:cubicBezTo>
                  <a:cubicBezTo>
                    <a:pt x="2976" y="6592"/>
                    <a:pt x="3000" y="6592"/>
                    <a:pt x="3000" y="6528"/>
                  </a:cubicBezTo>
                  <a:cubicBezTo>
                    <a:pt x="3000" y="6457"/>
                    <a:pt x="3000" y="6428"/>
                    <a:pt x="3003" y="6428"/>
                  </a:cubicBezTo>
                  <a:cubicBezTo>
                    <a:pt x="3006" y="6428"/>
                    <a:pt x="3009" y="6443"/>
                    <a:pt x="3016" y="6471"/>
                  </a:cubicBezTo>
                  <a:cubicBezTo>
                    <a:pt x="3028" y="6532"/>
                    <a:pt x="3039" y="6562"/>
                    <a:pt x="3048" y="6562"/>
                  </a:cubicBezTo>
                  <a:cubicBezTo>
                    <a:pt x="3057" y="6562"/>
                    <a:pt x="3065" y="6532"/>
                    <a:pt x="3073" y="6471"/>
                  </a:cubicBezTo>
                  <a:cubicBezTo>
                    <a:pt x="3073" y="6410"/>
                    <a:pt x="3073" y="6380"/>
                    <a:pt x="3076" y="6380"/>
                  </a:cubicBezTo>
                  <a:cubicBezTo>
                    <a:pt x="3079" y="6380"/>
                    <a:pt x="3085" y="6410"/>
                    <a:pt x="3097" y="6471"/>
                  </a:cubicBezTo>
                  <a:cubicBezTo>
                    <a:pt x="3097" y="6528"/>
                    <a:pt x="3114" y="6592"/>
                    <a:pt x="3138" y="6592"/>
                  </a:cubicBezTo>
                  <a:lnTo>
                    <a:pt x="3138" y="6536"/>
                  </a:lnTo>
                  <a:cubicBezTo>
                    <a:pt x="3138" y="6463"/>
                    <a:pt x="3144" y="6434"/>
                    <a:pt x="3153" y="6434"/>
                  </a:cubicBezTo>
                  <a:cubicBezTo>
                    <a:pt x="3160" y="6434"/>
                    <a:pt x="3169" y="6448"/>
                    <a:pt x="3178" y="6471"/>
                  </a:cubicBezTo>
                  <a:cubicBezTo>
                    <a:pt x="3178" y="6503"/>
                    <a:pt x="3183" y="6519"/>
                    <a:pt x="3192" y="6519"/>
                  </a:cubicBezTo>
                  <a:cubicBezTo>
                    <a:pt x="3201" y="6519"/>
                    <a:pt x="3215" y="6503"/>
                    <a:pt x="3235" y="6471"/>
                  </a:cubicBezTo>
                  <a:cubicBezTo>
                    <a:pt x="3276" y="6479"/>
                    <a:pt x="3300" y="6479"/>
                    <a:pt x="3300" y="6536"/>
                  </a:cubicBezTo>
                  <a:cubicBezTo>
                    <a:pt x="3300" y="6596"/>
                    <a:pt x="3300" y="6627"/>
                    <a:pt x="3302" y="6627"/>
                  </a:cubicBezTo>
                  <a:cubicBezTo>
                    <a:pt x="3304" y="6627"/>
                    <a:pt x="3308" y="6596"/>
                    <a:pt x="3316" y="6536"/>
                  </a:cubicBezTo>
                  <a:cubicBezTo>
                    <a:pt x="3328" y="6507"/>
                    <a:pt x="3335" y="6493"/>
                    <a:pt x="3343" y="6493"/>
                  </a:cubicBezTo>
                  <a:cubicBezTo>
                    <a:pt x="3351" y="6493"/>
                    <a:pt x="3361" y="6507"/>
                    <a:pt x="3381" y="6536"/>
                  </a:cubicBezTo>
                  <a:cubicBezTo>
                    <a:pt x="3389" y="6568"/>
                    <a:pt x="3393" y="6584"/>
                    <a:pt x="3397" y="6584"/>
                  </a:cubicBezTo>
                  <a:cubicBezTo>
                    <a:pt x="3401" y="6584"/>
                    <a:pt x="3406" y="6568"/>
                    <a:pt x="3414" y="6536"/>
                  </a:cubicBezTo>
                  <a:cubicBezTo>
                    <a:pt x="3414" y="6422"/>
                    <a:pt x="3414" y="6357"/>
                    <a:pt x="3397" y="6357"/>
                  </a:cubicBezTo>
                  <a:cubicBezTo>
                    <a:pt x="3381" y="6357"/>
                    <a:pt x="3381" y="6357"/>
                    <a:pt x="3381" y="6301"/>
                  </a:cubicBezTo>
                  <a:lnTo>
                    <a:pt x="3422" y="6301"/>
                  </a:lnTo>
                  <a:cubicBezTo>
                    <a:pt x="3438" y="6301"/>
                    <a:pt x="3454" y="6301"/>
                    <a:pt x="3495" y="6244"/>
                  </a:cubicBezTo>
                  <a:cubicBezTo>
                    <a:pt x="3528" y="6191"/>
                    <a:pt x="3539" y="6107"/>
                    <a:pt x="3521" y="6107"/>
                  </a:cubicBezTo>
                  <a:cubicBezTo>
                    <a:pt x="3516" y="6107"/>
                    <a:pt x="3510" y="6111"/>
                    <a:pt x="3503" y="6122"/>
                  </a:cubicBezTo>
                  <a:lnTo>
                    <a:pt x="3487" y="6057"/>
                  </a:lnTo>
                  <a:cubicBezTo>
                    <a:pt x="3487" y="5968"/>
                    <a:pt x="3476" y="5924"/>
                    <a:pt x="3466" y="5924"/>
                  </a:cubicBezTo>
                  <a:cubicBezTo>
                    <a:pt x="3456" y="5924"/>
                    <a:pt x="3446" y="5968"/>
                    <a:pt x="3446" y="6057"/>
                  </a:cubicBezTo>
                  <a:cubicBezTo>
                    <a:pt x="3446" y="6157"/>
                    <a:pt x="3446" y="6201"/>
                    <a:pt x="3442" y="6201"/>
                  </a:cubicBezTo>
                  <a:cubicBezTo>
                    <a:pt x="3439" y="6201"/>
                    <a:pt x="3433" y="6173"/>
                    <a:pt x="3422" y="6122"/>
                  </a:cubicBezTo>
                  <a:cubicBezTo>
                    <a:pt x="3422" y="6001"/>
                    <a:pt x="3406" y="6001"/>
                    <a:pt x="3381" y="6001"/>
                  </a:cubicBezTo>
                  <a:cubicBezTo>
                    <a:pt x="3365" y="6001"/>
                    <a:pt x="3365" y="6001"/>
                    <a:pt x="3365" y="5936"/>
                  </a:cubicBezTo>
                  <a:cubicBezTo>
                    <a:pt x="3365" y="5879"/>
                    <a:pt x="3341" y="5822"/>
                    <a:pt x="3324" y="5814"/>
                  </a:cubicBezTo>
                  <a:cubicBezTo>
                    <a:pt x="3300" y="5814"/>
                    <a:pt x="3300" y="5814"/>
                    <a:pt x="3300" y="5879"/>
                  </a:cubicBezTo>
                  <a:cubicBezTo>
                    <a:pt x="3310" y="5902"/>
                    <a:pt x="3309" y="5916"/>
                    <a:pt x="3303" y="5916"/>
                  </a:cubicBezTo>
                  <a:cubicBezTo>
                    <a:pt x="3294" y="5916"/>
                    <a:pt x="3274" y="5886"/>
                    <a:pt x="3260" y="5814"/>
                  </a:cubicBezTo>
                  <a:cubicBezTo>
                    <a:pt x="3253" y="5791"/>
                    <a:pt x="3249" y="5777"/>
                    <a:pt x="3247" y="5777"/>
                  </a:cubicBezTo>
                  <a:cubicBezTo>
                    <a:pt x="3243" y="5777"/>
                    <a:pt x="3243" y="5807"/>
                    <a:pt x="3243" y="5879"/>
                  </a:cubicBezTo>
                  <a:cubicBezTo>
                    <a:pt x="3243" y="5935"/>
                    <a:pt x="3234" y="5963"/>
                    <a:pt x="3222" y="5963"/>
                  </a:cubicBezTo>
                  <a:cubicBezTo>
                    <a:pt x="3209" y="5963"/>
                    <a:pt x="3195" y="5933"/>
                    <a:pt x="3187" y="5871"/>
                  </a:cubicBezTo>
                  <a:lnTo>
                    <a:pt x="3146" y="5871"/>
                  </a:lnTo>
                  <a:cubicBezTo>
                    <a:pt x="3122" y="5871"/>
                    <a:pt x="3122" y="5936"/>
                    <a:pt x="3122" y="5992"/>
                  </a:cubicBezTo>
                  <a:cubicBezTo>
                    <a:pt x="3122" y="6063"/>
                    <a:pt x="3122" y="6092"/>
                    <a:pt x="3119" y="6092"/>
                  </a:cubicBezTo>
                  <a:cubicBezTo>
                    <a:pt x="3116" y="6092"/>
                    <a:pt x="3112" y="6077"/>
                    <a:pt x="3106" y="6049"/>
                  </a:cubicBezTo>
                  <a:cubicBezTo>
                    <a:pt x="3089" y="6017"/>
                    <a:pt x="3081" y="5976"/>
                    <a:pt x="3081" y="5936"/>
                  </a:cubicBezTo>
                  <a:cubicBezTo>
                    <a:pt x="3081" y="5871"/>
                    <a:pt x="3065" y="5871"/>
                    <a:pt x="3041" y="5871"/>
                  </a:cubicBezTo>
                  <a:cubicBezTo>
                    <a:pt x="3024" y="5871"/>
                    <a:pt x="2984" y="5871"/>
                    <a:pt x="2984" y="5928"/>
                  </a:cubicBezTo>
                  <a:cubicBezTo>
                    <a:pt x="2984" y="5912"/>
                    <a:pt x="2984" y="5891"/>
                    <a:pt x="2984" y="5871"/>
                  </a:cubicBezTo>
                  <a:cubicBezTo>
                    <a:pt x="2968" y="5871"/>
                    <a:pt x="2962" y="5842"/>
                    <a:pt x="2960" y="5842"/>
                  </a:cubicBezTo>
                  <a:cubicBezTo>
                    <a:pt x="2960" y="5842"/>
                    <a:pt x="2960" y="5849"/>
                    <a:pt x="2960" y="5871"/>
                  </a:cubicBezTo>
                  <a:cubicBezTo>
                    <a:pt x="2960" y="5871"/>
                    <a:pt x="2943" y="5871"/>
                    <a:pt x="2903" y="5806"/>
                  </a:cubicBezTo>
                  <a:cubicBezTo>
                    <a:pt x="2895" y="5796"/>
                    <a:pt x="2887" y="5791"/>
                    <a:pt x="2880" y="5791"/>
                  </a:cubicBezTo>
                  <a:cubicBezTo>
                    <a:pt x="2845" y="5791"/>
                    <a:pt x="2816" y="5885"/>
                    <a:pt x="2862" y="5984"/>
                  </a:cubicBezTo>
                  <a:lnTo>
                    <a:pt x="2838" y="5984"/>
                  </a:lnTo>
                  <a:cubicBezTo>
                    <a:pt x="2822" y="5984"/>
                    <a:pt x="2822" y="6049"/>
                    <a:pt x="2822" y="6049"/>
                  </a:cubicBezTo>
                  <a:cubicBezTo>
                    <a:pt x="2822" y="6106"/>
                    <a:pt x="2797" y="6106"/>
                    <a:pt x="2781" y="6106"/>
                  </a:cubicBezTo>
                  <a:lnTo>
                    <a:pt x="2781" y="5984"/>
                  </a:lnTo>
                  <a:cubicBezTo>
                    <a:pt x="2791" y="5881"/>
                    <a:pt x="2784" y="5819"/>
                    <a:pt x="2772" y="5819"/>
                  </a:cubicBezTo>
                  <a:cubicBezTo>
                    <a:pt x="2763" y="5819"/>
                    <a:pt x="2751" y="5852"/>
                    <a:pt x="2741" y="5928"/>
                  </a:cubicBezTo>
                  <a:lnTo>
                    <a:pt x="2741" y="5863"/>
                  </a:lnTo>
                  <a:cubicBezTo>
                    <a:pt x="2741" y="5834"/>
                    <a:pt x="2737" y="5820"/>
                    <a:pt x="2727" y="5820"/>
                  </a:cubicBezTo>
                  <a:cubicBezTo>
                    <a:pt x="2718" y="5820"/>
                    <a:pt x="2704" y="5834"/>
                    <a:pt x="2684" y="5863"/>
                  </a:cubicBezTo>
                  <a:cubicBezTo>
                    <a:pt x="2660" y="5863"/>
                    <a:pt x="2643" y="5984"/>
                    <a:pt x="2643" y="6041"/>
                  </a:cubicBezTo>
                  <a:cubicBezTo>
                    <a:pt x="2643" y="6106"/>
                    <a:pt x="2619" y="6106"/>
                    <a:pt x="2619" y="6106"/>
                  </a:cubicBezTo>
                  <a:cubicBezTo>
                    <a:pt x="2603" y="6106"/>
                    <a:pt x="2603" y="6106"/>
                    <a:pt x="2603" y="6041"/>
                  </a:cubicBezTo>
                  <a:cubicBezTo>
                    <a:pt x="2603" y="5980"/>
                    <a:pt x="2593" y="5950"/>
                    <a:pt x="2580" y="5950"/>
                  </a:cubicBezTo>
                  <a:cubicBezTo>
                    <a:pt x="2566" y="5950"/>
                    <a:pt x="2550" y="5980"/>
                    <a:pt x="2538" y="6041"/>
                  </a:cubicBezTo>
                  <a:lnTo>
                    <a:pt x="2538" y="5976"/>
                  </a:lnTo>
                  <a:cubicBezTo>
                    <a:pt x="2538" y="5936"/>
                    <a:pt x="2530" y="5896"/>
                    <a:pt x="2488" y="5896"/>
                  </a:cubicBezTo>
                  <a:cubicBezTo>
                    <a:pt x="2470" y="5896"/>
                    <a:pt x="2447" y="5903"/>
                    <a:pt x="2416" y="5919"/>
                  </a:cubicBezTo>
                  <a:cubicBezTo>
                    <a:pt x="2343" y="5919"/>
                    <a:pt x="2279" y="5911"/>
                    <a:pt x="2279" y="5855"/>
                  </a:cubicBezTo>
                  <a:cubicBezTo>
                    <a:pt x="2279" y="5844"/>
                    <a:pt x="2276" y="5840"/>
                    <a:pt x="2271" y="5840"/>
                  </a:cubicBezTo>
                  <a:cubicBezTo>
                    <a:pt x="2250" y="5840"/>
                    <a:pt x="2190" y="5934"/>
                    <a:pt x="2157" y="6033"/>
                  </a:cubicBezTo>
                  <a:cubicBezTo>
                    <a:pt x="2157" y="5968"/>
                    <a:pt x="2141" y="5968"/>
                    <a:pt x="2100" y="5968"/>
                  </a:cubicBezTo>
                  <a:cubicBezTo>
                    <a:pt x="2027" y="5968"/>
                    <a:pt x="2027" y="5968"/>
                    <a:pt x="2035" y="5911"/>
                  </a:cubicBezTo>
                  <a:cubicBezTo>
                    <a:pt x="2052" y="5851"/>
                    <a:pt x="2060" y="5820"/>
                    <a:pt x="2057" y="5820"/>
                  </a:cubicBezTo>
                  <a:cubicBezTo>
                    <a:pt x="2054" y="5820"/>
                    <a:pt x="2039" y="5851"/>
                    <a:pt x="2011" y="5911"/>
                  </a:cubicBezTo>
                  <a:cubicBezTo>
                    <a:pt x="2000" y="5955"/>
                    <a:pt x="1982" y="5973"/>
                    <a:pt x="1967" y="5973"/>
                  </a:cubicBezTo>
                  <a:cubicBezTo>
                    <a:pt x="1959" y="5973"/>
                    <a:pt x="1952" y="5968"/>
                    <a:pt x="1946" y="5960"/>
                  </a:cubicBezTo>
                  <a:cubicBezTo>
                    <a:pt x="1930" y="5928"/>
                    <a:pt x="1930" y="5887"/>
                    <a:pt x="1938" y="5847"/>
                  </a:cubicBezTo>
                  <a:cubicBezTo>
                    <a:pt x="1954" y="5790"/>
                    <a:pt x="1930" y="5790"/>
                    <a:pt x="1897" y="5790"/>
                  </a:cubicBezTo>
                  <a:cubicBezTo>
                    <a:pt x="1876" y="5825"/>
                    <a:pt x="1837" y="5848"/>
                    <a:pt x="1800" y="5848"/>
                  </a:cubicBezTo>
                  <a:cubicBezTo>
                    <a:pt x="1795" y="5848"/>
                    <a:pt x="1789" y="5848"/>
                    <a:pt x="1784" y="5847"/>
                  </a:cubicBezTo>
                  <a:cubicBezTo>
                    <a:pt x="1770" y="5845"/>
                    <a:pt x="1759" y="5843"/>
                    <a:pt x="1751" y="5843"/>
                  </a:cubicBezTo>
                  <a:cubicBezTo>
                    <a:pt x="1717" y="5843"/>
                    <a:pt x="1711" y="5862"/>
                    <a:pt x="1679" y="5952"/>
                  </a:cubicBezTo>
                  <a:cubicBezTo>
                    <a:pt x="1648" y="6036"/>
                    <a:pt x="1627" y="6053"/>
                    <a:pt x="1599" y="6053"/>
                  </a:cubicBezTo>
                  <a:cubicBezTo>
                    <a:pt x="1589" y="6053"/>
                    <a:pt x="1578" y="6051"/>
                    <a:pt x="1565" y="6049"/>
                  </a:cubicBezTo>
                  <a:cubicBezTo>
                    <a:pt x="1541" y="6041"/>
                    <a:pt x="1516" y="6033"/>
                    <a:pt x="1549" y="5984"/>
                  </a:cubicBezTo>
                  <a:cubicBezTo>
                    <a:pt x="1549" y="5984"/>
                    <a:pt x="1549" y="5919"/>
                    <a:pt x="1533" y="5911"/>
                  </a:cubicBezTo>
                  <a:cubicBezTo>
                    <a:pt x="1508" y="5911"/>
                    <a:pt x="1492" y="5895"/>
                    <a:pt x="1525" y="5847"/>
                  </a:cubicBezTo>
                  <a:cubicBezTo>
                    <a:pt x="1525" y="5847"/>
                    <a:pt x="1533" y="5790"/>
                    <a:pt x="1500" y="5774"/>
                  </a:cubicBezTo>
                  <a:cubicBezTo>
                    <a:pt x="1460" y="5749"/>
                    <a:pt x="1427" y="5733"/>
                    <a:pt x="1468" y="5676"/>
                  </a:cubicBezTo>
                  <a:cubicBezTo>
                    <a:pt x="1463" y="5674"/>
                    <a:pt x="1460" y="5672"/>
                    <a:pt x="1456" y="5672"/>
                  </a:cubicBezTo>
                  <a:cubicBezTo>
                    <a:pt x="1448" y="5672"/>
                    <a:pt x="1440" y="5682"/>
                    <a:pt x="1411" y="5717"/>
                  </a:cubicBezTo>
                  <a:cubicBezTo>
                    <a:pt x="1394" y="5747"/>
                    <a:pt x="1369" y="5771"/>
                    <a:pt x="1345" y="5771"/>
                  </a:cubicBezTo>
                  <a:cubicBezTo>
                    <a:pt x="1324" y="5771"/>
                    <a:pt x="1304" y="5754"/>
                    <a:pt x="1289" y="5709"/>
                  </a:cubicBezTo>
                  <a:cubicBezTo>
                    <a:pt x="1272" y="5686"/>
                    <a:pt x="1247" y="5659"/>
                    <a:pt x="1217" y="5659"/>
                  </a:cubicBezTo>
                  <a:cubicBezTo>
                    <a:pt x="1204" y="5659"/>
                    <a:pt x="1190" y="5664"/>
                    <a:pt x="1176" y="5676"/>
                  </a:cubicBezTo>
                  <a:cubicBezTo>
                    <a:pt x="1160" y="5660"/>
                    <a:pt x="1160" y="5660"/>
                    <a:pt x="1208" y="5619"/>
                  </a:cubicBezTo>
                  <a:cubicBezTo>
                    <a:pt x="1270" y="5558"/>
                    <a:pt x="1281" y="5528"/>
                    <a:pt x="1243" y="5528"/>
                  </a:cubicBezTo>
                  <a:cubicBezTo>
                    <a:pt x="1225" y="5528"/>
                    <a:pt x="1198" y="5534"/>
                    <a:pt x="1160" y="5547"/>
                  </a:cubicBezTo>
                  <a:cubicBezTo>
                    <a:pt x="1141" y="5562"/>
                    <a:pt x="1129" y="5569"/>
                    <a:pt x="1122" y="5569"/>
                  </a:cubicBezTo>
                  <a:cubicBezTo>
                    <a:pt x="1111" y="5569"/>
                    <a:pt x="1115" y="5549"/>
                    <a:pt x="1135" y="5514"/>
                  </a:cubicBezTo>
                  <a:cubicBezTo>
                    <a:pt x="1135" y="5514"/>
                    <a:pt x="1132" y="5507"/>
                    <a:pt x="1113" y="5507"/>
                  </a:cubicBezTo>
                  <a:cubicBezTo>
                    <a:pt x="1103" y="5507"/>
                    <a:pt x="1089" y="5509"/>
                    <a:pt x="1070" y="5514"/>
                  </a:cubicBezTo>
                  <a:cubicBezTo>
                    <a:pt x="1053" y="5519"/>
                    <a:pt x="1040" y="5521"/>
                    <a:pt x="1031" y="5521"/>
                  </a:cubicBezTo>
                  <a:cubicBezTo>
                    <a:pt x="1008" y="5521"/>
                    <a:pt x="1014" y="5502"/>
                    <a:pt x="1038" y="5449"/>
                  </a:cubicBezTo>
                  <a:cubicBezTo>
                    <a:pt x="1087" y="5425"/>
                    <a:pt x="1087" y="5401"/>
                    <a:pt x="1079" y="5384"/>
                  </a:cubicBezTo>
                  <a:cubicBezTo>
                    <a:pt x="997" y="5376"/>
                    <a:pt x="965" y="5133"/>
                    <a:pt x="1030" y="5101"/>
                  </a:cubicBezTo>
                  <a:cubicBezTo>
                    <a:pt x="973" y="5092"/>
                    <a:pt x="973" y="5092"/>
                    <a:pt x="973" y="5076"/>
                  </a:cubicBezTo>
                  <a:cubicBezTo>
                    <a:pt x="1047" y="5042"/>
                    <a:pt x="1055" y="5028"/>
                    <a:pt x="1023" y="5028"/>
                  </a:cubicBezTo>
                  <a:cubicBezTo>
                    <a:pt x="1003" y="5028"/>
                    <a:pt x="965" y="5034"/>
                    <a:pt x="916" y="5044"/>
                  </a:cubicBezTo>
                  <a:lnTo>
                    <a:pt x="916" y="5068"/>
                  </a:lnTo>
                  <a:lnTo>
                    <a:pt x="916" y="5084"/>
                  </a:lnTo>
                  <a:cubicBezTo>
                    <a:pt x="895" y="5090"/>
                    <a:pt x="878" y="5093"/>
                    <a:pt x="864" y="5093"/>
                  </a:cubicBezTo>
                  <a:cubicBezTo>
                    <a:pt x="800" y="5093"/>
                    <a:pt x="826" y="5038"/>
                    <a:pt x="973" y="5011"/>
                  </a:cubicBezTo>
                  <a:cubicBezTo>
                    <a:pt x="1095" y="4963"/>
                    <a:pt x="1095" y="4971"/>
                    <a:pt x="973" y="4963"/>
                  </a:cubicBezTo>
                  <a:cubicBezTo>
                    <a:pt x="860" y="4963"/>
                    <a:pt x="860" y="4930"/>
                    <a:pt x="973" y="4898"/>
                  </a:cubicBezTo>
                  <a:cubicBezTo>
                    <a:pt x="1095" y="4890"/>
                    <a:pt x="1095" y="4890"/>
                    <a:pt x="973" y="4882"/>
                  </a:cubicBezTo>
                  <a:cubicBezTo>
                    <a:pt x="747" y="4858"/>
                    <a:pt x="686" y="4768"/>
                    <a:pt x="890" y="4768"/>
                  </a:cubicBezTo>
                  <a:cubicBezTo>
                    <a:pt x="898" y="4768"/>
                    <a:pt x="907" y="4768"/>
                    <a:pt x="916" y="4768"/>
                  </a:cubicBezTo>
                  <a:cubicBezTo>
                    <a:pt x="1038" y="4768"/>
                    <a:pt x="1103" y="4752"/>
                    <a:pt x="1103" y="4728"/>
                  </a:cubicBezTo>
                  <a:cubicBezTo>
                    <a:pt x="1103" y="4711"/>
                    <a:pt x="1038" y="4711"/>
                    <a:pt x="981" y="4711"/>
                  </a:cubicBezTo>
                  <a:cubicBezTo>
                    <a:pt x="950" y="4716"/>
                    <a:pt x="927" y="4718"/>
                    <a:pt x="911" y="4718"/>
                  </a:cubicBezTo>
                  <a:cubicBezTo>
                    <a:pt x="868" y="4718"/>
                    <a:pt x="891" y="4701"/>
                    <a:pt x="981" y="4671"/>
                  </a:cubicBezTo>
                  <a:cubicBezTo>
                    <a:pt x="1160" y="4614"/>
                    <a:pt x="1160" y="4574"/>
                    <a:pt x="1046" y="4509"/>
                  </a:cubicBezTo>
                  <a:cubicBezTo>
                    <a:pt x="959" y="4450"/>
                    <a:pt x="934" y="4405"/>
                    <a:pt x="972" y="4405"/>
                  </a:cubicBezTo>
                  <a:cubicBezTo>
                    <a:pt x="987" y="4405"/>
                    <a:pt x="1012" y="4412"/>
                    <a:pt x="1046" y="4428"/>
                  </a:cubicBezTo>
                  <a:cubicBezTo>
                    <a:pt x="1107" y="4448"/>
                    <a:pt x="1137" y="4458"/>
                    <a:pt x="1144" y="4458"/>
                  </a:cubicBezTo>
                  <a:cubicBezTo>
                    <a:pt x="1152" y="4458"/>
                    <a:pt x="1135" y="4448"/>
                    <a:pt x="1103" y="4428"/>
                  </a:cubicBezTo>
                  <a:cubicBezTo>
                    <a:pt x="1111" y="4395"/>
                    <a:pt x="1111" y="4355"/>
                    <a:pt x="1111" y="4330"/>
                  </a:cubicBezTo>
                  <a:cubicBezTo>
                    <a:pt x="1111" y="4314"/>
                    <a:pt x="1046" y="4290"/>
                    <a:pt x="989" y="4290"/>
                  </a:cubicBezTo>
                  <a:cubicBezTo>
                    <a:pt x="1111" y="4274"/>
                    <a:pt x="1168" y="4233"/>
                    <a:pt x="1054" y="4193"/>
                  </a:cubicBezTo>
                  <a:lnTo>
                    <a:pt x="1054" y="4152"/>
                  </a:lnTo>
                  <a:cubicBezTo>
                    <a:pt x="1054" y="4128"/>
                    <a:pt x="1054" y="4128"/>
                    <a:pt x="997" y="4111"/>
                  </a:cubicBezTo>
                  <a:cubicBezTo>
                    <a:pt x="933" y="4095"/>
                    <a:pt x="997" y="4071"/>
                    <a:pt x="1054" y="4055"/>
                  </a:cubicBezTo>
                  <a:cubicBezTo>
                    <a:pt x="1111" y="4030"/>
                    <a:pt x="1176" y="4014"/>
                    <a:pt x="1119" y="4014"/>
                  </a:cubicBezTo>
                  <a:cubicBezTo>
                    <a:pt x="1054" y="3998"/>
                    <a:pt x="997" y="3982"/>
                    <a:pt x="941" y="3949"/>
                  </a:cubicBezTo>
                  <a:cubicBezTo>
                    <a:pt x="896" y="3938"/>
                    <a:pt x="913" y="3923"/>
                    <a:pt x="947" y="3923"/>
                  </a:cubicBezTo>
                  <a:cubicBezTo>
                    <a:pt x="962" y="3923"/>
                    <a:pt x="980" y="3926"/>
                    <a:pt x="997" y="3933"/>
                  </a:cubicBezTo>
                  <a:cubicBezTo>
                    <a:pt x="1046" y="3933"/>
                    <a:pt x="1087" y="3925"/>
                    <a:pt x="1119" y="3893"/>
                  </a:cubicBezTo>
                  <a:cubicBezTo>
                    <a:pt x="1119" y="3868"/>
                    <a:pt x="1119" y="3828"/>
                    <a:pt x="1062" y="3828"/>
                  </a:cubicBezTo>
                  <a:cubicBezTo>
                    <a:pt x="997" y="3828"/>
                    <a:pt x="1006" y="3714"/>
                    <a:pt x="1062" y="3690"/>
                  </a:cubicBezTo>
                  <a:cubicBezTo>
                    <a:pt x="1062" y="3690"/>
                    <a:pt x="1062" y="3674"/>
                    <a:pt x="1062" y="3649"/>
                  </a:cubicBezTo>
                  <a:cubicBezTo>
                    <a:pt x="1062" y="3633"/>
                    <a:pt x="1006" y="3609"/>
                    <a:pt x="1006" y="3593"/>
                  </a:cubicBezTo>
                  <a:cubicBezTo>
                    <a:pt x="1006" y="3593"/>
                    <a:pt x="1006" y="3568"/>
                    <a:pt x="949" y="3552"/>
                  </a:cubicBezTo>
                  <a:cubicBezTo>
                    <a:pt x="949" y="3528"/>
                    <a:pt x="949" y="3511"/>
                    <a:pt x="1006" y="3511"/>
                  </a:cubicBezTo>
                  <a:cubicBezTo>
                    <a:pt x="892" y="3487"/>
                    <a:pt x="892" y="3487"/>
                    <a:pt x="1006" y="3471"/>
                  </a:cubicBezTo>
                  <a:cubicBezTo>
                    <a:pt x="1127" y="3471"/>
                    <a:pt x="1127" y="3471"/>
                    <a:pt x="1006" y="3447"/>
                  </a:cubicBezTo>
                  <a:cubicBezTo>
                    <a:pt x="949" y="3430"/>
                    <a:pt x="949" y="3430"/>
                    <a:pt x="1014" y="3414"/>
                  </a:cubicBezTo>
                  <a:cubicBezTo>
                    <a:pt x="1070" y="3414"/>
                    <a:pt x="1070" y="3390"/>
                    <a:pt x="1014" y="3390"/>
                  </a:cubicBezTo>
                  <a:cubicBezTo>
                    <a:pt x="892" y="3374"/>
                    <a:pt x="835" y="3309"/>
                    <a:pt x="949" y="3309"/>
                  </a:cubicBezTo>
                  <a:cubicBezTo>
                    <a:pt x="949" y="3309"/>
                    <a:pt x="949" y="3293"/>
                    <a:pt x="892" y="3268"/>
                  </a:cubicBezTo>
                  <a:cubicBezTo>
                    <a:pt x="770" y="3252"/>
                    <a:pt x="770" y="3252"/>
                    <a:pt x="892" y="3252"/>
                  </a:cubicBezTo>
                  <a:cubicBezTo>
                    <a:pt x="1014" y="3228"/>
                    <a:pt x="1014" y="3212"/>
                    <a:pt x="892" y="3187"/>
                  </a:cubicBezTo>
                  <a:cubicBezTo>
                    <a:pt x="892" y="3187"/>
                    <a:pt x="835" y="3171"/>
                    <a:pt x="892" y="3147"/>
                  </a:cubicBezTo>
                  <a:cubicBezTo>
                    <a:pt x="953" y="3109"/>
                    <a:pt x="1013" y="3007"/>
                    <a:pt x="922" y="3007"/>
                  </a:cubicBezTo>
                  <a:cubicBezTo>
                    <a:pt x="915" y="3007"/>
                    <a:pt x="908" y="3008"/>
                    <a:pt x="900" y="3009"/>
                  </a:cubicBezTo>
                  <a:lnTo>
                    <a:pt x="900" y="2968"/>
                  </a:lnTo>
                  <a:cubicBezTo>
                    <a:pt x="957" y="2928"/>
                    <a:pt x="957" y="2912"/>
                    <a:pt x="900" y="2887"/>
                  </a:cubicBezTo>
                  <a:lnTo>
                    <a:pt x="843" y="2871"/>
                  </a:lnTo>
                  <a:cubicBezTo>
                    <a:pt x="900" y="2871"/>
                    <a:pt x="965" y="2847"/>
                    <a:pt x="965" y="2830"/>
                  </a:cubicBezTo>
                  <a:cubicBezTo>
                    <a:pt x="965" y="2806"/>
                    <a:pt x="965" y="2806"/>
                    <a:pt x="900" y="2806"/>
                  </a:cubicBezTo>
                  <a:cubicBezTo>
                    <a:pt x="883" y="2814"/>
                    <a:pt x="871" y="2816"/>
                    <a:pt x="863" y="2816"/>
                  </a:cubicBezTo>
                  <a:cubicBezTo>
                    <a:pt x="843" y="2816"/>
                    <a:pt x="843" y="2801"/>
                    <a:pt x="843" y="2790"/>
                  </a:cubicBezTo>
                  <a:cubicBezTo>
                    <a:pt x="843" y="2766"/>
                    <a:pt x="900" y="2749"/>
                    <a:pt x="965" y="2749"/>
                  </a:cubicBezTo>
                  <a:lnTo>
                    <a:pt x="965" y="2725"/>
                  </a:lnTo>
                  <a:cubicBezTo>
                    <a:pt x="843" y="2725"/>
                    <a:pt x="843" y="2709"/>
                    <a:pt x="908" y="2709"/>
                  </a:cubicBezTo>
                  <a:cubicBezTo>
                    <a:pt x="965" y="2685"/>
                    <a:pt x="965" y="2668"/>
                    <a:pt x="965" y="2652"/>
                  </a:cubicBezTo>
                  <a:cubicBezTo>
                    <a:pt x="927" y="2652"/>
                    <a:pt x="940" y="2641"/>
                    <a:pt x="952" y="2641"/>
                  </a:cubicBezTo>
                  <a:cubicBezTo>
                    <a:pt x="959" y="2641"/>
                    <a:pt x="965" y="2644"/>
                    <a:pt x="965" y="2652"/>
                  </a:cubicBezTo>
                  <a:lnTo>
                    <a:pt x="1022" y="2652"/>
                  </a:lnTo>
                  <a:cubicBezTo>
                    <a:pt x="1087" y="2628"/>
                    <a:pt x="1022" y="2628"/>
                    <a:pt x="965" y="2628"/>
                  </a:cubicBezTo>
                  <a:lnTo>
                    <a:pt x="965" y="2587"/>
                  </a:lnTo>
                  <a:cubicBezTo>
                    <a:pt x="965" y="2576"/>
                    <a:pt x="965" y="2561"/>
                    <a:pt x="946" y="2561"/>
                  </a:cubicBezTo>
                  <a:cubicBezTo>
                    <a:pt x="938" y="2561"/>
                    <a:pt x="926" y="2564"/>
                    <a:pt x="908" y="2571"/>
                  </a:cubicBezTo>
                  <a:cubicBezTo>
                    <a:pt x="843" y="2571"/>
                    <a:pt x="787" y="2571"/>
                    <a:pt x="787" y="2547"/>
                  </a:cubicBezTo>
                  <a:cubicBezTo>
                    <a:pt x="749" y="2547"/>
                    <a:pt x="761" y="2539"/>
                    <a:pt x="774" y="2539"/>
                  </a:cubicBezTo>
                  <a:cubicBezTo>
                    <a:pt x="780" y="2539"/>
                    <a:pt x="787" y="2541"/>
                    <a:pt x="787" y="2547"/>
                  </a:cubicBezTo>
                  <a:cubicBezTo>
                    <a:pt x="852" y="2547"/>
                    <a:pt x="908" y="2547"/>
                    <a:pt x="908" y="2530"/>
                  </a:cubicBezTo>
                  <a:cubicBezTo>
                    <a:pt x="908" y="2506"/>
                    <a:pt x="965" y="2506"/>
                    <a:pt x="965" y="2506"/>
                  </a:cubicBezTo>
                  <a:cubicBezTo>
                    <a:pt x="981" y="2509"/>
                    <a:pt x="993" y="2511"/>
                    <a:pt x="1003" y="2511"/>
                  </a:cubicBezTo>
                  <a:cubicBezTo>
                    <a:pt x="1072" y="2511"/>
                    <a:pt x="1023" y="2446"/>
                    <a:pt x="973" y="2425"/>
                  </a:cubicBezTo>
                  <a:cubicBezTo>
                    <a:pt x="852" y="2385"/>
                    <a:pt x="852" y="2368"/>
                    <a:pt x="973" y="2368"/>
                  </a:cubicBezTo>
                  <a:cubicBezTo>
                    <a:pt x="1095" y="2368"/>
                    <a:pt x="973" y="2328"/>
                    <a:pt x="795" y="2312"/>
                  </a:cubicBezTo>
                  <a:lnTo>
                    <a:pt x="616" y="2287"/>
                  </a:lnTo>
                  <a:lnTo>
                    <a:pt x="795" y="2287"/>
                  </a:lnTo>
                  <a:cubicBezTo>
                    <a:pt x="1030" y="2271"/>
                    <a:pt x="1030" y="2271"/>
                    <a:pt x="916" y="2206"/>
                  </a:cubicBezTo>
                  <a:cubicBezTo>
                    <a:pt x="860" y="2166"/>
                    <a:pt x="860" y="2166"/>
                    <a:pt x="916" y="2166"/>
                  </a:cubicBezTo>
                  <a:cubicBezTo>
                    <a:pt x="973" y="2166"/>
                    <a:pt x="973" y="2149"/>
                    <a:pt x="981" y="2085"/>
                  </a:cubicBezTo>
                  <a:cubicBezTo>
                    <a:pt x="981" y="2028"/>
                    <a:pt x="981" y="2012"/>
                    <a:pt x="916" y="2012"/>
                  </a:cubicBezTo>
                  <a:cubicBezTo>
                    <a:pt x="916" y="2012"/>
                    <a:pt x="916" y="1987"/>
                    <a:pt x="925" y="1963"/>
                  </a:cubicBezTo>
                  <a:cubicBezTo>
                    <a:pt x="1020" y="1949"/>
                    <a:pt x="995" y="1919"/>
                    <a:pt x="913" y="1919"/>
                  </a:cubicBezTo>
                  <a:cubicBezTo>
                    <a:pt x="897" y="1919"/>
                    <a:pt x="879" y="1920"/>
                    <a:pt x="860" y="1922"/>
                  </a:cubicBezTo>
                  <a:lnTo>
                    <a:pt x="860" y="1874"/>
                  </a:lnTo>
                  <a:lnTo>
                    <a:pt x="925" y="1874"/>
                  </a:lnTo>
                  <a:cubicBezTo>
                    <a:pt x="929" y="1874"/>
                    <a:pt x="933" y="1875"/>
                    <a:pt x="937" y="1875"/>
                  </a:cubicBezTo>
                  <a:cubicBezTo>
                    <a:pt x="981" y="1875"/>
                    <a:pt x="982" y="1828"/>
                    <a:pt x="989" y="1671"/>
                  </a:cubicBezTo>
                  <a:cubicBezTo>
                    <a:pt x="997" y="1476"/>
                    <a:pt x="1022" y="1460"/>
                    <a:pt x="908" y="1412"/>
                  </a:cubicBezTo>
                  <a:cubicBezTo>
                    <a:pt x="840" y="1364"/>
                    <a:pt x="819" y="1334"/>
                    <a:pt x="842" y="1334"/>
                  </a:cubicBezTo>
                  <a:cubicBezTo>
                    <a:pt x="854" y="1334"/>
                    <a:pt x="879" y="1343"/>
                    <a:pt x="916" y="1363"/>
                  </a:cubicBezTo>
                  <a:cubicBezTo>
                    <a:pt x="948" y="1381"/>
                    <a:pt x="980" y="1392"/>
                    <a:pt x="993" y="1392"/>
                  </a:cubicBezTo>
                  <a:cubicBezTo>
                    <a:pt x="1004" y="1392"/>
                    <a:pt x="1003" y="1385"/>
                    <a:pt x="981" y="1371"/>
                  </a:cubicBezTo>
                  <a:cubicBezTo>
                    <a:pt x="995" y="1351"/>
                    <a:pt x="1019" y="1337"/>
                    <a:pt x="1041" y="1337"/>
                  </a:cubicBezTo>
                  <a:cubicBezTo>
                    <a:pt x="1045" y="1337"/>
                    <a:pt x="1050" y="1337"/>
                    <a:pt x="1054" y="1339"/>
                  </a:cubicBezTo>
                  <a:cubicBezTo>
                    <a:pt x="1064" y="1339"/>
                    <a:pt x="1073" y="1340"/>
                    <a:pt x="1081" y="1340"/>
                  </a:cubicBezTo>
                  <a:cubicBezTo>
                    <a:pt x="1178" y="1340"/>
                    <a:pt x="1140" y="1296"/>
                    <a:pt x="1095" y="1266"/>
                  </a:cubicBezTo>
                  <a:cubicBezTo>
                    <a:pt x="1042" y="1241"/>
                    <a:pt x="1030" y="1233"/>
                    <a:pt x="1038" y="1233"/>
                  </a:cubicBezTo>
                  <a:cubicBezTo>
                    <a:pt x="1046" y="1233"/>
                    <a:pt x="1075" y="1241"/>
                    <a:pt x="1103" y="1249"/>
                  </a:cubicBezTo>
                  <a:cubicBezTo>
                    <a:pt x="1137" y="1259"/>
                    <a:pt x="1173" y="1272"/>
                    <a:pt x="1187" y="1272"/>
                  </a:cubicBezTo>
                  <a:cubicBezTo>
                    <a:pt x="1197" y="1272"/>
                    <a:pt x="1196" y="1266"/>
                    <a:pt x="1176" y="1249"/>
                  </a:cubicBezTo>
                  <a:cubicBezTo>
                    <a:pt x="1145" y="1206"/>
                    <a:pt x="1161" y="1115"/>
                    <a:pt x="1211" y="1115"/>
                  </a:cubicBezTo>
                  <a:cubicBezTo>
                    <a:pt x="1226" y="1115"/>
                    <a:pt x="1244" y="1123"/>
                    <a:pt x="1265" y="1144"/>
                  </a:cubicBezTo>
                  <a:cubicBezTo>
                    <a:pt x="1273" y="1128"/>
                    <a:pt x="1281" y="1120"/>
                    <a:pt x="1289" y="1112"/>
                  </a:cubicBezTo>
                  <a:cubicBezTo>
                    <a:pt x="1249" y="1071"/>
                    <a:pt x="1281" y="1039"/>
                    <a:pt x="1314" y="1014"/>
                  </a:cubicBezTo>
                  <a:cubicBezTo>
                    <a:pt x="1333" y="1003"/>
                    <a:pt x="1347" y="995"/>
                    <a:pt x="1359" y="995"/>
                  </a:cubicBezTo>
                  <a:cubicBezTo>
                    <a:pt x="1373" y="995"/>
                    <a:pt x="1386" y="1005"/>
                    <a:pt x="1403" y="1031"/>
                  </a:cubicBezTo>
                  <a:cubicBezTo>
                    <a:pt x="1414" y="1059"/>
                    <a:pt x="1423" y="1074"/>
                    <a:pt x="1430" y="1074"/>
                  </a:cubicBezTo>
                  <a:cubicBezTo>
                    <a:pt x="1438" y="1074"/>
                    <a:pt x="1443" y="1051"/>
                    <a:pt x="1443" y="1006"/>
                  </a:cubicBezTo>
                  <a:cubicBezTo>
                    <a:pt x="1452" y="998"/>
                    <a:pt x="1411" y="893"/>
                    <a:pt x="1427" y="885"/>
                  </a:cubicBezTo>
                  <a:cubicBezTo>
                    <a:pt x="1395" y="836"/>
                    <a:pt x="1387" y="771"/>
                    <a:pt x="1411" y="763"/>
                  </a:cubicBezTo>
                  <a:lnTo>
                    <a:pt x="1411" y="763"/>
                  </a:lnTo>
                  <a:lnTo>
                    <a:pt x="1443" y="812"/>
                  </a:lnTo>
                  <a:lnTo>
                    <a:pt x="1500" y="917"/>
                  </a:lnTo>
                  <a:cubicBezTo>
                    <a:pt x="1516" y="909"/>
                    <a:pt x="1541" y="901"/>
                    <a:pt x="1508" y="852"/>
                  </a:cubicBezTo>
                  <a:lnTo>
                    <a:pt x="1508" y="852"/>
                  </a:lnTo>
                  <a:cubicBezTo>
                    <a:pt x="1542" y="880"/>
                    <a:pt x="1564" y="889"/>
                    <a:pt x="1588" y="889"/>
                  </a:cubicBezTo>
                  <a:cubicBezTo>
                    <a:pt x="1598" y="889"/>
                    <a:pt x="1609" y="887"/>
                    <a:pt x="1622" y="885"/>
                  </a:cubicBezTo>
                  <a:cubicBezTo>
                    <a:pt x="1662" y="876"/>
                    <a:pt x="1703" y="868"/>
                    <a:pt x="1703" y="812"/>
                  </a:cubicBezTo>
                  <a:cubicBezTo>
                    <a:pt x="1735" y="864"/>
                    <a:pt x="1780" y="893"/>
                    <a:pt x="1816" y="893"/>
                  </a:cubicBezTo>
                  <a:cubicBezTo>
                    <a:pt x="1853" y="893"/>
                    <a:pt x="1881" y="864"/>
                    <a:pt x="1881" y="804"/>
                  </a:cubicBezTo>
                  <a:cubicBezTo>
                    <a:pt x="1873" y="775"/>
                    <a:pt x="1875" y="761"/>
                    <a:pt x="1883" y="761"/>
                  </a:cubicBezTo>
                  <a:cubicBezTo>
                    <a:pt x="1891" y="761"/>
                    <a:pt x="1906" y="775"/>
                    <a:pt x="1922" y="804"/>
                  </a:cubicBezTo>
                  <a:cubicBezTo>
                    <a:pt x="1938" y="836"/>
                    <a:pt x="1946" y="852"/>
                    <a:pt x="1952" y="852"/>
                  </a:cubicBezTo>
                  <a:cubicBezTo>
                    <a:pt x="1958" y="852"/>
                    <a:pt x="1962" y="836"/>
                    <a:pt x="1970" y="804"/>
                  </a:cubicBezTo>
                  <a:cubicBezTo>
                    <a:pt x="1973" y="788"/>
                    <a:pt x="1977" y="782"/>
                    <a:pt x="1982" y="782"/>
                  </a:cubicBezTo>
                  <a:cubicBezTo>
                    <a:pt x="1996" y="782"/>
                    <a:pt x="2018" y="827"/>
                    <a:pt x="2035" y="868"/>
                  </a:cubicBezTo>
                  <a:cubicBezTo>
                    <a:pt x="2054" y="939"/>
                    <a:pt x="2067" y="968"/>
                    <a:pt x="2078" y="968"/>
                  </a:cubicBezTo>
                  <a:cubicBezTo>
                    <a:pt x="2086" y="968"/>
                    <a:pt x="2093" y="953"/>
                    <a:pt x="2100" y="925"/>
                  </a:cubicBezTo>
                  <a:cubicBezTo>
                    <a:pt x="2116" y="893"/>
                    <a:pt x="2157" y="868"/>
                    <a:pt x="2197" y="868"/>
                  </a:cubicBezTo>
                  <a:cubicBezTo>
                    <a:pt x="2238" y="812"/>
                    <a:pt x="2262" y="812"/>
                    <a:pt x="2238" y="755"/>
                  </a:cubicBezTo>
                  <a:cubicBezTo>
                    <a:pt x="2246" y="714"/>
                    <a:pt x="2246" y="674"/>
                    <a:pt x="2262" y="633"/>
                  </a:cubicBezTo>
                  <a:cubicBezTo>
                    <a:pt x="2276" y="614"/>
                    <a:pt x="2285" y="608"/>
                    <a:pt x="2290" y="608"/>
                  </a:cubicBezTo>
                  <a:cubicBezTo>
                    <a:pt x="2300" y="608"/>
                    <a:pt x="2295" y="633"/>
                    <a:pt x="2279" y="633"/>
                  </a:cubicBezTo>
                  <a:cubicBezTo>
                    <a:pt x="2238" y="690"/>
                    <a:pt x="2262" y="690"/>
                    <a:pt x="2279" y="755"/>
                  </a:cubicBezTo>
                  <a:cubicBezTo>
                    <a:pt x="2286" y="784"/>
                    <a:pt x="2319" y="813"/>
                    <a:pt x="2349" y="813"/>
                  </a:cubicBezTo>
                  <a:cubicBezTo>
                    <a:pt x="2353" y="813"/>
                    <a:pt x="2356" y="812"/>
                    <a:pt x="2360" y="812"/>
                  </a:cubicBezTo>
                  <a:lnTo>
                    <a:pt x="2441" y="820"/>
                  </a:lnTo>
                  <a:cubicBezTo>
                    <a:pt x="2473" y="848"/>
                    <a:pt x="2493" y="862"/>
                    <a:pt x="2506" y="862"/>
                  </a:cubicBezTo>
                  <a:cubicBezTo>
                    <a:pt x="2518" y="862"/>
                    <a:pt x="2522" y="848"/>
                    <a:pt x="2522" y="820"/>
                  </a:cubicBezTo>
                  <a:lnTo>
                    <a:pt x="2522" y="755"/>
                  </a:lnTo>
                  <a:cubicBezTo>
                    <a:pt x="2530" y="818"/>
                    <a:pt x="2595" y="850"/>
                    <a:pt x="2658" y="850"/>
                  </a:cubicBezTo>
                  <a:cubicBezTo>
                    <a:pt x="2716" y="850"/>
                    <a:pt x="2773" y="822"/>
                    <a:pt x="2781" y="763"/>
                  </a:cubicBezTo>
                  <a:lnTo>
                    <a:pt x="2781" y="828"/>
                  </a:lnTo>
                  <a:cubicBezTo>
                    <a:pt x="2781" y="885"/>
                    <a:pt x="2806" y="885"/>
                    <a:pt x="2838" y="885"/>
                  </a:cubicBezTo>
                  <a:cubicBezTo>
                    <a:pt x="2862" y="885"/>
                    <a:pt x="2943" y="828"/>
                    <a:pt x="3000" y="828"/>
                  </a:cubicBezTo>
                  <a:cubicBezTo>
                    <a:pt x="3081" y="828"/>
                    <a:pt x="3138" y="828"/>
                    <a:pt x="3138" y="771"/>
                  </a:cubicBezTo>
                  <a:cubicBezTo>
                    <a:pt x="3162" y="771"/>
                    <a:pt x="3162" y="771"/>
                    <a:pt x="3162" y="836"/>
                  </a:cubicBezTo>
                  <a:cubicBezTo>
                    <a:pt x="3138" y="893"/>
                    <a:pt x="3162" y="893"/>
                    <a:pt x="3178" y="893"/>
                  </a:cubicBezTo>
                  <a:cubicBezTo>
                    <a:pt x="3203" y="893"/>
                    <a:pt x="3203" y="836"/>
                    <a:pt x="3203" y="771"/>
                  </a:cubicBezTo>
                  <a:cubicBezTo>
                    <a:pt x="3203" y="743"/>
                    <a:pt x="3207" y="729"/>
                    <a:pt x="3216" y="729"/>
                  </a:cubicBezTo>
                  <a:cubicBezTo>
                    <a:pt x="3225" y="729"/>
                    <a:pt x="3239" y="743"/>
                    <a:pt x="3260" y="771"/>
                  </a:cubicBezTo>
                  <a:cubicBezTo>
                    <a:pt x="3281" y="805"/>
                    <a:pt x="3312" y="821"/>
                    <a:pt x="3344" y="821"/>
                  </a:cubicBezTo>
                  <a:cubicBezTo>
                    <a:pt x="3373" y="821"/>
                    <a:pt x="3402" y="807"/>
                    <a:pt x="3422" y="779"/>
                  </a:cubicBezTo>
                  <a:cubicBezTo>
                    <a:pt x="3438" y="779"/>
                    <a:pt x="3462" y="779"/>
                    <a:pt x="3462" y="836"/>
                  </a:cubicBezTo>
                  <a:cubicBezTo>
                    <a:pt x="3472" y="874"/>
                    <a:pt x="3490" y="909"/>
                    <a:pt x="3511" y="909"/>
                  </a:cubicBezTo>
                  <a:cubicBezTo>
                    <a:pt x="3526" y="909"/>
                    <a:pt x="3543" y="891"/>
                    <a:pt x="3560" y="844"/>
                  </a:cubicBezTo>
                  <a:cubicBezTo>
                    <a:pt x="3584" y="844"/>
                    <a:pt x="3584" y="844"/>
                    <a:pt x="3584" y="901"/>
                  </a:cubicBezTo>
                  <a:cubicBezTo>
                    <a:pt x="3593" y="939"/>
                    <a:pt x="3597" y="974"/>
                    <a:pt x="3604" y="974"/>
                  </a:cubicBezTo>
                  <a:cubicBezTo>
                    <a:pt x="3608" y="974"/>
                    <a:pt x="3614" y="956"/>
                    <a:pt x="3624" y="909"/>
                  </a:cubicBezTo>
                  <a:cubicBezTo>
                    <a:pt x="3640" y="881"/>
                    <a:pt x="3667" y="867"/>
                    <a:pt x="3694" y="867"/>
                  </a:cubicBezTo>
                  <a:cubicBezTo>
                    <a:pt x="3722" y="867"/>
                    <a:pt x="3750" y="884"/>
                    <a:pt x="3762" y="917"/>
                  </a:cubicBezTo>
                  <a:cubicBezTo>
                    <a:pt x="3765" y="917"/>
                    <a:pt x="3769" y="917"/>
                    <a:pt x="3773" y="917"/>
                  </a:cubicBezTo>
                  <a:cubicBezTo>
                    <a:pt x="3788" y="917"/>
                    <a:pt x="3804" y="912"/>
                    <a:pt x="3811" y="860"/>
                  </a:cubicBezTo>
                  <a:cubicBezTo>
                    <a:pt x="3811" y="846"/>
                    <a:pt x="3811" y="832"/>
                    <a:pt x="3812" y="820"/>
                  </a:cubicBezTo>
                  <a:lnTo>
                    <a:pt x="3812" y="820"/>
                  </a:lnTo>
                  <a:cubicBezTo>
                    <a:pt x="3815" y="871"/>
                    <a:pt x="3818" y="896"/>
                    <a:pt x="3823" y="896"/>
                  </a:cubicBezTo>
                  <a:cubicBezTo>
                    <a:pt x="3829" y="896"/>
                    <a:pt x="3840" y="867"/>
                    <a:pt x="3860" y="812"/>
                  </a:cubicBezTo>
                  <a:cubicBezTo>
                    <a:pt x="3860" y="783"/>
                    <a:pt x="3866" y="769"/>
                    <a:pt x="3871" y="769"/>
                  </a:cubicBezTo>
                  <a:cubicBezTo>
                    <a:pt x="3876" y="769"/>
                    <a:pt x="3880" y="783"/>
                    <a:pt x="3876" y="812"/>
                  </a:cubicBezTo>
                  <a:cubicBezTo>
                    <a:pt x="3892" y="876"/>
                    <a:pt x="3908" y="876"/>
                    <a:pt x="3908" y="876"/>
                  </a:cubicBezTo>
                  <a:cubicBezTo>
                    <a:pt x="3951" y="867"/>
                    <a:pt x="3996" y="863"/>
                    <a:pt x="4043" y="863"/>
                  </a:cubicBezTo>
                  <a:cubicBezTo>
                    <a:pt x="4076" y="863"/>
                    <a:pt x="4110" y="865"/>
                    <a:pt x="4143" y="868"/>
                  </a:cubicBezTo>
                  <a:cubicBezTo>
                    <a:pt x="4243" y="893"/>
                    <a:pt x="4303" y="915"/>
                    <a:pt x="4338" y="915"/>
                  </a:cubicBezTo>
                  <a:cubicBezTo>
                    <a:pt x="4360" y="915"/>
                    <a:pt x="4372" y="906"/>
                    <a:pt x="4378" y="885"/>
                  </a:cubicBezTo>
                  <a:cubicBezTo>
                    <a:pt x="4397" y="862"/>
                    <a:pt x="4407" y="850"/>
                    <a:pt x="4413" y="850"/>
                  </a:cubicBezTo>
                  <a:cubicBezTo>
                    <a:pt x="4419" y="850"/>
                    <a:pt x="4419" y="866"/>
                    <a:pt x="4419" y="901"/>
                  </a:cubicBezTo>
                  <a:cubicBezTo>
                    <a:pt x="4419" y="958"/>
                    <a:pt x="4435" y="966"/>
                    <a:pt x="4460" y="974"/>
                  </a:cubicBezTo>
                  <a:cubicBezTo>
                    <a:pt x="4476" y="982"/>
                    <a:pt x="4500" y="990"/>
                    <a:pt x="4476" y="1047"/>
                  </a:cubicBezTo>
                  <a:cubicBezTo>
                    <a:pt x="4505" y="1012"/>
                    <a:pt x="4513" y="1002"/>
                    <a:pt x="4521" y="1002"/>
                  </a:cubicBezTo>
                  <a:cubicBezTo>
                    <a:pt x="4524" y="1002"/>
                    <a:pt x="4528" y="1004"/>
                    <a:pt x="4532" y="1006"/>
                  </a:cubicBezTo>
                  <a:cubicBezTo>
                    <a:pt x="4518" y="1039"/>
                    <a:pt x="4521" y="1056"/>
                    <a:pt x="4533" y="1056"/>
                  </a:cubicBezTo>
                  <a:cubicBezTo>
                    <a:pt x="4542" y="1056"/>
                    <a:pt x="4556" y="1047"/>
                    <a:pt x="4573" y="1031"/>
                  </a:cubicBezTo>
                  <a:cubicBezTo>
                    <a:pt x="4605" y="979"/>
                    <a:pt x="4621" y="952"/>
                    <a:pt x="4624" y="952"/>
                  </a:cubicBezTo>
                  <a:cubicBezTo>
                    <a:pt x="4626" y="952"/>
                    <a:pt x="4614" y="981"/>
                    <a:pt x="4589" y="1039"/>
                  </a:cubicBezTo>
                  <a:cubicBezTo>
                    <a:pt x="4571" y="1076"/>
                    <a:pt x="4585" y="1131"/>
                    <a:pt x="4596" y="1131"/>
                  </a:cubicBezTo>
                  <a:cubicBezTo>
                    <a:pt x="4600" y="1131"/>
                    <a:pt x="4603" y="1125"/>
                    <a:pt x="4605" y="1112"/>
                  </a:cubicBezTo>
                  <a:cubicBezTo>
                    <a:pt x="4630" y="1055"/>
                    <a:pt x="4662" y="1071"/>
                    <a:pt x="4711" y="1031"/>
                  </a:cubicBezTo>
                  <a:cubicBezTo>
                    <a:pt x="4727" y="1039"/>
                    <a:pt x="4751" y="1047"/>
                    <a:pt x="4719" y="1103"/>
                  </a:cubicBezTo>
                  <a:cubicBezTo>
                    <a:pt x="4714" y="1137"/>
                    <a:pt x="4751" y="1153"/>
                    <a:pt x="4792" y="1153"/>
                  </a:cubicBezTo>
                  <a:cubicBezTo>
                    <a:pt x="4821" y="1153"/>
                    <a:pt x="4853" y="1145"/>
                    <a:pt x="4873" y="1128"/>
                  </a:cubicBezTo>
                  <a:cubicBezTo>
                    <a:pt x="4888" y="1106"/>
                    <a:pt x="4901" y="1095"/>
                    <a:pt x="4908" y="1095"/>
                  </a:cubicBezTo>
                  <a:cubicBezTo>
                    <a:pt x="4916" y="1095"/>
                    <a:pt x="4915" y="1110"/>
                    <a:pt x="4897" y="1136"/>
                  </a:cubicBezTo>
                  <a:cubicBezTo>
                    <a:pt x="4865" y="1193"/>
                    <a:pt x="4881" y="1201"/>
                    <a:pt x="4897" y="1209"/>
                  </a:cubicBezTo>
                  <a:cubicBezTo>
                    <a:pt x="4909" y="1199"/>
                    <a:pt x="4916" y="1195"/>
                    <a:pt x="4919" y="1195"/>
                  </a:cubicBezTo>
                  <a:cubicBezTo>
                    <a:pt x="4930" y="1195"/>
                    <a:pt x="4906" y="1237"/>
                    <a:pt x="4881" y="1274"/>
                  </a:cubicBezTo>
                  <a:cubicBezTo>
                    <a:pt x="4832" y="1314"/>
                    <a:pt x="4849" y="1322"/>
                    <a:pt x="4881" y="1347"/>
                  </a:cubicBezTo>
                  <a:cubicBezTo>
                    <a:pt x="4896" y="1336"/>
                    <a:pt x="4911" y="1331"/>
                    <a:pt x="4926" y="1331"/>
                  </a:cubicBezTo>
                  <a:cubicBezTo>
                    <a:pt x="4967" y="1331"/>
                    <a:pt x="5008" y="1366"/>
                    <a:pt x="5043" y="1395"/>
                  </a:cubicBezTo>
                  <a:cubicBezTo>
                    <a:pt x="5073" y="1416"/>
                    <a:pt x="5100" y="1425"/>
                    <a:pt x="5126" y="1425"/>
                  </a:cubicBezTo>
                  <a:cubicBezTo>
                    <a:pt x="5173" y="1425"/>
                    <a:pt x="5220" y="1399"/>
                    <a:pt x="5287" y="1363"/>
                  </a:cubicBezTo>
                  <a:lnTo>
                    <a:pt x="5384" y="1290"/>
                  </a:lnTo>
                  <a:lnTo>
                    <a:pt x="5303" y="1379"/>
                  </a:lnTo>
                  <a:cubicBezTo>
                    <a:pt x="5262" y="1428"/>
                    <a:pt x="5230" y="1476"/>
                    <a:pt x="5197" y="1525"/>
                  </a:cubicBezTo>
                  <a:cubicBezTo>
                    <a:pt x="5200" y="1527"/>
                    <a:pt x="5202" y="1528"/>
                    <a:pt x="5205" y="1528"/>
                  </a:cubicBezTo>
                  <a:cubicBezTo>
                    <a:pt x="5225" y="1528"/>
                    <a:pt x="5260" y="1487"/>
                    <a:pt x="5295" y="1452"/>
                  </a:cubicBezTo>
                  <a:cubicBezTo>
                    <a:pt x="5310" y="1436"/>
                    <a:pt x="5323" y="1428"/>
                    <a:pt x="5331" y="1428"/>
                  </a:cubicBezTo>
                  <a:cubicBezTo>
                    <a:pt x="5344" y="1428"/>
                    <a:pt x="5348" y="1448"/>
                    <a:pt x="5343" y="1493"/>
                  </a:cubicBezTo>
                  <a:cubicBezTo>
                    <a:pt x="5332" y="1545"/>
                    <a:pt x="5337" y="1568"/>
                    <a:pt x="5361" y="1568"/>
                  </a:cubicBezTo>
                  <a:cubicBezTo>
                    <a:pt x="5371" y="1568"/>
                    <a:pt x="5384" y="1564"/>
                    <a:pt x="5400" y="1558"/>
                  </a:cubicBezTo>
                  <a:cubicBezTo>
                    <a:pt x="5416" y="1574"/>
                    <a:pt x="5424" y="1590"/>
                    <a:pt x="5400" y="1647"/>
                  </a:cubicBezTo>
                  <a:cubicBezTo>
                    <a:pt x="5403" y="1653"/>
                    <a:pt x="5405" y="1657"/>
                    <a:pt x="5409" y="1657"/>
                  </a:cubicBezTo>
                  <a:cubicBezTo>
                    <a:pt x="5415" y="1657"/>
                    <a:pt x="5427" y="1647"/>
                    <a:pt x="5457" y="1622"/>
                  </a:cubicBezTo>
                  <a:cubicBezTo>
                    <a:pt x="5472" y="1607"/>
                    <a:pt x="5484" y="1600"/>
                    <a:pt x="5491" y="1600"/>
                  </a:cubicBezTo>
                  <a:cubicBezTo>
                    <a:pt x="5503" y="1600"/>
                    <a:pt x="5501" y="1619"/>
                    <a:pt x="5481" y="1655"/>
                  </a:cubicBezTo>
                  <a:cubicBezTo>
                    <a:pt x="5426" y="1722"/>
                    <a:pt x="5436" y="1767"/>
                    <a:pt x="5461" y="1767"/>
                  </a:cubicBezTo>
                  <a:cubicBezTo>
                    <a:pt x="5469" y="1767"/>
                    <a:pt x="5479" y="1762"/>
                    <a:pt x="5489" y="1752"/>
                  </a:cubicBezTo>
                  <a:cubicBezTo>
                    <a:pt x="5509" y="1736"/>
                    <a:pt x="5523" y="1730"/>
                    <a:pt x="5534" y="1730"/>
                  </a:cubicBezTo>
                  <a:cubicBezTo>
                    <a:pt x="5550" y="1730"/>
                    <a:pt x="5557" y="1742"/>
                    <a:pt x="5562" y="1752"/>
                  </a:cubicBezTo>
                  <a:cubicBezTo>
                    <a:pt x="5574" y="1764"/>
                    <a:pt x="5581" y="1775"/>
                    <a:pt x="5607" y="1775"/>
                  </a:cubicBezTo>
                  <a:cubicBezTo>
                    <a:pt x="5618" y="1775"/>
                    <a:pt x="5632" y="1773"/>
                    <a:pt x="5651" y="1768"/>
                  </a:cubicBezTo>
                  <a:lnTo>
                    <a:pt x="5676" y="1801"/>
                  </a:lnTo>
                  <a:cubicBezTo>
                    <a:pt x="5681" y="1812"/>
                    <a:pt x="5655" y="1824"/>
                    <a:pt x="5633" y="1824"/>
                  </a:cubicBezTo>
                  <a:cubicBezTo>
                    <a:pt x="5624" y="1824"/>
                    <a:pt x="5616" y="1822"/>
                    <a:pt x="5611" y="1817"/>
                  </a:cubicBezTo>
                  <a:lnTo>
                    <a:pt x="5578" y="1874"/>
                  </a:lnTo>
                  <a:cubicBezTo>
                    <a:pt x="5596" y="1897"/>
                    <a:pt x="5605" y="1913"/>
                    <a:pt x="5634" y="1913"/>
                  </a:cubicBezTo>
                  <a:cubicBezTo>
                    <a:pt x="5645" y="1913"/>
                    <a:pt x="5658" y="1911"/>
                    <a:pt x="5676" y="1906"/>
                  </a:cubicBezTo>
                  <a:cubicBezTo>
                    <a:pt x="5725" y="1884"/>
                    <a:pt x="5751" y="1871"/>
                    <a:pt x="5755" y="1871"/>
                  </a:cubicBezTo>
                  <a:cubicBezTo>
                    <a:pt x="5760" y="1871"/>
                    <a:pt x="5736" y="1888"/>
                    <a:pt x="5684" y="1922"/>
                  </a:cubicBezTo>
                  <a:cubicBezTo>
                    <a:pt x="5642" y="1950"/>
                    <a:pt x="5606" y="1990"/>
                    <a:pt x="5639" y="1990"/>
                  </a:cubicBezTo>
                  <a:cubicBezTo>
                    <a:pt x="5644" y="1990"/>
                    <a:pt x="5651" y="1989"/>
                    <a:pt x="5659" y="1987"/>
                  </a:cubicBezTo>
                  <a:cubicBezTo>
                    <a:pt x="5688" y="1976"/>
                    <a:pt x="5706" y="1972"/>
                    <a:pt x="5716" y="1972"/>
                  </a:cubicBezTo>
                  <a:cubicBezTo>
                    <a:pt x="5742" y="1972"/>
                    <a:pt x="5711" y="2004"/>
                    <a:pt x="5676" y="2028"/>
                  </a:cubicBezTo>
                  <a:cubicBezTo>
                    <a:pt x="5562" y="2076"/>
                    <a:pt x="5562" y="2068"/>
                    <a:pt x="5708" y="2076"/>
                  </a:cubicBezTo>
                  <a:cubicBezTo>
                    <a:pt x="5732" y="2117"/>
                    <a:pt x="5822" y="2158"/>
                    <a:pt x="5846" y="2214"/>
                  </a:cubicBezTo>
                  <a:cubicBezTo>
                    <a:pt x="5878" y="2295"/>
                    <a:pt x="5903" y="2328"/>
                    <a:pt x="5854" y="2376"/>
                  </a:cubicBezTo>
                  <a:cubicBezTo>
                    <a:pt x="5782" y="2402"/>
                    <a:pt x="5759" y="2422"/>
                    <a:pt x="5764" y="2422"/>
                  </a:cubicBezTo>
                  <a:cubicBezTo>
                    <a:pt x="5767" y="2422"/>
                    <a:pt x="5780" y="2415"/>
                    <a:pt x="5797" y="2401"/>
                  </a:cubicBezTo>
                  <a:cubicBezTo>
                    <a:pt x="5843" y="2381"/>
                    <a:pt x="5872" y="2372"/>
                    <a:pt x="5891" y="2372"/>
                  </a:cubicBezTo>
                  <a:cubicBezTo>
                    <a:pt x="5919" y="2372"/>
                    <a:pt x="5925" y="2391"/>
                    <a:pt x="5935" y="2425"/>
                  </a:cubicBezTo>
                  <a:cubicBezTo>
                    <a:pt x="5903" y="2506"/>
                    <a:pt x="5968" y="2530"/>
                    <a:pt x="6032" y="2530"/>
                  </a:cubicBezTo>
                  <a:cubicBezTo>
                    <a:pt x="6024" y="2506"/>
                    <a:pt x="6016" y="2490"/>
                    <a:pt x="6016" y="2490"/>
                  </a:cubicBezTo>
                  <a:cubicBezTo>
                    <a:pt x="6055" y="2476"/>
                    <a:pt x="6081" y="2470"/>
                    <a:pt x="6098" y="2470"/>
                  </a:cubicBezTo>
                  <a:cubicBezTo>
                    <a:pt x="6130" y="2470"/>
                    <a:pt x="6124" y="2493"/>
                    <a:pt x="6097" y="2530"/>
                  </a:cubicBezTo>
                  <a:cubicBezTo>
                    <a:pt x="6105" y="2555"/>
                    <a:pt x="6049" y="2571"/>
                    <a:pt x="5992" y="2587"/>
                  </a:cubicBezTo>
                  <a:cubicBezTo>
                    <a:pt x="5935" y="2603"/>
                    <a:pt x="5886" y="2644"/>
                    <a:pt x="5886" y="2660"/>
                  </a:cubicBezTo>
                  <a:cubicBezTo>
                    <a:pt x="5891" y="2675"/>
                    <a:pt x="5893" y="2686"/>
                    <a:pt x="5906" y="2686"/>
                  </a:cubicBezTo>
                  <a:cubicBezTo>
                    <a:pt x="5915" y="2686"/>
                    <a:pt x="5929" y="2681"/>
                    <a:pt x="5951" y="2668"/>
                  </a:cubicBezTo>
                  <a:cubicBezTo>
                    <a:pt x="5980" y="2660"/>
                    <a:pt x="5994" y="2656"/>
                    <a:pt x="6001" y="2656"/>
                  </a:cubicBezTo>
                  <a:cubicBezTo>
                    <a:pt x="6008" y="2656"/>
                    <a:pt x="6008" y="2660"/>
                    <a:pt x="6008" y="2668"/>
                  </a:cubicBezTo>
                  <a:cubicBezTo>
                    <a:pt x="6016" y="2693"/>
                    <a:pt x="6024" y="2709"/>
                    <a:pt x="6081" y="2717"/>
                  </a:cubicBezTo>
                  <a:cubicBezTo>
                    <a:pt x="6096" y="2713"/>
                    <a:pt x="6108" y="2712"/>
                    <a:pt x="6117" y="2712"/>
                  </a:cubicBezTo>
                  <a:cubicBezTo>
                    <a:pt x="6146" y="2712"/>
                    <a:pt x="6148" y="2729"/>
                    <a:pt x="6154" y="2741"/>
                  </a:cubicBezTo>
                  <a:cubicBezTo>
                    <a:pt x="6104" y="2777"/>
                    <a:pt x="6104" y="2813"/>
                    <a:pt x="6105" y="2821"/>
                  </a:cubicBezTo>
                  <a:lnTo>
                    <a:pt x="6105" y="2821"/>
                  </a:lnTo>
                  <a:cubicBezTo>
                    <a:pt x="6089" y="2824"/>
                    <a:pt x="6068" y="2828"/>
                    <a:pt x="6049" y="2830"/>
                  </a:cubicBezTo>
                  <a:cubicBezTo>
                    <a:pt x="6008" y="2839"/>
                    <a:pt x="5976" y="2855"/>
                    <a:pt x="5935" y="2879"/>
                  </a:cubicBezTo>
                  <a:cubicBezTo>
                    <a:pt x="5939" y="2887"/>
                    <a:pt x="5955" y="2889"/>
                    <a:pt x="5971" y="2889"/>
                  </a:cubicBezTo>
                  <a:cubicBezTo>
                    <a:pt x="5986" y="2889"/>
                    <a:pt x="6000" y="2887"/>
                    <a:pt x="6000" y="2887"/>
                  </a:cubicBezTo>
                  <a:cubicBezTo>
                    <a:pt x="6001" y="2887"/>
                    <a:pt x="6002" y="2887"/>
                    <a:pt x="6002" y="2887"/>
                  </a:cubicBezTo>
                  <a:cubicBezTo>
                    <a:pt x="6027" y="2887"/>
                    <a:pt x="6065" y="3005"/>
                    <a:pt x="6081" y="3130"/>
                  </a:cubicBezTo>
                  <a:cubicBezTo>
                    <a:pt x="6097" y="3228"/>
                    <a:pt x="6097" y="3333"/>
                    <a:pt x="6089" y="3430"/>
                  </a:cubicBezTo>
                  <a:cubicBezTo>
                    <a:pt x="6039" y="3467"/>
                    <a:pt x="6027" y="3522"/>
                    <a:pt x="6071" y="3522"/>
                  </a:cubicBezTo>
                  <a:cubicBezTo>
                    <a:pt x="6076" y="3522"/>
                    <a:pt x="6082" y="3521"/>
                    <a:pt x="6089" y="3520"/>
                  </a:cubicBezTo>
                  <a:cubicBezTo>
                    <a:pt x="6146" y="3520"/>
                    <a:pt x="6146" y="3625"/>
                    <a:pt x="6122" y="3755"/>
                  </a:cubicBezTo>
                  <a:cubicBezTo>
                    <a:pt x="6097" y="3901"/>
                    <a:pt x="6065" y="3998"/>
                    <a:pt x="6122" y="4014"/>
                  </a:cubicBezTo>
                  <a:lnTo>
                    <a:pt x="6105" y="4079"/>
                  </a:lnTo>
                  <a:cubicBezTo>
                    <a:pt x="6097" y="4120"/>
                    <a:pt x="6138" y="4176"/>
                    <a:pt x="6130" y="4201"/>
                  </a:cubicBezTo>
                  <a:cubicBezTo>
                    <a:pt x="6159" y="4225"/>
                    <a:pt x="6168" y="4240"/>
                    <a:pt x="6160" y="4240"/>
                  </a:cubicBezTo>
                  <a:cubicBezTo>
                    <a:pt x="6154" y="4240"/>
                    <a:pt x="6141" y="4233"/>
                    <a:pt x="6122" y="4217"/>
                  </a:cubicBezTo>
                  <a:cubicBezTo>
                    <a:pt x="6081" y="4205"/>
                    <a:pt x="6041" y="4194"/>
                    <a:pt x="6018" y="4194"/>
                  </a:cubicBezTo>
                  <a:cubicBezTo>
                    <a:pt x="6009" y="4194"/>
                    <a:pt x="6002" y="4196"/>
                    <a:pt x="6000" y="4201"/>
                  </a:cubicBezTo>
                  <a:cubicBezTo>
                    <a:pt x="5984" y="4241"/>
                    <a:pt x="6041" y="4257"/>
                    <a:pt x="6097" y="4282"/>
                  </a:cubicBezTo>
                  <a:cubicBezTo>
                    <a:pt x="6154" y="4298"/>
                    <a:pt x="6146" y="4322"/>
                    <a:pt x="6146" y="4322"/>
                  </a:cubicBezTo>
                  <a:cubicBezTo>
                    <a:pt x="6142" y="4334"/>
                    <a:pt x="6140" y="4341"/>
                    <a:pt x="6132" y="4341"/>
                  </a:cubicBezTo>
                  <a:cubicBezTo>
                    <a:pt x="6124" y="4341"/>
                    <a:pt x="6109" y="4334"/>
                    <a:pt x="6081" y="4322"/>
                  </a:cubicBezTo>
                  <a:lnTo>
                    <a:pt x="5976" y="4282"/>
                  </a:lnTo>
                  <a:lnTo>
                    <a:pt x="5968" y="4298"/>
                  </a:lnTo>
                  <a:cubicBezTo>
                    <a:pt x="6016" y="4322"/>
                    <a:pt x="6008" y="4338"/>
                    <a:pt x="6008" y="4338"/>
                  </a:cubicBezTo>
                  <a:cubicBezTo>
                    <a:pt x="6008" y="4349"/>
                    <a:pt x="6008" y="4354"/>
                    <a:pt x="6000" y="4354"/>
                  </a:cubicBezTo>
                  <a:cubicBezTo>
                    <a:pt x="5989" y="4354"/>
                    <a:pt x="5961" y="4343"/>
                    <a:pt x="5895" y="4314"/>
                  </a:cubicBezTo>
                  <a:cubicBezTo>
                    <a:pt x="5853" y="4299"/>
                    <a:pt x="5826" y="4292"/>
                    <a:pt x="5813" y="4292"/>
                  </a:cubicBezTo>
                  <a:cubicBezTo>
                    <a:pt x="5790" y="4292"/>
                    <a:pt x="5812" y="4314"/>
                    <a:pt x="5878" y="4355"/>
                  </a:cubicBezTo>
                  <a:lnTo>
                    <a:pt x="5919" y="4420"/>
                  </a:lnTo>
                  <a:cubicBezTo>
                    <a:pt x="5901" y="4415"/>
                    <a:pt x="5887" y="4413"/>
                    <a:pt x="5878" y="4413"/>
                  </a:cubicBezTo>
                  <a:cubicBezTo>
                    <a:pt x="5823" y="4413"/>
                    <a:pt x="5893" y="4482"/>
                    <a:pt x="5927" y="4517"/>
                  </a:cubicBezTo>
                  <a:cubicBezTo>
                    <a:pt x="5890" y="4506"/>
                    <a:pt x="5864" y="4501"/>
                    <a:pt x="5850" y="4501"/>
                  </a:cubicBezTo>
                  <a:cubicBezTo>
                    <a:pt x="5819" y="4501"/>
                    <a:pt x="5837" y="4524"/>
                    <a:pt x="5903" y="4574"/>
                  </a:cubicBezTo>
                  <a:cubicBezTo>
                    <a:pt x="5943" y="4600"/>
                    <a:pt x="5944" y="4616"/>
                    <a:pt x="5907" y="4616"/>
                  </a:cubicBezTo>
                  <a:cubicBezTo>
                    <a:pt x="5899" y="4616"/>
                    <a:pt x="5889" y="4616"/>
                    <a:pt x="5878" y="4614"/>
                  </a:cubicBezTo>
                  <a:cubicBezTo>
                    <a:pt x="5869" y="4613"/>
                    <a:pt x="5861" y="4612"/>
                    <a:pt x="5854" y="4612"/>
                  </a:cubicBezTo>
                  <a:cubicBezTo>
                    <a:pt x="5818" y="4612"/>
                    <a:pt x="5809" y="4629"/>
                    <a:pt x="5789" y="4663"/>
                  </a:cubicBezTo>
                  <a:cubicBezTo>
                    <a:pt x="5822" y="4703"/>
                    <a:pt x="5757" y="4841"/>
                    <a:pt x="5643" y="4971"/>
                  </a:cubicBezTo>
                  <a:cubicBezTo>
                    <a:pt x="5530" y="5125"/>
                    <a:pt x="5424" y="5206"/>
                    <a:pt x="5473" y="5255"/>
                  </a:cubicBezTo>
                  <a:cubicBezTo>
                    <a:pt x="5466" y="5262"/>
                    <a:pt x="5462" y="5266"/>
                    <a:pt x="5454" y="5266"/>
                  </a:cubicBezTo>
                  <a:cubicBezTo>
                    <a:pt x="5445" y="5266"/>
                    <a:pt x="5431" y="5260"/>
                    <a:pt x="5400" y="5247"/>
                  </a:cubicBezTo>
                  <a:cubicBezTo>
                    <a:pt x="5385" y="5229"/>
                    <a:pt x="5374" y="5220"/>
                    <a:pt x="5368" y="5220"/>
                  </a:cubicBezTo>
                  <a:cubicBezTo>
                    <a:pt x="5358" y="5220"/>
                    <a:pt x="5367" y="5249"/>
                    <a:pt x="5408" y="5311"/>
                  </a:cubicBezTo>
                  <a:cubicBezTo>
                    <a:pt x="5422" y="5349"/>
                    <a:pt x="5442" y="5379"/>
                    <a:pt x="5440" y="5379"/>
                  </a:cubicBezTo>
                  <a:cubicBezTo>
                    <a:pt x="5438" y="5379"/>
                    <a:pt x="5425" y="5364"/>
                    <a:pt x="5392" y="5328"/>
                  </a:cubicBezTo>
                  <a:cubicBezTo>
                    <a:pt x="5378" y="5314"/>
                    <a:pt x="5365" y="5307"/>
                    <a:pt x="5352" y="5307"/>
                  </a:cubicBezTo>
                  <a:cubicBezTo>
                    <a:pt x="5325" y="5307"/>
                    <a:pt x="5297" y="5331"/>
                    <a:pt x="5254" y="5368"/>
                  </a:cubicBezTo>
                  <a:cubicBezTo>
                    <a:pt x="5205" y="5417"/>
                    <a:pt x="5141" y="5457"/>
                    <a:pt x="5173" y="5506"/>
                  </a:cubicBezTo>
                  <a:cubicBezTo>
                    <a:pt x="5173" y="5545"/>
                    <a:pt x="5173" y="5563"/>
                    <a:pt x="5171" y="5563"/>
                  </a:cubicBezTo>
                  <a:cubicBezTo>
                    <a:pt x="5168" y="5563"/>
                    <a:pt x="5164" y="5549"/>
                    <a:pt x="5157" y="5522"/>
                  </a:cubicBezTo>
                  <a:cubicBezTo>
                    <a:pt x="5131" y="5475"/>
                    <a:pt x="5094" y="5450"/>
                    <a:pt x="5062" y="5450"/>
                  </a:cubicBezTo>
                  <a:cubicBezTo>
                    <a:pt x="5023" y="5450"/>
                    <a:pt x="4990" y="5487"/>
                    <a:pt x="4995" y="5563"/>
                  </a:cubicBezTo>
                  <a:cubicBezTo>
                    <a:pt x="4988" y="5566"/>
                    <a:pt x="4982" y="5569"/>
                    <a:pt x="4975" y="5569"/>
                  </a:cubicBezTo>
                  <a:cubicBezTo>
                    <a:pt x="4964" y="5569"/>
                    <a:pt x="4950" y="5561"/>
                    <a:pt x="4930" y="5530"/>
                  </a:cubicBezTo>
                  <a:cubicBezTo>
                    <a:pt x="4914" y="5547"/>
                    <a:pt x="4897" y="5555"/>
                    <a:pt x="4873" y="5636"/>
                  </a:cubicBezTo>
                  <a:cubicBezTo>
                    <a:pt x="4824" y="5660"/>
                    <a:pt x="4784" y="5684"/>
                    <a:pt x="4735" y="5709"/>
                  </a:cubicBezTo>
                  <a:cubicBezTo>
                    <a:pt x="4703" y="5725"/>
                    <a:pt x="4687" y="5798"/>
                    <a:pt x="4687" y="5798"/>
                  </a:cubicBezTo>
                  <a:cubicBezTo>
                    <a:pt x="4669" y="5804"/>
                    <a:pt x="4656" y="5809"/>
                    <a:pt x="4656" y="5809"/>
                  </a:cubicBezTo>
                  <a:cubicBezTo>
                    <a:pt x="4655" y="5809"/>
                    <a:pt x="4657" y="5808"/>
                    <a:pt x="4662" y="5806"/>
                  </a:cubicBezTo>
                  <a:cubicBezTo>
                    <a:pt x="4654" y="5788"/>
                    <a:pt x="4640" y="5780"/>
                    <a:pt x="4619" y="5780"/>
                  </a:cubicBezTo>
                  <a:cubicBezTo>
                    <a:pt x="4575" y="5780"/>
                    <a:pt x="4502" y="5813"/>
                    <a:pt x="4403" y="5847"/>
                  </a:cubicBezTo>
                  <a:cubicBezTo>
                    <a:pt x="4323" y="5875"/>
                    <a:pt x="4245" y="5892"/>
                    <a:pt x="4188" y="5892"/>
                  </a:cubicBezTo>
                  <a:cubicBezTo>
                    <a:pt x="4147" y="5892"/>
                    <a:pt x="4116" y="5883"/>
                    <a:pt x="4103" y="5863"/>
                  </a:cubicBezTo>
                  <a:cubicBezTo>
                    <a:pt x="4103" y="5863"/>
                    <a:pt x="4087" y="5863"/>
                    <a:pt x="4078" y="5928"/>
                  </a:cubicBezTo>
                  <a:cubicBezTo>
                    <a:pt x="4078" y="6003"/>
                    <a:pt x="4069" y="6034"/>
                    <a:pt x="4054" y="6034"/>
                  </a:cubicBezTo>
                  <a:cubicBezTo>
                    <a:pt x="4045" y="6034"/>
                    <a:pt x="4034" y="6022"/>
                    <a:pt x="4022" y="6001"/>
                  </a:cubicBezTo>
                  <a:cubicBezTo>
                    <a:pt x="4002" y="5947"/>
                    <a:pt x="3974" y="5920"/>
                    <a:pt x="3949" y="5920"/>
                  </a:cubicBezTo>
                  <a:cubicBezTo>
                    <a:pt x="3921" y="5920"/>
                    <a:pt x="3896" y="5953"/>
                    <a:pt x="3892" y="6017"/>
                  </a:cubicBezTo>
                  <a:lnTo>
                    <a:pt x="3884" y="5960"/>
                  </a:lnTo>
                  <a:cubicBezTo>
                    <a:pt x="3872" y="5916"/>
                    <a:pt x="3857" y="5897"/>
                    <a:pt x="3842" y="5897"/>
                  </a:cubicBezTo>
                  <a:cubicBezTo>
                    <a:pt x="3816" y="5897"/>
                    <a:pt x="3792" y="5953"/>
                    <a:pt x="3787" y="6025"/>
                  </a:cubicBezTo>
                  <a:cubicBezTo>
                    <a:pt x="3769" y="5985"/>
                    <a:pt x="3752" y="5945"/>
                    <a:pt x="3738" y="5945"/>
                  </a:cubicBezTo>
                  <a:cubicBezTo>
                    <a:pt x="3732" y="5945"/>
                    <a:pt x="3726" y="5952"/>
                    <a:pt x="3722" y="5968"/>
                  </a:cubicBezTo>
                  <a:cubicBezTo>
                    <a:pt x="3697" y="5968"/>
                    <a:pt x="3697" y="5968"/>
                    <a:pt x="3689" y="5855"/>
                  </a:cubicBezTo>
                  <a:cubicBezTo>
                    <a:pt x="3689" y="5790"/>
                    <a:pt x="3681" y="5733"/>
                    <a:pt x="3665" y="5733"/>
                  </a:cubicBezTo>
                  <a:cubicBezTo>
                    <a:pt x="3641" y="5733"/>
                    <a:pt x="3649" y="5798"/>
                    <a:pt x="3649" y="5855"/>
                  </a:cubicBezTo>
                  <a:lnTo>
                    <a:pt x="3608" y="5855"/>
                  </a:lnTo>
                  <a:cubicBezTo>
                    <a:pt x="3608" y="5855"/>
                    <a:pt x="3592" y="5855"/>
                    <a:pt x="3592" y="5919"/>
                  </a:cubicBezTo>
                  <a:cubicBezTo>
                    <a:pt x="3592" y="5976"/>
                    <a:pt x="3568" y="5976"/>
                    <a:pt x="3551" y="5976"/>
                  </a:cubicBezTo>
                  <a:cubicBezTo>
                    <a:pt x="3551" y="5960"/>
                    <a:pt x="3549" y="5953"/>
                    <a:pt x="3547" y="5953"/>
                  </a:cubicBezTo>
                  <a:cubicBezTo>
                    <a:pt x="3541" y="5953"/>
                    <a:pt x="3534" y="5993"/>
                    <a:pt x="3551" y="6033"/>
                  </a:cubicBezTo>
                  <a:cubicBezTo>
                    <a:pt x="3551" y="6098"/>
                    <a:pt x="3551" y="6155"/>
                    <a:pt x="3527" y="6155"/>
                  </a:cubicBezTo>
                  <a:lnTo>
                    <a:pt x="3527" y="6276"/>
                  </a:lnTo>
                  <a:cubicBezTo>
                    <a:pt x="3527" y="6398"/>
                    <a:pt x="3527" y="6455"/>
                    <a:pt x="3576" y="6511"/>
                  </a:cubicBezTo>
                  <a:cubicBezTo>
                    <a:pt x="3637" y="6544"/>
                    <a:pt x="3689" y="6577"/>
                    <a:pt x="3722" y="6577"/>
                  </a:cubicBezTo>
                  <a:cubicBezTo>
                    <a:pt x="3745" y="6577"/>
                    <a:pt x="3758" y="6559"/>
                    <a:pt x="3754" y="6511"/>
                  </a:cubicBezTo>
                  <a:cubicBezTo>
                    <a:pt x="3754" y="6511"/>
                    <a:pt x="3778" y="6446"/>
                    <a:pt x="3803" y="6446"/>
                  </a:cubicBezTo>
                  <a:cubicBezTo>
                    <a:pt x="3827" y="6446"/>
                    <a:pt x="3860" y="6503"/>
                    <a:pt x="3860" y="6503"/>
                  </a:cubicBezTo>
                  <a:cubicBezTo>
                    <a:pt x="3860" y="6537"/>
                    <a:pt x="3896" y="6548"/>
                    <a:pt x="3953" y="6548"/>
                  </a:cubicBezTo>
                  <a:cubicBezTo>
                    <a:pt x="3992" y="6548"/>
                    <a:pt x="4041" y="6542"/>
                    <a:pt x="4095" y="6536"/>
                  </a:cubicBezTo>
                  <a:cubicBezTo>
                    <a:pt x="4184" y="6522"/>
                    <a:pt x="4246" y="6508"/>
                    <a:pt x="4290" y="6508"/>
                  </a:cubicBezTo>
                  <a:cubicBezTo>
                    <a:pt x="4322" y="6508"/>
                    <a:pt x="4345" y="6515"/>
                    <a:pt x="4362" y="6536"/>
                  </a:cubicBezTo>
                  <a:cubicBezTo>
                    <a:pt x="4394" y="6580"/>
                    <a:pt x="4420" y="6585"/>
                    <a:pt x="4431" y="6585"/>
                  </a:cubicBezTo>
                  <a:cubicBezTo>
                    <a:pt x="4434" y="6585"/>
                    <a:pt x="4435" y="6584"/>
                    <a:pt x="4435" y="6584"/>
                  </a:cubicBezTo>
                  <a:cubicBezTo>
                    <a:pt x="4419" y="6528"/>
                    <a:pt x="4573" y="6487"/>
                    <a:pt x="4743" y="6422"/>
                  </a:cubicBezTo>
                  <a:cubicBezTo>
                    <a:pt x="4922" y="6357"/>
                    <a:pt x="5084" y="6268"/>
                    <a:pt x="5059" y="6219"/>
                  </a:cubicBezTo>
                  <a:lnTo>
                    <a:pt x="5100" y="6187"/>
                  </a:lnTo>
                  <a:cubicBezTo>
                    <a:pt x="5114" y="6212"/>
                    <a:pt x="5131" y="6221"/>
                    <a:pt x="5150" y="6221"/>
                  </a:cubicBezTo>
                  <a:cubicBezTo>
                    <a:pt x="5173" y="6221"/>
                    <a:pt x="5199" y="6205"/>
                    <a:pt x="5222" y="6187"/>
                  </a:cubicBezTo>
                  <a:cubicBezTo>
                    <a:pt x="5230" y="6147"/>
                    <a:pt x="5254" y="6114"/>
                    <a:pt x="5287" y="6082"/>
                  </a:cubicBezTo>
                  <a:cubicBezTo>
                    <a:pt x="5302" y="6109"/>
                    <a:pt x="5316" y="6119"/>
                    <a:pt x="5330" y="6119"/>
                  </a:cubicBezTo>
                  <a:cubicBezTo>
                    <a:pt x="5346" y="6119"/>
                    <a:pt x="5363" y="6107"/>
                    <a:pt x="5384" y="6090"/>
                  </a:cubicBezTo>
                  <a:cubicBezTo>
                    <a:pt x="5432" y="6065"/>
                    <a:pt x="5449" y="6049"/>
                    <a:pt x="5416" y="6001"/>
                  </a:cubicBezTo>
                  <a:cubicBezTo>
                    <a:pt x="5497" y="5936"/>
                    <a:pt x="5586" y="5895"/>
                    <a:pt x="5684" y="5871"/>
                  </a:cubicBezTo>
                  <a:cubicBezTo>
                    <a:pt x="5692" y="5874"/>
                    <a:pt x="5699" y="5876"/>
                    <a:pt x="5704" y="5876"/>
                  </a:cubicBezTo>
                  <a:cubicBezTo>
                    <a:pt x="5736" y="5876"/>
                    <a:pt x="5722" y="5822"/>
                    <a:pt x="5708" y="5774"/>
                  </a:cubicBezTo>
                  <a:cubicBezTo>
                    <a:pt x="5668" y="5725"/>
                    <a:pt x="5643" y="5668"/>
                    <a:pt x="5659" y="5652"/>
                  </a:cubicBezTo>
                  <a:lnTo>
                    <a:pt x="5659" y="5652"/>
                  </a:lnTo>
                  <a:cubicBezTo>
                    <a:pt x="5659" y="5652"/>
                    <a:pt x="5700" y="5692"/>
                    <a:pt x="5741" y="5741"/>
                  </a:cubicBezTo>
                  <a:cubicBezTo>
                    <a:pt x="5754" y="5773"/>
                    <a:pt x="5760" y="5787"/>
                    <a:pt x="5770" y="5787"/>
                  </a:cubicBezTo>
                  <a:cubicBezTo>
                    <a:pt x="5778" y="5787"/>
                    <a:pt x="5788" y="5779"/>
                    <a:pt x="5805" y="5765"/>
                  </a:cubicBezTo>
                  <a:lnTo>
                    <a:pt x="5846" y="5725"/>
                  </a:lnTo>
                  <a:cubicBezTo>
                    <a:pt x="5805" y="5684"/>
                    <a:pt x="5895" y="5595"/>
                    <a:pt x="6016" y="5457"/>
                  </a:cubicBezTo>
                  <a:cubicBezTo>
                    <a:pt x="6170" y="5271"/>
                    <a:pt x="6211" y="5206"/>
                    <a:pt x="6162" y="5174"/>
                  </a:cubicBezTo>
                  <a:cubicBezTo>
                    <a:pt x="6113" y="5141"/>
                    <a:pt x="6130" y="5125"/>
                    <a:pt x="6219" y="5092"/>
                  </a:cubicBezTo>
                  <a:cubicBezTo>
                    <a:pt x="6462" y="5052"/>
                    <a:pt x="6462" y="5044"/>
                    <a:pt x="6422" y="4995"/>
                  </a:cubicBezTo>
                  <a:lnTo>
                    <a:pt x="6422" y="4995"/>
                  </a:lnTo>
                  <a:cubicBezTo>
                    <a:pt x="6418" y="5001"/>
                    <a:pt x="6412" y="5004"/>
                    <a:pt x="6404" y="5004"/>
                  </a:cubicBezTo>
                  <a:cubicBezTo>
                    <a:pt x="6382" y="5004"/>
                    <a:pt x="6345" y="4979"/>
                    <a:pt x="6308" y="4955"/>
                  </a:cubicBezTo>
                  <a:cubicBezTo>
                    <a:pt x="6239" y="4917"/>
                    <a:pt x="6219" y="4894"/>
                    <a:pt x="6247" y="4894"/>
                  </a:cubicBezTo>
                  <a:cubicBezTo>
                    <a:pt x="6263" y="4894"/>
                    <a:pt x="6291" y="4900"/>
                    <a:pt x="6332" y="4914"/>
                  </a:cubicBezTo>
                  <a:cubicBezTo>
                    <a:pt x="6340" y="4918"/>
                    <a:pt x="6347" y="4920"/>
                    <a:pt x="6354" y="4920"/>
                  </a:cubicBezTo>
                  <a:cubicBezTo>
                    <a:pt x="6454" y="4920"/>
                    <a:pt x="6560" y="4577"/>
                    <a:pt x="6454" y="4517"/>
                  </a:cubicBezTo>
                  <a:cubicBezTo>
                    <a:pt x="6434" y="4507"/>
                    <a:pt x="6422" y="4501"/>
                    <a:pt x="6423" y="4501"/>
                  </a:cubicBezTo>
                  <a:lnTo>
                    <a:pt x="6423" y="4501"/>
                  </a:lnTo>
                  <a:cubicBezTo>
                    <a:pt x="6423" y="4501"/>
                    <a:pt x="6449" y="4513"/>
                    <a:pt x="6511" y="4541"/>
                  </a:cubicBezTo>
                  <a:cubicBezTo>
                    <a:pt x="6521" y="4544"/>
                    <a:pt x="6530" y="4546"/>
                    <a:pt x="6538" y="4546"/>
                  </a:cubicBezTo>
                  <a:cubicBezTo>
                    <a:pt x="6572" y="4546"/>
                    <a:pt x="6583" y="4515"/>
                    <a:pt x="6616" y="4436"/>
                  </a:cubicBezTo>
                  <a:lnTo>
                    <a:pt x="6641" y="4363"/>
                  </a:lnTo>
                  <a:cubicBezTo>
                    <a:pt x="6538" y="4331"/>
                    <a:pt x="6627" y="4208"/>
                    <a:pt x="6684" y="4208"/>
                  </a:cubicBezTo>
                  <a:cubicBezTo>
                    <a:pt x="6686" y="4208"/>
                    <a:pt x="6687" y="4209"/>
                    <a:pt x="6689" y="4209"/>
                  </a:cubicBezTo>
                  <a:cubicBezTo>
                    <a:pt x="6754" y="4201"/>
                    <a:pt x="6754" y="4201"/>
                    <a:pt x="6770" y="4144"/>
                  </a:cubicBezTo>
                  <a:cubicBezTo>
                    <a:pt x="6676" y="4050"/>
                    <a:pt x="6749" y="3933"/>
                    <a:pt x="6805" y="3933"/>
                  </a:cubicBezTo>
                  <a:cubicBezTo>
                    <a:pt x="6807" y="3933"/>
                    <a:pt x="6809" y="3933"/>
                    <a:pt x="6811" y="3933"/>
                  </a:cubicBezTo>
                  <a:cubicBezTo>
                    <a:pt x="6811" y="3933"/>
                    <a:pt x="6819" y="3909"/>
                    <a:pt x="6827" y="3884"/>
                  </a:cubicBezTo>
                  <a:cubicBezTo>
                    <a:pt x="6786" y="3860"/>
                    <a:pt x="6770" y="3811"/>
                    <a:pt x="6778" y="3771"/>
                  </a:cubicBezTo>
                  <a:cubicBezTo>
                    <a:pt x="6791" y="3705"/>
                    <a:pt x="6794" y="3677"/>
                    <a:pt x="6760" y="3677"/>
                  </a:cubicBezTo>
                  <a:cubicBezTo>
                    <a:pt x="6752" y="3677"/>
                    <a:pt x="6742" y="3679"/>
                    <a:pt x="6730" y="3682"/>
                  </a:cubicBezTo>
                  <a:cubicBezTo>
                    <a:pt x="6673" y="3682"/>
                    <a:pt x="6616" y="3674"/>
                    <a:pt x="6616" y="3649"/>
                  </a:cubicBezTo>
                  <a:lnTo>
                    <a:pt x="6673" y="3649"/>
                  </a:lnTo>
                  <a:cubicBezTo>
                    <a:pt x="6676" y="3650"/>
                    <a:pt x="6679" y="3650"/>
                    <a:pt x="6682" y="3650"/>
                  </a:cubicBezTo>
                  <a:cubicBezTo>
                    <a:pt x="6738" y="3650"/>
                    <a:pt x="6738" y="3579"/>
                    <a:pt x="6746" y="3479"/>
                  </a:cubicBezTo>
                  <a:cubicBezTo>
                    <a:pt x="6762" y="3349"/>
                    <a:pt x="6754" y="3293"/>
                    <a:pt x="6811" y="3268"/>
                  </a:cubicBezTo>
                  <a:lnTo>
                    <a:pt x="6754" y="3244"/>
                  </a:lnTo>
                  <a:cubicBezTo>
                    <a:pt x="6689" y="3220"/>
                    <a:pt x="6689" y="3195"/>
                    <a:pt x="6746" y="3187"/>
                  </a:cubicBezTo>
                  <a:cubicBezTo>
                    <a:pt x="6811" y="3139"/>
                    <a:pt x="6803" y="3049"/>
                    <a:pt x="6738" y="3009"/>
                  </a:cubicBezTo>
                  <a:cubicBezTo>
                    <a:pt x="6738" y="2984"/>
                    <a:pt x="6730" y="2952"/>
                    <a:pt x="6730" y="2952"/>
                  </a:cubicBezTo>
                  <a:cubicBezTo>
                    <a:pt x="6843" y="2912"/>
                    <a:pt x="6835" y="2830"/>
                    <a:pt x="6713" y="2822"/>
                  </a:cubicBezTo>
                  <a:cubicBezTo>
                    <a:pt x="6770" y="2814"/>
                    <a:pt x="6770" y="2790"/>
                    <a:pt x="6762" y="2766"/>
                  </a:cubicBezTo>
                  <a:cubicBezTo>
                    <a:pt x="6705" y="2717"/>
                    <a:pt x="6673" y="2620"/>
                    <a:pt x="6730" y="2603"/>
                  </a:cubicBezTo>
                  <a:lnTo>
                    <a:pt x="6730" y="2579"/>
                  </a:lnTo>
                  <a:cubicBezTo>
                    <a:pt x="6665" y="2571"/>
                    <a:pt x="6657" y="2547"/>
                    <a:pt x="6649" y="2514"/>
                  </a:cubicBezTo>
                  <a:cubicBezTo>
                    <a:pt x="6641" y="2490"/>
                    <a:pt x="6641" y="2466"/>
                    <a:pt x="6576" y="2457"/>
                  </a:cubicBezTo>
                  <a:cubicBezTo>
                    <a:pt x="6511" y="2449"/>
                    <a:pt x="6503" y="2425"/>
                    <a:pt x="6503" y="2425"/>
                  </a:cubicBezTo>
                  <a:cubicBezTo>
                    <a:pt x="6499" y="2413"/>
                    <a:pt x="6513" y="2409"/>
                    <a:pt x="6536" y="2409"/>
                  </a:cubicBezTo>
                  <a:cubicBezTo>
                    <a:pt x="6559" y="2409"/>
                    <a:pt x="6592" y="2413"/>
                    <a:pt x="6624" y="2417"/>
                  </a:cubicBezTo>
                  <a:cubicBezTo>
                    <a:pt x="6636" y="2422"/>
                    <a:pt x="6645" y="2424"/>
                    <a:pt x="6652" y="2424"/>
                  </a:cubicBezTo>
                  <a:cubicBezTo>
                    <a:pt x="6686" y="2424"/>
                    <a:pt x="6651" y="2363"/>
                    <a:pt x="6535" y="2336"/>
                  </a:cubicBezTo>
                  <a:cubicBezTo>
                    <a:pt x="6443" y="2314"/>
                    <a:pt x="6413" y="2307"/>
                    <a:pt x="6441" y="2307"/>
                  </a:cubicBezTo>
                  <a:cubicBezTo>
                    <a:pt x="6455" y="2307"/>
                    <a:pt x="6484" y="2309"/>
                    <a:pt x="6527" y="2312"/>
                  </a:cubicBezTo>
                  <a:cubicBezTo>
                    <a:pt x="6549" y="2312"/>
                    <a:pt x="6570" y="2312"/>
                    <a:pt x="6587" y="2312"/>
                  </a:cubicBezTo>
                  <a:cubicBezTo>
                    <a:pt x="6620" y="2312"/>
                    <a:pt x="6632" y="2309"/>
                    <a:pt x="6584" y="2287"/>
                  </a:cubicBezTo>
                  <a:cubicBezTo>
                    <a:pt x="6578" y="2270"/>
                    <a:pt x="6555" y="2256"/>
                    <a:pt x="6534" y="2256"/>
                  </a:cubicBezTo>
                  <a:cubicBezTo>
                    <a:pt x="6526" y="2256"/>
                    <a:pt x="6518" y="2258"/>
                    <a:pt x="6511" y="2263"/>
                  </a:cubicBezTo>
                  <a:lnTo>
                    <a:pt x="6486" y="2190"/>
                  </a:lnTo>
                  <a:cubicBezTo>
                    <a:pt x="6527" y="2117"/>
                    <a:pt x="6511" y="2093"/>
                    <a:pt x="6503" y="2068"/>
                  </a:cubicBezTo>
                  <a:cubicBezTo>
                    <a:pt x="6438" y="2068"/>
                    <a:pt x="6438" y="2068"/>
                    <a:pt x="6478" y="2020"/>
                  </a:cubicBezTo>
                  <a:cubicBezTo>
                    <a:pt x="6511" y="2006"/>
                    <a:pt x="6520" y="1992"/>
                    <a:pt x="6501" y="1992"/>
                  </a:cubicBezTo>
                  <a:cubicBezTo>
                    <a:pt x="6487" y="1992"/>
                    <a:pt x="6458" y="1999"/>
                    <a:pt x="6413" y="2020"/>
                  </a:cubicBezTo>
                  <a:cubicBezTo>
                    <a:pt x="6349" y="2020"/>
                    <a:pt x="6341" y="2003"/>
                    <a:pt x="6381" y="1947"/>
                  </a:cubicBezTo>
                  <a:cubicBezTo>
                    <a:pt x="6458" y="1911"/>
                    <a:pt x="6475" y="1889"/>
                    <a:pt x="6455" y="1889"/>
                  </a:cubicBezTo>
                  <a:cubicBezTo>
                    <a:pt x="6449" y="1889"/>
                    <a:pt x="6437" y="1892"/>
                    <a:pt x="6422" y="1898"/>
                  </a:cubicBezTo>
                  <a:cubicBezTo>
                    <a:pt x="6412" y="1899"/>
                    <a:pt x="6404" y="1900"/>
                    <a:pt x="6397" y="1900"/>
                  </a:cubicBezTo>
                  <a:cubicBezTo>
                    <a:pt x="6355" y="1900"/>
                    <a:pt x="6349" y="1882"/>
                    <a:pt x="6349" y="1882"/>
                  </a:cubicBezTo>
                  <a:cubicBezTo>
                    <a:pt x="6405" y="1849"/>
                    <a:pt x="6292" y="1639"/>
                    <a:pt x="6154" y="1444"/>
                  </a:cubicBezTo>
                  <a:cubicBezTo>
                    <a:pt x="6149" y="1439"/>
                    <a:pt x="6139" y="1436"/>
                    <a:pt x="6126" y="1436"/>
                  </a:cubicBezTo>
                  <a:cubicBezTo>
                    <a:pt x="6098" y="1436"/>
                    <a:pt x="6058" y="1449"/>
                    <a:pt x="6024" y="1476"/>
                  </a:cubicBezTo>
                  <a:cubicBezTo>
                    <a:pt x="5990" y="1505"/>
                    <a:pt x="5976" y="1516"/>
                    <a:pt x="5974" y="1516"/>
                  </a:cubicBezTo>
                  <a:cubicBezTo>
                    <a:pt x="5970" y="1516"/>
                    <a:pt x="5996" y="1487"/>
                    <a:pt x="6016" y="1452"/>
                  </a:cubicBezTo>
                  <a:cubicBezTo>
                    <a:pt x="6086" y="1377"/>
                    <a:pt x="6105" y="1332"/>
                    <a:pt x="6085" y="1332"/>
                  </a:cubicBezTo>
                  <a:cubicBezTo>
                    <a:pt x="6071" y="1332"/>
                    <a:pt x="6035" y="1357"/>
                    <a:pt x="5984" y="1412"/>
                  </a:cubicBezTo>
                  <a:cubicBezTo>
                    <a:pt x="5945" y="1458"/>
                    <a:pt x="5925" y="1483"/>
                    <a:pt x="5921" y="1483"/>
                  </a:cubicBezTo>
                  <a:cubicBezTo>
                    <a:pt x="5918" y="1483"/>
                    <a:pt x="5934" y="1454"/>
                    <a:pt x="5968" y="1395"/>
                  </a:cubicBezTo>
                  <a:cubicBezTo>
                    <a:pt x="5989" y="1358"/>
                    <a:pt x="5996" y="1346"/>
                    <a:pt x="5981" y="1346"/>
                  </a:cubicBezTo>
                  <a:cubicBezTo>
                    <a:pt x="5972" y="1346"/>
                    <a:pt x="5958" y="1349"/>
                    <a:pt x="5935" y="1355"/>
                  </a:cubicBezTo>
                  <a:cubicBezTo>
                    <a:pt x="5917" y="1370"/>
                    <a:pt x="5903" y="1376"/>
                    <a:pt x="5896" y="1376"/>
                  </a:cubicBezTo>
                  <a:cubicBezTo>
                    <a:pt x="5883" y="1376"/>
                    <a:pt x="5888" y="1359"/>
                    <a:pt x="5919" y="1339"/>
                  </a:cubicBezTo>
                  <a:cubicBezTo>
                    <a:pt x="5944" y="1289"/>
                    <a:pt x="5964" y="1244"/>
                    <a:pt x="5950" y="1244"/>
                  </a:cubicBezTo>
                  <a:cubicBezTo>
                    <a:pt x="5946" y="1244"/>
                    <a:pt x="5938" y="1248"/>
                    <a:pt x="5927" y="1258"/>
                  </a:cubicBezTo>
                  <a:cubicBezTo>
                    <a:pt x="5927" y="1258"/>
                    <a:pt x="5911" y="1241"/>
                    <a:pt x="5943" y="1176"/>
                  </a:cubicBezTo>
                  <a:cubicBezTo>
                    <a:pt x="5955" y="1148"/>
                    <a:pt x="5945" y="1138"/>
                    <a:pt x="5925" y="1138"/>
                  </a:cubicBezTo>
                  <a:cubicBezTo>
                    <a:pt x="5905" y="1138"/>
                    <a:pt x="5874" y="1148"/>
                    <a:pt x="5846" y="1160"/>
                  </a:cubicBezTo>
                  <a:cubicBezTo>
                    <a:pt x="5806" y="1167"/>
                    <a:pt x="5776" y="1171"/>
                    <a:pt x="5756" y="1171"/>
                  </a:cubicBezTo>
                  <a:cubicBezTo>
                    <a:pt x="5708" y="1171"/>
                    <a:pt x="5720" y="1149"/>
                    <a:pt x="5789" y="1103"/>
                  </a:cubicBezTo>
                  <a:cubicBezTo>
                    <a:pt x="5859" y="1060"/>
                    <a:pt x="5822" y="1021"/>
                    <a:pt x="5760" y="1021"/>
                  </a:cubicBezTo>
                  <a:cubicBezTo>
                    <a:pt x="5729" y="1021"/>
                    <a:pt x="5692" y="1031"/>
                    <a:pt x="5659" y="1055"/>
                  </a:cubicBezTo>
                  <a:cubicBezTo>
                    <a:pt x="5606" y="1095"/>
                    <a:pt x="5582" y="1113"/>
                    <a:pt x="5578" y="1113"/>
                  </a:cubicBezTo>
                  <a:cubicBezTo>
                    <a:pt x="5574" y="1113"/>
                    <a:pt x="5584" y="1101"/>
                    <a:pt x="5603" y="1079"/>
                  </a:cubicBezTo>
                  <a:cubicBezTo>
                    <a:pt x="5635" y="1039"/>
                    <a:pt x="5619" y="1022"/>
                    <a:pt x="5619" y="1022"/>
                  </a:cubicBezTo>
                  <a:cubicBezTo>
                    <a:pt x="5603" y="1006"/>
                    <a:pt x="5586" y="990"/>
                    <a:pt x="5619" y="941"/>
                  </a:cubicBezTo>
                  <a:cubicBezTo>
                    <a:pt x="5619" y="941"/>
                    <a:pt x="5609" y="931"/>
                    <a:pt x="5567" y="931"/>
                  </a:cubicBezTo>
                  <a:cubicBezTo>
                    <a:pt x="5557" y="931"/>
                    <a:pt x="5544" y="932"/>
                    <a:pt x="5530" y="933"/>
                  </a:cubicBezTo>
                  <a:cubicBezTo>
                    <a:pt x="5503" y="948"/>
                    <a:pt x="5481" y="954"/>
                    <a:pt x="5463" y="954"/>
                  </a:cubicBezTo>
                  <a:cubicBezTo>
                    <a:pt x="5404" y="954"/>
                    <a:pt x="5403" y="877"/>
                    <a:pt x="5441" y="795"/>
                  </a:cubicBezTo>
                  <a:lnTo>
                    <a:pt x="5441" y="795"/>
                  </a:lnTo>
                  <a:lnTo>
                    <a:pt x="5368" y="812"/>
                  </a:lnTo>
                  <a:cubicBezTo>
                    <a:pt x="5317" y="858"/>
                    <a:pt x="5277" y="888"/>
                    <a:pt x="5263" y="888"/>
                  </a:cubicBezTo>
                  <a:cubicBezTo>
                    <a:pt x="5253" y="888"/>
                    <a:pt x="5258" y="870"/>
                    <a:pt x="5287" y="828"/>
                  </a:cubicBezTo>
                  <a:cubicBezTo>
                    <a:pt x="5299" y="812"/>
                    <a:pt x="5311" y="797"/>
                    <a:pt x="5321" y="785"/>
                  </a:cubicBezTo>
                  <a:lnTo>
                    <a:pt x="5321" y="785"/>
                  </a:lnTo>
                  <a:cubicBezTo>
                    <a:pt x="5301" y="801"/>
                    <a:pt x="5283" y="808"/>
                    <a:pt x="5269" y="808"/>
                  </a:cubicBezTo>
                  <a:cubicBezTo>
                    <a:pt x="5221" y="808"/>
                    <a:pt x="5205" y="731"/>
                    <a:pt x="5254" y="658"/>
                  </a:cubicBezTo>
                  <a:cubicBezTo>
                    <a:pt x="5287" y="609"/>
                    <a:pt x="5287" y="609"/>
                    <a:pt x="5262" y="593"/>
                  </a:cubicBezTo>
                  <a:lnTo>
                    <a:pt x="5262" y="593"/>
                  </a:lnTo>
                  <a:lnTo>
                    <a:pt x="5230" y="641"/>
                  </a:lnTo>
                  <a:cubicBezTo>
                    <a:pt x="5201" y="684"/>
                    <a:pt x="5173" y="733"/>
                    <a:pt x="5150" y="733"/>
                  </a:cubicBezTo>
                  <a:cubicBezTo>
                    <a:pt x="5146" y="733"/>
                    <a:pt x="5143" y="732"/>
                    <a:pt x="5141" y="731"/>
                  </a:cubicBezTo>
                  <a:cubicBezTo>
                    <a:pt x="5124" y="714"/>
                    <a:pt x="5100" y="706"/>
                    <a:pt x="5132" y="649"/>
                  </a:cubicBezTo>
                  <a:cubicBezTo>
                    <a:pt x="5138" y="602"/>
                    <a:pt x="5144" y="555"/>
                    <a:pt x="5134" y="555"/>
                  </a:cubicBezTo>
                  <a:cubicBezTo>
                    <a:pt x="5131" y="555"/>
                    <a:pt x="5125" y="561"/>
                    <a:pt x="5116" y="576"/>
                  </a:cubicBezTo>
                  <a:cubicBezTo>
                    <a:pt x="5116" y="576"/>
                    <a:pt x="5100" y="560"/>
                    <a:pt x="5100" y="495"/>
                  </a:cubicBezTo>
                  <a:lnTo>
                    <a:pt x="5011" y="447"/>
                  </a:lnTo>
                  <a:cubicBezTo>
                    <a:pt x="4991" y="461"/>
                    <a:pt x="4974" y="467"/>
                    <a:pt x="4960" y="467"/>
                  </a:cubicBezTo>
                  <a:cubicBezTo>
                    <a:pt x="4934" y="467"/>
                    <a:pt x="4922" y="444"/>
                    <a:pt x="4938" y="406"/>
                  </a:cubicBezTo>
                  <a:cubicBezTo>
                    <a:pt x="4930" y="404"/>
                    <a:pt x="4921" y="403"/>
                    <a:pt x="4912" y="403"/>
                  </a:cubicBezTo>
                  <a:cubicBezTo>
                    <a:pt x="4886" y="403"/>
                    <a:pt x="4859" y="412"/>
                    <a:pt x="4841" y="431"/>
                  </a:cubicBezTo>
                  <a:cubicBezTo>
                    <a:pt x="4792" y="406"/>
                    <a:pt x="4768" y="390"/>
                    <a:pt x="4792" y="341"/>
                  </a:cubicBezTo>
                  <a:cubicBezTo>
                    <a:pt x="4805" y="311"/>
                    <a:pt x="4811" y="297"/>
                    <a:pt x="4806" y="297"/>
                  </a:cubicBezTo>
                  <a:cubicBezTo>
                    <a:pt x="4802" y="297"/>
                    <a:pt x="4790" y="307"/>
                    <a:pt x="4768" y="325"/>
                  </a:cubicBezTo>
                  <a:cubicBezTo>
                    <a:pt x="4752" y="362"/>
                    <a:pt x="4736" y="371"/>
                    <a:pt x="4720" y="371"/>
                  </a:cubicBezTo>
                  <a:cubicBezTo>
                    <a:pt x="4712" y="371"/>
                    <a:pt x="4703" y="369"/>
                    <a:pt x="4695" y="366"/>
                  </a:cubicBezTo>
                  <a:lnTo>
                    <a:pt x="4646" y="349"/>
                  </a:lnTo>
                  <a:cubicBezTo>
                    <a:pt x="4634" y="384"/>
                    <a:pt x="4631" y="394"/>
                    <a:pt x="4621" y="394"/>
                  </a:cubicBezTo>
                  <a:cubicBezTo>
                    <a:pt x="4618" y="394"/>
                    <a:pt x="4613" y="392"/>
                    <a:pt x="4605" y="390"/>
                  </a:cubicBezTo>
                  <a:cubicBezTo>
                    <a:pt x="4581" y="382"/>
                    <a:pt x="4524" y="301"/>
                    <a:pt x="4500" y="293"/>
                  </a:cubicBezTo>
                  <a:cubicBezTo>
                    <a:pt x="4472" y="283"/>
                    <a:pt x="4455" y="278"/>
                    <a:pt x="4445" y="278"/>
                  </a:cubicBezTo>
                  <a:cubicBezTo>
                    <a:pt x="4428" y="278"/>
                    <a:pt x="4430" y="293"/>
                    <a:pt x="4435" y="333"/>
                  </a:cubicBezTo>
                  <a:cubicBezTo>
                    <a:pt x="4450" y="338"/>
                    <a:pt x="4450" y="362"/>
                    <a:pt x="4440" y="362"/>
                  </a:cubicBezTo>
                  <a:cubicBezTo>
                    <a:pt x="4433" y="362"/>
                    <a:pt x="4423" y="353"/>
                    <a:pt x="4411" y="325"/>
                  </a:cubicBezTo>
                  <a:cubicBezTo>
                    <a:pt x="4387" y="317"/>
                    <a:pt x="4322" y="236"/>
                    <a:pt x="4249" y="220"/>
                  </a:cubicBezTo>
                  <a:cubicBezTo>
                    <a:pt x="4208" y="207"/>
                    <a:pt x="4183" y="201"/>
                    <a:pt x="4167" y="201"/>
                  </a:cubicBezTo>
                  <a:cubicBezTo>
                    <a:pt x="4142" y="201"/>
                    <a:pt x="4140" y="217"/>
                    <a:pt x="4135" y="252"/>
                  </a:cubicBezTo>
                  <a:cubicBezTo>
                    <a:pt x="4135" y="313"/>
                    <a:pt x="4129" y="343"/>
                    <a:pt x="4123" y="343"/>
                  </a:cubicBezTo>
                  <a:cubicBezTo>
                    <a:pt x="4117" y="343"/>
                    <a:pt x="4111" y="313"/>
                    <a:pt x="4111" y="252"/>
                  </a:cubicBezTo>
                  <a:cubicBezTo>
                    <a:pt x="4091" y="173"/>
                    <a:pt x="4074" y="140"/>
                    <a:pt x="4063" y="140"/>
                  </a:cubicBezTo>
                  <a:cubicBezTo>
                    <a:pt x="4055" y="140"/>
                    <a:pt x="4049" y="154"/>
                    <a:pt x="4046" y="179"/>
                  </a:cubicBezTo>
                  <a:cubicBezTo>
                    <a:pt x="4005" y="228"/>
                    <a:pt x="4005" y="228"/>
                    <a:pt x="3981" y="228"/>
                  </a:cubicBezTo>
                  <a:cubicBezTo>
                    <a:pt x="3986" y="196"/>
                    <a:pt x="3980" y="180"/>
                    <a:pt x="3964" y="180"/>
                  </a:cubicBezTo>
                  <a:cubicBezTo>
                    <a:pt x="3952" y="180"/>
                    <a:pt x="3933" y="190"/>
                    <a:pt x="3908" y="212"/>
                  </a:cubicBezTo>
                  <a:cubicBezTo>
                    <a:pt x="3876" y="212"/>
                    <a:pt x="3876" y="212"/>
                    <a:pt x="3884" y="147"/>
                  </a:cubicBezTo>
                  <a:lnTo>
                    <a:pt x="3835" y="147"/>
                  </a:lnTo>
                  <a:cubicBezTo>
                    <a:pt x="3810" y="190"/>
                    <a:pt x="3773" y="207"/>
                    <a:pt x="3736" y="207"/>
                  </a:cubicBezTo>
                  <a:cubicBezTo>
                    <a:pt x="3676" y="207"/>
                    <a:pt x="3615" y="165"/>
                    <a:pt x="3600" y="131"/>
                  </a:cubicBezTo>
                  <a:cubicBezTo>
                    <a:pt x="3600" y="131"/>
                    <a:pt x="3599" y="130"/>
                    <a:pt x="3597" y="130"/>
                  </a:cubicBezTo>
                  <a:cubicBezTo>
                    <a:pt x="3587" y="130"/>
                    <a:pt x="3563" y="135"/>
                    <a:pt x="3543" y="187"/>
                  </a:cubicBezTo>
                  <a:cubicBezTo>
                    <a:pt x="3531" y="243"/>
                    <a:pt x="3521" y="271"/>
                    <a:pt x="3514" y="271"/>
                  </a:cubicBezTo>
                  <a:cubicBezTo>
                    <a:pt x="3507" y="271"/>
                    <a:pt x="3503" y="241"/>
                    <a:pt x="3503" y="179"/>
                  </a:cubicBezTo>
                  <a:cubicBezTo>
                    <a:pt x="3503" y="122"/>
                    <a:pt x="3503" y="94"/>
                    <a:pt x="3500" y="94"/>
                  </a:cubicBezTo>
                  <a:cubicBezTo>
                    <a:pt x="3497" y="94"/>
                    <a:pt x="3491" y="122"/>
                    <a:pt x="3478" y="179"/>
                  </a:cubicBezTo>
                  <a:cubicBezTo>
                    <a:pt x="3472" y="207"/>
                    <a:pt x="3450" y="222"/>
                    <a:pt x="3429" y="222"/>
                  </a:cubicBezTo>
                  <a:cubicBezTo>
                    <a:pt x="3400" y="222"/>
                    <a:pt x="3372" y="193"/>
                    <a:pt x="3381" y="122"/>
                  </a:cubicBezTo>
                  <a:lnTo>
                    <a:pt x="33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2"/>
            <p:cNvSpPr/>
            <p:nvPr/>
          </p:nvSpPr>
          <p:spPr>
            <a:xfrm>
              <a:off x="4591384" y="2177708"/>
              <a:ext cx="37043" cy="62607"/>
            </a:xfrm>
            <a:custGeom>
              <a:avLst/>
              <a:gdLst/>
              <a:ahLst/>
              <a:cxnLst/>
              <a:rect l="l" t="t" r="r" b="b"/>
              <a:pathLst>
                <a:path w="2149" h="3632" extrusionOk="0">
                  <a:moveTo>
                    <a:pt x="519" y="72"/>
                  </a:moveTo>
                  <a:cubicBezTo>
                    <a:pt x="551" y="80"/>
                    <a:pt x="592" y="80"/>
                    <a:pt x="633" y="80"/>
                  </a:cubicBezTo>
                  <a:lnTo>
                    <a:pt x="633" y="72"/>
                  </a:lnTo>
                  <a:close/>
                  <a:moveTo>
                    <a:pt x="1468" y="80"/>
                  </a:moveTo>
                  <a:cubicBezTo>
                    <a:pt x="1533" y="80"/>
                    <a:pt x="1533" y="80"/>
                    <a:pt x="1533" y="88"/>
                  </a:cubicBezTo>
                  <a:lnTo>
                    <a:pt x="1468" y="88"/>
                  </a:lnTo>
                  <a:cubicBezTo>
                    <a:pt x="1451" y="88"/>
                    <a:pt x="1427" y="88"/>
                    <a:pt x="1411" y="80"/>
                  </a:cubicBezTo>
                  <a:close/>
                  <a:moveTo>
                    <a:pt x="1403" y="129"/>
                  </a:moveTo>
                  <a:cubicBezTo>
                    <a:pt x="1524" y="129"/>
                    <a:pt x="1524" y="129"/>
                    <a:pt x="1524" y="137"/>
                  </a:cubicBezTo>
                  <a:cubicBezTo>
                    <a:pt x="1524" y="137"/>
                    <a:pt x="1524" y="145"/>
                    <a:pt x="1460" y="145"/>
                  </a:cubicBezTo>
                  <a:lnTo>
                    <a:pt x="1460" y="137"/>
                  </a:lnTo>
                  <a:lnTo>
                    <a:pt x="1289" y="137"/>
                  </a:lnTo>
                  <a:cubicBezTo>
                    <a:pt x="1322" y="129"/>
                    <a:pt x="1362" y="129"/>
                    <a:pt x="1403" y="129"/>
                  </a:cubicBezTo>
                  <a:close/>
                  <a:moveTo>
                    <a:pt x="1760" y="145"/>
                  </a:moveTo>
                  <a:lnTo>
                    <a:pt x="1760" y="153"/>
                  </a:lnTo>
                  <a:cubicBezTo>
                    <a:pt x="1824" y="153"/>
                    <a:pt x="1824" y="153"/>
                    <a:pt x="1824" y="145"/>
                  </a:cubicBezTo>
                  <a:close/>
                  <a:moveTo>
                    <a:pt x="1200" y="364"/>
                  </a:moveTo>
                  <a:cubicBezTo>
                    <a:pt x="1241" y="364"/>
                    <a:pt x="1281" y="372"/>
                    <a:pt x="1322" y="380"/>
                  </a:cubicBezTo>
                  <a:cubicBezTo>
                    <a:pt x="1308" y="383"/>
                    <a:pt x="1295" y="383"/>
                    <a:pt x="1281" y="383"/>
                  </a:cubicBezTo>
                  <a:cubicBezTo>
                    <a:pt x="1254" y="383"/>
                    <a:pt x="1227" y="380"/>
                    <a:pt x="1200" y="380"/>
                  </a:cubicBezTo>
                  <a:lnTo>
                    <a:pt x="1200" y="364"/>
                  </a:lnTo>
                  <a:close/>
                  <a:moveTo>
                    <a:pt x="1135" y="396"/>
                  </a:moveTo>
                  <a:cubicBezTo>
                    <a:pt x="1078" y="396"/>
                    <a:pt x="1078" y="396"/>
                    <a:pt x="1078" y="404"/>
                  </a:cubicBezTo>
                  <a:cubicBezTo>
                    <a:pt x="1095" y="412"/>
                    <a:pt x="1119" y="412"/>
                    <a:pt x="1135" y="412"/>
                  </a:cubicBezTo>
                  <a:cubicBezTo>
                    <a:pt x="1200" y="412"/>
                    <a:pt x="1200" y="412"/>
                    <a:pt x="1200" y="404"/>
                  </a:cubicBezTo>
                  <a:cubicBezTo>
                    <a:pt x="1257" y="396"/>
                    <a:pt x="1200" y="396"/>
                    <a:pt x="1135" y="396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83"/>
                    <a:pt x="1597" y="583"/>
                  </a:cubicBezTo>
                  <a:lnTo>
                    <a:pt x="1476" y="583"/>
                  </a:lnTo>
                  <a:lnTo>
                    <a:pt x="1541" y="574"/>
                  </a:lnTo>
                  <a:close/>
                  <a:moveTo>
                    <a:pt x="1241" y="591"/>
                  </a:moveTo>
                  <a:lnTo>
                    <a:pt x="1354" y="599"/>
                  </a:lnTo>
                  <a:cubicBezTo>
                    <a:pt x="1533" y="607"/>
                    <a:pt x="1533" y="607"/>
                    <a:pt x="1419" y="607"/>
                  </a:cubicBezTo>
                  <a:cubicBezTo>
                    <a:pt x="1354" y="607"/>
                    <a:pt x="1297" y="607"/>
                    <a:pt x="1233" y="599"/>
                  </a:cubicBezTo>
                  <a:lnTo>
                    <a:pt x="1241" y="591"/>
                  </a:lnTo>
                  <a:close/>
                  <a:moveTo>
                    <a:pt x="1557" y="690"/>
                  </a:moveTo>
                  <a:cubicBezTo>
                    <a:pt x="1587" y="690"/>
                    <a:pt x="1618" y="692"/>
                    <a:pt x="1646" y="696"/>
                  </a:cubicBezTo>
                  <a:cubicBezTo>
                    <a:pt x="1703" y="704"/>
                    <a:pt x="1703" y="704"/>
                    <a:pt x="1581" y="704"/>
                  </a:cubicBezTo>
                  <a:lnTo>
                    <a:pt x="1468" y="696"/>
                  </a:lnTo>
                  <a:cubicBezTo>
                    <a:pt x="1496" y="692"/>
                    <a:pt x="1526" y="690"/>
                    <a:pt x="1557" y="690"/>
                  </a:cubicBezTo>
                  <a:close/>
                  <a:moveTo>
                    <a:pt x="1403" y="729"/>
                  </a:moveTo>
                  <a:lnTo>
                    <a:pt x="1403" y="737"/>
                  </a:lnTo>
                  <a:cubicBezTo>
                    <a:pt x="1362" y="737"/>
                    <a:pt x="1322" y="737"/>
                    <a:pt x="1281" y="729"/>
                  </a:cubicBezTo>
                  <a:close/>
                  <a:moveTo>
                    <a:pt x="1151" y="810"/>
                  </a:moveTo>
                  <a:cubicBezTo>
                    <a:pt x="1176" y="810"/>
                    <a:pt x="1192" y="810"/>
                    <a:pt x="1216" y="818"/>
                  </a:cubicBezTo>
                  <a:lnTo>
                    <a:pt x="1151" y="818"/>
                  </a:lnTo>
                  <a:cubicBezTo>
                    <a:pt x="1151" y="818"/>
                    <a:pt x="1095" y="810"/>
                    <a:pt x="1151" y="810"/>
                  </a:cubicBezTo>
                  <a:close/>
                  <a:moveTo>
                    <a:pt x="1451" y="842"/>
                  </a:moveTo>
                  <a:cubicBezTo>
                    <a:pt x="1492" y="842"/>
                    <a:pt x="1533" y="842"/>
                    <a:pt x="1565" y="850"/>
                  </a:cubicBezTo>
                  <a:cubicBezTo>
                    <a:pt x="1630" y="858"/>
                    <a:pt x="1565" y="858"/>
                    <a:pt x="1451" y="858"/>
                  </a:cubicBezTo>
                  <a:lnTo>
                    <a:pt x="1451" y="842"/>
                  </a:lnTo>
                  <a:close/>
                  <a:moveTo>
                    <a:pt x="1565" y="883"/>
                  </a:moveTo>
                  <a:lnTo>
                    <a:pt x="1565" y="891"/>
                  </a:lnTo>
                  <a:lnTo>
                    <a:pt x="1508" y="891"/>
                  </a:lnTo>
                  <a:lnTo>
                    <a:pt x="1565" y="883"/>
                  </a:lnTo>
                  <a:close/>
                  <a:moveTo>
                    <a:pt x="1743" y="931"/>
                  </a:moveTo>
                  <a:cubicBezTo>
                    <a:pt x="1678" y="931"/>
                    <a:pt x="1622" y="939"/>
                    <a:pt x="1622" y="939"/>
                  </a:cubicBezTo>
                  <a:lnTo>
                    <a:pt x="1743" y="939"/>
                  </a:lnTo>
                  <a:lnTo>
                    <a:pt x="1743" y="931"/>
                  </a:lnTo>
                  <a:close/>
                  <a:moveTo>
                    <a:pt x="1322" y="956"/>
                  </a:moveTo>
                  <a:cubicBezTo>
                    <a:pt x="1378" y="956"/>
                    <a:pt x="1378" y="964"/>
                    <a:pt x="1378" y="964"/>
                  </a:cubicBezTo>
                  <a:cubicBezTo>
                    <a:pt x="1378" y="964"/>
                    <a:pt x="1378" y="972"/>
                    <a:pt x="1314" y="972"/>
                  </a:cubicBezTo>
                  <a:cubicBezTo>
                    <a:pt x="1297" y="972"/>
                    <a:pt x="1281" y="972"/>
                    <a:pt x="1257" y="964"/>
                  </a:cubicBezTo>
                  <a:cubicBezTo>
                    <a:pt x="1281" y="964"/>
                    <a:pt x="1297" y="956"/>
                    <a:pt x="1322" y="956"/>
                  </a:cubicBezTo>
                  <a:close/>
                  <a:moveTo>
                    <a:pt x="57" y="1012"/>
                  </a:moveTo>
                  <a:cubicBezTo>
                    <a:pt x="0" y="1012"/>
                    <a:pt x="0" y="1012"/>
                    <a:pt x="114" y="1020"/>
                  </a:cubicBezTo>
                  <a:cubicBezTo>
                    <a:pt x="179" y="1020"/>
                    <a:pt x="179" y="1020"/>
                    <a:pt x="179" y="1012"/>
                  </a:cubicBezTo>
                  <a:close/>
                  <a:moveTo>
                    <a:pt x="2092" y="1004"/>
                  </a:moveTo>
                  <a:cubicBezTo>
                    <a:pt x="2092" y="1012"/>
                    <a:pt x="2092" y="1020"/>
                    <a:pt x="2092" y="1020"/>
                  </a:cubicBezTo>
                  <a:cubicBezTo>
                    <a:pt x="2149" y="1020"/>
                    <a:pt x="2149" y="1020"/>
                    <a:pt x="2149" y="1012"/>
                  </a:cubicBezTo>
                  <a:cubicBezTo>
                    <a:pt x="2149" y="1004"/>
                    <a:pt x="2149" y="1004"/>
                    <a:pt x="2092" y="1004"/>
                  </a:cubicBezTo>
                  <a:close/>
                  <a:moveTo>
                    <a:pt x="1314" y="1037"/>
                  </a:moveTo>
                  <a:cubicBezTo>
                    <a:pt x="1370" y="1037"/>
                    <a:pt x="1370" y="1037"/>
                    <a:pt x="1370" y="1045"/>
                  </a:cubicBezTo>
                  <a:lnTo>
                    <a:pt x="1306" y="1045"/>
                  </a:lnTo>
                  <a:cubicBezTo>
                    <a:pt x="1249" y="1045"/>
                    <a:pt x="1314" y="1045"/>
                    <a:pt x="1314" y="1037"/>
                  </a:cubicBezTo>
                  <a:close/>
                  <a:moveTo>
                    <a:pt x="1484" y="1110"/>
                  </a:moveTo>
                  <a:cubicBezTo>
                    <a:pt x="1541" y="1110"/>
                    <a:pt x="1541" y="1118"/>
                    <a:pt x="1419" y="1118"/>
                  </a:cubicBezTo>
                  <a:lnTo>
                    <a:pt x="1362" y="1118"/>
                  </a:lnTo>
                  <a:cubicBezTo>
                    <a:pt x="1362" y="1118"/>
                    <a:pt x="1419" y="1110"/>
                    <a:pt x="1484" y="1110"/>
                  </a:cubicBezTo>
                  <a:close/>
                  <a:moveTo>
                    <a:pt x="1476" y="1142"/>
                  </a:moveTo>
                  <a:lnTo>
                    <a:pt x="1476" y="1150"/>
                  </a:lnTo>
                  <a:cubicBezTo>
                    <a:pt x="1435" y="1150"/>
                    <a:pt x="1403" y="1150"/>
                    <a:pt x="1362" y="1142"/>
                  </a:cubicBezTo>
                  <a:close/>
                  <a:moveTo>
                    <a:pt x="1330" y="1418"/>
                  </a:moveTo>
                  <a:lnTo>
                    <a:pt x="1330" y="1426"/>
                  </a:lnTo>
                  <a:cubicBezTo>
                    <a:pt x="1289" y="1426"/>
                    <a:pt x="1249" y="1426"/>
                    <a:pt x="1208" y="1418"/>
                  </a:cubicBezTo>
                  <a:close/>
                  <a:moveTo>
                    <a:pt x="1378" y="1523"/>
                  </a:moveTo>
                  <a:cubicBezTo>
                    <a:pt x="1378" y="1531"/>
                    <a:pt x="1378" y="1531"/>
                    <a:pt x="1322" y="1531"/>
                  </a:cubicBezTo>
                  <a:cubicBezTo>
                    <a:pt x="1257" y="1531"/>
                    <a:pt x="1200" y="1523"/>
                    <a:pt x="1200" y="1523"/>
                  </a:cubicBezTo>
                  <a:close/>
                  <a:moveTo>
                    <a:pt x="1792" y="1596"/>
                  </a:moveTo>
                  <a:lnTo>
                    <a:pt x="1792" y="1604"/>
                  </a:lnTo>
                  <a:cubicBezTo>
                    <a:pt x="1751" y="1604"/>
                    <a:pt x="1711" y="1604"/>
                    <a:pt x="1670" y="1596"/>
                  </a:cubicBezTo>
                  <a:close/>
                  <a:moveTo>
                    <a:pt x="1362" y="1645"/>
                  </a:moveTo>
                  <a:lnTo>
                    <a:pt x="1427" y="1653"/>
                  </a:lnTo>
                  <a:cubicBezTo>
                    <a:pt x="1407" y="1657"/>
                    <a:pt x="1387" y="1659"/>
                    <a:pt x="1366" y="1659"/>
                  </a:cubicBezTo>
                  <a:cubicBezTo>
                    <a:pt x="1346" y="1659"/>
                    <a:pt x="1326" y="1657"/>
                    <a:pt x="1306" y="1653"/>
                  </a:cubicBezTo>
                  <a:lnTo>
                    <a:pt x="1362" y="1645"/>
                  </a:lnTo>
                  <a:close/>
                  <a:moveTo>
                    <a:pt x="1273" y="1945"/>
                  </a:moveTo>
                  <a:cubicBezTo>
                    <a:pt x="1314" y="1945"/>
                    <a:pt x="1354" y="1945"/>
                    <a:pt x="1395" y="1953"/>
                  </a:cubicBezTo>
                  <a:cubicBezTo>
                    <a:pt x="1395" y="1961"/>
                    <a:pt x="1395" y="1961"/>
                    <a:pt x="1330" y="1961"/>
                  </a:cubicBezTo>
                  <a:cubicBezTo>
                    <a:pt x="1273" y="1961"/>
                    <a:pt x="1273" y="1953"/>
                    <a:pt x="1273" y="1945"/>
                  </a:cubicBezTo>
                  <a:close/>
                  <a:moveTo>
                    <a:pt x="1800" y="2123"/>
                  </a:moveTo>
                  <a:cubicBezTo>
                    <a:pt x="1800" y="2127"/>
                    <a:pt x="1786" y="2129"/>
                    <a:pt x="1779" y="2129"/>
                  </a:cubicBezTo>
                  <a:cubicBezTo>
                    <a:pt x="1772" y="2129"/>
                    <a:pt x="1772" y="2127"/>
                    <a:pt x="1800" y="2123"/>
                  </a:cubicBezTo>
                  <a:close/>
                  <a:moveTo>
                    <a:pt x="1435" y="2123"/>
                  </a:moveTo>
                  <a:lnTo>
                    <a:pt x="1435" y="2131"/>
                  </a:lnTo>
                  <a:cubicBezTo>
                    <a:pt x="1395" y="2131"/>
                    <a:pt x="1354" y="2131"/>
                    <a:pt x="1314" y="2123"/>
                  </a:cubicBezTo>
                  <a:close/>
                  <a:moveTo>
                    <a:pt x="1760" y="2480"/>
                  </a:moveTo>
                  <a:cubicBezTo>
                    <a:pt x="1760" y="2488"/>
                    <a:pt x="1760" y="2488"/>
                    <a:pt x="1695" y="2488"/>
                  </a:cubicBezTo>
                  <a:cubicBezTo>
                    <a:pt x="1678" y="2488"/>
                    <a:pt x="1654" y="2488"/>
                    <a:pt x="1638" y="2480"/>
                  </a:cubicBezTo>
                  <a:close/>
                  <a:moveTo>
                    <a:pt x="1751" y="2528"/>
                  </a:moveTo>
                  <a:lnTo>
                    <a:pt x="1808" y="2537"/>
                  </a:lnTo>
                  <a:cubicBezTo>
                    <a:pt x="1797" y="2539"/>
                    <a:pt x="1786" y="2540"/>
                    <a:pt x="1773" y="2540"/>
                  </a:cubicBezTo>
                  <a:cubicBezTo>
                    <a:pt x="1749" y="2540"/>
                    <a:pt x="1722" y="2537"/>
                    <a:pt x="1695" y="2537"/>
                  </a:cubicBezTo>
                  <a:lnTo>
                    <a:pt x="1751" y="2528"/>
                  </a:lnTo>
                  <a:close/>
                  <a:moveTo>
                    <a:pt x="1337" y="2563"/>
                  </a:moveTo>
                  <a:cubicBezTo>
                    <a:pt x="1344" y="2563"/>
                    <a:pt x="1358" y="2565"/>
                    <a:pt x="1387" y="2569"/>
                  </a:cubicBezTo>
                  <a:lnTo>
                    <a:pt x="1330" y="2569"/>
                  </a:lnTo>
                  <a:cubicBezTo>
                    <a:pt x="1330" y="2565"/>
                    <a:pt x="1330" y="2563"/>
                    <a:pt x="1337" y="2563"/>
                  </a:cubicBezTo>
                  <a:close/>
                  <a:moveTo>
                    <a:pt x="1387" y="2561"/>
                  </a:moveTo>
                  <a:cubicBezTo>
                    <a:pt x="1451" y="2569"/>
                    <a:pt x="1451" y="2569"/>
                    <a:pt x="1387" y="2569"/>
                  </a:cubicBezTo>
                  <a:lnTo>
                    <a:pt x="1387" y="2561"/>
                  </a:lnTo>
                  <a:close/>
                  <a:moveTo>
                    <a:pt x="1095" y="2585"/>
                  </a:moveTo>
                  <a:cubicBezTo>
                    <a:pt x="1091" y="2586"/>
                    <a:pt x="1088" y="2586"/>
                    <a:pt x="1084" y="2587"/>
                  </a:cubicBezTo>
                  <a:lnTo>
                    <a:pt x="1084" y="2587"/>
                  </a:lnTo>
                  <a:cubicBezTo>
                    <a:pt x="1095" y="2586"/>
                    <a:pt x="1109" y="2586"/>
                    <a:pt x="1127" y="2585"/>
                  </a:cubicBezTo>
                  <a:lnTo>
                    <a:pt x="1127" y="2585"/>
                  </a:lnTo>
                  <a:cubicBezTo>
                    <a:pt x="1117" y="2585"/>
                    <a:pt x="1106" y="2585"/>
                    <a:pt x="1095" y="2585"/>
                  </a:cubicBezTo>
                  <a:close/>
                  <a:moveTo>
                    <a:pt x="1084" y="2587"/>
                  </a:moveTo>
                  <a:cubicBezTo>
                    <a:pt x="1062" y="2588"/>
                    <a:pt x="1055" y="2589"/>
                    <a:pt x="1059" y="2589"/>
                  </a:cubicBezTo>
                  <a:cubicBezTo>
                    <a:pt x="1062" y="2589"/>
                    <a:pt x="1071" y="2588"/>
                    <a:pt x="1084" y="2587"/>
                  </a:cubicBezTo>
                  <a:close/>
                  <a:moveTo>
                    <a:pt x="1387" y="2593"/>
                  </a:moveTo>
                  <a:lnTo>
                    <a:pt x="1387" y="2601"/>
                  </a:lnTo>
                  <a:lnTo>
                    <a:pt x="1330" y="2601"/>
                  </a:lnTo>
                  <a:lnTo>
                    <a:pt x="1387" y="2593"/>
                  </a:lnTo>
                  <a:close/>
                  <a:moveTo>
                    <a:pt x="1378" y="2634"/>
                  </a:moveTo>
                  <a:lnTo>
                    <a:pt x="1378" y="2642"/>
                  </a:lnTo>
                  <a:lnTo>
                    <a:pt x="1322" y="2642"/>
                  </a:lnTo>
                  <a:lnTo>
                    <a:pt x="1378" y="2634"/>
                  </a:lnTo>
                  <a:close/>
                  <a:moveTo>
                    <a:pt x="1500" y="2682"/>
                  </a:moveTo>
                  <a:cubicBezTo>
                    <a:pt x="1476" y="2691"/>
                    <a:pt x="1460" y="2691"/>
                    <a:pt x="1435" y="2691"/>
                  </a:cubicBezTo>
                  <a:cubicBezTo>
                    <a:pt x="1419" y="2691"/>
                    <a:pt x="1395" y="2691"/>
                    <a:pt x="1378" y="2682"/>
                  </a:cubicBezTo>
                  <a:close/>
                  <a:moveTo>
                    <a:pt x="1419" y="2853"/>
                  </a:moveTo>
                  <a:cubicBezTo>
                    <a:pt x="1476" y="2853"/>
                    <a:pt x="1541" y="2861"/>
                    <a:pt x="1476" y="2861"/>
                  </a:cubicBezTo>
                  <a:cubicBezTo>
                    <a:pt x="1476" y="2861"/>
                    <a:pt x="1419" y="2861"/>
                    <a:pt x="1362" y="2853"/>
                  </a:cubicBezTo>
                  <a:close/>
                  <a:moveTo>
                    <a:pt x="1614" y="2993"/>
                  </a:moveTo>
                  <a:cubicBezTo>
                    <a:pt x="1644" y="2993"/>
                    <a:pt x="1674" y="2995"/>
                    <a:pt x="1703" y="2999"/>
                  </a:cubicBezTo>
                  <a:cubicBezTo>
                    <a:pt x="1703" y="3007"/>
                    <a:pt x="1703" y="3007"/>
                    <a:pt x="1646" y="3007"/>
                  </a:cubicBezTo>
                  <a:cubicBezTo>
                    <a:pt x="1605" y="3007"/>
                    <a:pt x="1565" y="3007"/>
                    <a:pt x="1524" y="2999"/>
                  </a:cubicBezTo>
                  <a:cubicBezTo>
                    <a:pt x="1553" y="2995"/>
                    <a:pt x="1583" y="2993"/>
                    <a:pt x="1614" y="2993"/>
                  </a:cubicBezTo>
                  <a:close/>
                  <a:moveTo>
                    <a:pt x="1581" y="3591"/>
                  </a:moveTo>
                  <a:cubicBezTo>
                    <a:pt x="1622" y="3591"/>
                    <a:pt x="1662" y="3591"/>
                    <a:pt x="1703" y="3599"/>
                  </a:cubicBezTo>
                  <a:cubicBezTo>
                    <a:pt x="1760" y="3603"/>
                    <a:pt x="1760" y="3605"/>
                    <a:pt x="1730" y="3605"/>
                  </a:cubicBezTo>
                  <a:cubicBezTo>
                    <a:pt x="1701" y="3605"/>
                    <a:pt x="1642" y="3603"/>
                    <a:pt x="1581" y="3599"/>
                  </a:cubicBezTo>
                  <a:cubicBezTo>
                    <a:pt x="1460" y="3591"/>
                    <a:pt x="1460" y="3591"/>
                    <a:pt x="1581" y="3591"/>
                  </a:cubicBezTo>
                  <a:close/>
                  <a:moveTo>
                    <a:pt x="1374" y="1"/>
                  </a:moveTo>
                  <a:cubicBezTo>
                    <a:pt x="1344" y="1"/>
                    <a:pt x="1330" y="3"/>
                    <a:pt x="1362" y="7"/>
                  </a:cubicBezTo>
                  <a:lnTo>
                    <a:pt x="1354" y="7"/>
                  </a:lnTo>
                  <a:lnTo>
                    <a:pt x="1297" y="15"/>
                  </a:lnTo>
                  <a:cubicBezTo>
                    <a:pt x="1119" y="15"/>
                    <a:pt x="1119" y="23"/>
                    <a:pt x="1297" y="23"/>
                  </a:cubicBezTo>
                  <a:lnTo>
                    <a:pt x="1354" y="23"/>
                  </a:lnTo>
                  <a:cubicBezTo>
                    <a:pt x="1233" y="23"/>
                    <a:pt x="1233" y="31"/>
                    <a:pt x="1233" y="39"/>
                  </a:cubicBezTo>
                  <a:lnTo>
                    <a:pt x="1176" y="39"/>
                  </a:lnTo>
                  <a:cubicBezTo>
                    <a:pt x="1135" y="39"/>
                    <a:pt x="1095" y="39"/>
                    <a:pt x="1054" y="47"/>
                  </a:cubicBezTo>
                  <a:cubicBezTo>
                    <a:pt x="1054" y="56"/>
                    <a:pt x="1054" y="56"/>
                    <a:pt x="1111" y="56"/>
                  </a:cubicBezTo>
                  <a:cubicBezTo>
                    <a:pt x="1130" y="53"/>
                    <a:pt x="1143" y="52"/>
                    <a:pt x="1150" y="52"/>
                  </a:cubicBezTo>
                  <a:cubicBezTo>
                    <a:pt x="1165" y="52"/>
                    <a:pt x="1140" y="58"/>
                    <a:pt x="1054" y="64"/>
                  </a:cubicBezTo>
                  <a:lnTo>
                    <a:pt x="1111" y="64"/>
                  </a:lnTo>
                  <a:cubicBezTo>
                    <a:pt x="1233" y="64"/>
                    <a:pt x="1233" y="72"/>
                    <a:pt x="1111" y="80"/>
                  </a:cubicBezTo>
                  <a:lnTo>
                    <a:pt x="1111" y="88"/>
                  </a:lnTo>
                  <a:cubicBezTo>
                    <a:pt x="1138" y="88"/>
                    <a:pt x="1165" y="92"/>
                    <a:pt x="1192" y="92"/>
                  </a:cubicBezTo>
                  <a:cubicBezTo>
                    <a:pt x="1206" y="92"/>
                    <a:pt x="1219" y="91"/>
                    <a:pt x="1233" y="88"/>
                  </a:cubicBezTo>
                  <a:cubicBezTo>
                    <a:pt x="1346" y="88"/>
                    <a:pt x="1346" y="88"/>
                    <a:pt x="1289" y="96"/>
                  </a:cubicBezTo>
                  <a:lnTo>
                    <a:pt x="1168" y="96"/>
                  </a:lnTo>
                  <a:cubicBezTo>
                    <a:pt x="1111" y="96"/>
                    <a:pt x="1111" y="104"/>
                    <a:pt x="1111" y="104"/>
                  </a:cubicBezTo>
                  <a:cubicBezTo>
                    <a:pt x="1111" y="112"/>
                    <a:pt x="1111" y="120"/>
                    <a:pt x="1168" y="120"/>
                  </a:cubicBezTo>
                  <a:lnTo>
                    <a:pt x="1111" y="120"/>
                  </a:lnTo>
                  <a:cubicBezTo>
                    <a:pt x="1111" y="129"/>
                    <a:pt x="1046" y="129"/>
                    <a:pt x="1111" y="129"/>
                  </a:cubicBezTo>
                  <a:cubicBezTo>
                    <a:pt x="1111" y="129"/>
                    <a:pt x="1111" y="129"/>
                    <a:pt x="1046" y="137"/>
                  </a:cubicBezTo>
                  <a:cubicBezTo>
                    <a:pt x="1007" y="142"/>
                    <a:pt x="1049" y="152"/>
                    <a:pt x="1118" y="152"/>
                  </a:cubicBezTo>
                  <a:cubicBezTo>
                    <a:pt x="1150" y="152"/>
                    <a:pt x="1187" y="150"/>
                    <a:pt x="1224" y="145"/>
                  </a:cubicBezTo>
                  <a:lnTo>
                    <a:pt x="1224" y="153"/>
                  </a:lnTo>
                  <a:lnTo>
                    <a:pt x="1281" y="153"/>
                  </a:lnTo>
                  <a:cubicBezTo>
                    <a:pt x="1346" y="153"/>
                    <a:pt x="1346" y="161"/>
                    <a:pt x="1346" y="161"/>
                  </a:cubicBezTo>
                  <a:lnTo>
                    <a:pt x="1224" y="161"/>
                  </a:lnTo>
                  <a:cubicBezTo>
                    <a:pt x="1046" y="161"/>
                    <a:pt x="981" y="169"/>
                    <a:pt x="1160" y="169"/>
                  </a:cubicBezTo>
                  <a:lnTo>
                    <a:pt x="1103" y="169"/>
                  </a:lnTo>
                  <a:cubicBezTo>
                    <a:pt x="1046" y="169"/>
                    <a:pt x="1046" y="177"/>
                    <a:pt x="1103" y="185"/>
                  </a:cubicBezTo>
                  <a:cubicBezTo>
                    <a:pt x="1160" y="193"/>
                    <a:pt x="1216" y="193"/>
                    <a:pt x="1281" y="193"/>
                  </a:cubicBezTo>
                  <a:cubicBezTo>
                    <a:pt x="1338" y="193"/>
                    <a:pt x="1338" y="202"/>
                    <a:pt x="1338" y="202"/>
                  </a:cubicBezTo>
                  <a:lnTo>
                    <a:pt x="1281" y="202"/>
                  </a:lnTo>
                  <a:cubicBezTo>
                    <a:pt x="1160" y="202"/>
                    <a:pt x="1160" y="210"/>
                    <a:pt x="1281" y="218"/>
                  </a:cubicBezTo>
                  <a:lnTo>
                    <a:pt x="1216" y="218"/>
                  </a:lnTo>
                  <a:cubicBezTo>
                    <a:pt x="1160" y="218"/>
                    <a:pt x="1095" y="218"/>
                    <a:pt x="1151" y="242"/>
                  </a:cubicBezTo>
                  <a:cubicBezTo>
                    <a:pt x="1151" y="258"/>
                    <a:pt x="1151" y="266"/>
                    <a:pt x="1095" y="266"/>
                  </a:cubicBezTo>
                  <a:cubicBezTo>
                    <a:pt x="1030" y="266"/>
                    <a:pt x="1151" y="291"/>
                    <a:pt x="1273" y="299"/>
                  </a:cubicBezTo>
                  <a:cubicBezTo>
                    <a:pt x="1208" y="299"/>
                    <a:pt x="1208" y="299"/>
                    <a:pt x="1208" y="307"/>
                  </a:cubicBezTo>
                  <a:cubicBezTo>
                    <a:pt x="1208" y="323"/>
                    <a:pt x="1208" y="323"/>
                    <a:pt x="1151" y="323"/>
                  </a:cubicBezTo>
                  <a:cubicBezTo>
                    <a:pt x="1265" y="331"/>
                    <a:pt x="1208" y="339"/>
                    <a:pt x="1087" y="339"/>
                  </a:cubicBezTo>
                  <a:cubicBezTo>
                    <a:pt x="1030" y="339"/>
                    <a:pt x="1022" y="347"/>
                    <a:pt x="1022" y="356"/>
                  </a:cubicBezTo>
                  <a:cubicBezTo>
                    <a:pt x="1087" y="356"/>
                    <a:pt x="1087" y="372"/>
                    <a:pt x="1087" y="380"/>
                  </a:cubicBezTo>
                  <a:cubicBezTo>
                    <a:pt x="1078" y="388"/>
                    <a:pt x="1078" y="388"/>
                    <a:pt x="1200" y="388"/>
                  </a:cubicBezTo>
                  <a:cubicBezTo>
                    <a:pt x="1322" y="388"/>
                    <a:pt x="1322" y="396"/>
                    <a:pt x="1322" y="404"/>
                  </a:cubicBezTo>
                  <a:cubicBezTo>
                    <a:pt x="1322" y="404"/>
                    <a:pt x="1322" y="412"/>
                    <a:pt x="1257" y="412"/>
                  </a:cubicBezTo>
                  <a:cubicBezTo>
                    <a:pt x="1241" y="412"/>
                    <a:pt x="1216" y="412"/>
                    <a:pt x="1200" y="420"/>
                  </a:cubicBezTo>
                  <a:cubicBezTo>
                    <a:pt x="1200" y="420"/>
                    <a:pt x="1200" y="429"/>
                    <a:pt x="1135" y="429"/>
                  </a:cubicBezTo>
                  <a:cubicBezTo>
                    <a:pt x="1135" y="429"/>
                    <a:pt x="1078" y="429"/>
                    <a:pt x="1078" y="437"/>
                  </a:cubicBezTo>
                  <a:cubicBezTo>
                    <a:pt x="1078" y="453"/>
                    <a:pt x="1070" y="461"/>
                    <a:pt x="1014" y="461"/>
                  </a:cubicBezTo>
                  <a:lnTo>
                    <a:pt x="1070" y="461"/>
                  </a:lnTo>
                  <a:cubicBezTo>
                    <a:pt x="1135" y="461"/>
                    <a:pt x="1192" y="469"/>
                    <a:pt x="1135" y="485"/>
                  </a:cubicBezTo>
                  <a:cubicBezTo>
                    <a:pt x="1127" y="493"/>
                    <a:pt x="1127" y="501"/>
                    <a:pt x="1192" y="501"/>
                  </a:cubicBezTo>
                  <a:cubicBezTo>
                    <a:pt x="1192" y="510"/>
                    <a:pt x="1192" y="510"/>
                    <a:pt x="1127" y="510"/>
                  </a:cubicBezTo>
                  <a:cubicBezTo>
                    <a:pt x="1006" y="510"/>
                    <a:pt x="1006" y="518"/>
                    <a:pt x="1127" y="526"/>
                  </a:cubicBezTo>
                  <a:cubicBezTo>
                    <a:pt x="1184" y="526"/>
                    <a:pt x="1184" y="534"/>
                    <a:pt x="1127" y="534"/>
                  </a:cubicBezTo>
                  <a:cubicBezTo>
                    <a:pt x="1127" y="534"/>
                    <a:pt x="1127" y="542"/>
                    <a:pt x="1184" y="542"/>
                  </a:cubicBezTo>
                  <a:cubicBezTo>
                    <a:pt x="1241" y="550"/>
                    <a:pt x="1241" y="550"/>
                    <a:pt x="1184" y="558"/>
                  </a:cubicBezTo>
                  <a:cubicBezTo>
                    <a:pt x="1127" y="558"/>
                    <a:pt x="1127" y="558"/>
                    <a:pt x="1119" y="566"/>
                  </a:cubicBezTo>
                  <a:cubicBezTo>
                    <a:pt x="1184" y="574"/>
                    <a:pt x="1176" y="623"/>
                    <a:pt x="1119" y="623"/>
                  </a:cubicBezTo>
                  <a:cubicBezTo>
                    <a:pt x="1176" y="631"/>
                    <a:pt x="1176" y="631"/>
                    <a:pt x="1176" y="631"/>
                  </a:cubicBezTo>
                  <a:cubicBezTo>
                    <a:pt x="1054" y="639"/>
                    <a:pt x="1111" y="639"/>
                    <a:pt x="1233" y="639"/>
                  </a:cubicBezTo>
                  <a:lnTo>
                    <a:pt x="1233" y="631"/>
                  </a:lnTo>
                  <a:cubicBezTo>
                    <a:pt x="1354" y="631"/>
                    <a:pt x="1354" y="647"/>
                    <a:pt x="1176" y="647"/>
                  </a:cubicBezTo>
                  <a:cubicBezTo>
                    <a:pt x="1054" y="647"/>
                    <a:pt x="1054" y="647"/>
                    <a:pt x="1176" y="656"/>
                  </a:cubicBezTo>
                  <a:cubicBezTo>
                    <a:pt x="1289" y="656"/>
                    <a:pt x="1289" y="664"/>
                    <a:pt x="1168" y="664"/>
                  </a:cubicBezTo>
                  <a:cubicBezTo>
                    <a:pt x="1054" y="664"/>
                    <a:pt x="1054" y="664"/>
                    <a:pt x="1168" y="672"/>
                  </a:cubicBezTo>
                  <a:cubicBezTo>
                    <a:pt x="1411" y="680"/>
                    <a:pt x="1468" y="696"/>
                    <a:pt x="1233" y="696"/>
                  </a:cubicBezTo>
                  <a:cubicBezTo>
                    <a:pt x="1206" y="693"/>
                    <a:pt x="1180" y="691"/>
                    <a:pt x="1155" y="691"/>
                  </a:cubicBezTo>
                  <a:cubicBezTo>
                    <a:pt x="1119" y="691"/>
                    <a:pt x="1084" y="695"/>
                    <a:pt x="1046" y="704"/>
                  </a:cubicBezTo>
                  <a:lnTo>
                    <a:pt x="1168" y="704"/>
                  </a:lnTo>
                  <a:cubicBezTo>
                    <a:pt x="1289" y="704"/>
                    <a:pt x="1289" y="704"/>
                    <a:pt x="1168" y="712"/>
                  </a:cubicBezTo>
                  <a:cubicBezTo>
                    <a:pt x="989" y="729"/>
                    <a:pt x="981" y="737"/>
                    <a:pt x="1103" y="745"/>
                  </a:cubicBezTo>
                  <a:cubicBezTo>
                    <a:pt x="1189" y="756"/>
                    <a:pt x="1210" y="768"/>
                    <a:pt x="1175" y="768"/>
                  </a:cubicBezTo>
                  <a:cubicBezTo>
                    <a:pt x="1160" y="768"/>
                    <a:pt x="1136" y="766"/>
                    <a:pt x="1103" y="761"/>
                  </a:cubicBezTo>
                  <a:cubicBezTo>
                    <a:pt x="1042" y="757"/>
                    <a:pt x="1012" y="755"/>
                    <a:pt x="1003" y="755"/>
                  </a:cubicBezTo>
                  <a:cubicBezTo>
                    <a:pt x="995" y="755"/>
                    <a:pt x="1010" y="757"/>
                    <a:pt x="1038" y="761"/>
                  </a:cubicBezTo>
                  <a:cubicBezTo>
                    <a:pt x="1038" y="777"/>
                    <a:pt x="1038" y="785"/>
                    <a:pt x="1038" y="785"/>
                  </a:cubicBezTo>
                  <a:cubicBezTo>
                    <a:pt x="1078" y="793"/>
                    <a:pt x="1119" y="793"/>
                    <a:pt x="1160" y="793"/>
                  </a:cubicBezTo>
                  <a:cubicBezTo>
                    <a:pt x="1038" y="801"/>
                    <a:pt x="981" y="810"/>
                    <a:pt x="1095" y="818"/>
                  </a:cubicBezTo>
                  <a:lnTo>
                    <a:pt x="1095" y="826"/>
                  </a:lnTo>
                  <a:cubicBezTo>
                    <a:pt x="1095" y="826"/>
                    <a:pt x="1095" y="826"/>
                    <a:pt x="1151" y="834"/>
                  </a:cubicBezTo>
                  <a:cubicBezTo>
                    <a:pt x="1216" y="834"/>
                    <a:pt x="1151" y="842"/>
                    <a:pt x="1095" y="842"/>
                  </a:cubicBezTo>
                  <a:cubicBezTo>
                    <a:pt x="1030" y="850"/>
                    <a:pt x="973" y="858"/>
                    <a:pt x="1030" y="858"/>
                  </a:cubicBezTo>
                  <a:cubicBezTo>
                    <a:pt x="1095" y="858"/>
                    <a:pt x="1151" y="866"/>
                    <a:pt x="1208" y="866"/>
                  </a:cubicBezTo>
                  <a:cubicBezTo>
                    <a:pt x="1273" y="874"/>
                    <a:pt x="1208" y="874"/>
                    <a:pt x="1151" y="874"/>
                  </a:cubicBezTo>
                  <a:cubicBezTo>
                    <a:pt x="1140" y="872"/>
                    <a:pt x="1128" y="871"/>
                    <a:pt x="1116" y="871"/>
                  </a:cubicBezTo>
                  <a:cubicBezTo>
                    <a:pt x="1087" y="871"/>
                    <a:pt x="1059" y="877"/>
                    <a:pt x="1030" y="883"/>
                  </a:cubicBezTo>
                  <a:cubicBezTo>
                    <a:pt x="1030" y="883"/>
                    <a:pt x="1030" y="891"/>
                    <a:pt x="1087" y="891"/>
                  </a:cubicBezTo>
                  <a:cubicBezTo>
                    <a:pt x="1151" y="891"/>
                    <a:pt x="1143" y="915"/>
                    <a:pt x="1087" y="923"/>
                  </a:cubicBezTo>
                  <a:cubicBezTo>
                    <a:pt x="1087" y="923"/>
                    <a:pt x="1087" y="931"/>
                    <a:pt x="1087" y="931"/>
                  </a:cubicBezTo>
                  <a:cubicBezTo>
                    <a:pt x="1087" y="939"/>
                    <a:pt x="1143" y="939"/>
                    <a:pt x="1143" y="947"/>
                  </a:cubicBezTo>
                  <a:cubicBezTo>
                    <a:pt x="1143" y="947"/>
                    <a:pt x="1143" y="947"/>
                    <a:pt x="1200" y="956"/>
                  </a:cubicBezTo>
                  <a:cubicBezTo>
                    <a:pt x="1200" y="956"/>
                    <a:pt x="1200" y="964"/>
                    <a:pt x="1143" y="964"/>
                  </a:cubicBezTo>
                  <a:cubicBezTo>
                    <a:pt x="1257" y="964"/>
                    <a:pt x="1257" y="964"/>
                    <a:pt x="1143" y="972"/>
                  </a:cubicBezTo>
                  <a:cubicBezTo>
                    <a:pt x="1200" y="980"/>
                    <a:pt x="1200" y="980"/>
                    <a:pt x="1135" y="980"/>
                  </a:cubicBezTo>
                  <a:cubicBezTo>
                    <a:pt x="1078" y="980"/>
                    <a:pt x="1078" y="988"/>
                    <a:pt x="1135" y="988"/>
                  </a:cubicBezTo>
                  <a:cubicBezTo>
                    <a:pt x="1257" y="988"/>
                    <a:pt x="1314" y="1004"/>
                    <a:pt x="1200" y="1004"/>
                  </a:cubicBezTo>
                  <a:cubicBezTo>
                    <a:pt x="1200" y="1004"/>
                    <a:pt x="1200" y="1012"/>
                    <a:pt x="1257" y="1012"/>
                  </a:cubicBezTo>
                  <a:cubicBezTo>
                    <a:pt x="1378" y="1020"/>
                    <a:pt x="1378" y="1020"/>
                    <a:pt x="1257" y="1020"/>
                  </a:cubicBezTo>
                  <a:cubicBezTo>
                    <a:pt x="1135" y="1020"/>
                    <a:pt x="1135" y="1028"/>
                    <a:pt x="1257" y="1028"/>
                  </a:cubicBezTo>
                  <a:cubicBezTo>
                    <a:pt x="1257" y="1028"/>
                    <a:pt x="1314" y="1037"/>
                    <a:pt x="1257" y="1037"/>
                  </a:cubicBezTo>
                  <a:cubicBezTo>
                    <a:pt x="1192" y="1045"/>
                    <a:pt x="1127" y="1069"/>
                    <a:pt x="1249" y="1069"/>
                  </a:cubicBezTo>
                  <a:lnTo>
                    <a:pt x="1249" y="1077"/>
                  </a:lnTo>
                  <a:cubicBezTo>
                    <a:pt x="1192" y="1085"/>
                    <a:pt x="1192" y="1093"/>
                    <a:pt x="1249" y="1093"/>
                  </a:cubicBezTo>
                  <a:lnTo>
                    <a:pt x="1287" y="1099"/>
                  </a:lnTo>
                  <a:lnTo>
                    <a:pt x="1287" y="1099"/>
                  </a:lnTo>
                  <a:cubicBezTo>
                    <a:pt x="1281" y="1098"/>
                    <a:pt x="1276" y="1098"/>
                    <a:pt x="1270" y="1098"/>
                  </a:cubicBezTo>
                  <a:cubicBezTo>
                    <a:pt x="1241" y="1098"/>
                    <a:pt x="1213" y="1104"/>
                    <a:pt x="1184" y="1110"/>
                  </a:cubicBezTo>
                  <a:lnTo>
                    <a:pt x="1249" y="1110"/>
                  </a:lnTo>
                  <a:cubicBezTo>
                    <a:pt x="1306" y="1110"/>
                    <a:pt x="1306" y="1110"/>
                    <a:pt x="1306" y="1118"/>
                  </a:cubicBezTo>
                  <a:cubicBezTo>
                    <a:pt x="1265" y="1126"/>
                    <a:pt x="1224" y="1126"/>
                    <a:pt x="1184" y="1126"/>
                  </a:cubicBezTo>
                  <a:cubicBezTo>
                    <a:pt x="1306" y="1126"/>
                    <a:pt x="1306" y="1134"/>
                    <a:pt x="1241" y="1134"/>
                  </a:cubicBezTo>
                  <a:cubicBezTo>
                    <a:pt x="1184" y="1134"/>
                    <a:pt x="1184" y="1142"/>
                    <a:pt x="1184" y="1142"/>
                  </a:cubicBezTo>
                  <a:cubicBezTo>
                    <a:pt x="1222" y="1142"/>
                    <a:pt x="1209" y="1146"/>
                    <a:pt x="1197" y="1146"/>
                  </a:cubicBezTo>
                  <a:cubicBezTo>
                    <a:pt x="1190" y="1146"/>
                    <a:pt x="1184" y="1145"/>
                    <a:pt x="1184" y="1142"/>
                  </a:cubicBezTo>
                  <a:lnTo>
                    <a:pt x="1127" y="1142"/>
                  </a:lnTo>
                  <a:cubicBezTo>
                    <a:pt x="1062" y="1150"/>
                    <a:pt x="1127" y="1150"/>
                    <a:pt x="1184" y="1150"/>
                  </a:cubicBezTo>
                  <a:cubicBezTo>
                    <a:pt x="1184" y="1150"/>
                    <a:pt x="1184" y="1150"/>
                    <a:pt x="1184" y="1158"/>
                  </a:cubicBezTo>
                  <a:cubicBezTo>
                    <a:pt x="1184" y="1158"/>
                    <a:pt x="1184" y="1162"/>
                    <a:pt x="1201" y="1162"/>
                  </a:cubicBezTo>
                  <a:cubicBezTo>
                    <a:pt x="1209" y="1162"/>
                    <a:pt x="1222" y="1161"/>
                    <a:pt x="1241" y="1158"/>
                  </a:cubicBezTo>
                  <a:cubicBezTo>
                    <a:pt x="1281" y="1158"/>
                    <a:pt x="1322" y="1158"/>
                    <a:pt x="1362" y="1166"/>
                  </a:cubicBezTo>
                  <a:cubicBezTo>
                    <a:pt x="1400" y="1166"/>
                    <a:pt x="1387" y="1170"/>
                    <a:pt x="1375" y="1170"/>
                  </a:cubicBezTo>
                  <a:cubicBezTo>
                    <a:pt x="1369" y="1170"/>
                    <a:pt x="1362" y="1169"/>
                    <a:pt x="1362" y="1166"/>
                  </a:cubicBezTo>
                  <a:cubicBezTo>
                    <a:pt x="1322" y="1166"/>
                    <a:pt x="1281" y="1166"/>
                    <a:pt x="1241" y="1174"/>
                  </a:cubicBezTo>
                  <a:lnTo>
                    <a:pt x="1184" y="1174"/>
                  </a:lnTo>
                  <a:cubicBezTo>
                    <a:pt x="1062" y="1174"/>
                    <a:pt x="1119" y="1191"/>
                    <a:pt x="1176" y="1191"/>
                  </a:cubicBezTo>
                  <a:cubicBezTo>
                    <a:pt x="1297" y="1199"/>
                    <a:pt x="1297" y="1207"/>
                    <a:pt x="1176" y="1207"/>
                  </a:cubicBezTo>
                  <a:cubicBezTo>
                    <a:pt x="1054" y="1207"/>
                    <a:pt x="1176" y="1215"/>
                    <a:pt x="1354" y="1215"/>
                  </a:cubicBezTo>
                  <a:lnTo>
                    <a:pt x="1533" y="1223"/>
                  </a:lnTo>
                  <a:lnTo>
                    <a:pt x="1354" y="1223"/>
                  </a:lnTo>
                  <a:cubicBezTo>
                    <a:pt x="1119" y="1223"/>
                    <a:pt x="1119" y="1223"/>
                    <a:pt x="1233" y="1239"/>
                  </a:cubicBezTo>
                  <a:cubicBezTo>
                    <a:pt x="1289" y="1247"/>
                    <a:pt x="1289" y="1247"/>
                    <a:pt x="1233" y="1247"/>
                  </a:cubicBezTo>
                  <a:cubicBezTo>
                    <a:pt x="1176" y="1247"/>
                    <a:pt x="1176" y="1256"/>
                    <a:pt x="1168" y="1264"/>
                  </a:cubicBezTo>
                  <a:cubicBezTo>
                    <a:pt x="1168" y="1280"/>
                    <a:pt x="1168" y="1280"/>
                    <a:pt x="1233" y="1280"/>
                  </a:cubicBezTo>
                  <a:cubicBezTo>
                    <a:pt x="1233" y="1280"/>
                    <a:pt x="1233" y="1288"/>
                    <a:pt x="1224" y="1288"/>
                  </a:cubicBezTo>
                  <a:cubicBezTo>
                    <a:pt x="1144" y="1294"/>
                    <a:pt x="1149" y="1299"/>
                    <a:pt x="1202" y="1299"/>
                  </a:cubicBezTo>
                  <a:cubicBezTo>
                    <a:pt x="1224" y="1299"/>
                    <a:pt x="1254" y="1298"/>
                    <a:pt x="1289" y="1296"/>
                  </a:cubicBezTo>
                  <a:cubicBezTo>
                    <a:pt x="1289" y="1296"/>
                    <a:pt x="1289" y="1304"/>
                    <a:pt x="1289" y="1304"/>
                  </a:cubicBezTo>
                  <a:lnTo>
                    <a:pt x="1224" y="1304"/>
                  </a:lnTo>
                  <a:cubicBezTo>
                    <a:pt x="1168" y="1304"/>
                    <a:pt x="1168" y="1312"/>
                    <a:pt x="1160" y="1353"/>
                  </a:cubicBezTo>
                  <a:cubicBezTo>
                    <a:pt x="1160" y="1385"/>
                    <a:pt x="1160" y="1393"/>
                    <a:pt x="1281" y="1393"/>
                  </a:cubicBezTo>
                  <a:cubicBezTo>
                    <a:pt x="1395" y="1393"/>
                    <a:pt x="1395" y="1401"/>
                    <a:pt x="1273" y="1401"/>
                  </a:cubicBezTo>
                  <a:cubicBezTo>
                    <a:pt x="1216" y="1401"/>
                    <a:pt x="1160" y="1410"/>
                    <a:pt x="1216" y="1410"/>
                  </a:cubicBezTo>
                  <a:cubicBezTo>
                    <a:pt x="1216" y="1410"/>
                    <a:pt x="1216" y="1418"/>
                    <a:pt x="1151" y="1418"/>
                  </a:cubicBezTo>
                  <a:cubicBezTo>
                    <a:pt x="1038" y="1434"/>
                    <a:pt x="1095" y="1434"/>
                    <a:pt x="1151" y="1434"/>
                  </a:cubicBezTo>
                  <a:cubicBezTo>
                    <a:pt x="1273" y="1434"/>
                    <a:pt x="1216" y="1434"/>
                    <a:pt x="1151" y="1442"/>
                  </a:cubicBezTo>
                  <a:cubicBezTo>
                    <a:pt x="1095" y="1442"/>
                    <a:pt x="1030" y="1450"/>
                    <a:pt x="1095" y="1450"/>
                  </a:cubicBezTo>
                  <a:cubicBezTo>
                    <a:pt x="1145" y="1450"/>
                    <a:pt x="1196" y="1476"/>
                    <a:pt x="1121" y="1476"/>
                  </a:cubicBezTo>
                  <a:cubicBezTo>
                    <a:pt x="1111" y="1476"/>
                    <a:pt x="1100" y="1475"/>
                    <a:pt x="1087" y="1474"/>
                  </a:cubicBezTo>
                  <a:lnTo>
                    <a:pt x="1087" y="1491"/>
                  </a:lnTo>
                  <a:cubicBezTo>
                    <a:pt x="1151" y="1491"/>
                    <a:pt x="1151" y="1499"/>
                    <a:pt x="1143" y="1507"/>
                  </a:cubicBezTo>
                  <a:cubicBezTo>
                    <a:pt x="1143" y="1515"/>
                    <a:pt x="1143" y="1515"/>
                    <a:pt x="1087" y="1515"/>
                  </a:cubicBezTo>
                  <a:cubicBezTo>
                    <a:pt x="1030" y="1515"/>
                    <a:pt x="1030" y="1515"/>
                    <a:pt x="1087" y="1523"/>
                  </a:cubicBezTo>
                  <a:cubicBezTo>
                    <a:pt x="1087" y="1531"/>
                    <a:pt x="1200" y="1531"/>
                    <a:pt x="1200" y="1539"/>
                  </a:cubicBezTo>
                  <a:cubicBezTo>
                    <a:pt x="1241" y="1539"/>
                    <a:pt x="1281" y="1539"/>
                    <a:pt x="1322" y="1547"/>
                  </a:cubicBezTo>
                  <a:lnTo>
                    <a:pt x="1143" y="1547"/>
                  </a:lnTo>
                  <a:cubicBezTo>
                    <a:pt x="1143" y="1547"/>
                    <a:pt x="1143" y="1555"/>
                    <a:pt x="1200" y="1555"/>
                  </a:cubicBezTo>
                  <a:cubicBezTo>
                    <a:pt x="1143" y="1555"/>
                    <a:pt x="1143" y="1564"/>
                    <a:pt x="1143" y="1572"/>
                  </a:cubicBezTo>
                  <a:cubicBezTo>
                    <a:pt x="1143" y="1580"/>
                    <a:pt x="1135" y="1588"/>
                    <a:pt x="1200" y="1596"/>
                  </a:cubicBezTo>
                  <a:cubicBezTo>
                    <a:pt x="1078" y="1596"/>
                    <a:pt x="1078" y="1620"/>
                    <a:pt x="1192" y="1628"/>
                  </a:cubicBezTo>
                  <a:cubicBezTo>
                    <a:pt x="1257" y="1628"/>
                    <a:pt x="1257" y="1628"/>
                    <a:pt x="1192" y="1637"/>
                  </a:cubicBezTo>
                  <a:cubicBezTo>
                    <a:pt x="1135" y="1637"/>
                    <a:pt x="1135" y="1637"/>
                    <a:pt x="1192" y="1645"/>
                  </a:cubicBezTo>
                  <a:cubicBezTo>
                    <a:pt x="1249" y="1653"/>
                    <a:pt x="1192" y="1653"/>
                    <a:pt x="1135" y="1661"/>
                  </a:cubicBezTo>
                  <a:cubicBezTo>
                    <a:pt x="1014" y="1661"/>
                    <a:pt x="1014" y="1669"/>
                    <a:pt x="1070" y="1669"/>
                  </a:cubicBezTo>
                  <a:cubicBezTo>
                    <a:pt x="1127" y="1677"/>
                    <a:pt x="1127" y="1685"/>
                    <a:pt x="1127" y="1693"/>
                  </a:cubicBezTo>
                  <a:cubicBezTo>
                    <a:pt x="1168" y="1701"/>
                    <a:pt x="1208" y="1701"/>
                    <a:pt x="1249" y="1701"/>
                  </a:cubicBezTo>
                  <a:lnTo>
                    <a:pt x="1362" y="1701"/>
                  </a:lnTo>
                  <a:cubicBezTo>
                    <a:pt x="1427" y="1710"/>
                    <a:pt x="1362" y="1710"/>
                    <a:pt x="1362" y="1710"/>
                  </a:cubicBezTo>
                  <a:cubicBezTo>
                    <a:pt x="1346" y="1705"/>
                    <a:pt x="1328" y="1703"/>
                    <a:pt x="1309" y="1703"/>
                  </a:cubicBezTo>
                  <a:cubicBezTo>
                    <a:pt x="1289" y="1703"/>
                    <a:pt x="1269" y="1705"/>
                    <a:pt x="1249" y="1710"/>
                  </a:cubicBezTo>
                  <a:cubicBezTo>
                    <a:pt x="1184" y="1710"/>
                    <a:pt x="1184" y="1718"/>
                    <a:pt x="1184" y="1726"/>
                  </a:cubicBezTo>
                  <a:cubicBezTo>
                    <a:pt x="1184" y="1734"/>
                    <a:pt x="1184" y="1742"/>
                    <a:pt x="1184" y="1742"/>
                  </a:cubicBezTo>
                  <a:cubicBezTo>
                    <a:pt x="1119" y="1758"/>
                    <a:pt x="1119" y="1758"/>
                    <a:pt x="1184" y="1758"/>
                  </a:cubicBezTo>
                  <a:lnTo>
                    <a:pt x="1241" y="1758"/>
                  </a:lnTo>
                  <a:cubicBezTo>
                    <a:pt x="1119" y="1766"/>
                    <a:pt x="1119" y="1807"/>
                    <a:pt x="1233" y="1815"/>
                  </a:cubicBezTo>
                  <a:lnTo>
                    <a:pt x="1176" y="1815"/>
                  </a:lnTo>
                  <a:cubicBezTo>
                    <a:pt x="1119" y="1815"/>
                    <a:pt x="1119" y="1823"/>
                    <a:pt x="1111" y="1831"/>
                  </a:cubicBezTo>
                  <a:cubicBezTo>
                    <a:pt x="1111" y="1831"/>
                    <a:pt x="1176" y="1847"/>
                    <a:pt x="1168" y="1864"/>
                  </a:cubicBezTo>
                  <a:cubicBezTo>
                    <a:pt x="1168" y="1880"/>
                    <a:pt x="1168" y="1896"/>
                    <a:pt x="1224" y="1896"/>
                  </a:cubicBezTo>
                  <a:lnTo>
                    <a:pt x="1168" y="1896"/>
                  </a:lnTo>
                  <a:cubicBezTo>
                    <a:pt x="1111" y="1896"/>
                    <a:pt x="1111" y="1896"/>
                    <a:pt x="1111" y="1904"/>
                  </a:cubicBezTo>
                  <a:lnTo>
                    <a:pt x="1224" y="1904"/>
                  </a:lnTo>
                  <a:cubicBezTo>
                    <a:pt x="1289" y="1904"/>
                    <a:pt x="1289" y="1912"/>
                    <a:pt x="1224" y="1920"/>
                  </a:cubicBezTo>
                  <a:cubicBezTo>
                    <a:pt x="1168" y="1928"/>
                    <a:pt x="1160" y="1945"/>
                    <a:pt x="1224" y="1953"/>
                  </a:cubicBezTo>
                  <a:cubicBezTo>
                    <a:pt x="1224" y="1953"/>
                    <a:pt x="1224" y="1961"/>
                    <a:pt x="1160" y="1961"/>
                  </a:cubicBezTo>
                  <a:cubicBezTo>
                    <a:pt x="1103" y="1961"/>
                    <a:pt x="1038" y="1977"/>
                    <a:pt x="1160" y="1985"/>
                  </a:cubicBezTo>
                  <a:lnTo>
                    <a:pt x="1095" y="1985"/>
                  </a:lnTo>
                  <a:cubicBezTo>
                    <a:pt x="1038" y="1993"/>
                    <a:pt x="981" y="1993"/>
                    <a:pt x="1095" y="1993"/>
                  </a:cubicBezTo>
                  <a:cubicBezTo>
                    <a:pt x="1160" y="2001"/>
                    <a:pt x="1151" y="2018"/>
                    <a:pt x="1095" y="2026"/>
                  </a:cubicBezTo>
                  <a:cubicBezTo>
                    <a:pt x="1095" y="2026"/>
                    <a:pt x="1095" y="2034"/>
                    <a:pt x="1151" y="2034"/>
                  </a:cubicBezTo>
                  <a:lnTo>
                    <a:pt x="1216" y="2034"/>
                  </a:lnTo>
                  <a:cubicBezTo>
                    <a:pt x="1095" y="2034"/>
                    <a:pt x="1095" y="2034"/>
                    <a:pt x="1208" y="2042"/>
                  </a:cubicBezTo>
                  <a:cubicBezTo>
                    <a:pt x="1151" y="2050"/>
                    <a:pt x="1151" y="2058"/>
                    <a:pt x="1151" y="2058"/>
                  </a:cubicBezTo>
                  <a:cubicBezTo>
                    <a:pt x="1151" y="2058"/>
                    <a:pt x="1208" y="2082"/>
                    <a:pt x="1208" y="2099"/>
                  </a:cubicBezTo>
                  <a:cubicBezTo>
                    <a:pt x="1200" y="2139"/>
                    <a:pt x="1200" y="2147"/>
                    <a:pt x="1265" y="2147"/>
                  </a:cubicBezTo>
                  <a:cubicBezTo>
                    <a:pt x="1322" y="2155"/>
                    <a:pt x="1322" y="2155"/>
                    <a:pt x="1257" y="2155"/>
                  </a:cubicBezTo>
                  <a:cubicBezTo>
                    <a:pt x="1200" y="2164"/>
                    <a:pt x="1200" y="2164"/>
                    <a:pt x="1200" y="2172"/>
                  </a:cubicBezTo>
                  <a:cubicBezTo>
                    <a:pt x="1200" y="2172"/>
                    <a:pt x="1200" y="2180"/>
                    <a:pt x="1135" y="2180"/>
                  </a:cubicBezTo>
                  <a:cubicBezTo>
                    <a:pt x="1200" y="2180"/>
                    <a:pt x="1200" y="2180"/>
                    <a:pt x="1200" y="2188"/>
                  </a:cubicBezTo>
                  <a:cubicBezTo>
                    <a:pt x="1135" y="2188"/>
                    <a:pt x="1135" y="2188"/>
                    <a:pt x="1200" y="2196"/>
                  </a:cubicBezTo>
                  <a:cubicBezTo>
                    <a:pt x="1148" y="2196"/>
                    <a:pt x="1102" y="2206"/>
                    <a:pt x="1114" y="2206"/>
                  </a:cubicBezTo>
                  <a:cubicBezTo>
                    <a:pt x="1117" y="2206"/>
                    <a:pt x="1124" y="2206"/>
                    <a:pt x="1135" y="2204"/>
                  </a:cubicBezTo>
                  <a:cubicBezTo>
                    <a:pt x="1176" y="2212"/>
                    <a:pt x="1216" y="2212"/>
                    <a:pt x="1257" y="2220"/>
                  </a:cubicBezTo>
                  <a:cubicBezTo>
                    <a:pt x="1257" y="2228"/>
                    <a:pt x="1257" y="2228"/>
                    <a:pt x="1192" y="2228"/>
                  </a:cubicBezTo>
                  <a:cubicBezTo>
                    <a:pt x="1135" y="2237"/>
                    <a:pt x="1192" y="2253"/>
                    <a:pt x="1249" y="2261"/>
                  </a:cubicBezTo>
                  <a:cubicBezTo>
                    <a:pt x="1192" y="2261"/>
                    <a:pt x="1192" y="2269"/>
                    <a:pt x="1192" y="2269"/>
                  </a:cubicBezTo>
                  <a:cubicBezTo>
                    <a:pt x="1249" y="2277"/>
                    <a:pt x="1192" y="2277"/>
                    <a:pt x="1127" y="2277"/>
                  </a:cubicBezTo>
                  <a:cubicBezTo>
                    <a:pt x="1111" y="2275"/>
                    <a:pt x="1099" y="2274"/>
                    <a:pt x="1090" y="2274"/>
                  </a:cubicBezTo>
                  <a:cubicBezTo>
                    <a:pt x="1070" y="2274"/>
                    <a:pt x="1070" y="2279"/>
                    <a:pt x="1070" y="2285"/>
                  </a:cubicBezTo>
                  <a:cubicBezTo>
                    <a:pt x="1127" y="2285"/>
                    <a:pt x="1127" y="2310"/>
                    <a:pt x="1127" y="2318"/>
                  </a:cubicBezTo>
                  <a:cubicBezTo>
                    <a:pt x="1119" y="2342"/>
                    <a:pt x="1184" y="2342"/>
                    <a:pt x="1297" y="2350"/>
                  </a:cubicBezTo>
                  <a:lnTo>
                    <a:pt x="1419" y="2358"/>
                  </a:lnTo>
                  <a:lnTo>
                    <a:pt x="1119" y="2358"/>
                  </a:lnTo>
                  <a:cubicBezTo>
                    <a:pt x="1160" y="2366"/>
                    <a:pt x="1200" y="2366"/>
                    <a:pt x="1241" y="2366"/>
                  </a:cubicBezTo>
                  <a:cubicBezTo>
                    <a:pt x="1297" y="2366"/>
                    <a:pt x="1297" y="2366"/>
                    <a:pt x="1241" y="2382"/>
                  </a:cubicBezTo>
                  <a:cubicBezTo>
                    <a:pt x="1176" y="2391"/>
                    <a:pt x="1176" y="2391"/>
                    <a:pt x="1233" y="2399"/>
                  </a:cubicBezTo>
                  <a:cubicBezTo>
                    <a:pt x="1233" y="2399"/>
                    <a:pt x="1233" y="2407"/>
                    <a:pt x="1176" y="2407"/>
                  </a:cubicBezTo>
                  <a:cubicBezTo>
                    <a:pt x="1176" y="2415"/>
                    <a:pt x="1176" y="2415"/>
                    <a:pt x="1233" y="2415"/>
                  </a:cubicBezTo>
                  <a:cubicBezTo>
                    <a:pt x="1297" y="2415"/>
                    <a:pt x="1297" y="2415"/>
                    <a:pt x="1233" y="2423"/>
                  </a:cubicBezTo>
                  <a:cubicBezTo>
                    <a:pt x="1111" y="2423"/>
                    <a:pt x="1111" y="2439"/>
                    <a:pt x="1176" y="2439"/>
                  </a:cubicBezTo>
                  <a:cubicBezTo>
                    <a:pt x="1233" y="2439"/>
                    <a:pt x="1233" y="2439"/>
                    <a:pt x="1233" y="2447"/>
                  </a:cubicBezTo>
                  <a:cubicBezTo>
                    <a:pt x="1233" y="2447"/>
                    <a:pt x="1233" y="2455"/>
                    <a:pt x="1289" y="2464"/>
                  </a:cubicBezTo>
                  <a:cubicBezTo>
                    <a:pt x="1289" y="2464"/>
                    <a:pt x="1289" y="2472"/>
                    <a:pt x="1289" y="2472"/>
                  </a:cubicBezTo>
                  <a:cubicBezTo>
                    <a:pt x="1265" y="2472"/>
                    <a:pt x="1249" y="2472"/>
                    <a:pt x="1233" y="2464"/>
                  </a:cubicBezTo>
                  <a:lnTo>
                    <a:pt x="1168" y="2472"/>
                  </a:lnTo>
                  <a:cubicBezTo>
                    <a:pt x="1168" y="2480"/>
                    <a:pt x="1168" y="2480"/>
                    <a:pt x="1224" y="2488"/>
                  </a:cubicBezTo>
                  <a:cubicBezTo>
                    <a:pt x="1168" y="2488"/>
                    <a:pt x="1103" y="2496"/>
                    <a:pt x="1168" y="2496"/>
                  </a:cubicBezTo>
                  <a:cubicBezTo>
                    <a:pt x="1281" y="2504"/>
                    <a:pt x="1224" y="2504"/>
                    <a:pt x="1168" y="2504"/>
                  </a:cubicBezTo>
                  <a:cubicBezTo>
                    <a:pt x="1046" y="2504"/>
                    <a:pt x="1046" y="2504"/>
                    <a:pt x="1168" y="2520"/>
                  </a:cubicBezTo>
                  <a:cubicBezTo>
                    <a:pt x="1160" y="2528"/>
                    <a:pt x="1224" y="2545"/>
                    <a:pt x="1216" y="2561"/>
                  </a:cubicBezTo>
                  <a:cubicBezTo>
                    <a:pt x="1216" y="2577"/>
                    <a:pt x="1216" y="2585"/>
                    <a:pt x="1160" y="2585"/>
                  </a:cubicBezTo>
                  <a:cubicBezTo>
                    <a:pt x="1147" y="2585"/>
                    <a:pt x="1136" y="2585"/>
                    <a:pt x="1127" y="2585"/>
                  </a:cubicBezTo>
                  <a:lnTo>
                    <a:pt x="1127" y="2585"/>
                  </a:lnTo>
                  <a:cubicBezTo>
                    <a:pt x="1216" y="2587"/>
                    <a:pt x="1216" y="2594"/>
                    <a:pt x="1216" y="2601"/>
                  </a:cubicBezTo>
                  <a:cubicBezTo>
                    <a:pt x="1151" y="2618"/>
                    <a:pt x="1216" y="2626"/>
                    <a:pt x="1273" y="2634"/>
                  </a:cubicBezTo>
                  <a:lnTo>
                    <a:pt x="1273" y="2626"/>
                  </a:lnTo>
                  <a:cubicBezTo>
                    <a:pt x="1395" y="2626"/>
                    <a:pt x="1395" y="2626"/>
                    <a:pt x="1330" y="2634"/>
                  </a:cubicBezTo>
                  <a:cubicBezTo>
                    <a:pt x="1289" y="2642"/>
                    <a:pt x="1249" y="2642"/>
                    <a:pt x="1208" y="2642"/>
                  </a:cubicBezTo>
                  <a:cubicBezTo>
                    <a:pt x="1196" y="2640"/>
                    <a:pt x="1184" y="2639"/>
                    <a:pt x="1173" y="2639"/>
                  </a:cubicBezTo>
                  <a:cubicBezTo>
                    <a:pt x="1144" y="2639"/>
                    <a:pt x="1115" y="2644"/>
                    <a:pt x="1087" y="2650"/>
                  </a:cubicBezTo>
                  <a:cubicBezTo>
                    <a:pt x="1087" y="2650"/>
                    <a:pt x="1087" y="2654"/>
                    <a:pt x="1106" y="2654"/>
                  </a:cubicBezTo>
                  <a:cubicBezTo>
                    <a:pt x="1115" y="2654"/>
                    <a:pt x="1130" y="2653"/>
                    <a:pt x="1151" y="2650"/>
                  </a:cubicBezTo>
                  <a:cubicBezTo>
                    <a:pt x="1208" y="2650"/>
                    <a:pt x="1208" y="2650"/>
                    <a:pt x="1208" y="2658"/>
                  </a:cubicBezTo>
                  <a:cubicBezTo>
                    <a:pt x="1208" y="2658"/>
                    <a:pt x="1208" y="2666"/>
                    <a:pt x="1265" y="2666"/>
                  </a:cubicBezTo>
                  <a:cubicBezTo>
                    <a:pt x="1330" y="2666"/>
                    <a:pt x="1330" y="2674"/>
                    <a:pt x="1330" y="2674"/>
                  </a:cubicBezTo>
                  <a:cubicBezTo>
                    <a:pt x="1265" y="2682"/>
                    <a:pt x="1265" y="2691"/>
                    <a:pt x="1265" y="2691"/>
                  </a:cubicBezTo>
                  <a:lnTo>
                    <a:pt x="1087" y="2691"/>
                  </a:lnTo>
                  <a:cubicBezTo>
                    <a:pt x="1103" y="2699"/>
                    <a:pt x="1127" y="2699"/>
                    <a:pt x="1143" y="2699"/>
                  </a:cubicBezTo>
                  <a:cubicBezTo>
                    <a:pt x="1208" y="2699"/>
                    <a:pt x="1192" y="2804"/>
                    <a:pt x="1192" y="2812"/>
                  </a:cubicBezTo>
                  <a:cubicBezTo>
                    <a:pt x="1146" y="2819"/>
                    <a:pt x="1132" y="2831"/>
                    <a:pt x="1163" y="2831"/>
                  </a:cubicBezTo>
                  <a:cubicBezTo>
                    <a:pt x="1170" y="2831"/>
                    <a:pt x="1180" y="2830"/>
                    <a:pt x="1192" y="2828"/>
                  </a:cubicBezTo>
                  <a:cubicBezTo>
                    <a:pt x="1249" y="2828"/>
                    <a:pt x="1249" y="2853"/>
                    <a:pt x="1249" y="2877"/>
                  </a:cubicBezTo>
                  <a:cubicBezTo>
                    <a:pt x="1241" y="2909"/>
                    <a:pt x="1241" y="2926"/>
                    <a:pt x="1297" y="2926"/>
                  </a:cubicBezTo>
                  <a:cubicBezTo>
                    <a:pt x="1297" y="2926"/>
                    <a:pt x="1297" y="2934"/>
                    <a:pt x="1297" y="2942"/>
                  </a:cubicBezTo>
                  <a:cubicBezTo>
                    <a:pt x="1297" y="2950"/>
                    <a:pt x="1354" y="2958"/>
                    <a:pt x="1354" y="2966"/>
                  </a:cubicBezTo>
                  <a:cubicBezTo>
                    <a:pt x="1397" y="2966"/>
                    <a:pt x="1412" y="2970"/>
                    <a:pt x="1397" y="2970"/>
                  </a:cubicBezTo>
                  <a:cubicBezTo>
                    <a:pt x="1390" y="2970"/>
                    <a:pt x="1376" y="2969"/>
                    <a:pt x="1354" y="2966"/>
                  </a:cubicBezTo>
                  <a:cubicBezTo>
                    <a:pt x="1314" y="2966"/>
                    <a:pt x="1273" y="2966"/>
                    <a:pt x="1233" y="2974"/>
                  </a:cubicBezTo>
                  <a:cubicBezTo>
                    <a:pt x="1233" y="2982"/>
                    <a:pt x="1297" y="2982"/>
                    <a:pt x="1354" y="2982"/>
                  </a:cubicBezTo>
                  <a:lnTo>
                    <a:pt x="1411" y="2982"/>
                  </a:lnTo>
                  <a:cubicBezTo>
                    <a:pt x="1411" y="2991"/>
                    <a:pt x="1411" y="2991"/>
                    <a:pt x="1354" y="2991"/>
                  </a:cubicBezTo>
                  <a:lnTo>
                    <a:pt x="1233" y="2991"/>
                  </a:lnTo>
                  <a:cubicBezTo>
                    <a:pt x="1297" y="2991"/>
                    <a:pt x="1297" y="2999"/>
                    <a:pt x="1297" y="2999"/>
                  </a:cubicBezTo>
                  <a:lnTo>
                    <a:pt x="1176" y="2999"/>
                  </a:lnTo>
                  <a:cubicBezTo>
                    <a:pt x="1054" y="2999"/>
                    <a:pt x="1054" y="3007"/>
                    <a:pt x="1176" y="3007"/>
                  </a:cubicBezTo>
                  <a:lnTo>
                    <a:pt x="1233" y="3015"/>
                  </a:lnTo>
                  <a:cubicBezTo>
                    <a:pt x="1111" y="3023"/>
                    <a:pt x="1233" y="3031"/>
                    <a:pt x="1289" y="3039"/>
                  </a:cubicBezTo>
                  <a:cubicBezTo>
                    <a:pt x="1168" y="3039"/>
                    <a:pt x="1168" y="3047"/>
                    <a:pt x="1289" y="3047"/>
                  </a:cubicBezTo>
                  <a:cubicBezTo>
                    <a:pt x="1346" y="3047"/>
                    <a:pt x="1346" y="3055"/>
                    <a:pt x="1289" y="3055"/>
                  </a:cubicBezTo>
                  <a:cubicBezTo>
                    <a:pt x="1224" y="3064"/>
                    <a:pt x="1224" y="3064"/>
                    <a:pt x="1224" y="3072"/>
                  </a:cubicBezTo>
                  <a:cubicBezTo>
                    <a:pt x="1289" y="3080"/>
                    <a:pt x="1281" y="3104"/>
                    <a:pt x="1281" y="3145"/>
                  </a:cubicBezTo>
                  <a:cubicBezTo>
                    <a:pt x="1273" y="3177"/>
                    <a:pt x="1273" y="3209"/>
                    <a:pt x="1330" y="3209"/>
                  </a:cubicBezTo>
                  <a:cubicBezTo>
                    <a:pt x="1330" y="3209"/>
                    <a:pt x="1330" y="3209"/>
                    <a:pt x="1273" y="3218"/>
                  </a:cubicBezTo>
                  <a:cubicBezTo>
                    <a:pt x="1208" y="3218"/>
                    <a:pt x="1208" y="3218"/>
                    <a:pt x="1330" y="3226"/>
                  </a:cubicBezTo>
                  <a:cubicBezTo>
                    <a:pt x="1273" y="3226"/>
                    <a:pt x="1273" y="3234"/>
                    <a:pt x="1265" y="3250"/>
                  </a:cubicBezTo>
                  <a:cubicBezTo>
                    <a:pt x="1265" y="3266"/>
                    <a:pt x="1265" y="3282"/>
                    <a:pt x="1322" y="3282"/>
                  </a:cubicBezTo>
                  <a:cubicBezTo>
                    <a:pt x="1387" y="3291"/>
                    <a:pt x="1387" y="3291"/>
                    <a:pt x="1322" y="3291"/>
                  </a:cubicBezTo>
                  <a:cubicBezTo>
                    <a:pt x="1306" y="3289"/>
                    <a:pt x="1291" y="3289"/>
                    <a:pt x="1277" y="3289"/>
                  </a:cubicBezTo>
                  <a:cubicBezTo>
                    <a:pt x="1194" y="3289"/>
                    <a:pt x="1160" y="3308"/>
                    <a:pt x="1265" y="3315"/>
                  </a:cubicBezTo>
                  <a:cubicBezTo>
                    <a:pt x="1265" y="3323"/>
                    <a:pt x="1257" y="3323"/>
                    <a:pt x="1200" y="3323"/>
                  </a:cubicBezTo>
                  <a:cubicBezTo>
                    <a:pt x="1200" y="3331"/>
                    <a:pt x="1200" y="3331"/>
                    <a:pt x="1257" y="3347"/>
                  </a:cubicBezTo>
                  <a:cubicBezTo>
                    <a:pt x="1257" y="3347"/>
                    <a:pt x="1257" y="3372"/>
                    <a:pt x="1257" y="3380"/>
                  </a:cubicBezTo>
                  <a:cubicBezTo>
                    <a:pt x="1257" y="3388"/>
                    <a:pt x="1314" y="3396"/>
                    <a:pt x="1314" y="3396"/>
                  </a:cubicBezTo>
                  <a:cubicBezTo>
                    <a:pt x="1257" y="3396"/>
                    <a:pt x="1249" y="3420"/>
                    <a:pt x="1249" y="3453"/>
                  </a:cubicBezTo>
                  <a:cubicBezTo>
                    <a:pt x="1241" y="3477"/>
                    <a:pt x="1241" y="3501"/>
                    <a:pt x="1184" y="3509"/>
                  </a:cubicBezTo>
                  <a:cubicBezTo>
                    <a:pt x="1184" y="3509"/>
                    <a:pt x="1184" y="3509"/>
                    <a:pt x="1241" y="3518"/>
                  </a:cubicBezTo>
                  <a:cubicBezTo>
                    <a:pt x="1362" y="3526"/>
                    <a:pt x="1362" y="3526"/>
                    <a:pt x="1297" y="3534"/>
                  </a:cubicBezTo>
                  <a:cubicBezTo>
                    <a:pt x="1176" y="3534"/>
                    <a:pt x="1176" y="3550"/>
                    <a:pt x="1297" y="3558"/>
                  </a:cubicBezTo>
                  <a:lnTo>
                    <a:pt x="1233" y="3558"/>
                  </a:lnTo>
                  <a:cubicBezTo>
                    <a:pt x="1119" y="3558"/>
                    <a:pt x="1176" y="3574"/>
                    <a:pt x="1297" y="3574"/>
                  </a:cubicBezTo>
                  <a:cubicBezTo>
                    <a:pt x="1233" y="3582"/>
                    <a:pt x="1176" y="3582"/>
                    <a:pt x="1233" y="3591"/>
                  </a:cubicBezTo>
                  <a:lnTo>
                    <a:pt x="1111" y="3591"/>
                  </a:lnTo>
                  <a:cubicBezTo>
                    <a:pt x="1070" y="3591"/>
                    <a:pt x="1030" y="3591"/>
                    <a:pt x="989" y="3599"/>
                  </a:cubicBezTo>
                  <a:cubicBezTo>
                    <a:pt x="1030" y="3607"/>
                    <a:pt x="1070" y="3607"/>
                    <a:pt x="1111" y="3607"/>
                  </a:cubicBezTo>
                  <a:cubicBezTo>
                    <a:pt x="1111" y="3607"/>
                    <a:pt x="1111" y="3607"/>
                    <a:pt x="1111" y="3615"/>
                  </a:cubicBezTo>
                  <a:lnTo>
                    <a:pt x="1168" y="3615"/>
                  </a:lnTo>
                  <a:cubicBezTo>
                    <a:pt x="1233" y="3615"/>
                    <a:pt x="1233" y="3623"/>
                    <a:pt x="1233" y="3623"/>
                  </a:cubicBezTo>
                  <a:cubicBezTo>
                    <a:pt x="1189" y="3623"/>
                    <a:pt x="1204" y="3627"/>
                    <a:pt x="1235" y="3627"/>
                  </a:cubicBezTo>
                  <a:cubicBezTo>
                    <a:pt x="1251" y="3627"/>
                    <a:pt x="1270" y="3626"/>
                    <a:pt x="1289" y="3623"/>
                  </a:cubicBezTo>
                  <a:cubicBezTo>
                    <a:pt x="1330" y="3623"/>
                    <a:pt x="1370" y="3623"/>
                    <a:pt x="1411" y="3631"/>
                  </a:cubicBezTo>
                  <a:lnTo>
                    <a:pt x="1524" y="3631"/>
                  </a:lnTo>
                  <a:cubicBezTo>
                    <a:pt x="1605" y="3631"/>
                    <a:pt x="1687" y="3631"/>
                    <a:pt x="1768" y="3623"/>
                  </a:cubicBezTo>
                  <a:cubicBezTo>
                    <a:pt x="1833" y="3607"/>
                    <a:pt x="1889" y="3591"/>
                    <a:pt x="1768" y="3591"/>
                  </a:cubicBezTo>
                  <a:cubicBezTo>
                    <a:pt x="1751" y="3591"/>
                    <a:pt x="1735" y="3591"/>
                    <a:pt x="1711" y="3582"/>
                  </a:cubicBezTo>
                  <a:cubicBezTo>
                    <a:pt x="1735" y="3574"/>
                    <a:pt x="1751" y="3574"/>
                    <a:pt x="1776" y="3574"/>
                  </a:cubicBezTo>
                  <a:cubicBezTo>
                    <a:pt x="1833" y="3574"/>
                    <a:pt x="1833" y="3558"/>
                    <a:pt x="1841" y="3534"/>
                  </a:cubicBezTo>
                  <a:cubicBezTo>
                    <a:pt x="1841" y="3509"/>
                    <a:pt x="1841" y="3493"/>
                    <a:pt x="1897" y="3493"/>
                  </a:cubicBezTo>
                  <a:cubicBezTo>
                    <a:pt x="1962" y="3485"/>
                    <a:pt x="1962" y="3485"/>
                    <a:pt x="1962" y="3485"/>
                  </a:cubicBezTo>
                  <a:cubicBezTo>
                    <a:pt x="1905" y="3485"/>
                    <a:pt x="1905" y="3461"/>
                    <a:pt x="1905" y="3428"/>
                  </a:cubicBezTo>
                  <a:cubicBezTo>
                    <a:pt x="1914" y="3396"/>
                    <a:pt x="1914" y="3372"/>
                    <a:pt x="1857" y="3372"/>
                  </a:cubicBezTo>
                  <a:lnTo>
                    <a:pt x="1857" y="3364"/>
                  </a:lnTo>
                  <a:cubicBezTo>
                    <a:pt x="1914" y="3364"/>
                    <a:pt x="1914" y="3355"/>
                    <a:pt x="1914" y="3339"/>
                  </a:cubicBezTo>
                  <a:cubicBezTo>
                    <a:pt x="1857" y="3331"/>
                    <a:pt x="1857" y="3323"/>
                    <a:pt x="1857" y="3323"/>
                  </a:cubicBezTo>
                  <a:cubicBezTo>
                    <a:pt x="1922" y="3323"/>
                    <a:pt x="1922" y="3323"/>
                    <a:pt x="1922" y="3315"/>
                  </a:cubicBezTo>
                  <a:cubicBezTo>
                    <a:pt x="1922" y="3307"/>
                    <a:pt x="1922" y="3299"/>
                    <a:pt x="1865" y="3299"/>
                  </a:cubicBezTo>
                  <a:cubicBezTo>
                    <a:pt x="1865" y="3299"/>
                    <a:pt x="1865" y="3266"/>
                    <a:pt x="1930" y="3250"/>
                  </a:cubicBezTo>
                  <a:cubicBezTo>
                    <a:pt x="1987" y="3250"/>
                    <a:pt x="1930" y="3242"/>
                    <a:pt x="1865" y="3242"/>
                  </a:cubicBezTo>
                  <a:cubicBezTo>
                    <a:pt x="1824" y="3242"/>
                    <a:pt x="1792" y="3242"/>
                    <a:pt x="1751" y="3234"/>
                  </a:cubicBezTo>
                  <a:lnTo>
                    <a:pt x="1865" y="3234"/>
                  </a:lnTo>
                  <a:cubicBezTo>
                    <a:pt x="1930" y="3234"/>
                    <a:pt x="1930" y="3234"/>
                    <a:pt x="1930" y="3226"/>
                  </a:cubicBezTo>
                  <a:cubicBezTo>
                    <a:pt x="1930" y="3226"/>
                    <a:pt x="1930" y="3218"/>
                    <a:pt x="1930" y="3218"/>
                  </a:cubicBezTo>
                  <a:cubicBezTo>
                    <a:pt x="1873" y="3218"/>
                    <a:pt x="1873" y="3201"/>
                    <a:pt x="1873" y="3169"/>
                  </a:cubicBezTo>
                  <a:cubicBezTo>
                    <a:pt x="1881" y="3128"/>
                    <a:pt x="1881" y="3120"/>
                    <a:pt x="1824" y="3120"/>
                  </a:cubicBezTo>
                  <a:cubicBezTo>
                    <a:pt x="1760" y="3120"/>
                    <a:pt x="1760" y="3112"/>
                    <a:pt x="1824" y="3096"/>
                  </a:cubicBezTo>
                  <a:cubicBezTo>
                    <a:pt x="2003" y="3072"/>
                    <a:pt x="2003" y="3072"/>
                    <a:pt x="1946" y="3072"/>
                  </a:cubicBezTo>
                  <a:cubicBezTo>
                    <a:pt x="1919" y="3072"/>
                    <a:pt x="1892" y="3075"/>
                    <a:pt x="1865" y="3075"/>
                  </a:cubicBezTo>
                  <a:cubicBezTo>
                    <a:pt x="1851" y="3075"/>
                    <a:pt x="1838" y="3074"/>
                    <a:pt x="1824" y="3072"/>
                  </a:cubicBezTo>
                  <a:cubicBezTo>
                    <a:pt x="1703" y="3072"/>
                    <a:pt x="1703" y="3072"/>
                    <a:pt x="1824" y="3064"/>
                  </a:cubicBezTo>
                  <a:cubicBezTo>
                    <a:pt x="1946" y="3064"/>
                    <a:pt x="1889" y="2999"/>
                    <a:pt x="1776" y="2999"/>
                  </a:cubicBezTo>
                  <a:lnTo>
                    <a:pt x="1833" y="2999"/>
                  </a:lnTo>
                  <a:cubicBezTo>
                    <a:pt x="1889" y="2999"/>
                    <a:pt x="1897" y="2991"/>
                    <a:pt x="1897" y="2974"/>
                  </a:cubicBezTo>
                  <a:cubicBezTo>
                    <a:pt x="1897" y="2966"/>
                    <a:pt x="1897" y="2966"/>
                    <a:pt x="1897" y="2966"/>
                  </a:cubicBezTo>
                  <a:cubicBezTo>
                    <a:pt x="1776" y="2966"/>
                    <a:pt x="1841" y="2934"/>
                    <a:pt x="1897" y="2934"/>
                  </a:cubicBezTo>
                  <a:cubicBezTo>
                    <a:pt x="1962" y="2934"/>
                    <a:pt x="1962" y="2934"/>
                    <a:pt x="1962" y="2926"/>
                  </a:cubicBezTo>
                  <a:cubicBezTo>
                    <a:pt x="1841" y="2909"/>
                    <a:pt x="1905" y="2893"/>
                    <a:pt x="1962" y="2893"/>
                  </a:cubicBezTo>
                  <a:cubicBezTo>
                    <a:pt x="1962" y="2893"/>
                    <a:pt x="1962" y="2885"/>
                    <a:pt x="1962" y="2885"/>
                  </a:cubicBezTo>
                  <a:cubicBezTo>
                    <a:pt x="1905" y="2877"/>
                    <a:pt x="1905" y="2869"/>
                    <a:pt x="1905" y="2869"/>
                  </a:cubicBezTo>
                  <a:cubicBezTo>
                    <a:pt x="1905" y="2857"/>
                    <a:pt x="1905" y="2850"/>
                    <a:pt x="1883" y="2850"/>
                  </a:cubicBezTo>
                  <a:cubicBezTo>
                    <a:pt x="1875" y="2850"/>
                    <a:pt x="1864" y="2851"/>
                    <a:pt x="1849" y="2853"/>
                  </a:cubicBezTo>
                  <a:cubicBezTo>
                    <a:pt x="1808" y="2853"/>
                    <a:pt x="1768" y="2853"/>
                    <a:pt x="1727" y="2845"/>
                  </a:cubicBezTo>
                  <a:lnTo>
                    <a:pt x="1792" y="2845"/>
                  </a:lnTo>
                  <a:cubicBezTo>
                    <a:pt x="1849" y="2845"/>
                    <a:pt x="1849" y="2837"/>
                    <a:pt x="1849" y="2820"/>
                  </a:cubicBezTo>
                  <a:cubicBezTo>
                    <a:pt x="1857" y="2796"/>
                    <a:pt x="1857" y="2788"/>
                    <a:pt x="1914" y="2788"/>
                  </a:cubicBezTo>
                  <a:lnTo>
                    <a:pt x="1857" y="2780"/>
                  </a:lnTo>
                  <a:cubicBezTo>
                    <a:pt x="1800" y="2772"/>
                    <a:pt x="1800" y="2772"/>
                    <a:pt x="1857" y="2772"/>
                  </a:cubicBezTo>
                  <a:cubicBezTo>
                    <a:pt x="1914" y="2764"/>
                    <a:pt x="1922" y="2747"/>
                    <a:pt x="1857" y="2739"/>
                  </a:cubicBezTo>
                  <a:cubicBezTo>
                    <a:pt x="1857" y="2739"/>
                    <a:pt x="1857" y="2731"/>
                    <a:pt x="1857" y="2731"/>
                  </a:cubicBezTo>
                  <a:cubicBezTo>
                    <a:pt x="1978" y="2731"/>
                    <a:pt x="1978" y="2715"/>
                    <a:pt x="1865" y="2715"/>
                  </a:cubicBezTo>
                  <a:cubicBezTo>
                    <a:pt x="1922" y="2715"/>
                    <a:pt x="1922" y="2707"/>
                    <a:pt x="1922" y="2707"/>
                  </a:cubicBezTo>
                  <a:cubicBezTo>
                    <a:pt x="1865" y="2691"/>
                    <a:pt x="1865" y="2674"/>
                    <a:pt x="1930" y="2674"/>
                  </a:cubicBezTo>
                  <a:cubicBezTo>
                    <a:pt x="1865" y="2666"/>
                    <a:pt x="1865" y="2666"/>
                    <a:pt x="1865" y="2658"/>
                  </a:cubicBezTo>
                  <a:cubicBezTo>
                    <a:pt x="1865" y="2658"/>
                    <a:pt x="1865" y="2650"/>
                    <a:pt x="1808" y="2650"/>
                  </a:cubicBezTo>
                  <a:cubicBezTo>
                    <a:pt x="1751" y="2642"/>
                    <a:pt x="1751" y="2642"/>
                    <a:pt x="1751" y="2642"/>
                  </a:cubicBezTo>
                  <a:cubicBezTo>
                    <a:pt x="1765" y="2639"/>
                    <a:pt x="1778" y="2638"/>
                    <a:pt x="1792" y="2638"/>
                  </a:cubicBezTo>
                  <a:cubicBezTo>
                    <a:pt x="1819" y="2638"/>
                    <a:pt x="1846" y="2642"/>
                    <a:pt x="1873" y="2642"/>
                  </a:cubicBezTo>
                  <a:cubicBezTo>
                    <a:pt x="1888" y="2644"/>
                    <a:pt x="1899" y="2645"/>
                    <a:pt x="1905" y="2645"/>
                  </a:cubicBezTo>
                  <a:cubicBezTo>
                    <a:pt x="1921" y="2645"/>
                    <a:pt x="1897" y="2638"/>
                    <a:pt x="1808" y="2626"/>
                  </a:cubicBezTo>
                  <a:cubicBezTo>
                    <a:pt x="1851" y="2626"/>
                    <a:pt x="1891" y="2629"/>
                    <a:pt x="1896" y="2629"/>
                  </a:cubicBezTo>
                  <a:cubicBezTo>
                    <a:pt x="1898" y="2629"/>
                    <a:pt x="1892" y="2628"/>
                    <a:pt x="1873" y="2626"/>
                  </a:cubicBezTo>
                  <a:cubicBezTo>
                    <a:pt x="1873" y="2626"/>
                    <a:pt x="1873" y="2609"/>
                    <a:pt x="1816" y="2609"/>
                  </a:cubicBezTo>
                  <a:cubicBezTo>
                    <a:pt x="1816" y="2609"/>
                    <a:pt x="1816" y="2601"/>
                    <a:pt x="1816" y="2601"/>
                  </a:cubicBezTo>
                  <a:cubicBezTo>
                    <a:pt x="1873" y="2593"/>
                    <a:pt x="1873" y="2585"/>
                    <a:pt x="1873" y="2585"/>
                  </a:cubicBezTo>
                  <a:cubicBezTo>
                    <a:pt x="1816" y="2577"/>
                    <a:pt x="1816" y="2577"/>
                    <a:pt x="1873" y="2577"/>
                  </a:cubicBezTo>
                  <a:cubicBezTo>
                    <a:pt x="1938" y="2577"/>
                    <a:pt x="1938" y="2569"/>
                    <a:pt x="1816" y="2569"/>
                  </a:cubicBezTo>
                  <a:cubicBezTo>
                    <a:pt x="1760" y="2569"/>
                    <a:pt x="1760" y="2561"/>
                    <a:pt x="1816" y="2561"/>
                  </a:cubicBezTo>
                  <a:cubicBezTo>
                    <a:pt x="1938" y="2561"/>
                    <a:pt x="1938" y="2553"/>
                    <a:pt x="1881" y="2553"/>
                  </a:cubicBezTo>
                  <a:cubicBezTo>
                    <a:pt x="1816" y="2553"/>
                    <a:pt x="1816" y="2545"/>
                    <a:pt x="1816" y="2545"/>
                  </a:cubicBezTo>
                  <a:cubicBezTo>
                    <a:pt x="1881" y="2545"/>
                    <a:pt x="1881" y="2504"/>
                    <a:pt x="1889" y="2472"/>
                  </a:cubicBezTo>
                  <a:cubicBezTo>
                    <a:pt x="1861" y="2466"/>
                    <a:pt x="1832" y="2460"/>
                    <a:pt x="1803" y="2460"/>
                  </a:cubicBezTo>
                  <a:cubicBezTo>
                    <a:pt x="1791" y="2460"/>
                    <a:pt x="1780" y="2461"/>
                    <a:pt x="1768" y="2464"/>
                  </a:cubicBezTo>
                  <a:cubicBezTo>
                    <a:pt x="1646" y="2464"/>
                    <a:pt x="1711" y="2464"/>
                    <a:pt x="1768" y="2455"/>
                  </a:cubicBezTo>
                  <a:cubicBezTo>
                    <a:pt x="1894" y="2450"/>
                    <a:pt x="1931" y="2444"/>
                    <a:pt x="1878" y="2444"/>
                  </a:cubicBezTo>
                  <a:cubicBezTo>
                    <a:pt x="1857" y="2444"/>
                    <a:pt x="1820" y="2445"/>
                    <a:pt x="1768" y="2447"/>
                  </a:cubicBezTo>
                  <a:cubicBezTo>
                    <a:pt x="1646" y="2447"/>
                    <a:pt x="1646" y="2447"/>
                    <a:pt x="1768" y="2439"/>
                  </a:cubicBezTo>
                  <a:cubicBezTo>
                    <a:pt x="1833" y="2439"/>
                    <a:pt x="1833" y="2439"/>
                    <a:pt x="1768" y="2431"/>
                  </a:cubicBezTo>
                  <a:cubicBezTo>
                    <a:pt x="1833" y="2423"/>
                    <a:pt x="1889" y="2423"/>
                    <a:pt x="1833" y="2423"/>
                  </a:cubicBezTo>
                  <a:cubicBezTo>
                    <a:pt x="1833" y="2423"/>
                    <a:pt x="1833" y="2415"/>
                    <a:pt x="1889" y="2415"/>
                  </a:cubicBezTo>
                  <a:cubicBezTo>
                    <a:pt x="1954" y="2407"/>
                    <a:pt x="1889" y="2407"/>
                    <a:pt x="1833" y="2399"/>
                  </a:cubicBezTo>
                  <a:cubicBezTo>
                    <a:pt x="1752" y="2393"/>
                    <a:pt x="1729" y="2387"/>
                    <a:pt x="1762" y="2387"/>
                  </a:cubicBezTo>
                  <a:cubicBezTo>
                    <a:pt x="1776" y="2387"/>
                    <a:pt x="1799" y="2388"/>
                    <a:pt x="1833" y="2391"/>
                  </a:cubicBezTo>
                  <a:cubicBezTo>
                    <a:pt x="1954" y="2391"/>
                    <a:pt x="1897" y="2374"/>
                    <a:pt x="1776" y="2366"/>
                  </a:cubicBezTo>
                  <a:cubicBezTo>
                    <a:pt x="1662" y="2358"/>
                    <a:pt x="1662" y="2358"/>
                    <a:pt x="1719" y="2358"/>
                  </a:cubicBezTo>
                  <a:lnTo>
                    <a:pt x="1776" y="2358"/>
                  </a:lnTo>
                  <a:cubicBezTo>
                    <a:pt x="1776" y="2350"/>
                    <a:pt x="1776" y="2350"/>
                    <a:pt x="1841" y="2350"/>
                  </a:cubicBezTo>
                  <a:cubicBezTo>
                    <a:pt x="1841" y="2350"/>
                    <a:pt x="1841" y="2342"/>
                    <a:pt x="1784" y="2334"/>
                  </a:cubicBezTo>
                  <a:cubicBezTo>
                    <a:pt x="1662" y="2326"/>
                    <a:pt x="1727" y="2318"/>
                    <a:pt x="1841" y="2310"/>
                  </a:cubicBezTo>
                  <a:lnTo>
                    <a:pt x="1784" y="2301"/>
                  </a:lnTo>
                  <a:cubicBezTo>
                    <a:pt x="1662" y="2301"/>
                    <a:pt x="1605" y="2293"/>
                    <a:pt x="1727" y="2293"/>
                  </a:cubicBezTo>
                  <a:lnTo>
                    <a:pt x="1784" y="2293"/>
                  </a:lnTo>
                  <a:cubicBezTo>
                    <a:pt x="1662" y="2285"/>
                    <a:pt x="1727" y="2269"/>
                    <a:pt x="1849" y="2269"/>
                  </a:cubicBezTo>
                  <a:cubicBezTo>
                    <a:pt x="1808" y="2269"/>
                    <a:pt x="1768" y="2269"/>
                    <a:pt x="1727" y="2261"/>
                  </a:cubicBezTo>
                  <a:cubicBezTo>
                    <a:pt x="1727" y="2261"/>
                    <a:pt x="1727" y="2253"/>
                    <a:pt x="1792" y="2253"/>
                  </a:cubicBezTo>
                  <a:cubicBezTo>
                    <a:pt x="1849" y="2253"/>
                    <a:pt x="1914" y="2245"/>
                    <a:pt x="1849" y="2245"/>
                  </a:cubicBezTo>
                  <a:cubicBezTo>
                    <a:pt x="1849" y="2245"/>
                    <a:pt x="1849" y="2245"/>
                    <a:pt x="1914" y="2237"/>
                  </a:cubicBezTo>
                  <a:cubicBezTo>
                    <a:pt x="1914" y="2237"/>
                    <a:pt x="1914" y="2228"/>
                    <a:pt x="1914" y="2220"/>
                  </a:cubicBezTo>
                  <a:cubicBezTo>
                    <a:pt x="1857" y="2220"/>
                    <a:pt x="1857" y="2204"/>
                    <a:pt x="1914" y="2204"/>
                  </a:cubicBezTo>
                  <a:cubicBezTo>
                    <a:pt x="1914" y="2204"/>
                    <a:pt x="1914" y="2196"/>
                    <a:pt x="1857" y="2196"/>
                  </a:cubicBezTo>
                  <a:cubicBezTo>
                    <a:pt x="1857" y="2188"/>
                    <a:pt x="1857" y="2180"/>
                    <a:pt x="1914" y="2180"/>
                  </a:cubicBezTo>
                  <a:cubicBezTo>
                    <a:pt x="1857" y="2180"/>
                    <a:pt x="1857" y="2172"/>
                    <a:pt x="1857" y="2172"/>
                  </a:cubicBezTo>
                  <a:lnTo>
                    <a:pt x="1857" y="2164"/>
                  </a:lnTo>
                  <a:cubicBezTo>
                    <a:pt x="1800" y="2164"/>
                    <a:pt x="1800" y="2164"/>
                    <a:pt x="1800" y="2155"/>
                  </a:cubicBezTo>
                  <a:cubicBezTo>
                    <a:pt x="1800" y="2155"/>
                    <a:pt x="1857" y="2139"/>
                    <a:pt x="1865" y="2139"/>
                  </a:cubicBezTo>
                  <a:cubicBezTo>
                    <a:pt x="1865" y="2123"/>
                    <a:pt x="1865" y="2123"/>
                    <a:pt x="1800" y="2123"/>
                  </a:cubicBezTo>
                  <a:cubicBezTo>
                    <a:pt x="1800" y="2115"/>
                    <a:pt x="1865" y="2107"/>
                    <a:pt x="1865" y="2091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768" y="2077"/>
                    <a:pt x="1741" y="2078"/>
                    <a:pt x="1727" y="2078"/>
                  </a:cubicBezTo>
                  <a:cubicBezTo>
                    <a:pt x="1700" y="2078"/>
                    <a:pt x="1727" y="2074"/>
                    <a:pt x="1808" y="2074"/>
                  </a:cubicBezTo>
                  <a:cubicBezTo>
                    <a:pt x="1930" y="2066"/>
                    <a:pt x="1930" y="2058"/>
                    <a:pt x="1865" y="2058"/>
                  </a:cubicBezTo>
                  <a:cubicBezTo>
                    <a:pt x="1808" y="2058"/>
                    <a:pt x="1808" y="2058"/>
                    <a:pt x="1808" y="2050"/>
                  </a:cubicBezTo>
                  <a:cubicBezTo>
                    <a:pt x="1865" y="2050"/>
                    <a:pt x="1873" y="2050"/>
                    <a:pt x="1808" y="2034"/>
                  </a:cubicBezTo>
                  <a:lnTo>
                    <a:pt x="1873" y="2034"/>
                  </a:lnTo>
                  <a:lnTo>
                    <a:pt x="1873" y="2026"/>
                  </a:lnTo>
                  <a:cubicBezTo>
                    <a:pt x="1751" y="2018"/>
                    <a:pt x="1816" y="1993"/>
                    <a:pt x="1873" y="1985"/>
                  </a:cubicBezTo>
                  <a:cubicBezTo>
                    <a:pt x="1873" y="1985"/>
                    <a:pt x="1873" y="1985"/>
                    <a:pt x="1816" y="1977"/>
                  </a:cubicBezTo>
                  <a:cubicBezTo>
                    <a:pt x="1695" y="1977"/>
                    <a:pt x="1695" y="1969"/>
                    <a:pt x="1816" y="1969"/>
                  </a:cubicBezTo>
                  <a:cubicBezTo>
                    <a:pt x="1938" y="1969"/>
                    <a:pt x="1938" y="1969"/>
                    <a:pt x="1816" y="1961"/>
                  </a:cubicBezTo>
                  <a:cubicBezTo>
                    <a:pt x="1768" y="1961"/>
                    <a:pt x="1761" y="1943"/>
                    <a:pt x="1836" y="1943"/>
                  </a:cubicBezTo>
                  <a:cubicBezTo>
                    <a:pt x="1849" y="1943"/>
                    <a:pt x="1864" y="1944"/>
                    <a:pt x="1881" y="1945"/>
                  </a:cubicBezTo>
                  <a:lnTo>
                    <a:pt x="2003" y="1945"/>
                  </a:lnTo>
                  <a:cubicBezTo>
                    <a:pt x="1938" y="1937"/>
                    <a:pt x="1938" y="1937"/>
                    <a:pt x="1938" y="1937"/>
                  </a:cubicBezTo>
                  <a:cubicBezTo>
                    <a:pt x="1881" y="1937"/>
                    <a:pt x="1881" y="1928"/>
                    <a:pt x="1881" y="1920"/>
                  </a:cubicBezTo>
                  <a:cubicBezTo>
                    <a:pt x="1881" y="1912"/>
                    <a:pt x="1824" y="1896"/>
                    <a:pt x="1824" y="1880"/>
                  </a:cubicBezTo>
                  <a:cubicBezTo>
                    <a:pt x="1824" y="1872"/>
                    <a:pt x="1824" y="1864"/>
                    <a:pt x="1889" y="1855"/>
                  </a:cubicBezTo>
                  <a:cubicBezTo>
                    <a:pt x="1889" y="1855"/>
                    <a:pt x="1889" y="1847"/>
                    <a:pt x="1833" y="1839"/>
                  </a:cubicBezTo>
                  <a:cubicBezTo>
                    <a:pt x="1768" y="1839"/>
                    <a:pt x="1776" y="1831"/>
                    <a:pt x="1833" y="1831"/>
                  </a:cubicBezTo>
                  <a:lnTo>
                    <a:pt x="1833" y="1823"/>
                  </a:lnTo>
                  <a:cubicBezTo>
                    <a:pt x="1776" y="1815"/>
                    <a:pt x="1776" y="1815"/>
                    <a:pt x="1776" y="1815"/>
                  </a:cubicBezTo>
                  <a:cubicBezTo>
                    <a:pt x="1833" y="1815"/>
                    <a:pt x="1889" y="1807"/>
                    <a:pt x="1833" y="1799"/>
                  </a:cubicBezTo>
                  <a:cubicBezTo>
                    <a:pt x="1776" y="1799"/>
                    <a:pt x="1776" y="1799"/>
                    <a:pt x="1776" y="1791"/>
                  </a:cubicBezTo>
                  <a:cubicBezTo>
                    <a:pt x="1833" y="1783"/>
                    <a:pt x="1849" y="1645"/>
                    <a:pt x="1792" y="1645"/>
                  </a:cubicBezTo>
                  <a:lnTo>
                    <a:pt x="1792" y="1628"/>
                  </a:lnTo>
                  <a:cubicBezTo>
                    <a:pt x="1792" y="1620"/>
                    <a:pt x="1792" y="1612"/>
                    <a:pt x="1792" y="1612"/>
                  </a:cubicBezTo>
                  <a:cubicBezTo>
                    <a:pt x="1914" y="1612"/>
                    <a:pt x="1857" y="1596"/>
                    <a:pt x="1800" y="1580"/>
                  </a:cubicBezTo>
                  <a:cubicBezTo>
                    <a:pt x="1735" y="1580"/>
                    <a:pt x="1735" y="1572"/>
                    <a:pt x="1735" y="1572"/>
                  </a:cubicBezTo>
                  <a:cubicBezTo>
                    <a:pt x="1857" y="1572"/>
                    <a:pt x="1857" y="1555"/>
                    <a:pt x="1800" y="1547"/>
                  </a:cubicBezTo>
                  <a:cubicBezTo>
                    <a:pt x="1678" y="1539"/>
                    <a:pt x="1678" y="1539"/>
                    <a:pt x="1800" y="1539"/>
                  </a:cubicBezTo>
                  <a:cubicBezTo>
                    <a:pt x="1922" y="1539"/>
                    <a:pt x="1922" y="1531"/>
                    <a:pt x="1743" y="1523"/>
                  </a:cubicBezTo>
                  <a:cubicBezTo>
                    <a:pt x="1687" y="1515"/>
                    <a:pt x="1687" y="1515"/>
                    <a:pt x="1743" y="1515"/>
                  </a:cubicBezTo>
                  <a:cubicBezTo>
                    <a:pt x="1865" y="1507"/>
                    <a:pt x="1865" y="1507"/>
                    <a:pt x="1808" y="1507"/>
                  </a:cubicBezTo>
                  <a:cubicBezTo>
                    <a:pt x="1687" y="1499"/>
                    <a:pt x="1687" y="1499"/>
                    <a:pt x="1808" y="1491"/>
                  </a:cubicBezTo>
                  <a:cubicBezTo>
                    <a:pt x="1930" y="1483"/>
                    <a:pt x="1930" y="1483"/>
                    <a:pt x="1808" y="1483"/>
                  </a:cubicBezTo>
                  <a:cubicBezTo>
                    <a:pt x="1687" y="1474"/>
                    <a:pt x="1695" y="1458"/>
                    <a:pt x="1808" y="1450"/>
                  </a:cubicBezTo>
                  <a:cubicBezTo>
                    <a:pt x="1808" y="1450"/>
                    <a:pt x="1873" y="1442"/>
                    <a:pt x="1808" y="1442"/>
                  </a:cubicBezTo>
                  <a:lnTo>
                    <a:pt x="1873" y="1442"/>
                  </a:lnTo>
                  <a:lnTo>
                    <a:pt x="1873" y="1434"/>
                  </a:lnTo>
                  <a:lnTo>
                    <a:pt x="1816" y="1434"/>
                  </a:lnTo>
                  <a:cubicBezTo>
                    <a:pt x="1816" y="1426"/>
                    <a:pt x="1873" y="1401"/>
                    <a:pt x="1881" y="1369"/>
                  </a:cubicBezTo>
                  <a:cubicBezTo>
                    <a:pt x="1881" y="1328"/>
                    <a:pt x="1881" y="1320"/>
                    <a:pt x="1824" y="1320"/>
                  </a:cubicBezTo>
                  <a:cubicBezTo>
                    <a:pt x="1789" y="1323"/>
                    <a:pt x="1764" y="1324"/>
                    <a:pt x="1749" y="1324"/>
                  </a:cubicBezTo>
                  <a:cubicBezTo>
                    <a:pt x="1713" y="1324"/>
                    <a:pt x="1738" y="1318"/>
                    <a:pt x="1824" y="1312"/>
                  </a:cubicBezTo>
                  <a:cubicBezTo>
                    <a:pt x="1824" y="1304"/>
                    <a:pt x="1889" y="1296"/>
                    <a:pt x="1889" y="1288"/>
                  </a:cubicBezTo>
                  <a:cubicBezTo>
                    <a:pt x="1889" y="1280"/>
                    <a:pt x="1889" y="1272"/>
                    <a:pt x="1946" y="1272"/>
                  </a:cubicBezTo>
                  <a:cubicBezTo>
                    <a:pt x="1833" y="1264"/>
                    <a:pt x="1833" y="1239"/>
                    <a:pt x="1897" y="1223"/>
                  </a:cubicBezTo>
                  <a:cubicBezTo>
                    <a:pt x="1897" y="1215"/>
                    <a:pt x="1897" y="1207"/>
                    <a:pt x="1841" y="1199"/>
                  </a:cubicBezTo>
                  <a:cubicBezTo>
                    <a:pt x="1776" y="1191"/>
                    <a:pt x="1776" y="1191"/>
                    <a:pt x="1841" y="1191"/>
                  </a:cubicBezTo>
                  <a:cubicBezTo>
                    <a:pt x="1897" y="1191"/>
                    <a:pt x="1962" y="1166"/>
                    <a:pt x="1841" y="1166"/>
                  </a:cubicBezTo>
                  <a:lnTo>
                    <a:pt x="1897" y="1158"/>
                  </a:lnTo>
                  <a:cubicBezTo>
                    <a:pt x="1962" y="1158"/>
                    <a:pt x="1905" y="1150"/>
                    <a:pt x="1841" y="1150"/>
                  </a:cubicBezTo>
                  <a:cubicBezTo>
                    <a:pt x="1719" y="1150"/>
                    <a:pt x="1727" y="1142"/>
                    <a:pt x="1905" y="1142"/>
                  </a:cubicBezTo>
                  <a:cubicBezTo>
                    <a:pt x="2019" y="1142"/>
                    <a:pt x="2027" y="1134"/>
                    <a:pt x="1962" y="1134"/>
                  </a:cubicBezTo>
                  <a:cubicBezTo>
                    <a:pt x="1905" y="1134"/>
                    <a:pt x="1849" y="1126"/>
                    <a:pt x="1905" y="1126"/>
                  </a:cubicBezTo>
                  <a:cubicBezTo>
                    <a:pt x="1905" y="1118"/>
                    <a:pt x="1905" y="1118"/>
                    <a:pt x="1784" y="1118"/>
                  </a:cubicBezTo>
                  <a:cubicBezTo>
                    <a:pt x="1727" y="1118"/>
                    <a:pt x="1727" y="1110"/>
                    <a:pt x="1727" y="1110"/>
                  </a:cubicBezTo>
                  <a:lnTo>
                    <a:pt x="1849" y="1110"/>
                  </a:lnTo>
                  <a:cubicBezTo>
                    <a:pt x="1849" y="1107"/>
                    <a:pt x="1849" y="1104"/>
                    <a:pt x="1849" y="1101"/>
                  </a:cubicBezTo>
                  <a:cubicBezTo>
                    <a:pt x="1877" y="1096"/>
                    <a:pt x="1906" y="1090"/>
                    <a:pt x="1935" y="1090"/>
                  </a:cubicBezTo>
                  <a:cubicBezTo>
                    <a:pt x="1947" y="1090"/>
                    <a:pt x="1958" y="1091"/>
                    <a:pt x="1970" y="1093"/>
                  </a:cubicBezTo>
                  <a:cubicBezTo>
                    <a:pt x="2027" y="1085"/>
                    <a:pt x="2027" y="1085"/>
                    <a:pt x="1905" y="1085"/>
                  </a:cubicBezTo>
                  <a:cubicBezTo>
                    <a:pt x="1792" y="1085"/>
                    <a:pt x="1792" y="1085"/>
                    <a:pt x="1792" y="1077"/>
                  </a:cubicBezTo>
                  <a:cubicBezTo>
                    <a:pt x="1792" y="1077"/>
                    <a:pt x="1792" y="1069"/>
                    <a:pt x="1849" y="1069"/>
                  </a:cubicBezTo>
                  <a:cubicBezTo>
                    <a:pt x="1914" y="1069"/>
                    <a:pt x="1914" y="1069"/>
                    <a:pt x="1914" y="1061"/>
                  </a:cubicBezTo>
                  <a:cubicBezTo>
                    <a:pt x="1816" y="1037"/>
                    <a:pt x="1719" y="1028"/>
                    <a:pt x="1614" y="1028"/>
                  </a:cubicBezTo>
                  <a:cubicBezTo>
                    <a:pt x="1678" y="1028"/>
                    <a:pt x="1678" y="1020"/>
                    <a:pt x="1678" y="1020"/>
                  </a:cubicBezTo>
                  <a:cubicBezTo>
                    <a:pt x="1635" y="1020"/>
                    <a:pt x="1650" y="1017"/>
                    <a:pt x="1664" y="1017"/>
                  </a:cubicBezTo>
                  <a:cubicBezTo>
                    <a:pt x="1671" y="1017"/>
                    <a:pt x="1678" y="1018"/>
                    <a:pt x="1678" y="1020"/>
                  </a:cubicBezTo>
                  <a:cubicBezTo>
                    <a:pt x="1735" y="1020"/>
                    <a:pt x="1735" y="1020"/>
                    <a:pt x="1735" y="1028"/>
                  </a:cubicBezTo>
                  <a:lnTo>
                    <a:pt x="1792" y="1028"/>
                  </a:lnTo>
                  <a:cubicBezTo>
                    <a:pt x="1914" y="1020"/>
                    <a:pt x="1914" y="1020"/>
                    <a:pt x="1800" y="1012"/>
                  </a:cubicBezTo>
                  <a:cubicBezTo>
                    <a:pt x="1735" y="1012"/>
                    <a:pt x="1735" y="1012"/>
                    <a:pt x="1800" y="1004"/>
                  </a:cubicBezTo>
                  <a:cubicBezTo>
                    <a:pt x="1857" y="1004"/>
                    <a:pt x="1922" y="996"/>
                    <a:pt x="1857" y="996"/>
                  </a:cubicBezTo>
                  <a:cubicBezTo>
                    <a:pt x="1857" y="996"/>
                    <a:pt x="1857" y="988"/>
                    <a:pt x="1922" y="980"/>
                  </a:cubicBezTo>
                  <a:cubicBezTo>
                    <a:pt x="1922" y="972"/>
                    <a:pt x="1922" y="972"/>
                    <a:pt x="1857" y="972"/>
                  </a:cubicBezTo>
                  <a:cubicBezTo>
                    <a:pt x="1800" y="972"/>
                    <a:pt x="1800" y="964"/>
                    <a:pt x="1800" y="964"/>
                  </a:cubicBezTo>
                  <a:cubicBezTo>
                    <a:pt x="1800" y="956"/>
                    <a:pt x="1800" y="956"/>
                    <a:pt x="1743" y="956"/>
                  </a:cubicBezTo>
                  <a:cubicBezTo>
                    <a:pt x="1687" y="956"/>
                    <a:pt x="1622" y="947"/>
                    <a:pt x="1622" y="939"/>
                  </a:cubicBezTo>
                  <a:cubicBezTo>
                    <a:pt x="1565" y="931"/>
                    <a:pt x="1565" y="931"/>
                    <a:pt x="1687" y="931"/>
                  </a:cubicBezTo>
                  <a:cubicBezTo>
                    <a:pt x="1743" y="931"/>
                    <a:pt x="1743" y="923"/>
                    <a:pt x="1743" y="923"/>
                  </a:cubicBezTo>
                  <a:cubicBezTo>
                    <a:pt x="1743" y="923"/>
                    <a:pt x="1743" y="915"/>
                    <a:pt x="1808" y="907"/>
                  </a:cubicBezTo>
                  <a:lnTo>
                    <a:pt x="1630" y="907"/>
                  </a:lnTo>
                  <a:cubicBezTo>
                    <a:pt x="1687" y="899"/>
                    <a:pt x="1751" y="899"/>
                    <a:pt x="1808" y="899"/>
                  </a:cubicBezTo>
                  <a:cubicBezTo>
                    <a:pt x="1930" y="891"/>
                    <a:pt x="1930" y="891"/>
                    <a:pt x="1808" y="891"/>
                  </a:cubicBezTo>
                  <a:cubicBezTo>
                    <a:pt x="1751" y="891"/>
                    <a:pt x="1687" y="891"/>
                    <a:pt x="1751" y="883"/>
                  </a:cubicBezTo>
                  <a:cubicBezTo>
                    <a:pt x="1751" y="874"/>
                    <a:pt x="1751" y="866"/>
                    <a:pt x="1808" y="866"/>
                  </a:cubicBezTo>
                  <a:cubicBezTo>
                    <a:pt x="1873" y="858"/>
                    <a:pt x="1816" y="858"/>
                    <a:pt x="1816" y="858"/>
                  </a:cubicBezTo>
                  <a:cubicBezTo>
                    <a:pt x="1751" y="850"/>
                    <a:pt x="1751" y="850"/>
                    <a:pt x="1816" y="834"/>
                  </a:cubicBezTo>
                  <a:cubicBezTo>
                    <a:pt x="1938" y="810"/>
                    <a:pt x="1938" y="810"/>
                    <a:pt x="1816" y="810"/>
                  </a:cubicBezTo>
                  <a:cubicBezTo>
                    <a:pt x="1881" y="801"/>
                    <a:pt x="1816" y="801"/>
                    <a:pt x="1760" y="793"/>
                  </a:cubicBezTo>
                  <a:cubicBezTo>
                    <a:pt x="1703" y="785"/>
                    <a:pt x="1581" y="785"/>
                    <a:pt x="1516" y="785"/>
                  </a:cubicBezTo>
                  <a:cubicBezTo>
                    <a:pt x="1403" y="785"/>
                    <a:pt x="1403" y="785"/>
                    <a:pt x="1460" y="777"/>
                  </a:cubicBezTo>
                  <a:cubicBezTo>
                    <a:pt x="1500" y="769"/>
                    <a:pt x="1541" y="769"/>
                    <a:pt x="1581" y="769"/>
                  </a:cubicBezTo>
                  <a:cubicBezTo>
                    <a:pt x="1638" y="769"/>
                    <a:pt x="1638" y="777"/>
                    <a:pt x="1638" y="777"/>
                  </a:cubicBezTo>
                  <a:cubicBezTo>
                    <a:pt x="1650" y="780"/>
                    <a:pt x="1662" y="781"/>
                    <a:pt x="1674" y="781"/>
                  </a:cubicBezTo>
                  <a:cubicBezTo>
                    <a:pt x="1702" y="781"/>
                    <a:pt x="1731" y="775"/>
                    <a:pt x="1760" y="769"/>
                  </a:cubicBezTo>
                  <a:cubicBezTo>
                    <a:pt x="1824" y="769"/>
                    <a:pt x="1824" y="761"/>
                    <a:pt x="1760" y="761"/>
                  </a:cubicBezTo>
                  <a:cubicBezTo>
                    <a:pt x="1824" y="761"/>
                    <a:pt x="1824" y="753"/>
                    <a:pt x="1824" y="737"/>
                  </a:cubicBezTo>
                  <a:cubicBezTo>
                    <a:pt x="1824" y="729"/>
                    <a:pt x="1824" y="720"/>
                    <a:pt x="1889" y="712"/>
                  </a:cubicBezTo>
                  <a:cubicBezTo>
                    <a:pt x="1889" y="704"/>
                    <a:pt x="1889" y="704"/>
                    <a:pt x="1824" y="704"/>
                  </a:cubicBezTo>
                  <a:cubicBezTo>
                    <a:pt x="1711" y="704"/>
                    <a:pt x="1711" y="696"/>
                    <a:pt x="1768" y="696"/>
                  </a:cubicBezTo>
                  <a:cubicBezTo>
                    <a:pt x="1889" y="696"/>
                    <a:pt x="1954" y="639"/>
                    <a:pt x="1833" y="631"/>
                  </a:cubicBezTo>
                  <a:lnTo>
                    <a:pt x="1833" y="623"/>
                  </a:lnTo>
                  <a:cubicBezTo>
                    <a:pt x="1897" y="615"/>
                    <a:pt x="1897" y="591"/>
                    <a:pt x="1841" y="591"/>
                  </a:cubicBezTo>
                  <a:cubicBezTo>
                    <a:pt x="1841" y="591"/>
                    <a:pt x="1841" y="583"/>
                    <a:pt x="1841" y="574"/>
                  </a:cubicBezTo>
                  <a:cubicBezTo>
                    <a:pt x="1905" y="566"/>
                    <a:pt x="1905" y="558"/>
                    <a:pt x="1841" y="558"/>
                  </a:cubicBezTo>
                  <a:cubicBezTo>
                    <a:pt x="1784" y="550"/>
                    <a:pt x="1727" y="550"/>
                    <a:pt x="1784" y="550"/>
                  </a:cubicBezTo>
                  <a:cubicBezTo>
                    <a:pt x="1841" y="550"/>
                    <a:pt x="1849" y="542"/>
                    <a:pt x="1849" y="526"/>
                  </a:cubicBezTo>
                  <a:cubicBezTo>
                    <a:pt x="1849" y="516"/>
                    <a:pt x="1849" y="512"/>
                    <a:pt x="1837" y="512"/>
                  </a:cubicBezTo>
                  <a:cubicBezTo>
                    <a:pt x="1829" y="512"/>
                    <a:pt x="1815" y="514"/>
                    <a:pt x="1792" y="518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884" y="496"/>
                    <a:pt x="1910" y="497"/>
                    <a:pt x="1923" y="497"/>
                  </a:cubicBezTo>
                  <a:cubicBezTo>
                    <a:pt x="1955" y="497"/>
                    <a:pt x="1918" y="491"/>
                    <a:pt x="1792" y="485"/>
                  </a:cubicBezTo>
                  <a:cubicBezTo>
                    <a:pt x="1670" y="485"/>
                    <a:pt x="1670" y="477"/>
                    <a:pt x="1735" y="477"/>
                  </a:cubicBezTo>
                  <a:cubicBezTo>
                    <a:pt x="1792" y="477"/>
                    <a:pt x="1792" y="477"/>
                    <a:pt x="1792" y="485"/>
                  </a:cubicBezTo>
                  <a:lnTo>
                    <a:pt x="1914" y="485"/>
                  </a:lnTo>
                  <a:cubicBezTo>
                    <a:pt x="1914" y="477"/>
                    <a:pt x="1914" y="477"/>
                    <a:pt x="1849" y="477"/>
                  </a:cubicBezTo>
                  <a:cubicBezTo>
                    <a:pt x="1849" y="477"/>
                    <a:pt x="1849" y="469"/>
                    <a:pt x="1792" y="469"/>
                  </a:cubicBezTo>
                  <a:cubicBezTo>
                    <a:pt x="1764" y="465"/>
                    <a:pt x="1733" y="463"/>
                    <a:pt x="1703" y="463"/>
                  </a:cubicBezTo>
                  <a:cubicBezTo>
                    <a:pt x="1672" y="463"/>
                    <a:pt x="1642" y="465"/>
                    <a:pt x="1614" y="469"/>
                  </a:cubicBezTo>
                  <a:cubicBezTo>
                    <a:pt x="1557" y="469"/>
                    <a:pt x="1557" y="469"/>
                    <a:pt x="1557" y="461"/>
                  </a:cubicBezTo>
                  <a:cubicBezTo>
                    <a:pt x="1585" y="457"/>
                    <a:pt x="1614" y="455"/>
                    <a:pt x="1643" y="455"/>
                  </a:cubicBezTo>
                  <a:cubicBezTo>
                    <a:pt x="1672" y="455"/>
                    <a:pt x="1703" y="457"/>
                    <a:pt x="1735" y="461"/>
                  </a:cubicBezTo>
                  <a:cubicBezTo>
                    <a:pt x="1762" y="461"/>
                    <a:pt x="1789" y="465"/>
                    <a:pt x="1816" y="465"/>
                  </a:cubicBezTo>
                  <a:cubicBezTo>
                    <a:pt x="1830" y="465"/>
                    <a:pt x="1843" y="464"/>
                    <a:pt x="1857" y="461"/>
                  </a:cubicBezTo>
                  <a:cubicBezTo>
                    <a:pt x="1914" y="461"/>
                    <a:pt x="1792" y="445"/>
                    <a:pt x="1678" y="437"/>
                  </a:cubicBezTo>
                  <a:lnTo>
                    <a:pt x="1735" y="437"/>
                  </a:lnTo>
                  <a:cubicBezTo>
                    <a:pt x="1792" y="437"/>
                    <a:pt x="1800" y="429"/>
                    <a:pt x="1800" y="420"/>
                  </a:cubicBezTo>
                  <a:cubicBezTo>
                    <a:pt x="1800" y="412"/>
                    <a:pt x="1800" y="404"/>
                    <a:pt x="1743" y="404"/>
                  </a:cubicBezTo>
                  <a:cubicBezTo>
                    <a:pt x="1723" y="408"/>
                    <a:pt x="1703" y="410"/>
                    <a:pt x="1683" y="410"/>
                  </a:cubicBezTo>
                  <a:cubicBezTo>
                    <a:pt x="1662" y="410"/>
                    <a:pt x="1642" y="408"/>
                    <a:pt x="1622" y="404"/>
                  </a:cubicBezTo>
                  <a:cubicBezTo>
                    <a:pt x="1601" y="408"/>
                    <a:pt x="1581" y="410"/>
                    <a:pt x="1561" y="410"/>
                  </a:cubicBezTo>
                  <a:cubicBezTo>
                    <a:pt x="1541" y="410"/>
                    <a:pt x="1520" y="408"/>
                    <a:pt x="1500" y="404"/>
                  </a:cubicBezTo>
                  <a:cubicBezTo>
                    <a:pt x="1500" y="404"/>
                    <a:pt x="1565" y="396"/>
                    <a:pt x="1622" y="396"/>
                  </a:cubicBezTo>
                  <a:cubicBezTo>
                    <a:pt x="1743" y="388"/>
                    <a:pt x="1800" y="380"/>
                    <a:pt x="1800" y="364"/>
                  </a:cubicBezTo>
                  <a:cubicBezTo>
                    <a:pt x="1808" y="356"/>
                    <a:pt x="1808" y="339"/>
                    <a:pt x="1865" y="331"/>
                  </a:cubicBezTo>
                  <a:cubicBezTo>
                    <a:pt x="1865" y="323"/>
                    <a:pt x="1865" y="323"/>
                    <a:pt x="1808" y="323"/>
                  </a:cubicBezTo>
                  <a:lnTo>
                    <a:pt x="1808" y="315"/>
                  </a:lnTo>
                  <a:cubicBezTo>
                    <a:pt x="1873" y="307"/>
                    <a:pt x="1873" y="299"/>
                    <a:pt x="1808" y="299"/>
                  </a:cubicBezTo>
                  <a:cubicBezTo>
                    <a:pt x="1751" y="299"/>
                    <a:pt x="1808" y="291"/>
                    <a:pt x="1808" y="291"/>
                  </a:cubicBezTo>
                  <a:cubicBezTo>
                    <a:pt x="1930" y="283"/>
                    <a:pt x="1930" y="283"/>
                    <a:pt x="1751" y="283"/>
                  </a:cubicBezTo>
                  <a:cubicBezTo>
                    <a:pt x="1711" y="283"/>
                    <a:pt x="1670" y="283"/>
                    <a:pt x="1630" y="299"/>
                  </a:cubicBezTo>
                  <a:lnTo>
                    <a:pt x="1630" y="307"/>
                  </a:lnTo>
                  <a:lnTo>
                    <a:pt x="1573" y="299"/>
                  </a:lnTo>
                  <a:cubicBezTo>
                    <a:pt x="1533" y="283"/>
                    <a:pt x="1492" y="283"/>
                    <a:pt x="1451" y="283"/>
                  </a:cubicBezTo>
                  <a:lnTo>
                    <a:pt x="1695" y="283"/>
                  </a:lnTo>
                  <a:cubicBezTo>
                    <a:pt x="1816" y="283"/>
                    <a:pt x="1873" y="266"/>
                    <a:pt x="1751" y="266"/>
                  </a:cubicBezTo>
                  <a:cubicBezTo>
                    <a:pt x="1751" y="266"/>
                    <a:pt x="1751" y="266"/>
                    <a:pt x="1816" y="258"/>
                  </a:cubicBezTo>
                  <a:cubicBezTo>
                    <a:pt x="1873" y="258"/>
                    <a:pt x="1873" y="250"/>
                    <a:pt x="1760" y="250"/>
                  </a:cubicBezTo>
                  <a:cubicBezTo>
                    <a:pt x="1638" y="242"/>
                    <a:pt x="1638" y="242"/>
                    <a:pt x="1760" y="234"/>
                  </a:cubicBezTo>
                  <a:cubicBezTo>
                    <a:pt x="1881" y="226"/>
                    <a:pt x="1881" y="210"/>
                    <a:pt x="1816" y="210"/>
                  </a:cubicBezTo>
                  <a:cubicBezTo>
                    <a:pt x="1703" y="210"/>
                    <a:pt x="1703" y="202"/>
                    <a:pt x="1760" y="193"/>
                  </a:cubicBezTo>
                  <a:cubicBezTo>
                    <a:pt x="1824" y="193"/>
                    <a:pt x="1824" y="185"/>
                    <a:pt x="1760" y="185"/>
                  </a:cubicBezTo>
                  <a:cubicBezTo>
                    <a:pt x="1824" y="185"/>
                    <a:pt x="1881" y="177"/>
                    <a:pt x="1824" y="169"/>
                  </a:cubicBezTo>
                  <a:lnTo>
                    <a:pt x="1768" y="169"/>
                  </a:lnTo>
                  <a:lnTo>
                    <a:pt x="1646" y="161"/>
                  </a:lnTo>
                  <a:cubicBezTo>
                    <a:pt x="1605" y="169"/>
                    <a:pt x="1565" y="169"/>
                    <a:pt x="1524" y="169"/>
                  </a:cubicBezTo>
                  <a:cubicBezTo>
                    <a:pt x="1468" y="169"/>
                    <a:pt x="1524" y="153"/>
                    <a:pt x="1711" y="145"/>
                  </a:cubicBezTo>
                  <a:lnTo>
                    <a:pt x="1824" y="137"/>
                  </a:lnTo>
                  <a:lnTo>
                    <a:pt x="1711" y="137"/>
                  </a:lnTo>
                  <a:cubicBezTo>
                    <a:pt x="1711" y="129"/>
                    <a:pt x="1711" y="129"/>
                    <a:pt x="1768" y="129"/>
                  </a:cubicBezTo>
                  <a:cubicBezTo>
                    <a:pt x="1833" y="129"/>
                    <a:pt x="1833" y="129"/>
                    <a:pt x="1833" y="120"/>
                  </a:cubicBezTo>
                  <a:lnTo>
                    <a:pt x="1768" y="120"/>
                  </a:lnTo>
                  <a:cubicBezTo>
                    <a:pt x="1654" y="120"/>
                    <a:pt x="1654" y="120"/>
                    <a:pt x="1711" y="112"/>
                  </a:cubicBezTo>
                  <a:cubicBezTo>
                    <a:pt x="1833" y="112"/>
                    <a:pt x="1833" y="104"/>
                    <a:pt x="1711" y="104"/>
                  </a:cubicBezTo>
                  <a:cubicBezTo>
                    <a:pt x="1589" y="104"/>
                    <a:pt x="1589" y="104"/>
                    <a:pt x="1711" y="96"/>
                  </a:cubicBezTo>
                  <a:cubicBezTo>
                    <a:pt x="1751" y="96"/>
                    <a:pt x="1792" y="96"/>
                    <a:pt x="1833" y="88"/>
                  </a:cubicBezTo>
                  <a:lnTo>
                    <a:pt x="1776" y="88"/>
                  </a:lnTo>
                  <a:cubicBezTo>
                    <a:pt x="1654" y="88"/>
                    <a:pt x="1654" y="80"/>
                    <a:pt x="1711" y="80"/>
                  </a:cubicBezTo>
                  <a:cubicBezTo>
                    <a:pt x="1776" y="80"/>
                    <a:pt x="1776" y="72"/>
                    <a:pt x="1719" y="64"/>
                  </a:cubicBezTo>
                  <a:cubicBezTo>
                    <a:pt x="1719" y="56"/>
                    <a:pt x="1719" y="56"/>
                    <a:pt x="1776" y="56"/>
                  </a:cubicBezTo>
                  <a:cubicBezTo>
                    <a:pt x="1897" y="56"/>
                    <a:pt x="1897" y="56"/>
                    <a:pt x="1776" y="47"/>
                  </a:cubicBezTo>
                  <a:cubicBezTo>
                    <a:pt x="1719" y="47"/>
                    <a:pt x="1719" y="47"/>
                    <a:pt x="1776" y="39"/>
                  </a:cubicBezTo>
                  <a:cubicBezTo>
                    <a:pt x="1841" y="31"/>
                    <a:pt x="1841" y="31"/>
                    <a:pt x="1776" y="31"/>
                  </a:cubicBezTo>
                  <a:cubicBezTo>
                    <a:pt x="1747" y="27"/>
                    <a:pt x="1719" y="25"/>
                    <a:pt x="1690" y="25"/>
                  </a:cubicBezTo>
                  <a:cubicBezTo>
                    <a:pt x="1660" y="25"/>
                    <a:pt x="1630" y="27"/>
                    <a:pt x="1597" y="31"/>
                  </a:cubicBezTo>
                  <a:cubicBezTo>
                    <a:pt x="1597" y="39"/>
                    <a:pt x="1597" y="39"/>
                    <a:pt x="1541" y="39"/>
                  </a:cubicBezTo>
                  <a:lnTo>
                    <a:pt x="1541" y="31"/>
                  </a:lnTo>
                  <a:cubicBezTo>
                    <a:pt x="1541" y="23"/>
                    <a:pt x="1541" y="23"/>
                    <a:pt x="1484" y="7"/>
                  </a:cubicBezTo>
                  <a:cubicBezTo>
                    <a:pt x="1451" y="3"/>
                    <a:pt x="1405" y="1"/>
                    <a:pt x="1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2"/>
            <p:cNvSpPr/>
            <p:nvPr/>
          </p:nvSpPr>
          <p:spPr>
            <a:xfrm>
              <a:off x="4622963" y="2151473"/>
              <a:ext cx="37061" cy="106304"/>
            </a:xfrm>
            <a:custGeom>
              <a:avLst/>
              <a:gdLst/>
              <a:ahLst/>
              <a:cxnLst/>
              <a:rect l="l" t="t" r="r" b="b"/>
              <a:pathLst>
                <a:path w="2150" h="6167" extrusionOk="0">
                  <a:moveTo>
                    <a:pt x="519" y="110"/>
                  </a:moveTo>
                  <a:lnTo>
                    <a:pt x="519" y="118"/>
                  </a:lnTo>
                  <a:cubicBezTo>
                    <a:pt x="552" y="126"/>
                    <a:pt x="592" y="126"/>
                    <a:pt x="633" y="126"/>
                  </a:cubicBezTo>
                  <a:lnTo>
                    <a:pt x="633" y="118"/>
                  </a:lnTo>
                  <a:cubicBezTo>
                    <a:pt x="592" y="110"/>
                    <a:pt x="552" y="110"/>
                    <a:pt x="519" y="110"/>
                  </a:cubicBezTo>
                  <a:close/>
                  <a:moveTo>
                    <a:pt x="1468" y="126"/>
                  </a:moveTo>
                  <a:cubicBezTo>
                    <a:pt x="1533" y="126"/>
                    <a:pt x="1533" y="134"/>
                    <a:pt x="1533" y="142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2"/>
                    <a:pt x="1411" y="134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32"/>
                    <a:pt x="1468" y="232"/>
                  </a:cubicBez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11" y="220"/>
                    <a:pt x="1341" y="212"/>
                    <a:pt x="1371" y="212"/>
                  </a:cubicBezTo>
                  <a:cubicBezTo>
                    <a:pt x="1381" y="212"/>
                    <a:pt x="1392" y="213"/>
                    <a:pt x="1403" y="215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768" y="240"/>
                  </a:moveTo>
                  <a:lnTo>
                    <a:pt x="1768" y="248"/>
                  </a:lnTo>
                  <a:cubicBezTo>
                    <a:pt x="1825" y="248"/>
                    <a:pt x="1825" y="248"/>
                    <a:pt x="1825" y="240"/>
                  </a:cubicBezTo>
                  <a:close/>
                  <a:moveTo>
                    <a:pt x="1231" y="618"/>
                  </a:moveTo>
                  <a:cubicBezTo>
                    <a:pt x="1261" y="618"/>
                    <a:pt x="1292" y="627"/>
                    <a:pt x="1322" y="645"/>
                  </a:cubicBezTo>
                  <a:cubicBezTo>
                    <a:pt x="1310" y="648"/>
                    <a:pt x="1298" y="649"/>
                    <a:pt x="1286" y="649"/>
                  </a:cubicBezTo>
                  <a:cubicBezTo>
                    <a:pt x="1258" y="649"/>
                    <a:pt x="1229" y="643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ubicBezTo>
                    <a:pt x="1211" y="619"/>
                    <a:pt x="1221" y="618"/>
                    <a:pt x="1231" y="618"/>
                  </a:cubicBezTo>
                  <a:close/>
                  <a:moveTo>
                    <a:pt x="1144" y="661"/>
                  </a:moveTo>
                  <a:cubicBezTo>
                    <a:pt x="1079" y="661"/>
                    <a:pt x="1079" y="670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0"/>
                    <a:pt x="1200" y="661"/>
                    <a:pt x="1144" y="661"/>
                  </a:cubicBez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994"/>
                  </a:moveTo>
                  <a:lnTo>
                    <a:pt x="1355" y="1010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355" y="1026"/>
                    <a:pt x="1298" y="1026"/>
                    <a:pt x="1241" y="1010"/>
                  </a:cubicBezTo>
                  <a:lnTo>
                    <a:pt x="1241" y="994"/>
                  </a:lnTo>
                  <a:close/>
                  <a:moveTo>
                    <a:pt x="1520" y="1169"/>
                  </a:moveTo>
                  <a:cubicBezTo>
                    <a:pt x="1562" y="1169"/>
                    <a:pt x="1606" y="1175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8"/>
                  </a:cubicBezTo>
                  <a:lnTo>
                    <a:pt x="1468" y="1172"/>
                  </a:lnTo>
                  <a:cubicBezTo>
                    <a:pt x="1485" y="1170"/>
                    <a:pt x="1502" y="1169"/>
                    <a:pt x="1520" y="1169"/>
                  </a:cubicBezTo>
                  <a:close/>
                  <a:moveTo>
                    <a:pt x="1282" y="1229"/>
                  </a:moveTo>
                  <a:cubicBezTo>
                    <a:pt x="1322" y="1229"/>
                    <a:pt x="1363" y="1229"/>
                    <a:pt x="1403" y="1237"/>
                  </a:cubicBezTo>
                  <a:lnTo>
                    <a:pt x="1403" y="1245"/>
                  </a:lnTo>
                  <a:cubicBezTo>
                    <a:pt x="1363" y="1245"/>
                    <a:pt x="1322" y="1245"/>
                    <a:pt x="1282" y="1237"/>
                  </a:cubicBezTo>
                  <a:lnTo>
                    <a:pt x="1282" y="1229"/>
                  </a:lnTo>
                  <a:close/>
                  <a:moveTo>
                    <a:pt x="1158" y="1373"/>
                  </a:moveTo>
                  <a:cubicBezTo>
                    <a:pt x="1174" y="1373"/>
                    <a:pt x="1217" y="1385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095" y="1375"/>
                    <a:pt x="1160" y="1375"/>
                  </a:cubicBezTo>
                  <a:lnTo>
                    <a:pt x="1152" y="1375"/>
                  </a:lnTo>
                  <a:cubicBezTo>
                    <a:pt x="1152" y="1373"/>
                    <a:pt x="1154" y="1373"/>
                    <a:pt x="1158" y="1373"/>
                  </a:cubicBezTo>
                  <a:close/>
                  <a:moveTo>
                    <a:pt x="1452" y="1432"/>
                  </a:moveTo>
                  <a:cubicBezTo>
                    <a:pt x="1492" y="1432"/>
                    <a:pt x="1533" y="1432"/>
                    <a:pt x="1573" y="1440"/>
                  </a:cubicBezTo>
                  <a:cubicBezTo>
                    <a:pt x="1614" y="1445"/>
                    <a:pt x="1593" y="1451"/>
                    <a:pt x="1537" y="1451"/>
                  </a:cubicBezTo>
                  <a:cubicBezTo>
                    <a:pt x="1514" y="1451"/>
                    <a:pt x="1485" y="1450"/>
                    <a:pt x="1452" y="1448"/>
                  </a:cubicBezTo>
                  <a:cubicBezTo>
                    <a:pt x="1452" y="1440"/>
                    <a:pt x="1452" y="1440"/>
                    <a:pt x="1452" y="1432"/>
                  </a:cubicBezTo>
                  <a:close/>
                  <a:moveTo>
                    <a:pt x="1565" y="1496"/>
                  </a:moveTo>
                  <a:lnTo>
                    <a:pt x="1565" y="1505"/>
                  </a:lnTo>
                  <a:cubicBezTo>
                    <a:pt x="1565" y="1513"/>
                    <a:pt x="1565" y="1513"/>
                    <a:pt x="1509" y="1513"/>
                  </a:cubicBezTo>
                  <a:lnTo>
                    <a:pt x="1509" y="1505"/>
                  </a:lnTo>
                  <a:lnTo>
                    <a:pt x="1565" y="1496"/>
                  </a:lnTo>
                  <a:close/>
                  <a:moveTo>
                    <a:pt x="1744" y="1578"/>
                  </a:moveTo>
                  <a:cubicBezTo>
                    <a:pt x="1703" y="1578"/>
                    <a:pt x="1663" y="1586"/>
                    <a:pt x="1622" y="1586"/>
                  </a:cubicBez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lnTo>
                    <a:pt x="1744" y="1578"/>
                  </a:lnTo>
                  <a:close/>
                  <a:moveTo>
                    <a:pt x="1322" y="1618"/>
                  </a:moveTo>
                  <a:cubicBezTo>
                    <a:pt x="1379" y="1618"/>
                    <a:pt x="1379" y="1626"/>
                    <a:pt x="1379" y="1626"/>
                  </a:cubicBezTo>
                  <a:cubicBezTo>
                    <a:pt x="1379" y="1634"/>
                    <a:pt x="1379" y="1642"/>
                    <a:pt x="1322" y="1642"/>
                  </a:cubicBezTo>
                  <a:cubicBezTo>
                    <a:pt x="1322" y="1642"/>
                    <a:pt x="1257" y="1642"/>
                    <a:pt x="1257" y="1634"/>
                  </a:cubicBezTo>
                  <a:cubicBezTo>
                    <a:pt x="1257" y="1626"/>
                    <a:pt x="1322" y="1618"/>
                    <a:pt x="1322" y="1618"/>
                  </a:cubicBezTo>
                  <a:close/>
                  <a:moveTo>
                    <a:pt x="2138" y="1702"/>
                  </a:moveTo>
                  <a:cubicBezTo>
                    <a:pt x="2130" y="1702"/>
                    <a:pt x="2116" y="1704"/>
                    <a:pt x="2092" y="1707"/>
                  </a:cubicBezTo>
                  <a:lnTo>
                    <a:pt x="2092" y="1724"/>
                  </a:lnTo>
                  <a:cubicBezTo>
                    <a:pt x="2149" y="1724"/>
                    <a:pt x="2149" y="1724"/>
                    <a:pt x="2149" y="1715"/>
                  </a:cubicBezTo>
                  <a:cubicBezTo>
                    <a:pt x="2149" y="1706"/>
                    <a:pt x="2149" y="1702"/>
                    <a:pt x="2138" y="1702"/>
                  </a:cubicBezTo>
                  <a:close/>
                  <a:moveTo>
                    <a:pt x="57" y="1715"/>
                  </a:moveTo>
                  <a:cubicBezTo>
                    <a:pt x="1" y="1715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15"/>
                    <a:pt x="98" y="1715"/>
                    <a:pt x="57" y="1715"/>
                  </a:cubicBezTo>
                  <a:close/>
                  <a:moveTo>
                    <a:pt x="1314" y="1756"/>
                  </a:moveTo>
                  <a:cubicBezTo>
                    <a:pt x="1371" y="1756"/>
                    <a:pt x="1371" y="1756"/>
                    <a:pt x="1371" y="1764"/>
                  </a:cubicBezTo>
                  <a:cubicBezTo>
                    <a:pt x="1371" y="1772"/>
                    <a:pt x="1314" y="1772"/>
                    <a:pt x="1314" y="1772"/>
                  </a:cubicBezTo>
                  <a:cubicBezTo>
                    <a:pt x="1249" y="1772"/>
                    <a:pt x="1314" y="1764"/>
                    <a:pt x="1314" y="1756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894"/>
                  </a:cubicBezTo>
                  <a:lnTo>
                    <a:pt x="1363" y="1894"/>
                  </a:ln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2"/>
                  </a:lnTo>
                  <a:lnTo>
                    <a:pt x="1476" y="1951"/>
                  </a:lnTo>
                  <a:cubicBezTo>
                    <a:pt x="1444" y="1951"/>
                    <a:pt x="1403" y="1951"/>
                    <a:pt x="1363" y="1942"/>
                  </a:cubicBezTo>
                  <a:lnTo>
                    <a:pt x="1419" y="1934"/>
                  </a:lnTo>
                  <a:close/>
                  <a:moveTo>
                    <a:pt x="1273" y="2405"/>
                  </a:moveTo>
                  <a:lnTo>
                    <a:pt x="1330" y="2413"/>
                  </a:lnTo>
                  <a:lnTo>
                    <a:pt x="1330" y="2421"/>
                  </a:lnTo>
                  <a:cubicBezTo>
                    <a:pt x="1290" y="2421"/>
                    <a:pt x="1249" y="2421"/>
                    <a:pt x="1209" y="2413"/>
                  </a:cubicBezTo>
                  <a:lnTo>
                    <a:pt x="1273" y="2405"/>
                  </a:lnTo>
                  <a:close/>
                  <a:moveTo>
                    <a:pt x="1379" y="2583"/>
                  </a:moveTo>
                  <a:lnTo>
                    <a:pt x="1379" y="2591"/>
                  </a:lnTo>
                  <a:lnTo>
                    <a:pt x="1200" y="2591"/>
                  </a:lnTo>
                  <a:cubicBezTo>
                    <a:pt x="1257" y="2583"/>
                    <a:pt x="1322" y="2583"/>
                    <a:pt x="1379" y="2583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05"/>
                    <a:pt x="1792" y="2713"/>
                  </a:cubicBezTo>
                  <a:lnTo>
                    <a:pt x="1792" y="2721"/>
                  </a:lnTo>
                  <a:cubicBezTo>
                    <a:pt x="1752" y="2721"/>
                    <a:pt x="1711" y="2721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794"/>
                  </a:moveTo>
                  <a:lnTo>
                    <a:pt x="1427" y="2802"/>
                  </a:lnTo>
                  <a:lnTo>
                    <a:pt x="1427" y="2810"/>
                  </a:lnTo>
                  <a:cubicBezTo>
                    <a:pt x="1416" y="2812"/>
                    <a:pt x="1404" y="2813"/>
                    <a:pt x="1392" y="2813"/>
                  </a:cubicBezTo>
                  <a:cubicBezTo>
                    <a:pt x="1363" y="2813"/>
                    <a:pt x="1335" y="2808"/>
                    <a:pt x="1306" y="2802"/>
                  </a:cubicBezTo>
                  <a:lnTo>
                    <a:pt x="1371" y="2794"/>
                  </a:lnTo>
                  <a:close/>
                  <a:moveTo>
                    <a:pt x="1324" y="3299"/>
                  </a:moveTo>
                  <a:cubicBezTo>
                    <a:pt x="1348" y="3299"/>
                    <a:pt x="1371" y="3303"/>
                    <a:pt x="1395" y="3313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13"/>
                    <a:pt x="1273" y="3305"/>
                  </a:cubicBezTo>
                  <a:cubicBezTo>
                    <a:pt x="1290" y="3301"/>
                    <a:pt x="1307" y="3299"/>
                    <a:pt x="1324" y="3299"/>
                  </a:cubicBezTo>
                  <a:close/>
                  <a:moveTo>
                    <a:pt x="1322" y="3604"/>
                  </a:moveTo>
                  <a:cubicBezTo>
                    <a:pt x="1355" y="3604"/>
                    <a:pt x="1395" y="3604"/>
                    <a:pt x="1436" y="3613"/>
                  </a:cubicBezTo>
                  <a:lnTo>
                    <a:pt x="1436" y="3621"/>
                  </a:lnTo>
                  <a:cubicBezTo>
                    <a:pt x="1395" y="3621"/>
                    <a:pt x="1355" y="3621"/>
                    <a:pt x="1314" y="3613"/>
                  </a:cubicBezTo>
                  <a:lnTo>
                    <a:pt x="1322" y="3604"/>
                  </a:lnTo>
                  <a:close/>
                  <a:moveTo>
                    <a:pt x="1695" y="4213"/>
                  </a:moveTo>
                  <a:cubicBezTo>
                    <a:pt x="1760" y="4213"/>
                    <a:pt x="1760" y="4221"/>
                    <a:pt x="1760" y="4221"/>
                  </a:cubicBez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lnTo>
                    <a:pt x="1695" y="4213"/>
                  </a:ln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76" y="4318"/>
                    <a:pt x="1736" y="4318"/>
                    <a:pt x="1695" y="4310"/>
                  </a:cubicBezTo>
                  <a:lnTo>
                    <a:pt x="1752" y="4302"/>
                  </a:lnTo>
                  <a:close/>
                  <a:moveTo>
                    <a:pt x="1343" y="4353"/>
                  </a:moveTo>
                  <a:cubicBezTo>
                    <a:pt x="1352" y="4353"/>
                    <a:pt x="1368" y="4355"/>
                    <a:pt x="1395" y="4359"/>
                  </a:cubicBez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57"/>
                    <a:pt x="1330" y="4353"/>
                    <a:pt x="1343" y="4353"/>
                  </a:cubicBezTo>
                  <a:close/>
                  <a:moveTo>
                    <a:pt x="1095" y="4391"/>
                  </a:moveTo>
                  <a:cubicBezTo>
                    <a:pt x="1091" y="4391"/>
                    <a:pt x="1088" y="4392"/>
                    <a:pt x="1085" y="4392"/>
                  </a:cubicBezTo>
                  <a:lnTo>
                    <a:pt x="1085" y="4392"/>
                  </a:lnTo>
                  <a:cubicBezTo>
                    <a:pt x="1095" y="4392"/>
                    <a:pt x="1109" y="4391"/>
                    <a:pt x="1127" y="4391"/>
                  </a:cubicBezTo>
                  <a:lnTo>
                    <a:pt x="1127" y="4391"/>
                  </a:lnTo>
                  <a:cubicBezTo>
                    <a:pt x="1117" y="4391"/>
                    <a:pt x="1107" y="4391"/>
                    <a:pt x="1095" y="4391"/>
                  </a:cubicBezTo>
                  <a:close/>
                  <a:moveTo>
                    <a:pt x="1085" y="4392"/>
                  </a:moveTo>
                  <a:lnTo>
                    <a:pt x="1085" y="4392"/>
                  </a:lnTo>
                  <a:cubicBezTo>
                    <a:pt x="1062" y="4393"/>
                    <a:pt x="1055" y="4395"/>
                    <a:pt x="1060" y="4395"/>
                  </a:cubicBezTo>
                  <a:cubicBezTo>
                    <a:pt x="1063" y="4395"/>
                    <a:pt x="1072" y="4394"/>
                    <a:pt x="1085" y="4392"/>
                  </a:cubicBezTo>
                  <a:close/>
                  <a:moveTo>
                    <a:pt x="1387" y="4407"/>
                  </a:moveTo>
                  <a:lnTo>
                    <a:pt x="1387" y="4415"/>
                  </a:lnTo>
                  <a:cubicBezTo>
                    <a:pt x="1387" y="4423"/>
                    <a:pt x="1387" y="4423"/>
                    <a:pt x="1330" y="4423"/>
                  </a:cubicBezTo>
                  <a:lnTo>
                    <a:pt x="1330" y="4415"/>
                  </a:lnTo>
                  <a:lnTo>
                    <a:pt x="1387" y="4407"/>
                  </a:lnTo>
                  <a:close/>
                  <a:moveTo>
                    <a:pt x="1273" y="4464"/>
                  </a:moveTo>
                  <a:cubicBezTo>
                    <a:pt x="1273" y="4468"/>
                    <a:pt x="1288" y="4470"/>
                    <a:pt x="1295" y="4470"/>
                  </a:cubicBezTo>
                  <a:cubicBezTo>
                    <a:pt x="1302" y="4470"/>
                    <a:pt x="1302" y="4468"/>
                    <a:pt x="1273" y="4464"/>
                  </a:cubicBezTo>
                  <a:close/>
                  <a:moveTo>
                    <a:pt x="1387" y="4480"/>
                  </a:moveTo>
                  <a:lnTo>
                    <a:pt x="1387" y="4488"/>
                  </a:lnTo>
                  <a:cubicBezTo>
                    <a:pt x="1387" y="4496"/>
                    <a:pt x="1387" y="4496"/>
                    <a:pt x="1322" y="4496"/>
                  </a:cubicBezTo>
                  <a:lnTo>
                    <a:pt x="1322" y="4488"/>
                  </a:lnTo>
                  <a:lnTo>
                    <a:pt x="1387" y="4480"/>
                  </a:lnTo>
                  <a:close/>
                  <a:moveTo>
                    <a:pt x="1500" y="4553"/>
                  </a:moveTo>
                  <a:lnTo>
                    <a:pt x="1500" y="4561"/>
                  </a:ln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ubicBezTo>
                    <a:pt x="1419" y="4561"/>
                    <a:pt x="1460" y="4553"/>
                    <a:pt x="1500" y="4553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53"/>
                    <a:pt x="1363" y="4853"/>
                  </a:cubicBezTo>
                  <a:cubicBezTo>
                    <a:pt x="1363" y="4853"/>
                    <a:pt x="1298" y="4845"/>
                    <a:pt x="1363" y="4845"/>
                  </a:cubicBezTo>
                  <a:close/>
                  <a:moveTo>
                    <a:pt x="1576" y="5085"/>
                  </a:moveTo>
                  <a:cubicBezTo>
                    <a:pt x="1619" y="5085"/>
                    <a:pt x="1663" y="5091"/>
                    <a:pt x="1703" y="5096"/>
                  </a:cubicBezTo>
                  <a:cubicBezTo>
                    <a:pt x="1703" y="5104"/>
                    <a:pt x="1703" y="5104"/>
                    <a:pt x="1646" y="5104"/>
                  </a:cubicBezTo>
                  <a:cubicBezTo>
                    <a:pt x="1636" y="5107"/>
                    <a:pt x="1625" y="5108"/>
                    <a:pt x="1614" y="5108"/>
                  </a:cubicBezTo>
                  <a:cubicBezTo>
                    <a:pt x="1584" y="5108"/>
                    <a:pt x="1554" y="5100"/>
                    <a:pt x="1525" y="5088"/>
                  </a:cubicBezTo>
                  <a:cubicBezTo>
                    <a:pt x="1541" y="5086"/>
                    <a:pt x="1559" y="5085"/>
                    <a:pt x="1576" y="5085"/>
                  </a:cubicBezTo>
                  <a:close/>
                  <a:moveTo>
                    <a:pt x="1617" y="6106"/>
                  </a:moveTo>
                  <a:cubicBezTo>
                    <a:pt x="1646" y="6106"/>
                    <a:pt x="1674" y="6112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ubicBezTo>
                    <a:pt x="1593" y="6107"/>
                    <a:pt x="1605" y="6106"/>
                    <a:pt x="1617" y="6106"/>
                  </a:cubicBezTo>
                  <a:close/>
                  <a:moveTo>
                    <a:pt x="1371" y="1"/>
                  </a:moveTo>
                  <a:cubicBezTo>
                    <a:pt x="1342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29"/>
                    <a:pt x="1298" y="29"/>
                  </a:cubicBezTo>
                  <a:cubicBezTo>
                    <a:pt x="1476" y="29"/>
                    <a:pt x="1476" y="29"/>
                    <a:pt x="1355" y="37"/>
                  </a:cubicBezTo>
                  <a:cubicBezTo>
                    <a:pt x="1241" y="37"/>
                    <a:pt x="1241" y="45"/>
                    <a:pt x="1233" y="53"/>
                  </a:cubicBezTo>
                  <a:cubicBezTo>
                    <a:pt x="1233" y="61"/>
                    <a:pt x="1233" y="61"/>
                    <a:pt x="1176" y="61"/>
                  </a:cubicBezTo>
                  <a:cubicBezTo>
                    <a:pt x="1165" y="59"/>
                    <a:pt x="1154" y="58"/>
                    <a:pt x="1144" y="58"/>
                  </a:cubicBezTo>
                  <a:cubicBezTo>
                    <a:pt x="1114" y="58"/>
                    <a:pt x="1084" y="66"/>
                    <a:pt x="1055" y="78"/>
                  </a:cubicBezTo>
                  <a:cubicBezTo>
                    <a:pt x="1055" y="86"/>
                    <a:pt x="1055" y="86"/>
                    <a:pt x="1119" y="86"/>
                  </a:cubicBezTo>
                  <a:cubicBezTo>
                    <a:pt x="1136" y="83"/>
                    <a:pt x="1148" y="82"/>
                    <a:pt x="1153" y="82"/>
                  </a:cubicBezTo>
                  <a:cubicBezTo>
                    <a:pt x="1166" y="82"/>
                    <a:pt x="1141" y="88"/>
                    <a:pt x="1055" y="94"/>
                  </a:cubicBezTo>
                  <a:cubicBezTo>
                    <a:pt x="998" y="102"/>
                    <a:pt x="998" y="102"/>
                    <a:pt x="1111" y="102"/>
                  </a:cubicBezTo>
                  <a:cubicBezTo>
                    <a:pt x="1233" y="102"/>
                    <a:pt x="1233" y="118"/>
                    <a:pt x="1111" y="126"/>
                  </a:cubicBezTo>
                  <a:cubicBezTo>
                    <a:pt x="1111" y="126"/>
                    <a:pt x="1111" y="134"/>
                    <a:pt x="1111" y="142"/>
                  </a:cubicBezTo>
                  <a:cubicBezTo>
                    <a:pt x="1152" y="151"/>
                    <a:pt x="1192" y="151"/>
                    <a:pt x="1233" y="151"/>
                  </a:cubicBezTo>
                  <a:cubicBezTo>
                    <a:pt x="1355" y="151"/>
                    <a:pt x="1355" y="151"/>
                    <a:pt x="1290" y="159"/>
                  </a:cubicBezTo>
                  <a:lnTo>
                    <a:pt x="1168" y="159"/>
                  </a:lnTo>
                  <a:cubicBezTo>
                    <a:pt x="1111" y="159"/>
                    <a:pt x="1111" y="167"/>
                    <a:pt x="1111" y="175"/>
                  </a:cubicBezTo>
                  <a:cubicBezTo>
                    <a:pt x="1111" y="183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7"/>
                    <a:pt x="1046" y="207"/>
                    <a:pt x="1111" y="207"/>
                  </a:cubicBezTo>
                  <a:cubicBezTo>
                    <a:pt x="1111" y="207"/>
                    <a:pt x="1111" y="215"/>
                    <a:pt x="1046" y="224"/>
                  </a:cubicBezTo>
                  <a:cubicBezTo>
                    <a:pt x="1007" y="235"/>
                    <a:pt x="1050" y="250"/>
                    <a:pt x="1121" y="250"/>
                  </a:cubicBezTo>
                  <a:cubicBezTo>
                    <a:pt x="1152" y="250"/>
                    <a:pt x="1188" y="247"/>
                    <a:pt x="1225" y="240"/>
                  </a:cubicBezTo>
                  <a:lnTo>
                    <a:pt x="1225" y="248"/>
                  </a:lnTo>
                  <a:cubicBezTo>
                    <a:pt x="1225" y="256"/>
                    <a:pt x="1282" y="256"/>
                    <a:pt x="1282" y="256"/>
                  </a:cubicBezTo>
                  <a:cubicBezTo>
                    <a:pt x="1346" y="256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8"/>
                  </a:cubicBezTo>
                  <a:lnTo>
                    <a:pt x="1103" y="288"/>
                  </a:lnTo>
                  <a:cubicBezTo>
                    <a:pt x="1046" y="288"/>
                    <a:pt x="1046" y="297"/>
                    <a:pt x="1103" y="305"/>
                  </a:cubicBezTo>
                  <a:cubicBezTo>
                    <a:pt x="1160" y="321"/>
                    <a:pt x="1225" y="321"/>
                    <a:pt x="1282" y="321"/>
                  </a:cubicBezTo>
                  <a:cubicBezTo>
                    <a:pt x="1338" y="321"/>
                    <a:pt x="1338" y="329"/>
                    <a:pt x="1338" y="329"/>
                  </a:cubicBezTo>
                  <a:cubicBezTo>
                    <a:pt x="1338" y="337"/>
                    <a:pt x="1338" y="337"/>
                    <a:pt x="1282" y="337"/>
                  </a:cubicBezTo>
                  <a:cubicBezTo>
                    <a:pt x="1160" y="337"/>
                    <a:pt x="1160" y="353"/>
                    <a:pt x="1282" y="361"/>
                  </a:cubicBezTo>
                  <a:lnTo>
                    <a:pt x="1217" y="361"/>
                  </a:lnTo>
                  <a:cubicBezTo>
                    <a:pt x="1160" y="361"/>
                    <a:pt x="1095" y="370"/>
                    <a:pt x="1160" y="402"/>
                  </a:cubicBezTo>
                  <a:cubicBezTo>
                    <a:pt x="1152" y="434"/>
                    <a:pt x="1152" y="451"/>
                    <a:pt x="1095" y="451"/>
                  </a:cubicBezTo>
                  <a:cubicBezTo>
                    <a:pt x="1030" y="451"/>
                    <a:pt x="1152" y="483"/>
                    <a:pt x="1273" y="499"/>
                  </a:cubicBezTo>
                  <a:cubicBezTo>
                    <a:pt x="1209" y="499"/>
                    <a:pt x="1209" y="507"/>
                    <a:pt x="1209" y="515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101" y="536"/>
                    <a:pt x="1072" y="534"/>
                    <a:pt x="1063" y="534"/>
                  </a:cubicBezTo>
                  <a:cubicBezTo>
                    <a:pt x="1051" y="534"/>
                    <a:pt x="1081" y="538"/>
                    <a:pt x="1152" y="548"/>
                  </a:cubicBezTo>
                  <a:cubicBezTo>
                    <a:pt x="1249" y="555"/>
                    <a:pt x="1221" y="574"/>
                    <a:pt x="1134" y="574"/>
                  </a:cubicBezTo>
                  <a:cubicBezTo>
                    <a:pt x="1120" y="574"/>
                    <a:pt x="1104" y="573"/>
                    <a:pt x="1087" y="572"/>
                  </a:cubicBezTo>
                  <a:cubicBezTo>
                    <a:pt x="1030" y="572"/>
                    <a:pt x="1030" y="580"/>
                    <a:pt x="1030" y="597"/>
                  </a:cubicBezTo>
                  <a:cubicBezTo>
                    <a:pt x="1087" y="605"/>
                    <a:pt x="1087" y="621"/>
                    <a:pt x="1087" y="637"/>
                  </a:cubicBezTo>
                  <a:cubicBezTo>
                    <a:pt x="1079" y="653"/>
                    <a:pt x="1079" y="653"/>
                    <a:pt x="1200" y="653"/>
                  </a:cubicBezTo>
                  <a:cubicBezTo>
                    <a:pt x="1322" y="653"/>
                    <a:pt x="1322" y="661"/>
                    <a:pt x="1322" y="678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18"/>
                    <a:pt x="1136" y="718"/>
                  </a:cubicBezTo>
                  <a:cubicBezTo>
                    <a:pt x="1136" y="718"/>
                    <a:pt x="1079" y="726"/>
                    <a:pt x="1079" y="742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9" y="783"/>
                  </a:cubicBezTo>
                  <a:cubicBezTo>
                    <a:pt x="1136" y="783"/>
                    <a:pt x="1192" y="783"/>
                    <a:pt x="1136" y="815"/>
                  </a:cubicBezTo>
                  <a:cubicBezTo>
                    <a:pt x="1136" y="832"/>
                    <a:pt x="1127" y="856"/>
                    <a:pt x="1192" y="856"/>
                  </a:cubicBezTo>
                  <a:lnTo>
                    <a:pt x="1127" y="856"/>
                  </a:lnTo>
                  <a:cubicBezTo>
                    <a:pt x="1014" y="856"/>
                    <a:pt x="1006" y="872"/>
                    <a:pt x="1127" y="888"/>
                  </a:cubicBezTo>
                  <a:cubicBezTo>
                    <a:pt x="1184" y="888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1"/>
                    <a:pt x="1249" y="921"/>
                    <a:pt x="1184" y="937"/>
                  </a:cubicBezTo>
                  <a:cubicBezTo>
                    <a:pt x="1127" y="937"/>
                    <a:pt x="1127" y="945"/>
                    <a:pt x="1127" y="953"/>
                  </a:cubicBezTo>
                  <a:cubicBezTo>
                    <a:pt x="1184" y="969"/>
                    <a:pt x="1176" y="1051"/>
                    <a:pt x="1119" y="1059"/>
                  </a:cubicBezTo>
                  <a:cubicBezTo>
                    <a:pt x="1176" y="1059"/>
                    <a:pt x="1176" y="1059"/>
                    <a:pt x="1176" y="1067"/>
                  </a:cubicBezTo>
                  <a:cubicBezTo>
                    <a:pt x="1055" y="1075"/>
                    <a:pt x="1119" y="1083"/>
                    <a:pt x="1233" y="1083"/>
                  </a:cubicBezTo>
                  <a:lnTo>
                    <a:pt x="1233" y="1075"/>
                  </a:lnTo>
                  <a:lnTo>
                    <a:pt x="1233" y="1067"/>
                  </a:lnTo>
                  <a:cubicBezTo>
                    <a:pt x="1355" y="1067"/>
                    <a:pt x="1355" y="1091"/>
                    <a:pt x="1176" y="1091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5"/>
                    <a:pt x="1290" y="1124"/>
                    <a:pt x="1176" y="1132"/>
                  </a:cubicBezTo>
                  <a:cubicBezTo>
                    <a:pt x="1411" y="1148"/>
                    <a:pt x="1468" y="1172"/>
                    <a:pt x="1233" y="1172"/>
                  </a:cubicBezTo>
                  <a:cubicBezTo>
                    <a:pt x="1216" y="1170"/>
                    <a:pt x="1199" y="1169"/>
                    <a:pt x="1182" y="1169"/>
                  </a:cubicBezTo>
                  <a:cubicBezTo>
                    <a:pt x="1137" y="1169"/>
                    <a:pt x="1094" y="1177"/>
                    <a:pt x="1046" y="1188"/>
                  </a:cubicBezTo>
                  <a:cubicBezTo>
                    <a:pt x="1087" y="1197"/>
                    <a:pt x="1127" y="1197"/>
                    <a:pt x="1168" y="1197"/>
                  </a:cubicBezTo>
                  <a:cubicBezTo>
                    <a:pt x="1204" y="1194"/>
                    <a:pt x="1229" y="1193"/>
                    <a:pt x="1244" y="1193"/>
                  </a:cubicBezTo>
                  <a:cubicBezTo>
                    <a:pt x="1279" y="1193"/>
                    <a:pt x="1254" y="1199"/>
                    <a:pt x="1168" y="1205"/>
                  </a:cubicBezTo>
                  <a:cubicBezTo>
                    <a:pt x="990" y="1229"/>
                    <a:pt x="990" y="1245"/>
                    <a:pt x="1103" y="1269"/>
                  </a:cubicBezTo>
                  <a:cubicBezTo>
                    <a:pt x="1189" y="1287"/>
                    <a:pt x="1214" y="1304"/>
                    <a:pt x="1179" y="1304"/>
                  </a:cubicBezTo>
                  <a:cubicBezTo>
                    <a:pt x="1164" y="1304"/>
                    <a:pt x="1139" y="1301"/>
                    <a:pt x="1103" y="1294"/>
                  </a:cubicBezTo>
                  <a:cubicBezTo>
                    <a:pt x="1042" y="1286"/>
                    <a:pt x="1012" y="1282"/>
                    <a:pt x="1005" y="1282"/>
                  </a:cubicBezTo>
                  <a:cubicBezTo>
                    <a:pt x="998" y="1282"/>
                    <a:pt x="1014" y="1286"/>
                    <a:pt x="1046" y="1294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65" y="1340"/>
                    <a:pt x="1092" y="1345"/>
                    <a:pt x="1119" y="1346"/>
                  </a:cubicBezTo>
                  <a:lnTo>
                    <a:pt x="1119" y="1346"/>
                  </a:lnTo>
                  <a:cubicBezTo>
                    <a:pt x="1027" y="1354"/>
                    <a:pt x="995" y="1369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07"/>
                  </a:cubicBezTo>
                  <a:cubicBezTo>
                    <a:pt x="1217" y="1415"/>
                    <a:pt x="1152" y="1424"/>
                    <a:pt x="1095" y="1432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48"/>
                    <a:pt x="1152" y="1456"/>
                    <a:pt x="1209" y="1472"/>
                  </a:cubicBezTo>
                  <a:cubicBezTo>
                    <a:pt x="1241" y="1476"/>
                    <a:pt x="1241" y="1478"/>
                    <a:pt x="1226" y="1478"/>
                  </a:cubicBezTo>
                  <a:cubicBezTo>
                    <a:pt x="1211" y="1478"/>
                    <a:pt x="1180" y="1476"/>
                    <a:pt x="1152" y="1472"/>
                  </a:cubicBezTo>
                  <a:cubicBezTo>
                    <a:pt x="1111" y="1472"/>
                    <a:pt x="1071" y="1480"/>
                    <a:pt x="1030" y="1488"/>
                  </a:cubicBezTo>
                  <a:cubicBezTo>
                    <a:pt x="1030" y="1496"/>
                    <a:pt x="1030" y="1513"/>
                    <a:pt x="1087" y="1513"/>
                  </a:cubicBezTo>
                  <a:cubicBezTo>
                    <a:pt x="1152" y="1513"/>
                    <a:pt x="1144" y="1553"/>
                    <a:pt x="1087" y="1561"/>
                  </a:cubicBezTo>
                  <a:cubicBezTo>
                    <a:pt x="1087" y="1561"/>
                    <a:pt x="1087" y="1569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0"/>
                  </a:cubicBezTo>
                  <a:cubicBezTo>
                    <a:pt x="1200" y="1618"/>
                    <a:pt x="1200" y="1626"/>
                    <a:pt x="1144" y="1626"/>
                  </a:cubicBezTo>
                  <a:cubicBezTo>
                    <a:pt x="1265" y="1634"/>
                    <a:pt x="1265" y="1634"/>
                    <a:pt x="1144" y="1642"/>
                  </a:cubicBezTo>
                  <a:cubicBezTo>
                    <a:pt x="1022" y="1642"/>
                    <a:pt x="1022" y="1642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22" y="1699"/>
                    <a:pt x="1200" y="1699"/>
                  </a:cubicBezTo>
                  <a:cubicBezTo>
                    <a:pt x="1200" y="1699"/>
                    <a:pt x="1200" y="1707"/>
                    <a:pt x="1257" y="1715"/>
                  </a:cubicBezTo>
                  <a:cubicBezTo>
                    <a:pt x="1379" y="1724"/>
                    <a:pt x="1379" y="1724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56"/>
                  </a:cubicBezTo>
                  <a:cubicBezTo>
                    <a:pt x="1197" y="1771"/>
                    <a:pt x="1144" y="1814"/>
                    <a:pt x="1226" y="1814"/>
                  </a:cubicBezTo>
                  <a:cubicBezTo>
                    <a:pt x="1233" y="1814"/>
                    <a:pt x="1240" y="1813"/>
                    <a:pt x="1249" y="1813"/>
                  </a:cubicBezTo>
                  <a:lnTo>
                    <a:pt x="1249" y="1821"/>
                  </a:lnTo>
                  <a:cubicBezTo>
                    <a:pt x="1192" y="1837"/>
                    <a:pt x="1192" y="1845"/>
                    <a:pt x="1249" y="1853"/>
                  </a:cubicBezTo>
                  <a:lnTo>
                    <a:pt x="1306" y="1861"/>
                  </a:lnTo>
                  <a:cubicBezTo>
                    <a:pt x="1265" y="1861"/>
                    <a:pt x="1225" y="1861"/>
                    <a:pt x="1192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77" y="1899"/>
                    <a:pt x="1249" y="1905"/>
                    <a:pt x="1220" y="1905"/>
                  </a:cubicBezTo>
                  <a:cubicBezTo>
                    <a:pt x="1208" y="1905"/>
                    <a:pt x="1196" y="1904"/>
                    <a:pt x="1184" y="1902"/>
                  </a:cubicBezTo>
                  <a:lnTo>
                    <a:pt x="1184" y="1910"/>
                  </a:lnTo>
                  <a:cubicBezTo>
                    <a:pt x="1306" y="1910"/>
                    <a:pt x="1306" y="1918"/>
                    <a:pt x="1249" y="1918"/>
                  </a:cubicBezTo>
                  <a:cubicBezTo>
                    <a:pt x="1184" y="1926"/>
                    <a:pt x="1184" y="1934"/>
                    <a:pt x="1184" y="1942"/>
                  </a:cubicBezTo>
                  <a:cubicBezTo>
                    <a:pt x="1222" y="1942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2"/>
                  </a:cubicBezTo>
                  <a:lnTo>
                    <a:pt x="1127" y="1942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59"/>
                  </a:cubicBezTo>
                  <a:cubicBezTo>
                    <a:pt x="1184" y="1964"/>
                    <a:pt x="1184" y="1970"/>
                    <a:pt x="1204" y="1970"/>
                  </a:cubicBezTo>
                  <a:cubicBezTo>
                    <a:pt x="1213" y="1970"/>
                    <a:pt x="1224" y="1969"/>
                    <a:pt x="1241" y="1967"/>
                  </a:cubicBezTo>
                  <a:cubicBezTo>
                    <a:pt x="1282" y="1967"/>
                    <a:pt x="1322" y="1967"/>
                    <a:pt x="1363" y="1975"/>
                  </a:cubicBezTo>
                  <a:cubicBezTo>
                    <a:pt x="1400" y="1975"/>
                    <a:pt x="1388" y="1978"/>
                    <a:pt x="1375" y="1978"/>
                  </a:cubicBezTo>
                  <a:cubicBezTo>
                    <a:pt x="1369" y="1978"/>
                    <a:pt x="1363" y="1978"/>
                    <a:pt x="1363" y="1975"/>
                  </a:cubicBezTo>
                  <a:cubicBezTo>
                    <a:pt x="1322" y="1975"/>
                    <a:pt x="1282" y="1975"/>
                    <a:pt x="1241" y="1983"/>
                  </a:cubicBezTo>
                  <a:cubicBezTo>
                    <a:pt x="1241" y="1991"/>
                    <a:pt x="1184" y="1991"/>
                    <a:pt x="1184" y="1991"/>
                  </a:cubicBezTo>
                  <a:cubicBezTo>
                    <a:pt x="1171" y="1990"/>
                    <a:pt x="1160" y="1990"/>
                    <a:pt x="1150" y="1990"/>
                  </a:cubicBezTo>
                  <a:cubicBezTo>
                    <a:pt x="1075" y="1990"/>
                    <a:pt x="1126" y="2016"/>
                    <a:pt x="1184" y="2023"/>
                  </a:cubicBezTo>
                  <a:cubicBezTo>
                    <a:pt x="1298" y="2032"/>
                    <a:pt x="1298" y="2040"/>
                    <a:pt x="1176" y="2040"/>
                  </a:cubicBezTo>
                  <a:cubicBezTo>
                    <a:pt x="1063" y="2040"/>
                    <a:pt x="1176" y="2056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8" y="2113"/>
                    <a:pt x="1298" y="2113"/>
                    <a:pt x="1233" y="2113"/>
                  </a:cubicBezTo>
                  <a:cubicBezTo>
                    <a:pt x="1176" y="2113"/>
                    <a:pt x="1176" y="2121"/>
                    <a:pt x="1176" y="2145"/>
                  </a:cubicBezTo>
                  <a:cubicBezTo>
                    <a:pt x="1168" y="2169"/>
                    <a:pt x="1168" y="2169"/>
                    <a:pt x="1233" y="2169"/>
                  </a:cubicBezTo>
                  <a:lnTo>
                    <a:pt x="1233" y="2186"/>
                  </a:lnTo>
                  <a:cubicBezTo>
                    <a:pt x="1135" y="2192"/>
                    <a:pt x="1153" y="2204"/>
                    <a:pt x="1228" y="2204"/>
                  </a:cubicBezTo>
                  <a:cubicBezTo>
                    <a:pt x="1246" y="2204"/>
                    <a:pt x="1266" y="2203"/>
                    <a:pt x="1290" y="2202"/>
                  </a:cubicBezTo>
                  <a:cubicBezTo>
                    <a:pt x="1290" y="2202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82" y="2380"/>
                  </a:cubicBezTo>
                  <a:lnTo>
                    <a:pt x="1217" y="2380"/>
                  </a:lnTo>
                  <a:cubicBezTo>
                    <a:pt x="1217" y="2380"/>
                    <a:pt x="1217" y="2396"/>
                    <a:pt x="1160" y="2405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39"/>
                    <a:pt x="1152" y="2445"/>
                  </a:cubicBezTo>
                  <a:cubicBezTo>
                    <a:pt x="1095" y="2445"/>
                    <a:pt x="1030" y="2453"/>
                    <a:pt x="1095" y="2453"/>
                  </a:cubicBezTo>
                  <a:cubicBezTo>
                    <a:pt x="1152" y="2461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18"/>
                  </a:cubicBezTo>
                  <a:cubicBezTo>
                    <a:pt x="1152" y="2518"/>
                    <a:pt x="1152" y="2534"/>
                    <a:pt x="1144" y="2550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0" y="2572"/>
                    <a:pt x="1059" y="2571"/>
                    <a:pt x="1052" y="2571"/>
                  </a:cubicBezTo>
                  <a:cubicBezTo>
                    <a:pt x="1035" y="2571"/>
                    <a:pt x="1047" y="2577"/>
                    <a:pt x="1087" y="2583"/>
                  </a:cubicBezTo>
                  <a:cubicBezTo>
                    <a:pt x="1087" y="2591"/>
                    <a:pt x="1209" y="2599"/>
                    <a:pt x="1200" y="2607"/>
                  </a:cubicBezTo>
                  <a:cubicBezTo>
                    <a:pt x="1241" y="2607"/>
                    <a:pt x="1282" y="2607"/>
                    <a:pt x="1322" y="2623"/>
                  </a:cubicBezTo>
                  <a:lnTo>
                    <a:pt x="1144" y="2623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64"/>
                  </a:cubicBezTo>
                  <a:cubicBezTo>
                    <a:pt x="1144" y="2680"/>
                    <a:pt x="1136" y="2696"/>
                    <a:pt x="1200" y="2705"/>
                  </a:cubicBezTo>
                  <a:cubicBezTo>
                    <a:pt x="1079" y="2713"/>
                    <a:pt x="1079" y="2753"/>
                    <a:pt x="1192" y="2761"/>
                  </a:cubicBezTo>
                  <a:cubicBezTo>
                    <a:pt x="1257" y="2761"/>
                    <a:pt x="1257" y="2769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794"/>
                    <a:pt x="1192" y="2802"/>
                    <a:pt x="1136" y="2810"/>
                  </a:cubicBezTo>
                  <a:cubicBezTo>
                    <a:pt x="1014" y="2818"/>
                    <a:pt x="1014" y="2826"/>
                    <a:pt x="1071" y="2834"/>
                  </a:cubicBezTo>
                  <a:cubicBezTo>
                    <a:pt x="1127" y="2850"/>
                    <a:pt x="1127" y="2867"/>
                    <a:pt x="1127" y="2867"/>
                  </a:cubicBezTo>
                  <a:cubicBezTo>
                    <a:pt x="1157" y="2879"/>
                    <a:pt x="1187" y="2886"/>
                    <a:pt x="1217" y="2886"/>
                  </a:cubicBezTo>
                  <a:cubicBezTo>
                    <a:pt x="1227" y="2886"/>
                    <a:pt x="1238" y="2885"/>
                    <a:pt x="1249" y="2883"/>
                  </a:cubicBezTo>
                  <a:cubicBezTo>
                    <a:pt x="1290" y="2883"/>
                    <a:pt x="1330" y="2891"/>
                    <a:pt x="1371" y="2891"/>
                  </a:cubicBezTo>
                  <a:cubicBezTo>
                    <a:pt x="1404" y="2901"/>
                    <a:pt x="1395" y="2904"/>
                    <a:pt x="1384" y="2904"/>
                  </a:cubicBezTo>
                  <a:cubicBezTo>
                    <a:pt x="1377" y="2904"/>
                    <a:pt x="1367" y="2902"/>
                    <a:pt x="1371" y="2899"/>
                  </a:cubicBezTo>
                  <a:cubicBezTo>
                    <a:pt x="1350" y="2895"/>
                    <a:pt x="1330" y="2893"/>
                    <a:pt x="1310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3"/>
                    <a:pt x="1184" y="2932"/>
                  </a:cubicBezTo>
                  <a:cubicBezTo>
                    <a:pt x="1184" y="2932"/>
                    <a:pt x="1184" y="2948"/>
                    <a:pt x="1184" y="2956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6"/>
                    <a:pt x="1119" y="3069"/>
                    <a:pt x="1233" y="3077"/>
                  </a:cubicBezTo>
                  <a:lnTo>
                    <a:pt x="1176" y="3077"/>
                  </a:lnTo>
                  <a:cubicBezTo>
                    <a:pt x="1119" y="3077"/>
                    <a:pt x="1119" y="3086"/>
                    <a:pt x="1119" y="3102"/>
                  </a:cubicBezTo>
                  <a:cubicBezTo>
                    <a:pt x="1119" y="3110"/>
                    <a:pt x="1176" y="3142"/>
                    <a:pt x="1168" y="3159"/>
                  </a:cubicBezTo>
                  <a:cubicBezTo>
                    <a:pt x="1168" y="3191"/>
                    <a:pt x="1168" y="3207"/>
                    <a:pt x="1225" y="3207"/>
                  </a:cubicBezTo>
                  <a:cubicBezTo>
                    <a:pt x="1225" y="3215"/>
                    <a:pt x="1225" y="3215"/>
                    <a:pt x="1168" y="3215"/>
                  </a:cubicBezTo>
                  <a:cubicBezTo>
                    <a:pt x="1151" y="3213"/>
                    <a:pt x="1140" y="3212"/>
                    <a:pt x="1131" y="3212"/>
                  </a:cubicBezTo>
                  <a:cubicBezTo>
                    <a:pt x="1111" y="3212"/>
                    <a:pt x="1111" y="3218"/>
                    <a:pt x="1111" y="3223"/>
                  </a:cubicBezTo>
                  <a:cubicBezTo>
                    <a:pt x="1134" y="3229"/>
                    <a:pt x="1161" y="3235"/>
                    <a:pt x="1189" y="3235"/>
                  </a:cubicBezTo>
                  <a:cubicBezTo>
                    <a:pt x="1201" y="3235"/>
                    <a:pt x="1213" y="3234"/>
                    <a:pt x="1225" y="3232"/>
                  </a:cubicBezTo>
                  <a:cubicBezTo>
                    <a:pt x="1290" y="3232"/>
                    <a:pt x="1290" y="3240"/>
                    <a:pt x="1225" y="3256"/>
                  </a:cubicBezTo>
                  <a:cubicBezTo>
                    <a:pt x="1168" y="3272"/>
                    <a:pt x="1160" y="3296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45"/>
                    <a:pt x="1160" y="3361"/>
                  </a:cubicBezTo>
                  <a:cubicBezTo>
                    <a:pt x="1160" y="3369"/>
                    <a:pt x="1160" y="3369"/>
                    <a:pt x="1095" y="3369"/>
                  </a:cubicBezTo>
                  <a:cubicBezTo>
                    <a:pt x="1038" y="3377"/>
                    <a:pt x="982" y="3377"/>
                    <a:pt x="1095" y="3386"/>
                  </a:cubicBezTo>
                  <a:cubicBezTo>
                    <a:pt x="1160" y="3402"/>
                    <a:pt x="1152" y="3418"/>
                    <a:pt x="1095" y="3434"/>
                  </a:cubicBezTo>
                  <a:cubicBezTo>
                    <a:pt x="1095" y="3442"/>
                    <a:pt x="1095" y="3450"/>
                    <a:pt x="1152" y="3450"/>
                  </a:cubicBezTo>
                  <a:lnTo>
                    <a:pt x="1217" y="3450"/>
                  </a:lnTo>
                  <a:cubicBezTo>
                    <a:pt x="1095" y="3459"/>
                    <a:pt x="1095" y="3459"/>
                    <a:pt x="1217" y="3467"/>
                  </a:cubicBezTo>
                  <a:cubicBezTo>
                    <a:pt x="1273" y="3467"/>
                    <a:pt x="1273" y="3475"/>
                    <a:pt x="1217" y="3475"/>
                  </a:cubicBezTo>
                  <a:cubicBezTo>
                    <a:pt x="1152" y="3483"/>
                    <a:pt x="1152" y="3483"/>
                    <a:pt x="1152" y="3483"/>
                  </a:cubicBezTo>
                  <a:cubicBezTo>
                    <a:pt x="1152" y="3491"/>
                    <a:pt x="1209" y="3532"/>
                    <a:pt x="1209" y="3564"/>
                  </a:cubicBezTo>
                  <a:cubicBezTo>
                    <a:pt x="1200" y="3621"/>
                    <a:pt x="1200" y="3645"/>
                    <a:pt x="1265" y="3645"/>
                  </a:cubicBezTo>
                  <a:cubicBezTo>
                    <a:pt x="1322" y="3653"/>
                    <a:pt x="1322" y="3653"/>
                    <a:pt x="1257" y="3661"/>
                  </a:cubicBezTo>
                  <a:cubicBezTo>
                    <a:pt x="1200" y="3669"/>
                    <a:pt x="1200" y="3677"/>
                    <a:pt x="1200" y="3686"/>
                  </a:cubicBezTo>
                  <a:cubicBezTo>
                    <a:pt x="1200" y="3694"/>
                    <a:pt x="1200" y="3694"/>
                    <a:pt x="1136" y="3694"/>
                  </a:cubicBezTo>
                  <a:cubicBezTo>
                    <a:pt x="1200" y="3702"/>
                    <a:pt x="1200" y="3702"/>
                    <a:pt x="1200" y="3710"/>
                  </a:cubicBezTo>
                  <a:cubicBezTo>
                    <a:pt x="1136" y="3710"/>
                    <a:pt x="1136" y="3718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0"/>
                  </a:cubicBezTo>
                  <a:cubicBezTo>
                    <a:pt x="1192" y="3750"/>
                    <a:pt x="1192" y="3759"/>
                    <a:pt x="1257" y="3767"/>
                  </a:cubicBezTo>
                  <a:cubicBezTo>
                    <a:pt x="1257" y="3775"/>
                    <a:pt x="1257" y="3783"/>
                    <a:pt x="1192" y="3783"/>
                  </a:cubicBezTo>
                  <a:cubicBezTo>
                    <a:pt x="1136" y="3791"/>
                    <a:pt x="1192" y="3832"/>
                    <a:pt x="1249" y="3832"/>
                  </a:cubicBezTo>
                  <a:cubicBezTo>
                    <a:pt x="1314" y="3832"/>
                    <a:pt x="1306" y="3840"/>
                    <a:pt x="1249" y="3840"/>
                  </a:cubicBezTo>
                  <a:cubicBezTo>
                    <a:pt x="1192" y="3840"/>
                    <a:pt x="1192" y="3848"/>
                    <a:pt x="1192" y="3856"/>
                  </a:cubicBezTo>
                  <a:cubicBezTo>
                    <a:pt x="1249" y="3864"/>
                    <a:pt x="1192" y="3864"/>
                    <a:pt x="1127" y="3864"/>
                  </a:cubicBezTo>
                  <a:cubicBezTo>
                    <a:pt x="1112" y="3862"/>
                    <a:pt x="1101" y="3861"/>
                    <a:pt x="1093" y="3861"/>
                  </a:cubicBezTo>
                  <a:cubicBezTo>
                    <a:pt x="1071" y="3861"/>
                    <a:pt x="1071" y="3868"/>
                    <a:pt x="1071" y="3880"/>
                  </a:cubicBezTo>
                  <a:cubicBezTo>
                    <a:pt x="1127" y="3888"/>
                    <a:pt x="1127" y="3913"/>
                    <a:pt x="1127" y="3937"/>
                  </a:cubicBezTo>
                  <a:cubicBezTo>
                    <a:pt x="1119" y="3969"/>
                    <a:pt x="1184" y="3977"/>
                    <a:pt x="1298" y="3994"/>
                  </a:cubicBezTo>
                  <a:lnTo>
                    <a:pt x="1419" y="4002"/>
                  </a:lnTo>
                  <a:lnTo>
                    <a:pt x="1298" y="4002"/>
                  </a:lnTo>
                  <a:cubicBezTo>
                    <a:pt x="1241" y="4002"/>
                    <a:pt x="1119" y="4010"/>
                    <a:pt x="1119" y="4010"/>
                  </a:cubicBezTo>
                  <a:cubicBezTo>
                    <a:pt x="1160" y="4018"/>
                    <a:pt x="1200" y="4018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0"/>
                    <a:pt x="1176" y="4059"/>
                    <a:pt x="1233" y="4067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07"/>
                  </a:cubicBezTo>
                  <a:cubicBezTo>
                    <a:pt x="1111" y="4115"/>
                    <a:pt x="1111" y="4140"/>
                    <a:pt x="1176" y="4140"/>
                  </a:cubicBezTo>
                  <a:cubicBezTo>
                    <a:pt x="1233" y="4140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88"/>
                  </a:lnTo>
                  <a:cubicBezTo>
                    <a:pt x="1290" y="4191"/>
                    <a:pt x="1285" y="4192"/>
                    <a:pt x="1278" y="4192"/>
                  </a:cubicBezTo>
                  <a:cubicBezTo>
                    <a:pt x="1261" y="4192"/>
                    <a:pt x="1233" y="4186"/>
                    <a:pt x="1233" y="4180"/>
                  </a:cubicBezTo>
                  <a:lnTo>
                    <a:pt x="1168" y="4188"/>
                  </a:lnTo>
                  <a:cubicBezTo>
                    <a:pt x="1168" y="4204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11" y="4237"/>
                    <a:pt x="1168" y="4245"/>
                  </a:cubicBezTo>
                  <a:cubicBezTo>
                    <a:pt x="1290" y="4245"/>
                    <a:pt x="1225" y="4253"/>
                    <a:pt x="1168" y="4253"/>
                  </a:cubicBezTo>
                  <a:cubicBezTo>
                    <a:pt x="1127" y="4250"/>
                    <a:pt x="1100" y="4249"/>
                    <a:pt x="1087" y="4249"/>
                  </a:cubicBezTo>
                  <a:cubicBezTo>
                    <a:pt x="1060" y="4249"/>
                    <a:pt x="1087" y="4256"/>
                    <a:pt x="1168" y="4277"/>
                  </a:cubicBezTo>
                  <a:cubicBezTo>
                    <a:pt x="1160" y="4294"/>
                    <a:pt x="1225" y="4318"/>
                    <a:pt x="1217" y="4342"/>
                  </a:cubicBezTo>
                  <a:cubicBezTo>
                    <a:pt x="1217" y="4375"/>
                    <a:pt x="1217" y="4391"/>
                    <a:pt x="1160" y="4391"/>
                  </a:cubicBezTo>
                  <a:cubicBezTo>
                    <a:pt x="1148" y="4391"/>
                    <a:pt x="1136" y="4391"/>
                    <a:pt x="1127" y="4391"/>
                  </a:cubicBezTo>
                  <a:lnTo>
                    <a:pt x="1127" y="4391"/>
                  </a:lnTo>
                  <a:cubicBezTo>
                    <a:pt x="1217" y="4393"/>
                    <a:pt x="1217" y="4401"/>
                    <a:pt x="1217" y="4423"/>
                  </a:cubicBezTo>
                  <a:cubicBezTo>
                    <a:pt x="1152" y="4448"/>
                    <a:pt x="1217" y="4456"/>
                    <a:pt x="1273" y="4464"/>
                  </a:cubicBezTo>
                  <a:cubicBezTo>
                    <a:pt x="1273" y="4456"/>
                    <a:pt x="1273" y="4456"/>
                    <a:pt x="1273" y="4456"/>
                  </a:cubicBezTo>
                  <a:cubicBezTo>
                    <a:pt x="1395" y="4456"/>
                    <a:pt x="1395" y="4456"/>
                    <a:pt x="1330" y="4472"/>
                  </a:cubicBezTo>
                  <a:cubicBezTo>
                    <a:pt x="1302" y="4478"/>
                    <a:pt x="1273" y="4483"/>
                    <a:pt x="1244" y="4483"/>
                  </a:cubicBezTo>
                  <a:cubicBezTo>
                    <a:pt x="1232" y="4483"/>
                    <a:pt x="1220" y="4483"/>
                    <a:pt x="1209" y="4480"/>
                  </a:cubicBezTo>
                  <a:cubicBezTo>
                    <a:pt x="1168" y="4480"/>
                    <a:pt x="1127" y="4480"/>
                    <a:pt x="1095" y="4496"/>
                  </a:cubicBezTo>
                  <a:cubicBezTo>
                    <a:pt x="1095" y="4502"/>
                    <a:pt x="1091" y="4508"/>
                    <a:pt x="1112" y="4508"/>
                  </a:cubicBezTo>
                  <a:cubicBezTo>
                    <a:pt x="1120" y="4508"/>
                    <a:pt x="1133" y="4507"/>
                    <a:pt x="1152" y="4504"/>
                  </a:cubicBezTo>
                  <a:cubicBezTo>
                    <a:pt x="1209" y="4504"/>
                    <a:pt x="1209" y="4504"/>
                    <a:pt x="1209" y="4513"/>
                  </a:cubicBezTo>
                  <a:cubicBezTo>
                    <a:pt x="1209" y="4521"/>
                    <a:pt x="1209" y="4529"/>
                    <a:pt x="1265" y="4529"/>
                  </a:cubicBezTo>
                  <a:cubicBezTo>
                    <a:pt x="1330" y="4529"/>
                    <a:pt x="1330" y="4537"/>
                    <a:pt x="1330" y="4545"/>
                  </a:cubicBezTo>
                  <a:cubicBezTo>
                    <a:pt x="1265" y="4553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69"/>
                    <a:pt x="1087" y="4577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56"/>
                    <a:pt x="1192" y="4780"/>
                  </a:cubicBezTo>
                  <a:cubicBezTo>
                    <a:pt x="1146" y="4793"/>
                    <a:pt x="1132" y="4807"/>
                    <a:pt x="1164" y="4807"/>
                  </a:cubicBezTo>
                  <a:cubicBezTo>
                    <a:pt x="1171" y="4807"/>
                    <a:pt x="1180" y="4806"/>
                    <a:pt x="1192" y="4804"/>
                  </a:cubicBezTo>
                  <a:cubicBezTo>
                    <a:pt x="1249" y="4804"/>
                    <a:pt x="1249" y="4845"/>
                    <a:pt x="1249" y="4886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23"/>
                    <a:pt x="1355" y="5031"/>
                  </a:cubicBezTo>
                  <a:cubicBezTo>
                    <a:pt x="1400" y="5037"/>
                    <a:pt x="1414" y="5043"/>
                    <a:pt x="1395" y="5043"/>
                  </a:cubicBezTo>
                  <a:cubicBezTo>
                    <a:pt x="1387" y="5043"/>
                    <a:pt x="1374" y="5042"/>
                    <a:pt x="1355" y="5040"/>
                  </a:cubicBezTo>
                  <a:cubicBezTo>
                    <a:pt x="1314" y="5040"/>
                    <a:pt x="1273" y="5040"/>
                    <a:pt x="1241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9" y="5072"/>
                    <a:pt x="1419" y="5072"/>
                  </a:cubicBezTo>
                  <a:cubicBezTo>
                    <a:pt x="1419" y="5080"/>
                    <a:pt x="1419" y="5080"/>
                    <a:pt x="1355" y="5080"/>
                  </a:cubicBezTo>
                  <a:lnTo>
                    <a:pt x="1225" y="5080"/>
                  </a:lnTo>
                  <a:cubicBezTo>
                    <a:pt x="1290" y="5080"/>
                    <a:pt x="1290" y="5088"/>
                    <a:pt x="1290" y="5088"/>
                  </a:cubicBezTo>
                  <a:cubicBezTo>
                    <a:pt x="1290" y="5096"/>
                    <a:pt x="1290" y="5096"/>
                    <a:pt x="1168" y="5096"/>
                  </a:cubicBezTo>
                  <a:cubicBezTo>
                    <a:pt x="1046" y="5096"/>
                    <a:pt x="1046" y="5104"/>
                    <a:pt x="1168" y="5113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53"/>
                  </a:cubicBezTo>
                  <a:cubicBezTo>
                    <a:pt x="1160" y="5161"/>
                    <a:pt x="1160" y="5169"/>
                    <a:pt x="1282" y="5177"/>
                  </a:cubicBezTo>
                  <a:cubicBezTo>
                    <a:pt x="1338" y="5177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18"/>
                  </a:cubicBezTo>
                  <a:cubicBezTo>
                    <a:pt x="1282" y="5226"/>
                    <a:pt x="1273" y="5283"/>
                    <a:pt x="1273" y="5340"/>
                  </a:cubicBezTo>
                  <a:cubicBezTo>
                    <a:pt x="1265" y="5404"/>
                    <a:pt x="1265" y="5445"/>
                    <a:pt x="1322" y="5445"/>
                  </a:cubicBezTo>
                  <a:cubicBezTo>
                    <a:pt x="1322" y="5453"/>
                    <a:pt x="1322" y="5453"/>
                    <a:pt x="1265" y="5461"/>
                  </a:cubicBezTo>
                  <a:cubicBezTo>
                    <a:pt x="1200" y="5461"/>
                    <a:pt x="1200" y="5469"/>
                    <a:pt x="1322" y="5477"/>
                  </a:cubicBezTo>
                  <a:cubicBezTo>
                    <a:pt x="1379" y="5485"/>
                    <a:pt x="1444" y="5485"/>
                    <a:pt x="1322" y="5485"/>
                  </a:cubicBezTo>
                  <a:cubicBezTo>
                    <a:pt x="1265" y="5485"/>
                    <a:pt x="1265" y="5502"/>
                    <a:pt x="1257" y="5526"/>
                  </a:cubicBezTo>
                  <a:cubicBezTo>
                    <a:pt x="1257" y="5550"/>
                    <a:pt x="1257" y="5575"/>
                    <a:pt x="1314" y="5575"/>
                  </a:cubicBezTo>
                  <a:cubicBezTo>
                    <a:pt x="1352" y="5584"/>
                    <a:pt x="1368" y="5588"/>
                    <a:pt x="1361" y="5588"/>
                  </a:cubicBezTo>
                  <a:cubicBezTo>
                    <a:pt x="1357" y="5588"/>
                    <a:pt x="1341" y="5586"/>
                    <a:pt x="1314" y="5583"/>
                  </a:cubicBezTo>
                  <a:cubicBezTo>
                    <a:pt x="1304" y="5582"/>
                    <a:pt x="1294" y="5582"/>
                    <a:pt x="1285" y="5582"/>
                  </a:cubicBezTo>
                  <a:cubicBezTo>
                    <a:pt x="1190" y="5582"/>
                    <a:pt x="1146" y="5617"/>
                    <a:pt x="1257" y="5640"/>
                  </a:cubicBezTo>
                  <a:cubicBezTo>
                    <a:pt x="1257" y="5640"/>
                    <a:pt x="1249" y="5648"/>
                    <a:pt x="1192" y="5648"/>
                  </a:cubicBezTo>
                  <a:cubicBezTo>
                    <a:pt x="1192" y="5656"/>
                    <a:pt x="1192" y="5664"/>
                    <a:pt x="1249" y="5688"/>
                  </a:cubicBezTo>
                  <a:cubicBezTo>
                    <a:pt x="1249" y="5696"/>
                    <a:pt x="1249" y="5721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7"/>
                    <a:pt x="1306" y="5777"/>
                    <a:pt x="1306" y="5777"/>
                  </a:cubicBezTo>
                  <a:cubicBezTo>
                    <a:pt x="1241" y="5777"/>
                    <a:pt x="1241" y="5810"/>
                    <a:pt x="1241" y="5858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0"/>
                    <a:pt x="1355" y="5988"/>
                    <a:pt x="1290" y="5996"/>
                  </a:cubicBezTo>
                  <a:cubicBezTo>
                    <a:pt x="1168" y="6004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45"/>
                    <a:pt x="1168" y="6069"/>
                    <a:pt x="1290" y="6077"/>
                  </a:cubicBezTo>
                  <a:cubicBezTo>
                    <a:pt x="1225" y="6085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86" y="6106"/>
                    <a:pt x="1070" y="6104"/>
                    <a:pt x="1053" y="6104"/>
                  </a:cubicBezTo>
                  <a:cubicBezTo>
                    <a:pt x="1029" y="6104"/>
                    <a:pt x="1005" y="6108"/>
                    <a:pt x="982" y="6118"/>
                  </a:cubicBezTo>
                  <a:cubicBezTo>
                    <a:pt x="1002" y="6122"/>
                    <a:pt x="1022" y="6124"/>
                    <a:pt x="1042" y="6124"/>
                  </a:cubicBezTo>
                  <a:cubicBezTo>
                    <a:pt x="1063" y="6124"/>
                    <a:pt x="1083" y="6122"/>
                    <a:pt x="1103" y="6118"/>
                  </a:cubicBezTo>
                  <a:lnTo>
                    <a:pt x="1103" y="6134"/>
                  </a:lnTo>
                  <a:cubicBezTo>
                    <a:pt x="1103" y="6134"/>
                    <a:pt x="1103" y="6142"/>
                    <a:pt x="1160" y="6142"/>
                  </a:cubicBezTo>
                  <a:cubicBezTo>
                    <a:pt x="1225" y="6142"/>
                    <a:pt x="1225" y="6150"/>
                    <a:pt x="1225" y="6158"/>
                  </a:cubicBezTo>
                  <a:cubicBezTo>
                    <a:pt x="1182" y="6158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8"/>
                  </a:cubicBezTo>
                  <a:cubicBezTo>
                    <a:pt x="1293" y="6156"/>
                    <a:pt x="1305" y="6155"/>
                    <a:pt x="1317" y="6155"/>
                  </a:cubicBezTo>
                  <a:cubicBezTo>
                    <a:pt x="1346" y="6155"/>
                    <a:pt x="1374" y="6161"/>
                    <a:pt x="1403" y="6167"/>
                  </a:cubicBezTo>
                  <a:lnTo>
                    <a:pt x="1517" y="6167"/>
                  </a:lnTo>
                  <a:cubicBezTo>
                    <a:pt x="1598" y="6167"/>
                    <a:pt x="1679" y="6167"/>
                    <a:pt x="1760" y="6150"/>
                  </a:cubicBezTo>
                  <a:cubicBezTo>
                    <a:pt x="1825" y="6118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5"/>
                  </a:cubicBezTo>
                  <a:cubicBezTo>
                    <a:pt x="1703" y="6077"/>
                    <a:pt x="1768" y="6069"/>
                    <a:pt x="1768" y="6069"/>
                  </a:cubicBezTo>
                  <a:cubicBezTo>
                    <a:pt x="1825" y="6069"/>
                    <a:pt x="1825" y="6045"/>
                    <a:pt x="1833" y="6004"/>
                  </a:cubicBezTo>
                  <a:cubicBezTo>
                    <a:pt x="1833" y="5964"/>
                    <a:pt x="1833" y="5940"/>
                    <a:pt x="1890" y="5931"/>
                  </a:cubicBezTo>
                  <a:cubicBezTo>
                    <a:pt x="1954" y="5923"/>
                    <a:pt x="1954" y="5915"/>
                    <a:pt x="1954" y="5915"/>
                  </a:cubicBezTo>
                  <a:cubicBezTo>
                    <a:pt x="1898" y="5915"/>
                    <a:pt x="1898" y="5875"/>
                    <a:pt x="1898" y="5826"/>
                  </a:cubicBezTo>
                  <a:cubicBezTo>
                    <a:pt x="1906" y="5777"/>
                    <a:pt x="1906" y="5721"/>
                    <a:pt x="1849" y="5721"/>
                  </a:cubicBezTo>
                  <a:cubicBezTo>
                    <a:pt x="1849" y="5713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64"/>
                    <a:pt x="1849" y="5648"/>
                    <a:pt x="1849" y="5648"/>
                  </a:cubicBezTo>
                  <a:cubicBezTo>
                    <a:pt x="1914" y="5648"/>
                    <a:pt x="1914" y="5640"/>
                    <a:pt x="1914" y="5631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67"/>
                    <a:pt x="1882" y="5534"/>
                    <a:pt x="1922" y="5526"/>
                  </a:cubicBezTo>
                  <a:cubicBezTo>
                    <a:pt x="1979" y="5518"/>
                    <a:pt x="1922" y="5510"/>
                    <a:pt x="1857" y="5502"/>
                  </a:cubicBezTo>
                  <a:cubicBezTo>
                    <a:pt x="1845" y="5504"/>
                    <a:pt x="1833" y="5505"/>
                    <a:pt x="1822" y="5505"/>
                  </a:cubicBezTo>
                  <a:cubicBezTo>
                    <a:pt x="1794" y="5505"/>
                    <a:pt x="1767" y="5499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5"/>
                  </a:cubicBezTo>
                  <a:cubicBezTo>
                    <a:pt x="1922" y="5477"/>
                    <a:pt x="1922" y="5469"/>
                    <a:pt x="1922" y="5469"/>
                  </a:cubicBezTo>
                  <a:cubicBezTo>
                    <a:pt x="1865" y="5469"/>
                    <a:pt x="1865" y="5429"/>
                    <a:pt x="1865" y="5380"/>
                  </a:cubicBezTo>
                  <a:cubicBezTo>
                    <a:pt x="1873" y="5315"/>
                    <a:pt x="1873" y="5291"/>
                    <a:pt x="1817" y="5291"/>
                  </a:cubicBezTo>
                  <a:cubicBezTo>
                    <a:pt x="1752" y="5291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096"/>
                    <a:pt x="1768" y="5088"/>
                  </a:cubicBezTo>
                  <a:lnTo>
                    <a:pt x="1825" y="5088"/>
                  </a:lnTo>
                  <a:cubicBezTo>
                    <a:pt x="1882" y="5088"/>
                    <a:pt x="1882" y="5088"/>
                    <a:pt x="1890" y="5056"/>
                  </a:cubicBezTo>
                  <a:cubicBezTo>
                    <a:pt x="1890" y="5040"/>
                    <a:pt x="1890" y="5031"/>
                    <a:pt x="1890" y="5031"/>
                  </a:cubicBezTo>
                  <a:cubicBezTo>
                    <a:pt x="1768" y="5031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67"/>
                  </a:cubicBezTo>
                  <a:cubicBezTo>
                    <a:pt x="1833" y="4950"/>
                    <a:pt x="1898" y="4910"/>
                    <a:pt x="1954" y="4910"/>
                  </a:cubicBezTo>
                  <a:cubicBezTo>
                    <a:pt x="1954" y="4910"/>
                    <a:pt x="1954" y="4902"/>
                    <a:pt x="1954" y="4894"/>
                  </a:cubicBezTo>
                  <a:cubicBezTo>
                    <a:pt x="1898" y="4886"/>
                    <a:pt x="1898" y="4877"/>
                    <a:pt x="1898" y="4869"/>
                  </a:cubicBezTo>
                  <a:cubicBezTo>
                    <a:pt x="1898" y="4851"/>
                    <a:pt x="1898" y="4842"/>
                    <a:pt x="1874" y="4842"/>
                  </a:cubicBezTo>
                  <a:cubicBezTo>
                    <a:pt x="1866" y="4842"/>
                    <a:pt x="1855" y="4843"/>
                    <a:pt x="1841" y="4845"/>
                  </a:cubicBezTo>
                  <a:cubicBezTo>
                    <a:pt x="1800" y="4845"/>
                    <a:pt x="1760" y="4845"/>
                    <a:pt x="1719" y="4837"/>
                  </a:cubicBezTo>
                  <a:lnTo>
                    <a:pt x="1776" y="4837"/>
                  </a:lnTo>
                  <a:cubicBezTo>
                    <a:pt x="1841" y="4837"/>
                    <a:pt x="1841" y="4813"/>
                    <a:pt x="1841" y="4788"/>
                  </a:cubicBezTo>
                  <a:cubicBezTo>
                    <a:pt x="1849" y="4748"/>
                    <a:pt x="1849" y="4740"/>
                    <a:pt x="1906" y="4731"/>
                  </a:cubicBezTo>
                  <a:lnTo>
                    <a:pt x="1849" y="4723"/>
                  </a:lnTo>
                  <a:cubicBezTo>
                    <a:pt x="1784" y="4715"/>
                    <a:pt x="1784" y="4707"/>
                    <a:pt x="1849" y="4707"/>
                  </a:cubicBezTo>
                  <a:cubicBezTo>
                    <a:pt x="1906" y="4699"/>
                    <a:pt x="1914" y="4667"/>
                    <a:pt x="1849" y="4659"/>
                  </a:cubicBezTo>
                  <a:cubicBezTo>
                    <a:pt x="1849" y="4650"/>
                    <a:pt x="1849" y="4642"/>
                    <a:pt x="1849" y="4642"/>
                  </a:cubicBezTo>
                  <a:cubicBezTo>
                    <a:pt x="1971" y="4634"/>
                    <a:pt x="1971" y="4610"/>
                    <a:pt x="1857" y="4602"/>
                  </a:cubicBezTo>
                  <a:cubicBezTo>
                    <a:pt x="1914" y="4602"/>
                    <a:pt x="1914" y="4602"/>
                    <a:pt x="1914" y="4594"/>
                  </a:cubicBezTo>
                  <a:cubicBezTo>
                    <a:pt x="1857" y="4577"/>
                    <a:pt x="1857" y="4545"/>
                    <a:pt x="1914" y="4545"/>
                  </a:cubicBezTo>
                  <a:lnTo>
                    <a:pt x="1914" y="4537"/>
                  </a:lnTo>
                  <a:cubicBezTo>
                    <a:pt x="1857" y="4529"/>
                    <a:pt x="1857" y="4529"/>
                    <a:pt x="1857" y="4521"/>
                  </a:cubicBezTo>
                  <a:cubicBezTo>
                    <a:pt x="1857" y="4513"/>
                    <a:pt x="1857" y="4504"/>
                    <a:pt x="1800" y="4496"/>
                  </a:cubicBezTo>
                  <a:cubicBezTo>
                    <a:pt x="1744" y="4488"/>
                    <a:pt x="1744" y="4480"/>
                    <a:pt x="1744" y="4480"/>
                  </a:cubicBezTo>
                  <a:cubicBezTo>
                    <a:pt x="1784" y="4480"/>
                    <a:pt x="1825" y="4480"/>
                    <a:pt x="1857" y="4488"/>
                  </a:cubicBezTo>
                  <a:cubicBezTo>
                    <a:pt x="1872" y="4492"/>
                    <a:pt x="1884" y="4494"/>
                    <a:pt x="1891" y="4494"/>
                  </a:cubicBezTo>
                  <a:cubicBezTo>
                    <a:pt x="1915" y="4494"/>
                    <a:pt x="1894" y="4476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3" y="4460"/>
                    <a:pt x="1863" y="4462"/>
                    <a:pt x="1878" y="4462"/>
                  </a:cubicBezTo>
                  <a:cubicBezTo>
                    <a:pt x="1894" y="4462"/>
                    <a:pt x="1894" y="4460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1"/>
                    <a:pt x="1809" y="4423"/>
                    <a:pt x="1809" y="4415"/>
                  </a:cubicBezTo>
                  <a:cubicBezTo>
                    <a:pt x="1865" y="4399"/>
                    <a:pt x="1865" y="4391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0"/>
                    <a:pt x="1809" y="4342"/>
                  </a:cubicBezTo>
                  <a:cubicBezTo>
                    <a:pt x="1930" y="4342"/>
                    <a:pt x="1930" y="4334"/>
                    <a:pt x="1873" y="4334"/>
                  </a:cubicBezTo>
                  <a:cubicBezTo>
                    <a:pt x="1809" y="4326"/>
                    <a:pt x="1809" y="4326"/>
                    <a:pt x="1809" y="4326"/>
                  </a:cubicBezTo>
                  <a:cubicBezTo>
                    <a:pt x="1873" y="4326"/>
                    <a:pt x="1873" y="4253"/>
                    <a:pt x="1882" y="4188"/>
                  </a:cubicBezTo>
                  <a:cubicBezTo>
                    <a:pt x="1853" y="4183"/>
                    <a:pt x="1824" y="4177"/>
                    <a:pt x="1796" y="4177"/>
                  </a:cubicBezTo>
                  <a:cubicBezTo>
                    <a:pt x="1784" y="4177"/>
                    <a:pt x="1772" y="4178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5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0"/>
                    <a:pt x="1825" y="4140"/>
                    <a:pt x="1760" y="4131"/>
                  </a:cubicBezTo>
                  <a:cubicBezTo>
                    <a:pt x="1703" y="4131"/>
                    <a:pt x="1703" y="4123"/>
                    <a:pt x="1760" y="4123"/>
                  </a:cubicBezTo>
                  <a:cubicBezTo>
                    <a:pt x="1825" y="4115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75"/>
                  </a:cubicBezTo>
                  <a:cubicBezTo>
                    <a:pt x="1734" y="4057"/>
                    <a:pt x="1715" y="4047"/>
                    <a:pt x="1760" y="4047"/>
                  </a:cubicBezTo>
                  <a:cubicBezTo>
                    <a:pt x="1775" y="4047"/>
                    <a:pt x="1796" y="4048"/>
                    <a:pt x="1825" y="4050"/>
                  </a:cubicBezTo>
                  <a:cubicBezTo>
                    <a:pt x="1838" y="4051"/>
                    <a:pt x="1849" y="4052"/>
                    <a:pt x="1858" y="4052"/>
                  </a:cubicBezTo>
                  <a:cubicBezTo>
                    <a:pt x="1933" y="4052"/>
                    <a:pt x="1876" y="4025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cubicBezTo>
                    <a:pt x="1768" y="4010"/>
                    <a:pt x="1768" y="4002"/>
                    <a:pt x="1768" y="4002"/>
                  </a:cubicBezTo>
                  <a:cubicBezTo>
                    <a:pt x="1768" y="3994"/>
                    <a:pt x="1768" y="3986"/>
                    <a:pt x="1833" y="3986"/>
                  </a:cubicBezTo>
                  <a:cubicBezTo>
                    <a:pt x="1833" y="3986"/>
                    <a:pt x="1833" y="3977"/>
                    <a:pt x="1776" y="3969"/>
                  </a:cubicBezTo>
                  <a:cubicBezTo>
                    <a:pt x="1654" y="3953"/>
                    <a:pt x="1711" y="3929"/>
                    <a:pt x="1833" y="3921"/>
                  </a:cubicBezTo>
                  <a:lnTo>
                    <a:pt x="1776" y="3904"/>
                  </a:lnTo>
                  <a:cubicBezTo>
                    <a:pt x="1654" y="3904"/>
                    <a:pt x="1598" y="3896"/>
                    <a:pt x="1719" y="3896"/>
                  </a:cubicBezTo>
                  <a:lnTo>
                    <a:pt x="1776" y="3896"/>
                  </a:lnTo>
                  <a:cubicBezTo>
                    <a:pt x="1654" y="3888"/>
                    <a:pt x="1719" y="3856"/>
                    <a:pt x="1841" y="3856"/>
                  </a:cubicBezTo>
                  <a:cubicBezTo>
                    <a:pt x="1898" y="3856"/>
                    <a:pt x="1898" y="3856"/>
                    <a:pt x="1898" y="3848"/>
                  </a:cubicBezTo>
                  <a:lnTo>
                    <a:pt x="1841" y="3848"/>
                  </a:lnTo>
                  <a:cubicBezTo>
                    <a:pt x="1829" y="3850"/>
                    <a:pt x="1817" y="3851"/>
                    <a:pt x="1805" y="3851"/>
                  </a:cubicBezTo>
                  <a:cubicBezTo>
                    <a:pt x="1777" y="3851"/>
                    <a:pt x="1748" y="3845"/>
                    <a:pt x="1719" y="3840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3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1"/>
                    <a:pt x="1906" y="3783"/>
                    <a:pt x="1906" y="3767"/>
                  </a:cubicBezTo>
                  <a:cubicBezTo>
                    <a:pt x="1841" y="3767"/>
                    <a:pt x="1849" y="3750"/>
                    <a:pt x="1906" y="3750"/>
                  </a:cubicBezTo>
                  <a:cubicBezTo>
                    <a:pt x="1906" y="3750"/>
                    <a:pt x="1906" y="3734"/>
                    <a:pt x="1849" y="3726"/>
                  </a:cubicBezTo>
                  <a:cubicBezTo>
                    <a:pt x="1849" y="3710"/>
                    <a:pt x="1849" y="3702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7"/>
                    <a:pt x="1849" y="3669"/>
                    <a:pt x="1849" y="3669"/>
                  </a:cubicBezTo>
                  <a:cubicBezTo>
                    <a:pt x="1792" y="3669"/>
                    <a:pt x="1792" y="3669"/>
                    <a:pt x="1792" y="3661"/>
                  </a:cubicBezTo>
                  <a:cubicBezTo>
                    <a:pt x="1792" y="3653"/>
                    <a:pt x="1849" y="3629"/>
                    <a:pt x="1849" y="3629"/>
                  </a:cubicBezTo>
                  <a:cubicBezTo>
                    <a:pt x="1854" y="3613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4"/>
                  </a:cubicBezTo>
                  <a:cubicBezTo>
                    <a:pt x="1792" y="3596"/>
                    <a:pt x="1857" y="3572"/>
                    <a:pt x="1857" y="3556"/>
                  </a:cubicBezTo>
                  <a:cubicBezTo>
                    <a:pt x="1857" y="3523"/>
                    <a:pt x="1857" y="3523"/>
                    <a:pt x="1800" y="3523"/>
                  </a:cubicBezTo>
                  <a:cubicBezTo>
                    <a:pt x="1765" y="3526"/>
                    <a:pt x="1740" y="3527"/>
                    <a:pt x="1725" y="3527"/>
                  </a:cubicBezTo>
                  <a:cubicBezTo>
                    <a:pt x="1689" y="3527"/>
                    <a:pt x="1714" y="3521"/>
                    <a:pt x="1800" y="3515"/>
                  </a:cubicBezTo>
                  <a:cubicBezTo>
                    <a:pt x="1922" y="3499"/>
                    <a:pt x="1922" y="3491"/>
                    <a:pt x="1857" y="3491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cubicBezTo>
                    <a:pt x="1800" y="3450"/>
                    <a:pt x="1800" y="3450"/>
                    <a:pt x="1865" y="3450"/>
                  </a:cubicBezTo>
                  <a:cubicBezTo>
                    <a:pt x="1865" y="3450"/>
                    <a:pt x="1865" y="3442"/>
                    <a:pt x="1865" y="3434"/>
                  </a:cubicBezTo>
                  <a:cubicBezTo>
                    <a:pt x="1744" y="3418"/>
                    <a:pt x="1809" y="3377"/>
                    <a:pt x="1865" y="3369"/>
                  </a:cubicBezTo>
                  <a:cubicBezTo>
                    <a:pt x="1865" y="3369"/>
                    <a:pt x="1865" y="3361"/>
                    <a:pt x="1809" y="3353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7" y="3330"/>
                    <a:pt x="1752" y="3295"/>
                    <a:pt x="1843" y="3295"/>
                  </a:cubicBezTo>
                  <a:cubicBezTo>
                    <a:pt x="1852" y="3295"/>
                    <a:pt x="1862" y="3296"/>
                    <a:pt x="1873" y="3296"/>
                  </a:cubicBezTo>
                  <a:lnTo>
                    <a:pt x="1987" y="3296"/>
                  </a:lnTo>
                  <a:cubicBezTo>
                    <a:pt x="1930" y="3288"/>
                    <a:pt x="1930" y="3280"/>
                    <a:pt x="1930" y="3280"/>
                  </a:cubicBezTo>
                  <a:cubicBezTo>
                    <a:pt x="1873" y="3280"/>
                    <a:pt x="1873" y="3280"/>
                    <a:pt x="1873" y="3256"/>
                  </a:cubicBezTo>
                  <a:cubicBezTo>
                    <a:pt x="1873" y="3240"/>
                    <a:pt x="1817" y="3215"/>
                    <a:pt x="1817" y="3199"/>
                  </a:cubicBezTo>
                  <a:cubicBezTo>
                    <a:pt x="1817" y="3183"/>
                    <a:pt x="1817" y="3159"/>
                    <a:pt x="1882" y="3150"/>
                  </a:cubicBezTo>
                  <a:cubicBezTo>
                    <a:pt x="1882" y="3142"/>
                    <a:pt x="1882" y="3142"/>
                    <a:pt x="1825" y="3126"/>
                  </a:cubicBezTo>
                  <a:cubicBezTo>
                    <a:pt x="1760" y="3118"/>
                    <a:pt x="1760" y="3102"/>
                    <a:pt x="1825" y="3102"/>
                  </a:cubicBezTo>
                  <a:lnTo>
                    <a:pt x="1825" y="3094"/>
                  </a:lnTo>
                  <a:cubicBezTo>
                    <a:pt x="1768" y="3077"/>
                    <a:pt x="1768" y="3077"/>
                    <a:pt x="1768" y="3077"/>
                  </a:cubicBezTo>
                  <a:cubicBezTo>
                    <a:pt x="1825" y="3077"/>
                    <a:pt x="1882" y="3069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1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53"/>
                    <a:pt x="1784" y="2737"/>
                    <a:pt x="1784" y="2737"/>
                  </a:cubicBezTo>
                  <a:cubicBezTo>
                    <a:pt x="1906" y="2737"/>
                    <a:pt x="1849" y="2705"/>
                    <a:pt x="1792" y="2680"/>
                  </a:cubicBezTo>
                  <a:cubicBezTo>
                    <a:pt x="1727" y="2672"/>
                    <a:pt x="1727" y="2664"/>
                    <a:pt x="1727" y="2656"/>
                  </a:cubicBezTo>
                  <a:cubicBezTo>
                    <a:pt x="1849" y="2656"/>
                    <a:pt x="1849" y="2640"/>
                    <a:pt x="1792" y="2623"/>
                  </a:cubicBezTo>
                  <a:cubicBezTo>
                    <a:pt x="1671" y="2615"/>
                    <a:pt x="1671" y="2607"/>
                    <a:pt x="1792" y="2607"/>
                  </a:cubicBezTo>
                  <a:cubicBezTo>
                    <a:pt x="1914" y="2607"/>
                    <a:pt x="1914" y="2591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0"/>
                    <a:pt x="1800" y="2550"/>
                  </a:cubicBezTo>
                  <a:cubicBezTo>
                    <a:pt x="1679" y="2542"/>
                    <a:pt x="1679" y="2534"/>
                    <a:pt x="1800" y="2526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79" y="2469"/>
                    <a:pt x="1800" y="2461"/>
                  </a:cubicBezTo>
                  <a:cubicBezTo>
                    <a:pt x="1800" y="2453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23"/>
                  </a:cubicBezTo>
                  <a:cubicBezTo>
                    <a:pt x="1873" y="2258"/>
                    <a:pt x="1873" y="2240"/>
                    <a:pt x="1843" y="2240"/>
                  </a:cubicBezTo>
                  <a:cubicBezTo>
                    <a:pt x="1836" y="2240"/>
                    <a:pt x="1827" y="2241"/>
                    <a:pt x="1817" y="2242"/>
                  </a:cubicBezTo>
                  <a:cubicBezTo>
                    <a:pt x="1695" y="2242"/>
                    <a:pt x="1695" y="2234"/>
                    <a:pt x="1817" y="2226"/>
                  </a:cubicBezTo>
                  <a:cubicBezTo>
                    <a:pt x="1817" y="2218"/>
                    <a:pt x="1882" y="2202"/>
                    <a:pt x="1882" y="2186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6"/>
                    <a:pt x="1890" y="2072"/>
                  </a:cubicBezTo>
                  <a:cubicBezTo>
                    <a:pt x="1890" y="2056"/>
                    <a:pt x="1890" y="2048"/>
                    <a:pt x="1825" y="2040"/>
                  </a:cubicBezTo>
                  <a:cubicBezTo>
                    <a:pt x="1768" y="2023"/>
                    <a:pt x="1768" y="2023"/>
                    <a:pt x="1833" y="2015"/>
                  </a:cubicBezTo>
                  <a:cubicBezTo>
                    <a:pt x="1890" y="2015"/>
                    <a:pt x="1954" y="1967"/>
                    <a:pt x="1833" y="1967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1" y="1942"/>
                    <a:pt x="1898" y="1934"/>
                  </a:cubicBezTo>
                  <a:cubicBezTo>
                    <a:pt x="2011" y="1934"/>
                    <a:pt x="2011" y="1926"/>
                    <a:pt x="1954" y="1926"/>
                  </a:cubicBezTo>
                  <a:cubicBezTo>
                    <a:pt x="1898" y="1918"/>
                    <a:pt x="1833" y="1910"/>
                    <a:pt x="1898" y="1902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2"/>
                    <a:pt x="1841" y="1877"/>
                    <a:pt x="1841" y="1869"/>
                  </a:cubicBezTo>
                  <a:cubicBezTo>
                    <a:pt x="1873" y="1853"/>
                    <a:pt x="1922" y="1845"/>
                    <a:pt x="1963" y="1845"/>
                  </a:cubicBezTo>
                  <a:cubicBezTo>
                    <a:pt x="2003" y="1839"/>
                    <a:pt x="2014" y="1834"/>
                    <a:pt x="1975" y="1834"/>
                  </a:cubicBezTo>
                  <a:cubicBezTo>
                    <a:pt x="1959" y="1834"/>
                    <a:pt x="1933" y="1835"/>
                    <a:pt x="1898" y="1837"/>
                  </a:cubicBezTo>
                  <a:cubicBezTo>
                    <a:pt x="1784" y="1837"/>
                    <a:pt x="1784" y="1837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6"/>
                  </a:cubicBezTo>
                  <a:cubicBezTo>
                    <a:pt x="1906" y="1772"/>
                    <a:pt x="1727" y="1756"/>
                    <a:pt x="1606" y="1748"/>
                  </a:cubicBezTo>
                  <a:cubicBezTo>
                    <a:pt x="1484" y="1748"/>
                    <a:pt x="1484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627" y="1724"/>
                    <a:pt x="1642" y="1720"/>
                    <a:pt x="1656" y="1720"/>
                  </a:cubicBezTo>
                  <a:cubicBezTo>
                    <a:pt x="1664" y="1720"/>
                    <a:pt x="1671" y="1721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24"/>
                    <a:pt x="1792" y="1715"/>
                  </a:cubicBezTo>
                  <a:cubicBezTo>
                    <a:pt x="1727" y="1707"/>
                    <a:pt x="1727" y="1707"/>
                    <a:pt x="1792" y="1699"/>
                  </a:cubicBezTo>
                  <a:cubicBezTo>
                    <a:pt x="1849" y="1691"/>
                    <a:pt x="1906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1"/>
                    <a:pt x="1914" y="1642"/>
                    <a:pt x="1849" y="1642"/>
                  </a:cubicBezTo>
                  <a:cubicBezTo>
                    <a:pt x="1792" y="1642"/>
                    <a:pt x="1792" y="1634"/>
                    <a:pt x="1792" y="1626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78"/>
                    <a:pt x="1557" y="1578"/>
                    <a:pt x="1679" y="1569"/>
                  </a:cubicBezTo>
                  <a:cubicBezTo>
                    <a:pt x="1736" y="1569"/>
                    <a:pt x="1736" y="1561"/>
                    <a:pt x="1736" y="1553"/>
                  </a:cubicBezTo>
                  <a:cubicBezTo>
                    <a:pt x="1736" y="1553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36" y="1537"/>
                  </a:cubicBezTo>
                  <a:lnTo>
                    <a:pt x="1622" y="1537"/>
                  </a:lnTo>
                  <a:cubicBezTo>
                    <a:pt x="1679" y="1521"/>
                    <a:pt x="1744" y="1521"/>
                    <a:pt x="1800" y="1521"/>
                  </a:cubicBezTo>
                  <a:cubicBezTo>
                    <a:pt x="1922" y="1513"/>
                    <a:pt x="1922" y="1513"/>
                    <a:pt x="1800" y="1513"/>
                  </a:cubicBezTo>
                  <a:cubicBezTo>
                    <a:pt x="1744" y="1513"/>
                    <a:pt x="1679" y="1505"/>
                    <a:pt x="1744" y="1488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0" y="1448"/>
                    <a:pt x="1800" y="1448"/>
                  </a:cubicBezTo>
                  <a:cubicBezTo>
                    <a:pt x="1744" y="1440"/>
                    <a:pt x="1744" y="1432"/>
                    <a:pt x="1809" y="1415"/>
                  </a:cubicBezTo>
                  <a:cubicBezTo>
                    <a:pt x="1930" y="1375"/>
                    <a:pt x="1930" y="1375"/>
                    <a:pt x="1809" y="1375"/>
                  </a:cubicBezTo>
                  <a:cubicBezTo>
                    <a:pt x="1752" y="1375"/>
                    <a:pt x="1687" y="1375"/>
                    <a:pt x="1809" y="1367"/>
                  </a:cubicBezTo>
                  <a:cubicBezTo>
                    <a:pt x="1865" y="1359"/>
                    <a:pt x="1809" y="1351"/>
                    <a:pt x="1752" y="1342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92" y="1302"/>
                    <a:pt x="1533" y="1302"/>
                    <a:pt x="1573" y="1302"/>
                  </a:cubicBezTo>
                  <a:cubicBezTo>
                    <a:pt x="1630" y="1302"/>
                    <a:pt x="1630" y="1310"/>
                    <a:pt x="1630" y="1310"/>
                  </a:cubicBezTo>
                  <a:lnTo>
                    <a:pt x="1630" y="1318"/>
                  </a:lnTo>
                  <a:cubicBezTo>
                    <a:pt x="1695" y="1318"/>
                    <a:pt x="1752" y="1318"/>
                    <a:pt x="1752" y="1302"/>
                  </a:cubicBezTo>
                  <a:cubicBezTo>
                    <a:pt x="1817" y="1294"/>
                    <a:pt x="1817" y="1286"/>
                    <a:pt x="1752" y="1286"/>
                  </a:cubicBezTo>
                  <a:cubicBezTo>
                    <a:pt x="1817" y="1278"/>
                    <a:pt x="1817" y="1269"/>
                    <a:pt x="1817" y="1253"/>
                  </a:cubicBezTo>
                  <a:cubicBezTo>
                    <a:pt x="1817" y="1237"/>
                    <a:pt x="1817" y="1213"/>
                    <a:pt x="1882" y="1213"/>
                  </a:cubicBezTo>
                  <a:cubicBezTo>
                    <a:pt x="1882" y="1197"/>
                    <a:pt x="1882" y="1188"/>
                    <a:pt x="1817" y="1188"/>
                  </a:cubicBezTo>
                  <a:cubicBezTo>
                    <a:pt x="1703" y="1188"/>
                    <a:pt x="1703" y="1180"/>
                    <a:pt x="1760" y="1180"/>
                  </a:cubicBezTo>
                  <a:cubicBezTo>
                    <a:pt x="1882" y="1172"/>
                    <a:pt x="1946" y="1075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2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69"/>
                  </a:cubicBezTo>
                  <a:cubicBezTo>
                    <a:pt x="1898" y="953"/>
                    <a:pt x="1898" y="945"/>
                    <a:pt x="1833" y="937"/>
                  </a:cubicBezTo>
                  <a:cubicBezTo>
                    <a:pt x="1776" y="937"/>
                    <a:pt x="1719" y="929"/>
                    <a:pt x="1776" y="929"/>
                  </a:cubicBezTo>
                  <a:cubicBezTo>
                    <a:pt x="1833" y="929"/>
                    <a:pt x="1833" y="921"/>
                    <a:pt x="1841" y="888"/>
                  </a:cubicBezTo>
                  <a:cubicBezTo>
                    <a:pt x="1841" y="864"/>
                    <a:pt x="1841" y="864"/>
                    <a:pt x="1776" y="864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15"/>
                    <a:pt x="1663" y="799"/>
                    <a:pt x="1727" y="799"/>
                  </a:cubicBezTo>
                  <a:cubicBezTo>
                    <a:pt x="1784" y="799"/>
                    <a:pt x="1784" y="807"/>
                    <a:pt x="1784" y="815"/>
                  </a:cubicBezTo>
                  <a:lnTo>
                    <a:pt x="1906" y="815"/>
                  </a:lnTo>
                  <a:cubicBezTo>
                    <a:pt x="1906" y="807"/>
                    <a:pt x="1906" y="807"/>
                    <a:pt x="1841" y="799"/>
                  </a:cubicBezTo>
                  <a:cubicBezTo>
                    <a:pt x="1841" y="799"/>
                    <a:pt x="1841" y="791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49" y="791"/>
                    <a:pt x="1549" y="791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68" y="783"/>
                    <a:pt x="1809" y="783"/>
                    <a:pt x="1849" y="783"/>
                  </a:cubicBezTo>
                  <a:cubicBezTo>
                    <a:pt x="1906" y="783"/>
                    <a:pt x="1784" y="742"/>
                    <a:pt x="1671" y="734"/>
                  </a:cubicBezTo>
                  <a:lnTo>
                    <a:pt x="1727" y="734"/>
                  </a:lnTo>
                  <a:cubicBezTo>
                    <a:pt x="1784" y="734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27" y="686"/>
                  </a:cubicBezTo>
                  <a:cubicBezTo>
                    <a:pt x="1718" y="688"/>
                    <a:pt x="1708" y="689"/>
                    <a:pt x="1697" y="689"/>
                  </a:cubicBezTo>
                  <a:cubicBezTo>
                    <a:pt x="1671" y="689"/>
                    <a:pt x="1643" y="683"/>
                    <a:pt x="1614" y="678"/>
                  </a:cubicBezTo>
                  <a:cubicBezTo>
                    <a:pt x="1585" y="683"/>
                    <a:pt x="1557" y="689"/>
                    <a:pt x="1528" y="689"/>
                  </a:cubicBezTo>
                  <a:cubicBezTo>
                    <a:pt x="1516" y="689"/>
                    <a:pt x="1504" y="688"/>
                    <a:pt x="1492" y="686"/>
                  </a:cubicBezTo>
                  <a:cubicBezTo>
                    <a:pt x="1533" y="678"/>
                    <a:pt x="1573" y="670"/>
                    <a:pt x="1614" y="661"/>
                  </a:cubicBezTo>
                  <a:cubicBezTo>
                    <a:pt x="1736" y="653"/>
                    <a:pt x="1792" y="637"/>
                    <a:pt x="1792" y="605"/>
                  </a:cubicBezTo>
                  <a:cubicBezTo>
                    <a:pt x="1800" y="588"/>
                    <a:pt x="1800" y="572"/>
                    <a:pt x="1857" y="564"/>
                  </a:cubicBezTo>
                  <a:cubicBezTo>
                    <a:pt x="1857" y="548"/>
                    <a:pt x="1857" y="540"/>
                    <a:pt x="1800" y="540"/>
                  </a:cubicBezTo>
                  <a:lnTo>
                    <a:pt x="1800" y="524"/>
                  </a:lnTo>
                  <a:cubicBezTo>
                    <a:pt x="1857" y="515"/>
                    <a:pt x="1865" y="507"/>
                    <a:pt x="1800" y="507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872" y="474"/>
                    <a:pt x="1901" y="470"/>
                    <a:pt x="1878" y="470"/>
                  </a:cubicBezTo>
                  <a:cubicBezTo>
                    <a:pt x="1861" y="470"/>
                    <a:pt x="1818" y="472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15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cubicBezTo>
                    <a:pt x="1444" y="475"/>
                    <a:pt x="1387" y="475"/>
                    <a:pt x="1387" y="467"/>
                  </a:cubicBezTo>
                  <a:lnTo>
                    <a:pt x="1509" y="467"/>
                  </a:lnTo>
                  <a:cubicBezTo>
                    <a:pt x="1565" y="475"/>
                    <a:pt x="1622" y="475"/>
                    <a:pt x="1687" y="475"/>
                  </a:cubicBezTo>
                  <a:cubicBezTo>
                    <a:pt x="1809" y="467"/>
                    <a:pt x="1865" y="451"/>
                    <a:pt x="1744" y="442"/>
                  </a:cubicBezTo>
                  <a:cubicBezTo>
                    <a:pt x="1744" y="442"/>
                    <a:pt x="1744" y="442"/>
                    <a:pt x="1809" y="434"/>
                  </a:cubicBezTo>
                  <a:cubicBezTo>
                    <a:pt x="1865" y="434"/>
                    <a:pt x="1865" y="426"/>
                    <a:pt x="1752" y="418"/>
                  </a:cubicBezTo>
                  <a:cubicBezTo>
                    <a:pt x="1630" y="410"/>
                    <a:pt x="1630" y="402"/>
                    <a:pt x="1752" y="394"/>
                  </a:cubicBezTo>
                  <a:cubicBezTo>
                    <a:pt x="1873" y="378"/>
                    <a:pt x="1873" y="353"/>
                    <a:pt x="1809" y="353"/>
                  </a:cubicBezTo>
                  <a:cubicBezTo>
                    <a:pt x="1695" y="353"/>
                    <a:pt x="1695" y="329"/>
                    <a:pt x="1752" y="321"/>
                  </a:cubicBezTo>
                  <a:cubicBezTo>
                    <a:pt x="1817" y="313"/>
                    <a:pt x="1817" y="305"/>
                    <a:pt x="1752" y="305"/>
                  </a:cubicBezTo>
                  <a:cubicBezTo>
                    <a:pt x="1817" y="305"/>
                    <a:pt x="1873" y="297"/>
                    <a:pt x="1817" y="288"/>
                  </a:cubicBezTo>
                  <a:cubicBezTo>
                    <a:pt x="1817" y="288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8"/>
                  </a:cubicBezTo>
                  <a:lnTo>
                    <a:pt x="1638" y="272"/>
                  </a:lnTo>
                  <a:cubicBezTo>
                    <a:pt x="1598" y="280"/>
                    <a:pt x="1557" y="280"/>
                    <a:pt x="1517" y="280"/>
                  </a:cubicBezTo>
                  <a:cubicBezTo>
                    <a:pt x="1460" y="280"/>
                    <a:pt x="1517" y="248"/>
                    <a:pt x="1703" y="240"/>
                  </a:cubicBezTo>
                  <a:lnTo>
                    <a:pt x="1817" y="224"/>
                  </a:lnTo>
                  <a:lnTo>
                    <a:pt x="1703" y="224"/>
                  </a:lnTo>
                  <a:cubicBezTo>
                    <a:pt x="1703" y="215"/>
                    <a:pt x="1703" y="207"/>
                    <a:pt x="1760" y="207"/>
                  </a:cubicBezTo>
                  <a:cubicBezTo>
                    <a:pt x="1825" y="207"/>
                    <a:pt x="1825" y="207"/>
                    <a:pt x="1825" y="199"/>
                  </a:cubicBezTo>
                  <a:cubicBezTo>
                    <a:pt x="1825" y="199"/>
                    <a:pt x="1825" y="191"/>
                    <a:pt x="1760" y="191"/>
                  </a:cubicBezTo>
                  <a:cubicBezTo>
                    <a:pt x="1646" y="191"/>
                    <a:pt x="1646" y="191"/>
                    <a:pt x="1703" y="183"/>
                  </a:cubicBezTo>
                  <a:cubicBezTo>
                    <a:pt x="1825" y="175"/>
                    <a:pt x="1825" y="167"/>
                    <a:pt x="1703" y="167"/>
                  </a:cubicBezTo>
                  <a:cubicBezTo>
                    <a:pt x="1582" y="167"/>
                    <a:pt x="1582" y="167"/>
                    <a:pt x="1703" y="159"/>
                  </a:cubicBezTo>
                  <a:cubicBezTo>
                    <a:pt x="1744" y="159"/>
                    <a:pt x="1784" y="159"/>
                    <a:pt x="1825" y="142"/>
                  </a:cubicBezTo>
                  <a:lnTo>
                    <a:pt x="1768" y="142"/>
                  </a:lnTo>
                  <a:cubicBezTo>
                    <a:pt x="1646" y="142"/>
                    <a:pt x="1646" y="134"/>
                    <a:pt x="1703" y="126"/>
                  </a:cubicBezTo>
                  <a:cubicBezTo>
                    <a:pt x="1768" y="126"/>
                    <a:pt x="1768" y="118"/>
                    <a:pt x="1711" y="102"/>
                  </a:cubicBezTo>
                  <a:cubicBezTo>
                    <a:pt x="1711" y="94"/>
                    <a:pt x="1711" y="86"/>
                    <a:pt x="1768" y="86"/>
                  </a:cubicBezTo>
                  <a:cubicBezTo>
                    <a:pt x="1890" y="86"/>
                    <a:pt x="1890" y="86"/>
                    <a:pt x="1768" y="78"/>
                  </a:cubicBezTo>
                  <a:cubicBezTo>
                    <a:pt x="1711" y="70"/>
                    <a:pt x="1711" y="70"/>
                    <a:pt x="1768" y="53"/>
                  </a:cubicBezTo>
                  <a:cubicBezTo>
                    <a:pt x="1833" y="45"/>
                    <a:pt x="1833" y="45"/>
                    <a:pt x="1768" y="37"/>
                  </a:cubicBezTo>
                  <a:cubicBezTo>
                    <a:pt x="1711" y="37"/>
                    <a:pt x="1646" y="37"/>
                    <a:pt x="1590" y="45"/>
                  </a:cubicBezTo>
                  <a:cubicBezTo>
                    <a:pt x="1590" y="53"/>
                    <a:pt x="1590" y="53"/>
                    <a:pt x="1533" y="53"/>
                  </a:cubicBezTo>
                  <a:lnTo>
                    <a:pt x="1533" y="37"/>
                  </a:lnTo>
                  <a:cubicBezTo>
                    <a:pt x="1533" y="29"/>
                    <a:pt x="1533" y="29"/>
                    <a:pt x="1476" y="13"/>
                  </a:cubicBezTo>
                  <a:cubicBezTo>
                    <a:pt x="1444" y="5"/>
                    <a:pt x="1399" y="1"/>
                    <a:pt x="1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2"/>
            <p:cNvSpPr/>
            <p:nvPr/>
          </p:nvSpPr>
          <p:spPr>
            <a:xfrm>
              <a:off x="4591384" y="2368769"/>
              <a:ext cx="37043" cy="62451"/>
            </a:xfrm>
            <a:custGeom>
              <a:avLst/>
              <a:gdLst/>
              <a:ahLst/>
              <a:cxnLst/>
              <a:rect l="l" t="t" r="r" b="b"/>
              <a:pathLst>
                <a:path w="2149" h="3623" extrusionOk="0">
                  <a:moveTo>
                    <a:pt x="519" y="63"/>
                  </a:moveTo>
                  <a:lnTo>
                    <a:pt x="519" y="71"/>
                  </a:lnTo>
                  <a:lnTo>
                    <a:pt x="633" y="71"/>
                  </a:lnTo>
                  <a:cubicBezTo>
                    <a:pt x="633" y="71"/>
                    <a:pt x="576" y="63"/>
                    <a:pt x="519" y="63"/>
                  </a:cubicBezTo>
                  <a:close/>
                  <a:moveTo>
                    <a:pt x="1468" y="71"/>
                  </a:moveTo>
                  <a:cubicBezTo>
                    <a:pt x="1533" y="71"/>
                    <a:pt x="1533" y="79"/>
                    <a:pt x="1533" y="79"/>
                  </a:cubicBezTo>
                  <a:cubicBezTo>
                    <a:pt x="1533" y="87"/>
                    <a:pt x="1533" y="87"/>
                    <a:pt x="1468" y="87"/>
                  </a:cubicBezTo>
                  <a:cubicBezTo>
                    <a:pt x="1451" y="87"/>
                    <a:pt x="1427" y="79"/>
                    <a:pt x="1411" y="79"/>
                  </a:cubicBezTo>
                  <a:lnTo>
                    <a:pt x="1468" y="71"/>
                  </a:lnTo>
                  <a:close/>
                  <a:moveTo>
                    <a:pt x="1509" y="122"/>
                  </a:moveTo>
                  <a:cubicBezTo>
                    <a:pt x="1524" y="122"/>
                    <a:pt x="1524" y="124"/>
                    <a:pt x="1524" y="128"/>
                  </a:cubicBezTo>
                  <a:cubicBezTo>
                    <a:pt x="1524" y="136"/>
                    <a:pt x="1524" y="136"/>
                    <a:pt x="1460" y="136"/>
                  </a:cubicBezTo>
                  <a:cubicBezTo>
                    <a:pt x="1503" y="136"/>
                    <a:pt x="1488" y="132"/>
                    <a:pt x="1457" y="132"/>
                  </a:cubicBezTo>
                  <a:cubicBezTo>
                    <a:pt x="1442" y="132"/>
                    <a:pt x="1422" y="133"/>
                    <a:pt x="1403" y="136"/>
                  </a:cubicBezTo>
                  <a:lnTo>
                    <a:pt x="1289" y="136"/>
                  </a:lnTo>
                  <a:cubicBezTo>
                    <a:pt x="1312" y="130"/>
                    <a:pt x="1339" y="124"/>
                    <a:pt x="1367" y="124"/>
                  </a:cubicBezTo>
                  <a:cubicBezTo>
                    <a:pt x="1379" y="124"/>
                    <a:pt x="1391" y="125"/>
                    <a:pt x="1403" y="128"/>
                  </a:cubicBezTo>
                  <a:cubicBezTo>
                    <a:pt x="1464" y="124"/>
                    <a:pt x="1494" y="122"/>
                    <a:pt x="1509" y="122"/>
                  </a:cubicBezTo>
                  <a:close/>
                  <a:moveTo>
                    <a:pt x="1824" y="136"/>
                  </a:moveTo>
                  <a:lnTo>
                    <a:pt x="1760" y="144"/>
                  </a:lnTo>
                  <a:lnTo>
                    <a:pt x="1824" y="144"/>
                  </a:lnTo>
                  <a:lnTo>
                    <a:pt x="1824" y="136"/>
                  </a:lnTo>
                  <a:close/>
                  <a:moveTo>
                    <a:pt x="1516" y="274"/>
                  </a:moveTo>
                  <a:cubicBezTo>
                    <a:pt x="1567" y="281"/>
                    <a:pt x="1618" y="282"/>
                    <a:pt x="1674" y="282"/>
                  </a:cubicBezTo>
                  <a:lnTo>
                    <a:pt x="1674" y="282"/>
                  </a:lnTo>
                  <a:cubicBezTo>
                    <a:pt x="1660" y="284"/>
                    <a:pt x="1645" y="287"/>
                    <a:pt x="1630" y="290"/>
                  </a:cubicBezTo>
                  <a:lnTo>
                    <a:pt x="1630" y="306"/>
                  </a:lnTo>
                  <a:lnTo>
                    <a:pt x="1573" y="290"/>
                  </a:lnTo>
                  <a:cubicBezTo>
                    <a:pt x="1544" y="284"/>
                    <a:pt x="1516" y="278"/>
                    <a:pt x="1487" y="278"/>
                  </a:cubicBezTo>
                  <a:cubicBezTo>
                    <a:pt x="1475" y="278"/>
                    <a:pt x="1463" y="279"/>
                    <a:pt x="1451" y="282"/>
                  </a:cubicBezTo>
                  <a:cubicBezTo>
                    <a:pt x="1435" y="282"/>
                    <a:pt x="1411" y="274"/>
                    <a:pt x="1395" y="274"/>
                  </a:cubicBezTo>
                  <a:close/>
                  <a:moveTo>
                    <a:pt x="1200" y="363"/>
                  </a:moveTo>
                  <a:cubicBezTo>
                    <a:pt x="1241" y="363"/>
                    <a:pt x="1281" y="363"/>
                    <a:pt x="1322" y="379"/>
                  </a:cubicBezTo>
                  <a:cubicBezTo>
                    <a:pt x="1281" y="379"/>
                    <a:pt x="1241" y="379"/>
                    <a:pt x="1200" y="371"/>
                  </a:cubicBezTo>
                  <a:lnTo>
                    <a:pt x="1200" y="363"/>
                  </a:lnTo>
                  <a:close/>
                  <a:moveTo>
                    <a:pt x="1135" y="387"/>
                  </a:moveTo>
                  <a:cubicBezTo>
                    <a:pt x="1078" y="387"/>
                    <a:pt x="1078" y="395"/>
                    <a:pt x="1078" y="403"/>
                  </a:cubicBezTo>
                  <a:cubicBezTo>
                    <a:pt x="1095" y="403"/>
                    <a:pt x="1119" y="412"/>
                    <a:pt x="1135" y="412"/>
                  </a:cubicBezTo>
                  <a:cubicBezTo>
                    <a:pt x="1200" y="412"/>
                    <a:pt x="1200" y="403"/>
                    <a:pt x="1200" y="403"/>
                  </a:cubicBezTo>
                  <a:cubicBezTo>
                    <a:pt x="1257" y="395"/>
                    <a:pt x="1200" y="387"/>
                    <a:pt x="1135" y="387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74"/>
                    <a:pt x="1597" y="582"/>
                  </a:cubicBezTo>
                  <a:lnTo>
                    <a:pt x="1541" y="582"/>
                  </a:lnTo>
                  <a:lnTo>
                    <a:pt x="1476" y="574"/>
                  </a:lnTo>
                  <a:close/>
                  <a:moveTo>
                    <a:pt x="1241" y="582"/>
                  </a:moveTo>
                  <a:lnTo>
                    <a:pt x="1354" y="590"/>
                  </a:lnTo>
                  <a:cubicBezTo>
                    <a:pt x="1533" y="598"/>
                    <a:pt x="1533" y="598"/>
                    <a:pt x="1419" y="598"/>
                  </a:cubicBezTo>
                  <a:cubicBezTo>
                    <a:pt x="1400" y="600"/>
                    <a:pt x="1382" y="601"/>
                    <a:pt x="1364" y="601"/>
                  </a:cubicBezTo>
                  <a:cubicBezTo>
                    <a:pt x="1320" y="601"/>
                    <a:pt x="1278" y="596"/>
                    <a:pt x="1233" y="590"/>
                  </a:cubicBezTo>
                  <a:cubicBezTo>
                    <a:pt x="1241" y="590"/>
                    <a:pt x="1241" y="582"/>
                    <a:pt x="1241" y="582"/>
                  </a:cubicBezTo>
                  <a:close/>
                  <a:moveTo>
                    <a:pt x="1233" y="630"/>
                  </a:moveTo>
                  <a:cubicBezTo>
                    <a:pt x="1340" y="630"/>
                    <a:pt x="1352" y="637"/>
                    <a:pt x="1233" y="638"/>
                  </a:cubicBezTo>
                  <a:lnTo>
                    <a:pt x="1233" y="638"/>
                  </a:lnTo>
                  <a:lnTo>
                    <a:pt x="1233" y="630"/>
                  </a:lnTo>
                  <a:close/>
                  <a:moveTo>
                    <a:pt x="1468" y="687"/>
                  </a:moveTo>
                  <a:cubicBezTo>
                    <a:pt x="1524" y="687"/>
                    <a:pt x="1589" y="687"/>
                    <a:pt x="1646" y="695"/>
                  </a:cubicBezTo>
                  <a:cubicBezTo>
                    <a:pt x="1674" y="699"/>
                    <a:pt x="1689" y="701"/>
                    <a:pt x="1680" y="701"/>
                  </a:cubicBezTo>
                  <a:cubicBezTo>
                    <a:pt x="1672" y="701"/>
                    <a:pt x="1642" y="699"/>
                    <a:pt x="1581" y="695"/>
                  </a:cubicBezTo>
                  <a:lnTo>
                    <a:pt x="1468" y="687"/>
                  </a:lnTo>
                  <a:close/>
                  <a:moveTo>
                    <a:pt x="1281" y="720"/>
                  </a:moveTo>
                  <a:cubicBezTo>
                    <a:pt x="1346" y="720"/>
                    <a:pt x="1403" y="728"/>
                    <a:pt x="1403" y="728"/>
                  </a:cubicBezTo>
                  <a:cubicBezTo>
                    <a:pt x="1389" y="730"/>
                    <a:pt x="1376" y="731"/>
                    <a:pt x="1362" y="731"/>
                  </a:cubicBezTo>
                  <a:cubicBezTo>
                    <a:pt x="1335" y="731"/>
                    <a:pt x="1308" y="728"/>
                    <a:pt x="1281" y="728"/>
                  </a:cubicBezTo>
                  <a:lnTo>
                    <a:pt x="1281" y="720"/>
                  </a:lnTo>
                  <a:close/>
                  <a:moveTo>
                    <a:pt x="1151" y="809"/>
                  </a:moveTo>
                  <a:cubicBezTo>
                    <a:pt x="1176" y="809"/>
                    <a:pt x="1192" y="809"/>
                    <a:pt x="1216" y="817"/>
                  </a:cubicBezTo>
                  <a:lnTo>
                    <a:pt x="1151" y="817"/>
                  </a:lnTo>
                  <a:cubicBezTo>
                    <a:pt x="1151" y="809"/>
                    <a:pt x="1095" y="809"/>
                    <a:pt x="1151" y="809"/>
                  </a:cubicBezTo>
                  <a:close/>
                  <a:moveTo>
                    <a:pt x="1451" y="841"/>
                  </a:moveTo>
                  <a:cubicBezTo>
                    <a:pt x="1492" y="841"/>
                    <a:pt x="1533" y="841"/>
                    <a:pt x="1573" y="849"/>
                  </a:cubicBezTo>
                  <a:cubicBezTo>
                    <a:pt x="1611" y="849"/>
                    <a:pt x="1595" y="853"/>
                    <a:pt x="1546" y="853"/>
                  </a:cubicBezTo>
                  <a:cubicBezTo>
                    <a:pt x="1522" y="853"/>
                    <a:pt x="1489" y="852"/>
                    <a:pt x="1451" y="849"/>
                  </a:cubicBezTo>
                  <a:lnTo>
                    <a:pt x="1451" y="841"/>
                  </a:lnTo>
                  <a:close/>
                  <a:moveTo>
                    <a:pt x="1565" y="882"/>
                  </a:moveTo>
                  <a:cubicBezTo>
                    <a:pt x="1565" y="890"/>
                    <a:pt x="1565" y="890"/>
                    <a:pt x="1508" y="890"/>
                  </a:cubicBezTo>
                  <a:lnTo>
                    <a:pt x="1508" y="882"/>
                  </a:lnTo>
                  <a:close/>
                  <a:moveTo>
                    <a:pt x="1743" y="922"/>
                  </a:moveTo>
                  <a:cubicBezTo>
                    <a:pt x="1678" y="922"/>
                    <a:pt x="1622" y="930"/>
                    <a:pt x="1622" y="930"/>
                  </a:cubicBezTo>
                  <a:cubicBezTo>
                    <a:pt x="1638" y="930"/>
                    <a:pt x="1662" y="939"/>
                    <a:pt x="1678" y="939"/>
                  </a:cubicBezTo>
                  <a:cubicBezTo>
                    <a:pt x="1703" y="939"/>
                    <a:pt x="1719" y="930"/>
                    <a:pt x="1743" y="930"/>
                  </a:cubicBezTo>
                  <a:lnTo>
                    <a:pt x="1743" y="922"/>
                  </a:lnTo>
                  <a:close/>
                  <a:moveTo>
                    <a:pt x="1378" y="955"/>
                  </a:moveTo>
                  <a:cubicBezTo>
                    <a:pt x="1378" y="963"/>
                    <a:pt x="1378" y="963"/>
                    <a:pt x="1314" y="963"/>
                  </a:cubicBezTo>
                  <a:lnTo>
                    <a:pt x="1257" y="963"/>
                  </a:lnTo>
                  <a:cubicBezTo>
                    <a:pt x="1281" y="955"/>
                    <a:pt x="1297" y="955"/>
                    <a:pt x="1322" y="955"/>
                  </a:cubicBezTo>
                  <a:close/>
                  <a:moveTo>
                    <a:pt x="57" y="1003"/>
                  </a:moveTo>
                  <a:cubicBezTo>
                    <a:pt x="0" y="1003"/>
                    <a:pt x="0" y="1012"/>
                    <a:pt x="114" y="1012"/>
                  </a:cubicBezTo>
                  <a:lnTo>
                    <a:pt x="179" y="1012"/>
                  </a:lnTo>
                  <a:cubicBezTo>
                    <a:pt x="179" y="1012"/>
                    <a:pt x="114" y="1003"/>
                    <a:pt x="57" y="1003"/>
                  </a:cubicBezTo>
                  <a:close/>
                  <a:moveTo>
                    <a:pt x="2142" y="997"/>
                  </a:moveTo>
                  <a:cubicBezTo>
                    <a:pt x="2135" y="997"/>
                    <a:pt x="2120" y="999"/>
                    <a:pt x="2092" y="1003"/>
                  </a:cubicBezTo>
                  <a:lnTo>
                    <a:pt x="2092" y="1012"/>
                  </a:lnTo>
                  <a:cubicBezTo>
                    <a:pt x="2149" y="1012"/>
                    <a:pt x="2149" y="1012"/>
                    <a:pt x="2149" y="1003"/>
                  </a:cubicBezTo>
                  <a:cubicBezTo>
                    <a:pt x="2149" y="999"/>
                    <a:pt x="2149" y="997"/>
                    <a:pt x="2142" y="997"/>
                  </a:cubicBezTo>
                  <a:close/>
                  <a:moveTo>
                    <a:pt x="1363" y="1030"/>
                  </a:moveTo>
                  <a:cubicBezTo>
                    <a:pt x="1370" y="1030"/>
                    <a:pt x="1370" y="1032"/>
                    <a:pt x="1370" y="1036"/>
                  </a:cubicBezTo>
                  <a:cubicBezTo>
                    <a:pt x="1346" y="1044"/>
                    <a:pt x="1330" y="1044"/>
                    <a:pt x="1306" y="1044"/>
                  </a:cubicBezTo>
                  <a:cubicBezTo>
                    <a:pt x="1249" y="1044"/>
                    <a:pt x="1314" y="1036"/>
                    <a:pt x="1314" y="1036"/>
                  </a:cubicBezTo>
                  <a:cubicBezTo>
                    <a:pt x="1342" y="1032"/>
                    <a:pt x="1356" y="1030"/>
                    <a:pt x="1363" y="1030"/>
                  </a:cubicBezTo>
                  <a:close/>
                  <a:moveTo>
                    <a:pt x="1484" y="1109"/>
                  </a:moveTo>
                  <a:cubicBezTo>
                    <a:pt x="1541" y="1109"/>
                    <a:pt x="1541" y="1109"/>
                    <a:pt x="1419" y="1117"/>
                  </a:cubicBezTo>
                  <a:cubicBezTo>
                    <a:pt x="1362" y="1117"/>
                    <a:pt x="1362" y="1117"/>
                    <a:pt x="1362" y="1109"/>
                  </a:cubicBezTo>
                  <a:close/>
                  <a:moveTo>
                    <a:pt x="1419" y="1133"/>
                  </a:moveTo>
                  <a:lnTo>
                    <a:pt x="1476" y="1141"/>
                  </a:lnTo>
                  <a:cubicBezTo>
                    <a:pt x="1462" y="1144"/>
                    <a:pt x="1450" y="1145"/>
                    <a:pt x="1437" y="1145"/>
                  </a:cubicBezTo>
                  <a:cubicBezTo>
                    <a:pt x="1413" y="1145"/>
                    <a:pt x="1389" y="1141"/>
                    <a:pt x="1362" y="1141"/>
                  </a:cubicBezTo>
                  <a:lnTo>
                    <a:pt x="1419" y="1133"/>
                  </a:lnTo>
                  <a:close/>
                  <a:moveTo>
                    <a:pt x="1273" y="1409"/>
                  </a:moveTo>
                  <a:lnTo>
                    <a:pt x="1330" y="1417"/>
                  </a:lnTo>
                  <a:cubicBezTo>
                    <a:pt x="1310" y="1421"/>
                    <a:pt x="1289" y="1423"/>
                    <a:pt x="1269" y="1423"/>
                  </a:cubicBezTo>
                  <a:cubicBezTo>
                    <a:pt x="1249" y="1423"/>
                    <a:pt x="1228" y="1421"/>
                    <a:pt x="1208" y="1417"/>
                  </a:cubicBezTo>
                  <a:lnTo>
                    <a:pt x="1273" y="1409"/>
                  </a:lnTo>
                  <a:close/>
                  <a:moveTo>
                    <a:pt x="1234" y="1519"/>
                  </a:moveTo>
                  <a:cubicBezTo>
                    <a:pt x="1274" y="1519"/>
                    <a:pt x="1341" y="1522"/>
                    <a:pt x="1378" y="1522"/>
                  </a:cubicBezTo>
                  <a:lnTo>
                    <a:pt x="1200" y="1522"/>
                  </a:lnTo>
                  <a:cubicBezTo>
                    <a:pt x="1200" y="1520"/>
                    <a:pt x="1214" y="1519"/>
                    <a:pt x="1234" y="1519"/>
                  </a:cubicBezTo>
                  <a:close/>
                  <a:moveTo>
                    <a:pt x="1670" y="1587"/>
                  </a:moveTo>
                  <a:cubicBezTo>
                    <a:pt x="1727" y="1587"/>
                    <a:pt x="1792" y="1595"/>
                    <a:pt x="1792" y="1595"/>
                  </a:cubicBezTo>
                  <a:lnTo>
                    <a:pt x="1670" y="1595"/>
                  </a:lnTo>
                  <a:lnTo>
                    <a:pt x="1670" y="1587"/>
                  </a:lnTo>
                  <a:close/>
                  <a:moveTo>
                    <a:pt x="1427" y="1644"/>
                  </a:moveTo>
                  <a:lnTo>
                    <a:pt x="1427" y="1652"/>
                  </a:lnTo>
                  <a:cubicBezTo>
                    <a:pt x="1387" y="1652"/>
                    <a:pt x="1346" y="1652"/>
                    <a:pt x="1306" y="1644"/>
                  </a:cubicBezTo>
                  <a:close/>
                  <a:moveTo>
                    <a:pt x="1362" y="1701"/>
                  </a:moveTo>
                  <a:cubicBezTo>
                    <a:pt x="1395" y="1705"/>
                    <a:pt x="1395" y="1707"/>
                    <a:pt x="1387" y="1707"/>
                  </a:cubicBezTo>
                  <a:cubicBezTo>
                    <a:pt x="1378" y="1707"/>
                    <a:pt x="1362" y="1705"/>
                    <a:pt x="1362" y="1701"/>
                  </a:cubicBezTo>
                  <a:close/>
                  <a:moveTo>
                    <a:pt x="1334" y="1938"/>
                  </a:moveTo>
                  <a:cubicBezTo>
                    <a:pt x="1354" y="1938"/>
                    <a:pt x="1374" y="1940"/>
                    <a:pt x="1395" y="1944"/>
                  </a:cubicBezTo>
                  <a:cubicBezTo>
                    <a:pt x="1395" y="1952"/>
                    <a:pt x="1395" y="1952"/>
                    <a:pt x="1330" y="1952"/>
                  </a:cubicBezTo>
                  <a:cubicBezTo>
                    <a:pt x="1273" y="1952"/>
                    <a:pt x="1273" y="1944"/>
                    <a:pt x="1273" y="1944"/>
                  </a:cubicBezTo>
                  <a:cubicBezTo>
                    <a:pt x="1293" y="1940"/>
                    <a:pt x="1314" y="1938"/>
                    <a:pt x="1334" y="1938"/>
                  </a:cubicBezTo>
                  <a:close/>
                  <a:moveTo>
                    <a:pt x="1314" y="2114"/>
                  </a:moveTo>
                  <a:cubicBezTo>
                    <a:pt x="1378" y="2114"/>
                    <a:pt x="1435" y="2122"/>
                    <a:pt x="1435" y="2122"/>
                  </a:cubicBezTo>
                  <a:cubicBezTo>
                    <a:pt x="1422" y="2125"/>
                    <a:pt x="1408" y="2126"/>
                    <a:pt x="1395" y="2126"/>
                  </a:cubicBezTo>
                  <a:cubicBezTo>
                    <a:pt x="1368" y="2126"/>
                    <a:pt x="1341" y="2122"/>
                    <a:pt x="1314" y="2122"/>
                  </a:cubicBezTo>
                  <a:lnTo>
                    <a:pt x="1314" y="2114"/>
                  </a:lnTo>
                  <a:close/>
                  <a:moveTo>
                    <a:pt x="1695" y="2471"/>
                  </a:moveTo>
                  <a:cubicBezTo>
                    <a:pt x="1760" y="2471"/>
                    <a:pt x="1760" y="2479"/>
                    <a:pt x="1760" y="2479"/>
                  </a:cubicBezTo>
                  <a:lnTo>
                    <a:pt x="1695" y="2479"/>
                  </a:lnTo>
                  <a:cubicBezTo>
                    <a:pt x="1689" y="2482"/>
                    <a:pt x="1683" y="2483"/>
                    <a:pt x="1676" y="2483"/>
                  </a:cubicBezTo>
                  <a:cubicBezTo>
                    <a:pt x="1663" y="2483"/>
                    <a:pt x="1649" y="2479"/>
                    <a:pt x="1638" y="2479"/>
                  </a:cubicBezTo>
                  <a:lnTo>
                    <a:pt x="1695" y="2471"/>
                  </a:lnTo>
                  <a:close/>
                  <a:moveTo>
                    <a:pt x="1808" y="2528"/>
                  </a:moveTo>
                  <a:lnTo>
                    <a:pt x="1808" y="2536"/>
                  </a:lnTo>
                  <a:cubicBezTo>
                    <a:pt x="1776" y="2536"/>
                    <a:pt x="1735" y="2536"/>
                    <a:pt x="1695" y="2528"/>
                  </a:cubicBezTo>
                  <a:close/>
                  <a:moveTo>
                    <a:pt x="1337" y="2554"/>
                  </a:moveTo>
                  <a:cubicBezTo>
                    <a:pt x="1344" y="2554"/>
                    <a:pt x="1358" y="2556"/>
                    <a:pt x="1387" y="2560"/>
                  </a:cubicBezTo>
                  <a:cubicBezTo>
                    <a:pt x="1451" y="2560"/>
                    <a:pt x="1451" y="2568"/>
                    <a:pt x="1387" y="2568"/>
                  </a:cubicBezTo>
                  <a:cubicBezTo>
                    <a:pt x="1330" y="2568"/>
                    <a:pt x="1330" y="2568"/>
                    <a:pt x="1330" y="2560"/>
                  </a:cubicBezTo>
                  <a:cubicBezTo>
                    <a:pt x="1330" y="2556"/>
                    <a:pt x="1330" y="2554"/>
                    <a:pt x="1337" y="2554"/>
                  </a:cubicBezTo>
                  <a:close/>
                  <a:moveTo>
                    <a:pt x="1387" y="2593"/>
                  </a:moveTo>
                  <a:cubicBezTo>
                    <a:pt x="1387" y="2601"/>
                    <a:pt x="1387" y="2601"/>
                    <a:pt x="1330" y="2601"/>
                  </a:cubicBezTo>
                  <a:lnTo>
                    <a:pt x="1330" y="2593"/>
                  </a:lnTo>
                  <a:close/>
                  <a:moveTo>
                    <a:pt x="1378" y="2633"/>
                  </a:moveTo>
                  <a:cubicBezTo>
                    <a:pt x="1378" y="2641"/>
                    <a:pt x="1378" y="2641"/>
                    <a:pt x="1322" y="2641"/>
                  </a:cubicBezTo>
                  <a:lnTo>
                    <a:pt x="1322" y="2633"/>
                  </a:lnTo>
                  <a:close/>
                  <a:moveTo>
                    <a:pt x="1500" y="2674"/>
                  </a:moveTo>
                  <a:lnTo>
                    <a:pt x="1500" y="2682"/>
                  </a:lnTo>
                  <a:lnTo>
                    <a:pt x="1378" y="2682"/>
                  </a:lnTo>
                  <a:cubicBezTo>
                    <a:pt x="1378" y="2682"/>
                    <a:pt x="1435" y="2674"/>
                    <a:pt x="1500" y="2674"/>
                  </a:cubicBezTo>
                  <a:close/>
                  <a:moveTo>
                    <a:pt x="1419" y="2844"/>
                  </a:moveTo>
                  <a:cubicBezTo>
                    <a:pt x="1476" y="2852"/>
                    <a:pt x="1541" y="2852"/>
                    <a:pt x="1476" y="2852"/>
                  </a:cubicBezTo>
                  <a:lnTo>
                    <a:pt x="1362" y="2852"/>
                  </a:lnTo>
                  <a:cubicBezTo>
                    <a:pt x="1362" y="2852"/>
                    <a:pt x="1297" y="2844"/>
                    <a:pt x="1362" y="2844"/>
                  </a:cubicBezTo>
                  <a:close/>
                  <a:moveTo>
                    <a:pt x="1524" y="2990"/>
                  </a:moveTo>
                  <a:cubicBezTo>
                    <a:pt x="1581" y="2990"/>
                    <a:pt x="1646" y="2990"/>
                    <a:pt x="1703" y="2998"/>
                  </a:cubicBezTo>
                  <a:lnTo>
                    <a:pt x="1646" y="2998"/>
                  </a:lnTo>
                  <a:cubicBezTo>
                    <a:pt x="1605" y="2998"/>
                    <a:pt x="1565" y="2998"/>
                    <a:pt x="1524" y="2990"/>
                  </a:cubicBezTo>
                  <a:close/>
                  <a:moveTo>
                    <a:pt x="1622" y="3586"/>
                  </a:moveTo>
                  <a:cubicBezTo>
                    <a:pt x="1649" y="3586"/>
                    <a:pt x="1676" y="3590"/>
                    <a:pt x="1703" y="3590"/>
                  </a:cubicBezTo>
                  <a:cubicBezTo>
                    <a:pt x="1760" y="3594"/>
                    <a:pt x="1760" y="3596"/>
                    <a:pt x="1730" y="3596"/>
                  </a:cubicBezTo>
                  <a:cubicBezTo>
                    <a:pt x="1701" y="3596"/>
                    <a:pt x="1642" y="3594"/>
                    <a:pt x="1581" y="3590"/>
                  </a:cubicBezTo>
                  <a:cubicBezTo>
                    <a:pt x="1595" y="3587"/>
                    <a:pt x="1608" y="3586"/>
                    <a:pt x="1622" y="3586"/>
                  </a:cubicBezTo>
                  <a:close/>
                  <a:moveTo>
                    <a:pt x="1374" y="0"/>
                  </a:moveTo>
                  <a:cubicBezTo>
                    <a:pt x="1344" y="0"/>
                    <a:pt x="1330" y="2"/>
                    <a:pt x="1362" y="6"/>
                  </a:cubicBezTo>
                  <a:lnTo>
                    <a:pt x="1297" y="6"/>
                  </a:lnTo>
                  <a:cubicBezTo>
                    <a:pt x="1119" y="6"/>
                    <a:pt x="1119" y="14"/>
                    <a:pt x="1297" y="14"/>
                  </a:cubicBezTo>
                  <a:cubicBezTo>
                    <a:pt x="1476" y="14"/>
                    <a:pt x="1476" y="14"/>
                    <a:pt x="1354" y="22"/>
                  </a:cubicBezTo>
                  <a:cubicBezTo>
                    <a:pt x="1233" y="22"/>
                    <a:pt x="1233" y="22"/>
                    <a:pt x="1233" y="31"/>
                  </a:cubicBezTo>
                  <a:cubicBezTo>
                    <a:pt x="1233" y="39"/>
                    <a:pt x="1233" y="39"/>
                    <a:pt x="1176" y="39"/>
                  </a:cubicBezTo>
                  <a:cubicBezTo>
                    <a:pt x="1164" y="36"/>
                    <a:pt x="1152" y="35"/>
                    <a:pt x="1140" y="35"/>
                  </a:cubicBezTo>
                  <a:cubicBezTo>
                    <a:pt x="1111" y="35"/>
                    <a:pt x="1083" y="41"/>
                    <a:pt x="1054" y="47"/>
                  </a:cubicBezTo>
                  <a:lnTo>
                    <a:pt x="1111" y="47"/>
                  </a:lnTo>
                  <a:cubicBezTo>
                    <a:pt x="1176" y="47"/>
                    <a:pt x="1176" y="55"/>
                    <a:pt x="1054" y="55"/>
                  </a:cubicBezTo>
                  <a:cubicBezTo>
                    <a:pt x="989" y="63"/>
                    <a:pt x="989" y="63"/>
                    <a:pt x="1111" y="63"/>
                  </a:cubicBezTo>
                  <a:cubicBezTo>
                    <a:pt x="1233" y="63"/>
                    <a:pt x="1233" y="71"/>
                    <a:pt x="1111" y="71"/>
                  </a:cubicBezTo>
                  <a:cubicBezTo>
                    <a:pt x="1111" y="71"/>
                    <a:pt x="1111" y="79"/>
                    <a:pt x="1111" y="79"/>
                  </a:cubicBezTo>
                  <a:cubicBezTo>
                    <a:pt x="1151" y="87"/>
                    <a:pt x="1192" y="87"/>
                    <a:pt x="1233" y="87"/>
                  </a:cubicBezTo>
                  <a:lnTo>
                    <a:pt x="1289" y="87"/>
                  </a:lnTo>
                  <a:cubicBezTo>
                    <a:pt x="1233" y="95"/>
                    <a:pt x="1168" y="95"/>
                    <a:pt x="1168" y="95"/>
                  </a:cubicBezTo>
                  <a:cubicBezTo>
                    <a:pt x="1111" y="95"/>
                    <a:pt x="1111" y="95"/>
                    <a:pt x="1111" y="103"/>
                  </a:cubicBezTo>
                  <a:cubicBezTo>
                    <a:pt x="1111" y="103"/>
                    <a:pt x="1111" y="120"/>
                    <a:pt x="1168" y="120"/>
                  </a:cubicBezTo>
                  <a:lnTo>
                    <a:pt x="1111" y="120"/>
                  </a:lnTo>
                  <a:cubicBezTo>
                    <a:pt x="1111" y="120"/>
                    <a:pt x="1111" y="128"/>
                    <a:pt x="1046" y="136"/>
                  </a:cubicBezTo>
                  <a:cubicBezTo>
                    <a:pt x="1006" y="142"/>
                    <a:pt x="1051" y="147"/>
                    <a:pt x="1124" y="147"/>
                  </a:cubicBezTo>
                  <a:cubicBezTo>
                    <a:pt x="1154" y="147"/>
                    <a:pt x="1189" y="146"/>
                    <a:pt x="1224" y="144"/>
                  </a:cubicBezTo>
                  <a:cubicBezTo>
                    <a:pt x="1241" y="152"/>
                    <a:pt x="1265" y="152"/>
                    <a:pt x="1281" y="152"/>
                  </a:cubicBezTo>
                  <a:cubicBezTo>
                    <a:pt x="1346" y="152"/>
                    <a:pt x="1346" y="152"/>
                    <a:pt x="1346" y="160"/>
                  </a:cubicBezTo>
                  <a:lnTo>
                    <a:pt x="1224" y="160"/>
                  </a:lnTo>
                  <a:cubicBezTo>
                    <a:pt x="1172" y="158"/>
                    <a:pt x="1130" y="157"/>
                    <a:pt x="1100" y="157"/>
                  </a:cubicBezTo>
                  <a:cubicBezTo>
                    <a:pt x="1029" y="157"/>
                    <a:pt x="1033" y="163"/>
                    <a:pt x="1160" y="168"/>
                  </a:cubicBezTo>
                  <a:lnTo>
                    <a:pt x="1103" y="168"/>
                  </a:lnTo>
                  <a:cubicBezTo>
                    <a:pt x="1046" y="168"/>
                    <a:pt x="1046" y="168"/>
                    <a:pt x="1103" y="176"/>
                  </a:cubicBezTo>
                  <a:cubicBezTo>
                    <a:pt x="1143" y="182"/>
                    <a:pt x="1183" y="188"/>
                    <a:pt x="1226" y="188"/>
                  </a:cubicBezTo>
                  <a:cubicBezTo>
                    <a:pt x="1244" y="188"/>
                    <a:pt x="1262" y="187"/>
                    <a:pt x="1281" y="185"/>
                  </a:cubicBezTo>
                  <a:cubicBezTo>
                    <a:pt x="1338" y="185"/>
                    <a:pt x="1338" y="193"/>
                    <a:pt x="1338" y="193"/>
                  </a:cubicBezTo>
                  <a:cubicBezTo>
                    <a:pt x="1338" y="201"/>
                    <a:pt x="1338" y="201"/>
                    <a:pt x="1281" y="201"/>
                  </a:cubicBezTo>
                  <a:cubicBezTo>
                    <a:pt x="1160" y="201"/>
                    <a:pt x="1160" y="209"/>
                    <a:pt x="1281" y="209"/>
                  </a:cubicBezTo>
                  <a:lnTo>
                    <a:pt x="1216" y="209"/>
                  </a:lnTo>
                  <a:cubicBezTo>
                    <a:pt x="1160" y="209"/>
                    <a:pt x="1095" y="217"/>
                    <a:pt x="1151" y="233"/>
                  </a:cubicBezTo>
                  <a:cubicBezTo>
                    <a:pt x="1151" y="249"/>
                    <a:pt x="1151" y="266"/>
                    <a:pt x="1095" y="266"/>
                  </a:cubicBezTo>
                  <a:cubicBezTo>
                    <a:pt x="1030" y="266"/>
                    <a:pt x="1151" y="282"/>
                    <a:pt x="1273" y="290"/>
                  </a:cubicBezTo>
                  <a:cubicBezTo>
                    <a:pt x="1208" y="290"/>
                    <a:pt x="1208" y="298"/>
                    <a:pt x="1208" y="306"/>
                  </a:cubicBezTo>
                  <a:cubicBezTo>
                    <a:pt x="1208" y="314"/>
                    <a:pt x="1208" y="314"/>
                    <a:pt x="1151" y="314"/>
                  </a:cubicBezTo>
                  <a:cubicBezTo>
                    <a:pt x="1030" y="314"/>
                    <a:pt x="1030" y="314"/>
                    <a:pt x="1151" y="322"/>
                  </a:cubicBezTo>
                  <a:cubicBezTo>
                    <a:pt x="1265" y="322"/>
                    <a:pt x="1208" y="339"/>
                    <a:pt x="1087" y="339"/>
                  </a:cubicBezTo>
                  <a:cubicBezTo>
                    <a:pt x="1030" y="339"/>
                    <a:pt x="1022" y="339"/>
                    <a:pt x="1022" y="347"/>
                  </a:cubicBezTo>
                  <a:cubicBezTo>
                    <a:pt x="1087" y="355"/>
                    <a:pt x="1087" y="363"/>
                    <a:pt x="1087" y="371"/>
                  </a:cubicBezTo>
                  <a:cubicBezTo>
                    <a:pt x="1078" y="387"/>
                    <a:pt x="1078" y="387"/>
                    <a:pt x="1200" y="387"/>
                  </a:cubicBezTo>
                  <a:cubicBezTo>
                    <a:pt x="1322" y="387"/>
                    <a:pt x="1322" y="387"/>
                    <a:pt x="1322" y="395"/>
                  </a:cubicBezTo>
                  <a:cubicBezTo>
                    <a:pt x="1322" y="403"/>
                    <a:pt x="1322" y="403"/>
                    <a:pt x="1257" y="403"/>
                  </a:cubicBezTo>
                  <a:cubicBezTo>
                    <a:pt x="1241" y="403"/>
                    <a:pt x="1216" y="412"/>
                    <a:pt x="1200" y="412"/>
                  </a:cubicBezTo>
                  <a:cubicBezTo>
                    <a:pt x="1200" y="420"/>
                    <a:pt x="1200" y="420"/>
                    <a:pt x="1135" y="420"/>
                  </a:cubicBezTo>
                  <a:cubicBezTo>
                    <a:pt x="1135" y="420"/>
                    <a:pt x="1078" y="428"/>
                    <a:pt x="1078" y="436"/>
                  </a:cubicBezTo>
                  <a:cubicBezTo>
                    <a:pt x="1078" y="444"/>
                    <a:pt x="1070" y="452"/>
                    <a:pt x="1014" y="452"/>
                  </a:cubicBezTo>
                  <a:cubicBezTo>
                    <a:pt x="1014" y="460"/>
                    <a:pt x="1014" y="460"/>
                    <a:pt x="1070" y="460"/>
                  </a:cubicBezTo>
                  <a:cubicBezTo>
                    <a:pt x="1135" y="460"/>
                    <a:pt x="1192" y="460"/>
                    <a:pt x="1135" y="476"/>
                  </a:cubicBezTo>
                  <a:cubicBezTo>
                    <a:pt x="1127" y="485"/>
                    <a:pt x="1127" y="501"/>
                    <a:pt x="1192" y="501"/>
                  </a:cubicBezTo>
                  <a:lnTo>
                    <a:pt x="1127" y="501"/>
                  </a:lnTo>
                  <a:cubicBezTo>
                    <a:pt x="1006" y="501"/>
                    <a:pt x="1006" y="509"/>
                    <a:pt x="1127" y="525"/>
                  </a:cubicBezTo>
                  <a:cubicBezTo>
                    <a:pt x="1184" y="525"/>
                    <a:pt x="1184" y="525"/>
                    <a:pt x="1127" y="533"/>
                  </a:cubicBezTo>
                  <a:cubicBezTo>
                    <a:pt x="1127" y="533"/>
                    <a:pt x="1127" y="533"/>
                    <a:pt x="1184" y="541"/>
                  </a:cubicBezTo>
                  <a:cubicBezTo>
                    <a:pt x="1241" y="541"/>
                    <a:pt x="1241" y="541"/>
                    <a:pt x="1184" y="549"/>
                  </a:cubicBezTo>
                  <a:cubicBezTo>
                    <a:pt x="1127" y="549"/>
                    <a:pt x="1127" y="558"/>
                    <a:pt x="1119" y="558"/>
                  </a:cubicBezTo>
                  <a:cubicBezTo>
                    <a:pt x="1184" y="566"/>
                    <a:pt x="1176" y="614"/>
                    <a:pt x="1119" y="622"/>
                  </a:cubicBezTo>
                  <a:cubicBezTo>
                    <a:pt x="1176" y="622"/>
                    <a:pt x="1176" y="622"/>
                    <a:pt x="1176" y="630"/>
                  </a:cubicBezTo>
                  <a:cubicBezTo>
                    <a:pt x="1062" y="630"/>
                    <a:pt x="1104" y="638"/>
                    <a:pt x="1209" y="638"/>
                  </a:cubicBezTo>
                  <a:lnTo>
                    <a:pt x="1209" y="638"/>
                  </a:lnTo>
                  <a:cubicBezTo>
                    <a:pt x="1199" y="639"/>
                    <a:pt x="1188" y="639"/>
                    <a:pt x="1176" y="639"/>
                  </a:cubicBezTo>
                  <a:cubicBezTo>
                    <a:pt x="1054" y="647"/>
                    <a:pt x="1054" y="647"/>
                    <a:pt x="1176" y="647"/>
                  </a:cubicBezTo>
                  <a:cubicBezTo>
                    <a:pt x="1289" y="655"/>
                    <a:pt x="1289" y="655"/>
                    <a:pt x="1168" y="663"/>
                  </a:cubicBezTo>
                  <a:cubicBezTo>
                    <a:pt x="1411" y="671"/>
                    <a:pt x="1468" y="687"/>
                    <a:pt x="1233" y="687"/>
                  </a:cubicBezTo>
                  <a:cubicBezTo>
                    <a:pt x="1168" y="687"/>
                    <a:pt x="1111" y="687"/>
                    <a:pt x="1046" y="695"/>
                  </a:cubicBezTo>
                  <a:cubicBezTo>
                    <a:pt x="1087" y="703"/>
                    <a:pt x="1127" y="703"/>
                    <a:pt x="1168" y="703"/>
                  </a:cubicBezTo>
                  <a:cubicBezTo>
                    <a:pt x="1203" y="701"/>
                    <a:pt x="1228" y="700"/>
                    <a:pt x="1243" y="700"/>
                  </a:cubicBezTo>
                  <a:cubicBezTo>
                    <a:pt x="1279" y="700"/>
                    <a:pt x="1254" y="706"/>
                    <a:pt x="1168" y="712"/>
                  </a:cubicBezTo>
                  <a:cubicBezTo>
                    <a:pt x="989" y="720"/>
                    <a:pt x="981" y="728"/>
                    <a:pt x="1103" y="744"/>
                  </a:cubicBezTo>
                  <a:cubicBezTo>
                    <a:pt x="1189" y="755"/>
                    <a:pt x="1210" y="767"/>
                    <a:pt x="1175" y="767"/>
                  </a:cubicBezTo>
                  <a:cubicBezTo>
                    <a:pt x="1160" y="767"/>
                    <a:pt x="1136" y="765"/>
                    <a:pt x="1103" y="760"/>
                  </a:cubicBezTo>
                  <a:cubicBezTo>
                    <a:pt x="1042" y="756"/>
                    <a:pt x="1012" y="754"/>
                    <a:pt x="1003" y="754"/>
                  </a:cubicBezTo>
                  <a:cubicBezTo>
                    <a:pt x="995" y="754"/>
                    <a:pt x="1010" y="756"/>
                    <a:pt x="1038" y="760"/>
                  </a:cubicBezTo>
                  <a:cubicBezTo>
                    <a:pt x="1038" y="768"/>
                    <a:pt x="1038" y="776"/>
                    <a:pt x="1038" y="785"/>
                  </a:cubicBezTo>
                  <a:cubicBezTo>
                    <a:pt x="1078" y="793"/>
                    <a:pt x="1119" y="793"/>
                    <a:pt x="1160" y="793"/>
                  </a:cubicBezTo>
                  <a:cubicBezTo>
                    <a:pt x="1038" y="793"/>
                    <a:pt x="981" y="801"/>
                    <a:pt x="1095" y="809"/>
                  </a:cubicBezTo>
                  <a:cubicBezTo>
                    <a:pt x="1095" y="817"/>
                    <a:pt x="1095" y="817"/>
                    <a:pt x="1095" y="817"/>
                  </a:cubicBezTo>
                  <a:cubicBezTo>
                    <a:pt x="1095" y="825"/>
                    <a:pt x="1095" y="825"/>
                    <a:pt x="1151" y="825"/>
                  </a:cubicBezTo>
                  <a:cubicBezTo>
                    <a:pt x="1216" y="833"/>
                    <a:pt x="1151" y="833"/>
                    <a:pt x="1095" y="841"/>
                  </a:cubicBezTo>
                  <a:cubicBezTo>
                    <a:pt x="1030" y="841"/>
                    <a:pt x="973" y="849"/>
                    <a:pt x="1030" y="849"/>
                  </a:cubicBezTo>
                  <a:cubicBezTo>
                    <a:pt x="1095" y="849"/>
                    <a:pt x="1151" y="857"/>
                    <a:pt x="1208" y="866"/>
                  </a:cubicBezTo>
                  <a:cubicBezTo>
                    <a:pt x="1251" y="866"/>
                    <a:pt x="1237" y="869"/>
                    <a:pt x="1206" y="869"/>
                  </a:cubicBezTo>
                  <a:cubicBezTo>
                    <a:pt x="1190" y="869"/>
                    <a:pt x="1170" y="868"/>
                    <a:pt x="1151" y="866"/>
                  </a:cubicBezTo>
                  <a:cubicBezTo>
                    <a:pt x="1111" y="866"/>
                    <a:pt x="1070" y="866"/>
                    <a:pt x="1030" y="874"/>
                  </a:cubicBezTo>
                  <a:cubicBezTo>
                    <a:pt x="1030" y="882"/>
                    <a:pt x="1030" y="890"/>
                    <a:pt x="1087" y="890"/>
                  </a:cubicBezTo>
                  <a:cubicBezTo>
                    <a:pt x="1151" y="890"/>
                    <a:pt x="1143" y="914"/>
                    <a:pt x="1087" y="914"/>
                  </a:cubicBezTo>
                  <a:lnTo>
                    <a:pt x="1087" y="922"/>
                  </a:lnTo>
                  <a:cubicBezTo>
                    <a:pt x="1087" y="930"/>
                    <a:pt x="1143" y="939"/>
                    <a:pt x="1143" y="939"/>
                  </a:cubicBezTo>
                  <a:cubicBezTo>
                    <a:pt x="1143" y="939"/>
                    <a:pt x="1143" y="947"/>
                    <a:pt x="1200" y="947"/>
                  </a:cubicBezTo>
                  <a:cubicBezTo>
                    <a:pt x="1200" y="955"/>
                    <a:pt x="1200" y="955"/>
                    <a:pt x="1143" y="955"/>
                  </a:cubicBezTo>
                  <a:cubicBezTo>
                    <a:pt x="1257" y="963"/>
                    <a:pt x="1257" y="963"/>
                    <a:pt x="1143" y="963"/>
                  </a:cubicBezTo>
                  <a:cubicBezTo>
                    <a:pt x="1022" y="963"/>
                    <a:pt x="1022" y="963"/>
                    <a:pt x="1143" y="971"/>
                  </a:cubicBezTo>
                  <a:cubicBezTo>
                    <a:pt x="1200" y="971"/>
                    <a:pt x="1200" y="971"/>
                    <a:pt x="1135" y="979"/>
                  </a:cubicBezTo>
                  <a:cubicBezTo>
                    <a:pt x="1257" y="987"/>
                    <a:pt x="1314" y="995"/>
                    <a:pt x="1200" y="995"/>
                  </a:cubicBezTo>
                  <a:cubicBezTo>
                    <a:pt x="1200" y="995"/>
                    <a:pt x="1200" y="1003"/>
                    <a:pt x="1257" y="1003"/>
                  </a:cubicBezTo>
                  <a:cubicBezTo>
                    <a:pt x="1378" y="1012"/>
                    <a:pt x="1378" y="1012"/>
                    <a:pt x="1257" y="1012"/>
                  </a:cubicBezTo>
                  <a:cubicBezTo>
                    <a:pt x="1135" y="1020"/>
                    <a:pt x="1135" y="1020"/>
                    <a:pt x="1257" y="1028"/>
                  </a:cubicBezTo>
                  <a:cubicBezTo>
                    <a:pt x="1257" y="1028"/>
                    <a:pt x="1314" y="1028"/>
                    <a:pt x="1257" y="1036"/>
                  </a:cubicBezTo>
                  <a:cubicBezTo>
                    <a:pt x="1201" y="1043"/>
                    <a:pt x="1145" y="1062"/>
                    <a:pt x="1208" y="1062"/>
                  </a:cubicBezTo>
                  <a:cubicBezTo>
                    <a:pt x="1218" y="1062"/>
                    <a:pt x="1232" y="1061"/>
                    <a:pt x="1249" y="1060"/>
                  </a:cubicBezTo>
                  <a:lnTo>
                    <a:pt x="1249" y="1068"/>
                  </a:lnTo>
                  <a:cubicBezTo>
                    <a:pt x="1192" y="1076"/>
                    <a:pt x="1192" y="1085"/>
                    <a:pt x="1249" y="1085"/>
                  </a:cubicBezTo>
                  <a:lnTo>
                    <a:pt x="1306" y="1093"/>
                  </a:lnTo>
                  <a:cubicBezTo>
                    <a:pt x="1265" y="1093"/>
                    <a:pt x="1224" y="1093"/>
                    <a:pt x="1184" y="1101"/>
                  </a:cubicBezTo>
                  <a:cubicBezTo>
                    <a:pt x="1184" y="1109"/>
                    <a:pt x="1184" y="1109"/>
                    <a:pt x="1249" y="1109"/>
                  </a:cubicBezTo>
                  <a:cubicBezTo>
                    <a:pt x="1268" y="1106"/>
                    <a:pt x="1280" y="1105"/>
                    <a:pt x="1289" y="1105"/>
                  </a:cubicBezTo>
                  <a:cubicBezTo>
                    <a:pt x="1306" y="1105"/>
                    <a:pt x="1306" y="1109"/>
                    <a:pt x="1306" y="1109"/>
                  </a:cubicBezTo>
                  <a:cubicBezTo>
                    <a:pt x="1265" y="1117"/>
                    <a:pt x="1224" y="1117"/>
                    <a:pt x="1184" y="1117"/>
                  </a:cubicBezTo>
                  <a:lnTo>
                    <a:pt x="1184" y="1125"/>
                  </a:lnTo>
                  <a:lnTo>
                    <a:pt x="1241" y="1125"/>
                  </a:lnTo>
                  <a:cubicBezTo>
                    <a:pt x="1184" y="1133"/>
                    <a:pt x="1184" y="1133"/>
                    <a:pt x="1184" y="1141"/>
                  </a:cubicBezTo>
                  <a:lnTo>
                    <a:pt x="1184" y="1149"/>
                  </a:lnTo>
                  <a:cubicBezTo>
                    <a:pt x="1184" y="1157"/>
                    <a:pt x="1184" y="1157"/>
                    <a:pt x="1241" y="1157"/>
                  </a:cubicBezTo>
                  <a:lnTo>
                    <a:pt x="1362" y="1157"/>
                  </a:lnTo>
                  <a:cubicBezTo>
                    <a:pt x="1400" y="1157"/>
                    <a:pt x="1387" y="1161"/>
                    <a:pt x="1375" y="1161"/>
                  </a:cubicBezTo>
                  <a:cubicBezTo>
                    <a:pt x="1369" y="1161"/>
                    <a:pt x="1362" y="1160"/>
                    <a:pt x="1362" y="1157"/>
                  </a:cubicBezTo>
                  <a:cubicBezTo>
                    <a:pt x="1322" y="1157"/>
                    <a:pt x="1281" y="1157"/>
                    <a:pt x="1241" y="1166"/>
                  </a:cubicBezTo>
                  <a:cubicBezTo>
                    <a:pt x="1230" y="1166"/>
                    <a:pt x="1215" y="1169"/>
                    <a:pt x="1202" y="1169"/>
                  </a:cubicBezTo>
                  <a:cubicBezTo>
                    <a:pt x="1196" y="1169"/>
                    <a:pt x="1189" y="1168"/>
                    <a:pt x="1184" y="1166"/>
                  </a:cubicBezTo>
                  <a:cubicBezTo>
                    <a:pt x="1062" y="1166"/>
                    <a:pt x="1119" y="1182"/>
                    <a:pt x="1176" y="1190"/>
                  </a:cubicBezTo>
                  <a:cubicBezTo>
                    <a:pt x="1297" y="1198"/>
                    <a:pt x="1297" y="1198"/>
                    <a:pt x="1176" y="1198"/>
                  </a:cubicBezTo>
                  <a:cubicBezTo>
                    <a:pt x="1054" y="1198"/>
                    <a:pt x="1176" y="1206"/>
                    <a:pt x="1354" y="1214"/>
                  </a:cubicBezTo>
                  <a:cubicBezTo>
                    <a:pt x="1119" y="1222"/>
                    <a:pt x="1119" y="1222"/>
                    <a:pt x="1233" y="1230"/>
                  </a:cubicBezTo>
                  <a:cubicBezTo>
                    <a:pt x="1289" y="1239"/>
                    <a:pt x="1289" y="1239"/>
                    <a:pt x="1233" y="1239"/>
                  </a:cubicBezTo>
                  <a:cubicBezTo>
                    <a:pt x="1176" y="1239"/>
                    <a:pt x="1176" y="1247"/>
                    <a:pt x="1168" y="1263"/>
                  </a:cubicBezTo>
                  <a:cubicBezTo>
                    <a:pt x="1168" y="1271"/>
                    <a:pt x="1168" y="1279"/>
                    <a:pt x="1233" y="1279"/>
                  </a:cubicBezTo>
                  <a:lnTo>
                    <a:pt x="1224" y="1287"/>
                  </a:lnTo>
                  <a:cubicBezTo>
                    <a:pt x="1111" y="1287"/>
                    <a:pt x="1168" y="1295"/>
                    <a:pt x="1289" y="1295"/>
                  </a:cubicBezTo>
                  <a:lnTo>
                    <a:pt x="1289" y="1303"/>
                  </a:lnTo>
                  <a:lnTo>
                    <a:pt x="1224" y="1303"/>
                  </a:lnTo>
                  <a:cubicBezTo>
                    <a:pt x="1168" y="1303"/>
                    <a:pt x="1168" y="1312"/>
                    <a:pt x="1160" y="1344"/>
                  </a:cubicBezTo>
                  <a:cubicBezTo>
                    <a:pt x="1160" y="1384"/>
                    <a:pt x="1160" y="1384"/>
                    <a:pt x="1281" y="1384"/>
                  </a:cubicBezTo>
                  <a:cubicBezTo>
                    <a:pt x="1395" y="1393"/>
                    <a:pt x="1395" y="1393"/>
                    <a:pt x="1273" y="1393"/>
                  </a:cubicBezTo>
                  <a:cubicBezTo>
                    <a:pt x="1216" y="1393"/>
                    <a:pt x="1160" y="1401"/>
                    <a:pt x="1216" y="1401"/>
                  </a:cubicBezTo>
                  <a:cubicBezTo>
                    <a:pt x="1216" y="1401"/>
                    <a:pt x="1216" y="1409"/>
                    <a:pt x="1151" y="1409"/>
                  </a:cubicBezTo>
                  <a:cubicBezTo>
                    <a:pt x="1038" y="1425"/>
                    <a:pt x="1095" y="1433"/>
                    <a:pt x="1151" y="1433"/>
                  </a:cubicBezTo>
                  <a:cubicBezTo>
                    <a:pt x="1192" y="1430"/>
                    <a:pt x="1213" y="1430"/>
                    <a:pt x="1220" y="1430"/>
                  </a:cubicBezTo>
                  <a:cubicBezTo>
                    <a:pt x="1234" y="1430"/>
                    <a:pt x="1195" y="1433"/>
                    <a:pt x="1151" y="1433"/>
                  </a:cubicBezTo>
                  <a:cubicBezTo>
                    <a:pt x="1095" y="1441"/>
                    <a:pt x="1030" y="1441"/>
                    <a:pt x="1095" y="1441"/>
                  </a:cubicBezTo>
                  <a:cubicBezTo>
                    <a:pt x="1151" y="1449"/>
                    <a:pt x="1208" y="1474"/>
                    <a:pt x="1087" y="1474"/>
                  </a:cubicBezTo>
                  <a:cubicBezTo>
                    <a:pt x="1087" y="1474"/>
                    <a:pt x="1087" y="1474"/>
                    <a:pt x="1087" y="1482"/>
                  </a:cubicBezTo>
                  <a:cubicBezTo>
                    <a:pt x="1151" y="1482"/>
                    <a:pt x="1151" y="1490"/>
                    <a:pt x="1143" y="1498"/>
                  </a:cubicBezTo>
                  <a:cubicBezTo>
                    <a:pt x="1143" y="1506"/>
                    <a:pt x="1143" y="1514"/>
                    <a:pt x="1087" y="1514"/>
                  </a:cubicBezTo>
                  <a:cubicBezTo>
                    <a:pt x="1070" y="1512"/>
                    <a:pt x="1058" y="1511"/>
                    <a:pt x="1051" y="1511"/>
                  </a:cubicBezTo>
                  <a:cubicBezTo>
                    <a:pt x="1035" y="1511"/>
                    <a:pt x="1046" y="1517"/>
                    <a:pt x="1087" y="1522"/>
                  </a:cubicBezTo>
                  <a:cubicBezTo>
                    <a:pt x="1087" y="1522"/>
                    <a:pt x="1200" y="1530"/>
                    <a:pt x="1200" y="1530"/>
                  </a:cubicBezTo>
                  <a:cubicBezTo>
                    <a:pt x="1241" y="1530"/>
                    <a:pt x="1281" y="1530"/>
                    <a:pt x="1322" y="1539"/>
                  </a:cubicBezTo>
                  <a:lnTo>
                    <a:pt x="1143" y="1539"/>
                  </a:lnTo>
                  <a:cubicBezTo>
                    <a:pt x="1143" y="1547"/>
                    <a:pt x="1143" y="1547"/>
                    <a:pt x="1200" y="1547"/>
                  </a:cubicBezTo>
                  <a:cubicBezTo>
                    <a:pt x="1143" y="1555"/>
                    <a:pt x="1143" y="1555"/>
                    <a:pt x="1143" y="1563"/>
                  </a:cubicBezTo>
                  <a:cubicBezTo>
                    <a:pt x="1143" y="1571"/>
                    <a:pt x="1135" y="1587"/>
                    <a:pt x="1200" y="1587"/>
                  </a:cubicBezTo>
                  <a:cubicBezTo>
                    <a:pt x="1078" y="1595"/>
                    <a:pt x="1078" y="1620"/>
                    <a:pt x="1192" y="1620"/>
                  </a:cubicBezTo>
                  <a:cubicBezTo>
                    <a:pt x="1257" y="1620"/>
                    <a:pt x="1257" y="1628"/>
                    <a:pt x="1192" y="1628"/>
                  </a:cubicBezTo>
                  <a:cubicBezTo>
                    <a:pt x="1135" y="1636"/>
                    <a:pt x="1135" y="1636"/>
                    <a:pt x="1192" y="1636"/>
                  </a:cubicBezTo>
                  <a:cubicBezTo>
                    <a:pt x="1249" y="1644"/>
                    <a:pt x="1192" y="1644"/>
                    <a:pt x="1135" y="1652"/>
                  </a:cubicBezTo>
                  <a:cubicBezTo>
                    <a:pt x="1014" y="1652"/>
                    <a:pt x="1014" y="1660"/>
                    <a:pt x="1070" y="1668"/>
                  </a:cubicBezTo>
                  <a:cubicBezTo>
                    <a:pt x="1127" y="1676"/>
                    <a:pt x="1127" y="1684"/>
                    <a:pt x="1127" y="1684"/>
                  </a:cubicBezTo>
                  <a:cubicBezTo>
                    <a:pt x="1156" y="1690"/>
                    <a:pt x="1184" y="1696"/>
                    <a:pt x="1213" y="1696"/>
                  </a:cubicBezTo>
                  <a:cubicBezTo>
                    <a:pt x="1225" y="1696"/>
                    <a:pt x="1237" y="1695"/>
                    <a:pt x="1249" y="1693"/>
                  </a:cubicBezTo>
                  <a:cubicBezTo>
                    <a:pt x="1306" y="1693"/>
                    <a:pt x="1362" y="1701"/>
                    <a:pt x="1362" y="1701"/>
                  </a:cubicBezTo>
                  <a:lnTo>
                    <a:pt x="1249" y="1701"/>
                  </a:lnTo>
                  <a:cubicBezTo>
                    <a:pt x="1184" y="1709"/>
                    <a:pt x="1184" y="1717"/>
                    <a:pt x="1184" y="1717"/>
                  </a:cubicBezTo>
                  <a:cubicBezTo>
                    <a:pt x="1184" y="1725"/>
                    <a:pt x="1184" y="1733"/>
                    <a:pt x="1184" y="1733"/>
                  </a:cubicBezTo>
                  <a:cubicBezTo>
                    <a:pt x="1119" y="1749"/>
                    <a:pt x="1119" y="1757"/>
                    <a:pt x="1184" y="1757"/>
                  </a:cubicBezTo>
                  <a:lnTo>
                    <a:pt x="1241" y="1757"/>
                  </a:lnTo>
                  <a:cubicBezTo>
                    <a:pt x="1119" y="1757"/>
                    <a:pt x="1119" y="1806"/>
                    <a:pt x="1233" y="1806"/>
                  </a:cubicBezTo>
                  <a:lnTo>
                    <a:pt x="1176" y="1806"/>
                  </a:lnTo>
                  <a:cubicBezTo>
                    <a:pt x="1119" y="1806"/>
                    <a:pt x="1119" y="1814"/>
                    <a:pt x="1111" y="1822"/>
                  </a:cubicBezTo>
                  <a:cubicBezTo>
                    <a:pt x="1111" y="1830"/>
                    <a:pt x="1176" y="1847"/>
                    <a:pt x="1168" y="1855"/>
                  </a:cubicBezTo>
                  <a:cubicBezTo>
                    <a:pt x="1168" y="1871"/>
                    <a:pt x="1168" y="1887"/>
                    <a:pt x="1224" y="1887"/>
                  </a:cubicBezTo>
                  <a:lnTo>
                    <a:pt x="1168" y="1887"/>
                  </a:lnTo>
                  <a:cubicBezTo>
                    <a:pt x="1111" y="1887"/>
                    <a:pt x="1111" y="1887"/>
                    <a:pt x="1111" y="1895"/>
                  </a:cubicBezTo>
                  <a:cubicBezTo>
                    <a:pt x="1127" y="1899"/>
                    <a:pt x="1145" y="1901"/>
                    <a:pt x="1165" y="1901"/>
                  </a:cubicBezTo>
                  <a:cubicBezTo>
                    <a:pt x="1184" y="1901"/>
                    <a:pt x="1204" y="1899"/>
                    <a:pt x="1224" y="1895"/>
                  </a:cubicBezTo>
                  <a:cubicBezTo>
                    <a:pt x="1289" y="1895"/>
                    <a:pt x="1289" y="1903"/>
                    <a:pt x="1224" y="1911"/>
                  </a:cubicBezTo>
                  <a:cubicBezTo>
                    <a:pt x="1168" y="1920"/>
                    <a:pt x="1160" y="1936"/>
                    <a:pt x="1224" y="1944"/>
                  </a:cubicBezTo>
                  <a:cubicBezTo>
                    <a:pt x="1224" y="1952"/>
                    <a:pt x="1224" y="1952"/>
                    <a:pt x="1160" y="1952"/>
                  </a:cubicBezTo>
                  <a:cubicBezTo>
                    <a:pt x="1103" y="1960"/>
                    <a:pt x="1038" y="1968"/>
                    <a:pt x="1160" y="1976"/>
                  </a:cubicBezTo>
                  <a:lnTo>
                    <a:pt x="1095" y="1976"/>
                  </a:lnTo>
                  <a:cubicBezTo>
                    <a:pt x="1038" y="1984"/>
                    <a:pt x="981" y="1984"/>
                    <a:pt x="1095" y="1993"/>
                  </a:cubicBezTo>
                  <a:cubicBezTo>
                    <a:pt x="1160" y="2001"/>
                    <a:pt x="1151" y="2009"/>
                    <a:pt x="1095" y="2017"/>
                  </a:cubicBezTo>
                  <a:cubicBezTo>
                    <a:pt x="1095" y="2025"/>
                    <a:pt x="1095" y="2025"/>
                    <a:pt x="1151" y="2025"/>
                  </a:cubicBezTo>
                  <a:lnTo>
                    <a:pt x="1216" y="2025"/>
                  </a:lnTo>
                  <a:cubicBezTo>
                    <a:pt x="1095" y="2033"/>
                    <a:pt x="1095" y="2033"/>
                    <a:pt x="1208" y="2033"/>
                  </a:cubicBezTo>
                  <a:cubicBezTo>
                    <a:pt x="1273" y="2033"/>
                    <a:pt x="1273" y="2041"/>
                    <a:pt x="1208" y="2041"/>
                  </a:cubicBezTo>
                  <a:cubicBezTo>
                    <a:pt x="1151" y="2041"/>
                    <a:pt x="1151" y="2049"/>
                    <a:pt x="1151" y="2049"/>
                  </a:cubicBezTo>
                  <a:cubicBezTo>
                    <a:pt x="1151" y="2049"/>
                    <a:pt x="1208" y="2074"/>
                    <a:pt x="1208" y="2098"/>
                  </a:cubicBezTo>
                  <a:cubicBezTo>
                    <a:pt x="1200" y="2130"/>
                    <a:pt x="1200" y="2139"/>
                    <a:pt x="1265" y="2139"/>
                  </a:cubicBezTo>
                  <a:cubicBezTo>
                    <a:pt x="1322" y="2147"/>
                    <a:pt x="1322" y="2147"/>
                    <a:pt x="1257" y="2155"/>
                  </a:cubicBezTo>
                  <a:cubicBezTo>
                    <a:pt x="1200" y="2155"/>
                    <a:pt x="1200" y="2163"/>
                    <a:pt x="1200" y="2163"/>
                  </a:cubicBezTo>
                  <a:cubicBezTo>
                    <a:pt x="1200" y="2171"/>
                    <a:pt x="1200" y="2171"/>
                    <a:pt x="1135" y="2171"/>
                  </a:cubicBezTo>
                  <a:cubicBezTo>
                    <a:pt x="1200" y="2179"/>
                    <a:pt x="1200" y="2179"/>
                    <a:pt x="1200" y="2179"/>
                  </a:cubicBezTo>
                  <a:cubicBezTo>
                    <a:pt x="1135" y="2179"/>
                    <a:pt x="1135" y="2187"/>
                    <a:pt x="1200" y="2187"/>
                  </a:cubicBezTo>
                  <a:cubicBezTo>
                    <a:pt x="1314" y="2195"/>
                    <a:pt x="1314" y="2195"/>
                    <a:pt x="1200" y="2195"/>
                  </a:cubicBezTo>
                  <a:cubicBezTo>
                    <a:pt x="1135" y="2195"/>
                    <a:pt x="1078" y="2203"/>
                    <a:pt x="1135" y="2203"/>
                  </a:cubicBezTo>
                  <a:cubicBezTo>
                    <a:pt x="1176" y="2203"/>
                    <a:pt x="1216" y="2211"/>
                    <a:pt x="1257" y="2211"/>
                  </a:cubicBezTo>
                  <a:cubicBezTo>
                    <a:pt x="1257" y="2220"/>
                    <a:pt x="1257" y="2220"/>
                    <a:pt x="1192" y="2220"/>
                  </a:cubicBezTo>
                  <a:cubicBezTo>
                    <a:pt x="1135" y="2228"/>
                    <a:pt x="1192" y="2252"/>
                    <a:pt x="1249" y="2252"/>
                  </a:cubicBezTo>
                  <a:cubicBezTo>
                    <a:pt x="1314" y="2252"/>
                    <a:pt x="1306" y="2260"/>
                    <a:pt x="1249" y="2260"/>
                  </a:cubicBezTo>
                  <a:cubicBezTo>
                    <a:pt x="1192" y="2260"/>
                    <a:pt x="1192" y="2260"/>
                    <a:pt x="1192" y="2268"/>
                  </a:cubicBezTo>
                  <a:lnTo>
                    <a:pt x="1127" y="2268"/>
                  </a:lnTo>
                  <a:cubicBezTo>
                    <a:pt x="1070" y="2268"/>
                    <a:pt x="1070" y="2268"/>
                    <a:pt x="1070" y="2276"/>
                  </a:cubicBezTo>
                  <a:cubicBezTo>
                    <a:pt x="1127" y="2284"/>
                    <a:pt x="1127" y="2301"/>
                    <a:pt x="1127" y="2317"/>
                  </a:cubicBezTo>
                  <a:cubicBezTo>
                    <a:pt x="1119" y="2333"/>
                    <a:pt x="1184" y="2341"/>
                    <a:pt x="1297" y="2349"/>
                  </a:cubicBezTo>
                  <a:cubicBezTo>
                    <a:pt x="1241" y="2349"/>
                    <a:pt x="1119" y="2357"/>
                    <a:pt x="1119" y="2357"/>
                  </a:cubicBezTo>
                  <a:cubicBezTo>
                    <a:pt x="1146" y="2357"/>
                    <a:pt x="1173" y="2361"/>
                    <a:pt x="1200" y="2361"/>
                  </a:cubicBezTo>
                  <a:cubicBezTo>
                    <a:pt x="1214" y="2361"/>
                    <a:pt x="1227" y="2360"/>
                    <a:pt x="1241" y="2357"/>
                  </a:cubicBezTo>
                  <a:cubicBezTo>
                    <a:pt x="1297" y="2357"/>
                    <a:pt x="1297" y="2366"/>
                    <a:pt x="1241" y="2374"/>
                  </a:cubicBezTo>
                  <a:cubicBezTo>
                    <a:pt x="1176" y="2382"/>
                    <a:pt x="1176" y="2382"/>
                    <a:pt x="1233" y="2390"/>
                  </a:cubicBezTo>
                  <a:cubicBezTo>
                    <a:pt x="1233" y="2398"/>
                    <a:pt x="1233" y="2398"/>
                    <a:pt x="1176" y="2406"/>
                  </a:cubicBezTo>
                  <a:lnTo>
                    <a:pt x="1233" y="2406"/>
                  </a:lnTo>
                  <a:cubicBezTo>
                    <a:pt x="1297" y="2406"/>
                    <a:pt x="1297" y="2414"/>
                    <a:pt x="1233" y="2414"/>
                  </a:cubicBezTo>
                  <a:cubicBezTo>
                    <a:pt x="1111" y="2422"/>
                    <a:pt x="1111" y="2430"/>
                    <a:pt x="1176" y="2430"/>
                  </a:cubicBezTo>
                  <a:cubicBezTo>
                    <a:pt x="1233" y="2430"/>
                    <a:pt x="1233" y="2438"/>
                    <a:pt x="1233" y="2438"/>
                  </a:cubicBezTo>
                  <a:cubicBezTo>
                    <a:pt x="1233" y="2447"/>
                    <a:pt x="1233" y="2447"/>
                    <a:pt x="1289" y="2455"/>
                  </a:cubicBezTo>
                  <a:lnTo>
                    <a:pt x="1289" y="2463"/>
                  </a:lnTo>
                  <a:cubicBezTo>
                    <a:pt x="1265" y="2463"/>
                    <a:pt x="1249" y="2463"/>
                    <a:pt x="1233" y="2455"/>
                  </a:cubicBezTo>
                  <a:lnTo>
                    <a:pt x="1168" y="2463"/>
                  </a:lnTo>
                  <a:cubicBezTo>
                    <a:pt x="1168" y="2471"/>
                    <a:pt x="1168" y="2479"/>
                    <a:pt x="1224" y="2479"/>
                  </a:cubicBezTo>
                  <a:cubicBezTo>
                    <a:pt x="1346" y="2487"/>
                    <a:pt x="1346" y="2487"/>
                    <a:pt x="1224" y="2487"/>
                  </a:cubicBezTo>
                  <a:cubicBezTo>
                    <a:pt x="1168" y="2487"/>
                    <a:pt x="1103" y="2487"/>
                    <a:pt x="1168" y="2495"/>
                  </a:cubicBezTo>
                  <a:cubicBezTo>
                    <a:pt x="1281" y="2495"/>
                    <a:pt x="1224" y="2503"/>
                    <a:pt x="1168" y="2503"/>
                  </a:cubicBezTo>
                  <a:cubicBezTo>
                    <a:pt x="1117" y="2500"/>
                    <a:pt x="1088" y="2498"/>
                    <a:pt x="1079" y="2498"/>
                  </a:cubicBezTo>
                  <a:cubicBezTo>
                    <a:pt x="1067" y="2498"/>
                    <a:pt x="1096" y="2502"/>
                    <a:pt x="1168" y="2511"/>
                  </a:cubicBezTo>
                  <a:cubicBezTo>
                    <a:pt x="1160" y="2520"/>
                    <a:pt x="1224" y="2536"/>
                    <a:pt x="1216" y="2552"/>
                  </a:cubicBezTo>
                  <a:cubicBezTo>
                    <a:pt x="1216" y="2568"/>
                    <a:pt x="1216" y="2576"/>
                    <a:pt x="1160" y="2584"/>
                  </a:cubicBezTo>
                  <a:lnTo>
                    <a:pt x="1095" y="2584"/>
                  </a:lnTo>
                  <a:cubicBezTo>
                    <a:pt x="1216" y="2584"/>
                    <a:pt x="1216" y="2584"/>
                    <a:pt x="1216" y="2601"/>
                  </a:cubicBezTo>
                  <a:cubicBezTo>
                    <a:pt x="1151" y="2609"/>
                    <a:pt x="1216" y="2617"/>
                    <a:pt x="1273" y="2625"/>
                  </a:cubicBezTo>
                  <a:lnTo>
                    <a:pt x="1273" y="2617"/>
                  </a:lnTo>
                  <a:cubicBezTo>
                    <a:pt x="1395" y="2617"/>
                    <a:pt x="1395" y="2617"/>
                    <a:pt x="1330" y="2625"/>
                  </a:cubicBezTo>
                  <a:cubicBezTo>
                    <a:pt x="1289" y="2633"/>
                    <a:pt x="1249" y="2633"/>
                    <a:pt x="1208" y="2633"/>
                  </a:cubicBezTo>
                  <a:cubicBezTo>
                    <a:pt x="1168" y="2633"/>
                    <a:pt x="1127" y="2633"/>
                    <a:pt x="1087" y="2641"/>
                  </a:cubicBezTo>
                  <a:cubicBezTo>
                    <a:pt x="1087" y="2649"/>
                    <a:pt x="1087" y="2649"/>
                    <a:pt x="1151" y="2649"/>
                  </a:cubicBezTo>
                  <a:lnTo>
                    <a:pt x="1208" y="2649"/>
                  </a:lnTo>
                  <a:cubicBezTo>
                    <a:pt x="1208" y="2657"/>
                    <a:pt x="1208" y="2657"/>
                    <a:pt x="1265" y="2666"/>
                  </a:cubicBezTo>
                  <a:cubicBezTo>
                    <a:pt x="1330" y="2666"/>
                    <a:pt x="1330" y="2666"/>
                    <a:pt x="1330" y="2674"/>
                  </a:cubicBezTo>
                  <a:cubicBezTo>
                    <a:pt x="1265" y="2674"/>
                    <a:pt x="1265" y="2682"/>
                    <a:pt x="1265" y="2682"/>
                  </a:cubicBezTo>
                  <a:lnTo>
                    <a:pt x="1208" y="2682"/>
                  </a:lnTo>
                  <a:cubicBezTo>
                    <a:pt x="1143" y="2682"/>
                    <a:pt x="1087" y="2690"/>
                    <a:pt x="1087" y="2690"/>
                  </a:cubicBezTo>
                  <a:lnTo>
                    <a:pt x="1143" y="2690"/>
                  </a:lnTo>
                  <a:cubicBezTo>
                    <a:pt x="1208" y="2690"/>
                    <a:pt x="1192" y="2795"/>
                    <a:pt x="1192" y="2811"/>
                  </a:cubicBezTo>
                  <a:cubicBezTo>
                    <a:pt x="1135" y="2820"/>
                    <a:pt x="1127" y="2828"/>
                    <a:pt x="1192" y="2828"/>
                  </a:cubicBezTo>
                  <a:cubicBezTo>
                    <a:pt x="1249" y="2828"/>
                    <a:pt x="1249" y="2844"/>
                    <a:pt x="1249" y="2868"/>
                  </a:cubicBezTo>
                  <a:cubicBezTo>
                    <a:pt x="1241" y="2901"/>
                    <a:pt x="1241" y="2925"/>
                    <a:pt x="1297" y="2925"/>
                  </a:cubicBezTo>
                  <a:cubicBezTo>
                    <a:pt x="1297" y="2925"/>
                    <a:pt x="1297" y="2925"/>
                    <a:pt x="1297" y="2933"/>
                  </a:cubicBezTo>
                  <a:cubicBezTo>
                    <a:pt x="1297" y="2941"/>
                    <a:pt x="1354" y="2949"/>
                    <a:pt x="1354" y="2957"/>
                  </a:cubicBezTo>
                  <a:cubicBezTo>
                    <a:pt x="1397" y="2957"/>
                    <a:pt x="1412" y="2961"/>
                    <a:pt x="1397" y="2961"/>
                  </a:cubicBezTo>
                  <a:cubicBezTo>
                    <a:pt x="1390" y="2961"/>
                    <a:pt x="1376" y="2960"/>
                    <a:pt x="1354" y="2957"/>
                  </a:cubicBezTo>
                  <a:cubicBezTo>
                    <a:pt x="1314" y="2957"/>
                    <a:pt x="1273" y="2957"/>
                    <a:pt x="1233" y="2965"/>
                  </a:cubicBezTo>
                  <a:cubicBezTo>
                    <a:pt x="1233" y="2974"/>
                    <a:pt x="1297" y="2974"/>
                    <a:pt x="1354" y="2974"/>
                  </a:cubicBezTo>
                  <a:cubicBezTo>
                    <a:pt x="1411" y="2974"/>
                    <a:pt x="1411" y="2982"/>
                    <a:pt x="1411" y="2982"/>
                  </a:cubicBezTo>
                  <a:lnTo>
                    <a:pt x="1233" y="2982"/>
                  </a:lnTo>
                  <a:lnTo>
                    <a:pt x="1233" y="2990"/>
                  </a:lnTo>
                  <a:lnTo>
                    <a:pt x="1297" y="2990"/>
                  </a:lnTo>
                  <a:cubicBezTo>
                    <a:pt x="1297" y="2998"/>
                    <a:pt x="1297" y="2998"/>
                    <a:pt x="1176" y="2998"/>
                  </a:cubicBezTo>
                  <a:cubicBezTo>
                    <a:pt x="1054" y="2998"/>
                    <a:pt x="1054" y="2998"/>
                    <a:pt x="1176" y="3006"/>
                  </a:cubicBezTo>
                  <a:lnTo>
                    <a:pt x="1233" y="3014"/>
                  </a:lnTo>
                  <a:cubicBezTo>
                    <a:pt x="1111" y="3014"/>
                    <a:pt x="1233" y="3022"/>
                    <a:pt x="1289" y="3030"/>
                  </a:cubicBezTo>
                  <a:cubicBezTo>
                    <a:pt x="1168" y="3030"/>
                    <a:pt x="1168" y="3038"/>
                    <a:pt x="1289" y="3038"/>
                  </a:cubicBezTo>
                  <a:cubicBezTo>
                    <a:pt x="1346" y="3038"/>
                    <a:pt x="1346" y="3047"/>
                    <a:pt x="1289" y="3055"/>
                  </a:cubicBezTo>
                  <a:cubicBezTo>
                    <a:pt x="1224" y="3055"/>
                    <a:pt x="1224" y="3063"/>
                    <a:pt x="1224" y="3071"/>
                  </a:cubicBezTo>
                  <a:cubicBezTo>
                    <a:pt x="1289" y="3071"/>
                    <a:pt x="1281" y="3103"/>
                    <a:pt x="1281" y="3136"/>
                  </a:cubicBezTo>
                  <a:cubicBezTo>
                    <a:pt x="1273" y="3176"/>
                    <a:pt x="1273" y="3201"/>
                    <a:pt x="1330" y="3201"/>
                  </a:cubicBezTo>
                  <a:cubicBezTo>
                    <a:pt x="1330" y="3201"/>
                    <a:pt x="1330" y="3201"/>
                    <a:pt x="1273" y="3209"/>
                  </a:cubicBezTo>
                  <a:cubicBezTo>
                    <a:pt x="1208" y="3209"/>
                    <a:pt x="1208" y="3209"/>
                    <a:pt x="1330" y="3217"/>
                  </a:cubicBezTo>
                  <a:cubicBezTo>
                    <a:pt x="1387" y="3225"/>
                    <a:pt x="1451" y="3225"/>
                    <a:pt x="1330" y="3225"/>
                  </a:cubicBezTo>
                  <a:cubicBezTo>
                    <a:pt x="1273" y="3225"/>
                    <a:pt x="1273" y="3233"/>
                    <a:pt x="1265" y="3249"/>
                  </a:cubicBezTo>
                  <a:cubicBezTo>
                    <a:pt x="1265" y="3257"/>
                    <a:pt x="1265" y="3274"/>
                    <a:pt x="1322" y="3274"/>
                  </a:cubicBezTo>
                  <a:cubicBezTo>
                    <a:pt x="1387" y="3282"/>
                    <a:pt x="1387" y="3282"/>
                    <a:pt x="1322" y="3282"/>
                  </a:cubicBezTo>
                  <a:cubicBezTo>
                    <a:pt x="1306" y="3281"/>
                    <a:pt x="1292" y="3280"/>
                    <a:pt x="1278" y="3280"/>
                  </a:cubicBezTo>
                  <a:cubicBezTo>
                    <a:pt x="1194" y="3280"/>
                    <a:pt x="1160" y="3300"/>
                    <a:pt x="1265" y="3314"/>
                  </a:cubicBezTo>
                  <a:cubicBezTo>
                    <a:pt x="1265" y="3314"/>
                    <a:pt x="1257" y="3322"/>
                    <a:pt x="1200" y="3322"/>
                  </a:cubicBezTo>
                  <a:cubicBezTo>
                    <a:pt x="1200" y="3322"/>
                    <a:pt x="1200" y="3330"/>
                    <a:pt x="1257" y="3338"/>
                  </a:cubicBezTo>
                  <a:cubicBezTo>
                    <a:pt x="1257" y="3347"/>
                    <a:pt x="1257" y="3363"/>
                    <a:pt x="1257" y="3371"/>
                  </a:cubicBezTo>
                  <a:cubicBezTo>
                    <a:pt x="1257" y="3379"/>
                    <a:pt x="1314" y="3387"/>
                    <a:pt x="1314" y="3387"/>
                  </a:cubicBezTo>
                  <a:cubicBezTo>
                    <a:pt x="1314" y="3395"/>
                    <a:pt x="1314" y="3395"/>
                    <a:pt x="1314" y="3395"/>
                  </a:cubicBezTo>
                  <a:cubicBezTo>
                    <a:pt x="1257" y="3395"/>
                    <a:pt x="1249" y="3411"/>
                    <a:pt x="1249" y="3444"/>
                  </a:cubicBezTo>
                  <a:cubicBezTo>
                    <a:pt x="1241" y="3468"/>
                    <a:pt x="1241" y="3501"/>
                    <a:pt x="1184" y="3501"/>
                  </a:cubicBezTo>
                  <a:cubicBezTo>
                    <a:pt x="1184" y="3501"/>
                    <a:pt x="1184" y="3509"/>
                    <a:pt x="1241" y="3509"/>
                  </a:cubicBezTo>
                  <a:cubicBezTo>
                    <a:pt x="1362" y="3517"/>
                    <a:pt x="1362" y="3517"/>
                    <a:pt x="1297" y="3525"/>
                  </a:cubicBezTo>
                  <a:cubicBezTo>
                    <a:pt x="1176" y="3525"/>
                    <a:pt x="1176" y="3541"/>
                    <a:pt x="1297" y="3549"/>
                  </a:cubicBezTo>
                  <a:lnTo>
                    <a:pt x="1233" y="3549"/>
                  </a:lnTo>
                  <a:cubicBezTo>
                    <a:pt x="1119" y="3557"/>
                    <a:pt x="1176" y="3565"/>
                    <a:pt x="1297" y="3574"/>
                  </a:cubicBezTo>
                  <a:cubicBezTo>
                    <a:pt x="1233" y="3574"/>
                    <a:pt x="1176" y="3582"/>
                    <a:pt x="1233" y="3582"/>
                  </a:cubicBezTo>
                  <a:cubicBezTo>
                    <a:pt x="1233" y="3590"/>
                    <a:pt x="1233" y="3590"/>
                    <a:pt x="1111" y="3590"/>
                  </a:cubicBezTo>
                  <a:cubicBezTo>
                    <a:pt x="1097" y="3587"/>
                    <a:pt x="1084" y="3586"/>
                    <a:pt x="1070" y="3586"/>
                  </a:cubicBezTo>
                  <a:cubicBezTo>
                    <a:pt x="1043" y="3586"/>
                    <a:pt x="1016" y="3590"/>
                    <a:pt x="989" y="3590"/>
                  </a:cubicBezTo>
                  <a:cubicBezTo>
                    <a:pt x="1030" y="3598"/>
                    <a:pt x="1070" y="3598"/>
                    <a:pt x="1111" y="3598"/>
                  </a:cubicBezTo>
                  <a:cubicBezTo>
                    <a:pt x="1111" y="3598"/>
                    <a:pt x="1111" y="3598"/>
                    <a:pt x="1111" y="3606"/>
                  </a:cubicBezTo>
                  <a:lnTo>
                    <a:pt x="1168" y="3606"/>
                  </a:lnTo>
                  <a:cubicBezTo>
                    <a:pt x="1233" y="3606"/>
                    <a:pt x="1233" y="3614"/>
                    <a:pt x="1233" y="3614"/>
                  </a:cubicBezTo>
                  <a:cubicBezTo>
                    <a:pt x="1189" y="3614"/>
                    <a:pt x="1204" y="3618"/>
                    <a:pt x="1235" y="3618"/>
                  </a:cubicBezTo>
                  <a:cubicBezTo>
                    <a:pt x="1251" y="3618"/>
                    <a:pt x="1270" y="3617"/>
                    <a:pt x="1289" y="3614"/>
                  </a:cubicBezTo>
                  <a:cubicBezTo>
                    <a:pt x="1330" y="3614"/>
                    <a:pt x="1370" y="3614"/>
                    <a:pt x="1411" y="3622"/>
                  </a:cubicBezTo>
                  <a:lnTo>
                    <a:pt x="1524" y="3622"/>
                  </a:lnTo>
                  <a:cubicBezTo>
                    <a:pt x="1605" y="3622"/>
                    <a:pt x="1687" y="3622"/>
                    <a:pt x="1768" y="3614"/>
                  </a:cubicBezTo>
                  <a:cubicBezTo>
                    <a:pt x="1833" y="3598"/>
                    <a:pt x="1889" y="3582"/>
                    <a:pt x="1768" y="3582"/>
                  </a:cubicBezTo>
                  <a:cubicBezTo>
                    <a:pt x="1751" y="3582"/>
                    <a:pt x="1735" y="3582"/>
                    <a:pt x="1711" y="3574"/>
                  </a:cubicBezTo>
                  <a:cubicBezTo>
                    <a:pt x="1735" y="3574"/>
                    <a:pt x="1751" y="3565"/>
                    <a:pt x="1776" y="3565"/>
                  </a:cubicBezTo>
                  <a:cubicBezTo>
                    <a:pt x="1833" y="3565"/>
                    <a:pt x="1833" y="3549"/>
                    <a:pt x="1841" y="3525"/>
                  </a:cubicBezTo>
                  <a:cubicBezTo>
                    <a:pt x="1841" y="3501"/>
                    <a:pt x="1841" y="3493"/>
                    <a:pt x="1897" y="3484"/>
                  </a:cubicBezTo>
                  <a:cubicBezTo>
                    <a:pt x="1962" y="3484"/>
                    <a:pt x="1962" y="3476"/>
                    <a:pt x="1962" y="3476"/>
                  </a:cubicBezTo>
                  <a:cubicBezTo>
                    <a:pt x="1905" y="3476"/>
                    <a:pt x="1905" y="3452"/>
                    <a:pt x="1905" y="3420"/>
                  </a:cubicBezTo>
                  <a:cubicBezTo>
                    <a:pt x="1914" y="3395"/>
                    <a:pt x="1914" y="3363"/>
                    <a:pt x="1857" y="3363"/>
                  </a:cubicBezTo>
                  <a:lnTo>
                    <a:pt x="1857" y="3355"/>
                  </a:lnTo>
                  <a:cubicBezTo>
                    <a:pt x="1914" y="3355"/>
                    <a:pt x="1914" y="3347"/>
                    <a:pt x="1914" y="3338"/>
                  </a:cubicBezTo>
                  <a:cubicBezTo>
                    <a:pt x="1857" y="3330"/>
                    <a:pt x="1857" y="3322"/>
                    <a:pt x="1857" y="3322"/>
                  </a:cubicBezTo>
                  <a:cubicBezTo>
                    <a:pt x="1922" y="3322"/>
                    <a:pt x="1922" y="3314"/>
                    <a:pt x="1922" y="3306"/>
                  </a:cubicBezTo>
                  <a:cubicBezTo>
                    <a:pt x="1922" y="3298"/>
                    <a:pt x="1922" y="3290"/>
                    <a:pt x="1865" y="3290"/>
                  </a:cubicBezTo>
                  <a:cubicBezTo>
                    <a:pt x="1865" y="3290"/>
                    <a:pt x="1865" y="3257"/>
                    <a:pt x="1930" y="3249"/>
                  </a:cubicBezTo>
                  <a:cubicBezTo>
                    <a:pt x="1987" y="3241"/>
                    <a:pt x="1930" y="3241"/>
                    <a:pt x="1865" y="3233"/>
                  </a:cubicBezTo>
                  <a:cubicBezTo>
                    <a:pt x="1824" y="3233"/>
                    <a:pt x="1792" y="3233"/>
                    <a:pt x="1751" y="3225"/>
                  </a:cubicBezTo>
                  <a:lnTo>
                    <a:pt x="1865" y="3225"/>
                  </a:lnTo>
                  <a:cubicBezTo>
                    <a:pt x="1897" y="3229"/>
                    <a:pt x="1914" y="3231"/>
                    <a:pt x="1922" y="3231"/>
                  </a:cubicBezTo>
                  <a:cubicBezTo>
                    <a:pt x="1930" y="3231"/>
                    <a:pt x="1930" y="3229"/>
                    <a:pt x="1930" y="3225"/>
                  </a:cubicBezTo>
                  <a:lnTo>
                    <a:pt x="1930" y="3209"/>
                  </a:lnTo>
                  <a:cubicBezTo>
                    <a:pt x="1873" y="3209"/>
                    <a:pt x="1873" y="3193"/>
                    <a:pt x="1873" y="3160"/>
                  </a:cubicBezTo>
                  <a:cubicBezTo>
                    <a:pt x="1881" y="3120"/>
                    <a:pt x="1881" y="3111"/>
                    <a:pt x="1824" y="3111"/>
                  </a:cubicBezTo>
                  <a:cubicBezTo>
                    <a:pt x="1760" y="3111"/>
                    <a:pt x="1760" y="3103"/>
                    <a:pt x="1824" y="3095"/>
                  </a:cubicBezTo>
                  <a:cubicBezTo>
                    <a:pt x="2003" y="3071"/>
                    <a:pt x="2003" y="3071"/>
                    <a:pt x="1946" y="3063"/>
                  </a:cubicBezTo>
                  <a:lnTo>
                    <a:pt x="1946" y="3063"/>
                  </a:lnTo>
                  <a:cubicBezTo>
                    <a:pt x="1905" y="3071"/>
                    <a:pt x="1865" y="3071"/>
                    <a:pt x="1824" y="3071"/>
                  </a:cubicBezTo>
                  <a:cubicBezTo>
                    <a:pt x="1703" y="3071"/>
                    <a:pt x="1703" y="3063"/>
                    <a:pt x="1824" y="3063"/>
                  </a:cubicBezTo>
                  <a:cubicBezTo>
                    <a:pt x="1946" y="3063"/>
                    <a:pt x="1889" y="2998"/>
                    <a:pt x="1776" y="2990"/>
                  </a:cubicBezTo>
                  <a:lnTo>
                    <a:pt x="1833" y="2990"/>
                  </a:lnTo>
                  <a:cubicBezTo>
                    <a:pt x="1889" y="2990"/>
                    <a:pt x="1897" y="2990"/>
                    <a:pt x="1897" y="2974"/>
                  </a:cubicBezTo>
                  <a:lnTo>
                    <a:pt x="1897" y="2957"/>
                  </a:lnTo>
                  <a:cubicBezTo>
                    <a:pt x="1776" y="2957"/>
                    <a:pt x="1841" y="2933"/>
                    <a:pt x="1897" y="2933"/>
                  </a:cubicBezTo>
                  <a:cubicBezTo>
                    <a:pt x="1962" y="2925"/>
                    <a:pt x="1962" y="2925"/>
                    <a:pt x="1962" y="2917"/>
                  </a:cubicBezTo>
                  <a:cubicBezTo>
                    <a:pt x="1841" y="2909"/>
                    <a:pt x="1905" y="2884"/>
                    <a:pt x="1962" y="2884"/>
                  </a:cubicBezTo>
                  <a:lnTo>
                    <a:pt x="1962" y="2876"/>
                  </a:lnTo>
                  <a:cubicBezTo>
                    <a:pt x="1905" y="2868"/>
                    <a:pt x="1905" y="2860"/>
                    <a:pt x="1905" y="2860"/>
                  </a:cubicBezTo>
                  <a:cubicBezTo>
                    <a:pt x="1905" y="2844"/>
                    <a:pt x="1905" y="2844"/>
                    <a:pt x="1849" y="2844"/>
                  </a:cubicBezTo>
                  <a:cubicBezTo>
                    <a:pt x="1835" y="2847"/>
                    <a:pt x="1822" y="2847"/>
                    <a:pt x="1808" y="2847"/>
                  </a:cubicBezTo>
                  <a:cubicBezTo>
                    <a:pt x="1781" y="2847"/>
                    <a:pt x="1754" y="2844"/>
                    <a:pt x="1727" y="2844"/>
                  </a:cubicBezTo>
                  <a:lnTo>
                    <a:pt x="1792" y="2844"/>
                  </a:lnTo>
                  <a:cubicBezTo>
                    <a:pt x="1849" y="2844"/>
                    <a:pt x="1849" y="2828"/>
                    <a:pt x="1849" y="2811"/>
                  </a:cubicBezTo>
                  <a:cubicBezTo>
                    <a:pt x="1857" y="2787"/>
                    <a:pt x="1857" y="2779"/>
                    <a:pt x="1914" y="2779"/>
                  </a:cubicBezTo>
                  <a:lnTo>
                    <a:pt x="1857" y="2771"/>
                  </a:lnTo>
                  <a:cubicBezTo>
                    <a:pt x="1800" y="2771"/>
                    <a:pt x="1800" y="2763"/>
                    <a:pt x="1857" y="2763"/>
                  </a:cubicBezTo>
                  <a:cubicBezTo>
                    <a:pt x="1914" y="2763"/>
                    <a:pt x="1922" y="2747"/>
                    <a:pt x="1857" y="2738"/>
                  </a:cubicBezTo>
                  <a:lnTo>
                    <a:pt x="1857" y="2730"/>
                  </a:lnTo>
                  <a:cubicBezTo>
                    <a:pt x="1978" y="2722"/>
                    <a:pt x="1978" y="2706"/>
                    <a:pt x="1865" y="2706"/>
                  </a:cubicBezTo>
                  <a:cubicBezTo>
                    <a:pt x="1922" y="2706"/>
                    <a:pt x="1922" y="2698"/>
                    <a:pt x="1922" y="2698"/>
                  </a:cubicBezTo>
                  <a:cubicBezTo>
                    <a:pt x="1865" y="2690"/>
                    <a:pt x="1865" y="2674"/>
                    <a:pt x="1930" y="2674"/>
                  </a:cubicBezTo>
                  <a:lnTo>
                    <a:pt x="1930" y="2666"/>
                  </a:lnTo>
                  <a:cubicBezTo>
                    <a:pt x="1865" y="2666"/>
                    <a:pt x="1865" y="2657"/>
                    <a:pt x="1865" y="2657"/>
                  </a:cubicBezTo>
                  <a:cubicBezTo>
                    <a:pt x="1865" y="2649"/>
                    <a:pt x="1865" y="2649"/>
                    <a:pt x="1808" y="2641"/>
                  </a:cubicBezTo>
                  <a:cubicBezTo>
                    <a:pt x="1751" y="2633"/>
                    <a:pt x="1751" y="2633"/>
                    <a:pt x="1751" y="2633"/>
                  </a:cubicBezTo>
                  <a:lnTo>
                    <a:pt x="1873" y="2633"/>
                  </a:lnTo>
                  <a:cubicBezTo>
                    <a:pt x="1890" y="2638"/>
                    <a:pt x="1901" y="2640"/>
                    <a:pt x="1907" y="2640"/>
                  </a:cubicBezTo>
                  <a:cubicBezTo>
                    <a:pt x="1919" y="2640"/>
                    <a:pt x="1894" y="2628"/>
                    <a:pt x="1808" y="2617"/>
                  </a:cubicBezTo>
                  <a:cubicBezTo>
                    <a:pt x="1851" y="2617"/>
                    <a:pt x="1891" y="2620"/>
                    <a:pt x="1896" y="2620"/>
                  </a:cubicBezTo>
                  <a:cubicBezTo>
                    <a:pt x="1898" y="2620"/>
                    <a:pt x="1892" y="2620"/>
                    <a:pt x="1873" y="2617"/>
                  </a:cubicBezTo>
                  <a:cubicBezTo>
                    <a:pt x="1873" y="2617"/>
                    <a:pt x="1873" y="2609"/>
                    <a:pt x="1816" y="2609"/>
                  </a:cubicBezTo>
                  <a:lnTo>
                    <a:pt x="1816" y="2593"/>
                  </a:lnTo>
                  <a:cubicBezTo>
                    <a:pt x="1873" y="2584"/>
                    <a:pt x="1873" y="2584"/>
                    <a:pt x="1873" y="2576"/>
                  </a:cubicBezTo>
                  <a:cubicBezTo>
                    <a:pt x="1816" y="2576"/>
                    <a:pt x="1816" y="2576"/>
                    <a:pt x="1873" y="2568"/>
                  </a:cubicBezTo>
                  <a:lnTo>
                    <a:pt x="1816" y="2568"/>
                  </a:lnTo>
                  <a:cubicBezTo>
                    <a:pt x="1760" y="2560"/>
                    <a:pt x="1760" y="2552"/>
                    <a:pt x="1816" y="2552"/>
                  </a:cubicBezTo>
                  <a:cubicBezTo>
                    <a:pt x="1938" y="2552"/>
                    <a:pt x="1938" y="2544"/>
                    <a:pt x="1881" y="2544"/>
                  </a:cubicBezTo>
                  <a:cubicBezTo>
                    <a:pt x="1816" y="2544"/>
                    <a:pt x="1816" y="2536"/>
                    <a:pt x="1816" y="2536"/>
                  </a:cubicBezTo>
                  <a:cubicBezTo>
                    <a:pt x="1881" y="2536"/>
                    <a:pt x="1881" y="2503"/>
                    <a:pt x="1889" y="2463"/>
                  </a:cubicBezTo>
                  <a:cubicBezTo>
                    <a:pt x="1849" y="2455"/>
                    <a:pt x="1808" y="2455"/>
                    <a:pt x="1768" y="2455"/>
                  </a:cubicBezTo>
                  <a:cubicBezTo>
                    <a:pt x="1646" y="2455"/>
                    <a:pt x="1711" y="2455"/>
                    <a:pt x="1768" y="2447"/>
                  </a:cubicBezTo>
                  <a:cubicBezTo>
                    <a:pt x="1946" y="2447"/>
                    <a:pt x="1946" y="2438"/>
                    <a:pt x="1768" y="2438"/>
                  </a:cubicBezTo>
                  <a:cubicBezTo>
                    <a:pt x="1833" y="2430"/>
                    <a:pt x="1833" y="2430"/>
                    <a:pt x="1768" y="2430"/>
                  </a:cubicBezTo>
                  <a:cubicBezTo>
                    <a:pt x="1711" y="2430"/>
                    <a:pt x="1711" y="2422"/>
                    <a:pt x="1768" y="2422"/>
                  </a:cubicBezTo>
                  <a:cubicBezTo>
                    <a:pt x="1833" y="2422"/>
                    <a:pt x="1889" y="2414"/>
                    <a:pt x="1833" y="2414"/>
                  </a:cubicBezTo>
                  <a:cubicBezTo>
                    <a:pt x="1833" y="2414"/>
                    <a:pt x="1833" y="2414"/>
                    <a:pt x="1889" y="2406"/>
                  </a:cubicBezTo>
                  <a:cubicBezTo>
                    <a:pt x="1954" y="2406"/>
                    <a:pt x="1889" y="2398"/>
                    <a:pt x="1833" y="2390"/>
                  </a:cubicBezTo>
                  <a:cubicBezTo>
                    <a:pt x="1752" y="2384"/>
                    <a:pt x="1729" y="2378"/>
                    <a:pt x="1762" y="2378"/>
                  </a:cubicBezTo>
                  <a:cubicBezTo>
                    <a:pt x="1776" y="2378"/>
                    <a:pt x="1799" y="2379"/>
                    <a:pt x="1833" y="2382"/>
                  </a:cubicBezTo>
                  <a:cubicBezTo>
                    <a:pt x="1954" y="2382"/>
                    <a:pt x="1897" y="2366"/>
                    <a:pt x="1776" y="2357"/>
                  </a:cubicBezTo>
                  <a:lnTo>
                    <a:pt x="1719" y="2357"/>
                  </a:lnTo>
                  <a:cubicBezTo>
                    <a:pt x="1776" y="2357"/>
                    <a:pt x="1776" y="2349"/>
                    <a:pt x="1776" y="2349"/>
                  </a:cubicBezTo>
                  <a:cubicBezTo>
                    <a:pt x="1776" y="2349"/>
                    <a:pt x="1776" y="2341"/>
                    <a:pt x="1841" y="2341"/>
                  </a:cubicBezTo>
                  <a:cubicBezTo>
                    <a:pt x="1841" y="2341"/>
                    <a:pt x="1841" y="2341"/>
                    <a:pt x="1784" y="2333"/>
                  </a:cubicBezTo>
                  <a:cubicBezTo>
                    <a:pt x="1662" y="2325"/>
                    <a:pt x="1727" y="2309"/>
                    <a:pt x="1841" y="2301"/>
                  </a:cubicBezTo>
                  <a:lnTo>
                    <a:pt x="1784" y="2293"/>
                  </a:lnTo>
                  <a:cubicBezTo>
                    <a:pt x="1662" y="2293"/>
                    <a:pt x="1605" y="2284"/>
                    <a:pt x="1727" y="2284"/>
                  </a:cubicBezTo>
                  <a:lnTo>
                    <a:pt x="1784" y="2284"/>
                  </a:lnTo>
                  <a:cubicBezTo>
                    <a:pt x="1662" y="2284"/>
                    <a:pt x="1727" y="2268"/>
                    <a:pt x="1849" y="2268"/>
                  </a:cubicBezTo>
                  <a:cubicBezTo>
                    <a:pt x="1905" y="2268"/>
                    <a:pt x="1905" y="2268"/>
                    <a:pt x="1905" y="2260"/>
                  </a:cubicBezTo>
                  <a:lnTo>
                    <a:pt x="1727" y="2260"/>
                  </a:lnTo>
                  <a:cubicBezTo>
                    <a:pt x="1727" y="2252"/>
                    <a:pt x="1727" y="2252"/>
                    <a:pt x="1792" y="2252"/>
                  </a:cubicBezTo>
                  <a:cubicBezTo>
                    <a:pt x="1849" y="2244"/>
                    <a:pt x="1914" y="2244"/>
                    <a:pt x="1849" y="2244"/>
                  </a:cubicBezTo>
                  <a:cubicBezTo>
                    <a:pt x="1849" y="2244"/>
                    <a:pt x="1849" y="2236"/>
                    <a:pt x="1914" y="2228"/>
                  </a:cubicBezTo>
                  <a:cubicBezTo>
                    <a:pt x="1914" y="2228"/>
                    <a:pt x="1914" y="2220"/>
                    <a:pt x="1914" y="2211"/>
                  </a:cubicBezTo>
                  <a:cubicBezTo>
                    <a:pt x="1857" y="2211"/>
                    <a:pt x="1857" y="2203"/>
                    <a:pt x="1914" y="2203"/>
                  </a:cubicBezTo>
                  <a:cubicBezTo>
                    <a:pt x="1914" y="2203"/>
                    <a:pt x="1914" y="2195"/>
                    <a:pt x="1857" y="2187"/>
                  </a:cubicBezTo>
                  <a:cubicBezTo>
                    <a:pt x="1857" y="2179"/>
                    <a:pt x="1857" y="2179"/>
                    <a:pt x="1914" y="2179"/>
                  </a:cubicBezTo>
                  <a:cubicBezTo>
                    <a:pt x="1978" y="2179"/>
                    <a:pt x="1978" y="2179"/>
                    <a:pt x="1914" y="2171"/>
                  </a:cubicBezTo>
                  <a:cubicBezTo>
                    <a:pt x="1857" y="2171"/>
                    <a:pt x="1857" y="2171"/>
                    <a:pt x="1857" y="2163"/>
                  </a:cubicBezTo>
                  <a:lnTo>
                    <a:pt x="1857" y="2155"/>
                  </a:lnTo>
                  <a:cubicBezTo>
                    <a:pt x="1800" y="2155"/>
                    <a:pt x="1800" y="2155"/>
                    <a:pt x="1800" y="2147"/>
                  </a:cubicBezTo>
                  <a:cubicBezTo>
                    <a:pt x="1800" y="2147"/>
                    <a:pt x="1857" y="2130"/>
                    <a:pt x="1865" y="2130"/>
                  </a:cubicBezTo>
                  <a:cubicBezTo>
                    <a:pt x="1865" y="2121"/>
                    <a:pt x="1865" y="2117"/>
                    <a:pt x="1852" y="2117"/>
                  </a:cubicBezTo>
                  <a:cubicBezTo>
                    <a:pt x="1843" y="2117"/>
                    <a:pt x="1827" y="2119"/>
                    <a:pt x="1800" y="2122"/>
                  </a:cubicBezTo>
                  <a:cubicBezTo>
                    <a:pt x="1800" y="2122"/>
                    <a:pt x="1743" y="2122"/>
                    <a:pt x="1800" y="2114"/>
                  </a:cubicBezTo>
                  <a:cubicBezTo>
                    <a:pt x="1800" y="2114"/>
                    <a:pt x="1865" y="2098"/>
                    <a:pt x="1865" y="2090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687" y="2074"/>
                    <a:pt x="1687" y="2074"/>
                    <a:pt x="1808" y="2066"/>
                  </a:cubicBezTo>
                  <a:cubicBezTo>
                    <a:pt x="1930" y="2057"/>
                    <a:pt x="1930" y="2049"/>
                    <a:pt x="1865" y="2049"/>
                  </a:cubicBezTo>
                  <a:cubicBezTo>
                    <a:pt x="1808" y="2049"/>
                    <a:pt x="1808" y="2049"/>
                    <a:pt x="1808" y="2041"/>
                  </a:cubicBezTo>
                  <a:cubicBezTo>
                    <a:pt x="1865" y="2041"/>
                    <a:pt x="1873" y="2041"/>
                    <a:pt x="1808" y="2033"/>
                  </a:cubicBezTo>
                  <a:cubicBezTo>
                    <a:pt x="1808" y="2025"/>
                    <a:pt x="1808" y="2025"/>
                    <a:pt x="1873" y="2025"/>
                  </a:cubicBezTo>
                  <a:lnTo>
                    <a:pt x="1873" y="2017"/>
                  </a:lnTo>
                  <a:cubicBezTo>
                    <a:pt x="1751" y="2009"/>
                    <a:pt x="1816" y="1984"/>
                    <a:pt x="1873" y="1976"/>
                  </a:cubicBezTo>
                  <a:cubicBezTo>
                    <a:pt x="1873" y="1976"/>
                    <a:pt x="1873" y="1976"/>
                    <a:pt x="1816" y="1968"/>
                  </a:cubicBezTo>
                  <a:cubicBezTo>
                    <a:pt x="1695" y="1968"/>
                    <a:pt x="1695" y="1960"/>
                    <a:pt x="1816" y="1960"/>
                  </a:cubicBezTo>
                  <a:cubicBezTo>
                    <a:pt x="1760" y="1952"/>
                    <a:pt x="1760" y="1936"/>
                    <a:pt x="1881" y="1936"/>
                  </a:cubicBezTo>
                  <a:lnTo>
                    <a:pt x="2003" y="1936"/>
                  </a:lnTo>
                  <a:cubicBezTo>
                    <a:pt x="1938" y="1936"/>
                    <a:pt x="1938" y="1928"/>
                    <a:pt x="1938" y="1928"/>
                  </a:cubicBezTo>
                  <a:cubicBezTo>
                    <a:pt x="1881" y="1928"/>
                    <a:pt x="1881" y="1928"/>
                    <a:pt x="1881" y="1911"/>
                  </a:cubicBezTo>
                  <a:cubicBezTo>
                    <a:pt x="1881" y="1903"/>
                    <a:pt x="1824" y="1887"/>
                    <a:pt x="1824" y="1879"/>
                  </a:cubicBezTo>
                  <a:cubicBezTo>
                    <a:pt x="1824" y="1871"/>
                    <a:pt x="1824" y="1855"/>
                    <a:pt x="1889" y="1855"/>
                  </a:cubicBezTo>
                  <a:cubicBezTo>
                    <a:pt x="1889" y="1847"/>
                    <a:pt x="1889" y="1847"/>
                    <a:pt x="1833" y="1839"/>
                  </a:cubicBezTo>
                  <a:cubicBezTo>
                    <a:pt x="1768" y="1830"/>
                    <a:pt x="1776" y="1822"/>
                    <a:pt x="1833" y="1822"/>
                  </a:cubicBezTo>
                  <a:lnTo>
                    <a:pt x="1833" y="1814"/>
                  </a:lnTo>
                  <a:cubicBezTo>
                    <a:pt x="1776" y="1806"/>
                    <a:pt x="1776" y="1806"/>
                    <a:pt x="1776" y="1806"/>
                  </a:cubicBezTo>
                  <a:cubicBezTo>
                    <a:pt x="1833" y="1806"/>
                    <a:pt x="1889" y="1798"/>
                    <a:pt x="1833" y="1798"/>
                  </a:cubicBezTo>
                  <a:cubicBezTo>
                    <a:pt x="1776" y="1798"/>
                    <a:pt x="1776" y="1790"/>
                    <a:pt x="1776" y="1782"/>
                  </a:cubicBezTo>
                  <a:cubicBezTo>
                    <a:pt x="1833" y="1774"/>
                    <a:pt x="1849" y="1636"/>
                    <a:pt x="1792" y="1636"/>
                  </a:cubicBezTo>
                  <a:cubicBezTo>
                    <a:pt x="1792" y="1636"/>
                    <a:pt x="1792" y="1628"/>
                    <a:pt x="1792" y="1620"/>
                  </a:cubicBezTo>
                  <a:lnTo>
                    <a:pt x="1792" y="1612"/>
                  </a:lnTo>
                  <a:cubicBezTo>
                    <a:pt x="1914" y="1612"/>
                    <a:pt x="1857" y="1587"/>
                    <a:pt x="1800" y="1571"/>
                  </a:cubicBezTo>
                  <a:cubicBezTo>
                    <a:pt x="1735" y="1571"/>
                    <a:pt x="1735" y="1563"/>
                    <a:pt x="1735" y="1563"/>
                  </a:cubicBezTo>
                  <a:cubicBezTo>
                    <a:pt x="1857" y="1563"/>
                    <a:pt x="1857" y="1547"/>
                    <a:pt x="1800" y="1539"/>
                  </a:cubicBezTo>
                  <a:cubicBezTo>
                    <a:pt x="1678" y="1539"/>
                    <a:pt x="1678" y="1530"/>
                    <a:pt x="1800" y="1530"/>
                  </a:cubicBezTo>
                  <a:cubicBezTo>
                    <a:pt x="1922" y="1530"/>
                    <a:pt x="1922" y="1522"/>
                    <a:pt x="1743" y="1514"/>
                  </a:cubicBezTo>
                  <a:cubicBezTo>
                    <a:pt x="1687" y="1514"/>
                    <a:pt x="1687" y="1514"/>
                    <a:pt x="1743" y="1506"/>
                  </a:cubicBezTo>
                  <a:cubicBezTo>
                    <a:pt x="1865" y="1506"/>
                    <a:pt x="1865" y="1498"/>
                    <a:pt x="1808" y="1498"/>
                  </a:cubicBezTo>
                  <a:cubicBezTo>
                    <a:pt x="1687" y="1490"/>
                    <a:pt x="1687" y="1490"/>
                    <a:pt x="1808" y="1482"/>
                  </a:cubicBezTo>
                  <a:cubicBezTo>
                    <a:pt x="1930" y="1474"/>
                    <a:pt x="1930" y="1474"/>
                    <a:pt x="1808" y="1474"/>
                  </a:cubicBezTo>
                  <a:cubicBezTo>
                    <a:pt x="1687" y="1466"/>
                    <a:pt x="1695" y="1449"/>
                    <a:pt x="1808" y="1449"/>
                  </a:cubicBezTo>
                  <a:cubicBezTo>
                    <a:pt x="1808" y="1441"/>
                    <a:pt x="1873" y="1441"/>
                    <a:pt x="1808" y="1441"/>
                  </a:cubicBezTo>
                  <a:lnTo>
                    <a:pt x="1873" y="1433"/>
                  </a:lnTo>
                  <a:cubicBezTo>
                    <a:pt x="1873" y="1433"/>
                    <a:pt x="1873" y="1425"/>
                    <a:pt x="1873" y="1425"/>
                  </a:cubicBezTo>
                  <a:lnTo>
                    <a:pt x="1816" y="1425"/>
                  </a:lnTo>
                  <a:cubicBezTo>
                    <a:pt x="1816" y="1425"/>
                    <a:pt x="1873" y="1393"/>
                    <a:pt x="1881" y="1368"/>
                  </a:cubicBezTo>
                  <a:cubicBezTo>
                    <a:pt x="1881" y="1320"/>
                    <a:pt x="1881" y="1312"/>
                    <a:pt x="1824" y="1312"/>
                  </a:cubicBezTo>
                  <a:cubicBezTo>
                    <a:pt x="1789" y="1314"/>
                    <a:pt x="1764" y="1315"/>
                    <a:pt x="1749" y="1315"/>
                  </a:cubicBezTo>
                  <a:cubicBezTo>
                    <a:pt x="1713" y="1315"/>
                    <a:pt x="1738" y="1309"/>
                    <a:pt x="1824" y="1303"/>
                  </a:cubicBezTo>
                  <a:cubicBezTo>
                    <a:pt x="1824" y="1303"/>
                    <a:pt x="1889" y="1295"/>
                    <a:pt x="1889" y="1287"/>
                  </a:cubicBezTo>
                  <a:cubicBezTo>
                    <a:pt x="1889" y="1279"/>
                    <a:pt x="1889" y="1271"/>
                    <a:pt x="1946" y="1271"/>
                  </a:cubicBezTo>
                  <a:lnTo>
                    <a:pt x="1946" y="1263"/>
                  </a:lnTo>
                  <a:cubicBezTo>
                    <a:pt x="1833" y="1255"/>
                    <a:pt x="1833" y="1230"/>
                    <a:pt x="1897" y="1214"/>
                  </a:cubicBezTo>
                  <a:cubicBezTo>
                    <a:pt x="1897" y="1206"/>
                    <a:pt x="1897" y="1206"/>
                    <a:pt x="1841" y="1198"/>
                  </a:cubicBezTo>
                  <a:cubicBezTo>
                    <a:pt x="1776" y="1190"/>
                    <a:pt x="1776" y="1190"/>
                    <a:pt x="1841" y="1182"/>
                  </a:cubicBezTo>
                  <a:cubicBezTo>
                    <a:pt x="1897" y="1182"/>
                    <a:pt x="1962" y="1157"/>
                    <a:pt x="1841" y="1157"/>
                  </a:cubicBezTo>
                  <a:lnTo>
                    <a:pt x="1897" y="1149"/>
                  </a:lnTo>
                  <a:cubicBezTo>
                    <a:pt x="1962" y="1149"/>
                    <a:pt x="1905" y="1141"/>
                    <a:pt x="1841" y="1141"/>
                  </a:cubicBezTo>
                  <a:cubicBezTo>
                    <a:pt x="1719" y="1141"/>
                    <a:pt x="1727" y="1141"/>
                    <a:pt x="1905" y="1133"/>
                  </a:cubicBezTo>
                  <a:lnTo>
                    <a:pt x="1962" y="1133"/>
                  </a:lnTo>
                  <a:cubicBezTo>
                    <a:pt x="1905" y="1125"/>
                    <a:pt x="1849" y="1125"/>
                    <a:pt x="1905" y="1117"/>
                  </a:cubicBezTo>
                  <a:cubicBezTo>
                    <a:pt x="1905" y="1117"/>
                    <a:pt x="1905" y="1109"/>
                    <a:pt x="1784" y="1109"/>
                  </a:cubicBezTo>
                  <a:cubicBezTo>
                    <a:pt x="1727" y="1109"/>
                    <a:pt x="1727" y="1109"/>
                    <a:pt x="1727" y="1101"/>
                  </a:cubicBezTo>
                  <a:cubicBezTo>
                    <a:pt x="1768" y="1101"/>
                    <a:pt x="1808" y="1101"/>
                    <a:pt x="1849" y="1109"/>
                  </a:cubicBezTo>
                  <a:cubicBezTo>
                    <a:pt x="1849" y="1109"/>
                    <a:pt x="1849" y="1109"/>
                    <a:pt x="1849" y="1101"/>
                  </a:cubicBezTo>
                  <a:cubicBezTo>
                    <a:pt x="1889" y="1085"/>
                    <a:pt x="1930" y="1085"/>
                    <a:pt x="1970" y="1085"/>
                  </a:cubicBezTo>
                  <a:cubicBezTo>
                    <a:pt x="2027" y="1076"/>
                    <a:pt x="2027" y="1076"/>
                    <a:pt x="1905" y="1076"/>
                  </a:cubicBezTo>
                  <a:cubicBezTo>
                    <a:pt x="1792" y="1076"/>
                    <a:pt x="1792" y="1076"/>
                    <a:pt x="1792" y="1068"/>
                  </a:cubicBezTo>
                  <a:cubicBezTo>
                    <a:pt x="1792" y="1068"/>
                    <a:pt x="1792" y="1060"/>
                    <a:pt x="1849" y="1060"/>
                  </a:cubicBezTo>
                  <a:cubicBezTo>
                    <a:pt x="1914" y="1060"/>
                    <a:pt x="1914" y="1060"/>
                    <a:pt x="1914" y="1052"/>
                  </a:cubicBezTo>
                  <a:cubicBezTo>
                    <a:pt x="1834" y="1039"/>
                    <a:pt x="1755" y="1026"/>
                    <a:pt x="1671" y="1026"/>
                  </a:cubicBezTo>
                  <a:cubicBezTo>
                    <a:pt x="1652" y="1026"/>
                    <a:pt x="1633" y="1026"/>
                    <a:pt x="1614" y="1028"/>
                  </a:cubicBezTo>
                  <a:cubicBezTo>
                    <a:pt x="1500" y="1028"/>
                    <a:pt x="1500" y="1028"/>
                    <a:pt x="1614" y="1020"/>
                  </a:cubicBezTo>
                  <a:cubicBezTo>
                    <a:pt x="1678" y="1020"/>
                    <a:pt x="1678" y="1020"/>
                    <a:pt x="1678" y="1012"/>
                  </a:cubicBezTo>
                  <a:cubicBezTo>
                    <a:pt x="1635" y="1012"/>
                    <a:pt x="1650" y="1008"/>
                    <a:pt x="1664" y="1008"/>
                  </a:cubicBezTo>
                  <a:cubicBezTo>
                    <a:pt x="1671" y="1008"/>
                    <a:pt x="1678" y="1009"/>
                    <a:pt x="1678" y="1012"/>
                  </a:cubicBezTo>
                  <a:cubicBezTo>
                    <a:pt x="1735" y="1012"/>
                    <a:pt x="1735" y="1020"/>
                    <a:pt x="1735" y="1020"/>
                  </a:cubicBezTo>
                  <a:lnTo>
                    <a:pt x="1792" y="1020"/>
                  </a:lnTo>
                  <a:cubicBezTo>
                    <a:pt x="1914" y="1020"/>
                    <a:pt x="1914" y="1012"/>
                    <a:pt x="1800" y="1003"/>
                  </a:cubicBezTo>
                  <a:cubicBezTo>
                    <a:pt x="1735" y="1003"/>
                    <a:pt x="1735" y="1003"/>
                    <a:pt x="1800" y="995"/>
                  </a:cubicBezTo>
                  <a:cubicBezTo>
                    <a:pt x="1857" y="995"/>
                    <a:pt x="1922" y="987"/>
                    <a:pt x="1857" y="987"/>
                  </a:cubicBezTo>
                  <a:cubicBezTo>
                    <a:pt x="1857" y="987"/>
                    <a:pt x="1857" y="979"/>
                    <a:pt x="1922" y="979"/>
                  </a:cubicBezTo>
                  <a:cubicBezTo>
                    <a:pt x="1922" y="971"/>
                    <a:pt x="1922" y="963"/>
                    <a:pt x="1857" y="963"/>
                  </a:cubicBezTo>
                  <a:cubicBezTo>
                    <a:pt x="1800" y="963"/>
                    <a:pt x="1800" y="963"/>
                    <a:pt x="1800" y="955"/>
                  </a:cubicBezTo>
                  <a:cubicBezTo>
                    <a:pt x="1800" y="955"/>
                    <a:pt x="1800" y="947"/>
                    <a:pt x="1743" y="947"/>
                  </a:cubicBezTo>
                  <a:cubicBezTo>
                    <a:pt x="1687" y="947"/>
                    <a:pt x="1622" y="947"/>
                    <a:pt x="1622" y="939"/>
                  </a:cubicBezTo>
                  <a:cubicBezTo>
                    <a:pt x="1565" y="922"/>
                    <a:pt x="1565" y="922"/>
                    <a:pt x="1687" y="922"/>
                  </a:cubicBezTo>
                  <a:cubicBezTo>
                    <a:pt x="1743" y="922"/>
                    <a:pt x="1743" y="914"/>
                    <a:pt x="1743" y="914"/>
                  </a:cubicBezTo>
                  <a:cubicBezTo>
                    <a:pt x="1743" y="914"/>
                    <a:pt x="1743" y="906"/>
                    <a:pt x="1808" y="906"/>
                  </a:cubicBezTo>
                  <a:cubicBezTo>
                    <a:pt x="1865" y="898"/>
                    <a:pt x="1808" y="898"/>
                    <a:pt x="1751" y="898"/>
                  </a:cubicBezTo>
                  <a:lnTo>
                    <a:pt x="1630" y="898"/>
                  </a:lnTo>
                  <a:cubicBezTo>
                    <a:pt x="1687" y="898"/>
                    <a:pt x="1751" y="890"/>
                    <a:pt x="1808" y="890"/>
                  </a:cubicBezTo>
                  <a:cubicBezTo>
                    <a:pt x="1751" y="890"/>
                    <a:pt x="1687" y="882"/>
                    <a:pt x="1751" y="874"/>
                  </a:cubicBezTo>
                  <a:cubicBezTo>
                    <a:pt x="1751" y="866"/>
                    <a:pt x="1751" y="857"/>
                    <a:pt x="1808" y="857"/>
                  </a:cubicBezTo>
                  <a:cubicBezTo>
                    <a:pt x="1873" y="857"/>
                    <a:pt x="1816" y="849"/>
                    <a:pt x="1816" y="849"/>
                  </a:cubicBezTo>
                  <a:cubicBezTo>
                    <a:pt x="1751" y="849"/>
                    <a:pt x="1751" y="841"/>
                    <a:pt x="1816" y="825"/>
                  </a:cubicBezTo>
                  <a:cubicBezTo>
                    <a:pt x="1938" y="809"/>
                    <a:pt x="1938" y="809"/>
                    <a:pt x="1816" y="809"/>
                  </a:cubicBezTo>
                  <a:cubicBezTo>
                    <a:pt x="1760" y="809"/>
                    <a:pt x="1695" y="809"/>
                    <a:pt x="1816" y="801"/>
                  </a:cubicBezTo>
                  <a:cubicBezTo>
                    <a:pt x="1881" y="801"/>
                    <a:pt x="1816" y="793"/>
                    <a:pt x="1760" y="785"/>
                  </a:cubicBezTo>
                  <a:lnTo>
                    <a:pt x="1516" y="785"/>
                  </a:lnTo>
                  <a:cubicBezTo>
                    <a:pt x="1403" y="785"/>
                    <a:pt x="1403" y="785"/>
                    <a:pt x="1460" y="776"/>
                  </a:cubicBezTo>
                  <a:cubicBezTo>
                    <a:pt x="1500" y="768"/>
                    <a:pt x="1541" y="760"/>
                    <a:pt x="1581" y="760"/>
                  </a:cubicBezTo>
                  <a:cubicBezTo>
                    <a:pt x="1638" y="760"/>
                    <a:pt x="1638" y="768"/>
                    <a:pt x="1638" y="768"/>
                  </a:cubicBezTo>
                  <a:lnTo>
                    <a:pt x="1638" y="776"/>
                  </a:lnTo>
                  <a:cubicBezTo>
                    <a:pt x="1678" y="776"/>
                    <a:pt x="1719" y="776"/>
                    <a:pt x="1760" y="768"/>
                  </a:cubicBezTo>
                  <a:cubicBezTo>
                    <a:pt x="1824" y="760"/>
                    <a:pt x="1824" y="752"/>
                    <a:pt x="1760" y="752"/>
                  </a:cubicBezTo>
                  <a:cubicBezTo>
                    <a:pt x="1824" y="752"/>
                    <a:pt x="1824" y="744"/>
                    <a:pt x="1824" y="736"/>
                  </a:cubicBezTo>
                  <a:cubicBezTo>
                    <a:pt x="1824" y="728"/>
                    <a:pt x="1824" y="712"/>
                    <a:pt x="1889" y="712"/>
                  </a:cubicBezTo>
                  <a:cubicBezTo>
                    <a:pt x="1889" y="703"/>
                    <a:pt x="1889" y="695"/>
                    <a:pt x="1824" y="695"/>
                  </a:cubicBezTo>
                  <a:lnTo>
                    <a:pt x="1768" y="695"/>
                  </a:lnTo>
                  <a:cubicBezTo>
                    <a:pt x="1889" y="687"/>
                    <a:pt x="1954" y="630"/>
                    <a:pt x="1833" y="630"/>
                  </a:cubicBezTo>
                  <a:lnTo>
                    <a:pt x="1833" y="622"/>
                  </a:lnTo>
                  <a:cubicBezTo>
                    <a:pt x="1897" y="614"/>
                    <a:pt x="1897" y="582"/>
                    <a:pt x="1841" y="582"/>
                  </a:cubicBezTo>
                  <a:lnTo>
                    <a:pt x="1841" y="566"/>
                  </a:lnTo>
                  <a:cubicBezTo>
                    <a:pt x="1905" y="558"/>
                    <a:pt x="1905" y="558"/>
                    <a:pt x="1841" y="549"/>
                  </a:cubicBezTo>
                  <a:lnTo>
                    <a:pt x="1784" y="549"/>
                  </a:lnTo>
                  <a:cubicBezTo>
                    <a:pt x="1841" y="549"/>
                    <a:pt x="1849" y="541"/>
                    <a:pt x="1849" y="525"/>
                  </a:cubicBezTo>
                  <a:cubicBezTo>
                    <a:pt x="1849" y="510"/>
                    <a:pt x="1849" y="504"/>
                    <a:pt x="1834" y="504"/>
                  </a:cubicBezTo>
                  <a:cubicBezTo>
                    <a:pt x="1826" y="504"/>
                    <a:pt x="1813" y="506"/>
                    <a:pt x="1792" y="509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970" y="493"/>
                    <a:pt x="1970" y="485"/>
                    <a:pt x="1792" y="485"/>
                  </a:cubicBezTo>
                  <a:cubicBezTo>
                    <a:pt x="1670" y="476"/>
                    <a:pt x="1670" y="468"/>
                    <a:pt x="1735" y="468"/>
                  </a:cubicBezTo>
                  <a:cubicBezTo>
                    <a:pt x="1792" y="468"/>
                    <a:pt x="1792" y="476"/>
                    <a:pt x="1792" y="476"/>
                  </a:cubicBezTo>
                  <a:lnTo>
                    <a:pt x="1914" y="476"/>
                  </a:lnTo>
                  <a:cubicBezTo>
                    <a:pt x="1914" y="476"/>
                    <a:pt x="1914" y="476"/>
                    <a:pt x="1849" y="468"/>
                  </a:cubicBezTo>
                  <a:cubicBezTo>
                    <a:pt x="1849" y="468"/>
                    <a:pt x="1849" y="468"/>
                    <a:pt x="1792" y="460"/>
                  </a:cubicBezTo>
                  <a:lnTo>
                    <a:pt x="1614" y="460"/>
                  </a:lnTo>
                  <a:cubicBezTo>
                    <a:pt x="1595" y="463"/>
                    <a:pt x="1582" y="464"/>
                    <a:pt x="1574" y="464"/>
                  </a:cubicBezTo>
                  <a:cubicBezTo>
                    <a:pt x="1557" y="464"/>
                    <a:pt x="1557" y="460"/>
                    <a:pt x="1557" y="460"/>
                  </a:cubicBezTo>
                  <a:cubicBezTo>
                    <a:pt x="1597" y="454"/>
                    <a:pt x="1637" y="449"/>
                    <a:pt x="1680" y="449"/>
                  </a:cubicBezTo>
                  <a:cubicBezTo>
                    <a:pt x="1698" y="449"/>
                    <a:pt x="1716" y="450"/>
                    <a:pt x="1735" y="452"/>
                  </a:cubicBezTo>
                  <a:cubicBezTo>
                    <a:pt x="1776" y="460"/>
                    <a:pt x="1816" y="460"/>
                    <a:pt x="1857" y="460"/>
                  </a:cubicBezTo>
                  <a:cubicBezTo>
                    <a:pt x="1914" y="460"/>
                    <a:pt x="1792" y="436"/>
                    <a:pt x="1678" y="428"/>
                  </a:cubicBezTo>
                  <a:lnTo>
                    <a:pt x="1735" y="428"/>
                  </a:lnTo>
                  <a:cubicBezTo>
                    <a:pt x="1792" y="428"/>
                    <a:pt x="1800" y="420"/>
                    <a:pt x="1800" y="412"/>
                  </a:cubicBezTo>
                  <a:cubicBezTo>
                    <a:pt x="1800" y="403"/>
                    <a:pt x="1800" y="403"/>
                    <a:pt x="1743" y="403"/>
                  </a:cubicBezTo>
                  <a:cubicBezTo>
                    <a:pt x="1703" y="403"/>
                    <a:pt x="1662" y="403"/>
                    <a:pt x="1622" y="395"/>
                  </a:cubicBezTo>
                  <a:cubicBezTo>
                    <a:pt x="1581" y="403"/>
                    <a:pt x="1541" y="403"/>
                    <a:pt x="1500" y="403"/>
                  </a:cubicBezTo>
                  <a:cubicBezTo>
                    <a:pt x="1500" y="403"/>
                    <a:pt x="1565" y="395"/>
                    <a:pt x="1622" y="387"/>
                  </a:cubicBezTo>
                  <a:cubicBezTo>
                    <a:pt x="1743" y="379"/>
                    <a:pt x="1800" y="371"/>
                    <a:pt x="1800" y="355"/>
                  </a:cubicBezTo>
                  <a:cubicBezTo>
                    <a:pt x="1808" y="347"/>
                    <a:pt x="1808" y="330"/>
                    <a:pt x="1865" y="330"/>
                  </a:cubicBezTo>
                  <a:cubicBezTo>
                    <a:pt x="1865" y="322"/>
                    <a:pt x="1865" y="314"/>
                    <a:pt x="1808" y="314"/>
                  </a:cubicBezTo>
                  <a:lnTo>
                    <a:pt x="1808" y="306"/>
                  </a:lnTo>
                  <a:cubicBezTo>
                    <a:pt x="1873" y="306"/>
                    <a:pt x="1873" y="298"/>
                    <a:pt x="1808" y="298"/>
                  </a:cubicBezTo>
                  <a:cubicBezTo>
                    <a:pt x="1751" y="290"/>
                    <a:pt x="1808" y="290"/>
                    <a:pt x="1808" y="282"/>
                  </a:cubicBezTo>
                  <a:cubicBezTo>
                    <a:pt x="1869" y="278"/>
                    <a:pt x="1899" y="276"/>
                    <a:pt x="1892" y="276"/>
                  </a:cubicBezTo>
                  <a:cubicBezTo>
                    <a:pt x="1885" y="276"/>
                    <a:pt x="1841" y="278"/>
                    <a:pt x="1751" y="282"/>
                  </a:cubicBezTo>
                  <a:cubicBezTo>
                    <a:pt x="1745" y="280"/>
                    <a:pt x="1738" y="280"/>
                    <a:pt x="1731" y="279"/>
                  </a:cubicBezTo>
                  <a:lnTo>
                    <a:pt x="1731" y="279"/>
                  </a:lnTo>
                  <a:cubicBezTo>
                    <a:pt x="1826" y="270"/>
                    <a:pt x="1860" y="258"/>
                    <a:pt x="1751" y="258"/>
                  </a:cubicBezTo>
                  <a:cubicBezTo>
                    <a:pt x="1751" y="258"/>
                    <a:pt x="1751" y="258"/>
                    <a:pt x="1816" y="249"/>
                  </a:cubicBezTo>
                  <a:cubicBezTo>
                    <a:pt x="1873" y="249"/>
                    <a:pt x="1873" y="249"/>
                    <a:pt x="1760" y="241"/>
                  </a:cubicBezTo>
                  <a:cubicBezTo>
                    <a:pt x="1638" y="241"/>
                    <a:pt x="1638" y="233"/>
                    <a:pt x="1760" y="233"/>
                  </a:cubicBezTo>
                  <a:cubicBezTo>
                    <a:pt x="1881" y="225"/>
                    <a:pt x="1881" y="209"/>
                    <a:pt x="1816" y="209"/>
                  </a:cubicBezTo>
                  <a:cubicBezTo>
                    <a:pt x="1703" y="209"/>
                    <a:pt x="1703" y="193"/>
                    <a:pt x="1760" y="185"/>
                  </a:cubicBezTo>
                  <a:cubicBezTo>
                    <a:pt x="1824" y="185"/>
                    <a:pt x="1824" y="176"/>
                    <a:pt x="1760" y="176"/>
                  </a:cubicBezTo>
                  <a:cubicBezTo>
                    <a:pt x="1824" y="176"/>
                    <a:pt x="1881" y="168"/>
                    <a:pt x="1824" y="168"/>
                  </a:cubicBezTo>
                  <a:cubicBezTo>
                    <a:pt x="1824" y="168"/>
                    <a:pt x="1824" y="165"/>
                    <a:pt x="1808" y="165"/>
                  </a:cubicBezTo>
                  <a:cubicBezTo>
                    <a:pt x="1799" y="165"/>
                    <a:pt x="1787" y="166"/>
                    <a:pt x="1768" y="168"/>
                  </a:cubicBezTo>
                  <a:lnTo>
                    <a:pt x="1646" y="160"/>
                  </a:lnTo>
                  <a:cubicBezTo>
                    <a:pt x="1619" y="160"/>
                    <a:pt x="1592" y="164"/>
                    <a:pt x="1565" y="164"/>
                  </a:cubicBezTo>
                  <a:cubicBezTo>
                    <a:pt x="1551" y="164"/>
                    <a:pt x="1538" y="163"/>
                    <a:pt x="1524" y="160"/>
                  </a:cubicBezTo>
                  <a:cubicBezTo>
                    <a:pt x="1468" y="160"/>
                    <a:pt x="1524" y="144"/>
                    <a:pt x="1711" y="136"/>
                  </a:cubicBezTo>
                  <a:lnTo>
                    <a:pt x="1824" y="128"/>
                  </a:lnTo>
                  <a:lnTo>
                    <a:pt x="1711" y="128"/>
                  </a:lnTo>
                  <a:cubicBezTo>
                    <a:pt x="1711" y="128"/>
                    <a:pt x="1711" y="120"/>
                    <a:pt x="1768" y="120"/>
                  </a:cubicBezTo>
                  <a:lnTo>
                    <a:pt x="1833" y="120"/>
                  </a:lnTo>
                  <a:cubicBezTo>
                    <a:pt x="1833" y="120"/>
                    <a:pt x="1833" y="112"/>
                    <a:pt x="1768" y="112"/>
                  </a:cubicBezTo>
                  <a:cubicBezTo>
                    <a:pt x="1654" y="112"/>
                    <a:pt x="1654" y="112"/>
                    <a:pt x="1711" y="103"/>
                  </a:cubicBezTo>
                  <a:cubicBezTo>
                    <a:pt x="1833" y="103"/>
                    <a:pt x="1833" y="95"/>
                    <a:pt x="1711" y="95"/>
                  </a:cubicBezTo>
                  <a:cubicBezTo>
                    <a:pt x="1589" y="95"/>
                    <a:pt x="1589" y="95"/>
                    <a:pt x="1711" y="87"/>
                  </a:cubicBezTo>
                  <a:cubicBezTo>
                    <a:pt x="1723" y="90"/>
                    <a:pt x="1735" y="91"/>
                    <a:pt x="1747" y="91"/>
                  </a:cubicBezTo>
                  <a:cubicBezTo>
                    <a:pt x="1775" y="91"/>
                    <a:pt x="1804" y="85"/>
                    <a:pt x="1833" y="79"/>
                  </a:cubicBezTo>
                  <a:lnTo>
                    <a:pt x="1776" y="79"/>
                  </a:lnTo>
                  <a:cubicBezTo>
                    <a:pt x="1654" y="79"/>
                    <a:pt x="1654" y="79"/>
                    <a:pt x="1711" y="71"/>
                  </a:cubicBezTo>
                  <a:cubicBezTo>
                    <a:pt x="1776" y="71"/>
                    <a:pt x="1776" y="71"/>
                    <a:pt x="1719" y="63"/>
                  </a:cubicBezTo>
                  <a:cubicBezTo>
                    <a:pt x="1719" y="55"/>
                    <a:pt x="1719" y="47"/>
                    <a:pt x="1776" y="47"/>
                  </a:cubicBezTo>
                  <a:cubicBezTo>
                    <a:pt x="1719" y="39"/>
                    <a:pt x="1719" y="39"/>
                    <a:pt x="1776" y="31"/>
                  </a:cubicBezTo>
                  <a:cubicBezTo>
                    <a:pt x="1841" y="22"/>
                    <a:pt x="1841" y="22"/>
                    <a:pt x="1776" y="22"/>
                  </a:cubicBezTo>
                  <a:lnTo>
                    <a:pt x="1597" y="22"/>
                  </a:lnTo>
                  <a:cubicBezTo>
                    <a:pt x="1597" y="31"/>
                    <a:pt x="1597" y="31"/>
                    <a:pt x="1541" y="31"/>
                  </a:cubicBezTo>
                  <a:cubicBezTo>
                    <a:pt x="1541" y="31"/>
                    <a:pt x="1541" y="22"/>
                    <a:pt x="1541" y="22"/>
                  </a:cubicBezTo>
                  <a:cubicBezTo>
                    <a:pt x="1541" y="14"/>
                    <a:pt x="1541" y="14"/>
                    <a:pt x="1484" y="6"/>
                  </a:cubicBezTo>
                  <a:cubicBezTo>
                    <a:pt x="1451" y="2"/>
                    <a:pt x="1405" y="0"/>
                    <a:pt x="1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2"/>
            <p:cNvSpPr/>
            <p:nvPr/>
          </p:nvSpPr>
          <p:spPr>
            <a:xfrm>
              <a:off x="4622963" y="2342378"/>
              <a:ext cx="37061" cy="106373"/>
            </a:xfrm>
            <a:custGeom>
              <a:avLst/>
              <a:gdLst/>
              <a:ahLst/>
              <a:cxnLst/>
              <a:rect l="l" t="t" r="r" b="b"/>
              <a:pathLst>
                <a:path w="2150" h="6171" extrusionOk="0">
                  <a:moveTo>
                    <a:pt x="519" y="118"/>
                  </a:moveTo>
                  <a:cubicBezTo>
                    <a:pt x="538" y="128"/>
                    <a:pt x="560" y="132"/>
                    <a:pt x="583" y="132"/>
                  </a:cubicBezTo>
                  <a:cubicBezTo>
                    <a:pt x="599" y="132"/>
                    <a:pt x="616" y="130"/>
                    <a:pt x="633" y="126"/>
                  </a:cubicBezTo>
                  <a:lnTo>
                    <a:pt x="633" y="118"/>
                  </a:lnTo>
                  <a:close/>
                  <a:moveTo>
                    <a:pt x="1468" y="126"/>
                  </a:moveTo>
                  <a:cubicBezTo>
                    <a:pt x="1533" y="126"/>
                    <a:pt x="1533" y="135"/>
                    <a:pt x="1533" y="143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3"/>
                    <a:pt x="1411" y="135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40"/>
                    <a:pt x="1468" y="240"/>
                  </a:cubicBezTo>
                  <a:lnTo>
                    <a:pt x="1468" y="232"/>
                  </a:ln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22" y="216"/>
                    <a:pt x="1363" y="216"/>
                    <a:pt x="1403" y="216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825" y="240"/>
                  </a:moveTo>
                  <a:lnTo>
                    <a:pt x="1768" y="248"/>
                  </a:lnTo>
                  <a:lnTo>
                    <a:pt x="1768" y="256"/>
                  </a:lnTo>
                  <a:cubicBezTo>
                    <a:pt x="1825" y="256"/>
                    <a:pt x="1825" y="256"/>
                    <a:pt x="1825" y="248"/>
                  </a:cubicBezTo>
                  <a:lnTo>
                    <a:pt x="1825" y="240"/>
                  </a:lnTo>
                  <a:close/>
                  <a:moveTo>
                    <a:pt x="1200" y="621"/>
                  </a:moveTo>
                  <a:cubicBezTo>
                    <a:pt x="1241" y="621"/>
                    <a:pt x="1282" y="629"/>
                    <a:pt x="1322" y="645"/>
                  </a:cubicBezTo>
                  <a:cubicBezTo>
                    <a:pt x="1305" y="649"/>
                    <a:pt x="1288" y="651"/>
                    <a:pt x="1272" y="651"/>
                  </a:cubicBezTo>
                  <a:cubicBezTo>
                    <a:pt x="1248" y="651"/>
                    <a:pt x="1224" y="647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lose/>
                  <a:moveTo>
                    <a:pt x="1144" y="670"/>
                  </a:moveTo>
                  <a:cubicBezTo>
                    <a:pt x="1079" y="670"/>
                    <a:pt x="1079" y="678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8"/>
                    <a:pt x="1200" y="670"/>
                    <a:pt x="1144" y="670"/>
                  </a:cubicBez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1002"/>
                  </a:moveTo>
                  <a:lnTo>
                    <a:pt x="1355" y="1018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400" y="1029"/>
                    <a:pt x="1382" y="1030"/>
                    <a:pt x="1364" y="1030"/>
                  </a:cubicBezTo>
                  <a:cubicBezTo>
                    <a:pt x="1321" y="1030"/>
                    <a:pt x="1281" y="1024"/>
                    <a:pt x="1241" y="1018"/>
                  </a:cubicBezTo>
                  <a:lnTo>
                    <a:pt x="1241" y="1002"/>
                  </a:lnTo>
                  <a:close/>
                  <a:moveTo>
                    <a:pt x="1468" y="1172"/>
                  </a:moveTo>
                  <a:cubicBezTo>
                    <a:pt x="1525" y="1172"/>
                    <a:pt x="1590" y="1172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9"/>
                  </a:cubicBezTo>
                  <a:lnTo>
                    <a:pt x="1468" y="1172"/>
                  </a:lnTo>
                  <a:close/>
                  <a:moveTo>
                    <a:pt x="1403" y="1237"/>
                  </a:moveTo>
                  <a:lnTo>
                    <a:pt x="1403" y="1245"/>
                  </a:lnTo>
                  <a:cubicBezTo>
                    <a:pt x="1386" y="1249"/>
                    <a:pt x="1370" y="1251"/>
                    <a:pt x="1353" y="1251"/>
                  </a:cubicBezTo>
                  <a:cubicBezTo>
                    <a:pt x="1329" y="1251"/>
                    <a:pt x="1305" y="1247"/>
                    <a:pt x="1282" y="1237"/>
                  </a:cubicBezTo>
                  <a:close/>
                  <a:moveTo>
                    <a:pt x="1152" y="1375"/>
                  </a:moveTo>
                  <a:cubicBezTo>
                    <a:pt x="1157" y="1376"/>
                    <a:pt x="1217" y="1383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101" y="1376"/>
                    <a:pt x="1152" y="1375"/>
                  </a:cubicBezTo>
                  <a:close/>
                  <a:moveTo>
                    <a:pt x="1502" y="1435"/>
                  </a:moveTo>
                  <a:cubicBezTo>
                    <a:pt x="1526" y="1435"/>
                    <a:pt x="1550" y="1438"/>
                    <a:pt x="1573" y="1448"/>
                  </a:cubicBezTo>
                  <a:cubicBezTo>
                    <a:pt x="1611" y="1448"/>
                    <a:pt x="1595" y="1452"/>
                    <a:pt x="1546" y="1452"/>
                  </a:cubicBezTo>
                  <a:cubicBezTo>
                    <a:pt x="1522" y="1452"/>
                    <a:pt x="1490" y="1451"/>
                    <a:pt x="1452" y="1448"/>
                  </a:cubicBezTo>
                  <a:cubicBezTo>
                    <a:pt x="1452" y="1448"/>
                    <a:pt x="1452" y="1448"/>
                    <a:pt x="1452" y="1440"/>
                  </a:cubicBezTo>
                  <a:cubicBezTo>
                    <a:pt x="1469" y="1437"/>
                    <a:pt x="1485" y="1435"/>
                    <a:pt x="1502" y="1435"/>
                  </a:cubicBezTo>
                  <a:close/>
                  <a:moveTo>
                    <a:pt x="1565" y="1505"/>
                  </a:moveTo>
                  <a:lnTo>
                    <a:pt x="1565" y="1513"/>
                  </a:lnTo>
                  <a:cubicBezTo>
                    <a:pt x="1565" y="1517"/>
                    <a:pt x="1565" y="1519"/>
                    <a:pt x="1558" y="1519"/>
                  </a:cubicBezTo>
                  <a:cubicBezTo>
                    <a:pt x="1551" y="1519"/>
                    <a:pt x="1537" y="1517"/>
                    <a:pt x="1509" y="1513"/>
                  </a:cubicBezTo>
                  <a:lnTo>
                    <a:pt x="1565" y="1505"/>
                  </a:lnTo>
                  <a:close/>
                  <a:moveTo>
                    <a:pt x="1622" y="1586"/>
                  </a:move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close/>
                  <a:moveTo>
                    <a:pt x="1322" y="1626"/>
                  </a:moveTo>
                  <a:cubicBezTo>
                    <a:pt x="1379" y="1626"/>
                    <a:pt x="1379" y="1634"/>
                    <a:pt x="1379" y="1634"/>
                  </a:cubicBezTo>
                  <a:cubicBezTo>
                    <a:pt x="1379" y="1643"/>
                    <a:pt x="1379" y="1651"/>
                    <a:pt x="1322" y="1651"/>
                  </a:cubicBezTo>
                  <a:cubicBezTo>
                    <a:pt x="1322" y="1651"/>
                    <a:pt x="1257" y="1651"/>
                    <a:pt x="1257" y="1643"/>
                  </a:cubicBezTo>
                  <a:cubicBezTo>
                    <a:pt x="1257" y="1634"/>
                    <a:pt x="1322" y="1626"/>
                    <a:pt x="1322" y="1626"/>
                  </a:cubicBezTo>
                  <a:close/>
                  <a:moveTo>
                    <a:pt x="57" y="1716"/>
                  </a:moveTo>
                  <a:cubicBezTo>
                    <a:pt x="1" y="1716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24"/>
                    <a:pt x="98" y="1716"/>
                    <a:pt x="57" y="1716"/>
                  </a:cubicBezTo>
                  <a:close/>
                  <a:moveTo>
                    <a:pt x="2138" y="1710"/>
                  </a:moveTo>
                  <a:cubicBezTo>
                    <a:pt x="2130" y="1710"/>
                    <a:pt x="2116" y="1712"/>
                    <a:pt x="2092" y="1716"/>
                  </a:cubicBezTo>
                  <a:lnTo>
                    <a:pt x="2092" y="1732"/>
                  </a:lnTo>
                  <a:cubicBezTo>
                    <a:pt x="2149" y="1732"/>
                    <a:pt x="2149" y="1732"/>
                    <a:pt x="2149" y="1724"/>
                  </a:cubicBezTo>
                  <a:cubicBezTo>
                    <a:pt x="2149" y="1714"/>
                    <a:pt x="2149" y="1710"/>
                    <a:pt x="2138" y="1710"/>
                  </a:cubicBezTo>
                  <a:close/>
                  <a:moveTo>
                    <a:pt x="1359" y="1759"/>
                  </a:moveTo>
                  <a:cubicBezTo>
                    <a:pt x="1371" y="1759"/>
                    <a:pt x="1371" y="1763"/>
                    <a:pt x="1371" y="1772"/>
                  </a:cubicBezTo>
                  <a:cubicBezTo>
                    <a:pt x="1371" y="1780"/>
                    <a:pt x="1314" y="1780"/>
                    <a:pt x="1314" y="1780"/>
                  </a:cubicBezTo>
                  <a:cubicBezTo>
                    <a:pt x="1249" y="1780"/>
                    <a:pt x="1314" y="1772"/>
                    <a:pt x="1314" y="1764"/>
                  </a:cubicBezTo>
                  <a:cubicBezTo>
                    <a:pt x="1337" y="1761"/>
                    <a:pt x="1351" y="1759"/>
                    <a:pt x="1359" y="1759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902"/>
                  </a:cubicBezTo>
                  <a:cubicBezTo>
                    <a:pt x="1363" y="1902"/>
                    <a:pt x="1363" y="1902"/>
                    <a:pt x="1363" y="1894"/>
                  </a:cubicBez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3"/>
                  </a:lnTo>
                  <a:lnTo>
                    <a:pt x="1476" y="1951"/>
                  </a:lnTo>
                  <a:cubicBezTo>
                    <a:pt x="1467" y="1953"/>
                    <a:pt x="1456" y="1954"/>
                    <a:pt x="1446" y="1954"/>
                  </a:cubicBezTo>
                  <a:cubicBezTo>
                    <a:pt x="1420" y="1954"/>
                    <a:pt x="1391" y="1948"/>
                    <a:pt x="1363" y="1943"/>
                  </a:cubicBezTo>
                  <a:lnTo>
                    <a:pt x="1419" y="1934"/>
                  </a:lnTo>
                  <a:close/>
                  <a:moveTo>
                    <a:pt x="1330" y="2413"/>
                  </a:moveTo>
                  <a:lnTo>
                    <a:pt x="1330" y="2421"/>
                  </a:lnTo>
                  <a:cubicBezTo>
                    <a:pt x="1313" y="2424"/>
                    <a:pt x="1297" y="2426"/>
                    <a:pt x="1280" y="2426"/>
                  </a:cubicBezTo>
                  <a:cubicBezTo>
                    <a:pt x="1256" y="2426"/>
                    <a:pt x="1232" y="2422"/>
                    <a:pt x="1209" y="2413"/>
                  </a:cubicBezTo>
                  <a:close/>
                  <a:moveTo>
                    <a:pt x="1379" y="2591"/>
                  </a:moveTo>
                  <a:cubicBezTo>
                    <a:pt x="1379" y="2599"/>
                    <a:pt x="1379" y="2599"/>
                    <a:pt x="1322" y="2599"/>
                  </a:cubicBezTo>
                  <a:cubicBezTo>
                    <a:pt x="1282" y="2599"/>
                    <a:pt x="1241" y="2599"/>
                    <a:pt x="1200" y="2591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13"/>
                    <a:pt x="1792" y="2713"/>
                  </a:cubicBezTo>
                  <a:lnTo>
                    <a:pt x="1792" y="2721"/>
                  </a:lnTo>
                  <a:cubicBezTo>
                    <a:pt x="1780" y="2723"/>
                    <a:pt x="1769" y="2724"/>
                    <a:pt x="1757" y="2724"/>
                  </a:cubicBezTo>
                  <a:cubicBezTo>
                    <a:pt x="1728" y="2724"/>
                    <a:pt x="1699" y="2719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802"/>
                  </a:moveTo>
                  <a:lnTo>
                    <a:pt x="1427" y="2810"/>
                  </a:lnTo>
                  <a:lnTo>
                    <a:pt x="1427" y="2818"/>
                  </a:lnTo>
                  <a:cubicBezTo>
                    <a:pt x="1387" y="2818"/>
                    <a:pt x="1346" y="2818"/>
                    <a:pt x="1306" y="2810"/>
                  </a:cubicBezTo>
                  <a:lnTo>
                    <a:pt x="1371" y="2802"/>
                  </a:lnTo>
                  <a:close/>
                  <a:moveTo>
                    <a:pt x="1371" y="2899"/>
                  </a:moveTo>
                  <a:cubicBezTo>
                    <a:pt x="1399" y="2903"/>
                    <a:pt x="1397" y="2905"/>
                    <a:pt x="1389" y="2905"/>
                  </a:cubicBezTo>
                  <a:cubicBezTo>
                    <a:pt x="1381" y="2905"/>
                    <a:pt x="1367" y="2903"/>
                    <a:pt x="1371" y="2899"/>
                  </a:cubicBezTo>
                  <a:close/>
                  <a:moveTo>
                    <a:pt x="1324" y="3307"/>
                  </a:moveTo>
                  <a:cubicBezTo>
                    <a:pt x="1348" y="3307"/>
                    <a:pt x="1371" y="3311"/>
                    <a:pt x="1395" y="3321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21"/>
                    <a:pt x="1273" y="3313"/>
                  </a:cubicBezTo>
                  <a:cubicBezTo>
                    <a:pt x="1290" y="3309"/>
                    <a:pt x="1307" y="3307"/>
                    <a:pt x="1324" y="3307"/>
                  </a:cubicBezTo>
                  <a:close/>
                  <a:moveTo>
                    <a:pt x="1322" y="3605"/>
                  </a:moveTo>
                  <a:cubicBezTo>
                    <a:pt x="1355" y="3605"/>
                    <a:pt x="1395" y="3613"/>
                    <a:pt x="1436" y="3613"/>
                  </a:cubicBezTo>
                  <a:lnTo>
                    <a:pt x="1436" y="3621"/>
                  </a:lnTo>
                  <a:cubicBezTo>
                    <a:pt x="1424" y="3623"/>
                    <a:pt x="1412" y="3624"/>
                    <a:pt x="1400" y="3624"/>
                  </a:cubicBezTo>
                  <a:cubicBezTo>
                    <a:pt x="1371" y="3624"/>
                    <a:pt x="1343" y="3618"/>
                    <a:pt x="1314" y="3613"/>
                  </a:cubicBezTo>
                  <a:lnTo>
                    <a:pt x="1322" y="3605"/>
                  </a:lnTo>
                  <a:close/>
                  <a:moveTo>
                    <a:pt x="1760" y="4221"/>
                  </a:move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99" y="4321"/>
                    <a:pt x="1789" y="4321"/>
                    <a:pt x="1778" y="4321"/>
                  </a:cubicBezTo>
                  <a:cubicBezTo>
                    <a:pt x="1752" y="4321"/>
                    <a:pt x="1724" y="4316"/>
                    <a:pt x="1695" y="4310"/>
                  </a:cubicBezTo>
                  <a:lnTo>
                    <a:pt x="1752" y="4302"/>
                  </a:lnTo>
                  <a:close/>
                  <a:moveTo>
                    <a:pt x="1387" y="4359"/>
                  </a:move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63"/>
                    <a:pt x="1330" y="4361"/>
                    <a:pt x="1338" y="4361"/>
                  </a:cubicBezTo>
                  <a:cubicBezTo>
                    <a:pt x="1346" y="4361"/>
                    <a:pt x="1363" y="4363"/>
                    <a:pt x="1395" y="4367"/>
                  </a:cubicBezTo>
                  <a:lnTo>
                    <a:pt x="1387" y="4359"/>
                  </a:lnTo>
                  <a:close/>
                  <a:moveTo>
                    <a:pt x="1095" y="4399"/>
                  </a:moveTo>
                  <a:cubicBezTo>
                    <a:pt x="1091" y="4400"/>
                    <a:pt x="1088" y="4400"/>
                    <a:pt x="1085" y="4401"/>
                  </a:cubicBezTo>
                  <a:lnTo>
                    <a:pt x="1085" y="4401"/>
                  </a:lnTo>
                  <a:cubicBezTo>
                    <a:pt x="1095" y="4400"/>
                    <a:pt x="1109" y="4400"/>
                    <a:pt x="1127" y="4399"/>
                  </a:cubicBezTo>
                  <a:lnTo>
                    <a:pt x="1127" y="4399"/>
                  </a:lnTo>
                  <a:cubicBezTo>
                    <a:pt x="1117" y="4399"/>
                    <a:pt x="1107" y="4399"/>
                    <a:pt x="1095" y="4399"/>
                  </a:cubicBezTo>
                  <a:close/>
                  <a:moveTo>
                    <a:pt x="1085" y="4401"/>
                  </a:moveTo>
                  <a:cubicBezTo>
                    <a:pt x="1062" y="4402"/>
                    <a:pt x="1055" y="4403"/>
                    <a:pt x="1060" y="4403"/>
                  </a:cubicBezTo>
                  <a:cubicBezTo>
                    <a:pt x="1063" y="4403"/>
                    <a:pt x="1072" y="4402"/>
                    <a:pt x="1085" y="4401"/>
                  </a:cubicBezTo>
                  <a:close/>
                  <a:moveTo>
                    <a:pt x="1387" y="4415"/>
                  </a:moveTo>
                  <a:lnTo>
                    <a:pt x="1387" y="4424"/>
                  </a:lnTo>
                  <a:lnTo>
                    <a:pt x="1330" y="4424"/>
                  </a:lnTo>
                  <a:lnTo>
                    <a:pt x="1387" y="4415"/>
                  </a:lnTo>
                  <a:close/>
                  <a:moveTo>
                    <a:pt x="1273" y="4472"/>
                  </a:moveTo>
                  <a:cubicBezTo>
                    <a:pt x="1273" y="4476"/>
                    <a:pt x="1288" y="4478"/>
                    <a:pt x="1295" y="4478"/>
                  </a:cubicBezTo>
                  <a:cubicBezTo>
                    <a:pt x="1302" y="4478"/>
                    <a:pt x="1302" y="4476"/>
                    <a:pt x="1273" y="4472"/>
                  </a:cubicBezTo>
                  <a:close/>
                  <a:moveTo>
                    <a:pt x="1387" y="4488"/>
                  </a:moveTo>
                  <a:lnTo>
                    <a:pt x="1387" y="4496"/>
                  </a:lnTo>
                  <a:lnTo>
                    <a:pt x="1322" y="4496"/>
                  </a:lnTo>
                  <a:lnTo>
                    <a:pt x="1387" y="4488"/>
                  </a:lnTo>
                  <a:close/>
                  <a:moveTo>
                    <a:pt x="1500" y="4561"/>
                  </a:move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61"/>
                    <a:pt x="1363" y="4853"/>
                  </a:cubicBezTo>
                  <a:lnTo>
                    <a:pt x="1363" y="4845"/>
                  </a:lnTo>
                  <a:close/>
                  <a:moveTo>
                    <a:pt x="1598" y="5091"/>
                  </a:moveTo>
                  <a:cubicBezTo>
                    <a:pt x="1634" y="5091"/>
                    <a:pt x="1670" y="5095"/>
                    <a:pt x="1703" y="5105"/>
                  </a:cubicBezTo>
                  <a:cubicBezTo>
                    <a:pt x="1703" y="5113"/>
                    <a:pt x="1703" y="5113"/>
                    <a:pt x="1646" y="5113"/>
                  </a:cubicBezTo>
                  <a:cubicBezTo>
                    <a:pt x="1606" y="5113"/>
                    <a:pt x="1565" y="5105"/>
                    <a:pt x="1525" y="5096"/>
                  </a:cubicBezTo>
                  <a:cubicBezTo>
                    <a:pt x="1548" y="5093"/>
                    <a:pt x="1573" y="5091"/>
                    <a:pt x="1598" y="5091"/>
                  </a:cubicBezTo>
                  <a:close/>
                  <a:moveTo>
                    <a:pt x="1582" y="6110"/>
                  </a:moveTo>
                  <a:cubicBezTo>
                    <a:pt x="1622" y="6110"/>
                    <a:pt x="1663" y="6110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lose/>
                  <a:moveTo>
                    <a:pt x="1371" y="1"/>
                  </a:moveTo>
                  <a:cubicBezTo>
                    <a:pt x="1342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37"/>
                    <a:pt x="1298" y="37"/>
                  </a:cubicBezTo>
                  <a:cubicBezTo>
                    <a:pt x="1476" y="37"/>
                    <a:pt x="1476" y="37"/>
                    <a:pt x="1355" y="45"/>
                  </a:cubicBezTo>
                  <a:cubicBezTo>
                    <a:pt x="1241" y="45"/>
                    <a:pt x="1241" y="53"/>
                    <a:pt x="1233" y="53"/>
                  </a:cubicBezTo>
                  <a:cubicBezTo>
                    <a:pt x="1233" y="62"/>
                    <a:pt x="1233" y="62"/>
                    <a:pt x="1176" y="62"/>
                  </a:cubicBezTo>
                  <a:cubicBezTo>
                    <a:pt x="1136" y="62"/>
                    <a:pt x="1095" y="70"/>
                    <a:pt x="1055" y="78"/>
                  </a:cubicBezTo>
                  <a:cubicBezTo>
                    <a:pt x="1055" y="86"/>
                    <a:pt x="1055" y="86"/>
                    <a:pt x="1119" y="86"/>
                  </a:cubicBezTo>
                  <a:cubicBezTo>
                    <a:pt x="1130" y="84"/>
                    <a:pt x="1139" y="84"/>
                    <a:pt x="1145" y="84"/>
                  </a:cubicBezTo>
                  <a:cubicBezTo>
                    <a:pt x="1172" y="84"/>
                    <a:pt x="1153" y="96"/>
                    <a:pt x="1055" y="102"/>
                  </a:cubicBezTo>
                  <a:cubicBezTo>
                    <a:pt x="998" y="110"/>
                    <a:pt x="998" y="110"/>
                    <a:pt x="1111" y="110"/>
                  </a:cubicBezTo>
                  <a:cubicBezTo>
                    <a:pt x="1233" y="110"/>
                    <a:pt x="1233" y="126"/>
                    <a:pt x="1111" y="126"/>
                  </a:cubicBezTo>
                  <a:cubicBezTo>
                    <a:pt x="1111" y="126"/>
                    <a:pt x="1111" y="135"/>
                    <a:pt x="1111" y="143"/>
                  </a:cubicBezTo>
                  <a:cubicBezTo>
                    <a:pt x="1140" y="148"/>
                    <a:pt x="1169" y="154"/>
                    <a:pt x="1197" y="154"/>
                  </a:cubicBezTo>
                  <a:cubicBezTo>
                    <a:pt x="1209" y="154"/>
                    <a:pt x="1221" y="153"/>
                    <a:pt x="1233" y="151"/>
                  </a:cubicBezTo>
                  <a:cubicBezTo>
                    <a:pt x="1355" y="151"/>
                    <a:pt x="1355" y="151"/>
                    <a:pt x="1290" y="159"/>
                  </a:cubicBezTo>
                  <a:cubicBezTo>
                    <a:pt x="1249" y="167"/>
                    <a:pt x="1209" y="167"/>
                    <a:pt x="1168" y="167"/>
                  </a:cubicBezTo>
                  <a:cubicBezTo>
                    <a:pt x="1111" y="167"/>
                    <a:pt x="1111" y="175"/>
                    <a:pt x="1111" y="183"/>
                  </a:cubicBezTo>
                  <a:cubicBezTo>
                    <a:pt x="1111" y="191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8"/>
                    <a:pt x="1046" y="208"/>
                    <a:pt x="1111" y="208"/>
                  </a:cubicBezTo>
                  <a:cubicBezTo>
                    <a:pt x="1111" y="208"/>
                    <a:pt x="1111" y="216"/>
                    <a:pt x="1046" y="232"/>
                  </a:cubicBezTo>
                  <a:cubicBezTo>
                    <a:pt x="1006" y="243"/>
                    <a:pt x="1051" y="255"/>
                    <a:pt x="1124" y="255"/>
                  </a:cubicBezTo>
                  <a:cubicBezTo>
                    <a:pt x="1154" y="255"/>
                    <a:pt x="1189" y="253"/>
                    <a:pt x="1225" y="248"/>
                  </a:cubicBezTo>
                  <a:lnTo>
                    <a:pt x="1225" y="256"/>
                  </a:lnTo>
                  <a:cubicBezTo>
                    <a:pt x="1225" y="264"/>
                    <a:pt x="1282" y="264"/>
                    <a:pt x="1282" y="264"/>
                  </a:cubicBezTo>
                  <a:cubicBezTo>
                    <a:pt x="1346" y="264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9"/>
                  </a:cubicBezTo>
                  <a:lnTo>
                    <a:pt x="1103" y="289"/>
                  </a:lnTo>
                  <a:cubicBezTo>
                    <a:pt x="1046" y="289"/>
                    <a:pt x="1046" y="297"/>
                    <a:pt x="1103" y="313"/>
                  </a:cubicBezTo>
                  <a:cubicBezTo>
                    <a:pt x="1160" y="321"/>
                    <a:pt x="1225" y="329"/>
                    <a:pt x="1282" y="329"/>
                  </a:cubicBezTo>
                  <a:cubicBezTo>
                    <a:pt x="1338" y="329"/>
                    <a:pt x="1338" y="337"/>
                    <a:pt x="1338" y="337"/>
                  </a:cubicBezTo>
                  <a:lnTo>
                    <a:pt x="1282" y="337"/>
                  </a:lnTo>
                  <a:cubicBezTo>
                    <a:pt x="1160" y="337"/>
                    <a:pt x="1160" y="353"/>
                    <a:pt x="1282" y="362"/>
                  </a:cubicBezTo>
                  <a:lnTo>
                    <a:pt x="1217" y="362"/>
                  </a:lnTo>
                  <a:cubicBezTo>
                    <a:pt x="1160" y="362"/>
                    <a:pt x="1095" y="370"/>
                    <a:pt x="1160" y="402"/>
                  </a:cubicBezTo>
                  <a:cubicBezTo>
                    <a:pt x="1152" y="435"/>
                    <a:pt x="1152" y="459"/>
                    <a:pt x="1095" y="459"/>
                  </a:cubicBezTo>
                  <a:cubicBezTo>
                    <a:pt x="1030" y="459"/>
                    <a:pt x="1152" y="483"/>
                    <a:pt x="1273" y="499"/>
                  </a:cubicBezTo>
                  <a:cubicBezTo>
                    <a:pt x="1209" y="499"/>
                    <a:pt x="1209" y="507"/>
                    <a:pt x="1209" y="524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030" y="540"/>
                    <a:pt x="1030" y="540"/>
                    <a:pt x="1152" y="548"/>
                  </a:cubicBezTo>
                  <a:cubicBezTo>
                    <a:pt x="1265" y="556"/>
                    <a:pt x="1209" y="580"/>
                    <a:pt x="1087" y="580"/>
                  </a:cubicBezTo>
                  <a:cubicBezTo>
                    <a:pt x="1030" y="580"/>
                    <a:pt x="1030" y="589"/>
                    <a:pt x="1030" y="605"/>
                  </a:cubicBezTo>
                  <a:cubicBezTo>
                    <a:pt x="1087" y="613"/>
                    <a:pt x="1087" y="621"/>
                    <a:pt x="1087" y="637"/>
                  </a:cubicBezTo>
                  <a:cubicBezTo>
                    <a:pt x="1079" y="662"/>
                    <a:pt x="1079" y="662"/>
                    <a:pt x="1200" y="662"/>
                  </a:cubicBezTo>
                  <a:cubicBezTo>
                    <a:pt x="1322" y="662"/>
                    <a:pt x="1322" y="670"/>
                    <a:pt x="1322" y="686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26"/>
                    <a:pt x="1136" y="726"/>
                  </a:cubicBezTo>
                  <a:cubicBezTo>
                    <a:pt x="1136" y="726"/>
                    <a:pt x="1079" y="735"/>
                    <a:pt x="1079" y="751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9" y="783"/>
                  </a:cubicBezTo>
                  <a:cubicBezTo>
                    <a:pt x="1136" y="783"/>
                    <a:pt x="1192" y="791"/>
                    <a:pt x="1136" y="824"/>
                  </a:cubicBezTo>
                  <a:cubicBezTo>
                    <a:pt x="1136" y="832"/>
                    <a:pt x="1127" y="856"/>
                    <a:pt x="1192" y="856"/>
                  </a:cubicBezTo>
                  <a:cubicBezTo>
                    <a:pt x="1192" y="864"/>
                    <a:pt x="1192" y="864"/>
                    <a:pt x="1127" y="864"/>
                  </a:cubicBezTo>
                  <a:cubicBezTo>
                    <a:pt x="1014" y="864"/>
                    <a:pt x="1006" y="880"/>
                    <a:pt x="1127" y="889"/>
                  </a:cubicBezTo>
                  <a:cubicBezTo>
                    <a:pt x="1184" y="889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9"/>
                    <a:pt x="1249" y="929"/>
                    <a:pt x="1184" y="945"/>
                  </a:cubicBezTo>
                  <a:cubicBezTo>
                    <a:pt x="1127" y="945"/>
                    <a:pt x="1127" y="953"/>
                    <a:pt x="1127" y="962"/>
                  </a:cubicBezTo>
                  <a:cubicBezTo>
                    <a:pt x="1184" y="970"/>
                    <a:pt x="1176" y="1051"/>
                    <a:pt x="1119" y="1059"/>
                  </a:cubicBezTo>
                  <a:cubicBezTo>
                    <a:pt x="1176" y="1067"/>
                    <a:pt x="1176" y="1067"/>
                    <a:pt x="1176" y="1075"/>
                  </a:cubicBezTo>
                  <a:cubicBezTo>
                    <a:pt x="1055" y="1083"/>
                    <a:pt x="1119" y="1091"/>
                    <a:pt x="1233" y="1091"/>
                  </a:cubicBezTo>
                  <a:lnTo>
                    <a:pt x="1233" y="1083"/>
                  </a:lnTo>
                  <a:lnTo>
                    <a:pt x="1233" y="1075"/>
                  </a:lnTo>
                  <a:cubicBezTo>
                    <a:pt x="1355" y="1075"/>
                    <a:pt x="1355" y="1099"/>
                    <a:pt x="1176" y="1099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6"/>
                    <a:pt x="1290" y="1124"/>
                    <a:pt x="1176" y="1132"/>
                  </a:cubicBezTo>
                  <a:cubicBezTo>
                    <a:pt x="1055" y="1132"/>
                    <a:pt x="1055" y="1132"/>
                    <a:pt x="1176" y="1140"/>
                  </a:cubicBezTo>
                  <a:cubicBezTo>
                    <a:pt x="1411" y="1156"/>
                    <a:pt x="1468" y="1172"/>
                    <a:pt x="1233" y="1172"/>
                  </a:cubicBezTo>
                  <a:cubicBezTo>
                    <a:pt x="1168" y="1172"/>
                    <a:pt x="1111" y="1172"/>
                    <a:pt x="1046" y="1189"/>
                  </a:cubicBezTo>
                  <a:cubicBezTo>
                    <a:pt x="1075" y="1194"/>
                    <a:pt x="1104" y="1200"/>
                    <a:pt x="1132" y="1200"/>
                  </a:cubicBezTo>
                  <a:cubicBezTo>
                    <a:pt x="1144" y="1200"/>
                    <a:pt x="1156" y="1199"/>
                    <a:pt x="1168" y="1197"/>
                  </a:cubicBezTo>
                  <a:cubicBezTo>
                    <a:pt x="1201" y="1194"/>
                    <a:pt x="1224" y="1193"/>
                    <a:pt x="1240" y="1193"/>
                  </a:cubicBezTo>
                  <a:cubicBezTo>
                    <a:pt x="1281" y="1193"/>
                    <a:pt x="1257" y="1201"/>
                    <a:pt x="1168" y="1213"/>
                  </a:cubicBezTo>
                  <a:cubicBezTo>
                    <a:pt x="990" y="1229"/>
                    <a:pt x="990" y="1245"/>
                    <a:pt x="1103" y="1270"/>
                  </a:cubicBezTo>
                  <a:cubicBezTo>
                    <a:pt x="1192" y="1293"/>
                    <a:pt x="1216" y="1308"/>
                    <a:pt x="1175" y="1308"/>
                  </a:cubicBezTo>
                  <a:cubicBezTo>
                    <a:pt x="1160" y="1308"/>
                    <a:pt x="1136" y="1306"/>
                    <a:pt x="1103" y="1302"/>
                  </a:cubicBezTo>
                  <a:cubicBezTo>
                    <a:pt x="1042" y="1294"/>
                    <a:pt x="1012" y="1290"/>
                    <a:pt x="1005" y="1290"/>
                  </a:cubicBezTo>
                  <a:cubicBezTo>
                    <a:pt x="998" y="1290"/>
                    <a:pt x="1014" y="1294"/>
                    <a:pt x="1046" y="1302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79" y="1351"/>
                    <a:pt x="1119" y="1351"/>
                    <a:pt x="1160" y="1351"/>
                  </a:cubicBezTo>
                  <a:cubicBezTo>
                    <a:pt x="1038" y="1359"/>
                    <a:pt x="982" y="1375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16"/>
                  </a:cubicBezTo>
                  <a:cubicBezTo>
                    <a:pt x="1217" y="1424"/>
                    <a:pt x="1152" y="1432"/>
                    <a:pt x="1095" y="1440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56"/>
                    <a:pt x="1152" y="1464"/>
                    <a:pt x="1209" y="1472"/>
                  </a:cubicBezTo>
                  <a:cubicBezTo>
                    <a:pt x="1254" y="1478"/>
                    <a:pt x="1235" y="1484"/>
                    <a:pt x="1200" y="1484"/>
                  </a:cubicBezTo>
                  <a:cubicBezTo>
                    <a:pt x="1186" y="1484"/>
                    <a:pt x="1168" y="1483"/>
                    <a:pt x="1152" y="1480"/>
                  </a:cubicBezTo>
                  <a:cubicBezTo>
                    <a:pt x="1111" y="1480"/>
                    <a:pt x="1071" y="1480"/>
                    <a:pt x="1030" y="1497"/>
                  </a:cubicBezTo>
                  <a:cubicBezTo>
                    <a:pt x="1030" y="1505"/>
                    <a:pt x="1030" y="1513"/>
                    <a:pt x="1087" y="1513"/>
                  </a:cubicBezTo>
                  <a:cubicBezTo>
                    <a:pt x="1152" y="1513"/>
                    <a:pt x="1144" y="1562"/>
                    <a:pt x="1087" y="1570"/>
                  </a:cubicBezTo>
                  <a:cubicBezTo>
                    <a:pt x="1087" y="1570"/>
                    <a:pt x="1087" y="1578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8"/>
                  </a:cubicBezTo>
                  <a:cubicBezTo>
                    <a:pt x="1200" y="1626"/>
                    <a:pt x="1200" y="1634"/>
                    <a:pt x="1144" y="1634"/>
                  </a:cubicBezTo>
                  <a:cubicBezTo>
                    <a:pt x="1265" y="1643"/>
                    <a:pt x="1265" y="1643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22" y="1707"/>
                    <a:pt x="1200" y="1707"/>
                  </a:cubicBezTo>
                  <a:cubicBezTo>
                    <a:pt x="1200" y="1707"/>
                    <a:pt x="1200" y="1716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64"/>
                  </a:cubicBezTo>
                  <a:cubicBezTo>
                    <a:pt x="1198" y="1779"/>
                    <a:pt x="1146" y="1814"/>
                    <a:pt x="1223" y="1814"/>
                  </a:cubicBezTo>
                  <a:cubicBezTo>
                    <a:pt x="1230" y="1814"/>
                    <a:pt x="1239" y="1814"/>
                    <a:pt x="1249" y="1813"/>
                  </a:cubicBezTo>
                  <a:lnTo>
                    <a:pt x="1249" y="1829"/>
                  </a:lnTo>
                  <a:cubicBezTo>
                    <a:pt x="1192" y="1845"/>
                    <a:pt x="1192" y="1853"/>
                    <a:pt x="1249" y="1861"/>
                  </a:cubicBezTo>
                  <a:lnTo>
                    <a:pt x="1306" y="1861"/>
                  </a:lnTo>
                  <a:cubicBezTo>
                    <a:pt x="1265" y="1861"/>
                    <a:pt x="1225" y="1870"/>
                    <a:pt x="1192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65" y="1910"/>
                    <a:pt x="1225" y="1910"/>
                    <a:pt x="1184" y="1910"/>
                  </a:cubicBezTo>
                  <a:lnTo>
                    <a:pt x="1184" y="1918"/>
                  </a:lnTo>
                  <a:cubicBezTo>
                    <a:pt x="1306" y="1918"/>
                    <a:pt x="1306" y="1926"/>
                    <a:pt x="1249" y="1926"/>
                  </a:cubicBezTo>
                  <a:cubicBezTo>
                    <a:pt x="1184" y="1926"/>
                    <a:pt x="1184" y="1934"/>
                    <a:pt x="1184" y="1943"/>
                  </a:cubicBezTo>
                  <a:cubicBezTo>
                    <a:pt x="1222" y="1943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3"/>
                  </a:cubicBezTo>
                  <a:lnTo>
                    <a:pt x="1127" y="1943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67"/>
                  </a:cubicBezTo>
                  <a:cubicBezTo>
                    <a:pt x="1184" y="1973"/>
                    <a:pt x="1184" y="1978"/>
                    <a:pt x="1204" y="1978"/>
                  </a:cubicBezTo>
                  <a:cubicBezTo>
                    <a:pt x="1213" y="1978"/>
                    <a:pt x="1224" y="1977"/>
                    <a:pt x="1241" y="1975"/>
                  </a:cubicBezTo>
                  <a:cubicBezTo>
                    <a:pt x="1253" y="1973"/>
                    <a:pt x="1265" y="1972"/>
                    <a:pt x="1277" y="1972"/>
                  </a:cubicBezTo>
                  <a:cubicBezTo>
                    <a:pt x="1305" y="1972"/>
                    <a:pt x="1334" y="1977"/>
                    <a:pt x="1363" y="1983"/>
                  </a:cubicBezTo>
                  <a:cubicBezTo>
                    <a:pt x="1400" y="1983"/>
                    <a:pt x="1388" y="1987"/>
                    <a:pt x="1375" y="1987"/>
                  </a:cubicBezTo>
                  <a:cubicBezTo>
                    <a:pt x="1369" y="1987"/>
                    <a:pt x="1363" y="1986"/>
                    <a:pt x="1363" y="1983"/>
                  </a:cubicBezTo>
                  <a:cubicBezTo>
                    <a:pt x="1351" y="1981"/>
                    <a:pt x="1339" y="1980"/>
                    <a:pt x="1327" y="1980"/>
                  </a:cubicBezTo>
                  <a:cubicBezTo>
                    <a:pt x="1298" y="1980"/>
                    <a:pt x="1270" y="1985"/>
                    <a:pt x="1241" y="1991"/>
                  </a:cubicBezTo>
                  <a:cubicBezTo>
                    <a:pt x="1241" y="1999"/>
                    <a:pt x="1184" y="1999"/>
                    <a:pt x="1184" y="1999"/>
                  </a:cubicBezTo>
                  <a:cubicBezTo>
                    <a:pt x="1167" y="1998"/>
                    <a:pt x="1154" y="1998"/>
                    <a:pt x="1143" y="1998"/>
                  </a:cubicBezTo>
                  <a:cubicBezTo>
                    <a:pt x="1079" y="1998"/>
                    <a:pt x="1128" y="2017"/>
                    <a:pt x="1184" y="2024"/>
                  </a:cubicBezTo>
                  <a:cubicBezTo>
                    <a:pt x="1298" y="2040"/>
                    <a:pt x="1298" y="2048"/>
                    <a:pt x="1176" y="2048"/>
                  </a:cubicBezTo>
                  <a:cubicBezTo>
                    <a:pt x="1063" y="2048"/>
                    <a:pt x="1176" y="2064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8" y="2121"/>
                    <a:pt x="1298" y="2121"/>
                    <a:pt x="1233" y="2121"/>
                  </a:cubicBezTo>
                  <a:cubicBezTo>
                    <a:pt x="1176" y="2121"/>
                    <a:pt x="1176" y="2129"/>
                    <a:pt x="1176" y="2145"/>
                  </a:cubicBezTo>
                  <a:cubicBezTo>
                    <a:pt x="1168" y="2170"/>
                    <a:pt x="1168" y="2178"/>
                    <a:pt x="1233" y="2178"/>
                  </a:cubicBezTo>
                  <a:lnTo>
                    <a:pt x="1233" y="2194"/>
                  </a:lnTo>
                  <a:cubicBezTo>
                    <a:pt x="1111" y="2202"/>
                    <a:pt x="1168" y="2210"/>
                    <a:pt x="1290" y="2210"/>
                  </a:cubicBezTo>
                  <a:cubicBezTo>
                    <a:pt x="1290" y="2210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82" y="2380"/>
                  </a:cubicBezTo>
                  <a:cubicBezTo>
                    <a:pt x="1217" y="2380"/>
                    <a:pt x="1160" y="2388"/>
                    <a:pt x="1217" y="2388"/>
                  </a:cubicBezTo>
                  <a:cubicBezTo>
                    <a:pt x="1217" y="2388"/>
                    <a:pt x="1217" y="2405"/>
                    <a:pt x="1160" y="2413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40"/>
                    <a:pt x="1152" y="2445"/>
                  </a:cubicBezTo>
                  <a:cubicBezTo>
                    <a:pt x="1095" y="2453"/>
                    <a:pt x="1030" y="2461"/>
                    <a:pt x="1095" y="2461"/>
                  </a:cubicBezTo>
                  <a:cubicBezTo>
                    <a:pt x="1152" y="2470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26"/>
                  </a:cubicBezTo>
                  <a:cubicBezTo>
                    <a:pt x="1152" y="2526"/>
                    <a:pt x="1152" y="2543"/>
                    <a:pt x="1144" y="2551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2" y="2573"/>
                    <a:pt x="1061" y="2572"/>
                    <a:pt x="1054" y="2572"/>
                  </a:cubicBezTo>
                  <a:cubicBezTo>
                    <a:pt x="1034" y="2572"/>
                    <a:pt x="1045" y="2579"/>
                    <a:pt x="1087" y="2591"/>
                  </a:cubicBezTo>
                  <a:cubicBezTo>
                    <a:pt x="1087" y="2599"/>
                    <a:pt x="1209" y="2607"/>
                    <a:pt x="1200" y="2616"/>
                  </a:cubicBezTo>
                  <a:cubicBezTo>
                    <a:pt x="1212" y="2613"/>
                    <a:pt x="1224" y="2612"/>
                    <a:pt x="1236" y="2612"/>
                  </a:cubicBezTo>
                  <a:cubicBezTo>
                    <a:pt x="1265" y="2612"/>
                    <a:pt x="1293" y="2618"/>
                    <a:pt x="1322" y="2624"/>
                  </a:cubicBezTo>
                  <a:lnTo>
                    <a:pt x="1144" y="2624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72"/>
                  </a:cubicBezTo>
                  <a:cubicBezTo>
                    <a:pt x="1144" y="2688"/>
                    <a:pt x="1136" y="2697"/>
                    <a:pt x="1200" y="2705"/>
                  </a:cubicBezTo>
                  <a:cubicBezTo>
                    <a:pt x="1079" y="2713"/>
                    <a:pt x="1079" y="2761"/>
                    <a:pt x="1192" y="2761"/>
                  </a:cubicBezTo>
                  <a:cubicBezTo>
                    <a:pt x="1257" y="2761"/>
                    <a:pt x="1257" y="2770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802"/>
                    <a:pt x="1192" y="2810"/>
                    <a:pt x="1136" y="2818"/>
                  </a:cubicBezTo>
                  <a:cubicBezTo>
                    <a:pt x="1014" y="2826"/>
                    <a:pt x="1014" y="2826"/>
                    <a:pt x="1071" y="2834"/>
                  </a:cubicBezTo>
                  <a:cubicBezTo>
                    <a:pt x="1127" y="2851"/>
                    <a:pt x="1127" y="2867"/>
                    <a:pt x="1127" y="2875"/>
                  </a:cubicBezTo>
                  <a:cubicBezTo>
                    <a:pt x="1168" y="2891"/>
                    <a:pt x="1209" y="2891"/>
                    <a:pt x="1249" y="2891"/>
                  </a:cubicBezTo>
                  <a:cubicBezTo>
                    <a:pt x="1289" y="2891"/>
                    <a:pt x="1330" y="2891"/>
                    <a:pt x="1370" y="2899"/>
                  </a:cubicBezTo>
                  <a:lnTo>
                    <a:pt x="1370" y="2899"/>
                  </a:lnTo>
                  <a:cubicBezTo>
                    <a:pt x="1350" y="2895"/>
                    <a:pt x="1330" y="2893"/>
                    <a:pt x="1310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4"/>
                    <a:pt x="1184" y="2932"/>
                  </a:cubicBezTo>
                  <a:cubicBezTo>
                    <a:pt x="1184" y="2940"/>
                    <a:pt x="1184" y="2956"/>
                    <a:pt x="1184" y="2964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7"/>
                    <a:pt x="1119" y="3078"/>
                    <a:pt x="1233" y="3086"/>
                  </a:cubicBezTo>
                  <a:lnTo>
                    <a:pt x="1176" y="3086"/>
                  </a:lnTo>
                  <a:cubicBezTo>
                    <a:pt x="1119" y="3086"/>
                    <a:pt x="1119" y="3094"/>
                    <a:pt x="1119" y="3110"/>
                  </a:cubicBezTo>
                  <a:cubicBezTo>
                    <a:pt x="1119" y="3110"/>
                    <a:pt x="1176" y="3143"/>
                    <a:pt x="1168" y="3167"/>
                  </a:cubicBezTo>
                  <a:cubicBezTo>
                    <a:pt x="1168" y="3191"/>
                    <a:pt x="1168" y="3215"/>
                    <a:pt x="1225" y="3215"/>
                  </a:cubicBezTo>
                  <a:cubicBezTo>
                    <a:pt x="1225" y="3224"/>
                    <a:pt x="1225" y="3224"/>
                    <a:pt x="1168" y="3224"/>
                  </a:cubicBezTo>
                  <a:cubicBezTo>
                    <a:pt x="1151" y="3221"/>
                    <a:pt x="1140" y="3220"/>
                    <a:pt x="1131" y="3220"/>
                  </a:cubicBezTo>
                  <a:cubicBezTo>
                    <a:pt x="1111" y="3220"/>
                    <a:pt x="1111" y="3226"/>
                    <a:pt x="1111" y="3232"/>
                  </a:cubicBezTo>
                  <a:cubicBezTo>
                    <a:pt x="1144" y="3240"/>
                    <a:pt x="1184" y="3240"/>
                    <a:pt x="1225" y="3240"/>
                  </a:cubicBezTo>
                  <a:cubicBezTo>
                    <a:pt x="1290" y="3240"/>
                    <a:pt x="1290" y="3248"/>
                    <a:pt x="1225" y="3256"/>
                  </a:cubicBezTo>
                  <a:cubicBezTo>
                    <a:pt x="1168" y="3272"/>
                    <a:pt x="1160" y="3305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53"/>
                    <a:pt x="1160" y="3370"/>
                  </a:cubicBezTo>
                  <a:cubicBezTo>
                    <a:pt x="1160" y="3378"/>
                    <a:pt x="1160" y="3378"/>
                    <a:pt x="1095" y="3378"/>
                  </a:cubicBezTo>
                  <a:cubicBezTo>
                    <a:pt x="1038" y="3386"/>
                    <a:pt x="982" y="3386"/>
                    <a:pt x="1095" y="3386"/>
                  </a:cubicBezTo>
                  <a:cubicBezTo>
                    <a:pt x="1160" y="3402"/>
                    <a:pt x="1152" y="3426"/>
                    <a:pt x="1095" y="3442"/>
                  </a:cubicBezTo>
                  <a:cubicBezTo>
                    <a:pt x="1095" y="3451"/>
                    <a:pt x="1095" y="3451"/>
                    <a:pt x="1152" y="3451"/>
                  </a:cubicBezTo>
                  <a:lnTo>
                    <a:pt x="1217" y="3451"/>
                  </a:lnTo>
                  <a:cubicBezTo>
                    <a:pt x="1095" y="3459"/>
                    <a:pt x="1095" y="3459"/>
                    <a:pt x="1217" y="3467"/>
                  </a:cubicBezTo>
                  <a:cubicBezTo>
                    <a:pt x="1273" y="3467"/>
                    <a:pt x="1273" y="3475"/>
                    <a:pt x="1217" y="3475"/>
                  </a:cubicBezTo>
                  <a:cubicBezTo>
                    <a:pt x="1152" y="3483"/>
                    <a:pt x="1152" y="3491"/>
                    <a:pt x="1152" y="3491"/>
                  </a:cubicBezTo>
                  <a:cubicBezTo>
                    <a:pt x="1152" y="3499"/>
                    <a:pt x="1209" y="3532"/>
                    <a:pt x="1209" y="3572"/>
                  </a:cubicBezTo>
                  <a:cubicBezTo>
                    <a:pt x="1200" y="3629"/>
                    <a:pt x="1200" y="3653"/>
                    <a:pt x="1265" y="3653"/>
                  </a:cubicBezTo>
                  <a:cubicBezTo>
                    <a:pt x="1322" y="3661"/>
                    <a:pt x="1322" y="3661"/>
                    <a:pt x="1257" y="3661"/>
                  </a:cubicBezTo>
                  <a:cubicBezTo>
                    <a:pt x="1200" y="3670"/>
                    <a:pt x="1200" y="3678"/>
                    <a:pt x="1200" y="3686"/>
                  </a:cubicBezTo>
                  <a:cubicBezTo>
                    <a:pt x="1200" y="3694"/>
                    <a:pt x="1200" y="3702"/>
                    <a:pt x="1136" y="3702"/>
                  </a:cubicBezTo>
                  <a:cubicBezTo>
                    <a:pt x="1200" y="3710"/>
                    <a:pt x="1200" y="3710"/>
                    <a:pt x="1200" y="3718"/>
                  </a:cubicBezTo>
                  <a:cubicBezTo>
                    <a:pt x="1136" y="3718"/>
                    <a:pt x="1136" y="3726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1"/>
                  </a:cubicBezTo>
                  <a:cubicBezTo>
                    <a:pt x="1192" y="3751"/>
                    <a:pt x="1192" y="3767"/>
                    <a:pt x="1257" y="3775"/>
                  </a:cubicBezTo>
                  <a:cubicBezTo>
                    <a:pt x="1257" y="3783"/>
                    <a:pt x="1257" y="3791"/>
                    <a:pt x="1192" y="3791"/>
                  </a:cubicBezTo>
                  <a:cubicBezTo>
                    <a:pt x="1136" y="3799"/>
                    <a:pt x="1192" y="3832"/>
                    <a:pt x="1249" y="3840"/>
                  </a:cubicBezTo>
                  <a:cubicBezTo>
                    <a:pt x="1314" y="3840"/>
                    <a:pt x="1306" y="3848"/>
                    <a:pt x="1249" y="3848"/>
                  </a:cubicBezTo>
                  <a:cubicBezTo>
                    <a:pt x="1192" y="3848"/>
                    <a:pt x="1192" y="3856"/>
                    <a:pt x="1192" y="3864"/>
                  </a:cubicBezTo>
                  <a:lnTo>
                    <a:pt x="1127" y="3864"/>
                  </a:lnTo>
                  <a:cubicBezTo>
                    <a:pt x="1071" y="3864"/>
                    <a:pt x="1071" y="3864"/>
                    <a:pt x="1071" y="3880"/>
                  </a:cubicBezTo>
                  <a:cubicBezTo>
                    <a:pt x="1127" y="3888"/>
                    <a:pt x="1127" y="3921"/>
                    <a:pt x="1127" y="3937"/>
                  </a:cubicBezTo>
                  <a:cubicBezTo>
                    <a:pt x="1119" y="3978"/>
                    <a:pt x="1184" y="3986"/>
                    <a:pt x="1298" y="4002"/>
                  </a:cubicBezTo>
                  <a:lnTo>
                    <a:pt x="1419" y="4010"/>
                  </a:lnTo>
                  <a:lnTo>
                    <a:pt x="1119" y="4010"/>
                  </a:lnTo>
                  <a:cubicBezTo>
                    <a:pt x="1148" y="4016"/>
                    <a:pt x="1177" y="4022"/>
                    <a:pt x="1205" y="4022"/>
                  </a:cubicBezTo>
                  <a:cubicBezTo>
                    <a:pt x="1217" y="4022"/>
                    <a:pt x="1229" y="4021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9"/>
                    <a:pt x="1176" y="4067"/>
                    <a:pt x="1233" y="4075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15"/>
                  </a:cubicBezTo>
                  <a:cubicBezTo>
                    <a:pt x="1111" y="4124"/>
                    <a:pt x="1111" y="4140"/>
                    <a:pt x="1176" y="4148"/>
                  </a:cubicBezTo>
                  <a:cubicBezTo>
                    <a:pt x="1233" y="4148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97"/>
                  </a:lnTo>
                  <a:cubicBezTo>
                    <a:pt x="1290" y="4199"/>
                    <a:pt x="1285" y="4200"/>
                    <a:pt x="1278" y="4200"/>
                  </a:cubicBezTo>
                  <a:cubicBezTo>
                    <a:pt x="1261" y="4200"/>
                    <a:pt x="1233" y="4194"/>
                    <a:pt x="1233" y="4188"/>
                  </a:cubicBezTo>
                  <a:lnTo>
                    <a:pt x="1168" y="4197"/>
                  </a:lnTo>
                  <a:cubicBezTo>
                    <a:pt x="1168" y="4213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11" y="4237"/>
                    <a:pt x="1168" y="4245"/>
                  </a:cubicBezTo>
                  <a:cubicBezTo>
                    <a:pt x="1290" y="4253"/>
                    <a:pt x="1225" y="4261"/>
                    <a:pt x="1168" y="4261"/>
                  </a:cubicBezTo>
                  <a:cubicBezTo>
                    <a:pt x="1127" y="4259"/>
                    <a:pt x="1100" y="4257"/>
                    <a:pt x="1087" y="4257"/>
                  </a:cubicBezTo>
                  <a:cubicBezTo>
                    <a:pt x="1060" y="4257"/>
                    <a:pt x="1087" y="4264"/>
                    <a:pt x="1168" y="4286"/>
                  </a:cubicBezTo>
                  <a:cubicBezTo>
                    <a:pt x="1160" y="4294"/>
                    <a:pt x="1225" y="4326"/>
                    <a:pt x="1217" y="4351"/>
                  </a:cubicBezTo>
                  <a:cubicBezTo>
                    <a:pt x="1217" y="4375"/>
                    <a:pt x="1217" y="4391"/>
                    <a:pt x="1160" y="4399"/>
                  </a:cubicBezTo>
                  <a:cubicBezTo>
                    <a:pt x="1148" y="4399"/>
                    <a:pt x="1137" y="4399"/>
                    <a:pt x="1127" y="4399"/>
                  </a:cubicBezTo>
                  <a:lnTo>
                    <a:pt x="1127" y="4399"/>
                  </a:lnTo>
                  <a:cubicBezTo>
                    <a:pt x="1217" y="4401"/>
                    <a:pt x="1217" y="4409"/>
                    <a:pt x="1217" y="4424"/>
                  </a:cubicBezTo>
                  <a:cubicBezTo>
                    <a:pt x="1152" y="4448"/>
                    <a:pt x="1217" y="4464"/>
                    <a:pt x="1273" y="4472"/>
                  </a:cubicBezTo>
                  <a:cubicBezTo>
                    <a:pt x="1273" y="4464"/>
                    <a:pt x="1273" y="4456"/>
                    <a:pt x="1273" y="4456"/>
                  </a:cubicBezTo>
                  <a:cubicBezTo>
                    <a:pt x="1395" y="4456"/>
                    <a:pt x="1395" y="4464"/>
                    <a:pt x="1330" y="4480"/>
                  </a:cubicBezTo>
                  <a:cubicBezTo>
                    <a:pt x="1290" y="4488"/>
                    <a:pt x="1249" y="4488"/>
                    <a:pt x="1209" y="4488"/>
                  </a:cubicBezTo>
                  <a:cubicBezTo>
                    <a:pt x="1197" y="4486"/>
                    <a:pt x="1185" y="4485"/>
                    <a:pt x="1173" y="4485"/>
                  </a:cubicBezTo>
                  <a:cubicBezTo>
                    <a:pt x="1145" y="4485"/>
                    <a:pt x="1118" y="4491"/>
                    <a:pt x="1095" y="4496"/>
                  </a:cubicBezTo>
                  <a:cubicBezTo>
                    <a:pt x="1095" y="4502"/>
                    <a:pt x="1091" y="4508"/>
                    <a:pt x="1112" y="4508"/>
                  </a:cubicBezTo>
                  <a:cubicBezTo>
                    <a:pt x="1120" y="4508"/>
                    <a:pt x="1133" y="4507"/>
                    <a:pt x="1152" y="4505"/>
                  </a:cubicBezTo>
                  <a:cubicBezTo>
                    <a:pt x="1209" y="4505"/>
                    <a:pt x="1209" y="4505"/>
                    <a:pt x="1209" y="4513"/>
                  </a:cubicBezTo>
                  <a:cubicBezTo>
                    <a:pt x="1209" y="4521"/>
                    <a:pt x="1209" y="4529"/>
                    <a:pt x="1265" y="4537"/>
                  </a:cubicBezTo>
                  <a:cubicBezTo>
                    <a:pt x="1330" y="4537"/>
                    <a:pt x="1330" y="4545"/>
                    <a:pt x="1330" y="4553"/>
                  </a:cubicBezTo>
                  <a:cubicBezTo>
                    <a:pt x="1265" y="4561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78"/>
                    <a:pt x="1087" y="4578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64"/>
                    <a:pt x="1192" y="4780"/>
                  </a:cubicBezTo>
                  <a:cubicBezTo>
                    <a:pt x="1143" y="4794"/>
                    <a:pt x="1131" y="4814"/>
                    <a:pt x="1170" y="4814"/>
                  </a:cubicBezTo>
                  <a:cubicBezTo>
                    <a:pt x="1176" y="4814"/>
                    <a:pt x="1183" y="4814"/>
                    <a:pt x="1192" y="4813"/>
                  </a:cubicBezTo>
                  <a:cubicBezTo>
                    <a:pt x="1249" y="4813"/>
                    <a:pt x="1249" y="4845"/>
                    <a:pt x="1249" y="4894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32"/>
                    <a:pt x="1355" y="5040"/>
                  </a:cubicBezTo>
                  <a:cubicBezTo>
                    <a:pt x="1419" y="5048"/>
                    <a:pt x="1419" y="5048"/>
                    <a:pt x="1355" y="5048"/>
                  </a:cubicBezTo>
                  <a:cubicBezTo>
                    <a:pt x="1334" y="5044"/>
                    <a:pt x="1314" y="5042"/>
                    <a:pt x="1295" y="5042"/>
                  </a:cubicBezTo>
                  <a:cubicBezTo>
                    <a:pt x="1275" y="5042"/>
                    <a:pt x="1257" y="5044"/>
                    <a:pt x="1241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9" y="5072"/>
                    <a:pt x="1419" y="5072"/>
                  </a:cubicBezTo>
                  <a:cubicBezTo>
                    <a:pt x="1419" y="5080"/>
                    <a:pt x="1419" y="5080"/>
                    <a:pt x="1355" y="5080"/>
                  </a:cubicBezTo>
                  <a:lnTo>
                    <a:pt x="1225" y="5080"/>
                  </a:lnTo>
                  <a:lnTo>
                    <a:pt x="1225" y="5088"/>
                  </a:lnTo>
                  <a:cubicBezTo>
                    <a:pt x="1290" y="5088"/>
                    <a:pt x="1290" y="5096"/>
                    <a:pt x="1290" y="5096"/>
                  </a:cubicBezTo>
                  <a:cubicBezTo>
                    <a:pt x="1290" y="5105"/>
                    <a:pt x="1290" y="5105"/>
                    <a:pt x="1168" y="5105"/>
                  </a:cubicBezTo>
                  <a:cubicBezTo>
                    <a:pt x="1046" y="5105"/>
                    <a:pt x="1046" y="5113"/>
                    <a:pt x="1168" y="5121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61"/>
                  </a:cubicBezTo>
                  <a:cubicBezTo>
                    <a:pt x="1160" y="5169"/>
                    <a:pt x="1160" y="5178"/>
                    <a:pt x="1282" y="5186"/>
                  </a:cubicBezTo>
                  <a:cubicBezTo>
                    <a:pt x="1338" y="5186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26"/>
                  </a:cubicBezTo>
                  <a:cubicBezTo>
                    <a:pt x="1282" y="5234"/>
                    <a:pt x="1273" y="5283"/>
                    <a:pt x="1273" y="5340"/>
                  </a:cubicBezTo>
                  <a:cubicBezTo>
                    <a:pt x="1265" y="5405"/>
                    <a:pt x="1265" y="5453"/>
                    <a:pt x="1322" y="5453"/>
                  </a:cubicBezTo>
                  <a:cubicBezTo>
                    <a:pt x="1322" y="5461"/>
                    <a:pt x="1322" y="5461"/>
                    <a:pt x="1265" y="5461"/>
                  </a:cubicBezTo>
                  <a:cubicBezTo>
                    <a:pt x="1200" y="5461"/>
                    <a:pt x="1200" y="5469"/>
                    <a:pt x="1322" y="5478"/>
                  </a:cubicBezTo>
                  <a:cubicBezTo>
                    <a:pt x="1379" y="5486"/>
                    <a:pt x="1444" y="5486"/>
                    <a:pt x="1322" y="5486"/>
                  </a:cubicBezTo>
                  <a:cubicBezTo>
                    <a:pt x="1265" y="5486"/>
                    <a:pt x="1265" y="5502"/>
                    <a:pt x="1257" y="5534"/>
                  </a:cubicBezTo>
                  <a:cubicBezTo>
                    <a:pt x="1257" y="5551"/>
                    <a:pt x="1257" y="5583"/>
                    <a:pt x="1314" y="5583"/>
                  </a:cubicBezTo>
                  <a:cubicBezTo>
                    <a:pt x="1352" y="5592"/>
                    <a:pt x="1368" y="5596"/>
                    <a:pt x="1361" y="5596"/>
                  </a:cubicBezTo>
                  <a:cubicBezTo>
                    <a:pt x="1357" y="5596"/>
                    <a:pt x="1341" y="5594"/>
                    <a:pt x="1314" y="5591"/>
                  </a:cubicBezTo>
                  <a:cubicBezTo>
                    <a:pt x="1302" y="5590"/>
                    <a:pt x="1290" y="5590"/>
                    <a:pt x="1279" y="5590"/>
                  </a:cubicBezTo>
                  <a:cubicBezTo>
                    <a:pt x="1189" y="5590"/>
                    <a:pt x="1149" y="5618"/>
                    <a:pt x="1257" y="5640"/>
                  </a:cubicBezTo>
                  <a:cubicBezTo>
                    <a:pt x="1257" y="5648"/>
                    <a:pt x="1249" y="5656"/>
                    <a:pt x="1192" y="5656"/>
                  </a:cubicBezTo>
                  <a:cubicBezTo>
                    <a:pt x="1192" y="5664"/>
                    <a:pt x="1192" y="5672"/>
                    <a:pt x="1249" y="5688"/>
                  </a:cubicBezTo>
                  <a:cubicBezTo>
                    <a:pt x="1249" y="5696"/>
                    <a:pt x="1249" y="5729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2"/>
                    <a:pt x="1306" y="5775"/>
                    <a:pt x="1306" y="5778"/>
                  </a:cubicBezTo>
                  <a:cubicBezTo>
                    <a:pt x="1241" y="5778"/>
                    <a:pt x="1241" y="5810"/>
                    <a:pt x="1241" y="5867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8"/>
                    <a:pt x="1355" y="5996"/>
                    <a:pt x="1290" y="6005"/>
                  </a:cubicBezTo>
                  <a:cubicBezTo>
                    <a:pt x="1168" y="6013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53"/>
                    <a:pt x="1168" y="6078"/>
                    <a:pt x="1290" y="6086"/>
                  </a:cubicBezTo>
                  <a:cubicBezTo>
                    <a:pt x="1225" y="6086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63" y="6110"/>
                    <a:pt x="1022" y="6110"/>
                    <a:pt x="982" y="6118"/>
                  </a:cubicBezTo>
                  <a:cubicBezTo>
                    <a:pt x="1022" y="6126"/>
                    <a:pt x="1063" y="6126"/>
                    <a:pt x="1103" y="6126"/>
                  </a:cubicBezTo>
                  <a:lnTo>
                    <a:pt x="1103" y="6142"/>
                  </a:lnTo>
                  <a:cubicBezTo>
                    <a:pt x="1103" y="6142"/>
                    <a:pt x="1103" y="6150"/>
                    <a:pt x="1160" y="6150"/>
                  </a:cubicBezTo>
                  <a:cubicBezTo>
                    <a:pt x="1225" y="6150"/>
                    <a:pt x="1225" y="6150"/>
                    <a:pt x="1225" y="6159"/>
                  </a:cubicBezTo>
                  <a:cubicBezTo>
                    <a:pt x="1182" y="6159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9"/>
                  </a:cubicBezTo>
                  <a:cubicBezTo>
                    <a:pt x="1322" y="6159"/>
                    <a:pt x="1363" y="6159"/>
                    <a:pt x="1403" y="6167"/>
                  </a:cubicBezTo>
                  <a:lnTo>
                    <a:pt x="1517" y="6167"/>
                  </a:lnTo>
                  <a:cubicBezTo>
                    <a:pt x="1540" y="6169"/>
                    <a:pt x="1564" y="6170"/>
                    <a:pt x="1588" y="6170"/>
                  </a:cubicBezTo>
                  <a:cubicBezTo>
                    <a:pt x="1645" y="6170"/>
                    <a:pt x="1703" y="6164"/>
                    <a:pt x="1760" y="6159"/>
                  </a:cubicBezTo>
                  <a:cubicBezTo>
                    <a:pt x="1825" y="6126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6"/>
                  </a:cubicBezTo>
                  <a:cubicBezTo>
                    <a:pt x="1703" y="6086"/>
                    <a:pt x="1768" y="6078"/>
                    <a:pt x="1768" y="6078"/>
                  </a:cubicBezTo>
                  <a:cubicBezTo>
                    <a:pt x="1825" y="6078"/>
                    <a:pt x="1825" y="6045"/>
                    <a:pt x="1833" y="6013"/>
                  </a:cubicBezTo>
                  <a:cubicBezTo>
                    <a:pt x="1833" y="5964"/>
                    <a:pt x="1833" y="5948"/>
                    <a:pt x="1890" y="5940"/>
                  </a:cubicBezTo>
                  <a:cubicBezTo>
                    <a:pt x="1954" y="5932"/>
                    <a:pt x="1954" y="5923"/>
                    <a:pt x="1954" y="5923"/>
                  </a:cubicBezTo>
                  <a:cubicBezTo>
                    <a:pt x="1898" y="5923"/>
                    <a:pt x="1898" y="5883"/>
                    <a:pt x="1898" y="5826"/>
                  </a:cubicBezTo>
                  <a:cubicBezTo>
                    <a:pt x="1906" y="5778"/>
                    <a:pt x="1906" y="5729"/>
                    <a:pt x="1849" y="5729"/>
                  </a:cubicBezTo>
                  <a:cubicBezTo>
                    <a:pt x="1849" y="5721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72"/>
                    <a:pt x="1849" y="5656"/>
                    <a:pt x="1849" y="5656"/>
                  </a:cubicBezTo>
                  <a:cubicBezTo>
                    <a:pt x="1914" y="5656"/>
                    <a:pt x="1914" y="5648"/>
                    <a:pt x="1914" y="5632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75"/>
                    <a:pt x="1882" y="5542"/>
                    <a:pt x="1922" y="5534"/>
                  </a:cubicBezTo>
                  <a:cubicBezTo>
                    <a:pt x="1979" y="5526"/>
                    <a:pt x="1922" y="5518"/>
                    <a:pt x="1857" y="5510"/>
                  </a:cubicBezTo>
                  <a:cubicBezTo>
                    <a:pt x="1817" y="5510"/>
                    <a:pt x="1776" y="5510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6"/>
                  </a:cubicBezTo>
                  <a:cubicBezTo>
                    <a:pt x="1922" y="5478"/>
                    <a:pt x="1922" y="5469"/>
                    <a:pt x="1922" y="5469"/>
                  </a:cubicBezTo>
                  <a:cubicBezTo>
                    <a:pt x="1865" y="5469"/>
                    <a:pt x="1865" y="5437"/>
                    <a:pt x="1865" y="5388"/>
                  </a:cubicBezTo>
                  <a:cubicBezTo>
                    <a:pt x="1873" y="5323"/>
                    <a:pt x="1873" y="5299"/>
                    <a:pt x="1817" y="5299"/>
                  </a:cubicBezTo>
                  <a:cubicBezTo>
                    <a:pt x="1752" y="5299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105"/>
                    <a:pt x="1768" y="5096"/>
                  </a:cubicBezTo>
                  <a:lnTo>
                    <a:pt x="1825" y="5096"/>
                  </a:lnTo>
                  <a:cubicBezTo>
                    <a:pt x="1882" y="5096"/>
                    <a:pt x="1882" y="5088"/>
                    <a:pt x="1890" y="5056"/>
                  </a:cubicBezTo>
                  <a:cubicBezTo>
                    <a:pt x="1890" y="5048"/>
                    <a:pt x="1890" y="5040"/>
                    <a:pt x="1890" y="5040"/>
                  </a:cubicBezTo>
                  <a:cubicBezTo>
                    <a:pt x="1768" y="5040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75"/>
                  </a:cubicBezTo>
                  <a:cubicBezTo>
                    <a:pt x="1833" y="4951"/>
                    <a:pt x="1898" y="4910"/>
                    <a:pt x="1954" y="4910"/>
                  </a:cubicBezTo>
                  <a:cubicBezTo>
                    <a:pt x="1954" y="4910"/>
                    <a:pt x="1954" y="4910"/>
                    <a:pt x="1954" y="4902"/>
                  </a:cubicBezTo>
                  <a:cubicBezTo>
                    <a:pt x="1898" y="4894"/>
                    <a:pt x="1898" y="4878"/>
                    <a:pt x="1898" y="4869"/>
                  </a:cubicBezTo>
                  <a:cubicBezTo>
                    <a:pt x="1898" y="4845"/>
                    <a:pt x="1898" y="4845"/>
                    <a:pt x="1841" y="4845"/>
                  </a:cubicBezTo>
                  <a:cubicBezTo>
                    <a:pt x="1824" y="4848"/>
                    <a:pt x="1807" y="4850"/>
                    <a:pt x="1791" y="4850"/>
                  </a:cubicBezTo>
                  <a:cubicBezTo>
                    <a:pt x="1767" y="4850"/>
                    <a:pt x="1743" y="4847"/>
                    <a:pt x="1719" y="4837"/>
                  </a:cubicBezTo>
                  <a:lnTo>
                    <a:pt x="1784" y="4837"/>
                  </a:lnTo>
                  <a:cubicBezTo>
                    <a:pt x="1841" y="4837"/>
                    <a:pt x="1841" y="4821"/>
                    <a:pt x="1841" y="4788"/>
                  </a:cubicBezTo>
                  <a:cubicBezTo>
                    <a:pt x="1849" y="4756"/>
                    <a:pt x="1849" y="4740"/>
                    <a:pt x="1906" y="4732"/>
                  </a:cubicBezTo>
                  <a:lnTo>
                    <a:pt x="1849" y="4724"/>
                  </a:lnTo>
                  <a:cubicBezTo>
                    <a:pt x="1784" y="4715"/>
                    <a:pt x="1792" y="4707"/>
                    <a:pt x="1849" y="4707"/>
                  </a:cubicBezTo>
                  <a:cubicBezTo>
                    <a:pt x="1906" y="4707"/>
                    <a:pt x="1914" y="4675"/>
                    <a:pt x="1849" y="4659"/>
                  </a:cubicBezTo>
                  <a:cubicBezTo>
                    <a:pt x="1849" y="4651"/>
                    <a:pt x="1849" y="4642"/>
                    <a:pt x="1849" y="4642"/>
                  </a:cubicBezTo>
                  <a:cubicBezTo>
                    <a:pt x="1971" y="4634"/>
                    <a:pt x="1971" y="4618"/>
                    <a:pt x="1857" y="4610"/>
                  </a:cubicBezTo>
                  <a:cubicBezTo>
                    <a:pt x="1914" y="4610"/>
                    <a:pt x="1914" y="4602"/>
                    <a:pt x="1914" y="4594"/>
                  </a:cubicBezTo>
                  <a:cubicBezTo>
                    <a:pt x="1857" y="4578"/>
                    <a:pt x="1857" y="4553"/>
                    <a:pt x="1922" y="4553"/>
                  </a:cubicBezTo>
                  <a:lnTo>
                    <a:pt x="1922" y="4545"/>
                  </a:lnTo>
                  <a:cubicBezTo>
                    <a:pt x="1857" y="4537"/>
                    <a:pt x="1857" y="4529"/>
                    <a:pt x="1857" y="4521"/>
                  </a:cubicBezTo>
                  <a:cubicBezTo>
                    <a:pt x="1857" y="4513"/>
                    <a:pt x="1857" y="4505"/>
                    <a:pt x="1800" y="4496"/>
                  </a:cubicBezTo>
                  <a:cubicBezTo>
                    <a:pt x="1744" y="4496"/>
                    <a:pt x="1744" y="4488"/>
                    <a:pt x="1744" y="4488"/>
                  </a:cubicBezTo>
                  <a:cubicBezTo>
                    <a:pt x="1760" y="4485"/>
                    <a:pt x="1777" y="4483"/>
                    <a:pt x="1794" y="4483"/>
                  </a:cubicBezTo>
                  <a:cubicBezTo>
                    <a:pt x="1818" y="4483"/>
                    <a:pt x="1842" y="4487"/>
                    <a:pt x="1865" y="4496"/>
                  </a:cubicBezTo>
                  <a:cubicBezTo>
                    <a:pt x="1875" y="4498"/>
                    <a:pt x="1884" y="4499"/>
                    <a:pt x="1890" y="4499"/>
                  </a:cubicBezTo>
                  <a:cubicBezTo>
                    <a:pt x="1918" y="4499"/>
                    <a:pt x="1901" y="4484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8" y="4461"/>
                    <a:pt x="1873" y="4465"/>
                    <a:pt x="1884" y="4465"/>
                  </a:cubicBezTo>
                  <a:cubicBezTo>
                    <a:pt x="1893" y="4465"/>
                    <a:pt x="1889" y="4463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2"/>
                    <a:pt x="1809" y="4424"/>
                    <a:pt x="1809" y="4424"/>
                  </a:cubicBezTo>
                  <a:cubicBezTo>
                    <a:pt x="1865" y="4407"/>
                    <a:pt x="1865" y="4399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9"/>
                    <a:pt x="1809" y="4351"/>
                  </a:cubicBezTo>
                  <a:cubicBezTo>
                    <a:pt x="1930" y="4351"/>
                    <a:pt x="1930" y="4342"/>
                    <a:pt x="1873" y="4342"/>
                  </a:cubicBezTo>
                  <a:cubicBezTo>
                    <a:pt x="1809" y="4334"/>
                    <a:pt x="1809" y="4326"/>
                    <a:pt x="1809" y="4326"/>
                  </a:cubicBezTo>
                  <a:cubicBezTo>
                    <a:pt x="1873" y="4326"/>
                    <a:pt x="1873" y="4261"/>
                    <a:pt x="1882" y="4197"/>
                  </a:cubicBezTo>
                  <a:cubicBezTo>
                    <a:pt x="1841" y="4180"/>
                    <a:pt x="1800" y="4180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6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8"/>
                    <a:pt x="1825" y="4148"/>
                    <a:pt x="1760" y="4140"/>
                  </a:cubicBezTo>
                  <a:cubicBezTo>
                    <a:pt x="1703" y="4140"/>
                    <a:pt x="1703" y="4132"/>
                    <a:pt x="1760" y="4132"/>
                  </a:cubicBezTo>
                  <a:cubicBezTo>
                    <a:pt x="1825" y="4124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83"/>
                  </a:cubicBezTo>
                  <a:cubicBezTo>
                    <a:pt x="1740" y="4065"/>
                    <a:pt x="1718" y="4056"/>
                    <a:pt x="1761" y="4056"/>
                  </a:cubicBezTo>
                  <a:cubicBezTo>
                    <a:pt x="1775" y="4056"/>
                    <a:pt x="1796" y="4057"/>
                    <a:pt x="1825" y="4059"/>
                  </a:cubicBezTo>
                  <a:cubicBezTo>
                    <a:pt x="1836" y="4059"/>
                    <a:pt x="1845" y="4060"/>
                    <a:pt x="1853" y="4060"/>
                  </a:cubicBezTo>
                  <a:cubicBezTo>
                    <a:pt x="1936" y="4060"/>
                    <a:pt x="1879" y="4026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lnTo>
                    <a:pt x="1768" y="4010"/>
                  </a:lnTo>
                  <a:cubicBezTo>
                    <a:pt x="1768" y="4002"/>
                    <a:pt x="1768" y="3994"/>
                    <a:pt x="1833" y="3994"/>
                  </a:cubicBezTo>
                  <a:cubicBezTo>
                    <a:pt x="1833" y="3994"/>
                    <a:pt x="1833" y="3986"/>
                    <a:pt x="1776" y="3969"/>
                  </a:cubicBezTo>
                  <a:cubicBezTo>
                    <a:pt x="1654" y="3953"/>
                    <a:pt x="1711" y="3937"/>
                    <a:pt x="1833" y="3929"/>
                  </a:cubicBezTo>
                  <a:lnTo>
                    <a:pt x="1776" y="3913"/>
                  </a:lnTo>
                  <a:cubicBezTo>
                    <a:pt x="1654" y="3905"/>
                    <a:pt x="1598" y="3897"/>
                    <a:pt x="1719" y="3897"/>
                  </a:cubicBezTo>
                  <a:lnTo>
                    <a:pt x="1776" y="3897"/>
                  </a:lnTo>
                  <a:cubicBezTo>
                    <a:pt x="1654" y="3888"/>
                    <a:pt x="1719" y="3864"/>
                    <a:pt x="1841" y="3864"/>
                  </a:cubicBezTo>
                  <a:cubicBezTo>
                    <a:pt x="1898" y="3864"/>
                    <a:pt x="1898" y="3864"/>
                    <a:pt x="1898" y="3856"/>
                  </a:cubicBezTo>
                  <a:lnTo>
                    <a:pt x="1841" y="3856"/>
                  </a:lnTo>
                  <a:cubicBezTo>
                    <a:pt x="1800" y="3856"/>
                    <a:pt x="1760" y="3856"/>
                    <a:pt x="1719" y="3848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4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9"/>
                    <a:pt x="1906" y="3791"/>
                    <a:pt x="1906" y="3775"/>
                  </a:cubicBezTo>
                  <a:cubicBezTo>
                    <a:pt x="1849" y="3767"/>
                    <a:pt x="1849" y="3751"/>
                    <a:pt x="1906" y="3751"/>
                  </a:cubicBezTo>
                  <a:cubicBezTo>
                    <a:pt x="1906" y="3751"/>
                    <a:pt x="1906" y="3734"/>
                    <a:pt x="1849" y="3734"/>
                  </a:cubicBezTo>
                  <a:cubicBezTo>
                    <a:pt x="1849" y="3718"/>
                    <a:pt x="1849" y="3710"/>
                    <a:pt x="1906" y="3710"/>
                  </a:cubicBezTo>
                  <a:cubicBezTo>
                    <a:pt x="1971" y="3710"/>
                    <a:pt x="1971" y="3710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8"/>
                    <a:pt x="1849" y="3670"/>
                    <a:pt x="1849" y="3670"/>
                  </a:cubicBezTo>
                  <a:cubicBezTo>
                    <a:pt x="1792" y="3670"/>
                    <a:pt x="1792" y="3670"/>
                    <a:pt x="1792" y="3661"/>
                  </a:cubicBezTo>
                  <a:cubicBezTo>
                    <a:pt x="1792" y="3661"/>
                    <a:pt x="1849" y="3637"/>
                    <a:pt x="1849" y="3629"/>
                  </a:cubicBezTo>
                  <a:cubicBezTo>
                    <a:pt x="1854" y="3614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5"/>
                  </a:cubicBezTo>
                  <a:cubicBezTo>
                    <a:pt x="1792" y="3597"/>
                    <a:pt x="1857" y="3580"/>
                    <a:pt x="1857" y="3556"/>
                  </a:cubicBezTo>
                  <a:cubicBezTo>
                    <a:pt x="1857" y="3524"/>
                    <a:pt x="1857" y="3524"/>
                    <a:pt x="1800" y="3524"/>
                  </a:cubicBezTo>
                  <a:cubicBezTo>
                    <a:pt x="1760" y="3526"/>
                    <a:pt x="1733" y="3527"/>
                    <a:pt x="1719" y="3527"/>
                  </a:cubicBezTo>
                  <a:cubicBezTo>
                    <a:pt x="1692" y="3527"/>
                    <a:pt x="1719" y="3524"/>
                    <a:pt x="1800" y="3524"/>
                  </a:cubicBezTo>
                  <a:cubicBezTo>
                    <a:pt x="1922" y="3507"/>
                    <a:pt x="1922" y="3499"/>
                    <a:pt x="1857" y="3499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lnTo>
                    <a:pt x="1865" y="3459"/>
                  </a:lnTo>
                  <a:cubicBezTo>
                    <a:pt x="1865" y="3459"/>
                    <a:pt x="1865" y="3451"/>
                    <a:pt x="1865" y="3442"/>
                  </a:cubicBezTo>
                  <a:cubicBezTo>
                    <a:pt x="1744" y="3426"/>
                    <a:pt x="1809" y="3386"/>
                    <a:pt x="1865" y="3378"/>
                  </a:cubicBezTo>
                  <a:cubicBezTo>
                    <a:pt x="1865" y="3378"/>
                    <a:pt x="1865" y="3370"/>
                    <a:pt x="1809" y="3361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8" y="3330"/>
                    <a:pt x="1752" y="3303"/>
                    <a:pt x="1838" y="3303"/>
                  </a:cubicBezTo>
                  <a:cubicBezTo>
                    <a:pt x="1848" y="3303"/>
                    <a:pt x="1860" y="3304"/>
                    <a:pt x="1873" y="3305"/>
                  </a:cubicBezTo>
                  <a:lnTo>
                    <a:pt x="1995" y="3305"/>
                  </a:lnTo>
                  <a:cubicBezTo>
                    <a:pt x="1930" y="3297"/>
                    <a:pt x="1930" y="3288"/>
                    <a:pt x="1930" y="3288"/>
                  </a:cubicBezTo>
                  <a:cubicBezTo>
                    <a:pt x="1873" y="3288"/>
                    <a:pt x="1873" y="3280"/>
                    <a:pt x="1873" y="3256"/>
                  </a:cubicBezTo>
                  <a:cubicBezTo>
                    <a:pt x="1873" y="3248"/>
                    <a:pt x="1817" y="3215"/>
                    <a:pt x="1817" y="3199"/>
                  </a:cubicBezTo>
                  <a:cubicBezTo>
                    <a:pt x="1817" y="3183"/>
                    <a:pt x="1817" y="3167"/>
                    <a:pt x="1882" y="3159"/>
                  </a:cubicBezTo>
                  <a:cubicBezTo>
                    <a:pt x="1882" y="3151"/>
                    <a:pt x="1882" y="3143"/>
                    <a:pt x="1825" y="3126"/>
                  </a:cubicBezTo>
                  <a:cubicBezTo>
                    <a:pt x="1760" y="3118"/>
                    <a:pt x="1768" y="3110"/>
                    <a:pt x="1825" y="3110"/>
                  </a:cubicBezTo>
                  <a:lnTo>
                    <a:pt x="1825" y="3102"/>
                  </a:lnTo>
                  <a:cubicBezTo>
                    <a:pt x="1768" y="3086"/>
                    <a:pt x="1768" y="3078"/>
                    <a:pt x="1768" y="3078"/>
                  </a:cubicBezTo>
                  <a:cubicBezTo>
                    <a:pt x="1825" y="3078"/>
                    <a:pt x="1890" y="3070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9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61"/>
                    <a:pt x="1784" y="2745"/>
                    <a:pt x="1784" y="2745"/>
                  </a:cubicBezTo>
                  <a:cubicBezTo>
                    <a:pt x="1906" y="2745"/>
                    <a:pt x="1849" y="2705"/>
                    <a:pt x="1792" y="2688"/>
                  </a:cubicBezTo>
                  <a:cubicBezTo>
                    <a:pt x="1727" y="2680"/>
                    <a:pt x="1727" y="2672"/>
                    <a:pt x="1727" y="2664"/>
                  </a:cubicBezTo>
                  <a:cubicBezTo>
                    <a:pt x="1849" y="2664"/>
                    <a:pt x="1849" y="2640"/>
                    <a:pt x="1792" y="2624"/>
                  </a:cubicBezTo>
                  <a:cubicBezTo>
                    <a:pt x="1671" y="2624"/>
                    <a:pt x="1671" y="2616"/>
                    <a:pt x="1792" y="2616"/>
                  </a:cubicBezTo>
                  <a:cubicBezTo>
                    <a:pt x="1914" y="2616"/>
                    <a:pt x="1914" y="2599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1"/>
                    <a:pt x="1800" y="2551"/>
                  </a:cubicBezTo>
                  <a:cubicBezTo>
                    <a:pt x="1679" y="2551"/>
                    <a:pt x="1679" y="2543"/>
                    <a:pt x="1800" y="2534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87" y="2478"/>
                    <a:pt x="1800" y="2470"/>
                  </a:cubicBezTo>
                  <a:cubicBezTo>
                    <a:pt x="1800" y="2461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32"/>
                  </a:cubicBezTo>
                  <a:cubicBezTo>
                    <a:pt x="1873" y="2263"/>
                    <a:pt x="1873" y="2241"/>
                    <a:pt x="1838" y="2241"/>
                  </a:cubicBezTo>
                  <a:cubicBezTo>
                    <a:pt x="1832" y="2241"/>
                    <a:pt x="1825" y="2241"/>
                    <a:pt x="1817" y="2243"/>
                  </a:cubicBezTo>
                  <a:cubicBezTo>
                    <a:pt x="1793" y="2244"/>
                    <a:pt x="1775" y="2245"/>
                    <a:pt x="1760" y="2245"/>
                  </a:cubicBezTo>
                  <a:cubicBezTo>
                    <a:pt x="1699" y="2245"/>
                    <a:pt x="1718" y="2233"/>
                    <a:pt x="1817" y="2226"/>
                  </a:cubicBezTo>
                  <a:cubicBezTo>
                    <a:pt x="1817" y="2218"/>
                    <a:pt x="1882" y="2210"/>
                    <a:pt x="1882" y="2194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7"/>
                    <a:pt x="1890" y="2072"/>
                  </a:cubicBezTo>
                  <a:cubicBezTo>
                    <a:pt x="1890" y="2064"/>
                    <a:pt x="1890" y="2056"/>
                    <a:pt x="1833" y="2040"/>
                  </a:cubicBezTo>
                  <a:cubicBezTo>
                    <a:pt x="1768" y="2024"/>
                    <a:pt x="1768" y="2024"/>
                    <a:pt x="1833" y="2016"/>
                  </a:cubicBezTo>
                  <a:cubicBezTo>
                    <a:pt x="1890" y="2016"/>
                    <a:pt x="1954" y="1975"/>
                    <a:pt x="1833" y="1975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9" y="1943"/>
                    <a:pt x="1898" y="1934"/>
                  </a:cubicBezTo>
                  <a:lnTo>
                    <a:pt x="1954" y="1934"/>
                  </a:lnTo>
                  <a:cubicBezTo>
                    <a:pt x="1898" y="1926"/>
                    <a:pt x="1833" y="1918"/>
                    <a:pt x="1898" y="1910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3"/>
                    <a:pt x="1841" y="1877"/>
                    <a:pt x="1841" y="1870"/>
                  </a:cubicBezTo>
                  <a:cubicBezTo>
                    <a:pt x="1871" y="1858"/>
                    <a:pt x="1900" y="1850"/>
                    <a:pt x="1930" y="1850"/>
                  </a:cubicBezTo>
                  <a:cubicBezTo>
                    <a:pt x="1941" y="1850"/>
                    <a:pt x="1952" y="1851"/>
                    <a:pt x="1963" y="1853"/>
                  </a:cubicBezTo>
                  <a:cubicBezTo>
                    <a:pt x="2003" y="1848"/>
                    <a:pt x="2014" y="1842"/>
                    <a:pt x="1975" y="1842"/>
                  </a:cubicBezTo>
                  <a:cubicBezTo>
                    <a:pt x="1959" y="1842"/>
                    <a:pt x="1933" y="1843"/>
                    <a:pt x="1898" y="1845"/>
                  </a:cubicBezTo>
                  <a:cubicBezTo>
                    <a:pt x="1784" y="1845"/>
                    <a:pt x="1784" y="1845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7"/>
                  </a:cubicBezTo>
                  <a:cubicBezTo>
                    <a:pt x="1906" y="1780"/>
                    <a:pt x="1727" y="1756"/>
                    <a:pt x="1606" y="1748"/>
                  </a:cubicBezTo>
                  <a:cubicBezTo>
                    <a:pt x="1492" y="1748"/>
                    <a:pt x="1492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32"/>
                    <a:pt x="1792" y="1724"/>
                  </a:cubicBezTo>
                  <a:cubicBezTo>
                    <a:pt x="1727" y="1716"/>
                    <a:pt x="1727" y="1716"/>
                    <a:pt x="1792" y="1707"/>
                  </a:cubicBezTo>
                  <a:cubicBezTo>
                    <a:pt x="1849" y="1699"/>
                    <a:pt x="1914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9"/>
                    <a:pt x="1914" y="1651"/>
                    <a:pt x="1849" y="1651"/>
                  </a:cubicBezTo>
                  <a:cubicBezTo>
                    <a:pt x="1792" y="1651"/>
                    <a:pt x="1792" y="1643"/>
                    <a:pt x="1792" y="1634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86"/>
                    <a:pt x="1557" y="1586"/>
                    <a:pt x="1679" y="1578"/>
                  </a:cubicBezTo>
                  <a:cubicBezTo>
                    <a:pt x="1736" y="1578"/>
                    <a:pt x="1736" y="1570"/>
                    <a:pt x="1736" y="1562"/>
                  </a:cubicBezTo>
                  <a:cubicBezTo>
                    <a:pt x="1736" y="1562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44" y="1537"/>
                  </a:cubicBezTo>
                  <a:lnTo>
                    <a:pt x="1622" y="1537"/>
                  </a:lnTo>
                  <a:cubicBezTo>
                    <a:pt x="1679" y="1529"/>
                    <a:pt x="1744" y="1521"/>
                    <a:pt x="1800" y="1521"/>
                  </a:cubicBezTo>
                  <a:cubicBezTo>
                    <a:pt x="1744" y="1521"/>
                    <a:pt x="1679" y="1513"/>
                    <a:pt x="1744" y="1497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9" y="1448"/>
                    <a:pt x="1809" y="1448"/>
                  </a:cubicBezTo>
                  <a:cubicBezTo>
                    <a:pt x="1744" y="1448"/>
                    <a:pt x="1744" y="1440"/>
                    <a:pt x="1809" y="1416"/>
                  </a:cubicBezTo>
                  <a:cubicBezTo>
                    <a:pt x="1930" y="1383"/>
                    <a:pt x="1930" y="1383"/>
                    <a:pt x="1809" y="1383"/>
                  </a:cubicBezTo>
                  <a:cubicBezTo>
                    <a:pt x="1752" y="1383"/>
                    <a:pt x="1687" y="1383"/>
                    <a:pt x="1809" y="1375"/>
                  </a:cubicBezTo>
                  <a:cubicBezTo>
                    <a:pt x="1865" y="1367"/>
                    <a:pt x="1809" y="1359"/>
                    <a:pt x="1752" y="1343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80" y="1313"/>
                    <a:pt x="1509" y="1307"/>
                    <a:pt x="1538" y="1307"/>
                  </a:cubicBezTo>
                  <a:cubicBezTo>
                    <a:pt x="1550" y="1307"/>
                    <a:pt x="1562" y="1308"/>
                    <a:pt x="1573" y="1310"/>
                  </a:cubicBezTo>
                  <a:lnTo>
                    <a:pt x="1630" y="1310"/>
                  </a:lnTo>
                  <a:lnTo>
                    <a:pt x="1630" y="1318"/>
                  </a:lnTo>
                  <a:cubicBezTo>
                    <a:pt x="1695" y="1318"/>
                    <a:pt x="1752" y="1318"/>
                    <a:pt x="1752" y="1310"/>
                  </a:cubicBezTo>
                  <a:cubicBezTo>
                    <a:pt x="1817" y="1302"/>
                    <a:pt x="1817" y="1294"/>
                    <a:pt x="1752" y="1294"/>
                  </a:cubicBezTo>
                  <a:cubicBezTo>
                    <a:pt x="1817" y="1286"/>
                    <a:pt x="1817" y="1270"/>
                    <a:pt x="1817" y="1253"/>
                  </a:cubicBezTo>
                  <a:cubicBezTo>
                    <a:pt x="1817" y="1245"/>
                    <a:pt x="1817" y="1221"/>
                    <a:pt x="1882" y="1213"/>
                  </a:cubicBezTo>
                  <a:cubicBezTo>
                    <a:pt x="1882" y="1197"/>
                    <a:pt x="1882" y="1189"/>
                    <a:pt x="1817" y="1189"/>
                  </a:cubicBezTo>
                  <a:cubicBezTo>
                    <a:pt x="1703" y="1189"/>
                    <a:pt x="1703" y="1180"/>
                    <a:pt x="1760" y="1180"/>
                  </a:cubicBezTo>
                  <a:cubicBezTo>
                    <a:pt x="1882" y="1172"/>
                    <a:pt x="1946" y="1083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3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70"/>
                  </a:cubicBezTo>
                  <a:cubicBezTo>
                    <a:pt x="1898" y="962"/>
                    <a:pt x="1898" y="953"/>
                    <a:pt x="1833" y="945"/>
                  </a:cubicBezTo>
                  <a:cubicBezTo>
                    <a:pt x="1776" y="937"/>
                    <a:pt x="1719" y="937"/>
                    <a:pt x="1776" y="937"/>
                  </a:cubicBezTo>
                  <a:cubicBezTo>
                    <a:pt x="1833" y="937"/>
                    <a:pt x="1841" y="921"/>
                    <a:pt x="1841" y="897"/>
                  </a:cubicBezTo>
                  <a:cubicBezTo>
                    <a:pt x="1841" y="875"/>
                    <a:pt x="1841" y="868"/>
                    <a:pt x="1824" y="868"/>
                  </a:cubicBezTo>
                  <a:cubicBezTo>
                    <a:pt x="1816" y="868"/>
                    <a:pt x="1803" y="870"/>
                    <a:pt x="1784" y="872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24"/>
                    <a:pt x="1663" y="807"/>
                    <a:pt x="1727" y="807"/>
                  </a:cubicBezTo>
                  <a:cubicBezTo>
                    <a:pt x="1784" y="807"/>
                    <a:pt x="1784" y="816"/>
                    <a:pt x="1784" y="824"/>
                  </a:cubicBezTo>
                  <a:lnTo>
                    <a:pt x="1906" y="824"/>
                  </a:lnTo>
                  <a:cubicBezTo>
                    <a:pt x="1906" y="816"/>
                    <a:pt x="1906" y="816"/>
                    <a:pt x="1841" y="807"/>
                  </a:cubicBezTo>
                  <a:cubicBezTo>
                    <a:pt x="1841" y="807"/>
                    <a:pt x="1841" y="799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89" y="794"/>
                    <a:pt x="1577" y="795"/>
                    <a:pt x="1569" y="795"/>
                  </a:cubicBezTo>
                  <a:cubicBezTo>
                    <a:pt x="1549" y="795"/>
                    <a:pt x="1549" y="789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56" y="781"/>
                    <a:pt x="1785" y="787"/>
                    <a:pt x="1813" y="787"/>
                  </a:cubicBezTo>
                  <a:cubicBezTo>
                    <a:pt x="1825" y="787"/>
                    <a:pt x="1837" y="786"/>
                    <a:pt x="1849" y="783"/>
                  </a:cubicBezTo>
                  <a:cubicBezTo>
                    <a:pt x="1906" y="783"/>
                    <a:pt x="1784" y="751"/>
                    <a:pt x="1671" y="743"/>
                  </a:cubicBezTo>
                  <a:lnTo>
                    <a:pt x="1727" y="743"/>
                  </a:lnTo>
                  <a:cubicBezTo>
                    <a:pt x="1792" y="743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36" y="686"/>
                  </a:cubicBezTo>
                  <a:cubicBezTo>
                    <a:pt x="1715" y="690"/>
                    <a:pt x="1695" y="692"/>
                    <a:pt x="1675" y="692"/>
                  </a:cubicBezTo>
                  <a:cubicBezTo>
                    <a:pt x="1654" y="692"/>
                    <a:pt x="1634" y="690"/>
                    <a:pt x="1614" y="686"/>
                  </a:cubicBezTo>
                  <a:cubicBezTo>
                    <a:pt x="1594" y="690"/>
                    <a:pt x="1573" y="692"/>
                    <a:pt x="1553" y="692"/>
                  </a:cubicBezTo>
                  <a:cubicBezTo>
                    <a:pt x="1533" y="692"/>
                    <a:pt x="1513" y="690"/>
                    <a:pt x="1492" y="686"/>
                  </a:cubicBezTo>
                  <a:cubicBezTo>
                    <a:pt x="1492" y="686"/>
                    <a:pt x="1557" y="678"/>
                    <a:pt x="1614" y="670"/>
                  </a:cubicBezTo>
                  <a:cubicBezTo>
                    <a:pt x="1736" y="653"/>
                    <a:pt x="1792" y="637"/>
                    <a:pt x="1800" y="613"/>
                  </a:cubicBezTo>
                  <a:cubicBezTo>
                    <a:pt x="1800" y="597"/>
                    <a:pt x="1800" y="572"/>
                    <a:pt x="1857" y="564"/>
                  </a:cubicBezTo>
                  <a:cubicBezTo>
                    <a:pt x="1857" y="548"/>
                    <a:pt x="1857" y="548"/>
                    <a:pt x="1800" y="548"/>
                  </a:cubicBezTo>
                  <a:lnTo>
                    <a:pt x="1800" y="532"/>
                  </a:lnTo>
                  <a:cubicBezTo>
                    <a:pt x="1865" y="524"/>
                    <a:pt x="1865" y="507"/>
                    <a:pt x="1800" y="507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922" y="475"/>
                    <a:pt x="1922" y="475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24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lnTo>
                    <a:pt x="1509" y="475"/>
                  </a:lnTo>
                  <a:cubicBezTo>
                    <a:pt x="1546" y="475"/>
                    <a:pt x="1584" y="479"/>
                    <a:pt x="1624" y="479"/>
                  </a:cubicBezTo>
                  <a:cubicBezTo>
                    <a:pt x="1645" y="479"/>
                    <a:pt x="1665" y="478"/>
                    <a:pt x="1687" y="475"/>
                  </a:cubicBezTo>
                  <a:cubicBezTo>
                    <a:pt x="1809" y="475"/>
                    <a:pt x="1865" y="451"/>
                    <a:pt x="1744" y="451"/>
                  </a:cubicBezTo>
                  <a:cubicBezTo>
                    <a:pt x="1744" y="443"/>
                    <a:pt x="1744" y="443"/>
                    <a:pt x="1809" y="435"/>
                  </a:cubicBezTo>
                  <a:cubicBezTo>
                    <a:pt x="1865" y="435"/>
                    <a:pt x="1865" y="426"/>
                    <a:pt x="1752" y="418"/>
                  </a:cubicBezTo>
                  <a:cubicBezTo>
                    <a:pt x="1630" y="410"/>
                    <a:pt x="1630" y="410"/>
                    <a:pt x="1752" y="402"/>
                  </a:cubicBezTo>
                  <a:cubicBezTo>
                    <a:pt x="1873" y="386"/>
                    <a:pt x="1873" y="353"/>
                    <a:pt x="1809" y="353"/>
                  </a:cubicBezTo>
                  <a:cubicBezTo>
                    <a:pt x="1695" y="353"/>
                    <a:pt x="1695" y="337"/>
                    <a:pt x="1752" y="329"/>
                  </a:cubicBezTo>
                  <a:cubicBezTo>
                    <a:pt x="1817" y="321"/>
                    <a:pt x="1817" y="313"/>
                    <a:pt x="1752" y="305"/>
                  </a:cubicBezTo>
                  <a:cubicBezTo>
                    <a:pt x="1817" y="305"/>
                    <a:pt x="1873" y="297"/>
                    <a:pt x="1817" y="289"/>
                  </a:cubicBezTo>
                  <a:cubicBezTo>
                    <a:pt x="1817" y="289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9"/>
                  </a:cubicBezTo>
                  <a:lnTo>
                    <a:pt x="1638" y="272"/>
                  </a:lnTo>
                  <a:cubicBezTo>
                    <a:pt x="1610" y="278"/>
                    <a:pt x="1581" y="284"/>
                    <a:pt x="1552" y="284"/>
                  </a:cubicBezTo>
                  <a:cubicBezTo>
                    <a:pt x="1540" y="284"/>
                    <a:pt x="1529" y="283"/>
                    <a:pt x="1517" y="280"/>
                  </a:cubicBezTo>
                  <a:cubicBezTo>
                    <a:pt x="1460" y="280"/>
                    <a:pt x="1517" y="256"/>
                    <a:pt x="1703" y="240"/>
                  </a:cubicBezTo>
                  <a:lnTo>
                    <a:pt x="1817" y="224"/>
                  </a:lnTo>
                  <a:lnTo>
                    <a:pt x="1703" y="224"/>
                  </a:lnTo>
                  <a:cubicBezTo>
                    <a:pt x="1703" y="216"/>
                    <a:pt x="1703" y="208"/>
                    <a:pt x="1760" y="208"/>
                  </a:cubicBezTo>
                  <a:cubicBezTo>
                    <a:pt x="1825" y="208"/>
                    <a:pt x="1825" y="208"/>
                    <a:pt x="1825" y="199"/>
                  </a:cubicBezTo>
                  <a:lnTo>
                    <a:pt x="1760" y="199"/>
                  </a:lnTo>
                  <a:cubicBezTo>
                    <a:pt x="1646" y="199"/>
                    <a:pt x="1646" y="199"/>
                    <a:pt x="1703" y="191"/>
                  </a:cubicBezTo>
                  <a:cubicBezTo>
                    <a:pt x="1825" y="183"/>
                    <a:pt x="1825" y="175"/>
                    <a:pt x="1703" y="167"/>
                  </a:cubicBezTo>
                  <a:cubicBezTo>
                    <a:pt x="1582" y="167"/>
                    <a:pt x="1582" y="167"/>
                    <a:pt x="1703" y="159"/>
                  </a:cubicBezTo>
                  <a:cubicBezTo>
                    <a:pt x="1714" y="161"/>
                    <a:pt x="1725" y="162"/>
                    <a:pt x="1736" y="162"/>
                  </a:cubicBezTo>
                  <a:cubicBezTo>
                    <a:pt x="1765" y="162"/>
                    <a:pt x="1795" y="155"/>
                    <a:pt x="1825" y="143"/>
                  </a:cubicBezTo>
                  <a:lnTo>
                    <a:pt x="1768" y="143"/>
                  </a:lnTo>
                  <a:cubicBezTo>
                    <a:pt x="1646" y="143"/>
                    <a:pt x="1646" y="135"/>
                    <a:pt x="1703" y="135"/>
                  </a:cubicBezTo>
                  <a:cubicBezTo>
                    <a:pt x="1768" y="135"/>
                    <a:pt x="1768" y="126"/>
                    <a:pt x="1711" y="110"/>
                  </a:cubicBezTo>
                  <a:cubicBezTo>
                    <a:pt x="1711" y="94"/>
                    <a:pt x="1711" y="86"/>
                    <a:pt x="1768" y="86"/>
                  </a:cubicBezTo>
                  <a:cubicBezTo>
                    <a:pt x="1890" y="86"/>
                    <a:pt x="1890" y="86"/>
                    <a:pt x="1768" y="78"/>
                  </a:cubicBezTo>
                  <a:cubicBezTo>
                    <a:pt x="1711" y="70"/>
                    <a:pt x="1711" y="70"/>
                    <a:pt x="1768" y="62"/>
                  </a:cubicBezTo>
                  <a:cubicBezTo>
                    <a:pt x="1833" y="53"/>
                    <a:pt x="1833" y="53"/>
                    <a:pt x="1768" y="45"/>
                  </a:cubicBezTo>
                  <a:cubicBezTo>
                    <a:pt x="1744" y="42"/>
                    <a:pt x="1720" y="40"/>
                    <a:pt x="1694" y="40"/>
                  </a:cubicBezTo>
                  <a:cubicBezTo>
                    <a:pt x="1659" y="40"/>
                    <a:pt x="1623" y="44"/>
                    <a:pt x="1590" y="53"/>
                  </a:cubicBezTo>
                  <a:cubicBezTo>
                    <a:pt x="1590" y="62"/>
                    <a:pt x="1590" y="62"/>
                    <a:pt x="1533" y="62"/>
                  </a:cubicBezTo>
                  <a:lnTo>
                    <a:pt x="1533" y="45"/>
                  </a:lnTo>
                  <a:cubicBezTo>
                    <a:pt x="1533" y="37"/>
                    <a:pt x="1533" y="29"/>
                    <a:pt x="1476" y="13"/>
                  </a:cubicBezTo>
                  <a:cubicBezTo>
                    <a:pt x="1444" y="5"/>
                    <a:pt x="1399" y="1"/>
                    <a:pt x="1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2"/>
            <p:cNvSpPr/>
            <p:nvPr/>
          </p:nvSpPr>
          <p:spPr>
            <a:xfrm>
              <a:off x="4591384" y="2560795"/>
              <a:ext cx="37043" cy="62451"/>
            </a:xfrm>
            <a:custGeom>
              <a:avLst/>
              <a:gdLst/>
              <a:ahLst/>
              <a:cxnLst/>
              <a:rect l="l" t="t" r="r" b="b"/>
              <a:pathLst>
                <a:path w="2149" h="3623" extrusionOk="0">
                  <a:moveTo>
                    <a:pt x="519" y="63"/>
                  </a:moveTo>
                  <a:lnTo>
                    <a:pt x="519" y="71"/>
                  </a:lnTo>
                  <a:lnTo>
                    <a:pt x="633" y="71"/>
                  </a:lnTo>
                  <a:cubicBezTo>
                    <a:pt x="633" y="71"/>
                    <a:pt x="576" y="63"/>
                    <a:pt x="519" y="63"/>
                  </a:cubicBezTo>
                  <a:close/>
                  <a:moveTo>
                    <a:pt x="1468" y="71"/>
                  </a:moveTo>
                  <a:cubicBezTo>
                    <a:pt x="1533" y="71"/>
                    <a:pt x="1533" y="79"/>
                    <a:pt x="1533" y="79"/>
                  </a:cubicBezTo>
                  <a:cubicBezTo>
                    <a:pt x="1533" y="87"/>
                    <a:pt x="1533" y="87"/>
                    <a:pt x="1468" y="87"/>
                  </a:cubicBezTo>
                  <a:cubicBezTo>
                    <a:pt x="1451" y="87"/>
                    <a:pt x="1427" y="79"/>
                    <a:pt x="1411" y="79"/>
                  </a:cubicBezTo>
                  <a:lnTo>
                    <a:pt x="1468" y="71"/>
                  </a:lnTo>
                  <a:close/>
                  <a:moveTo>
                    <a:pt x="1403" y="120"/>
                  </a:moveTo>
                  <a:cubicBezTo>
                    <a:pt x="1524" y="120"/>
                    <a:pt x="1524" y="120"/>
                    <a:pt x="1524" y="128"/>
                  </a:cubicBezTo>
                  <a:cubicBezTo>
                    <a:pt x="1524" y="128"/>
                    <a:pt x="1524" y="136"/>
                    <a:pt x="1460" y="136"/>
                  </a:cubicBezTo>
                  <a:lnTo>
                    <a:pt x="1460" y="128"/>
                  </a:lnTo>
                  <a:lnTo>
                    <a:pt x="1289" y="128"/>
                  </a:lnTo>
                  <a:cubicBezTo>
                    <a:pt x="1322" y="128"/>
                    <a:pt x="1362" y="120"/>
                    <a:pt x="1403" y="120"/>
                  </a:cubicBezTo>
                  <a:close/>
                  <a:moveTo>
                    <a:pt x="1760" y="136"/>
                  </a:moveTo>
                  <a:lnTo>
                    <a:pt x="1760" y="144"/>
                  </a:lnTo>
                  <a:cubicBezTo>
                    <a:pt x="1824" y="144"/>
                    <a:pt x="1824" y="144"/>
                    <a:pt x="1824" y="136"/>
                  </a:cubicBezTo>
                  <a:close/>
                  <a:moveTo>
                    <a:pt x="1516" y="274"/>
                  </a:moveTo>
                  <a:cubicBezTo>
                    <a:pt x="1567" y="281"/>
                    <a:pt x="1618" y="282"/>
                    <a:pt x="1674" y="282"/>
                  </a:cubicBezTo>
                  <a:lnTo>
                    <a:pt x="1674" y="282"/>
                  </a:lnTo>
                  <a:cubicBezTo>
                    <a:pt x="1660" y="284"/>
                    <a:pt x="1645" y="287"/>
                    <a:pt x="1630" y="290"/>
                  </a:cubicBezTo>
                  <a:lnTo>
                    <a:pt x="1630" y="306"/>
                  </a:lnTo>
                  <a:lnTo>
                    <a:pt x="1573" y="290"/>
                  </a:lnTo>
                  <a:cubicBezTo>
                    <a:pt x="1544" y="284"/>
                    <a:pt x="1516" y="278"/>
                    <a:pt x="1487" y="278"/>
                  </a:cubicBezTo>
                  <a:cubicBezTo>
                    <a:pt x="1475" y="278"/>
                    <a:pt x="1463" y="279"/>
                    <a:pt x="1451" y="282"/>
                  </a:cubicBezTo>
                  <a:cubicBezTo>
                    <a:pt x="1435" y="282"/>
                    <a:pt x="1411" y="282"/>
                    <a:pt x="1395" y="274"/>
                  </a:cubicBezTo>
                  <a:close/>
                  <a:moveTo>
                    <a:pt x="1200" y="363"/>
                  </a:moveTo>
                  <a:cubicBezTo>
                    <a:pt x="1241" y="363"/>
                    <a:pt x="1281" y="363"/>
                    <a:pt x="1322" y="371"/>
                  </a:cubicBezTo>
                  <a:cubicBezTo>
                    <a:pt x="1301" y="375"/>
                    <a:pt x="1281" y="377"/>
                    <a:pt x="1261" y="377"/>
                  </a:cubicBezTo>
                  <a:cubicBezTo>
                    <a:pt x="1241" y="377"/>
                    <a:pt x="1220" y="375"/>
                    <a:pt x="1200" y="371"/>
                  </a:cubicBezTo>
                  <a:lnTo>
                    <a:pt x="1200" y="363"/>
                  </a:lnTo>
                  <a:close/>
                  <a:moveTo>
                    <a:pt x="1135" y="387"/>
                  </a:moveTo>
                  <a:cubicBezTo>
                    <a:pt x="1078" y="387"/>
                    <a:pt x="1078" y="387"/>
                    <a:pt x="1078" y="403"/>
                  </a:cubicBezTo>
                  <a:cubicBezTo>
                    <a:pt x="1095" y="403"/>
                    <a:pt x="1119" y="412"/>
                    <a:pt x="1135" y="412"/>
                  </a:cubicBezTo>
                  <a:cubicBezTo>
                    <a:pt x="1200" y="412"/>
                    <a:pt x="1200" y="403"/>
                    <a:pt x="1200" y="403"/>
                  </a:cubicBezTo>
                  <a:cubicBezTo>
                    <a:pt x="1257" y="395"/>
                    <a:pt x="1200" y="387"/>
                    <a:pt x="1135" y="387"/>
                  </a:cubicBezTo>
                  <a:close/>
                  <a:moveTo>
                    <a:pt x="1541" y="574"/>
                  </a:moveTo>
                  <a:cubicBezTo>
                    <a:pt x="1597" y="574"/>
                    <a:pt x="1597" y="574"/>
                    <a:pt x="1597" y="582"/>
                  </a:cubicBezTo>
                  <a:lnTo>
                    <a:pt x="1541" y="582"/>
                  </a:lnTo>
                  <a:lnTo>
                    <a:pt x="1476" y="574"/>
                  </a:lnTo>
                  <a:close/>
                  <a:moveTo>
                    <a:pt x="1241" y="582"/>
                  </a:moveTo>
                  <a:lnTo>
                    <a:pt x="1354" y="590"/>
                  </a:lnTo>
                  <a:cubicBezTo>
                    <a:pt x="1533" y="598"/>
                    <a:pt x="1533" y="598"/>
                    <a:pt x="1419" y="598"/>
                  </a:cubicBezTo>
                  <a:cubicBezTo>
                    <a:pt x="1400" y="600"/>
                    <a:pt x="1382" y="601"/>
                    <a:pt x="1364" y="601"/>
                  </a:cubicBezTo>
                  <a:cubicBezTo>
                    <a:pt x="1320" y="601"/>
                    <a:pt x="1278" y="596"/>
                    <a:pt x="1233" y="590"/>
                  </a:cubicBezTo>
                  <a:lnTo>
                    <a:pt x="1241" y="582"/>
                  </a:lnTo>
                  <a:close/>
                  <a:moveTo>
                    <a:pt x="1233" y="630"/>
                  </a:moveTo>
                  <a:cubicBezTo>
                    <a:pt x="1340" y="630"/>
                    <a:pt x="1352" y="637"/>
                    <a:pt x="1233" y="638"/>
                  </a:cubicBezTo>
                  <a:lnTo>
                    <a:pt x="1233" y="638"/>
                  </a:lnTo>
                  <a:lnTo>
                    <a:pt x="1233" y="630"/>
                  </a:lnTo>
                  <a:close/>
                  <a:moveTo>
                    <a:pt x="1646" y="687"/>
                  </a:moveTo>
                  <a:cubicBezTo>
                    <a:pt x="1703" y="695"/>
                    <a:pt x="1703" y="695"/>
                    <a:pt x="1581" y="695"/>
                  </a:cubicBezTo>
                  <a:lnTo>
                    <a:pt x="1468" y="687"/>
                  </a:lnTo>
                  <a:close/>
                  <a:moveTo>
                    <a:pt x="1281" y="720"/>
                  </a:moveTo>
                  <a:cubicBezTo>
                    <a:pt x="1346" y="720"/>
                    <a:pt x="1403" y="728"/>
                    <a:pt x="1403" y="728"/>
                  </a:cubicBezTo>
                  <a:lnTo>
                    <a:pt x="1281" y="728"/>
                  </a:lnTo>
                  <a:lnTo>
                    <a:pt x="1281" y="720"/>
                  </a:lnTo>
                  <a:close/>
                  <a:moveTo>
                    <a:pt x="1171" y="805"/>
                  </a:moveTo>
                  <a:cubicBezTo>
                    <a:pt x="1186" y="805"/>
                    <a:pt x="1199" y="811"/>
                    <a:pt x="1216" y="817"/>
                  </a:cubicBezTo>
                  <a:lnTo>
                    <a:pt x="1151" y="817"/>
                  </a:lnTo>
                  <a:cubicBezTo>
                    <a:pt x="1151" y="809"/>
                    <a:pt x="1095" y="809"/>
                    <a:pt x="1151" y="809"/>
                  </a:cubicBezTo>
                  <a:cubicBezTo>
                    <a:pt x="1159" y="806"/>
                    <a:pt x="1165" y="805"/>
                    <a:pt x="1171" y="805"/>
                  </a:cubicBezTo>
                  <a:close/>
                  <a:moveTo>
                    <a:pt x="1565" y="841"/>
                  </a:moveTo>
                  <a:cubicBezTo>
                    <a:pt x="1630" y="849"/>
                    <a:pt x="1565" y="849"/>
                    <a:pt x="1451" y="849"/>
                  </a:cubicBezTo>
                  <a:lnTo>
                    <a:pt x="1451" y="841"/>
                  </a:lnTo>
                  <a:close/>
                  <a:moveTo>
                    <a:pt x="1565" y="882"/>
                  </a:moveTo>
                  <a:cubicBezTo>
                    <a:pt x="1565" y="890"/>
                    <a:pt x="1565" y="890"/>
                    <a:pt x="1508" y="890"/>
                  </a:cubicBezTo>
                  <a:lnTo>
                    <a:pt x="1508" y="882"/>
                  </a:lnTo>
                  <a:close/>
                  <a:moveTo>
                    <a:pt x="1743" y="922"/>
                  </a:moveTo>
                  <a:cubicBezTo>
                    <a:pt x="1678" y="922"/>
                    <a:pt x="1622" y="930"/>
                    <a:pt x="1622" y="930"/>
                  </a:cubicBezTo>
                  <a:lnTo>
                    <a:pt x="1743" y="930"/>
                  </a:lnTo>
                  <a:lnTo>
                    <a:pt x="1743" y="922"/>
                  </a:lnTo>
                  <a:close/>
                  <a:moveTo>
                    <a:pt x="1322" y="947"/>
                  </a:moveTo>
                  <a:cubicBezTo>
                    <a:pt x="1378" y="947"/>
                    <a:pt x="1378" y="955"/>
                    <a:pt x="1378" y="955"/>
                  </a:cubicBezTo>
                  <a:cubicBezTo>
                    <a:pt x="1378" y="963"/>
                    <a:pt x="1378" y="963"/>
                    <a:pt x="1314" y="963"/>
                  </a:cubicBezTo>
                  <a:lnTo>
                    <a:pt x="1257" y="963"/>
                  </a:lnTo>
                  <a:cubicBezTo>
                    <a:pt x="1281" y="955"/>
                    <a:pt x="1297" y="955"/>
                    <a:pt x="1322" y="947"/>
                  </a:cubicBezTo>
                  <a:close/>
                  <a:moveTo>
                    <a:pt x="57" y="1003"/>
                  </a:moveTo>
                  <a:cubicBezTo>
                    <a:pt x="0" y="1003"/>
                    <a:pt x="0" y="1012"/>
                    <a:pt x="114" y="1012"/>
                  </a:cubicBezTo>
                  <a:lnTo>
                    <a:pt x="179" y="1012"/>
                  </a:lnTo>
                  <a:cubicBezTo>
                    <a:pt x="179" y="1012"/>
                    <a:pt x="114" y="1003"/>
                    <a:pt x="57" y="1003"/>
                  </a:cubicBezTo>
                  <a:close/>
                  <a:moveTo>
                    <a:pt x="2142" y="997"/>
                  </a:moveTo>
                  <a:cubicBezTo>
                    <a:pt x="2135" y="997"/>
                    <a:pt x="2120" y="999"/>
                    <a:pt x="2092" y="1003"/>
                  </a:cubicBezTo>
                  <a:cubicBezTo>
                    <a:pt x="2092" y="1003"/>
                    <a:pt x="2092" y="1012"/>
                    <a:pt x="2092" y="1012"/>
                  </a:cubicBezTo>
                  <a:cubicBezTo>
                    <a:pt x="2149" y="1012"/>
                    <a:pt x="2149" y="1012"/>
                    <a:pt x="2149" y="1003"/>
                  </a:cubicBezTo>
                  <a:cubicBezTo>
                    <a:pt x="2149" y="999"/>
                    <a:pt x="2149" y="997"/>
                    <a:pt x="2142" y="997"/>
                  </a:cubicBezTo>
                  <a:close/>
                  <a:moveTo>
                    <a:pt x="1314" y="1028"/>
                  </a:moveTo>
                  <a:cubicBezTo>
                    <a:pt x="1370" y="1028"/>
                    <a:pt x="1370" y="1028"/>
                    <a:pt x="1370" y="1036"/>
                  </a:cubicBezTo>
                  <a:cubicBezTo>
                    <a:pt x="1346" y="1036"/>
                    <a:pt x="1330" y="1044"/>
                    <a:pt x="1306" y="1044"/>
                  </a:cubicBezTo>
                  <a:cubicBezTo>
                    <a:pt x="1249" y="1036"/>
                    <a:pt x="1314" y="1036"/>
                    <a:pt x="1314" y="1028"/>
                  </a:cubicBezTo>
                  <a:close/>
                  <a:moveTo>
                    <a:pt x="1484" y="1101"/>
                  </a:moveTo>
                  <a:cubicBezTo>
                    <a:pt x="1541" y="1101"/>
                    <a:pt x="1541" y="1109"/>
                    <a:pt x="1419" y="1109"/>
                  </a:cubicBezTo>
                  <a:lnTo>
                    <a:pt x="1362" y="1109"/>
                  </a:lnTo>
                  <a:cubicBezTo>
                    <a:pt x="1362" y="1109"/>
                    <a:pt x="1419" y="1101"/>
                    <a:pt x="1484" y="1101"/>
                  </a:cubicBezTo>
                  <a:close/>
                  <a:moveTo>
                    <a:pt x="1419" y="1133"/>
                  </a:moveTo>
                  <a:lnTo>
                    <a:pt x="1476" y="1141"/>
                  </a:lnTo>
                  <a:lnTo>
                    <a:pt x="1362" y="1141"/>
                  </a:lnTo>
                  <a:lnTo>
                    <a:pt x="1419" y="1133"/>
                  </a:lnTo>
                  <a:close/>
                  <a:moveTo>
                    <a:pt x="1273" y="1409"/>
                  </a:moveTo>
                  <a:lnTo>
                    <a:pt x="1330" y="1417"/>
                  </a:lnTo>
                  <a:cubicBezTo>
                    <a:pt x="1316" y="1420"/>
                    <a:pt x="1303" y="1421"/>
                    <a:pt x="1289" y="1421"/>
                  </a:cubicBezTo>
                  <a:cubicBezTo>
                    <a:pt x="1262" y="1421"/>
                    <a:pt x="1235" y="1417"/>
                    <a:pt x="1208" y="1417"/>
                  </a:cubicBezTo>
                  <a:lnTo>
                    <a:pt x="1273" y="1409"/>
                  </a:lnTo>
                  <a:close/>
                  <a:moveTo>
                    <a:pt x="1378" y="1514"/>
                  </a:moveTo>
                  <a:cubicBezTo>
                    <a:pt x="1378" y="1522"/>
                    <a:pt x="1378" y="1522"/>
                    <a:pt x="1322" y="1522"/>
                  </a:cubicBezTo>
                  <a:cubicBezTo>
                    <a:pt x="1257" y="1522"/>
                    <a:pt x="1200" y="1514"/>
                    <a:pt x="1200" y="1514"/>
                  </a:cubicBezTo>
                  <a:close/>
                  <a:moveTo>
                    <a:pt x="1792" y="1587"/>
                  </a:moveTo>
                  <a:lnTo>
                    <a:pt x="1792" y="1595"/>
                  </a:lnTo>
                  <a:cubicBezTo>
                    <a:pt x="1751" y="1595"/>
                    <a:pt x="1711" y="1595"/>
                    <a:pt x="1670" y="1587"/>
                  </a:cubicBezTo>
                  <a:close/>
                  <a:moveTo>
                    <a:pt x="1427" y="1644"/>
                  </a:moveTo>
                  <a:lnTo>
                    <a:pt x="1427" y="1652"/>
                  </a:lnTo>
                  <a:cubicBezTo>
                    <a:pt x="1387" y="1652"/>
                    <a:pt x="1346" y="1652"/>
                    <a:pt x="1306" y="1644"/>
                  </a:cubicBezTo>
                  <a:close/>
                  <a:moveTo>
                    <a:pt x="1362" y="1701"/>
                  </a:moveTo>
                  <a:lnTo>
                    <a:pt x="1362" y="1701"/>
                  </a:lnTo>
                  <a:cubicBezTo>
                    <a:pt x="1395" y="1705"/>
                    <a:pt x="1395" y="1707"/>
                    <a:pt x="1387" y="1707"/>
                  </a:cubicBezTo>
                  <a:cubicBezTo>
                    <a:pt x="1378" y="1707"/>
                    <a:pt x="1362" y="1705"/>
                    <a:pt x="1362" y="1701"/>
                  </a:cubicBezTo>
                  <a:close/>
                  <a:moveTo>
                    <a:pt x="1334" y="1938"/>
                  </a:moveTo>
                  <a:cubicBezTo>
                    <a:pt x="1354" y="1938"/>
                    <a:pt x="1374" y="1940"/>
                    <a:pt x="1395" y="1944"/>
                  </a:cubicBezTo>
                  <a:cubicBezTo>
                    <a:pt x="1395" y="1952"/>
                    <a:pt x="1395" y="1952"/>
                    <a:pt x="1330" y="1952"/>
                  </a:cubicBezTo>
                  <a:cubicBezTo>
                    <a:pt x="1273" y="1952"/>
                    <a:pt x="1273" y="1944"/>
                    <a:pt x="1273" y="1944"/>
                  </a:cubicBezTo>
                  <a:cubicBezTo>
                    <a:pt x="1293" y="1940"/>
                    <a:pt x="1314" y="1938"/>
                    <a:pt x="1334" y="1938"/>
                  </a:cubicBezTo>
                  <a:close/>
                  <a:moveTo>
                    <a:pt x="1314" y="2114"/>
                  </a:moveTo>
                  <a:cubicBezTo>
                    <a:pt x="1378" y="2114"/>
                    <a:pt x="1435" y="2122"/>
                    <a:pt x="1435" y="2122"/>
                  </a:cubicBezTo>
                  <a:lnTo>
                    <a:pt x="1314" y="2122"/>
                  </a:lnTo>
                  <a:lnTo>
                    <a:pt x="1314" y="2114"/>
                  </a:lnTo>
                  <a:close/>
                  <a:moveTo>
                    <a:pt x="1695" y="2471"/>
                  </a:moveTo>
                  <a:cubicBezTo>
                    <a:pt x="1760" y="2471"/>
                    <a:pt x="1760" y="2479"/>
                    <a:pt x="1760" y="2479"/>
                  </a:cubicBezTo>
                  <a:lnTo>
                    <a:pt x="1638" y="2479"/>
                  </a:lnTo>
                  <a:lnTo>
                    <a:pt x="1695" y="2471"/>
                  </a:lnTo>
                  <a:close/>
                  <a:moveTo>
                    <a:pt x="1808" y="2528"/>
                  </a:moveTo>
                  <a:lnTo>
                    <a:pt x="1808" y="2536"/>
                  </a:lnTo>
                  <a:cubicBezTo>
                    <a:pt x="1776" y="2536"/>
                    <a:pt x="1735" y="2536"/>
                    <a:pt x="1695" y="2528"/>
                  </a:cubicBezTo>
                  <a:close/>
                  <a:moveTo>
                    <a:pt x="1337" y="2554"/>
                  </a:moveTo>
                  <a:cubicBezTo>
                    <a:pt x="1344" y="2554"/>
                    <a:pt x="1358" y="2556"/>
                    <a:pt x="1387" y="2560"/>
                  </a:cubicBezTo>
                  <a:cubicBezTo>
                    <a:pt x="1451" y="2560"/>
                    <a:pt x="1451" y="2568"/>
                    <a:pt x="1387" y="2568"/>
                  </a:cubicBezTo>
                  <a:cubicBezTo>
                    <a:pt x="1330" y="2568"/>
                    <a:pt x="1330" y="2568"/>
                    <a:pt x="1330" y="2560"/>
                  </a:cubicBezTo>
                  <a:cubicBezTo>
                    <a:pt x="1330" y="2556"/>
                    <a:pt x="1330" y="2554"/>
                    <a:pt x="1337" y="2554"/>
                  </a:cubicBezTo>
                  <a:close/>
                  <a:moveTo>
                    <a:pt x="1387" y="2593"/>
                  </a:moveTo>
                  <a:cubicBezTo>
                    <a:pt x="1387" y="2601"/>
                    <a:pt x="1387" y="2601"/>
                    <a:pt x="1330" y="2601"/>
                  </a:cubicBezTo>
                  <a:lnTo>
                    <a:pt x="1330" y="2593"/>
                  </a:lnTo>
                  <a:close/>
                  <a:moveTo>
                    <a:pt x="1273" y="2625"/>
                  </a:moveTo>
                  <a:cubicBezTo>
                    <a:pt x="1273" y="2629"/>
                    <a:pt x="1287" y="2631"/>
                    <a:pt x="1294" y="2631"/>
                  </a:cubicBezTo>
                  <a:cubicBezTo>
                    <a:pt x="1301" y="2631"/>
                    <a:pt x="1301" y="2629"/>
                    <a:pt x="1273" y="2625"/>
                  </a:cubicBezTo>
                  <a:close/>
                  <a:moveTo>
                    <a:pt x="1500" y="2674"/>
                  </a:moveTo>
                  <a:lnTo>
                    <a:pt x="1500" y="2682"/>
                  </a:lnTo>
                  <a:lnTo>
                    <a:pt x="1378" y="2682"/>
                  </a:lnTo>
                  <a:cubicBezTo>
                    <a:pt x="1378" y="2682"/>
                    <a:pt x="1435" y="2674"/>
                    <a:pt x="1500" y="2674"/>
                  </a:cubicBezTo>
                  <a:close/>
                  <a:moveTo>
                    <a:pt x="1419" y="2844"/>
                  </a:moveTo>
                  <a:cubicBezTo>
                    <a:pt x="1476" y="2852"/>
                    <a:pt x="1541" y="2852"/>
                    <a:pt x="1476" y="2852"/>
                  </a:cubicBezTo>
                  <a:lnTo>
                    <a:pt x="1362" y="2852"/>
                  </a:lnTo>
                  <a:cubicBezTo>
                    <a:pt x="1362" y="2852"/>
                    <a:pt x="1297" y="2844"/>
                    <a:pt x="1362" y="2844"/>
                  </a:cubicBezTo>
                  <a:close/>
                  <a:moveTo>
                    <a:pt x="1583" y="2986"/>
                  </a:moveTo>
                  <a:cubicBezTo>
                    <a:pt x="1624" y="2986"/>
                    <a:pt x="1665" y="2990"/>
                    <a:pt x="1703" y="2990"/>
                  </a:cubicBezTo>
                  <a:lnTo>
                    <a:pt x="1703" y="2998"/>
                  </a:lnTo>
                  <a:lnTo>
                    <a:pt x="1646" y="2998"/>
                  </a:lnTo>
                  <a:cubicBezTo>
                    <a:pt x="1605" y="2998"/>
                    <a:pt x="1565" y="2998"/>
                    <a:pt x="1524" y="2990"/>
                  </a:cubicBezTo>
                  <a:cubicBezTo>
                    <a:pt x="1543" y="2987"/>
                    <a:pt x="1563" y="2986"/>
                    <a:pt x="1583" y="2986"/>
                  </a:cubicBezTo>
                  <a:close/>
                  <a:moveTo>
                    <a:pt x="1622" y="3586"/>
                  </a:moveTo>
                  <a:cubicBezTo>
                    <a:pt x="1649" y="3586"/>
                    <a:pt x="1676" y="3590"/>
                    <a:pt x="1703" y="3590"/>
                  </a:cubicBezTo>
                  <a:cubicBezTo>
                    <a:pt x="1760" y="3594"/>
                    <a:pt x="1760" y="3596"/>
                    <a:pt x="1730" y="3596"/>
                  </a:cubicBezTo>
                  <a:cubicBezTo>
                    <a:pt x="1701" y="3596"/>
                    <a:pt x="1642" y="3594"/>
                    <a:pt x="1581" y="3590"/>
                  </a:cubicBezTo>
                  <a:cubicBezTo>
                    <a:pt x="1595" y="3587"/>
                    <a:pt x="1608" y="3586"/>
                    <a:pt x="1622" y="3586"/>
                  </a:cubicBezTo>
                  <a:close/>
                  <a:moveTo>
                    <a:pt x="1374" y="0"/>
                  </a:moveTo>
                  <a:cubicBezTo>
                    <a:pt x="1344" y="0"/>
                    <a:pt x="1330" y="2"/>
                    <a:pt x="1362" y="6"/>
                  </a:cubicBezTo>
                  <a:lnTo>
                    <a:pt x="1297" y="6"/>
                  </a:lnTo>
                  <a:cubicBezTo>
                    <a:pt x="1119" y="6"/>
                    <a:pt x="1119" y="14"/>
                    <a:pt x="1297" y="14"/>
                  </a:cubicBezTo>
                  <a:cubicBezTo>
                    <a:pt x="1476" y="14"/>
                    <a:pt x="1476" y="14"/>
                    <a:pt x="1354" y="22"/>
                  </a:cubicBezTo>
                  <a:cubicBezTo>
                    <a:pt x="1233" y="22"/>
                    <a:pt x="1233" y="22"/>
                    <a:pt x="1233" y="31"/>
                  </a:cubicBezTo>
                  <a:lnTo>
                    <a:pt x="1176" y="31"/>
                  </a:lnTo>
                  <a:cubicBezTo>
                    <a:pt x="1135" y="31"/>
                    <a:pt x="1095" y="39"/>
                    <a:pt x="1054" y="39"/>
                  </a:cubicBezTo>
                  <a:cubicBezTo>
                    <a:pt x="1054" y="47"/>
                    <a:pt x="1054" y="47"/>
                    <a:pt x="1111" y="47"/>
                  </a:cubicBezTo>
                  <a:cubicBezTo>
                    <a:pt x="1124" y="45"/>
                    <a:pt x="1134" y="44"/>
                    <a:pt x="1142" y="44"/>
                  </a:cubicBezTo>
                  <a:cubicBezTo>
                    <a:pt x="1171" y="44"/>
                    <a:pt x="1151" y="55"/>
                    <a:pt x="1054" y="55"/>
                  </a:cubicBezTo>
                  <a:cubicBezTo>
                    <a:pt x="989" y="63"/>
                    <a:pt x="989" y="63"/>
                    <a:pt x="1111" y="63"/>
                  </a:cubicBezTo>
                  <a:cubicBezTo>
                    <a:pt x="1233" y="63"/>
                    <a:pt x="1233" y="71"/>
                    <a:pt x="1111" y="71"/>
                  </a:cubicBezTo>
                  <a:lnTo>
                    <a:pt x="1111" y="79"/>
                  </a:lnTo>
                  <a:cubicBezTo>
                    <a:pt x="1151" y="87"/>
                    <a:pt x="1192" y="87"/>
                    <a:pt x="1233" y="87"/>
                  </a:cubicBezTo>
                  <a:lnTo>
                    <a:pt x="1289" y="87"/>
                  </a:lnTo>
                  <a:cubicBezTo>
                    <a:pt x="1233" y="95"/>
                    <a:pt x="1168" y="95"/>
                    <a:pt x="1168" y="95"/>
                  </a:cubicBezTo>
                  <a:cubicBezTo>
                    <a:pt x="1111" y="95"/>
                    <a:pt x="1111" y="95"/>
                    <a:pt x="1111" y="103"/>
                  </a:cubicBezTo>
                  <a:cubicBezTo>
                    <a:pt x="1111" y="103"/>
                    <a:pt x="1111" y="112"/>
                    <a:pt x="1168" y="112"/>
                  </a:cubicBezTo>
                  <a:lnTo>
                    <a:pt x="1111" y="112"/>
                  </a:lnTo>
                  <a:cubicBezTo>
                    <a:pt x="1111" y="120"/>
                    <a:pt x="1046" y="120"/>
                    <a:pt x="1111" y="120"/>
                  </a:cubicBezTo>
                  <a:cubicBezTo>
                    <a:pt x="1111" y="120"/>
                    <a:pt x="1111" y="120"/>
                    <a:pt x="1046" y="136"/>
                  </a:cubicBezTo>
                  <a:cubicBezTo>
                    <a:pt x="1006" y="142"/>
                    <a:pt x="1051" y="147"/>
                    <a:pt x="1124" y="147"/>
                  </a:cubicBezTo>
                  <a:cubicBezTo>
                    <a:pt x="1154" y="147"/>
                    <a:pt x="1189" y="146"/>
                    <a:pt x="1224" y="144"/>
                  </a:cubicBezTo>
                  <a:cubicBezTo>
                    <a:pt x="1241" y="152"/>
                    <a:pt x="1265" y="152"/>
                    <a:pt x="1281" y="152"/>
                  </a:cubicBezTo>
                  <a:cubicBezTo>
                    <a:pt x="1346" y="152"/>
                    <a:pt x="1346" y="152"/>
                    <a:pt x="1346" y="160"/>
                  </a:cubicBezTo>
                  <a:lnTo>
                    <a:pt x="1224" y="160"/>
                  </a:lnTo>
                  <a:cubicBezTo>
                    <a:pt x="1172" y="158"/>
                    <a:pt x="1130" y="157"/>
                    <a:pt x="1100" y="157"/>
                  </a:cubicBezTo>
                  <a:cubicBezTo>
                    <a:pt x="1029" y="157"/>
                    <a:pt x="1033" y="163"/>
                    <a:pt x="1160" y="168"/>
                  </a:cubicBezTo>
                  <a:lnTo>
                    <a:pt x="1103" y="168"/>
                  </a:lnTo>
                  <a:cubicBezTo>
                    <a:pt x="1046" y="168"/>
                    <a:pt x="1046" y="168"/>
                    <a:pt x="1103" y="176"/>
                  </a:cubicBezTo>
                  <a:cubicBezTo>
                    <a:pt x="1160" y="185"/>
                    <a:pt x="1216" y="185"/>
                    <a:pt x="1281" y="185"/>
                  </a:cubicBezTo>
                  <a:cubicBezTo>
                    <a:pt x="1338" y="185"/>
                    <a:pt x="1338" y="193"/>
                    <a:pt x="1338" y="193"/>
                  </a:cubicBezTo>
                  <a:lnTo>
                    <a:pt x="1281" y="193"/>
                  </a:lnTo>
                  <a:cubicBezTo>
                    <a:pt x="1160" y="193"/>
                    <a:pt x="1160" y="201"/>
                    <a:pt x="1281" y="209"/>
                  </a:cubicBezTo>
                  <a:lnTo>
                    <a:pt x="1216" y="209"/>
                  </a:lnTo>
                  <a:cubicBezTo>
                    <a:pt x="1160" y="209"/>
                    <a:pt x="1095" y="217"/>
                    <a:pt x="1151" y="233"/>
                  </a:cubicBezTo>
                  <a:cubicBezTo>
                    <a:pt x="1151" y="249"/>
                    <a:pt x="1151" y="266"/>
                    <a:pt x="1095" y="266"/>
                  </a:cubicBezTo>
                  <a:cubicBezTo>
                    <a:pt x="1030" y="266"/>
                    <a:pt x="1151" y="282"/>
                    <a:pt x="1273" y="290"/>
                  </a:cubicBezTo>
                  <a:cubicBezTo>
                    <a:pt x="1208" y="290"/>
                    <a:pt x="1208" y="298"/>
                    <a:pt x="1208" y="306"/>
                  </a:cubicBezTo>
                  <a:cubicBezTo>
                    <a:pt x="1208" y="314"/>
                    <a:pt x="1208" y="314"/>
                    <a:pt x="1151" y="314"/>
                  </a:cubicBezTo>
                  <a:cubicBezTo>
                    <a:pt x="1030" y="314"/>
                    <a:pt x="1030" y="314"/>
                    <a:pt x="1151" y="322"/>
                  </a:cubicBezTo>
                  <a:cubicBezTo>
                    <a:pt x="1265" y="322"/>
                    <a:pt x="1208" y="339"/>
                    <a:pt x="1087" y="339"/>
                  </a:cubicBezTo>
                  <a:cubicBezTo>
                    <a:pt x="1030" y="339"/>
                    <a:pt x="1022" y="339"/>
                    <a:pt x="1022" y="347"/>
                  </a:cubicBezTo>
                  <a:cubicBezTo>
                    <a:pt x="1087" y="355"/>
                    <a:pt x="1087" y="363"/>
                    <a:pt x="1087" y="371"/>
                  </a:cubicBezTo>
                  <a:cubicBezTo>
                    <a:pt x="1078" y="387"/>
                    <a:pt x="1078" y="387"/>
                    <a:pt x="1200" y="387"/>
                  </a:cubicBezTo>
                  <a:cubicBezTo>
                    <a:pt x="1322" y="387"/>
                    <a:pt x="1322" y="387"/>
                    <a:pt x="1322" y="395"/>
                  </a:cubicBezTo>
                  <a:cubicBezTo>
                    <a:pt x="1322" y="403"/>
                    <a:pt x="1322" y="403"/>
                    <a:pt x="1257" y="403"/>
                  </a:cubicBezTo>
                  <a:cubicBezTo>
                    <a:pt x="1241" y="403"/>
                    <a:pt x="1216" y="412"/>
                    <a:pt x="1200" y="412"/>
                  </a:cubicBezTo>
                  <a:cubicBezTo>
                    <a:pt x="1200" y="420"/>
                    <a:pt x="1200" y="420"/>
                    <a:pt x="1135" y="420"/>
                  </a:cubicBezTo>
                  <a:cubicBezTo>
                    <a:pt x="1135" y="420"/>
                    <a:pt x="1078" y="428"/>
                    <a:pt x="1078" y="436"/>
                  </a:cubicBezTo>
                  <a:cubicBezTo>
                    <a:pt x="1078" y="444"/>
                    <a:pt x="1070" y="452"/>
                    <a:pt x="1014" y="452"/>
                  </a:cubicBezTo>
                  <a:cubicBezTo>
                    <a:pt x="1014" y="460"/>
                    <a:pt x="1014" y="460"/>
                    <a:pt x="1070" y="460"/>
                  </a:cubicBezTo>
                  <a:cubicBezTo>
                    <a:pt x="1135" y="460"/>
                    <a:pt x="1192" y="460"/>
                    <a:pt x="1135" y="476"/>
                  </a:cubicBezTo>
                  <a:cubicBezTo>
                    <a:pt x="1127" y="485"/>
                    <a:pt x="1127" y="501"/>
                    <a:pt x="1192" y="501"/>
                  </a:cubicBezTo>
                  <a:lnTo>
                    <a:pt x="1127" y="501"/>
                  </a:lnTo>
                  <a:cubicBezTo>
                    <a:pt x="1006" y="501"/>
                    <a:pt x="1006" y="509"/>
                    <a:pt x="1127" y="517"/>
                  </a:cubicBezTo>
                  <a:cubicBezTo>
                    <a:pt x="1184" y="517"/>
                    <a:pt x="1184" y="525"/>
                    <a:pt x="1127" y="525"/>
                  </a:cubicBezTo>
                  <a:cubicBezTo>
                    <a:pt x="1127" y="525"/>
                    <a:pt x="1127" y="533"/>
                    <a:pt x="1184" y="541"/>
                  </a:cubicBezTo>
                  <a:cubicBezTo>
                    <a:pt x="1241" y="541"/>
                    <a:pt x="1241" y="541"/>
                    <a:pt x="1184" y="549"/>
                  </a:cubicBezTo>
                  <a:cubicBezTo>
                    <a:pt x="1127" y="549"/>
                    <a:pt x="1127" y="558"/>
                    <a:pt x="1119" y="558"/>
                  </a:cubicBezTo>
                  <a:cubicBezTo>
                    <a:pt x="1184" y="566"/>
                    <a:pt x="1176" y="614"/>
                    <a:pt x="1119" y="622"/>
                  </a:cubicBezTo>
                  <a:cubicBezTo>
                    <a:pt x="1176" y="622"/>
                    <a:pt x="1176" y="622"/>
                    <a:pt x="1176" y="630"/>
                  </a:cubicBezTo>
                  <a:cubicBezTo>
                    <a:pt x="1062" y="630"/>
                    <a:pt x="1104" y="638"/>
                    <a:pt x="1209" y="638"/>
                  </a:cubicBezTo>
                  <a:lnTo>
                    <a:pt x="1209" y="638"/>
                  </a:lnTo>
                  <a:cubicBezTo>
                    <a:pt x="1199" y="639"/>
                    <a:pt x="1188" y="639"/>
                    <a:pt x="1176" y="639"/>
                  </a:cubicBezTo>
                  <a:cubicBezTo>
                    <a:pt x="1054" y="647"/>
                    <a:pt x="1054" y="647"/>
                    <a:pt x="1176" y="647"/>
                  </a:cubicBezTo>
                  <a:cubicBezTo>
                    <a:pt x="1289" y="655"/>
                    <a:pt x="1289" y="655"/>
                    <a:pt x="1168" y="663"/>
                  </a:cubicBezTo>
                  <a:cubicBezTo>
                    <a:pt x="1411" y="671"/>
                    <a:pt x="1468" y="687"/>
                    <a:pt x="1233" y="687"/>
                  </a:cubicBezTo>
                  <a:cubicBezTo>
                    <a:pt x="1214" y="685"/>
                    <a:pt x="1195" y="684"/>
                    <a:pt x="1177" y="684"/>
                  </a:cubicBezTo>
                  <a:cubicBezTo>
                    <a:pt x="1134" y="684"/>
                    <a:pt x="1092" y="690"/>
                    <a:pt x="1046" y="695"/>
                  </a:cubicBezTo>
                  <a:cubicBezTo>
                    <a:pt x="1087" y="703"/>
                    <a:pt x="1127" y="703"/>
                    <a:pt x="1168" y="703"/>
                  </a:cubicBezTo>
                  <a:cubicBezTo>
                    <a:pt x="1203" y="701"/>
                    <a:pt x="1228" y="700"/>
                    <a:pt x="1243" y="700"/>
                  </a:cubicBezTo>
                  <a:cubicBezTo>
                    <a:pt x="1279" y="700"/>
                    <a:pt x="1254" y="706"/>
                    <a:pt x="1168" y="712"/>
                  </a:cubicBezTo>
                  <a:cubicBezTo>
                    <a:pt x="989" y="720"/>
                    <a:pt x="981" y="728"/>
                    <a:pt x="1103" y="744"/>
                  </a:cubicBezTo>
                  <a:cubicBezTo>
                    <a:pt x="1192" y="756"/>
                    <a:pt x="1211" y="763"/>
                    <a:pt x="1171" y="763"/>
                  </a:cubicBezTo>
                  <a:cubicBezTo>
                    <a:pt x="1156" y="763"/>
                    <a:pt x="1133" y="762"/>
                    <a:pt x="1103" y="760"/>
                  </a:cubicBezTo>
                  <a:cubicBezTo>
                    <a:pt x="1042" y="756"/>
                    <a:pt x="1012" y="754"/>
                    <a:pt x="1003" y="754"/>
                  </a:cubicBezTo>
                  <a:cubicBezTo>
                    <a:pt x="995" y="754"/>
                    <a:pt x="1010" y="756"/>
                    <a:pt x="1038" y="760"/>
                  </a:cubicBezTo>
                  <a:cubicBezTo>
                    <a:pt x="1038" y="768"/>
                    <a:pt x="1038" y="776"/>
                    <a:pt x="1038" y="785"/>
                  </a:cubicBezTo>
                  <a:cubicBezTo>
                    <a:pt x="1078" y="785"/>
                    <a:pt x="1119" y="793"/>
                    <a:pt x="1160" y="793"/>
                  </a:cubicBezTo>
                  <a:cubicBezTo>
                    <a:pt x="1038" y="793"/>
                    <a:pt x="981" y="801"/>
                    <a:pt x="1095" y="809"/>
                  </a:cubicBezTo>
                  <a:lnTo>
                    <a:pt x="1095" y="817"/>
                  </a:lnTo>
                  <a:cubicBezTo>
                    <a:pt x="1095" y="825"/>
                    <a:pt x="1095" y="825"/>
                    <a:pt x="1151" y="825"/>
                  </a:cubicBezTo>
                  <a:cubicBezTo>
                    <a:pt x="1216" y="833"/>
                    <a:pt x="1151" y="833"/>
                    <a:pt x="1095" y="841"/>
                  </a:cubicBezTo>
                  <a:cubicBezTo>
                    <a:pt x="1030" y="841"/>
                    <a:pt x="973" y="849"/>
                    <a:pt x="1030" y="849"/>
                  </a:cubicBezTo>
                  <a:cubicBezTo>
                    <a:pt x="1095" y="849"/>
                    <a:pt x="1151" y="858"/>
                    <a:pt x="1208" y="866"/>
                  </a:cubicBezTo>
                  <a:cubicBezTo>
                    <a:pt x="1251" y="866"/>
                    <a:pt x="1237" y="869"/>
                    <a:pt x="1206" y="869"/>
                  </a:cubicBezTo>
                  <a:cubicBezTo>
                    <a:pt x="1190" y="869"/>
                    <a:pt x="1170" y="868"/>
                    <a:pt x="1151" y="866"/>
                  </a:cubicBezTo>
                  <a:cubicBezTo>
                    <a:pt x="1111" y="866"/>
                    <a:pt x="1070" y="866"/>
                    <a:pt x="1030" y="874"/>
                  </a:cubicBezTo>
                  <a:cubicBezTo>
                    <a:pt x="1030" y="882"/>
                    <a:pt x="1030" y="890"/>
                    <a:pt x="1087" y="890"/>
                  </a:cubicBezTo>
                  <a:cubicBezTo>
                    <a:pt x="1151" y="890"/>
                    <a:pt x="1143" y="914"/>
                    <a:pt x="1087" y="914"/>
                  </a:cubicBezTo>
                  <a:lnTo>
                    <a:pt x="1087" y="922"/>
                  </a:lnTo>
                  <a:cubicBezTo>
                    <a:pt x="1087" y="930"/>
                    <a:pt x="1143" y="930"/>
                    <a:pt x="1143" y="939"/>
                  </a:cubicBezTo>
                  <a:cubicBezTo>
                    <a:pt x="1143" y="939"/>
                    <a:pt x="1143" y="947"/>
                    <a:pt x="1200" y="947"/>
                  </a:cubicBezTo>
                  <a:cubicBezTo>
                    <a:pt x="1200" y="955"/>
                    <a:pt x="1200" y="955"/>
                    <a:pt x="1143" y="955"/>
                  </a:cubicBezTo>
                  <a:cubicBezTo>
                    <a:pt x="1257" y="963"/>
                    <a:pt x="1257" y="963"/>
                    <a:pt x="1143" y="963"/>
                  </a:cubicBezTo>
                  <a:cubicBezTo>
                    <a:pt x="1022" y="963"/>
                    <a:pt x="1022" y="963"/>
                    <a:pt x="1143" y="971"/>
                  </a:cubicBezTo>
                  <a:cubicBezTo>
                    <a:pt x="1200" y="971"/>
                    <a:pt x="1200" y="971"/>
                    <a:pt x="1135" y="979"/>
                  </a:cubicBezTo>
                  <a:cubicBezTo>
                    <a:pt x="1257" y="987"/>
                    <a:pt x="1314" y="995"/>
                    <a:pt x="1200" y="995"/>
                  </a:cubicBezTo>
                  <a:cubicBezTo>
                    <a:pt x="1200" y="995"/>
                    <a:pt x="1200" y="1003"/>
                    <a:pt x="1257" y="1003"/>
                  </a:cubicBezTo>
                  <a:cubicBezTo>
                    <a:pt x="1378" y="1012"/>
                    <a:pt x="1378" y="1012"/>
                    <a:pt x="1257" y="1012"/>
                  </a:cubicBezTo>
                  <a:cubicBezTo>
                    <a:pt x="1135" y="1012"/>
                    <a:pt x="1135" y="1020"/>
                    <a:pt x="1257" y="1028"/>
                  </a:cubicBezTo>
                  <a:cubicBezTo>
                    <a:pt x="1257" y="1028"/>
                    <a:pt x="1314" y="1028"/>
                    <a:pt x="1257" y="1036"/>
                  </a:cubicBezTo>
                  <a:cubicBezTo>
                    <a:pt x="1201" y="1043"/>
                    <a:pt x="1145" y="1062"/>
                    <a:pt x="1208" y="1062"/>
                  </a:cubicBezTo>
                  <a:cubicBezTo>
                    <a:pt x="1218" y="1062"/>
                    <a:pt x="1232" y="1061"/>
                    <a:pt x="1249" y="1060"/>
                  </a:cubicBezTo>
                  <a:lnTo>
                    <a:pt x="1249" y="1068"/>
                  </a:lnTo>
                  <a:cubicBezTo>
                    <a:pt x="1192" y="1076"/>
                    <a:pt x="1192" y="1085"/>
                    <a:pt x="1249" y="1085"/>
                  </a:cubicBezTo>
                  <a:lnTo>
                    <a:pt x="1306" y="1093"/>
                  </a:lnTo>
                  <a:cubicBezTo>
                    <a:pt x="1265" y="1093"/>
                    <a:pt x="1224" y="1093"/>
                    <a:pt x="1184" y="1101"/>
                  </a:cubicBezTo>
                  <a:cubicBezTo>
                    <a:pt x="1184" y="1101"/>
                    <a:pt x="1184" y="1101"/>
                    <a:pt x="1249" y="1109"/>
                  </a:cubicBezTo>
                  <a:cubicBezTo>
                    <a:pt x="1268" y="1106"/>
                    <a:pt x="1280" y="1105"/>
                    <a:pt x="1289" y="1105"/>
                  </a:cubicBezTo>
                  <a:cubicBezTo>
                    <a:pt x="1306" y="1105"/>
                    <a:pt x="1306" y="1109"/>
                    <a:pt x="1306" y="1109"/>
                  </a:cubicBezTo>
                  <a:cubicBezTo>
                    <a:pt x="1265" y="1117"/>
                    <a:pt x="1224" y="1117"/>
                    <a:pt x="1184" y="1117"/>
                  </a:cubicBezTo>
                  <a:lnTo>
                    <a:pt x="1184" y="1125"/>
                  </a:lnTo>
                  <a:lnTo>
                    <a:pt x="1241" y="1125"/>
                  </a:lnTo>
                  <a:cubicBezTo>
                    <a:pt x="1184" y="1133"/>
                    <a:pt x="1184" y="1133"/>
                    <a:pt x="1184" y="1141"/>
                  </a:cubicBezTo>
                  <a:cubicBezTo>
                    <a:pt x="1184" y="1141"/>
                    <a:pt x="1184" y="1149"/>
                    <a:pt x="1184" y="1149"/>
                  </a:cubicBezTo>
                  <a:cubicBezTo>
                    <a:pt x="1184" y="1157"/>
                    <a:pt x="1184" y="1157"/>
                    <a:pt x="1241" y="1157"/>
                  </a:cubicBezTo>
                  <a:lnTo>
                    <a:pt x="1362" y="1157"/>
                  </a:lnTo>
                  <a:cubicBezTo>
                    <a:pt x="1400" y="1157"/>
                    <a:pt x="1387" y="1161"/>
                    <a:pt x="1375" y="1161"/>
                  </a:cubicBezTo>
                  <a:cubicBezTo>
                    <a:pt x="1369" y="1161"/>
                    <a:pt x="1362" y="1160"/>
                    <a:pt x="1362" y="1157"/>
                  </a:cubicBezTo>
                  <a:cubicBezTo>
                    <a:pt x="1322" y="1157"/>
                    <a:pt x="1281" y="1157"/>
                    <a:pt x="1241" y="1166"/>
                  </a:cubicBezTo>
                  <a:lnTo>
                    <a:pt x="1184" y="1166"/>
                  </a:lnTo>
                  <a:cubicBezTo>
                    <a:pt x="1062" y="1166"/>
                    <a:pt x="1119" y="1182"/>
                    <a:pt x="1176" y="1182"/>
                  </a:cubicBezTo>
                  <a:cubicBezTo>
                    <a:pt x="1297" y="1198"/>
                    <a:pt x="1297" y="1198"/>
                    <a:pt x="1176" y="1198"/>
                  </a:cubicBezTo>
                  <a:cubicBezTo>
                    <a:pt x="1054" y="1198"/>
                    <a:pt x="1176" y="1206"/>
                    <a:pt x="1354" y="1214"/>
                  </a:cubicBezTo>
                  <a:cubicBezTo>
                    <a:pt x="1119" y="1222"/>
                    <a:pt x="1119" y="1222"/>
                    <a:pt x="1233" y="1230"/>
                  </a:cubicBezTo>
                  <a:cubicBezTo>
                    <a:pt x="1289" y="1239"/>
                    <a:pt x="1289" y="1239"/>
                    <a:pt x="1233" y="1239"/>
                  </a:cubicBezTo>
                  <a:cubicBezTo>
                    <a:pt x="1176" y="1239"/>
                    <a:pt x="1176" y="1247"/>
                    <a:pt x="1168" y="1255"/>
                  </a:cubicBezTo>
                  <a:cubicBezTo>
                    <a:pt x="1168" y="1271"/>
                    <a:pt x="1168" y="1279"/>
                    <a:pt x="1233" y="1279"/>
                  </a:cubicBezTo>
                  <a:lnTo>
                    <a:pt x="1224" y="1287"/>
                  </a:lnTo>
                  <a:cubicBezTo>
                    <a:pt x="1111" y="1287"/>
                    <a:pt x="1168" y="1295"/>
                    <a:pt x="1289" y="1295"/>
                  </a:cubicBezTo>
                  <a:cubicBezTo>
                    <a:pt x="1289" y="1295"/>
                    <a:pt x="1289" y="1295"/>
                    <a:pt x="1289" y="1303"/>
                  </a:cubicBezTo>
                  <a:lnTo>
                    <a:pt x="1224" y="1303"/>
                  </a:lnTo>
                  <a:cubicBezTo>
                    <a:pt x="1168" y="1303"/>
                    <a:pt x="1168" y="1312"/>
                    <a:pt x="1160" y="1344"/>
                  </a:cubicBezTo>
                  <a:cubicBezTo>
                    <a:pt x="1160" y="1385"/>
                    <a:pt x="1160" y="1385"/>
                    <a:pt x="1281" y="1385"/>
                  </a:cubicBezTo>
                  <a:cubicBezTo>
                    <a:pt x="1395" y="1393"/>
                    <a:pt x="1395" y="1393"/>
                    <a:pt x="1273" y="1393"/>
                  </a:cubicBezTo>
                  <a:cubicBezTo>
                    <a:pt x="1216" y="1393"/>
                    <a:pt x="1160" y="1401"/>
                    <a:pt x="1216" y="1401"/>
                  </a:cubicBezTo>
                  <a:cubicBezTo>
                    <a:pt x="1216" y="1401"/>
                    <a:pt x="1216" y="1409"/>
                    <a:pt x="1151" y="1409"/>
                  </a:cubicBezTo>
                  <a:cubicBezTo>
                    <a:pt x="1038" y="1425"/>
                    <a:pt x="1095" y="1425"/>
                    <a:pt x="1151" y="1425"/>
                  </a:cubicBezTo>
                  <a:cubicBezTo>
                    <a:pt x="1273" y="1425"/>
                    <a:pt x="1216" y="1425"/>
                    <a:pt x="1151" y="1433"/>
                  </a:cubicBezTo>
                  <a:cubicBezTo>
                    <a:pt x="1095" y="1441"/>
                    <a:pt x="1030" y="1441"/>
                    <a:pt x="1095" y="1441"/>
                  </a:cubicBezTo>
                  <a:cubicBezTo>
                    <a:pt x="1151" y="1449"/>
                    <a:pt x="1208" y="1474"/>
                    <a:pt x="1087" y="1474"/>
                  </a:cubicBezTo>
                  <a:lnTo>
                    <a:pt x="1087" y="1482"/>
                  </a:lnTo>
                  <a:cubicBezTo>
                    <a:pt x="1151" y="1482"/>
                    <a:pt x="1151" y="1490"/>
                    <a:pt x="1143" y="1498"/>
                  </a:cubicBezTo>
                  <a:cubicBezTo>
                    <a:pt x="1143" y="1506"/>
                    <a:pt x="1143" y="1506"/>
                    <a:pt x="1087" y="1506"/>
                  </a:cubicBezTo>
                  <a:cubicBezTo>
                    <a:pt x="1030" y="1506"/>
                    <a:pt x="1030" y="1506"/>
                    <a:pt x="1087" y="1522"/>
                  </a:cubicBezTo>
                  <a:cubicBezTo>
                    <a:pt x="1087" y="1522"/>
                    <a:pt x="1200" y="1530"/>
                    <a:pt x="1200" y="1530"/>
                  </a:cubicBezTo>
                  <a:cubicBezTo>
                    <a:pt x="1241" y="1530"/>
                    <a:pt x="1281" y="1530"/>
                    <a:pt x="1322" y="1539"/>
                  </a:cubicBezTo>
                  <a:lnTo>
                    <a:pt x="1143" y="1539"/>
                  </a:lnTo>
                  <a:cubicBezTo>
                    <a:pt x="1143" y="1547"/>
                    <a:pt x="1143" y="1547"/>
                    <a:pt x="1200" y="1547"/>
                  </a:cubicBezTo>
                  <a:cubicBezTo>
                    <a:pt x="1143" y="1555"/>
                    <a:pt x="1143" y="1555"/>
                    <a:pt x="1143" y="1563"/>
                  </a:cubicBezTo>
                  <a:cubicBezTo>
                    <a:pt x="1143" y="1571"/>
                    <a:pt x="1135" y="1579"/>
                    <a:pt x="1200" y="1587"/>
                  </a:cubicBezTo>
                  <a:cubicBezTo>
                    <a:pt x="1078" y="1587"/>
                    <a:pt x="1078" y="1620"/>
                    <a:pt x="1192" y="1620"/>
                  </a:cubicBezTo>
                  <a:cubicBezTo>
                    <a:pt x="1257" y="1620"/>
                    <a:pt x="1257" y="1628"/>
                    <a:pt x="1192" y="1628"/>
                  </a:cubicBezTo>
                  <a:cubicBezTo>
                    <a:pt x="1135" y="1636"/>
                    <a:pt x="1135" y="1636"/>
                    <a:pt x="1192" y="1636"/>
                  </a:cubicBezTo>
                  <a:cubicBezTo>
                    <a:pt x="1249" y="1644"/>
                    <a:pt x="1192" y="1644"/>
                    <a:pt x="1135" y="1652"/>
                  </a:cubicBezTo>
                  <a:cubicBezTo>
                    <a:pt x="1014" y="1652"/>
                    <a:pt x="1014" y="1660"/>
                    <a:pt x="1070" y="1660"/>
                  </a:cubicBezTo>
                  <a:cubicBezTo>
                    <a:pt x="1127" y="1668"/>
                    <a:pt x="1127" y="1684"/>
                    <a:pt x="1127" y="1684"/>
                  </a:cubicBezTo>
                  <a:cubicBezTo>
                    <a:pt x="1156" y="1690"/>
                    <a:pt x="1184" y="1696"/>
                    <a:pt x="1213" y="1696"/>
                  </a:cubicBezTo>
                  <a:cubicBezTo>
                    <a:pt x="1225" y="1696"/>
                    <a:pt x="1237" y="1695"/>
                    <a:pt x="1249" y="1693"/>
                  </a:cubicBezTo>
                  <a:cubicBezTo>
                    <a:pt x="1268" y="1693"/>
                    <a:pt x="1286" y="1693"/>
                    <a:pt x="1303" y="1695"/>
                  </a:cubicBezTo>
                  <a:lnTo>
                    <a:pt x="1303" y="1695"/>
                  </a:lnTo>
                  <a:cubicBezTo>
                    <a:pt x="1285" y="1695"/>
                    <a:pt x="1267" y="1697"/>
                    <a:pt x="1249" y="1701"/>
                  </a:cubicBezTo>
                  <a:cubicBezTo>
                    <a:pt x="1184" y="1709"/>
                    <a:pt x="1184" y="1717"/>
                    <a:pt x="1184" y="1717"/>
                  </a:cubicBezTo>
                  <a:cubicBezTo>
                    <a:pt x="1184" y="1725"/>
                    <a:pt x="1184" y="1733"/>
                    <a:pt x="1184" y="1733"/>
                  </a:cubicBezTo>
                  <a:cubicBezTo>
                    <a:pt x="1119" y="1749"/>
                    <a:pt x="1119" y="1749"/>
                    <a:pt x="1184" y="1749"/>
                  </a:cubicBezTo>
                  <a:lnTo>
                    <a:pt x="1241" y="1749"/>
                  </a:lnTo>
                  <a:cubicBezTo>
                    <a:pt x="1119" y="1757"/>
                    <a:pt x="1119" y="1806"/>
                    <a:pt x="1233" y="1806"/>
                  </a:cubicBezTo>
                  <a:lnTo>
                    <a:pt x="1176" y="1806"/>
                  </a:lnTo>
                  <a:cubicBezTo>
                    <a:pt x="1119" y="1806"/>
                    <a:pt x="1119" y="1814"/>
                    <a:pt x="1111" y="1822"/>
                  </a:cubicBezTo>
                  <a:cubicBezTo>
                    <a:pt x="1111" y="1822"/>
                    <a:pt x="1176" y="1847"/>
                    <a:pt x="1168" y="1855"/>
                  </a:cubicBezTo>
                  <a:cubicBezTo>
                    <a:pt x="1168" y="1871"/>
                    <a:pt x="1168" y="1887"/>
                    <a:pt x="1224" y="1887"/>
                  </a:cubicBezTo>
                  <a:lnTo>
                    <a:pt x="1168" y="1887"/>
                  </a:lnTo>
                  <a:cubicBezTo>
                    <a:pt x="1111" y="1887"/>
                    <a:pt x="1111" y="1887"/>
                    <a:pt x="1111" y="1895"/>
                  </a:cubicBezTo>
                  <a:cubicBezTo>
                    <a:pt x="1127" y="1899"/>
                    <a:pt x="1145" y="1901"/>
                    <a:pt x="1165" y="1901"/>
                  </a:cubicBezTo>
                  <a:cubicBezTo>
                    <a:pt x="1184" y="1901"/>
                    <a:pt x="1204" y="1899"/>
                    <a:pt x="1224" y="1895"/>
                  </a:cubicBezTo>
                  <a:cubicBezTo>
                    <a:pt x="1289" y="1895"/>
                    <a:pt x="1289" y="1903"/>
                    <a:pt x="1224" y="1912"/>
                  </a:cubicBezTo>
                  <a:cubicBezTo>
                    <a:pt x="1168" y="1920"/>
                    <a:pt x="1160" y="1936"/>
                    <a:pt x="1224" y="1944"/>
                  </a:cubicBezTo>
                  <a:cubicBezTo>
                    <a:pt x="1224" y="1952"/>
                    <a:pt x="1224" y="1952"/>
                    <a:pt x="1160" y="1952"/>
                  </a:cubicBezTo>
                  <a:cubicBezTo>
                    <a:pt x="1103" y="1960"/>
                    <a:pt x="1038" y="1968"/>
                    <a:pt x="1160" y="1976"/>
                  </a:cubicBezTo>
                  <a:lnTo>
                    <a:pt x="1095" y="1976"/>
                  </a:lnTo>
                  <a:cubicBezTo>
                    <a:pt x="1038" y="1984"/>
                    <a:pt x="981" y="1984"/>
                    <a:pt x="1095" y="1984"/>
                  </a:cubicBezTo>
                  <a:cubicBezTo>
                    <a:pt x="1160" y="2001"/>
                    <a:pt x="1151" y="2009"/>
                    <a:pt x="1095" y="2017"/>
                  </a:cubicBezTo>
                  <a:cubicBezTo>
                    <a:pt x="1095" y="2025"/>
                    <a:pt x="1095" y="2025"/>
                    <a:pt x="1151" y="2025"/>
                  </a:cubicBezTo>
                  <a:lnTo>
                    <a:pt x="1216" y="2025"/>
                  </a:lnTo>
                  <a:cubicBezTo>
                    <a:pt x="1095" y="2033"/>
                    <a:pt x="1095" y="2033"/>
                    <a:pt x="1208" y="2033"/>
                  </a:cubicBezTo>
                  <a:cubicBezTo>
                    <a:pt x="1273" y="2033"/>
                    <a:pt x="1273" y="2041"/>
                    <a:pt x="1208" y="2041"/>
                  </a:cubicBezTo>
                  <a:cubicBezTo>
                    <a:pt x="1151" y="2041"/>
                    <a:pt x="1151" y="2049"/>
                    <a:pt x="1151" y="2049"/>
                  </a:cubicBezTo>
                  <a:cubicBezTo>
                    <a:pt x="1151" y="2049"/>
                    <a:pt x="1208" y="2074"/>
                    <a:pt x="1208" y="2098"/>
                  </a:cubicBezTo>
                  <a:cubicBezTo>
                    <a:pt x="1200" y="2130"/>
                    <a:pt x="1200" y="2139"/>
                    <a:pt x="1265" y="2139"/>
                  </a:cubicBezTo>
                  <a:cubicBezTo>
                    <a:pt x="1322" y="2147"/>
                    <a:pt x="1322" y="2147"/>
                    <a:pt x="1257" y="2147"/>
                  </a:cubicBezTo>
                  <a:cubicBezTo>
                    <a:pt x="1200" y="2155"/>
                    <a:pt x="1200" y="2163"/>
                    <a:pt x="1200" y="2163"/>
                  </a:cubicBezTo>
                  <a:cubicBezTo>
                    <a:pt x="1200" y="2171"/>
                    <a:pt x="1200" y="2171"/>
                    <a:pt x="1135" y="2171"/>
                  </a:cubicBezTo>
                  <a:cubicBezTo>
                    <a:pt x="1200" y="2179"/>
                    <a:pt x="1200" y="2179"/>
                    <a:pt x="1200" y="2179"/>
                  </a:cubicBezTo>
                  <a:cubicBezTo>
                    <a:pt x="1135" y="2179"/>
                    <a:pt x="1135" y="2187"/>
                    <a:pt x="1200" y="2187"/>
                  </a:cubicBezTo>
                  <a:cubicBezTo>
                    <a:pt x="1314" y="2195"/>
                    <a:pt x="1314" y="2195"/>
                    <a:pt x="1200" y="2195"/>
                  </a:cubicBezTo>
                  <a:cubicBezTo>
                    <a:pt x="1135" y="2195"/>
                    <a:pt x="1078" y="2203"/>
                    <a:pt x="1135" y="2203"/>
                  </a:cubicBezTo>
                  <a:cubicBezTo>
                    <a:pt x="1176" y="2203"/>
                    <a:pt x="1216" y="2211"/>
                    <a:pt x="1257" y="2211"/>
                  </a:cubicBezTo>
                  <a:cubicBezTo>
                    <a:pt x="1257" y="2220"/>
                    <a:pt x="1257" y="2220"/>
                    <a:pt x="1192" y="2220"/>
                  </a:cubicBezTo>
                  <a:cubicBezTo>
                    <a:pt x="1135" y="2228"/>
                    <a:pt x="1192" y="2252"/>
                    <a:pt x="1249" y="2252"/>
                  </a:cubicBezTo>
                  <a:cubicBezTo>
                    <a:pt x="1314" y="2252"/>
                    <a:pt x="1306" y="2260"/>
                    <a:pt x="1249" y="2260"/>
                  </a:cubicBezTo>
                  <a:cubicBezTo>
                    <a:pt x="1192" y="2260"/>
                    <a:pt x="1192" y="2260"/>
                    <a:pt x="1192" y="2268"/>
                  </a:cubicBezTo>
                  <a:lnTo>
                    <a:pt x="1127" y="2268"/>
                  </a:lnTo>
                  <a:cubicBezTo>
                    <a:pt x="1070" y="2268"/>
                    <a:pt x="1070" y="2268"/>
                    <a:pt x="1070" y="2276"/>
                  </a:cubicBezTo>
                  <a:cubicBezTo>
                    <a:pt x="1127" y="2284"/>
                    <a:pt x="1127" y="2301"/>
                    <a:pt x="1127" y="2317"/>
                  </a:cubicBezTo>
                  <a:cubicBezTo>
                    <a:pt x="1119" y="2333"/>
                    <a:pt x="1184" y="2341"/>
                    <a:pt x="1297" y="2349"/>
                  </a:cubicBezTo>
                  <a:cubicBezTo>
                    <a:pt x="1241" y="2349"/>
                    <a:pt x="1119" y="2357"/>
                    <a:pt x="1119" y="2357"/>
                  </a:cubicBezTo>
                  <a:cubicBezTo>
                    <a:pt x="1146" y="2357"/>
                    <a:pt x="1173" y="2361"/>
                    <a:pt x="1200" y="2361"/>
                  </a:cubicBezTo>
                  <a:cubicBezTo>
                    <a:pt x="1214" y="2361"/>
                    <a:pt x="1227" y="2360"/>
                    <a:pt x="1241" y="2357"/>
                  </a:cubicBezTo>
                  <a:cubicBezTo>
                    <a:pt x="1297" y="2357"/>
                    <a:pt x="1297" y="2366"/>
                    <a:pt x="1241" y="2374"/>
                  </a:cubicBezTo>
                  <a:cubicBezTo>
                    <a:pt x="1176" y="2382"/>
                    <a:pt x="1176" y="2390"/>
                    <a:pt x="1233" y="2390"/>
                  </a:cubicBezTo>
                  <a:cubicBezTo>
                    <a:pt x="1233" y="2398"/>
                    <a:pt x="1233" y="2398"/>
                    <a:pt x="1176" y="2406"/>
                  </a:cubicBezTo>
                  <a:lnTo>
                    <a:pt x="1233" y="2406"/>
                  </a:lnTo>
                  <a:cubicBezTo>
                    <a:pt x="1297" y="2406"/>
                    <a:pt x="1297" y="2414"/>
                    <a:pt x="1233" y="2414"/>
                  </a:cubicBezTo>
                  <a:cubicBezTo>
                    <a:pt x="1111" y="2422"/>
                    <a:pt x="1111" y="2430"/>
                    <a:pt x="1176" y="2430"/>
                  </a:cubicBezTo>
                  <a:cubicBezTo>
                    <a:pt x="1233" y="2430"/>
                    <a:pt x="1233" y="2439"/>
                    <a:pt x="1233" y="2439"/>
                  </a:cubicBezTo>
                  <a:cubicBezTo>
                    <a:pt x="1233" y="2447"/>
                    <a:pt x="1233" y="2447"/>
                    <a:pt x="1289" y="2455"/>
                  </a:cubicBezTo>
                  <a:cubicBezTo>
                    <a:pt x="1289" y="2455"/>
                    <a:pt x="1289" y="2463"/>
                    <a:pt x="1289" y="2463"/>
                  </a:cubicBezTo>
                  <a:cubicBezTo>
                    <a:pt x="1265" y="2463"/>
                    <a:pt x="1249" y="2463"/>
                    <a:pt x="1233" y="2455"/>
                  </a:cubicBezTo>
                  <a:lnTo>
                    <a:pt x="1168" y="2463"/>
                  </a:lnTo>
                  <a:cubicBezTo>
                    <a:pt x="1168" y="2471"/>
                    <a:pt x="1168" y="2479"/>
                    <a:pt x="1224" y="2479"/>
                  </a:cubicBezTo>
                  <a:cubicBezTo>
                    <a:pt x="1346" y="2487"/>
                    <a:pt x="1346" y="2487"/>
                    <a:pt x="1224" y="2487"/>
                  </a:cubicBezTo>
                  <a:cubicBezTo>
                    <a:pt x="1168" y="2487"/>
                    <a:pt x="1103" y="2487"/>
                    <a:pt x="1168" y="2495"/>
                  </a:cubicBezTo>
                  <a:cubicBezTo>
                    <a:pt x="1281" y="2495"/>
                    <a:pt x="1224" y="2503"/>
                    <a:pt x="1168" y="2503"/>
                  </a:cubicBezTo>
                  <a:cubicBezTo>
                    <a:pt x="1117" y="2500"/>
                    <a:pt x="1088" y="2498"/>
                    <a:pt x="1079" y="2498"/>
                  </a:cubicBezTo>
                  <a:cubicBezTo>
                    <a:pt x="1067" y="2498"/>
                    <a:pt x="1096" y="2502"/>
                    <a:pt x="1168" y="2511"/>
                  </a:cubicBezTo>
                  <a:cubicBezTo>
                    <a:pt x="1160" y="2520"/>
                    <a:pt x="1224" y="2536"/>
                    <a:pt x="1216" y="2552"/>
                  </a:cubicBezTo>
                  <a:cubicBezTo>
                    <a:pt x="1216" y="2568"/>
                    <a:pt x="1216" y="2576"/>
                    <a:pt x="1160" y="2584"/>
                  </a:cubicBezTo>
                  <a:lnTo>
                    <a:pt x="1095" y="2584"/>
                  </a:lnTo>
                  <a:cubicBezTo>
                    <a:pt x="1216" y="2584"/>
                    <a:pt x="1216" y="2584"/>
                    <a:pt x="1216" y="2601"/>
                  </a:cubicBezTo>
                  <a:cubicBezTo>
                    <a:pt x="1151" y="2609"/>
                    <a:pt x="1216" y="2617"/>
                    <a:pt x="1273" y="2625"/>
                  </a:cubicBezTo>
                  <a:lnTo>
                    <a:pt x="1273" y="2617"/>
                  </a:lnTo>
                  <a:cubicBezTo>
                    <a:pt x="1395" y="2617"/>
                    <a:pt x="1395" y="2617"/>
                    <a:pt x="1330" y="2633"/>
                  </a:cubicBezTo>
                  <a:lnTo>
                    <a:pt x="1378" y="2633"/>
                  </a:lnTo>
                  <a:cubicBezTo>
                    <a:pt x="1378" y="2641"/>
                    <a:pt x="1378" y="2641"/>
                    <a:pt x="1322" y="2641"/>
                  </a:cubicBezTo>
                  <a:lnTo>
                    <a:pt x="1322" y="2633"/>
                  </a:lnTo>
                  <a:lnTo>
                    <a:pt x="1208" y="2633"/>
                  </a:lnTo>
                  <a:cubicBezTo>
                    <a:pt x="1168" y="2633"/>
                    <a:pt x="1127" y="2633"/>
                    <a:pt x="1087" y="2641"/>
                  </a:cubicBezTo>
                  <a:cubicBezTo>
                    <a:pt x="1087" y="2649"/>
                    <a:pt x="1087" y="2649"/>
                    <a:pt x="1151" y="2649"/>
                  </a:cubicBezTo>
                  <a:lnTo>
                    <a:pt x="1208" y="2649"/>
                  </a:lnTo>
                  <a:cubicBezTo>
                    <a:pt x="1208" y="2657"/>
                    <a:pt x="1208" y="2657"/>
                    <a:pt x="1265" y="2666"/>
                  </a:cubicBezTo>
                  <a:cubicBezTo>
                    <a:pt x="1330" y="2666"/>
                    <a:pt x="1330" y="2666"/>
                    <a:pt x="1330" y="2674"/>
                  </a:cubicBezTo>
                  <a:cubicBezTo>
                    <a:pt x="1265" y="2674"/>
                    <a:pt x="1265" y="2682"/>
                    <a:pt x="1265" y="2682"/>
                  </a:cubicBezTo>
                  <a:lnTo>
                    <a:pt x="1208" y="2682"/>
                  </a:lnTo>
                  <a:cubicBezTo>
                    <a:pt x="1143" y="2682"/>
                    <a:pt x="1087" y="2690"/>
                    <a:pt x="1087" y="2690"/>
                  </a:cubicBezTo>
                  <a:lnTo>
                    <a:pt x="1143" y="2690"/>
                  </a:lnTo>
                  <a:cubicBezTo>
                    <a:pt x="1208" y="2690"/>
                    <a:pt x="1192" y="2795"/>
                    <a:pt x="1192" y="2811"/>
                  </a:cubicBezTo>
                  <a:cubicBezTo>
                    <a:pt x="1135" y="2820"/>
                    <a:pt x="1127" y="2828"/>
                    <a:pt x="1192" y="2828"/>
                  </a:cubicBezTo>
                  <a:cubicBezTo>
                    <a:pt x="1249" y="2828"/>
                    <a:pt x="1249" y="2844"/>
                    <a:pt x="1249" y="2868"/>
                  </a:cubicBezTo>
                  <a:cubicBezTo>
                    <a:pt x="1241" y="2901"/>
                    <a:pt x="1241" y="2925"/>
                    <a:pt x="1297" y="2925"/>
                  </a:cubicBezTo>
                  <a:cubicBezTo>
                    <a:pt x="1297" y="2925"/>
                    <a:pt x="1297" y="2925"/>
                    <a:pt x="1297" y="2933"/>
                  </a:cubicBezTo>
                  <a:cubicBezTo>
                    <a:pt x="1297" y="2941"/>
                    <a:pt x="1354" y="2957"/>
                    <a:pt x="1354" y="2957"/>
                  </a:cubicBezTo>
                  <a:cubicBezTo>
                    <a:pt x="1419" y="2966"/>
                    <a:pt x="1419" y="2966"/>
                    <a:pt x="1354" y="2966"/>
                  </a:cubicBezTo>
                  <a:cubicBezTo>
                    <a:pt x="1334" y="2961"/>
                    <a:pt x="1314" y="2959"/>
                    <a:pt x="1293" y="2959"/>
                  </a:cubicBezTo>
                  <a:cubicBezTo>
                    <a:pt x="1273" y="2959"/>
                    <a:pt x="1253" y="2961"/>
                    <a:pt x="1233" y="2966"/>
                  </a:cubicBezTo>
                  <a:cubicBezTo>
                    <a:pt x="1233" y="2974"/>
                    <a:pt x="1297" y="2974"/>
                    <a:pt x="1354" y="2974"/>
                  </a:cubicBezTo>
                  <a:cubicBezTo>
                    <a:pt x="1411" y="2974"/>
                    <a:pt x="1411" y="2982"/>
                    <a:pt x="1411" y="2982"/>
                  </a:cubicBezTo>
                  <a:lnTo>
                    <a:pt x="1233" y="2982"/>
                  </a:lnTo>
                  <a:lnTo>
                    <a:pt x="1233" y="2990"/>
                  </a:lnTo>
                  <a:lnTo>
                    <a:pt x="1297" y="2990"/>
                  </a:lnTo>
                  <a:cubicBezTo>
                    <a:pt x="1297" y="2998"/>
                    <a:pt x="1297" y="2998"/>
                    <a:pt x="1176" y="2998"/>
                  </a:cubicBezTo>
                  <a:cubicBezTo>
                    <a:pt x="1054" y="2998"/>
                    <a:pt x="1054" y="2998"/>
                    <a:pt x="1176" y="3006"/>
                  </a:cubicBezTo>
                  <a:lnTo>
                    <a:pt x="1233" y="3014"/>
                  </a:lnTo>
                  <a:cubicBezTo>
                    <a:pt x="1111" y="3014"/>
                    <a:pt x="1233" y="3022"/>
                    <a:pt x="1289" y="3030"/>
                  </a:cubicBezTo>
                  <a:cubicBezTo>
                    <a:pt x="1168" y="3038"/>
                    <a:pt x="1168" y="3038"/>
                    <a:pt x="1289" y="3047"/>
                  </a:cubicBezTo>
                  <a:cubicBezTo>
                    <a:pt x="1346" y="3047"/>
                    <a:pt x="1346" y="3047"/>
                    <a:pt x="1289" y="3055"/>
                  </a:cubicBezTo>
                  <a:cubicBezTo>
                    <a:pt x="1224" y="3055"/>
                    <a:pt x="1224" y="3063"/>
                    <a:pt x="1224" y="3071"/>
                  </a:cubicBezTo>
                  <a:cubicBezTo>
                    <a:pt x="1289" y="3071"/>
                    <a:pt x="1281" y="3103"/>
                    <a:pt x="1281" y="3136"/>
                  </a:cubicBezTo>
                  <a:cubicBezTo>
                    <a:pt x="1273" y="3176"/>
                    <a:pt x="1273" y="3201"/>
                    <a:pt x="1330" y="3201"/>
                  </a:cubicBezTo>
                  <a:cubicBezTo>
                    <a:pt x="1330" y="3209"/>
                    <a:pt x="1330" y="3209"/>
                    <a:pt x="1273" y="3209"/>
                  </a:cubicBezTo>
                  <a:cubicBezTo>
                    <a:pt x="1208" y="3209"/>
                    <a:pt x="1208" y="3217"/>
                    <a:pt x="1330" y="3217"/>
                  </a:cubicBezTo>
                  <a:cubicBezTo>
                    <a:pt x="1387" y="3225"/>
                    <a:pt x="1451" y="3225"/>
                    <a:pt x="1330" y="3225"/>
                  </a:cubicBezTo>
                  <a:cubicBezTo>
                    <a:pt x="1273" y="3225"/>
                    <a:pt x="1273" y="3233"/>
                    <a:pt x="1265" y="3249"/>
                  </a:cubicBezTo>
                  <a:cubicBezTo>
                    <a:pt x="1265" y="3256"/>
                    <a:pt x="1265" y="3276"/>
                    <a:pt x="1303" y="3281"/>
                  </a:cubicBezTo>
                  <a:lnTo>
                    <a:pt x="1303" y="3281"/>
                  </a:lnTo>
                  <a:cubicBezTo>
                    <a:pt x="1294" y="3280"/>
                    <a:pt x="1286" y="3280"/>
                    <a:pt x="1278" y="3280"/>
                  </a:cubicBezTo>
                  <a:cubicBezTo>
                    <a:pt x="1194" y="3280"/>
                    <a:pt x="1160" y="3300"/>
                    <a:pt x="1265" y="3314"/>
                  </a:cubicBezTo>
                  <a:cubicBezTo>
                    <a:pt x="1265" y="3314"/>
                    <a:pt x="1257" y="3322"/>
                    <a:pt x="1200" y="3322"/>
                  </a:cubicBezTo>
                  <a:cubicBezTo>
                    <a:pt x="1200" y="3322"/>
                    <a:pt x="1200" y="3330"/>
                    <a:pt x="1257" y="3338"/>
                  </a:cubicBezTo>
                  <a:cubicBezTo>
                    <a:pt x="1257" y="3347"/>
                    <a:pt x="1257" y="3363"/>
                    <a:pt x="1257" y="3371"/>
                  </a:cubicBezTo>
                  <a:cubicBezTo>
                    <a:pt x="1257" y="3379"/>
                    <a:pt x="1314" y="3387"/>
                    <a:pt x="1314" y="3387"/>
                  </a:cubicBezTo>
                  <a:cubicBezTo>
                    <a:pt x="1314" y="3395"/>
                    <a:pt x="1314" y="3395"/>
                    <a:pt x="1314" y="3395"/>
                  </a:cubicBezTo>
                  <a:cubicBezTo>
                    <a:pt x="1257" y="3395"/>
                    <a:pt x="1249" y="3411"/>
                    <a:pt x="1249" y="3444"/>
                  </a:cubicBezTo>
                  <a:cubicBezTo>
                    <a:pt x="1241" y="3476"/>
                    <a:pt x="1241" y="3501"/>
                    <a:pt x="1184" y="3501"/>
                  </a:cubicBezTo>
                  <a:cubicBezTo>
                    <a:pt x="1184" y="3501"/>
                    <a:pt x="1184" y="3509"/>
                    <a:pt x="1241" y="3509"/>
                  </a:cubicBezTo>
                  <a:cubicBezTo>
                    <a:pt x="1362" y="3517"/>
                    <a:pt x="1362" y="3517"/>
                    <a:pt x="1297" y="3525"/>
                  </a:cubicBezTo>
                  <a:cubicBezTo>
                    <a:pt x="1176" y="3525"/>
                    <a:pt x="1176" y="3549"/>
                    <a:pt x="1297" y="3549"/>
                  </a:cubicBezTo>
                  <a:lnTo>
                    <a:pt x="1233" y="3549"/>
                  </a:lnTo>
                  <a:cubicBezTo>
                    <a:pt x="1119" y="3557"/>
                    <a:pt x="1176" y="3565"/>
                    <a:pt x="1297" y="3574"/>
                  </a:cubicBezTo>
                  <a:cubicBezTo>
                    <a:pt x="1233" y="3574"/>
                    <a:pt x="1176" y="3582"/>
                    <a:pt x="1233" y="3582"/>
                  </a:cubicBezTo>
                  <a:cubicBezTo>
                    <a:pt x="1233" y="3590"/>
                    <a:pt x="1233" y="3590"/>
                    <a:pt x="1111" y="3590"/>
                  </a:cubicBezTo>
                  <a:lnTo>
                    <a:pt x="989" y="3590"/>
                  </a:lnTo>
                  <a:cubicBezTo>
                    <a:pt x="1030" y="3598"/>
                    <a:pt x="1070" y="3598"/>
                    <a:pt x="1111" y="3598"/>
                  </a:cubicBezTo>
                  <a:cubicBezTo>
                    <a:pt x="1111" y="3598"/>
                    <a:pt x="1111" y="3598"/>
                    <a:pt x="1111" y="3606"/>
                  </a:cubicBezTo>
                  <a:lnTo>
                    <a:pt x="1168" y="3606"/>
                  </a:lnTo>
                  <a:cubicBezTo>
                    <a:pt x="1233" y="3606"/>
                    <a:pt x="1233" y="3614"/>
                    <a:pt x="1233" y="3622"/>
                  </a:cubicBezTo>
                  <a:lnTo>
                    <a:pt x="1289" y="3622"/>
                  </a:lnTo>
                  <a:cubicBezTo>
                    <a:pt x="1310" y="3618"/>
                    <a:pt x="1330" y="3616"/>
                    <a:pt x="1350" y="3616"/>
                  </a:cubicBezTo>
                  <a:cubicBezTo>
                    <a:pt x="1370" y="3616"/>
                    <a:pt x="1391" y="3618"/>
                    <a:pt x="1411" y="3622"/>
                  </a:cubicBezTo>
                  <a:lnTo>
                    <a:pt x="1524" y="3622"/>
                  </a:lnTo>
                  <a:cubicBezTo>
                    <a:pt x="1605" y="3622"/>
                    <a:pt x="1687" y="3622"/>
                    <a:pt x="1768" y="3614"/>
                  </a:cubicBezTo>
                  <a:cubicBezTo>
                    <a:pt x="1833" y="3598"/>
                    <a:pt x="1889" y="3582"/>
                    <a:pt x="1768" y="3582"/>
                  </a:cubicBezTo>
                  <a:cubicBezTo>
                    <a:pt x="1751" y="3582"/>
                    <a:pt x="1735" y="3582"/>
                    <a:pt x="1711" y="3574"/>
                  </a:cubicBezTo>
                  <a:cubicBezTo>
                    <a:pt x="1735" y="3574"/>
                    <a:pt x="1751" y="3565"/>
                    <a:pt x="1776" y="3565"/>
                  </a:cubicBezTo>
                  <a:cubicBezTo>
                    <a:pt x="1833" y="3565"/>
                    <a:pt x="1833" y="3549"/>
                    <a:pt x="1841" y="3533"/>
                  </a:cubicBezTo>
                  <a:cubicBezTo>
                    <a:pt x="1841" y="3501"/>
                    <a:pt x="1841" y="3493"/>
                    <a:pt x="1897" y="3484"/>
                  </a:cubicBezTo>
                  <a:cubicBezTo>
                    <a:pt x="1962" y="3484"/>
                    <a:pt x="1962" y="3476"/>
                    <a:pt x="1962" y="3476"/>
                  </a:cubicBezTo>
                  <a:cubicBezTo>
                    <a:pt x="1905" y="3476"/>
                    <a:pt x="1905" y="3452"/>
                    <a:pt x="1905" y="3420"/>
                  </a:cubicBezTo>
                  <a:cubicBezTo>
                    <a:pt x="1914" y="3395"/>
                    <a:pt x="1914" y="3363"/>
                    <a:pt x="1857" y="3363"/>
                  </a:cubicBezTo>
                  <a:lnTo>
                    <a:pt x="1857" y="3355"/>
                  </a:lnTo>
                  <a:cubicBezTo>
                    <a:pt x="1914" y="3355"/>
                    <a:pt x="1914" y="3347"/>
                    <a:pt x="1914" y="3338"/>
                  </a:cubicBezTo>
                  <a:cubicBezTo>
                    <a:pt x="1857" y="3330"/>
                    <a:pt x="1857" y="3322"/>
                    <a:pt x="1857" y="3322"/>
                  </a:cubicBezTo>
                  <a:cubicBezTo>
                    <a:pt x="1922" y="3322"/>
                    <a:pt x="1922" y="3314"/>
                    <a:pt x="1922" y="3306"/>
                  </a:cubicBezTo>
                  <a:cubicBezTo>
                    <a:pt x="1922" y="3298"/>
                    <a:pt x="1922" y="3298"/>
                    <a:pt x="1865" y="3298"/>
                  </a:cubicBezTo>
                  <a:cubicBezTo>
                    <a:pt x="1865" y="3290"/>
                    <a:pt x="1865" y="3257"/>
                    <a:pt x="1930" y="3249"/>
                  </a:cubicBezTo>
                  <a:cubicBezTo>
                    <a:pt x="1987" y="3241"/>
                    <a:pt x="1930" y="3241"/>
                    <a:pt x="1865" y="3233"/>
                  </a:cubicBezTo>
                  <a:cubicBezTo>
                    <a:pt x="1824" y="3233"/>
                    <a:pt x="1792" y="3233"/>
                    <a:pt x="1751" y="3225"/>
                  </a:cubicBezTo>
                  <a:lnTo>
                    <a:pt x="1865" y="3225"/>
                  </a:lnTo>
                  <a:cubicBezTo>
                    <a:pt x="1897" y="3229"/>
                    <a:pt x="1914" y="3231"/>
                    <a:pt x="1922" y="3231"/>
                  </a:cubicBezTo>
                  <a:cubicBezTo>
                    <a:pt x="1930" y="3231"/>
                    <a:pt x="1930" y="3229"/>
                    <a:pt x="1930" y="3225"/>
                  </a:cubicBezTo>
                  <a:lnTo>
                    <a:pt x="1930" y="3217"/>
                  </a:lnTo>
                  <a:cubicBezTo>
                    <a:pt x="1873" y="3217"/>
                    <a:pt x="1873" y="3193"/>
                    <a:pt x="1873" y="3160"/>
                  </a:cubicBezTo>
                  <a:cubicBezTo>
                    <a:pt x="1881" y="3128"/>
                    <a:pt x="1881" y="3111"/>
                    <a:pt x="1824" y="3111"/>
                  </a:cubicBezTo>
                  <a:cubicBezTo>
                    <a:pt x="1760" y="3111"/>
                    <a:pt x="1760" y="3103"/>
                    <a:pt x="1824" y="3095"/>
                  </a:cubicBezTo>
                  <a:cubicBezTo>
                    <a:pt x="2003" y="3071"/>
                    <a:pt x="2003" y="3071"/>
                    <a:pt x="1946" y="3063"/>
                  </a:cubicBezTo>
                  <a:lnTo>
                    <a:pt x="1946" y="3063"/>
                  </a:lnTo>
                  <a:cubicBezTo>
                    <a:pt x="1905" y="3071"/>
                    <a:pt x="1865" y="3071"/>
                    <a:pt x="1824" y="3071"/>
                  </a:cubicBezTo>
                  <a:cubicBezTo>
                    <a:pt x="1703" y="3071"/>
                    <a:pt x="1703" y="3063"/>
                    <a:pt x="1824" y="3063"/>
                  </a:cubicBezTo>
                  <a:cubicBezTo>
                    <a:pt x="1946" y="3063"/>
                    <a:pt x="1889" y="2998"/>
                    <a:pt x="1776" y="2990"/>
                  </a:cubicBezTo>
                  <a:lnTo>
                    <a:pt x="1833" y="2990"/>
                  </a:lnTo>
                  <a:cubicBezTo>
                    <a:pt x="1889" y="2990"/>
                    <a:pt x="1897" y="2990"/>
                    <a:pt x="1897" y="2974"/>
                  </a:cubicBezTo>
                  <a:cubicBezTo>
                    <a:pt x="1897" y="2966"/>
                    <a:pt x="1897" y="2957"/>
                    <a:pt x="1897" y="2957"/>
                  </a:cubicBezTo>
                  <a:cubicBezTo>
                    <a:pt x="1776" y="2957"/>
                    <a:pt x="1841" y="2933"/>
                    <a:pt x="1897" y="2933"/>
                  </a:cubicBezTo>
                  <a:cubicBezTo>
                    <a:pt x="1962" y="2925"/>
                    <a:pt x="1962" y="2925"/>
                    <a:pt x="1962" y="2917"/>
                  </a:cubicBezTo>
                  <a:cubicBezTo>
                    <a:pt x="1841" y="2909"/>
                    <a:pt x="1905" y="2884"/>
                    <a:pt x="1962" y="2884"/>
                  </a:cubicBezTo>
                  <a:cubicBezTo>
                    <a:pt x="1962" y="2884"/>
                    <a:pt x="1962" y="2884"/>
                    <a:pt x="1962" y="2876"/>
                  </a:cubicBezTo>
                  <a:cubicBezTo>
                    <a:pt x="1905" y="2876"/>
                    <a:pt x="1905" y="2868"/>
                    <a:pt x="1905" y="2860"/>
                  </a:cubicBezTo>
                  <a:cubicBezTo>
                    <a:pt x="1905" y="2844"/>
                    <a:pt x="1905" y="2844"/>
                    <a:pt x="1849" y="2844"/>
                  </a:cubicBezTo>
                  <a:cubicBezTo>
                    <a:pt x="1828" y="2848"/>
                    <a:pt x="1808" y="2850"/>
                    <a:pt x="1788" y="2850"/>
                  </a:cubicBezTo>
                  <a:cubicBezTo>
                    <a:pt x="1768" y="2850"/>
                    <a:pt x="1747" y="2848"/>
                    <a:pt x="1727" y="2844"/>
                  </a:cubicBezTo>
                  <a:lnTo>
                    <a:pt x="1792" y="2844"/>
                  </a:lnTo>
                  <a:cubicBezTo>
                    <a:pt x="1849" y="2844"/>
                    <a:pt x="1849" y="2828"/>
                    <a:pt x="1849" y="2811"/>
                  </a:cubicBezTo>
                  <a:cubicBezTo>
                    <a:pt x="1857" y="2795"/>
                    <a:pt x="1857" y="2787"/>
                    <a:pt x="1914" y="2779"/>
                  </a:cubicBezTo>
                  <a:lnTo>
                    <a:pt x="1857" y="2771"/>
                  </a:lnTo>
                  <a:cubicBezTo>
                    <a:pt x="1800" y="2771"/>
                    <a:pt x="1800" y="2763"/>
                    <a:pt x="1857" y="2763"/>
                  </a:cubicBezTo>
                  <a:cubicBezTo>
                    <a:pt x="1914" y="2763"/>
                    <a:pt x="1922" y="2747"/>
                    <a:pt x="1857" y="2738"/>
                  </a:cubicBezTo>
                  <a:lnTo>
                    <a:pt x="1857" y="2730"/>
                  </a:lnTo>
                  <a:cubicBezTo>
                    <a:pt x="1978" y="2722"/>
                    <a:pt x="1978" y="2714"/>
                    <a:pt x="1865" y="2706"/>
                  </a:cubicBezTo>
                  <a:cubicBezTo>
                    <a:pt x="1922" y="2706"/>
                    <a:pt x="1922" y="2706"/>
                    <a:pt x="1922" y="2698"/>
                  </a:cubicBezTo>
                  <a:cubicBezTo>
                    <a:pt x="1865" y="2690"/>
                    <a:pt x="1865" y="2674"/>
                    <a:pt x="1930" y="2674"/>
                  </a:cubicBezTo>
                  <a:lnTo>
                    <a:pt x="1930" y="2666"/>
                  </a:lnTo>
                  <a:cubicBezTo>
                    <a:pt x="1865" y="2666"/>
                    <a:pt x="1865" y="2657"/>
                    <a:pt x="1865" y="2657"/>
                  </a:cubicBezTo>
                  <a:cubicBezTo>
                    <a:pt x="1865" y="2649"/>
                    <a:pt x="1865" y="2649"/>
                    <a:pt x="1808" y="2641"/>
                  </a:cubicBezTo>
                  <a:cubicBezTo>
                    <a:pt x="1751" y="2641"/>
                    <a:pt x="1751" y="2633"/>
                    <a:pt x="1751" y="2633"/>
                  </a:cubicBezTo>
                  <a:cubicBezTo>
                    <a:pt x="1792" y="2633"/>
                    <a:pt x="1833" y="2633"/>
                    <a:pt x="1873" y="2641"/>
                  </a:cubicBezTo>
                  <a:cubicBezTo>
                    <a:pt x="1884" y="2643"/>
                    <a:pt x="1893" y="2643"/>
                    <a:pt x="1899" y="2643"/>
                  </a:cubicBezTo>
                  <a:cubicBezTo>
                    <a:pt x="1925" y="2643"/>
                    <a:pt x="1907" y="2632"/>
                    <a:pt x="1808" y="2625"/>
                  </a:cubicBezTo>
                  <a:cubicBezTo>
                    <a:pt x="1742" y="2615"/>
                    <a:pt x="1714" y="2612"/>
                    <a:pt x="1726" y="2612"/>
                  </a:cubicBezTo>
                  <a:cubicBezTo>
                    <a:pt x="1734" y="2612"/>
                    <a:pt x="1761" y="2614"/>
                    <a:pt x="1808" y="2617"/>
                  </a:cubicBezTo>
                  <a:cubicBezTo>
                    <a:pt x="1841" y="2621"/>
                    <a:pt x="1871" y="2623"/>
                    <a:pt x="1886" y="2623"/>
                  </a:cubicBezTo>
                  <a:cubicBezTo>
                    <a:pt x="1901" y="2623"/>
                    <a:pt x="1901" y="2621"/>
                    <a:pt x="1873" y="2617"/>
                  </a:cubicBezTo>
                  <a:cubicBezTo>
                    <a:pt x="1873" y="2617"/>
                    <a:pt x="1873" y="2609"/>
                    <a:pt x="1816" y="2609"/>
                  </a:cubicBezTo>
                  <a:cubicBezTo>
                    <a:pt x="1816" y="2601"/>
                    <a:pt x="1816" y="2601"/>
                    <a:pt x="1816" y="2593"/>
                  </a:cubicBezTo>
                  <a:cubicBezTo>
                    <a:pt x="1873" y="2584"/>
                    <a:pt x="1873" y="2584"/>
                    <a:pt x="1873" y="2576"/>
                  </a:cubicBezTo>
                  <a:cubicBezTo>
                    <a:pt x="1816" y="2576"/>
                    <a:pt x="1816" y="2576"/>
                    <a:pt x="1873" y="2568"/>
                  </a:cubicBezTo>
                  <a:lnTo>
                    <a:pt x="1816" y="2568"/>
                  </a:lnTo>
                  <a:cubicBezTo>
                    <a:pt x="1760" y="2560"/>
                    <a:pt x="1760" y="2560"/>
                    <a:pt x="1816" y="2552"/>
                  </a:cubicBezTo>
                  <a:lnTo>
                    <a:pt x="1881" y="2552"/>
                  </a:lnTo>
                  <a:cubicBezTo>
                    <a:pt x="1816" y="2544"/>
                    <a:pt x="1816" y="2544"/>
                    <a:pt x="1816" y="2544"/>
                  </a:cubicBezTo>
                  <a:cubicBezTo>
                    <a:pt x="1881" y="2544"/>
                    <a:pt x="1881" y="2503"/>
                    <a:pt x="1889" y="2463"/>
                  </a:cubicBezTo>
                  <a:cubicBezTo>
                    <a:pt x="1849" y="2455"/>
                    <a:pt x="1808" y="2455"/>
                    <a:pt x="1768" y="2455"/>
                  </a:cubicBezTo>
                  <a:cubicBezTo>
                    <a:pt x="1646" y="2455"/>
                    <a:pt x="1711" y="2455"/>
                    <a:pt x="1768" y="2447"/>
                  </a:cubicBezTo>
                  <a:cubicBezTo>
                    <a:pt x="1946" y="2447"/>
                    <a:pt x="1946" y="2439"/>
                    <a:pt x="1768" y="2439"/>
                  </a:cubicBezTo>
                  <a:cubicBezTo>
                    <a:pt x="1833" y="2430"/>
                    <a:pt x="1833" y="2430"/>
                    <a:pt x="1768" y="2430"/>
                  </a:cubicBezTo>
                  <a:cubicBezTo>
                    <a:pt x="1711" y="2430"/>
                    <a:pt x="1711" y="2422"/>
                    <a:pt x="1768" y="2422"/>
                  </a:cubicBezTo>
                  <a:cubicBezTo>
                    <a:pt x="1833" y="2422"/>
                    <a:pt x="1889" y="2414"/>
                    <a:pt x="1833" y="2414"/>
                  </a:cubicBezTo>
                  <a:cubicBezTo>
                    <a:pt x="1833" y="2414"/>
                    <a:pt x="1833" y="2414"/>
                    <a:pt x="1889" y="2406"/>
                  </a:cubicBezTo>
                  <a:cubicBezTo>
                    <a:pt x="1954" y="2406"/>
                    <a:pt x="1889" y="2398"/>
                    <a:pt x="1833" y="2398"/>
                  </a:cubicBezTo>
                  <a:cubicBezTo>
                    <a:pt x="1719" y="2382"/>
                    <a:pt x="1719" y="2382"/>
                    <a:pt x="1833" y="2382"/>
                  </a:cubicBezTo>
                  <a:cubicBezTo>
                    <a:pt x="1849" y="2383"/>
                    <a:pt x="1863" y="2383"/>
                    <a:pt x="1873" y="2383"/>
                  </a:cubicBezTo>
                  <a:cubicBezTo>
                    <a:pt x="1937" y="2383"/>
                    <a:pt x="1880" y="2364"/>
                    <a:pt x="1776" y="2357"/>
                  </a:cubicBezTo>
                  <a:lnTo>
                    <a:pt x="1719" y="2357"/>
                  </a:lnTo>
                  <a:cubicBezTo>
                    <a:pt x="1776" y="2357"/>
                    <a:pt x="1776" y="2349"/>
                    <a:pt x="1776" y="2349"/>
                  </a:cubicBezTo>
                  <a:cubicBezTo>
                    <a:pt x="1776" y="2349"/>
                    <a:pt x="1776" y="2341"/>
                    <a:pt x="1841" y="2341"/>
                  </a:cubicBezTo>
                  <a:cubicBezTo>
                    <a:pt x="1841" y="2341"/>
                    <a:pt x="1841" y="2341"/>
                    <a:pt x="1784" y="2333"/>
                  </a:cubicBezTo>
                  <a:cubicBezTo>
                    <a:pt x="1662" y="2325"/>
                    <a:pt x="1727" y="2309"/>
                    <a:pt x="1841" y="2309"/>
                  </a:cubicBezTo>
                  <a:lnTo>
                    <a:pt x="1784" y="2301"/>
                  </a:lnTo>
                  <a:cubicBezTo>
                    <a:pt x="1662" y="2293"/>
                    <a:pt x="1605" y="2284"/>
                    <a:pt x="1727" y="2284"/>
                  </a:cubicBezTo>
                  <a:lnTo>
                    <a:pt x="1784" y="2284"/>
                  </a:lnTo>
                  <a:cubicBezTo>
                    <a:pt x="1662" y="2284"/>
                    <a:pt x="1727" y="2268"/>
                    <a:pt x="1849" y="2268"/>
                  </a:cubicBezTo>
                  <a:cubicBezTo>
                    <a:pt x="1905" y="2268"/>
                    <a:pt x="1905" y="2268"/>
                    <a:pt x="1905" y="2260"/>
                  </a:cubicBezTo>
                  <a:lnTo>
                    <a:pt x="1849" y="2260"/>
                  </a:lnTo>
                  <a:cubicBezTo>
                    <a:pt x="1835" y="2263"/>
                    <a:pt x="1822" y="2264"/>
                    <a:pt x="1808" y="2264"/>
                  </a:cubicBezTo>
                  <a:cubicBezTo>
                    <a:pt x="1781" y="2264"/>
                    <a:pt x="1754" y="2260"/>
                    <a:pt x="1727" y="2260"/>
                  </a:cubicBezTo>
                  <a:cubicBezTo>
                    <a:pt x="1727" y="2252"/>
                    <a:pt x="1727" y="2252"/>
                    <a:pt x="1792" y="2252"/>
                  </a:cubicBezTo>
                  <a:cubicBezTo>
                    <a:pt x="1849" y="2244"/>
                    <a:pt x="1914" y="2244"/>
                    <a:pt x="1849" y="2244"/>
                  </a:cubicBezTo>
                  <a:cubicBezTo>
                    <a:pt x="1849" y="2244"/>
                    <a:pt x="1849" y="2236"/>
                    <a:pt x="1914" y="2236"/>
                  </a:cubicBezTo>
                  <a:cubicBezTo>
                    <a:pt x="1914" y="2228"/>
                    <a:pt x="1914" y="2228"/>
                    <a:pt x="1914" y="2220"/>
                  </a:cubicBezTo>
                  <a:cubicBezTo>
                    <a:pt x="1857" y="2211"/>
                    <a:pt x="1857" y="2203"/>
                    <a:pt x="1914" y="2203"/>
                  </a:cubicBezTo>
                  <a:cubicBezTo>
                    <a:pt x="1914" y="2203"/>
                    <a:pt x="1914" y="2195"/>
                    <a:pt x="1857" y="2187"/>
                  </a:cubicBezTo>
                  <a:cubicBezTo>
                    <a:pt x="1857" y="2179"/>
                    <a:pt x="1857" y="2179"/>
                    <a:pt x="1914" y="2179"/>
                  </a:cubicBezTo>
                  <a:cubicBezTo>
                    <a:pt x="1978" y="2179"/>
                    <a:pt x="1978" y="2179"/>
                    <a:pt x="1914" y="2171"/>
                  </a:cubicBezTo>
                  <a:cubicBezTo>
                    <a:pt x="1857" y="2171"/>
                    <a:pt x="1857" y="2171"/>
                    <a:pt x="1857" y="2163"/>
                  </a:cubicBezTo>
                  <a:lnTo>
                    <a:pt x="1857" y="2155"/>
                  </a:lnTo>
                  <a:lnTo>
                    <a:pt x="1800" y="2155"/>
                  </a:lnTo>
                  <a:cubicBezTo>
                    <a:pt x="1800" y="2147"/>
                    <a:pt x="1857" y="2139"/>
                    <a:pt x="1865" y="2130"/>
                  </a:cubicBezTo>
                  <a:cubicBezTo>
                    <a:pt x="1865" y="2121"/>
                    <a:pt x="1865" y="2117"/>
                    <a:pt x="1852" y="2117"/>
                  </a:cubicBezTo>
                  <a:cubicBezTo>
                    <a:pt x="1843" y="2117"/>
                    <a:pt x="1827" y="2119"/>
                    <a:pt x="1800" y="2122"/>
                  </a:cubicBezTo>
                  <a:cubicBezTo>
                    <a:pt x="1800" y="2122"/>
                    <a:pt x="1743" y="2122"/>
                    <a:pt x="1800" y="2114"/>
                  </a:cubicBezTo>
                  <a:cubicBezTo>
                    <a:pt x="1800" y="2114"/>
                    <a:pt x="1865" y="2098"/>
                    <a:pt x="1865" y="2090"/>
                  </a:cubicBezTo>
                  <a:cubicBezTo>
                    <a:pt x="1865" y="2074"/>
                    <a:pt x="1865" y="2074"/>
                    <a:pt x="1808" y="2074"/>
                  </a:cubicBezTo>
                  <a:cubicBezTo>
                    <a:pt x="1687" y="2074"/>
                    <a:pt x="1687" y="2074"/>
                    <a:pt x="1808" y="2066"/>
                  </a:cubicBezTo>
                  <a:cubicBezTo>
                    <a:pt x="1930" y="2057"/>
                    <a:pt x="1930" y="2057"/>
                    <a:pt x="1865" y="2057"/>
                  </a:cubicBezTo>
                  <a:cubicBezTo>
                    <a:pt x="1808" y="2049"/>
                    <a:pt x="1808" y="2049"/>
                    <a:pt x="1808" y="2041"/>
                  </a:cubicBezTo>
                  <a:cubicBezTo>
                    <a:pt x="1865" y="2041"/>
                    <a:pt x="1873" y="2041"/>
                    <a:pt x="1808" y="2033"/>
                  </a:cubicBezTo>
                  <a:cubicBezTo>
                    <a:pt x="1808" y="2025"/>
                    <a:pt x="1808" y="2025"/>
                    <a:pt x="1873" y="2025"/>
                  </a:cubicBezTo>
                  <a:cubicBezTo>
                    <a:pt x="1873" y="2025"/>
                    <a:pt x="1873" y="2025"/>
                    <a:pt x="1873" y="2017"/>
                  </a:cubicBezTo>
                  <a:cubicBezTo>
                    <a:pt x="1751" y="2009"/>
                    <a:pt x="1816" y="1984"/>
                    <a:pt x="1873" y="1984"/>
                  </a:cubicBezTo>
                  <a:cubicBezTo>
                    <a:pt x="1873" y="1984"/>
                    <a:pt x="1873" y="1976"/>
                    <a:pt x="1816" y="1976"/>
                  </a:cubicBezTo>
                  <a:cubicBezTo>
                    <a:pt x="1695" y="1968"/>
                    <a:pt x="1695" y="1960"/>
                    <a:pt x="1816" y="1960"/>
                  </a:cubicBezTo>
                  <a:cubicBezTo>
                    <a:pt x="1760" y="1952"/>
                    <a:pt x="1760" y="1936"/>
                    <a:pt x="1881" y="1936"/>
                  </a:cubicBezTo>
                  <a:lnTo>
                    <a:pt x="2003" y="1936"/>
                  </a:lnTo>
                  <a:cubicBezTo>
                    <a:pt x="1938" y="1936"/>
                    <a:pt x="1938" y="1928"/>
                    <a:pt x="1938" y="1928"/>
                  </a:cubicBezTo>
                  <a:cubicBezTo>
                    <a:pt x="1881" y="1928"/>
                    <a:pt x="1881" y="1928"/>
                    <a:pt x="1881" y="1912"/>
                  </a:cubicBezTo>
                  <a:cubicBezTo>
                    <a:pt x="1881" y="1903"/>
                    <a:pt x="1824" y="1887"/>
                    <a:pt x="1824" y="1879"/>
                  </a:cubicBezTo>
                  <a:cubicBezTo>
                    <a:pt x="1824" y="1871"/>
                    <a:pt x="1824" y="1855"/>
                    <a:pt x="1889" y="1855"/>
                  </a:cubicBezTo>
                  <a:cubicBezTo>
                    <a:pt x="1889" y="1847"/>
                    <a:pt x="1889" y="1847"/>
                    <a:pt x="1833" y="1839"/>
                  </a:cubicBezTo>
                  <a:cubicBezTo>
                    <a:pt x="1768" y="1830"/>
                    <a:pt x="1776" y="1822"/>
                    <a:pt x="1833" y="1822"/>
                  </a:cubicBezTo>
                  <a:cubicBezTo>
                    <a:pt x="1776" y="1814"/>
                    <a:pt x="1776" y="1806"/>
                    <a:pt x="1776" y="1806"/>
                  </a:cubicBezTo>
                  <a:cubicBezTo>
                    <a:pt x="1833" y="1806"/>
                    <a:pt x="1889" y="1798"/>
                    <a:pt x="1833" y="1798"/>
                  </a:cubicBezTo>
                  <a:cubicBezTo>
                    <a:pt x="1776" y="1798"/>
                    <a:pt x="1776" y="1790"/>
                    <a:pt x="1776" y="1782"/>
                  </a:cubicBezTo>
                  <a:cubicBezTo>
                    <a:pt x="1833" y="1774"/>
                    <a:pt x="1849" y="1636"/>
                    <a:pt x="1792" y="1636"/>
                  </a:cubicBezTo>
                  <a:lnTo>
                    <a:pt x="1792" y="1620"/>
                  </a:lnTo>
                  <a:cubicBezTo>
                    <a:pt x="1792" y="1620"/>
                    <a:pt x="1792" y="1612"/>
                    <a:pt x="1792" y="1612"/>
                  </a:cubicBezTo>
                  <a:cubicBezTo>
                    <a:pt x="1914" y="1612"/>
                    <a:pt x="1857" y="1587"/>
                    <a:pt x="1800" y="1579"/>
                  </a:cubicBezTo>
                  <a:cubicBezTo>
                    <a:pt x="1735" y="1571"/>
                    <a:pt x="1735" y="1571"/>
                    <a:pt x="1735" y="1563"/>
                  </a:cubicBezTo>
                  <a:cubicBezTo>
                    <a:pt x="1857" y="1563"/>
                    <a:pt x="1857" y="1547"/>
                    <a:pt x="1800" y="1539"/>
                  </a:cubicBezTo>
                  <a:cubicBezTo>
                    <a:pt x="1678" y="1539"/>
                    <a:pt x="1678" y="1530"/>
                    <a:pt x="1800" y="1530"/>
                  </a:cubicBezTo>
                  <a:cubicBezTo>
                    <a:pt x="1922" y="1530"/>
                    <a:pt x="1922" y="1522"/>
                    <a:pt x="1743" y="1514"/>
                  </a:cubicBezTo>
                  <a:cubicBezTo>
                    <a:pt x="1687" y="1514"/>
                    <a:pt x="1687" y="1514"/>
                    <a:pt x="1743" y="1506"/>
                  </a:cubicBezTo>
                  <a:cubicBezTo>
                    <a:pt x="1865" y="1506"/>
                    <a:pt x="1865" y="1498"/>
                    <a:pt x="1808" y="1498"/>
                  </a:cubicBezTo>
                  <a:cubicBezTo>
                    <a:pt x="1687" y="1498"/>
                    <a:pt x="1687" y="1490"/>
                    <a:pt x="1808" y="1490"/>
                  </a:cubicBezTo>
                  <a:cubicBezTo>
                    <a:pt x="1930" y="1482"/>
                    <a:pt x="1930" y="1482"/>
                    <a:pt x="1808" y="1474"/>
                  </a:cubicBezTo>
                  <a:cubicBezTo>
                    <a:pt x="1687" y="1466"/>
                    <a:pt x="1695" y="1449"/>
                    <a:pt x="1808" y="1449"/>
                  </a:cubicBezTo>
                  <a:cubicBezTo>
                    <a:pt x="1808" y="1441"/>
                    <a:pt x="1873" y="1441"/>
                    <a:pt x="1808" y="1441"/>
                  </a:cubicBezTo>
                  <a:lnTo>
                    <a:pt x="1873" y="1433"/>
                  </a:lnTo>
                  <a:lnTo>
                    <a:pt x="1873" y="1425"/>
                  </a:lnTo>
                  <a:lnTo>
                    <a:pt x="1816" y="1425"/>
                  </a:lnTo>
                  <a:cubicBezTo>
                    <a:pt x="1816" y="1425"/>
                    <a:pt x="1873" y="1393"/>
                    <a:pt x="1881" y="1368"/>
                  </a:cubicBezTo>
                  <a:cubicBezTo>
                    <a:pt x="1881" y="1330"/>
                    <a:pt x="1881" y="1317"/>
                    <a:pt x="1854" y="1317"/>
                  </a:cubicBezTo>
                  <a:cubicBezTo>
                    <a:pt x="1846" y="1317"/>
                    <a:pt x="1837" y="1318"/>
                    <a:pt x="1824" y="1320"/>
                  </a:cubicBezTo>
                  <a:cubicBezTo>
                    <a:pt x="1703" y="1320"/>
                    <a:pt x="1703" y="1312"/>
                    <a:pt x="1824" y="1303"/>
                  </a:cubicBezTo>
                  <a:cubicBezTo>
                    <a:pt x="1824" y="1303"/>
                    <a:pt x="1889" y="1295"/>
                    <a:pt x="1889" y="1287"/>
                  </a:cubicBezTo>
                  <a:cubicBezTo>
                    <a:pt x="1889" y="1279"/>
                    <a:pt x="1889" y="1271"/>
                    <a:pt x="1946" y="1271"/>
                  </a:cubicBezTo>
                  <a:lnTo>
                    <a:pt x="1946" y="1263"/>
                  </a:lnTo>
                  <a:cubicBezTo>
                    <a:pt x="1833" y="1255"/>
                    <a:pt x="1833" y="1230"/>
                    <a:pt x="1897" y="1214"/>
                  </a:cubicBezTo>
                  <a:cubicBezTo>
                    <a:pt x="1897" y="1206"/>
                    <a:pt x="1897" y="1206"/>
                    <a:pt x="1841" y="1198"/>
                  </a:cubicBezTo>
                  <a:cubicBezTo>
                    <a:pt x="1776" y="1190"/>
                    <a:pt x="1776" y="1190"/>
                    <a:pt x="1841" y="1182"/>
                  </a:cubicBezTo>
                  <a:cubicBezTo>
                    <a:pt x="1897" y="1182"/>
                    <a:pt x="1962" y="1157"/>
                    <a:pt x="1841" y="1157"/>
                  </a:cubicBezTo>
                  <a:lnTo>
                    <a:pt x="1897" y="1157"/>
                  </a:lnTo>
                  <a:cubicBezTo>
                    <a:pt x="1962" y="1149"/>
                    <a:pt x="1905" y="1141"/>
                    <a:pt x="1841" y="1141"/>
                  </a:cubicBezTo>
                  <a:cubicBezTo>
                    <a:pt x="1719" y="1141"/>
                    <a:pt x="1727" y="1141"/>
                    <a:pt x="1905" y="1133"/>
                  </a:cubicBezTo>
                  <a:lnTo>
                    <a:pt x="1962" y="1133"/>
                  </a:lnTo>
                  <a:cubicBezTo>
                    <a:pt x="1905" y="1125"/>
                    <a:pt x="1849" y="1125"/>
                    <a:pt x="1905" y="1117"/>
                  </a:cubicBezTo>
                  <a:cubicBezTo>
                    <a:pt x="1905" y="1117"/>
                    <a:pt x="1905" y="1109"/>
                    <a:pt x="1784" y="1109"/>
                  </a:cubicBezTo>
                  <a:cubicBezTo>
                    <a:pt x="1727" y="1109"/>
                    <a:pt x="1727" y="1109"/>
                    <a:pt x="1727" y="1101"/>
                  </a:cubicBezTo>
                  <a:cubicBezTo>
                    <a:pt x="1768" y="1101"/>
                    <a:pt x="1808" y="1101"/>
                    <a:pt x="1849" y="1109"/>
                  </a:cubicBezTo>
                  <a:cubicBezTo>
                    <a:pt x="1849" y="1109"/>
                    <a:pt x="1849" y="1109"/>
                    <a:pt x="1849" y="1101"/>
                  </a:cubicBezTo>
                  <a:cubicBezTo>
                    <a:pt x="1889" y="1085"/>
                    <a:pt x="1930" y="1085"/>
                    <a:pt x="1970" y="1085"/>
                  </a:cubicBezTo>
                  <a:cubicBezTo>
                    <a:pt x="2008" y="1085"/>
                    <a:pt x="2021" y="1081"/>
                    <a:pt x="1989" y="1081"/>
                  </a:cubicBezTo>
                  <a:cubicBezTo>
                    <a:pt x="1973" y="1081"/>
                    <a:pt x="1946" y="1082"/>
                    <a:pt x="1905" y="1085"/>
                  </a:cubicBezTo>
                  <a:cubicBezTo>
                    <a:pt x="1792" y="1085"/>
                    <a:pt x="1792" y="1085"/>
                    <a:pt x="1792" y="1076"/>
                  </a:cubicBezTo>
                  <a:cubicBezTo>
                    <a:pt x="1792" y="1068"/>
                    <a:pt x="1792" y="1060"/>
                    <a:pt x="1849" y="1060"/>
                  </a:cubicBezTo>
                  <a:cubicBezTo>
                    <a:pt x="1914" y="1060"/>
                    <a:pt x="1914" y="1060"/>
                    <a:pt x="1914" y="1052"/>
                  </a:cubicBezTo>
                  <a:cubicBezTo>
                    <a:pt x="1816" y="1036"/>
                    <a:pt x="1719" y="1028"/>
                    <a:pt x="1614" y="1028"/>
                  </a:cubicBezTo>
                  <a:cubicBezTo>
                    <a:pt x="1500" y="1028"/>
                    <a:pt x="1500" y="1028"/>
                    <a:pt x="1614" y="1020"/>
                  </a:cubicBezTo>
                  <a:cubicBezTo>
                    <a:pt x="1678" y="1020"/>
                    <a:pt x="1678" y="1020"/>
                    <a:pt x="1678" y="1012"/>
                  </a:cubicBezTo>
                  <a:cubicBezTo>
                    <a:pt x="1735" y="1012"/>
                    <a:pt x="1735" y="1020"/>
                    <a:pt x="1735" y="1020"/>
                  </a:cubicBezTo>
                  <a:lnTo>
                    <a:pt x="1792" y="1020"/>
                  </a:lnTo>
                  <a:cubicBezTo>
                    <a:pt x="1914" y="1020"/>
                    <a:pt x="1914" y="1012"/>
                    <a:pt x="1800" y="1012"/>
                  </a:cubicBezTo>
                  <a:cubicBezTo>
                    <a:pt x="1735" y="1003"/>
                    <a:pt x="1735" y="1003"/>
                    <a:pt x="1800" y="1003"/>
                  </a:cubicBezTo>
                  <a:cubicBezTo>
                    <a:pt x="1857" y="995"/>
                    <a:pt x="1922" y="987"/>
                    <a:pt x="1857" y="987"/>
                  </a:cubicBezTo>
                  <a:cubicBezTo>
                    <a:pt x="1857" y="987"/>
                    <a:pt x="1857" y="979"/>
                    <a:pt x="1922" y="979"/>
                  </a:cubicBezTo>
                  <a:cubicBezTo>
                    <a:pt x="1922" y="971"/>
                    <a:pt x="1922" y="963"/>
                    <a:pt x="1857" y="963"/>
                  </a:cubicBezTo>
                  <a:cubicBezTo>
                    <a:pt x="1800" y="963"/>
                    <a:pt x="1800" y="963"/>
                    <a:pt x="1800" y="955"/>
                  </a:cubicBezTo>
                  <a:cubicBezTo>
                    <a:pt x="1800" y="955"/>
                    <a:pt x="1800" y="947"/>
                    <a:pt x="1743" y="947"/>
                  </a:cubicBezTo>
                  <a:cubicBezTo>
                    <a:pt x="1687" y="947"/>
                    <a:pt x="1622" y="947"/>
                    <a:pt x="1622" y="939"/>
                  </a:cubicBezTo>
                  <a:cubicBezTo>
                    <a:pt x="1565" y="930"/>
                    <a:pt x="1565" y="930"/>
                    <a:pt x="1687" y="922"/>
                  </a:cubicBezTo>
                  <a:cubicBezTo>
                    <a:pt x="1743" y="922"/>
                    <a:pt x="1743" y="922"/>
                    <a:pt x="1743" y="914"/>
                  </a:cubicBezTo>
                  <a:cubicBezTo>
                    <a:pt x="1743" y="914"/>
                    <a:pt x="1743" y="906"/>
                    <a:pt x="1808" y="906"/>
                  </a:cubicBezTo>
                  <a:cubicBezTo>
                    <a:pt x="1865" y="898"/>
                    <a:pt x="1808" y="898"/>
                    <a:pt x="1751" y="898"/>
                  </a:cubicBezTo>
                  <a:lnTo>
                    <a:pt x="1630" y="898"/>
                  </a:lnTo>
                  <a:cubicBezTo>
                    <a:pt x="1687" y="898"/>
                    <a:pt x="1751" y="890"/>
                    <a:pt x="1808" y="890"/>
                  </a:cubicBezTo>
                  <a:cubicBezTo>
                    <a:pt x="1751" y="890"/>
                    <a:pt x="1687" y="882"/>
                    <a:pt x="1751" y="874"/>
                  </a:cubicBezTo>
                  <a:cubicBezTo>
                    <a:pt x="1751" y="866"/>
                    <a:pt x="1751" y="858"/>
                    <a:pt x="1808" y="858"/>
                  </a:cubicBezTo>
                  <a:cubicBezTo>
                    <a:pt x="1873" y="858"/>
                    <a:pt x="1816" y="849"/>
                    <a:pt x="1816" y="849"/>
                  </a:cubicBezTo>
                  <a:cubicBezTo>
                    <a:pt x="1751" y="849"/>
                    <a:pt x="1751" y="841"/>
                    <a:pt x="1816" y="833"/>
                  </a:cubicBezTo>
                  <a:cubicBezTo>
                    <a:pt x="1938" y="809"/>
                    <a:pt x="1938" y="809"/>
                    <a:pt x="1816" y="809"/>
                  </a:cubicBezTo>
                  <a:cubicBezTo>
                    <a:pt x="1760" y="809"/>
                    <a:pt x="1695" y="809"/>
                    <a:pt x="1816" y="801"/>
                  </a:cubicBezTo>
                  <a:cubicBezTo>
                    <a:pt x="1881" y="801"/>
                    <a:pt x="1816" y="793"/>
                    <a:pt x="1760" y="785"/>
                  </a:cubicBezTo>
                  <a:lnTo>
                    <a:pt x="1516" y="785"/>
                  </a:lnTo>
                  <a:cubicBezTo>
                    <a:pt x="1403" y="785"/>
                    <a:pt x="1403" y="785"/>
                    <a:pt x="1460" y="776"/>
                  </a:cubicBezTo>
                  <a:cubicBezTo>
                    <a:pt x="1488" y="771"/>
                    <a:pt x="1517" y="765"/>
                    <a:pt x="1546" y="765"/>
                  </a:cubicBezTo>
                  <a:cubicBezTo>
                    <a:pt x="1557" y="765"/>
                    <a:pt x="1569" y="766"/>
                    <a:pt x="1581" y="768"/>
                  </a:cubicBezTo>
                  <a:lnTo>
                    <a:pt x="1638" y="768"/>
                  </a:lnTo>
                  <a:lnTo>
                    <a:pt x="1638" y="776"/>
                  </a:lnTo>
                  <a:cubicBezTo>
                    <a:pt x="1678" y="776"/>
                    <a:pt x="1719" y="776"/>
                    <a:pt x="1760" y="768"/>
                  </a:cubicBezTo>
                  <a:cubicBezTo>
                    <a:pt x="1824" y="760"/>
                    <a:pt x="1824" y="760"/>
                    <a:pt x="1760" y="760"/>
                  </a:cubicBezTo>
                  <a:cubicBezTo>
                    <a:pt x="1824" y="752"/>
                    <a:pt x="1824" y="744"/>
                    <a:pt x="1824" y="736"/>
                  </a:cubicBezTo>
                  <a:cubicBezTo>
                    <a:pt x="1824" y="728"/>
                    <a:pt x="1824" y="712"/>
                    <a:pt x="1889" y="712"/>
                  </a:cubicBezTo>
                  <a:cubicBezTo>
                    <a:pt x="1889" y="703"/>
                    <a:pt x="1889" y="695"/>
                    <a:pt x="1824" y="695"/>
                  </a:cubicBezTo>
                  <a:lnTo>
                    <a:pt x="1768" y="695"/>
                  </a:lnTo>
                  <a:cubicBezTo>
                    <a:pt x="1889" y="687"/>
                    <a:pt x="1954" y="630"/>
                    <a:pt x="1833" y="630"/>
                  </a:cubicBezTo>
                  <a:lnTo>
                    <a:pt x="1833" y="622"/>
                  </a:lnTo>
                  <a:cubicBezTo>
                    <a:pt x="1897" y="614"/>
                    <a:pt x="1897" y="590"/>
                    <a:pt x="1841" y="582"/>
                  </a:cubicBezTo>
                  <a:cubicBezTo>
                    <a:pt x="1841" y="582"/>
                    <a:pt x="1841" y="574"/>
                    <a:pt x="1841" y="566"/>
                  </a:cubicBezTo>
                  <a:cubicBezTo>
                    <a:pt x="1905" y="558"/>
                    <a:pt x="1905" y="558"/>
                    <a:pt x="1841" y="549"/>
                  </a:cubicBezTo>
                  <a:lnTo>
                    <a:pt x="1784" y="549"/>
                  </a:lnTo>
                  <a:cubicBezTo>
                    <a:pt x="1841" y="549"/>
                    <a:pt x="1849" y="541"/>
                    <a:pt x="1849" y="525"/>
                  </a:cubicBezTo>
                  <a:cubicBezTo>
                    <a:pt x="1849" y="509"/>
                    <a:pt x="1849" y="509"/>
                    <a:pt x="1792" y="509"/>
                  </a:cubicBezTo>
                  <a:cubicBezTo>
                    <a:pt x="1727" y="493"/>
                    <a:pt x="1792" y="493"/>
                    <a:pt x="1849" y="493"/>
                  </a:cubicBezTo>
                  <a:cubicBezTo>
                    <a:pt x="1970" y="493"/>
                    <a:pt x="1970" y="485"/>
                    <a:pt x="1792" y="485"/>
                  </a:cubicBezTo>
                  <a:cubicBezTo>
                    <a:pt x="1670" y="476"/>
                    <a:pt x="1670" y="468"/>
                    <a:pt x="1735" y="468"/>
                  </a:cubicBezTo>
                  <a:cubicBezTo>
                    <a:pt x="1792" y="468"/>
                    <a:pt x="1792" y="476"/>
                    <a:pt x="1792" y="476"/>
                  </a:cubicBezTo>
                  <a:lnTo>
                    <a:pt x="1914" y="476"/>
                  </a:lnTo>
                  <a:cubicBezTo>
                    <a:pt x="1914" y="476"/>
                    <a:pt x="1914" y="476"/>
                    <a:pt x="1849" y="468"/>
                  </a:cubicBezTo>
                  <a:cubicBezTo>
                    <a:pt x="1849" y="468"/>
                    <a:pt x="1849" y="468"/>
                    <a:pt x="1792" y="460"/>
                  </a:cubicBezTo>
                  <a:lnTo>
                    <a:pt x="1614" y="460"/>
                  </a:lnTo>
                  <a:cubicBezTo>
                    <a:pt x="1595" y="463"/>
                    <a:pt x="1582" y="464"/>
                    <a:pt x="1574" y="464"/>
                  </a:cubicBezTo>
                  <a:cubicBezTo>
                    <a:pt x="1557" y="464"/>
                    <a:pt x="1557" y="460"/>
                    <a:pt x="1557" y="460"/>
                  </a:cubicBezTo>
                  <a:cubicBezTo>
                    <a:pt x="1614" y="452"/>
                    <a:pt x="1670" y="452"/>
                    <a:pt x="1735" y="452"/>
                  </a:cubicBezTo>
                  <a:cubicBezTo>
                    <a:pt x="1776" y="460"/>
                    <a:pt x="1816" y="460"/>
                    <a:pt x="1857" y="460"/>
                  </a:cubicBezTo>
                  <a:cubicBezTo>
                    <a:pt x="1914" y="460"/>
                    <a:pt x="1792" y="436"/>
                    <a:pt x="1678" y="436"/>
                  </a:cubicBezTo>
                  <a:lnTo>
                    <a:pt x="1735" y="436"/>
                  </a:lnTo>
                  <a:cubicBezTo>
                    <a:pt x="1792" y="436"/>
                    <a:pt x="1800" y="428"/>
                    <a:pt x="1800" y="412"/>
                  </a:cubicBezTo>
                  <a:cubicBezTo>
                    <a:pt x="1800" y="403"/>
                    <a:pt x="1800" y="403"/>
                    <a:pt x="1743" y="403"/>
                  </a:cubicBezTo>
                  <a:cubicBezTo>
                    <a:pt x="1703" y="403"/>
                    <a:pt x="1662" y="403"/>
                    <a:pt x="1622" y="395"/>
                  </a:cubicBezTo>
                  <a:cubicBezTo>
                    <a:pt x="1581" y="403"/>
                    <a:pt x="1541" y="403"/>
                    <a:pt x="1500" y="403"/>
                  </a:cubicBezTo>
                  <a:cubicBezTo>
                    <a:pt x="1500" y="403"/>
                    <a:pt x="1565" y="395"/>
                    <a:pt x="1622" y="387"/>
                  </a:cubicBezTo>
                  <a:cubicBezTo>
                    <a:pt x="1743" y="379"/>
                    <a:pt x="1800" y="371"/>
                    <a:pt x="1800" y="355"/>
                  </a:cubicBezTo>
                  <a:cubicBezTo>
                    <a:pt x="1808" y="347"/>
                    <a:pt x="1808" y="331"/>
                    <a:pt x="1865" y="331"/>
                  </a:cubicBezTo>
                  <a:cubicBezTo>
                    <a:pt x="1865" y="322"/>
                    <a:pt x="1865" y="314"/>
                    <a:pt x="1808" y="314"/>
                  </a:cubicBezTo>
                  <a:lnTo>
                    <a:pt x="1808" y="306"/>
                  </a:lnTo>
                  <a:cubicBezTo>
                    <a:pt x="1873" y="306"/>
                    <a:pt x="1873" y="298"/>
                    <a:pt x="1808" y="298"/>
                  </a:cubicBezTo>
                  <a:cubicBezTo>
                    <a:pt x="1751" y="290"/>
                    <a:pt x="1808" y="290"/>
                    <a:pt x="1808" y="282"/>
                  </a:cubicBezTo>
                  <a:cubicBezTo>
                    <a:pt x="1869" y="278"/>
                    <a:pt x="1899" y="276"/>
                    <a:pt x="1892" y="276"/>
                  </a:cubicBezTo>
                  <a:cubicBezTo>
                    <a:pt x="1885" y="276"/>
                    <a:pt x="1841" y="278"/>
                    <a:pt x="1751" y="282"/>
                  </a:cubicBezTo>
                  <a:cubicBezTo>
                    <a:pt x="1745" y="281"/>
                    <a:pt x="1739" y="280"/>
                    <a:pt x="1732" y="279"/>
                  </a:cubicBezTo>
                  <a:lnTo>
                    <a:pt x="1732" y="279"/>
                  </a:lnTo>
                  <a:cubicBezTo>
                    <a:pt x="1827" y="272"/>
                    <a:pt x="1860" y="266"/>
                    <a:pt x="1751" y="266"/>
                  </a:cubicBezTo>
                  <a:cubicBezTo>
                    <a:pt x="1751" y="258"/>
                    <a:pt x="1751" y="258"/>
                    <a:pt x="1816" y="249"/>
                  </a:cubicBezTo>
                  <a:cubicBezTo>
                    <a:pt x="1873" y="249"/>
                    <a:pt x="1873" y="249"/>
                    <a:pt x="1760" y="241"/>
                  </a:cubicBezTo>
                  <a:cubicBezTo>
                    <a:pt x="1638" y="241"/>
                    <a:pt x="1638" y="233"/>
                    <a:pt x="1760" y="233"/>
                  </a:cubicBezTo>
                  <a:cubicBezTo>
                    <a:pt x="1881" y="225"/>
                    <a:pt x="1881" y="209"/>
                    <a:pt x="1816" y="209"/>
                  </a:cubicBezTo>
                  <a:cubicBezTo>
                    <a:pt x="1703" y="209"/>
                    <a:pt x="1703" y="193"/>
                    <a:pt x="1760" y="193"/>
                  </a:cubicBezTo>
                  <a:cubicBezTo>
                    <a:pt x="1824" y="185"/>
                    <a:pt x="1824" y="185"/>
                    <a:pt x="1760" y="176"/>
                  </a:cubicBezTo>
                  <a:cubicBezTo>
                    <a:pt x="1824" y="176"/>
                    <a:pt x="1881" y="168"/>
                    <a:pt x="1824" y="168"/>
                  </a:cubicBezTo>
                  <a:cubicBezTo>
                    <a:pt x="1824" y="168"/>
                    <a:pt x="1824" y="165"/>
                    <a:pt x="1808" y="165"/>
                  </a:cubicBezTo>
                  <a:cubicBezTo>
                    <a:pt x="1799" y="165"/>
                    <a:pt x="1787" y="166"/>
                    <a:pt x="1768" y="168"/>
                  </a:cubicBezTo>
                  <a:lnTo>
                    <a:pt x="1646" y="160"/>
                  </a:lnTo>
                  <a:cubicBezTo>
                    <a:pt x="1626" y="164"/>
                    <a:pt x="1605" y="166"/>
                    <a:pt x="1585" y="166"/>
                  </a:cubicBezTo>
                  <a:cubicBezTo>
                    <a:pt x="1565" y="166"/>
                    <a:pt x="1545" y="164"/>
                    <a:pt x="1524" y="160"/>
                  </a:cubicBezTo>
                  <a:cubicBezTo>
                    <a:pt x="1468" y="160"/>
                    <a:pt x="1524" y="144"/>
                    <a:pt x="1711" y="136"/>
                  </a:cubicBezTo>
                  <a:lnTo>
                    <a:pt x="1824" y="128"/>
                  </a:lnTo>
                  <a:lnTo>
                    <a:pt x="1711" y="128"/>
                  </a:lnTo>
                  <a:cubicBezTo>
                    <a:pt x="1711" y="128"/>
                    <a:pt x="1711" y="120"/>
                    <a:pt x="1768" y="120"/>
                  </a:cubicBezTo>
                  <a:lnTo>
                    <a:pt x="1833" y="120"/>
                  </a:lnTo>
                  <a:cubicBezTo>
                    <a:pt x="1833" y="120"/>
                    <a:pt x="1833" y="112"/>
                    <a:pt x="1768" y="112"/>
                  </a:cubicBezTo>
                  <a:lnTo>
                    <a:pt x="1711" y="112"/>
                  </a:lnTo>
                  <a:cubicBezTo>
                    <a:pt x="1833" y="103"/>
                    <a:pt x="1833" y="103"/>
                    <a:pt x="1711" y="95"/>
                  </a:cubicBezTo>
                  <a:cubicBezTo>
                    <a:pt x="1751" y="95"/>
                    <a:pt x="1792" y="87"/>
                    <a:pt x="1833" y="79"/>
                  </a:cubicBezTo>
                  <a:lnTo>
                    <a:pt x="1776" y="79"/>
                  </a:lnTo>
                  <a:cubicBezTo>
                    <a:pt x="1654" y="79"/>
                    <a:pt x="1654" y="79"/>
                    <a:pt x="1711" y="71"/>
                  </a:cubicBezTo>
                  <a:cubicBezTo>
                    <a:pt x="1776" y="71"/>
                    <a:pt x="1776" y="71"/>
                    <a:pt x="1719" y="63"/>
                  </a:cubicBezTo>
                  <a:cubicBezTo>
                    <a:pt x="1719" y="55"/>
                    <a:pt x="1719" y="47"/>
                    <a:pt x="1776" y="47"/>
                  </a:cubicBezTo>
                  <a:cubicBezTo>
                    <a:pt x="1719" y="39"/>
                    <a:pt x="1719" y="39"/>
                    <a:pt x="1776" y="31"/>
                  </a:cubicBezTo>
                  <a:cubicBezTo>
                    <a:pt x="1841" y="31"/>
                    <a:pt x="1841" y="31"/>
                    <a:pt x="1776" y="22"/>
                  </a:cubicBezTo>
                  <a:cubicBezTo>
                    <a:pt x="1719" y="22"/>
                    <a:pt x="1662" y="22"/>
                    <a:pt x="1597" y="31"/>
                  </a:cubicBezTo>
                  <a:lnTo>
                    <a:pt x="1541" y="31"/>
                  </a:lnTo>
                  <a:lnTo>
                    <a:pt x="1541" y="22"/>
                  </a:lnTo>
                  <a:cubicBezTo>
                    <a:pt x="1541" y="22"/>
                    <a:pt x="1541" y="14"/>
                    <a:pt x="1484" y="6"/>
                  </a:cubicBezTo>
                  <a:cubicBezTo>
                    <a:pt x="1451" y="2"/>
                    <a:pt x="1405" y="0"/>
                    <a:pt x="1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2"/>
            <p:cNvSpPr/>
            <p:nvPr/>
          </p:nvSpPr>
          <p:spPr>
            <a:xfrm>
              <a:off x="4622963" y="2534404"/>
              <a:ext cx="37061" cy="106355"/>
            </a:xfrm>
            <a:custGeom>
              <a:avLst/>
              <a:gdLst/>
              <a:ahLst/>
              <a:cxnLst/>
              <a:rect l="l" t="t" r="r" b="b"/>
              <a:pathLst>
                <a:path w="2150" h="6170" extrusionOk="0">
                  <a:moveTo>
                    <a:pt x="519" y="110"/>
                  </a:moveTo>
                  <a:lnTo>
                    <a:pt x="519" y="118"/>
                  </a:lnTo>
                  <a:cubicBezTo>
                    <a:pt x="542" y="124"/>
                    <a:pt x="569" y="130"/>
                    <a:pt x="598" y="130"/>
                  </a:cubicBezTo>
                  <a:cubicBezTo>
                    <a:pt x="609" y="130"/>
                    <a:pt x="621" y="129"/>
                    <a:pt x="633" y="126"/>
                  </a:cubicBezTo>
                  <a:lnTo>
                    <a:pt x="633" y="118"/>
                  </a:lnTo>
                  <a:cubicBezTo>
                    <a:pt x="592" y="118"/>
                    <a:pt x="552" y="110"/>
                    <a:pt x="519" y="110"/>
                  </a:cubicBezTo>
                  <a:close/>
                  <a:moveTo>
                    <a:pt x="1468" y="126"/>
                  </a:moveTo>
                  <a:cubicBezTo>
                    <a:pt x="1533" y="126"/>
                    <a:pt x="1533" y="135"/>
                    <a:pt x="1533" y="143"/>
                  </a:cubicBezTo>
                  <a:cubicBezTo>
                    <a:pt x="1533" y="151"/>
                    <a:pt x="1533" y="151"/>
                    <a:pt x="1468" y="151"/>
                  </a:cubicBezTo>
                  <a:cubicBezTo>
                    <a:pt x="1468" y="151"/>
                    <a:pt x="1411" y="143"/>
                    <a:pt x="1411" y="135"/>
                  </a:cubicBezTo>
                  <a:lnTo>
                    <a:pt x="1468" y="126"/>
                  </a:lnTo>
                  <a:close/>
                  <a:moveTo>
                    <a:pt x="1500" y="210"/>
                  </a:moveTo>
                  <a:cubicBezTo>
                    <a:pt x="1525" y="210"/>
                    <a:pt x="1525" y="214"/>
                    <a:pt x="1525" y="224"/>
                  </a:cubicBezTo>
                  <a:cubicBezTo>
                    <a:pt x="1525" y="232"/>
                    <a:pt x="1525" y="240"/>
                    <a:pt x="1468" y="240"/>
                  </a:cubicBezTo>
                  <a:lnTo>
                    <a:pt x="1468" y="232"/>
                  </a:lnTo>
                  <a:cubicBezTo>
                    <a:pt x="1506" y="232"/>
                    <a:pt x="1493" y="228"/>
                    <a:pt x="1461" y="228"/>
                  </a:cubicBezTo>
                  <a:cubicBezTo>
                    <a:pt x="1445" y="228"/>
                    <a:pt x="1425" y="229"/>
                    <a:pt x="1403" y="232"/>
                  </a:cubicBezTo>
                  <a:lnTo>
                    <a:pt x="1282" y="232"/>
                  </a:lnTo>
                  <a:cubicBezTo>
                    <a:pt x="1322" y="216"/>
                    <a:pt x="1363" y="216"/>
                    <a:pt x="1403" y="216"/>
                  </a:cubicBezTo>
                  <a:cubicBezTo>
                    <a:pt x="1454" y="212"/>
                    <a:pt x="1483" y="210"/>
                    <a:pt x="1500" y="210"/>
                  </a:cubicBezTo>
                  <a:close/>
                  <a:moveTo>
                    <a:pt x="1825" y="240"/>
                  </a:moveTo>
                  <a:lnTo>
                    <a:pt x="1768" y="248"/>
                  </a:lnTo>
                  <a:lnTo>
                    <a:pt x="1768" y="256"/>
                  </a:lnTo>
                  <a:cubicBezTo>
                    <a:pt x="1825" y="256"/>
                    <a:pt x="1825" y="256"/>
                    <a:pt x="1825" y="248"/>
                  </a:cubicBezTo>
                  <a:lnTo>
                    <a:pt x="1825" y="240"/>
                  </a:lnTo>
                  <a:close/>
                  <a:moveTo>
                    <a:pt x="1200" y="621"/>
                  </a:moveTo>
                  <a:cubicBezTo>
                    <a:pt x="1241" y="621"/>
                    <a:pt x="1282" y="629"/>
                    <a:pt x="1322" y="645"/>
                  </a:cubicBezTo>
                  <a:cubicBezTo>
                    <a:pt x="1305" y="649"/>
                    <a:pt x="1288" y="651"/>
                    <a:pt x="1272" y="651"/>
                  </a:cubicBezTo>
                  <a:cubicBezTo>
                    <a:pt x="1248" y="651"/>
                    <a:pt x="1224" y="647"/>
                    <a:pt x="1200" y="637"/>
                  </a:cubicBezTo>
                  <a:cubicBezTo>
                    <a:pt x="1200" y="629"/>
                    <a:pt x="1200" y="621"/>
                    <a:pt x="1200" y="621"/>
                  </a:cubicBezTo>
                  <a:close/>
                  <a:moveTo>
                    <a:pt x="1144" y="662"/>
                  </a:moveTo>
                  <a:cubicBezTo>
                    <a:pt x="1079" y="662"/>
                    <a:pt x="1079" y="670"/>
                    <a:pt x="1079" y="686"/>
                  </a:cubicBezTo>
                  <a:cubicBezTo>
                    <a:pt x="1079" y="694"/>
                    <a:pt x="1136" y="702"/>
                    <a:pt x="1136" y="702"/>
                  </a:cubicBezTo>
                  <a:cubicBezTo>
                    <a:pt x="1200" y="702"/>
                    <a:pt x="1200" y="694"/>
                    <a:pt x="1200" y="686"/>
                  </a:cubicBezTo>
                  <a:cubicBezTo>
                    <a:pt x="1257" y="670"/>
                    <a:pt x="1200" y="670"/>
                    <a:pt x="1144" y="670"/>
                  </a:cubicBezTo>
                  <a:lnTo>
                    <a:pt x="1144" y="662"/>
                  </a:lnTo>
                  <a:close/>
                  <a:moveTo>
                    <a:pt x="1541" y="978"/>
                  </a:moveTo>
                  <a:cubicBezTo>
                    <a:pt x="1598" y="978"/>
                    <a:pt x="1598" y="986"/>
                    <a:pt x="1598" y="994"/>
                  </a:cubicBezTo>
                  <a:lnTo>
                    <a:pt x="1541" y="994"/>
                  </a:lnTo>
                  <a:lnTo>
                    <a:pt x="1476" y="986"/>
                  </a:lnTo>
                  <a:lnTo>
                    <a:pt x="1541" y="978"/>
                  </a:lnTo>
                  <a:close/>
                  <a:moveTo>
                    <a:pt x="1241" y="1002"/>
                  </a:moveTo>
                  <a:lnTo>
                    <a:pt x="1355" y="1010"/>
                  </a:lnTo>
                  <a:cubicBezTo>
                    <a:pt x="1533" y="1026"/>
                    <a:pt x="1533" y="1026"/>
                    <a:pt x="1419" y="1026"/>
                  </a:cubicBezTo>
                  <a:cubicBezTo>
                    <a:pt x="1402" y="1029"/>
                    <a:pt x="1385" y="1030"/>
                    <a:pt x="1369" y="1030"/>
                  </a:cubicBezTo>
                  <a:cubicBezTo>
                    <a:pt x="1324" y="1030"/>
                    <a:pt x="1283" y="1022"/>
                    <a:pt x="1241" y="1010"/>
                  </a:cubicBezTo>
                  <a:lnTo>
                    <a:pt x="1241" y="1002"/>
                  </a:lnTo>
                  <a:close/>
                  <a:moveTo>
                    <a:pt x="1468" y="1172"/>
                  </a:moveTo>
                  <a:cubicBezTo>
                    <a:pt x="1525" y="1172"/>
                    <a:pt x="1590" y="1172"/>
                    <a:pt x="1646" y="1180"/>
                  </a:cubicBezTo>
                  <a:cubicBezTo>
                    <a:pt x="1680" y="1190"/>
                    <a:pt x="1693" y="1194"/>
                    <a:pt x="1675" y="1194"/>
                  </a:cubicBezTo>
                  <a:cubicBezTo>
                    <a:pt x="1661" y="1194"/>
                    <a:pt x="1632" y="1192"/>
                    <a:pt x="1582" y="1189"/>
                  </a:cubicBezTo>
                  <a:lnTo>
                    <a:pt x="1468" y="1172"/>
                  </a:lnTo>
                  <a:close/>
                  <a:moveTo>
                    <a:pt x="1282" y="1229"/>
                  </a:moveTo>
                  <a:cubicBezTo>
                    <a:pt x="1322" y="1229"/>
                    <a:pt x="1363" y="1237"/>
                    <a:pt x="1403" y="1237"/>
                  </a:cubicBezTo>
                  <a:lnTo>
                    <a:pt x="1403" y="1245"/>
                  </a:lnTo>
                  <a:cubicBezTo>
                    <a:pt x="1391" y="1248"/>
                    <a:pt x="1379" y="1249"/>
                    <a:pt x="1368" y="1249"/>
                  </a:cubicBezTo>
                  <a:cubicBezTo>
                    <a:pt x="1339" y="1249"/>
                    <a:pt x="1310" y="1243"/>
                    <a:pt x="1282" y="1237"/>
                  </a:cubicBezTo>
                  <a:lnTo>
                    <a:pt x="1282" y="1229"/>
                  </a:lnTo>
                  <a:close/>
                  <a:moveTo>
                    <a:pt x="1158" y="1373"/>
                  </a:moveTo>
                  <a:cubicBezTo>
                    <a:pt x="1174" y="1373"/>
                    <a:pt x="1217" y="1385"/>
                    <a:pt x="1217" y="1391"/>
                  </a:cubicBezTo>
                  <a:lnTo>
                    <a:pt x="1152" y="1391"/>
                  </a:lnTo>
                  <a:cubicBezTo>
                    <a:pt x="1160" y="1383"/>
                    <a:pt x="1095" y="1375"/>
                    <a:pt x="1160" y="1375"/>
                  </a:cubicBezTo>
                  <a:lnTo>
                    <a:pt x="1152" y="1375"/>
                  </a:lnTo>
                  <a:cubicBezTo>
                    <a:pt x="1152" y="1373"/>
                    <a:pt x="1154" y="1373"/>
                    <a:pt x="1158" y="1373"/>
                  </a:cubicBezTo>
                  <a:close/>
                  <a:moveTo>
                    <a:pt x="1452" y="1432"/>
                  </a:moveTo>
                  <a:cubicBezTo>
                    <a:pt x="1492" y="1432"/>
                    <a:pt x="1533" y="1432"/>
                    <a:pt x="1573" y="1440"/>
                  </a:cubicBezTo>
                  <a:cubicBezTo>
                    <a:pt x="1614" y="1446"/>
                    <a:pt x="1593" y="1451"/>
                    <a:pt x="1537" y="1451"/>
                  </a:cubicBezTo>
                  <a:cubicBezTo>
                    <a:pt x="1514" y="1451"/>
                    <a:pt x="1485" y="1450"/>
                    <a:pt x="1452" y="1448"/>
                  </a:cubicBezTo>
                  <a:cubicBezTo>
                    <a:pt x="1452" y="1440"/>
                    <a:pt x="1452" y="1440"/>
                    <a:pt x="1452" y="1432"/>
                  </a:cubicBezTo>
                  <a:close/>
                  <a:moveTo>
                    <a:pt x="1565" y="1505"/>
                  </a:moveTo>
                  <a:cubicBezTo>
                    <a:pt x="1565" y="1513"/>
                    <a:pt x="1565" y="1513"/>
                    <a:pt x="1509" y="1513"/>
                  </a:cubicBezTo>
                  <a:lnTo>
                    <a:pt x="1509" y="1505"/>
                  </a:lnTo>
                  <a:close/>
                  <a:moveTo>
                    <a:pt x="1744" y="1578"/>
                  </a:moveTo>
                  <a:cubicBezTo>
                    <a:pt x="1703" y="1578"/>
                    <a:pt x="1663" y="1586"/>
                    <a:pt x="1622" y="1586"/>
                  </a:cubicBezTo>
                  <a:cubicBezTo>
                    <a:pt x="1622" y="1594"/>
                    <a:pt x="1679" y="1594"/>
                    <a:pt x="1679" y="1594"/>
                  </a:cubicBezTo>
                  <a:cubicBezTo>
                    <a:pt x="1679" y="1594"/>
                    <a:pt x="1744" y="1594"/>
                    <a:pt x="1744" y="1586"/>
                  </a:cubicBezTo>
                  <a:lnTo>
                    <a:pt x="1744" y="1578"/>
                  </a:lnTo>
                  <a:close/>
                  <a:moveTo>
                    <a:pt x="1322" y="1626"/>
                  </a:moveTo>
                  <a:cubicBezTo>
                    <a:pt x="1379" y="1626"/>
                    <a:pt x="1379" y="1634"/>
                    <a:pt x="1379" y="1634"/>
                  </a:cubicBezTo>
                  <a:cubicBezTo>
                    <a:pt x="1379" y="1643"/>
                    <a:pt x="1379" y="1643"/>
                    <a:pt x="1314" y="1643"/>
                  </a:cubicBezTo>
                  <a:cubicBezTo>
                    <a:pt x="1314" y="1643"/>
                    <a:pt x="1257" y="1643"/>
                    <a:pt x="1257" y="1634"/>
                  </a:cubicBezTo>
                  <a:cubicBezTo>
                    <a:pt x="1257" y="1634"/>
                    <a:pt x="1322" y="1626"/>
                    <a:pt x="1322" y="1626"/>
                  </a:cubicBezTo>
                  <a:close/>
                  <a:moveTo>
                    <a:pt x="2142" y="1709"/>
                  </a:moveTo>
                  <a:cubicBezTo>
                    <a:pt x="2135" y="1709"/>
                    <a:pt x="2121" y="1712"/>
                    <a:pt x="2092" y="1716"/>
                  </a:cubicBezTo>
                  <a:lnTo>
                    <a:pt x="2092" y="1724"/>
                  </a:lnTo>
                  <a:cubicBezTo>
                    <a:pt x="2149" y="1724"/>
                    <a:pt x="2149" y="1724"/>
                    <a:pt x="2149" y="1716"/>
                  </a:cubicBezTo>
                  <a:cubicBezTo>
                    <a:pt x="2149" y="1712"/>
                    <a:pt x="2149" y="1709"/>
                    <a:pt x="2142" y="1709"/>
                  </a:cubicBezTo>
                  <a:close/>
                  <a:moveTo>
                    <a:pt x="57" y="1716"/>
                  </a:moveTo>
                  <a:cubicBezTo>
                    <a:pt x="1" y="1716"/>
                    <a:pt x="1" y="1724"/>
                    <a:pt x="114" y="1732"/>
                  </a:cubicBezTo>
                  <a:cubicBezTo>
                    <a:pt x="179" y="1732"/>
                    <a:pt x="179" y="1732"/>
                    <a:pt x="179" y="1724"/>
                  </a:cubicBezTo>
                  <a:cubicBezTo>
                    <a:pt x="138" y="1724"/>
                    <a:pt x="98" y="1716"/>
                    <a:pt x="57" y="1716"/>
                  </a:cubicBezTo>
                  <a:close/>
                  <a:moveTo>
                    <a:pt x="1359" y="1759"/>
                  </a:moveTo>
                  <a:cubicBezTo>
                    <a:pt x="1371" y="1759"/>
                    <a:pt x="1371" y="1763"/>
                    <a:pt x="1371" y="1772"/>
                  </a:cubicBezTo>
                  <a:cubicBezTo>
                    <a:pt x="1371" y="1780"/>
                    <a:pt x="1314" y="1780"/>
                    <a:pt x="1314" y="1780"/>
                  </a:cubicBezTo>
                  <a:cubicBezTo>
                    <a:pt x="1249" y="1780"/>
                    <a:pt x="1314" y="1772"/>
                    <a:pt x="1314" y="1764"/>
                  </a:cubicBezTo>
                  <a:cubicBezTo>
                    <a:pt x="1337" y="1761"/>
                    <a:pt x="1351" y="1759"/>
                    <a:pt x="1359" y="1759"/>
                  </a:cubicBezTo>
                  <a:close/>
                  <a:moveTo>
                    <a:pt x="1484" y="1886"/>
                  </a:moveTo>
                  <a:cubicBezTo>
                    <a:pt x="1541" y="1886"/>
                    <a:pt x="1541" y="1894"/>
                    <a:pt x="1419" y="1902"/>
                  </a:cubicBezTo>
                  <a:cubicBezTo>
                    <a:pt x="1363" y="1902"/>
                    <a:pt x="1363" y="1902"/>
                    <a:pt x="1363" y="1894"/>
                  </a:cubicBezTo>
                  <a:cubicBezTo>
                    <a:pt x="1403" y="1886"/>
                    <a:pt x="1444" y="1886"/>
                    <a:pt x="1484" y="1886"/>
                  </a:cubicBezTo>
                  <a:close/>
                  <a:moveTo>
                    <a:pt x="1419" y="1934"/>
                  </a:moveTo>
                  <a:lnTo>
                    <a:pt x="1476" y="1943"/>
                  </a:lnTo>
                  <a:lnTo>
                    <a:pt x="1476" y="1951"/>
                  </a:lnTo>
                  <a:cubicBezTo>
                    <a:pt x="1436" y="1951"/>
                    <a:pt x="1403" y="1951"/>
                    <a:pt x="1363" y="1943"/>
                  </a:cubicBezTo>
                  <a:lnTo>
                    <a:pt x="1419" y="1934"/>
                  </a:lnTo>
                  <a:close/>
                  <a:moveTo>
                    <a:pt x="1273" y="2405"/>
                  </a:moveTo>
                  <a:lnTo>
                    <a:pt x="1330" y="2413"/>
                  </a:lnTo>
                  <a:lnTo>
                    <a:pt x="1330" y="2421"/>
                  </a:lnTo>
                  <a:cubicBezTo>
                    <a:pt x="1318" y="2423"/>
                    <a:pt x="1306" y="2424"/>
                    <a:pt x="1295" y="2424"/>
                  </a:cubicBezTo>
                  <a:cubicBezTo>
                    <a:pt x="1266" y="2424"/>
                    <a:pt x="1237" y="2419"/>
                    <a:pt x="1209" y="2413"/>
                  </a:cubicBezTo>
                  <a:lnTo>
                    <a:pt x="1273" y="2405"/>
                  </a:lnTo>
                  <a:close/>
                  <a:moveTo>
                    <a:pt x="1290" y="2585"/>
                  </a:moveTo>
                  <a:cubicBezTo>
                    <a:pt x="1320" y="2585"/>
                    <a:pt x="1350" y="2587"/>
                    <a:pt x="1379" y="2591"/>
                  </a:cubicBezTo>
                  <a:cubicBezTo>
                    <a:pt x="1379" y="2599"/>
                    <a:pt x="1379" y="2599"/>
                    <a:pt x="1322" y="2599"/>
                  </a:cubicBezTo>
                  <a:cubicBezTo>
                    <a:pt x="1282" y="2599"/>
                    <a:pt x="1241" y="2591"/>
                    <a:pt x="1200" y="2591"/>
                  </a:cubicBezTo>
                  <a:cubicBezTo>
                    <a:pt x="1229" y="2587"/>
                    <a:pt x="1259" y="2585"/>
                    <a:pt x="1290" y="2585"/>
                  </a:cubicBezTo>
                  <a:close/>
                  <a:moveTo>
                    <a:pt x="1671" y="2705"/>
                  </a:moveTo>
                  <a:cubicBezTo>
                    <a:pt x="1711" y="2705"/>
                    <a:pt x="1752" y="2713"/>
                    <a:pt x="1792" y="2713"/>
                  </a:cubicBezTo>
                  <a:lnTo>
                    <a:pt x="1792" y="2721"/>
                  </a:lnTo>
                  <a:cubicBezTo>
                    <a:pt x="1752" y="2721"/>
                    <a:pt x="1711" y="2721"/>
                    <a:pt x="1671" y="2713"/>
                  </a:cubicBezTo>
                  <a:lnTo>
                    <a:pt x="1671" y="2705"/>
                  </a:lnTo>
                  <a:close/>
                  <a:moveTo>
                    <a:pt x="1371" y="2802"/>
                  </a:moveTo>
                  <a:lnTo>
                    <a:pt x="1427" y="2810"/>
                  </a:lnTo>
                  <a:lnTo>
                    <a:pt x="1427" y="2818"/>
                  </a:lnTo>
                  <a:cubicBezTo>
                    <a:pt x="1387" y="2818"/>
                    <a:pt x="1346" y="2818"/>
                    <a:pt x="1306" y="2810"/>
                  </a:cubicBezTo>
                  <a:lnTo>
                    <a:pt x="1371" y="2802"/>
                  </a:lnTo>
                  <a:close/>
                  <a:moveTo>
                    <a:pt x="1309" y="3301"/>
                  </a:moveTo>
                  <a:cubicBezTo>
                    <a:pt x="1338" y="3301"/>
                    <a:pt x="1366" y="3307"/>
                    <a:pt x="1395" y="3313"/>
                  </a:cubicBezTo>
                  <a:cubicBezTo>
                    <a:pt x="1395" y="3329"/>
                    <a:pt x="1395" y="3329"/>
                    <a:pt x="1338" y="3329"/>
                  </a:cubicBezTo>
                  <a:cubicBezTo>
                    <a:pt x="1273" y="3329"/>
                    <a:pt x="1273" y="3313"/>
                    <a:pt x="1273" y="3305"/>
                  </a:cubicBezTo>
                  <a:cubicBezTo>
                    <a:pt x="1285" y="3302"/>
                    <a:pt x="1297" y="3301"/>
                    <a:pt x="1309" y="3301"/>
                  </a:cubicBezTo>
                  <a:close/>
                  <a:moveTo>
                    <a:pt x="1314" y="3605"/>
                  </a:moveTo>
                  <a:cubicBezTo>
                    <a:pt x="1355" y="3605"/>
                    <a:pt x="1395" y="3605"/>
                    <a:pt x="1436" y="3613"/>
                  </a:cubicBezTo>
                  <a:lnTo>
                    <a:pt x="1436" y="3621"/>
                  </a:lnTo>
                  <a:cubicBezTo>
                    <a:pt x="1395" y="3621"/>
                    <a:pt x="1355" y="3621"/>
                    <a:pt x="1314" y="3613"/>
                  </a:cubicBezTo>
                  <a:lnTo>
                    <a:pt x="1314" y="3605"/>
                  </a:lnTo>
                  <a:close/>
                  <a:moveTo>
                    <a:pt x="1695" y="4213"/>
                  </a:moveTo>
                  <a:cubicBezTo>
                    <a:pt x="1760" y="4213"/>
                    <a:pt x="1760" y="4221"/>
                    <a:pt x="1760" y="4221"/>
                  </a:cubicBezTo>
                  <a:cubicBezTo>
                    <a:pt x="1760" y="4229"/>
                    <a:pt x="1760" y="4229"/>
                    <a:pt x="1695" y="4229"/>
                  </a:cubicBezTo>
                  <a:cubicBezTo>
                    <a:pt x="1695" y="4229"/>
                    <a:pt x="1638" y="4229"/>
                    <a:pt x="1638" y="4221"/>
                  </a:cubicBezTo>
                  <a:lnTo>
                    <a:pt x="1695" y="4213"/>
                  </a:lnTo>
                  <a:close/>
                  <a:moveTo>
                    <a:pt x="1752" y="4302"/>
                  </a:moveTo>
                  <a:lnTo>
                    <a:pt x="1809" y="4310"/>
                  </a:lnTo>
                  <a:lnTo>
                    <a:pt x="1809" y="4318"/>
                  </a:lnTo>
                  <a:cubicBezTo>
                    <a:pt x="1776" y="4318"/>
                    <a:pt x="1736" y="4318"/>
                    <a:pt x="1695" y="4310"/>
                  </a:cubicBezTo>
                  <a:lnTo>
                    <a:pt x="1752" y="4302"/>
                  </a:lnTo>
                  <a:close/>
                  <a:moveTo>
                    <a:pt x="1343" y="4353"/>
                  </a:moveTo>
                  <a:cubicBezTo>
                    <a:pt x="1352" y="4353"/>
                    <a:pt x="1368" y="4355"/>
                    <a:pt x="1395" y="4359"/>
                  </a:cubicBezTo>
                  <a:lnTo>
                    <a:pt x="1387" y="4359"/>
                  </a:lnTo>
                  <a:cubicBezTo>
                    <a:pt x="1452" y="4367"/>
                    <a:pt x="1452" y="4375"/>
                    <a:pt x="1387" y="4375"/>
                  </a:cubicBezTo>
                  <a:cubicBezTo>
                    <a:pt x="1330" y="4375"/>
                    <a:pt x="1330" y="4375"/>
                    <a:pt x="1330" y="4367"/>
                  </a:cubicBezTo>
                  <a:cubicBezTo>
                    <a:pt x="1330" y="4357"/>
                    <a:pt x="1330" y="4353"/>
                    <a:pt x="1343" y="4353"/>
                  </a:cubicBezTo>
                  <a:close/>
                  <a:moveTo>
                    <a:pt x="1095" y="4399"/>
                  </a:moveTo>
                  <a:cubicBezTo>
                    <a:pt x="1091" y="4400"/>
                    <a:pt x="1088" y="4400"/>
                    <a:pt x="1085" y="4401"/>
                  </a:cubicBezTo>
                  <a:lnTo>
                    <a:pt x="1085" y="4401"/>
                  </a:lnTo>
                  <a:cubicBezTo>
                    <a:pt x="1095" y="4400"/>
                    <a:pt x="1109" y="4400"/>
                    <a:pt x="1127" y="4399"/>
                  </a:cubicBezTo>
                  <a:lnTo>
                    <a:pt x="1127" y="4399"/>
                  </a:lnTo>
                  <a:cubicBezTo>
                    <a:pt x="1117" y="4399"/>
                    <a:pt x="1107" y="4399"/>
                    <a:pt x="1095" y="4399"/>
                  </a:cubicBezTo>
                  <a:close/>
                  <a:moveTo>
                    <a:pt x="1085" y="4401"/>
                  </a:moveTo>
                  <a:lnTo>
                    <a:pt x="1085" y="4401"/>
                  </a:lnTo>
                  <a:cubicBezTo>
                    <a:pt x="1062" y="4402"/>
                    <a:pt x="1055" y="4403"/>
                    <a:pt x="1060" y="4403"/>
                  </a:cubicBezTo>
                  <a:cubicBezTo>
                    <a:pt x="1063" y="4403"/>
                    <a:pt x="1072" y="4402"/>
                    <a:pt x="1085" y="4401"/>
                  </a:cubicBezTo>
                  <a:close/>
                  <a:moveTo>
                    <a:pt x="1387" y="4415"/>
                  </a:moveTo>
                  <a:cubicBezTo>
                    <a:pt x="1387" y="4424"/>
                    <a:pt x="1387" y="4424"/>
                    <a:pt x="1330" y="4424"/>
                  </a:cubicBezTo>
                  <a:lnTo>
                    <a:pt x="1330" y="4415"/>
                  </a:lnTo>
                  <a:close/>
                  <a:moveTo>
                    <a:pt x="1273" y="4472"/>
                  </a:moveTo>
                  <a:cubicBezTo>
                    <a:pt x="1273" y="4476"/>
                    <a:pt x="1288" y="4478"/>
                    <a:pt x="1295" y="4478"/>
                  </a:cubicBezTo>
                  <a:cubicBezTo>
                    <a:pt x="1302" y="4478"/>
                    <a:pt x="1302" y="4476"/>
                    <a:pt x="1273" y="4472"/>
                  </a:cubicBezTo>
                  <a:close/>
                  <a:moveTo>
                    <a:pt x="1387" y="4480"/>
                  </a:moveTo>
                  <a:lnTo>
                    <a:pt x="1387" y="4488"/>
                  </a:lnTo>
                  <a:cubicBezTo>
                    <a:pt x="1387" y="4497"/>
                    <a:pt x="1387" y="4497"/>
                    <a:pt x="1322" y="4497"/>
                  </a:cubicBezTo>
                  <a:lnTo>
                    <a:pt x="1322" y="4488"/>
                  </a:lnTo>
                  <a:lnTo>
                    <a:pt x="1387" y="4480"/>
                  </a:lnTo>
                  <a:close/>
                  <a:moveTo>
                    <a:pt x="1500" y="4553"/>
                  </a:moveTo>
                  <a:lnTo>
                    <a:pt x="1500" y="4561"/>
                  </a:lnTo>
                  <a:cubicBezTo>
                    <a:pt x="1500" y="4569"/>
                    <a:pt x="1436" y="4569"/>
                    <a:pt x="1436" y="4569"/>
                  </a:cubicBezTo>
                  <a:cubicBezTo>
                    <a:pt x="1436" y="4569"/>
                    <a:pt x="1379" y="4569"/>
                    <a:pt x="1379" y="4561"/>
                  </a:cubicBezTo>
                  <a:cubicBezTo>
                    <a:pt x="1419" y="4561"/>
                    <a:pt x="1460" y="4561"/>
                    <a:pt x="1500" y="4553"/>
                  </a:cubicBezTo>
                  <a:close/>
                  <a:moveTo>
                    <a:pt x="1419" y="4845"/>
                  </a:moveTo>
                  <a:cubicBezTo>
                    <a:pt x="1476" y="4853"/>
                    <a:pt x="1541" y="4861"/>
                    <a:pt x="1476" y="4861"/>
                  </a:cubicBezTo>
                  <a:cubicBezTo>
                    <a:pt x="1444" y="4861"/>
                    <a:pt x="1403" y="4861"/>
                    <a:pt x="1363" y="4853"/>
                  </a:cubicBezTo>
                  <a:cubicBezTo>
                    <a:pt x="1363" y="4853"/>
                    <a:pt x="1298" y="4845"/>
                    <a:pt x="1363" y="4845"/>
                  </a:cubicBezTo>
                  <a:close/>
                  <a:moveTo>
                    <a:pt x="1598" y="5091"/>
                  </a:moveTo>
                  <a:cubicBezTo>
                    <a:pt x="1634" y="5091"/>
                    <a:pt x="1670" y="5095"/>
                    <a:pt x="1703" y="5105"/>
                  </a:cubicBezTo>
                  <a:cubicBezTo>
                    <a:pt x="1703" y="5109"/>
                    <a:pt x="1703" y="5111"/>
                    <a:pt x="1696" y="5111"/>
                  </a:cubicBezTo>
                  <a:cubicBezTo>
                    <a:pt x="1689" y="5111"/>
                    <a:pt x="1675" y="5109"/>
                    <a:pt x="1646" y="5105"/>
                  </a:cubicBezTo>
                  <a:cubicBezTo>
                    <a:pt x="1635" y="5107"/>
                    <a:pt x="1623" y="5108"/>
                    <a:pt x="1611" y="5108"/>
                  </a:cubicBezTo>
                  <a:cubicBezTo>
                    <a:pt x="1582" y="5108"/>
                    <a:pt x="1553" y="5102"/>
                    <a:pt x="1525" y="5096"/>
                  </a:cubicBezTo>
                  <a:cubicBezTo>
                    <a:pt x="1548" y="5093"/>
                    <a:pt x="1573" y="5091"/>
                    <a:pt x="1598" y="5091"/>
                  </a:cubicBezTo>
                  <a:close/>
                  <a:moveTo>
                    <a:pt x="1582" y="6110"/>
                  </a:moveTo>
                  <a:cubicBezTo>
                    <a:pt x="1622" y="6110"/>
                    <a:pt x="1663" y="6110"/>
                    <a:pt x="1703" y="6118"/>
                  </a:cubicBezTo>
                  <a:cubicBezTo>
                    <a:pt x="1760" y="6126"/>
                    <a:pt x="1760" y="6130"/>
                    <a:pt x="1731" y="6130"/>
                  </a:cubicBezTo>
                  <a:cubicBezTo>
                    <a:pt x="1701" y="6130"/>
                    <a:pt x="1642" y="6126"/>
                    <a:pt x="1582" y="6118"/>
                  </a:cubicBezTo>
                  <a:cubicBezTo>
                    <a:pt x="1460" y="6110"/>
                    <a:pt x="1460" y="6110"/>
                    <a:pt x="1582" y="6110"/>
                  </a:cubicBezTo>
                  <a:close/>
                  <a:moveTo>
                    <a:pt x="1374" y="1"/>
                  </a:moveTo>
                  <a:cubicBezTo>
                    <a:pt x="1344" y="1"/>
                    <a:pt x="1330" y="5"/>
                    <a:pt x="1363" y="13"/>
                  </a:cubicBezTo>
                  <a:lnTo>
                    <a:pt x="1298" y="21"/>
                  </a:lnTo>
                  <a:cubicBezTo>
                    <a:pt x="1119" y="21"/>
                    <a:pt x="1119" y="37"/>
                    <a:pt x="1298" y="37"/>
                  </a:cubicBezTo>
                  <a:cubicBezTo>
                    <a:pt x="1476" y="37"/>
                    <a:pt x="1476" y="37"/>
                    <a:pt x="1355" y="45"/>
                  </a:cubicBezTo>
                  <a:cubicBezTo>
                    <a:pt x="1241" y="45"/>
                    <a:pt x="1233" y="45"/>
                    <a:pt x="1233" y="53"/>
                  </a:cubicBezTo>
                  <a:cubicBezTo>
                    <a:pt x="1233" y="62"/>
                    <a:pt x="1233" y="62"/>
                    <a:pt x="1176" y="62"/>
                  </a:cubicBezTo>
                  <a:cubicBezTo>
                    <a:pt x="1136" y="62"/>
                    <a:pt x="1095" y="62"/>
                    <a:pt x="1055" y="78"/>
                  </a:cubicBezTo>
                  <a:cubicBezTo>
                    <a:pt x="1055" y="86"/>
                    <a:pt x="1055" y="86"/>
                    <a:pt x="1111" y="86"/>
                  </a:cubicBezTo>
                  <a:cubicBezTo>
                    <a:pt x="1124" y="84"/>
                    <a:pt x="1134" y="84"/>
                    <a:pt x="1141" y="84"/>
                  </a:cubicBezTo>
                  <a:cubicBezTo>
                    <a:pt x="1172" y="84"/>
                    <a:pt x="1153" y="96"/>
                    <a:pt x="1055" y="102"/>
                  </a:cubicBezTo>
                  <a:cubicBezTo>
                    <a:pt x="998" y="110"/>
                    <a:pt x="998" y="110"/>
                    <a:pt x="1111" y="110"/>
                  </a:cubicBezTo>
                  <a:cubicBezTo>
                    <a:pt x="1233" y="110"/>
                    <a:pt x="1233" y="118"/>
                    <a:pt x="1111" y="126"/>
                  </a:cubicBezTo>
                  <a:cubicBezTo>
                    <a:pt x="1111" y="126"/>
                    <a:pt x="1111" y="135"/>
                    <a:pt x="1111" y="143"/>
                  </a:cubicBezTo>
                  <a:cubicBezTo>
                    <a:pt x="1152" y="151"/>
                    <a:pt x="1192" y="151"/>
                    <a:pt x="1233" y="151"/>
                  </a:cubicBezTo>
                  <a:cubicBezTo>
                    <a:pt x="1346" y="151"/>
                    <a:pt x="1346" y="151"/>
                    <a:pt x="1290" y="159"/>
                  </a:cubicBezTo>
                  <a:cubicBezTo>
                    <a:pt x="1249" y="159"/>
                    <a:pt x="1209" y="167"/>
                    <a:pt x="1168" y="167"/>
                  </a:cubicBezTo>
                  <a:cubicBezTo>
                    <a:pt x="1111" y="167"/>
                    <a:pt x="1111" y="175"/>
                    <a:pt x="1111" y="183"/>
                  </a:cubicBezTo>
                  <a:cubicBezTo>
                    <a:pt x="1111" y="183"/>
                    <a:pt x="1111" y="199"/>
                    <a:pt x="1168" y="199"/>
                  </a:cubicBezTo>
                  <a:lnTo>
                    <a:pt x="1111" y="199"/>
                  </a:lnTo>
                  <a:cubicBezTo>
                    <a:pt x="1111" y="208"/>
                    <a:pt x="1046" y="208"/>
                    <a:pt x="1111" y="208"/>
                  </a:cubicBezTo>
                  <a:cubicBezTo>
                    <a:pt x="1111" y="208"/>
                    <a:pt x="1111" y="216"/>
                    <a:pt x="1046" y="232"/>
                  </a:cubicBezTo>
                  <a:cubicBezTo>
                    <a:pt x="1006" y="243"/>
                    <a:pt x="1051" y="255"/>
                    <a:pt x="1124" y="255"/>
                  </a:cubicBezTo>
                  <a:cubicBezTo>
                    <a:pt x="1154" y="255"/>
                    <a:pt x="1189" y="253"/>
                    <a:pt x="1225" y="248"/>
                  </a:cubicBezTo>
                  <a:cubicBezTo>
                    <a:pt x="1225" y="256"/>
                    <a:pt x="1282" y="256"/>
                    <a:pt x="1282" y="256"/>
                  </a:cubicBezTo>
                  <a:cubicBezTo>
                    <a:pt x="1346" y="256"/>
                    <a:pt x="1346" y="264"/>
                    <a:pt x="1346" y="272"/>
                  </a:cubicBezTo>
                  <a:lnTo>
                    <a:pt x="1225" y="272"/>
                  </a:lnTo>
                  <a:cubicBezTo>
                    <a:pt x="1191" y="271"/>
                    <a:pt x="1161" y="270"/>
                    <a:pt x="1136" y="270"/>
                  </a:cubicBezTo>
                  <a:cubicBezTo>
                    <a:pt x="1031" y="270"/>
                    <a:pt x="1016" y="282"/>
                    <a:pt x="1160" y="289"/>
                  </a:cubicBezTo>
                  <a:lnTo>
                    <a:pt x="1103" y="289"/>
                  </a:lnTo>
                  <a:cubicBezTo>
                    <a:pt x="1046" y="289"/>
                    <a:pt x="1046" y="297"/>
                    <a:pt x="1103" y="313"/>
                  </a:cubicBezTo>
                  <a:cubicBezTo>
                    <a:pt x="1143" y="319"/>
                    <a:pt x="1187" y="324"/>
                    <a:pt x="1230" y="324"/>
                  </a:cubicBezTo>
                  <a:cubicBezTo>
                    <a:pt x="1248" y="324"/>
                    <a:pt x="1265" y="323"/>
                    <a:pt x="1282" y="321"/>
                  </a:cubicBezTo>
                  <a:cubicBezTo>
                    <a:pt x="1338" y="321"/>
                    <a:pt x="1338" y="329"/>
                    <a:pt x="1338" y="329"/>
                  </a:cubicBezTo>
                  <a:cubicBezTo>
                    <a:pt x="1338" y="337"/>
                    <a:pt x="1338" y="337"/>
                    <a:pt x="1282" y="337"/>
                  </a:cubicBezTo>
                  <a:cubicBezTo>
                    <a:pt x="1160" y="337"/>
                    <a:pt x="1160" y="353"/>
                    <a:pt x="1282" y="362"/>
                  </a:cubicBezTo>
                  <a:lnTo>
                    <a:pt x="1217" y="362"/>
                  </a:lnTo>
                  <a:cubicBezTo>
                    <a:pt x="1160" y="362"/>
                    <a:pt x="1095" y="370"/>
                    <a:pt x="1160" y="402"/>
                  </a:cubicBezTo>
                  <a:cubicBezTo>
                    <a:pt x="1152" y="435"/>
                    <a:pt x="1152" y="459"/>
                    <a:pt x="1095" y="459"/>
                  </a:cubicBezTo>
                  <a:cubicBezTo>
                    <a:pt x="1030" y="459"/>
                    <a:pt x="1152" y="483"/>
                    <a:pt x="1273" y="499"/>
                  </a:cubicBezTo>
                  <a:cubicBezTo>
                    <a:pt x="1209" y="499"/>
                    <a:pt x="1209" y="508"/>
                    <a:pt x="1209" y="524"/>
                  </a:cubicBezTo>
                  <a:cubicBezTo>
                    <a:pt x="1209" y="540"/>
                    <a:pt x="1209" y="540"/>
                    <a:pt x="1152" y="540"/>
                  </a:cubicBezTo>
                  <a:cubicBezTo>
                    <a:pt x="1101" y="537"/>
                    <a:pt x="1072" y="535"/>
                    <a:pt x="1063" y="535"/>
                  </a:cubicBezTo>
                  <a:cubicBezTo>
                    <a:pt x="1051" y="535"/>
                    <a:pt x="1081" y="539"/>
                    <a:pt x="1152" y="548"/>
                  </a:cubicBezTo>
                  <a:cubicBezTo>
                    <a:pt x="1265" y="556"/>
                    <a:pt x="1209" y="580"/>
                    <a:pt x="1087" y="580"/>
                  </a:cubicBezTo>
                  <a:cubicBezTo>
                    <a:pt x="1030" y="580"/>
                    <a:pt x="1030" y="589"/>
                    <a:pt x="1022" y="597"/>
                  </a:cubicBezTo>
                  <a:cubicBezTo>
                    <a:pt x="1087" y="605"/>
                    <a:pt x="1087" y="621"/>
                    <a:pt x="1087" y="637"/>
                  </a:cubicBezTo>
                  <a:cubicBezTo>
                    <a:pt x="1079" y="662"/>
                    <a:pt x="1079" y="662"/>
                    <a:pt x="1200" y="662"/>
                  </a:cubicBezTo>
                  <a:cubicBezTo>
                    <a:pt x="1322" y="662"/>
                    <a:pt x="1322" y="670"/>
                    <a:pt x="1322" y="678"/>
                  </a:cubicBezTo>
                  <a:cubicBezTo>
                    <a:pt x="1322" y="686"/>
                    <a:pt x="1322" y="694"/>
                    <a:pt x="1257" y="694"/>
                  </a:cubicBezTo>
                  <a:cubicBezTo>
                    <a:pt x="1257" y="694"/>
                    <a:pt x="1200" y="702"/>
                    <a:pt x="1200" y="710"/>
                  </a:cubicBezTo>
                  <a:cubicBezTo>
                    <a:pt x="1200" y="718"/>
                    <a:pt x="1200" y="726"/>
                    <a:pt x="1136" y="726"/>
                  </a:cubicBezTo>
                  <a:cubicBezTo>
                    <a:pt x="1136" y="726"/>
                    <a:pt x="1079" y="735"/>
                    <a:pt x="1079" y="743"/>
                  </a:cubicBezTo>
                  <a:cubicBezTo>
                    <a:pt x="1079" y="759"/>
                    <a:pt x="1079" y="775"/>
                    <a:pt x="1014" y="775"/>
                  </a:cubicBezTo>
                  <a:cubicBezTo>
                    <a:pt x="1014" y="783"/>
                    <a:pt x="1014" y="783"/>
                    <a:pt x="1071" y="783"/>
                  </a:cubicBezTo>
                  <a:cubicBezTo>
                    <a:pt x="1136" y="783"/>
                    <a:pt x="1192" y="791"/>
                    <a:pt x="1136" y="816"/>
                  </a:cubicBezTo>
                  <a:cubicBezTo>
                    <a:pt x="1127" y="832"/>
                    <a:pt x="1127" y="856"/>
                    <a:pt x="1192" y="856"/>
                  </a:cubicBezTo>
                  <a:cubicBezTo>
                    <a:pt x="1192" y="864"/>
                    <a:pt x="1192" y="864"/>
                    <a:pt x="1127" y="864"/>
                  </a:cubicBezTo>
                  <a:cubicBezTo>
                    <a:pt x="1006" y="864"/>
                    <a:pt x="1006" y="872"/>
                    <a:pt x="1127" y="889"/>
                  </a:cubicBezTo>
                  <a:cubicBezTo>
                    <a:pt x="1184" y="889"/>
                    <a:pt x="1184" y="897"/>
                    <a:pt x="1127" y="905"/>
                  </a:cubicBezTo>
                  <a:cubicBezTo>
                    <a:pt x="1127" y="905"/>
                    <a:pt x="1127" y="913"/>
                    <a:pt x="1184" y="921"/>
                  </a:cubicBezTo>
                  <a:cubicBezTo>
                    <a:pt x="1241" y="929"/>
                    <a:pt x="1241" y="929"/>
                    <a:pt x="1184" y="945"/>
                  </a:cubicBezTo>
                  <a:cubicBezTo>
                    <a:pt x="1127" y="945"/>
                    <a:pt x="1127" y="945"/>
                    <a:pt x="1127" y="953"/>
                  </a:cubicBezTo>
                  <a:cubicBezTo>
                    <a:pt x="1184" y="970"/>
                    <a:pt x="1176" y="1051"/>
                    <a:pt x="1119" y="1059"/>
                  </a:cubicBezTo>
                  <a:cubicBezTo>
                    <a:pt x="1176" y="1067"/>
                    <a:pt x="1176" y="1067"/>
                    <a:pt x="1176" y="1075"/>
                  </a:cubicBezTo>
                  <a:cubicBezTo>
                    <a:pt x="1055" y="1083"/>
                    <a:pt x="1119" y="1083"/>
                    <a:pt x="1233" y="1083"/>
                  </a:cubicBezTo>
                  <a:lnTo>
                    <a:pt x="1233" y="1075"/>
                  </a:lnTo>
                  <a:cubicBezTo>
                    <a:pt x="1355" y="1075"/>
                    <a:pt x="1355" y="1091"/>
                    <a:pt x="1176" y="1091"/>
                  </a:cubicBezTo>
                  <a:cubicBezTo>
                    <a:pt x="1055" y="1099"/>
                    <a:pt x="1055" y="1099"/>
                    <a:pt x="1176" y="1107"/>
                  </a:cubicBezTo>
                  <a:cubicBezTo>
                    <a:pt x="1290" y="1116"/>
                    <a:pt x="1290" y="1124"/>
                    <a:pt x="1168" y="1132"/>
                  </a:cubicBezTo>
                  <a:cubicBezTo>
                    <a:pt x="1055" y="1132"/>
                    <a:pt x="1055" y="1132"/>
                    <a:pt x="1168" y="1140"/>
                  </a:cubicBezTo>
                  <a:cubicBezTo>
                    <a:pt x="1411" y="1156"/>
                    <a:pt x="1468" y="1172"/>
                    <a:pt x="1233" y="1172"/>
                  </a:cubicBezTo>
                  <a:cubicBezTo>
                    <a:pt x="1216" y="1170"/>
                    <a:pt x="1199" y="1169"/>
                    <a:pt x="1182" y="1169"/>
                  </a:cubicBezTo>
                  <a:cubicBezTo>
                    <a:pt x="1137" y="1169"/>
                    <a:pt x="1094" y="1177"/>
                    <a:pt x="1046" y="1189"/>
                  </a:cubicBezTo>
                  <a:cubicBezTo>
                    <a:pt x="1087" y="1197"/>
                    <a:pt x="1127" y="1197"/>
                    <a:pt x="1168" y="1197"/>
                  </a:cubicBezTo>
                  <a:cubicBezTo>
                    <a:pt x="1201" y="1194"/>
                    <a:pt x="1224" y="1193"/>
                    <a:pt x="1240" y="1193"/>
                  </a:cubicBezTo>
                  <a:cubicBezTo>
                    <a:pt x="1281" y="1193"/>
                    <a:pt x="1257" y="1201"/>
                    <a:pt x="1168" y="1213"/>
                  </a:cubicBezTo>
                  <a:cubicBezTo>
                    <a:pt x="990" y="1229"/>
                    <a:pt x="990" y="1245"/>
                    <a:pt x="1103" y="1270"/>
                  </a:cubicBezTo>
                  <a:cubicBezTo>
                    <a:pt x="1189" y="1287"/>
                    <a:pt x="1210" y="1304"/>
                    <a:pt x="1175" y="1304"/>
                  </a:cubicBezTo>
                  <a:cubicBezTo>
                    <a:pt x="1161" y="1304"/>
                    <a:pt x="1136" y="1301"/>
                    <a:pt x="1103" y="1294"/>
                  </a:cubicBezTo>
                  <a:cubicBezTo>
                    <a:pt x="1042" y="1290"/>
                    <a:pt x="1012" y="1288"/>
                    <a:pt x="1005" y="1288"/>
                  </a:cubicBezTo>
                  <a:cubicBezTo>
                    <a:pt x="998" y="1288"/>
                    <a:pt x="1014" y="1290"/>
                    <a:pt x="1046" y="1294"/>
                  </a:cubicBezTo>
                  <a:cubicBezTo>
                    <a:pt x="1038" y="1310"/>
                    <a:pt x="1038" y="1326"/>
                    <a:pt x="1038" y="1334"/>
                  </a:cubicBezTo>
                  <a:cubicBezTo>
                    <a:pt x="1079" y="1343"/>
                    <a:pt x="1119" y="1351"/>
                    <a:pt x="1160" y="1351"/>
                  </a:cubicBezTo>
                  <a:cubicBezTo>
                    <a:pt x="1038" y="1359"/>
                    <a:pt x="982" y="1367"/>
                    <a:pt x="1095" y="1383"/>
                  </a:cubicBezTo>
                  <a:lnTo>
                    <a:pt x="1095" y="1399"/>
                  </a:lnTo>
                  <a:cubicBezTo>
                    <a:pt x="1095" y="1407"/>
                    <a:pt x="1095" y="1407"/>
                    <a:pt x="1152" y="1416"/>
                  </a:cubicBezTo>
                  <a:cubicBezTo>
                    <a:pt x="1217" y="1424"/>
                    <a:pt x="1152" y="1432"/>
                    <a:pt x="1095" y="1432"/>
                  </a:cubicBezTo>
                  <a:cubicBezTo>
                    <a:pt x="1038" y="1440"/>
                    <a:pt x="973" y="1448"/>
                    <a:pt x="1030" y="1448"/>
                  </a:cubicBezTo>
                  <a:cubicBezTo>
                    <a:pt x="1095" y="1456"/>
                    <a:pt x="1152" y="1464"/>
                    <a:pt x="1209" y="1472"/>
                  </a:cubicBezTo>
                  <a:cubicBezTo>
                    <a:pt x="1254" y="1478"/>
                    <a:pt x="1235" y="1484"/>
                    <a:pt x="1200" y="1484"/>
                  </a:cubicBezTo>
                  <a:cubicBezTo>
                    <a:pt x="1186" y="1484"/>
                    <a:pt x="1168" y="1483"/>
                    <a:pt x="1152" y="1480"/>
                  </a:cubicBezTo>
                  <a:cubicBezTo>
                    <a:pt x="1141" y="1478"/>
                    <a:pt x="1130" y="1477"/>
                    <a:pt x="1119" y="1477"/>
                  </a:cubicBezTo>
                  <a:cubicBezTo>
                    <a:pt x="1090" y="1477"/>
                    <a:pt x="1060" y="1485"/>
                    <a:pt x="1030" y="1497"/>
                  </a:cubicBezTo>
                  <a:cubicBezTo>
                    <a:pt x="1030" y="1497"/>
                    <a:pt x="1030" y="1513"/>
                    <a:pt x="1087" y="1513"/>
                  </a:cubicBezTo>
                  <a:cubicBezTo>
                    <a:pt x="1152" y="1513"/>
                    <a:pt x="1144" y="1562"/>
                    <a:pt x="1087" y="1570"/>
                  </a:cubicBezTo>
                  <a:cubicBezTo>
                    <a:pt x="1087" y="1570"/>
                    <a:pt x="1087" y="1570"/>
                    <a:pt x="1087" y="1578"/>
                  </a:cubicBezTo>
                  <a:cubicBezTo>
                    <a:pt x="1087" y="1586"/>
                    <a:pt x="1144" y="1594"/>
                    <a:pt x="1144" y="1602"/>
                  </a:cubicBezTo>
                  <a:cubicBezTo>
                    <a:pt x="1144" y="1602"/>
                    <a:pt x="1144" y="1610"/>
                    <a:pt x="1200" y="1618"/>
                  </a:cubicBezTo>
                  <a:cubicBezTo>
                    <a:pt x="1200" y="1626"/>
                    <a:pt x="1200" y="1634"/>
                    <a:pt x="1144" y="1634"/>
                  </a:cubicBezTo>
                  <a:cubicBezTo>
                    <a:pt x="1257" y="1634"/>
                    <a:pt x="1257" y="1634"/>
                    <a:pt x="1144" y="1643"/>
                  </a:cubicBezTo>
                  <a:cubicBezTo>
                    <a:pt x="1022" y="1643"/>
                    <a:pt x="1022" y="1643"/>
                    <a:pt x="1144" y="1651"/>
                  </a:cubicBezTo>
                  <a:cubicBezTo>
                    <a:pt x="1200" y="1659"/>
                    <a:pt x="1200" y="1659"/>
                    <a:pt x="1144" y="1667"/>
                  </a:cubicBezTo>
                  <a:cubicBezTo>
                    <a:pt x="1079" y="1667"/>
                    <a:pt x="1079" y="1675"/>
                    <a:pt x="1144" y="1675"/>
                  </a:cubicBezTo>
                  <a:cubicBezTo>
                    <a:pt x="1257" y="1683"/>
                    <a:pt x="1314" y="1707"/>
                    <a:pt x="1200" y="1707"/>
                  </a:cubicBezTo>
                  <a:cubicBezTo>
                    <a:pt x="1200" y="1707"/>
                    <a:pt x="1200" y="1707"/>
                    <a:pt x="1257" y="1716"/>
                  </a:cubicBezTo>
                  <a:cubicBezTo>
                    <a:pt x="1379" y="1724"/>
                    <a:pt x="1379" y="1724"/>
                    <a:pt x="1257" y="1724"/>
                  </a:cubicBezTo>
                  <a:cubicBezTo>
                    <a:pt x="1136" y="1732"/>
                    <a:pt x="1136" y="1740"/>
                    <a:pt x="1257" y="1748"/>
                  </a:cubicBezTo>
                  <a:cubicBezTo>
                    <a:pt x="1257" y="1748"/>
                    <a:pt x="1314" y="1756"/>
                    <a:pt x="1257" y="1764"/>
                  </a:cubicBezTo>
                  <a:cubicBezTo>
                    <a:pt x="1197" y="1772"/>
                    <a:pt x="1144" y="1814"/>
                    <a:pt x="1226" y="1814"/>
                  </a:cubicBezTo>
                  <a:cubicBezTo>
                    <a:pt x="1233" y="1814"/>
                    <a:pt x="1240" y="1813"/>
                    <a:pt x="1249" y="1813"/>
                  </a:cubicBezTo>
                  <a:lnTo>
                    <a:pt x="1249" y="1829"/>
                  </a:lnTo>
                  <a:cubicBezTo>
                    <a:pt x="1192" y="1845"/>
                    <a:pt x="1192" y="1845"/>
                    <a:pt x="1249" y="1853"/>
                  </a:cubicBezTo>
                  <a:lnTo>
                    <a:pt x="1306" y="1862"/>
                  </a:lnTo>
                  <a:cubicBezTo>
                    <a:pt x="1265" y="1862"/>
                    <a:pt x="1225" y="1862"/>
                    <a:pt x="1184" y="1878"/>
                  </a:cubicBezTo>
                  <a:cubicBezTo>
                    <a:pt x="1184" y="1886"/>
                    <a:pt x="1184" y="1886"/>
                    <a:pt x="1249" y="1886"/>
                  </a:cubicBezTo>
                  <a:cubicBezTo>
                    <a:pt x="1266" y="1883"/>
                    <a:pt x="1277" y="1882"/>
                    <a:pt x="1286" y="1882"/>
                  </a:cubicBezTo>
                  <a:cubicBezTo>
                    <a:pt x="1306" y="1882"/>
                    <a:pt x="1306" y="1888"/>
                    <a:pt x="1306" y="1894"/>
                  </a:cubicBezTo>
                  <a:cubicBezTo>
                    <a:pt x="1265" y="1902"/>
                    <a:pt x="1225" y="1910"/>
                    <a:pt x="1184" y="1910"/>
                  </a:cubicBezTo>
                  <a:cubicBezTo>
                    <a:pt x="1306" y="1910"/>
                    <a:pt x="1306" y="1918"/>
                    <a:pt x="1249" y="1918"/>
                  </a:cubicBezTo>
                  <a:cubicBezTo>
                    <a:pt x="1184" y="1926"/>
                    <a:pt x="1184" y="1934"/>
                    <a:pt x="1184" y="1943"/>
                  </a:cubicBezTo>
                  <a:cubicBezTo>
                    <a:pt x="1222" y="1943"/>
                    <a:pt x="1209" y="1946"/>
                    <a:pt x="1197" y="1946"/>
                  </a:cubicBezTo>
                  <a:cubicBezTo>
                    <a:pt x="1191" y="1946"/>
                    <a:pt x="1184" y="1945"/>
                    <a:pt x="1184" y="1943"/>
                  </a:cubicBezTo>
                  <a:lnTo>
                    <a:pt x="1127" y="1943"/>
                  </a:lnTo>
                  <a:cubicBezTo>
                    <a:pt x="1063" y="1951"/>
                    <a:pt x="1127" y="1951"/>
                    <a:pt x="1184" y="1951"/>
                  </a:cubicBezTo>
                  <a:cubicBezTo>
                    <a:pt x="1184" y="1951"/>
                    <a:pt x="1184" y="1959"/>
                    <a:pt x="1184" y="1967"/>
                  </a:cubicBezTo>
                  <a:cubicBezTo>
                    <a:pt x="1184" y="1973"/>
                    <a:pt x="1184" y="1978"/>
                    <a:pt x="1204" y="1978"/>
                  </a:cubicBezTo>
                  <a:cubicBezTo>
                    <a:pt x="1213" y="1978"/>
                    <a:pt x="1224" y="1977"/>
                    <a:pt x="1241" y="1975"/>
                  </a:cubicBezTo>
                  <a:cubicBezTo>
                    <a:pt x="1258" y="1972"/>
                    <a:pt x="1275" y="1970"/>
                    <a:pt x="1291" y="1970"/>
                  </a:cubicBezTo>
                  <a:cubicBezTo>
                    <a:pt x="1315" y="1970"/>
                    <a:pt x="1339" y="1974"/>
                    <a:pt x="1363" y="1983"/>
                  </a:cubicBezTo>
                  <a:cubicBezTo>
                    <a:pt x="1342" y="1979"/>
                    <a:pt x="1322" y="1977"/>
                    <a:pt x="1302" y="1977"/>
                  </a:cubicBezTo>
                  <a:cubicBezTo>
                    <a:pt x="1282" y="1977"/>
                    <a:pt x="1261" y="1979"/>
                    <a:pt x="1241" y="1983"/>
                  </a:cubicBezTo>
                  <a:cubicBezTo>
                    <a:pt x="1241" y="1991"/>
                    <a:pt x="1184" y="1991"/>
                    <a:pt x="1184" y="1991"/>
                  </a:cubicBezTo>
                  <a:cubicBezTo>
                    <a:pt x="1171" y="1990"/>
                    <a:pt x="1160" y="1990"/>
                    <a:pt x="1150" y="1990"/>
                  </a:cubicBezTo>
                  <a:cubicBezTo>
                    <a:pt x="1075" y="1990"/>
                    <a:pt x="1126" y="2016"/>
                    <a:pt x="1176" y="2024"/>
                  </a:cubicBezTo>
                  <a:cubicBezTo>
                    <a:pt x="1298" y="2040"/>
                    <a:pt x="1298" y="2048"/>
                    <a:pt x="1176" y="2048"/>
                  </a:cubicBezTo>
                  <a:cubicBezTo>
                    <a:pt x="1063" y="2048"/>
                    <a:pt x="1176" y="2056"/>
                    <a:pt x="1355" y="2064"/>
                  </a:cubicBezTo>
                  <a:lnTo>
                    <a:pt x="1533" y="2072"/>
                  </a:lnTo>
                  <a:lnTo>
                    <a:pt x="1355" y="2072"/>
                  </a:lnTo>
                  <a:cubicBezTo>
                    <a:pt x="1119" y="2080"/>
                    <a:pt x="1119" y="2080"/>
                    <a:pt x="1233" y="2105"/>
                  </a:cubicBezTo>
                  <a:cubicBezTo>
                    <a:pt x="1290" y="2121"/>
                    <a:pt x="1290" y="2121"/>
                    <a:pt x="1233" y="2121"/>
                  </a:cubicBezTo>
                  <a:cubicBezTo>
                    <a:pt x="1176" y="2121"/>
                    <a:pt x="1176" y="2121"/>
                    <a:pt x="1168" y="2145"/>
                  </a:cubicBezTo>
                  <a:cubicBezTo>
                    <a:pt x="1168" y="2170"/>
                    <a:pt x="1168" y="2178"/>
                    <a:pt x="1233" y="2178"/>
                  </a:cubicBezTo>
                  <a:lnTo>
                    <a:pt x="1233" y="2194"/>
                  </a:lnTo>
                  <a:cubicBezTo>
                    <a:pt x="1136" y="2194"/>
                    <a:pt x="1152" y="2204"/>
                    <a:pt x="1225" y="2204"/>
                  </a:cubicBezTo>
                  <a:cubicBezTo>
                    <a:pt x="1244" y="2204"/>
                    <a:pt x="1265" y="2204"/>
                    <a:pt x="1290" y="2202"/>
                  </a:cubicBezTo>
                  <a:cubicBezTo>
                    <a:pt x="1290" y="2202"/>
                    <a:pt x="1290" y="2210"/>
                    <a:pt x="1290" y="2218"/>
                  </a:cubicBezTo>
                  <a:lnTo>
                    <a:pt x="1225" y="2218"/>
                  </a:lnTo>
                  <a:cubicBezTo>
                    <a:pt x="1168" y="2218"/>
                    <a:pt x="1168" y="2234"/>
                    <a:pt x="1160" y="2291"/>
                  </a:cubicBezTo>
                  <a:cubicBezTo>
                    <a:pt x="1160" y="2356"/>
                    <a:pt x="1160" y="2364"/>
                    <a:pt x="1282" y="2364"/>
                  </a:cubicBezTo>
                  <a:cubicBezTo>
                    <a:pt x="1395" y="2372"/>
                    <a:pt x="1395" y="2380"/>
                    <a:pt x="1273" y="2380"/>
                  </a:cubicBezTo>
                  <a:cubicBezTo>
                    <a:pt x="1217" y="2380"/>
                    <a:pt x="1160" y="2389"/>
                    <a:pt x="1217" y="2389"/>
                  </a:cubicBezTo>
                  <a:cubicBezTo>
                    <a:pt x="1217" y="2389"/>
                    <a:pt x="1217" y="2397"/>
                    <a:pt x="1160" y="2405"/>
                  </a:cubicBezTo>
                  <a:cubicBezTo>
                    <a:pt x="1038" y="2429"/>
                    <a:pt x="1095" y="2437"/>
                    <a:pt x="1152" y="2437"/>
                  </a:cubicBezTo>
                  <a:cubicBezTo>
                    <a:pt x="1187" y="2435"/>
                    <a:pt x="1208" y="2434"/>
                    <a:pt x="1217" y="2434"/>
                  </a:cubicBezTo>
                  <a:cubicBezTo>
                    <a:pt x="1239" y="2434"/>
                    <a:pt x="1198" y="2440"/>
                    <a:pt x="1152" y="2445"/>
                  </a:cubicBezTo>
                  <a:cubicBezTo>
                    <a:pt x="1095" y="2453"/>
                    <a:pt x="1030" y="2461"/>
                    <a:pt x="1095" y="2461"/>
                  </a:cubicBezTo>
                  <a:cubicBezTo>
                    <a:pt x="1152" y="2470"/>
                    <a:pt x="1209" y="2510"/>
                    <a:pt x="1087" y="2510"/>
                  </a:cubicBezTo>
                  <a:cubicBezTo>
                    <a:pt x="1087" y="2510"/>
                    <a:pt x="1087" y="2518"/>
                    <a:pt x="1087" y="2526"/>
                  </a:cubicBezTo>
                  <a:cubicBezTo>
                    <a:pt x="1152" y="2526"/>
                    <a:pt x="1152" y="2534"/>
                    <a:pt x="1144" y="2551"/>
                  </a:cubicBezTo>
                  <a:cubicBezTo>
                    <a:pt x="1144" y="2567"/>
                    <a:pt x="1144" y="2575"/>
                    <a:pt x="1087" y="2575"/>
                  </a:cubicBezTo>
                  <a:cubicBezTo>
                    <a:pt x="1072" y="2573"/>
                    <a:pt x="1061" y="2572"/>
                    <a:pt x="1054" y="2572"/>
                  </a:cubicBezTo>
                  <a:cubicBezTo>
                    <a:pt x="1034" y="2572"/>
                    <a:pt x="1045" y="2579"/>
                    <a:pt x="1087" y="2591"/>
                  </a:cubicBezTo>
                  <a:cubicBezTo>
                    <a:pt x="1087" y="2599"/>
                    <a:pt x="1200" y="2607"/>
                    <a:pt x="1200" y="2607"/>
                  </a:cubicBezTo>
                  <a:cubicBezTo>
                    <a:pt x="1241" y="2607"/>
                    <a:pt x="1282" y="2616"/>
                    <a:pt x="1322" y="2624"/>
                  </a:cubicBezTo>
                  <a:lnTo>
                    <a:pt x="1144" y="2624"/>
                  </a:lnTo>
                  <a:cubicBezTo>
                    <a:pt x="1144" y="2632"/>
                    <a:pt x="1144" y="2640"/>
                    <a:pt x="1200" y="2640"/>
                  </a:cubicBezTo>
                  <a:cubicBezTo>
                    <a:pt x="1144" y="2648"/>
                    <a:pt x="1144" y="2656"/>
                    <a:pt x="1144" y="2672"/>
                  </a:cubicBezTo>
                  <a:cubicBezTo>
                    <a:pt x="1136" y="2680"/>
                    <a:pt x="1136" y="2697"/>
                    <a:pt x="1200" y="2705"/>
                  </a:cubicBezTo>
                  <a:cubicBezTo>
                    <a:pt x="1079" y="2713"/>
                    <a:pt x="1079" y="2753"/>
                    <a:pt x="1192" y="2761"/>
                  </a:cubicBezTo>
                  <a:cubicBezTo>
                    <a:pt x="1257" y="2761"/>
                    <a:pt x="1257" y="2770"/>
                    <a:pt x="1192" y="2778"/>
                  </a:cubicBezTo>
                  <a:cubicBezTo>
                    <a:pt x="1136" y="2786"/>
                    <a:pt x="1136" y="2786"/>
                    <a:pt x="1192" y="2794"/>
                  </a:cubicBezTo>
                  <a:cubicBezTo>
                    <a:pt x="1249" y="2802"/>
                    <a:pt x="1192" y="2810"/>
                    <a:pt x="1136" y="2818"/>
                  </a:cubicBezTo>
                  <a:cubicBezTo>
                    <a:pt x="1014" y="2818"/>
                    <a:pt x="1014" y="2826"/>
                    <a:pt x="1071" y="2834"/>
                  </a:cubicBezTo>
                  <a:cubicBezTo>
                    <a:pt x="1127" y="2851"/>
                    <a:pt x="1127" y="2867"/>
                    <a:pt x="1127" y="2875"/>
                  </a:cubicBezTo>
                  <a:cubicBezTo>
                    <a:pt x="1151" y="2884"/>
                    <a:pt x="1175" y="2888"/>
                    <a:pt x="1199" y="2888"/>
                  </a:cubicBezTo>
                  <a:cubicBezTo>
                    <a:pt x="1216" y="2888"/>
                    <a:pt x="1232" y="2886"/>
                    <a:pt x="1249" y="2883"/>
                  </a:cubicBezTo>
                  <a:cubicBezTo>
                    <a:pt x="1290" y="2891"/>
                    <a:pt x="1330" y="2891"/>
                    <a:pt x="1363" y="2891"/>
                  </a:cubicBezTo>
                  <a:cubicBezTo>
                    <a:pt x="1401" y="2901"/>
                    <a:pt x="1394" y="2905"/>
                    <a:pt x="1382" y="2905"/>
                  </a:cubicBezTo>
                  <a:cubicBezTo>
                    <a:pt x="1374" y="2905"/>
                    <a:pt x="1363" y="2903"/>
                    <a:pt x="1363" y="2899"/>
                  </a:cubicBezTo>
                  <a:cubicBezTo>
                    <a:pt x="1346" y="2895"/>
                    <a:pt x="1328" y="2893"/>
                    <a:pt x="1309" y="2893"/>
                  </a:cubicBezTo>
                  <a:cubicBezTo>
                    <a:pt x="1290" y="2893"/>
                    <a:pt x="1269" y="2895"/>
                    <a:pt x="1249" y="2899"/>
                  </a:cubicBezTo>
                  <a:cubicBezTo>
                    <a:pt x="1184" y="2907"/>
                    <a:pt x="1184" y="2924"/>
                    <a:pt x="1184" y="2932"/>
                  </a:cubicBezTo>
                  <a:cubicBezTo>
                    <a:pt x="1184" y="2940"/>
                    <a:pt x="1184" y="2956"/>
                    <a:pt x="1184" y="2956"/>
                  </a:cubicBezTo>
                  <a:cubicBezTo>
                    <a:pt x="1119" y="2980"/>
                    <a:pt x="1119" y="2988"/>
                    <a:pt x="1184" y="2988"/>
                  </a:cubicBezTo>
                  <a:lnTo>
                    <a:pt x="1241" y="2988"/>
                  </a:lnTo>
                  <a:cubicBezTo>
                    <a:pt x="1119" y="2997"/>
                    <a:pt x="1119" y="3078"/>
                    <a:pt x="1233" y="3086"/>
                  </a:cubicBezTo>
                  <a:lnTo>
                    <a:pt x="1176" y="3086"/>
                  </a:lnTo>
                  <a:cubicBezTo>
                    <a:pt x="1119" y="3086"/>
                    <a:pt x="1119" y="3094"/>
                    <a:pt x="1111" y="3102"/>
                  </a:cubicBezTo>
                  <a:cubicBezTo>
                    <a:pt x="1111" y="3110"/>
                    <a:pt x="1176" y="3143"/>
                    <a:pt x="1168" y="3167"/>
                  </a:cubicBezTo>
                  <a:cubicBezTo>
                    <a:pt x="1168" y="3191"/>
                    <a:pt x="1168" y="3215"/>
                    <a:pt x="1225" y="3215"/>
                  </a:cubicBezTo>
                  <a:cubicBezTo>
                    <a:pt x="1225" y="3224"/>
                    <a:pt x="1225" y="3224"/>
                    <a:pt x="1168" y="3224"/>
                  </a:cubicBezTo>
                  <a:cubicBezTo>
                    <a:pt x="1151" y="3221"/>
                    <a:pt x="1140" y="3220"/>
                    <a:pt x="1131" y="3220"/>
                  </a:cubicBezTo>
                  <a:cubicBezTo>
                    <a:pt x="1111" y="3220"/>
                    <a:pt x="1111" y="3226"/>
                    <a:pt x="1111" y="3232"/>
                  </a:cubicBezTo>
                  <a:cubicBezTo>
                    <a:pt x="1127" y="3236"/>
                    <a:pt x="1146" y="3238"/>
                    <a:pt x="1165" y="3238"/>
                  </a:cubicBezTo>
                  <a:cubicBezTo>
                    <a:pt x="1184" y="3238"/>
                    <a:pt x="1205" y="3236"/>
                    <a:pt x="1225" y="3232"/>
                  </a:cubicBezTo>
                  <a:cubicBezTo>
                    <a:pt x="1290" y="3232"/>
                    <a:pt x="1290" y="3240"/>
                    <a:pt x="1225" y="3256"/>
                  </a:cubicBezTo>
                  <a:cubicBezTo>
                    <a:pt x="1168" y="3272"/>
                    <a:pt x="1160" y="3305"/>
                    <a:pt x="1225" y="3313"/>
                  </a:cubicBezTo>
                  <a:cubicBezTo>
                    <a:pt x="1225" y="3321"/>
                    <a:pt x="1225" y="3329"/>
                    <a:pt x="1160" y="3329"/>
                  </a:cubicBezTo>
                  <a:cubicBezTo>
                    <a:pt x="1103" y="3337"/>
                    <a:pt x="1038" y="3353"/>
                    <a:pt x="1160" y="3370"/>
                  </a:cubicBezTo>
                  <a:lnTo>
                    <a:pt x="1095" y="3370"/>
                  </a:lnTo>
                  <a:cubicBezTo>
                    <a:pt x="1038" y="3378"/>
                    <a:pt x="982" y="3378"/>
                    <a:pt x="1095" y="3386"/>
                  </a:cubicBezTo>
                  <a:cubicBezTo>
                    <a:pt x="1160" y="3402"/>
                    <a:pt x="1152" y="3426"/>
                    <a:pt x="1095" y="3434"/>
                  </a:cubicBezTo>
                  <a:cubicBezTo>
                    <a:pt x="1095" y="3443"/>
                    <a:pt x="1095" y="3451"/>
                    <a:pt x="1152" y="3451"/>
                  </a:cubicBezTo>
                  <a:lnTo>
                    <a:pt x="1217" y="3451"/>
                  </a:lnTo>
                  <a:cubicBezTo>
                    <a:pt x="1095" y="3459"/>
                    <a:pt x="1095" y="3459"/>
                    <a:pt x="1209" y="3467"/>
                  </a:cubicBezTo>
                  <a:cubicBezTo>
                    <a:pt x="1273" y="3467"/>
                    <a:pt x="1273" y="3475"/>
                    <a:pt x="1209" y="3475"/>
                  </a:cubicBezTo>
                  <a:cubicBezTo>
                    <a:pt x="1152" y="3483"/>
                    <a:pt x="1152" y="3491"/>
                    <a:pt x="1152" y="3491"/>
                  </a:cubicBezTo>
                  <a:cubicBezTo>
                    <a:pt x="1152" y="3499"/>
                    <a:pt x="1209" y="3532"/>
                    <a:pt x="1209" y="3572"/>
                  </a:cubicBezTo>
                  <a:cubicBezTo>
                    <a:pt x="1200" y="3629"/>
                    <a:pt x="1200" y="3645"/>
                    <a:pt x="1265" y="3645"/>
                  </a:cubicBezTo>
                  <a:cubicBezTo>
                    <a:pt x="1322" y="3653"/>
                    <a:pt x="1322" y="3653"/>
                    <a:pt x="1257" y="3661"/>
                  </a:cubicBezTo>
                  <a:cubicBezTo>
                    <a:pt x="1200" y="3670"/>
                    <a:pt x="1200" y="3678"/>
                    <a:pt x="1200" y="3686"/>
                  </a:cubicBezTo>
                  <a:cubicBezTo>
                    <a:pt x="1200" y="3694"/>
                    <a:pt x="1200" y="3702"/>
                    <a:pt x="1136" y="3702"/>
                  </a:cubicBezTo>
                  <a:cubicBezTo>
                    <a:pt x="1200" y="3710"/>
                    <a:pt x="1200" y="3710"/>
                    <a:pt x="1200" y="3718"/>
                  </a:cubicBezTo>
                  <a:cubicBezTo>
                    <a:pt x="1136" y="3718"/>
                    <a:pt x="1136" y="3718"/>
                    <a:pt x="1200" y="3726"/>
                  </a:cubicBezTo>
                  <a:cubicBezTo>
                    <a:pt x="1314" y="3734"/>
                    <a:pt x="1314" y="3734"/>
                    <a:pt x="1200" y="3734"/>
                  </a:cubicBezTo>
                  <a:cubicBezTo>
                    <a:pt x="1145" y="3734"/>
                    <a:pt x="1095" y="3752"/>
                    <a:pt x="1118" y="3752"/>
                  </a:cubicBezTo>
                  <a:cubicBezTo>
                    <a:pt x="1122" y="3752"/>
                    <a:pt x="1127" y="3752"/>
                    <a:pt x="1136" y="3751"/>
                  </a:cubicBezTo>
                  <a:cubicBezTo>
                    <a:pt x="1176" y="3751"/>
                    <a:pt x="1217" y="3759"/>
                    <a:pt x="1257" y="3775"/>
                  </a:cubicBezTo>
                  <a:cubicBezTo>
                    <a:pt x="1257" y="3783"/>
                    <a:pt x="1257" y="3783"/>
                    <a:pt x="1192" y="3783"/>
                  </a:cubicBezTo>
                  <a:cubicBezTo>
                    <a:pt x="1136" y="3791"/>
                    <a:pt x="1192" y="3832"/>
                    <a:pt x="1249" y="3840"/>
                  </a:cubicBezTo>
                  <a:cubicBezTo>
                    <a:pt x="1314" y="3840"/>
                    <a:pt x="1306" y="3848"/>
                    <a:pt x="1249" y="3848"/>
                  </a:cubicBezTo>
                  <a:cubicBezTo>
                    <a:pt x="1192" y="3848"/>
                    <a:pt x="1192" y="3856"/>
                    <a:pt x="1192" y="3856"/>
                  </a:cubicBezTo>
                  <a:cubicBezTo>
                    <a:pt x="1249" y="3864"/>
                    <a:pt x="1192" y="3864"/>
                    <a:pt x="1127" y="3864"/>
                  </a:cubicBezTo>
                  <a:cubicBezTo>
                    <a:pt x="1112" y="3862"/>
                    <a:pt x="1101" y="3861"/>
                    <a:pt x="1093" y="3861"/>
                  </a:cubicBezTo>
                  <a:cubicBezTo>
                    <a:pt x="1071" y="3861"/>
                    <a:pt x="1071" y="3868"/>
                    <a:pt x="1071" y="3880"/>
                  </a:cubicBezTo>
                  <a:cubicBezTo>
                    <a:pt x="1127" y="3888"/>
                    <a:pt x="1127" y="3921"/>
                    <a:pt x="1127" y="3937"/>
                  </a:cubicBezTo>
                  <a:cubicBezTo>
                    <a:pt x="1119" y="3978"/>
                    <a:pt x="1184" y="3986"/>
                    <a:pt x="1298" y="3994"/>
                  </a:cubicBezTo>
                  <a:lnTo>
                    <a:pt x="1419" y="4002"/>
                  </a:lnTo>
                  <a:lnTo>
                    <a:pt x="1298" y="4002"/>
                  </a:lnTo>
                  <a:cubicBezTo>
                    <a:pt x="1241" y="4002"/>
                    <a:pt x="1119" y="4010"/>
                    <a:pt x="1119" y="4010"/>
                  </a:cubicBezTo>
                  <a:cubicBezTo>
                    <a:pt x="1148" y="4016"/>
                    <a:pt x="1177" y="4022"/>
                    <a:pt x="1205" y="4022"/>
                  </a:cubicBezTo>
                  <a:cubicBezTo>
                    <a:pt x="1217" y="4022"/>
                    <a:pt x="1229" y="4021"/>
                    <a:pt x="1241" y="4018"/>
                  </a:cubicBezTo>
                  <a:cubicBezTo>
                    <a:pt x="1298" y="4018"/>
                    <a:pt x="1298" y="4026"/>
                    <a:pt x="1241" y="4042"/>
                  </a:cubicBezTo>
                  <a:cubicBezTo>
                    <a:pt x="1176" y="4059"/>
                    <a:pt x="1176" y="4059"/>
                    <a:pt x="1233" y="4067"/>
                  </a:cubicBezTo>
                  <a:cubicBezTo>
                    <a:pt x="1233" y="4075"/>
                    <a:pt x="1233" y="4083"/>
                    <a:pt x="1176" y="4091"/>
                  </a:cubicBezTo>
                  <a:cubicBezTo>
                    <a:pt x="1176" y="4099"/>
                    <a:pt x="1176" y="4099"/>
                    <a:pt x="1233" y="4099"/>
                  </a:cubicBezTo>
                  <a:cubicBezTo>
                    <a:pt x="1298" y="4099"/>
                    <a:pt x="1298" y="4107"/>
                    <a:pt x="1233" y="4115"/>
                  </a:cubicBezTo>
                  <a:cubicBezTo>
                    <a:pt x="1111" y="4124"/>
                    <a:pt x="1111" y="4140"/>
                    <a:pt x="1168" y="4140"/>
                  </a:cubicBezTo>
                  <a:cubicBezTo>
                    <a:pt x="1233" y="4140"/>
                    <a:pt x="1233" y="4148"/>
                    <a:pt x="1233" y="4156"/>
                  </a:cubicBezTo>
                  <a:cubicBezTo>
                    <a:pt x="1233" y="4164"/>
                    <a:pt x="1233" y="4172"/>
                    <a:pt x="1290" y="4180"/>
                  </a:cubicBezTo>
                  <a:lnTo>
                    <a:pt x="1290" y="4197"/>
                  </a:lnTo>
                  <a:cubicBezTo>
                    <a:pt x="1290" y="4199"/>
                    <a:pt x="1284" y="4200"/>
                    <a:pt x="1276" y="4200"/>
                  </a:cubicBezTo>
                  <a:cubicBezTo>
                    <a:pt x="1258" y="4200"/>
                    <a:pt x="1227" y="4194"/>
                    <a:pt x="1233" y="4188"/>
                  </a:cubicBezTo>
                  <a:lnTo>
                    <a:pt x="1233" y="4188"/>
                  </a:lnTo>
                  <a:lnTo>
                    <a:pt x="1168" y="4197"/>
                  </a:lnTo>
                  <a:cubicBezTo>
                    <a:pt x="1168" y="4205"/>
                    <a:pt x="1168" y="4213"/>
                    <a:pt x="1225" y="4221"/>
                  </a:cubicBezTo>
                  <a:cubicBezTo>
                    <a:pt x="1346" y="4229"/>
                    <a:pt x="1346" y="4229"/>
                    <a:pt x="1225" y="4229"/>
                  </a:cubicBezTo>
                  <a:cubicBezTo>
                    <a:pt x="1168" y="4229"/>
                    <a:pt x="1103" y="4237"/>
                    <a:pt x="1168" y="4245"/>
                  </a:cubicBezTo>
                  <a:cubicBezTo>
                    <a:pt x="1282" y="4253"/>
                    <a:pt x="1225" y="4261"/>
                    <a:pt x="1168" y="4261"/>
                  </a:cubicBezTo>
                  <a:cubicBezTo>
                    <a:pt x="1124" y="4258"/>
                    <a:pt x="1095" y="4257"/>
                    <a:pt x="1083" y="4257"/>
                  </a:cubicBezTo>
                  <a:cubicBezTo>
                    <a:pt x="1062" y="4257"/>
                    <a:pt x="1088" y="4262"/>
                    <a:pt x="1160" y="4278"/>
                  </a:cubicBezTo>
                  <a:cubicBezTo>
                    <a:pt x="1160" y="4294"/>
                    <a:pt x="1225" y="4326"/>
                    <a:pt x="1217" y="4342"/>
                  </a:cubicBezTo>
                  <a:cubicBezTo>
                    <a:pt x="1217" y="4375"/>
                    <a:pt x="1217" y="4391"/>
                    <a:pt x="1160" y="4399"/>
                  </a:cubicBezTo>
                  <a:cubicBezTo>
                    <a:pt x="1148" y="4399"/>
                    <a:pt x="1137" y="4399"/>
                    <a:pt x="1127" y="4399"/>
                  </a:cubicBezTo>
                  <a:lnTo>
                    <a:pt x="1127" y="4399"/>
                  </a:lnTo>
                  <a:cubicBezTo>
                    <a:pt x="1217" y="4401"/>
                    <a:pt x="1217" y="4409"/>
                    <a:pt x="1217" y="4424"/>
                  </a:cubicBezTo>
                  <a:cubicBezTo>
                    <a:pt x="1152" y="4448"/>
                    <a:pt x="1209" y="4464"/>
                    <a:pt x="1273" y="4472"/>
                  </a:cubicBezTo>
                  <a:cubicBezTo>
                    <a:pt x="1273" y="4464"/>
                    <a:pt x="1273" y="4456"/>
                    <a:pt x="1273" y="4456"/>
                  </a:cubicBezTo>
                  <a:cubicBezTo>
                    <a:pt x="1395" y="4456"/>
                    <a:pt x="1395" y="4464"/>
                    <a:pt x="1330" y="4480"/>
                  </a:cubicBezTo>
                  <a:cubicBezTo>
                    <a:pt x="1310" y="4484"/>
                    <a:pt x="1290" y="4486"/>
                    <a:pt x="1269" y="4486"/>
                  </a:cubicBezTo>
                  <a:cubicBezTo>
                    <a:pt x="1249" y="4486"/>
                    <a:pt x="1229" y="4484"/>
                    <a:pt x="1209" y="4480"/>
                  </a:cubicBezTo>
                  <a:cubicBezTo>
                    <a:pt x="1168" y="4480"/>
                    <a:pt x="1127" y="4488"/>
                    <a:pt x="1087" y="4497"/>
                  </a:cubicBezTo>
                  <a:cubicBezTo>
                    <a:pt x="1087" y="4502"/>
                    <a:pt x="1087" y="4508"/>
                    <a:pt x="1110" y="4508"/>
                  </a:cubicBezTo>
                  <a:cubicBezTo>
                    <a:pt x="1119" y="4508"/>
                    <a:pt x="1133" y="4507"/>
                    <a:pt x="1152" y="4505"/>
                  </a:cubicBezTo>
                  <a:cubicBezTo>
                    <a:pt x="1209" y="4505"/>
                    <a:pt x="1209" y="4505"/>
                    <a:pt x="1209" y="4513"/>
                  </a:cubicBezTo>
                  <a:cubicBezTo>
                    <a:pt x="1209" y="4521"/>
                    <a:pt x="1209" y="4529"/>
                    <a:pt x="1265" y="4537"/>
                  </a:cubicBezTo>
                  <a:cubicBezTo>
                    <a:pt x="1330" y="4537"/>
                    <a:pt x="1330" y="4545"/>
                    <a:pt x="1330" y="4545"/>
                  </a:cubicBezTo>
                  <a:cubicBezTo>
                    <a:pt x="1265" y="4553"/>
                    <a:pt x="1265" y="4569"/>
                    <a:pt x="1265" y="4569"/>
                  </a:cubicBezTo>
                  <a:lnTo>
                    <a:pt x="1209" y="4569"/>
                  </a:lnTo>
                  <a:cubicBezTo>
                    <a:pt x="1168" y="4569"/>
                    <a:pt x="1127" y="4569"/>
                    <a:pt x="1087" y="4578"/>
                  </a:cubicBezTo>
                  <a:cubicBezTo>
                    <a:pt x="1087" y="4586"/>
                    <a:pt x="1144" y="4586"/>
                    <a:pt x="1144" y="4586"/>
                  </a:cubicBezTo>
                  <a:cubicBezTo>
                    <a:pt x="1209" y="4586"/>
                    <a:pt x="1192" y="4756"/>
                    <a:pt x="1192" y="4780"/>
                  </a:cubicBezTo>
                  <a:cubicBezTo>
                    <a:pt x="1143" y="4794"/>
                    <a:pt x="1131" y="4814"/>
                    <a:pt x="1170" y="4814"/>
                  </a:cubicBezTo>
                  <a:cubicBezTo>
                    <a:pt x="1176" y="4814"/>
                    <a:pt x="1183" y="4814"/>
                    <a:pt x="1192" y="4813"/>
                  </a:cubicBezTo>
                  <a:cubicBezTo>
                    <a:pt x="1249" y="4813"/>
                    <a:pt x="1249" y="4845"/>
                    <a:pt x="1249" y="4894"/>
                  </a:cubicBezTo>
                  <a:cubicBezTo>
                    <a:pt x="1241" y="4942"/>
                    <a:pt x="1241" y="4975"/>
                    <a:pt x="1298" y="4975"/>
                  </a:cubicBezTo>
                  <a:cubicBezTo>
                    <a:pt x="1298" y="4975"/>
                    <a:pt x="1298" y="4983"/>
                    <a:pt x="1298" y="4999"/>
                  </a:cubicBezTo>
                  <a:cubicBezTo>
                    <a:pt x="1298" y="5015"/>
                    <a:pt x="1355" y="5032"/>
                    <a:pt x="1355" y="5032"/>
                  </a:cubicBezTo>
                  <a:cubicBezTo>
                    <a:pt x="1400" y="5037"/>
                    <a:pt x="1414" y="5043"/>
                    <a:pt x="1395" y="5043"/>
                  </a:cubicBezTo>
                  <a:cubicBezTo>
                    <a:pt x="1387" y="5043"/>
                    <a:pt x="1374" y="5042"/>
                    <a:pt x="1355" y="5040"/>
                  </a:cubicBezTo>
                  <a:cubicBezTo>
                    <a:pt x="1314" y="5040"/>
                    <a:pt x="1273" y="5040"/>
                    <a:pt x="1233" y="5048"/>
                  </a:cubicBezTo>
                  <a:cubicBezTo>
                    <a:pt x="1233" y="5064"/>
                    <a:pt x="1298" y="5064"/>
                    <a:pt x="1355" y="5064"/>
                  </a:cubicBezTo>
                  <a:cubicBezTo>
                    <a:pt x="1419" y="5064"/>
                    <a:pt x="1411" y="5072"/>
                    <a:pt x="1411" y="5072"/>
                  </a:cubicBezTo>
                  <a:cubicBezTo>
                    <a:pt x="1411" y="5080"/>
                    <a:pt x="1411" y="5080"/>
                    <a:pt x="1355" y="5080"/>
                  </a:cubicBezTo>
                  <a:lnTo>
                    <a:pt x="1225" y="5080"/>
                  </a:lnTo>
                  <a:lnTo>
                    <a:pt x="1225" y="5088"/>
                  </a:lnTo>
                  <a:cubicBezTo>
                    <a:pt x="1290" y="5088"/>
                    <a:pt x="1290" y="5096"/>
                    <a:pt x="1290" y="5096"/>
                  </a:cubicBezTo>
                  <a:cubicBezTo>
                    <a:pt x="1290" y="5105"/>
                    <a:pt x="1290" y="5105"/>
                    <a:pt x="1168" y="5105"/>
                  </a:cubicBezTo>
                  <a:cubicBezTo>
                    <a:pt x="1046" y="5105"/>
                    <a:pt x="1046" y="5105"/>
                    <a:pt x="1168" y="5113"/>
                  </a:cubicBezTo>
                  <a:lnTo>
                    <a:pt x="1225" y="5129"/>
                  </a:lnTo>
                  <a:cubicBezTo>
                    <a:pt x="1103" y="5137"/>
                    <a:pt x="1225" y="5153"/>
                    <a:pt x="1282" y="5161"/>
                  </a:cubicBezTo>
                  <a:cubicBezTo>
                    <a:pt x="1160" y="5169"/>
                    <a:pt x="1160" y="5169"/>
                    <a:pt x="1282" y="5178"/>
                  </a:cubicBezTo>
                  <a:cubicBezTo>
                    <a:pt x="1338" y="5178"/>
                    <a:pt x="1338" y="5186"/>
                    <a:pt x="1282" y="5194"/>
                  </a:cubicBezTo>
                  <a:cubicBezTo>
                    <a:pt x="1217" y="5202"/>
                    <a:pt x="1217" y="5210"/>
                    <a:pt x="1217" y="5226"/>
                  </a:cubicBezTo>
                  <a:cubicBezTo>
                    <a:pt x="1282" y="5234"/>
                    <a:pt x="1273" y="5283"/>
                    <a:pt x="1273" y="5340"/>
                  </a:cubicBezTo>
                  <a:cubicBezTo>
                    <a:pt x="1265" y="5405"/>
                    <a:pt x="1265" y="5453"/>
                    <a:pt x="1322" y="5453"/>
                  </a:cubicBezTo>
                  <a:cubicBezTo>
                    <a:pt x="1322" y="5453"/>
                    <a:pt x="1322" y="5453"/>
                    <a:pt x="1265" y="5461"/>
                  </a:cubicBezTo>
                  <a:cubicBezTo>
                    <a:pt x="1200" y="5461"/>
                    <a:pt x="1200" y="5469"/>
                    <a:pt x="1322" y="5478"/>
                  </a:cubicBezTo>
                  <a:cubicBezTo>
                    <a:pt x="1379" y="5486"/>
                    <a:pt x="1444" y="5486"/>
                    <a:pt x="1322" y="5486"/>
                  </a:cubicBezTo>
                  <a:cubicBezTo>
                    <a:pt x="1265" y="5486"/>
                    <a:pt x="1265" y="5502"/>
                    <a:pt x="1257" y="5526"/>
                  </a:cubicBezTo>
                  <a:cubicBezTo>
                    <a:pt x="1257" y="5551"/>
                    <a:pt x="1257" y="5583"/>
                    <a:pt x="1314" y="5583"/>
                  </a:cubicBezTo>
                  <a:cubicBezTo>
                    <a:pt x="1379" y="5591"/>
                    <a:pt x="1379" y="5591"/>
                    <a:pt x="1314" y="5591"/>
                  </a:cubicBezTo>
                  <a:cubicBezTo>
                    <a:pt x="1302" y="5590"/>
                    <a:pt x="1290" y="5590"/>
                    <a:pt x="1279" y="5590"/>
                  </a:cubicBezTo>
                  <a:cubicBezTo>
                    <a:pt x="1189" y="5590"/>
                    <a:pt x="1149" y="5618"/>
                    <a:pt x="1257" y="5640"/>
                  </a:cubicBezTo>
                  <a:cubicBezTo>
                    <a:pt x="1257" y="5648"/>
                    <a:pt x="1249" y="5656"/>
                    <a:pt x="1192" y="5656"/>
                  </a:cubicBezTo>
                  <a:cubicBezTo>
                    <a:pt x="1192" y="5656"/>
                    <a:pt x="1192" y="5664"/>
                    <a:pt x="1249" y="5688"/>
                  </a:cubicBezTo>
                  <a:cubicBezTo>
                    <a:pt x="1249" y="5696"/>
                    <a:pt x="1249" y="5721"/>
                    <a:pt x="1249" y="5737"/>
                  </a:cubicBezTo>
                  <a:cubicBezTo>
                    <a:pt x="1249" y="5753"/>
                    <a:pt x="1306" y="5769"/>
                    <a:pt x="1306" y="5769"/>
                  </a:cubicBezTo>
                  <a:cubicBezTo>
                    <a:pt x="1306" y="5772"/>
                    <a:pt x="1306" y="5775"/>
                    <a:pt x="1306" y="5778"/>
                  </a:cubicBezTo>
                  <a:cubicBezTo>
                    <a:pt x="1241" y="5778"/>
                    <a:pt x="1241" y="5810"/>
                    <a:pt x="1241" y="5859"/>
                  </a:cubicBezTo>
                  <a:cubicBezTo>
                    <a:pt x="1233" y="5915"/>
                    <a:pt x="1233" y="5956"/>
                    <a:pt x="1176" y="5964"/>
                  </a:cubicBezTo>
                  <a:cubicBezTo>
                    <a:pt x="1176" y="5964"/>
                    <a:pt x="1176" y="5972"/>
                    <a:pt x="1233" y="5980"/>
                  </a:cubicBezTo>
                  <a:cubicBezTo>
                    <a:pt x="1355" y="5988"/>
                    <a:pt x="1355" y="5996"/>
                    <a:pt x="1290" y="5996"/>
                  </a:cubicBezTo>
                  <a:cubicBezTo>
                    <a:pt x="1168" y="6005"/>
                    <a:pt x="1168" y="6037"/>
                    <a:pt x="1290" y="6045"/>
                  </a:cubicBezTo>
                  <a:lnTo>
                    <a:pt x="1225" y="6045"/>
                  </a:lnTo>
                  <a:cubicBezTo>
                    <a:pt x="1111" y="6053"/>
                    <a:pt x="1168" y="6069"/>
                    <a:pt x="1290" y="6078"/>
                  </a:cubicBezTo>
                  <a:cubicBezTo>
                    <a:pt x="1225" y="6086"/>
                    <a:pt x="1168" y="6094"/>
                    <a:pt x="1225" y="6102"/>
                  </a:cubicBezTo>
                  <a:cubicBezTo>
                    <a:pt x="1225" y="6110"/>
                    <a:pt x="1225" y="6110"/>
                    <a:pt x="1103" y="6110"/>
                  </a:cubicBezTo>
                  <a:cubicBezTo>
                    <a:pt x="1091" y="6108"/>
                    <a:pt x="1079" y="6107"/>
                    <a:pt x="1068" y="6107"/>
                  </a:cubicBezTo>
                  <a:cubicBezTo>
                    <a:pt x="1039" y="6107"/>
                    <a:pt x="1010" y="6112"/>
                    <a:pt x="982" y="6118"/>
                  </a:cubicBezTo>
                  <a:cubicBezTo>
                    <a:pt x="1022" y="6126"/>
                    <a:pt x="1063" y="6126"/>
                    <a:pt x="1103" y="6126"/>
                  </a:cubicBezTo>
                  <a:lnTo>
                    <a:pt x="1103" y="6134"/>
                  </a:lnTo>
                  <a:cubicBezTo>
                    <a:pt x="1103" y="6134"/>
                    <a:pt x="1103" y="6142"/>
                    <a:pt x="1160" y="6142"/>
                  </a:cubicBezTo>
                  <a:cubicBezTo>
                    <a:pt x="1225" y="6142"/>
                    <a:pt x="1225" y="6150"/>
                    <a:pt x="1225" y="6159"/>
                  </a:cubicBezTo>
                  <a:cubicBezTo>
                    <a:pt x="1182" y="6159"/>
                    <a:pt x="1196" y="6162"/>
                    <a:pt x="1227" y="6162"/>
                  </a:cubicBezTo>
                  <a:cubicBezTo>
                    <a:pt x="1243" y="6162"/>
                    <a:pt x="1263" y="6161"/>
                    <a:pt x="1282" y="6159"/>
                  </a:cubicBezTo>
                  <a:cubicBezTo>
                    <a:pt x="1322" y="6159"/>
                    <a:pt x="1363" y="6159"/>
                    <a:pt x="1403" y="6167"/>
                  </a:cubicBezTo>
                  <a:lnTo>
                    <a:pt x="1517" y="6167"/>
                  </a:lnTo>
                  <a:cubicBezTo>
                    <a:pt x="1538" y="6169"/>
                    <a:pt x="1560" y="6170"/>
                    <a:pt x="1582" y="6170"/>
                  </a:cubicBezTo>
                  <a:cubicBezTo>
                    <a:pt x="1641" y="6170"/>
                    <a:pt x="1701" y="6162"/>
                    <a:pt x="1760" y="6150"/>
                  </a:cubicBezTo>
                  <a:cubicBezTo>
                    <a:pt x="1825" y="6126"/>
                    <a:pt x="1882" y="6102"/>
                    <a:pt x="1760" y="6102"/>
                  </a:cubicBezTo>
                  <a:cubicBezTo>
                    <a:pt x="1760" y="6102"/>
                    <a:pt x="1703" y="6094"/>
                    <a:pt x="1703" y="6086"/>
                  </a:cubicBezTo>
                  <a:cubicBezTo>
                    <a:pt x="1703" y="6078"/>
                    <a:pt x="1768" y="6069"/>
                    <a:pt x="1768" y="6069"/>
                  </a:cubicBezTo>
                  <a:cubicBezTo>
                    <a:pt x="1825" y="6069"/>
                    <a:pt x="1825" y="6045"/>
                    <a:pt x="1833" y="6005"/>
                  </a:cubicBezTo>
                  <a:cubicBezTo>
                    <a:pt x="1833" y="5964"/>
                    <a:pt x="1833" y="5940"/>
                    <a:pt x="1890" y="5932"/>
                  </a:cubicBezTo>
                  <a:cubicBezTo>
                    <a:pt x="1954" y="5932"/>
                    <a:pt x="1954" y="5923"/>
                    <a:pt x="1954" y="5923"/>
                  </a:cubicBezTo>
                  <a:cubicBezTo>
                    <a:pt x="1898" y="5923"/>
                    <a:pt x="1898" y="5875"/>
                    <a:pt x="1898" y="5826"/>
                  </a:cubicBezTo>
                  <a:cubicBezTo>
                    <a:pt x="1906" y="5778"/>
                    <a:pt x="1906" y="5729"/>
                    <a:pt x="1849" y="5729"/>
                  </a:cubicBezTo>
                  <a:cubicBezTo>
                    <a:pt x="1849" y="5721"/>
                    <a:pt x="1849" y="5713"/>
                    <a:pt x="1849" y="5713"/>
                  </a:cubicBezTo>
                  <a:cubicBezTo>
                    <a:pt x="1906" y="5713"/>
                    <a:pt x="1906" y="5696"/>
                    <a:pt x="1906" y="5680"/>
                  </a:cubicBezTo>
                  <a:cubicBezTo>
                    <a:pt x="1849" y="5664"/>
                    <a:pt x="1849" y="5656"/>
                    <a:pt x="1849" y="5656"/>
                  </a:cubicBezTo>
                  <a:cubicBezTo>
                    <a:pt x="1914" y="5656"/>
                    <a:pt x="1914" y="5648"/>
                    <a:pt x="1914" y="5632"/>
                  </a:cubicBezTo>
                  <a:cubicBezTo>
                    <a:pt x="1914" y="5615"/>
                    <a:pt x="1914" y="5607"/>
                    <a:pt x="1857" y="5607"/>
                  </a:cubicBezTo>
                  <a:cubicBezTo>
                    <a:pt x="1857" y="5575"/>
                    <a:pt x="1882" y="5542"/>
                    <a:pt x="1922" y="5526"/>
                  </a:cubicBezTo>
                  <a:cubicBezTo>
                    <a:pt x="1979" y="5518"/>
                    <a:pt x="1922" y="5518"/>
                    <a:pt x="1857" y="5510"/>
                  </a:cubicBezTo>
                  <a:cubicBezTo>
                    <a:pt x="1817" y="5510"/>
                    <a:pt x="1776" y="5510"/>
                    <a:pt x="1744" y="5494"/>
                  </a:cubicBezTo>
                  <a:lnTo>
                    <a:pt x="1857" y="5494"/>
                  </a:lnTo>
                  <a:cubicBezTo>
                    <a:pt x="1884" y="5497"/>
                    <a:pt x="1900" y="5499"/>
                    <a:pt x="1909" y="5499"/>
                  </a:cubicBezTo>
                  <a:cubicBezTo>
                    <a:pt x="1922" y="5499"/>
                    <a:pt x="1922" y="5495"/>
                    <a:pt x="1922" y="5486"/>
                  </a:cubicBezTo>
                  <a:cubicBezTo>
                    <a:pt x="1922" y="5478"/>
                    <a:pt x="1922" y="5469"/>
                    <a:pt x="1922" y="5469"/>
                  </a:cubicBezTo>
                  <a:cubicBezTo>
                    <a:pt x="1865" y="5469"/>
                    <a:pt x="1865" y="5437"/>
                    <a:pt x="1865" y="5380"/>
                  </a:cubicBezTo>
                  <a:cubicBezTo>
                    <a:pt x="1873" y="5315"/>
                    <a:pt x="1873" y="5299"/>
                    <a:pt x="1817" y="5299"/>
                  </a:cubicBezTo>
                  <a:cubicBezTo>
                    <a:pt x="1752" y="5299"/>
                    <a:pt x="1752" y="5291"/>
                    <a:pt x="1817" y="5267"/>
                  </a:cubicBezTo>
                  <a:cubicBezTo>
                    <a:pt x="1995" y="5226"/>
                    <a:pt x="1995" y="5226"/>
                    <a:pt x="1938" y="5218"/>
                  </a:cubicBezTo>
                  <a:lnTo>
                    <a:pt x="1938" y="5218"/>
                  </a:lnTo>
                  <a:cubicBezTo>
                    <a:pt x="1898" y="5226"/>
                    <a:pt x="1857" y="5226"/>
                    <a:pt x="1817" y="5226"/>
                  </a:cubicBezTo>
                  <a:cubicBezTo>
                    <a:pt x="1695" y="5226"/>
                    <a:pt x="1695" y="5218"/>
                    <a:pt x="1817" y="5210"/>
                  </a:cubicBezTo>
                  <a:cubicBezTo>
                    <a:pt x="1938" y="5210"/>
                    <a:pt x="1882" y="5105"/>
                    <a:pt x="1768" y="5096"/>
                  </a:cubicBezTo>
                  <a:lnTo>
                    <a:pt x="1825" y="5096"/>
                  </a:lnTo>
                  <a:cubicBezTo>
                    <a:pt x="1882" y="5096"/>
                    <a:pt x="1882" y="5088"/>
                    <a:pt x="1890" y="5056"/>
                  </a:cubicBezTo>
                  <a:cubicBezTo>
                    <a:pt x="1890" y="5040"/>
                    <a:pt x="1890" y="5032"/>
                    <a:pt x="1890" y="5032"/>
                  </a:cubicBezTo>
                  <a:cubicBezTo>
                    <a:pt x="1768" y="5032"/>
                    <a:pt x="1833" y="4991"/>
                    <a:pt x="1890" y="4991"/>
                  </a:cubicBezTo>
                  <a:cubicBezTo>
                    <a:pt x="1954" y="4983"/>
                    <a:pt x="1954" y="4983"/>
                    <a:pt x="1954" y="4967"/>
                  </a:cubicBezTo>
                  <a:cubicBezTo>
                    <a:pt x="1833" y="4951"/>
                    <a:pt x="1898" y="4910"/>
                    <a:pt x="1954" y="4910"/>
                  </a:cubicBezTo>
                  <a:cubicBezTo>
                    <a:pt x="1954" y="4910"/>
                    <a:pt x="1954" y="4902"/>
                    <a:pt x="1954" y="4894"/>
                  </a:cubicBezTo>
                  <a:cubicBezTo>
                    <a:pt x="1898" y="4894"/>
                    <a:pt x="1898" y="4878"/>
                    <a:pt x="1898" y="4869"/>
                  </a:cubicBezTo>
                  <a:cubicBezTo>
                    <a:pt x="1898" y="4851"/>
                    <a:pt x="1898" y="4842"/>
                    <a:pt x="1874" y="4842"/>
                  </a:cubicBezTo>
                  <a:cubicBezTo>
                    <a:pt x="1866" y="4842"/>
                    <a:pt x="1855" y="4843"/>
                    <a:pt x="1841" y="4845"/>
                  </a:cubicBezTo>
                  <a:cubicBezTo>
                    <a:pt x="1829" y="4848"/>
                    <a:pt x="1817" y="4849"/>
                    <a:pt x="1805" y="4849"/>
                  </a:cubicBezTo>
                  <a:cubicBezTo>
                    <a:pt x="1777" y="4849"/>
                    <a:pt x="1748" y="4843"/>
                    <a:pt x="1719" y="4837"/>
                  </a:cubicBezTo>
                  <a:lnTo>
                    <a:pt x="1776" y="4837"/>
                  </a:lnTo>
                  <a:cubicBezTo>
                    <a:pt x="1841" y="4837"/>
                    <a:pt x="1841" y="4821"/>
                    <a:pt x="1841" y="4788"/>
                  </a:cubicBezTo>
                  <a:cubicBezTo>
                    <a:pt x="1849" y="4756"/>
                    <a:pt x="1849" y="4740"/>
                    <a:pt x="1906" y="4732"/>
                  </a:cubicBezTo>
                  <a:lnTo>
                    <a:pt x="1849" y="4724"/>
                  </a:lnTo>
                  <a:cubicBezTo>
                    <a:pt x="1784" y="4715"/>
                    <a:pt x="1784" y="4707"/>
                    <a:pt x="1849" y="4707"/>
                  </a:cubicBezTo>
                  <a:cubicBezTo>
                    <a:pt x="1906" y="4699"/>
                    <a:pt x="1914" y="4675"/>
                    <a:pt x="1849" y="4659"/>
                  </a:cubicBezTo>
                  <a:cubicBezTo>
                    <a:pt x="1849" y="4651"/>
                    <a:pt x="1849" y="4642"/>
                    <a:pt x="1849" y="4642"/>
                  </a:cubicBezTo>
                  <a:cubicBezTo>
                    <a:pt x="1971" y="4634"/>
                    <a:pt x="1971" y="4618"/>
                    <a:pt x="1857" y="4610"/>
                  </a:cubicBezTo>
                  <a:cubicBezTo>
                    <a:pt x="1914" y="4610"/>
                    <a:pt x="1914" y="4602"/>
                    <a:pt x="1914" y="4594"/>
                  </a:cubicBezTo>
                  <a:cubicBezTo>
                    <a:pt x="1857" y="4578"/>
                    <a:pt x="1857" y="4553"/>
                    <a:pt x="1914" y="4553"/>
                  </a:cubicBezTo>
                  <a:lnTo>
                    <a:pt x="1914" y="4545"/>
                  </a:lnTo>
                  <a:cubicBezTo>
                    <a:pt x="1857" y="4537"/>
                    <a:pt x="1857" y="4529"/>
                    <a:pt x="1857" y="4521"/>
                  </a:cubicBezTo>
                  <a:cubicBezTo>
                    <a:pt x="1857" y="4513"/>
                    <a:pt x="1857" y="4505"/>
                    <a:pt x="1800" y="4497"/>
                  </a:cubicBezTo>
                  <a:cubicBezTo>
                    <a:pt x="1744" y="4488"/>
                    <a:pt x="1744" y="4480"/>
                    <a:pt x="1744" y="4480"/>
                  </a:cubicBezTo>
                  <a:cubicBezTo>
                    <a:pt x="1784" y="4480"/>
                    <a:pt x="1825" y="4480"/>
                    <a:pt x="1857" y="4488"/>
                  </a:cubicBezTo>
                  <a:cubicBezTo>
                    <a:pt x="1872" y="4492"/>
                    <a:pt x="1884" y="4494"/>
                    <a:pt x="1891" y="4494"/>
                  </a:cubicBezTo>
                  <a:cubicBezTo>
                    <a:pt x="1915" y="4494"/>
                    <a:pt x="1894" y="4477"/>
                    <a:pt x="1800" y="4464"/>
                  </a:cubicBezTo>
                  <a:cubicBezTo>
                    <a:pt x="1738" y="4451"/>
                    <a:pt x="1710" y="4445"/>
                    <a:pt x="1716" y="4445"/>
                  </a:cubicBezTo>
                  <a:cubicBezTo>
                    <a:pt x="1721" y="4445"/>
                    <a:pt x="1749" y="4449"/>
                    <a:pt x="1800" y="4456"/>
                  </a:cubicBezTo>
                  <a:cubicBezTo>
                    <a:pt x="1838" y="4461"/>
                    <a:pt x="1873" y="4465"/>
                    <a:pt x="1884" y="4465"/>
                  </a:cubicBezTo>
                  <a:cubicBezTo>
                    <a:pt x="1893" y="4465"/>
                    <a:pt x="1889" y="4463"/>
                    <a:pt x="1865" y="4456"/>
                  </a:cubicBezTo>
                  <a:cubicBezTo>
                    <a:pt x="1865" y="4456"/>
                    <a:pt x="1865" y="4440"/>
                    <a:pt x="1800" y="4440"/>
                  </a:cubicBezTo>
                  <a:cubicBezTo>
                    <a:pt x="1800" y="4432"/>
                    <a:pt x="1809" y="4424"/>
                    <a:pt x="1809" y="4415"/>
                  </a:cubicBezTo>
                  <a:cubicBezTo>
                    <a:pt x="1865" y="4407"/>
                    <a:pt x="1865" y="4399"/>
                    <a:pt x="1865" y="4391"/>
                  </a:cubicBezTo>
                  <a:cubicBezTo>
                    <a:pt x="1809" y="4383"/>
                    <a:pt x="1809" y="4383"/>
                    <a:pt x="1865" y="4375"/>
                  </a:cubicBezTo>
                  <a:cubicBezTo>
                    <a:pt x="1930" y="4375"/>
                    <a:pt x="1930" y="4367"/>
                    <a:pt x="1809" y="4367"/>
                  </a:cubicBezTo>
                  <a:cubicBezTo>
                    <a:pt x="1752" y="4359"/>
                    <a:pt x="1752" y="4351"/>
                    <a:pt x="1809" y="4342"/>
                  </a:cubicBezTo>
                  <a:lnTo>
                    <a:pt x="1873" y="4342"/>
                  </a:lnTo>
                  <a:cubicBezTo>
                    <a:pt x="1809" y="4334"/>
                    <a:pt x="1809" y="4326"/>
                    <a:pt x="1809" y="4326"/>
                  </a:cubicBezTo>
                  <a:cubicBezTo>
                    <a:pt x="1873" y="4326"/>
                    <a:pt x="1873" y="4261"/>
                    <a:pt x="1882" y="4197"/>
                  </a:cubicBezTo>
                  <a:cubicBezTo>
                    <a:pt x="1852" y="4185"/>
                    <a:pt x="1822" y="4177"/>
                    <a:pt x="1792" y="4177"/>
                  </a:cubicBezTo>
                  <a:cubicBezTo>
                    <a:pt x="1782" y="4177"/>
                    <a:pt x="1771" y="4178"/>
                    <a:pt x="1760" y="4180"/>
                  </a:cubicBezTo>
                  <a:cubicBezTo>
                    <a:pt x="1638" y="4180"/>
                    <a:pt x="1703" y="4180"/>
                    <a:pt x="1760" y="4172"/>
                  </a:cubicBezTo>
                  <a:cubicBezTo>
                    <a:pt x="1904" y="4166"/>
                    <a:pt x="1932" y="4154"/>
                    <a:pt x="1843" y="4154"/>
                  </a:cubicBezTo>
                  <a:cubicBezTo>
                    <a:pt x="1822" y="4154"/>
                    <a:pt x="1794" y="4154"/>
                    <a:pt x="1760" y="4156"/>
                  </a:cubicBezTo>
                  <a:cubicBezTo>
                    <a:pt x="1710" y="4159"/>
                    <a:pt x="1680" y="4161"/>
                    <a:pt x="1671" y="4161"/>
                  </a:cubicBezTo>
                  <a:cubicBezTo>
                    <a:pt x="1659" y="4161"/>
                    <a:pt x="1689" y="4157"/>
                    <a:pt x="1760" y="4148"/>
                  </a:cubicBezTo>
                  <a:cubicBezTo>
                    <a:pt x="1825" y="4140"/>
                    <a:pt x="1825" y="4140"/>
                    <a:pt x="1760" y="4132"/>
                  </a:cubicBezTo>
                  <a:cubicBezTo>
                    <a:pt x="1825" y="4124"/>
                    <a:pt x="1882" y="4115"/>
                    <a:pt x="1825" y="4115"/>
                  </a:cubicBezTo>
                  <a:cubicBezTo>
                    <a:pt x="1825" y="4115"/>
                    <a:pt x="1825" y="4107"/>
                    <a:pt x="1882" y="4099"/>
                  </a:cubicBezTo>
                  <a:cubicBezTo>
                    <a:pt x="1946" y="4091"/>
                    <a:pt x="1882" y="4083"/>
                    <a:pt x="1825" y="4075"/>
                  </a:cubicBezTo>
                  <a:cubicBezTo>
                    <a:pt x="1736" y="4063"/>
                    <a:pt x="1716" y="4056"/>
                    <a:pt x="1757" y="4056"/>
                  </a:cubicBezTo>
                  <a:cubicBezTo>
                    <a:pt x="1771" y="4056"/>
                    <a:pt x="1794" y="4057"/>
                    <a:pt x="1825" y="4059"/>
                  </a:cubicBezTo>
                  <a:cubicBezTo>
                    <a:pt x="1836" y="4059"/>
                    <a:pt x="1845" y="4060"/>
                    <a:pt x="1853" y="4060"/>
                  </a:cubicBezTo>
                  <a:cubicBezTo>
                    <a:pt x="1936" y="4060"/>
                    <a:pt x="1879" y="4026"/>
                    <a:pt x="1768" y="4018"/>
                  </a:cubicBezTo>
                  <a:cubicBezTo>
                    <a:pt x="1646" y="4010"/>
                    <a:pt x="1646" y="4010"/>
                    <a:pt x="1711" y="4010"/>
                  </a:cubicBezTo>
                  <a:cubicBezTo>
                    <a:pt x="1768" y="4010"/>
                    <a:pt x="1768" y="4002"/>
                    <a:pt x="1768" y="4002"/>
                  </a:cubicBezTo>
                  <a:cubicBezTo>
                    <a:pt x="1768" y="3994"/>
                    <a:pt x="1768" y="3994"/>
                    <a:pt x="1833" y="3994"/>
                  </a:cubicBezTo>
                  <a:cubicBezTo>
                    <a:pt x="1833" y="3994"/>
                    <a:pt x="1833" y="3986"/>
                    <a:pt x="1776" y="3970"/>
                  </a:cubicBezTo>
                  <a:cubicBezTo>
                    <a:pt x="1654" y="3953"/>
                    <a:pt x="1711" y="3929"/>
                    <a:pt x="1833" y="3921"/>
                  </a:cubicBezTo>
                  <a:lnTo>
                    <a:pt x="1776" y="3913"/>
                  </a:lnTo>
                  <a:cubicBezTo>
                    <a:pt x="1654" y="3905"/>
                    <a:pt x="1598" y="3897"/>
                    <a:pt x="1719" y="3897"/>
                  </a:cubicBezTo>
                  <a:lnTo>
                    <a:pt x="1776" y="3897"/>
                  </a:lnTo>
                  <a:cubicBezTo>
                    <a:pt x="1654" y="3888"/>
                    <a:pt x="1719" y="3856"/>
                    <a:pt x="1841" y="3856"/>
                  </a:cubicBezTo>
                  <a:cubicBezTo>
                    <a:pt x="1800" y="3856"/>
                    <a:pt x="1760" y="3856"/>
                    <a:pt x="1719" y="3848"/>
                  </a:cubicBezTo>
                  <a:cubicBezTo>
                    <a:pt x="1719" y="3840"/>
                    <a:pt x="1719" y="3832"/>
                    <a:pt x="1784" y="3832"/>
                  </a:cubicBezTo>
                  <a:cubicBezTo>
                    <a:pt x="1841" y="3824"/>
                    <a:pt x="1898" y="3815"/>
                    <a:pt x="1841" y="3815"/>
                  </a:cubicBezTo>
                  <a:cubicBezTo>
                    <a:pt x="1841" y="3815"/>
                    <a:pt x="1841" y="3807"/>
                    <a:pt x="1906" y="3799"/>
                  </a:cubicBezTo>
                  <a:cubicBezTo>
                    <a:pt x="1906" y="3791"/>
                    <a:pt x="1906" y="3791"/>
                    <a:pt x="1906" y="3775"/>
                  </a:cubicBezTo>
                  <a:cubicBezTo>
                    <a:pt x="1841" y="3767"/>
                    <a:pt x="1849" y="3751"/>
                    <a:pt x="1906" y="3751"/>
                  </a:cubicBezTo>
                  <a:cubicBezTo>
                    <a:pt x="1906" y="3751"/>
                    <a:pt x="1906" y="3734"/>
                    <a:pt x="1849" y="3726"/>
                  </a:cubicBezTo>
                  <a:cubicBezTo>
                    <a:pt x="1849" y="3718"/>
                    <a:pt x="1849" y="3710"/>
                    <a:pt x="1906" y="3710"/>
                  </a:cubicBezTo>
                  <a:cubicBezTo>
                    <a:pt x="1971" y="3710"/>
                    <a:pt x="1971" y="3710"/>
                    <a:pt x="1906" y="3702"/>
                  </a:cubicBezTo>
                  <a:cubicBezTo>
                    <a:pt x="1849" y="3702"/>
                    <a:pt x="1849" y="3694"/>
                    <a:pt x="1849" y="3686"/>
                  </a:cubicBezTo>
                  <a:cubicBezTo>
                    <a:pt x="1849" y="3678"/>
                    <a:pt x="1849" y="3670"/>
                    <a:pt x="1849" y="3670"/>
                  </a:cubicBezTo>
                  <a:cubicBezTo>
                    <a:pt x="1792" y="3670"/>
                    <a:pt x="1792" y="3670"/>
                    <a:pt x="1792" y="3661"/>
                  </a:cubicBezTo>
                  <a:cubicBezTo>
                    <a:pt x="1792" y="3653"/>
                    <a:pt x="1849" y="3637"/>
                    <a:pt x="1849" y="3629"/>
                  </a:cubicBezTo>
                  <a:cubicBezTo>
                    <a:pt x="1854" y="3614"/>
                    <a:pt x="1856" y="3608"/>
                    <a:pt x="1840" y="3608"/>
                  </a:cubicBezTo>
                  <a:cubicBezTo>
                    <a:pt x="1831" y="3608"/>
                    <a:pt x="1816" y="3610"/>
                    <a:pt x="1792" y="3613"/>
                  </a:cubicBezTo>
                  <a:cubicBezTo>
                    <a:pt x="1792" y="3616"/>
                    <a:pt x="1783" y="3618"/>
                    <a:pt x="1775" y="3618"/>
                  </a:cubicBezTo>
                  <a:cubicBezTo>
                    <a:pt x="1765" y="3618"/>
                    <a:pt x="1759" y="3614"/>
                    <a:pt x="1792" y="3605"/>
                  </a:cubicBezTo>
                  <a:cubicBezTo>
                    <a:pt x="1792" y="3597"/>
                    <a:pt x="1857" y="3580"/>
                    <a:pt x="1857" y="3556"/>
                  </a:cubicBezTo>
                  <a:cubicBezTo>
                    <a:pt x="1857" y="3524"/>
                    <a:pt x="1857" y="3524"/>
                    <a:pt x="1800" y="3524"/>
                  </a:cubicBezTo>
                  <a:cubicBezTo>
                    <a:pt x="1765" y="3526"/>
                    <a:pt x="1740" y="3527"/>
                    <a:pt x="1725" y="3527"/>
                  </a:cubicBezTo>
                  <a:cubicBezTo>
                    <a:pt x="1689" y="3527"/>
                    <a:pt x="1714" y="3521"/>
                    <a:pt x="1800" y="3515"/>
                  </a:cubicBezTo>
                  <a:cubicBezTo>
                    <a:pt x="1922" y="3507"/>
                    <a:pt x="1922" y="3499"/>
                    <a:pt x="1857" y="3499"/>
                  </a:cubicBezTo>
                  <a:cubicBezTo>
                    <a:pt x="1800" y="3491"/>
                    <a:pt x="1800" y="3491"/>
                    <a:pt x="1800" y="3483"/>
                  </a:cubicBezTo>
                  <a:cubicBezTo>
                    <a:pt x="1857" y="3483"/>
                    <a:pt x="1857" y="3475"/>
                    <a:pt x="1800" y="3459"/>
                  </a:cubicBezTo>
                  <a:cubicBezTo>
                    <a:pt x="1800" y="3451"/>
                    <a:pt x="1800" y="3451"/>
                    <a:pt x="1865" y="3451"/>
                  </a:cubicBezTo>
                  <a:cubicBezTo>
                    <a:pt x="1865" y="3451"/>
                    <a:pt x="1865" y="3443"/>
                    <a:pt x="1865" y="3443"/>
                  </a:cubicBezTo>
                  <a:cubicBezTo>
                    <a:pt x="1744" y="3426"/>
                    <a:pt x="1809" y="3378"/>
                    <a:pt x="1865" y="3370"/>
                  </a:cubicBezTo>
                  <a:cubicBezTo>
                    <a:pt x="1865" y="3370"/>
                    <a:pt x="1865" y="3370"/>
                    <a:pt x="1809" y="3361"/>
                  </a:cubicBezTo>
                  <a:cubicBezTo>
                    <a:pt x="1687" y="3353"/>
                    <a:pt x="1687" y="3345"/>
                    <a:pt x="1809" y="3345"/>
                  </a:cubicBezTo>
                  <a:cubicBezTo>
                    <a:pt x="1930" y="3345"/>
                    <a:pt x="1930" y="3345"/>
                    <a:pt x="1809" y="3337"/>
                  </a:cubicBezTo>
                  <a:cubicBezTo>
                    <a:pt x="1758" y="3330"/>
                    <a:pt x="1752" y="3303"/>
                    <a:pt x="1838" y="3303"/>
                  </a:cubicBezTo>
                  <a:cubicBezTo>
                    <a:pt x="1848" y="3303"/>
                    <a:pt x="1860" y="3304"/>
                    <a:pt x="1873" y="3305"/>
                  </a:cubicBezTo>
                  <a:lnTo>
                    <a:pt x="1987" y="3305"/>
                  </a:lnTo>
                  <a:cubicBezTo>
                    <a:pt x="1930" y="3297"/>
                    <a:pt x="1930" y="3288"/>
                    <a:pt x="1930" y="3288"/>
                  </a:cubicBezTo>
                  <a:cubicBezTo>
                    <a:pt x="1873" y="3288"/>
                    <a:pt x="1873" y="3280"/>
                    <a:pt x="1873" y="3256"/>
                  </a:cubicBezTo>
                  <a:cubicBezTo>
                    <a:pt x="1873" y="3240"/>
                    <a:pt x="1817" y="3215"/>
                    <a:pt x="1817" y="3199"/>
                  </a:cubicBezTo>
                  <a:cubicBezTo>
                    <a:pt x="1817" y="3183"/>
                    <a:pt x="1817" y="3167"/>
                    <a:pt x="1882" y="3159"/>
                  </a:cubicBezTo>
                  <a:cubicBezTo>
                    <a:pt x="1882" y="3151"/>
                    <a:pt x="1882" y="3143"/>
                    <a:pt x="1825" y="3126"/>
                  </a:cubicBezTo>
                  <a:cubicBezTo>
                    <a:pt x="1760" y="3118"/>
                    <a:pt x="1760" y="3102"/>
                    <a:pt x="1825" y="3102"/>
                  </a:cubicBezTo>
                  <a:lnTo>
                    <a:pt x="1825" y="3094"/>
                  </a:lnTo>
                  <a:cubicBezTo>
                    <a:pt x="1768" y="3086"/>
                    <a:pt x="1768" y="3078"/>
                    <a:pt x="1768" y="3078"/>
                  </a:cubicBezTo>
                  <a:cubicBezTo>
                    <a:pt x="1825" y="3078"/>
                    <a:pt x="1882" y="3070"/>
                    <a:pt x="1825" y="3061"/>
                  </a:cubicBezTo>
                  <a:cubicBezTo>
                    <a:pt x="1768" y="3061"/>
                    <a:pt x="1768" y="3053"/>
                    <a:pt x="1768" y="3037"/>
                  </a:cubicBezTo>
                  <a:cubicBezTo>
                    <a:pt x="1825" y="3021"/>
                    <a:pt x="1841" y="2786"/>
                    <a:pt x="1784" y="2786"/>
                  </a:cubicBezTo>
                  <a:cubicBezTo>
                    <a:pt x="1784" y="2786"/>
                    <a:pt x="1784" y="2778"/>
                    <a:pt x="1784" y="2761"/>
                  </a:cubicBezTo>
                  <a:cubicBezTo>
                    <a:pt x="1784" y="2753"/>
                    <a:pt x="1784" y="2745"/>
                    <a:pt x="1784" y="2745"/>
                  </a:cubicBezTo>
                  <a:cubicBezTo>
                    <a:pt x="1906" y="2745"/>
                    <a:pt x="1849" y="2705"/>
                    <a:pt x="1792" y="2680"/>
                  </a:cubicBezTo>
                  <a:cubicBezTo>
                    <a:pt x="1727" y="2680"/>
                    <a:pt x="1727" y="2672"/>
                    <a:pt x="1727" y="2664"/>
                  </a:cubicBezTo>
                  <a:cubicBezTo>
                    <a:pt x="1849" y="2664"/>
                    <a:pt x="1849" y="2640"/>
                    <a:pt x="1792" y="2624"/>
                  </a:cubicBezTo>
                  <a:cubicBezTo>
                    <a:pt x="1671" y="2616"/>
                    <a:pt x="1671" y="2607"/>
                    <a:pt x="1792" y="2607"/>
                  </a:cubicBezTo>
                  <a:cubicBezTo>
                    <a:pt x="1914" y="2607"/>
                    <a:pt x="1914" y="2599"/>
                    <a:pt x="1736" y="2583"/>
                  </a:cubicBezTo>
                  <a:cubicBezTo>
                    <a:pt x="1679" y="2575"/>
                    <a:pt x="1679" y="2575"/>
                    <a:pt x="1736" y="2567"/>
                  </a:cubicBezTo>
                  <a:cubicBezTo>
                    <a:pt x="1857" y="2559"/>
                    <a:pt x="1857" y="2551"/>
                    <a:pt x="1800" y="2551"/>
                  </a:cubicBezTo>
                  <a:cubicBezTo>
                    <a:pt x="1679" y="2543"/>
                    <a:pt x="1679" y="2534"/>
                    <a:pt x="1800" y="2534"/>
                  </a:cubicBezTo>
                  <a:cubicBezTo>
                    <a:pt x="1922" y="2518"/>
                    <a:pt x="1922" y="2518"/>
                    <a:pt x="1800" y="2510"/>
                  </a:cubicBezTo>
                  <a:cubicBezTo>
                    <a:pt x="1679" y="2502"/>
                    <a:pt x="1679" y="2470"/>
                    <a:pt x="1800" y="2470"/>
                  </a:cubicBezTo>
                  <a:cubicBezTo>
                    <a:pt x="1800" y="2461"/>
                    <a:pt x="1865" y="2453"/>
                    <a:pt x="1800" y="2453"/>
                  </a:cubicBezTo>
                  <a:lnTo>
                    <a:pt x="1865" y="2445"/>
                  </a:lnTo>
                  <a:cubicBezTo>
                    <a:pt x="1865" y="2437"/>
                    <a:pt x="1865" y="2429"/>
                    <a:pt x="1865" y="2429"/>
                  </a:cubicBezTo>
                  <a:lnTo>
                    <a:pt x="1809" y="2429"/>
                  </a:lnTo>
                  <a:cubicBezTo>
                    <a:pt x="1809" y="2421"/>
                    <a:pt x="1865" y="2380"/>
                    <a:pt x="1873" y="2332"/>
                  </a:cubicBezTo>
                  <a:cubicBezTo>
                    <a:pt x="1873" y="2263"/>
                    <a:pt x="1873" y="2241"/>
                    <a:pt x="1838" y="2241"/>
                  </a:cubicBezTo>
                  <a:cubicBezTo>
                    <a:pt x="1832" y="2241"/>
                    <a:pt x="1825" y="2241"/>
                    <a:pt x="1817" y="2243"/>
                  </a:cubicBezTo>
                  <a:cubicBezTo>
                    <a:pt x="1793" y="2244"/>
                    <a:pt x="1775" y="2245"/>
                    <a:pt x="1760" y="2245"/>
                  </a:cubicBezTo>
                  <a:cubicBezTo>
                    <a:pt x="1699" y="2245"/>
                    <a:pt x="1718" y="2233"/>
                    <a:pt x="1817" y="2226"/>
                  </a:cubicBezTo>
                  <a:cubicBezTo>
                    <a:pt x="1817" y="2218"/>
                    <a:pt x="1882" y="2202"/>
                    <a:pt x="1882" y="2194"/>
                  </a:cubicBezTo>
                  <a:cubicBezTo>
                    <a:pt x="1882" y="2178"/>
                    <a:pt x="1882" y="2161"/>
                    <a:pt x="1938" y="2161"/>
                  </a:cubicBezTo>
                  <a:lnTo>
                    <a:pt x="1938" y="2153"/>
                  </a:lnTo>
                  <a:cubicBezTo>
                    <a:pt x="1825" y="2137"/>
                    <a:pt x="1825" y="2097"/>
                    <a:pt x="1890" y="2072"/>
                  </a:cubicBezTo>
                  <a:cubicBezTo>
                    <a:pt x="1890" y="2056"/>
                    <a:pt x="1890" y="2056"/>
                    <a:pt x="1825" y="2040"/>
                  </a:cubicBezTo>
                  <a:cubicBezTo>
                    <a:pt x="1768" y="2024"/>
                    <a:pt x="1768" y="2024"/>
                    <a:pt x="1833" y="2016"/>
                  </a:cubicBezTo>
                  <a:cubicBezTo>
                    <a:pt x="1890" y="2016"/>
                    <a:pt x="1954" y="1975"/>
                    <a:pt x="1833" y="1975"/>
                  </a:cubicBezTo>
                  <a:lnTo>
                    <a:pt x="1890" y="1967"/>
                  </a:lnTo>
                  <a:cubicBezTo>
                    <a:pt x="1954" y="1959"/>
                    <a:pt x="1898" y="1951"/>
                    <a:pt x="1833" y="1951"/>
                  </a:cubicBezTo>
                  <a:cubicBezTo>
                    <a:pt x="1711" y="1951"/>
                    <a:pt x="1711" y="1943"/>
                    <a:pt x="1898" y="1934"/>
                  </a:cubicBezTo>
                  <a:cubicBezTo>
                    <a:pt x="2011" y="1934"/>
                    <a:pt x="2011" y="1926"/>
                    <a:pt x="1954" y="1926"/>
                  </a:cubicBezTo>
                  <a:cubicBezTo>
                    <a:pt x="1898" y="1918"/>
                    <a:pt x="1833" y="1918"/>
                    <a:pt x="1898" y="1910"/>
                  </a:cubicBezTo>
                  <a:cubicBezTo>
                    <a:pt x="1898" y="1902"/>
                    <a:pt x="1898" y="1894"/>
                    <a:pt x="1776" y="1894"/>
                  </a:cubicBezTo>
                  <a:cubicBezTo>
                    <a:pt x="1719" y="1894"/>
                    <a:pt x="1719" y="1886"/>
                    <a:pt x="1719" y="1878"/>
                  </a:cubicBezTo>
                  <a:cubicBezTo>
                    <a:pt x="1760" y="1878"/>
                    <a:pt x="1800" y="1878"/>
                    <a:pt x="1841" y="1886"/>
                  </a:cubicBezTo>
                  <a:cubicBezTo>
                    <a:pt x="1841" y="1883"/>
                    <a:pt x="1841" y="1877"/>
                    <a:pt x="1841" y="1870"/>
                  </a:cubicBezTo>
                  <a:cubicBezTo>
                    <a:pt x="1873" y="1853"/>
                    <a:pt x="1922" y="1845"/>
                    <a:pt x="1963" y="1845"/>
                  </a:cubicBezTo>
                  <a:cubicBezTo>
                    <a:pt x="2000" y="1845"/>
                    <a:pt x="2013" y="1842"/>
                    <a:pt x="1981" y="1842"/>
                  </a:cubicBezTo>
                  <a:cubicBezTo>
                    <a:pt x="1965" y="1842"/>
                    <a:pt x="1938" y="1843"/>
                    <a:pt x="1898" y="1845"/>
                  </a:cubicBezTo>
                  <a:cubicBezTo>
                    <a:pt x="1784" y="1845"/>
                    <a:pt x="1784" y="1845"/>
                    <a:pt x="1784" y="1829"/>
                  </a:cubicBezTo>
                  <a:cubicBezTo>
                    <a:pt x="1784" y="1821"/>
                    <a:pt x="1784" y="1813"/>
                    <a:pt x="1841" y="1813"/>
                  </a:cubicBezTo>
                  <a:cubicBezTo>
                    <a:pt x="1906" y="1813"/>
                    <a:pt x="1906" y="1813"/>
                    <a:pt x="1906" y="1797"/>
                  </a:cubicBezTo>
                  <a:cubicBezTo>
                    <a:pt x="1906" y="1780"/>
                    <a:pt x="1727" y="1756"/>
                    <a:pt x="1606" y="1748"/>
                  </a:cubicBezTo>
                  <a:cubicBezTo>
                    <a:pt x="1484" y="1748"/>
                    <a:pt x="1484" y="1748"/>
                    <a:pt x="1606" y="1740"/>
                  </a:cubicBezTo>
                  <a:cubicBezTo>
                    <a:pt x="1671" y="1740"/>
                    <a:pt x="1671" y="1732"/>
                    <a:pt x="1671" y="1724"/>
                  </a:cubicBezTo>
                  <a:cubicBezTo>
                    <a:pt x="1627" y="1724"/>
                    <a:pt x="1642" y="1720"/>
                    <a:pt x="1656" y="1720"/>
                  </a:cubicBezTo>
                  <a:cubicBezTo>
                    <a:pt x="1664" y="1720"/>
                    <a:pt x="1671" y="1721"/>
                    <a:pt x="1671" y="1724"/>
                  </a:cubicBezTo>
                  <a:cubicBezTo>
                    <a:pt x="1727" y="1724"/>
                    <a:pt x="1727" y="1732"/>
                    <a:pt x="1727" y="1740"/>
                  </a:cubicBezTo>
                  <a:lnTo>
                    <a:pt x="1784" y="1740"/>
                  </a:lnTo>
                  <a:cubicBezTo>
                    <a:pt x="1906" y="1732"/>
                    <a:pt x="1906" y="1724"/>
                    <a:pt x="1792" y="1716"/>
                  </a:cubicBezTo>
                  <a:cubicBezTo>
                    <a:pt x="1727" y="1707"/>
                    <a:pt x="1727" y="1707"/>
                    <a:pt x="1792" y="1707"/>
                  </a:cubicBezTo>
                  <a:cubicBezTo>
                    <a:pt x="1849" y="1699"/>
                    <a:pt x="1906" y="1691"/>
                    <a:pt x="1849" y="1691"/>
                  </a:cubicBezTo>
                  <a:cubicBezTo>
                    <a:pt x="1849" y="1691"/>
                    <a:pt x="1849" y="1675"/>
                    <a:pt x="1914" y="1667"/>
                  </a:cubicBezTo>
                  <a:cubicBezTo>
                    <a:pt x="1914" y="1651"/>
                    <a:pt x="1914" y="1643"/>
                    <a:pt x="1849" y="1643"/>
                  </a:cubicBezTo>
                  <a:cubicBezTo>
                    <a:pt x="1792" y="1643"/>
                    <a:pt x="1792" y="1643"/>
                    <a:pt x="1792" y="1634"/>
                  </a:cubicBezTo>
                  <a:cubicBezTo>
                    <a:pt x="1792" y="1626"/>
                    <a:pt x="1792" y="1618"/>
                    <a:pt x="1736" y="1618"/>
                  </a:cubicBezTo>
                  <a:cubicBezTo>
                    <a:pt x="1679" y="1618"/>
                    <a:pt x="1614" y="1610"/>
                    <a:pt x="1614" y="1594"/>
                  </a:cubicBezTo>
                  <a:cubicBezTo>
                    <a:pt x="1557" y="1578"/>
                    <a:pt x="1557" y="1578"/>
                    <a:pt x="1679" y="1570"/>
                  </a:cubicBezTo>
                  <a:cubicBezTo>
                    <a:pt x="1736" y="1570"/>
                    <a:pt x="1736" y="1570"/>
                    <a:pt x="1736" y="1562"/>
                  </a:cubicBezTo>
                  <a:cubicBezTo>
                    <a:pt x="1736" y="1562"/>
                    <a:pt x="1736" y="1553"/>
                    <a:pt x="1800" y="1545"/>
                  </a:cubicBezTo>
                  <a:cubicBezTo>
                    <a:pt x="1857" y="1537"/>
                    <a:pt x="1800" y="1537"/>
                    <a:pt x="1736" y="1537"/>
                  </a:cubicBezTo>
                  <a:lnTo>
                    <a:pt x="1622" y="1537"/>
                  </a:lnTo>
                  <a:cubicBezTo>
                    <a:pt x="1679" y="1529"/>
                    <a:pt x="1744" y="1521"/>
                    <a:pt x="1800" y="1521"/>
                  </a:cubicBezTo>
                  <a:cubicBezTo>
                    <a:pt x="1922" y="1513"/>
                    <a:pt x="1922" y="1513"/>
                    <a:pt x="1800" y="1513"/>
                  </a:cubicBezTo>
                  <a:cubicBezTo>
                    <a:pt x="1744" y="1513"/>
                    <a:pt x="1679" y="1505"/>
                    <a:pt x="1744" y="1497"/>
                  </a:cubicBezTo>
                  <a:cubicBezTo>
                    <a:pt x="1744" y="1480"/>
                    <a:pt x="1744" y="1464"/>
                    <a:pt x="1800" y="1464"/>
                  </a:cubicBezTo>
                  <a:cubicBezTo>
                    <a:pt x="1865" y="1456"/>
                    <a:pt x="1800" y="1448"/>
                    <a:pt x="1800" y="1448"/>
                  </a:cubicBezTo>
                  <a:cubicBezTo>
                    <a:pt x="1744" y="1440"/>
                    <a:pt x="1744" y="1432"/>
                    <a:pt x="1809" y="1416"/>
                  </a:cubicBezTo>
                  <a:cubicBezTo>
                    <a:pt x="1930" y="1375"/>
                    <a:pt x="1930" y="1375"/>
                    <a:pt x="1809" y="1375"/>
                  </a:cubicBezTo>
                  <a:cubicBezTo>
                    <a:pt x="1752" y="1375"/>
                    <a:pt x="1687" y="1375"/>
                    <a:pt x="1809" y="1367"/>
                  </a:cubicBezTo>
                  <a:cubicBezTo>
                    <a:pt x="1865" y="1367"/>
                    <a:pt x="1809" y="1359"/>
                    <a:pt x="1752" y="1343"/>
                  </a:cubicBezTo>
                  <a:cubicBezTo>
                    <a:pt x="1695" y="1334"/>
                    <a:pt x="1573" y="1334"/>
                    <a:pt x="1509" y="1334"/>
                  </a:cubicBezTo>
                  <a:cubicBezTo>
                    <a:pt x="1395" y="1334"/>
                    <a:pt x="1395" y="1334"/>
                    <a:pt x="1452" y="1318"/>
                  </a:cubicBezTo>
                  <a:cubicBezTo>
                    <a:pt x="1492" y="1310"/>
                    <a:pt x="1533" y="1302"/>
                    <a:pt x="1573" y="1302"/>
                  </a:cubicBezTo>
                  <a:cubicBezTo>
                    <a:pt x="1630" y="1302"/>
                    <a:pt x="1630" y="1310"/>
                    <a:pt x="1630" y="1310"/>
                  </a:cubicBezTo>
                  <a:lnTo>
                    <a:pt x="1630" y="1318"/>
                  </a:lnTo>
                  <a:cubicBezTo>
                    <a:pt x="1695" y="1318"/>
                    <a:pt x="1752" y="1318"/>
                    <a:pt x="1752" y="1302"/>
                  </a:cubicBezTo>
                  <a:cubicBezTo>
                    <a:pt x="1817" y="1294"/>
                    <a:pt x="1817" y="1294"/>
                    <a:pt x="1752" y="1294"/>
                  </a:cubicBezTo>
                  <a:cubicBezTo>
                    <a:pt x="1817" y="1286"/>
                    <a:pt x="1817" y="1270"/>
                    <a:pt x="1817" y="1253"/>
                  </a:cubicBezTo>
                  <a:cubicBezTo>
                    <a:pt x="1817" y="1237"/>
                    <a:pt x="1817" y="1221"/>
                    <a:pt x="1882" y="1213"/>
                  </a:cubicBezTo>
                  <a:cubicBezTo>
                    <a:pt x="1882" y="1197"/>
                    <a:pt x="1882" y="1189"/>
                    <a:pt x="1817" y="1189"/>
                  </a:cubicBezTo>
                  <a:cubicBezTo>
                    <a:pt x="1703" y="1189"/>
                    <a:pt x="1703" y="1180"/>
                    <a:pt x="1760" y="1180"/>
                  </a:cubicBezTo>
                  <a:cubicBezTo>
                    <a:pt x="1882" y="1172"/>
                    <a:pt x="1946" y="1083"/>
                    <a:pt x="1825" y="1075"/>
                  </a:cubicBezTo>
                  <a:cubicBezTo>
                    <a:pt x="1825" y="1075"/>
                    <a:pt x="1825" y="1067"/>
                    <a:pt x="1825" y="1059"/>
                  </a:cubicBezTo>
                  <a:cubicBezTo>
                    <a:pt x="1890" y="1043"/>
                    <a:pt x="1890" y="1002"/>
                    <a:pt x="1833" y="994"/>
                  </a:cubicBezTo>
                  <a:cubicBezTo>
                    <a:pt x="1833" y="994"/>
                    <a:pt x="1833" y="986"/>
                    <a:pt x="1833" y="970"/>
                  </a:cubicBezTo>
                  <a:cubicBezTo>
                    <a:pt x="1898" y="953"/>
                    <a:pt x="1898" y="945"/>
                    <a:pt x="1833" y="945"/>
                  </a:cubicBezTo>
                  <a:cubicBezTo>
                    <a:pt x="1776" y="937"/>
                    <a:pt x="1719" y="937"/>
                    <a:pt x="1776" y="937"/>
                  </a:cubicBezTo>
                  <a:cubicBezTo>
                    <a:pt x="1833" y="937"/>
                    <a:pt x="1833" y="921"/>
                    <a:pt x="1841" y="889"/>
                  </a:cubicBezTo>
                  <a:cubicBezTo>
                    <a:pt x="1841" y="873"/>
                    <a:pt x="1841" y="868"/>
                    <a:pt x="1824" y="868"/>
                  </a:cubicBezTo>
                  <a:cubicBezTo>
                    <a:pt x="1815" y="868"/>
                    <a:pt x="1800" y="869"/>
                    <a:pt x="1776" y="872"/>
                  </a:cubicBezTo>
                  <a:cubicBezTo>
                    <a:pt x="1719" y="840"/>
                    <a:pt x="1784" y="840"/>
                    <a:pt x="1841" y="840"/>
                  </a:cubicBezTo>
                  <a:cubicBezTo>
                    <a:pt x="1864" y="841"/>
                    <a:pt x="1883" y="842"/>
                    <a:pt x="1897" y="842"/>
                  </a:cubicBezTo>
                  <a:cubicBezTo>
                    <a:pt x="1956" y="842"/>
                    <a:pt x="1929" y="830"/>
                    <a:pt x="1784" y="824"/>
                  </a:cubicBezTo>
                  <a:cubicBezTo>
                    <a:pt x="1663" y="816"/>
                    <a:pt x="1663" y="807"/>
                    <a:pt x="1727" y="807"/>
                  </a:cubicBezTo>
                  <a:cubicBezTo>
                    <a:pt x="1784" y="807"/>
                    <a:pt x="1784" y="807"/>
                    <a:pt x="1784" y="816"/>
                  </a:cubicBezTo>
                  <a:lnTo>
                    <a:pt x="1906" y="816"/>
                  </a:lnTo>
                  <a:cubicBezTo>
                    <a:pt x="1906" y="807"/>
                    <a:pt x="1906" y="807"/>
                    <a:pt x="1841" y="807"/>
                  </a:cubicBezTo>
                  <a:cubicBezTo>
                    <a:pt x="1841" y="807"/>
                    <a:pt x="1841" y="799"/>
                    <a:pt x="1784" y="791"/>
                  </a:cubicBezTo>
                  <a:cubicBezTo>
                    <a:pt x="1756" y="787"/>
                    <a:pt x="1725" y="785"/>
                    <a:pt x="1695" y="785"/>
                  </a:cubicBezTo>
                  <a:cubicBezTo>
                    <a:pt x="1665" y="785"/>
                    <a:pt x="1634" y="787"/>
                    <a:pt x="1606" y="791"/>
                  </a:cubicBezTo>
                  <a:cubicBezTo>
                    <a:pt x="1589" y="794"/>
                    <a:pt x="1577" y="795"/>
                    <a:pt x="1569" y="795"/>
                  </a:cubicBezTo>
                  <a:cubicBezTo>
                    <a:pt x="1549" y="795"/>
                    <a:pt x="1549" y="789"/>
                    <a:pt x="1549" y="783"/>
                  </a:cubicBezTo>
                  <a:cubicBezTo>
                    <a:pt x="1582" y="774"/>
                    <a:pt x="1616" y="770"/>
                    <a:pt x="1650" y="770"/>
                  </a:cubicBezTo>
                  <a:cubicBezTo>
                    <a:pt x="1675" y="770"/>
                    <a:pt x="1701" y="772"/>
                    <a:pt x="1727" y="775"/>
                  </a:cubicBezTo>
                  <a:cubicBezTo>
                    <a:pt x="1768" y="783"/>
                    <a:pt x="1809" y="783"/>
                    <a:pt x="1849" y="783"/>
                  </a:cubicBezTo>
                  <a:cubicBezTo>
                    <a:pt x="1906" y="783"/>
                    <a:pt x="1784" y="743"/>
                    <a:pt x="1671" y="743"/>
                  </a:cubicBezTo>
                  <a:lnTo>
                    <a:pt x="1727" y="743"/>
                  </a:lnTo>
                  <a:cubicBezTo>
                    <a:pt x="1784" y="743"/>
                    <a:pt x="1792" y="726"/>
                    <a:pt x="1792" y="710"/>
                  </a:cubicBezTo>
                  <a:cubicBezTo>
                    <a:pt x="1792" y="694"/>
                    <a:pt x="1792" y="686"/>
                    <a:pt x="1727" y="686"/>
                  </a:cubicBezTo>
                  <a:cubicBezTo>
                    <a:pt x="1718" y="688"/>
                    <a:pt x="1708" y="689"/>
                    <a:pt x="1697" y="689"/>
                  </a:cubicBezTo>
                  <a:cubicBezTo>
                    <a:pt x="1671" y="689"/>
                    <a:pt x="1643" y="684"/>
                    <a:pt x="1614" y="678"/>
                  </a:cubicBezTo>
                  <a:cubicBezTo>
                    <a:pt x="1585" y="684"/>
                    <a:pt x="1557" y="689"/>
                    <a:pt x="1528" y="689"/>
                  </a:cubicBezTo>
                  <a:cubicBezTo>
                    <a:pt x="1516" y="689"/>
                    <a:pt x="1504" y="688"/>
                    <a:pt x="1492" y="686"/>
                  </a:cubicBezTo>
                  <a:cubicBezTo>
                    <a:pt x="1492" y="686"/>
                    <a:pt x="1549" y="670"/>
                    <a:pt x="1614" y="670"/>
                  </a:cubicBezTo>
                  <a:cubicBezTo>
                    <a:pt x="1736" y="653"/>
                    <a:pt x="1792" y="637"/>
                    <a:pt x="1792" y="605"/>
                  </a:cubicBezTo>
                  <a:cubicBezTo>
                    <a:pt x="1800" y="597"/>
                    <a:pt x="1800" y="572"/>
                    <a:pt x="1857" y="564"/>
                  </a:cubicBezTo>
                  <a:cubicBezTo>
                    <a:pt x="1857" y="548"/>
                    <a:pt x="1857" y="540"/>
                    <a:pt x="1800" y="540"/>
                  </a:cubicBezTo>
                  <a:lnTo>
                    <a:pt x="1800" y="532"/>
                  </a:lnTo>
                  <a:cubicBezTo>
                    <a:pt x="1857" y="524"/>
                    <a:pt x="1865" y="508"/>
                    <a:pt x="1800" y="508"/>
                  </a:cubicBezTo>
                  <a:cubicBezTo>
                    <a:pt x="1744" y="499"/>
                    <a:pt x="1800" y="491"/>
                    <a:pt x="1800" y="483"/>
                  </a:cubicBezTo>
                  <a:cubicBezTo>
                    <a:pt x="1872" y="474"/>
                    <a:pt x="1901" y="470"/>
                    <a:pt x="1878" y="470"/>
                  </a:cubicBezTo>
                  <a:cubicBezTo>
                    <a:pt x="1861" y="470"/>
                    <a:pt x="1818" y="472"/>
                    <a:pt x="1744" y="475"/>
                  </a:cubicBezTo>
                  <a:cubicBezTo>
                    <a:pt x="1703" y="475"/>
                    <a:pt x="1663" y="483"/>
                    <a:pt x="1622" y="499"/>
                  </a:cubicBezTo>
                  <a:lnTo>
                    <a:pt x="1622" y="524"/>
                  </a:lnTo>
                  <a:lnTo>
                    <a:pt x="1565" y="499"/>
                  </a:lnTo>
                  <a:cubicBezTo>
                    <a:pt x="1525" y="483"/>
                    <a:pt x="1484" y="475"/>
                    <a:pt x="1444" y="475"/>
                  </a:cubicBezTo>
                  <a:cubicBezTo>
                    <a:pt x="1444" y="475"/>
                    <a:pt x="1387" y="475"/>
                    <a:pt x="1387" y="467"/>
                  </a:cubicBezTo>
                  <a:lnTo>
                    <a:pt x="1509" y="467"/>
                  </a:lnTo>
                  <a:cubicBezTo>
                    <a:pt x="1565" y="475"/>
                    <a:pt x="1622" y="475"/>
                    <a:pt x="1687" y="475"/>
                  </a:cubicBezTo>
                  <a:cubicBezTo>
                    <a:pt x="1809" y="467"/>
                    <a:pt x="1865" y="451"/>
                    <a:pt x="1744" y="451"/>
                  </a:cubicBezTo>
                  <a:cubicBezTo>
                    <a:pt x="1744" y="443"/>
                    <a:pt x="1744" y="443"/>
                    <a:pt x="1809" y="435"/>
                  </a:cubicBezTo>
                  <a:cubicBezTo>
                    <a:pt x="1865" y="435"/>
                    <a:pt x="1865" y="426"/>
                    <a:pt x="1752" y="418"/>
                  </a:cubicBezTo>
                  <a:cubicBezTo>
                    <a:pt x="1630" y="410"/>
                    <a:pt x="1630" y="402"/>
                    <a:pt x="1752" y="394"/>
                  </a:cubicBezTo>
                  <a:cubicBezTo>
                    <a:pt x="1873" y="386"/>
                    <a:pt x="1873" y="353"/>
                    <a:pt x="1809" y="353"/>
                  </a:cubicBezTo>
                  <a:cubicBezTo>
                    <a:pt x="1695" y="353"/>
                    <a:pt x="1695" y="329"/>
                    <a:pt x="1752" y="321"/>
                  </a:cubicBezTo>
                  <a:cubicBezTo>
                    <a:pt x="1817" y="321"/>
                    <a:pt x="1817" y="313"/>
                    <a:pt x="1752" y="305"/>
                  </a:cubicBezTo>
                  <a:cubicBezTo>
                    <a:pt x="1817" y="305"/>
                    <a:pt x="1873" y="297"/>
                    <a:pt x="1817" y="289"/>
                  </a:cubicBezTo>
                  <a:cubicBezTo>
                    <a:pt x="1817" y="289"/>
                    <a:pt x="1817" y="285"/>
                    <a:pt x="1800" y="285"/>
                  </a:cubicBezTo>
                  <a:cubicBezTo>
                    <a:pt x="1791" y="285"/>
                    <a:pt x="1779" y="286"/>
                    <a:pt x="1760" y="289"/>
                  </a:cubicBezTo>
                  <a:lnTo>
                    <a:pt x="1638" y="272"/>
                  </a:lnTo>
                  <a:cubicBezTo>
                    <a:pt x="1610" y="278"/>
                    <a:pt x="1581" y="284"/>
                    <a:pt x="1552" y="284"/>
                  </a:cubicBezTo>
                  <a:cubicBezTo>
                    <a:pt x="1540" y="284"/>
                    <a:pt x="1529" y="283"/>
                    <a:pt x="1517" y="280"/>
                  </a:cubicBezTo>
                  <a:cubicBezTo>
                    <a:pt x="1460" y="280"/>
                    <a:pt x="1517" y="256"/>
                    <a:pt x="1703" y="240"/>
                  </a:cubicBezTo>
                  <a:lnTo>
                    <a:pt x="1825" y="224"/>
                  </a:lnTo>
                  <a:lnTo>
                    <a:pt x="1703" y="224"/>
                  </a:lnTo>
                  <a:cubicBezTo>
                    <a:pt x="1703" y="216"/>
                    <a:pt x="1703" y="208"/>
                    <a:pt x="1768" y="208"/>
                  </a:cubicBezTo>
                  <a:cubicBezTo>
                    <a:pt x="1825" y="208"/>
                    <a:pt x="1825" y="208"/>
                    <a:pt x="1825" y="199"/>
                  </a:cubicBezTo>
                  <a:cubicBezTo>
                    <a:pt x="1825" y="199"/>
                    <a:pt x="1825" y="191"/>
                    <a:pt x="1768" y="191"/>
                  </a:cubicBezTo>
                  <a:lnTo>
                    <a:pt x="1711" y="191"/>
                  </a:lnTo>
                  <a:cubicBezTo>
                    <a:pt x="1825" y="183"/>
                    <a:pt x="1825" y="175"/>
                    <a:pt x="1711" y="167"/>
                  </a:cubicBezTo>
                  <a:cubicBezTo>
                    <a:pt x="1590" y="167"/>
                    <a:pt x="1590" y="167"/>
                    <a:pt x="1711" y="159"/>
                  </a:cubicBezTo>
                  <a:cubicBezTo>
                    <a:pt x="1752" y="159"/>
                    <a:pt x="1792" y="159"/>
                    <a:pt x="1833" y="143"/>
                  </a:cubicBezTo>
                  <a:lnTo>
                    <a:pt x="1768" y="143"/>
                  </a:lnTo>
                  <a:cubicBezTo>
                    <a:pt x="1646" y="143"/>
                    <a:pt x="1646" y="135"/>
                    <a:pt x="1711" y="126"/>
                  </a:cubicBezTo>
                  <a:cubicBezTo>
                    <a:pt x="1768" y="126"/>
                    <a:pt x="1768" y="118"/>
                    <a:pt x="1711" y="110"/>
                  </a:cubicBezTo>
                  <a:cubicBezTo>
                    <a:pt x="1711" y="94"/>
                    <a:pt x="1711" y="86"/>
                    <a:pt x="1776" y="86"/>
                  </a:cubicBezTo>
                  <a:cubicBezTo>
                    <a:pt x="1890" y="86"/>
                    <a:pt x="1890" y="86"/>
                    <a:pt x="1776" y="78"/>
                  </a:cubicBezTo>
                  <a:cubicBezTo>
                    <a:pt x="1711" y="70"/>
                    <a:pt x="1711" y="70"/>
                    <a:pt x="1776" y="53"/>
                  </a:cubicBezTo>
                  <a:cubicBezTo>
                    <a:pt x="1833" y="53"/>
                    <a:pt x="1833" y="53"/>
                    <a:pt x="1776" y="45"/>
                  </a:cubicBezTo>
                  <a:cubicBezTo>
                    <a:pt x="1749" y="42"/>
                    <a:pt x="1724" y="40"/>
                    <a:pt x="1699" y="40"/>
                  </a:cubicBezTo>
                  <a:cubicBezTo>
                    <a:pt x="1664" y="40"/>
                    <a:pt x="1631" y="44"/>
                    <a:pt x="1598" y="53"/>
                  </a:cubicBezTo>
                  <a:lnTo>
                    <a:pt x="1533" y="53"/>
                  </a:lnTo>
                  <a:lnTo>
                    <a:pt x="1533" y="45"/>
                  </a:lnTo>
                  <a:cubicBezTo>
                    <a:pt x="1533" y="37"/>
                    <a:pt x="1533" y="29"/>
                    <a:pt x="1476" y="13"/>
                  </a:cubicBezTo>
                  <a:cubicBezTo>
                    <a:pt x="1448" y="5"/>
                    <a:pt x="1403" y="1"/>
                    <a:pt x="1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2"/>
            <p:cNvSpPr/>
            <p:nvPr/>
          </p:nvSpPr>
          <p:spPr>
            <a:xfrm>
              <a:off x="5158515" y="1159799"/>
              <a:ext cx="1106337" cy="1385033"/>
            </a:xfrm>
            <a:custGeom>
              <a:avLst/>
              <a:gdLst/>
              <a:ahLst/>
              <a:cxnLst/>
              <a:rect l="l" t="t" r="r" b="b"/>
              <a:pathLst>
                <a:path w="64182" h="80350" extrusionOk="0">
                  <a:moveTo>
                    <a:pt x="32297" y="1"/>
                  </a:moveTo>
                  <a:cubicBezTo>
                    <a:pt x="31801" y="1"/>
                    <a:pt x="31303" y="12"/>
                    <a:pt x="30802" y="35"/>
                  </a:cubicBezTo>
                  <a:cubicBezTo>
                    <a:pt x="14343" y="797"/>
                    <a:pt x="1038" y="14248"/>
                    <a:pt x="454" y="30714"/>
                  </a:cubicBezTo>
                  <a:cubicBezTo>
                    <a:pt x="0" y="43573"/>
                    <a:pt x="7160" y="54802"/>
                    <a:pt x="17773" y="60251"/>
                  </a:cubicBezTo>
                  <a:lnTo>
                    <a:pt x="17789" y="72218"/>
                  </a:lnTo>
                  <a:cubicBezTo>
                    <a:pt x="17797" y="76709"/>
                    <a:pt x="21437" y="80350"/>
                    <a:pt x="25929" y="80350"/>
                  </a:cubicBezTo>
                  <a:lnTo>
                    <a:pt x="38180" y="80350"/>
                  </a:lnTo>
                  <a:cubicBezTo>
                    <a:pt x="42680" y="80350"/>
                    <a:pt x="46328" y="76701"/>
                    <a:pt x="46328" y="72202"/>
                  </a:cubicBezTo>
                  <a:lnTo>
                    <a:pt x="46328" y="60518"/>
                  </a:lnTo>
                  <a:cubicBezTo>
                    <a:pt x="56901" y="55329"/>
                    <a:pt x="64182" y="44457"/>
                    <a:pt x="64182" y="31882"/>
                  </a:cubicBezTo>
                  <a:cubicBezTo>
                    <a:pt x="64182" y="14273"/>
                    <a:pt x="49908" y="1"/>
                    <a:pt x="32297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2"/>
            <p:cNvSpPr/>
            <p:nvPr/>
          </p:nvSpPr>
          <p:spPr>
            <a:xfrm>
              <a:off x="5461550" y="2335742"/>
              <a:ext cx="498215" cy="36819"/>
            </a:xfrm>
            <a:custGeom>
              <a:avLst/>
              <a:gdLst/>
              <a:ahLst/>
              <a:cxnLst/>
              <a:rect l="l" t="t" r="r" b="b"/>
              <a:pathLst>
                <a:path w="28903" h="2136" extrusionOk="0">
                  <a:moveTo>
                    <a:pt x="8065" y="1"/>
                  </a:moveTo>
                  <a:cubicBezTo>
                    <a:pt x="7992" y="1"/>
                    <a:pt x="7992" y="1"/>
                    <a:pt x="8025" y="57"/>
                  </a:cubicBezTo>
                  <a:lnTo>
                    <a:pt x="8098" y="66"/>
                  </a:lnTo>
                  <a:cubicBezTo>
                    <a:pt x="8098" y="1"/>
                    <a:pt x="8098" y="1"/>
                    <a:pt x="8065" y="1"/>
                  </a:cubicBezTo>
                  <a:close/>
                  <a:moveTo>
                    <a:pt x="1125" y="333"/>
                  </a:moveTo>
                  <a:lnTo>
                    <a:pt x="1158" y="390"/>
                  </a:lnTo>
                  <a:lnTo>
                    <a:pt x="1190" y="390"/>
                  </a:lnTo>
                  <a:cubicBezTo>
                    <a:pt x="1190" y="333"/>
                    <a:pt x="1190" y="333"/>
                    <a:pt x="1158" y="333"/>
                  </a:cubicBezTo>
                  <a:close/>
                  <a:moveTo>
                    <a:pt x="20235" y="341"/>
                  </a:moveTo>
                  <a:cubicBezTo>
                    <a:pt x="20235" y="398"/>
                    <a:pt x="20235" y="463"/>
                    <a:pt x="20203" y="463"/>
                  </a:cubicBezTo>
                  <a:lnTo>
                    <a:pt x="20170" y="398"/>
                  </a:lnTo>
                  <a:lnTo>
                    <a:pt x="20203" y="341"/>
                  </a:lnTo>
                  <a:close/>
                  <a:moveTo>
                    <a:pt x="12752" y="365"/>
                  </a:moveTo>
                  <a:cubicBezTo>
                    <a:pt x="12752" y="422"/>
                    <a:pt x="12752" y="479"/>
                    <a:pt x="12719" y="479"/>
                  </a:cubicBezTo>
                  <a:lnTo>
                    <a:pt x="12687" y="479"/>
                  </a:lnTo>
                  <a:cubicBezTo>
                    <a:pt x="12687" y="438"/>
                    <a:pt x="12703" y="398"/>
                    <a:pt x="12719" y="365"/>
                  </a:cubicBezTo>
                  <a:close/>
                  <a:moveTo>
                    <a:pt x="19789" y="398"/>
                  </a:moveTo>
                  <a:cubicBezTo>
                    <a:pt x="19830" y="398"/>
                    <a:pt x="19830" y="398"/>
                    <a:pt x="19830" y="455"/>
                  </a:cubicBezTo>
                  <a:cubicBezTo>
                    <a:pt x="19830" y="455"/>
                    <a:pt x="19830" y="512"/>
                    <a:pt x="19796" y="512"/>
                  </a:cubicBezTo>
                  <a:cubicBezTo>
                    <a:pt x="19794" y="512"/>
                    <a:pt x="19792" y="512"/>
                    <a:pt x="19789" y="511"/>
                  </a:cubicBezTo>
                  <a:lnTo>
                    <a:pt x="19757" y="455"/>
                  </a:lnTo>
                  <a:cubicBezTo>
                    <a:pt x="19757" y="398"/>
                    <a:pt x="19789" y="398"/>
                    <a:pt x="19789" y="398"/>
                  </a:cubicBezTo>
                  <a:close/>
                  <a:moveTo>
                    <a:pt x="7417" y="414"/>
                  </a:moveTo>
                  <a:cubicBezTo>
                    <a:pt x="7417" y="455"/>
                    <a:pt x="7425" y="495"/>
                    <a:pt x="7449" y="536"/>
                  </a:cubicBezTo>
                  <a:cubicBezTo>
                    <a:pt x="7482" y="536"/>
                    <a:pt x="7482" y="471"/>
                    <a:pt x="7482" y="471"/>
                  </a:cubicBezTo>
                  <a:cubicBezTo>
                    <a:pt x="7482" y="471"/>
                    <a:pt x="7482" y="414"/>
                    <a:pt x="7449" y="414"/>
                  </a:cubicBezTo>
                  <a:close/>
                  <a:moveTo>
                    <a:pt x="23908" y="447"/>
                  </a:moveTo>
                  <a:cubicBezTo>
                    <a:pt x="23940" y="447"/>
                    <a:pt x="23940" y="447"/>
                    <a:pt x="23940" y="511"/>
                  </a:cubicBezTo>
                  <a:cubicBezTo>
                    <a:pt x="23940" y="565"/>
                    <a:pt x="23912" y="626"/>
                    <a:pt x="23881" y="626"/>
                  </a:cubicBezTo>
                  <a:cubicBezTo>
                    <a:pt x="23879" y="626"/>
                    <a:pt x="23877" y="625"/>
                    <a:pt x="23875" y="625"/>
                  </a:cubicBezTo>
                  <a:cubicBezTo>
                    <a:pt x="23835" y="625"/>
                    <a:pt x="23835" y="511"/>
                    <a:pt x="23908" y="447"/>
                  </a:cubicBezTo>
                  <a:close/>
                  <a:moveTo>
                    <a:pt x="7076" y="584"/>
                  </a:moveTo>
                  <a:cubicBezTo>
                    <a:pt x="7109" y="584"/>
                    <a:pt x="7109" y="584"/>
                    <a:pt x="7109" y="649"/>
                  </a:cubicBezTo>
                  <a:lnTo>
                    <a:pt x="7076" y="649"/>
                  </a:lnTo>
                  <a:lnTo>
                    <a:pt x="7044" y="584"/>
                  </a:lnTo>
                  <a:close/>
                  <a:moveTo>
                    <a:pt x="28708" y="404"/>
                  </a:moveTo>
                  <a:cubicBezTo>
                    <a:pt x="28726" y="404"/>
                    <a:pt x="28713" y="488"/>
                    <a:pt x="28667" y="568"/>
                  </a:cubicBezTo>
                  <a:cubicBezTo>
                    <a:pt x="28651" y="629"/>
                    <a:pt x="28643" y="659"/>
                    <a:pt x="28639" y="659"/>
                  </a:cubicBezTo>
                  <a:cubicBezTo>
                    <a:pt x="28635" y="659"/>
                    <a:pt x="28635" y="629"/>
                    <a:pt x="28635" y="568"/>
                  </a:cubicBezTo>
                  <a:cubicBezTo>
                    <a:pt x="28635" y="511"/>
                    <a:pt x="28635" y="455"/>
                    <a:pt x="28667" y="455"/>
                  </a:cubicBezTo>
                  <a:cubicBezTo>
                    <a:pt x="28686" y="419"/>
                    <a:pt x="28700" y="404"/>
                    <a:pt x="28708" y="404"/>
                  </a:cubicBezTo>
                  <a:close/>
                  <a:moveTo>
                    <a:pt x="4660" y="552"/>
                  </a:moveTo>
                  <a:lnTo>
                    <a:pt x="4660" y="617"/>
                  </a:lnTo>
                  <a:lnTo>
                    <a:pt x="4628" y="674"/>
                  </a:lnTo>
                  <a:lnTo>
                    <a:pt x="4595" y="617"/>
                  </a:lnTo>
                  <a:cubicBezTo>
                    <a:pt x="4595" y="552"/>
                    <a:pt x="4628" y="552"/>
                    <a:pt x="4660" y="552"/>
                  </a:cubicBezTo>
                  <a:close/>
                  <a:moveTo>
                    <a:pt x="5600" y="468"/>
                  </a:moveTo>
                  <a:cubicBezTo>
                    <a:pt x="5610" y="468"/>
                    <a:pt x="5600" y="498"/>
                    <a:pt x="5576" y="568"/>
                  </a:cubicBezTo>
                  <a:lnTo>
                    <a:pt x="5511" y="690"/>
                  </a:lnTo>
                  <a:cubicBezTo>
                    <a:pt x="5479" y="682"/>
                    <a:pt x="5511" y="625"/>
                    <a:pt x="5544" y="503"/>
                  </a:cubicBezTo>
                  <a:lnTo>
                    <a:pt x="5544" y="511"/>
                  </a:lnTo>
                  <a:cubicBezTo>
                    <a:pt x="5575" y="484"/>
                    <a:pt x="5592" y="468"/>
                    <a:pt x="5600" y="468"/>
                  </a:cubicBezTo>
                  <a:close/>
                  <a:moveTo>
                    <a:pt x="6793" y="562"/>
                  </a:moveTo>
                  <a:cubicBezTo>
                    <a:pt x="6813" y="562"/>
                    <a:pt x="6824" y="617"/>
                    <a:pt x="6801" y="706"/>
                  </a:cubicBezTo>
                  <a:lnTo>
                    <a:pt x="6736" y="706"/>
                  </a:lnTo>
                  <a:cubicBezTo>
                    <a:pt x="6736" y="641"/>
                    <a:pt x="6736" y="584"/>
                    <a:pt x="6768" y="584"/>
                  </a:cubicBezTo>
                  <a:cubicBezTo>
                    <a:pt x="6777" y="569"/>
                    <a:pt x="6785" y="562"/>
                    <a:pt x="6793" y="562"/>
                  </a:cubicBezTo>
                  <a:close/>
                  <a:moveTo>
                    <a:pt x="679" y="625"/>
                  </a:moveTo>
                  <a:cubicBezTo>
                    <a:pt x="720" y="625"/>
                    <a:pt x="720" y="625"/>
                    <a:pt x="720" y="682"/>
                  </a:cubicBezTo>
                  <a:cubicBezTo>
                    <a:pt x="720" y="682"/>
                    <a:pt x="684" y="739"/>
                    <a:pt x="653" y="739"/>
                  </a:cubicBezTo>
                  <a:cubicBezTo>
                    <a:pt x="651" y="739"/>
                    <a:pt x="649" y="739"/>
                    <a:pt x="647" y="738"/>
                  </a:cubicBezTo>
                  <a:lnTo>
                    <a:pt x="614" y="682"/>
                  </a:lnTo>
                  <a:cubicBezTo>
                    <a:pt x="614" y="625"/>
                    <a:pt x="647" y="625"/>
                    <a:pt x="679" y="625"/>
                  </a:cubicBezTo>
                  <a:close/>
                  <a:moveTo>
                    <a:pt x="21386" y="657"/>
                  </a:moveTo>
                  <a:cubicBezTo>
                    <a:pt x="21427" y="657"/>
                    <a:pt x="21427" y="714"/>
                    <a:pt x="21427" y="714"/>
                  </a:cubicBezTo>
                  <a:cubicBezTo>
                    <a:pt x="21427" y="714"/>
                    <a:pt x="21427" y="779"/>
                    <a:pt x="21386" y="779"/>
                  </a:cubicBezTo>
                  <a:cubicBezTo>
                    <a:pt x="21370" y="738"/>
                    <a:pt x="21354" y="698"/>
                    <a:pt x="21354" y="657"/>
                  </a:cubicBezTo>
                  <a:close/>
                  <a:moveTo>
                    <a:pt x="8859" y="630"/>
                  </a:moveTo>
                  <a:cubicBezTo>
                    <a:pt x="8871" y="630"/>
                    <a:pt x="8890" y="660"/>
                    <a:pt x="8909" y="730"/>
                  </a:cubicBezTo>
                  <a:cubicBezTo>
                    <a:pt x="8909" y="787"/>
                    <a:pt x="8909" y="787"/>
                    <a:pt x="8876" y="787"/>
                  </a:cubicBezTo>
                  <a:cubicBezTo>
                    <a:pt x="8852" y="755"/>
                    <a:pt x="8844" y="714"/>
                    <a:pt x="8844" y="674"/>
                  </a:cubicBezTo>
                  <a:cubicBezTo>
                    <a:pt x="8844" y="646"/>
                    <a:pt x="8849" y="630"/>
                    <a:pt x="8859" y="630"/>
                  </a:cubicBezTo>
                  <a:close/>
                  <a:moveTo>
                    <a:pt x="9152" y="674"/>
                  </a:moveTo>
                  <a:cubicBezTo>
                    <a:pt x="9152" y="730"/>
                    <a:pt x="9152" y="795"/>
                    <a:pt x="9111" y="795"/>
                  </a:cubicBezTo>
                  <a:lnTo>
                    <a:pt x="9079" y="730"/>
                  </a:lnTo>
                  <a:lnTo>
                    <a:pt x="9111" y="674"/>
                  </a:lnTo>
                  <a:close/>
                  <a:moveTo>
                    <a:pt x="22773" y="650"/>
                  </a:moveTo>
                  <a:cubicBezTo>
                    <a:pt x="22778" y="650"/>
                    <a:pt x="22781" y="657"/>
                    <a:pt x="22781" y="674"/>
                  </a:cubicBezTo>
                  <a:cubicBezTo>
                    <a:pt x="22781" y="714"/>
                    <a:pt x="22773" y="755"/>
                    <a:pt x="22748" y="795"/>
                  </a:cubicBezTo>
                  <a:cubicBezTo>
                    <a:pt x="22748" y="795"/>
                    <a:pt x="22734" y="820"/>
                    <a:pt x="22724" y="820"/>
                  </a:cubicBezTo>
                  <a:cubicBezTo>
                    <a:pt x="22720" y="820"/>
                    <a:pt x="22716" y="814"/>
                    <a:pt x="22716" y="795"/>
                  </a:cubicBezTo>
                  <a:lnTo>
                    <a:pt x="22716" y="730"/>
                  </a:lnTo>
                  <a:cubicBezTo>
                    <a:pt x="22739" y="690"/>
                    <a:pt x="22762" y="650"/>
                    <a:pt x="22773" y="650"/>
                  </a:cubicBezTo>
                  <a:close/>
                  <a:moveTo>
                    <a:pt x="20482" y="720"/>
                  </a:moveTo>
                  <a:cubicBezTo>
                    <a:pt x="20495" y="720"/>
                    <a:pt x="20503" y="734"/>
                    <a:pt x="20503" y="763"/>
                  </a:cubicBezTo>
                  <a:cubicBezTo>
                    <a:pt x="20503" y="811"/>
                    <a:pt x="20503" y="823"/>
                    <a:pt x="20490" y="823"/>
                  </a:cubicBezTo>
                  <a:cubicBezTo>
                    <a:pt x="20485" y="823"/>
                    <a:pt x="20479" y="822"/>
                    <a:pt x="20470" y="820"/>
                  </a:cubicBezTo>
                  <a:cubicBezTo>
                    <a:pt x="20405" y="820"/>
                    <a:pt x="20405" y="820"/>
                    <a:pt x="20438" y="763"/>
                  </a:cubicBezTo>
                  <a:cubicBezTo>
                    <a:pt x="20454" y="734"/>
                    <a:pt x="20470" y="720"/>
                    <a:pt x="20482" y="720"/>
                  </a:cubicBezTo>
                  <a:close/>
                  <a:moveTo>
                    <a:pt x="20705" y="763"/>
                  </a:moveTo>
                  <a:cubicBezTo>
                    <a:pt x="20746" y="763"/>
                    <a:pt x="20746" y="763"/>
                    <a:pt x="20746" y="828"/>
                  </a:cubicBezTo>
                  <a:lnTo>
                    <a:pt x="20705" y="828"/>
                  </a:lnTo>
                  <a:lnTo>
                    <a:pt x="20673" y="763"/>
                  </a:lnTo>
                  <a:close/>
                  <a:moveTo>
                    <a:pt x="21046" y="771"/>
                  </a:moveTo>
                  <a:cubicBezTo>
                    <a:pt x="21086" y="771"/>
                    <a:pt x="21086" y="771"/>
                    <a:pt x="21086" y="828"/>
                  </a:cubicBezTo>
                  <a:lnTo>
                    <a:pt x="21046" y="828"/>
                  </a:lnTo>
                  <a:lnTo>
                    <a:pt x="21013" y="771"/>
                  </a:lnTo>
                  <a:close/>
                  <a:moveTo>
                    <a:pt x="16968" y="714"/>
                  </a:moveTo>
                  <a:cubicBezTo>
                    <a:pt x="16968" y="779"/>
                    <a:pt x="16968" y="836"/>
                    <a:pt x="16935" y="836"/>
                  </a:cubicBezTo>
                  <a:lnTo>
                    <a:pt x="16903" y="836"/>
                  </a:lnTo>
                  <a:cubicBezTo>
                    <a:pt x="16903" y="795"/>
                    <a:pt x="16911" y="755"/>
                    <a:pt x="16935" y="714"/>
                  </a:cubicBezTo>
                  <a:close/>
                  <a:moveTo>
                    <a:pt x="13198" y="730"/>
                  </a:moveTo>
                  <a:cubicBezTo>
                    <a:pt x="13198" y="787"/>
                    <a:pt x="13198" y="844"/>
                    <a:pt x="13157" y="844"/>
                  </a:cubicBezTo>
                  <a:lnTo>
                    <a:pt x="13125" y="787"/>
                  </a:lnTo>
                  <a:lnTo>
                    <a:pt x="13157" y="730"/>
                  </a:lnTo>
                  <a:close/>
                  <a:moveTo>
                    <a:pt x="1060" y="625"/>
                  </a:moveTo>
                  <a:cubicBezTo>
                    <a:pt x="1093" y="625"/>
                    <a:pt x="1125" y="625"/>
                    <a:pt x="1125" y="690"/>
                  </a:cubicBezTo>
                  <a:lnTo>
                    <a:pt x="1093" y="690"/>
                  </a:lnTo>
                  <a:cubicBezTo>
                    <a:pt x="1093" y="671"/>
                    <a:pt x="1089" y="663"/>
                    <a:pt x="1085" y="663"/>
                  </a:cubicBezTo>
                  <a:cubicBezTo>
                    <a:pt x="1076" y="663"/>
                    <a:pt x="1064" y="707"/>
                    <a:pt x="1093" y="747"/>
                  </a:cubicBezTo>
                  <a:lnTo>
                    <a:pt x="1093" y="868"/>
                  </a:lnTo>
                  <a:cubicBezTo>
                    <a:pt x="1052" y="868"/>
                    <a:pt x="1020" y="803"/>
                    <a:pt x="1020" y="747"/>
                  </a:cubicBezTo>
                  <a:cubicBezTo>
                    <a:pt x="987" y="625"/>
                    <a:pt x="987" y="625"/>
                    <a:pt x="1060" y="625"/>
                  </a:cubicBezTo>
                  <a:close/>
                  <a:moveTo>
                    <a:pt x="5852" y="747"/>
                  </a:moveTo>
                  <a:cubicBezTo>
                    <a:pt x="5852" y="811"/>
                    <a:pt x="5852" y="868"/>
                    <a:pt x="5811" y="868"/>
                  </a:cubicBezTo>
                  <a:lnTo>
                    <a:pt x="5779" y="868"/>
                  </a:lnTo>
                  <a:cubicBezTo>
                    <a:pt x="5787" y="828"/>
                    <a:pt x="5795" y="787"/>
                    <a:pt x="5819" y="747"/>
                  </a:cubicBezTo>
                  <a:close/>
                  <a:moveTo>
                    <a:pt x="8300" y="779"/>
                  </a:moveTo>
                  <a:cubicBezTo>
                    <a:pt x="8333" y="779"/>
                    <a:pt x="8333" y="844"/>
                    <a:pt x="8333" y="844"/>
                  </a:cubicBezTo>
                  <a:cubicBezTo>
                    <a:pt x="8333" y="863"/>
                    <a:pt x="8329" y="869"/>
                    <a:pt x="8323" y="869"/>
                  </a:cubicBezTo>
                  <a:cubicBezTo>
                    <a:pt x="8310" y="869"/>
                    <a:pt x="8287" y="844"/>
                    <a:pt x="8260" y="844"/>
                  </a:cubicBezTo>
                  <a:cubicBezTo>
                    <a:pt x="8227" y="779"/>
                    <a:pt x="8227" y="779"/>
                    <a:pt x="8300" y="779"/>
                  </a:cubicBezTo>
                  <a:close/>
                  <a:moveTo>
                    <a:pt x="15541" y="755"/>
                  </a:moveTo>
                  <a:cubicBezTo>
                    <a:pt x="15606" y="763"/>
                    <a:pt x="15606" y="763"/>
                    <a:pt x="15606" y="820"/>
                  </a:cubicBezTo>
                  <a:cubicBezTo>
                    <a:pt x="15606" y="876"/>
                    <a:pt x="15541" y="876"/>
                    <a:pt x="15508" y="876"/>
                  </a:cubicBezTo>
                  <a:cubicBezTo>
                    <a:pt x="15476" y="820"/>
                    <a:pt x="15508" y="755"/>
                    <a:pt x="15541" y="755"/>
                  </a:cubicBezTo>
                  <a:close/>
                  <a:moveTo>
                    <a:pt x="20970" y="859"/>
                  </a:moveTo>
                  <a:cubicBezTo>
                    <a:pt x="20967" y="859"/>
                    <a:pt x="20959" y="865"/>
                    <a:pt x="20949" y="884"/>
                  </a:cubicBezTo>
                  <a:cubicBezTo>
                    <a:pt x="20970" y="884"/>
                    <a:pt x="20977" y="859"/>
                    <a:pt x="20970" y="859"/>
                  </a:cubicBezTo>
                  <a:close/>
                  <a:moveTo>
                    <a:pt x="7652" y="771"/>
                  </a:moveTo>
                  <a:cubicBezTo>
                    <a:pt x="7684" y="771"/>
                    <a:pt x="7717" y="779"/>
                    <a:pt x="7717" y="836"/>
                  </a:cubicBezTo>
                  <a:cubicBezTo>
                    <a:pt x="7717" y="836"/>
                    <a:pt x="7717" y="892"/>
                    <a:pt x="7684" y="892"/>
                  </a:cubicBezTo>
                  <a:cubicBezTo>
                    <a:pt x="7652" y="892"/>
                    <a:pt x="7619" y="836"/>
                    <a:pt x="7619" y="836"/>
                  </a:cubicBezTo>
                  <a:cubicBezTo>
                    <a:pt x="7619" y="771"/>
                    <a:pt x="7652" y="771"/>
                    <a:pt x="7652" y="771"/>
                  </a:cubicBezTo>
                  <a:close/>
                  <a:moveTo>
                    <a:pt x="4824" y="653"/>
                  </a:moveTo>
                  <a:cubicBezTo>
                    <a:pt x="4830" y="653"/>
                    <a:pt x="4830" y="683"/>
                    <a:pt x="4830" y="738"/>
                  </a:cubicBezTo>
                  <a:cubicBezTo>
                    <a:pt x="4838" y="803"/>
                    <a:pt x="4814" y="868"/>
                    <a:pt x="4765" y="917"/>
                  </a:cubicBezTo>
                  <a:lnTo>
                    <a:pt x="4692" y="917"/>
                  </a:lnTo>
                  <a:lnTo>
                    <a:pt x="4765" y="795"/>
                  </a:lnTo>
                  <a:cubicBezTo>
                    <a:pt x="4801" y="698"/>
                    <a:pt x="4817" y="653"/>
                    <a:pt x="4824" y="653"/>
                  </a:cubicBezTo>
                  <a:close/>
                  <a:moveTo>
                    <a:pt x="11357" y="820"/>
                  </a:moveTo>
                  <a:cubicBezTo>
                    <a:pt x="11357" y="884"/>
                    <a:pt x="11357" y="941"/>
                    <a:pt x="11325" y="941"/>
                  </a:cubicBezTo>
                  <a:lnTo>
                    <a:pt x="11292" y="884"/>
                  </a:lnTo>
                  <a:lnTo>
                    <a:pt x="11325" y="820"/>
                  </a:lnTo>
                  <a:close/>
                  <a:moveTo>
                    <a:pt x="3030" y="836"/>
                  </a:moveTo>
                  <a:cubicBezTo>
                    <a:pt x="3063" y="836"/>
                    <a:pt x="3063" y="892"/>
                    <a:pt x="2990" y="949"/>
                  </a:cubicBezTo>
                  <a:lnTo>
                    <a:pt x="2925" y="949"/>
                  </a:lnTo>
                  <a:cubicBezTo>
                    <a:pt x="2933" y="892"/>
                    <a:pt x="2974" y="844"/>
                    <a:pt x="3030" y="836"/>
                  </a:cubicBezTo>
                  <a:close/>
                  <a:moveTo>
                    <a:pt x="12144" y="771"/>
                  </a:moveTo>
                  <a:cubicBezTo>
                    <a:pt x="12176" y="771"/>
                    <a:pt x="12176" y="771"/>
                    <a:pt x="12176" y="836"/>
                  </a:cubicBezTo>
                  <a:cubicBezTo>
                    <a:pt x="12168" y="876"/>
                    <a:pt x="12160" y="917"/>
                    <a:pt x="12135" y="949"/>
                  </a:cubicBezTo>
                  <a:cubicBezTo>
                    <a:pt x="12103" y="949"/>
                    <a:pt x="12144" y="836"/>
                    <a:pt x="12144" y="771"/>
                  </a:cubicBezTo>
                  <a:close/>
                  <a:moveTo>
                    <a:pt x="6525" y="941"/>
                  </a:moveTo>
                  <a:lnTo>
                    <a:pt x="6525" y="998"/>
                  </a:lnTo>
                  <a:cubicBezTo>
                    <a:pt x="6503" y="998"/>
                    <a:pt x="6482" y="1023"/>
                    <a:pt x="6470" y="1023"/>
                  </a:cubicBezTo>
                  <a:cubicBezTo>
                    <a:pt x="6464" y="1023"/>
                    <a:pt x="6460" y="1017"/>
                    <a:pt x="6460" y="998"/>
                  </a:cubicBezTo>
                  <a:cubicBezTo>
                    <a:pt x="6428" y="998"/>
                    <a:pt x="6492" y="941"/>
                    <a:pt x="6525" y="941"/>
                  </a:cubicBezTo>
                  <a:close/>
                  <a:moveTo>
                    <a:pt x="3179" y="930"/>
                  </a:moveTo>
                  <a:cubicBezTo>
                    <a:pt x="3144" y="930"/>
                    <a:pt x="3128" y="974"/>
                    <a:pt x="3128" y="1014"/>
                  </a:cubicBezTo>
                  <a:cubicBezTo>
                    <a:pt x="3128" y="1071"/>
                    <a:pt x="3160" y="1071"/>
                    <a:pt x="3233" y="1071"/>
                  </a:cubicBezTo>
                  <a:cubicBezTo>
                    <a:pt x="3266" y="1071"/>
                    <a:pt x="3298" y="1014"/>
                    <a:pt x="3298" y="1014"/>
                  </a:cubicBezTo>
                  <a:cubicBezTo>
                    <a:pt x="3298" y="957"/>
                    <a:pt x="3266" y="957"/>
                    <a:pt x="3233" y="957"/>
                  </a:cubicBezTo>
                  <a:cubicBezTo>
                    <a:pt x="3211" y="938"/>
                    <a:pt x="3193" y="930"/>
                    <a:pt x="3179" y="930"/>
                  </a:cubicBezTo>
                  <a:close/>
                  <a:moveTo>
                    <a:pt x="20609" y="1031"/>
                  </a:moveTo>
                  <a:cubicBezTo>
                    <a:pt x="20608" y="1041"/>
                    <a:pt x="20608" y="1051"/>
                    <a:pt x="20608" y="1063"/>
                  </a:cubicBezTo>
                  <a:cubicBezTo>
                    <a:pt x="20610" y="1066"/>
                    <a:pt x="20612" y="1070"/>
                    <a:pt x="20614" y="1073"/>
                  </a:cubicBezTo>
                  <a:lnTo>
                    <a:pt x="20614" y="1073"/>
                  </a:lnTo>
                  <a:cubicBezTo>
                    <a:pt x="20612" y="1063"/>
                    <a:pt x="20610" y="1049"/>
                    <a:pt x="20609" y="1031"/>
                  </a:cubicBezTo>
                  <a:close/>
                  <a:moveTo>
                    <a:pt x="20614" y="1073"/>
                  </a:moveTo>
                  <a:cubicBezTo>
                    <a:pt x="20617" y="1091"/>
                    <a:pt x="20621" y="1099"/>
                    <a:pt x="20622" y="1099"/>
                  </a:cubicBezTo>
                  <a:cubicBezTo>
                    <a:pt x="20623" y="1099"/>
                    <a:pt x="20622" y="1090"/>
                    <a:pt x="20614" y="1073"/>
                  </a:cubicBezTo>
                  <a:close/>
                  <a:moveTo>
                    <a:pt x="8635" y="144"/>
                  </a:moveTo>
                  <a:cubicBezTo>
                    <a:pt x="8621" y="144"/>
                    <a:pt x="8618" y="174"/>
                    <a:pt x="8641" y="244"/>
                  </a:cubicBezTo>
                  <a:cubicBezTo>
                    <a:pt x="8641" y="365"/>
                    <a:pt x="8641" y="365"/>
                    <a:pt x="8568" y="365"/>
                  </a:cubicBezTo>
                  <a:cubicBezTo>
                    <a:pt x="8536" y="365"/>
                    <a:pt x="8503" y="365"/>
                    <a:pt x="8503" y="301"/>
                  </a:cubicBezTo>
                  <a:cubicBezTo>
                    <a:pt x="8503" y="244"/>
                    <a:pt x="8503" y="244"/>
                    <a:pt x="8430" y="244"/>
                  </a:cubicBezTo>
                  <a:cubicBezTo>
                    <a:pt x="8333" y="244"/>
                    <a:pt x="8227" y="422"/>
                    <a:pt x="8195" y="536"/>
                  </a:cubicBezTo>
                  <a:cubicBezTo>
                    <a:pt x="8195" y="597"/>
                    <a:pt x="8195" y="627"/>
                    <a:pt x="8191" y="627"/>
                  </a:cubicBezTo>
                  <a:cubicBezTo>
                    <a:pt x="8187" y="627"/>
                    <a:pt x="8179" y="597"/>
                    <a:pt x="8163" y="536"/>
                  </a:cubicBezTo>
                  <a:cubicBezTo>
                    <a:pt x="8163" y="479"/>
                    <a:pt x="8130" y="479"/>
                    <a:pt x="8090" y="479"/>
                  </a:cubicBezTo>
                  <a:cubicBezTo>
                    <a:pt x="8090" y="498"/>
                    <a:pt x="8086" y="504"/>
                    <a:pt x="8082" y="504"/>
                  </a:cubicBezTo>
                  <a:cubicBezTo>
                    <a:pt x="8075" y="504"/>
                    <a:pt x="8068" y="479"/>
                    <a:pt x="8090" y="479"/>
                  </a:cubicBezTo>
                  <a:cubicBezTo>
                    <a:pt x="8090" y="431"/>
                    <a:pt x="8112" y="419"/>
                    <a:pt x="8136" y="419"/>
                  </a:cubicBezTo>
                  <a:cubicBezTo>
                    <a:pt x="8145" y="419"/>
                    <a:pt x="8154" y="420"/>
                    <a:pt x="8163" y="422"/>
                  </a:cubicBezTo>
                  <a:lnTo>
                    <a:pt x="8163" y="357"/>
                  </a:lnTo>
                  <a:cubicBezTo>
                    <a:pt x="8146" y="297"/>
                    <a:pt x="8128" y="266"/>
                    <a:pt x="8110" y="266"/>
                  </a:cubicBezTo>
                  <a:cubicBezTo>
                    <a:pt x="8092" y="266"/>
                    <a:pt x="8073" y="297"/>
                    <a:pt x="8057" y="357"/>
                  </a:cubicBezTo>
                  <a:cubicBezTo>
                    <a:pt x="8041" y="386"/>
                    <a:pt x="8033" y="400"/>
                    <a:pt x="8025" y="400"/>
                  </a:cubicBezTo>
                  <a:cubicBezTo>
                    <a:pt x="8017" y="400"/>
                    <a:pt x="8009" y="386"/>
                    <a:pt x="7992" y="357"/>
                  </a:cubicBezTo>
                  <a:cubicBezTo>
                    <a:pt x="7969" y="311"/>
                    <a:pt x="7946" y="269"/>
                    <a:pt x="7932" y="269"/>
                  </a:cubicBezTo>
                  <a:cubicBezTo>
                    <a:pt x="7926" y="269"/>
                    <a:pt x="7922" y="276"/>
                    <a:pt x="7919" y="293"/>
                  </a:cubicBezTo>
                  <a:cubicBezTo>
                    <a:pt x="7879" y="293"/>
                    <a:pt x="7846" y="268"/>
                    <a:pt x="7822" y="236"/>
                  </a:cubicBezTo>
                  <a:cubicBezTo>
                    <a:pt x="7757" y="236"/>
                    <a:pt x="7717" y="236"/>
                    <a:pt x="7717" y="293"/>
                  </a:cubicBezTo>
                  <a:cubicBezTo>
                    <a:pt x="7717" y="349"/>
                    <a:pt x="7684" y="349"/>
                    <a:pt x="7652" y="349"/>
                  </a:cubicBezTo>
                  <a:cubicBezTo>
                    <a:pt x="7619" y="349"/>
                    <a:pt x="7587" y="349"/>
                    <a:pt x="7587" y="414"/>
                  </a:cubicBezTo>
                  <a:cubicBezTo>
                    <a:pt x="7587" y="471"/>
                    <a:pt x="7546" y="528"/>
                    <a:pt x="7482" y="528"/>
                  </a:cubicBezTo>
                  <a:cubicBezTo>
                    <a:pt x="7451" y="551"/>
                    <a:pt x="7434" y="565"/>
                    <a:pt x="7421" y="565"/>
                  </a:cubicBezTo>
                  <a:cubicBezTo>
                    <a:pt x="7403" y="565"/>
                    <a:pt x="7395" y="537"/>
                    <a:pt x="7376" y="471"/>
                  </a:cubicBezTo>
                  <a:cubicBezTo>
                    <a:pt x="7376" y="406"/>
                    <a:pt x="7344" y="406"/>
                    <a:pt x="7311" y="406"/>
                  </a:cubicBezTo>
                  <a:cubicBezTo>
                    <a:pt x="7311" y="406"/>
                    <a:pt x="7279" y="406"/>
                    <a:pt x="7246" y="349"/>
                  </a:cubicBezTo>
                  <a:cubicBezTo>
                    <a:pt x="7237" y="330"/>
                    <a:pt x="7229" y="322"/>
                    <a:pt x="7224" y="322"/>
                  </a:cubicBezTo>
                  <a:cubicBezTo>
                    <a:pt x="7210" y="322"/>
                    <a:pt x="7206" y="366"/>
                    <a:pt x="7206" y="406"/>
                  </a:cubicBezTo>
                  <a:lnTo>
                    <a:pt x="7206" y="528"/>
                  </a:lnTo>
                  <a:cubicBezTo>
                    <a:pt x="7173" y="528"/>
                    <a:pt x="7141" y="406"/>
                    <a:pt x="7141" y="349"/>
                  </a:cubicBezTo>
                  <a:cubicBezTo>
                    <a:pt x="7125" y="288"/>
                    <a:pt x="7117" y="258"/>
                    <a:pt x="7113" y="258"/>
                  </a:cubicBezTo>
                  <a:cubicBezTo>
                    <a:pt x="7109" y="258"/>
                    <a:pt x="7109" y="288"/>
                    <a:pt x="7109" y="349"/>
                  </a:cubicBezTo>
                  <a:cubicBezTo>
                    <a:pt x="7109" y="389"/>
                    <a:pt x="7092" y="430"/>
                    <a:pt x="7057" y="430"/>
                  </a:cubicBezTo>
                  <a:cubicBezTo>
                    <a:pt x="7042" y="430"/>
                    <a:pt x="7025" y="423"/>
                    <a:pt x="7003" y="406"/>
                  </a:cubicBezTo>
                  <a:cubicBezTo>
                    <a:pt x="6938" y="406"/>
                    <a:pt x="6873" y="406"/>
                    <a:pt x="6873" y="341"/>
                  </a:cubicBezTo>
                  <a:cubicBezTo>
                    <a:pt x="6860" y="322"/>
                    <a:pt x="6847" y="316"/>
                    <a:pt x="6837" y="316"/>
                  </a:cubicBezTo>
                  <a:cubicBezTo>
                    <a:pt x="6815" y="316"/>
                    <a:pt x="6801" y="341"/>
                    <a:pt x="6801" y="341"/>
                  </a:cubicBezTo>
                  <a:cubicBezTo>
                    <a:pt x="6784" y="370"/>
                    <a:pt x="6768" y="384"/>
                    <a:pt x="6743" y="384"/>
                  </a:cubicBezTo>
                  <a:cubicBezTo>
                    <a:pt x="6717" y="384"/>
                    <a:pt x="6683" y="370"/>
                    <a:pt x="6630" y="341"/>
                  </a:cubicBezTo>
                  <a:cubicBezTo>
                    <a:pt x="6544" y="279"/>
                    <a:pt x="6501" y="249"/>
                    <a:pt x="6480" y="249"/>
                  </a:cubicBezTo>
                  <a:cubicBezTo>
                    <a:pt x="6460" y="249"/>
                    <a:pt x="6460" y="277"/>
                    <a:pt x="6460" y="333"/>
                  </a:cubicBezTo>
                  <a:cubicBezTo>
                    <a:pt x="6460" y="370"/>
                    <a:pt x="6460" y="405"/>
                    <a:pt x="6454" y="405"/>
                  </a:cubicBezTo>
                  <a:cubicBezTo>
                    <a:pt x="6449" y="405"/>
                    <a:pt x="6441" y="385"/>
                    <a:pt x="6428" y="333"/>
                  </a:cubicBezTo>
                  <a:cubicBezTo>
                    <a:pt x="6418" y="317"/>
                    <a:pt x="6409" y="310"/>
                    <a:pt x="6398" y="310"/>
                  </a:cubicBezTo>
                  <a:cubicBezTo>
                    <a:pt x="6373" y="310"/>
                    <a:pt x="6342" y="352"/>
                    <a:pt x="6290" y="398"/>
                  </a:cubicBezTo>
                  <a:cubicBezTo>
                    <a:pt x="6265" y="471"/>
                    <a:pt x="6249" y="552"/>
                    <a:pt x="6257" y="633"/>
                  </a:cubicBezTo>
                  <a:cubicBezTo>
                    <a:pt x="6257" y="703"/>
                    <a:pt x="6257" y="733"/>
                    <a:pt x="6243" y="733"/>
                  </a:cubicBezTo>
                  <a:cubicBezTo>
                    <a:pt x="6233" y="733"/>
                    <a:pt x="6215" y="717"/>
                    <a:pt x="6184" y="690"/>
                  </a:cubicBezTo>
                  <a:cubicBezTo>
                    <a:pt x="6152" y="690"/>
                    <a:pt x="6119" y="633"/>
                    <a:pt x="6119" y="568"/>
                  </a:cubicBezTo>
                  <a:cubicBezTo>
                    <a:pt x="6119" y="511"/>
                    <a:pt x="6152" y="511"/>
                    <a:pt x="6152" y="511"/>
                  </a:cubicBezTo>
                  <a:lnTo>
                    <a:pt x="6192" y="511"/>
                  </a:lnTo>
                  <a:cubicBezTo>
                    <a:pt x="6192" y="455"/>
                    <a:pt x="6192" y="390"/>
                    <a:pt x="6119" y="390"/>
                  </a:cubicBezTo>
                  <a:cubicBezTo>
                    <a:pt x="6103" y="361"/>
                    <a:pt x="6087" y="347"/>
                    <a:pt x="6075" y="347"/>
                  </a:cubicBezTo>
                  <a:cubicBezTo>
                    <a:pt x="6063" y="347"/>
                    <a:pt x="6055" y="361"/>
                    <a:pt x="6055" y="390"/>
                  </a:cubicBezTo>
                  <a:cubicBezTo>
                    <a:pt x="6022" y="333"/>
                    <a:pt x="5949" y="333"/>
                    <a:pt x="5884" y="333"/>
                  </a:cubicBezTo>
                  <a:cubicBezTo>
                    <a:pt x="5811" y="325"/>
                    <a:pt x="5714" y="325"/>
                    <a:pt x="5682" y="268"/>
                  </a:cubicBezTo>
                  <a:cubicBezTo>
                    <a:pt x="5609" y="268"/>
                    <a:pt x="5576" y="268"/>
                    <a:pt x="5576" y="325"/>
                  </a:cubicBezTo>
                  <a:cubicBezTo>
                    <a:pt x="5576" y="395"/>
                    <a:pt x="5565" y="425"/>
                    <a:pt x="5556" y="425"/>
                  </a:cubicBezTo>
                  <a:cubicBezTo>
                    <a:pt x="5550" y="425"/>
                    <a:pt x="5544" y="409"/>
                    <a:pt x="5544" y="382"/>
                  </a:cubicBezTo>
                  <a:cubicBezTo>
                    <a:pt x="5523" y="310"/>
                    <a:pt x="5336" y="254"/>
                    <a:pt x="5194" y="254"/>
                  </a:cubicBezTo>
                  <a:cubicBezTo>
                    <a:pt x="5112" y="254"/>
                    <a:pt x="5045" y="272"/>
                    <a:pt x="5033" y="317"/>
                  </a:cubicBezTo>
                  <a:lnTo>
                    <a:pt x="4968" y="317"/>
                  </a:lnTo>
                  <a:cubicBezTo>
                    <a:pt x="4930" y="288"/>
                    <a:pt x="4858" y="271"/>
                    <a:pt x="4793" y="271"/>
                  </a:cubicBezTo>
                  <a:cubicBezTo>
                    <a:pt x="4731" y="271"/>
                    <a:pt x="4676" y="285"/>
                    <a:pt x="4660" y="317"/>
                  </a:cubicBezTo>
                  <a:lnTo>
                    <a:pt x="4563" y="317"/>
                  </a:lnTo>
                  <a:cubicBezTo>
                    <a:pt x="4526" y="284"/>
                    <a:pt x="4500" y="268"/>
                    <a:pt x="4479" y="268"/>
                  </a:cubicBezTo>
                  <a:cubicBezTo>
                    <a:pt x="4457" y="268"/>
                    <a:pt x="4441" y="284"/>
                    <a:pt x="4425" y="317"/>
                  </a:cubicBezTo>
                  <a:cubicBezTo>
                    <a:pt x="4404" y="347"/>
                    <a:pt x="4393" y="377"/>
                    <a:pt x="4390" y="390"/>
                  </a:cubicBezTo>
                  <a:lnTo>
                    <a:pt x="4390" y="390"/>
                  </a:lnTo>
                  <a:cubicBezTo>
                    <a:pt x="4391" y="386"/>
                    <a:pt x="4391" y="381"/>
                    <a:pt x="4393" y="374"/>
                  </a:cubicBezTo>
                  <a:cubicBezTo>
                    <a:pt x="4393" y="309"/>
                    <a:pt x="4320" y="309"/>
                    <a:pt x="4182" y="309"/>
                  </a:cubicBezTo>
                  <a:cubicBezTo>
                    <a:pt x="4052" y="309"/>
                    <a:pt x="4052" y="309"/>
                    <a:pt x="4084" y="365"/>
                  </a:cubicBezTo>
                  <a:cubicBezTo>
                    <a:pt x="4043" y="385"/>
                    <a:pt x="4015" y="393"/>
                    <a:pt x="3995" y="393"/>
                  </a:cubicBezTo>
                  <a:cubicBezTo>
                    <a:pt x="3947" y="393"/>
                    <a:pt x="3947" y="349"/>
                    <a:pt x="3947" y="309"/>
                  </a:cubicBezTo>
                  <a:cubicBezTo>
                    <a:pt x="3961" y="254"/>
                    <a:pt x="3956" y="224"/>
                    <a:pt x="3943" y="224"/>
                  </a:cubicBezTo>
                  <a:cubicBezTo>
                    <a:pt x="3927" y="224"/>
                    <a:pt x="3899" y="268"/>
                    <a:pt x="3882" y="365"/>
                  </a:cubicBezTo>
                  <a:cubicBezTo>
                    <a:pt x="3858" y="436"/>
                    <a:pt x="3827" y="465"/>
                    <a:pt x="3804" y="465"/>
                  </a:cubicBezTo>
                  <a:cubicBezTo>
                    <a:pt x="3788" y="465"/>
                    <a:pt x="3776" y="450"/>
                    <a:pt x="3776" y="422"/>
                  </a:cubicBezTo>
                  <a:cubicBezTo>
                    <a:pt x="3776" y="365"/>
                    <a:pt x="3809" y="365"/>
                    <a:pt x="3841" y="365"/>
                  </a:cubicBezTo>
                  <a:lnTo>
                    <a:pt x="3841" y="244"/>
                  </a:lnTo>
                  <a:cubicBezTo>
                    <a:pt x="3809" y="244"/>
                    <a:pt x="3809" y="244"/>
                    <a:pt x="3776" y="301"/>
                  </a:cubicBezTo>
                  <a:cubicBezTo>
                    <a:pt x="3776" y="301"/>
                    <a:pt x="3744" y="301"/>
                    <a:pt x="3711" y="365"/>
                  </a:cubicBezTo>
                  <a:cubicBezTo>
                    <a:pt x="3671" y="422"/>
                    <a:pt x="3671" y="487"/>
                    <a:pt x="3703" y="544"/>
                  </a:cubicBezTo>
                  <a:cubicBezTo>
                    <a:pt x="3744" y="601"/>
                    <a:pt x="3703" y="601"/>
                    <a:pt x="3671" y="601"/>
                  </a:cubicBezTo>
                  <a:cubicBezTo>
                    <a:pt x="3614" y="560"/>
                    <a:pt x="3598" y="479"/>
                    <a:pt x="3638" y="422"/>
                  </a:cubicBezTo>
                  <a:cubicBezTo>
                    <a:pt x="3671" y="422"/>
                    <a:pt x="3671" y="365"/>
                    <a:pt x="3671" y="301"/>
                  </a:cubicBezTo>
                  <a:cubicBezTo>
                    <a:pt x="3671" y="290"/>
                    <a:pt x="3665" y="286"/>
                    <a:pt x="3656" y="286"/>
                  </a:cubicBezTo>
                  <a:cubicBezTo>
                    <a:pt x="3613" y="286"/>
                    <a:pt x="3495" y="380"/>
                    <a:pt x="3468" y="479"/>
                  </a:cubicBezTo>
                  <a:lnTo>
                    <a:pt x="3468" y="422"/>
                  </a:lnTo>
                  <a:cubicBezTo>
                    <a:pt x="3468" y="357"/>
                    <a:pt x="3403" y="357"/>
                    <a:pt x="3330" y="357"/>
                  </a:cubicBezTo>
                  <a:cubicBezTo>
                    <a:pt x="3266" y="357"/>
                    <a:pt x="3233" y="357"/>
                    <a:pt x="3233" y="414"/>
                  </a:cubicBezTo>
                  <a:cubicBezTo>
                    <a:pt x="3233" y="479"/>
                    <a:pt x="3233" y="536"/>
                    <a:pt x="3201" y="536"/>
                  </a:cubicBezTo>
                  <a:cubicBezTo>
                    <a:pt x="3233" y="536"/>
                    <a:pt x="3233" y="593"/>
                    <a:pt x="3233" y="657"/>
                  </a:cubicBezTo>
                  <a:cubicBezTo>
                    <a:pt x="3193" y="617"/>
                    <a:pt x="3160" y="576"/>
                    <a:pt x="3128" y="536"/>
                  </a:cubicBezTo>
                  <a:cubicBezTo>
                    <a:pt x="3087" y="422"/>
                    <a:pt x="2974" y="349"/>
                    <a:pt x="2860" y="349"/>
                  </a:cubicBezTo>
                  <a:cubicBezTo>
                    <a:pt x="2787" y="349"/>
                    <a:pt x="2690" y="349"/>
                    <a:pt x="2657" y="293"/>
                  </a:cubicBezTo>
                  <a:cubicBezTo>
                    <a:pt x="2643" y="293"/>
                    <a:pt x="2630" y="292"/>
                    <a:pt x="2618" y="292"/>
                  </a:cubicBezTo>
                  <a:cubicBezTo>
                    <a:pt x="2573" y="292"/>
                    <a:pt x="2552" y="297"/>
                    <a:pt x="2552" y="349"/>
                  </a:cubicBezTo>
                  <a:lnTo>
                    <a:pt x="2487" y="349"/>
                  </a:lnTo>
                  <a:cubicBezTo>
                    <a:pt x="2467" y="317"/>
                    <a:pt x="2441" y="301"/>
                    <a:pt x="2419" y="301"/>
                  </a:cubicBezTo>
                  <a:cubicBezTo>
                    <a:pt x="2398" y="301"/>
                    <a:pt x="2382" y="317"/>
                    <a:pt x="2382" y="349"/>
                  </a:cubicBezTo>
                  <a:cubicBezTo>
                    <a:pt x="2372" y="367"/>
                    <a:pt x="2362" y="373"/>
                    <a:pt x="2352" y="373"/>
                  </a:cubicBezTo>
                  <a:cubicBezTo>
                    <a:pt x="2329" y="373"/>
                    <a:pt x="2305" y="341"/>
                    <a:pt x="2276" y="341"/>
                  </a:cubicBezTo>
                  <a:cubicBezTo>
                    <a:pt x="2248" y="291"/>
                    <a:pt x="2232" y="263"/>
                    <a:pt x="2226" y="263"/>
                  </a:cubicBezTo>
                  <a:cubicBezTo>
                    <a:pt x="2218" y="263"/>
                    <a:pt x="2226" y="307"/>
                    <a:pt x="2244" y="406"/>
                  </a:cubicBezTo>
                  <a:cubicBezTo>
                    <a:pt x="2252" y="463"/>
                    <a:pt x="2293" y="511"/>
                    <a:pt x="2349" y="528"/>
                  </a:cubicBezTo>
                  <a:lnTo>
                    <a:pt x="2447" y="528"/>
                  </a:lnTo>
                  <a:lnTo>
                    <a:pt x="2349" y="584"/>
                  </a:lnTo>
                  <a:cubicBezTo>
                    <a:pt x="2293" y="601"/>
                    <a:pt x="2252" y="649"/>
                    <a:pt x="2244" y="706"/>
                  </a:cubicBezTo>
                  <a:cubicBezTo>
                    <a:pt x="2244" y="706"/>
                    <a:pt x="2244" y="763"/>
                    <a:pt x="2212" y="763"/>
                  </a:cubicBezTo>
                  <a:cubicBezTo>
                    <a:pt x="2212" y="763"/>
                    <a:pt x="2212" y="706"/>
                    <a:pt x="2212" y="641"/>
                  </a:cubicBezTo>
                  <a:cubicBezTo>
                    <a:pt x="2236" y="584"/>
                    <a:pt x="2252" y="528"/>
                    <a:pt x="2244" y="463"/>
                  </a:cubicBezTo>
                  <a:cubicBezTo>
                    <a:pt x="2224" y="388"/>
                    <a:pt x="2177" y="338"/>
                    <a:pt x="2143" y="338"/>
                  </a:cubicBezTo>
                  <a:cubicBezTo>
                    <a:pt x="2122" y="338"/>
                    <a:pt x="2106" y="359"/>
                    <a:pt x="2106" y="406"/>
                  </a:cubicBezTo>
                  <a:cubicBezTo>
                    <a:pt x="2074" y="406"/>
                    <a:pt x="2074" y="406"/>
                    <a:pt x="2041" y="341"/>
                  </a:cubicBezTo>
                  <a:cubicBezTo>
                    <a:pt x="2041" y="318"/>
                    <a:pt x="2036" y="304"/>
                    <a:pt x="2027" y="304"/>
                  </a:cubicBezTo>
                  <a:cubicBezTo>
                    <a:pt x="2014" y="304"/>
                    <a:pt x="1995" y="331"/>
                    <a:pt x="1976" y="398"/>
                  </a:cubicBezTo>
                  <a:cubicBezTo>
                    <a:pt x="1956" y="459"/>
                    <a:pt x="1938" y="489"/>
                    <a:pt x="1921" y="489"/>
                  </a:cubicBezTo>
                  <a:cubicBezTo>
                    <a:pt x="1903" y="489"/>
                    <a:pt x="1887" y="459"/>
                    <a:pt x="1871" y="398"/>
                  </a:cubicBezTo>
                  <a:cubicBezTo>
                    <a:pt x="1832" y="326"/>
                    <a:pt x="1768" y="296"/>
                    <a:pt x="1722" y="296"/>
                  </a:cubicBezTo>
                  <a:cubicBezTo>
                    <a:pt x="1691" y="296"/>
                    <a:pt x="1668" y="310"/>
                    <a:pt x="1668" y="333"/>
                  </a:cubicBezTo>
                  <a:cubicBezTo>
                    <a:pt x="1668" y="405"/>
                    <a:pt x="1631" y="435"/>
                    <a:pt x="1594" y="435"/>
                  </a:cubicBezTo>
                  <a:cubicBezTo>
                    <a:pt x="1569" y="435"/>
                    <a:pt x="1544" y="421"/>
                    <a:pt x="1530" y="398"/>
                  </a:cubicBezTo>
                  <a:cubicBezTo>
                    <a:pt x="1514" y="364"/>
                    <a:pt x="1497" y="348"/>
                    <a:pt x="1480" y="348"/>
                  </a:cubicBezTo>
                  <a:cubicBezTo>
                    <a:pt x="1465" y="348"/>
                    <a:pt x="1449" y="362"/>
                    <a:pt x="1433" y="390"/>
                  </a:cubicBezTo>
                  <a:cubicBezTo>
                    <a:pt x="1433" y="350"/>
                    <a:pt x="1413" y="310"/>
                    <a:pt x="1390" y="310"/>
                  </a:cubicBezTo>
                  <a:cubicBezTo>
                    <a:pt x="1380" y="310"/>
                    <a:pt x="1370" y="316"/>
                    <a:pt x="1360" y="333"/>
                  </a:cubicBezTo>
                  <a:cubicBezTo>
                    <a:pt x="1360" y="333"/>
                    <a:pt x="1328" y="333"/>
                    <a:pt x="1360" y="390"/>
                  </a:cubicBezTo>
                  <a:lnTo>
                    <a:pt x="1295" y="511"/>
                  </a:lnTo>
                  <a:cubicBezTo>
                    <a:pt x="1328" y="511"/>
                    <a:pt x="1328" y="568"/>
                    <a:pt x="1328" y="633"/>
                  </a:cubicBezTo>
                  <a:cubicBezTo>
                    <a:pt x="1328" y="647"/>
                    <a:pt x="1319" y="654"/>
                    <a:pt x="1306" y="654"/>
                  </a:cubicBezTo>
                  <a:cubicBezTo>
                    <a:pt x="1264" y="654"/>
                    <a:pt x="1174" y="587"/>
                    <a:pt x="1125" y="447"/>
                  </a:cubicBezTo>
                  <a:lnTo>
                    <a:pt x="1052" y="325"/>
                  </a:lnTo>
                  <a:lnTo>
                    <a:pt x="1052" y="447"/>
                  </a:lnTo>
                  <a:cubicBezTo>
                    <a:pt x="1020" y="447"/>
                    <a:pt x="987" y="447"/>
                    <a:pt x="987" y="390"/>
                  </a:cubicBezTo>
                  <a:cubicBezTo>
                    <a:pt x="987" y="325"/>
                    <a:pt x="987" y="325"/>
                    <a:pt x="955" y="325"/>
                  </a:cubicBezTo>
                  <a:cubicBezTo>
                    <a:pt x="955" y="325"/>
                    <a:pt x="922" y="325"/>
                    <a:pt x="922" y="382"/>
                  </a:cubicBezTo>
                  <a:cubicBezTo>
                    <a:pt x="922" y="454"/>
                    <a:pt x="922" y="483"/>
                    <a:pt x="916" y="483"/>
                  </a:cubicBezTo>
                  <a:cubicBezTo>
                    <a:pt x="911" y="483"/>
                    <a:pt x="903" y="470"/>
                    <a:pt x="890" y="447"/>
                  </a:cubicBezTo>
                  <a:cubicBezTo>
                    <a:pt x="870" y="386"/>
                    <a:pt x="851" y="355"/>
                    <a:pt x="834" y="355"/>
                  </a:cubicBezTo>
                  <a:cubicBezTo>
                    <a:pt x="817" y="355"/>
                    <a:pt x="801" y="386"/>
                    <a:pt x="785" y="447"/>
                  </a:cubicBezTo>
                  <a:cubicBezTo>
                    <a:pt x="785" y="503"/>
                    <a:pt x="785" y="532"/>
                    <a:pt x="780" y="532"/>
                  </a:cubicBezTo>
                  <a:cubicBezTo>
                    <a:pt x="776" y="532"/>
                    <a:pt x="768" y="503"/>
                    <a:pt x="752" y="447"/>
                  </a:cubicBezTo>
                  <a:cubicBezTo>
                    <a:pt x="752" y="382"/>
                    <a:pt x="720" y="325"/>
                    <a:pt x="679" y="325"/>
                  </a:cubicBezTo>
                  <a:lnTo>
                    <a:pt x="679" y="382"/>
                  </a:lnTo>
                  <a:cubicBezTo>
                    <a:pt x="679" y="452"/>
                    <a:pt x="668" y="482"/>
                    <a:pt x="653" y="482"/>
                  </a:cubicBezTo>
                  <a:cubicBezTo>
                    <a:pt x="642" y="482"/>
                    <a:pt x="628" y="466"/>
                    <a:pt x="614" y="438"/>
                  </a:cubicBezTo>
                  <a:cubicBezTo>
                    <a:pt x="614" y="410"/>
                    <a:pt x="606" y="396"/>
                    <a:pt x="589" y="396"/>
                  </a:cubicBezTo>
                  <a:cubicBezTo>
                    <a:pt x="572" y="396"/>
                    <a:pt x="545" y="410"/>
                    <a:pt x="509" y="438"/>
                  </a:cubicBezTo>
                  <a:cubicBezTo>
                    <a:pt x="444" y="438"/>
                    <a:pt x="412" y="438"/>
                    <a:pt x="412" y="382"/>
                  </a:cubicBezTo>
                  <a:cubicBezTo>
                    <a:pt x="412" y="321"/>
                    <a:pt x="412" y="290"/>
                    <a:pt x="408" y="290"/>
                  </a:cubicBezTo>
                  <a:cubicBezTo>
                    <a:pt x="403" y="290"/>
                    <a:pt x="395" y="321"/>
                    <a:pt x="379" y="382"/>
                  </a:cubicBezTo>
                  <a:cubicBezTo>
                    <a:pt x="359" y="410"/>
                    <a:pt x="349" y="424"/>
                    <a:pt x="336" y="424"/>
                  </a:cubicBezTo>
                  <a:cubicBezTo>
                    <a:pt x="322" y="424"/>
                    <a:pt x="306" y="410"/>
                    <a:pt x="274" y="382"/>
                  </a:cubicBezTo>
                  <a:cubicBezTo>
                    <a:pt x="257" y="348"/>
                    <a:pt x="249" y="332"/>
                    <a:pt x="241" y="332"/>
                  </a:cubicBezTo>
                  <a:cubicBezTo>
                    <a:pt x="233" y="332"/>
                    <a:pt x="225" y="346"/>
                    <a:pt x="209" y="374"/>
                  </a:cubicBezTo>
                  <a:cubicBezTo>
                    <a:pt x="209" y="495"/>
                    <a:pt x="209" y="560"/>
                    <a:pt x="241" y="560"/>
                  </a:cubicBezTo>
                  <a:cubicBezTo>
                    <a:pt x="274" y="560"/>
                    <a:pt x="274" y="560"/>
                    <a:pt x="274" y="617"/>
                  </a:cubicBezTo>
                  <a:lnTo>
                    <a:pt x="209" y="617"/>
                  </a:lnTo>
                  <a:cubicBezTo>
                    <a:pt x="152" y="617"/>
                    <a:pt x="103" y="633"/>
                    <a:pt x="71" y="674"/>
                  </a:cubicBezTo>
                  <a:cubicBezTo>
                    <a:pt x="11" y="720"/>
                    <a:pt x="1" y="810"/>
                    <a:pt x="39" y="810"/>
                  </a:cubicBezTo>
                  <a:cubicBezTo>
                    <a:pt x="47" y="810"/>
                    <a:pt x="58" y="806"/>
                    <a:pt x="71" y="795"/>
                  </a:cubicBezTo>
                  <a:lnTo>
                    <a:pt x="103" y="852"/>
                  </a:lnTo>
                  <a:cubicBezTo>
                    <a:pt x="103" y="942"/>
                    <a:pt x="120" y="989"/>
                    <a:pt x="136" y="989"/>
                  </a:cubicBezTo>
                  <a:cubicBezTo>
                    <a:pt x="153" y="989"/>
                    <a:pt x="168" y="944"/>
                    <a:pt x="168" y="852"/>
                  </a:cubicBezTo>
                  <a:cubicBezTo>
                    <a:pt x="168" y="754"/>
                    <a:pt x="168" y="710"/>
                    <a:pt x="175" y="710"/>
                  </a:cubicBezTo>
                  <a:cubicBezTo>
                    <a:pt x="181" y="710"/>
                    <a:pt x="191" y="740"/>
                    <a:pt x="209" y="795"/>
                  </a:cubicBezTo>
                  <a:cubicBezTo>
                    <a:pt x="209" y="917"/>
                    <a:pt x="241" y="917"/>
                    <a:pt x="274" y="917"/>
                  </a:cubicBezTo>
                  <a:cubicBezTo>
                    <a:pt x="306" y="917"/>
                    <a:pt x="306" y="917"/>
                    <a:pt x="306" y="974"/>
                  </a:cubicBezTo>
                  <a:cubicBezTo>
                    <a:pt x="306" y="1038"/>
                    <a:pt x="339" y="1095"/>
                    <a:pt x="371" y="1095"/>
                  </a:cubicBezTo>
                  <a:cubicBezTo>
                    <a:pt x="412" y="1095"/>
                    <a:pt x="412" y="1095"/>
                    <a:pt x="412" y="1038"/>
                  </a:cubicBezTo>
                  <a:cubicBezTo>
                    <a:pt x="395" y="1015"/>
                    <a:pt x="397" y="1002"/>
                    <a:pt x="408" y="1002"/>
                  </a:cubicBezTo>
                  <a:cubicBezTo>
                    <a:pt x="424" y="1002"/>
                    <a:pt x="457" y="1031"/>
                    <a:pt x="476" y="1103"/>
                  </a:cubicBezTo>
                  <a:cubicBezTo>
                    <a:pt x="490" y="1126"/>
                    <a:pt x="497" y="1140"/>
                    <a:pt x="502" y="1140"/>
                  </a:cubicBezTo>
                  <a:cubicBezTo>
                    <a:pt x="509" y="1140"/>
                    <a:pt x="509" y="1111"/>
                    <a:pt x="509" y="1038"/>
                  </a:cubicBezTo>
                  <a:cubicBezTo>
                    <a:pt x="509" y="979"/>
                    <a:pt x="527" y="950"/>
                    <a:pt x="548" y="950"/>
                  </a:cubicBezTo>
                  <a:cubicBezTo>
                    <a:pt x="571" y="950"/>
                    <a:pt x="598" y="981"/>
                    <a:pt x="614" y="1038"/>
                  </a:cubicBezTo>
                  <a:lnTo>
                    <a:pt x="679" y="1038"/>
                  </a:lnTo>
                  <a:cubicBezTo>
                    <a:pt x="712" y="1038"/>
                    <a:pt x="712" y="982"/>
                    <a:pt x="712" y="925"/>
                  </a:cubicBezTo>
                  <a:cubicBezTo>
                    <a:pt x="712" y="853"/>
                    <a:pt x="712" y="823"/>
                    <a:pt x="720" y="823"/>
                  </a:cubicBezTo>
                  <a:cubicBezTo>
                    <a:pt x="726" y="823"/>
                    <a:pt x="736" y="837"/>
                    <a:pt x="752" y="860"/>
                  </a:cubicBezTo>
                  <a:cubicBezTo>
                    <a:pt x="768" y="901"/>
                    <a:pt x="785" y="941"/>
                    <a:pt x="785" y="982"/>
                  </a:cubicBezTo>
                  <a:cubicBezTo>
                    <a:pt x="785" y="1047"/>
                    <a:pt x="817" y="1047"/>
                    <a:pt x="849" y="1047"/>
                  </a:cubicBezTo>
                  <a:cubicBezTo>
                    <a:pt x="882" y="1047"/>
                    <a:pt x="955" y="1047"/>
                    <a:pt x="955" y="990"/>
                  </a:cubicBezTo>
                  <a:lnTo>
                    <a:pt x="955" y="1047"/>
                  </a:lnTo>
                  <a:cubicBezTo>
                    <a:pt x="976" y="1047"/>
                    <a:pt x="984" y="1072"/>
                    <a:pt x="986" y="1072"/>
                  </a:cubicBezTo>
                  <a:cubicBezTo>
                    <a:pt x="987" y="1072"/>
                    <a:pt x="987" y="1065"/>
                    <a:pt x="987" y="1047"/>
                  </a:cubicBezTo>
                  <a:cubicBezTo>
                    <a:pt x="987" y="1047"/>
                    <a:pt x="1020" y="1047"/>
                    <a:pt x="1085" y="1103"/>
                  </a:cubicBezTo>
                  <a:cubicBezTo>
                    <a:pt x="1099" y="1116"/>
                    <a:pt x="1114" y="1121"/>
                    <a:pt x="1128" y="1121"/>
                  </a:cubicBezTo>
                  <a:cubicBezTo>
                    <a:pt x="1188" y="1121"/>
                    <a:pt x="1236" y="1023"/>
                    <a:pt x="1158" y="925"/>
                  </a:cubicBezTo>
                  <a:lnTo>
                    <a:pt x="1190" y="925"/>
                  </a:lnTo>
                  <a:cubicBezTo>
                    <a:pt x="1222" y="925"/>
                    <a:pt x="1222" y="868"/>
                    <a:pt x="1222" y="868"/>
                  </a:cubicBezTo>
                  <a:cubicBezTo>
                    <a:pt x="1222" y="811"/>
                    <a:pt x="1263" y="811"/>
                    <a:pt x="1295" y="811"/>
                  </a:cubicBezTo>
                  <a:lnTo>
                    <a:pt x="1295" y="933"/>
                  </a:lnTo>
                  <a:cubicBezTo>
                    <a:pt x="1272" y="1036"/>
                    <a:pt x="1286" y="1099"/>
                    <a:pt x="1309" y="1099"/>
                  </a:cubicBezTo>
                  <a:cubicBezTo>
                    <a:pt x="1326" y="1099"/>
                    <a:pt x="1347" y="1065"/>
                    <a:pt x="1360" y="990"/>
                  </a:cubicBezTo>
                  <a:lnTo>
                    <a:pt x="1360" y="1047"/>
                  </a:lnTo>
                  <a:cubicBezTo>
                    <a:pt x="1360" y="1080"/>
                    <a:pt x="1369" y="1096"/>
                    <a:pt x="1387" y="1096"/>
                  </a:cubicBezTo>
                  <a:cubicBezTo>
                    <a:pt x="1405" y="1096"/>
                    <a:pt x="1430" y="1082"/>
                    <a:pt x="1466" y="1055"/>
                  </a:cubicBezTo>
                  <a:cubicBezTo>
                    <a:pt x="1498" y="1055"/>
                    <a:pt x="1530" y="933"/>
                    <a:pt x="1530" y="876"/>
                  </a:cubicBezTo>
                  <a:cubicBezTo>
                    <a:pt x="1530" y="811"/>
                    <a:pt x="1563" y="811"/>
                    <a:pt x="1563" y="811"/>
                  </a:cubicBezTo>
                  <a:cubicBezTo>
                    <a:pt x="1603" y="811"/>
                    <a:pt x="1603" y="811"/>
                    <a:pt x="1603" y="876"/>
                  </a:cubicBezTo>
                  <a:cubicBezTo>
                    <a:pt x="1603" y="934"/>
                    <a:pt x="1620" y="964"/>
                    <a:pt x="1641" y="964"/>
                  </a:cubicBezTo>
                  <a:cubicBezTo>
                    <a:pt x="1661" y="964"/>
                    <a:pt x="1685" y="936"/>
                    <a:pt x="1701" y="876"/>
                  </a:cubicBezTo>
                  <a:lnTo>
                    <a:pt x="1701" y="933"/>
                  </a:lnTo>
                  <a:cubicBezTo>
                    <a:pt x="1701" y="979"/>
                    <a:pt x="1717" y="1021"/>
                    <a:pt x="1788" y="1021"/>
                  </a:cubicBezTo>
                  <a:cubicBezTo>
                    <a:pt x="1817" y="1021"/>
                    <a:pt x="1854" y="1014"/>
                    <a:pt x="1903" y="998"/>
                  </a:cubicBezTo>
                  <a:cubicBezTo>
                    <a:pt x="2041" y="998"/>
                    <a:pt x="2147" y="998"/>
                    <a:pt x="2147" y="1063"/>
                  </a:cubicBezTo>
                  <a:cubicBezTo>
                    <a:pt x="2147" y="1073"/>
                    <a:pt x="2151" y="1078"/>
                    <a:pt x="2158" y="1078"/>
                  </a:cubicBezTo>
                  <a:cubicBezTo>
                    <a:pt x="2192" y="1078"/>
                    <a:pt x="2290" y="984"/>
                    <a:pt x="2349" y="884"/>
                  </a:cubicBezTo>
                  <a:cubicBezTo>
                    <a:pt x="2349" y="941"/>
                    <a:pt x="2382" y="941"/>
                    <a:pt x="2447" y="941"/>
                  </a:cubicBezTo>
                  <a:cubicBezTo>
                    <a:pt x="2552" y="949"/>
                    <a:pt x="2552" y="949"/>
                    <a:pt x="2552" y="1006"/>
                  </a:cubicBezTo>
                  <a:cubicBezTo>
                    <a:pt x="2536" y="1067"/>
                    <a:pt x="2528" y="1097"/>
                    <a:pt x="2532" y="1097"/>
                  </a:cubicBezTo>
                  <a:cubicBezTo>
                    <a:pt x="2536" y="1097"/>
                    <a:pt x="2552" y="1067"/>
                    <a:pt x="2584" y="1006"/>
                  </a:cubicBezTo>
                  <a:cubicBezTo>
                    <a:pt x="2597" y="960"/>
                    <a:pt x="2619" y="941"/>
                    <a:pt x="2642" y="941"/>
                  </a:cubicBezTo>
                  <a:cubicBezTo>
                    <a:pt x="2681" y="941"/>
                    <a:pt x="2722" y="995"/>
                    <a:pt x="2722" y="1071"/>
                  </a:cubicBezTo>
                  <a:cubicBezTo>
                    <a:pt x="2722" y="1128"/>
                    <a:pt x="2755" y="1128"/>
                    <a:pt x="2820" y="1128"/>
                  </a:cubicBezTo>
                  <a:cubicBezTo>
                    <a:pt x="2852" y="1071"/>
                    <a:pt x="2925" y="1071"/>
                    <a:pt x="2990" y="1071"/>
                  </a:cubicBezTo>
                  <a:cubicBezTo>
                    <a:pt x="3095" y="1071"/>
                    <a:pt x="3095" y="1071"/>
                    <a:pt x="3095" y="949"/>
                  </a:cubicBezTo>
                  <a:cubicBezTo>
                    <a:pt x="3095" y="836"/>
                    <a:pt x="3128" y="836"/>
                    <a:pt x="3201" y="836"/>
                  </a:cubicBezTo>
                  <a:cubicBezTo>
                    <a:pt x="3233" y="836"/>
                    <a:pt x="3266" y="836"/>
                    <a:pt x="3266" y="892"/>
                  </a:cubicBezTo>
                  <a:cubicBezTo>
                    <a:pt x="3266" y="892"/>
                    <a:pt x="3298" y="957"/>
                    <a:pt x="3330" y="957"/>
                  </a:cubicBezTo>
                  <a:cubicBezTo>
                    <a:pt x="3363" y="957"/>
                    <a:pt x="3403" y="957"/>
                    <a:pt x="3403" y="1014"/>
                  </a:cubicBezTo>
                  <a:cubicBezTo>
                    <a:pt x="3420" y="1055"/>
                    <a:pt x="3460" y="1071"/>
                    <a:pt x="3501" y="1079"/>
                  </a:cubicBezTo>
                  <a:cubicBezTo>
                    <a:pt x="3574" y="1079"/>
                    <a:pt x="3638" y="1079"/>
                    <a:pt x="3638" y="1136"/>
                  </a:cubicBezTo>
                  <a:cubicBezTo>
                    <a:pt x="3671" y="1136"/>
                    <a:pt x="3671" y="1136"/>
                    <a:pt x="3671" y="1079"/>
                  </a:cubicBezTo>
                  <a:cubicBezTo>
                    <a:pt x="3671" y="1039"/>
                    <a:pt x="3687" y="995"/>
                    <a:pt x="3744" y="995"/>
                  </a:cubicBezTo>
                  <a:cubicBezTo>
                    <a:pt x="3769" y="995"/>
                    <a:pt x="3800" y="1003"/>
                    <a:pt x="3841" y="1022"/>
                  </a:cubicBezTo>
                  <a:cubicBezTo>
                    <a:pt x="3906" y="1022"/>
                    <a:pt x="4011" y="1022"/>
                    <a:pt x="4011" y="965"/>
                  </a:cubicBezTo>
                  <a:cubicBezTo>
                    <a:pt x="4044" y="965"/>
                    <a:pt x="4044" y="965"/>
                    <a:pt x="4044" y="1022"/>
                  </a:cubicBezTo>
                  <a:cubicBezTo>
                    <a:pt x="4044" y="1084"/>
                    <a:pt x="4063" y="1114"/>
                    <a:pt x="4090" y="1114"/>
                  </a:cubicBezTo>
                  <a:cubicBezTo>
                    <a:pt x="4116" y="1114"/>
                    <a:pt x="4150" y="1086"/>
                    <a:pt x="4182" y="1030"/>
                  </a:cubicBezTo>
                  <a:cubicBezTo>
                    <a:pt x="4182" y="998"/>
                    <a:pt x="4190" y="982"/>
                    <a:pt x="4202" y="982"/>
                  </a:cubicBezTo>
                  <a:cubicBezTo>
                    <a:pt x="4214" y="982"/>
                    <a:pt x="4230" y="998"/>
                    <a:pt x="4247" y="1030"/>
                  </a:cubicBezTo>
                  <a:cubicBezTo>
                    <a:pt x="4247" y="1030"/>
                    <a:pt x="4287" y="1030"/>
                    <a:pt x="4320" y="965"/>
                  </a:cubicBezTo>
                  <a:cubicBezTo>
                    <a:pt x="4335" y="938"/>
                    <a:pt x="4343" y="924"/>
                    <a:pt x="4355" y="924"/>
                  </a:cubicBezTo>
                  <a:cubicBezTo>
                    <a:pt x="4367" y="924"/>
                    <a:pt x="4383" y="940"/>
                    <a:pt x="4417" y="974"/>
                  </a:cubicBezTo>
                  <a:cubicBezTo>
                    <a:pt x="4417" y="1030"/>
                    <a:pt x="4457" y="1030"/>
                    <a:pt x="4490" y="1030"/>
                  </a:cubicBezTo>
                  <a:cubicBezTo>
                    <a:pt x="4521" y="1003"/>
                    <a:pt x="4624" y="989"/>
                    <a:pt x="4727" y="989"/>
                  </a:cubicBezTo>
                  <a:cubicBezTo>
                    <a:pt x="4838" y="989"/>
                    <a:pt x="4947" y="1005"/>
                    <a:pt x="4968" y="1038"/>
                  </a:cubicBezTo>
                  <a:cubicBezTo>
                    <a:pt x="4992" y="991"/>
                    <a:pt x="4998" y="978"/>
                    <a:pt x="5013" y="978"/>
                  </a:cubicBezTo>
                  <a:cubicBezTo>
                    <a:pt x="5018" y="978"/>
                    <a:pt x="5025" y="980"/>
                    <a:pt x="5033" y="982"/>
                  </a:cubicBezTo>
                  <a:cubicBezTo>
                    <a:pt x="5045" y="1025"/>
                    <a:pt x="5057" y="1043"/>
                    <a:pt x="5068" y="1043"/>
                  </a:cubicBezTo>
                  <a:cubicBezTo>
                    <a:pt x="5085" y="1043"/>
                    <a:pt x="5098" y="993"/>
                    <a:pt x="5098" y="917"/>
                  </a:cubicBezTo>
                  <a:lnTo>
                    <a:pt x="5033" y="917"/>
                  </a:lnTo>
                  <a:cubicBezTo>
                    <a:pt x="5033" y="866"/>
                    <a:pt x="5054" y="838"/>
                    <a:pt x="5076" y="838"/>
                  </a:cubicBezTo>
                  <a:cubicBezTo>
                    <a:pt x="5104" y="838"/>
                    <a:pt x="5135" y="882"/>
                    <a:pt x="5130" y="982"/>
                  </a:cubicBezTo>
                  <a:cubicBezTo>
                    <a:pt x="5151" y="1042"/>
                    <a:pt x="5161" y="1073"/>
                    <a:pt x="5170" y="1073"/>
                  </a:cubicBezTo>
                  <a:cubicBezTo>
                    <a:pt x="5179" y="1073"/>
                    <a:pt x="5187" y="1042"/>
                    <a:pt x="5203" y="982"/>
                  </a:cubicBezTo>
                  <a:cubicBezTo>
                    <a:pt x="5219" y="921"/>
                    <a:pt x="5236" y="890"/>
                    <a:pt x="5252" y="890"/>
                  </a:cubicBezTo>
                  <a:cubicBezTo>
                    <a:pt x="5268" y="890"/>
                    <a:pt x="5284" y="921"/>
                    <a:pt x="5301" y="982"/>
                  </a:cubicBezTo>
                  <a:cubicBezTo>
                    <a:pt x="5301" y="1042"/>
                    <a:pt x="5301" y="1073"/>
                    <a:pt x="5306" y="1073"/>
                  </a:cubicBezTo>
                  <a:cubicBezTo>
                    <a:pt x="5311" y="1073"/>
                    <a:pt x="5321" y="1042"/>
                    <a:pt x="5341" y="982"/>
                  </a:cubicBezTo>
                  <a:cubicBezTo>
                    <a:pt x="5378" y="849"/>
                    <a:pt x="5427" y="771"/>
                    <a:pt x="5463" y="771"/>
                  </a:cubicBezTo>
                  <a:cubicBezTo>
                    <a:pt x="5491" y="771"/>
                    <a:pt x="5511" y="818"/>
                    <a:pt x="5511" y="925"/>
                  </a:cubicBezTo>
                  <a:cubicBezTo>
                    <a:pt x="5511" y="1047"/>
                    <a:pt x="5544" y="1103"/>
                    <a:pt x="5576" y="1103"/>
                  </a:cubicBezTo>
                  <a:cubicBezTo>
                    <a:pt x="5609" y="1103"/>
                    <a:pt x="5609" y="1047"/>
                    <a:pt x="5609" y="982"/>
                  </a:cubicBezTo>
                  <a:cubicBezTo>
                    <a:pt x="5593" y="926"/>
                    <a:pt x="5592" y="898"/>
                    <a:pt x="5605" y="898"/>
                  </a:cubicBezTo>
                  <a:cubicBezTo>
                    <a:pt x="5618" y="898"/>
                    <a:pt x="5645" y="928"/>
                    <a:pt x="5682" y="990"/>
                  </a:cubicBezTo>
                  <a:cubicBezTo>
                    <a:pt x="5735" y="1087"/>
                    <a:pt x="5778" y="1132"/>
                    <a:pt x="5824" y="1132"/>
                  </a:cubicBezTo>
                  <a:cubicBezTo>
                    <a:pt x="5862" y="1132"/>
                    <a:pt x="5902" y="1102"/>
                    <a:pt x="5949" y="1047"/>
                  </a:cubicBezTo>
                  <a:cubicBezTo>
                    <a:pt x="6017" y="991"/>
                    <a:pt x="6077" y="962"/>
                    <a:pt x="6108" y="962"/>
                  </a:cubicBezTo>
                  <a:cubicBezTo>
                    <a:pt x="6140" y="962"/>
                    <a:pt x="6141" y="993"/>
                    <a:pt x="6087" y="1055"/>
                  </a:cubicBezTo>
                  <a:cubicBezTo>
                    <a:pt x="6044" y="1121"/>
                    <a:pt x="6027" y="1149"/>
                    <a:pt x="6034" y="1149"/>
                  </a:cubicBezTo>
                  <a:cubicBezTo>
                    <a:pt x="6039" y="1149"/>
                    <a:pt x="6057" y="1135"/>
                    <a:pt x="6087" y="1111"/>
                  </a:cubicBezTo>
                  <a:lnTo>
                    <a:pt x="6257" y="1111"/>
                  </a:lnTo>
                  <a:cubicBezTo>
                    <a:pt x="6290" y="1111"/>
                    <a:pt x="6322" y="1055"/>
                    <a:pt x="6322" y="998"/>
                  </a:cubicBezTo>
                  <a:cubicBezTo>
                    <a:pt x="6342" y="1068"/>
                    <a:pt x="6378" y="1120"/>
                    <a:pt x="6418" y="1120"/>
                  </a:cubicBezTo>
                  <a:cubicBezTo>
                    <a:pt x="6442" y="1120"/>
                    <a:pt x="6468" y="1101"/>
                    <a:pt x="6492" y="1055"/>
                  </a:cubicBezTo>
                  <a:lnTo>
                    <a:pt x="6565" y="1055"/>
                  </a:lnTo>
                  <a:cubicBezTo>
                    <a:pt x="6598" y="1055"/>
                    <a:pt x="6598" y="1055"/>
                    <a:pt x="6630" y="998"/>
                  </a:cubicBezTo>
                  <a:cubicBezTo>
                    <a:pt x="6640" y="982"/>
                    <a:pt x="6649" y="975"/>
                    <a:pt x="6659" y="975"/>
                  </a:cubicBezTo>
                  <a:cubicBezTo>
                    <a:pt x="6682" y="975"/>
                    <a:pt x="6707" y="1017"/>
                    <a:pt x="6736" y="1063"/>
                  </a:cubicBezTo>
                  <a:cubicBezTo>
                    <a:pt x="6758" y="1103"/>
                    <a:pt x="6781" y="1147"/>
                    <a:pt x="6793" y="1147"/>
                  </a:cubicBezTo>
                  <a:cubicBezTo>
                    <a:pt x="6798" y="1147"/>
                    <a:pt x="6801" y="1139"/>
                    <a:pt x="6801" y="1120"/>
                  </a:cubicBezTo>
                  <a:cubicBezTo>
                    <a:pt x="6801" y="1063"/>
                    <a:pt x="6865" y="1006"/>
                    <a:pt x="6906" y="941"/>
                  </a:cubicBezTo>
                  <a:cubicBezTo>
                    <a:pt x="6915" y="925"/>
                    <a:pt x="6925" y="918"/>
                    <a:pt x="6932" y="918"/>
                  </a:cubicBezTo>
                  <a:cubicBezTo>
                    <a:pt x="6952" y="918"/>
                    <a:pt x="6961" y="960"/>
                    <a:pt x="6938" y="1006"/>
                  </a:cubicBezTo>
                  <a:cubicBezTo>
                    <a:pt x="6938" y="1063"/>
                    <a:pt x="6938" y="1063"/>
                    <a:pt x="7003" y="1120"/>
                  </a:cubicBezTo>
                  <a:cubicBezTo>
                    <a:pt x="7010" y="1120"/>
                    <a:pt x="7018" y="1120"/>
                    <a:pt x="7027" y="1120"/>
                  </a:cubicBezTo>
                  <a:cubicBezTo>
                    <a:pt x="7062" y="1120"/>
                    <a:pt x="7109" y="1115"/>
                    <a:pt x="7109" y="1063"/>
                  </a:cubicBezTo>
                  <a:cubicBezTo>
                    <a:pt x="7109" y="1035"/>
                    <a:pt x="7156" y="1021"/>
                    <a:pt x="7209" y="1021"/>
                  </a:cubicBezTo>
                  <a:cubicBezTo>
                    <a:pt x="7265" y="1021"/>
                    <a:pt x="7327" y="1037"/>
                    <a:pt x="7344" y="1071"/>
                  </a:cubicBezTo>
                  <a:lnTo>
                    <a:pt x="7409" y="1071"/>
                  </a:lnTo>
                  <a:cubicBezTo>
                    <a:pt x="7447" y="1071"/>
                    <a:pt x="7478" y="1013"/>
                    <a:pt x="7508" y="1013"/>
                  </a:cubicBezTo>
                  <a:cubicBezTo>
                    <a:pt x="7510" y="1013"/>
                    <a:pt x="7512" y="1014"/>
                    <a:pt x="7514" y="1014"/>
                  </a:cubicBezTo>
                  <a:cubicBezTo>
                    <a:pt x="7514" y="1014"/>
                    <a:pt x="7546" y="1014"/>
                    <a:pt x="7579" y="949"/>
                  </a:cubicBezTo>
                  <a:cubicBezTo>
                    <a:pt x="7619" y="949"/>
                    <a:pt x="7652" y="949"/>
                    <a:pt x="7652" y="1014"/>
                  </a:cubicBezTo>
                  <a:cubicBezTo>
                    <a:pt x="7668" y="953"/>
                    <a:pt x="7676" y="923"/>
                    <a:pt x="7684" y="923"/>
                  </a:cubicBezTo>
                  <a:cubicBezTo>
                    <a:pt x="7692" y="923"/>
                    <a:pt x="7700" y="953"/>
                    <a:pt x="7717" y="1014"/>
                  </a:cubicBezTo>
                  <a:cubicBezTo>
                    <a:pt x="7717" y="1075"/>
                    <a:pt x="7717" y="1105"/>
                    <a:pt x="7721" y="1105"/>
                  </a:cubicBezTo>
                  <a:cubicBezTo>
                    <a:pt x="7725" y="1105"/>
                    <a:pt x="7733" y="1075"/>
                    <a:pt x="7749" y="1014"/>
                  </a:cubicBezTo>
                  <a:cubicBezTo>
                    <a:pt x="7769" y="986"/>
                    <a:pt x="7780" y="972"/>
                    <a:pt x="7789" y="972"/>
                  </a:cubicBezTo>
                  <a:cubicBezTo>
                    <a:pt x="7798" y="972"/>
                    <a:pt x="7806" y="986"/>
                    <a:pt x="7822" y="1014"/>
                  </a:cubicBezTo>
                  <a:cubicBezTo>
                    <a:pt x="7822" y="1042"/>
                    <a:pt x="7830" y="1057"/>
                    <a:pt x="7838" y="1057"/>
                  </a:cubicBezTo>
                  <a:cubicBezTo>
                    <a:pt x="7846" y="1057"/>
                    <a:pt x="7855" y="1042"/>
                    <a:pt x="7855" y="1014"/>
                  </a:cubicBezTo>
                  <a:cubicBezTo>
                    <a:pt x="7874" y="940"/>
                    <a:pt x="7921" y="890"/>
                    <a:pt x="7955" y="890"/>
                  </a:cubicBezTo>
                  <a:cubicBezTo>
                    <a:pt x="7976" y="890"/>
                    <a:pt x="7992" y="910"/>
                    <a:pt x="7992" y="957"/>
                  </a:cubicBezTo>
                  <a:cubicBezTo>
                    <a:pt x="7992" y="957"/>
                    <a:pt x="8025" y="957"/>
                    <a:pt x="8057" y="901"/>
                  </a:cubicBezTo>
                  <a:cubicBezTo>
                    <a:pt x="8073" y="840"/>
                    <a:pt x="8082" y="809"/>
                    <a:pt x="8086" y="809"/>
                  </a:cubicBezTo>
                  <a:cubicBezTo>
                    <a:pt x="8090" y="809"/>
                    <a:pt x="8090" y="840"/>
                    <a:pt x="8090" y="901"/>
                  </a:cubicBezTo>
                  <a:cubicBezTo>
                    <a:pt x="8110" y="957"/>
                    <a:pt x="8128" y="986"/>
                    <a:pt x="8145" y="986"/>
                  </a:cubicBezTo>
                  <a:cubicBezTo>
                    <a:pt x="8163" y="986"/>
                    <a:pt x="8179" y="957"/>
                    <a:pt x="8195" y="901"/>
                  </a:cubicBezTo>
                  <a:cubicBezTo>
                    <a:pt x="8195" y="901"/>
                    <a:pt x="8209" y="872"/>
                    <a:pt x="8229" y="872"/>
                  </a:cubicBezTo>
                  <a:cubicBezTo>
                    <a:pt x="8238" y="872"/>
                    <a:pt x="8249" y="879"/>
                    <a:pt x="8260" y="901"/>
                  </a:cubicBezTo>
                  <a:cubicBezTo>
                    <a:pt x="8302" y="934"/>
                    <a:pt x="8389" y="970"/>
                    <a:pt x="8448" y="970"/>
                  </a:cubicBezTo>
                  <a:cubicBezTo>
                    <a:pt x="8489" y="970"/>
                    <a:pt x="8517" y="951"/>
                    <a:pt x="8503" y="901"/>
                  </a:cubicBezTo>
                  <a:lnTo>
                    <a:pt x="8568" y="901"/>
                  </a:lnTo>
                  <a:cubicBezTo>
                    <a:pt x="8602" y="934"/>
                    <a:pt x="8629" y="950"/>
                    <a:pt x="8651" y="950"/>
                  </a:cubicBezTo>
                  <a:cubicBezTo>
                    <a:pt x="8673" y="950"/>
                    <a:pt x="8690" y="936"/>
                    <a:pt x="8706" y="909"/>
                  </a:cubicBezTo>
                  <a:lnTo>
                    <a:pt x="8738" y="844"/>
                  </a:lnTo>
                  <a:cubicBezTo>
                    <a:pt x="8738" y="909"/>
                    <a:pt x="8771" y="965"/>
                    <a:pt x="8803" y="965"/>
                  </a:cubicBezTo>
                  <a:cubicBezTo>
                    <a:pt x="8844" y="965"/>
                    <a:pt x="8844" y="965"/>
                    <a:pt x="8844" y="909"/>
                  </a:cubicBezTo>
                  <a:cubicBezTo>
                    <a:pt x="8803" y="844"/>
                    <a:pt x="8844" y="844"/>
                    <a:pt x="8876" y="844"/>
                  </a:cubicBezTo>
                  <a:cubicBezTo>
                    <a:pt x="8909" y="852"/>
                    <a:pt x="8941" y="909"/>
                    <a:pt x="8941" y="965"/>
                  </a:cubicBezTo>
                  <a:lnTo>
                    <a:pt x="8973" y="965"/>
                  </a:lnTo>
                  <a:cubicBezTo>
                    <a:pt x="8973" y="899"/>
                    <a:pt x="8987" y="871"/>
                    <a:pt x="8999" y="871"/>
                  </a:cubicBezTo>
                  <a:cubicBezTo>
                    <a:pt x="9007" y="871"/>
                    <a:pt x="9014" y="885"/>
                    <a:pt x="9014" y="909"/>
                  </a:cubicBezTo>
                  <a:cubicBezTo>
                    <a:pt x="9030" y="949"/>
                    <a:pt x="9071" y="974"/>
                    <a:pt x="9111" y="974"/>
                  </a:cubicBezTo>
                  <a:cubicBezTo>
                    <a:pt x="9111" y="952"/>
                    <a:pt x="9115" y="945"/>
                    <a:pt x="9118" y="945"/>
                  </a:cubicBezTo>
                  <a:cubicBezTo>
                    <a:pt x="9126" y="945"/>
                    <a:pt x="9133" y="974"/>
                    <a:pt x="9111" y="974"/>
                  </a:cubicBezTo>
                  <a:lnTo>
                    <a:pt x="9111" y="1030"/>
                  </a:lnTo>
                  <a:cubicBezTo>
                    <a:pt x="9121" y="1047"/>
                    <a:pt x="9127" y="1054"/>
                    <a:pt x="9132" y="1054"/>
                  </a:cubicBezTo>
                  <a:cubicBezTo>
                    <a:pt x="9144" y="1054"/>
                    <a:pt x="9144" y="1014"/>
                    <a:pt x="9144" y="974"/>
                  </a:cubicBezTo>
                  <a:lnTo>
                    <a:pt x="9217" y="974"/>
                  </a:lnTo>
                  <a:cubicBezTo>
                    <a:pt x="9249" y="974"/>
                    <a:pt x="9281" y="974"/>
                    <a:pt x="9249" y="909"/>
                  </a:cubicBezTo>
                  <a:cubicBezTo>
                    <a:pt x="9249" y="852"/>
                    <a:pt x="9249" y="795"/>
                    <a:pt x="9281" y="795"/>
                  </a:cubicBezTo>
                  <a:cubicBezTo>
                    <a:pt x="9281" y="774"/>
                    <a:pt x="9285" y="766"/>
                    <a:pt x="9289" y="766"/>
                  </a:cubicBezTo>
                  <a:cubicBezTo>
                    <a:pt x="9296" y="766"/>
                    <a:pt x="9303" y="795"/>
                    <a:pt x="9281" y="795"/>
                  </a:cubicBezTo>
                  <a:cubicBezTo>
                    <a:pt x="9281" y="852"/>
                    <a:pt x="9281" y="909"/>
                    <a:pt x="9314" y="909"/>
                  </a:cubicBezTo>
                  <a:cubicBezTo>
                    <a:pt x="9346" y="917"/>
                    <a:pt x="9346" y="974"/>
                    <a:pt x="9346" y="974"/>
                  </a:cubicBezTo>
                  <a:cubicBezTo>
                    <a:pt x="9333" y="1024"/>
                    <a:pt x="9349" y="1043"/>
                    <a:pt x="9375" y="1043"/>
                  </a:cubicBezTo>
                  <a:cubicBezTo>
                    <a:pt x="9410" y="1043"/>
                    <a:pt x="9465" y="1007"/>
                    <a:pt x="9484" y="974"/>
                  </a:cubicBezTo>
                  <a:cubicBezTo>
                    <a:pt x="9520" y="914"/>
                    <a:pt x="9546" y="885"/>
                    <a:pt x="9563" y="885"/>
                  </a:cubicBezTo>
                  <a:cubicBezTo>
                    <a:pt x="9581" y="885"/>
                    <a:pt x="9590" y="916"/>
                    <a:pt x="9590" y="974"/>
                  </a:cubicBezTo>
                  <a:cubicBezTo>
                    <a:pt x="9590" y="1008"/>
                    <a:pt x="9595" y="1023"/>
                    <a:pt x="9603" y="1023"/>
                  </a:cubicBezTo>
                  <a:cubicBezTo>
                    <a:pt x="9624" y="1023"/>
                    <a:pt x="9666" y="924"/>
                    <a:pt x="9695" y="795"/>
                  </a:cubicBezTo>
                  <a:lnTo>
                    <a:pt x="9727" y="617"/>
                  </a:lnTo>
                  <a:lnTo>
                    <a:pt x="9727" y="795"/>
                  </a:lnTo>
                  <a:cubicBezTo>
                    <a:pt x="9746" y="938"/>
                    <a:pt x="9754" y="997"/>
                    <a:pt x="9777" y="997"/>
                  </a:cubicBezTo>
                  <a:cubicBezTo>
                    <a:pt x="9793" y="997"/>
                    <a:pt x="9817" y="967"/>
                    <a:pt x="9857" y="917"/>
                  </a:cubicBezTo>
                  <a:cubicBezTo>
                    <a:pt x="9894" y="888"/>
                    <a:pt x="9912" y="874"/>
                    <a:pt x="9921" y="874"/>
                  </a:cubicBezTo>
                  <a:cubicBezTo>
                    <a:pt x="9930" y="874"/>
                    <a:pt x="9930" y="888"/>
                    <a:pt x="9930" y="917"/>
                  </a:cubicBezTo>
                  <a:cubicBezTo>
                    <a:pt x="9930" y="982"/>
                    <a:pt x="9963" y="982"/>
                    <a:pt x="10068" y="982"/>
                  </a:cubicBezTo>
                  <a:cubicBezTo>
                    <a:pt x="10165" y="982"/>
                    <a:pt x="10198" y="982"/>
                    <a:pt x="10198" y="925"/>
                  </a:cubicBezTo>
                  <a:lnTo>
                    <a:pt x="10271" y="925"/>
                  </a:lnTo>
                  <a:cubicBezTo>
                    <a:pt x="10283" y="972"/>
                    <a:pt x="10301" y="993"/>
                    <a:pt x="10316" y="993"/>
                  </a:cubicBezTo>
                  <a:cubicBezTo>
                    <a:pt x="10339" y="993"/>
                    <a:pt x="10355" y="942"/>
                    <a:pt x="10335" y="868"/>
                  </a:cubicBezTo>
                  <a:lnTo>
                    <a:pt x="10408" y="868"/>
                  </a:lnTo>
                  <a:lnTo>
                    <a:pt x="10408" y="925"/>
                  </a:lnTo>
                  <a:cubicBezTo>
                    <a:pt x="10408" y="990"/>
                    <a:pt x="10473" y="990"/>
                    <a:pt x="10741" y="990"/>
                  </a:cubicBezTo>
                  <a:cubicBezTo>
                    <a:pt x="10804" y="991"/>
                    <a:pt x="10856" y="993"/>
                    <a:pt x="10898" y="993"/>
                  </a:cubicBezTo>
                  <a:cubicBezTo>
                    <a:pt x="11061" y="993"/>
                    <a:pt x="11081" y="973"/>
                    <a:pt x="11081" y="876"/>
                  </a:cubicBezTo>
                  <a:cubicBezTo>
                    <a:pt x="11102" y="815"/>
                    <a:pt x="11120" y="785"/>
                    <a:pt x="11133" y="785"/>
                  </a:cubicBezTo>
                  <a:cubicBezTo>
                    <a:pt x="11146" y="785"/>
                    <a:pt x="11154" y="815"/>
                    <a:pt x="11154" y="876"/>
                  </a:cubicBezTo>
                  <a:cubicBezTo>
                    <a:pt x="11154" y="918"/>
                    <a:pt x="11172" y="963"/>
                    <a:pt x="11181" y="963"/>
                  </a:cubicBezTo>
                  <a:cubicBezTo>
                    <a:pt x="11184" y="963"/>
                    <a:pt x="11187" y="957"/>
                    <a:pt x="11187" y="941"/>
                  </a:cubicBezTo>
                  <a:cubicBezTo>
                    <a:pt x="11227" y="941"/>
                    <a:pt x="11268" y="965"/>
                    <a:pt x="11292" y="998"/>
                  </a:cubicBezTo>
                  <a:cubicBezTo>
                    <a:pt x="11334" y="1050"/>
                    <a:pt x="11364" y="1069"/>
                    <a:pt x="11384" y="1069"/>
                  </a:cubicBezTo>
                  <a:cubicBezTo>
                    <a:pt x="11411" y="1069"/>
                    <a:pt x="11422" y="1035"/>
                    <a:pt x="11422" y="998"/>
                  </a:cubicBezTo>
                  <a:cubicBezTo>
                    <a:pt x="11408" y="947"/>
                    <a:pt x="11406" y="929"/>
                    <a:pt x="11411" y="929"/>
                  </a:cubicBezTo>
                  <a:cubicBezTo>
                    <a:pt x="11418" y="929"/>
                    <a:pt x="11439" y="965"/>
                    <a:pt x="11462" y="998"/>
                  </a:cubicBezTo>
                  <a:cubicBezTo>
                    <a:pt x="11486" y="1044"/>
                    <a:pt x="11509" y="1086"/>
                    <a:pt x="11520" y="1086"/>
                  </a:cubicBezTo>
                  <a:cubicBezTo>
                    <a:pt x="11525" y="1086"/>
                    <a:pt x="11527" y="1079"/>
                    <a:pt x="11527" y="1063"/>
                  </a:cubicBezTo>
                  <a:cubicBezTo>
                    <a:pt x="11546" y="1026"/>
                    <a:pt x="11620" y="991"/>
                    <a:pt x="11680" y="991"/>
                  </a:cubicBezTo>
                  <a:cubicBezTo>
                    <a:pt x="11725" y="991"/>
                    <a:pt x="11762" y="1011"/>
                    <a:pt x="11762" y="1063"/>
                  </a:cubicBezTo>
                  <a:lnTo>
                    <a:pt x="11835" y="1063"/>
                  </a:lnTo>
                  <a:cubicBezTo>
                    <a:pt x="11835" y="1006"/>
                    <a:pt x="11900" y="1006"/>
                    <a:pt x="11965" y="1006"/>
                  </a:cubicBezTo>
                  <a:cubicBezTo>
                    <a:pt x="12038" y="1006"/>
                    <a:pt x="12071" y="1006"/>
                    <a:pt x="12071" y="1071"/>
                  </a:cubicBezTo>
                  <a:cubicBezTo>
                    <a:pt x="12054" y="1099"/>
                    <a:pt x="12054" y="1113"/>
                    <a:pt x="12067" y="1113"/>
                  </a:cubicBezTo>
                  <a:cubicBezTo>
                    <a:pt x="12079" y="1113"/>
                    <a:pt x="12103" y="1099"/>
                    <a:pt x="12135" y="1071"/>
                  </a:cubicBezTo>
                  <a:cubicBezTo>
                    <a:pt x="12168" y="1071"/>
                    <a:pt x="12208" y="949"/>
                    <a:pt x="12241" y="949"/>
                  </a:cubicBezTo>
                  <a:cubicBezTo>
                    <a:pt x="12241" y="896"/>
                    <a:pt x="12270" y="835"/>
                    <a:pt x="12300" y="835"/>
                  </a:cubicBezTo>
                  <a:cubicBezTo>
                    <a:pt x="12302" y="835"/>
                    <a:pt x="12304" y="835"/>
                    <a:pt x="12306" y="836"/>
                  </a:cubicBezTo>
                  <a:lnTo>
                    <a:pt x="12306" y="892"/>
                  </a:lnTo>
                  <a:lnTo>
                    <a:pt x="12306" y="1014"/>
                  </a:lnTo>
                  <a:cubicBezTo>
                    <a:pt x="12346" y="1014"/>
                    <a:pt x="12379" y="1014"/>
                    <a:pt x="12379" y="949"/>
                  </a:cubicBezTo>
                  <a:cubicBezTo>
                    <a:pt x="12411" y="1014"/>
                    <a:pt x="12444" y="1014"/>
                    <a:pt x="12516" y="1014"/>
                  </a:cubicBezTo>
                  <a:cubicBezTo>
                    <a:pt x="12581" y="1014"/>
                    <a:pt x="12646" y="1014"/>
                    <a:pt x="12687" y="957"/>
                  </a:cubicBezTo>
                  <a:cubicBezTo>
                    <a:pt x="12711" y="1018"/>
                    <a:pt x="12766" y="1049"/>
                    <a:pt x="12821" y="1049"/>
                  </a:cubicBezTo>
                  <a:cubicBezTo>
                    <a:pt x="12875" y="1049"/>
                    <a:pt x="12930" y="1018"/>
                    <a:pt x="12954" y="957"/>
                  </a:cubicBezTo>
                  <a:cubicBezTo>
                    <a:pt x="12954" y="929"/>
                    <a:pt x="12962" y="915"/>
                    <a:pt x="12975" y="915"/>
                  </a:cubicBezTo>
                  <a:cubicBezTo>
                    <a:pt x="12987" y="915"/>
                    <a:pt x="13003" y="929"/>
                    <a:pt x="13019" y="957"/>
                  </a:cubicBezTo>
                  <a:cubicBezTo>
                    <a:pt x="13040" y="991"/>
                    <a:pt x="13050" y="1007"/>
                    <a:pt x="13060" y="1007"/>
                  </a:cubicBezTo>
                  <a:cubicBezTo>
                    <a:pt x="13068" y="1007"/>
                    <a:pt x="13076" y="993"/>
                    <a:pt x="13092" y="965"/>
                  </a:cubicBezTo>
                  <a:cubicBezTo>
                    <a:pt x="13102" y="946"/>
                    <a:pt x="13111" y="938"/>
                    <a:pt x="13121" y="938"/>
                  </a:cubicBezTo>
                  <a:cubicBezTo>
                    <a:pt x="13144" y="938"/>
                    <a:pt x="13167" y="982"/>
                    <a:pt x="13189" y="1022"/>
                  </a:cubicBezTo>
                  <a:cubicBezTo>
                    <a:pt x="13214" y="1094"/>
                    <a:pt x="13235" y="1124"/>
                    <a:pt x="13255" y="1124"/>
                  </a:cubicBezTo>
                  <a:cubicBezTo>
                    <a:pt x="13269" y="1124"/>
                    <a:pt x="13282" y="1110"/>
                    <a:pt x="13295" y="1087"/>
                  </a:cubicBezTo>
                  <a:cubicBezTo>
                    <a:pt x="13343" y="1047"/>
                    <a:pt x="13400" y="1022"/>
                    <a:pt x="13465" y="1022"/>
                  </a:cubicBezTo>
                  <a:cubicBezTo>
                    <a:pt x="13530" y="965"/>
                    <a:pt x="13562" y="965"/>
                    <a:pt x="13530" y="909"/>
                  </a:cubicBezTo>
                  <a:cubicBezTo>
                    <a:pt x="13538" y="868"/>
                    <a:pt x="13546" y="828"/>
                    <a:pt x="13570" y="787"/>
                  </a:cubicBezTo>
                  <a:cubicBezTo>
                    <a:pt x="13592" y="768"/>
                    <a:pt x="13607" y="762"/>
                    <a:pt x="13615" y="762"/>
                  </a:cubicBezTo>
                  <a:cubicBezTo>
                    <a:pt x="13632" y="762"/>
                    <a:pt x="13625" y="787"/>
                    <a:pt x="13603" y="787"/>
                  </a:cubicBezTo>
                  <a:cubicBezTo>
                    <a:pt x="13530" y="844"/>
                    <a:pt x="13570" y="844"/>
                    <a:pt x="13603" y="909"/>
                  </a:cubicBezTo>
                  <a:cubicBezTo>
                    <a:pt x="13631" y="944"/>
                    <a:pt x="13672" y="967"/>
                    <a:pt x="13719" y="967"/>
                  </a:cubicBezTo>
                  <a:cubicBezTo>
                    <a:pt x="13726" y="967"/>
                    <a:pt x="13733" y="967"/>
                    <a:pt x="13741" y="965"/>
                  </a:cubicBezTo>
                  <a:lnTo>
                    <a:pt x="13870" y="974"/>
                  </a:lnTo>
                  <a:cubicBezTo>
                    <a:pt x="13923" y="1002"/>
                    <a:pt x="13958" y="1016"/>
                    <a:pt x="13979" y="1016"/>
                  </a:cubicBezTo>
                  <a:cubicBezTo>
                    <a:pt x="14000" y="1016"/>
                    <a:pt x="14008" y="1002"/>
                    <a:pt x="14008" y="974"/>
                  </a:cubicBezTo>
                  <a:lnTo>
                    <a:pt x="14008" y="917"/>
                  </a:lnTo>
                  <a:cubicBezTo>
                    <a:pt x="14025" y="975"/>
                    <a:pt x="14129" y="1005"/>
                    <a:pt x="14234" y="1005"/>
                  </a:cubicBezTo>
                  <a:cubicBezTo>
                    <a:pt x="14334" y="1005"/>
                    <a:pt x="14434" y="977"/>
                    <a:pt x="14454" y="917"/>
                  </a:cubicBezTo>
                  <a:lnTo>
                    <a:pt x="14454" y="982"/>
                  </a:lnTo>
                  <a:cubicBezTo>
                    <a:pt x="14454" y="1038"/>
                    <a:pt x="14487" y="1038"/>
                    <a:pt x="14552" y="1038"/>
                  </a:cubicBezTo>
                  <a:cubicBezTo>
                    <a:pt x="14641" y="1014"/>
                    <a:pt x="14730" y="998"/>
                    <a:pt x="14827" y="982"/>
                  </a:cubicBezTo>
                  <a:cubicBezTo>
                    <a:pt x="14853" y="982"/>
                    <a:pt x="14878" y="982"/>
                    <a:pt x="14901" y="982"/>
                  </a:cubicBezTo>
                  <a:cubicBezTo>
                    <a:pt x="14995" y="982"/>
                    <a:pt x="15062" y="977"/>
                    <a:pt x="15062" y="925"/>
                  </a:cubicBezTo>
                  <a:cubicBezTo>
                    <a:pt x="15095" y="925"/>
                    <a:pt x="15095" y="925"/>
                    <a:pt x="15095" y="990"/>
                  </a:cubicBezTo>
                  <a:cubicBezTo>
                    <a:pt x="15062" y="1047"/>
                    <a:pt x="15095" y="1047"/>
                    <a:pt x="15127" y="1047"/>
                  </a:cubicBezTo>
                  <a:cubicBezTo>
                    <a:pt x="15168" y="1047"/>
                    <a:pt x="15168" y="990"/>
                    <a:pt x="15168" y="925"/>
                  </a:cubicBezTo>
                  <a:cubicBezTo>
                    <a:pt x="15168" y="897"/>
                    <a:pt x="15175" y="883"/>
                    <a:pt x="15190" y="883"/>
                  </a:cubicBezTo>
                  <a:cubicBezTo>
                    <a:pt x="15207" y="883"/>
                    <a:pt x="15231" y="900"/>
                    <a:pt x="15265" y="933"/>
                  </a:cubicBezTo>
                  <a:cubicBezTo>
                    <a:pt x="15306" y="961"/>
                    <a:pt x="15354" y="976"/>
                    <a:pt x="15403" y="976"/>
                  </a:cubicBezTo>
                  <a:cubicBezTo>
                    <a:pt x="15451" y="976"/>
                    <a:pt x="15500" y="961"/>
                    <a:pt x="15541" y="933"/>
                  </a:cubicBezTo>
                  <a:cubicBezTo>
                    <a:pt x="15573" y="933"/>
                    <a:pt x="15606" y="933"/>
                    <a:pt x="15606" y="998"/>
                  </a:cubicBezTo>
                  <a:cubicBezTo>
                    <a:pt x="15624" y="1031"/>
                    <a:pt x="15656" y="1063"/>
                    <a:pt x="15693" y="1063"/>
                  </a:cubicBezTo>
                  <a:cubicBezTo>
                    <a:pt x="15720" y="1063"/>
                    <a:pt x="15748" y="1046"/>
                    <a:pt x="15776" y="998"/>
                  </a:cubicBezTo>
                  <a:cubicBezTo>
                    <a:pt x="15808" y="998"/>
                    <a:pt x="15808" y="998"/>
                    <a:pt x="15808" y="1055"/>
                  </a:cubicBezTo>
                  <a:cubicBezTo>
                    <a:pt x="15827" y="1092"/>
                    <a:pt x="15835" y="1126"/>
                    <a:pt x="15846" y="1126"/>
                  </a:cubicBezTo>
                  <a:cubicBezTo>
                    <a:pt x="15854" y="1126"/>
                    <a:pt x="15864" y="1107"/>
                    <a:pt x="15881" y="1055"/>
                  </a:cubicBezTo>
                  <a:cubicBezTo>
                    <a:pt x="15913" y="1027"/>
                    <a:pt x="15953" y="1013"/>
                    <a:pt x="15995" y="1013"/>
                  </a:cubicBezTo>
                  <a:cubicBezTo>
                    <a:pt x="16038" y="1013"/>
                    <a:pt x="16083" y="1029"/>
                    <a:pt x="16116" y="1063"/>
                  </a:cubicBezTo>
                  <a:cubicBezTo>
                    <a:pt x="16149" y="1063"/>
                    <a:pt x="16181" y="1063"/>
                    <a:pt x="16181" y="1006"/>
                  </a:cubicBezTo>
                  <a:cubicBezTo>
                    <a:pt x="16181" y="981"/>
                    <a:pt x="16181" y="958"/>
                    <a:pt x="16181" y="941"/>
                  </a:cubicBezTo>
                  <a:cubicBezTo>
                    <a:pt x="16201" y="1002"/>
                    <a:pt x="16212" y="1032"/>
                    <a:pt x="16221" y="1032"/>
                  </a:cubicBezTo>
                  <a:cubicBezTo>
                    <a:pt x="16230" y="1032"/>
                    <a:pt x="16238" y="1002"/>
                    <a:pt x="16254" y="941"/>
                  </a:cubicBezTo>
                  <a:cubicBezTo>
                    <a:pt x="16254" y="913"/>
                    <a:pt x="16262" y="899"/>
                    <a:pt x="16270" y="899"/>
                  </a:cubicBezTo>
                  <a:cubicBezTo>
                    <a:pt x="16278" y="899"/>
                    <a:pt x="16287" y="913"/>
                    <a:pt x="16287" y="941"/>
                  </a:cubicBezTo>
                  <a:cubicBezTo>
                    <a:pt x="16319" y="1006"/>
                    <a:pt x="16351" y="1006"/>
                    <a:pt x="16351" y="1006"/>
                  </a:cubicBezTo>
                  <a:cubicBezTo>
                    <a:pt x="16473" y="974"/>
                    <a:pt x="16603" y="957"/>
                    <a:pt x="16733" y="949"/>
                  </a:cubicBezTo>
                  <a:cubicBezTo>
                    <a:pt x="16786" y="949"/>
                    <a:pt x="16833" y="950"/>
                    <a:pt x="16874" y="950"/>
                  </a:cubicBezTo>
                  <a:cubicBezTo>
                    <a:pt x="17038" y="950"/>
                    <a:pt x="17105" y="944"/>
                    <a:pt x="17105" y="892"/>
                  </a:cubicBezTo>
                  <a:cubicBezTo>
                    <a:pt x="17122" y="864"/>
                    <a:pt x="17130" y="850"/>
                    <a:pt x="17138" y="850"/>
                  </a:cubicBezTo>
                  <a:cubicBezTo>
                    <a:pt x="17146" y="850"/>
                    <a:pt x="17154" y="864"/>
                    <a:pt x="17170" y="892"/>
                  </a:cubicBezTo>
                  <a:cubicBezTo>
                    <a:pt x="17187" y="933"/>
                    <a:pt x="17227" y="957"/>
                    <a:pt x="17276" y="957"/>
                  </a:cubicBezTo>
                  <a:cubicBezTo>
                    <a:pt x="17308" y="957"/>
                    <a:pt x="17341" y="957"/>
                    <a:pt x="17341" y="1014"/>
                  </a:cubicBezTo>
                  <a:cubicBezTo>
                    <a:pt x="17373" y="957"/>
                    <a:pt x="17373" y="957"/>
                    <a:pt x="17405" y="957"/>
                  </a:cubicBezTo>
                  <a:cubicBezTo>
                    <a:pt x="17405" y="986"/>
                    <a:pt x="17416" y="1000"/>
                    <a:pt x="17430" y="1000"/>
                  </a:cubicBezTo>
                  <a:cubicBezTo>
                    <a:pt x="17444" y="1000"/>
                    <a:pt x="17462" y="986"/>
                    <a:pt x="17478" y="957"/>
                  </a:cubicBezTo>
                  <a:cubicBezTo>
                    <a:pt x="17495" y="897"/>
                    <a:pt x="17503" y="866"/>
                    <a:pt x="17507" y="866"/>
                  </a:cubicBezTo>
                  <a:cubicBezTo>
                    <a:pt x="17511" y="866"/>
                    <a:pt x="17511" y="897"/>
                    <a:pt x="17511" y="957"/>
                  </a:cubicBezTo>
                  <a:cubicBezTo>
                    <a:pt x="17511" y="1003"/>
                    <a:pt x="17560" y="1046"/>
                    <a:pt x="17577" y="1046"/>
                  </a:cubicBezTo>
                  <a:cubicBezTo>
                    <a:pt x="17584" y="1046"/>
                    <a:pt x="17585" y="1039"/>
                    <a:pt x="17576" y="1022"/>
                  </a:cubicBezTo>
                  <a:cubicBezTo>
                    <a:pt x="17576" y="957"/>
                    <a:pt x="17649" y="957"/>
                    <a:pt x="17681" y="901"/>
                  </a:cubicBezTo>
                  <a:cubicBezTo>
                    <a:pt x="17714" y="901"/>
                    <a:pt x="17746" y="901"/>
                    <a:pt x="17746" y="965"/>
                  </a:cubicBezTo>
                  <a:cubicBezTo>
                    <a:pt x="17755" y="982"/>
                    <a:pt x="17777" y="989"/>
                    <a:pt x="17803" y="989"/>
                  </a:cubicBezTo>
                  <a:cubicBezTo>
                    <a:pt x="17867" y="989"/>
                    <a:pt x="17961" y="949"/>
                    <a:pt x="17989" y="909"/>
                  </a:cubicBezTo>
                  <a:cubicBezTo>
                    <a:pt x="17989" y="876"/>
                    <a:pt x="17997" y="860"/>
                    <a:pt x="18005" y="860"/>
                  </a:cubicBezTo>
                  <a:cubicBezTo>
                    <a:pt x="18014" y="860"/>
                    <a:pt x="18022" y="876"/>
                    <a:pt x="18022" y="909"/>
                  </a:cubicBezTo>
                  <a:cubicBezTo>
                    <a:pt x="18022" y="965"/>
                    <a:pt x="18054" y="965"/>
                    <a:pt x="18087" y="965"/>
                  </a:cubicBezTo>
                  <a:cubicBezTo>
                    <a:pt x="18096" y="949"/>
                    <a:pt x="18103" y="942"/>
                    <a:pt x="18107" y="942"/>
                  </a:cubicBezTo>
                  <a:cubicBezTo>
                    <a:pt x="18119" y="942"/>
                    <a:pt x="18119" y="984"/>
                    <a:pt x="18119" y="1030"/>
                  </a:cubicBezTo>
                  <a:cubicBezTo>
                    <a:pt x="18087" y="1087"/>
                    <a:pt x="18119" y="1087"/>
                    <a:pt x="18192" y="1087"/>
                  </a:cubicBezTo>
                  <a:cubicBezTo>
                    <a:pt x="18224" y="1030"/>
                    <a:pt x="18362" y="1030"/>
                    <a:pt x="18459" y="1030"/>
                  </a:cubicBezTo>
                  <a:cubicBezTo>
                    <a:pt x="18630" y="1030"/>
                    <a:pt x="18670" y="974"/>
                    <a:pt x="18735" y="852"/>
                  </a:cubicBezTo>
                  <a:lnTo>
                    <a:pt x="18768" y="738"/>
                  </a:lnTo>
                  <a:lnTo>
                    <a:pt x="18768" y="860"/>
                  </a:lnTo>
                  <a:cubicBezTo>
                    <a:pt x="18776" y="917"/>
                    <a:pt x="18784" y="974"/>
                    <a:pt x="18800" y="1038"/>
                  </a:cubicBezTo>
                  <a:cubicBezTo>
                    <a:pt x="18841" y="1038"/>
                    <a:pt x="18841" y="974"/>
                    <a:pt x="18841" y="917"/>
                  </a:cubicBezTo>
                  <a:cubicBezTo>
                    <a:pt x="18841" y="888"/>
                    <a:pt x="18849" y="874"/>
                    <a:pt x="18865" y="874"/>
                  </a:cubicBezTo>
                  <a:cubicBezTo>
                    <a:pt x="18881" y="874"/>
                    <a:pt x="18905" y="888"/>
                    <a:pt x="18938" y="917"/>
                  </a:cubicBezTo>
                  <a:cubicBezTo>
                    <a:pt x="18974" y="949"/>
                    <a:pt x="19001" y="965"/>
                    <a:pt x="19022" y="965"/>
                  </a:cubicBezTo>
                  <a:cubicBezTo>
                    <a:pt x="19043" y="965"/>
                    <a:pt x="19059" y="949"/>
                    <a:pt x="19076" y="917"/>
                  </a:cubicBezTo>
                  <a:cubicBezTo>
                    <a:pt x="19116" y="917"/>
                    <a:pt x="19157" y="941"/>
                    <a:pt x="19173" y="982"/>
                  </a:cubicBezTo>
                  <a:cubicBezTo>
                    <a:pt x="19213" y="982"/>
                    <a:pt x="19213" y="982"/>
                    <a:pt x="19213" y="925"/>
                  </a:cubicBezTo>
                  <a:cubicBezTo>
                    <a:pt x="19213" y="892"/>
                    <a:pt x="19222" y="876"/>
                    <a:pt x="19234" y="876"/>
                  </a:cubicBezTo>
                  <a:cubicBezTo>
                    <a:pt x="19246" y="876"/>
                    <a:pt x="19262" y="892"/>
                    <a:pt x="19278" y="925"/>
                  </a:cubicBezTo>
                  <a:cubicBezTo>
                    <a:pt x="19297" y="995"/>
                    <a:pt x="19340" y="1025"/>
                    <a:pt x="19373" y="1025"/>
                  </a:cubicBezTo>
                  <a:cubicBezTo>
                    <a:pt x="19397" y="1025"/>
                    <a:pt x="19416" y="1009"/>
                    <a:pt x="19416" y="982"/>
                  </a:cubicBezTo>
                  <a:cubicBezTo>
                    <a:pt x="19416" y="925"/>
                    <a:pt x="19449" y="925"/>
                    <a:pt x="19481" y="925"/>
                  </a:cubicBezTo>
                  <a:cubicBezTo>
                    <a:pt x="19487" y="926"/>
                    <a:pt x="19493" y="926"/>
                    <a:pt x="19499" y="926"/>
                  </a:cubicBezTo>
                  <a:cubicBezTo>
                    <a:pt x="19540" y="926"/>
                    <a:pt x="19572" y="903"/>
                    <a:pt x="19586" y="868"/>
                  </a:cubicBezTo>
                  <a:lnTo>
                    <a:pt x="19651" y="868"/>
                  </a:lnTo>
                  <a:cubicBezTo>
                    <a:pt x="19684" y="868"/>
                    <a:pt x="19651" y="925"/>
                    <a:pt x="19619" y="925"/>
                  </a:cubicBezTo>
                  <a:lnTo>
                    <a:pt x="19651" y="990"/>
                  </a:lnTo>
                  <a:cubicBezTo>
                    <a:pt x="19724" y="990"/>
                    <a:pt x="19757" y="990"/>
                    <a:pt x="19789" y="933"/>
                  </a:cubicBezTo>
                  <a:cubicBezTo>
                    <a:pt x="19805" y="872"/>
                    <a:pt x="19813" y="842"/>
                    <a:pt x="19818" y="842"/>
                  </a:cubicBezTo>
                  <a:cubicBezTo>
                    <a:pt x="19822" y="842"/>
                    <a:pt x="19822" y="872"/>
                    <a:pt x="19822" y="933"/>
                  </a:cubicBezTo>
                  <a:cubicBezTo>
                    <a:pt x="19822" y="973"/>
                    <a:pt x="19838" y="1013"/>
                    <a:pt x="19862" y="1013"/>
                  </a:cubicBezTo>
                  <a:cubicBezTo>
                    <a:pt x="19871" y="1013"/>
                    <a:pt x="19883" y="1006"/>
                    <a:pt x="19895" y="990"/>
                  </a:cubicBezTo>
                  <a:cubicBezTo>
                    <a:pt x="19908" y="939"/>
                    <a:pt x="19922" y="921"/>
                    <a:pt x="19933" y="921"/>
                  </a:cubicBezTo>
                  <a:cubicBezTo>
                    <a:pt x="19948" y="921"/>
                    <a:pt x="19959" y="957"/>
                    <a:pt x="19959" y="990"/>
                  </a:cubicBezTo>
                  <a:cubicBezTo>
                    <a:pt x="19943" y="1051"/>
                    <a:pt x="19935" y="1081"/>
                    <a:pt x="19947" y="1081"/>
                  </a:cubicBezTo>
                  <a:cubicBezTo>
                    <a:pt x="19959" y="1081"/>
                    <a:pt x="19992" y="1051"/>
                    <a:pt x="20057" y="990"/>
                  </a:cubicBezTo>
                  <a:cubicBezTo>
                    <a:pt x="20130" y="990"/>
                    <a:pt x="20268" y="933"/>
                    <a:pt x="20365" y="933"/>
                  </a:cubicBezTo>
                  <a:cubicBezTo>
                    <a:pt x="20503" y="941"/>
                    <a:pt x="20567" y="941"/>
                    <a:pt x="20608" y="998"/>
                  </a:cubicBezTo>
                  <a:cubicBezTo>
                    <a:pt x="20608" y="1010"/>
                    <a:pt x="20608" y="1021"/>
                    <a:pt x="20609" y="1031"/>
                  </a:cubicBezTo>
                  <a:lnTo>
                    <a:pt x="20609" y="1031"/>
                  </a:lnTo>
                  <a:cubicBezTo>
                    <a:pt x="20615" y="941"/>
                    <a:pt x="20650" y="941"/>
                    <a:pt x="20738" y="941"/>
                  </a:cubicBezTo>
                  <a:cubicBezTo>
                    <a:pt x="20763" y="958"/>
                    <a:pt x="20791" y="966"/>
                    <a:pt x="20819" y="966"/>
                  </a:cubicBezTo>
                  <a:cubicBezTo>
                    <a:pt x="20871" y="966"/>
                    <a:pt x="20922" y="937"/>
                    <a:pt x="20949" y="884"/>
                  </a:cubicBezTo>
                  <a:lnTo>
                    <a:pt x="20876" y="884"/>
                  </a:lnTo>
                  <a:cubicBezTo>
                    <a:pt x="20876" y="814"/>
                    <a:pt x="20886" y="784"/>
                    <a:pt x="20910" y="784"/>
                  </a:cubicBezTo>
                  <a:cubicBezTo>
                    <a:pt x="20927" y="784"/>
                    <a:pt x="20950" y="800"/>
                    <a:pt x="20981" y="828"/>
                  </a:cubicBezTo>
                  <a:cubicBezTo>
                    <a:pt x="21013" y="828"/>
                    <a:pt x="21013" y="884"/>
                    <a:pt x="21013" y="941"/>
                  </a:cubicBezTo>
                  <a:cubicBezTo>
                    <a:pt x="21013" y="1006"/>
                    <a:pt x="21046" y="1063"/>
                    <a:pt x="21078" y="1063"/>
                  </a:cubicBezTo>
                  <a:cubicBezTo>
                    <a:pt x="21111" y="1063"/>
                    <a:pt x="21151" y="1063"/>
                    <a:pt x="21119" y="1006"/>
                  </a:cubicBezTo>
                  <a:cubicBezTo>
                    <a:pt x="21119" y="949"/>
                    <a:pt x="21119" y="949"/>
                    <a:pt x="21151" y="949"/>
                  </a:cubicBezTo>
                  <a:cubicBezTo>
                    <a:pt x="21192" y="949"/>
                    <a:pt x="21232" y="925"/>
                    <a:pt x="21249" y="884"/>
                  </a:cubicBezTo>
                  <a:cubicBezTo>
                    <a:pt x="21249" y="828"/>
                    <a:pt x="21289" y="828"/>
                    <a:pt x="21322" y="828"/>
                  </a:cubicBezTo>
                  <a:cubicBezTo>
                    <a:pt x="21338" y="868"/>
                    <a:pt x="21378" y="884"/>
                    <a:pt x="21419" y="892"/>
                  </a:cubicBezTo>
                  <a:lnTo>
                    <a:pt x="21419" y="949"/>
                  </a:lnTo>
                  <a:cubicBezTo>
                    <a:pt x="21427" y="990"/>
                    <a:pt x="21435" y="1030"/>
                    <a:pt x="21451" y="1071"/>
                  </a:cubicBezTo>
                  <a:cubicBezTo>
                    <a:pt x="21492" y="1071"/>
                    <a:pt x="21492" y="1014"/>
                    <a:pt x="21492" y="1014"/>
                  </a:cubicBezTo>
                  <a:cubicBezTo>
                    <a:pt x="21492" y="971"/>
                    <a:pt x="21852" y="964"/>
                    <a:pt x="22124" y="964"/>
                  </a:cubicBezTo>
                  <a:cubicBezTo>
                    <a:pt x="22259" y="964"/>
                    <a:pt x="22373" y="965"/>
                    <a:pt x="22408" y="965"/>
                  </a:cubicBezTo>
                  <a:cubicBezTo>
                    <a:pt x="22440" y="994"/>
                    <a:pt x="22483" y="1008"/>
                    <a:pt x="22513" y="1008"/>
                  </a:cubicBezTo>
                  <a:cubicBezTo>
                    <a:pt x="22544" y="1008"/>
                    <a:pt x="22562" y="994"/>
                    <a:pt x="22546" y="965"/>
                  </a:cubicBezTo>
                  <a:cubicBezTo>
                    <a:pt x="22546" y="909"/>
                    <a:pt x="22716" y="909"/>
                    <a:pt x="22919" y="909"/>
                  </a:cubicBezTo>
                  <a:cubicBezTo>
                    <a:pt x="22980" y="911"/>
                    <a:pt x="23037" y="912"/>
                    <a:pt x="23088" y="912"/>
                  </a:cubicBezTo>
                  <a:cubicBezTo>
                    <a:pt x="23231" y="912"/>
                    <a:pt x="23324" y="900"/>
                    <a:pt x="23324" y="852"/>
                  </a:cubicBezTo>
                  <a:lnTo>
                    <a:pt x="23430" y="860"/>
                  </a:lnTo>
                  <a:cubicBezTo>
                    <a:pt x="23494" y="860"/>
                    <a:pt x="23567" y="795"/>
                    <a:pt x="23600" y="795"/>
                  </a:cubicBezTo>
                  <a:cubicBezTo>
                    <a:pt x="23616" y="767"/>
                    <a:pt x="23632" y="753"/>
                    <a:pt x="23640" y="753"/>
                  </a:cubicBezTo>
                  <a:cubicBezTo>
                    <a:pt x="23648" y="753"/>
                    <a:pt x="23648" y="767"/>
                    <a:pt x="23632" y="795"/>
                  </a:cubicBezTo>
                  <a:cubicBezTo>
                    <a:pt x="23632" y="860"/>
                    <a:pt x="23632" y="917"/>
                    <a:pt x="23665" y="917"/>
                  </a:cubicBezTo>
                  <a:cubicBezTo>
                    <a:pt x="23730" y="917"/>
                    <a:pt x="23730" y="860"/>
                    <a:pt x="23738" y="803"/>
                  </a:cubicBezTo>
                  <a:cubicBezTo>
                    <a:pt x="23738" y="738"/>
                    <a:pt x="23770" y="738"/>
                    <a:pt x="23770" y="738"/>
                  </a:cubicBezTo>
                  <a:cubicBezTo>
                    <a:pt x="23802" y="738"/>
                    <a:pt x="23802" y="738"/>
                    <a:pt x="23802" y="803"/>
                  </a:cubicBezTo>
                  <a:cubicBezTo>
                    <a:pt x="23802" y="860"/>
                    <a:pt x="23802" y="925"/>
                    <a:pt x="23802" y="925"/>
                  </a:cubicBezTo>
                  <a:lnTo>
                    <a:pt x="23835" y="925"/>
                  </a:lnTo>
                  <a:cubicBezTo>
                    <a:pt x="23835" y="860"/>
                    <a:pt x="23867" y="860"/>
                    <a:pt x="23867" y="860"/>
                  </a:cubicBezTo>
                  <a:cubicBezTo>
                    <a:pt x="23908" y="860"/>
                    <a:pt x="23908" y="860"/>
                    <a:pt x="23900" y="982"/>
                  </a:cubicBezTo>
                  <a:cubicBezTo>
                    <a:pt x="23900" y="1042"/>
                    <a:pt x="23910" y="1073"/>
                    <a:pt x="23924" y="1073"/>
                  </a:cubicBezTo>
                  <a:cubicBezTo>
                    <a:pt x="23938" y="1073"/>
                    <a:pt x="23957" y="1042"/>
                    <a:pt x="23973" y="982"/>
                  </a:cubicBezTo>
                  <a:lnTo>
                    <a:pt x="24038" y="925"/>
                  </a:lnTo>
                  <a:cubicBezTo>
                    <a:pt x="24048" y="963"/>
                    <a:pt x="24062" y="977"/>
                    <a:pt x="24077" y="977"/>
                  </a:cubicBezTo>
                  <a:cubicBezTo>
                    <a:pt x="24112" y="977"/>
                    <a:pt x="24153" y="907"/>
                    <a:pt x="24175" y="868"/>
                  </a:cubicBezTo>
                  <a:cubicBezTo>
                    <a:pt x="24192" y="926"/>
                    <a:pt x="24208" y="956"/>
                    <a:pt x="24226" y="956"/>
                  </a:cubicBezTo>
                  <a:cubicBezTo>
                    <a:pt x="24243" y="956"/>
                    <a:pt x="24261" y="928"/>
                    <a:pt x="24281" y="868"/>
                  </a:cubicBezTo>
                  <a:cubicBezTo>
                    <a:pt x="24281" y="837"/>
                    <a:pt x="24288" y="823"/>
                    <a:pt x="24300" y="823"/>
                  </a:cubicBezTo>
                  <a:cubicBezTo>
                    <a:pt x="24312" y="823"/>
                    <a:pt x="24329" y="839"/>
                    <a:pt x="24346" y="868"/>
                  </a:cubicBezTo>
                  <a:cubicBezTo>
                    <a:pt x="24378" y="925"/>
                    <a:pt x="24411" y="925"/>
                    <a:pt x="24484" y="933"/>
                  </a:cubicBezTo>
                  <a:cubicBezTo>
                    <a:pt x="24509" y="881"/>
                    <a:pt x="24665" y="876"/>
                    <a:pt x="24868" y="876"/>
                  </a:cubicBezTo>
                  <a:cubicBezTo>
                    <a:pt x="24918" y="876"/>
                    <a:pt x="24972" y="876"/>
                    <a:pt x="25027" y="876"/>
                  </a:cubicBezTo>
                  <a:cubicBezTo>
                    <a:pt x="25111" y="879"/>
                    <a:pt x="25188" y="880"/>
                    <a:pt x="25254" y="880"/>
                  </a:cubicBezTo>
                  <a:cubicBezTo>
                    <a:pt x="25431" y="880"/>
                    <a:pt x="25538" y="869"/>
                    <a:pt x="25538" y="828"/>
                  </a:cubicBezTo>
                  <a:cubicBezTo>
                    <a:pt x="25570" y="828"/>
                    <a:pt x="25570" y="828"/>
                    <a:pt x="25602" y="884"/>
                  </a:cubicBezTo>
                  <a:cubicBezTo>
                    <a:pt x="25602" y="908"/>
                    <a:pt x="25608" y="922"/>
                    <a:pt x="25617" y="922"/>
                  </a:cubicBezTo>
                  <a:cubicBezTo>
                    <a:pt x="25631" y="922"/>
                    <a:pt x="25652" y="894"/>
                    <a:pt x="25675" y="828"/>
                  </a:cubicBezTo>
                  <a:cubicBezTo>
                    <a:pt x="25694" y="791"/>
                    <a:pt x="25702" y="756"/>
                    <a:pt x="25705" y="756"/>
                  </a:cubicBezTo>
                  <a:cubicBezTo>
                    <a:pt x="25708" y="756"/>
                    <a:pt x="25708" y="776"/>
                    <a:pt x="25708" y="828"/>
                  </a:cubicBezTo>
                  <a:cubicBezTo>
                    <a:pt x="25708" y="884"/>
                    <a:pt x="25773" y="884"/>
                    <a:pt x="25911" y="884"/>
                  </a:cubicBezTo>
                  <a:cubicBezTo>
                    <a:pt x="25938" y="887"/>
                    <a:pt x="25967" y="888"/>
                    <a:pt x="25995" y="888"/>
                  </a:cubicBezTo>
                  <a:cubicBezTo>
                    <a:pt x="26075" y="888"/>
                    <a:pt x="26146" y="876"/>
                    <a:pt x="26146" y="828"/>
                  </a:cubicBezTo>
                  <a:cubicBezTo>
                    <a:pt x="26182" y="799"/>
                    <a:pt x="26200" y="785"/>
                    <a:pt x="26205" y="785"/>
                  </a:cubicBezTo>
                  <a:cubicBezTo>
                    <a:pt x="26210" y="785"/>
                    <a:pt x="26202" y="799"/>
                    <a:pt x="26186" y="828"/>
                  </a:cubicBezTo>
                  <a:cubicBezTo>
                    <a:pt x="26161" y="904"/>
                    <a:pt x="26218" y="957"/>
                    <a:pt x="26290" y="957"/>
                  </a:cubicBezTo>
                  <a:cubicBezTo>
                    <a:pt x="26333" y="957"/>
                    <a:pt x="26382" y="938"/>
                    <a:pt x="26421" y="892"/>
                  </a:cubicBezTo>
                  <a:cubicBezTo>
                    <a:pt x="26454" y="892"/>
                    <a:pt x="26486" y="892"/>
                    <a:pt x="26486" y="957"/>
                  </a:cubicBezTo>
                  <a:cubicBezTo>
                    <a:pt x="26551" y="957"/>
                    <a:pt x="26608" y="933"/>
                    <a:pt x="26656" y="901"/>
                  </a:cubicBezTo>
                  <a:lnTo>
                    <a:pt x="26900" y="901"/>
                  </a:lnTo>
                  <a:cubicBezTo>
                    <a:pt x="26948" y="892"/>
                    <a:pt x="26997" y="876"/>
                    <a:pt x="27029" y="844"/>
                  </a:cubicBezTo>
                  <a:lnTo>
                    <a:pt x="27070" y="844"/>
                  </a:lnTo>
                  <a:cubicBezTo>
                    <a:pt x="27070" y="901"/>
                    <a:pt x="27240" y="901"/>
                    <a:pt x="27475" y="909"/>
                  </a:cubicBezTo>
                  <a:cubicBezTo>
                    <a:pt x="27710" y="909"/>
                    <a:pt x="27913" y="917"/>
                    <a:pt x="27954" y="974"/>
                  </a:cubicBezTo>
                  <a:cubicBezTo>
                    <a:pt x="27954" y="974"/>
                    <a:pt x="27986" y="974"/>
                    <a:pt x="28019" y="917"/>
                  </a:cubicBezTo>
                  <a:cubicBezTo>
                    <a:pt x="28037" y="847"/>
                    <a:pt x="28056" y="817"/>
                    <a:pt x="28076" y="817"/>
                  </a:cubicBezTo>
                  <a:cubicBezTo>
                    <a:pt x="28091" y="817"/>
                    <a:pt x="28107" y="833"/>
                    <a:pt x="28124" y="860"/>
                  </a:cubicBezTo>
                  <a:cubicBezTo>
                    <a:pt x="28128" y="918"/>
                    <a:pt x="28176" y="948"/>
                    <a:pt x="28225" y="948"/>
                  </a:cubicBezTo>
                  <a:cubicBezTo>
                    <a:pt x="28272" y="948"/>
                    <a:pt x="28319" y="920"/>
                    <a:pt x="28327" y="860"/>
                  </a:cubicBezTo>
                  <a:lnTo>
                    <a:pt x="28327" y="917"/>
                  </a:lnTo>
                  <a:cubicBezTo>
                    <a:pt x="28339" y="964"/>
                    <a:pt x="28362" y="984"/>
                    <a:pt x="28387" y="984"/>
                  </a:cubicBezTo>
                  <a:cubicBezTo>
                    <a:pt x="28426" y="984"/>
                    <a:pt x="28472" y="934"/>
                    <a:pt x="28497" y="860"/>
                  </a:cubicBezTo>
                  <a:cubicBezTo>
                    <a:pt x="28520" y="906"/>
                    <a:pt x="28543" y="948"/>
                    <a:pt x="28566" y="948"/>
                  </a:cubicBezTo>
                  <a:cubicBezTo>
                    <a:pt x="28575" y="948"/>
                    <a:pt x="28585" y="941"/>
                    <a:pt x="28594" y="925"/>
                  </a:cubicBezTo>
                  <a:cubicBezTo>
                    <a:pt x="28627" y="925"/>
                    <a:pt x="28627" y="925"/>
                    <a:pt x="28627" y="1038"/>
                  </a:cubicBezTo>
                  <a:cubicBezTo>
                    <a:pt x="28627" y="1103"/>
                    <a:pt x="28627" y="1160"/>
                    <a:pt x="28659" y="1160"/>
                  </a:cubicBezTo>
                  <a:cubicBezTo>
                    <a:pt x="28700" y="1160"/>
                    <a:pt x="28700" y="1103"/>
                    <a:pt x="28700" y="1047"/>
                  </a:cubicBezTo>
                  <a:lnTo>
                    <a:pt x="28764" y="1047"/>
                  </a:lnTo>
                  <a:cubicBezTo>
                    <a:pt x="28764" y="1047"/>
                    <a:pt x="28797" y="1047"/>
                    <a:pt x="28797" y="982"/>
                  </a:cubicBezTo>
                  <a:cubicBezTo>
                    <a:pt x="28797" y="925"/>
                    <a:pt x="28837" y="925"/>
                    <a:pt x="28870" y="925"/>
                  </a:cubicBezTo>
                  <a:cubicBezTo>
                    <a:pt x="28870" y="942"/>
                    <a:pt x="28873" y="948"/>
                    <a:pt x="28876" y="948"/>
                  </a:cubicBezTo>
                  <a:cubicBezTo>
                    <a:pt x="28883" y="948"/>
                    <a:pt x="28893" y="908"/>
                    <a:pt x="28870" y="868"/>
                  </a:cubicBezTo>
                  <a:cubicBezTo>
                    <a:pt x="28870" y="803"/>
                    <a:pt x="28870" y="747"/>
                    <a:pt x="28902" y="747"/>
                  </a:cubicBezTo>
                  <a:lnTo>
                    <a:pt x="28902" y="625"/>
                  </a:lnTo>
                  <a:cubicBezTo>
                    <a:pt x="28902" y="511"/>
                    <a:pt x="28902" y="447"/>
                    <a:pt x="28837" y="390"/>
                  </a:cubicBezTo>
                  <a:cubicBezTo>
                    <a:pt x="28757" y="352"/>
                    <a:pt x="28687" y="317"/>
                    <a:pt x="28644" y="317"/>
                  </a:cubicBezTo>
                  <a:cubicBezTo>
                    <a:pt x="28612" y="317"/>
                    <a:pt x="28594" y="335"/>
                    <a:pt x="28594" y="382"/>
                  </a:cubicBezTo>
                  <a:cubicBezTo>
                    <a:pt x="28594" y="382"/>
                    <a:pt x="28562" y="447"/>
                    <a:pt x="28529" y="447"/>
                  </a:cubicBezTo>
                  <a:cubicBezTo>
                    <a:pt x="28497" y="438"/>
                    <a:pt x="28464" y="382"/>
                    <a:pt x="28464" y="382"/>
                  </a:cubicBezTo>
                  <a:cubicBezTo>
                    <a:pt x="28464" y="325"/>
                    <a:pt x="28327" y="317"/>
                    <a:pt x="28156" y="317"/>
                  </a:cubicBezTo>
                  <a:cubicBezTo>
                    <a:pt x="27954" y="317"/>
                    <a:pt x="27848" y="317"/>
                    <a:pt x="27816" y="252"/>
                  </a:cubicBezTo>
                  <a:cubicBezTo>
                    <a:pt x="27783" y="195"/>
                    <a:pt x="27751" y="195"/>
                    <a:pt x="27751" y="195"/>
                  </a:cubicBezTo>
                  <a:cubicBezTo>
                    <a:pt x="27751" y="236"/>
                    <a:pt x="27640" y="248"/>
                    <a:pt x="27489" y="248"/>
                  </a:cubicBezTo>
                  <a:cubicBezTo>
                    <a:pt x="27432" y="248"/>
                    <a:pt x="27370" y="246"/>
                    <a:pt x="27305" y="244"/>
                  </a:cubicBezTo>
                  <a:cubicBezTo>
                    <a:pt x="27070" y="244"/>
                    <a:pt x="26827" y="244"/>
                    <a:pt x="26827" y="301"/>
                  </a:cubicBezTo>
                  <a:lnTo>
                    <a:pt x="26762" y="301"/>
                  </a:lnTo>
                  <a:cubicBezTo>
                    <a:pt x="26762" y="244"/>
                    <a:pt x="26697" y="236"/>
                    <a:pt x="26624" y="236"/>
                  </a:cubicBezTo>
                  <a:cubicBezTo>
                    <a:pt x="26592" y="276"/>
                    <a:pt x="26543" y="293"/>
                    <a:pt x="26486" y="293"/>
                  </a:cubicBezTo>
                  <a:cubicBezTo>
                    <a:pt x="26486" y="236"/>
                    <a:pt x="26454" y="236"/>
                    <a:pt x="26389" y="236"/>
                  </a:cubicBezTo>
                  <a:cubicBezTo>
                    <a:pt x="26324" y="236"/>
                    <a:pt x="26283" y="236"/>
                    <a:pt x="26283" y="293"/>
                  </a:cubicBezTo>
                  <a:cubicBezTo>
                    <a:pt x="26268" y="294"/>
                    <a:pt x="26252" y="294"/>
                    <a:pt x="26237" y="294"/>
                  </a:cubicBezTo>
                  <a:cubicBezTo>
                    <a:pt x="26129" y="294"/>
                    <a:pt x="26017" y="270"/>
                    <a:pt x="25911" y="228"/>
                  </a:cubicBezTo>
                  <a:cubicBezTo>
                    <a:pt x="25901" y="211"/>
                    <a:pt x="25892" y="204"/>
                    <a:pt x="25882" y="204"/>
                  </a:cubicBezTo>
                  <a:cubicBezTo>
                    <a:pt x="25859" y="204"/>
                    <a:pt x="25836" y="244"/>
                    <a:pt x="25813" y="284"/>
                  </a:cubicBezTo>
                  <a:cubicBezTo>
                    <a:pt x="25813" y="349"/>
                    <a:pt x="25773" y="406"/>
                    <a:pt x="25740" y="406"/>
                  </a:cubicBezTo>
                  <a:lnTo>
                    <a:pt x="25740" y="284"/>
                  </a:lnTo>
                  <a:cubicBezTo>
                    <a:pt x="25773" y="228"/>
                    <a:pt x="25773" y="228"/>
                    <a:pt x="25708" y="228"/>
                  </a:cubicBezTo>
                  <a:lnTo>
                    <a:pt x="25643" y="228"/>
                  </a:lnTo>
                  <a:cubicBezTo>
                    <a:pt x="25643" y="269"/>
                    <a:pt x="25553" y="280"/>
                    <a:pt x="25411" y="280"/>
                  </a:cubicBezTo>
                  <a:cubicBezTo>
                    <a:pt x="25357" y="280"/>
                    <a:pt x="25296" y="279"/>
                    <a:pt x="25229" y="276"/>
                  </a:cubicBezTo>
                  <a:cubicBezTo>
                    <a:pt x="24929" y="276"/>
                    <a:pt x="24824" y="276"/>
                    <a:pt x="24824" y="333"/>
                  </a:cubicBezTo>
                  <a:cubicBezTo>
                    <a:pt x="24824" y="364"/>
                    <a:pt x="24816" y="379"/>
                    <a:pt x="24797" y="379"/>
                  </a:cubicBezTo>
                  <a:cubicBezTo>
                    <a:pt x="24776" y="379"/>
                    <a:pt x="24741" y="362"/>
                    <a:pt x="24686" y="333"/>
                  </a:cubicBezTo>
                  <a:cubicBezTo>
                    <a:pt x="24559" y="216"/>
                    <a:pt x="24511" y="172"/>
                    <a:pt x="24486" y="172"/>
                  </a:cubicBezTo>
                  <a:cubicBezTo>
                    <a:pt x="24471" y="172"/>
                    <a:pt x="24463" y="187"/>
                    <a:pt x="24451" y="211"/>
                  </a:cubicBezTo>
                  <a:cubicBezTo>
                    <a:pt x="24484" y="211"/>
                    <a:pt x="24484" y="268"/>
                    <a:pt x="24484" y="333"/>
                  </a:cubicBezTo>
                  <a:cubicBezTo>
                    <a:pt x="24484" y="390"/>
                    <a:pt x="24475" y="418"/>
                    <a:pt x="24463" y="418"/>
                  </a:cubicBezTo>
                  <a:cubicBezTo>
                    <a:pt x="24451" y="418"/>
                    <a:pt x="24435" y="390"/>
                    <a:pt x="24419" y="333"/>
                  </a:cubicBezTo>
                  <a:cubicBezTo>
                    <a:pt x="24419" y="284"/>
                    <a:pt x="24335" y="263"/>
                    <a:pt x="24233" y="263"/>
                  </a:cubicBezTo>
                  <a:cubicBezTo>
                    <a:pt x="24083" y="263"/>
                    <a:pt x="23892" y="309"/>
                    <a:pt x="23867" y="382"/>
                  </a:cubicBezTo>
                  <a:lnTo>
                    <a:pt x="23867" y="325"/>
                  </a:lnTo>
                  <a:cubicBezTo>
                    <a:pt x="23867" y="260"/>
                    <a:pt x="23835" y="260"/>
                    <a:pt x="23705" y="260"/>
                  </a:cubicBezTo>
                  <a:lnTo>
                    <a:pt x="23600" y="260"/>
                  </a:lnTo>
                  <a:cubicBezTo>
                    <a:pt x="23600" y="310"/>
                    <a:pt x="23566" y="328"/>
                    <a:pt x="23525" y="328"/>
                  </a:cubicBezTo>
                  <a:cubicBezTo>
                    <a:pt x="23468" y="328"/>
                    <a:pt x="23397" y="290"/>
                    <a:pt x="23397" y="252"/>
                  </a:cubicBezTo>
                  <a:cubicBezTo>
                    <a:pt x="23365" y="195"/>
                    <a:pt x="23365" y="195"/>
                    <a:pt x="23292" y="195"/>
                  </a:cubicBezTo>
                  <a:cubicBezTo>
                    <a:pt x="23251" y="246"/>
                    <a:pt x="23198" y="264"/>
                    <a:pt x="23150" y="264"/>
                  </a:cubicBezTo>
                  <a:cubicBezTo>
                    <a:pt x="23082" y="264"/>
                    <a:pt x="23024" y="228"/>
                    <a:pt x="23024" y="195"/>
                  </a:cubicBezTo>
                  <a:lnTo>
                    <a:pt x="22951" y="187"/>
                  </a:lnTo>
                  <a:cubicBezTo>
                    <a:pt x="22930" y="230"/>
                    <a:pt x="22884" y="254"/>
                    <a:pt x="22840" y="254"/>
                  </a:cubicBezTo>
                  <a:cubicBezTo>
                    <a:pt x="22834" y="254"/>
                    <a:pt x="22828" y="253"/>
                    <a:pt x="22821" y="252"/>
                  </a:cubicBezTo>
                  <a:cubicBezTo>
                    <a:pt x="22794" y="250"/>
                    <a:pt x="22771" y="248"/>
                    <a:pt x="22754" y="248"/>
                  </a:cubicBezTo>
                  <a:cubicBezTo>
                    <a:pt x="22704" y="248"/>
                    <a:pt x="22692" y="261"/>
                    <a:pt x="22716" y="309"/>
                  </a:cubicBezTo>
                  <a:cubicBezTo>
                    <a:pt x="22716" y="365"/>
                    <a:pt x="22716" y="430"/>
                    <a:pt x="22684" y="430"/>
                  </a:cubicBezTo>
                  <a:lnTo>
                    <a:pt x="22684" y="365"/>
                  </a:lnTo>
                  <a:cubicBezTo>
                    <a:pt x="22684" y="309"/>
                    <a:pt x="22578" y="309"/>
                    <a:pt x="22440" y="301"/>
                  </a:cubicBezTo>
                  <a:cubicBezTo>
                    <a:pt x="22270" y="301"/>
                    <a:pt x="22205" y="301"/>
                    <a:pt x="22173" y="244"/>
                  </a:cubicBezTo>
                  <a:lnTo>
                    <a:pt x="22140" y="301"/>
                  </a:lnTo>
                  <a:cubicBezTo>
                    <a:pt x="22120" y="329"/>
                    <a:pt x="22102" y="343"/>
                    <a:pt x="22089" y="343"/>
                  </a:cubicBezTo>
                  <a:cubicBezTo>
                    <a:pt x="22076" y="343"/>
                    <a:pt x="22067" y="329"/>
                    <a:pt x="22067" y="301"/>
                  </a:cubicBezTo>
                  <a:cubicBezTo>
                    <a:pt x="22051" y="267"/>
                    <a:pt x="22006" y="251"/>
                    <a:pt x="21957" y="251"/>
                  </a:cubicBezTo>
                  <a:cubicBezTo>
                    <a:pt x="21912" y="251"/>
                    <a:pt x="21864" y="265"/>
                    <a:pt x="21832" y="293"/>
                  </a:cubicBezTo>
                  <a:lnTo>
                    <a:pt x="21759" y="293"/>
                  </a:lnTo>
                  <a:cubicBezTo>
                    <a:pt x="21743" y="232"/>
                    <a:pt x="21711" y="201"/>
                    <a:pt x="21678" y="201"/>
                  </a:cubicBezTo>
                  <a:cubicBezTo>
                    <a:pt x="21646" y="201"/>
                    <a:pt x="21613" y="232"/>
                    <a:pt x="21597" y="293"/>
                  </a:cubicBezTo>
                  <a:cubicBezTo>
                    <a:pt x="21597" y="236"/>
                    <a:pt x="21557" y="228"/>
                    <a:pt x="21524" y="228"/>
                  </a:cubicBezTo>
                  <a:cubicBezTo>
                    <a:pt x="21492" y="260"/>
                    <a:pt x="21441" y="276"/>
                    <a:pt x="21399" y="276"/>
                  </a:cubicBezTo>
                  <a:cubicBezTo>
                    <a:pt x="21356" y="276"/>
                    <a:pt x="21322" y="260"/>
                    <a:pt x="21322" y="228"/>
                  </a:cubicBezTo>
                  <a:lnTo>
                    <a:pt x="21289" y="228"/>
                  </a:lnTo>
                  <a:cubicBezTo>
                    <a:pt x="21275" y="263"/>
                    <a:pt x="21242" y="286"/>
                    <a:pt x="21202" y="286"/>
                  </a:cubicBezTo>
                  <a:cubicBezTo>
                    <a:pt x="21196" y="286"/>
                    <a:pt x="21190" y="285"/>
                    <a:pt x="21184" y="284"/>
                  </a:cubicBezTo>
                  <a:cubicBezTo>
                    <a:pt x="21143" y="284"/>
                    <a:pt x="21103" y="309"/>
                    <a:pt x="21086" y="349"/>
                  </a:cubicBezTo>
                  <a:cubicBezTo>
                    <a:pt x="21046" y="406"/>
                    <a:pt x="21013" y="406"/>
                    <a:pt x="21013" y="406"/>
                  </a:cubicBezTo>
                  <a:cubicBezTo>
                    <a:pt x="20981" y="406"/>
                    <a:pt x="21013" y="341"/>
                    <a:pt x="21046" y="284"/>
                  </a:cubicBezTo>
                  <a:cubicBezTo>
                    <a:pt x="21076" y="261"/>
                    <a:pt x="21076" y="247"/>
                    <a:pt x="21058" y="247"/>
                  </a:cubicBezTo>
                  <a:cubicBezTo>
                    <a:pt x="21033" y="247"/>
                    <a:pt x="20973" y="275"/>
                    <a:pt x="20916" y="341"/>
                  </a:cubicBezTo>
                  <a:cubicBezTo>
                    <a:pt x="20863" y="402"/>
                    <a:pt x="20837" y="432"/>
                    <a:pt x="20832" y="432"/>
                  </a:cubicBezTo>
                  <a:cubicBezTo>
                    <a:pt x="20827" y="432"/>
                    <a:pt x="20843" y="402"/>
                    <a:pt x="20876" y="341"/>
                  </a:cubicBezTo>
                  <a:cubicBezTo>
                    <a:pt x="20904" y="301"/>
                    <a:pt x="20929" y="261"/>
                    <a:pt x="20915" y="261"/>
                  </a:cubicBezTo>
                  <a:cubicBezTo>
                    <a:pt x="20909" y="261"/>
                    <a:pt x="20897" y="268"/>
                    <a:pt x="20876" y="284"/>
                  </a:cubicBezTo>
                  <a:cubicBezTo>
                    <a:pt x="20876" y="284"/>
                    <a:pt x="20811" y="284"/>
                    <a:pt x="20811" y="341"/>
                  </a:cubicBezTo>
                  <a:lnTo>
                    <a:pt x="20705" y="341"/>
                  </a:lnTo>
                  <a:cubicBezTo>
                    <a:pt x="20673" y="301"/>
                    <a:pt x="20624" y="276"/>
                    <a:pt x="20576" y="276"/>
                  </a:cubicBezTo>
                  <a:cubicBezTo>
                    <a:pt x="20555" y="309"/>
                    <a:pt x="20545" y="325"/>
                    <a:pt x="20536" y="325"/>
                  </a:cubicBezTo>
                  <a:cubicBezTo>
                    <a:pt x="20527" y="325"/>
                    <a:pt x="20519" y="309"/>
                    <a:pt x="20503" y="276"/>
                  </a:cubicBezTo>
                  <a:cubicBezTo>
                    <a:pt x="20503" y="253"/>
                    <a:pt x="20497" y="240"/>
                    <a:pt x="20491" y="240"/>
                  </a:cubicBezTo>
                  <a:cubicBezTo>
                    <a:pt x="20482" y="240"/>
                    <a:pt x="20470" y="269"/>
                    <a:pt x="20470" y="341"/>
                  </a:cubicBezTo>
                  <a:cubicBezTo>
                    <a:pt x="20455" y="369"/>
                    <a:pt x="20439" y="383"/>
                    <a:pt x="20422" y="383"/>
                  </a:cubicBezTo>
                  <a:cubicBezTo>
                    <a:pt x="20405" y="383"/>
                    <a:pt x="20386" y="367"/>
                    <a:pt x="20365" y="333"/>
                  </a:cubicBezTo>
                  <a:cubicBezTo>
                    <a:pt x="20365" y="267"/>
                    <a:pt x="20354" y="239"/>
                    <a:pt x="20344" y="239"/>
                  </a:cubicBezTo>
                  <a:cubicBezTo>
                    <a:pt x="20338" y="239"/>
                    <a:pt x="20332" y="253"/>
                    <a:pt x="20332" y="276"/>
                  </a:cubicBezTo>
                  <a:cubicBezTo>
                    <a:pt x="20300" y="333"/>
                    <a:pt x="20268" y="333"/>
                    <a:pt x="20268" y="333"/>
                  </a:cubicBezTo>
                  <a:cubicBezTo>
                    <a:pt x="20268" y="276"/>
                    <a:pt x="19959" y="268"/>
                    <a:pt x="19651" y="268"/>
                  </a:cubicBezTo>
                  <a:cubicBezTo>
                    <a:pt x="19619" y="268"/>
                    <a:pt x="19586" y="325"/>
                    <a:pt x="19586" y="390"/>
                  </a:cubicBezTo>
                  <a:cubicBezTo>
                    <a:pt x="19586" y="438"/>
                    <a:pt x="19586" y="455"/>
                    <a:pt x="19584" y="455"/>
                  </a:cubicBezTo>
                  <a:cubicBezTo>
                    <a:pt x="19581" y="455"/>
                    <a:pt x="19573" y="423"/>
                    <a:pt x="19554" y="390"/>
                  </a:cubicBezTo>
                  <a:cubicBezTo>
                    <a:pt x="19538" y="296"/>
                    <a:pt x="19511" y="249"/>
                    <a:pt x="19493" y="249"/>
                  </a:cubicBezTo>
                  <a:cubicBezTo>
                    <a:pt x="19475" y="249"/>
                    <a:pt x="19465" y="294"/>
                    <a:pt x="19481" y="382"/>
                  </a:cubicBezTo>
                  <a:cubicBezTo>
                    <a:pt x="19501" y="443"/>
                    <a:pt x="19511" y="473"/>
                    <a:pt x="19507" y="473"/>
                  </a:cubicBezTo>
                  <a:cubicBezTo>
                    <a:pt x="19503" y="473"/>
                    <a:pt x="19485" y="443"/>
                    <a:pt x="19449" y="382"/>
                  </a:cubicBezTo>
                  <a:cubicBezTo>
                    <a:pt x="19432" y="353"/>
                    <a:pt x="19424" y="339"/>
                    <a:pt x="19416" y="339"/>
                  </a:cubicBezTo>
                  <a:cubicBezTo>
                    <a:pt x="19408" y="339"/>
                    <a:pt x="19400" y="353"/>
                    <a:pt x="19384" y="382"/>
                  </a:cubicBezTo>
                  <a:cubicBezTo>
                    <a:pt x="19384" y="414"/>
                    <a:pt x="19376" y="430"/>
                    <a:pt x="19368" y="430"/>
                  </a:cubicBezTo>
                  <a:cubicBezTo>
                    <a:pt x="19359" y="430"/>
                    <a:pt x="19351" y="414"/>
                    <a:pt x="19351" y="382"/>
                  </a:cubicBezTo>
                  <a:cubicBezTo>
                    <a:pt x="19323" y="342"/>
                    <a:pt x="19298" y="298"/>
                    <a:pt x="19286" y="298"/>
                  </a:cubicBezTo>
                  <a:cubicBezTo>
                    <a:pt x="19281" y="298"/>
                    <a:pt x="19278" y="306"/>
                    <a:pt x="19278" y="325"/>
                  </a:cubicBezTo>
                  <a:cubicBezTo>
                    <a:pt x="19278" y="325"/>
                    <a:pt x="19246" y="325"/>
                    <a:pt x="19213" y="260"/>
                  </a:cubicBezTo>
                  <a:cubicBezTo>
                    <a:pt x="19204" y="244"/>
                    <a:pt x="19195" y="237"/>
                    <a:pt x="19185" y="237"/>
                  </a:cubicBezTo>
                  <a:cubicBezTo>
                    <a:pt x="19162" y="237"/>
                    <a:pt x="19137" y="279"/>
                    <a:pt x="19108" y="325"/>
                  </a:cubicBezTo>
                  <a:cubicBezTo>
                    <a:pt x="19060" y="381"/>
                    <a:pt x="19026" y="409"/>
                    <a:pt x="19009" y="409"/>
                  </a:cubicBezTo>
                  <a:cubicBezTo>
                    <a:pt x="18991" y="409"/>
                    <a:pt x="18990" y="379"/>
                    <a:pt x="19011" y="317"/>
                  </a:cubicBezTo>
                  <a:cubicBezTo>
                    <a:pt x="19023" y="273"/>
                    <a:pt x="19006" y="255"/>
                    <a:pt x="18978" y="255"/>
                  </a:cubicBezTo>
                  <a:cubicBezTo>
                    <a:pt x="18933" y="255"/>
                    <a:pt x="18861" y="303"/>
                    <a:pt x="18841" y="374"/>
                  </a:cubicBezTo>
                  <a:cubicBezTo>
                    <a:pt x="18816" y="446"/>
                    <a:pt x="18807" y="475"/>
                    <a:pt x="18803" y="475"/>
                  </a:cubicBezTo>
                  <a:cubicBezTo>
                    <a:pt x="18800" y="475"/>
                    <a:pt x="18800" y="461"/>
                    <a:pt x="18800" y="438"/>
                  </a:cubicBezTo>
                  <a:cubicBezTo>
                    <a:pt x="18808" y="374"/>
                    <a:pt x="18768" y="374"/>
                    <a:pt x="18768" y="374"/>
                  </a:cubicBezTo>
                  <a:cubicBezTo>
                    <a:pt x="18735" y="374"/>
                    <a:pt x="18703" y="374"/>
                    <a:pt x="18703" y="317"/>
                  </a:cubicBezTo>
                  <a:cubicBezTo>
                    <a:pt x="18703" y="317"/>
                    <a:pt x="18670" y="317"/>
                    <a:pt x="18597" y="374"/>
                  </a:cubicBezTo>
                  <a:cubicBezTo>
                    <a:pt x="18573" y="419"/>
                    <a:pt x="18543" y="439"/>
                    <a:pt x="18513" y="439"/>
                  </a:cubicBezTo>
                  <a:cubicBezTo>
                    <a:pt x="18464" y="439"/>
                    <a:pt x="18415" y="385"/>
                    <a:pt x="18395" y="309"/>
                  </a:cubicBezTo>
                  <a:lnTo>
                    <a:pt x="18330" y="374"/>
                  </a:lnTo>
                  <a:cubicBezTo>
                    <a:pt x="18310" y="444"/>
                    <a:pt x="18286" y="496"/>
                    <a:pt x="18272" y="496"/>
                  </a:cubicBezTo>
                  <a:cubicBezTo>
                    <a:pt x="18263" y="496"/>
                    <a:pt x="18257" y="476"/>
                    <a:pt x="18257" y="430"/>
                  </a:cubicBezTo>
                  <a:lnTo>
                    <a:pt x="18257" y="365"/>
                  </a:lnTo>
                  <a:cubicBezTo>
                    <a:pt x="18244" y="413"/>
                    <a:pt x="18216" y="433"/>
                    <a:pt x="18185" y="433"/>
                  </a:cubicBezTo>
                  <a:cubicBezTo>
                    <a:pt x="18138" y="433"/>
                    <a:pt x="18087" y="383"/>
                    <a:pt x="18087" y="309"/>
                  </a:cubicBezTo>
                  <a:cubicBezTo>
                    <a:pt x="18087" y="244"/>
                    <a:pt x="18087" y="244"/>
                    <a:pt x="18054" y="244"/>
                  </a:cubicBezTo>
                  <a:lnTo>
                    <a:pt x="18054" y="309"/>
                  </a:lnTo>
                  <a:cubicBezTo>
                    <a:pt x="18054" y="362"/>
                    <a:pt x="18054" y="423"/>
                    <a:pt x="18027" y="423"/>
                  </a:cubicBezTo>
                  <a:cubicBezTo>
                    <a:pt x="18025" y="423"/>
                    <a:pt x="18024" y="423"/>
                    <a:pt x="18022" y="422"/>
                  </a:cubicBezTo>
                  <a:cubicBezTo>
                    <a:pt x="17989" y="422"/>
                    <a:pt x="17957" y="422"/>
                    <a:pt x="17957" y="365"/>
                  </a:cubicBezTo>
                  <a:cubicBezTo>
                    <a:pt x="17933" y="324"/>
                    <a:pt x="17905" y="279"/>
                    <a:pt x="17892" y="279"/>
                  </a:cubicBezTo>
                  <a:cubicBezTo>
                    <a:pt x="17887" y="279"/>
                    <a:pt x="17884" y="285"/>
                    <a:pt x="17884" y="301"/>
                  </a:cubicBezTo>
                  <a:cubicBezTo>
                    <a:pt x="17884" y="301"/>
                    <a:pt x="17851" y="301"/>
                    <a:pt x="17819" y="244"/>
                  </a:cubicBezTo>
                  <a:lnTo>
                    <a:pt x="17681" y="244"/>
                  </a:lnTo>
                  <a:cubicBezTo>
                    <a:pt x="17665" y="272"/>
                    <a:pt x="17641" y="286"/>
                    <a:pt x="17620" y="286"/>
                  </a:cubicBezTo>
                  <a:cubicBezTo>
                    <a:pt x="17600" y="286"/>
                    <a:pt x="17584" y="272"/>
                    <a:pt x="17584" y="244"/>
                  </a:cubicBezTo>
                  <a:cubicBezTo>
                    <a:pt x="17535" y="244"/>
                    <a:pt x="17503" y="260"/>
                    <a:pt x="17478" y="301"/>
                  </a:cubicBezTo>
                  <a:cubicBezTo>
                    <a:pt x="17414" y="301"/>
                    <a:pt x="17373" y="301"/>
                    <a:pt x="17373" y="236"/>
                  </a:cubicBezTo>
                  <a:cubicBezTo>
                    <a:pt x="17377" y="207"/>
                    <a:pt x="17377" y="193"/>
                    <a:pt x="17372" y="193"/>
                  </a:cubicBezTo>
                  <a:cubicBezTo>
                    <a:pt x="17367" y="193"/>
                    <a:pt x="17357" y="207"/>
                    <a:pt x="17341" y="236"/>
                  </a:cubicBezTo>
                  <a:cubicBezTo>
                    <a:pt x="17341" y="301"/>
                    <a:pt x="17308" y="301"/>
                    <a:pt x="17276" y="301"/>
                  </a:cubicBezTo>
                  <a:lnTo>
                    <a:pt x="17203" y="293"/>
                  </a:lnTo>
                  <a:cubicBezTo>
                    <a:pt x="17203" y="357"/>
                    <a:pt x="17203" y="357"/>
                    <a:pt x="17170" y="357"/>
                  </a:cubicBezTo>
                  <a:cubicBezTo>
                    <a:pt x="17138" y="357"/>
                    <a:pt x="17041" y="293"/>
                    <a:pt x="17000" y="293"/>
                  </a:cubicBezTo>
                  <a:cubicBezTo>
                    <a:pt x="16903" y="293"/>
                    <a:pt x="16903" y="293"/>
                    <a:pt x="16935" y="349"/>
                  </a:cubicBezTo>
                  <a:cubicBezTo>
                    <a:pt x="16957" y="349"/>
                    <a:pt x="16964" y="378"/>
                    <a:pt x="16947" y="378"/>
                  </a:cubicBezTo>
                  <a:cubicBezTo>
                    <a:pt x="16939" y="378"/>
                    <a:pt x="16924" y="371"/>
                    <a:pt x="16903" y="349"/>
                  </a:cubicBezTo>
                  <a:cubicBezTo>
                    <a:pt x="16822" y="325"/>
                    <a:pt x="16741" y="301"/>
                    <a:pt x="16660" y="293"/>
                  </a:cubicBezTo>
                  <a:cubicBezTo>
                    <a:pt x="16626" y="290"/>
                    <a:pt x="16601" y="289"/>
                    <a:pt x="16582" y="289"/>
                  </a:cubicBezTo>
                  <a:cubicBezTo>
                    <a:pt x="16530" y="289"/>
                    <a:pt x="16530" y="301"/>
                    <a:pt x="16530" y="349"/>
                  </a:cubicBezTo>
                  <a:cubicBezTo>
                    <a:pt x="16546" y="410"/>
                    <a:pt x="16546" y="440"/>
                    <a:pt x="16537" y="440"/>
                  </a:cubicBezTo>
                  <a:cubicBezTo>
                    <a:pt x="16528" y="440"/>
                    <a:pt x="16510" y="410"/>
                    <a:pt x="16489" y="349"/>
                  </a:cubicBezTo>
                  <a:cubicBezTo>
                    <a:pt x="16451" y="277"/>
                    <a:pt x="16424" y="248"/>
                    <a:pt x="16408" y="248"/>
                  </a:cubicBezTo>
                  <a:cubicBezTo>
                    <a:pt x="16397" y="248"/>
                    <a:pt x="16392" y="261"/>
                    <a:pt x="16392" y="284"/>
                  </a:cubicBezTo>
                  <a:cubicBezTo>
                    <a:pt x="16360" y="349"/>
                    <a:pt x="16360" y="349"/>
                    <a:pt x="16319" y="349"/>
                  </a:cubicBezTo>
                  <a:cubicBezTo>
                    <a:pt x="16319" y="316"/>
                    <a:pt x="16310" y="300"/>
                    <a:pt x="16293" y="300"/>
                  </a:cubicBezTo>
                  <a:cubicBezTo>
                    <a:pt x="16277" y="300"/>
                    <a:pt x="16253" y="314"/>
                    <a:pt x="16222" y="341"/>
                  </a:cubicBezTo>
                  <a:cubicBezTo>
                    <a:pt x="16189" y="341"/>
                    <a:pt x="16189" y="341"/>
                    <a:pt x="16189" y="284"/>
                  </a:cubicBezTo>
                  <a:lnTo>
                    <a:pt x="16116" y="284"/>
                  </a:lnTo>
                  <a:cubicBezTo>
                    <a:pt x="16089" y="332"/>
                    <a:pt x="16039" y="349"/>
                    <a:pt x="15986" y="349"/>
                  </a:cubicBezTo>
                  <a:cubicBezTo>
                    <a:pt x="15912" y="349"/>
                    <a:pt x="15835" y="314"/>
                    <a:pt x="15816" y="276"/>
                  </a:cubicBezTo>
                  <a:cubicBezTo>
                    <a:pt x="15816" y="276"/>
                    <a:pt x="15776" y="276"/>
                    <a:pt x="15743" y="341"/>
                  </a:cubicBezTo>
                  <a:cubicBezTo>
                    <a:pt x="15727" y="397"/>
                    <a:pt x="15711" y="425"/>
                    <a:pt x="15699" y="425"/>
                  </a:cubicBezTo>
                  <a:cubicBezTo>
                    <a:pt x="15687" y="425"/>
                    <a:pt x="15679" y="395"/>
                    <a:pt x="15679" y="333"/>
                  </a:cubicBezTo>
                  <a:cubicBezTo>
                    <a:pt x="15679" y="276"/>
                    <a:pt x="15679" y="248"/>
                    <a:pt x="15674" y="248"/>
                  </a:cubicBezTo>
                  <a:cubicBezTo>
                    <a:pt x="15670" y="248"/>
                    <a:pt x="15662" y="276"/>
                    <a:pt x="15646" y="333"/>
                  </a:cubicBezTo>
                  <a:cubicBezTo>
                    <a:pt x="15630" y="359"/>
                    <a:pt x="15591" y="374"/>
                    <a:pt x="15555" y="374"/>
                  </a:cubicBezTo>
                  <a:cubicBezTo>
                    <a:pt x="15502" y="374"/>
                    <a:pt x="15452" y="344"/>
                    <a:pt x="15476" y="276"/>
                  </a:cubicBezTo>
                  <a:lnTo>
                    <a:pt x="15476" y="155"/>
                  </a:lnTo>
                  <a:cubicBezTo>
                    <a:pt x="15435" y="211"/>
                    <a:pt x="15403" y="211"/>
                    <a:pt x="15403" y="211"/>
                  </a:cubicBezTo>
                  <a:cubicBezTo>
                    <a:pt x="15403" y="259"/>
                    <a:pt x="15385" y="272"/>
                    <a:pt x="15333" y="272"/>
                  </a:cubicBezTo>
                  <a:cubicBezTo>
                    <a:pt x="15315" y="272"/>
                    <a:pt x="15293" y="270"/>
                    <a:pt x="15265" y="268"/>
                  </a:cubicBezTo>
                  <a:cubicBezTo>
                    <a:pt x="15200" y="268"/>
                    <a:pt x="15062" y="325"/>
                    <a:pt x="14997" y="325"/>
                  </a:cubicBezTo>
                  <a:cubicBezTo>
                    <a:pt x="14924" y="325"/>
                    <a:pt x="14827" y="325"/>
                    <a:pt x="14795" y="268"/>
                  </a:cubicBezTo>
                  <a:cubicBezTo>
                    <a:pt x="14787" y="267"/>
                    <a:pt x="14780" y="267"/>
                    <a:pt x="14773" y="267"/>
                  </a:cubicBezTo>
                  <a:cubicBezTo>
                    <a:pt x="14726" y="267"/>
                    <a:pt x="14685" y="290"/>
                    <a:pt x="14657" y="325"/>
                  </a:cubicBezTo>
                  <a:cubicBezTo>
                    <a:pt x="14641" y="353"/>
                    <a:pt x="14614" y="368"/>
                    <a:pt x="14592" y="368"/>
                  </a:cubicBezTo>
                  <a:cubicBezTo>
                    <a:pt x="14570" y="368"/>
                    <a:pt x="14552" y="353"/>
                    <a:pt x="14552" y="325"/>
                  </a:cubicBezTo>
                  <a:lnTo>
                    <a:pt x="14519" y="325"/>
                  </a:lnTo>
                  <a:cubicBezTo>
                    <a:pt x="14454" y="382"/>
                    <a:pt x="14422" y="382"/>
                    <a:pt x="14422" y="382"/>
                  </a:cubicBezTo>
                  <a:cubicBezTo>
                    <a:pt x="14422" y="340"/>
                    <a:pt x="14400" y="295"/>
                    <a:pt x="14376" y="295"/>
                  </a:cubicBezTo>
                  <a:cubicBezTo>
                    <a:pt x="14367" y="295"/>
                    <a:pt x="14358" y="301"/>
                    <a:pt x="14349" y="317"/>
                  </a:cubicBezTo>
                  <a:cubicBezTo>
                    <a:pt x="14349" y="382"/>
                    <a:pt x="14316" y="382"/>
                    <a:pt x="14252" y="382"/>
                  </a:cubicBezTo>
                  <a:cubicBezTo>
                    <a:pt x="14211" y="345"/>
                    <a:pt x="13840" y="324"/>
                    <a:pt x="13523" y="324"/>
                  </a:cubicBezTo>
                  <a:cubicBezTo>
                    <a:pt x="13275" y="324"/>
                    <a:pt x="13060" y="337"/>
                    <a:pt x="13060" y="365"/>
                  </a:cubicBezTo>
                  <a:lnTo>
                    <a:pt x="12954" y="365"/>
                  </a:lnTo>
                  <a:lnTo>
                    <a:pt x="12857" y="357"/>
                  </a:lnTo>
                  <a:cubicBezTo>
                    <a:pt x="12857" y="309"/>
                    <a:pt x="12827" y="292"/>
                    <a:pt x="12784" y="292"/>
                  </a:cubicBezTo>
                  <a:cubicBezTo>
                    <a:pt x="12725" y="292"/>
                    <a:pt x="12642" y="325"/>
                    <a:pt x="12581" y="357"/>
                  </a:cubicBezTo>
                  <a:cubicBezTo>
                    <a:pt x="12567" y="393"/>
                    <a:pt x="12535" y="416"/>
                    <a:pt x="12494" y="416"/>
                  </a:cubicBezTo>
                  <a:cubicBezTo>
                    <a:pt x="12488" y="416"/>
                    <a:pt x="12482" y="415"/>
                    <a:pt x="12476" y="414"/>
                  </a:cubicBezTo>
                  <a:cubicBezTo>
                    <a:pt x="12476" y="342"/>
                    <a:pt x="12442" y="313"/>
                    <a:pt x="12400" y="313"/>
                  </a:cubicBezTo>
                  <a:cubicBezTo>
                    <a:pt x="12372" y="313"/>
                    <a:pt x="12340" y="326"/>
                    <a:pt x="12314" y="349"/>
                  </a:cubicBezTo>
                  <a:cubicBezTo>
                    <a:pt x="12294" y="410"/>
                    <a:pt x="12275" y="440"/>
                    <a:pt x="12262" y="440"/>
                  </a:cubicBezTo>
                  <a:cubicBezTo>
                    <a:pt x="12249" y="440"/>
                    <a:pt x="12241" y="410"/>
                    <a:pt x="12241" y="349"/>
                  </a:cubicBezTo>
                  <a:cubicBezTo>
                    <a:pt x="12241" y="298"/>
                    <a:pt x="12228" y="268"/>
                    <a:pt x="12206" y="268"/>
                  </a:cubicBezTo>
                  <a:cubicBezTo>
                    <a:pt x="12181" y="268"/>
                    <a:pt x="12143" y="312"/>
                    <a:pt x="12103" y="414"/>
                  </a:cubicBezTo>
                  <a:cubicBezTo>
                    <a:pt x="12087" y="442"/>
                    <a:pt x="12079" y="456"/>
                    <a:pt x="12071" y="456"/>
                  </a:cubicBezTo>
                  <a:cubicBezTo>
                    <a:pt x="12063" y="456"/>
                    <a:pt x="12055" y="440"/>
                    <a:pt x="12038" y="406"/>
                  </a:cubicBezTo>
                  <a:cubicBezTo>
                    <a:pt x="12019" y="340"/>
                    <a:pt x="12000" y="312"/>
                    <a:pt x="11988" y="312"/>
                  </a:cubicBezTo>
                  <a:cubicBezTo>
                    <a:pt x="11979" y="312"/>
                    <a:pt x="11973" y="326"/>
                    <a:pt x="11973" y="349"/>
                  </a:cubicBezTo>
                  <a:cubicBezTo>
                    <a:pt x="11953" y="410"/>
                    <a:pt x="11935" y="440"/>
                    <a:pt x="11918" y="440"/>
                  </a:cubicBezTo>
                  <a:cubicBezTo>
                    <a:pt x="11900" y="440"/>
                    <a:pt x="11884" y="410"/>
                    <a:pt x="11868" y="349"/>
                  </a:cubicBezTo>
                  <a:cubicBezTo>
                    <a:pt x="11835" y="288"/>
                    <a:pt x="11819" y="258"/>
                    <a:pt x="11806" y="258"/>
                  </a:cubicBezTo>
                  <a:cubicBezTo>
                    <a:pt x="11793" y="258"/>
                    <a:pt x="11783" y="288"/>
                    <a:pt x="11762" y="349"/>
                  </a:cubicBezTo>
                  <a:cubicBezTo>
                    <a:pt x="11754" y="405"/>
                    <a:pt x="11709" y="433"/>
                    <a:pt x="11664" y="433"/>
                  </a:cubicBezTo>
                  <a:cubicBezTo>
                    <a:pt x="11616" y="433"/>
                    <a:pt x="11568" y="403"/>
                    <a:pt x="11560" y="341"/>
                  </a:cubicBezTo>
                  <a:cubicBezTo>
                    <a:pt x="11538" y="341"/>
                    <a:pt x="11517" y="316"/>
                    <a:pt x="11505" y="316"/>
                  </a:cubicBezTo>
                  <a:cubicBezTo>
                    <a:pt x="11499" y="316"/>
                    <a:pt x="11495" y="322"/>
                    <a:pt x="11495" y="341"/>
                  </a:cubicBezTo>
                  <a:lnTo>
                    <a:pt x="11462" y="284"/>
                  </a:lnTo>
                  <a:lnTo>
                    <a:pt x="11390" y="284"/>
                  </a:lnTo>
                  <a:lnTo>
                    <a:pt x="11390" y="341"/>
                  </a:lnTo>
                  <a:cubicBezTo>
                    <a:pt x="11235" y="309"/>
                    <a:pt x="11073" y="284"/>
                    <a:pt x="10919" y="276"/>
                  </a:cubicBezTo>
                  <a:cubicBezTo>
                    <a:pt x="10820" y="274"/>
                    <a:pt x="10742" y="273"/>
                    <a:pt x="10681" y="273"/>
                  </a:cubicBezTo>
                  <a:cubicBezTo>
                    <a:pt x="10511" y="273"/>
                    <a:pt x="10482" y="285"/>
                    <a:pt x="10506" y="333"/>
                  </a:cubicBezTo>
                  <a:cubicBezTo>
                    <a:pt x="10522" y="389"/>
                    <a:pt x="10514" y="417"/>
                    <a:pt x="10498" y="417"/>
                  </a:cubicBezTo>
                  <a:cubicBezTo>
                    <a:pt x="10482" y="417"/>
                    <a:pt x="10457" y="387"/>
                    <a:pt x="10441" y="325"/>
                  </a:cubicBezTo>
                  <a:cubicBezTo>
                    <a:pt x="10408" y="325"/>
                    <a:pt x="10335" y="268"/>
                    <a:pt x="10271" y="268"/>
                  </a:cubicBezTo>
                  <a:cubicBezTo>
                    <a:pt x="10198" y="268"/>
                    <a:pt x="10133" y="268"/>
                    <a:pt x="10133" y="203"/>
                  </a:cubicBezTo>
                  <a:lnTo>
                    <a:pt x="10100" y="203"/>
                  </a:lnTo>
                  <a:cubicBezTo>
                    <a:pt x="10059" y="273"/>
                    <a:pt x="9975" y="300"/>
                    <a:pt x="9893" y="300"/>
                  </a:cubicBezTo>
                  <a:cubicBezTo>
                    <a:pt x="9830" y="300"/>
                    <a:pt x="9769" y="284"/>
                    <a:pt x="9727" y="260"/>
                  </a:cubicBezTo>
                  <a:cubicBezTo>
                    <a:pt x="9717" y="259"/>
                    <a:pt x="9706" y="258"/>
                    <a:pt x="9696" y="258"/>
                  </a:cubicBezTo>
                  <a:cubicBezTo>
                    <a:pt x="9642" y="258"/>
                    <a:pt x="9591" y="276"/>
                    <a:pt x="9557" y="317"/>
                  </a:cubicBezTo>
                  <a:cubicBezTo>
                    <a:pt x="9521" y="345"/>
                    <a:pt x="9502" y="359"/>
                    <a:pt x="9489" y="359"/>
                  </a:cubicBezTo>
                  <a:cubicBezTo>
                    <a:pt x="9476" y="359"/>
                    <a:pt x="9468" y="345"/>
                    <a:pt x="9452" y="317"/>
                  </a:cubicBezTo>
                  <a:cubicBezTo>
                    <a:pt x="9452" y="280"/>
                    <a:pt x="9386" y="245"/>
                    <a:pt x="9329" y="245"/>
                  </a:cubicBezTo>
                  <a:cubicBezTo>
                    <a:pt x="9286" y="245"/>
                    <a:pt x="9249" y="265"/>
                    <a:pt x="9249" y="317"/>
                  </a:cubicBezTo>
                  <a:lnTo>
                    <a:pt x="9217" y="252"/>
                  </a:lnTo>
                  <a:cubicBezTo>
                    <a:pt x="9207" y="235"/>
                    <a:pt x="9197" y="228"/>
                    <a:pt x="9187" y="228"/>
                  </a:cubicBezTo>
                  <a:cubicBezTo>
                    <a:pt x="9164" y="228"/>
                    <a:pt x="9144" y="269"/>
                    <a:pt x="9144" y="309"/>
                  </a:cubicBezTo>
                  <a:cubicBezTo>
                    <a:pt x="9144" y="364"/>
                    <a:pt x="9137" y="394"/>
                    <a:pt x="9127" y="394"/>
                  </a:cubicBezTo>
                  <a:cubicBezTo>
                    <a:pt x="9114" y="394"/>
                    <a:pt x="9097" y="350"/>
                    <a:pt x="9079" y="252"/>
                  </a:cubicBezTo>
                  <a:cubicBezTo>
                    <a:pt x="9079" y="180"/>
                    <a:pt x="9067" y="150"/>
                    <a:pt x="9058" y="150"/>
                  </a:cubicBezTo>
                  <a:cubicBezTo>
                    <a:pt x="9052" y="150"/>
                    <a:pt x="9046" y="164"/>
                    <a:pt x="9046" y="187"/>
                  </a:cubicBezTo>
                  <a:cubicBezTo>
                    <a:pt x="9023" y="233"/>
                    <a:pt x="8996" y="275"/>
                    <a:pt x="8971" y="275"/>
                  </a:cubicBezTo>
                  <a:cubicBezTo>
                    <a:pt x="8960" y="275"/>
                    <a:pt x="8950" y="268"/>
                    <a:pt x="8941" y="252"/>
                  </a:cubicBezTo>
                  <a:cubicBezTo>
                    <a:pt x="8909" y="252"/>
                    <a:pt x="8876" y="252"/>
                    <a:pt x="8876" y="365"/>
                  </a:cubicBezTo>
                  <a:cubicBezTo>
                    <a:pt x="8876" y="430"/>
                    <a:pt x="8844" y="430"/>
                    <a:pt x="8803" y="430"/>
                  </a:cubicBezTo>
                  <a:cubicBezTo>
                    <a:pt x="8803" y="382"/>
                    <a:pt x="8811" y="341"/>
                    <a:pt x="8844" y="309"/>
                  </a:cubicBezTo>
                  <a:lnTo>
                    <a:pt x="8771" y="309"/>
                  </a:lnTo>
                  <a:cubicBezTo>
                    <a:pt x="8714" y="293"/>
                    <a:pt x="8682" y="244"/>
                    <a:pt x="8673" y="187"/>
                  </a:cubicBezTo>
                  <a:cubicBezTo>
                    <a:pt x="8660" y="160"/>
                    <a:pt x="8645" y="144"/>
                    <a:pt x="8635" y="144"/>
                  </a:cubicBezTo>
                  <a:close/>
                  <a:moveTo>
                    <a:pt x="574" y="1517"/>
                  </a:moveTo>
                  <a:cubicBezTo>
                    <a:pt x="558" y="1557"/>
                    <a:pt x="541" y="1598"/>
                    <a:pt x="541" y="1638"/>
                  </a:cubicBezTo>
                  <a:lnTo>
                    <a:pt x="574" y="1638"/>
                  </a:lnTo>
                  <a:cubicBezTo>
                    <a:pt x="606" y="1638"/>
                    <a:pt x="606" y="1582"/>
                    <a:pt x="606" y="1517"/>
                  </a:cubicBezTo>
                  <a:close/>
                  <a:moveTo>
                    <a:pt x="8090" y="1979"/>
                  </a:moveTo>
                  <a:cubicBezTo>
                    <a:pt x="8065" y="2011"/>
                    <a:pt x="8057" y="2052"/>
                    <a:pt x="8057" y="2092"/>
                  </a:cubicBezTo>
                  <a:cubicBezTo>
                    <a:pt x="8057" y="2120"/>
                    <a:pt x="8063" y="2136"/>
                    <a:pt x="8072" y="2136"/>
                  </a:cubicBezTo>
                  <a:cubicBezTo>
                    <a:pt x="8085" y="2136"/>
                    <a:pt x="8103" y="2106"/>
                    <a:pt x="8122" y="2036"/>
                  </a:cubicBezTo>
                  <a:cubicBezTo>
                    <a:pt x="8122" y="1979"/>
                    <a:pt x="8122" y="1979"/>
                    <a:pt x="8090" y="197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2"/>
            <p:cNvSpPr/>
            <p:nvPr/>
          </p:nvSpPr>
          <p:spPr>
            <a:xfrm>
              <a:off x="5461550" y="2409811"/>
              <a:ext cx="492337" cy="36716"/>
            </a:xfrm>
            <a:custGeom>
              <a:avLst/>
              <a:gdLst/>
              <a:ahLst/>
              <a:cxnLst/>
              <a:rect l="l" t="t" r="r" b="b"/>
              <a:pathLst>
                <a:path w="28562" h="2130" extrusionOk="0">
                  <a:moveTo>
                    <a:pt x="7968" y="1"/>
                  </a:moveTo>
                  <a:cubicBezTo>
                    <a:pt x="7895" y="1"/>
                    <a:pt x="7895" y="1"/>
                    <a:pt x="7927" y="57"/>
                  </a:cubicBezTo>
                  <a:lnTo>
                    <a:pt x="8000" y="57"/>
                  </a:lnTo>
                  <a:cubicBezTo>
                    <a:pt x="8000" y="1"/>
                    <a:pt x="8000" y="1"/>
                    <a:pt x="7968" y="1"/>
                  </a:cubicBezTo>
                  <a:close/>
                  <a:moveTo>
                    <a:pt x="18046" y="366"/>
                  </a:moveTo>
                  <a:cubicBezTo>
                    <a:pt x="18046" y="366"/>
                    <a:pt x="18046" y="366"/>
                    <a:pt x="18046" y="366"/>
                  </a:cubicBezTo>
                  <a:lnTo>
                    <a:pt x="18046" y="366"/>
                  </a:lnTo>
                  <a:close/>
                  <a:moveTo>
                    <a:pt x="1109" y="325"/>
                  </a:moveTo>
                  <a:lnTo>
                    <a:pt x="1141" y="390"/>
                  </a:lnTo>
                  <a:lnTo>
                    <a:pt x="1182" y="390"/>
                  </a:lnTo>
                  <a:cubicBezTo>
                    <a:pt x="1182" y="325"/>
                    <a:pt x="1182" y="325"/>
                    <a:pt x="1141" y="325"/>
                  </a:cubicBezTo>
                  <a:close/>
                  <a:moveTo>
                    <a:pt x="19992" y="341"/>
                  </a:moveTo>
                  <a:cubicBezTo>
                    <a:pt x="19992" y="398"/>
                    <a:pt x="19992" y="455"/>
                    <a:pt x="19951" y="455"/>
                  </a:cubicBezTo>
                  <a:lnTo>
                    <a:pt x="19919" y="398"/>
                  </a:lnTo>
                  <a:lnTo>
                    <a:pt x="19951" y="341"/>
                  </a:lnTo>
                  <a:close/>
                  <a:moveTo>
                    <a:pt x="12598" y="357"/>
                  </a:moveTo>
                  <a:cubicBezTo>
                    <a:pt x="12598" y="422"/>
                    <a:pt x="12598" y="479"/>
                    <a:pt x="12565" y="479"/>
                  </a:cubicBezTo>
                  <a:lnTo>
                    <a:pt x="12533" y="479"/>
                  </a:lnTo>
                  <a:cubicBezTo>
                    <a:pt x="12533" y="439"/>
                    <a:pt x="12541" y="398"/>
                    <a:pt x="12565" y="357"/>
                  </a:cubicBezTo>
                  <a:close/>
                  <a:moveTo>
                    <a:pt x="19554" y="390"/>
                  </a:moveTo>
                  <a:cubicBezTo>
                    <a:pt x="19586" y="390"/>
                    <a:pt x="19586" y="390"/>
                    <a:pt x="19586" y="455"/>
                  </a:cubicBezTo>
                  <a:cubicBezTo>
                    <a:pt x="19586" y="455"/>
                    <a:pt x="19586" y="512"/>
                    <a:pt x="19554" y="512"/>
                  </a:cubicBezTo>
                  <a:lnTo>
                    <a:pt x="19522" y="455"/>
                  </a:lnTo>
                  <a:cubicBezTo>
                    <a:pt x="19522" y="390"/>
                    <a:pt x="19554" y="390"/>
                    <a:pt x="19554" y="390"/>
                  </a:cubicBezTo>
                  <a:close/>
                  <a:moveTo>
                    <a:pt x="7328" y="406"/>
                  </a:moveTo>
                  <a:cubicBezTo>
                    <a:pt x="7328" y="447"/>
                    <a:pt x="7336" y="495"/>
                    <a:pt x="7360" y="528"/>
                  </a:cubicBezTo>
                  <a:cubicBezTo>
                    <a:pt x="7392" y="528"/>
                    <a:pt x="7392" y="471"/>
                    <a:pt x="7392" y="471"/>
                  </a:cubicBezTo>
                  <a:cubicBezTo>
                    <a:pt x="7392" y="471"/>
                    <a:pt x="7392" y="406"/>
                    <a:pt x="7360" y="406"/>
                  </a:cubicBezTo>
                  <a:close/>
                  <a:moveTo>
                    <a:pt x="23616" y="447"/>
                  </a:moveTo>
                  <a:cubicBezTo>
                    <a:pt x="23648" y="447"/>
                    <a:pt x="23648" y="447"/>
                    <a:pt x="23648" y="503"/>
                  </a:cubicBezTo>
                  <a:cubicBezTo>
                    <a:pt x="23648" y="568"/>
                    <a:pt x="23616" y="625"/>
                    <a:pt x="23584" y="625"/>
                  </a:cubicBezTo>
                  <a:cubicBezTo>
                    <a:pt x="23551" y="625"/>
                    <a:pt x="23551" y="503"/>
                    <a:pt x="23616" y="447"/>
                  </a:cubicBezTo>
                  <a:close/>
                  <a:moveTo>
                    <a:pt x="6987" y="584"/>
                  </a:moveTo>
                  <a:cubicBezTo>
                    <a:pt x="7019" y="584"/>
                    <a:pt x="7019" y="584"/>
                    <a:pt x="7019" y="641"/>
                  </a:cubicBezTo>
                  <a:lnTo>
                    <a:pt x="6987" y="641"/>
                  </a:lnTo>
                  <a:lnTo>
                    <a:pt x="6955" y="584"/>
                  </a:lnTo>
                  <a:close/>
                  <a:moveTo>
                    <a:pt x="28359" y="400"/>
                  </a:moveTo>
                  <a:cubicBezTo>
                    <a:pt x="28378" y="400"/>
                    <a:pt x="28365" y="482"/>
                    <a:pt x="28319" y="568"/>
                  </a:cubicBezTo>
                  <a:cubicBezTo>
                    <a:pt x="28302" y="629"/>
                    <a:pt x="28294" y="659"/>
                    <a:pt x="28290" y="659"/>
                  </a:cubicBezTo>
                  <a:cubicBezTo>
                    <a:pt x="28286" y="659"/>
                    <a:pt x="28286" y="629"/>
                    <a:pt x="28286" y="568"/>
                  </a:cubicBezTo>
                  <a:cubicBezTo>
                    <a:pt x="28286" y="512"/>
                    <a:pt x="28286" y="447"/>
                    <a:pt x="28319" y="447"/>
                  </a:cubicBezTo>
                  <a:cubicBezTo>
                    <a:pt x="28337" y="414"/>
                    <a:pt x="28351" y="400"/>
                    <a:pt x="28359" y="400"/>
                  </a:cubicBezTo>
                  <a:close/>
                  <a:moveTo>
                    <a:pt x="4603" y="552"/>
                  </a:moveTo>
                  <a:lnTo>
                    <a:pt x="4603" y="609"/>
                  </a:lnTo>
                  <a:lnTo>
                    <a:pt x="4571" y="674"/>
                  </a:lnTo>
                  <a:lnTo>
                    <a:pt x="4538" y="609"/>
                  </a:lnTo>
                  <a:cubicBezTo>
                    <a:pt x="4538" y="552"/>
                    <a:pt x="4571" y="552"/>
                    <a:pt x="4603" y="552"/>
                  </a:cubicBezTo>
                  <a:close/>
                  <a:moveTo>
                    <a:pt x="5528" y="467"/>
                  </a:moveTo>
                  <a:cubicBezTo>
                    <a:pt x="5538" y="467"/>
                    <a:pt x="5531" y="496"/>
                    <a:pt x="5511" y="568"/>
                  </a:cubicBezTo>
                  <a:lnTo>
                    <a:pt x="5447" y="682"/>
                  </a:lnTo>
                  <a:cubicBezTo>
                    <a:pt x="5406" y="682"/>
                    <a:pt x="5447" y="625"/>
                    <a:pt x="5479" y="503"/>
                  </a:cubicBezTo>
                  <a:cubicBezTo>
                    <a:pt x="5505" y="480"/>
                    <a:pt x="5521" y="467"/>
                    <a:pt x="5528" y="467"/>
                  </a:cubicBezTo>
                  <a:close/>
                  <a:moveTo>
                    <a:pt x="6711" y="555"/>
                  </a:moveTo>
                  <a:cubicBezTo>
                    <a:pt x="6732" y="555"/>
                    <a:pt x="6744" y="613"/>
                    <a:pt x="6719" y="698"/>
                  </a:cubicBezTo>
                  <a:lnTo>
                    <a:pt x="6655" y="698"/>
                  </a:lnTo>
                  <a:cubicBezTo>
                    <a:pt x="6655" y="641"/>
                    <a:pt x="6655" y="576"/>
                    <a:pt x="6687" y="576"/>
                  </a:cubicBezTo>
                  <a:cubicBezTo>
                    <a:pt x="6695" y="562"/>
                    <a:pt x="6703" y="555"/>
                    <a:pt x="6711" y="555"/>
                  </a:cubicBezTo>
                  <a:close/>
                  <a:moveTo>
                    <a:pt x="671" y="617"/>
                  </a:moveTo>
                  <a:cubicBezTo>
                    <a:pt x="703" y="617"/>
                    <a:pt x="703" y="617"/>
                    <a:pt x="703" y="682"/>
                  </a:cubicBezTo>
                  <a:cubicBezTo>
                    <a:pt x="703" y="682"/>
                    <a:pt x="671" y="739"/>
                    <a:pt x="639" y="739"/>
                  </a:cubicBezTo>
                  <a:lnTo>
                    <a:pt x="606" y="682"/>
                  </a:lnTo>
                  <a:cubicBezTo>
                    <a:pt x="606" y="617"/>
                    <a:pt x="639" y="617"/>
                    <a:pt x="671" y="617"/>
                  </a:cubicBezTo>
                  <a:close/>
                  <a:moveTo>
                    <a:pt x="21127" y="649"/>
                  </a:moveTo>
                  <a:cubicBezTo>
                    <a:pt x="21159" y="649"/>
                    <a:pt x="21159" y="714"/>
                    <a:pt x="21159" y="714"/>
                  </a:cubicBezTo>
                  <a:cubicBezTo>
                    <a:pt x="21159" y="714"/>
                    <a:pt x="21159" y="771"/>
                    <a:pt x="21127" y="771"/>
                  </a:cubicBezTo>
                  <a:cubicBezTo>
                    <a:pt x="21111" y="730"/>
                    <a:pt x="21094" y="690"/>
                    <a:pt x="21094" y="649"/>
                  </a:cubicBezTo>
                  <a:close/>
                  <a:moveTo>
                    <a:pt x="8752" y="629"/>
                  </a:moveTo>
                  <a:cubicBezTo>
                    <a:pt x="8765" y="629"/>
                    <a:pt x="8784" y="658"/>
                    <a:pt x="8803" y="730"/>
                  </a:cubicBezTo>
                  <a:cubicBezTo>
                    <a:pt x="8803" y="787"/>
                    <a:pt x="8803" y="787"/>
                    <a:pt x="8771" y="787"/>
                  </a:cubicBezTo>
                  <a:cubicBezTo>
                    <a:pt x="8746" y="747"/>
                    <a:pt x="8738" y="706"/>
                    <a:pt x="8738" y="666"/>
                  </a:cubicBezTo>
                  <a:cubicBezTo>
                    <a:pt x="8738" y="643"/>
                    <a:pt x="8744" y="629"/>
                    <a:pt x="8752" y="629"/>
                  </a:cubicBezTo>
                  <a:close/>
                  <a:moveTo>
                    <a:pt x="9038" y="674"/>
                  </a:moveTo>
                  <a:cubicBezTo>
                    <a:pt x="9038" y="730"/>
                    <a:pt x="9038" y="787"/>
                    <a:pt x="9006" y="787"/>
                  </a:cubicBezTo>
                  <a:lnTo>
                    <a:pt x="8965" y="730"/>
                  </a:lnTo>
                  <a:lnTo>
                    <a:pt x="9006" y="674"/>
                  </a:lnTo>
                  <a:close/>
                  <a:moveTo>
                    <a:pt x="22498" y="647"/>
                  </a:moveTo>
                  <a:cubicBezTo>
                    <a:pt x="22502" y="647"/>
                    <a:pt x="22505" y="654"/>
                    <a:pt x="22505" y="674"/>
                  </a:cubicBezTo>
                  <a:cubicBezTo>
                    <a:pt x="22505" y="714"/>
                    <a:pt x="22489" y="755"/>
                    <a:pt x="22473" y="787"/>
                  </a:cubicBezTo>
                  <a:cubicBezTo>
                    <a:pt x="22473" y="787"/>
                    <a:pt x="22458" y="816"/>
                    <a:pt x="22449" y="816"/>
                  </a:cubicBezTo>
                  <a:cubicBezTo>
                    <a:pt x="22444" y="816"/>
                    <a:pt x="22440" y="809"/>
                    <a:pt x="22440" y="787"/>
                  </a:cubicBezTo>
                  <a:lnTo>
                    <a:pt x="22440" y="730"/>
                  </a:lnTo>
                  <a:cubicBezTo>
                    <a:pt x="22463" y="691"/>
                    <a:pt x="22486" y="647"/>
                    <a:pt x="22498" y="647"/>
                  </a:cubicBezTo>
                  <a:close/>
                  <a:moveTo>
                    <a:pt x="20235" y="714"/>
                  </a:moveTo>
                  <a:cubicBezTo>
                    <a:pt x="20249" y="714"/>
                    <a:pt x="20259" y="730"/>
                    <a:pt x="20259" y="763"/>
                  </a:cubicBezTo>
                  <a:cubicBezTo>
                    <a:pt x="20259" y="820"/>
                    <a:pt x="20259" y="820"/>
                    <a:pt x="20219" y="820"/>
                  </a:cubicBezTo>
                  <a:cubicBezTo>
                    <a:pt x="20154" y="820"/>
                    <a:pt x="20154" y="820"/>
                    <a:pt x="20186" y="763"/>
                  </a:cubicBezTo>
                  <a:cubicBezTo>
                    <a:pt x="20203" y="730"/>
                    <a:pt x="20221" y="714"/>
                    <a:pt x="20235" y="714"/>
                  </a:cubicBezTo>
                  <a:close/>
                  <a:moveTo>
                    <a:pt x="20454" y="763"/>
                  </a:moveTo>
                  <a:cubicBezTo>
                    <a:pt x="20495" y="763"/>
                    <a:pt x="20495" y="763"/>
                    <a:pt x="20495" y="820"/>
                  </a:cubicBezTo>
                  <a:lnTo>
                    <a:pt x="20454" y="820"/>
                  </a:lnTo>
                  <a:lnTo>
                    <a:pt x="20422" y="763"/>
                  </a:lnTo>
                  <a:close/>
                  <a:moveTo>
                    <a:pt x="20795" y="771"/>
                  </a:moveTo>
                  <a:cubicBezTo>
                    <a:pt x="20827" y="771"/>
                    <a:pt x="20827" y="771"/>
                    <a:pt x="20827" y="828"/>
                  </a:cubicBezTo>
                  <a:lnTo>
                    <a:pt x="20795" y="828"/>
                  </a:lnTo>
                  <a:lnTo>
                    <a:pt x="20762" y="771"/>
                  </a:lnTo>
                  <a:close/>
                  <a:moveTo>
                    <a:pt x="16765" y="714"/>
                  </a:moveTo>
                  <a:cubicBezTo>
                    <a:pt x="16765" y="771"/>
                    <a:pt x="16765" y="836"/>
                    <a:pt x="16733" y="836"/>
                  </a:cubicBezTo>
                  <a:lnTo>
                    <a:pt x="16692" y="836"/>
                  </a:lnTo>
                  <a:cubicBezTo>
                    <a:pt x="16700" y="787"/>
                    <a:pt x="16708" y="747"/>
                    <a:pt x="16733" y="714"/>
                  </a:cubicBezTo>
                  <a:close/>
                  <a:moveTo>
                    <a:pt x="13035" y="722"/>
                  </a:moveTo>
                  <a:cubicBezTo>
                    <a:pt x="13035" y="787"/>
                    <a:pt x="13035" y="844"/>
                    <a:pt x="13003" y="844"/>
                  </a:cubicBezTo>
                  <a:lnTo>
                    <a:pt x="12971" y="779"/>
                  </a:lnTo>
                  <a:lnTo>
                    <a:pt x="13003" y="722"/>
                  </a:lnTo>
                  <a:close/>
                  <a:moveTo>
                    <a:pt x="1044" y="625"/>
                  </a:moveTo>
                  <a:cubicBezTo>
                    <a:pt x="1076" y="625"/>
                    <a:pt x="1109" y="625"/>
                    <a:pt x="1109" y="682"/>
                  </a:cubicBezTo>
                  <a:lnTo>
                    <a:pt x="1076" y="682"/>
                  </a:lnTo>
                  <a:cubicBezTo>
                    <a:pt x="1076" y="665"/>
                    <a:pt x="1074" y="658"/>
                    <a:pt x="1071" y="658"/>
                  </a:cubicBezTo>
                  <a:cubicBezTo>
                    <a:pt x="1063" y="658"/>
                    <a:pt x="1053" y="701"/>
                    <a:pt x="1076" y="747"/>
                  </a:cubicBezTo>
                  <a:lnTo>
                    <a:pt x="1076" y="860"/>
                  </a:lnTo>
                  <a:cubicBezTo>
                    <a:pt x="1044" y="860"/>
                    <a:pt x="1012" y="803"/>
                    <a:pt x="1012" y="747"/>
                  </a:cubicBezTo>
                  <a:cubicBezTo>
                    <a:pt x="979" y="625"/>
                    <a:pt x="979" y="625"/>
                    <a:pt x="1044" y="625"/>
                  </a:cubicBezTo>
                  <a:close/>
                  <a:moveTo>
                    <a:pt x="8195" y="779"/>
                  </a:moveTo>
                  <a:cubicBezTo>
                    <a:pt x="8227" y="779"/>
                    <a:pt x="8227" y="836"/>
                    <a:pt x="8227" y="836"/>
                  </a:cubicBezTo>
                  <a:cubicBezTo>
                    <a:pt x="8227" y="857"/>
                    <a:pt x="8224" y="865"/>
                    <a:pt x="8218" y="865"/>
                  </a:cubicBezTo>
                  <a:cubicBezTo>
                    <a:pt x="8206" y="865"/>
                    <a:pt x="8184" y="836"/>
                    <a:pt x="8163" y="836"/>
                  </a:cubicBezTo>
                  <a:cubicBezTo>
                    <a:pt x="8130" y="779"/>
                    <a:pt x="8130" y="779"/>
                    <a:pt x="8195" y="779"/>
                  </a:cubicBezTo>
                  <a:close/>
                  <a:moveTo>
                    <a:pt x="5779" y="747"/>
                  </a:moveTo>
                  <a:cubicBezTo>
                    <a:pt x="5779" y="803"/>
                    <a:pt x="5779" y="868"/>
                    <a:pt x="5746" y="868"/>
                  </a:cubicBezTo>
                  <a:lnTo>
                    <a:pt x="5714" y="868"/>
                  </a:lnTo>
                  <a:cubicBezTo>
                    <a:pt x="5714" y="828"/>
                    <a:pt x="5722" y="787"/>
                    <a:pt x="5746" y="747"/>
                  </a:cubicBezTo>
                  <a:close/>
                  <a:moveTo>
                    <a:pt x="15354" y="755"/>
                  </a:moveTo>
                  <a:cubicBezTo>
                    <a:pt x="15419" y="755"/>
                    <a:pt x="15419" y="755"/>
                    <a:pt x="15419" y="820"/>
                  </a:cubicBezTo>
                  <a:cubicBezTo>
                    <a:pt x="15419" y="876"/>
                    <a:pt x="15354" y="876"/>
                    <a:pt x="15314" y="876"/>
                  </a:cubicBezTo>
                  <a:cubicBezTo>
                    <a:pt x="15281" y="812"/>
                    <a:pt x="15322" y="755"/>
                    <a:pt x="15354" y="755"/>
                  </a:cubicBezTo>
                  <a:close/>
                  <a:moveTo>
                    <a:pt x="20719" y="851"/>
                  </a:moveTo>
                  <a:cubicBezTo>
                    <a:pt x="20715" y="851"/>
                    <a:pt x="20708" y="857"/>
                    <a:pt x="20697" y="876"/>
                  </a:cubicBezTo>
                  <a:cubicBezTo>
                    <a:pt x="20719" y="876"/>
                    <a:pt x="20726" y="851"/>
                    <a:pt x="20719" y="851"/>
                  </a:cubicBezTo>
                  <a:close/>
                  <a:moveTo>
                    <a:pt x="7555" y="771"/>
                  </a:moveTo>
                  <a:cubicBezTo>
                    <a:pt x="7595" y="771"/>
                    <a:pt x="7627" y="771"/>
                    <a:pt x="7627" y="828"/>
                  </a:cubicBezTo>
                  <a:cubicBezTo>
                    <a:pt x="7627" y="828"/>
                    <a:pt x="7627" y="893"/>
                    <a:pt x="7587" y="893"/>
                  </a:cubicBezTo>
                  <a:cubicBezTo>
                    <a:pt x="7555" y="893"/>
                    <a:pt x="7522" y="828"/>
                    <a:pt x="7522" y="828"/>
                  </a:cubicBezTo>
                  <a:cubicBezTo>
                    <a:pt x="7522" y="771"/>
                    <a:pt x="7555" y="771"/>
                    <a:pt x="7555" y="771"/>
                  </a:cubicBezTo>
                  <a:close/>
                  <a:moveTo>
                    <a:pt x="4767" y="652"/>
                  </a:moveTo>
                  <a:cubicBezTo>
                    <a:pt x="4774" y="652"/>
                    <a:pt x="4774" y="680"/>
                    <a:pt x="4774" y="730"/>
                  </a:cubicBezTo>
                  <a:cubicBezTo>
                    <a:pt x="4782" y="803"/>
                    <a:pt x="4757" y="868"/>
                    <a:pt x="4701" y="909"/>
                  </a:cubicBezTo>
                  <a:lnTo>
                    <a:pt x="4636" y="909"/>
                  </a:lnTo>
                  <a:lnTo>
                    <a:pt x="4701" y="795"/>
                  </a:lnTo>
                  <a:cubicBezTo>
                    <a:pt x="4741" y="696"/>
                    <a:pt x="4759" y="652"/>
                    <a:pt x="4767" y="652"/>
                  </a:cubicBezTo>
                  <a:close/>
                  <a:moveTo>
                    <a:pt x="11219" y="820"/>
                  </a:moveTo>
                  <a:cubicBezTo>
                    <a:pt x="11219" y="876"/>
                    <a:pt x="11219" y="941"/>
                    <a:pt x="11187" y="941"/>
                  </a:cubicBezTo>
                  <a:lnTo>
                    <a:pt x="11154" y="876"/>
                  </a:lnTo>
                  <a:lnTo>
                    <a:pt x="11187" y="820"/>
                  </a:lnTo>
                  <a:close/>
                  <a:moveTo>
                    <a:pt x="2990" y="828"/>
                  </a:moveTo>
                  <a:cubicBezTo>
                    <a:pt x="3022" y="828"/>
                    <a:pt x="3022" y="893"/>
                    <a:pt x="2957" y="949"/>
                  </a:cubicBezTo>
                  <a:lnTo>
                    <a:pt x="2893" y="949"/>
                  </a:lnTo>
                  <a:cubicBezTo>
                    <a:pt x="2893" y="893"/>
                    <a:pt x="2933" y="844"/>
                    <a:pt x="2990" y="828"/>
                  </a:cubicBezTo>
                  <a:close/>
                  <a:moveTo>
                    <a:pt x="11989" y="771"/>
                  </a:moveTo>
                  <a:cubicBezTo>
                    <a:pt x="12022" y="771"/>
                    <a:pt x="12022" y="771"/>
                    <a:pt x="12022" y="828"/>
                  </a:cubicBezTo>
                  <a:cubicBezTo>
                    <a:pt x="12022" y="876"/>
                    <a:pt x="12014" y="917"/>
                    <a:pt x="11989" y="949"/>
                  </a:cubicBezTo>
                  <a:cubicBezTo>
                    <a:pt x="11957" y="949"/>
                    <a:pt x="11989" y="828"/>
                    <a:pt x="11989" y="771"/>
                  </a:cubicBezTo>
                  <a:close/>
                  <a:moveTo>
                    <a:pt x="6452" y="933"/>
                  </a:moveTo>
                  <a:lnTo>
                    <a:pt x="6452" y="998"/>
                  </a:lnTo>
                  <a:cubicBezTo>
                    <a:pt x="6430" y="998"/>
                    <a:pt x="6405" y="1023"/>
                    <a:pt x="6391" y="1023"/>
                  </a:cubicBezTo>
                  <a:cubicBezTo>
                    <a:pt x="6383" y="1023"/>
                    <a:pt x="6379" y="1017"/>
                    <a:pt x="6379" y="998"/>
                  </a:cubicBezTo>
                  <a:cubicBezTo>
                    <a:pt x="6346" y="998"/>
                    <a:pt x="6411" y="933"/>
                    <a:pt x="6452" y="933"/>
                  </a:cubicBezTo>
                  <a:close/>
                  <a:moveTo>
                    <a:pt x="20366" y="1026"/>
                  </a:moveTo>
                  <a:cubicBezTo>
                    <a:pt x="20365" y="1035"/>
                    <a:pt x="20365" y="1044"/>
                    <a:pt x="20365" y="1055"/>
                  </a:cubicBezTo>
                  <a:cubicBezTo>
                    <a:pt x="20367" y="1058"/>
                    <a:pt x="20368" y="1061"/>
                    <a:pt x="20369" y="1063"/>
                  </a:cubicBezTo>
                  <a:lnTo>
                    <a:pt x="20369" y="1063"/>
                  </a:lnTo>
                  <a:cubicBezTo>
                    <a:pt x="20368" y="1054"/>
                    <a:pt x="20366" y="1041"/>
                    <a:pt x="20366" y="1026"/>
                  </a:cubicBezTo>
                  <a:close/>
                  <a:moveTo>
                    <a:pt x="3143" y="926"/>
                  </a:moveTo>
                  <a:cubicBezTo>
                    <a:pt x="3108" y="926"/>
                    <a:pt x="3087" y="968"/>
                    <a:pt x="3087" y="1014"/>
                  </a:cubicBezTo>
                  <a:cubicBezTo>
                    <a:pt x="3087" y="1071"/>
                    <a:pt x="3120" y="1071"/>
                    <a:pt x="3193" y="1071"/>
                  </a:cubicBezTo>
                  <a:cubicBezTo>
                    <a:pt x="3225" y="1071"/>
                    <a:pt x="3257" y="1014"/>
                    <a:pt x="3257" y="1014"/>
                  </a:cubicBezTo>
                  <a:cubicBezTo>
                    <a:pt x="3257" y="949"/>
                    <a:pt x="3225" y="949"/>
                    <a:pt x="3193" y="949"/>
                  </a:cubicBezTo>
                  <a:cubicBezTo>
                    <a:pt x="3174" y="933"/>
                    <a:pt x="3157" y="926"/>
                    <a:pt x="3143" y="926"/>
                  </a:cubicBezTo>
                  <a:close/>
                  <a:moveTo>
                    <a:pt x="20369" y="1063"/>
                  </a:moveTo>
                  <a:cubicBezTo>
                    <a:pt x="20373" y="1083"/>
                    <a:pt x="20377" y="1092"/>
                    <a:pt x="20379" y="1092"/>
                  </a:cubicBezTo>
                  <a:cubicBezTo>
                    <a:pt x="20380" y="1092"/>
                    <a:pt x="20379" y="1082"/>
                    <a:pt x="20369" y="1063"/>
                  </a:cubicBezTo>
                  <a:close/>
                  <a:moveTo>
                    <a:pt x="8533" y="142"/>
                  </a:moveTo>
                  <a:cubicBezTo>
                    <a:pt x="8520" y="142"/>
                    <a:pt x="8516" y="172"/>
                    <a:pt x="8536" y="244"/>
                  </a:cubicBezTo>
                  <a:cubicBezTo>
                    <a:pt x="8536" y="357"/>
                    <a:pt x="8536" y="357"/>
                    <a:pt x="8471" y="357"/>
                  </a:cubicBezTo>
                  <a:cubicBezTo>
                    <a:pt x="8438" y="357"/>
                    <a:pt x="8398" y="357"/>
                    <a:pt x="8398" y="301"/>
                  </a:cubicBezTo>
                  <a:cubicBezTo>
                    <a:pt x="8398" y="236"/>
                    <a:pt x="8398" y="236"/>
                    <a:pt x="8333" y="236"/>
                  </a:cubicBezTo>
                  <a:cubicBezTo>
                    <a:pt x="8236" y="236"/>
                    <a:pt x="8130" y="414"/>
                    <a:pt x="8098" y="536"/>
                  </a:cubicBezTo>
                  <a:cubicBezTo>
                    <a:pt x="8098" y="593"/>
                    <a:pt x="8098" y="621"/>
                    <a:pt x="8094" y="621"/>
                  </a:cubicBezTo>
                  <a:cubicBezTo>
                    <a:pt x="8090" y="621"/>
                    <a:pt x="8082" y="593"/>
                    <a:pt x="8065" y="536"/>
                  </a:cubicBezTo>
                  <a:cubicBezTo>
                    <a:pt x="8065" y="471"/>
                    <a:pt x="8033" y="471"/>
                    <a:pt x="8000" y="471"/>
                  </a:cubicBezTo>
                  <a:cubicBezTo>
                    <a:pt x="8000" y="493"/>
                    <a:pt x="7996" y="500"/>
                    <a:pt x="7991" y="500"/>
                  </a:cubicBezTo>
                  <a:cubicBezTo>
                    <a:pt x="7982" y="500"/>
                    <a:pt x="7973" y="471"/>
                    <a:pt x="8000" y="471"/>
                  </a:cubicBezTo>
                  <a:cubicBezTo>
                    <a:pt x="8000" y="414"/>
                    <a:pt x="8033" y="414"/>
                    <a:pt x="8065" y="414"/>
                  </a:cubicBezTo>
                  <a:lnTo>
                    <a:pt x="8065" y="357"/>
                  </a:lnTo>
                  <a:cubicBezTo>
                    <a:pt x="8049" y="296"/>
                    <a:pt x="8032" y="265"/>
                    <a:pt x="8015" y="265"/>
                  </a:cubicBezTo>
                  <a:cubicBezTo>
                    <a:pt x="7998" y="265"/>
                    <a:pt x="7980" y="294"/>
                    <a:pt x="7960" y="349"/>
                  </a:cubicBezTo>
                  <a:cubicBezTo>
                    <a:pt x="7944" y="382"/>
                    <a:pt x="7936" y="398"/>
                    <a:pt x="7927" y="398"/>
                  </a:cubicBezTo>
                  <a:cubicBezTo>
                    <a:pt x="7919" y="398"/>
                    <a:pt x="7911" y="382"/>
                    <a:pt x="7895" y="349"/>
                  </a:cubicBezTo>
                  <a:cubicBezTo>
                    <a:pt x="7872" y="309"/>
                    <a:pt x="7849" y="266"/>
                    <a:pt x="7838" y="266"/>
                  </a:cubicBezTo>
                  <a:cubicBezTo>
                    <a:pt x="7833" y="266"/>
                    <a:pt x="7830" y="273"/>
                    <a:pt x="7830" y="293"/>
                  </a:cubicBezTo>
                  <a:cubicBezTo>
                    <a:pt x="7790" y="285"/>
                    <a:pt x="7749" y="268"/>
                    <a:pt x="7725" y="228"/>
                  </a:cubicBezTo>
                  <a:cubicBezTo>
                    <a:pt x="7660" y="228"/>
                    <a:pt x="7627" y="228"/>
                    <a:pt x="7627" y="285"/>
                  </a:cubicBezTo>
                  <a:cubicBezTo>
                    <a:pt x="7627" y="349"/>
                    <a:pt x="7595" y="349"/>
                    <a:pt x="7563" y="349"/>
                  </a:cubicBezTo>
                  <a:cubicBezTo>
                    <a:pt x="7522" y="349"/>
                    <a:pt x="7490" y="349"/>
                    <a:pt x="7490" y="406"/>
                  </a:cubicBezTo>
                  <a:cubicBezTo>
                    <a:pt x="7498" y="471"/>
                    <a:pt x="7449" y="520"/>
                    <a:pt x="7392" y="528"/>
                  </a:cubicBezTo>
                  <a:cubicBezTo>
                    <a:pt x="7366" y="551"/>
                    <a:pt x="7350" y="564"/>
                    <a:pt x="7338" y="564"/>
                  </a:cubicBezTo>
                  <a:cubicBezTo>
                    <a:pt x="7321" y="564"/>
                    <a:pt x="7311" y="535"/>
                    <a:pt x="7287" y="463"/>
                  </a:cubicBezTo>
                  <a:cubicBezTo>
                    <a:pt x="7287" y="406"/>
                    <a:pt x="7255" y="406"/>
                    <a:pt x="7222" y="406"/>
                  </a:cubicBezTo>
                  <a:cubicBezTo>
                    <a:pt x="7222" y="406"/>
                    <a:pt x="7190" y="406"/>
                    <a:pt x="7157" y="341"/>
                  </a:cubicBezTo>
                  <a:cubicBezTo>
                    <a:pt x="7148" y="325"/>
                    <a:pt x="7141" y="318"/>
                    <a:pt x="7136" y="318"/>
                  </a:cubicBezTo>
                  <a:cubicBezTo>
                    <a:pt x="7125" y="318"/>
                    <a:pt x="7125" y="358"/>
                    <a:pt x="7125" y="398"/>
                  </a:cubicBezTo>
                  <a:lnTo>
                    <a:pt x="7125" y="520"/>
                  </a:lnTo>
                  <a:cubicBezTo>
                    <a:pt x="7092" y="520"/>
                    <a:pt x="7052" y="398"/>
                    <a:pt x="7052" y="341"/>
                  </a:cubicBezTo>
                  <a:cubicBezTo>
                    <a:pt x="7036" y="280"/>
                    <a:pt x="7028" y="250"/>
                    <a:pt x="7023" y="250"/>
                  </a:cubicBezTo>
                  <a:cubicBezTo>
                    <a:pt x="7019" y="250"/>
                    <a:pt x="7019" y="280"/>
                    <a:pt x="7019" y="341"/>
                  </a:cubicBezTo>
                  <a:cubicBezTo>
                    <a:pt x="7019" y="381"/>
                    <a:pt x="7003" y="425"/>
                    <a:pt x="6971" y="425"/>
                  </a:cubicBezTo>
                  <a:cubicBezTo>
                    <a:pt x="6958" y="425"/>
                    <a:pt x="6941" y="417"/>
                    <a:pt x="6922" y="398"/>
                  </a:cubicBezTo>
                  <a:cubicBezTo>
                    <a:pt x="6857" y="398"/>
                    <a:pt x="6784" y="398"/>
                    <a:pt x="6784" y="341"/>
                  </a:cubicBezTo>
                  <a:cubicBezTo>
                    <a:pt x="6772" y="318"/>
                    <a:pt x="6761" y="310"/>
                    <a:pt x="6750" y="310"/>
                  </a:cubicBezTo>
                  <a:cubicBezTo>
                    <a:pt x="6733" y="310"/>
                    <a:pt x="6719" y="333"/>
                    <a:pt x="6719" y="333"/>
                  </a:cubicBezTo>
                  <a:cubicBezTo>
                    <a:pt x="6703" y="366"/>
                    <a:pt x="6687" y="382"/>
                    <a:pt x="6662" y="382"/>
                  </a:cubicBezTo>
                  <a:cubicBezTo>
                    <a:pt x="6636" y="382"/>
                    <a:pt x="6602" y="366"/>
                    <a:pt x="6549" y="333"/>
                  </a:cubicBezTo>
                  <a:cubicBezTo>
                    <a:pt x="6468" y="272"/>
                    <a:pt x="6428" y="242"/>
                    <a:pt x="6407" y="242"/>
                  </a:cubicBezTo>
                  <a:cubicBezTo>
                    <a:pt x="6387" y="242"/>
                    <a:pt x="6387" y="272"/>
                    <a:pt x="6387" y="333"/>
                  </a:cubicBezTo>
                  <a:cubicBezTo>
                    <a:pt x="6387" y="366"/>
                    <a:pt x="6387" y="402"/>
                    <a:pt x="6379" y="402"/>
                  </a:cubicBezTo>
                  <a:cubicBezTo>
                    <a:pt x="6373" y="402"/>
                    <a:pt x="6363" y="384"/>
                    <a:pt x="6346" y="333"/>
                  </a:cubicBezTo>
                  <a:cubicBezTo>
                    <a:pt x="6337" y="314"/>
                    <a:pt x="6327" y="306"/>
                    <a:pt x="6317" y="306"/>
                  </a:cubicBezTo>
                  <a:cubicBezTo>
                    <a:pt x="6292" y="306"/>
                    <a:pt x="6262" y="350"/>
                    <a:pt x="6217" y="390"/>
                  </a:cubicBezTo>
                  <a:cubicBezTo>
                    <a:pt x="6184" y="463"/>
                    <a:pt x="6176" y="544"/>
                    <a:pt x="6184" y="625"/>
                  </a:cubicBezTo>
                  <a:cubicBezTo>
                    <a:pt x="6184" y="697"/>
                    <a:pt x="6184" y="727"/>
                    <a:pt x="6169" y="727"/>
                  </a:cubicBezTo>
                  <a:cubicBezTo>
                    <a:pt x="6159" y="727"/>
                    <a:pt x="6141" y="713"/>
                    <a:pt x="6111" y="690"/>
                  </a:cubicBezTo>
                  <a:cubicBezTo>
                    <a:pt x="6079" y="690"/>
                    <a:pt x="6046" y="625"/>
                    <a:pt x="6046" y="568"/>
                  </a:cubicBezTo>
                  <a:cubicBezTo>
                    <a:pt x="6046" y="512"/>
                    <a:pt x="6079" y="512"/>
                    <a:pt x="6079" y="512"/>
                  </a:cubicBezTo>
                  <a:lnTo>
                    <a:pt x="6111" y="512"/>
                  </a:lnTo>
                  <a:cubicBezTo>
                    <a:pt x="6111" y="447"/>
                    <a:pt x="6111" y="390"/>
                    <a:pt x="6046" y="390"/>
                  </a:cubicBezTo>
                  <a:cubicBezTo>
                    <a:pt x="6030" y="357"/>
                    <a:pt x="6014" y="341"/>
                    <a:pt x="6002" y="341"/>
                  </a:cubicBezTo>
                  <a:cubicBezTo>
                    <a:pt x="5990" y="341"/>
                    <a:pt x="5982" y="357"/>
                    <a:pt x="5982" y="390"/>
                  </a:cubicBezTo>
                  <a:cubicBezTo>
                    <a:pt x="5949" y="325"/>
                    <a:pt x="5876" y="325"/>
                    <a:pt x="5811" y="325"/>
                  </a:cubicBezTo>
                  <a:cubicBezTo>
                    <a:pt x="5746" y="325"/>
                    <a:pt x="5641" y="325"/>
                    <a:pt x="5609" y="260"/>
                  </a:cubicBezTo>
                  <a:cubicBezTo>
                    <a:pt x="5544" y="260"/>
                    <a:pt x="5511" y="260"/>
                    <a:pt x="5511" y="317"/>
                  </a:cubicBezTo>
                  <a:cubicBezTo>
                    <a:pt x="5511" y="389"/>
                    <a:pt x="5500" y="419"/>
                    <a:pt x="5491" y="419"/>
                  </a:cubicBezTo>
                  <a:cubicBezTo>
                    <a:pt x="5484" y="419"/>
                    <a:pt x="5479" y="405"/>
                    <a:pt x="5479" y="382"/>
                  </a:cubicBezTo>
                  <a:cubicBezTo>
                    <a:pt x="5459" y="306"/>
                    <a:pt x="5280" y="252"/>
                    <a:pt x="5141" y="252"/>
                  </a:cubicBezTo>
                  <a:cubicBezTo>
                    <a:pt x="5058" y="252"/>
                    <a:pt x="4988" y="271"/>
                    <a:pt x="4976" y="317"/>
                  </a:cubicBezTo>
                  <a:lnTo>
                    <a:pt x="4903" y="309"/>
                  </a:lnTo>
                  <a:cubicBezTo>
                    <a:pt x="4871" y="280"/>
                    <a:pt x="4804" y="266"/>
                    <a:pt x="4741" y="266"/>
                  </a:cubicBezTo>
                  <a:cubicBezTo>
                    <a:pt x="4678" y="266"/>
                    <a:pt x="4620" y="280"/>
                    <a:pt x="4603" y="309"/>
                  </a:cubicBezTo>
                  <a:lnTo>
                    <a:pt x="4498" y="309"/>
                  </a:lnTo>
                  <a:cubicBezTo>
                    <a:pt x="4465" y="276"/>
                    <a:pt x="4441" y="260"/>
                    <a:pt x="4421" y="260"/>
                  </a:cubicBezTo>
                  <a:cubicBezTo>
                    <a:pt x="4401" y="260"/>
                    <a:pt x="4384" y="276"/>
                    <a:pt x="4368" y="309"/>
                  </a:cubicBezTo>
                  <a:cubicBezTo>
                    <a:pt x="4345" y="349"/>
                    <a:pt x="4339" y="389"/>
                    <a:pt x="4337" y="389"/>
                  </a:cubicBezTo>
                  <a:cubicBezTo>
                    <a:pt x="4336" y="389"/>
                    <a:pt x="4336" y="382"/>
                    <a:pt x="4336" y="366"/>
                  </a:cubicBezTo>
                  <a:cubicBezTo>
                    <a:pt x="4336" y="309"/>
                    <a:pt x="4263" y="301"/>
                    <a:pt x="4133" y="301"/>
                  </a:cubicBezTo>
                  <a:cubicBezTo>
                    <a:pt x="3995" y="301"/>
                    <a:pt x="3995" y="301"/>
                    <a:pt x="4028" y="357"/>
                  </a:cubicBezTo>
                  <a:cubicBezTo>
                    <a:pt x="3989" y="377"/>
                    <a:pt x="3962" y="385"/>
                    <a:pt x="3943" y="385"/>
                  </a:cubicBezTo>
                  <a:cubicBezTo>
                    <a:pt x="3898" y="385"/>
                    <a:pt x="3898" y="341"/>
                    <a:pt x="3898" y="301"/>
                  </a:cubicBezTo>
                  <a:cubicBezTo>
                    <a:pt x="3913" y="246"/>
                    <a:pt x="3907" y="216"/>
                    <a:pt x="3894" y="216"/>
                  </a:cubicBezTo>
                  <a:cubicBezTo>
                    <a:pt x="3878" y="216"/>
                    <a:pt x="3851" y="260"/>
                    <a:pt x="3833" y="357"/>
                  </a:cubicBezTo>
                  <a:cubicBezTo>
                    <a:pt x="3810" y="428"/>
                    <a:pt x="3778" y="457"/>
                    <a:pt x="3756" y="457"/>
                  </a:cubicBezTo>
                  <a:cubicBezTo>
                    <a:pt x="3739" y="457"/>
                    <a:pt x="3728" y="442"/>
                    <a:pt x="3728" y="414"/>
                  </a:cubicBezTo>
                  <a:cubicBezTo>
                    <a:pt x="3728" y="357"/>
                    <a:pt x="3760" y="357"/>
                    <a:pt x="3793" y="357"/>
                  </a:cubicBezTo>
                  <a:lnTo>
                    <a:pt x="3793" y="236"/>
                  </a:lnTo>
                  <a:cubicBezTo>
                    <a:pt x="3760" y="236"/>
                    <a:pt x="3760" y="236"/>
                    <a:pt x="3728" y="301"/>
                  </a:cubicBezTo>
                  <a:cubicBezTo>
                    <a:pt x="3728" y="301"/>
                    <a:pt x="3695" y="301"/>
                    <a:pt x="3663" y="357"/>
                  </a:cubicBezTo>
                  <a:cubicBezTo>
                    <a:pt x="3630" y="414"/>
                    <a:pt x="3630" y="479"/>
                    <a:pt x="3663" y="536"/>
                  </a:cubicBezTo>
                  <a:cubicBezTo>
                    <a:pt x="3695" y="593"/>
                    <a:pt x="3663" y="593"/>
                    <a:pt x="3622" y="593"/>
                  </a:cubicBezTo>
                  <a:cubicBezTo>
                    <a:pt x="3566" y="552"/>
                    <a:pt x="3557" y="471"/>
                    <a:pt x="3590" y="414"/>
                  </a:cubicBezTo>
                  <a:cubicBezTo>
                    <a:pt x="3630" y="414"/>
                    <a:pt x="3630" y="357"/>
                    <a:pt x="3630" y="293"/>
                  </a:cubicBezTo>
                  <a:cubicBezTo>
                    <a:pt x="3630" y="282"/>
                    <a:pt x="3625" y="278"/>
                    <a:pt x="3615" y="278"/>
                  </a:cubicBezTo>
                  <a:cubicBezTo>
                    <a:pt x="3573" y="278"/>
                    <a:pt x="3454" y="372"/>
                    <a:pt x="3428" y="471"/>
                  </a:cubicBezTo>
                  <a:lnTo>
                    <a:pt x="3428" y="414"/>
                  </a:lnTo>
                  <a:cubicBezTo>
                    <a:pt x="3428" y="349"/>
                    <a:pt x="3355" y="349"/>
                    <a:pt x="3290" y="349"/>
                  </a:cubicBezTo>
                  <a:cubicBezTo>
                    <a:pt x="3225" y="349"/>
                    <a:pt x="3193" y="349"/>
                    <a:pt x="3193" y="406"/>
                  </a:cubicBezTo>
                  <a:cubicBezTo>
                    <a:pt x="3193" y="471"/>
                    <a:pt x="3193" y="528"/>
                    <a:pt x="3152" y="528"/>
                  </a:cubicBezTo>
                  <a:cubicBezTo>
                    <a:pt x="3193" y="528"/>
                    <a:pt x="3184" y="593"/>
                    <a:pt x="3184" y="649"/>
                  </a:cubicBezTo>
                  <a:cubicBezTo>
                    <a:pt x="3152" y="609"/>
                    <a:pt x="3120" y="568"/>
                    <a:pt x="3087" y="528"/>
                  </a:cubicBezTo>
                  <a:cubicBezTo>
                    <a:pt x="3047" y="414"/>
                    <a:pt x="2941" y="341"/>
                    <a:pt x="2820" y="341"/>
                  </a:cubicBezTo>
                  <a:cubicBezTo>
                    <a:pt x="2755" y="341"/>
                    <a:pt x="2649" y="341"/>
                    <a:pt x="2617" y="285"/>
                  </a:cubicBezTo>
                  <a:cubicBezTo>
                    <a:pt x="2552" y="285"/>
                    <a:pt x="2520" y="285"/>
                    <a:pt x="2520" y="341"/>
                  </a:cubicBezTo>
                  <a:lnTo>
                    <a:pt x="2447" y="341"/>
                  </a:lnTo>
                  <a:cubicBezTo>
                    <a:pt x="2430" y="309"/>
                    <a:pt x="2406" y="293"/>
                    <a:pt x="2386" y="293"/>
                  </a:cubicBezTo>
                  <a:cubicBezTo>
                    <a:pt x="2366" y="293"/>
                    <a:pt x="2349" y="309"/>
                    <a:pt x="2349" y="341"/>
                  </a:cubicBezTo>
                  <a:cubicBezTo>
                    <a:pt x="2339" y="360"/>
                    <a:pt x="2328" y="366"/>
                    <a:pt x="2318" y="366"/>
                  </a:cubicBezTo>
                  <a:cubicBezTo>
                    <a:pt x="2296" y="366"/>
                    <a:pt x="2274" y="339"/>
                    <a:pt x="2252" y="333"/>
                  </a:cubicBezTo>
                  <a:cubicBezTo>
                    <a:pt x="2220" y="283"/>
                    <a:pt x="2202" y="255"/>
                    <a:pt x="2194" y="255"/>
                  </a:cubicBezTo>
                  <a:cubicBezTo>
                    <a:pt x="2185" y="255"/>
                    <a:pt x="2193" y="299"/>
                    <a:pt x="2212" y="398"/>
                  </a:cubicBezTo>
                  <a:cubicBezTo>
                    <a:pt x="2220" y="455"/>
                    <a:pt x="2260" y="503"/>
                    <a:pt x="2317" y="520"/>
                  </a:cubicBezTo>
                  <a:lnTo>
                    <a:pt x="2414" y="520"/>
                  </a:lnTo>
                  <a:lnTo>
                    <a:pt x="2317" y="576"/>
                  </a:lnTo>
                  <a:cubicBezTo>
                    <a:pt x="2260" y="593"/>
                    <a:pt x="2220" y="641"/>
                    <a:pt x="2212" y="698"/>
                  </a:cubicBezTo>
                  <a:cubicBezTo>
                    <a:pt x="2212" y="698"/>
                    <a:pt x="2212" y="755"/>
                    <a:pt x="2179" y="755"/>
                  </a:cubicBezTo>
                  <a:lnTo>
                    <a:pt x="2179" y="633"/>
                  </a:lnTo>
                  <a:cubicBezTo>
                    <a:pt x="2203" y="576"/>
                    <a:pt x="2220" y="520"/>
                    <a:pt x="2212" y="455"/>
                  </a:cubicBezTo>
                  <a:cubicBezTo>
                    <a:pt x="2192" y="380"/>
                    <a:pt x="2148" y="330"/>
                    <a:pt x="2116" y="330"/>
                  </a:cubicBezTo>
                  <a:cubicBezTo>
                    <a:pt x="2097" y="330"/>
                    <a:pt x="2082" y="351"/>
                    <a:pt x="2082" y="398"/>
                  </a:cubicBezTo>
                  <a:cubicBezTo>
                    <a:pt x="2049" y="398"/>
                    <a:pt x="2049" y="398"/>
                    <a:pt x="2009" y="333"/>
                  </a:cubicBezTo>
                  <a:cubicBezTo>
                    <a:pt x="2009" y="310"/>
                    <a:pt x="2003" y="296"/>
                    <a:pt x="1994" y="296"/>
                  </a:cubicBezTo>
                  <a:cubicBezTo>
                    <a:pt x="1982" y="296"/>
                    <a:pt x="1963" y="323"/>
                    <a:pt x="1944" y="390"/>
                  </a:cubicBezTo>
                  <a:cubicBezTo>
                    <a:pt x="1928" y="451"/>
                    <a:pt x="1912" y="481"/>
                    <a:pt x="1895" y="481"/>
                  </a:cubicBezTo>
                  <a:cubicBezTo>
                    <a:pt x="1879" y="481"/>
                    <a:pt x="1863" y="451"/>
                    <a:pt x="1847" y="390"/>
                  </a:cubicBezTo>
                  <a:cubicBezTo>
                    <a:pt x="1803" y="318"/>
                    <a:pt x="1740" y="288"/>
                    <a:pt x="1696" y="288"/>
                  </a:cubicBezTo>
                  <a:cubicBezTo>
                    <a:pt x="1665" y="288"/>
                    <a:pt x="1644" y="302"/>
                    <a:pt x="1644" y="325"/>
                  </a:cubicBezTo>
                  <a:cubicBezTo>
                    <a:pt x="1644" y="397"/>
                    <a:pt x="1607" y="427"/>
                    <a:pt x="1570" y="427"/>
                  </a:cubicBezTo>
                  <a:cubicBezTo>
                    <a:pt x="1544" y="427"/>
                    <a:pt x="1519" y="413"/>
                    <a:pt x="1506" y="390"/>
                  </a:cubicBezTo>
                  <a:cubicBezTo>
                    <a:pt x="1489" y="356"/>
                    <a:pt x="1473" y="340"/>
                    <a:pt x="1456" y="340"/>
                  </a:cubicBezTo>
                  <a:cubicBezTo>
                    <a:pt x="1440" y="340"/>
                    <a:pt x="1425" y="354"/>
                    <a:pt x="1409" y="382"/>
                  </a:cubicBezTo>
                  <a:cubicBezTo>
                    <a:pt x="1409" y="342"/>
                    <a:pt x="1393" y="302"/>
                    <a:pt x="1372" y="302"/>
                  </a:cubicBezTo>
                  <a:cubicBezTo>
                    <a:pt x="1363" y="302"/>
                    <a:pt x="1353" y="308"/>
                    <a:pt x="1344" y="325"/>
                  </a:cubicBezTo>
                  <a:cubicBezTo>
                    <a:pt x="1344" y="325"/>
                    <a:pt x="1303" y="325"/>
                    <a:pt x="1344" y="382"/>
                  </a:cubicBezTo>
                  <a:lnTo>
                    <a:pt x="1271" y="503"/>
                  </a:lnTo>
                  <a:cubicBezTo>
                    <a:pt x="1303" y="503"/>
                    <a:pt x="1303" y="560"/>
                    <a:pt x="1303" y="625"/>
                  </a:cubicBezTo>
                  <a:cubicBezTo>
                    <a:pt x="1303" y="639"/>
                    <a:pt x="1296" y="646"/>
                    <a:pt x="1283" y="646"/>
                  </a:cubicBezTo>
                  <a:cubicBezTo>
                    <a:pt x="1244" y="646"/>
                    <a:pt x="1158" y="579"/>
                    <a:pt x="1109" y="439"/>
                  </a:cubicBezTo>
                  <a:lnTo>
                    <a:pt x="1036" y="317"/>
                  </a:lnTo>
                  <a:lnTo>
                    <a:pt x="1036" y="439"/>
                  </a:lnTo>
                  <a:cubicBezTo>
                    <a:pt x="1003" y="439"/>
                    <a:pt x="971" y="439"/>
                    <a:pt x="971" y="382"/>
                  </a:cubicBezTo>
                  <a:cubicBezTo>
                    <a:pt x="971" y="317"/>
                    <a:pt x="971" y="317"/>
                    <a:pt x="939" y="317"/>
                  </a:cubicBezTo>
                  <a:cubicBezTo>
                    <a:pt x="939" y="317"/>
                    <a:pt x="906" y="317"/>
                    <a:pt x="906" y="382"/>
                  </a:cubicBezTo>
                  <a:cubicBezTo>
                    <a:pt x="906" y="448"/>
                    <a:pt x="906" y="476"/>
                    <a:pt x="900" y="476"/>
                  </a:cubicBezTo>
                  <a:cubicBezTo>
                    <a:pt x="895" y="476"/>
                    <a:pt x="887" y="462"/>
                    <a:pt x="874" y="439"/>
                  </a:cubicBezTo>
                  <a:cubicBezTo>
                    <a:pt x="853" y="378"/>
                    <a:pt x="835" y="347"/>
                    <a:pt x="818" y="347"/>
                  </a:cubicBezTo>
                  <a:cubicBezTo>
                    <a:pt x="801" y="347"/>
                    <a:pt x="785" y="378"/>
                    <a:pt x="768" y="439"/>
                  </a:cubicBezTo>
                  <a:cubicBezTo>
                    <a:pt x="768" y="495"/>
                    <a:pt x="768" y="524"/>
                    <a:pt x="764" y="524"/>
                  </a:cubicBezTo>
                  <a:cubicBezTo>
                    <a:pt x="760" y="524"/>
                    <a:pt x="752" y="495"/>
                    <a:pt x="736" y="439"/>
                  </a:cubicBezTo>
                  <a:cubicBezTo>
                    <a:pt x="736" y="374"/>
                    <a:pt x="703" y="317"/>
                    <a:pt x="671" y="317"/>
                  </a:cubicBezTo>
                  <a:lnTo>
                    <a:pt x="671" y="374"/>
                  </a:lnTo>
                  <a:cubicBezTo>
                    <a:pt x="671" y="446"/>
                    <a:pt x="660" y="475"/>
                    <a:pt x="642" y="475"/>
                  </a:cubicBezTo>
                  <a:cubicBezTo>
                    <a:pt x="630" y="475"/>
                    <a:pt x="615" y="462"/>
                    <a:pt x="598" y="439"/>
                  </a:cubicBezTo>
                  <a:cubicBezTo>
                    <a:pt x="598" y="405"/>
                    <a:pt x="589" y="389"/>
                    <a:pt x="572" y="389"/>
                  </a:cubicBezTo>
                  <a:cubicBezTo>
                    <a:pt x="556" y="389"/>
                    <a:pt x="532" y="403"/>
                    <a:pt x="501" y="430"/>
                  </a:cubicBezTo>
                  <a:cubicBezTo>
                    <a:pt x="436" y="430"/>
                    <a:pt x="403" y="430"/>
                    <a:pt x="403" y="374"/>
                  </a:cubicBezTo>
                  <a:cubicBezTo>
                    <a:pt x="403" y="313"/>
                    <a:pt x="403" y="282"/>
                    <a:pt x="399" y="282"/>
                  </a:cubicBezTo>
                  <a:cubicBezTo>
                    <a:pt x="395" y="282"/>
                    <a:pt x="387" y="313"/>
                    <a:pt x="371" y="374"/>
                  </a:cubicBezTo>
                  <a:cubicBezTo>
                    <a:pt x="351" y="402"/>
                    <a:pt x="341" y="416"/>
                    <a:pt x="327" y="416"/>
                  </a:cubicBezTo>
                  <a:cubicBezTo>
                    <a:pt x="314" y="416"/>
                    <a:pt x="298" y="402"/>
                    <a:pt x="266" y="374"/>
                  </a:cubicBezTo>
                  <a:cubicBezTo>
                    <a:pt x="249" y="341"/>
                    <a:pt x="241" y="325"/>
                    <a:pt x="233" y="325"/>
                  </a:cubicBezTo>
                  <a:cubicBezTo>
                    <a:pt x="225" y="325"/>
                    <a:pt x="217" y="341"/>
                    <a:pt x="201" y="374"/>
                  </a:cubicBezTo>
                  <a:cubicBezTo>
                    <a:pt x="201" y="487"/>
                    <a:pt x="201" y="552"/>
                    <a:pt x="233" y="552"/>
                  </a:cubicBezTo>
                  <a:cubicBezTo>
                    <a:pt x="266" y="552"/>
                    <a:pt x="266" y="552"/>
                    <a:pt x="266" y="609"/>
                  </a:cubicBezTo>
                  <a:lnTo>
                    <a:pt x="201" y="609"/>
                  </a:lnTo>
                  <a:cubicBezTo>
                    <a:pt x="144" y="609"/>
                    <a:pt x="95" y="625"/>
                    <a:pt x="63" y="666"/>
                  </a:cubicBezTo>
                  <a:cubicBezTo>
                    <a:pt x="11" y="717"/>
                    <a:pt x="1" y="806"/>
                    <a:pt x="36" y="806"/>
                  </a:cubicBezTo>
                  <a:cubicBezTo>
                    <a:pt x="45" y="806"/>
                    <a:pt x="56" y="800"/>
                    <a:pt x="71" y="787"/>
                  </a:cubicBezTo>
                  <a:lnTo>
                    <a:pt x="103" y="852"/>
                  </a:lnTo>
                  <a:cubicBezTo>
                    <a:pt x="103" y="941"/>
                    <a:pt x="120" y="986"/>
                    <a:pt x="136" y="986"/>
                  </a:cubicBezTo>
                  <a:cubicBezTo>
                    <a:pt x="152" y="986"/>
                    <a:pt x="168" y="941"/>
                    <a:pt x="168" y="852"/>
                  </a:cubicBezTo>
                  <a:cubicBezTo>
                    <a:pt x="168" y="754"/>
                    <a:pt x="168" y="710"/>
                    <a:pt x="174" y="710"/>
                  </a:cubicBezTo>
                  <a:cubicBezTo>
                    <a:pt x="178" y="710"/>
                    <a:pt x="186" y="740"/>
                    <a:pt x="201" y="795"/>
                  </a:cubicBezTo>
                  <a:cubicBezTo>
                    <a:pt x="201" y="909"/>
                    <a:pt x="233" y="909"/>
                    <a:pt x="266" y="917"/>
                  </a:cubicBezTo>
                  <a:cubicBezTo>
                    <a:pt x="306" y="917"/>
                    <a:pt x="306" y="917"/>
                    <a:pt x="306" y="974"/>
                  </a:cubicBezTo>
                  <a:cubicBezTo>
                    <a:pt x="306" y="1039"/>
                    <a:pt x="339" y="1095"/>
                    <a:pt x="371" y="1095"/>
                  </a:cubicBezTo>
                  <a:cubicBezTo>
                    <a:pt x="403" y="1095"/>
                    <a:pt x="403" y="1095"/>
                    <a:pt x="403" y="1039"/>
                  </a:cubicBezTo>
                  <a:cubicBezTo>
                    <a:pt x="390" y="1011"/>
                    <a:pt x="393" y="995"/>
                    <a:pt x="405" y="995"/>
                  </a:cubicBezTo>
                  <a:cubicBezTo>
                    <a:pt x="420" y="995"/>
                    <a:pt x="450" y="1025"/>
                    <a:pt x="468" y="1095"/>
                  </a:cubicBezTo>
                  <a:cubicBezTo>
                    <a:pt x="482" y="1119"/>
                    <a:pt x="490" y="1133"/>
                    <a:pt x="494" y="1133"/>
                  </a:cubicBezTo>
                  <a:cubicBezTo>
                    <a:pt x="501" y="1133"/>
                    <a:pt x="501" y="1105"/>
                    <a:pt x="501" y="1039"/>
                  </a:cubicBezTo>
                  <a:cubicBezTo>
                    <a:pt x="501" y="978"/>
                    <a:pt x="519" y="947"/>
                    <a:pt x="541" y="947"/>
                  </a:cubicBezTo>
                  <a:cubicBezTo>
                    <a:pt x="564" y="947"/>
                    <a:pt x="590" y="978"/>
                    <a:pt x="606" y="1039"/>
                  </a:cubicBezTo>
                  <a:lnTo>
                    <a:pt x="671" y="1039"/>
                  </a:lnTo>
                  <a:cubicBezTo>
                    <a:pt x="703" y="1039"/>
                    <a:pt x="703" y="982"/>
                    <a:pt x="703" y="917"/>
                  </a:cubicBezTo>
                  <a:cubicBezTo>
                    <a:pt x="703" y="850"/>
                    <a:pt x="703" y="823"/>
                    <a:pt x="710" y="823"/>
                  </a:cubicBezTo>
                  <a:cubicBezTo>
                    <a:pt x="715" y="823"/>
                    <a:pt x="722" y="837"/>
                    <a:pt x="736" y="860"/>
                  </a:cubicBezTo>
                  <a:cubicBezTo>
                    <a:pt x="760" y="901"/>
                    <a:pt x="768" y="941"/>
                    <a:pt x="776" y="982"/>
                  </a:cubicBezTo>
                  <a:cubicBezTo>
                    <a:pt x="776" y="1039"/>
                    <a:pt x="809" y="1039"/>
                    <a:pt x="841" y="1039"/>
                  </a:cubicBezTo>
                  <a:cubicBezTo>
                    <a:pt x="874" y="1039"/>
                    <a:pt x="939" y="1039"/>
                    <a:pt x="939" y="982"/>
                  </a:cubicBezTo>
                  <a:lnTo>
                    <a:pt x="939" y="1039"/>
                  </a:lnTo>
                  <a:cubicBezTo>
                    <a:pt x="960" y="1039"/>
                    <a:pt x="967" y="1067"/>
                    <a:pt x="970" y="1067"/>
                  </a:cubicBezTo>
                  <a:cubicBezTo>
                    <a:pt x="971" y="1067"/>
                    <a:pt x="971" y="1060"/>
                    <a:pt x="971" y="1039"/>
                  </a:cubicBezTo>
                  <a:cubicBezTo>
                    <a:pt x="971" y="1039"/>
                    <a:pt x="1012" y="1039"/>
                    <a:pt x="1076" y="1103"/>
                  </a:cubicBezTo>
                  <a:cubicBezTo>
                    <a:pt x="1088" y="1114"/>
                    <a:pt x="1101" y="1118"/>
                    <a:pt x="1114" y="1118"/>
                  </a:cubicBezTo>
                  <a:cubicBezTo>
                    <a:pt x="1173" y="1118"/>
                    <a:pt x="1227" y="1024"/>
                    <a:pt x="1141" y="925"/>
                  </a:cubicBezTo>
                  <a:lnTo>
                    <a:pt x="1174" y="925"/>
                  </a:lnTo>
                  <a:cubicBezTo>
                    <a:pt x="1214" y="925"/>
                    <a:pt x="1214" y="868"/>
                    <a:pt x="1214" y="868"/>
                  </a:cubicBezTo>
                  <a:cubicBezTo>
                    <a:pt x="1214" y="803"/>
                    <a:pt x="1247" y="803"/>
                    <a:pt x="1279" y="803"/>
                  </a:cubicBezTo>
                  <a:lnTo>
                    <a:pt x="1279" y="925"/>
                  </a:lnTo>
                  <a:cubicBezTo>
                    <a:pt x="1260" y="1030"/>
                    <a:pt x="1275" y="1096"/>
                    <a:pt x="1296" y="1096"/>
                  </a:cubicBezTo>
                  <a:cubicBezTo>
                    <a:pt x="1312" y="1096"/>
                    <a:pt x="1331" y="1063"/>
                    <a:pt x="1344" y="990"/>
                  </a:cubicBezTo>
                  <a:lnTo>
                    <a:pt x="1344" y="1047"/>
                  </a:lnTo>
                  <a:cubicBezTo>
                    <a:pt x="1344" y="1075"/>
                    <a:pt x="1352" y="1089"/>
                    <a:pt x="1369" y="1089"/>
                  </a:cubicBezTo>
                  <a:cubicBezTo>
                    <a:pt x="1387" y="1089"/>
                    <a:pt x="1413" y="1075"/>
                    <a:pt x="1449" y="1047"/>
                  </a:cubicBezTo>
                  <a:cubicBezTo>
                    <a:pt x="1482" y="1047"/>
                    <a:pt x="1514" y="933"/>
                    <a:pt x="1514" y="868"/>
                  </a:cubicBezTo>
                  <a:cubicBezTo>
                    <a:pt x="1514" y="812"/>
                    <a:pt x="1547" y="812"/>
                    <a:pt x="1547" y="812"/>
                  </a:cubicBezTo>
                  <a:cubicBezTo>
                    <a:pt x="1579" y="812"/>
                    <a:pt x="1579" y="812"/>
                    <a:pt x="1579" y="868"/>
                  </a:cubicBezTo>
                  <a:cubicBezTo>
                    <a:pt x="1579" y="929"/>
                    <a:pt x="1595" y="959"/>
                    <a:pt x="1617" y="959"/>
                  </a:cubicBezTo>
                  <a:cubicBezTo>
                    <a:pt x="1638" y="959"/>
                    <a:pt x="1664" y="929"/>
                    <a:pt x="1685" y="868"/>
                  </a:cubicBezTo>
                  <a:lnTo>
                    <a:pt x="1685" y="933"/>
                  </a:lnTo>
                  <a:cubicBezTo>
                    <a:pt x="1685" y="973"/>
                    <a:pt x="1701" y="1017"/>
                    <a:pt x="1769" y="1017"/>
                  </a:cubicBezTo>
                  <a:cubicBezTo>
                    <a:pt x="1798" y="1017"/>
                    <a:pt x="1837" y="1009"/>
                    <a:pt x="1887" y="990"/>
                  </a:cubicBezTo>
                  <a:cubicBezTo>
                    <a:pt x="2017" y="998"/>
                    <a:pt x="2122" y="998"/>
                    <a:pt x="2114" y="1055"/>
                  </a:cubicBezTo>
                  <a:cubicBezTo>
                    <a:pt x="2114" y="1067"/>
                    <a:pt x="2119" y="1073"/>
                    <a:pt x="2128" y="1073"/>
                  </a:cubicBezTo>
                  <a:cubicBezTo>
                    <a:pt x="2165" y="1073"/>
                    <a:pt x="2265" y="975"/>
                    <a:pt x="2317" y="876"/>
                  </a:cubicBezTo>
                  <a:cubicBezTo>
                    <a:pt x="2317" y="941"/>
                    <a:pt x="2357" y="941"/>
                    <a:pt x="2422" y="941"/>
                  </a:cubicBezTo>
                  <a:cubicBezTo>
                    <a:pt x="2520" y="941"/>
                    <a:pt x="2520" y="941"/>
                    <a:pt x="2520" y="998"/>
                  </a:cubicBezTo>
                  <a:cubicBezTo>
                    <a:pt x="2503" y="1059"/>
                    <a:pt x="2495" y="1089"/>
                    <a:pt x="2499" y="1089"/>
                  </a:cubicBezTo>
                  <a:cubicBezTo>
                    <a:pt x="2503" y="1089"/>
                    <a:pt x="2520" y="1059"/>
                    <a:pt x="2552" y="998"/>
                  </a:cubicBezTo>
                  <a:cubicBezTo>
                    <a:pt x="2567" y="955"/>
                    <a:pt x="2591" y="937"/>
                    <a:pt x="2614" y="937"/>
                  </a:cubicBezTo>
                  <a:cubicBezTo>
                    <a:pt x="2652" y="937"/>
                    <a:pt x="2690" y="987"/>
                    <a:pt x="2690" y="1063"/>
                  </a:cubicBezTo>
                  <a:cubicBezTo>
                    <a:pt x="2690" y="1120"/>
                    <a:pt x="2722" y="1120"/>
                    <a:pt x="2787" y="1128"/>
                  </a:cubicBezTo>
                  <a:cubicBezTo>
                    <a:pt x="2828" y="1063"/>
                    <a:pt x="2893" y="1063"/>
                    <a:pt x="2957" y="1063"/>
                  </a:cubicBezTo>
                  <a:cubicBezTo>
                    <a:pt x="2979" y="1065"/>
                    <a:pt x="2996" y="1066"/>
                    <a:pt x="3010" y="1066"/>
                  </a:cubicBezTo>
                  <a:cubicBezTo>
                    <a:pt x="3063" y="1066"/>
                    <a:pt x="3063" y="1046"/>
                    <a:pt x="3063" y="949"/>
                  </a:cubicBezTo>
                  <a:cubicBezTo>
                    <a:pt x="3063" y="828"/>
                    <a:pt x="3095" y="828"/>
                    <a:pt x="3160" y="828"/>
                  </a:cubicBezTo>
                  <a:cubicBezTo>
                    <a:pt x="3193" y="828"/>
                    <a:pt x="3225" y="828"/>
                    <a:pt x="3225" y="893"/>
                  </a:cubicBezTo>
                  <a:cubicBezTo>
                    <a:pt x="3225" y="893"/>
                    <a:pt x="3257" y="949"/>
                    <a:pt x="3298" y="949"/>
                  </a:cubicBezTo>
                  <a:cubicBezTo>
                    <a:pt x="3330" y="949"/>
                    <a:pt x="3363" y="949"/>
                    <a:pt x="3363" y="1014"/>
                  </a:cubicBezTo>
                  <a:cubicBezTo>
                    <a:pt x="3379" y="1047"/>
                    <a:pt x="3420" y="1071"/>
                    <a:pt x="3460" y="1071"/>
                  </a:cubicBezTo>
                  <a:cubicBezTo>
                    <a:pt x="3533" y="1071"/>
                    <a:pt x="3598" y="1079"/>
                    <a:pt x="3598" y="1136"/>
                  </a:cubicBezTo>
                  <a:cubicBezTo>
                    <a:pt x="3630" y="1136"/>
                    <a:pt x="3630" y="1136"/>
                    <a:pt x="3630" y="1079"/>
                  </a:cubicBezTo>
                  <a:cubicBezTo>
                    <a:pt x="3630" y="1033"/>
                    <a:pt x="3647" y="991"/>
                    <a:pt x="3706" y="991"/>
                  </a:cubicBezTo>
                  <a:cubicBezTo>
                    <a:pt x="3730" y="991"/>
                    <a:pt x="3761" y="998"/>
                    <a:pt x="3801" y="1014"/>
                  </a:cubicBezTo>
                  <a:cubicBezTo>
                    <a:pt x="3818" y="1016"/>
                    <a:pt x="3837" y="1018"/>
                    <a:pt x="3856" y="1018"/>
                  </a:cubicBezTo>
                  <a:cubicBezTo>
                    <a:pt x="3910" y="1018"/>
                    <a:pt x="3963" y="1005"/>
                    <a:pt x="3963" y="957"/>
                  </a:cubicBezTo>
                  <a:cubicBezTo>
                    <a:pt x="4003" y="957"/>
                    <a:pt x="4003" y="957"/>
                    <a:pt x="4003" y="1022"/>
                  </a:cubicBezTo>
                  <a:cubicBezTo>
                    <a:pt x="4003" y="1083"/>
                    <a:pt x="4020" y="1114"/>
                    <a:pt x="4044" y="1114"/>
                  </a:cubicBezTo>
                  <a:cubicBezTo>
                    <a:pt x="4068" y="1114"/>
                    <a:pt x="4101" y="1083"/>
                    <a:pt x="4133" y="1022"/>
                  </a:cubicBezTo>
                  <a:cubicBezTo>
                    <a:pt x="4133" y="994"/>
                    <a:pt x="4141" y="980"/>
                    <a:pt x="4153" y="980"/>
                  </a:cubicBezTo>
                  <a:cubicBezTo>
                    <a:pt x="4165" y="980"/>
                    <a:pt x="4182" y="994"/>
                    <a:pt x="4198" y="1022"/>
                  </a:cubicBezTo>
                  <a:cubicBezTo>
                    <a:pt x="4198" y="1022"/>
                    <a:pt x="4238" y="1022"/>
                    <a:pt x="4271" y="966"/>
                  </a:cubicBezTo>
                  <a:cubicBezTo>
                    <a:pt x="4287" y="937"/>
                    <a:pt x="4295" y="923"/>
                    <a:pt x="4307" y="923"/>
                  </a:cubicBezTo>
                  <a:cubicBezTo>
                    <a:pt x="4320" y="923"/>
                    <a:pt x="4336" y="937"/>
                    <a:pt x="4368" y="966"/>
                  </a:cubicBezTo>
                  <a:cubicBezTo>
                    <a:pt x="4368" y="1022"/>
                    <a:pt x="4401" y="1022"/>
                    <a:pt x="4433" y="1030"/>
                  </a:cubicBezTo>
                  <a:cubicBezTo>
                    <a:pt x="4468" y="999"/>
                    <a:pt x="4572" y="985"/>
                    <a:pt x="4673" y="985"/>
                  </a:cubicBezTo>
                  <a:cubicBezTo>
                    <a:pt x="4781" y="985"/>
                    <a:pt x="4887" y="1001"/>
                    <a:pt x="4903" y="1030"/>
                  </a:cubicBezTo>
                  <a:cubicBezTo>
                    <a:pt x="4944" y="974"/>
                    <a:pt x="4944" y="974"/>
                    <a:pt x="4976" y="974"/>
                  </a:cubicBezTo>
                  <a:cubicBezTo>
                    <a:pt x="4989" y="1021"/>
                    <a:pt x="5001" y="1041"/>
                    <a:pt x="5012" y="1041"/>
                  </a:cubicBezTo>
                  <a:cubicBezTo>
                    <a:pt x="5029" y="1041"/>
                    <a:pt x="5041" y="991"/>
                    <a:pt x="5041" y="917"/>
                  </a:cubicBezTo>
                  <a:lnTo>
                    <a:pt x="4976" y="917"/>
                  </a:lnTo>
                  <a:cubicBezTo>
                    <a:pt x="4976" y="862"/>
                    <a:pt x="4996" y="832"/>
                    <a:pt x="5018" y="832"/>
                  </a:cubicBezTo>
                  <a:cubicBezTo>
                    <a:pt x="5044" y="832"/>
                    <a:pt x="5074" y="876"/>
                    <a:pt x="5074" y="974"/>
                  </a:cubicBezTo>
                  <a:cubicBezTo>
                    <a:pt x="5090" y="1034"/>
                    <a:pt x="5098" y="1065"/>
                    <a:pt x="5106" y="1065"/>
                  </a:cubicBezTo>
                  <a:cubicBezTo>
                    <a:pt x="5114" y="1065"/>
                    <a:pt x="5122" y="1034"/>
                    <a:pt x="5138" y="974"/>
                  </a:cubicBezTo>
                  <a:cubicBezTo>
                    <a:pt x="5158" y="918"/>
                    <a:pt x="5176" y="890"/>
                    <a:pt x="5193" y="890"/>
                  </a:cubicBezTo>
                  <a:cubicBezTo>
                    <a:pt x="5211" y="890"/>
                    <a:pt x="5227" y="920"/>
                    <a:pt x="5244" y="982"/>
                  </a:cubicBezTo>
                  <a:cubicBezTo>
                    <a:pt x="5244" y="1039"/>
                    <a:pt x="5244" y="1067"/>
                    <a:pt x="5248" y="1067"/>
                  </a:cubicBezTo>
                  <a:cubicBezTo>
                    <a:pt x="5252" y="1067"/>
                    <a:pt x="5260" y="1039"/>
                    <a:pt x="5276" y="982"/>
                  </a:cubicBezTo>
                  <a:cubicBezTo>
                    <a:pt x="5313" y="845"/>
                    <a:pt x="5362" y="767"/>
                    <a:pt x="5398" y="767"/>
                  </a:cubicBezTo>
                  <a:cubicBezTo>
                    <a:pt x="5426" y="767"/>
                    <a:pt x="5447" y="814"/>
                    <a:pt x="5447" y="917"/>
                  </a:cubicBezTo>
                  <a:cubicBezTo>
                    <a:pt x="5447" y="1039"/>
                    <a:pt x="5479" y="1103"/>
                    <a:pt x="5511" y="1103"/>
                  </a:cubicBezTo>
                  <a:cubicBezTo>
                    <a:pt x="5544" y="1103"/>
                    <a:pt x="5544" y="1039"/>
                    <a:pt x="5544" y="982"/>
                  </a:cubicBezTo>
                  <a:cubicBezTo>
                    <a:pt x="5528" y="921"/>
                    <a:pt x="5528" y="891"/>
                    <a:pt x="5540" y="891"/>
                  </a:cubicBezTo>
                  <a:cubicBezTo>
                    <a:pt x="5552" y="891"/>
                    <a:pt x="5576" y="921"/>
                    <a:pt x="5609" y="982"/>
                  </a:cubicBezTo>
                  <a:cubicBezTo>
                    <a:pt x="5667" y="1081"/>
                    <a:pt x="5713" y="1125"/>
                    <a:pt x="5761" y="1125"/>
                  </a:cubicBezTo>
                  <a:cubicBezTo>
                    <a:pt x="5799" y="1125"/>
                    <a:pt x="5838" y="1097"/>
                    <a:pt x="5884" y="1047"/>
                  </a:cubicBezTo>
                  <a:cubicBezTo>
                    <a:pt x="5948" y="987"/>
                    <a:pt x="6006" y="958"/>
                    <a:pt x="6036" y="958"/>
                  </a:cubicBezTo>
                  <a:cubicBezTo>
                    <a:pt x="6067" y="958"/>
                    <a:pt x="6068" y="989"/>
                    <a:pt x="6014" y="1047"/>
                  </a:cubicBezTo>
                  <a:cubicBezTo>
                    <a:pt x="5977" y="1117"/>
                    <a:pt x="5961" y="1147"/>
                    <a:pt x="5967" y="1147"/>
                  </a:cubicBezTo>
                  <a:cubicBezTo>
                    <a:pt x="5971" y="1147"/>
                    <a:pt x="5987" y="1131"/>
                    <a:pt x="6014" y="1103"/>
                  </a:cubicBezTo>
                  <a:lnTo>
                    <a:pt x="6184" y="1112"/>
                  </a:lnTo>
                  <a:cubicBezTo>
                    <a:pt x="6217" y="1112"/>
                    <a:pt x="6249" y="1055"/>
                    <a:pt x="6249" y="990"/>
                  </a:cubicBezTo>
                  <a:cubicBezTo>
                    <a:pt x="6269" y="1066"/>
                    <a:pt x="6305" y="1116"/>
                    <a:pt x="6345" y="1116"/>
                  </a:cubicBezTo>
                  <a:cubicBezTo>
                    <a:pt x="6369" y="1116"/>
                    <a:pt x="6395" y="1098"/>
                    <a:pt x="6419" y="1055"/>
                  </a:cubicBezTo>
                  <a:lnTo>
                    <a:pt x="6484" y="1055"/>
                  </a:lnTo>
                  <a:cubicBezTo>
                    <a:pt x="6517" y="1055"/>
                    <a:pt x="6517" y="1055"/>
                    <a:pt x="6549" y="998"/>
                  </a:cubicBezTo>
                  <a:cubicBezTo>
                    <a:pt x="6561" y="979"/>
                    <a:pt x="6573" y="971"/>
                    <a:pt x="6583" y="971"/>
                  </a:cubicBezTo>
                  <a:cubicBezTo>
                    <a:pt x="6609" y="971"/>
                    <a:pt x="6632" y="1015"/>
                    <a:pt x="6655" y="1055"/>
                  </a:cubicBezTo>
                  <a:cubicBezTo>
                    <a:pt x="6678" y="1101"/>
                    <a:pt x="6701" y="1143"/>
                    <a:pt x="6712" y="1143"/>
                  </a:cubicBezTo>
                  <a:cubicBezTo>
                    <a:pt x="6717" y="1143"/>
                    <a:pt x="6719" y="1136"/>
                    <a:pt x="6719" y="1120"/>
                  </a:cubicBezTo>
                  <a:cubicBezTo>
                    <a:pt x="6719" y="1055"/>
                    <a:pt x="6784" y="998"/>
                    <a:pt x="6825" y="941"/>
                  </a:cubicBezTo>
                  <a:cubicBezTo>
                    <a:pt x="6834" y="922"/>
                    <a:pt x="6844" y="914"/>
                    <a:pt x="6852" y="914"/>
                  </a:cubicBezTo>
                  <a:cubicBezTo>
                    <a:pt x="6871" y="914"/>
                    <a:pt x="6880" y="958"/>
                    <a:pt x="6857" y="998"/>
                  </a:cubicBezTo>
                  <a:cubicBezTo>
                    <a:pt x="6857" y="1063"/>
                    <a:pt x="6857" y="1063"/>
                    <a:pt x="6922" y="1120"/>
                  </a:cubicBezTo>
                  <a:cubicBezTo>
                    <a:pt x="6955" y="1120"/>
                    <a:pt x="7019" y="1120"/>
                    <a:pt x="7019" y="1063"/>
                  </a:cubicBezTo>
                  <a:cubicBezTo>
                    <a:pt x="7023" y="1032"/>
                    <a:pt x="7071" y="1017"/>
                    <a:pt x="7123" y="1017"/>
                  </a:cubicBezTo>
                  <a:cubicBezTo>
                    <a:pt x="7178" y="1017"/>
                    <a:pt x="7238" y="1034"/>
                    <a:pt x="7255" y="1063"/>
                  </a:cubicBezTo>
                  <a:lnTo>
                    <a:pt x="7328" y="1063"/>
                  </a:lnTo>
                  <a:cubicBezTo>
                    <a:pt x="7360" y="1063"/>
                    <a:pt x="7392" y="1006"/>
                    <a:pt x="7425" y="1006"/>
                  </a:cubicBezTo>
                  <a:cubicBezTo>
                    <a:pt x="7425" y="1006"/>
                    <a:pt x="7457" y="1006"/>
                    <a:pt x="7498" y="949"/>
                  </a:cubicBezTo>
                  <a:cubicBezTo>
                    <a:pt x="7530" y="949"/>
                    <a:pt x="7563" y="949"/>
                    <a:pt x="7563" y="1006"/>
                  </a:cubicBezTo>
                  <a:cubicBezTo>
                    <a:pt x="7579" y="949"/>
                    <a:pt x="7587" y="921"/>
                    <a:pt x="7595" y="921"/>
                  </a:cubicBezTo>
                  <a:cubicBezTo>
                    <a:pt x="7603" y="921"/>
                    <a:pt x="7611" y="949"/>
                    <a:pt x="7627" y="1006"/>
                  </a:cubicBezTo>
                  <a:cubicBezTo>
                    <a:pt x="7627" y="1067"/>
                    <a:pt x="7627" y="1097"/>
                    <a:pt x="7632" y="1097"/>
                  </a:cubicBezTo>
                  <a:cubicBezTo>
                    <a:pt x="7636" y="1097"/>
                    <a:pt x="7644" y="1067"/>
                    <a:pt x="7660" y="1006"/>
                  </a:cubicBezTo>
                  <a:cubicBezTo>
                    <a:pt x="7676" y="979"/>
                    <a:pt x="7684" y="964"/>
                    <a:pt x="7692" y="964"/>
                  </a:cubicBezTo>
                  <a:cubicBezTo>
                    <a:pt x="7702" y="964"/>
                    <a:pt x="7712" y="981"/>
                    <a:pt x="7733" y="1014"/>
                  </a:cubicBezTo>
                  <a:cubicBezTo>
                    <a:pt x="7733" y="1043"/>
                    <a:pt x="7741" y="1057"/>
                    <a:pt x="7749" y="1057"/>
                  </a:cubicBezTo>
                  <a:cubicBezTo>
                    <a:pt x="7757" y="1057"/>
                    <a:pt x="7765" y="1043"/>
                    <a:pt x="7765" y="1014"/>
                  </a:cubicBezTo>
                  <a:cubicBezTo>
                    <a:pt x="7786" y="938"/>
                    <a:pt x="7831" y="888"/>
                    <a:pt x="7862" y="888"/>
                  </a:cubicBezTo>
                  <a:cubicBezTo>
                    <a:pt x="7881" y="888"/>
                    <a:pt x="7895" y="907"/>
                    <a:pt x="7895" y="949"/>
                  </a:cubicBezTo>
                  <a:cubicBezTo>
                    <a:pt x="7895" y="949"/>
                    <a:pt x="7927" y="949"/>
                    <a:pt x="7968" y="893"/>
                  </a:cubicBezTo>
                  <a:cubicBezTo>
                    <a:pt x="7984" y="832"/>
                    <a:pt x="7992" y="801"/>
                    <a:pt x="7996" y="801"/>
                  </a:cubicBezTo>
                  <a:cubicBezTo>
                    <a:pt x="8000" y="801"/>
                    <a:pt x="8000" y="832"/>
                    <a:pt x="8000" y="893"/>
                  </a:cubicBezTo>
                  <a:cubicBezTo>
                    <a:pt x="8017" y="953"/>
                    <a:pt x="8033" y="984"/>
                    <a:pt x="8049" y="984"/>
                  </a:cubicBezTo>
                  <a:cubicBezTo>
                    <a:pt x="8065" y="984"/>
                    <a:pt x="8082" y="953"/>
                    <a:pt x="8098" y="893"/>
                  </a:cubicBezTo>
                  <a:cubicBezTo>
                    <a:pt x="8098" y="893"/>
                    <a:pt x="8112" y="867"/>
                    <a:pt x="8131" y="867"/>
                  </a:cubicBezTo>
                  <a:cubicBezTo>
                    <a:pt x="8141" y="867"/>
                    <a:pt x="8152" y="874"/>
                    <a:pt x="8163" y="893"/>
                  </a:cubicBezTo>
                  <a:cubicBezTo>
                    <a:pt x="8206" y="931"/>
                    <a:pt x="8294" y="969"/>
                    <a:pt x="8351" y="969"/>
                  </a:cubicBezTo>
                  <a:cubicBezTo>
                    <a:pt x="8390" y="969"/>
                    <a:pt x="8414" y="951"/>
                    <a:pt x="8398" y="901"/>
                  </a:cubicBezTo>
                  <a:lnTo>
                    <a:pt x="8471" y="901"/>
                  </a:lnTo>
                  <a:cubicBezTo>
                    <a:pt x="8503" y="929"/>
                    <a:pt x="8527" y="943"/>
                    <a:pt x="8548" y="943"/>
                  </a:cubicBezTo>
                  <a:cubicBezTo>
                    <a:pt x="8568" y="943"/>
                    <a:pt x="8584" y="929"/>
                    <a:pt x="8600" y="901"/>
                  </a:cubicBezTo>
                  <a:lnTo>
                    <a:pt x="8633" y="844"/>
                  </a:lnTo>
                  <a:cubicBezTo>
                    <a:pt x="8633" y="901"/>
                    <a:pt x="8673" y="966"/>
                    <a:pt x="8706" y="966"/>
                  </a:cubicBezTo>
                  <a:cubicBezTo>
                    <a:pt x="8738" y="966"/>
                    <a:pt x="8738" y="966"/>
                    <a:pt x="8738" y="901"/>
                  </a:cubicBezTo>
                  <a:cubicBezTo>
                    <a:pt x="8706" y="844"/>
                    <a:pt x="8738" y="844"/>
                    <a:pt x="8771" y="844"/>
                  </a:cubicBezTo>
                  <a:cubicBezTo>
                    <a:pt x="8803" y="844"/>
                    <a:pt x="8836" y="901"/>
                    <a:pt x="8836" y="966"/>
                  </a:cubicBezTo>
                  <a:lnTo>
                    <a:pt x="8868" y="966"/>
                  </a:lnTo>
                  <a:cubicBezTo>
                    <a:pt x="8868" y="895"/>
                    <a:pt x="8882" y="866"/>
                    <a:pt x="8893" y="866"/>
                  </a:cubicBezTo>
                  <a:cubicBezTo>
                    <a:pt x="8901" y="866"/>
                    <a:pt x="8909" y="881"/>
                    <a:pt x="8909" y="909"/>
                  </a:cubicBezTo>
                  <a:cubicBezTo>
                    <a:pt x="8923" y="944"/>
                    <a:pt x="8955" y="967"/>
                    <a:pt x="8990" y="967"/>
                  </a:cubicBezTo>
                  <a:cubicBezTo>
                    <a:pt x="8995" y="967"/>
                    <a:pt x="9001" y="967"/>
                    <a:pt x="9006" y="966"/>
                  </a:cubicBezTo>
                  <a:cubicBezTo>
                    <a:pt x="9006" y="947"/>
                    <a:pt x="9009" y="940"/>
                    <a:pt x="9013" y="940"/>
                  </a:cubicBezTo>
                  <a:cubicBezTo>
                    <a:pt x="9020" y="940"/>
                    <a:pt x="9027" y="966"/>
                    <a:pt x="9006" y="966"/>
                  </a:cubicBezTo>
                  <a:lnTo>
                    <a:pt x="9006" y="1022"/>
                  </a:lnTo>
                  <a:cubicBezTo>
                    <a:pt x="9015" y="1042"/>
                    <a:pt x="9022" y="1049"/>
                    <a:pt x="9027" y="1049"/>
                  </a:cubicBezTo>
                  <a:cubicBezTo>
                    <a:pt x="9038" y="1049"/>
                    <a:pt x="9038" y="1005"/>
                    <a:pt x="9038" y="966"/>
                  </a:cubicBezTo>
                  <a:lnTo>
                    <a:pt x="9103" y="966"/>
                  </a:lnTo>
                  <a:cubicBezTo>
                    <a:pt x="9144" y="966"/>
                    <a:pt x="9176" y="966"/>
                    <a:pt x="9144" y="909"/>
                  </a:cubicBezTo>
                  <a:cubicBezTo>
                    <a:pt x="9144" y="844"/>
                    <a:pt x="9144" y="787"/>
                    <a:pt x="9176" y="787"/>
                  </a:cubicBezTo>
                  <a:cubicBezTo>
                    <a:pt x="9176" y="768"/>
                    <a:pt x="9180" y="762"/>
                    <a:pt x="9183" y="762"/>
                  </a:cubicBezTo>
                  <a:cubicBezTo>
                    <a:pt x="9190" y="762"/>
                    <a:pt x="9198" y="787"/>
                    <a:pt x="9176" y="787"/>
                  </a:cubicBezTo>
                  <a:cubicBezTo>
                    <a:pt x="9176" y="852"/>
                    <a:pt x="9176" y="909"/>
                    <a:pt x="9209" y="909"/>
                  </a:cubicBezTo>
                  <a:cubicBezTo>
                    <a:pt x="9241" y="909"/>
                    <a:pt x="9241" y="966"/>
                    <a:pt x="9241" y="966"/>
                  </a:cubicBezTo>
                  <a:cubicBezTo>
                    <a:pt x="9227" y="1019"/>
                    <a:pt x="9243" y="1038"/>
                    <a:pt x="9270" y="1038"/>
                  </a:cubicBezTo>
                  <a:cubicBezTo>
                    <a:pt x="9305" y="1038"/>
                    <a:pt x="9356" y="1006"/>
                    <a:pt x="9379" y="974"/>
                  </a:cubicBezTo>
                  <a:cubicBezTo>
                    <a:pt x="9411" y="913"/>
                    <a:pt x="9436" y="882"/>
                    <a:pt x="9452" y="882"/>
                  </a:cubicBezTo>
                  <a:cubicBezTo>
                    <a:pt x="9468" y="882"/>
                    <a:pt x="9476" y="913"/>
                    <a:pt x="9476" y="974"/>
                  </a:cubicBezTo>
                  <a:cubicBezTo>
                    <a:pt x="9476" y="1008"/>
                    <a:pt x="9481" y="1023"/>
                    <a:pt x="9489" y="1023"/>
                  </a:cubicBezTo>
                  <a:cubicBezTo>
                    <a:pt x="9510" y="1023"/>
                    <a:pt x="9552" y="924"/>
                    <a:pt x="9581" y="795"/>
                  </a:cubicBezTo>
                  <a:lnTo>
                    <a:pt x="9614" y="617"/>
                  </a:lnTo>
                  <a:lnTo>
                    <a:pt x="9614" y="795"/>
                  </a:lnTo>
                  <a:cubicBezTo>
                    <a:pt x="9633" y="934"/>
                    <a:pt x="9641" y="991"/>
                    <a:pt x="9664" y="991"/>
                  </a:cubicBezTo>
                  <a:cubicBezTo>
                    <a:pt x="9680" y="991"/>
                    <a:pt x="9704" y="963"/>
                    <a:pt x="9744" y="917"/>
                  </a:cubicBezTo>
                  <a:cubicBezTo>
                    <a:pt x="9776" y="889"/>
                    <a:pt x="9792" y="874"/>
                    <a:pt x="9800" y="874"/>
                  </a:cubicBezTo>
                  <a:cubicBezTo>
                    <a:pt x="9808" y="874"/>
                    <a:pt x="9808" y="889"/>
                    <a:pt x="9808" y="917"/>
                  </a:cubicBezTo>
                  <a:cubicBezTo>
                    <a:pt x="9808" y="974"/>
                    <a:pt x="9849" y="974"/>
                    <a:pt x="9946" y="982"/>
                  </a:cubicBezTo>
                  <a:cubicBezTo>
                    <a:pt x="10044" y="982"/>
                    <a:pt x="10084" y="982"/>
                    <a:pt x="10084" y="917"/>
                  </a:cubicBezTo>
                  <a:lnTo>
                    <a:pt x="10149" y="925"/>
                  </a:lnTo>
                  <a:cubicBezTo>
                    <a:pt x="10161" y="968"/>
                    <a:pt x="10178" y="986"/>
                    <a:pt x="10193" y="986"/>
                  </a:cubicBezTo>
                  <a:cubicBezTo>
                    <a:pt x="10217" y="986"/>
                    <a:pt x="10234" y="936"/>
                    <a:pt x="10214" y="860"/>
                  </a:cubicBezTo>
                  <a:lnTo>
                    <a:pt x="10279" y="860"/>
                  </a:lnTo>
                  <a:lnTo>
                    <a:pt x="10279" y="925"/>
                  </a:lnTo>
                  <a:cubicBezTo>
                    <a:pt x="10279" y="982"/>
                    <a:pt x="10352" y="982"/>
                    <a:pt x="10619" y="990"/>
                  </a:cubicBezTo>
                  <a:cubicBezTo>
                    <a:pt x="10919" y="990"/>
                    <a:pt x="10952" y="990"/>
                    <a:pt x="10952" y="868"/>
                  </a:cubicBezTo>
                  <a:cubicBezTo>
                    <a:pt x="10972" y="812"/>
                    <a:pt x="10990" y="784"/>
                    <a:pt x="11003" y="784"/>
                  </a:cubicBezTo>
                  <a:cubicBezTo>
                    <a:pt x="11016" y="784"/>
                    <a:pt x="11025" y="815"/>
                    <a:pt x="11025" y="876"/>
                  </a:cubicBezTo>
                  <a:cubicBezTo>
                    <a:pt x="11025" y="917"/>
                    <a:pt x="11041" y="957"/>
                    <a:pt x="11050" y="957"/>
                  </a:cubicBezTo>
                  <a:cubicBezTo>
                    <a:pt x="11054" y="957"/>
                    <a:pt x="11057" y="950"/>
                    <a:pt x="11057" y="933"/>
                  </a:cubicBezTo>
                  <a:cubicBezTo>
                    <a:pt x="11098" y="933"/>
                    <a:pt x="11138" y="957"/>
                    <a:pt x="11154" y="998"/>
                  </a:cubicBezTo>
                  <a:cubicBezTo>
                    <a:pt x="11199" y="1046"/>
                    <a:pt x="11230" y="1064"/>
                    <a:pt x="11252" y="1064"/>
                  </a:cubicBezTo>
                  <a:cubicBezTo>
                    <a:pt x="11281" y="1064"/>
                    <a:pt x="11292" y="1031"/>
                    <a:pt x="11292" y="998"/>
                  </a:cubicBezTo>
                  <a:cubicBezTo>
                    <a:pt x="11278" y="946"/>
                    <a:pt x="11276" y="927"/>
                    <a:pt x="11281" y="927"/>
                  </a:cubicBezTo>
                  <a:cubicBezTo>
                    <a:pt x="11288" y="927"/>
                    <a:pt x="11306" y="961"/>
                    <a:pt x="11325" y="998"/>
                  </a:cubicBezTo>
                  <a:cubicBezTo>
                    <a:pt x="11347" y="1038"/>
                    <a:pt x="11370" y="1082"/>
                    <a:pt x="11382" y="1082"/>
                  </a:cubicBezTo>
                  <a:cubicBezTo>
                    <a:pt x="11387" y="1082"/>
                    <a:pt x="11390" y="1074"/>
                    <a:pt x="11390" y="1055"/>
                  </a:cubicBezTo>
                  <a:cubicBezTo>
                    <a:pt x="11408" y="1023"/>
                    <a:pt x="11480" y="991"/>
                    <a:pt x="11540" y="991"/>
                  </a:cubicBezTo>
                  <a:cubicBezTo>
                    <a:pt x="11586" y="991"/>
                    <a:pt x="11625" y="1010"/>
                    <a:pt x="11625" y="1063"/>
                  </a:cubicBezTo>
                  <a:lnTo>
                    <a:pt x="11689" y="1063"/>
                  </a:lnTo>
                  <a:cubicBezTo>
                    <a:pt x="11689" y="1015"/>
                    <a:pt x="11729" y="1002"/>
                    <a:pt x="11776" y="1002"/>
                  </a:cubicBezTo>
                  <a:cubicBezTo>
                    <a:pt x="11793" y="1002"/>
                    <a:pt x="11810" y="1004"/>
                    <a:pt x="11827" y="1006"/>
                  </a:cubicBezTo>
                  <a:cubicBezTo>
                    <a:pt x="11892" y="1006"/>
                    <a:pt x="11925" y="1006"/>
                    <a:pt x="11925" y="1063"/>
                  </a:cubicBezTo>
                  <a:cubicBezTo>
                    <a:pt x="11908" y="1091"/>
                    <a:pt x="11908" y="1105"/>
                    <a:pt x="11922" y="1105"/>
                  </a:cubicBezTo>
                  <a:cubicBezTo>
                    <a:pt x="11935" y="1105"/>
                    <a:pt x="11961" y="1091"/>
                    <a:pt x="11998" y="1063"/>
                  </a:cubicBezTo>
                  <a:cubicBezTo>
                    <a:pt x="12030" y="1063"/>
                    <a:pt x="12062" y="949"/>
                    <a:pt x="12095" y="949"/>
                  </a:cubicBezTo>
                  <a:cubicBezTo>
                    <a:pt x="12095" y="884"/>
                    <a:pt x="12127" y="828"/>
                    <a:pt x="12168" y="828"/>
                  </a:cubicBezTo>
                  <a:lnTo>
                    <a:pt x="12168" y="884"/>
                  </a:lnTo>
                  <a:lnTo>
                    <a:pt x="12168" y="1006"/>
                  </a:lnTo>
                  <a:cubicBezTo>
                    <a:pt x="12200" y="1006"/>
                    <a:pt x="12233" y="1006"/>
                    <a:pt x="12233" y="949"/>
                  </a:cubicBezTo>
                  <a:cubicBezTo>
                    <a:pt x="12265" y="1006"/>
                    <a:pt x="12298" y="1006"/>
                    <a:pt x="12362" y="1006"/>
                  </a:cubicBezTo>
                  <a:cubicBezTo>
                    <a:pt x="12381" y="1008"/>
                    <a:pt x="12400" y="1010"/>
                    <a:pt x="12418" y="1010"/>
                  </a:cubicBezTo>
                  <a:cubicBezTo>
                    <a:pt x="12467" y="1010"/>
                    <a:pt x="12509" y="997"/>
                    <a:pt x="12533" y="949"/>
                  </a:cubicBezTo>
                  <a:cubicBezTo>
                    <a:pt x="12557" y="1011"/>
                    <a:pt x="12614" y="1042"/>
                    <a:pt x="12669" y="1042"/>
                  </a:cubicBezTo>
                  <a:cubicBezTo>
                    <a:pt x="12723" y="1042"/>
                    <a:pt x="12776" y="1013"/>
                    <a:pt x="12800" y="957"/>
                  </a:cubicBezTo>
                  <a:cubicBezTo>
                    <a:pt x="12800" y="925"/>
                    <a:pt x="12808" y="909"/>
                    <a:pt x="12822" y="909"/>
                  </a:cubicBezTo>
                  <a:cubicBezTo>
                    <a:pt x="12835" y="909"/>
                    <a:pt x="12853" y="925"/>
                    <a:pt x="12873" y="957"/>
                  </a:cubicBezTo>
                  <a:cubicBezTo>
                    <a:pt x="12889" y="986"/>
                    <a:pt x="12898" y="1000"/>
                    <a:pt x="12906" y="1000"/>
                  </a:cubicBezTo>
                  <a:cubicBezTo>
                    <a:pt x="12914" y="1000"/>
                    <a:pt x="12922" y="986"/>
                    <a:pt x="12938" y="957"/>
                  </a:cubicBezTo>
                  <a:cubicBezTo>
                    <a:pt x="12948" y="941"/>
                    <a:pt x="12957" y="934"/>
                    <a:pt x="12967" y="934"/>
                  </a:cubicBezTo>
                  <a:cubicBezTo>
                    <a:pt x="12990" y="934"/>
                    <a:pt x="13012" y="974"/>
                    <a:pt x="13035" y="1014"/>
                  </a:cubicBezTo>
                  <a:cubicBezTo>
                    <a:pt x="13055" y="1086"/>
                    <a:pt x="13074" y="1116"/>
                    <a:pt x="13095" y="1116"/>
                  </a:cubicBezTo>
                  <a:cubicBezTo>
                    <a:pt x="13109" y="1116"/>
                    <a:pt x="13124" y="1102"/>
                    <a:pt x="13141" y="1079"/>
                  </a:cubicBezTo>
                  <a:cubicBezTo>
                    <a:pt x="13176" y="1044"/>
                    <a:pt x="13230" y="1021"/>
                    <a:pt x="13281" y="1021"/>
                  </a:cubicBezTo>
                  <a:cubicBezTo>
                    <a:pt x="13288" y="1021"/>
                    <a:pt x="13296" y="1021"/>
                    <a:pt x="13303" y="1022"/>
                  </a:cubicBezTo>
                  <a:cubicBezTo>
                    <a:pt x="13376" y="966"/>
                    <a:pt x="13408" y="966"/>
                    <a:pt x="13376" y="901"/>
                  </a:cubicBezTo>
                  <a:cubicBezTo>
                    <a:pt x="13376" y="860"/>
                    <a:pt x="13384" y="820"/>
                    <a:pt x="13408" y="787"/>
                  </a:cubicBezTo>
                  <a:cubicBezTo>
                    <a:pt x="13430" y="766"/>
                    <a:pt x="13444" y="758"/>
                    <a:pt x="13453" y="758"/>
                  </a:cubicBezTo>
                  <a:cubicBezTo>
                    <a:pt x="13470" y="758"/>
                    <a:pt x="13462" y="787"/>
                    <a:pt x="13441" y="787"/>
                  </a:cubicBezTo>
                  <a:cubicBezTo>
                    <a:pt x="13376" y="844"/>
                    <a:pt x="13408" y="844"/>
                    <a:pt x="13441" y="901"/>
                  </a:cubicBezTo>
                  <a:cubicBezTo>
                    <a:pt x="13469" y="943"/>
                    <a:pt x="13510" y="967"/>
                    <a:pt x="13557" y="967"/>
                  </a:cubicBezTo>
                  <a:cubicBezTo>
                    <a:pt x="13564" y="967"/>
                    <a:pt x="13571" y="967"/>
                    <a:pt x="13579" y="966"/>
                  </a:cubicBezTo>
                  <a:lnTo>
                    <a:pt x="13708" y="966"/>
                  </a:lnTo>
                  <a:cubicBezTo>
                    <a:pt x="13761" y="998"/>
                    <a:pt x="13795" y="1014"/>
                    <a:pt x="13817" y="1014"/>
                  </a:cubicBezTo>
                  <a:cubicBezTo>
                    <a:pt x="13838" y="1014"/>
                    <a:pt x="13846" y="998"/>
                    <a:pt x="13846" y="966"/>
                  </a:cubicBezTo>
                  <a:lnTo>
                    <a:pt x="13846" y="909"/>
                  </a:lnTo>
                  <a:cubicBezTo>
                    <a:pt x="13863" y="971"/>
                    <a:pt x="13965" y="1001"/>
                    <a:pt x="14067" y="1001"/>
                  </a:cubicBezTo>
                  <a:cubicBezTo>
                    <a:pt x="14166" y="1001"/>
                    <a:pt x="14264" y="973"/>
                    <a:pt x="14284" y="917"/>
                  </a:cubicBezTo>
                  <a:lnTo>
                    <a:pt x="14284" y="974"/>
                  </a:lnTo>
                  <a:cubicBezTo>
                    <a:pt x="14284" y="1030"/>
                    <a:pt x="14316" y="1030"/>
                    <a:pt x="14381" y="1039"/>
                  </a:cubicBezTo>
                  <a:cubicBezTo>
                    <a:pt x="14470" y="1006"/>
                    <a:pt x="14560" y="990"/>
                    <a:pt x="14649" y="982"/>
                  </a:cubicBezTo>
                  <a:cubicBezTo>
                    <a:pt x="14787" y="982"/>
                    <a:pt x="14884" y="982"/>
                    <a:pt x="14884" y="925"/>
                  </a:cubicBezTo>
                  <a:cubicBezTo>
                    <a:pt x="14916" y="925"/>
                    <a:pt x="14916" y="925"/>
                    <a:pt x="14916" y="982"/>
                  </a:cubicBezTo>
                  <a:cubicBezTo>
                    <a:pt x="14884" y="1039"/>
                    <a:pt x="14916" y="1039"/>
                    <a:pt x="14949" y="1047"/>
                  </a:cubicBezTo>
                  <a:cubicBezTo>
                    <a:pt x="14989" y="1047"/>
                    <a:pt x="14989" y="982"/>
                    <a:pt x="14989" y="925"/>
                  </a:cubicBezTo>
                  <a:cubicBezTo>
                    <a:pt x="14989" y="894"/>
                    <a:pt x="14997" y="879"/>
                    <a:pt x="15012" y="879"/>
                  </a:cubicBezTo>
                  <a:cubicBezTo>
                    <a:pt x="15028" y="879"/>
                    <a:pt x="15053" y="896"/>
                    <a:pt x="15087" y="925"/>
                  </a:cubicBezTo>
                  <a:cubicBezTo>
                    <a:pt x="15127" y="957"/>
                    <a:pt x="15174" y="974"/>
                    <a:pt x="15220" y="974"/>
                  </a:cubicBezTo>
                  <a:cubicBezTo>
                    <a:pt x="15267" y="974"/>
                    <a:pt x="15314" y="957"/>
                    <a:pt x="15354" y="925"/>
                  </a:cubicBezTo>
                  <a:cubicBezTo>
                    <a:pt x="15387" y="925"/>
                    <a:pt x="15419" y="933"/>
                    <a:pt x="15419" y="990"/>
                  </a:cubicBezTo>
                  <a:cubicBezTo>
                    <a:pt x="15443" y="1023"/>
                    <a:pt x="15475" y="1059"/>
                    <a:pt x="15510" y="1059"/>
                  </a:cubicBezTo>
                  <a:cubicBezTo>
                    <a:pt x="15535" y="1059"/>
                    <a:pt x="15562" y="1041"/>
                    <a:pt x="15589" y="990"/>
                  </a:cubicBezTo>
                  <a:cubicBezTo>
                    <a:pt x="15622" y="990"/>
                    <a:pt x="15622" y="990"/>
                    <a:pt x="15622" y="1055"/>
                  </a:cubicBezTo>
                  <a:cubicBezTo>
                    <a:pt x="15640" y="1088"/>
                    <a:pt x="15648" y="1120"/>
                    <a:pt x="15660" y="1120"/>
                  </a:cubicBezTo>
                  <a:cubicBezTo>
                    <a:pt x="15668" y="1120"/>
                    <a:pt x="15678" y="1103"/>
                    <a:pt x="15695" y="1055"/>
                  </a:cubicBezTo>
                  <a:cubicBezTo>
                    <a:pt x="15726" y="1023"/>
                    <a:pt x="15765" y="1009"/>
                    <a:pt x="15805" y="1009"/>
                  </a:cubicBezTo>
                  <a:cubicBezTo>
                    <a:pt x="15848" y="1009"/>
                    <a:pt x="15892" y="1025"/>
                    <a:pt x="15930" y="1055"/>
                  </a:cubicBezTo>
                  <a:cubicBezTo>
                    <a:pt x="15962" y="1055"/>
                    <a:pt x="15995" y="1055"/>
                    <a:pt x="15995" y="998"/>
                  </a:cubicBezTo>
                  <a:cubicBezTo>
                    <a:pt x="15995" y="973"/>
                    <a:pt x="15995" y="950"/>
                    <a:pt x="15995" y="933"/>
                  </a:cubicBezTo>
                  <a:cubicBezTo>
                    <a:pt x="16011" y="995"/>
                    <a:pt x="16019" y="1025"/>
                    <a:pt x="16028" y="1025"/>
                  </a:cubicBezTo>
                  <a:cubicBezTo>
                    <a:pt x="16036" y="1025"/>
                    <a:pt x="16044" y="997"/>
                    <a:pt x="16060" y="941"/>
                  </a:cubicBezTo>
                  <a:cubicBezTo>
                    <a:pt x="16060" y="909"/>
                    <a:pt x="16068" y="893"/>
                    <a:pt x="16076" y="893"/>
                  </a:cubicBezTo>
                  <a:cubicBezTo>
                    <a:pt x="16084" y="893"/>
                    <a:pt x="16092" y="909"/>
                    <a:pt x="16092" y="941"/>
                  </a:cubicBezTo>
                  <a:cubicBezTo>
                    <a:pt x="16124" y="998"/>
                    <a:pt x="16165" y="998"/>
                    <a:pt x="16165" y="998"/>
                  </a:cubicBezTo>
                  <a:cubicBezTo>
                    <a:pt x="16287" y="966"/>
                    <a:pt x="16408" y="949"/>
                    <a:pt x="16530" y="941"/>
                  </a:cubicBezTo>
                  <a:cubicBezTo>
                    <a:pt x="16603" y="943"/>
                    <a:pt x="16664" y="945"/>
                    <a:pt x="16715" y="945"/>
                  </a:cubicBezTo>
                  <a:cubicBezTo>
                    <a:pt x="16847" y="945"/>
                    <a:pt x="16903" y="934"/>
                    <a:pt x="16903" y="893"/>
                  </a:cubicBezTo>
                  <a:cubicBezTo>
                    <a:pt x="16919" y="860"/>
                    <a:pt x="16927" y="844"/>
                    <a:pt x="16935" y="844"/>
                  </a:cubicBezTo>
                  <a:cubicBezTo>
                    <a:pt x="16943" y="844"/>
                    <a:pt x="16951" y="860"/>
                    <a:pt x="16968" y="893"/>
                  </a:cubicBezTo>
                  <a:cubicBezTo>
                    <a:pt x="16982" y="928"/>
                    <a:pt x="17014" y="951"/>
                    <a:pt x="17049" y="951"/>
                  </a:cubicBezTo>
                  <a:cubicBezTo>
                    <a:pt x="17054" y="951"/>
                    <a:pt x="17060" y="950"/>
                    <a:pt x="17065" y="949"/>
                  </a:cubicBezTo>
                  <a:cubicBezTo>
                    <a:pt x="17105" y="949"/>
                    <a:pt x="17138" y="949"/>
                    <a:pt x="17138" y="1014"/>
                  </a:cubicBezTo>
                  <a:cubicBezTo>
                    <a:pt x="17170" y="949"/>
                    <a:pt x="17170" y="949"/>
                    <a:pt x="17203" y="949"/>
                  </a:cubicBezTo>
                  <a:cubicBezTo>
                    <a:pt x="17203" y="983"/>
                    <a:pt x="17211" y="999"/>
                    <a:pt x="17224" y="999"/>
                  </a:cubicBezTo>
                  <a:cubicBezTo>
                    <a:pt x="17236" y="999"/>
                    <a:pt x="17252" y="985"/>
                    <a:pt x="17268" y="957"/>
                  </a:cubicBezTo>
                  <a:cubicBezTo>
                    <a:pt x="17288" y="897"/>
                    <a:pt x="17298" y="866"/>
                    <a:pt x="17302" y="866"/>
                  </a:cubicBezTo>
                  <a:lnTo>
                    <a:pt x="17302" y="866"/>
                  </a:lnTo>
                  <a:cubicBezTo>
                    <a:pt x="17306" y="866"/>
                    <a:pt x="17304" y="897"/>
                    <a:pt x="17300" y="957"/>
                  </a:cubicBezTo>
                  <a:cubicBezTo>
                    <a:pt x="17300" y="998"/>
                    <a:pt x="17353" y="1038"/>
                    <a:pt x="17372" y="1038"/>
                  </a:cubicBezTo>
                  <a:cubicBezTo>
                    <a:pt x="17380" y="1038"/>
                    <a:pt x="17383" y="1031"/>
                    <a:pt x="17373" y="1014"/>
                  </a:cubicBezTo>
                  <a:cubicBezTo>
                    <a:pt x="17373" y="957"/>
                    <a:pt x="17438" y="957"/>
                    <a:pt x="17470" y="893"/>
                  </a:cubicBezTo>
                  <a:cubicBezTo>
                    <a:pt x="17503" y="893"/>
                    <a:pt x="17535" y="901"/>
                    <a:pt x="17535" y="957"/>
                  </a:cubicBezTo>
                  <a:cubicBezTo>
                    <a:pt x="17547" y="974"/>
                    <a:pt x="17569" y="981"/>
                    <a:pt x="17596" y="981"/>
                  </a:cubicBezTo>
                  <a:cubicBezTo>
                    <a:pt x="17660" y="981"/>
                    <a:pt x="17747" y="941"/>
                    <a:pt x="17770" y="901"/>
                  </a:cubicBezTo>
                  <a:cubicBezTo>
                    <a:pt x="17770" y="872"/>
                    <a:pt x="17780" y="858"/>
                    <a:pt x="17791" y="858"/>
                  </a:cubicBezTo>
                  <a:cubicBezTo>
                    <a:pt x="17801" y="858"/>
                    <a:pt x="17811" y="872"/>
                    <a:pt x="17811" y="901"/>
                  </a:cubicBezTo>
                  <a:cubicBezTo>
                    <a:pt x="17811" y="957"/>
                    <a:pt x="17843" y="957"/>
                    <a:pt x="17876" y="957"/>
                  </a:cubicBezTo>
                  <a:cubicBezTo>
                    <a:pt x="17885" y="941"/>
                    <a:pt x="17892" y="934"/>
                    <a:pt x="17896" y="934"/>
                  </a:cubicBezTo>
                  <a:cubicBezTo>
                    <a:pt x="17908" y="934"/>
                    <a:pt x="17908" y="976"/>
                    <a:pt x="17908" y="1022"/>
                  </a:cubicBezTo>
                  <a:cubicBezTo>
                    <a:pt x="17876" y="1079"/>
                    <a:pt x="17908" y="1079"/>
                    <a:pt x="17973" y="1079"/>
                  </a:cubicBezTo>
                  <a:cubicBezTo>
                    <a:pt x="17997" y="1038"/>
                    <a:pt x="18076" y="1027"/>
                    <a:pt x="18154" y="1027"/>
                  </a:cubicBezTo>
                  <a:cubicBezTo>
                    <a:pt x="18184" y="1027"/>
                    <a:pt x="18214" y="1028"/>
                    <a:pt x="18241" y="1030"/>
                  </a:cubicBezTo>
                  <a:cubicBezTo>
                    <a:pt x="18411" y="1030"/>
                    <a:pt x="18443" y="966"/>
                    <a:pt x="18516" y="852"/>
                  </a:cubicBezTo>
                  <a:lnTo>
                    <a:pt x="18549" y="730"/>
                  </a:lnTo>
                  <a:lnTo>
                    <a:pt x="18549" y="852"/>
                  </a:lnTo>
                  <a:cubicBezTo>
                    <a:pt x="18557" y="909"/>
                    <a:pt x="18565" y="974"/>
                    <a:pt x="18581" y="1030"/>
                  </a:cubicBezTo>
                  <a:cubicBezTo>
                    <a:pt x="18614" y="1030"/>
                    <a:pt x="18614" y="974"/>
                    <a:pt x="18614" y="909"/>
                  </a:cubicBezTo>
                  <a:cubicBezTo>
                    <a:pt x="18614" y="881"/>
                    <a:pt x="18621" y="867"/>
                    <a:pt x="18637" y="867"/>
                  </a:cubicBezTo>
                  <a:cubicBezTo>
                    <a:pt x="18654" y="867"/>
                    <a:pt x="18681" y="883"/>
                    <a:pt x="18719" y="917"/>
                  </a:cubicBezTo>
                  <a:cubicBezTo>
                    <a:pt x="18751" y="945"/>
                    <a:pt x="18776" y="959"/>
                    <a:pt x="18796" y="959"/>
                  </a:cubicBezTo>
                  <a:cubicBezTo>
                    <a:pt x="18816" y="959"/>
                    <a:pt x="18832" y="945"/>
                    <a:pt x="18849" y="917"/>
                  </a:cubicBezTo>
                  <a:cubicBezTo>
                    <a:pt x="18854" y="916"/>
                    <a:pt x="18859" y="915"/>
                    <a:pt x="18865" y="915"/>
                  </a:cubicBezTo>
                  <a:cubicBezTo>
                    <a:pt x="18901" y="915"/>
                    <a:pt x="18940" y="938"/>
                    <a:pt x="18954" y="974"/>
                  </a:cubicBezTo>
                  <a:cubicBezTo>
                    <a:pt x="18986" y="974"/>
                    <a:pt x="18986" y="974"/>
                    <a:pt x="18986" y="917"/>
                  </a:cubicBezTo>
                  <a:cubicBezTo>
                    <a:pt x="18986" y="889"/>
                    <a:pt x="18995" y="874"/>
                    <a:pt x="19007" y="874"/>
                  </a:cubicBezTo>
                  <a:cubicBezTo>
                    <a:pt x="19019" y="874"/>
                    <a:pt x="19035" y="889"/>
                    <a:pt x="19051" y="917"/>
                  </a:cubicBezTo>
                  <a:cubicBezTo>
                    <a:pt x="19071" y="989"/>
                    <a:pt x="19113" y="1018"/>
                    <a:pt x="19146" y="1018"/>
                  </a:cubicBezTo>
                  <a:cubicBezTo>
                    <a:pt x="19168" y="1018"/>
                    <a:pt x="19186" y="1005"/>
                    <a:pt x="19189" y="982"/>
                  </a:cubicBezTo>
                  <a:cubicBezTo>
                    <a:pt x="19189" y="917"/>
                    <a:pt x="19222" y="917"/>
                    <a:pt x="19254" y="917"/>
                  </a:cubicBezTo>
                  <a:cubicBezTo>
                    <a:pt x="19259" y="918"/>
                    <a:pt x="19265" y="918"/>
                    <a:pt x="19270" y="918"/>
                  </a:cubicBezTo>
                  <a:cubicBezTo>
                    <a:pt x="19305" y="918"/>
                    <a:pt x="19337" y="895"/>
                    <a:pt x="19351" y="860"/>
                  </a:cubicBezTo>
                  <a:lnTo>
                    <a:pt x="19424" y="860"/>
                  </a:lnTo>
                  <a:cubicBezTo>
                    <a:pt x="19457" y="860"/>
                    <a:pt x="19424" y="925"/>
                    <a:pt x="19384" y="925"/>
                  </a:cubicBezTo>
                  <a:lnTo>
                    <a:pt x="19424" y="982"/>
                  </a:lnTo>
                  <a:cubicBezTo>
                    <a:pt x="19489" y="982"/>
                    <a:pt x="19522" y="982"/>
                    <a:pt x="19554" y="925"/>
                  </a:cubicBezTo>
                  <a:cubicBezTo>
                    <a:pt x="19570" y="864"/>
                    <a:pt x="19578" y="834"/>
                    <a:pt x="19582" y="834"/>
                  </a:cubicBezTo>
                  <a:cubicBezTo>
                    <a:pt x="19586" y="834"/>
                    <a:pt x="19586" y="864"/>
                    <a:pt x="19586" y="925"/>
                  </a:cubicBezTo>
                  <a:cubicBezTo>
                    <a:pt x="19586" y="965"/>
                    <a:pt x="19602" y="1009"/>
                    <a:pt x="19626" y="1009"/>
                  </a:cubicBezTo>
                  <a:cubicBezTo>
                    <a:pt x="19636" y="1009"/>
                    <a:pt x="19647" y="1001"/>
                    <a:pt x="19659" y="982"/>
                  </a:cubicBezTo>
                  <a:cubicBezTo>
                    <a:pt x="19673" y="935"/>
                    <a:pt x="19686" y="917"/>
                    <a:pt x="19698" y="917"/>
                  </a:cubicBezTo>
                  <a:cubicBezTo>
                    <a:pt x="19713" y="917"/>
                    <a:pt x="19724" y="952"/>
                    <a:pt x="19724" y="990"/>
                  </a:cubicBezTo>
                  <a:cubicBezTo>
                    <a:pt x="19708" y="1047"/>
                    <a:pt x="19700" y="1075"/>
                    <a:pt x="19712" y="1075"/>
                  </a:cubicBezTo>
                  <a:cubicBezTo>
                    <a:pt x="19724" y="1075"/>
                    <a:pt x="19757" y="1047"/>
                    <a:pt x="19822" y="990"/>
                  </a:cubicBezTo>
                  <a:cubicBezTo>
                    <a:pt x="19895" y="990"/>
                    <a:pt x="20024" y="933"/>
                    <a:pt x="20130" y="933"/>
                  </a:cubicBezTo>
                  <a:cubicBezTo>
                    <a:pt x="20259" y="933"/>
                    <a:pt x="20332" y="933"/>
                    <a:pt x="20365" y="998"/>
                  </a:cubicBezTo>
                  <a:cubicBezTo>
                    <a:pt x="20365" y="1008"/>
                    <a:pt x="20365" y="1018"/>
                    <a:pt x="20366" y="1026"/>
                  </a:cubicBezTo>
                  <a:lnTo>
                    <a:pt x="20366" y="1026"/>
                  </a:lnTo>
                  <a:cubicBezTo>
                    <a:pt x="20371" y="933"/>
                    <a:pt x="20406" y="933"/>
                    <a:pt x="20495" y="933"/>
                  </a:cubicBezTo>
                  <a:cubicBezTo>
                    <a:pt x="20520" y="953"/>
                    <a:pt x="20548" y="962"/>
                    <a:pt x="20575" y="962"/>
                  </a:cubicBezTo>
                  <a:cubicBezTo>
                    <a:pt x="20627" y="962"/>
                    <a:pt x="20676" y="929"/>
                    <a:pt x="20697" y="876"/>
                  </a:cubicBezTo>
                  <a:lnTo>
                    <a:pt x="20632" y="876"/>
                  </a:lnTo>
                  <a:cubicBezTo>
                    <a:pt x="20632" y="810"/>
                    <a:pt x="20643" y="782"/>
                    <a:pt x="20666" y="782"/>
                  </a:cubicBezTo>
                  <a:cubicBezTo>
                    <a:pt x="20681" y="782"/>
                    <a:pt x="20703" y="796"/>
                    <a:pt x="20730" y="820"/>
                  </a:cubicBezTo>
                  <a:cubicBezTo>
                    <a:pt x="20762" y="820"/>
                    <a:pt x="20762" y="884"/>
                    <a:pt x="20762" y="941"/>
                  </a:cubicBezTo>
                  <a:cubicBezTo>
                    <a:pt x="20762" y="998"/>
                    <a:pt x="20803" y="1063"/>
                    <a:pt x="20835" y="1063"/>
                  </a:cubicBezTo>
                  <a:cubicBezTo>
                    <a:pt x="20867" y="1063"/>
                    <a:pt x="20900" y="1063"/>
                    <a:pt x="20867" y="998"/>
                  </a:cubicBezTo>
                  <a:cubicBezTo>
                    <a:pt x="20867" y="941"/>
                    <a:pt x="20867" y="941"/>
                    <a:pt x="20900" y="941"/>
                  </a:cubicBezTo>
                  <a:cubicBezTo>
                    <a:pt x="20905" y="942"/>
                    <a:pt x="20910" y="943"/>
                    <a:pt x="20916" y="943"/>
                  </a:cubicBezTo>
                  <a:cubicBezTo>
                    <a:pt x="20951" y="943"/>
                    <a:pt x="20983" y="920"/>
                    <a:pt x="20997" y="884"/>
                  </a:cubicBezTo>
                  <a:cubicBezTo>
                    <a:pt x="20997" y="828"/>
                    <a:pt x="21038" y="828"/>
                    <a:pt x="21070" y="828"/>
                  </a:cubicBezTo>
                  <a:cubicBezTo>
                    <a:pt x="21086" y="860"/>
                    <a:pt x="21127" y="884"/>
                    <a:pt x="21167" y="884"/>
                  </a:cubicBezTo>
                  <a:lnTo>
                    <a:pt x="21167" y="949"/>
                  </a:lnTo>
                  <a:cubicBezTo>
                    <a:pt x="21167" y="990"/>
                    <a:pt x="21184" y="1030"/>
                    <a:pt x="21200" y="1063"/>
                  </a:cubicBezTo>
                  <a:cubicBezTo>
                    <a:pt x="21232" y="1063"/>
                    <a:pt x="21232" y="1006"/>
                    <a:pt x="21232" y="1006"/>
                  </a:cubicBezTo>
                  <a:cubicBezTo>
                    <a:pt x="21232" y="962"/>
                    <a:pt x="21723" y="957"/>
                    <a:pt x="21987" y="957"/>
                  </a:cubicBezTo>
                  <a:cubicBezTo>
                    <a:pt x="22062" y="957"/>
                    <a:pt x="22119" y="957"/>
                    <a:pt x="22140" y="957"/>
                  </a:cubicBezTo>
                  <a:cubicBezTo>
                    <a:pt x="22177" y="990"/>
                    <a:pt x="22219" y="1006"/>
                    <a:pt x="22249" y="1006"/>
                  </a:cubicBezTo>
                  <a:cubicBezTo>
                    <a:pt x="22278" y="1006"/>
                    <a:pt x="22294" y="990"/>
                    <a:pt x="22278" y="957"/>
                  </a:cubicBezTo>
                  <a:cubicBezTo>
                    <a:pt x="22278" y="916"/>
                    <a:pt x="22368" y="905"/>
                    <a:pt x="22495" y="905"/>
                  </a:cubicBezTo>
                  <a:cubicBezTo>
                    <a:pt x="22542" y="905"/>
                    <a:pt x="22596" y="907"/>
                    <a:pt x="22651" y="909"/>
                  </a:cubicBezTo>
                  <a:cubicBezTo>
                    <a:pt x="22886" y="909"/>
                    <a:pt x="23048" y="909"/>
                    <a:pt x="23048" y="852"/>
                  </a:cubicBezTo>
                  <a:lnTo>
                    <a:pt x="23154" y="852"/>
                  </a:lnTo>
                  <a:cubicBezTo>
                    <a:pt x="23219" y="852"/>
                    <a:pt x="23284" y="795"/>
                    <a:pt x="23316" y="795"/>
                  </a:cubicBezTo>
                  <a:cubicBezTo>
                    <a:pt x="23336" y="767"/>
                    <a:pt x="23355" y="753"/>
                    <a:pt x="23364" y="753"/>
                  </a:cubicBezTo>
                  <a:cubicBezTo>
                    <a:pt x="23373" y="753"/>
                    <a:pt x="23373" y="767"/>
                    <a:pt x="23357" y="795"/>
                  </a:cubicBezTo>
                  <a:cubicBezTo>
                    <a:pt x="23357" y="852"/>
                    <a:pt x="23357" y="917"/>
                    <a:pt x="23389" y="917"/>
                  </a:cubicBezTo>
                  <a:cubicBezTo>
                    <a:pt x="23454" y="917"/>
                    <a:pt x="23454" y="852"/>
                    <a:pt x="23454" y="795"/>
                  </a:cubicBezTo>
                  <a:cubicBezTo>
                    <a:pt x="23454" y="739"/>
                    <a:pt x="23486" y="739"/>
                    <a:pt x="23486" y="739"/>
                  </a:cubicBezTo>
                  <a:cubicBezTo>
                    <a:pt x="23519" y="739"/>
                    <a:pt x="23519" y="739"/>
                    <a:pt x="23519" y="795"/>
                  </a:cubicBezTo>
                  <a:cubicBezTo>
                    <a:pt x="23519" y="860"/>
                    <a:pt x="23519" y="917"/>
                    <a:pt x="23519" y="917"/>
                  </a:cubicBezTo>
                  <a:lnTo>
                    <a:pt x="23551" y="917"/>
                  </a:lnTo>
                  <a:cubicBezTo>
                    <a:pt x="23551" y="860"/>
                    <a:pt x="23592" y="860"/>
                    <a:pt x="23592" y="860"/>
                  </a:cubicBezTo>
                  <a:cubicBezTo>
                    <a:pt x="23624" y="860"/>
                    <a:pt x="23624" y="860"/>
                    <a:pt x="23624" y="974"/>
                  </a:cubicBezTo>
                  <a:cubicBezTo>
                    <a:pt x="23624" y="1036"/>
                    <a:pt x="23633" y="1066"/>
                    <a:pt x="23645" y="1066"/>
                  </a:cubicBezTo>
                  <a:cubicBezTo>
                    <a:pt x="23657" y="1066"/>
                    <a:pt x="23673" y="1038"/>
                    <a:pt x="23689" y="982"/>
                  </a:cubicBezTo>
                  <a:lnTo>
                    <a:pt x="23754" y="917"/>
                  </a:lnTo>
                  <a:cubicBezTo>
                    <a:pt x="23764" y="955"/>
                    <a:pt x="23778" y="969"/>
                    <a:pt x="23793" y="969"/>
                  </a:cubicBezTo>
                  <a:cubicBezTo>
                    <a:pt x="23828" y="969"/>
                    <a:pt x="23869" y="899"/>
                    <a:pt x="23892" y="860"/>
                  </a:cubicBezTo>
                  <a:cubicBezTo>
                    <a:pt x="23908" y="921"/>
                    <a:pt x="23924" y="951"/>
                    <a:pt x="23940" y="951"/>
                  </a:cubicBezTo>
                  <a:cubicBezTo>
                    <a:pt x="23957" y="951"/>
                    <a:pt x="23973" y="921"/>
                    <a:pt x="23989" y="860"/>
                  </a:cubicBezTo>
                  <a:cubicBezTo>
                    <a:pt x="23989" y="832"/>
                    <a:pt x="23997" y="818"/>
                    <a:pt x="24010" y="818"/>
                  </a:cubicBezTo>
                  <a:cubicBezTo>
                    <a:pt x="24023" y="818"/>
                    <a:pt x="24042" y="832"/>
                    <a:pt x="24062" y="860"/>
                  </a:cubicBezTo>
                  <a:cubicBezTo>
                    <a:pt x="24094" y="925"/>
                    <a:pt x="24127" y="925"/>
                    <a:pt x="24192" y="925"/>
                  </a:cubicBezTo>
                  <a:cubicBezTo>
                    <a:pt x="24224" y="868"/>
                    <a:pt x="24459" y="868"/>
                    <a:pt x="24727" y="868"/>
                  </a:cubicBezTo>
                  <a:cubicBezTo>
                    <a:pt x="24811" y="870"/>
                    <a:pt x="24888" y="872"/>
                    <a:pt x="24954" y="872"/>
                  </a:cubicBezTo>
                  <a:cubicBezTo>
                    <a:pt x="25131" y="872"/>
                    <a:pt x="25238" y="861"/>
                    <a:pt x="25238" y="820"/>
                  </a:cubicBezTo>
                  <a:cubicBezTo>
                    <a:pt x="25270" y="820"/>
                    <a:pt x="25270" y="820"/>
                    <a:pt x="25302" y="876"/>
                  </a:cubicBezTo>
                  <a:cubicBezTo>
                    <a:pt x="25302" y="904"/>
                    <a:pt x="25308" y="920"/>
                    <a:pt x="25317" y="920"/>
                  </a:cubicBezTo>
                  <a:cubicBezTo>
                    <a:pt x="25330" y="920"/>
                    <a:pt x="25349" y="890"/>
                    <a:pt x="25367" y="820"/>
                  </a:cubicBezTo>
                  <a:cubicBezTo>
                    <a:pt x="25386" y="787"/>
                    <a:pt x="25394" y="751"/>
                    <a:pt x="25397" y="751"/>
                  </a:cubicBezTo>
                  <a:cubicBezTo>
                    <a:pt x="25400" y="751"/>
                    <a:pt x="25400" y="769"/>
                    <a:pt x="25400" y="820"/>
                  </a:cubicBezTo>
                  <a:cubicBezTo>
                    <a:pt x="25400" y="884"/>
                    <a:pt x="25473" y="884"/>
                    <a:pt x="25602" y="884"/>
                  </a:cubicBezTo>
                  <a:cubicBezTo>
                    <a:pt x="25708" y="884"/>
                    <a:pt x="25838" y="884"/>
                    <a:pt x="25838" y="828"/>
                  </a:cubicBezTo>
                  <a:cubicBezTo>
                    <a:pt x="25874" y="799"/>
                    <a:pt x="25892" y="785"/>
                    <a:pt x="25896" y="785"/>
                  </a:cubicBezTo>
                  <a:cubicBezTo>
                    <a:pt x="25900" y="785"/>
                    <a:pt x="25890" y="799"/>
                    <a:pt x="25870" y="828"/>
                  </a:cubicBezTo>
                  <a:cubicBezTo>
                    <a:pt x="25850" y="903"/>
                    <a:pt x="25908" y="954"/>
                    <a:pt x="25979" y="954"/>
                  </a:cubicBezTo>
                  <a:cubicBezTo>
                    <a:pt x="26021" y="954"/>
                    <a:pt x="26068" y="935"/>
                    <a:pt x="26105" y="893"/>
                  </a:cubicBezTo>
                  <a:cubicBezTo>
                    <a:pt x="26138" y="893"/>
                    <a:pt x="26178" y="893"/>
                    <a:pt x="26178" y="949"/>
                  </a:cubicBezTo>
                  <a:cubicBezTo>
                    <a:pt x="26235" y="949"/>
                    <a:pt x="26292" y="933"/>
                    <a:pt x="26340" y="893"/>
                  </a:cubicBezTo>
                  <a:lnTo>
                    <a:pt x="26575" y="893"/>
                  </a:lnTo>
                  <a:cubicBezTo>
                    <a:pt x="26624" y="893"/>
                    <a:pt x="26673" y="868"/>
                    <a:pt x="26713" y="836"/>
                  </a:cubicBezTo>
                  <a:lnTo>
                    <a:pt x="26746" y="836"/>
                  </a:lnTo>
                  <a:cubicBezTo>
                    <a:pt x="26746" y="901"/>
                    <a:pt x="26916" y="901"/>
                    <a:pt x="27151" y="901"/>
                  </a:cubicBezTo>
                  <a:cubicBezTo>
                    <a:pt x="27386" y="909"/>
                    <a:pt x="27589" y="909"/>
                    <a:pt x="27621" y="966"/>
                  </a:cubicBezTo>
                  <a:cubicBezTo>
                    <a:pt x="27621" y="966"/>
                    <a:pt x="27654" y="966"/>
                    <a:pt x="27686" y="909"/>
                  </a:cubicBezTo>
                  <a:cubicBezTo>
                    <a:pt x="27705" y="839"/>
                    <a:pt x="27723" y="812"/>
                    <a:pt x="27743" y="812"/>
                  </a:cubicBezTo>
                  <a:cubicBezTo>
                    <a:pt x="27758" y="812"/>
                    <a:pt x="27774" y="828"/>
                    <a:pt x="27792" y="852"/>
                  </a:cubicBezTo>
                  <a:cubicBezTo>
                    <a:pt x="27796" y="913"/>
                    <a:pt x="27842" y="943"/>
                    <a:pt x="27889" y="943"/>
                  </a:cubicBezTo>
                  <a:cubicBezTo>
                    <a:pt x="27935" y="943"/>
                    <a:pt x="27982" y="913"/>
                    <a:pt x="27986" y="852"/>
                  </a:cubicBezTo>
                  <a:lnTo>
                    <a:pt x="27986" y="917"/>
                  </a:lnTo>
                  <a:cubicBezTo>
                    <a:pt x="27998" y="960"/>
                    <a:pt x="28022" y="979"/>
                    <a:pt x="28047" y="979"/>
                  </a:cubicBezTo>
                  <a:cubicBezTo>
                    <a:pt x="28088" y="979"/>
                    <a:pt x="28136" y="930"/>
                    <a:pt x="28156" y="860"/>
                  </a:cubicBezTo>
                  <a:cubicBezTo>
                    <a:pt x="28179" y="900"/>
                    <a:pt x="28202" y="940"/>
                    <a:pt x="28228" y="940"/>
                  </a:cubicBezTo>
                  <a:cubicBezTo>
                    <a:pt x="28239" y="940"/>
                    <a:pt x="28250" y="934"/>
                    <a:pt x="28262" y="917"/>
                  </a:cubicBezTo>
                  <a:cubicBezTo>
                    <a:pt x="28294" y="917"/>
                    <a:pt x="28294" y="917"/>
                    <a:pt x="28294" y="1039"/>
                  </a:cubicBezTo>
                  <a:cubicBezTo>
                    <a:pt x="28294" y="1095"/>
                    <a:pt x="28294" y="1160"/>
                    <a:pt x="28327" y="1160"/>
                  </a:cubicBezTo>
                  <a:cubicBezTo>
                    <a:pt x="28359" y="1160"/>
                    <a:pt x="28359" y="1095"/>
                    <a:pt x="28359" y="1039"/>
                  </a:cubicBezTo>
                  <a:lnTo>
                    <a:pt x="28424" y="1039"/>
                  </a:lnTo>
                  <a:cubicBezTo>
                    <a:pt x="28424" y="1039"/>
                    <a:pt x="28456" y="1039"/>
                    <a:pt x="28456" y="982"/>
                  </a:cubicBezTo>
                  <a:cubicBezTo>
                    <a:pt x="28456" y="934"/>
                    <a:pt x="28478" y="921"/>
                    <a:pt x="28503" y="921"/>
                  </a:cubicBezTo>
                  <a:cubicBezTo>
                    <a:pt x="28512" y="921"/>
                    <a:pt x="28521" y="923"/>
                    <a:pt x="28529" y="925"/>
                  </a:cubicBezTo>
                  <a:cubicBezTo>
                    <a:pt x="28529" y="941"/>
                    <a:pt x="28532" y="948"/>
                    <a:pt x="28535" y="948"/>
                  </a:cubicBezTo>
                  <a:cubicBezTo>
                    <a:pt x="28543" y="948"/>
                    <a:pt x="28552" y="906"/>
                    <a:pt x="28529" y="860"/>
                  </a:cubicBezTo>
                  <a:cubicBezTo>
                    <a:pt x="28529" y="803"/>
                    <a:pt x="28529" y="739"/>
                    <a:pt x="28562" y="739"/>
                  </a:cubicBezTo>
                  <a:lnTo>
                    <a:pt x="28562" y="625"/>
                  </a:lnTo>
                  <a:cubicBezTo>
                    <a:pt x="28562" y="503"/>
                    <a:pt x="28562" y="447"/>
                    <a:pt x="28497" y="382"/>
                  </a:cubicBezTo>
                  <a:cubicBezTo>
                    <a:pt x="28418" y="345"/>
                    <a:pt x="28353" y="310"/>
                    <a:pt x="28311" y="310"/>
                  </a:cubicBezTo>
                  <a:cubicBezTo>
                    <a:pt x="28280" y="310"/>
                    <a:pt x="28262" y="330"/>
                    <a:pt x="28262" y="382"/>
                  </a:cubicBezTo>
                  <a:cubicBezTo>
                    <a:pt x="28262" y="382"/>
                    <a:pt x="28229" y="439"/>
                    <a:pt x="28189" y="439"/>
                  </a:cubicBezTo>
                  <a:cubicBezTo>
                    <a:pt x="28156" y="439"/>
                    <a:pt x="28124" y="374"/>
                    <a:pt x="28124" y="374"/>
                  </a:cubicBezTo>
                  <a:cubicBezTo>
                    <a:pt x="28124" y="317"/>
                    <a:pt x="27994" y="317"/>
                    <a:pt x="27824" y="317"/>
                  </a:cubicBezTo>
                  <a:cubicBezTo>
                    <a:pt x="27621" y="309"/>
                    <a:pt x="27524" y="309"/>
                    <a:pt x="27483" y="252"/>
                  </a:cubicBezTo>
                  <a:cubicBezTo>
                    <a:pt x="27451" y="187"/>
                    <a:pt x="27419" y="187"/>
                    <a:pt x="27419" y="187"/>
                  </a:cubicBezTo>
                  <a:cubicBezTo>
                    <a:pt x="27419" y="239"/>
                    <a:pt x="27289" y="244"/>
                    <a:pt x="27117" y="244"/>
                  </a:cubicBezTo>
                  <a:cubicBezTo>
                    <a:pt x="27073" y="244"/>
                    <a:pt x="27028" y="244"/>
                    <a:pt x="26981" y="244"/>
                  </a:cubicBezTo>
                  <a:cubicBezTo>
                    <a:pt x="26916" y="242"/>
                    <a:pt x="26852" y="240"/>
                    <a:pt x="26792" y="240"/>
                  </a:cubicBezTo>
                  <a:cubicBezTo>
                    <a:pt x="26634" y="240"/>
                    <a:pt x="26510" y="251"/>
                    <a:pt x="26510" y="293"/>
                  </a:cubicBezTo>
                  <a:lnTo>
                    <a:pt x="26446" y="293"/>
                  </a:lnTo>
                  <a:cubicBezTo>
                    <a:pt x="26446" y="236"/>
                    <a:pt x="26381" y="236"/>
                    <a:pt x="26308" y="236"/>
                  </a:cubicBezTo>
                  <a:cubicBezTo>
                    <a:pt x="26275" y="268"/>
                    <a:pt x="26227" y="285"/>
                    <a:pt x="26178" y="293"/>
                  </a:cubicBezTo>
                  <a:cubicBezTo>
                    <a:pt x="26178" y="236"/>
                    <a:pt x="26146" y="228"/>
                    <a:pt x="26073" y="228"/>
                  </a:cubicBezTo>
                  <a:cubicBezTo>
                    <a:pt x="26008" y="228"/>
                    <a:pt x="25975" y="228"/>
                    <a:pt x="25975" y="293"/>
                  </a:cubicBezTo>
                  <a:cubicBezTo>
                    <a:pt x="25846" y="293"/>
                    <a:pt x="25724" y="268"/>
                    <a:pt x="25602" y="228"/>
                  </a:cubicBezTo>
                  <a:cubicBezTo>
                    <a:pt x="25593" y="209"/>
                    <a:pt x="25583" y="201"/>
                    <a:pt x="25574" y="201"/>
                  </a:cubicBezTo>
                  <a:cubicBezTo>
                    <a:pt x="25551" y="201"/>
                    <a:pt x="25528" y="245"/>
                    <a:pt x="25505" y="285"/>
                  </a:cubicBezTo>
                  <a:cubicBezTo>
                    <a:pt x="25505" y="338"/>
                    <a:pt x="25476" y="399"/>
                    <a:pt x="25446" y="399"/>
                  </a:cubicBezTo>
                  <a:cubicBezTo>
                    <a:pt x="25444" y="399"/>
                    <a:pt x="25442" y="398"/>
                    <a:pt x="25440" y="398"/>
                  </a:cubicBezTo>
                  <a:lnTo>
                    <a:pt x="25440" y="285"/>
                  </a:lnTo>
                  <a:cubicBezTo>
                    <a:pt x="25473" y="220"/>
                    <a:pt x="25473" y="220"/>
                    <a:pt x="25400" y="220"/>
                  </a:cubicBezTo>
                  <a:lnTo>
                    <a:pt x="25335" y="220"/>
                  </a:lnTo>
                  <a:cubicBezTo>
                    <a:pt x="25335" y="276"/>
                    <a:pt x="25165" y="276"/>
                    <a:pt x="24929" y="276"/>
                  </a:cubicBezTo>
                  <a:cubicBezTo>
                    <a:pt x="24851" y="274"/>
                    <a:pt x="24787" y="273"/>
                    <a:pt x="24734" y="273"/>
                  </a:cubicBezTo>
                  <a:cubicBezTo>
                    <a:pt x="24585" y="273"/>
                    <a:pt x="24532" y="285"/>
                    <a:pt x="24532" y="333"/>
                  </a:cubicBezTo>
                  <a:cubicBezTo>
                    <a:pt x="24532" y="361"/>
                    <a:pt x="24525" y="375"/>
                    <a:pt x="24505" y="375"/>
                  </a:cubicBezTo>
                  <a:cubicBezTo>
                    <a:pt x="24484" y="375"/>
                    <a:pt x="24449" y="359"/>
                    <a:pt x="24394" y="325"/>
                  </a:cubicBezTo>
                  <a:cubicBezTo>
                    <a:pt x="24265" y="211"/>
                    <a:pt x="24218" y="170"/>
                    <a:pt x="24193" y="170"/>
                  </a:cubicBezTo>
                  <a:cubicBezTo>
                    <a:pt x="24178" y="170"/>
                    <a:pt x="24171" y="183"/>
                    <a:pt x="24159" y="203"/>
                  </a:cubicBezTo>
                  <a:cubicBezTo>
                    <a:pt x="24192" y="203"/>
                    <a:pt x="24192" y="268"/>
                    <a:pt x="24192" y="325"/>
                  </a:cubicBezTo>
                  <a:cubicBezTo>
                    <a:pt x="24192" y="386"/>
                    <a:pt x="24184" y="416"/>
                    <a:pt x="24171" y="416"/>
                  </a:cubicBezTo>
                  <a:cubicBezTo>
                    <a:pt x="24159" y="416"/>
                    <a:pt x="24143" y="386"/>
                    <a:pt x="24127" y="325"/>
                  </a:cubicBezTo>
                  <a:cubicBezTo>
                    <a:pt x="24127" y="277"/>
                    <a:pt x="24049" y="257"/>
                    <a:pt x="23952" y="257"/>
                  </a:cubicBezTo>
                  <a:cubicBezTo>
                    <a:pt x="23804" y="257"/>
                    <a:pt x="23611" y="305"/>
                    <a:pt x="23592" y="374"/>
                  </a:cubicBezTo>
                  <a:lnTo>
                    <a:pt x="23592" y="317"/>
                  </a:lnTo>
                  <a:cubicBezTo>
                    <a:pt x="23592" y="260"/>
                    <a:pt x="23559" y="260"/>
                    <a:pt x="23421" y="252"/>
                  </a:cubicBezTo>
                  <a:lnTo>
                    <a:pt x="23324" y="252"/>
                  </a:lnTo>
                  <a:cubicBezTo>
                    <a:pt x="23324" y="303"/>
                    <a:pt x="23289" y="321"/>
                    <a:pt x="23248" y="321"/>
                  </a:cubicBezTo>
                  <a:cubicBezTo>
                    <a:pt x="23190" y="321"/>
                    <a:pt x="23121" y="285"/>
                    <a:pt x="23121" y="252"/>
                  </a:cubicBezTo>
                  <a:cubicBezTo>
                    <a:pt x="23089" y="187"/>
                    <a:pt x="23089" y="187"/>
                    <a:pt x="23016" y="187"/>
                  </a:cubicBezTo>
                  <a:cubicBezTo>
                    <a:pt x="22975" y="238"/>
                    <a:pt x="22922" y="256"/>
                    <a:pt x="22874" y="256"/>
                  </a:cubicBezTo>
                  <a:cubicBezTo>
                    <a:pt x="22806" y="256"/>
                    <a:pt x="22748" y="220"/>
                    <a:pt x="22748" y="187"/>
                  </a:cubicBezTo>
                  <a:lnTo>
                    <a:pt x="22684" y="187"/>
                  </a:lnTo>
                  <a:cubicBezTo>
                    <a:pt x="22655" y="223"/>
                    <a:pt x="22615" y="246"/>
                    <a:pt x="22567" y="246"/>
                  </a:cubicBezTo>
                  <a:cubicBezTo>
                    <a:pt x="22560" y="246"/>
                    <a:pt x="22553" y="245"/>
                    <a:pt x="22546" y="244"/>
                  </a:cubicBezTo>
                  <a:cubicBezTo>
                    <a:pt x="22448" y="244"/>
                    <a:pt x="22416" y="244"/>
                    <a:pt x="22448" y="301"/>
                  </a:cubicBezTo>
                  <a:cubicBezTo>
                    <a:pt x="22448" y="366"/>
                    <a:pt x="22448" y="422"/>
                    <a:pt x="22416" y="422"/>
                  </a:cubicBezTo>
                  <a:lnTo>
                    <a:pt x="22416" y="357"/>
                  </a:lnTo>
                  <a:cubicBezTo>
                    <a:pt x="22416" y="301"/>
                    <a:pt x="22311" y="301"/>
                    <a:pt x="22181" y="301"/>
                  </a:cubicBezTo>
                  <a:cubicBezTo>
                    <a:pt x="22011" y="293"/>
                    <a:pt x="21946" y="293"/>
                    <a:pt x="21913" y="236"/>
                  </a:cubicBezTo>
                  <a:lnTo>
                    <a:pt x="21873" y="293"/>
                  </a:lnTo>
                  <a:cubicBezTo>
                    <a:pt x="21857" y="325"/>
                    <a:pt x="21840" y="341"/>
                    <a:pt x="21828" y="341"/>
                  </a:cubicBezTo>
                  <a:cubicBezTo>
                    <a:pt x="21816" y="341"/>
                    <a:pt x="21808" y="325"/>
                    <a:pt x="21808" y="293"/>
                  </a:cubicBezTo>
                  <a:cubicBezTo>
                    <a:pt x="21791" y="263"/>
                    <a:pt x="21746" y="247"/>
                    <a:pt x="21698" y="247"/>
                  </a:cubicBezTo>
                  <a:cubicBezTo>
                    <a:pt x="21653" y="247"/>
                    <a:pt x="21604" y="261"/>
                    <a:pt x="21573" y="293"/>
                  </a:cubicBezTo>
                  <a:lnTo>
                    <a:pt x="21508" y="293"/>
                  </a:lnTo>
                  <a:cubicBezTo>
                    <a:pt x="21491" y="231"/>
                    <a:pt x="21456" y="200"/>
                    <a:pt x="21421" y="200"/>
                  </a:cubicBezTo>
                  <a:cubicBezTo>
                    <a:pt x="21387" y="200"/>
                    <a:pt x="21354" y="229"/>
                    <a:pt x="21338" y="285"/>
                  </a:cubicBezTo>
                  <a:cubicBezTo>
                    <a:pt x="21338" y="228"/>
                    <a:pt x="21305" y="228"/>
                    <a:pt x="21273" y="228"/>
                  </a:cubicBezTo>
                  <a:cubicBezTo>
                    <a:pt x="21236" y="256"/>
                    <a:pt x="21186" y="270"/>
                    <a:pt x="21144" y="270"/>
                  </a:cubicBezTo>
                  <a:cubicBezTo>
                    <a:pt x="21103" y="270"/>
                    <a:pt x="21070" y="256"/>
                    <a:pt x="21070" y="228"/>
                  </a:cubicBezTo>
                  <a:lnTo>
                    <a:pt x="21038" y="228"/>
                  </a:lnTo>
                  <a:cubicBezTo>
                    <a:pt x="21022" y="268"/>
                    <a:pt x="20981" y="285"/>
                    <a:pt x="20932" y="285"/>
                  </a:cubicBezTo>
                  <a:cubicBezTo>
                    <a:pt x="20927" y="283"/>
                    <a:pt x="20922" y="283"/>
                    <a:pt x="20917" y="283"/>
                  </a:cubicBezTo>
                  <a:cubicBezTo>
                    <a:pt x="20882" y="283"/>
                    <a:pt x="20849" y="306"/>
                    <a:pt x="20835" y="341"/>
                  </a:cubicBezTo>
                  <a:cubicBezTo>
                    <a:pt x="20803" y="398"/>
                    <a:pt x="20770" y="398"/>
                    <a:pt x="20770" y="398"/>
                  </a:cubicBezTo>
                  <a:cubicBezTo>
                    <a:pt x="20730" y="398"/>
                    <a:pt x="20770" y="341"/>
                    <a:pt x="20803" y="285"/>
                  </a:cubicBezTo>
                  <a:cubicBezTo>
                    <a:pt x="20830" y="257"/>
                    <a:pt x="20828" y="241"/>
                    <a:pt x="20810" y="241"/>
                  </a:cubicBezTo>
                  <a:cubicBezTo>
                    <a:pt x="20784" y="241"/>
                    <a:pt x="20726" y="271"/>
                    <a:pt x="20665" y="341"/>
                  </a:cubicBezTo>
                  <a:cubicBezTo>
                    <a:pt x="20616" y="398"/>
                    <a:pt x="20592" y="426"/>
                    <a:pt x="20588" y="426"/>
                  </a:cubicBezTo>
                  <a:cubicBezTo>
                    <a:pt x="20584" y="426"/>
                    <a:pt x="20600" y="398"/>
                    <a:pt x="20632" y="341"/>
                  </a:cubicBezTo>
                  <a:cubicBezTo>
                    <a:pt x="20655" y="295"/>
                    <a:pt x="20678" y="253"/>
                    <a:pt x="20667" y="253"/>
                  </a:cubicBezTo>
                  <a:cubicBezTo>
                    <a:pt x="20662" y="253"/>
                    <a:pt x="20651" y="260"/>
                    <a:pt x="20632" y="276"/>
                  </a:cubicBezTo>
                  <a:cubicBezTo>
                    <a:pt x="20632" y="276"/>
                    <a:pt x="20567" y="276"/>
                    <a:pt x="20567" y="341"/>
                  </a:cubicBezTo>
                  <a:lnTo>
                    <a:pt x="20462" y="333"/>
                  </a:lnTo>
                  <a:cubicBezTo>
                    <a:pt x="20430" y="301"/>
                    <a:pt x="20381" y="276"/>
                    <a:pt x="20332" y="276"/>
                  </a:cubicBezTo>
                  <a:cubicBezTo>
                    <a:pt x="20316" y="305"/>
                    <a:pt x="20308" y="319"/>
                    <a:pt x="20299" y="319"/>
                  </a:cubicBezTo>
                  <a:cubicBezTo>
                    <a:pt x="20290" y="319"/>
                    <a:pt x="20280" y="305"/>
                    <a:pt x="20259" y="276"/>
                  </a:cubicBezTo>
                  <a:cubicBezTo>
                    <a:pt x="20259" y="249"/>
                    <a:pt x="20254" y="233"/>
                    <a:pt x="20247" y="233"/>
                  </a:cubicBezTo>
                  <a:cubicBezTo>
                    <a:pt x="20238" y="233"/>
                    <a:pt x="20227" y="263"/>
                    <a:pt x="20227" y="333"/>
                  </a:cubicBezTo>
                  <a:cubicBezTo>
                    <a:pt x="20211" y="362"/>
                    <a:pt x="20195" y="376"/>
                    <a:pt x="20178" y="376"/>
                  </a:cubicBezTo>
                  <a:cubicBezTo>
                    <a:pt x="20162" y="376"/>
                    <a:pt x="20146" y="362"/>
                    <a:pt x="20130" y="333"/>
                  </a:cubicBezTo>
                  <a:cubicBezTo>
                    <a:pt x="20130" y="261"/>
                    <a:pt x="20118" y="232"/>
                    <a:pt x="20109" y="232"/>
                  </a:cubicBezTo>
                  <a:cubicBezTo>
                    <a:pt x="20103" y="232"/>
                    <a:pt x="20097" y="245"/>
                    <a:pt x="20097" y="268"/>
                  </a:cubicBezTo>
                  <a:cubicBezTo>
                    <a:pt x="20057" y="333"/>
                    <a:pt x="20024" y="333"/>
                    <a:pt x="20024" y="333"/>
                  </a:cubicBezTo>
                  <a:cubicBezTo>
                    <a:pt x="20024" y="268"/>
                    <a:pt x="19724" y="268"/>
                    <a:pt x="19424" y="260"/>
                  </a:cubicBezTo>
                  <a:cubicBezTo>
                    <a:pt x="19392" y="260"/>
                    <a:pt x="19351" y="325"/>
                    <a:pt x="19351" y="382"/>
                  </a:cubicBezTo>
                  <a:cubicBezTo>
                    <a:pt x="19351" y="432"/>
                    <a:pt x="19351" y="451"/>
                    <a:pt x="19349" y="451"/>
                  </a:cubicBezTo>
                  <a:cubicBezTo>
                    <a:pt x="19346" y="451"/>
                    <a:pt x="19338" y="415"/>
                    <a:pt x="19319" y="382"/>
                  </a:cubicBezTo>
                  <a:cubicBezTo>
                    <a:pt x="19303" y="293"/>
                    <a:pt x="19278" y="248"/>
                    <a:pt x="19262" y="248"/>
                  </a:cubicBezTo>
                  <a:cubicBezTo>
                    <a:pt x="19246" y="248"/>
                    <a:pt x="19238" y="293"/>
                    <a:pt x="19254" y="382"/>
                  </a:cubicBezTo>
                  <a:cubicBezTo>
                    <a:pt x="19270" y="443"/>
                    <a:pt x="19278" y="473"/>
                    <a:pt x="19274" y="473"/>
                  </a:cubicBezTo>
                  <a:cubicBezTo>
                    <a:pt x="19270" y="473"/>
                    <a:pt x="19254" y="443"/>
                    <a:pt x="19222" y="382"/>
                  </a:cubicBezTo>
                  <a:cubicBezTo>
                    <a:pt x="19205" y="349"/>
                    <a:pt x="19197" y="333"/>
                    <a:pt x="19189" y="333"/>
                  </a:cubicBezTo>
                  <a:cubicBezTo>
                    <a:pt x="19181" y="333"/>
                    <a:pt x="19173" y="349"/>
                    <a:pt x="19157" y="382"/>
                  </a:cubicBezTo>
                  <a:cubicBezTo>
                    <a:pt x="19157" y="410"/>
                    <a:pt x="19147" y="424"/>
                    <a:pt x="19136" y="424"/>
                  </a:cubicBezTo>
                  <a:cubicBezTo>
                    <a:pt x="19126" y="424"/>
                    <a:pt x="19116" y="410"/>
                    <a:pt x="19116" y="382"/>
                  </a:cubicBezTo>
                  <a:cubicBezTo>
                    <a:pt x="19093" y="336"/>
                    <a:pt x="19070" y="294"/>
                    <a:pt x="19059" y="294"/>
                  </a:cubicBezTo>
                  <a:cubicBezTo>
                    <a:pt x="19054" y="294"/>
                    <a:pt x="19051" y="301"/>
                    <a:pt x="19051" y="317"/>
                  </a:cubicBezTo>
                  <a:cubicBezTo>
                    <a:pt x="19051" y="317"/>
                    <a:pt x="19019" y="317"/>
                    <a:pt x="18986" y="260"/>
                  </a:cubicBezTo>
                  <a:cubicBezTo>
                    <a:pt x="18977" y="241"/>
                    <a:pt x="18967" y="233"/>
                    <a:pt x="18957" y="233"/>
                  </a:cubicBezTo>
                  <a:cubicBezTo>
                    <a:pt x="18934" y="233"/>
                    <a:pt x="18910" y="277"/>
                    <a:pt x="18881" y="317"/>
                  </a:cubicBezTo>
                  <a:cubicBezTo>
                    <a:pt x="18832" y="374"/>
                    <a:pt x="18800" y="402"/>
                    <a:pt x="18784" y="402"/>
                  </a:cubicBezTo>
                  <a:cubicBezTo>
                    <a:pt x="18768" y="402"/>
                    <a:pt x="18768" y="374"/>
                    <a:pt x="18784" y="317"/>
                  </a:cubicBezTo>
                  <a:cubicBezTo>
                    <a:pt x="18796" y="270"/>
                    <a:pt x="18778" y="249"/>
                    <a:pt x="18750" y="249"/>
                  </a:cubicBezTo>
                  <a:cubicBezTo>
                    <a:pt x="18705" y="249"/>
                    <a:pt x="18633" y="299"/>
                    <a:pt x="18614" y="374"/>
                  </a:cubicBezTo>
                  <a:cubicBezTo>
                    <a:pt x="18594" y="441"/>
                    <a:pt x="18586" y="471"/>
                    <a:pt x="18583" y="471"/>
                  </a:cubicBezTo>
                  <a:cubicBezTo>
                    <a:pt x="18581" y="471"/>
                    <a:pt x="18581" y="457"/>
                    <a:pt x="18581" y="430"/>
                  </a:cubicBezTo>
                  <a:cubicBezTo>
                    <a:pt x="18581" y="374"/>
                    <a:pt x="18549" y="374"/>
                    <a:pt x="18549" y="374"/>
                  </a:cubicBezTo>
                  <a:cubicBezTo>
                    <a:pt x="18516" y="374"/>
                    <a:pt x="18484" y="374"/>
                    <a:pt x="18484" y="309"/>
                  </a:cubicBezTo>
                  <a:cubicBezTo>
                    <a:pt x="18484" y="309"/>
                    <a:pt x="18451" y="309"/>
                    <a:pt x="18378" y="366"/>
                  </a:cubicBezTo>
                  <a:cubicBezTo>
                    <a:pt x="18353" y="413"/>
                    <a:pt x="18322" y="433"/>
                    <a:pt x="18291" y="433"/>
                  </a:cubicBezTo>
                  <a:cubicBezTo>
                    <a:pt x="18243" y="433"/>
                    <a:pt x="18196" y="383"/>
                    <a:pt x="18176" y="309"/>
                  </a:cubicBezTo>
                  <a:lnTo>
                    <a:pt x="18111" y="366"/>
                  </a:lnTo>
                  <a:cubicBezTo>
                    <a:pt x="18091" y="440"/>
                    <a:pt x="18071" y="490"/>
                    <a:pt x="18059" y="490"/>
                  </a:cubicBezTo>
                  <a:cubicBezTo>
                    <a:pt x="18051" y="490"/>
                    <a:pt x="18046" y="470"/>
                    <a:pt x="18046" y="422"/>
                  </a:cubicBezTo>
                  <a:lnTo>
                    <a:pt x="18046" y="366"/>
                  </a:lnTo>
                  <a:cubicBezTo>
                    <a:pt x="18034" y="411"/>
                    <a:pt x="18007" y="431"/>
                    <a:pt x="17978" y="431"/>
                  </a:cubicBezTo>
                  <a:cubicBezTo>
                    <a:pt x="17930" y="431"/>
                    <a:pt x="17876" y="377"/>
                    <a:pt x="17876" y="301"/>
                  </a:cubicBezTo>
                  <a:cubicBezTo>
                    <a:pt x="17876" y="244"/>
                    <a:pt x="17876" y="244"/>
                    <a:pt x="17843" y="244"/>
                  </a:cubicBezTo>
                  <a:lnTo>
                    <a:pt x="17843" y="301"/>
                  </a:lnTo>
                  <a:cubicBezTo>
                    <a:pt x="17843" y="366"/>
                    <a:pt x="17843" y="422"/>
                    <a:pt x="17811" y="422"/>
                  </a:cubicBezTo>
                  <a:cubicBezTo>
                    <a:pt x="17778" y="422"/>
                    <a:pt x="17738" y="422"/>
                    <a:pt x="17738" y="357"/>
                  </a:cubicBezTo>
                  <a:cubicBezTo>
                    <a:pt x="17715" y="318"/>
                    <a:pt x="17692" y="274"/>
                    <a:pt x="17681" y="274"/>
                  </a:cubicBezTo>
                  <a:cubicBezTo>
                    <a:pt x="17676" y="274"/>
                    <a:pt x="17673" y="281"/>
                    <a:pt x="17673" y="301"/>
                  </a:cubicBezTo>
                  <a:cubicBezTo>
                    <a:pt x="17673" y="301"/>
                    <a:pt x="17641" y="301"/>
                    <a:pt x="17608" y="236"/>
                  </a:cubicBezTo>
                  <a:lnTo>
                    <a:pt x="17470" y="236"/>
                  </a:lnTo>
                  <a:cubicBezTo>
                    <a:pt x="17454" y="264"/>
                    <a:pt x="17430" y="278"/>
                    <a:pt x="17410" y="278"/>
                  </a:cubicBezTo>
                  <a:cubicBezTo>
                    <a:pt x="17389" y="278"/>
                    <a:pt x="17373" y="264"/>
                    <a:pt x="17373" y="236"/>
                  </a:cubicBezTo>
                  <a:cubicBezTo>
                    <a:pt x="17332" y="236"/>
                    <a:pt x="17292" y="260"/>
                    <a:pt x="17268" y="293"/>
                  </a:cubicBezTo>
                  <a:cubicBezTo>
                    <a:pt x="17203" y="293"/>
                    <a:pt x="17170" y="293"/>
                    <a:pt x="17170" y="236"/>
                  </a:cubicBezTo>
                  <a:cubicBezTo>
                    <a:pt x="17170" y="203"/>
                    <a:pt x="17170" y="187"/>
                    <a:pt x="17166" y="187"/>
                  </a:cubicBezTo>
                  <a:cubicBezTo>
                    <a:pt x="17162" y="187"/>
                    <a:pt x="17154" y="203"/>
                    <a:pt x="17138" y="236"/>
                  </a:cubicBezTo>
                  <a:cubicBezTo>
                    <a:pt x="17138" y="293"/>
                    <a:pt x="17105" y="293"/>
                    <a:pt x="17073" y="293"/>
                  </a:cubicBezTo>
                  <a:lnTo>
                    <a:pt x="17000" y="293"/>
                  </a:lnTo>
                  <a:cubicBezTo>
                    <a:pt x="17000" y="349"/>
                    <a:pt x="17000" y="349"/>
                    <a:pt x="16968" y="349"/>
                  </a:cubicBezTo>
                  <a:cubicBezTo>
                    <a:pt x="16935" y="349"/>
                    <a:pt x="16838" y="293"/>
                    <a:pt x="16797" y="285"/>
                  </a:cubicBezTo>
                  <a:cubicBezTo>
                    <a:pt x="16700" y="285"/>
                    <a:pt x="16700" y="285"/>
                    <a:pt x="16733" y="349"/>
                  </a:cubicBezTo>
                  <a:cubicBezTo>
                    <a:pt x="16754" y="349"/>
                    <a:pt x="16761" y="375"/>
                    <a:pt x="16745" y="375"/>
                  </a:cubicBezTo>
                  <a:cubicBezTo>
                    <a:pt x="16736" y="375"/>
                    <a:pt x="16722" y="368"/>
                    <a:pt x="16700" y="349"/>
                  </a:cubicBezTo>
                  <a:cubicBezTo>
                    <a:pt x="16627" y="317"/>
                    <a:pt x="16546" y="301"/>
                    <a:pt x="16465" y="285"/>
                  </a:cubicBezTo>
                  <a:cubicBezTo>
                    <a:pt x="16327" y="285"/>
                    <a:pt x="16327" y="285"/>
                    <a:pt x="16327" y="341"/>
                  </a:cubicBezTo>
                  <a:cubicBezTo>
                    <a:pt x="16347" y="402"/>
                    <a:pt x="16347" y="432"/>
                    <a:pt x="16338" y="432"/>
                  </a:cubicBezTo>
                  <a:cubicBezTo>
                    <a:pt x="16329" y="432"/>
                    <a:pt x="16311" y="402"/>
                    <a:pt x="16295" y="341"/>
                  </a:cubicBezTo>
                  <a:cubicBezTo>
                    <a:pt x="16257" y="271"/>
                    <a:pt x="16231" y="241"/>
                    <a:pt x="16215" y="241"/>
                  </a:cubicBezTo>
                  <a:cubicBezTo>
                    <a:pt x="16203" y="241"/>
                    <a:pt x="16197" y="257"/>
                    <a:pt x="16197" y="285"/>
                  </a:cubicBezTo>
                  <a:cubicBezTo>
                    <a:pt x="16165" y="341"/>
                    <a:pt x="16165" y="341"/>
                    <a:pt x="16133" y="341"/>
                  </a:cubicBezTo>
                  <a:cubicBezTo>
                    <a:pt x="16133" y="313"/>
                    <a:pt x="16122" y="299"/>
                    <a:pt x="16104" y="299"/>
                  </a:cubicBezTo>
                  <a:cubicBezTo>
                    <a:pt x="16086" y="299"/>
                    <a:pt x="16060" y="313"/>
                    <a:pt x="16027" y="341"/>
                  </a:cubicBezTo>
                  <a:cubicBezTo>
                    <a:pt x="15995" y="341"/>
                    <a:pt x="15995" y="341"/>
                    <a:pt x="15995" y="276"/>
                  </a:cubicBezTo>
                  <a:lnTo>
                    <a:pt x="15930" y="276"/>
                  </a:lnTo>
                  <a:cubicBezTo>
                    <a:pt x="15899" y="327"/>
                    <a:pt x="15848" y="345"/>
                    <a:pt x="15795" y="345"/>
                  </a:cubicBezTo>
                  <a:cubicBezTo>
                    <a:pt x="15721" y="345"/>
                    <a:pt x="15645" y="310"/>
                    <a:pt x="15622" y="276"/>
                  </a:cubicBezTo>
                  <a:cubicBezTo>
                    <a:pt x="15622" y="276"/>
                    <a:pt x="15589" y="276"/>
                    <a:pt x="15557" y="333"/>
                  </a:cubicBezTo>
                  <a:cubicBezTo>
                    <a:pt x="15541" y="394"/>
                    <a:pt x="15524" y="424"/>
                    <a:pt x="15512" y="424"/>
                  </a:cubicBezTo>
                  <a:cubicBezTo>
                    <a:pt x="15500" y="424"/>
                    <a:pt x="15492" y="394"/>
                    <a:pt x="15492" y="333"/>
                  </a:cubicBezTo>
                  <a:cubicBezTo>
                    <a:pt x="15492" y="272"/>
                    <a:pt x="15492" y="242"/>
                    <a:pt x="15488" y="242"/>
                  </a:cubicBezTo>
                  <a:cubicBezTo>
                    <a:pt x="15484" y="242"/>
                    <a:pt x="15476" y="272"/>
                    <a:pt x="15460" y="333"/>
                  </a:cubicBezTo>
                  <a:cubicBezTo>
                    <a:pt x="15446" y="356"/>
                    <a:pt x="15411" y="370"/>
                    <a:pt x="15375" y="370"/>
                  </a:cubicBezTo>
                  <a:cubicBezTo>
                    <a:pt x="15322" y="370"/>
                    <a:pt x="15270" y="341"/>
                    <a:pt x="15289" y="268"/>
                  </a:cubicBezTo>
                  <a:lnTo>
                    <a:pt x="15289" y="147"/>
                  </a:lnTo>
                  <a:cubicBezTo>
                    <a:pt x="15257" y="212"/>
                    <a:pt x="15224" y="212"/>
                    <a:pt x="15224" y="212"/>
                  </a:cubicBezTo>
                  <a:cubicBezTo>
                    <a:pt x="15224" y="268"/>
                    <a:pt x="15192" y="268"/>
                    <a:pt x="15087" y="268"/>
                  </a:cubicBezTo>
                  <a:cubicBezTo>
                    <a:pt x="15022" y="268"/>
                    <a:pt x="14884" y="325"/>
                    <a:pt x="14819" y="325"/>
                  </a:cubicBezTo>
                  <a:cubicBezTo>
                    <a:pt x="14754" y="325"/>
                    <a:pt x="14649" y="325"/>
                    <a:pt x="14616" y="260"/>
                  </a:cubicBezTo>
                  <a:cubicBezTo>
                    <a:pt x="14568" y="260"/>
                    <a:pt x="14519" y="285"/>
                    <a:pt x="14487" y="317"/>
                  </a:cubicBezTo>
                  <a:cubicBezTo>
                    <a:pt x="14466" y="349"/>
                    <a:pt x="14440" y="366"/>
                    <a:pt x="14419" y="366"/>
                  </a:cubicBezTo>
                  <a:cubicBezTo>
                    <a:pt x="14397" y="366"/>
                    <a:pt x="14381" y="349"/>
                    <a:pt x="14381" y="317"/>
                  </a:cubicBezTo>
                  <a:lnTo>
                    <a:pt x="14349" y="317"/>
                  </a:lnTo>
                  <a:cubicBezTo>
                    <a:pt x="14284" y="374"/>
                    <a:pt x="14243" y="374"/>
                    <a:pt x="14243" y="374"/>
                  </a:cubicBezTo>
                  <a:cubicBezTo>
                    <a:pt x="14243" y="334"/>
                    <a:pt x="14227" y="293"/>
                    <a:pt x="14206" y="293"/>
                  </a:cubicBezTo>
                  <a:cubicBezTo>
                    <a:pt x="14198" y="293"/>
                    <a:pt x="14188" y="300"/>
                    <a:pt x="14179" y="317"/>
                  </a:cubicBezTo>
                  <a:cubicBezTo>
                    <a:pt x="14179" y="374"/>
                    <a:pt x="14146" y="374"/>
                    <a:pt x="14081" y="374"/>
                  </a:cubicBezTo>
                  <a:cubicBezTo>
                    <a:pt x="14040" y="341"/>
                    <a:pt x="13664" y="322"/>
                    <a:pt x="13348" y="322"/>
                  </a:cubicBezTo>
                  <a:cubicBezTo>
                    <a:pt x="13110" y="322"/>
                    <a:pt x="12906" y="333"/>
                    <a:pt x="12906" y="357"/>
                  </a:cubicBezTo>
                  <a:lnTo>
                    <a:pt x="12703" y="357"/>
                  </a:lnTo>
                  <a:cubicBezTo>
                    <a:pt x="12703" y="304"/>
                    <a:pt x="12671" y="285"/>
                    <a:pt x="12626" y="285"/>
                  </a:cubicBezTo>
                  <a:cubicBezTo>
                    <a:pt x="12568" y="285"/>
                    <a:pt x="12490" y="317"/>
                    <a:pt x="12435" y="349"/>
                  </a:cubicBezTo>
                  <a:cubicBezTo>
                    <a:pt x="12419" y="390"/>
                    <a:pt x="12371" y="414"/>
                    <a:pt x="12330" y="414"/>
                  </a:cubicBezTo>
                  <a:cubicBezTo>
                    <a:pt x="12330" y="342"/>
                    <a:pt x="12296" y="313"/>
                    <a:pt x="12252" y="313"/>
                  </a:cubicBezTo>
                  <a:cubicBezTo>
                    <a:pt x="12223" y="313"/>
                    <a:pt x="12189" y="326"/>
                    <a:pt x="12160" y="349"/>
                  </a:cubicBezTo>
                  <a:cubicBezTo>
                    <a:pt x="12144" y="410"/>
                    <a:pt x="12127" y="441"/>
                    <a:pt x="12115" y="441"/>
                  </a:cubicBezTo>
                  <a:cubicBezTo>
                    <a:pt x="12103" y="441"/>
                    <a:pt x="12095" y="410"/>
                    <a:pt x="12095" y="349"/>
                  </a:cubicBezTo>
                  <a:cubicBezTo>
                    <a:pt x="12095" y="294"/>
                    <a:pt x="12082" y="264"/>
                    <a:pt x="12061" y="264"/>
                  </a:cubicBezTo>
                  <a:cubicBezTo>
                    <a:pt x="12036" y="264"/>
                    <a:pt x="12001" y="308"/>
                    <a:pt x="11965" y="406"/>
                  </a:cubicBezTo>
                  <a:cubicBezTo>
                    <a:pt x="11945" y="435"/>
                    <a:pt x="11935" y="449"/>
                    <a:pt x="11926" y="449"/>
                  </a:cubicBezTo>
                  <a:cubicBezTo>
                    <a:pt x="11917" y="449"/>
                    <a:pt x="11908" y="435"/>
                    <a:pt x="11892" y="406"/>
                  </a:cubicBezTo>
                  <a:cubicBezTo>
                    <a:pt x="11873" y="334"/>
                    <a:pt x="11854" y="305"/>
                    <a:pt x="11841" y="305"/>
                  </a:cubicBezTo>
                  <a:cubicBezTo>
                    <a:pt x="11833" y="305"/>
                    <a:pt x="11827" y="318"/>
                    <a:pt x="11827" y="341"/>
                  </a:cubicBezTo>
                  <a:cubicBezTo>
                    <a:pt x="11811" y="402"/>
                    <a:pt x="11795" y="432"/>
                    <a:pt x="11779" y="432"/>
                  </a:cubicBezTo>
                  <a:cubicBezTo>
                    <a:pt x="11762" y="432"/>
                    <a:pt x="11746" y="402"/>
                    <a:pt x="11730" y="341"/>
                  </a:cubicBezTo>
                  <a:cubicBezTo>
                    <a:pt x="11694" y="280"/>
                    <a:pt x="11675" y="250"/>
                    <a:pt x="11662" y="250"/>
                  </a:cubicBezTo>
                  <a:cubicBezTo>
                    <a:pt x="11649" y="250"/>
                    <a:pt x="11641" y="280"/>
                    <a:pt x="11625" y="341"/>
                  </a:cubicBezTo>
                  <a:cubicBezTo>
                    <a:pt x="11617" y="402"/>
                    <a:pt x="11570" y="432"/>
                    <a:pt x="11523" y="432"/>
                  </a:cubicBezTo>
                  <a:cubicBezTo>
                    <a:pt x="11477" y="432"/>
                    <a:pt x="11430" y="402"/>
                    <a:pt x="11422" y="341"/>
                  </a:cubicBezTo>
                  <a:cubicBezTo>
                    <a:pt x="11400" y="341"/>
                    <a:pt x="11379" y="312"/>
                    <a:pt x="11367" y="312"/>
                  </a:cubicBezTo>
                  <a:cubicBezTo>
                    <a:pt x="11361" y="312"/>
                    <a:pt x="11357" y="320"/>
                    <a:pt x="11357" y="341"/>
                  </a:cubicBezTo>
                  <a:lnTo>
                    <a:pt x="11325" y="276"/>
                  </a:lnTo>
                  <a:lnTo>
                    <a:pt x="11260" y="276"/>
                  </a:lnTo>
                  <a:lnTo>
                    <a:pt x="11260" y="333"/>
                  </a:lnTo>
                  <a:cubicBezTo>
                    <a:pt x="11106" y="301"/>
                    <a:pt x="10944" y="276"/>
                    <a:pt x="10790" y="268"/>
                  </a:cubicBezTo>
                  <a:cubicBezTo>
                    <a:pt x="10715" y="268"/>
                    <a:pt x="10653" y="268"/>
                    <a:pt x="10601" y="268"/>
                  </a:cubicBezTo>
                  <a:cubicBezTo>
                    <a:pt x="10395" y="268"/>
                    <a:pt x="10358" y="273"/>
                    <a:pt x="10384" y="325"/>
                  </a:cubicBezTo>
                  <a:cubicBezTo>
                    <a:pt x="10400" y="386"/>
                    <a:pt x="10392" y="416"/>
                    <a:pt x="10376" y="416"/>
                  </a:cubicBezTo>
                  <a:cubicBezTo>
                    <a:pt x="10360" y="416"/>
                    <a:pt x="10335" y="386"/>
                    <a:pt x="10319" y="325"/>
                  </a:cubicBezTo>
                  <a:cubicBezTo>
                    <a:pt x="10279" y="325"/>
                    <a:pt x="10214" y="260"/>
                    <a:pt x="10149" y="260"/>
                  </a:cubicBezTo>
                  <a:cubicBezTo>
                    <a:pt x="10084" y="260"/>
                    <a:pt x="10011" y="260"/>
                    <a:pt x="10011" y="203"/>
                  </a:cubicBezTo>
                  <a:lnTo>
                    <a:pt x="9979" y="203"/>
                  </a:lnTo>
                  <a:cubicBezTo>
                    <a:pt x="9942" y="268"/>
                    <a:pt x="9860" y="296"/>
                    <a:pt x="9779" y="296"/>
                  </a:cubicBezTo>
                  <a:cubicBezTo>
                    <a:pt x="9717" y="296"/>
                    <a:pt x="9656" y="280"/>
                    <a:pt x="9614" y="252"/>
                  </a:cubicBezTo>
                  <a:cubicBezTo>
                    <a:pt x="9606" y="251"/>
                    <a:pt x="9597" y="251"/>
                    <a:pt x="9589" y="251"/>
                  </a:cubicBezTo>
                  <a:cubicBezTo>
                    <a:pt x="9533" y="251"/>
                    <a:pt x="9479" y="274"/>
                    <a:pt x="9444" y="309"/>
                  </a:cubicBezTo>
                  <a:cubicBezTo>
                    <a:pt x="9411" y="341"/>
                    <a:pt x="9395" y="357"/>
                    <a:pt x="9382" y="357"/>
                  </a:cubicBezTo>
                  <a:cubicBezTo>
                    <a:pt x="9369" y="357"/>
                    <a:pt x="9359" y="341"/>
                    <a:pt x="9338" y="309"/>
                  </a:cubicBezTo>
                  <a:cubicBezTo>
                    <a:pt x="9338" y="276"/>
                    <a:pt x="9272" y="240"/>
                    <a:pt x="9217" y="240"/>
                  </a:cubicBezTo>
                  <a:cubicBezTo>
                    <a:pt x="9177" y="240"/>
                    <a:pt x="9144" y="258"/>
                    <a:pt x="9144" y="309"/>
                  </a:cubicBezTo>
                  <a:lnTo>
                    <a:pt x="9103" y="252"/>
                  </a:lnTo>
                  <a:cubicBezTo>
                    <a:pt x="9093" y="232"/>
                    <a:pt x="9083" y="223"/>
                    <a:pt x="9074" y="223"/>
                  </a:cubicBezTo>
                  <a:cubicBezTo>
                    <a:pt x="9054" y="223"/>
                    <a:pt x="9038" y="264"/>
                    <a:pt x="9038" y="309"/>
                  </a:cubicBezTo>
                  <a:cubicBezTo>
                    <a:pt x="9038" y="362"/>
                    <a:pt x="9032" y="391"/>
                    <a:pt x="9022" y="391"/>
                  </a:cubicBezTo>
                  <a:cubicBezTo>
                    <a:pt x="9010" y="391"/>
                    <a:pt x="8992" y="344"/>
                    <a:pt x="8973" y="244"/>
                  </a:cubicBezTo>
                  <a:cubicBezTo>
                    <a:pt x="8973" y="177"/>
                    <a:pt x="8962" y="146"/>
                    <a:pt x="8953" y="146"/>
                  </a:cubicBezTo>
                  <a:cubicBezTo>
                    <a:pt x="8946" y="146"/>
                    <a:pt x="8941" y="161"/>
                    <a:pt x="8941" y="187"/>
                  </a:cubicBezTo>
                  <a:cubicBezTo>
                    <a:pt x="8918" y="227"/>
                    <a:pt x="8891" y="267"/>
                    <a:pt x="8866" y="267"/>
                  </a:cubicBezTo>
                  <a:cubicBezTo>
                    <a:pt x="8855" y="267"/>
                    <a:pt x="8845" y="261"/>
                    <a:pt x="8836" y="244"/>
                  </a:cubicBezTo>
                  <a:cubicBezTo>
                    <a:pt x="8803" y="244"/>
                    <a:pt x="8771" y="244"/>
                    <a:pt x="8771" y="366"/>
                  </a:cubicBezTo>
                  <a:cubicBezTo>
                    <a:pt x="8771" y="422"/>
                    <a:pt x="8738" y="422"/>
                    <a:pt x="8706" y="422"/>
                  </a:cubicBezTo>
                  <a:cubicBezTo>
                    <a:pt x="8698" y="382"/>
                    <a:pt x="8714" y="333"/>
                    <a:pt x="8738" y="301"/>
                  </a:cubicBezTo>
                  <a:lnTo>
                    <a:pt x="8673" y="301"/>
                  </a:lnTo>
                  <a:cubicBezTo>
                    <a:pt x="8617" y="285"/>
                    <a:pt x="8576" y="236"/>
                    <a:pt x="8568" y="179"/>
                  </a:cubicBezTo>
                  <a:cubicBezTo>
                    <a:pt x="8555" y="156"/>
                    <a:pt x="8542" y="142"/>
                    <a:pt x="8533" y="142"/>
                  </a:cubicBezTo>
                  <a:close/>
                  <a:moveTo>
                    <a:pt x="566" y="1517"/>
                  </a:moveTo>
                  <a:cubicBezTo>
                    <a:pt x="549" y="1549"/>
                    <a:pt x="533" y="1590"/>
                    <a:pt x="533" y="1630"/>
                  </a:cubicBezTo>
                  <a:lnTo>
                    <a:pt x="566" y="1630"/>
                  </a:lnTo>
                  <a:cubicBezTo>
                    <a:pt x="598" y="1630"/>
                    <a:pt x="598" y="1574"/>
                    <a:pt x="606" y="1517"/>
                  </a:cubicBezTo>
                  <a:close/>
                  <a:moveTo>
                    <a:pt x="7992" y="1971"/>
                  </a:moveTo>
                  <a:cubicBezTo>
                    <a:pt x="7968" y="2011"/>
                    <a:pt x="7960" y="2052"/>
                    <a:pt x="7960" y="2093"/>
                  </a:cubicBezTo>
                  <a:cubicBezTo>
                    <a:pt x="7960" y="2116"/>
                    <a:pt x="7965" y="2130"/>
                    <a:pt x="7974" y="2130"/>
                  </a:cubicBezTo>
                  <a:cubicBezTo>
                    <a:pt x="7987" y="2130"/>
                    <a:pt x="8006" y="2102"/>
                    <a:pt x="8025" y="2036"/>
                  </a:cubicBezTo>
                  <a:cubicBezTo>
                    <a:pt x="8025" y="1971"/>
                    <a:pt x="8025" y="1971"/>
                    <a:pt x="7992" y="19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2"/>
            <p:cNvSpPr/>
            <p:nvPr/>
          </p:nvSpPr>
          <p:spPr>
            <a:xfrm>
              <a:off x="5504024" y="2489052"/>
              <a:ext cx="415768" cy="36854"/>
            </a:xfrm>
            <a:custGeom>
              <a:avLst/>
              <a:gdLst/>
              <a:ahLst/>
              <a:cxnLst/>
              <a:rect l="l" t="t" r="r" b="b"/>
              <a:pathLst>
                <a:path w="24120" h="2138" extrusionOk="0">
                  <a:moveTo>
                    <a:pt x="6728" y="1"/>
                  </a:moveTo>
                  <a:cubicBezTo>
                    <a:pt x="6672" y="1"/>
                    <a:pt x="6672" y="1"/>
                    <a:pt x="6704" y="66"/>
                  </a:cubicBezTo>
                  <a:lnTo>
                    <a:pt x="6761" y="66"/>
                  </a:lnTo>
                  <a:cubicBezTo>
                    <a:pt x="6761" y="1"/>
                    <a:pt x="6761" y="1"/>
                    <a:pt x="6728" y="1"/>
                  </a:cubicBezTo>
                  <a:close/>
                  <a:moveTo>
                    <a:pt x="939" y="333"/>
                  </a:moveTo>
                  <a:lnTo>
                    <a:pt x="964" y="390"/>
                  </a:lnTo>
                  <a:lnTo>
                    <a:pt x="996" y="390"/>
                  </a:lnTo>
                  <a:cubicBezTo>
                    <a:pt x="996" y="333"/>
                    <a:pt x="996" y="333"/>
                    <a:pt x="972" y="333"/>
                  </a:cubicBezTo>
                  <a:close/>
                  <a:moveTo>
                    <a:pt x="16887" y="341"/>
                  </a:moveTo>
                  <a:cubicBezTo>
                    <a:pt x="16887" y="406"/>
                    <a:pt x="16887" y="463"/>
                    <a:pt x="16855" y="463"/>
                  </a:cubicBezTo>
                  <a:lnTo>
                    <a:pt x="16831" y="406"/>
                  </a:lnTo>
                  <a:lnTo>
                    <a:pt x="16855" y="341"/>
                  </a:lnTo>
                  <a:close/>
                  <a:moveTo>
                    <a:pt x="10644" y="366"/>
                  </a:moveTo>
                  <a:cubicBezTo>
                    <a:pt x="10644" y="422"/>
                    <a:pt x="10644" y="487"/>
                    <a:pt x="10612" y="487"/>
                  </a:cubicBezTo>
                  <a:lnTo>
                    <a:pt x="10588" y="487"/>
                  </a:lnTo>
                  <a:cubicBezTo>
                    <a:pt x="10588" y="439"/>
                    <a:pt x="10596" y="406"/>
                    <a:pt x="10612" y="366"/>
                  </a:cubicBezTo>
                  <a:close/>
                  <a:moveTo>
                    <a:pt x="16514" y="398"/>
                  </a:moveTo>
                  <a:cubicBezTo>
                    <a:pt x="16547" y="398"/>
                    <a:pt x="16547" y="398"/>
                    <a:pt x="16547" y="455"/>
                  </a:cubicBezTo>
                  <a:cubicBezTo>
                    <a:pt x="16547" y="455"/>
                    <a:pt x="16547" y="520"/>
                    <a:pt x="16514" y="520"/>
                  </a:cubicBezTo>
                  <a:lnTo>
                    <a:pt x="16490" y="455"/>
                  </a:lnTo>
                  <a:cubicBezTo>
                    <a:pt x="16490" y="398"/>
                    <a:pt x="16514" y="398"/>
                    <a:pt x="16514" y="398"/>
                  </a:cubicBezTo>
                  <a:close/>
                  <a:moveTo>
                    <a:pt x="6185" y="414"/>
                  </a:moveTo>
                  <a:cubicBezTo>
                    <a:pt x="6193" y="455"/>
                    <a:pt x="6201" y="495"/>
                    <a:pt x="6218" y="536"/>
                  </a:cubicBezTo>
                  <a:cubicBezTo>
                    <a:pt x="6242" y="536"/>
                    <a:pt x="6242" y="471"/>
                    <a:pt x="6242" y="471"/>
                  </a:cubicBezTo>
                  <a:cubicBezTo>
                    <a:pt x="6242" y="471"/>
                    <a:pt x="6242" y="414"/>
                    <a:pt x="6218" y="414"/>
                  </a:cubicBezTo>
                  <a:close/>
                  <a:moveTo>
                    <a:pt x="19952" y="455"/>
                  </a:moveTo>
                  <a:cubicBezTo>
                    <a:pt x="19976" y="455"/>
                    <a:pt x="19976" y="455"/>
                    <a:pt x="19976" y="512"/>
                  </a:cubicBezTo>
                  <a:cubicBezTo>
                    <a:pt x="19976" y="576"/>
                    <a:pt x="19952" y="633"/>
                    <a:pt x="19920" y="633"/>
                  </a:cubicBezTo>
                  <a:cubicBezTo>
                    <a:pt x="19895" y="633"/>
                    <a:pt x="19895" y="512"/>
                    <a:pt x="19952" y="455"/>
                  </a:cubicBezTo>
                  <a:close/>
                  <a:moveTo>
                    <a:pt x="5901" y="593"/>
                  </a:moveTo>
                  <a:cubicBezTo>
                    <a:pt x="5934" y="593"/>
                    <a:pt x="5934" y="593"/>
                    <a:pt x="5934" y="649"/>
                  </a:cubicBezTo>
                  <a:lnTo>
                    <a:pt x="5901" y="649"/>
                  </a:lnTo>
                  <a:lnTo>
                    <a:pt x="5877" y="593"/>
                  </a:lnTo>
                  <a:close/>
                  <a:moveTo>
                    <a:pt x="23960" y="404"/>
                  </a:moveTo>
                  <a:cubicBezTo>
                    <a:pt x="23977" y="404"/>
                    <a:pt x="23965" y="490"/>
                    <a:pt x="23925" y="576"/>
                  </a:cubicBezTo>
                  <a:cubicBezTo>
                    <a:pt x="23909" y="633"/>
                    <a:pt x="23901" y="662"/>
                    <a:pt x="23896" y="662"/>
                  </a:cubicBezTo>
                  <a:cubicBezTo>
                    <a:pt x="23892" y="662"/>
                    <a:pt x="23892" y="633"/>
                    <a:pt x="23892" y="576"/>
                  </a:cubicBezTo>
                  <a:cubicBezTo>
                    <a:pt x="23892" y="512"/>
                    <a:pt x="23892" y="455"/>
                    <a:pt x="23925" y="455"/>
                  </a:cubicBezTo>
                  <a:cubicBezTo>
                    <a:pt x="23941" y="419"/>
                    <a:pt x="23953" y="404"/>
                    <a:pt x="23960" y="404"/>
                  </a:cubicBezTo>
                  <a:close/>
                  <a:moveTo>
                    <a:pt x="3891" y="560"/>
                  </a:moveTo>
                  <a:lnTo>
                    <a:pt x="3891" y="617"/>
                  </a:lnTo>
                  <a:lnTo>
                    <a:pt x="3858" y="674"/>
                  </a:lnTo>
                  <a:lnTo>
                    <a:pt x="3834" y="617"/>
                  </a:lnTo>
                  <a:cubicBezTo>
                    <a:pt x="3834" y="560"/>
                    <a:pt x="3858" y="560"/>
                    <a:pt x="3891" y="560"/>
                  </a:cubicBezTo>
                  <a:close/>
                  <a:moveTo>
                    <a:pt x="4672" y="468"/>
                  </a:moveTo>
                  <a:cubicBezTo>
                    <a:pt x="4679" y="468"/>
                    <a:pt x="4671" y="498"/>
                    <a:pt x="4653" y="568"/>
                  </a:cubicBezTo>
                  <a:lnTo>
                    <a:pt x="4596" y="690"/>
                  </a:lnTo>
                  <a:cubicBezTo>
                    <a:pt x="4572" y="690"/>
                    <a:pt x="4596" y="625"/>
                    <a:pt x="4628" y="512"/>
                  </a:cubicBezTo>
                  <a:cubicBezTo>
                    <a:pt x="4652" y="484"/>
                    <a:pt x="4666" y="468"/>
                    <a:pt x="4672" y="468"/>
                  </a:cubicBezTo>
                  <a:close/>
                  <a:moveTo>
                    <a:pt x="5670" y="562"/>
                  </a:moveTo>
                  <a:cubicBezTo>
                    <a:pt x="5687" y="562"/>
                    <a:pt x="5698" y="617"/>
                    <a:pt x="5674" y="706"/>
                  </a:cubicBezTo>
                  <a:lnTo>
                    <a:pt x="5618" y="706"/>
                  </a:lnTo>
                  <a:cubicBezTo>
                    <a:pt x="5618" y="641"/>
                    <a:pt x="5618" y="585"/>
                    <a:pt x="5650" y="585"/>
                  </a:cubicBezTo>
                  <a:cubicBezTo>
                    <a:pt x="5656" y="570"/>
                    <a:pt x="5663" y="562"/>
                    <a:pt x="5670" y="562"/>
                  </a:cubicBezTo>
                  <a:close/>
                  <a:moveTo>
                    <a:pt x="566" y="625"/>
                  </a:moveTo>
                  <a:cubicBezTo>
                    <a:pt x="599" y="625"/>
                    <a:pt x="599" y="625"/>
                    <a:pt x="599" y="682"/>
                  </a:cubicBezTo>
                  <a:cubicBezTo>
                    <a:pt x="599" y="682"/>
                    <a:pt x="566" y="747"/>
                    <a:pt x="542" y="747"/>
                  </a:cubicBezTo>
                  <a:lnTo>
                    <a:pt x="510" y="682"/>
                  </a:lnTo>
                  <a:cubicBezTo>
                    <a:pt x="510" y="625"/>
                    <a:pt x="542" y="625"/>
                    <a:pt x="566" y="625"/>
                  </a:cubicBezTo>
                  <a:close/>
                  <a:moveTo>
                    <a:pt x="17852" y="658"/>
                  </a:moveTo>
                  <a:cubicBezTo>
                    <a:pt x="17876" y="658"/>
                    <a:pt x="17876" y="714"/>
                    <a:pt x="17876" y="714"/>
                  </a:cubicBezTo>
                  <a:cubicBezTo>
                    <a:pt x="17876" y="714"/>
                    <a:pt x="17876" y="779"/>
                    <a:pt x="17852" y="779"/>
                  </a:cubicBezTo>
                  <a:cubicBezTo>
                    <a:pt x="17828" y="739"/>
                    <a:pt x="17820" y="698"/>
                    <a:pt x="17820" y="658"/>
                  </a:cubicBezTo>
                  <a:close/>
                  <a:moveTo>
                    <a:pt x="7391" y="631"/>
                  </a:moveTo>
                  <a:cubicBezTo>
                    <a:pt x="7403" y="631"/>
                    <a:pt x="7420" y="660"/>
                    <a:pt x="7434" y="731"/>
                  </a:cubicBezTo>
                  <a:cubicBezTo>
                    <a:pt x="7434" y="795"/>
                    <a:pt x="7434" y="795"/>
                    <a:pt x="7409" y="795"/>
                  </a:cubicBezTo>
                  <a:cubicBezTo>
                    <a:pt x="7393" y="755"/>
                    <a:pt x="7377" y="714"/>
                    <a:pt x="7377" y="674"/>
                  </a:cubicBezTo>
                  <a:cubicBezTo>
                    <a:pt x="7377" y="646"/>
                    <a:pt x="7383" y="631"/>
                    <a:pt x="7391" y="631"/>
                  </a:cubicBezTo>
                  <a:close/>
                  <a:moveTo>
                    <a:pt x="7636" y="674"/>
                  </a:moveTo>
                  <a:cubicBezTo>
                    <a:pt x="7636" y="739"/>
                    <a:pt x="7636" y="795"/>
                    <a:pt x="7604" y="795"/>
                  </a:cubicBezTo>
                  <a:lnTo>
                    <a:pt x="7580" y="739"/>
                  </a:lnTo>
                  <a:lnTo>
                    <a:pt x="7604" y="674"/>
                  </a:lnTo>
                  <a:close/>
                  <a:moveTo>
                    <a:pt x="19006" y="650"/>
                  </a:moveTo>
                  <a:cubicBezTo>
                    <a:pt x="19010" y="650"/>
                    <a:pt x="19012" y="657"/>
                    <a:pt x="19012" y="674"/>
                  </a:cubicBezTo>
                  <a:cubicBezTo>
                    <a:pt x="19012" y="714"/>
                    <a:pt x="19003" y="755"/>
                    <a:pt x="18987" y="795"/>
                  </a:cubicBezTo>
                  <a:cubicBezTo>
                    <a:pt x="18987" y="795"/>
                    <a:pt x="18973" y="821"/>
                    <a:pt x="18963" y="821"/>
                  </a:cubicBezTo>
                  <a:cubicBezTo>
                    <a:pt x="18958" y="821"/>
                    <a:pt x="18955" y="814"/>
                    <a:pt x="18955" y="795"/>
                  </a:cubicBezTo>
                  <a:lnTo>
                    <a:pt x="18955" y="739"/>
                  </a:lnTo>
                  <a:cubicBezTo>
                    <a:pt x="18978" y="692"/>
                    <a:pt x="18997" y="650"/>
                    <a:pt x="19006" y="650"/>
                  </a:cubicBezTo>
                  <a:close/>
                  <a:moveTo>
                    <a:pt x="17095" y="720"/>
                  </a:moveTo>
                  <a:cubicBezTo>
                    <a:pt x="17106" y="720"/>
                    <a:pt x="17114" y="735"/>
                    <a:pt x="17114" y="763"/>
                  </a:cubicBezTo>
                  <a:cubicBezTo>
                    <a:pt x="17114" y="828"/>
                    <a:pt x="17114" y="828"/>
                    <a:pt x="17082" y="828"/>
                  </a:cubicBezTo>
                  <a:cubicBezTo>
                    <a:pt x="17025" y="828"/>
                    <a:pt x="17025" y="828"/>
                    <a:pt x="17058" y="763"/>
                  </a:cubicBezTo>
                  <a:cubicBezTo>
                    <a:pt x="17070" y="735"/>
                    <a:pt x="17084" y="720"/>
                    <a:pt x="17095" y="720"/>
                  </a:cubicBezTo>
                  <a:close/>
                  <a:moveTo>
                    <a:pt x="17285" y="771"/>
                  </a:moveTo>
                  <a:cubicBezTo>
                    <a:pt x="17309" y="771"/>
                    <a:pt x="17309" y="771"/>
                    <a:pt x="17309" y="828"/>
                  </a:cubicBezTo>
                  <a:lnTo>
                    <a:pt x="17285" y="828"/>
                  </a:lnTo>
                  <a:lnTo>
                    <a:pt x="17252" y="771"/>
                  </a:lnTo>
                  <a:close/>
                  <a:moveTo>
                    <a:pt x="14163" y="722"/>
                  </a:moveTo>
                  <a:cubicBezTo>
                    <a:pt x="14163" y="779"/>
                    <a:pt x="14163" y="836"/>
                    <a:pt x="14131" y="836"/>
                  </a:cubicBezTo>
                  <a:lnTo>
                    <a:pt x="14106" y="836"/>
                  </a:lnTo>
                  <a:cubicBezTo>
                    <a:pt x="14106" y="795"/>
                    <a:pt x="14114" y="755"/>
                    <a:pt x="14131" y="722"/>
                  </a:cubicBezTo>
                  <a:close/>
                  <a:moveTo>
                    <a:pt x="17568" y="771"/>
                  </a:moveTo>
                  <a:cubicBezTo>
                    <a:pt x="17593" y="771"/>
                    <a:pt x="17593" y="771"/>
                    <a:pt x="17593" y="836"/>
                  </a:cubicBezTo>
                  <a:lnTo>
                    <a:pt x="17568" y="836"/>
                  </a:lnTo>
                  <a:lnTo>
                    <a:pt x="17536" y="771"/>
                  </a:lnTo>
                  <a:close/>
                  <a:moveTo>
                    <a:pt x="11009" y="731"/>
                  </a:moveTo>
                  <a:cubicBezTo>
                    <a:pt x="11009" y="787"/>
                    <a:pt x="11009" y="852"/>
                    <a:pt x="10985" y="852"/>
                  </a:cubicBezTo>
                  <a:lnTo>
                    <a:pt x="10952" y="787"/>
                  </a:lnTo>
                  <a:lnTo>
                    <a:pt x="10985" y="731"/>
                  </a:lnTo>
                  <a:close/>
                  <a:moveTo>
                    <a:pt x="855" y="630"/>
                  </a:moveTo>
                  <a:cubicBezTo>
                    <a:pt x="862" y="630"/>
                    <a:pt x="871" y="632"/>
                    <a:pt x="883" y="633"/>
                  </a:cubicBezTo>
                  <a:cubicBezTo>
                    <a:pt x="907" y="633"/>
                    <a:pt x="939" y="633"/>
                    <a:pt x="939" y="690"/>
                  </a:cubicBezTo>
                  <a:lnTo>
                    <a:pt x="907" y="690"/>
                  </a:lnTo>
                  <a:cubicBezTo>
                    <a:pt x="907" y="673"/>
                    <a:pt x="905" y="666"/>
                    <a:pt x="902" y="666"/>
                  </a:cubicBezTo>
                  <a:cubicBezTo>
                    <a:pt x="897" y="666"/>
                    <a:pt x="890" y="707"/>
                    <a:pt x="907" y="747"/>
                  </a:cubicBezTo>
                  <a:lnTo>
                    <a:pt x="907" y="868"/>
                  </a:lnTo>
                  <a:cubicBezTo>
                    <a:pt x="883" y="868"/>
                    <a:pt x="850" y="812"/>
                    <a:pt x="850" y="747"/>
                  </a:cubicBezTo>
                  <a:cubicBezTo>
                    <a:pt x="831" y="650"/>
                    <a:pt x="827" y="630"/>
                    <a:pt x="855" y="630"/>
                  </a:cubicBezTo>
                  <a:close/>
                  <a:moveTo>
                    <a:pt x="4880" y="755"/>
                  </a:moveTo>
                  <a:cubicBezTo>
                    <a:pt x="4880" y="812"/>
                    <a:pt x="4880" y="868"/>
                    <a:pt x="4855" y="868"/>
                  </a:cubicBezTo>
                  <a:lnTo>
                    <a:pt x="4823" y="868"/>
                  </a:lnTo>
                  <a:cubicBezTo>
                    <a:pt x="4823" y="828"/>
                    <a:pt x="4839" y="787"/>
                    <a:pt x="4855" y="755"/>
                  </a:cubicBezTo>
                  <a:close/>
                  <a:moveTo>
                    <a:pt x="6923" y="787"/>
                  </a:moveTo>
                  <a:cubicBezTo>
                    <a:pt x="6955" y="787"/>
                    <a:pt x="6955" y="844"/>
                    <a:pt x="6955" y="844"/>
                  </a:cubicBezTo>
                  <a:cubicBezTo>
                    <a:pt x="6955" y="863"/>
                    <a:pt x="6952" y="869"/>
                    <a:pt x="6946" y="869"/>
                  </a:cubicBezTo>
                  <a:cubicBezTo>
                    <a:pt x="6935" y="869"/>
                    <a:pt x="6915" y="844"/>
                    <a:pt x="6899" y="844"/>
                  </a:cubicBezTo>
                  <a:cubicBezTo>
                    <a:pt x="6866" y="787"/>
                    <a:pt x="6866" y="787"/>
                    <a:pt x="6923" y="787"/>
                  </a:cubicBezTo>
                  <a:close/>
                  <a:moveTo>
                    <a:pt x="12971" y="763"/>
                  </a:moveTo>
                  <a:cubicBezTo>
                    <a:pt x="13028" y="763"/>
                    <a:pt x="13028" y="763"/>
                    <a:pt x="13028" y="820"/>
                  </a:cubicBezTo>
                  <a:cubicBezTo>
                    <a:pt x="13028" y="872"/>
                    <a:pt x="12992" y="877"/>
                    <a:pt x="12961" y="877"/>
                  </a:cubicBezTo>
                  <a:cubicBezTo>
                    <a:pt x="12953" y="877"/>
                    <a:pt x="12945" y="876"/>
                    <a:pt x="12939" y="876"/>
                  </a:cubicBezTo>
                  <a:cubicBezTo>
                    <a:pt x="12915" y="820"/>
                    <a:pt x="12939" y="763"/>
                    <a:pt x="12971" y="763"/>
                  </a:cubicBezTo>
                  <a:close/>
                  <a:moveTo>
                    <a:pt x="17501" y="859"/>
                  </a:moveTo>
                  <a:cubicBezTo>
                    <a:pt x="17497" y="859"/>
                    <a:pt x="17490" y="866"/>
                    <a:pt x="17479" y="885"/>
                  </a:cubicBezTo>
                  <a:cubicBezTo>
                    <a:pt x="17501" y="885"/>
                    <a:pt x="17508" y="859"/>
                    <a:pt x="17501" y="859"/>
                  </a:cubicBezTo>
                  <a:close/>
                  <a:moveTo>
                    <a:pt x="6388" y="779"/>
                  </a:moveTo>
                  <a:cubicBezTo>
                    <a:pt x="6412" y="779"/>
                    <a:pt x="6445" y="779"/>
                    <a:pt x="6445" y="836"/>
                  </a:cubicBezTo>
                  <a:cubicBezTo>
                    <a:pt x="6445" y="836"/>
                    <a:pt x="6445" y="901"/>
                    <a:pt x="6412" y="901"/>
                  </a:cubicBezTo>
                  <a:cubicBezTo>
                    <a:pt x="6388" y="893"/>
                    <a:pt x="6355" y="836"/>
                    <a:pt x="6355" y="836"/>
                  </a:cubicBezTo>
                  <a:cubicBezTo>
                    <a:pt x="6355" y="779"/>
                    <a:pt x="6388" y="779"/>
                    <a:pt x="6388" y="779"/>
                  </a:cubicBezTo>
                  <a:close/>
                  <a:moveTo>
                    <a:pt x="4023" y="653"/>
                  </a:moveTo>
                  <a:cubicBezTo>
                    <a:pt x="4028" y="653"/>
                    <a:pt x="4028" y="684"/>
                    <a:pt x="4028" y="739"/>
                  </a:cubicBezTo>
                  <a:cubicBezTo>
                    <a:pt x="4037" y="803"/>
                    <a:pt x="4020" y="868"/>
                    <a:pt x="3972" y="917"/>
                  </a:cubicBezTo>
                  <a:lnTo>
                    <a:pt x="3915" y="917"/>
                  </a:lnTo>
                  <a:lnTo>
                    <a:pt x="3972" y="795"/>
                  </a:lnTo>
                  <a:cubicBezTo>
                    <a:pt x="4003" y="698"/>
                    <a:pt x="4017" y="653"/>
                    <a:pt x="4023" y="653"/>
                  </a:cubicBezTo>
                  <a:close/>
                  <a:moveTo>
                    <a:pt x="9477" y="828"/>
                  </a:moveTo>
                  <a:cubicBezTo>
                    <a:pt x="9477" y="885"/>
                    <a:pt x="9477" y="941"/>
                    <a:pt x="9453" y="941"/>
                  </a:cubicBezTo>
                  <a:lnTo>
                    <a:pt x="9420" y="885"/>
                  </a:lnTo>
                  <a:lnTo>
                    <a:pt x="9453" y="828"/>
                  </a:lnTo>
                  <a:close/>
                  <a:moveTo>
                    <a:pt x="2528" y="836"/>
                  </a:moveTo>
                  <a:cubicBezTo>
                    <a:pt x="2553" y="836"/>
                    <a:pt x="2553" y="893"/>
                    <a:pt x="2496" y="958"/>
                  </a:cubicBezTo>
                  <a:lnTo>
                    <a:pt x="2439" y="958"/>
                  </a:lnTo>
                  <a:cubicBezTo>
                    <a:pt x="2439" y="893"/>
                    <a:pt x="2496" y="836"/>
                    <a:pt x="2528" y="836"/>
                  </a:cubicBezTo>
                  <a:close/>
                  <a:moveTo>
                    <a:pt x="10134" y="779"/>
                  </a:moveTo>
                  <a:cubicBezTo>
                    <a:pt x="10158" y="779"/>
                    <a:pt x="10158" y="779"/>
                    <a:pt x="10158" y="836"/>
                  </a:cubicBezTo>
                  <a:cubicBezTo>
                    <a:pt x="10158" y="876"/>
                    <a:pt x="10150" y="917"/>
                    <a:pt x="10134" y="958"/>
                  </a:cubicBezTo>
                  <a:cubicBezTo>
                    <a:pt x="10101" y="958"/>
                    <a:pt x="10134" y="836"/>
                    <a:pt x="10134" y="779"/>
                  </a:cubicBezTo>
                  <a:close/>
                  <a:moveTo>
                    <a:pt x="5447" y="941"/>
                  </a:moveTo>
                  <a:lnTo>
                    <a:pt x="5447" y="998"/>
                  </a:lnTo>
                  <a:cubicBezTo>
                    <a:pt x="5431" y="998"/>
                    <a:pt x="5411" y="1027"/>
                    <a:pt x="5400" y="1027"/>
                  </a:cubicBezTo>
                  <a:cubicBezTo>
                    <a:pt x="5394" y="1027"/>
                    <a:pt x="5391" y="1020"/>
                    <a:pt x="5391" y="998"/>
                  </a:cubicBezTo>
                  <a:cubicBezTo>
                    <a:pt x="5366" y="998"/>
                    <a:pt x="5423" y="941"/>
                    <a:pt x="5447" y="941"/>
                  </a:cubicBezTo>
                  <a:close/>
                  <a:moveTo>
                    <a:pt x="17196" y="1031"/>
                  </a:moveTo>
                  <a:cubicBezTo>
                    <a:pt x="17196" y="1041"/>
                    <a:pt x="17195" y="1051"/>
                    <a:pt x="17195" y="1063"/>
                  </a:cubicBezTo>
                  <a:cubicBezTo>
                    <a:pt x="17198" y="1067"/>
                    <a:pt x="17199" y="1070"/>
                    <a:pt x="17201" y="1073"/>
                  </a:cubicBezTo>
                  <a:lnTo>
                    <a:pt x="17201" y="1073"/>
                  </a:lnTo>
                  <a:cubicBezTo>
                    <a:pt x="17199" y="1063"/>
                    <a:pt x="17197" y="1049"/>
                    <a:pt x="17196" y="1031"/>
                  </a:cubicBezTo>
                  <a:close/>
                  <a:moveTo>
                    <a:pt x="2655" y="930"/>
                  </a:moveTo>
                  <a:cubicBezTo>
                    <a:pt x="2626" y="930"/>
                    <a:pt x="2610" y="974"/>
                    <a:pt x="2610" y="1014"/>
                  </a:cubicBezTo>
                  <a:cubicBezTo>
                    <a:pt x="2610" y="1079"/>
                    <a:pt x="2642" y="1079"/>
                    <a:pt x="2699" y="1079"/>
                  </a:cubicBezTo>
                  <a:cubicBezTo>
                    <a:pt x="2723" y="1079"/>
                    <a:pt x="2755" y="1014"/>
                    <a:pt x="2755" y="1014"/>
                  </a:cubicBezTo>
                  <a:cubicBezTo>
                    <a:pt x="2755" y="958"/>
                    <a:pt x="2723" y="958"/>
                    <a:pt x="2699" y="958"/>
                  </a:cubicBezTo>
                  <a:cubicBezTo>
                    <a:pt x="2682" y="938"/>
                    <a:pt x="2667" y="930"/>
                    <a:pt x="2655" y="930"/>
                  </a:cubicBezTo>
                  <a:close/>
                  <a:moveTo>
                    <a:pt x="17201" y="1073"/>
                  </a:moveTo>
                  <a:cubicBezTo>
                    <a:pt x="17204" y="1092"/>
                    <a:pt x="17208" y="1100"/>
                    <a:pt x="17209" y="1100"/>
                  </a:cubicBezTo>
                  <a:cubicBezTo>
                    <a:pt x="17211" y="1100"/>
                    <a:pt x="17209" y="1090"/>
                    <a:pt x="17201" y="1073"/>
                  </a:cubicBezTo>
                  <a:close/>
                  <a:moveTo>
                    <a:pt x="7205" y="144"/>
                  </a:moveTo>
                  <a:cubicBezTo>
                    <a:pt x="7195" y="144"/>
                    <a:pt x="7193" y="174"/>
                    <a:pt x="7207" y="244"/>
                  </a:cubicBezTo>
                  <a:cubicBezTo>
                    <a:pt x="7207" y="366"/>
                    <a:pt x="7207" y="366"/>
                    <a:pt x="7150" y="366"/>
                  </a:cubicBezTo>
                  <a:cubicBezTo>
                    <a:pt x="7126" y="366"/>
                    <a:pt x="7093" y="366"/>
                    <a:pt x="7093" y="301"/>
                  </a:cubicBezTo>
                  <a:cubicBezTo>
                    <a:pt x="7093" y="244"/>
                    <a:pt x="7093" y="244"/>
                    <a:pt x="7036" y="244"/>
                  </a:cubicBezTo>
                  <a:cubicBezTo>
                    <a:pt x="6955" y="244"/>
                    <a:pt x="6866" y="422"/>
                    <a:pt x="6842" y="536"/>
                  </a:cubicBezTo>
                  <a:cubicBezTo>
                    <a:pt x="6842" y="597"/>
                    <a:pt x="6842" y="627"/>
                    <a:pt x="6838" y="627"/>
                  </a:cubicBezTo>
                  <a:cubicBezTo>
                    <a:pt x="6834" y="627"/>
                    <a:pt x="6826" y="597"/>
                    <a:pt x="6809" y="536"/>
                  </a:cubicBezTo>
                  <a:cubicBezTo>
                    <a:pt x="6809" y="479"/>
                    <a:pt x="6785" y="479"/>
                    <a:pt x="6753" y="479"/>
                  </a:cubicBezTo>
                  <a:cubicBezTo>
                    <a:pt x="6753" y="498"/>
                    <a:pt x="6750" y="504"/>
                    <a:pt x="6747" y="504"/>
                  </a:cubicBezTo>
                  <a:cubicBezTo>
                    <a:pt x="6742" y="504"/>
                    <a:pt x="6736" y="479"/>
                    <a:pt x="6753" y="479"/>
                  </a:cubicBezTo>
                  <a:cubicBezTo>
                    <a:pt x="6753" y="431"/>
                    <a:pt x="6770" y="419"/>
                    <a:pt x="6789" y="419"/>
                  </a:cubicBezTo>
                  <a:cubicBezTo>
                    <a:pt x="6796" y="419"/>
                    <a:pt x="6803" y="420"/>
                    <a:pt x="6809" y="422"/>
                  </a:cubicBezTo>
                  <a:lnTo>
                    <a:pt x="6809" y="358"/>
                  </a:lnTo>
                  <a:cubicBezTo>
                    <a:pt x="6797" y="297"/>
                    <a:pt x="6783" y="266"/>
                    <a:pt x="6769" y="266"/>
                  </a:cubicBezTo>
                  <a:cubicBezTo>
                    <a:pt x="6755" y="266"/>
                    <a:pt x="6740" y="297"/>
                    <a:pt x="6728" y="358"/>
                  </a:cubicBezTo>
                  <a:cubicBezTo>
                    <a:pt x="6712" y="386"/>
                    <a:pt x="6704" y="400"/>
                    <a:pt x="6697" y="400"/>
                  </a:cubicBezTo>
                  <a:cubicBezTo>
                    <a:pt x="6690" y="400"/>
                    <a:pt x="6684" y="386"/>
                    <a:pt x="6672" y="358"/>
                  </a:cubicBezTo>
                  <a:cubicBezTo>
                    <a:pt x="6648" y="311"/>
                    <a:pt x="6630" y="269"/>
                    <a:pt x="6620" y="269"/>
                  </a:cubicBezTo>
                  <a:cubicBezTo>
                    <a:pt x="6617" y="269"/>
                    <a:pt x="6615" y="276"/>
                    <a:pt x="6615" y="293"/>
                  </a:cubicBezTo>
                  <a:cubicBezTo>
                    <a:pt x="6574" y="293"/>
                    <a:pt x="6542" y="268"/>
                    <a:pt x="6526" y="236"/>
                  </a:cubicBezTo>
                  <a:cubicBezTo>
                    <a:pt x="6469" y="236"/>
                    <a:pt x="6445" y="236"/>
                    <a:pt x="6445" y="293"/>
                  </a:cubicBezTo>
                  <a:cubicBezTo>
                    <a:pt x="6445" y="349"/>
                    <a:pt x="6412" y="349"/>
                    <a:pt x="6388" y="349"/>
                  </a:cubicBezTo>
                  <a:cubicBezTo>
                    <a:pt x="6355" y="349"/>
                    <a:pt x="6331" y="349"/>
                    <a:pt x="6331" y="414"/>
                  </a:cubicBezTo>
                  <a:cubicBezTo>
                    <a:pt x="6331" y="471"/>
                    <a:pt x="6299" y="528"/>
                    <a:pt x="6242" y="528"/>
                  </a:cubicBezTo>
                  <a:cubicBezTo>
                    <a:pt x="6218" y="551"/>
                    <a:pt x="6205" y="565"/>
                    <a:pt x="6195" y="565"/>
                  </a:cubicBezTo>
                  <a:cubicBezTo>
                    <a:pt x="6181" y="565"/>
                    <a:pt x="6175" y="538"/>
                    <a:pt x="6161" y="471"/>
                  </a:cubicBezTo>
                  <a:cubicBezTo>
                    <a:pt x="6161" y="406"/>
                    <a:pt x="6128" y="406"/>
                    <a:pt x="6104" y="406"/>
                  </a:cubicBezTo>
                  <a:cubicBezTo>
                    <a:pt x="6104" y="406"/>
                    <a:pt x="6072" y="406"/>
                    <a:pt x="6047" y="349"/>
                  </a:cubicBezTo>
                  <a:cubicBezTo>
                    <a:pt x="6038" y="330"/>
                    <a:pt x="6031" y="322"/>
                    <a:pt x="6026" y="322"/>
                  </a:cubicBezTo>
                  <a:cubicBezTo>
                    <a:pt x="6015" y="322"/>
                    <a:pt x="6015" y="366"/>
                    <a:pt x="6015" y="406"/>
                  </a:cubicBezTo>
                  <a:lnTo>
                    <a:pt x="6015" y="528"/>
                  </a:lnTo>
                  <a:cubicBezTo>
                    <a:pt x="5990" y="528"/>
                    <a:pt x="5958" y="406"/>
                    <a:pt x="5958" y="349"/>
                  </a:cubicBezTo>
                  <a:cubicBezTo>
                    <a:pt x="5946" y="289"/>
                    <a:pt x="5940" y="258"/>
                    <a:pt x="5937" y="258"/>
                  </a:cubicBezTo>
                  <a:cubicBezTo>
                    <a:pt x="5934" y="258"/>
                    <a:pt x="5934" y="289"/>
                    <a:pt x="5934" y="349"/>
                  </a:cubicBezTo>
                  <a:cubicBezTo>
                    <a:pt x="5934" y="390"/>
                    <a:pt x="5918" y="430"/>
                    <a:pt x="5888" y="430"/>
                  </a:cubicBezTo>
                  <a:cubicBezTo>
                    <a:pt x="5876" y="430"/>
                    <a:pt x="5861" y="423"/>
                    <a:pt x="5845" y="406"/>
                  </a:cubicBezTo>
                  <a:cubicBezTo>
                    <a:pt x="5788" y="406"/>
                    <a:pt x="5731" y="406"/>
                    <a:pt x="5731" y="341"/>
                  </a:cubicBezTo>
                  <a:cubicBezTo>
                    <a:pt x="5723" y="322"/>
                    <a:pt x="5714" y="316"/>
                    <a:pt x="5706" y="316"/>
                  </a:cubicBezTo>
                  <a:cubicBezTo>
                    <a:pt x="5689" y="316"/>
                    <a:pt x="5674" y="341"/>
                    <a:pt x="5674" y="341"/>
                  </a:cubicBezTo>
                  <a:cubicBezTo>
                    <a:pt x="5662" y="370"/>
                    <a:pt x="5648" y="384"/>
                    <a:pt x="5627" y="384"/>
                  </a:cubicBezTo>
                  <a:cubicBezTo>
                    <a:pt x="5605" y="384"/>
                    <a:pt x="5577" y="370"/>
                    <a:pt x="5536" y="341"/>
                  </a:cubicBezTo>
                  <a:cubicBezTo>
                    <a:pt x="5463" y="281"/>
                    <a:pt x="5427" y="250"/>
                    <a:pt x="5409" y="250"/>
                  </a:cubicBezTo>
                  <a:cubicBezTo>
                    <a:pt x="5391" y="250"/>
                    <a:pt x="5391" y="281"/>
                    <a:pt x="5391" y="341"/>
                  </a:cubicBezTo>
                  <a:cubicBezTo>
                    <a:pt x="5391" y="374"/>
                    <a:pt x="5391" y="407"/>
                    <a:pt x="5386" y="407"/>
                  </a:cubicBezTo>
                  <a:cubicBezTo>
                    <a:pt x="5382" y="407"/>
                    <a:pt x="5376" y="389"/>
                    <a:pt x="5366" y="341"/>
                  </a:cubicBezTo>
                  <a:cubicBezTo>
                    <a:pt x="5356" y="321"/>
                    <a:pt x="5347" y="313"/>
                    <a:pt x="5337" y="313"/>
                  </a:cubicBezTo>
                  <a:cubicBezTo>
                    <a:pt x="5315" y="313"/>
                    <a:pt x="5292" y="353"/>
                    <a:pt x="5253" y="398"/>
                  </a:cubicBezTo>
                  <a:cubicBezTo>
                    <a:pt x="5228" y="471"/>
                    <a:pt x="5220" y="552"/>
                    <a:pt x="5220" y="633"/>
                  </a:cubicBezTo>
                  <a:cubicBezTo>
                    <a:pt x="5220" y="704"/>
                    <a:pt x="5220" y="733"/>
                    <a:pt x="5209" y="733"/>
                  </a:cubicBezTo>
                  <a:cubicBezTo>
                    <a:pt x="5201" y="733"/>
                    <a:pt x="5187" y="717"/>
                    <a:pt x="5163" y="690"/>
                  </a:cubicBezTo>
                  <a:cubicBezTo>
                    <a:pt x="5139" y="690"/>
                    <a:pt x="5107" y="633"/>
                    <a:pt x="5107" y="576"/>
                  </a:cubicBezTo>
                  <a:cubicBezTo>
                    <a:pt x="5107" y="512"/>
                    <a:pt x="5139" y="512"/>
                    <a:pt x="5139" y="512"/>
                  </a:cubicBezTo>
                  <a:lnTo>
                    <a:pt x="5163" y="512"/>
                  </a:lnTo>
                  <a:cubicBezTo>
                    <a:pt x="5163" y="455"/>
                    <a:pt x="5163" y="390"/>
                    <a:pt x="5107" y="390"/>
                  </a:cubicBezTo>
                  <a:cubicBezTo>
                    <a:pt x="5095" y="362"/>
                    <a:pt x="5080" y="347"/>
                    <a:pt x="5069" y="347"/>
                  </a:cubicBezTo>
                  <a:cubicBezTo>
                    <a:pt x="5058" y="347"/>
                    <a:pt x="5050" y="362"/>
                    <a:pt x="5050" y="390"/>
                  </a:cubicBezTo>
                  <a:cubicBezTo>
                    <a:pt x="5026" y="333"/>
                    <a:pt x="4969" y="333"/>
                    <a:pt x="4912" y="333"/>
                  </a:cubicBezTo>
                  <a:cubicBezTo>
                    <a:pt x="4855" y="325"/>
                    <a:pt x="4766" y="325"/>
                    <a:pt x="4742" y="268"/>
                  </a:cubicBezTo>
                  <a:cubicBezTo>
                    <a:pt x="4685" y="268"/>
                    <a:pt x="4653" y="268"/>
                    <a:pt x="4653" y="325"/>
                  </a:cubicBezTo>
                  <a:cubicBezTo>
                    <a:pt x="4653" y="395"/>
                    <a:pt x="4645" y="425"/>
                    <a:pt x="4638" y="425"/>
                  </a:cubicBezTo>
                  <a:cubicBezTo>
                    <a:pt x="4633" y="425"/>
                    <a:pt x="4628" y="409"/>
                    <a:pt x="4628" y="382"/>
                  </a:cubicBezTo>
                  <a:cubicBezTo>
                    <a:pt x="4608" y="310"/>
                    <a:pt x="4454" y="258"/>
                    <a:pt x="4336" y="258"/>
                  </a:cubicBezTo>
                  <a:cubicBezTo>
                    <a:pt x="4267" y="258"/>
                    <a:pt x="4211" y="275"/>
                    <a:pt x="4199" y="317"/>
                  </a:cubicBezTo>
                  <a:lnTo>
                    <a:pt x="4142" y="317"/>
                  </a:lnTo>
                  <a:cubicBezTo>
                    <a:pt x="4113" y="288"/>
                    <a:pt x="4053" y="271"/>
                    <a:pt x="3999" y="271"/>
                  </a:cubicBezTo>
                  <a:cubicBezTo>
                    <a:pt x="3948" y="271"/>
                    <a:pt x="3902" y="286"/>
                    <a:pt x="3891" y="317"/>
                  </a:cubicBezTo>
                  <a:lnTo>
                    <a:pt x="3801" y="309"/>
                  </a:lnTo>
                  <a:cubicBezTo>
                    <a:pt x="3773" y="281"/>
                    <a:pt x="3753" y="266"/>
                    <a:pt x="3736" y="266"/>
                  </a:cubicBezTo>
                  <a:cubicBezTo>
                    <a:pt x="3718" y="266"/>
                    <a:pt x="3704" y="281"/>
                    <a:pt x="3688" y="309"/>
                  </a:cubicBezTo>
                  <a:cubicBezTo>
                    <a:pt x="3670" y="350"/>
                    <a:pt x="3665" y="396"/>
                    <a:pt x="3664" y="396"/>
                  </a:cubicBezTo>
                  <a:cubicBezTo>
                    <a:pt x="3664" y="396"/>
                    <a:pt x="3664" y="389"/>
                    <a:pt x="3664" y="374"/>
                  </a:cubicBezTo>
                  <a:cubicBezTo>
                    <a:pt x="3664" y="309"/>
                    <a:pt x="3607" y="309"/>
                    <a:pt x="3493" y="309"/>
                  </a:cubicBezTo>
                  <a:cubicBezTo>
                    <a:pt x="3380" y="309"/>
                    <a:pt x="3380" y="309"/>
                    <a:pt x="3404" y="366"/>
                  </a:cubicBezTo>
                  <a:cubicBezTo>
                    <a:pt x="3371" y="382"/>
                    <a:pt x="3348" y="389"/>
                    <a:pt x="3331" y="389"/>
                  </a:cubicBezTo>
                  <a:cubicBezTo>
                    <a:pt x="3291" y="389"/>
                    <a:pt x="3291" y="347"/>
                    <a:pt x="3291" y="301"/>
                  </a:cubicBezTo>
                  <a:cubicBezTo>
                    <a:pt x="3305" y="250"/>
                    <a:pt x="3302" y="222"/>
                    <a:pt x="3291" y="222"/>
                  </a:cubicBezTo>
                  <a:cubicBezTo>
                    <a:pt x="3277" y="222"/>
                    <a:pt x="3252" y="266"/>
                    <a:pt x="3234" y="366"/>
                  </a:cubicBezTo>
                  <a:cubicBezTo>
                    <a:pt x="3220" y="432"/>
                    <a:pt x="3194" y="460"/>
                    <a:pt x="3176" y="460"/>
                  </a:cubicBezTo>
                  <a:cubicBezTo>
                    <a:pt x="3163" y="460"/>
                    <a:pt x="3153" y="446"/>
                    <a:pt x="3153" y="422"/>
                  </a:cubicBezTo>
                  <a:cubicBezTo>
                    <a:pt x="3153" y="366"/>
                    <a:pt x="3177" y="366"/>
                    <a:pt x="3210" y="366"/>
                  </a:cubicBezTo>
                  <a:lnTo>
                    <a:pt x="3210" y="244"/>
                  </a:lnTo>
                  <a:cubicBezTo>
                    <a:pt x="3177" y="244"/>
                    <a:pt x="3177" y="244"/>
                    <a:pt x="3153" y="301"/>
                  </a:cubicBezTo>
                  <a:cubicBezTo>
                    <a:pt x="3153" y="301"/>
                    <a:pt x="3120" y="301"/>
                    <a:pt x="3096" y="358"/>
                  </a:cubicBezTo>
                  <a:cubicBezTo>
                    <a:pt x="3064" y="414"/>
                    <a:pt x="3064" y="487"/>
                    <a:pt x="3096" y="544"/>
                  </a:cubicBezTo>
                  <a:cubicBezTo>
                    <a:pt x="3120" y="601"/>
                    <a:pt x="3096" y="601"/>
                    <a:pt x="3064" y="601"/>
                  </a:cubicBezTo>
                  <a:cubicBezTo>
                    <a:pt x="3015" y="552"/>
                    <a:pt x="3007" y="479"/>
                    <a:pt x="3039" y="422"/>
                  </a:cubicBezTo>
                  <a:cubicBezTo>
                    <a:pt x="3064" y="422"/>
                    <a:pt x="3064" y="358"/>
                    <a:pt x="3064" y="301"/>
                  </a:cubicBezTo>
                  <a:cubicBezTo>
                    <a:pt x="3064" y="290"/>
                    <a:pt x="3059" y="286"/>
                    <a:pt x="3051" y="286"/>
                  </a:cubicBezTo>
                  <a:cubicBezTo>
                    <a:pt x="3017" y="286"/>
                    <a:pt x="2920" y="380"/>
                    <a:pt x="2893" y="479"/>
                  </a:cubicBezTo>
                  <a:lnTo>
                    <a:pt x="2893" y="414"/>
                  </a:lnTo>
                  <a:cubicBezTo>
                    <a:pt x="2893" y="358"/>
                    <a:pt x="2837" y="358"/>
                    <a:pt x="2780" y="358"/>
                  </a:cubicBezTo>
                  <a:cubicBezTo>
                    <a:pt x="2723" y="358"/>
                    <a:pt x="2699" y="358"/>
                    <a:pt x="2699" y="414"/>
                  </a:cubicBezTo>
                  <a:cubicBezTo>
                    <a:pt x="2699" y="471"/>
                    <a:pt x="2699" y="536"/>
                    <a:pt x="2666" y="536"/>
                  </a:cubicBezTo>
                  <a:cubicBezTo>
                    <a:pt x="2699" y="536"/>
                    <a:pt x="2699" y="593"/>
                    <a:pt x="2699" y="658"/>
                  </a:cubicBezTo>
                  <a:cubicBezTo>
                    <a:pt x="2658" y="617"/>
                    <a:pt x="2634" y="576"/>
                    <a:pt x="2610" y="536"/>
                  </a:cubicBezTo>
                  <a:cubicBezTo>
                    <a:pt x="2553" y="414"/>
                    <a:pt x="2496" y="349"/>
                    <a:pt x="2383" y="349"/>
                  </a:cubicBezTo>
                  <a:cubicBezTo>
                    <a:pt x="2326" y="349"/>
                    <a:pt x="2245" y="349"/>
                    <a:pt x="2212" y="285"/>
                  </a:cubicBezTo>
                  <a:cubicBezTo>
                    <a:pt x="2156" y="285"/>
                    <a:pt x="2131" y="285"/>
                    <a:pt x="2131" y="349"/>
                  </a:cubicBezTo>
                  <a:lnTo>
                    <a:pt x="2074" y="349"/>
                  </a:lnTo>
                  <a:cubicBezTo>
                    <a:pt x="2058" y="316"/>
                    <a:pt x="2034" y="300"/>
                    <a:pt x="2016" y="300"/>
                  </a:cubicBezTo>
                  <a:cubicBezTo>
                    <a:pt x="1999" y="300"/>
                    <a:pt x="1985" y="314"/>
                    <a:pt x="1985" y="341"/>
                  </a:cubicBezTo>
                  <a:cubicBezTo>
                    <a:pt x="1977" y="363"/>
                    <a:pt x="1968" y="370"/>
                    <a:pt x="1959" y="370"/>
                  </a:cubicBezTo>
                  <a:cubicBezTo>
                    <a:pt x="1940" y="370"/>
                    <a:pt x="1920" y="341"/>
                    <a:pt x="1904" y="341"/>
                  </a:cubicBezTo>
                  <a:cubicBezTo>
                    <a:pt x="1879" y="287"/>
                    <a:pt x="1865" y="257"/>
                    <a:pt x="1859" y="257"/>
                  </a:cubicBezTo>
                  <a:cubicBezTo>
                    <a:pt x="1852" y="257"/>
                    <a:pt x="1858" y="303"/>
                    <a:pt x="1872" y="406"/>
                  </a:cubicBezTo>
                  <a:cubicBezTo>
                    <a:pt x="1872" y="455"/>
                    <a:pt x="1904" y="504"/>
                    <a:pt x="1961" y="520"/>
                  </a:cubicBezTo>
                  <a:lnTo>
                    <a:pt x="2042" y="528"/>
                  </a:lnTo>
                  <a:lnTo>
                    <a:pt x="1961" y="585"/>
                  </a:lnTo>
                  <a:cubicBezTo>
                    <a:pt x="1929" y="585"/>
                    <a:pt x="1872" y="641"/>
                    <a:pt x="1872" y="698"/>
                  </a:cubicBezTo>
                  <a:cubicBezTo>
                    <a:pt x="1872" y="698"/>
                    <a:pt x="1872" y="763"/>
                    <a:pt x="1839" y="763"/>
                  </a:cubicBezTo>
                  <a:lnTo>
                    <a:pt x="1839" y="641"/>
                  </a:lnTo>
                  <a:cubicBezTo>
                    <a:pt x="1864" y="585"/>
                    <a:pt x="1880" y="520"/>
                    <a:pt x="1872" y="463"/>
                  </a:cubicBezTo>
                  <a:cubicBezTo>
                    <a:pt x="1857" y="387"/>
                    <a:pt x="1816" y="337"/>
                    <a:pt x="1788" y="337"/>
                  </a:cubicBezTo>
                  <a:cubicBezTo>
                    <a:pt x="1771" y="337"/>
                    <a:pt x="1758" y="355"/>
                    <a:pt x="1758" y="398"/>
                  </a:cubicBezTo>
                  <a:cubicBezTo>
                    <a:pt x="1734" y="398"/>
                    <a:pt x="1734" y="398"/>
                    <a:pt x="1701" y="341"/>
                  </a:cubicBezTo>
                  <a:cubicBezTo>
                    <a:pt x="1701" y="314"/>
                    <a:pt x="1697" y="298"/>
                    <a:pt x="1690" y="298"/>
                  </a:cubicBezTo>
                  <a:cubicBezTo>
                    <a:pt x="1680" y="298"/>
                    <a:pt x="1663" y="328"/>
                    <a:pt x="1645" y="398"/>
                  </a:cubicBezTo>
                  <a:cubicBezTo>
                    <a:pt x="1633" y="459"/>
                    <a:pt x="1618" y="489"/>
                    <a:pt x="1604" y="489"/>
                  </a:cubicBezTo>
                  <a:cubicBezTo>
                    <a:pt x="1590" y="489"/>
                    <a:pt x="1576" y="459"/>
                    <a:pt x="1564" y="398"/>
                  </a:cubicBezTo>
                  <a:cubicBezTo>
                    <a:pt x="1530" y="326"/>
                    <a:pt x="1476" y="297"/>
                    <a:pt x="1438" y="297"/>
                  </a:cubicBezTo>
                  <a:cubicBezTo>
                    <a:pt x="1412" y="297"/>
                    <a:pt x="1393" y="310"/>
                    <a:pt x="1393" y="333"/>
                  </a:cubicBezTo>
                  <a:cubicBezTo>
                    <a:pt x="1393" y="404"/>
                    <a:pt x="1364" y="433"/>
                    <a:pt x="1334" y="433"/>
                  </a:cubicBezTo>
                  <a:cubicBezTo>
                    <a:pt x="1312" y="433"/>
                    <a:pt x="1290" y="417"/>
                    <a:pt x="1280" y="390"/>
                  </a:cubicBezTo>
                  <a:cubicBezTo>
                    <a:pt x="1264" y="362"/>
                    <a:pt x="1249" y="347"/>
                    <a:pt x="1235" y="347"/>
                  </a:cubicBezTo>
                  <a:cubicBezTo>
                    <a:pt x="1221" y="347"/>
                    <a:pt x="1207" y="362"/>
                    <a:pt x="1191" y="390"/>
                  </a:cubicBezTo>
                  <a:cubicBezTo>
                    <a:pt x="1191" y="350"/>
                    <a:pt x="1179" y="306"/>
                    <a:pt x="1160" y="306"/>
                  </a:cubicBezTo>
                  <a:cubicBezTo>
                    <a:pt x="1152" y="306"/>
                    <a:pt x="1144" y="314"/>
                    <a:pt x="1134" y="333"/>
                  </a:cubicBezTo>
                  <a:cubicBezTo>
                    <a:pt x="1134" y="333"/>
                    <a:pt x="1110" y="333"/>
                    <a:pt x="1134" y="390"/>
                  </a:cubicBezTo>
                  <a:lnTo>
                    <a:pt x="1077" y="512"/>
                  </a:lnTo>
                  <a:cubicBezTo>
                    <a:pt x="1110" y="512"/>
                    <a:pt x="1110" y="568"/>
                    <a:pt x="1110" y="625"/>
                  </a:cubicBezTo>
                  <a:cubicBezTo>
                    <a:pt x="1108" y="642"/>
                    <a:pt x="1099" y="650"/>
                    <a:pt x="1087" y="650"/>
                  </a:cubicBezTo>
                  <a:cubicBezTo>
                    <a:pt x="1051" y="650"/>
                    <a:pt x="982" y="580"/>
                    <a:pt x="939" y="447"/>
                  </a:cubicBezTo>
                  <a:lnTo>
                    <a:pt x="883" y="325"/>
                  </a:lnTo>
                  <a:lnTo>
                    <a:pt x="883" y="447"/>
                  </a:lnTo>
                  <a:cubicBezTo>
                    <a:pt x="850" y="447"/>
                    <a:pt x="826" y="447"/>
                    <a:pt x="826" y="382"/>
                  </a:cubicBezTo>
                  <a:cubicBezTo>
                    <a:pt x="826" y="325"/>
                    <a:pt x="826" y="325"/>
                    <a:pt x="793" y="325"/>
                  </a:cubicBezTo>
                  <a:cubicBezTo>
                    <a:pt x="793" y="325"/>
                    <a:pt x="769" y="325"/>
                    <a:pt x="769" y="382"/>
                  </a:cubicBezTo>
                  <a:cubicBezTo>
                    <a:pt x="769" y="454"/>
                    <a:pt x="769" y="483"/>
                    <a:pt x="762" y="483"/>
                  </a:cubicBezTo>
                  <a:cubicBezTo>
                    <a:pt x="758" y="483"/>
                    <a:pt x="750" y="470"/>
                    <a:pt x="737" y="447"/>
                  </a:cubicBezTo>
                  <a:cubicBezTo>
                    <a:pt x="724" y="385"/>
                    <a:pt x="710" y="354"/>
                    <a:pt x="695" y="354"/>
                  </a:cubicBezTo>
                  <a:cubicBezTo>
                    <a:pt x="681" y="354"/>
                    <a:pt x="668" y="383"/>
                    <a:pt x="656" y="439"/>
                  </a:cubicBezTo>
                  <a:cubicBezTo>
                    <a:pt x="656" y="499"/>
                    <a:pt x="656" y="530"/>
                    <a:pt x="652" y="530"/>
                  </a:cubicBezTo>
                  <a:cubicBezTo>
                    <a:pt x="647" y="530"/>
                    <a:pt x="639" y="499"/>
                    <a:pt x="623" y="439"/>
                  </a:cubicBezTo>
                  <a:cubicBezTo>
                    <a:pt x="623" y="382"/>
                    <a:pt x="599" y="325"/>
                    <a:pt x="566" y="325"/>
                  </a:cubicBezTo>
                  <a:lnTo>
                    <a:pt x="566" y="382"/>
                  </a:lnTo>
                  <a:cubicBezTo>
                    <a:pt x="566" y="452"/>
                    <a:pt x="558" y="482"/>
                    <a:pt x="545" y="482"/>
                  </a:cubicBezTo>
                  <a:cubicBezTo>
                    <a:pt x="536" y="482"/>
                    <a:pt x="523" y="466"/>
                    <a:pt x="510" y="439"/>
                  </a:cubicBezTo>
                  <a:cubicBezTo>
                    <a:pt x="510" y="410"/>
                    <a:pt x="504" y="396"/>
                    <a:pt x="490" y="396"/>
                  </a:cubicBezTo>
                  <a:cubicBezTo>
                    <a:pt x="477" y="396"/>
                    <a:pt x="457" y="410"/>
                    <a:pt x="429" y="439"/>
                  </a:cubicBezTo>
                  <a:cubicBezTo>
                    <a:pt x="372" y="439"/>
                    <a:pt x="339" y="439"/>
                    <a:pt x="339" y="382"/>
                  </a:cubicBezTo>
                  <a:cubicBezTo>
                    <a:pt x="339" y="321"/>
                    <a:pt x="339" y="291"/>
                    <a:pt x="336" y="291"/>
                  </a:cubicBezTo>
                  <a:cubicBezTo>
                    <a:pt x="333" y="291"/>
                    <a:pt x="327" y="321"/>
                    <a:pt x="315" y="382"/>
                  </a:cubicBezTo>
                  <a:cubicBezTo>
                    <a:pt x="299" y="409"/>
                    <a:pt x="291" y="423"/>
                    <a:pt x="281" y="423"/>
                  </a:cubicBezTo>
                  <a:cubicBezTo>
                    <a:pt x="269" y="423"/>
                    <a:pt x="255" y="407"/>
                    <a:pt x="226" y="374"/>
                  </a:cubicBezTo>
                  <a:cubicBezTo>
                    <a:pt x="214" y="345"/>
                    <a:pt x="208" y="331"/>
                    <a:pt x="201" y="331"/>
                  </a:cubicBezTo>
                  <a:cubicBezTo>
                    <a:pt x="193" y="331"/>
                    <a:pt x="185" y="345"/>
                    <a:pt x="169" y="374"/>
                  </a:cubicBezTo>
                  <a:cubicBezTo>
                    <a:pt x="169" y="495"/>
                    <a:pt x="169" y="552"/>
                    <a:pt x="202" y="552"/>
                  </a:cubicBezTo>
                  <a:cubicBezTo>
                    <a:pt x="226" y="560"/>
                    <a:pt x="226" y="552"/>
                    <a:pt x="226" y="617"/>
                  </a:cubicBezTo>
                  <a:lnTo>
                    <a:pt x="169" y="617"/>
                  </a:lnTo>
                  <a:cubicBezTo>
                    <a:pt x="145" y="617"/>
                    <a:pt x="112" y="617"/>
                    <a:pt x="56" y="674"/>
                  </a:cubicBezTo>
                  <a:cubicBezTo>
                    <a:pt x="9" y="720"/>
                    <a:pt x="1" y="810"/>
                    <a:pt x="30" y="810"/>
                  </a:cubicBezTo>
                  <a:cubicBezTo>
                    <a:pt x="37" y="810"/>
                    <a:pt x="45" y="806"/>
                    <a:pt x="56" y="795"/>
                  </a:cubicBezTo>
                  <a:lnTo>
                    <a:pt x="88" y="860"/>
                  </a:lnTo>
                  <a:cubicBezTo>
                    <a:pt x="88" y="949"/>
                    <a:pt x="102" y="994"/>
                    <a:pt x="116" y="994"/>
                  </a:cubicBezTo>
                  <a:cubicBezTo>
                    <a:pt x="131" y="994"/>
                    <a:pt x="145" y="949"/>
                    <a:pt x="145" y="860"/>
                  </a:cubicBezTo>
                  <a:cubicBezTo>
                    <a:pt x="145" y="760"/>
                    <a:pt x="145" y="714"/>
                    <a:pt x="149" y="714"/>
                  </a:cubicBezTo>
                  <a:cubicBezTo>
                    <a:pt x="152" y="714"/>
                    <a:pt x="158" y="742"/>
                    <a:pt x="169" y="795"/>
                  </a:cubicBezTo>
                  <a:cubicBezTo>
                    <a:pt x="169" y="917"/>
                    <a:pt x="202" y="917"/>
                    <a:pt x="226" y="917"/>
                  </a:cubicBezTo>
                  <a:cubicBezTo>
                    <a:pt x="258" y="917"/>
                    <a:pt x="258" y="917"/>
                    <a:pt x="258" y="982"/>
                  </a:cubicBezTo>
                  <a:cubicBezTo>
                    <a:pt x="258" y="1039"/>
                    <a:pt x="283" y="1095"/>
                    <a:pt x="315" y="1095"/>
                  </a:cubicBezTo>
                  <a:cubicBezTo>
                    <a:pt x="320" y="1097"/>
                    <a:pt x="324" y="1098"/>
                    <a:pt x="327" y="1098"/>
                  </a:cubicBezTo>
                  <a:cubicBezTo>
                    <a:pt x="339" y="1098"/>
                    <a:pt x="339" y="1084"/>
                    <a:pt x="339" y="1039"/>
                  </a:cubicBezTo>
                  <a:cubicBezTo>
                    <a:pt x="330" y="1016"/>
                    <a:pt x="333" y="1002"/>
                    <a:pt x="342" y="1002"/>
                  </a:cubicBezTo>
                  <a:cubicBezTo>
                    <a:pt x="356" y="1002"/>
                    <a:pt x="382" y="1031"/>
                    <a:pt x="396" y="1103"/>
                  </a:cubicBezTo>
                  <a:cubicBezTo>
                    <a:pt x="409" y="1127"/>
                    <a:pt x="417" y="1140"/>
                    <a:pt x="422" y="1140"/>
                  </a:cubicBezTo>
                  <a:cubicBezTo>
                    <a:pt x="429" y="1140"/>
                    <a:pt x="429" y="1111"/>
                    <a:pt x="429" y="1039"/>
                  </a:cubicBezTo>
                  <a:cubicBezTo>
                    <a:pt x="429" y="979"/>
                    <a:pt x="442" y="950"/>
                    <a:pt x="459" y="950"/>
                  </a:cubicBezTo>
                  <a:cubicBezTo>
                    <a:pt x="477" y="950"/>
                    <a:pt x="497" y="981"/>
                    <a:pt x="510" y="1039"/>
                  </a:cubicBezTo>
                  <a:lnTo>
                    <a:pt x="566" y="1047"/>
                  </a:lnTo>
                  <a:cubicBezTo>
                    <a:pt x="599" y="1047"/>
                    <a:pt x="599" y="982"/>
                    <a:pt x="599" y="925"/>
                  </a:cubicBezTo>
                  <a:cubicBezTo>
                    <a:pt x="599" y="855"/>
                    <a:pt x="599" y="825"/>
                    <a:pt x="604" y="825"/>
                  </a:cubicBezTo>
                  <a:cubicBezTo>
                    <a:pt x="607" y="825"/>
                    <a:pt x="613" y="841"/>
                    <a:pt x="623" y="868"/>
                  </a:cubicBezTo>
                  <a:cubicBezTo>
                    <a:pt x="639" y="901"/>
                    <a:pt x="656" y="941"/>
                    <a:pt x="656" y="982"/>
                  </a:cubicBezTo>
                  <a:cubicBezTo>
                    <a:pt x="656" y="1047"/>
                    <a:pt x="680" y="1047"/>
                    <a:pt x="712" y="1047"/>
                  </a:cubicBezTo>
                  <a:cubicBezTo>
                    <a:pt x="737" y="1047"/>
                    <a:pt x="793" y="1047"/>
                    <a:pt x="793" y="990"/>
                  </a:cubicBezTo>
                  <a:cubicBezTo>
                    <a:pt x="793" y="1006"/>
                    <a:pt x="793" y="1027"/>
                    <a:pt x="793" y="1047"/>
                  </a:cubicBezTo>
                  <a:cubicBezTo>
                    <a:pt x="815" y="1047"/>
                    <a:pt x="822" y="1076"/>
                    <a:pt x="825" y="1076"/>
                  </a:cubicBezTo>
                  <a:cubicBezTo>
                    <a:pt x="826" y="1076"/>
                    <a:pt x="826" y="1068"/>
                    <a:pt x="826" y="1047"/>
                  </a:cubicBezTo>
                  <a:cubicBezTo>
                    <a:pt x="826" y="1047"/>
                    <a:pt x="850" y="1047"/>
                    <a:pt x="907" y="1112"/>
                  </a:cubicBezTo>
                  <a:cubicBezTo>
                    <a:pt x="917" y="1122"/>
                    <a:pt x="928" y="1126"/>
                    <a:pt x="939" y="1126"/>
                  </a:cubicBezTo>
                  <a:cubicBezTo>
                    <a:pt x="989" y="1126"/>
                    <a:pt x="1037" y="1027"/>
                    <a:pt x="964" y="933"/>
                  </a:cubicBezTo>
                  <a:cubicBezTo>
                    <a:pt x="952" y="929"/>
                    <a:pt x="945" y="927"/>
                    <a:pt x="949" y="927"/>
                  </a:cubicBezTo>
                  <a:cubicBezTo>
                    <a:pt x="954" y="927"/>
                    <a:pt x="968" y="929"/>
                    <a:pt x="996" y="933"/>
                  </a:cubicBezTo>
                  <a:cubicBezTo>
                    <a:pt x="1020" y="933"/>
                    <a:pt x="1020" y="868"/>
                    <a:pt x="1020" y="868"/>
                  </a:cubicBezTo>
                  <a:cubicBezTo>
                    <a:pt x="1020" y="812"/>
                    <a:pt x="1053" y="812"/>
                    <a:pt x="1077" y="812"/>
                  </a:cubicBezTo>
                  <a:lnTo>
                    <a:pt x="1077" y="933"/>
                  </a:lnTo>
                  <a:cubicBezTo>
                    <a:pt x="1063" y="1036"/>
                    <a:pt x="1076" y="1099"/>
                    <a:pt x="1094" y="1099"/>
                  </a:cubicBezTo>
                  <a:cubicBezTo>
                    <a:pt x="1108" y="1099"/>
                    <a:pt x="1124" y="1065"/>
                    <a:pt x="1134" y="990"/>
                  </a:cubicBezTo>
                  <a:lnTo>
                    <a:pt x="1134" y="1055"/>
                  </a:lnTo>
                  <a:cubicBezTo>
                    <a:pt x="1134" y="1083"/>
                    <a:pt x="1142" y="1097"/>
                    <a:pt x="1157" y="1097"/>
                  </a:cubicBezTo>
                  <a:cubicBezTo>
                    <a:pt x="1172" y="1097"/>
                    <a:pt x="1195" y="1083"/>
                    <a:pt x="1223" y="1055"/>
                  </a:cubicBezTo>
                  <a:cubicBezTo>
                    <a:pt x="1247" y="1055"/>
                    <a:pt x="1280" y="933"/>
                    <a:pt x="1280" y="876"/>
                  </a:cubicBezTo>
                  <a:cubicBezTo>
                    <a:pt x="1280" y="812"/>
                    <a:pt x="1304" y="812"/>
                    <a:pt x="1304" y="812"/>
                  </a:cubicBezTo>
                  <a:cubicBezTo>
                    <a:pt x="1337" y="812"/>
                    <a:pt x="1337" y="812"/>
                    <a:pt x="1337" y="876"/>
                  </a:cubicBezTo>
                  <a:cubicBezTo>
                    <a:pt x="1337" y="937"/>
                    <a:pt x="1351" y="968"/>
                    <a:pt x="1368" y="968"/>
                  </a:cubicBezTo>
                  <a:cubicBezTo>
                    <a:pt x="1385" y="968"/>
                    <a:pt x="1406" y="937"/>
                    <a:pt x="1418" y="876"/>
                  </a:cubicBezTo>
                  <a:lnTo>
                    <a:pt x="1418" y="933"/>
                  </a:lnTo>
                  <a:cubicBezTo>
                    <a:pt x="1418" y="979"/>
                    <a:pt x="1434" y="1021"/>
                    <a:pt x="1493" y="1021"/>
                  </a:cubicBezTo>
                  <a:cubicBezTo>
                    <a:pt x="1517" y="1021"/>
                    <a:pt x="1548" y="1014"/>
                    <a:pt x="1588" y="998"/>
                  </a:cubicBezTo>
                  <a:cubicBezTo>
                    <a:pt x="1701" y="998"/>
                    <a:pt x="1791" y="1006"/>
                    <a:pt x="1791" y="1063"/>
                  </a:cubicBezTo>
                  <a:cubicBezTo>
                    <a:pt x="1791" y="1073"/>
                    <a:pt x="1794" y="1078"/>
                    <a:pt x="1801" y="1078"/>
                  </a:cubicBezTo>
                  <a:cubicBezTo>
                    <a:pt x="1830" y="1078"/>
                    <a:pt x="1915" y="984"/>
                    <a:pt x="1961" y="885"/>
                  </a:cubicBezTo>
                  <a:cubicBezTo>
                    <a:pt x="1961" y="941"/>
                    <a:pt x="1985" y="949"/>
                    <a:pt x="2042" y="949"/>
                  </a:cubicBezTo>
                  <a:cubicBezTo>
                    <a:pt x="2131" y="949"/>
                    <a:pt x="2131" y="949"/>
                    <a:pt x="2131" y="1006"/>
                  </a:cubicBezTo>
                  <a:cubicBezTo>
                    <a:pt x="2115" y="1067"/>
                    <a:pt x="2107" y="1097"/>
                    <a:pt x="2110" y="1097"/>
                  </a:cubicBezTo>
                  <a:lnTo>
                    <a:pt x="2110" y="1097"/>
                  </a:lnTo>
                  <a:cubicBezTo>
                    <a:pt x="2113" y="1097"/>
                    <a:pt x="2127" y="1067"/>
                    <a:pt x="2156" y="1006"/>
                  </a:cubicBezTo>
                  <a:cubicBezTo>
                    <a:pt x="2168" y="961"/>
                    <a:pt x="2187" y="941"/>
                    <a:pt x="2206" y="941"/>
                  </a:cubicBezTo>
                  <a:cubicBezTo>
                    <a:pt x="2237" y="941"/>
                    <a:pt x="2269" y="995"/>
                    <a:pt x="2269" y="1071"/>
                  </a:cubicBezTo>
                  <a:cubicBezTo>
                    <a:pt x="2269" y="1128"/>
                    <a:pt x="2301" y="1128"/>
                    <a:pt x="2358" y="1128"/>
                  </a:cubicBezTo>
                  <a:cubicBezTo>
                    <a:pt x="2383" y="1071"/>
                    <a:pt x="2439" y="1071"/>
                    <a:pt x="2496" y="1071"/>
                  </a:cubicBezTo>
                  <a:cubicBezTo>
                    <a:pt x="2585" y="1071"/>
                    <a:pt x="2585" y="1071"/>
                    <a:pt x="2585" y="958"/>
                  </a:cubicBezTo>
                  <a:cubicBezTo>
                    <a:pt x="2585" y="836"/>
                    <a:pt x="2610" y="836"/>
                    <a:pt x="2666" y="836"/>
                  </a:cubicBezTo>
                  <a:cubicBezTo>
                    <a:pt x="2699" y="836"/>
                    <a:pt x="2723" y="836"/>
                    <a:pt x="2723" y="893"/>
                  </a:cubicBezTo>
                  <a:cubicBezTo>
                    <a:pt x="2723" y="893"/>
                    <a:pt x="2755" y="958"/>
                    <a:pt x="2780" y="958"/>
                  </a:cubicBezTo>
                  <a:cubicBezTo>
                    <a:pt x="2812" y="958"/>
                    <a:pt x="2837" y="958"/>
                    <a:pt x="2837" y="1014"/>
                  </a:cubicBezTo>
                  <a:cubicBezTo>
                    <a:pt x="2853" y="1055"/>
                    <a:pt x="2885" y="1071"/>
                    <a:pt x="2926" y="1079"/>
                  </a:cubicBezTo>
                  <a:cubicBezTo>
                    <a:pt x="2983" y="1079"/>
                    <a:pt x="3039" y="1079"/>
                    <a:pt x="3039" y="1144"/>
                  </a:cubicBezTo>
                  <a:cubicBezTo>
                    <a:pt x="3064" y="1144"/>
                    <a:pt x="3064" y="1144"/>
                    <a:pt x="3064" y="1079"/>
                  </a:cubicBezTo>
                  <a:cubicBezTo>
                    <a:pt x="3064" y="1039"/>
                    <a:pt x="3080" y="999"/>
                    <a:pt x="3129" y="999"/>
                  </a:cubicBezTo>
                  <a:cubicBezTo>
                    <a:pt x="3150" y="999"/>
                    <a:pt x="3176" y="1006"/>
                    <a:pt x="3210" y="1022"/>
                  </a:cubicBezTo>
                  <a:cubicBezTo>
                    <a:pt x="3266" y="1022"/>
                    <a:pt x="3347" y="1022"/>
                    <a:pt x="3347" y="966"/>
                  </a:cubicBezTo>
                  <a:cubicBezTo>
                    <a:pt x="3380" y="966"/>
                    <a:pt x="3380" y="966"/>
                    <a:pt x="3380" y="1022"/>
                  </a:cubicBezTo>
                  <a:cubicBezTo>
                    <a:pt x="3380" y="1084"/>
                    <a:pt x="3394" y="1115"/>
                    <a:pt x="3416" y="1115"/>
                  </a:cubicBezTo>
                  <a:cubicBezTo>
                    <a:pt x="3438" y="1115"/>
                    <a:pt x="3465" y="1086"/>
                    <a:pt x="3493" y="1031"/>
                  </a:cubicBezTo>
                  <a:cubicBezTo>
                    <a:pt x="3493" y="998"/>
                    <a:pt x="3499" y="982"/>
                    <a:pt x="3510" y="982"/>
                  </a:cubicBezTo>
                  <a:cubicBezTo>
                    <a:pt x="3520" y="982"/>
                    <a:pt x="3534" y="998"/>
                    <a:pt x="3550" y="1031"/>
                  </a:cubicBezTo>
                  <a:cubicBezTo>
                    <a:pt x="3550" y="1031"/>
                    <a:pt x="3574" y="1031"/>
                    <a:pt x="3607" y="974"/>
                  </a:cubicBezTo>
                  <a:cubicBezTo>
                    <a:pt x="3619" y="941"/>
                    <a:pt x="3625" y="925"/>
                    <a:pt x="3635" y="925"/>
                  </a:cubicBezTo>
                  <a:cubicBezTo>
                    <a:pt x="3645" y="925"/>
                    <a:pt x="3660" y="941"/>
                    <a:pt x="3688" y="974"/>
                  </a:cubicBezTo>
                  <a:cubicBezTo>
                    <a:pt x="3688" y="1031"/>
                    <a:pt x="3720" y="1031"/>
                    <a:pt x="3745" y="1031"/>
                  </a:cubicBezTo>
                  <a:cubicBezTo>
                    <a:pt x="3771" y="1004"/>
                    <a:pt x="3853" y="992"/>
                    <a:pt x="3936" y="992"/>
                  </a:cubicBezTo>
                  <a:cubicBezTo>
                    <a:pt x="4032" y="992"/>
                    <a:pt x="4129" y="1008"/>
                    <a:pt x="4142" y="1039"/>
                  </a:cubicBezTo>
                  <a:cubicBezTo>
                    <a:pt x="4174" y="982"/>
                    <a:pt x="4174" y="982"/>
                    <a:pt x="4199" y="982"/>
                  </a:cubicBezTo>
                  <a:cubicBezTo>
                    <a:pt x="4211" y="1025"/>
                    <a:pt x="4222" y="1043"/>
                    <a:pt x="4231" y="1043"/>
                  </a:cubicBezTo>
                  <a:cubicBezTo>
                    <a:pt x="4246" y="1043"/>
                    <a:pt x="4255" y="993"/>
                    <a:pt x="4255" y="917"/>
                  </a:cubicBezTo>
                  <a:lnTo>
                    <a:pt x="4199" y="917"/>
                  </a:lnTo>
                  <a:cubicBezTo>
                    <a:pt x="4199" y="867"/>
                    <a:pt x="4216" y="839"/>
                    <a:pt x="4236" y="839"/>
                  </a:cubicBezTo>
                  <a:cubicBezTo>
                    <a:pt x="4260" y="839"/>
                    <a:pt x="4288" y="883"/>
                    <a:pt x="4288" y="982"/>
                  </a:cubicBezTo>
                  <a:cubicBezTo>
                    <a:pt x="4300" y="1043"/>
                    <a:pt x="4306" y="1073"/>
                    <a:pt x="4313" y="1073"/>
                  </a:cubicBezTo>
                  <a:cubicBezTo>
                    <a:pt x="4320" y="1073"/>
                    <a:pt x="4328" y="1043"/>
                    <a:pt x="4345" y="982"/>
                  </a:cubicBezTo>
                  <a:cubicBezTo>
                    <a:pt x="4357" y="921"/>
                    <a:pt x="4371" y="891"/>
                    <a:pt x="4385" y="891"/>
                  </a:cubicBezTo>
                  <a:cubicBezTo>
                    <a:pt x="4399" y="891"/>
                    <a:pt x="4414" y="921"/>
                    <a:pt x="4426" y="982"/>
                  </a:cubicBezTo>
                  <a:cubicBezTo>
                    <a:pt x="4426" y="1043"/>
                    <a:pt x="4426" y="1073"/>
                    <a:pt x="4430" y="1073"/>
                  </a:cubicBezTo>
                  <a:cubicBezTo>
                    <a:pt x="4434" y="1073"/>
                    <a:pt x="4442" y="1043"/>
                    <a:pt x="4458" y="982"/>
                  </a:cubicBezTo>
                  <a:cubicBezTo>
                    <a:pt x="4490" y="850"/>
                    <a:pt x="4529" y="775"/>
                    <a:pt x="4558" y="775"/>
                  </a:cubicBezTo>
                  <a:cubicBezTo>
                    <a:pt x="4580" y="775"/>
                    <a:pt x="4596" y="822"/>
                    <a:pt x="4596" y="925"/>
                  </a:cubicBezTo>
                  <a:cubicBezTo>
                    <a:pt x="4596" y="1047"/>
                    <a:pt x="4628" y="1103"/>
                    <a:pt x="4653" y="1103"/>
                  </a:cubicBezTo>
                  <a:cubicBezTo>
                    <a:pt x="4685" y="1103"/>
                    <a:pt x="4685" y="1047"/>
                    <a:pt x="4685" y="990"/>
                  </a:cubicBezTo>
                  <a:cubicBezTo>
                    <a:pt x="4669" y="929"/>
                    <a:pt x="4669" y="899"/>
                    <a:pt x="4680" y="899"/>
                  </a:cubicBezTo>
                  <a:lnTo>
                    <a:pt x="4680" y="899"/>
                  </a:lnTo>
                  <a:cubicBezTo>
                    <a:pt x="4691" y="899"/>
                    <a:pt x="4714" y="929"/>
                    <a:pt x="4742" y="990"/>
                  </a:cubicBezTo>
                  <a:cubicBezTo>
                    <a:pt x="4787" y="1089"/>
                    <a:pt x="4825" y="1133"/>
                    <a:pt x="4864" y="1133"/>
                  </a:cubicBezTo>
                  <a:cubicBezTo>
                    <a:pt x="4896" y="1133"/>
                    <a:pt x="4929" y="1105"/>
                    <a:pt x="4969" y="1055"/>
                  </a:cubicBezTo>
                  <a:cubicBezTo>
                    <a:pt x="5026" y="994"/>
                    <a:pt x="5074" y="964"/>
                    <a:pt x="5099" y="964"/>
                  </a:cubicBezTo>
                  <a:cubicBezTo>
                    <a:pt x="5123" y="964"/>
                    <a:pt x="5123" y="994"/>
                    <a:pt x="5082" y="1055"/>
                  </a:cubicBezTo>
                  <a:cubicBezTo>
                    <a:pt x="5049" y="1121"/>
                    <a:pt x="5035" y="1149"/>
                    <a:pt x="5041" y="1149"/>
                  </a:cubicBezTo>
                  <a:cubicBezTo>
                    <a:pt x="5045" y="1149"/>
                    <a:pt x="5059" y="1135"/>
                    <a:pt x="5082" y="1112"/>
                  </a:cubicBezTo>
                  <a:lnTo>
                    <a:pt x="5220" y="1112"/>
                  </a:lnTo>
                  <a:cubicBezTo>
                    <a:pt x="5253" y="1112"/>
                    <a:pt x="5277" y="1055"/>
                    <a:pt x="5277" y="998"/>
                  </a:cubicBezTo>
                  <a:cubicBezTo>
                    <a:pt x="5297" y="1072"/>
                    <a:pt x="5326" y="1122"/>
                    <a:pt x="5358" y="1122"/>
                  </a:cubicBezTo>
                  <a:cubicBezTo>
                    <a:pt x="5379" y="1122"/>
                    <a:pt x="5401" y="1102"/>
                    <a:pt x="5423" y="1055"/>
                  </a:cubicBezTo>
                  <a:lnTo>
                    <a:pt x="5480" y="1063"/>
                  </a:lnTo>
                  <a:cubicBezTo>
                    <a:pt x="5504" y="1063"/>
                    <a:pt x="5504" y="1063"/>
                    <a:pt x="5536" y="998"/>
                  </a:cubicBezTo>
                  <a:cubicBezTo>
                    <a:pt x="5543" y="982"/>
                    <a:pt x="5551" y="975"/>
                    <a:pt x="5559" y="975"/>
                  </a:cubicBezTo>
                  <a:cubicBezTo>
                    <a:pt x="5579" y="975"/>
                    <a:pt x="5600" y="1017"/>
                    <a:pt x="5618" y="1063"/>
                  </a:cubicBezTo>
                  <a:cubicBezTo>
                    <a:pt x="5640" y="1103"/>
                    <a:pt x="5659" y="1147"/>
                    <a:pt x="5668" y="1147"/>
                  </a:cubicBezTo>
                  <a:cubicBezTo>
                    <a:pt x="5672" y="1147"/>
                    <a:pt x="5674" y="1139"/>
                    <a:pt x="5674" y="1120"/>
                  </a:cubicBezTo>
                  <a:cubicBezTo>
                    <a:pt x="5674" y="1063"/>
                    <a:pt x="5731" y="1006"/>
                    <a:pt x="5763" y="941"/>
                  </a:cubicBezTo>
                  <a:cubicBezTo>
                    <a:pt x="5770" y="925"/>
                    <a:pt x="5778" y="918"/>
                    <a:pt x="5785" y="918"/>
                  </a:cubicBezTo>
                  <a:cubicBezTo>
                    <a:pt x="5801" y="918"/>
                    <a:pt x="5811" y="960"/>
                    <a:pt x="5788" y="1006"/>
                  </a:cubicBezTo>
                  <a:cubicBezTo>
                    <a:pt x="5788" y="1063"/>
                    <a:pt x="5788" y="1063"/>
                    <a:pt x="5845" y="1128"/>
                  </a:cubicBezTo>
                  <a:cubicBezTo>
                    <a:pt x="5877" y="1128"/>
                    <a:pt x="5934" y="1128"/>
                    <a:pt x="5934" y="1063"/>
                  </a:cubicBezTo>
                  <a:cubicBezTo>
                    <a:pt x="5934" y="1036"/>
                    <a:pt x="5974" y="1021"/>
                    <a:pt x="6017" y="1021"/>
                  </a:cubicBezTo>
                  <a:cubicBezTo>
                    <a:pt x="6064" y="1021"/>
                    <a:pt x="6116" y="1038"/>
                    <a:pt x="6128" y="1071"/>
                  </a:cubicBezTo>
                  <a:lnTo>
                    <a:pt x="6185" y="1071"/>
                  </a:lnTo>
                  <a:cubicBezTo>
                    <a:pt x="6218" y="1071"/>
                    <a:pt x="6242" y="1014"/>
                    <a:pt x="6274" y="1014"/>
                  </a:cubicBezTo>
                  <a:cubicBezTo>
                    <a:pt x="6274" y="1014"/>
                    <a:pt x="6299" y="1014"/>
                    <a:pt x="6331" y="949"/>
                  </a:cubicBezTo>
                  <a:cubicBezTo>
                    <a:pt x="6355" y="949"/>
                    <a:pt x="6388" y="958"/>
                    <a:pt x="6388" y="1014"/>
                  </a:cubicBezTo>
                  <a:cubicBezTo>
                    <a:pt x="6400" y="953"/>
                    <a:pt x="6406" y="923"/>
                    <a:pt x="6413" y="923"/>
                  </a:cubicBezTo>
                  <a:cubicBezTo>
                    <a:pt x="6420" y="923"/>
                    <a:pt x="6428" y="953"/>
                    <a:pt x="6445" y="1014"/>
                  </a:cubicBezTo>
                  <a:cubicBezTo>
                    <a:pt x="6445" y="1075"/>
                    <a:pt x="6445" y="1105"/>
                    <a:pt x="6448" y="1105"/>
                  </a:cubicBezTo>
                  <a:cubicBezTo>
                    <a:pt x="6451" y="1105"/>
                    <a:pt x="6457" y="1075"/>
                    <a:pt x="6469" y="1014"/>
                  </a:cubicBezTo>
                  <a:cubicBezTo>
                    <a:pt x="6485" y="986"/>
                    <a:pt x="6493" y="972"/>
                    <a:pt x="6500" y="972"/>
                  </a:cubicBezTo>
                  <a:cubicBezTo>
                    <a:pt x="6507" y="972"/>
                    <a:pt x="6513" y="986"/>
                    <a:pt x="6526" y="1014"/>
                  </a:cubicBezTo>
                  <a:cubicBezTo>
                    <a:pt x="6526" y="1047"/>
                    <a:pt x="6534" y="1063"/>
                    <a:pt x="6542" y="1063"/>
                  </a:cubicBezTo>
                  <a:cubicBezTo>
                    <a:pt x="6550" y="1063"/>
                    <a:pt x="6558" y="1047"/>
                    <a:pt x="6558" y="1014"/>
                  </a:cubicBezTo>
                  <a:cubicBezTo>
                    <a:pt x="6573" y="940"/>
                    <a:pt x="6612" y="890"/>
                    <a:pt x="6640" y="890"/>
                  </a:cubicBezTo>
                  <a:cubicBezTo>
                    <a:pt x="6658" y="890"/>
                    <a:pt x="6672" y="910"/>
                    <a:pt x="6672" y="958"/>
                  </a:cubicBezTo>
                  <a:cubicBezTo>
                    <a:pt x="6672" y="958"/>
                    <a:pt x="6696" y="958"/>
                    <a:pt x="6728" y="901"/>
                  </a:cubicBezTo>
                  <a:cubicBezTo>
                    <a:pt x="6740" y="840"/>
                    <a:pt x="6747" y="810"/>
                    <a:pt x="6750" y="810"/>
                  </a:cubicBezTo>
                  <a:cubicBezTo>
                    <a:pt x="6753" y="810"/>
                    <a:pt x="6753" y="840"/>
                    <a:pt x="6753" y="901"/>
                  </a:cubicBezTo>
                  <a:cubicBezTo>
                    <a:pt x="6769" y="962"/>
                    <a:pt x="6783" y="992"/>
                    <a:pt x="6797" y="992"/>
                  </a:cubicBezTo>
                  <a:cubicBezTo>
                    <a:pt x="6811" y="992"/>
                    <a:pt x="6826" y="962"/>
                    <a:pt x="6842" y="901"/>
                  </a:cubicBezTo>
                  <a:cubicBezTo>
                    <a:pt x="6842" y="901"/>
                    <a:pt x="6853" y="876"/>
                    <a:pt x="6869" y="876"/>
                  </a:cubicBezTo>
                  <a:cubicBezTo>
                    <a:pt x="6878" y="876"/>
                    <a:pt x="6888" y="882"/>
                    <a:pt x="6899" y="901"/>
                  </a:cubicBezTo>
                  <a:cubicBezTo>
                    <a:pt x="6932" y="934"/>
                    <a:pt x="7003" y="970"/>
                    <a:pt x="7051" y="970"/>
                  </a:cubicBezTo>
                  <a:cubicBezTo>
                    <a:pt x="7085" y="970"/>
                    <a:pt x="7107" y="951"/>
                    <a:pt x="7093" y="901"/>
                  </a:cubicBezTo>
                  <a:lnTo>
                    <a:pt x="7150" y="901"/>
                  </a:lnTo>
                  <a:cubicBezTo>
                    <a:pt x="7179" y="934"/>
                    <a:pt x="7202" y="950"/>
                    <a:pt x="7221" y="950"/>
                  </a:cubicBezTo>
                  <a:cubicBezTo>
                    <a:pt x="7238" y="950"/>
                    <a:pt x="7252" y="936"/>
                    <a:pt x="7263" y="909"/>
                  </a:cubicBezTo>
                  <a:lnTo>
                    <a:pt x="7296" y="844"/>
                  </a:lnTo>
                  <a:cubicBezTo>
                    <a:pt x="7296" y="909"/>
                    <a:pt x="7320" y="966"/>
                    <a:pt x="7353" y="966"/>
                  </a:cubicBezTo>
                  <a:cubicBezTo>
                    <a:pt x="7377" y="966"/>
                    <a:pt x="7377" y="966"/>
                    <a:pt x="7377" y="909"/>
                  </a:cubicBezTo>
                  <a:cubicBezTo>
                    <a:pt x="7353" y="852"/>
                    <a:pt x="7377" y="852"/>
                    <a:pt x="7409" y="852"/>
                  </a:cubicBezTo>
                  <a:cubicBezTo>
                    <a:pt x="7434" y="852"/>
                    <a:pt x="7466" y="909"/>
                    <a:pt x="7466" y="966"/>
                  </a:cubicBezTo>
                  <a:lnTo>
                    <a:pt x="7490" y="966"/>
                  </a:lnTo>
                  <a:cubicBezTo>
                    <a:pt x="7490" y="899"/>
                    <a:pt x="7502" y="872"/>
                    <a:pt x="7511" y="872"/>
                  </a:cubicBezTo>
                  <a:cubicBezTo>
                    <a:pt x="7517" y="872"/>
                    <a:pt x="7523" y="885"/>
                    <a:pt x="7523" y="909"/>
                  </a:cubicBezTo>
                  <a:cubicBezTo>
                    <a:pt x="7547" y="974"/>
                    <a:pt x="7580" y="974"/>
                    <a:pt x="7604" y="974"/>
                  </a:cubicBezTo>
                  <a:cubicBezTo>
                    <a:pt x="7604" y="952"/>
                    <a:pt x="7608" y="945"/>
                    <a:pt x="7611" y="945"/>
                  </a:cubicBezTo>
                  <a:cubicBezTo>
                    <a:pt x="7618" y="945"/>
                    <a:pt x="7626" y="974"/>
                    <a:pt x="7604" y="974"/>
                  </a:cubicBezTo>
                  <a:lnTo>
                    <a:pt x="7604" y="1031"/>
                  </a:lnTo>
                  <a:cubicBezTo>
                    <a:pt x="7613" y="1047"/>
                    <a:pt x="7620" y="1054"/>
                    <a:pt x="7625" y="1054"/>
                  </a:cubicBezTo>
                  <a:cubicBezTo>
                    <a:pt x="7636" y="1054"/>
                    <a:pt x="7636" y="1014"/>
                    <a:pt x="7636" y="974"/>
                  </a:cubicBezTo>
                  <a:lnTo>
                    <a:pt x="7693" y="974"/>
                  </a:lnTo>
                  <a:cubicBezTo>
                    <a:pt x="7717" y="974"/>
                    <a:pt x="7750" y="974"/>
                    <a:pt x="7717" y="917"/>
                  </a:cubicBezTo>
                  <a:cubicBezTo>
                    <a:pt x="7717" y="852"/>
                    <a:pt x="7717" y="795"/>
                    <a:pt x="7750" y="795"/>
                  </a:cubicBezTo>
                  <a:cubicBezTo>
                    <a:pt x="7750" y="774"/>
                    <a:pt x="7753" y="767"/>
                    <a:pt x="7755" y="767"/>
                  </a:cubicBezTo>
                  <a:cubicBezTo>
                    <a:pt x="7761" y="767"/>
                    <a:pt x="7766" y="795"/>
                    <a:pt x="7750" y="795"/>
                  </a:cubicBezTo>
                  <a:cubicBezTo>
                    <a:pt x="7750" y="852"/>
                    <a:pt x="7750" y="917"/>
                    <a:pt x="7774" y="917"/>
                  </a:cubicBezTo>
                  <a:cubicBezTo>
                    <a:pt x="7807" y="917"/>
                    <a:pt x="7807" y="974"/>
                    <a:pt x="7807" y="974"/>
                  </a:cubicBezTo>
                  <a:cubicBezTo>
                    <a:pt x="7793" y="1026"/>
                    <a:pt x="7806" y="1045"/>
                    <a:pt x="7827" y="1045"/>
                  </a:cubicBezTo>
                  <a:cubicBezTo>
                    <a:pt x="7857" y="1045"/>
                    <a:pt x="7902" y="1011"/>
                    <a:pt x="7920" y="974"/>
                  </a:cubicBezTo>
                  <a:cubicBezTo>
                    <a:pt x="7948" y="918"/>
                    <a:pt x="7968" y="890"/>
                    <a:pt x="7981" y="890"/>
                  </a:cubicBezTo>
                  <a:cubicBezTo>
                    <a:pt x="7995" y="890"/>
                    <a:pt x="8001" y="920"/>
                    <a:pt x="8001" y="982"/>
                  </a:cubicBezTo>
                  <a:cubicBezTo>
                    <a:pt x="8001" y="1013"/>
                    <a:pt x="8006" y="1027"/>
                    <a:pt x="8013" y="1027"/>
                  </a:cubicBezTo>
                  <a:cubicBezTo>
                    <a:pt x="8031" y="1027"/>
                    <a:pt x="8067" y="932"/>
                    <a:pt x="8090" y="803"/>
                  </a:cubicBezTo>
                  <a:lnTo>
                    <a:pt x="8115" y="617"/>
                  </a:lnTo>
                  <a:lnTo>
                    <a:pt x="8115" y="803"/>
                  </a:lnTo>
                  <a:cubicBezTo>
                    <a:pt x="8134" y="942"/>
                    <a:pt x="8142" y="999"/>
                    <a:pt x="8162" y="999"/>
                  </a:cubicBezTo>
                  <a:cubicBezTo>
                    <a:pt x="8175" y="999"/>
                    <a:pt x="8195" y="972"/>
                    <a:pt x="8228" y="925"/>
                  </a:cubicBezTo>
                  <a:cubicBezTo>
                    <a:pt x="8257" y="893"/>
                    <a:pt x="8271" y="876"/>
                    <a:pt x="8278" y="876"/>
                  </a:cubicBezTo>
                  <a:cubicBezTo>
                    <a:pt x="8285" y="876"/>
                    <a:pt x="8285" y="893"/>
                    <a:pt x="8285" y="925"/>
                  </a:cubicBezTo>
                  <a:cubicBezTo>
                    <a:pt x="8285" y="982"/>
                    <a:pt x="8317" y="982"/>
                    <a:pt x="8398" y="982"/>
                  </a:cubicBezTo>
                  <a:cubicBezTo>
                    <a:pt x="8416" y="982"/>
                    <a:pt x="8432" y="982"/>
                    <a:pt x="8445" y="982"/>
                  </a:cubicBezTo>
                  <a:cubicBezTo>
                    <a:pt x="8496" y="982"/>
                    <a:pt x="8512" y="977"/>
                    <a:pt x="8512" y="925"/>
                  </a:cubicBezTo>
                  <a:lnTo>
                    <a:pt x="8569" y="925"/>
                  </a:lnTo>
                  <a:cubicBezTo>
                    <a:pt x="8581" y="972"/>
                    <a:pt x="8598" y="993"/>
                    <a:pt x="8611" y="993"/>
                  </a:cubicBezTo>
                  <a:cubicBezTo>
                    <a:pt x="8632" y="993"/>
                    <a:pt x="8645" y="943"/>
                    <a:pt x="8626" y="868"/>
                  </a:cubicBezTo>
                  <a:lnTo>
                    <a:pt x="8682" y="868"/>
                  </a:lnTo>
                  <a:lnTo>
                    <a:pt x="8682" y="925"/>
                  </a:lnTo>
                  <a:cubicBezTo>
                    <a:pt x="8682" y="990"/>
                    <a:pt x="8739" y="990"/>
                    <a:pt x="8966" y="990"/>
                  </a:cubicBezTo>
                  <a:cubicBezTo>
                    <a:pt x="9019" y="992"/>
                    <a:pt x="9063" y="993"/>
                    <a:pt x="9098" y="993"/>
                  </a:cubicBezTo>
                  <a:cubicBezTo>
                    <a:pt x="9234" y="993"/>
                    <a:pt x="9250" y="973"/>
                    <a:pt x="9250" y="876"/>
                  </a:cubicBezTo>
                  <a:cubicBezTo>
                    <a:pt x="9266" y="817"/>
                    <a:pt x="9280" y="788"/>
                    <a:pt x="9290" y="788"/>
                  </a:cubicBezTo>
                  <a:cubicBezTo>
                    <a:pt x="9300" y="788"/>
                    <a:pt x="9307" y="819"/>
                    <a:pt x="9307" y="876"/>
                  </a:cubicBezTo>
                  <a:cubicBezTo>
                    <a:pt x="9307" y="923"/>
                    <a:pt x="9323" y="965"/>
                    <a:pt x="9332" y="965"/>
                  </a:cubicBezTo>
                  <a:cubicBezTo>
                    <a:pt x="9336" y="965"/>
                    <a:pt x="9339" y="958"/>
                    <a:pt x="9339" y="941"/>
                  </a:cubicBezTo>
                  <a:cubicBezTo>
                    <a:pt x="9371" y="941"/>
                    <a:pt x="9404" y="966"/>
                    <a:pt x="9420" y="998"/>
                  </a:cubicBezTo>
                  <a:cubicBezTo>
                    <a:pt x="9458" y="1050"/>
                    <a:pt x="9485" y="1070"/>
                    <a:pt x="9502" y="1070"/>
                  </a:cubicBezTo>
                  <a:cubicBezTo>
                    <a:pt x="9526" y="1070"/>
                    <a:pt x="9534" y="1035"/>
                    <a:pt x="9534" y="998"/>
                  </a:cubicBezTo>
                  <a:cubicBezTo>
                    <a:pt x="9523" y="950"/>
                    <a:pt x="9522" y="933"/>
                    <a:pt x="9526" y="933"/>
                  </a:cubicBezTo>
                  <a:cubicBezTo>
                    <a:pt x="9531" y="933"/>
                    <a:pt x="9547" y="965"/>
                    <a:pt x="9566" y="998"/>
                  </a:cubicBezTo>
                  <a:cubicBezTo>
                    <a:pt x="9583" y="1044"/>
                    <a:pt x="9605" y="1086"/>
                    <a:pt x="9616" y="1086"/>
                  </a:cubicBezTo>
                  <a:cubicBezTo>
                    <a:pt x="9620" y="1086"/>
                    <a:pt x="9623" y="1079"/>
                    <a:pt x="9623" y="1063"/>
                  </a:cubicBezTo>
                  <a:cubicBezTo>
                    <a:pt x="9637" y="1030"/>
                    <a:pt x="9700" y="997"/>
                    <a:pt x="9750" y="997"/>
                  </a:cubicBezTo>
                  <a:cubicBezTo>
                    <a:pt x="9787" y="997"/>
                    <a:pt x="9817" y="1015"/>
                    <a:pt x="9817" y="1063"/>
                  </a:cubicBezTo>
                  <a:lnTo>
                    <a:pt x="9874" y="1063"/>
                  </a:lnTo>
                  <a:cubicBezTo>
                    <a:pt x="9874" y="1006"/>
                    <a:pt x="9931" y="1006"/>
                    <a:pt x="9988" y="1006"/>
                  </a:cubicBezTo>
                  <a:cubicBezTo>
                    <a:pt x="10044" y="1006"/>
                    <a:pt x="10077" y="1006"/>
                    <a:pt x="10077" y="1071"/>
                  </a:cubicBezTo>
                  <a:cubicBezTo>
                    <a:pt x="10061" y="1099"/>
                    <a:pt x="10061" y="1114"/>
                    <a:pt x="10072" y="1114"/>
                  </a:cubicBezTo>
                  <a:cubicBezTo>
                    <a:pt x="10083" y="1114"/>
                    <a:pt x="10105" y="1099"/>
                    <a:pt x="10134" y="1071"/>
                  </a:cubicBezTo>
                  <a:cubicBezTo>
                    <a:pt x="10158" y="1071"/>
                    <a:pt x="10190" y="949"/>
                    <a:pt x="10215" y="949"/>
                  </a:cubicBezTo>
                  <a:cubicBezTo>
                    <a:pt x="10215" y="893"/>
                    <a:pt x="10247" y="836"/>
                    <a:pt x="10271" y="836"/>
                  </a:cubicBezTo>
                  <a:lnTo>
                    <a:pt x="10271" y="893"/>
                  </a:lnTo>
                  <a:lnTo>
                    <a:pt x="10271" y="1014"/>
                  </a:lnTo>
                  <a:cubicBezTo>
                    <a:pt x="10304" y="1014"/>
                    <a:pt x="10328" y="1014"/>
                    <a:pt x="10328" y="958"/>
                  </a:cubicBezTo>
                  <a:cubicBezTo>
                    <a:pt x="10361" y="1014"/>
                    <a:pt x="10385" y="1014"/>
                    <a:pt x="10442" y="1014"/>
                  </a:cubicBezTo>
                  <a:cubicBezTo>
                    <a:pt x="10498" y="1014"/>
                    <a:pt x="10555" y="1014"/>
                    <a:pt x="10588" y="958"/>
                  </a:cubicBezTo>
                  <a:cubicBezTo>
                    <a:pt x="10600" y="1018"/>
                    <a:pt x="10648" y="1049"/>
                    <a:pt x="10698" y="1049"/>
                  </a:cubicBezTo>
                  <a:cubicBezTo>
                    <a:pt x="10748" y="1049"/>
                    <a:pt x="10798" y="1018"/>
                    <a:pt x="10815" y="958"/>
                  </a:cubicBezTo>
                  <a:cubicBezTo>
                    <a:pt x="10815" y="930"/>
                    <a:pt x="10820" y="916"/>
                    <a:pt x="10830" y="916"/>
                  </a:cubicBezTo>
                  <a:cubicBezTo>
                    <a:pt x="10840" y="916"/>
                    <a:pt x="10855" y="932"/>
                    <a:pt x="10871" y="966"/>
                  </a:cubicBezTo>
                  <a:cubicBezTo>
                    <a:pt x="10884" y="994"/>
                    <a:pt x="10890" y="1008"/>
                    <a:pt x="10897" y="1008"/>
                  </a:cubicBezTo>
                  <a:cubicBezTo>
                    <a:pt x="10904" y="1008"/>
                    <a:pt x="10912" y="994"/>
                    <a:pt x="10928" y="966"/>
                  </a:cubicBezTo>
                  <a:cubicBezTo>
                    <a:pt x="10935" y="946"/>
                    <a:pt x="10943" y="939"/>
                    <a:pt x="10951" y="939"/>
                  </a:cubicBezTo>
                  <a:cubicBezTo>
                    <a:pt x="10971" y="939"/>
                    <a:pt x="10992" y="982"/>
                    <a:pt x="11009" y="1022"/>
                  </a:cubicBezTo>
                  <a:cubicBezTo>
                    <a:pt x="11028" y="1095"/>
                    <a:pt x="11045" y="1124"/>
                    <a:pt x="11062" y="1124"/>
                  </a:cubicBezTo>
                  <a:cubicBezTo>
                    <a:pt x="11073" y="1124"/>
                    <a:pt x="11085" y="1110"/>
                    <a:pt x="11098" y="1087"/>
                  </a:cubicBezTo>
                  <a:cubicBezTo>
                    <a:pt x="11127" y="1052"/>
                    <a:pt x="11173" y="1029"/>
                    <a:pt x="11217" y="1029"/>
                  </a:cubicBezTo>
                  <a:cubicBezTo>
                    <a:pt x="11224" y="1029"/>
                    <a:pt x="11230" y="1029"/>
                    <a:pt x="11236" y="1031"/>
                  </a:cubicBezTo>
                  <a:cubicBezTo>
                    <a:pt x="11293" y="966"/>
                    <a:pt x="11325" y="966"/>
                    <a:pt x="11293" y="909"/>
                  </a:cubicBezTo>
                  <a:cubicBezTo>
                    <a:pt x="11293" y="868"/>
                    <a:pt x="11309" y="828"/>
                    <a:pt x="11325" y="787"/>
                  </a:cubicBezTo>
                  <a:cubicBezTo>
                    <a:pt x="11344" y="768"/>
                    <a:pt x="11357" y="762"/>
                    <a:pt x="11364" y="762"/>
                  </a:cubicBezTo>
                  <a:cubicBezTo>
                    <a:pt x="11379" y="762"/>
                    <a:pt x="11371" y="787"/>
                    <a:pt x="11350" y="787"/>
                  </a:cubicBezTo>
                  <a:cubicBezTo>
                    <a:pt x="11293" y="852"/>
                    <a:pt x="11325" y="852"/>
                    <a:pt x="11350" y="909"/>
                  </a:cubicBezTo>
                  <a:cubicBezTo>
                    <a:pt x="11374" y="949"/>
                    <a:pt x="11415" y="974"/>
                    <a:pt x="11463" y="974"/>
                  </a:cubicBezTo>
                  <a:lnTo>
                    <a:pt x="11577" y="974"/>
                  </a:lnTo>
                  <a:cubicBezTo>
                    <a:pt x="11621" y="1002"/>
                    <a:pt x="11650" y="1016"/>
                    <a:pt x="11667" y="1016"/>
                  </a:cubicBezTo>
                  <a:cubicBezTo>
                    <a:pt x="11684" y="1016"/>
                    <a:pt x="11690" y="1002"/>
                    <a:pt x="11690" y="974"/>
                  </a:cubicBezTo>
                  <a:lnTo>
                    <a:pt x="11690" y="917"/>
                  </a:lnTo>
                  <a:cubicBezTo>
                    <a:pt x="11707" y="975"/>
                    <a:pt x="11795" y="1005"/>
                    <a:pt x="11881" y="1005"/>
                  </a:cubicBezTo>
                  <a:cubicBezTo>
                    <a:pt x="11965" y="1005"/>
                    <a:pt x="12047" y="977"/>
                    <a:pt x="12063" y="917"/>
                  </a:cubicBezTo>
                  <a:lnTo>
                    <a:pt x="12063" y="982"/>
                  </a:lnTo>
                  <a:cubicBezTo>
                    <a:pt x="12063" y="1039"/>
                    <a:pt x="12088" y="1039"/>
                    <a:pt x="12144" y="1039"/>
                  </a:cubicBezTo>
                  <a:cubicBezTo>
                    <a:pt x="12217" y="1014"/>
                    <a:pt x="12298" y="998"/>
                    <a:pt x="12371" y="982"/>
                  </a:cubicBezTo>
                  <a:cubicBezTo>
                    <a:pt x="12401" y="984"/>
                    <a:pt x="12429" y="986"/>
                    <a:pt x="12454" y="986"/>
                  </a:cubicBezTo>
                  <a:cubicBezTo>
                    <a:pt x="12525" y="986"/>
                    <a:pt x="12574" y="973"/>
                    <a:pt x="12574" y="925"/>
                  </a:cubicBezTo>
                  <a:cubicBezTo>
                    <a:pt x="12598" y="925"/>
                    <a:pt x="12598" y="925"/>
                    <a:pt x="12598" y="990"/>
                  </a:cubicBezTo>
                  <a:cubicBezTo>
                    <a:pt x="12574" y="1047"/>
                    <a:pt x="12598" y="1047"/>
                    <a:pt x="12631" y="1047"/>
                  </a:cubicBezTo>
                  <a:cubicBezTo>
                    <a:pt x="12655" y="1047"/>
                    <a:pt x="12655" y="990"/>
                    <a:pt x="12655" y="933"/>
                  </a:cubicBezTo>
                  <a:cubicBezTo>
                    <a:pt x="12655" y="901"/>
                    <a:pt x="12663" y="885"/>
                    <a:pt x="12678" y="885"/>
                  </a:cubicBezTo>
                  <a:cubicBezTo>
                    <a:pt x="12694" y="885"/>
                    <a:pt x="12716" y="901"/>
                    <a:pt x="12744" y="933"/>
                  </a:cubicBezTo>
                  <a:cubicBezTo>
                    <a:pt x="12773" y="962"/>
                    <a:pt x="12813" y="976"/>
                    <a:pt x="12855" y="976"/>
                  </a:cubicBezTo>
                  <a:cubicBezTo>
                    <a:pt x="12896" y="976"/>
                    <a:pt x="12939" y="962"/>
                    <a:pt x="12971" y="933"/>
                  </a:cubicBezTo>
                  <a:cubicBezTo>
                    <a:pt x="12996" y="933"/>
                    <a:pt x="13028" y="933"/>
                    <a:pt x="13028" y="998"/>
                  </a:cubicBezTo>
                  <a:cubicBezTo>
                    <a:pt x="13042" y="1031"/>
                    <a:pt x="13067" y="1067"/>
                    <a:pt x="13097" y="1067"/>
                  </a:cubicBezTo>
                  <a:cubicBezTo>
                    <a:pt x="13119" y="1067"/>
                    <a:pt x="13142" y="1049"/>
                    <a:pt x="13166" y="998"/>
                  </a:cubicBezTo>
                  <a:cubicBezTo>
                    <a:pt x="13198" y="998"/>
                    <a:pt x="13198" y="998"/>
                    <a:pt x="13198" y="1055"/>
                  </a:cubicBezTo>
                  <a:cubicBezTo>
                    <a:pt x="13212" y="1092"/>
                    <a:pt x="13218" y="1126"/>
                    <a:pt x="13227" y="1126"/>
                  </a:cubicBezTo>
                  <a:cubicBezTo>
                    <a:pt x="13233" y="1126"/>
                    <a:pt x="13241" y="1107"/>
                    <a:pt x="13255" y="1055"/>
                  </a:cubicBezTo>
                  <a:cubicBezTo>
                    <a:pt x="13279" y="1027"/>
                    <a:pt x="13313" y="1013"/>
                    <a:pt x="13349" y="1013"/>
                  </a:cubicBezTo>
                  <a:cubicBezTo>
                    <a:pt x="13386" y="1013"/>
                    <a:pt x="13424" y="1029"/>
                    <a:pt x="13450" y="1063"/>
                  </a:cubicBezTo>
                  <a:cubicBezTo>
                    <a:pt x="13482" y="1063"/>
                    <a:pt x="13506" y="1063"/>
                    <a:pt x="13506" y="1006"/>
                  </a:cubicBezTo>
                  <a:cubicBezTo>
                    <a:pt x="13506" y="981"/>
                    <a:pt x="13506" y="958"/>
                    <a:pt x="13506" y="941"/>
                  </a:cubicBezTo>
                  <a:cubicBezTo>
                    <a:pt x="13523" y="1002"/>
                    <a:pt x="13531" y="1033"/>
                    <a:pt x="13538" y="1033"/>
                  </a:cubicBezTo>
                  <a:cubicBezTo>
                    <a:pt x="13545" y="1033"/>
                    <a:pt x="13551" y="1002"/>
                    <a:pt x="13563" y="941"/>
                  </a:cubicBezTo>
                  <a:cubicBezTo>
                    <a:pt x="13563" y="913"/>
                    <a:pt x="13571" y="899"/>
                    <a:pt x="13579" y="899"/>
                  </a:cubicBezTo>
                  <a:cubicBezTo>
                    <a:pt x="13587" y="899"/>
                    <a:pt x="13596" y="913"/>
                    <a:pt x="13596" y="941"/>
                  </a:cubicBezTo>
                  <a:cubicBezTo>
                    <a:pt x="13620" y="1006"/>
                    <a:pt x="13652" y="1006"/>
                    <a:pt x="13652" y="1006"/>
                  </a:cubicBezTo>
                  <a:cubicBezTo>
                    <a:pt x="13750" y="974"/>
                    <a:pt x="13855" y="958"/>
                    <a:pt x="13960" y="949"/>
                  </a:cubicBezTo>
                  <a:cubicBezTo>
                    <a:pt x="14006" y="949"/>
                    <a:pt x="14046" y="950"/>
                    <a:pt x="14080" y="950"/>
                  </a:cubicBezTo>
                  <a:cubicBezTo>
                    <a:pt x="14220" y="950"/>
                    <a:pt x="14277" y="945"/>
                    <a:pt x="14277" y="893"/>
                  </a:cubicBezTo>
                  <a:cubicBezTo>
                    <a:pt x="14289" y="864"/>
                    <a:pt x="14295" y="850"/>
                    <a:pt x="14302" y="850"/>
                  </a:cubicBezTo>
                  <a:cubicBezTo>
                    <a:pt x="14309" y="850"/>
                    <a:pt x="14317" y="864"/>
                    <a:pt x="14333" y="893"/>
                  </a:cubicBezTo>
                  <a:cubicBezTo>
                    <a:pt x="14358" y="958"/>
                    <a:pt x="14390" y="958"/>
                    <a:pt x="14414" y="958"/>
                  </a:cubicBezTo>
                  <a:cubicBezTo>
                    <a:pt x="14447" y="958"/>
                    <a:pt x="14471" y="958"/>
                    <a:pt x="14471" y="1014"/>
                  </a:cubicBezTo>
                  <a:cubicBezTo>
                    <a:pt x="14504" y="958"/>
                    <a:pt x="14504" y="958"/>
                    <a:pt x="14528" y="958"/>
                  </a:cubicBezTo>
                  <a:cubicBezTo>
                    <a:pt x="14528" y="987"/>
                    <a:pt x="14537" y="1003"/>
                    <a:pt x="14548" y="1003"/>
                  </a:cubicBezTo>
                  <a:cubicBezTo>
                    <a:pt x="14559" y="1003"/>
                    <a:pt x="14573" y="989"/>
                    <a:pt x="14585" y="958"/>
                  </a:cubicBezTo>
                  <a:cubicBezTo>
                    <a:pt x="14601" y="901"/>
                    <a:pt x="14609" y="872"/>
                    <a:pt x="14613" y="872"/>
                  </a:cubicBezTo>
                  <a:cubicBezTo>
                    <a:pt x="14617" y="872"/>
                    <a:pt x="14617" y="901"/>
                    <a:pt x="14617" y="958"/>
                  </a:cubicBezTo>
                  <a:cubicBezTo>
                    <a:pt x="14617" y="1004"/>
                    <a:pt x="14658" y="1046"/>
                    <a:pt x="14673" y="1046"/>
                  </a:cubicBezTo>
                  <a:cubicBezTo>
                    <a:pt x="14679" y="1046"/>
                    <a:pt x="14681" y="1039"/>
                    <a:pt x="14674" y="1022"/>
                  </a:cubicBezTo>
                  <a:cubicBezTo>
                    <a:pt x="14674" y="958"/>
                    <a:pt x="14731" y="958"/>
                    <a:pt x="14755" y="901"/>
                  </a:cubicBezTo>
                  <a:cubicBezTo>
                    <a:pt x="14787" y="901"/>
                    <a:pt x="14812" y="901"/>
                    <a:pt x="14812" y="966"/>
                  </a:cubicBezTo>
                  <a:cubicBezTo>
                    <a:pt x="14821" y="982"/>
                    <a:pt x="14840" y="989"/>
                    <a:pt x="14862" y="989"/>
                  </a:cubicBezTo>
                  <a:cubicBezTo>
                    <a:pt x="14916" y="989"/>
                    <a:pt x="14991" y="949"/>
                    <a:pt x="15014" y="909"/>
                  </a:cubicBezTo>
                  <a:cubicBezTo>
                    <a:pt x="15014" y="876"/>
                    <a:pt x="15021" y="860"/>
                    <a:pt x="15027" y="860"/>
                  </a:cubicBezTo>
                  <a:cubicBezTo>
                    <a:pt x="15033" y="860"/>
                    <a:pt x="15039" y="876"/>
                    <a:pt x="15039" y="909"/>
                  </a:cubicBezTo>
                  <a:cubicBezTo>
                    <a:pt x="15039" y="966"/>
                    <a:pt x="15071" y="966"/>
                    <a:pt x="15096" y="966"/>
                  </a:cubicBezTo>
                  <a:cubicBezTo>
                    <a:pt x="15105" y="949"/>
                    <a:pt x="15112" y="942"/>
                    <a:pt x="15116" y="942"/>
                  </a:cubicBezTo>
                  <a:cubicBezTo>
                    <a:pt x="15128" y="942"/>
                    <a:pt x="15128" y="984"/>
                    <a:pt x="15128" y="1031"/>
                  </a:cubicBezTo>
                  <a:cubicBezTo>
                    <a:pt x="15096" y="1087"/>
                    <a:pt x="15128" y="1087"/>
                    <a:pt x="15185" y="1087"/>
                  </a:cubicBezTo>
                  <a:cubicBezTo>
                    <a:pt x="15209" y="1031"/>
                    <a:pt x="15323" y="1031"/>
                    <a:pt x="15412" y="1031"/>
                  </a:cubicBezTo>
                  <a:cubicBezTo>
                    <a:pt x="15550" y="1031"/>
                    <a:pt x="15582" y="974"/>
                    <a:pt x="15639" y="852"/>
                  </a:cubicBezTo>
                  <a:lnTo>
                    <a:pt x="15663" y="739"/>
                  </a:lnTo>
                  <a:lnTo>
                    <a:pt x="15663" y="860"/>
                  </a:lnTo>
                  <a:cubicBezTo>
                    <a:pt x="15671" y="917"/>
                    <a:pt x="15679" y="974"/>
                    <a:pt x="15695" y="1039"/>
                  </a:cubicBezTo>
                  <a:cubicBezTo>
                    <a:pt x="15720" y="1039"/>
                    <a:pt x="15720" y="974"/>
                    <a:pt x="15720" y="917"/>
                  </a:cubicBezTo>
                  <a:cubicBezTo>
                    <a:pt x="15720" y="889"/>
                    <a:pt x="15728" y="874"/>
                    <a:pt x="15743" y="874"/>
                  </a:cubicBezTo>
                  <a:cubicBezTo>
                    <a:pt x="15758" y="874"/>
                    <a:pt x="15781" y="889"/>
                    <a:pt x="15809" y="917"/>
                  </a:cubicBezTo>
                  <a:cubicBezTo>
                    <a:pt x="15837" y="949"/>
                    <a:pt x="15858" y="966"/>
                    <a:pt x="15875" y="966"/>
                  </a:cubicBezTo>
                  <a:cubicBezTo>
                    <a:pt x="15892" y="966"/>
                    <a:pt x="15906" y="949"/>
                    <a:pt x="15923" y="917"/>
                  </a:cubicBezTo>
                  <a:cubicBezTo>
                    <a:pt x="15947" y="917"/>
                    <a:pt x="15979" y="917"/>
                    <a:pt x="16004" y="982"/>
                  </a:cubicBezTo>
                  <a:cubicBezTo>
                    <a:pt x="16036" y="982"/>
                    <a:pt x="16036" y="982"/>
                    <a:pt x="16036" y="925"/>
                  </a:cubicBezTo>
                  <a:cubicBezTo>
                    <a:pt x="16036" y="893"/>
                    <a:pt x="16042" y="876"/>
                    <a:pt x="16052" y="876"/>
                  </a:cubicBezTo>
                  <a:cubicBezTo>
                    <a:pt x="16062" y="876"/>
                    <a:pt x="16077" y="893"/>
                    <a:pt x="16093" y="925"/>
                  </a:cubicBezTo>
                  <a:cubicBezTo>
                    <a:pt x="16107" y="992"/>
                    <a:pt x="16144" y="1023"/>
                    <a:pt x="16172" y="1023"/>
                  </a:cubicBezTo>
                  <a:cubicBezTo>
                    <a:pt x="16191" y="1023"/>
                    <a:pt x="16206" y="1008"/>
                    <a:pt x="16206" y="982"/>
                  </a:cubicBezTo>
                  <a:cubicBezTo>
                    <a:pt x="16206" y="925"/>
                    <a:pt x="16231" y="925"/>
                    <a:pt x="16263" y="925"/>
                  </a:cubicBezTo>
                  <a:cubicBezTo>
                    <a:pt x="16287" y="925"/>
                    <a:pt x="16320" y="925"/>
                    <a:pt x="16344" y="868"/>
                  </a:cubicBezTo>
                  <a:lnTo>
                    <a:pt x="16401" y="868"/>
                  </a:lnTo>
                  <a:cubicBezTo>
                    <a:pt x="16433" y="868"/>
                    <a:pt x="16401" y="925"/>
                    <a:pt x="16377" y="925"/>
                  </a:cubicBezTo>
                  <a:lnTo>
                    <a:pt x="16401" y="990"/>
                  </a:lnTo>
                  <a:cubicBezTo>
                    <a:pt x="16458" y="990"/>
                    <a:pt x="16490" y="990"/>
                    <a:pt x="16514" y="933"/>
                  </a:cubicBezTo>
                  <a:cubicBezTo>
                    <a:pt x="16531" y="872"/>
                    <a:pt x="16539" y="842"/>
                    <a:pt x="16543" y="842"/>
                  </a:cubicBezTo>
                  <a:cubicBezTo>
                    <a:pt x="16547" y="842"/>
                    <a:pt x="16547" y="872"/>
                    <a:pt x="16547" y="933"/>
                  </a:cubicBezTo>
                  <a:cubicBezTo>
                    <a:pt x="16547" y="973"/>
                    <a:pt x="16559" y="1013"/>
                    <a:pt x="16578" y="1013"/>
                  </a:cubicBezTo>
                  <a:cubicBezTo>
                    <a:pt x="16585" y="1013"/>
                    <a:pt x="16594" y="1007"/>
                    <a:pt x="16604" y="990"/>
                  </a:cubicBezTo>
                  <a:cubicBezTo>
                    <a:pt x="16614" y="939"/>
                    <a:pt x="16625" y="921"/>
                    <a:pt x="16635" y="921"/>
                  </a:cubicBezTo>
                  <a:cubicBezTo>
                    <a:pt x="16649" y="921"/>
                    <a:pt x="16660" y="957"/>
                    <a:pt x="16660" y="990"/>
                  </a:cubicBezTo>
                  <a:cubicBezTo>
                    <a:pt x="16644" y="1051"/>
                    <a:pt x="16636" y="1081"/>
                    <a:pt x="16646" y="1081"/>
                  </a:cubicBezTo>
                  <a:cubicBezTo>
                    <a:pt x="16656" y="1081"/>
                    <a:pt x="16685" y="1051"/>
                    <a:pt x="16741" y="990"/>
                  </a:cubicBezTo>
                  <a:cubicBezTo>
                    <a:pt x="16798" y="990"/>
                    <a:pt x="16912" y="933"/>
                    <a:pt x="17001" y="933"/>
                  </a:cubicBezTo>
                  <a:cubicBezTo>
                    <a:pt x="17114" y="941"/>
                    <a:pt x="17171" y="941"/>
                    <a:pt x="17195" y="998"/>
                  </a:cubicBezTo>
                  <a:cubicBezTo>
                    <a:pt x="17195" y="1010"/>
                    <a:pt x="17196" y="1021"/>
                    <a:pt x="17196" y="1031"/>
                  </a:cubicBezTo>
                  <a:lnTo>
                    <a:pt x="17196" y="1031"/>
                  </a:lnTo>
                  <a:cubicBezTo>
                    <a:pt x="17202" y="941"/>
                    <a:pt x="17236" y="941"/>
                    <a:pt x="17309" y="941"/>
                  </a:cubicBezTo>
                  <a:cubicBezTo>
                    <a:pt x="17335" y="961"/>
                    <a:pt x="17359" y="968"/>
                    <a:pt x="17380" y="968"/>
                  </a:cubicBezTo>
                  <a:cubicBezTo>
                    <a:pt x="17429" y="968"/>
                    <a:pt x="17462" y="924"/>
                    <a:pt x="17479" y="885"/>
                  </a:cubicBezTo>
                  <a:lnTo>
                    <a:pt x="17422" y="885"/>
                  </a:lnTo>
                  <a:cubicBezTo>
                    <a:pt x="17422" y="814"/>
                    <a:pt x="17433" y="785"/>
                    <a:pt x="17453" y="785"/>
                  </a:cubicBezTo>
                  <a:cubicBezTo>
                    <a:pt x="17468" y="785"/>
                    <a:pt x="17488" y="800"/>
                    <a:pt x="17512" y="828"/>
                  </a:cubicBezTo>
                  <a:cubicBezTo>
                    <a:pt x="17536" y="828"/>
                    <a:pt x="17536" y="885"/>
                    <a:pt x="17536" y="949"/>
                  </a:cubicBezTo>
                  <a:cubicBezTo>
                    <a:pt x="17536" y="1006"/>
                    <a:pt x="17568" y="1063"/>
                    <a:pt x="17593" y="1063"/>
                  </a:cubicBezTo>
                  <a:cubicBezTo>
                    <a:pt x="17625" y="1063"/>
                    <a:pt x="17649" y="1063"/>
                    <a:pt x="17625" y="1006"/>
                  </a:cubicBezTo>
                  <a:cubicBezTo>
                    <a:pt x="17625" y="949"/>
                    <a:pt x="17625" y="949"/>
                    <a:pt x="17649" y="949"/>
                  </a:cubicBezTo>
                  <a:cubicBezTo>
                    <a:pt x="17682" y="949"/>
                    <a:pt x="17706" y="949"/>
                    <a:pt x="17739" y="893"/>
                  </a:cubicBezTo>
                  <a:cubicBezTo>
                    <a:pt x="17739" y="828"/>
                    <a:pt x="17763" y="828"/>
                    <a:pt x="17795" y="828"/>
                  </a:cubicBezTo>
                  <a:cubicBezTo>
                    <a:pt x="17812" y="860"/>
                    <a:pt x="17844" y="885"/>
                    <a:pt x="17876" y="893"/>
                  </a:cubicBezTo>
                  <a:lnTo>
                    <a:pt x="17876" y="949"/>
                  </a:lnTo>
                  <a:cubicBezTo>
                    <a:pt x="17876" y="990"/>
                    <a:pt x="17893" y="1031"/>
                    <a:pt x="17909" y="1071"/>
                  </a:cubicBezTo>
                  <a:cubicBezTo>
                    <a:pt x="17933" y="1071"/>
                    <a:pt x="17933" y="1014"/>
                    <a:pt x="17933" y="1014"/>
                  </a:cubicBezTo>
                  <a:cubicBezTo>
                    <a:pt x="17933" y="971"/>
                    <a:pt x="18236" y="964"/>
                    <a:pt x="18464" y="964"/>
                  </a:cubicBezTo>
                  <a:cubicBezTo>
                    <a:pt x="18578" y="964"/>
                    <a:pt x="18674" y="966"/>
                    <a:pt x="18703" y="966"/>
                  </a:cubicBezTo>
                  <a:cubicBezTo>
                    <a:pt x="18732" y="994"/>
                    <a:pt x="18766" y="1008"/>
                    <a:pt x="18791" y="1008"/>
                  </a:cubicBezTo>
                  <a:cubicBezTo>
                    <a:pt x="18815" y="1008"/>
                    <a:pt x="18829" y="994"/>
                    <a:pt x="18817" y="966"/>
                  </a:cubicBezTo>
                  <a:cubicBezTo>
                    <a:pt x="18817" y="909"/>
                    <a:pt x="18955" y="909"/>
                    <a:pt x="19125" y="909"/>
                  </a:cubicBezTo>
                  <a:cubicBezTo>
                    <a:pt x="19178" y="911"/>
                    <a:pt x="19227" y="913"/>
                    <a:pt x="19269" y="913"/>
                  </a:cubicBezTo>
                  <a:cubicBezTo>
                    <a:pt x="19390" y="913"/>
                    <a:pt x="19466" y="900"/>
                    <a:pt x="19466" y="852"/>
                  </a:cubicBezTo>
                  <a:lnTo>
                    <a:pt x="19555" y="860"/>
                  </a:lnTo>
                  <a:cubicBezTo>
                    <a:pt x="19608" y="860"/>
                    <a:pt x="19662" y="803"/>
                    <a:pt x="19688" y="803"/>
                  </a:cubicBezTo>
                  <a:cubicBezTo>
                    <a:pt x="19690" y="803"/>
                    <a:pt x="19691" y="803"/>
                    <a:pt x="19693" y="803"/>
                  </a:cubicBezTo>
                  <a:cubicBezTo>
                    <a:pt x="19709" y="771"/>
                    <a:pt x="19723" y="755"/>
                    <a:pt x="19730" y="755"/>
                  </a:cubicBezTo>
                  <a:cubicBezTo>
                    <a:pt x="19737" y="755"/>
                    <a:pt x="19737" y="771"/>
                    <a:pt x="19725" y="803"/>
                  </a:cubicBezTo>
                  <a:cubicBezTo>
                    <a:pt x="19725" y="860"/>
                    <a:pt x="19725" y="917"/>
                    <a:pt x="19749" y="917"/>
                  </a:cubicBezTo>
                  <a:cubicBezTo>
                    <a:pt x="19806" y="917"/>
                    <a:pt x="19806" y="860"/>
                    <a:pt x="19806" y="803"/>
                  </a:cubicBezTo>
                  <a:cubicBezTo>
                    <a:pt x="19806" y="739"/>
                    <a:pt x="19839" y="739"/>
                    <a:pt x="19839" y="739"/>
                  </a:cubicBezTo>
                  <a:cubicBezTo>
                    <a:pt x="19863" y="739"/>
                    <a:pt x="19863" y="739"/>
                    <a:pt x="19863" y="803"/>
                  </a:cubicBezTo>
                  <a:lnTo>
                    <a:pt x="19863" y="925"/>
                  </a:lnTo>
                  <a:lnTo>
                    <a:pt x="19895" y="925"/>
                  </a:lnTo>
                  <a:cubicBezTo>
                    <a:pt x="19895" y="860"/>
                    <a:pt x="19920" y="860"/>
                    <a:pt x="19920" y="860"/>
                  </a:cubicBezTo>
                  <a:cubicBezTo>
                    <a:pt x="19952" y="860"/>
                    <a:pt x="19952" y="860"/>
                    <a:pt x="19952" y="982"/>
                  </a:cubicBezTo>
                  <a:cubicBezTo>
                    <a:pt x="19952" y="1043"/>
                    <a:pt x="19958" y="1073"/>
                    <a:pt x="19968" y="1073"/>
                  </a:cubicBezTo>
                  <a:cubicBezTo>
                    <a:pt x="19978" y="1073"/>
                    <a:pt x="19993" y="1043"/>
                    <a:pt x="20009" y="982"/>
                  </a:cubicBezTo>
                  <a:lnTo>
                    <a:pt x="20066" y="925"/>
                  </a:lnTo>
                  <a:cubicBezTo>
                    <a:pt x="20073" y="963"/>
                    <a:pt x="20084" y="977"/>
                    <a:pt x="20096" y="977"/>
                  </a:cubicBezTo>
                  <a:cubicBezTo>
                    <a:pt x="20123" y="977"/>
                    <a:pt x="20157" y="907"/>
                    <a:pt x="20179" y="868"/>
                  </a:cubicBezTo>
                  <a:cubicBezTo>
                    <a:pt x="20191" y="929"/>
                    <a:pt x="20205" y="960"/>
                    <a:pt x="20220" y="960"/>
                  </a:cubicBezTo>
                  <a:cubicBezTo>
                    <a:pt x="20234" y="960"/>
                    <a:pt x="20248" y="929"/>
                    <a:pt x="20260" y="868"/>
                  </a:cubicBezTo>
                  <a:cubicBezTo>
                    <a:pt x="20260" y="840"/>
                    <a:pt x="20268" y="826"/>
                    <a:pt x="20279" y="826"/>
                  </a:cubicBezTo>
                  <a:cubicBezTo>
                    <a:pt x="20291" y="826"/>
                    <a:pt x="20305" y="840"/>
                    <a:pt x="20317" y="868"/>
                  </a:cubicBezTo>
                  <a:cubicBezTo>
                    <a:pt x="20349" y="925"/>
                    <a:pt x="20374" y="933"/>
                    <a:pt x="20430" y="933"/>
                  </a:cubicBezTo>
                  <a:cubicBezTo>
                    <a:pt x="20456" y="881"/>
                    <a:pt x="20586" y="876"/>
                    <a:pt x="20753" y="876"/>
                  </a:cubicBezTo>
                  <a:cubicBezTo>
                    <a:pt x="20795" y="876"/>
                    <a:pt x="20839" y="876"/>
                    <a:pt x="20884" y="876"/>
                  </a:cubicBezTo>
                  <a:cubicBezTo>
                    <a:pt x="20956" y="879"/>
                    <a:pt x="21020" y="880"/>
                    <a:pt x="21076" y="880"/>
                  </a:cubicBezTo>
                  <a:cubicBezTo>
                    <a:pt x="21224" y="880"/>
                    <a:pt x="21314" y="869"/>
                    <a:pt x="21314" y="828"/>
                  </a:cubicBezTo>
                  <a:cubicBezTo>
                    <a:pt x="21338" y="828"/>
                    <a:pt x="21338" y="828"/>
                    <a:pt x="21371" y="885"/>
                  </a:cubicBezTo>
                  <a:cubicBezTo>
                    <a:pt x="21371" y="909"/>
                    <a:pt x="21375" y="924"/>
                    <a:pt x="21383" y="924"/>
                  </a:cubicBezTo>
                  <a:cubicBezTo>
                    <a:pt x="21393" y="924"/>
                    <a:pt x="21409" y="897"/>
                    <a:pt x="21428" y="828"/>
                  </a:cubicBezTo>
                  <a:cubicBezTo>
                    <a:pt x="21442" y="791"/>
                    <a:pt x="21448" y="756"/>
                    <a:pt x="21450" y="756"/>
                  </a:cubicBezTo>
                  <a:cubicBezTo>
                    <a:pt x="21452" y="756"/>
                    <a:pt x="21452" y="776"/>
                    <a:pt x="21452" y="828"/>
                  </a:cubicBezTo>
                  <a:cubicBezTo>
                    <a:pt x="21452" y="885"/>
                    <a:pt x="21509" y="885"/>
                    <a:pt x="21622" y="893"/>
                  </a:cubicBezTo>
                  <a:cubicBezTo>
                    <a:pt x="21711" y="893"/>
                    <a:pt x="21825" y="893"/>
                    <a:pt x="21825" y="836"/>
                  </a:cubicBezTo>
                  <a:cubicBezTo>
                    <a:pt x="21853" y="803"/>
                    <a:pt x="21868" y="787"/>
                    <a:pt x="21871" y="787"/>
                  </a:cubicBezTo>
                  <a:lnTo>
                    <a:pt x="21871" y="787"/>
                  </a:lnTo>
                  <a:cubicBezTo>
                    <a:pt x="21874" y="787"/>
                    <a:pt x="21865" y="803"/>
                    <a:pt x="21849" y="836"/>
                  </a:cubicBezTo>
                  <a:cubicBezTo>
                    <a:pt x="21834" y="906"/>
                    <a:pt x="21882" y="958"/>
                    <a:pt x="21941" y="958"/>
                  </a:cubicBezTo>
                  <a:cubicBezTo>
                    <a:pt x="21977" y="958"/>
                    <a:pt x="22018" y="939"/>
                    <a:pt x="22052" y="893"/>
                  </a:cubicBezTo>
                  <a:cubicBezTo>
                    <a:pt x="22076" y="893"/>
                    <a:pt x="22109" y="893"/>
                    <a:pt x="22109" y="958"/>
                  </a:cubicBezTo>
                  <a:cubicBezTo>
                    <a:pt x="22133" y="958"/>
                    <a:pt x="22165" y="958"/>
                    <a:pt x="22247" y="901"/>
                  </a:cubicBezTo>
                  <a:lnTo>
                    <a:pt x="22449" y="901"/>
                  </a:lnTo>
                  <a:cubicBezTo>
                    <a:pt x="22490" y="893"/>
                    <a:pt x="22530" y="876"/>
                    <a:pt x="22563" y="844"/>
                  </a:cubicBezTo>
                  <a:lnTo>
                    <a:pt x="22587" y="844"/>
                  </a:lnTo>
                  <a:cubicBezTo>
                    <a:pt x="22587" y="901"/>
                    <a:pt x="22733" y="909"/>
                    <a:pt x="22928" y="909"/>
                  </a:cubicBezTo>
                  <a:cubicBezTo>
                    <a:pt x="23130" y="909"/>
                    <a:pt x="23301" y="917"/>
                    <a:pt x="23325" y="974"/>
                  </a:cubicBezTo>
                  <a:cubicBezTo>
                    <a:pt x="23325" y="974"/>
                    <a:pt x="23357" y="974"/>
                    <a:pt x="23382" y="917"/>
                  </a:cubicBezTo>
                  <a:cubicBezTo>
                    <a:pt x="23400" y="847"/>
                    <a:pt x="23416" y="817"/>
                    <a:pt x="23433" y="817"/>
                  </a:cubicBezTo>
                  <a:cubicBezTo>
                    <a:pt x="23445" y="817"/>
                    <a:pt x="23457" y="833"/>
                    <a:pt x="23471" y="860"/>
                  </a:cubicBezTo>
                  <a:cubicBezTo>
                    <a:pt x="23483" y="918"/>
                    <a:pt x="23519" y="948"/>
                    <a:pt x="23555" y="948"/>
                  </a:cubicBezTo>
                  <a:cubicBezTo>
                    <a:pt x="23590" y="948"/>
                    <a:pt x="23625" y="920"/>
                    <a:pt x="23641" y="860"/>
                  </a:cubicBezTo>
                  <a:lnTo>
                    <a:pt x="23641" y="917"/>
                  </a:lnTo>
                  <a:cubicBezTo>
                    <a:pt x="23651" y="964"/>
                    <a:pt x="23670" y="985"/>
                    <a:pt x="23691" y="985"/>
                  </a:cubicBezTo>
                  <a:cubicBezTo>
                    <a:pt x="23725" y="985"/>
                    <a:pt x="23764" y="935"/>
                    <a:pt x="23779" y="860"/>
                  </a:cubicBezTo>
                  <a:cubicBezTo>
                    <a:pt x="23802" y="906"/>
                    <a:pt x="23821" y="948"/>
                    <a:pt x="23842" y="948"/>
                  </a:cubicBezTo>
                  <a:cubicBezTo>
                    <a:pt x="23850" y="948"/>
                    <a:pt x="23859" y="941"/>
                    <a:pt x="23868" y="925"/>
                  </a:cubicBezTo>
                  <a:cubicBezTo>
                    <a:pt x="23892" y="925"/>
                    <a:pt x="23892" y="925"/>
                    <a:pt x="23892" y="1047"/>
                  </a:cubicBezTo>
                  <a:cubicBezTo>
                    <a:pt x="23892" y="1103"/>
                    <a:pt x="23892" y="1160"/>
                    <a:pt x="23925" y="1160"/>
                  </a:cubicBezTo>
                  <a:cubicBezTo>
                    <a:pt x="23949" y="1160"/>
                    <a:pt x="23949" y="1103"/>
                    <a:pt x="23949" y="1047"/>
                  </a:cubicBezTo>
                  <a:lnTo>
                    <a:pt x="24006" y="1047"/>
                  </a:lnTo>
                  <a:cubicBezTo>
                    <a:pt x="24006" y="1047"/>
                    <a:pt x="24038" y="1047"/>
                    <a:pt x="24038" y="982"/>
                  </a:cubicBezTo>
                  <a:cubicBezTo>
                    <a:pt x="24038" y="925"/>
                    <a:pt x="24063" y="925"/>
                    <a:pt x="24095" y="925"/>
                  </a:cubicBezTo>
                  <a:cubicBezTo>
                    <a:pt x="24095" y="944"/>
                    <a:pt x="24097" y="952"/>
                    <a:pt x="24100" y="952"/>
                  </a:cubicBezTo>
                  <a:cubicBezTo>
                    <a:pt x="24105" y="952"/>
                    <a:pt x="24112" y="908"/>
                    <a:pt x="24095" y="868"/>
                  </a:cubicBezTo>
                  <a:cubicBezTo>
                    <a:pt x="24095" y="803"/>
                    <a:pt x="24095" y="747"/>
                    <a:pt x="24119" y="747"/>
                  </a:cubicBezTo>
                  <a:lnTo>
                    <a:pt x="24119" y="625"/>
                  </a:lnTo>
                  <a:cubicBezTo>
                    <a:pt x="24119" y="512"/>
                    <a:pt x="24119" y="447"/>
                    <a:pt x="24063" y="390"/>
                  </a:cubicBezTo>
                  <a:cubicBezTo>
                    <a:pt x="23996" y="352"/>
                    <a:pt x="23941" y="317"/>
                    <a:pt x="23907" y="317"/>
                  </a:cubicBezTo>
                  <a:cubicBezTo>
                    <a:pt x="23882" y="317"/>
                    <a:pt x="23868" y="335"/>
                    <a:pt x="23868" y="382"/>
                  </a:cubicBezTo>
                  <a:cubicBezTo>
                    <a:pt x="23868" y="382"/>
                    <a:pt x="23836" y="447"/>
                    <a:pt x="23811" y="447"/>
                  </a:cubicBezTo>
                  <a:cubicBezTo>
                    <a:pt x="23779" y="447"/>
                    <a:pt x="23755" y="382"/>
                    <a:pt x="23755" y="382"/>
                  </a:cubicBezTo>
                  <a:cubicBezTo>
                    <a:pt x="23755" y="325"/>
                    <a:pt x="23641" y="325"/>
                    <a:pt x="23495" y="317"/>
                  </a:cubicBezTo>
                  <a:cubicBezTo>
                    <a:pt x="23325" y="317"/>
                    <a:pt x="23244" y="317"/>
                    <a:pt x="23211" y="252"/>
                  </a:cubicBezTo>
                  <a:cubicBezTo>
                    <a:pt x="23187" y="195"/>
                    <a:pt x="23155" y="195"/>
                    <a:pt x="23155" y="195"/>
                  </a:cubicBezTo>
                  <a:cubicBezTo>
                    <a:pt x="23155" y="237"/>
                    <a:pt x="23065" y="248"/>
                    <a:pt x="22941" y="248"/>
                  </a:cubicBezTo>
                  <a:cubicBezTo>
                    <a:pt x="22895" y="248"/>
                    <a:pt x="22843" y="246"/>
                    <a:pt x="22790" y="244"/>
                  </a:cubicBezTo>
                  <a:cubicBezTo>
                    <a:pt x="22587" y="244"/>
                    <a:pt x="22392" y="244"/>
                    <a:pt x="22392" y="301"/>
                  </a:cubicBezTo>
                  <a:lnTo>
                    <a:pt x="22336" y="301"/>
                  </a:lnTo>
                  <a:cubicBezTo>
                    <a:pt x="22336" y="244"/>
                    <a:pt x="22279" y="236"/>
                    <a:pt x="22222" y="236"/>
                  </a:cubicBezTo>
                  <a:cubicBezTo>
                    <a:pt x="22190" y="276"/>
                    <a:pt x="22149" y="293"/>
                    <a:pt x="22109" y="301"/>
                  </a:cubicBezTo>
                  <a:cubicBezTo>
                    <a:pt x="22109" y="236"/>
                    <a:pt x="22076" y="236"/>
                    <a:pt x="22020" y="236"/>
                  </a:cubicBezTo>
                  <a:cubicBezTo>
                    <a:pt x="21963" y="236"/>
                    <a:pt x="21938" y="236"/>
                    <a:pt x="21938" y="293"/>
                  </a:cubicBezTo>
                  <a:cubicBezTo>
                    <a:pt x="21925" y="294"/>
                    <a:pt x="21912" y="294"/>
                    <a:pt x="21898" y="294"/>
                  </a:cubicBezTo>
                  <a:cubicBezTo>
                    <a:pt x="21804" y="294"/>
                    <a:pt x="21707" y="270"/>
                    <a:pt x="21622" y="228"/>
                  </a:cubicBezTo>
                  <a:cubicBezTo>
                    <a:pt x="21615" y="211"/>
                    <a:pt x="21607" y="204"/>
                    <a:pt x="21599" y="204"/>
                  </a:cubicBezTo>
                  <a:cubicBezTo>
                    <a:pt x="21580" y="204"/>
                    <a:pt x="21558" y="244"/>
                    <a:pt x="21541" y="285"/>
                  </a:cubicBezTo>
                  <a:cubicBezTo>
                    <a:pt x="21541" y="349"/>
                    <a:pt x="21509" y="406"/>
                    <a:pt x="21484" y="406"/>
                  </a:cubicBezTo>
                  <a:lnTo>
                    <a:pt x="21484" y="285"/>
                  </a:lnTo>
                  <a:cubicBezTo>
                    <a:pt x="21509" y="228"/>
                    <a:pt x="21509" y="228"/>
                    <a:pt x="21452" y="228"/>
                  </a:cubicBezTo>
                  <a:lnTo>
                    <a:pt x="21395" y="228"/>
                  </a:lnTo>
                  <a:cubicBezTo>
                    <a:pt x="21395" y="285"/>
                    <a:pt x="21257" y="285"/>
                    <a:pt x="21055" y="285"/>
                  </a:cubicBezTo>
                  <a:cubicBezTo>
                    <a:pt x="20986" y="282"/>
                    <a:pt x="20929" y="281"/>
                    <a:pt x="20883" y="281"/>
                  </a:cubicBezTo>
                  <a:cubicBezTo>
                    <a:pt x="20761" y="281"/>
                    <a:pt x="20714" y="292"/>
                    <a:pt x="20714" y="333"/>
                  </a:cubicBezTo>
                  <a:cubicBezTo>
                    <a:pt x="20714" y="366"/>
                    <a:pt x="20708" y="382"/>
                    <a:pt x="20691" y="382"/>
                  </a:cubicBezTo>
                  <a:cubicBezTo>
                    <a:pt x="20674" y="382"/>
                    <a:pt x="20645" y="366"/>
                    <a:pt x="20601" y="333"/>
                  </a:cubicBezTo>
                  <a:cubicBezTo>
                    <a:pt x="20492" y="219"/>
                    <a:pt x="20453" y="178"/>
                    <a:pt x="20432" y="178"/>
                  </a:cubicBezTo>
                  <a:cubicBezTo>
                    <a:pt x="20420" y="178"/>
                    <a:pt x="20415" y="191"/>
                    <a:pt x="20406" y="212"/>
                  </a:cubicBezTo>
                  <a:cubicBezTo>
                    <a:pt x="20430" y="212"/>
                    <a:pt x="20430" y="268"/>
                    <a:pt x="20430" y="333"/>
                  </a:cubicBezTo>
                  <a:cubicBezTo>
                    <a:pt x="20430" y="390"/>
                    <a:pt x="20424" y="418"/>
                    <a:pt x="20414" y="418"/>
                  </a:cubicBezTo>
                  <a:cubicBezTo>
                    <a:pt x="20404" y="418"/>
                    <a:pt x="20390" y="390"/>
                    <a:pt x="20374" y="333"/>
                  </a:cubicBezTo>
                  <a:cubicBezTo>
                    <a:pt x="20374" y="284"/>
                    <a:pt x="20305" y="263"/>
                    <a:pt x="20221" y="263"/>
                  </a:cubicBezTo>
                  <a:cubicBezTo>
                    <a:pt x="20097" y="263"/>
                    <a:pt x="19939" y="309"/>
                    <a:pt x="19920" y="382"/>
                  </a:cubicBezTo>
                  <a:lnTo>
                    <a:pt x="19920" y="325"/>
                  </a:lnTo>
                  <a:cubicBezTo>
                    <a:pt x="19920" y="260"/>
                    <a:pt x="19895" y="260"/>
                    <a:pt x="19782" y="260"/>
                  </a:cubicBezTo>
                  <a:lnTo>
                    <a:pt x="19693" y="260"/>
                  </a:lnTo>
                  <a:cubicBezTo>
                    <a:pt x="19693" y="311"/>
                    <a:pt x="19663" y="329"/>
                    <a:pt x="19629" y="329"/>
                  </a:cubicBezTo>
                  <a:cubicBezTo>
                    <a:pt x="19580" y="329"/>
                    <a:pt x="19522" y="293"/>
                    <a:pt x="19522" y="260"/>
                  </a:cubicBezTo>
                  <a:cubicBezTo>
                    <a:pt x="19498" y="195"/>
                    <a:pt x="19498" y="195"/>
                    <a:pt x="19441" y="195"/>
                  </a:cubicBezTo>
                  <a:cubicBezTo>
                    <a:pt x="19404" y="246"/>
                    <a:pt x="19359" y="264"/>
                    <a:pt x="19318" y="264"/>
                  </a:cubicBezTo>
                  <a:cubicBezTo>
                    <a:pt x="19261" y="264"/>
                    <a:pt x="19214" y="229"/>
                    <a:pt x="19214" y="195"/>
                  </a:cubicBezTo>
                  <a:lnTo>
                    <a:pt x="19157" y="195"/>
                  </a:lnTo>
                  <a:cubicBezTo>
                    <a:pt x="19136" y="231"/>
                    <a:pt x="19103" y="254"/>
                    <a:pt x="19062" y="254"/>
                  </a:cubicBezTo>
                  <a:cubicBezTo>
                    <a:pt x="19056" y="254"/>
                    <a:pt x="19050" y="253"/>
                    <a:pt x="19044" y="252"/>
                  </a:cubicBezTo>
                  <a:cubicBezTo>
                    <a:pt x="19026" y="252"/>
                    <a:pt x="19011" y="252"/>
                    <a:pt x="18998" y="252"/>
                  </a:cubicBezTo>
                  <a:cubicBezTo>
                    <a:pt x="18947" y="252"/>
                    <a:pt x="18935" y="257"/>
                    <a:pt x="18955" y="309"/>
                  </a:cubicBezTo>
                  <a:cubicBezTo>
                    <a:pt x="18955" y="366"/>
                    <a:pt x="18955" y="431"/>
                    <a:pt x="18930" y="431"/>
                  </a:cubicBezTo>
                  <a:lnTo>
                    <a:pt x="18930" y="366"/>
                  </a:lnTo>
                  <a:cubicBezTo>
                    <a:pt x="18930" y="309"/>
                    <a:pt x="18841" y="309"/>
                    <a:pt x="18728" y="301"/>
                  </a:cubicBezTo>
                  <a:cubicBezTo>
                    <a:pt x="18590" y="301"/>
                    <a:pt x="18533" y="301"/>
                    <a:pt x="18501" y="244"/>
                  </a:cubicBezTo>
                  <a:lnTo>
                    <a:pt x="18476" y="301"/>
                  </a:lnTo>
                  <a:cubicBezTo>
                    <a:pt x="18460" y="329"/>
                    <a:pt x="18446" y="343"/>
                    <a:pt x="18436" y="343"/>
                  </a:cubicBezTo>
                  <a:cubicBezTo>
                    <a:pt x="18426" y="343"/>
                    <a:pt x="18420" y="329"/>
                    <a:pt x="18420" y="301"/>
                  </a:cubicBezTo>
                  <a:cubicBezTo>
                    <a:pt x="18403" y="267"/>
                    <a:pt x="18365" y="251"/>
                    <a:pt x="18324" y="251"/>
                  </a:cubicBezTo>
                  <a:cubicBezTo>
                    <a:pt x="18285" y="251"/>
                    <a:pt x="18244" y="265"/>
                    <a:pt x="18217" y="293"/>
                  </a:cubicBezTo>
                  <a:lnTo>
                    <a:pt x="18160" y="293"/>
                  </a:lnTo>
                  <a:cubicBezTo>
                    <a:pt x="18148" y="235"/>
                    <a:pt x="18119" y="205"/>
                    <a:pt x="18090" y="205"/>
                  </a:cubicBezTo>
                  <a:cubicBezTo>
                    <a:pt x="18062" y="205"/>
                    <a:pt x="18034" y="233"/>
                    <a:pt x="18022" y="293"/>
                  </a:cubicBezTo>
                  <a:cubicBezTo>
                    <a:pt x="18022" y="236"/>
                    <a:pt x="17990" y="236"/>
                    <a:pt x="17966" y="236"/>
                  </a:cubicBezTo>
                  <a:cubicBezTo>
                    <a:pt x="17938" y="263"/>
                    <a:pt x="17898" y="278"/>
                    <a:pt x="17863" y="278"/>
                  </a:cubicBezTo>
                  <a:cubicBezTo>
                    <a:pt x="17826" y="278"/>
                    <a:pt x="17795" y="261"/>
                    <a:pt x="17795" y="228"/>
                  </a:cubicBezTo>
                  <a:lnTo>
                    <a:pt x="17763" y="228"/>
                  </a:lnTo>
                  <a:cubicBezTo>
                    <a:pt x="17745" y="276"/>
                    <a:pt x="17723" y="288"/>
                    <a:pt x="17702" y="288"/>
                  </a:cubicBezTo>
                  <a:cubicBezTo>
                    <a:pt x="17695" y="288"/>
                    <a:pt x="17688" y="287"/>
                    <a:pt x="17682" y="285"/>
                  </a:cubicBezTo>
                  <a:cubicBezTo>
                    <a:pt x="17649" y="285"/>
                    <a:pt x="17625" y="285"/>
                    <a:pt x="17593" y="349"/>
                  </a:cubicBezTo>
                  <a:cubicBezTo>
                    <a:pt x="17568" y="406"/>
                    <a:pt x="17536" y="406"/>
                    <a:pt x="17536" y="406"/>
                  </a:cubicBezTo>
                  <a:cubicBezTo>
                    <a:pt x="17512" y="406"/>
                    <a:pt x="17536" y="349"/>
                    <a:pt x="17568" y="285"/>
                  </a:cubicBezTo>
                  <a:cubicBezTo>
                    <a:pt x="17592" y="261"/>
                    <a:pt x="17590" y="247"/>
                    <a:pt x="17575" y="247"/>
                  </a:cubicBezTo>
                  <a:cubicBezTo>
                    <a:pt x="17553" y="247"/>
                    <a:pt x="17502" y="275"/>
                    <a:pt x="17455" y="341"/>
                  </a:cubicBezTo>
                  <a:cubicBezTo>
                    <a:pt x="17410" y="402"/>
                    <a:pt x="17388" y="433"/>
                    <a:pt x="17384" y="433"/>
                  </a:cubicBezTo>
                  <a:cubicBezTo>
                    <a:pt x="17380" y="433"/>
                    <a:pt x="17394" y="402"/>
                    <a:pt x="17422" y="341"/>
                  </a:cubicBezTo>
                  <a:cubicBezTo>
                    <a:pt x="17445" y="301"/>
                    <a:pt x="17464" y="261"/>
                    <a:pt x="17453" y="261"/>
                  </a:cubicBezTo>
                  <a:cubicBezTo>
                    <a:pt x="17449" y="261"/>
                    <a:pt x="17439" y="268"/>
                    <a:pt x="17422" y="285"/>
                  </a:cubicBezTo>
                  <a:cubicBezTo>
                    <a:pt x="17390" y="285"/>
                    <a:pt x="17366" y="309"/>
                    <a:pt x="17366" y="341"/>
                  </a:cubicBezTo>
                  <a:lnTo>
                    <a:pt x="17285" y="341"/>
                  </a:lnTo>
                  <a:cubicBezTo>
                    <a:pt x="17228" y="285"/>
                    <a:pt x="17195" y="285"/>
                    <a:pt x="17171" y="285"/>
                  </a:cubicBezTo>
                  <a:cubicBezTo>
                    <a:pt x="17155" y="312"/>
                    <a:pt x="17147" y="326"/>
                    <a:pt x="17140" y="326"/>
                  </a:cubicBezTo>
                  <a:cubicBezTo>
                    <a:pt x="17133" y="326"/>
                    <a:pt x="17127" y="310"/>
                    <a:pt x="17114" y="276"/>
                  </a:cubicBezTo>
                  <a:cubicBezTo>
                    <a:pt x="17114" y="253"/>
                    <a:pt x="17109" y="240"/>
                    <a:pt x="17103" y="240"/>
                  </a:cubicBezTo>
                  <a:cubicBezTo>
                    <a:pt x="17093" y="240"/>
                    <a:pt x="17082" y="269"/>
                    <a:pt x="17082" y="341"/>
                  </a:cubicBezTo>
                  <a:cubicBezTo>
                    <a:pt x="17070" y="370"/>
                    <a:pt x="17056" y="384"/>
                    <a:pt x="17041" y="384"/>
                  </a:cubicBezTo>
                  <a:cubicBezTo>
                    <a:pt x="17027" y="384"/>
                    <a:pt x="17013" y="370"/>
                    <a:pt x="17001" y="341"/>
                  </a:cubicBezTo>
                  <a:cubicBezTo>
                    <a:pt x="17001" y="269"/>
                    <a:pt x="16989" y="240"/>
                    <a:pt x="16980" y="240"/>
                  </a:cubicBezTo>
                  <a:cubicBezTo>
                    <a:pt x="16974" y="240"/>
                    <a:pt x="16968" y="253"/>
                    <a:pt x="16968" y="276"/>
                  </a:cubicBezTo>
                  <a:cubicBezTo>
                    <a:pt x="16944" y="333"/>
                    <a:pt x="16912" y="333"/>
                    <a:pt x="16912" y="333"/>
                  </a:cubicBezTo>
                  <a:cubicBezTo>
                    <a:pt x="16912" y="276"/>
                    <a:pt x="16660" y="268"/>
                    <a:pt x="16401" y="268"/>
                  </a:cubicBezTo>
                  <a:cubicBezTo>
                    <a:pt x="16377" y="268"/>
                    <a:pt x="16344" y="325"/>
                    <a:pt x="16344" y="390"/>
                  </a:cubicBezTo>
                  <a:cubicBezTo>
                    <a:pt x="16344" y="438"/>
                    <a:pt x="16344" y="456"/>
                    <a:pt x="16342" y="456"/>
                  </a:cubicBezTo>
                  <a:cubicBezTo>
                    <a:pt x="16340" y="456"/>
                    <a:pt x="16334" y="423"/>
                    <a:pt x="16320" y="390"/>
                  </a:cubicBezTo>
                  <a:cubicBezTo>
                    <a:pt x="16304" y="297"/>
                    <a:pt x="16281" y="250"/>
                    <a:pt x="16267" y="250"/>
                  </a:cubicBezTo>
                  <a:cubicBezTo>
                    <a:pt x="16253" y="250"/>
                    <a:pt x="16247" y="297"/>
                    <a:pt x="16263" y="390"/>
                  </a:cubicBezTo>
                  <a:cubicBezTo>
                    <a:pt x="16275" y="447"/>
                    <a:pt x="16281" y="475"/>
                    <a:pt x="16277" y="475"/>
                  </a:cubicBezTo>
                  <a:cubicBezTo>
                    <a:pt x="16273" y="475"/>
                    <a:pt x="16259" y="447"/>
                    <a:pt x="16231" y="390"/>
                  </a:cubicBezTo>
                  <a:cubicBezTo>
                    <a:pt x="16218" y="356"/>
                    <a:pt x="16212" y="340"/>
                    <a:pt x="16205" y="340"/>
                  </a:cubicBezTo>
                  <a:cubicBezTo>
                    <a:pt x="16198" y="340"/>
                    <a:pt x="16190" y="354"/>
                    <a:pt x="16174" y="382"/>
                  </a:cubicBezTo>
                  <a:cubicBezTo>
                    <a:pt x="16174" y="414"/>
                    <a:pt x="16168" y="431"/>
                    <a:pt x="16162" y="431"/>
                  </a:cubicBezTo>
                  <a:cubicBezTo>
                    <a:pt x="16156" y="431"/>
                    <a:pt x="16150" y="414"/>
                    <a:pt x="16150" y="382"/>
                  </a:cubicBezTo>
                  <a:cubicBezTo>
                    <a:pt x="16127" y="342"/>
                    <a:pt x="16108" y="302"/>
                    <a:pt x="16099" y="302"/>
                  </a:cubicBezTo>
                  <a:cubicBezTo>
                    <a:pt x="16095" y="302"/>
                    <a:pt x="16093" y="309"/>
                    <a:pt x="16093" y="325"/>
                  </a:cubicBezTo>
                  <a:cubicBezTo>
                    <a:pt x="16093" y="325"/>
                    <a:pt x="16060" y="325"/>
                    <a:pt x="16036" y="260"/>
                  </a:cubicBezTo>
                  <a:cubicBezTo>
                    <a:pt x="16027" y="244"/>
                    <a:pt x="16018" y="237"/>
                    <a:pt x="16010" y="237"/>
                  </a:cubicBezTo>
                  <a:cubicBezTo>
                    <a:pt x="15989" y="237"/>
                    <a:pt x="15970" y="279"/>
                    <a:pt x="15947" y="325"/>
                  </a:cubicBezTo>
                  <a:cubicBezTo>
                    <a:pt x="15907" y="381"/>
                    <a:pt x="15879" y="409"/>
                    <a:pt x="15864" y="409"/>
                  </a:cubicBezTo>
                  <a:cubicBezTo>
                    <a:pt x="15850" y="409"/>
                    <a:pt x="15849" y="379"/>
                    <a:pt x="15866" y="317"/>
                  </a:cubicBezTo>
                  <a:cubicBezTo>
                    <a:pt x="15875" y="274"/>
                    <a:pt x="15861" y="256"/>
                    <a:pt x="15838" y="256"/>
                  </a:cubicBezTo>
                  <a:cubicBezTo>
                    <a:pt x="15801" y="256"/>
                    <a:pt x="15740" y="306"/>
                    <a:pt x="15720" y="382"/>
                  </a:cubicBezTo>
                  <a:cubicBezTo>
                    <a:pt x="15706" y="448"/>
                    <a:pt x="15700" y="476"/>
                    <a:pt x="15697" y="476"/>
                  </a:cubicBezTo>
                  <a:cubicBezTo>
                    <a:pt x="15695" y="476"/>
                    <a:pt x="15695" y="462"/>
                    <a:pt x="15695" y="439"/>
                  </a:cubicBezTo>
                  <a:cubicBezTo>
                    <a:pt x="15695" y="374"/>
                    <a:pt x="15663" y="374"/>
                    <a:pt x="15663" y="374"/>
                  </a:cubicBezTo>
                  <a:cubicBezTo>
                    <a:pt x="15639" y="374"/>
                    <a:pt x="15606" y="374"/>
                    <a:pt x="15606" y="317"/>
                  </a:cubicBezTo>
                  <a:cubicBezTo>
                    <a:pt x="15606" y="317"/>
                    <a:pt x="15582" y="317"/>
                    <a:pt x="15525" y="374"/>
                  </a:cubicBezTo>
                  <a:cubicBezTo>
                    <a:pt x="15504" y="419"/>
                    <a:pt x="15478" y="439"/>
                    <a:pt x="15453" y="439"/>
                  </a:cubicBezTo>
                  <a:cubicBezTo>
                    <a:pt x="15411" y="439"/>
                    <a:pt x="15370" y="385"/>
                    <a:pt x="15355" y="309"/>
                  </a:cubicBezTo>
                  <a:lnTo>
                    <a:pt x="15298" y="374"/>
                  </a:lnTo>
                  <a:cubicBezTo>
                    <a:pt x="15278" y="444"/>
                    <a:pt x="15261" y="496"/>
                    <a:pt x="15251" y="496"/>
                  </a:cubicBezTo>
                  <a:cubicBezTo>
                    <a:pt x="15245" y="496"/>
                    <a:pt x="15241" y="477"/>
                    <a:pt x="15241" y="431"/>
                  </a:cubicBezTo>
                  <a:lnTo>
                    <a:pt x="15241" y="374"/>
                  </a:lnTo>
                  <a:cubicBezTo>
                    <a:pt x="15229" y="417"/>
                    <a:pt x="15205" y="435"/>
                    <a:pt x="15181" y="435"/>
                  </a:cubicBezTo>
                  <a:cubicBezTo>
                    <a:pt x="15140" y="435"/>
                    <a:pt x="15096" y="385"/>
                    <a:pt x="15096" y="309"/>
                  </a:cubicBezTo>
                  <a:cubicBezTo>
                    <a:pt x="15096" y="252"/>
                    <a:pt x="15096" y="252"/>
                    <a:pt x="15071" y="244"/>
                  </a:cubicBezTo>
                  <a:lnTo>
                    <a:pt x="15071" y="309"/>
                  </a:lnTo>
                  <a:cubicBezTo>
                    <a:pt x="15071" y="366"/>
                    <a:pt x="15071" y="431"/>
                    <a:pt x="15039" y="431"/>
                  </a:cubicBezTo>
                  <a:cubicBezTo>
                    <a:pt x="15014" y="422"/>
                    <a:pt x="14982" y="422"/>
                    <a:pt x="14982" y="366"/>
                  </a:cubicBezTo>
                  <a:cubicBezTo>
                    <a:pt x="14965" y="326"/>
                    <a:pt x="14944" y="282"/>
                    <a:pt x="14933" y="282"/>
                  </a:cubicBezTo>
                  <a:cubicBezTo>
                    <a:pt x="14928" y="282"/>
                    <a:pt x="14925" y="290"/>
                    <a:pt x="14925" y="309"/>
                  </a:cubicBezTo>
                  <a:cubicBezTo>
                    <a:pt x="14925" y="309"/>
                    <a:pt x="14901" y="309"/>
                    <a:pt x="14868" y="244"/>
                  </a:cubicBezTo>
                  <a:lnTo>
                    <a:pt x="14755" y="244"/>
                  </a:lnTo>
                  <a:cubicBezTo>
                    <a:pt x="14743" y="272"/>
                    <a:pt x="14723" y="287"/>
                    <a:pt x="14705" y="287"/>
                  </a:cubicBezTo>
                  <a:cubicBezTo>
                    <a:pt x="14688" y="287"/>
                    <a:pt x="14674" y="272"/>
                    <a:pt x="14674" y="244"/>
                  </a:cubicBezTo>
                  <a:cubicBezTo>
                    <a:pt x="14633" y="244"/>
                    <a:pt x="14601" y="268"/>
                    <a:pt x="14585" y="301"/>
                  </a:cubicBezTo>
                  <a:cubicBezTo>
                    <a:pt x="14528" y="301"/>
                    <a:pt x="14504" y="301"/>
                    <a:pt x="14504" y="236"/>
                  </a:cubicBezTo>
                  <a:cubicBezTo>
                    <a:pt x="14504" y="208"/>
                    <a:pt x="14504" y="193"/>
                    <a:pt x="14500" y="193"/>
                  </a:cubicBezTo>
                  <a:cubicBezTo>
                    <a:pt x="14496" y="193"/>
                    <a:pt x="14487" y="208"/>
                    <a:pt x="14471" y="236"/>
                  </a:cubicBezTo>
                  <a:cubicBezTo>
                    <a:pt x="14471" y="301"/>
                    <a:pt x="14447" y="301"/>
                    <a:pt x="14414" y="301"/>
                  </a:cubicBezTo>
                  <a:lnTo>
                    <a:pt x="14358" y="301"/>
                  </a:lnTo>
                  <a:cubicBezTo>
                    <a:pt x="14358" y="358"/>
                    <a:pt x="14358" y="358"/>
                    <a:pt x="14333" y="358"/>
                  </a:cubicBezTo>
                  <a:cubicBezTo>
                    <a:pt x="14301" y="358"/>
                    <a:pt x="14220" y="293"/>
                    <a:pt x="14187" y="293"/>
                  </a:cubicBezTo>
                  <a:cubicBezTo>
                    <a:pt x="14106" y="293"/>
                    <a:pt x="14106" y="293"/>
                    <a:pt x="14131" y="349"/>
                  </a:cubicBezTo>
                  <a:cubicBezTo>
                    <a:pt x="14152" y="349"/>
                    <a:pt x="14160" y="378"/>
                    <a:pt x="14145" y="378"/>
                  </a:cubicBezTo>
                  <a:cubicBezTo>
                    <a:pt x="14138" y="378"/>
                    <a:pt x="14125" y="371"/>
                    <a:pt x="14106" y="349"/>
                  </a:cubicBezTo>
                  <a:cubicBezTo>
                    <a:pt x="14042" y="325"/>
                    <a:pt x="13977" y="301"/>
                    <a:pt x="13904" y="293"/>
                  </a:cubicBezTo>
                  <a:cubicBezTo>
                    <a:pt x="13874" y="291"/>
                    <a:pt x="13852" y="289"/>
                    <a:pt x="13836" y="289"/>
                  </a:cubicBezTo>
                  <a:cubicBezTo>
                    <a:pt x="13790" y="289"/>
                    <a:pt x="13790" y="302"/>
                    <a:pt x="13790" y="349"/>
                  </a:cubicBezTo>
                  <a:cubicBezTo>
                    <a:pt x="13806" y="410"/>
                    <a:pt x="13806" y="441"/>
                    <a:pt x="13799" y="441"/>
                  </a:cubicBezTo>
                  <a:cubicBezTo>
                    <a:pt x="13792" y="441"/>
                    <a:pt x="13778" y="410"/>
                    <a:pt x="13766" y="349"/>
                  </a:cubicBezTo>
                  <a:cubicBezTo>
                    <a:pt x="13732" y="277"/>
                    <a:pt x="13707" y="248"/>
                    <a:pt x="13692" y="248"/>
                  </a:cubicBezTo>
                  <a:cubicBezTo>
                    <a:pt x="13682" y="248"/>
                    <a:pt x="13677" y="262"/>
                    <a:pt x="13677" y="285"/>
                  </a:cubicBezTo>
                  <a:cubicBezTo>
                    <a:pt x="13652" y="349"/>
                    <a:pt x="13652" y="349"/>
                    <a:pt x="13620" y="349"/>
                  </a:cubicBezTo>
                  <a:cubicBezTo>
                    <a:pt x="13620" y="316"/>
                    <a:pt x="13613" y="300"/>
                    <a:pt x="13599" y="300"/>
                  </a:cubicBezTo>
                  <a:cubicBezTo>
                    <a:pt x="13586" y="300"/>
                    <a:pt x="13566" y="314"/>
                    <a:pt x="13539" y="341"/>
                  </a:cubicBezTo>
                  <a:cubicBezTo>
                    <a:pt x="13506" y="341"/>
                    <a:pt x="13506" y="341"/>
                    <a:pt x="13506" y="285"/>
                  </a:cubicBezTo>
                  <a:lnTo>
                    <a:pt x="13450" y="285"/>
                  </a:lnTo>
                  <a:cubicBezTo>
                    <a:pt x="13426" y="334"/>
                    <a:pt x="13384" y="353"/>
                    <a:pt x="13340" y="353"/>
                  </a:cubicBezTo>
                  <a:cubicBezTo>
                    <a:pt x="13278" y="353"/>
                    <a:pt x="13213" y="315"/>
                    <a:pt x="13198" y="276"/>
                  </a:cubicBezTo>
                  <a:cubicBezTo>
                    <a:pt x="13198" y="276"/>
                    <a:pt x="13166" y="276"/>
                    <a:pt x="13142" y="341"/>
                  </a:cubicBezTo>
                  <a:cubicBezTo>
                    <a:pt x="13125" y="398"/>
                    <a:pt x="13111" y="426"/>
                    <a:pt x="13101" y="426"/>
                  </a:cubicBezTo>
                  <a:cubicBezTo>
                    <a:pt x="13091" y="426"/>
                    <a:pt x="13085" y="398"/>
                    <a:pt x="13085" y="341"/>
                  </a:cubicBezTo>
                  <a:cubicBezTo>
                    <a:pt x="13085" y="281"/>
                    <a:pt x="13085" y="250"/>
                    <a:pt x="13081" y="250"/>
                  </a:cubicBezTo>
                  <a:cubicBezTo>
                    <a:pt x="13077" y="250"/>
                    <a:pt x="13069" y="281"/>
                    <a:pt x="13052" y="341"/>
                  </a:cubicBezTo>
                  <a:cubicBezTo>
                    <a:pt x="13042" y="364"/>
                    <a:pt x="13013" y="378"/>
                    <a:pt x="12983" y="378"/>
                  </a:cubicBezTo>
                  <a:cubicBezTo>
                    <a:pt x="12939" y="378"/>
                    <a:pt x="12895" y="349"/>
                    <a:pt x="12915" y="276"/>
                  </a:cubicBezTo>
                  <a:lnTo>
                    <a:pt x="12915" y="155"/>
                  </a:lnTo>
                  <a:cubicBezTo>
                    <a:pt x="12882" y="212"/>
                    <a:pt x="12858" y="212"/>
                    <a:pt x="12858" y="212"/>
                  </a:cubicBezTo>
                  <a:cubicBezTo>
                    <a:pt x="12858" y="276"/>
                    <a:pt x="12825" y="276"/>
                    <a:pt x="12744" y="276"/>
                  </a:cubicBezTo>
                  <a:cubicBezTo>
                    <a:pt x="12741" y="276"/>
                    <a:pt x="12737" y="276"/>
                    <a:pt x="12734" y="276"/>
                  </a:cubicBezTo>
                  <a:cubicBezTo>
                    <a:pt x="12674" y="276"/>
                    <a:pt x="12571" y="333"/>
                    <a:pt x="12517" y="333"/>
                  </a:cubicBezTo>
                  <a:cubicBezTo>
                    <a:pt x="12460" y="325"/>
                    <a:pt x="12371" y="325"/>
                    <a:pt x="12347" y="268"/>
                  </a:cubicBezTo>
                  <a:cubicBezTo>
                    <a:pt x="12315" y="268"/>
                    <a:pt x="12290" y="268"/>
                    <a:pt x="12233" y="325"/>
                  </a:cubicBezTo>
                  <a:cubicBezTo>
                    <a:pt x="12217" y="354"/>
                    <a:pt x="12195" y="368"/>
                    <a:pt x="12177" y="368"/>
                  </a:cubicBezTo>
                  <a:cubicBezTo>
                    <a:pt x="12158" y="368"/>
                    <a:pt x="12144" y="354"/>
                    <a:pt x="12144" y="325"/>
                  </a:cubicBezTo>
                  <a:lnTo>
                    <a:pt x="12120" y="325"/>
                  </a:lnTo>
                  <a:cubicBezTo>
                    <a:pt x="12063" y="382"/>
                    <a:pt x="12031" y="382"/>
                    <a:pt x="12031" y="382"/>
                  </a:cubicBezTo>
                  <a:cubicBezTo>
                    <a:pt x="12031" y="342"/>
                    <a:pt x="12019" y="298"/>
                    <a:pt x="12000" y="298"/>
                  </a:cubicBezTo>
                  <a:cubicBezTo>
                    <a:pt x="11993" y="298"/>
                    <a:pt x="11984" y="306"/>
                    <a:pt x="11974" y="325"/>
                  </a:cubicBezTo>
                  <a:cubicBezTo>
                    <a:pt x="11974" y="382"/>
                    <a:pt x="11950" y="382"/>
                    <a:pt x="11893" y="382"/>
                  </a:cubicBezTo>
                  <a:cubicBezTo>
                    <a:pt x="11861" y="345"/>
                    <a:pt x="11551" y="324"/>
                    <a:pt x="11284" y="324"/>
                  </a:cubicBezTo>
                  <a:cubicBezTo>
                    <a:pt x="11076" y="324"/>
                    <a:pt x="10896" y="337"/>
                    <a:pt x="10896" y="366"/>
                  </a:cubicBezTo>
                  <a:lnTo>
                    <a:pt x="10815" y="366"/>
                  </a:lnTo>
                  <a:lnTo>
                    <a:pt x="10725" y="358"/>
                  </a:lnTo>
                  <a:cubicBezTo>
                    <a:pt x="10725" y="310"/>
                    <a:pt x="10701" y="292"/>
                    <a:pt x="10666" y="292"/>
                  </a:cubicBezTo>
                  <a:cubicBezTo>
                    <a:pt x="10618" y="292"/>
                    <a:pt x="10550" y="325"/>
                    <a:pt x="10498" y="358"/>
                  </a:cubicBezTo>
                  <a:cubicBezTo>
                    <a:pt x="10474" y="414"/>
                    <a:pt x="10442" y="414"/>
                    <a:pt x="10417" y="414"/>
                  </a:cubicBezTo>
                  <a:cubicBezTo>
                    <a:pt x="10417" y="347"/>
                    <a:pt x="10386" y="317"/>
                    <a:pt x="10349" y="317"/>
                  </a:cubicBezTo>
                  <a:cubicBezTo>
                    <a:pt x="10323" y="317"/>
                    <a:pt x="10295" y="331"/>
                    <a:pt x="10271" y="358"/>
                  </a:cubicBezTo>
                  <a:cubicBezTo>
                    <a:pt x="10259" y="413"/>
                    <a:pt x="10246" y="442"/>
                    <a:pt x="10234" y="442"/>
                  </a:cubicBezTo>
                  <a:cubicBezTo>
                    <a:pt x="10223" y="442"/>
                    <a:pt x="10215" y="411"/>
                    <a:pt x="10215" y="349"/>
                  </a:cubicBezTo>
                  <a:cubicBezTo>
                    <a:pt x="10215" y="299"/>
                    <a:pt x="10203" y="271"/>
                    <a:pt x="10186" y="271"/>
                  </a:cubicBezTo>
                  <a:cubicBezTo>
                    <a:pt x="10164" y="271"/>
                    <a:pt x="10133" y="315"/>
                    <a:pt x="10101" y="414"/>
                  </a:cubicBezTo>
                  <a:cubicBezTo>
                    <a:pt x="10089" y="443"/>
                    <a:pt x="10083" y="457"/>
                    <a:pt x="10076" y="457"/>
                  </a:cubicBezTo>
                  <a:cubicBezTo>
                    <a:pt x="10069" y="457"/>
                    <a:pt x="10061" y="443"/>
                    <a:pt x="10044" y="414"/>
                  </a:cubicBezTo>
                  <a:cubicBezTo>
                    <a:pt x="10030" y="342"/>
                    <a:pt x="10013" y="313"/>
                    <a:pt x="10001" y="313"/>
                  </a:cubicBezTo>
                  <a:cubicBezTo>
                    <a:pt x="9993" y="313"/>
                    <a:pt x="9988" y="326"/>
                    <a:pt x="9988" y="349"/>
                  </a:cubicBezTo>
                  <a:cubicBezTo>
                    <a:pt x="9975" y="410"/>
                    <a:pt x="9961" y="441"/>
                    <a:pt x="9947" y="441"/>
                  </a:cubicBezTo>
                  <a:cubicBezTo>
                    <a:pt x="9933" y="441"/>
                    <a:pt x="9919" y="410"/>
                    <a:pt x="9907" y="349"/>
                  </a:cubicBezTo>
                  <a:cubicBezTo>
                    <a:pt x="9878" y="289"/>
                    <a:pt x="9864" y="258"/>
                    <a:pt x="9853" y="258"/>
                  </a:cubicBezTo>
                  <a:cubicBezTo>
                    <a:pt x="9842" y="258"/>
                    <a:pt x="9834" y="289"/>
                    <a:pt x="9817" y="349"/>
                  </a:cubicBezTo>
                  <a:cubicBezTo>
                    <a:pt x="9805" y="405"/>
                    <a:pt x="9772" y="434"/>
                    <a:pt x="9737" y="434"/>
                  </a:cubicBezTo>
                  <a:cubicBezTo>
                    <a:pt x="9701" y="434"/>
                    <a:pt x="9664" y="403"/>
                    <a:pt x="9647" y="341"/>
                  </a:cubicBezTo>
                  <a:cubicBezTo>
                    <a:pt x="9631" y="341"/>
                    <a:pt x="9611" y="316"/>
                    <a:pt x="9600" y="316"/>
                  </a:cubicBezTo>
                  <a:cubicBezTo>
                    <a:pt x="9594" y="316"/>
                    <a:pt x="9590" y="322"/>
                    <a:pt x="9590" y="341"/>
                  </a:cubicBezTo>
                  <a:lnTo>
                    <a:pt x="9566" y="285"/>
                  </a:lnTo>
                  <a:lnTo>
                    <a:pt x="9509" y="285"/>
                  </a:lnTo>
                  <a:lnTo>
                    <a:pt x="9509" y="341"/>
                  </a:lnTo>
                  <a:cubicBezTo>
                    <a:pt x="9380" y="309"/>
                    <a:pt x="9242" y="285"/>
                    <a:pt x="9112" y="276"/>
                  </a:cubicBezTo>
                  <a:cubicBezTo>
                    <a:pt x="9029" y="274"/>
                    <a:pt x="8964" y="273"/>
                    <a:pt x="8914" y="273"/>
                  </a:cubicBezTo>
                  <a:cubicBezTo>
                    <a:pt x="8772" y="273"/>
                    <a:pt x="8747" y="285"/>
                    <a:pt x="8771" y="333"/>
                  </a:cubicBezTo>
                  <a:cubicBezTo>
                    <a:pt x="8783" y="389"/>
                    <a:pt x="8776" y="417"/>
                    <a:pt x="8762" y="417"/>
                  </a:cubicBezTo>
                  <a:cubicBezTo>
                    <a:pt x="8748" y="417"/>
                    <a:pt x="8727" y="387"/>
                    <a:pt x="8715" y="325"/>
                  </a:cubicBezTo>
                  <a:cubicBezTo>
                    <a:pt x="8682" y="325"/>
                    <a:pt x="8626" y="268"/>
                    <a:pt x="8569" y="268"/>
                  </a:cubicBezTo>
                  <a:cubicBezTo>
                    <a:pt x="8512" y="268"/>
                    <a:pt x="8455" y="268"/>
                    <a:pt x="8455" y="204"/>
                  </a:cubicBezTo>
                  <a:lnTo>
                    <a:pt x="8431" y="204"/>
                  </a:lnTo>
                  <a:cubicBezTo>
                    <a:pt x="8398" y="274"/>
                    <a:pt x="8327" y="303"/>
                    <a:pt x="8256" y="303"/>
                  </a:cubicBezTo>
                  <a:cubicBezTo>
                    <a:pt x="8204" y="303"/>
                    <a:pt x="8152" y="288"/>
                    <a:pt x="8115" y="260"/>
                  </a:cubicBezTo>
                  <a:cubicBezTo>
                    <a:pt x="8108" y="259"/>
                    <a:pt x="8102" y="259"/>
                    <a:pt x="8096" y="259"/>
                  </a:cubicBezTo>
                  <a:cubicBezTo>
                    <a:pt x="8052" y="259"/>
                    <a:pt x="8005" y="282"/>
                    <a:pt x="7977" y="317"/>
                  </a:cubicBezTo>
                  <a:cubicBezTo>
                    <a:pt x="7949" y="345"/>
                    <a:pt x="7934" y="360"/>
                    <a:pt x="7923" y="360"/>
                  </a:cubicBezTo>
                  <a:cubicBezTo>
                    <a:pt x="7912" y="360"/>
                    <a:pt x="7904" y="345"/>
                    <a:pt x="7888" y="317"/>
                  </a:cubicBezTo>
                  <a:cubicBezTo>
                    <a:pt x="7888" y="284"/>
                    <a:pt x="7830" y="248"/>
                    <a:pt x="7781" y="248"/>
                  </a:cubicBezTo>
                  <a:cubicBezTo>
                    <a:pt x="7747" y="248"/>
                    <a:pt x="7717" y="266"/>
                    <a:pt x="7717" y="317"/>
                  </a:cubicBezTo>
                  <a:lnTo>
                    <a:pt x="7693" y="252"/>
                  </a:lnTo>
                  <a:cubicBezTo>
                    <a:pt x="7684" y="236"/>
                    <a:pt x="7675" y="229"/>
                    <a:pt x="7667" y="229"/>
                  </a:cubicBezTo>
                  <a:cubicBezTo>
                    <a:pt x="7649" y="229"/>
                    <a:pt x="7636" y="269"/>
                    <a:pt x="7636" y="309"/>
                  </a:cubicBezTo>
                  <a:cubicBezTo>
                    <a:pt x="7636" y="364"/>
                    <a:pt x="7630" y="394"/>
                    <a:pt x="7620" y="394"/>
                  </a:cubicBezTo>
                  <a:cubicBezTo>
                    <a:pt x="7609" y="394"/>
                    <a:pt x="7593" y="350"/>
                    <a:pt x="7580" y="252"/>
                  </a:cubicBezTo>
                  <a:cubicBezTo>
                    <a:pt x="7580" y="180"/>
                    <a:pt x="7568" y="151"/>
                    <a:pt x="7559" y="151"/>
                  </a:cubicBezTo>
                  <a:cubicBezTo>
                    <a:pt x="7553" y="151"/>
                    <a:pt x="7547" y="164"/>
                    <a:pt x="7547" y="187"/>
                  </a:cubicBezTo>
                  <a:cubicBezTo>
                    <a:pt x="7530" y="233"/>
                    <a:pt x="7508" y="275"/>
                    <a:pt x="7489" y="275"/>
                  </a:cubicBezTo>
                  <a:cubicBezTo>
                    <a:pt x="7481" y="275"/>
                    <a:pt x="7473" y="269"/>
                    <a:pt x="7466" y="252"/>
                  </a:cubicBezTo>
                  <a:cubicBezTo>
                    <a:pt x="7434" y="252"/>
                    <a:pt x="7409" y="252"/>
                    <a:pt x="7409" y="366"/>
                  </a:cubicBezTo>
                  <a:cubicBezTo>
                    <a:pt x="7409" y="431"/>
                    <a:pt x="7377" y="431"/>
                    <a:pt x="7353" y="431"/>
                  </a:cubicBezTo>
                  <a:cubicBezTo>
                    <a:pt x="7344" y="382"/>
                    <a:pt x="7353" y="341"/>
                    <a:pt x="7377" y="309"/>
                  </a:cubicBezTo>
                  <a:lnTo>
                    <a:pt x="7320" y="309"/>
                  </a:lnTo>
                  <a:cubicBezTo>
                    <a:pt x="7272" y="285"/>
                    <a:pt x="7239" y="236"/>
                    <a:pt x="7239" y="187"/>
                  </a:cubicBezTo>
                  <a:cubicBezTo>
                    <a:pt x="7225" y="160"/>
                    <a:pt x="7213" y="144"/>
                    <a:pt x="7205" y="144"/>
                  </a:cubicBezTo>
                  <a:close/>
                  <a:moveTo>
                    <a:pt x="485" y="1517"/>
                  </a:moveTo>
                  <a:cubicBezTo>
                    <a:pt x="461" y="1558"/>
                    <a:pt x="453" y="1598"/>
                    <a:pt x="453" y="1639"/>
                  </a:cubicBezTo>
                  <a:lnTo>
                    <a:pt x="485" y="1639"/>
                  </a:lnTo>
                  <a:cubicBezTo>
                    <a:pt x="510" y="1639"/>
                    <a:pt x="510" y="1582"/>
                    <a:pt x="510" y="1517"/>
                  </a:cubicBezTo>
                  <a:close/>
                  <a:moveTo>
                    <a:pt x="6753" y="1979"/>
                  </a:moveTo>
                  <a:cubicBezTo>
                    <a:pt x="6736" y="2020"/>
                    <a:pt x="6720" y="2060"/>
                    <a:pt x="6720" y="2101"/>
                  </a:cubicBezTo>
                  <a:cubicBezTo>
                    <a:pt x="6720" y="2124"/>
                    <a:pt x="6726" y="2137"/>
                    <a:pt x="6734" y="2137"/>
                  </a:cubicBezTo>
                  <a:cubicBezTo>
                    <a:pt x="6745" y="2137"/>
                    <a:pt x="6762" y="2108"/>
                    <a:pt x="6777" y="2036"/>
                  </a:cubicBezTo>
                  <a:cubicBezTo>
                    <a:pt x="6777" y="1979"/>
                    <a:pt x="6777" y="1979"/>
                    <a:pt x="6753" y="197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2"/>
            <p:cNvSpPr/>
            <p:nvPr/>
          </p:nvSpPr>
          <p:spPr>
            <a:xfrm>
              <a:off x="5461568" y="2257053"/>
              <a:ext cx="498198" cy="36733"/>
            </a:xfrm>
            <a:custGeom>
              <a:avLst/>
              <a:gdLst/>
              <a:ahLst/>
              <a:cxnLst/>
              <a:rect l="l" t="t" r="r" b="b"/>
              <a:pathLst>
                <a:path w="28902" h="2131" extrusionOk="0">
                  <a:moveTo>
                    <a:pt x="8064" y="1"/>
                  </a:moveTo>
                  <a:cubicBezTo>
                    <a:pt x="7991" y="1"/>
                    <a:pt x="7991" y="1"/>
                    <a:pt x="8024" y="58"/>
                  </a:cubicBezTo>
                  <a:lnTo>
                    <a:pt x="8097" y="58"/>
                  </a:lnTo>
                  <a:cubicBezTo>
                    <a:pt x="8097" y="1"/>
                    <a:pt x="8097" y="1"/>
                    <a:pt x="8064" y="1"/>
                  </a:cubicBezTo>
                  <a:close/>
                  <a:moveTo>
                    <a:pt x="1124" y="325"/>
                  </a:moveTo>
                  <a:lnTo>
                    <a:pt x="1157" y="390"/>
                  </a:lnTo>
                  <a:lnTo>
                    <a:pt x="1189" y="390"/>
                  </a:lnTo>
                  <a:cubicBezTo>
                    <a:pt x="1189" y="325"/>
                    <a:pt x="1189" y="325"/>
                    <a:pt x="1157" y="325"/>
                  </a:cubicBezTo>
                  <a:close/>
                  <a:moveTo>
                    <a:pt x="20234" y="342"/>
                  </a:moveTo>
                  <a:cubicBezTo>
                    <a:pt x="20234" y="398"/>
                    <a:pt x="20234" y="455"/>
                    <a:pt x="20202" y="455"/>
                  </a:cubicBezTo>
                  <a:lnTo>
                    <a:pt x="20169" y="398"/>
                  </a:lnTo>
                  <a:lnTo>
                    <a:pt x="20202" y="342"/>
                  </a:lnTo>
                  <a:close/>
                  <a:moveTo>
                    <a:pt x="12751" y="358"/>
                  </a:moveTo>
                  <a:cubicBezTo>
                    <a:pt x="12751" y="423"/>
                    <a:pt x="12751" y="479"/>
                    <a:pt x="12718" y="479"/>
                  </a:cubicBezTo>
                  <a:lnTo>
                    <a:pt x="12686" y="479"/>
                  </a:lnTo>
                  <a:cubicBezTo>
                    <a:pt x="12686" y="439"/>
                    <a:pt x="12702" y="398"/>
                    <a:pt x="12718" y="358"/>
                  </a:cubicBezTo>
                  <a:close/>
                  <a:moveTo>
                    <a:pt x="19788" y="390"/>
                  </a:moveTo>
                  <a:cubicBezTo>
                    <a:pt x="19829" y="390"/>
                    <a:pt x="19829" y="390"/>
                    <a:pt x="19829" y="455"/>
                  </a:cubicBezTo>
                  <a:cubicBezTo>
                    <a:pt x="19829" y="455"/>
                    <a:pt x="19829" y="512"/>
                    <a:pt x="19788" y="512"/>
                  </a:cubicBezTo>
                  <a:lnTo>
                    <a:pt x="19756" y="455"/>
                  </a:lnTo>
                  <a:cubicBezTo>
                    <a:pt x="19756" y="390"/>
                    <a:pt x="19788" y="390"/>
                    <a:pt x="19788" y="390"/>
                  </a:cubicBezTo>
                  <a:close/>
                  <a:moveTo>
                    <a:pt x="7416" y="406"/>
                  </a:moveTo>
                  <a:cubicBezTo>
                    <a:pt x="7416" y="447"/>
                    <a:pt x="7424" y="496"/>
                    <a:pt x="7448" y="528"/>
                  </a:cubicBezTo>
                  <a:cubicBezTo>
                    <a:pt x="7481" y="528"/>
                    <a:pt x="7481" y="471"/>
                    <a:pt x="7481" y="471"/>
                  </a:cubicBezTo>
                  <a:cubicBezTo>
                    <a:pt x="7481" y="471"/>
                    <a:pt x="7481" y="406"/>
                    <a:pt x="7448" y="406"/>
                  </a:cubicBezTo>
                  <a:close/>
                  <a:moveTo>
                    <a:pt x="23907" y="447"/>
                  </a:moveTo>
                  <a:cubicBezTo>
                    <a:pt x="23939" y="447"/>
                    <a:pt x="23939" y="447"/>
                    <a:pt x="23939" y="504"/>
                  </a:cubicBezTo>
                  <a:cubicBezTo>
                    <a:pt x="23939" y="569"/>
                    <a:pt x="23907" y="625"/>
                    <a:pt x="23874" y="625"/>
                  </a:cubicBezTo>
                  <a:cubicBezTo>
                    <a:pt x="23834" y="625"/>
                    <a:pt x="23834" y="504"/>
                    <a:pt x="23907" y="447"/>
                  </a:cubicBezTo>
                  <a:close/>
                  <a:moveTo>
                    <a:pt x="7075" y="585"/>
                  </a:moveTo>
                  <a:cubicBezTo>
                    <a:pt x="7108" y="585"/>
                    <a:pt x="7108" y="585"/>
                    <a:pt x="7108" y="642"/>
                  </a:cubicBezTo>
                  <a:lnTo>
                    <a:pt x="7075" y="642"/>
                  </a:lnTo>
                  <a:lnTo>
                    <a:pt x="7043" y="585"/>
                  </a:lnTo>
                  <a:close/>
                  <a:moveTo>
                    <a:pt x="28706" y="400"/>
                  </a:moveTo>
                  <a:cubicBezTo>
                    <a:pt x="28726" y="400"/>
                    <a:pt x="28712" y="482"/>
                    <a:pt x="28666" y="569"/>
                  </a:cubicBezTo>
                  <a:cubicBezTo>
                    <a:pt x="28650" y="629"/>
                    <a:pt x="28642" y="660"/>
                    <a:pt x="28638" y="660"/>
                  </a:cubicBezTo>
                  <a:cubicBezTo>
                    <a:pt x="28634" y="660"/>
                    <a:pt x="28634" y="629"/>
                    <a:pt x="28634" y="569"/>
                  </a:cubicBezTo>
                  <a:cubicBezTo>
                    <a:pt x="28634" y="512"/>
                    <a:pt x="28634" y="447"/>
                    <a:pt x="28666" y="447"/>
                  </a:cubicBezTo>
                  <a:cubicBezTo>
                    <a:pt x="28685" y="414"/>
                    <a:pt x="28698" y="400"/>
                    <a:pt x="28706" y="400"/>
                  </a:cubicBezTo>
                  <a:close/>
                  <a:moveTo>
                    <a:pt x="4659" y="552"/>
                  </a:moveTo>
                  <a:lnTo>
                    <a:pt x="4659" y="609"/>
                  </a:lnTo>
                  <a:lnTo>
                    <a:pt x="4627" y="674"/>
                  </a:lnTo>
                  <a:lnTo>
                    <a:pt x="4594" y="609"/>
                  </a:lnTo>
                  <a:cubicBezTo>
                    <a:pt x="4594" y="552"/>
                    <a:pt x="4627" y="552"/>
                    <a:pt x="4659" y="552"/>
                  </a:cubicBezTo>
                  <a:close/>
                  <a:moveTo>
                    <a:pt x="5592" y="467"/>
                  </a:moveTo>
                  <a:cubicBezTo>
                    <a:pt x="5602" y="467"/>
                    <a:pt x="5595" y="496"/>
                    <a:pt x="5575" y="569"/>
                  </a:cubicBezTo>
                  <a:lnTo>
                    <a:pt x="5510" y="682"/>
                  </a:lnTo>
                  <a:cubicBezTo>
                    <a:pt x="5478" y="682"/>
                    <a:pt x="5510" y="625"/>
                    <a:pt x="5543" y="504"/>
                  </a:cubicBezTo>
                  <a:cubicBezTo>
                    <a:pt x="5569" y="481"/>
                    <a:pt x="5585" y="467"/>
                    <a:pt x="5592" y="467"/>
                  </a:cubicBezTo>
                  <a:close/>
                  <a:moveTo>
                    <a:pt x="6791" y="556"/>
                  </a:moveTo>
                  <a:cubicBezTo>
                    <a:pt x="6812" y="556"/>
                    <a:pt x="6824" y="613"/>
                    <a:pt x="6800" y="698"/>
                  </a:cubicBezTo>
                  <a:lnTo>
                    <a:pt x="6735" y="698"/>
                  </a:lnTo>
                  <a:cubicBezTo>
                    <a:pt x="6735" y="642"/>
                    <a:pt x="6735" y="577"/>
                    <a:pt x="6767" y="577"/>
                  </a:cubicBezTo>
                  <a:cubicBezTo>
                    <a:pt x="6775" y="562"/>
                    <a:pt x="6783" y="556"/>
                    <a:pt x="6791" y="556"/>
                  </a:cubicBezTo>
                  <a:close/>
                  <a:moveTo>
                    <a:pt x="678" y="617"/>
                  </a:moveTo>
                  <a:cubicBezTo>
                    <a:pt x="719" y="617"/>
                    <a:pt x="719" y="617"/>
                    <a:pt x="711" y="682"/>
                  </a:cubicBezTo>
                  <a:cubicBezTo>
                    <a:pt x="711" y="682"/>
                    <a:pt x="678" y="739"/>
                    <a:pt x="646" y="739"/>
                  </a:cubicBezTo>
                  <a:lnTo>
                    <a:pt x="613" y="682"/>
                  </a:lnTo>
                  <a:cubicBezTo>
                    <a:pt x="613" y="617"/>
                    <a:pt x="646" y="617"/>
                    <a:pt x="678" y="617"/>
                  </a:cubicBezTo>
                  <a:close/>
                  <a:moveTo>
                    <a:pt x="21385" y="650"/>
                  </a:moveTo>
                  <a:cubicBezTo>
                    <a:pt x="21426" y="650"/>
                    <a:pt x="21426" y="714"/>
                    <a:pt x="21426" y="714"/>
                  </a:cubicBezTo>
                  <a:cubicBezTo>
                    <a:pt x="21426" y="714"/>
                    <a:pt x="21426" y="771"/>
                    <a:pt x="21385" y="771"/>
                  </a:cubicBezTo>
                  <a:cubicBezTo>
                    <a:pt x="21369" y="731"/>
                    <a:pt x="21353" y="690"/>
                    <a:pt x="21353" y="650"/>
                  </a:cubicBezTo>
                  <a:close/>
                  <a:moveTo>
                    <a:pt x="8857" y="629"/>
                  </a:moveTo>
                  <a:cubicBezTo>
                    <a:pt x="8869" y="629"/>
                    <a:pt x="8888" y="658"/>
                    <a:pt x="8908" y="731"/>
                  </a:cubicBezTo>
                  <a:cubicBezTo>
                    <a:pt x="8908" y="787"/>
                    <a:pt x="8908" y="787"/>
                    <a:pt x="8875" y="787"/>
                  </a:cubicBezTo>
                  <a:cubicBezTo>
                    <a:pt x="8851" y="747"/>
                    <a:pt x="8843" y="706"/>
                    <a:pt x="8843" y="666"/>
                  </a:cubicBezTo>
                  <a:cubicBezTo>
                    <a:pt x="8843" y="643"/>
                    <a:pt x="8848" y="629"/>
                    <a:pt x="8857" y="629"/>
                  </a:cubicBezTo>
                  <a:close/>
                  <a:moveTo>
                    <a:pt x="9151" y="674"/>
                  </a:moveTo>
                  <a:cubicBezTo>
                    <a:pt x="9151" y="731"/>
                    <a:pt x="9151" y="787"/>
                    <a:pt x="9110" y="787"/>
                  </a:cubicBezTo>
                  <a:lnTo>
                    <a:pt x="9078" y="731"/>
                  </a:lnTo>
                  <a:lnTo>
                    <a:pt x="9110" y="674"/>
                  </a:lnTo>
                  <a:close/>
                  <a:moveTo>
                    <a:pt x="22772" y="647"/>
                  </a:moveTo>
                  <a:cubicBezTo>
                    <a:pt x="22777" y="647"/>
                    <a:pt x="22780" y="655"/>
                    <a:pt x="22780" y="674"/>
                  </a:cubicBezTo>
                  <a:cubicBezTo>
                    <a:pt x="22780" y="714"/>
                    <a:pt x="22772" y="755"/>
                    <a:pt x="22747" y="787"/>
                  </a:cubicBezTo>
                  <a:cubicBezTo>
                    <a:pt x="22747" y="787"/>
                    <a:pt x="22733" y="816"/>
                    <a:pt x="22723" y="816"/>
                  </a:cubicBezTo>
                  <a:cubicBezTo>
                    <a:pt x="22719" y="816"/>
                    <a:pt x="22715" y="809"/>
                    <a:pt x="22715" y="787"/>
                  </a:cubicBezTo>
                  <a:lnTo>
                    <a:pt x="22715" y="731"/>
                  </a:lnTo>
                  <a:cubicBezTo>
                    <a:pt x="22738" y="691"/>
                    <a:pt x="22761" y="647"/>
                    <a:pt x="22772" y="647"/>
                  </a:cubicBezTo>
                  <a:close/>
                  <a:moveTo>
                    <a:pt x="20481" y="714"/>
                  </a:moveTo>
                  <a:cubicBezTo>
                    <a:pt x="20494" y="714"/>
                    <a:pt x="20502" y="731"/>
                    <a:pt x="20502" y="763"/>
                  </a:cubicBezTo>
                  <a:cubicBezTo>
                    <a:pt x="20502" y="820"/>
                    <a:pt x="20502" y="820"/>
                    <a:pt x="20469" y="820"/>
                  </a:cubicBezTo>
                  <a:cubicBezTo>
                    <a:pt x="20404" y="820"/>
                    <a:pt x="20404" y="820"/>
                    <a:pt x="20437" y="763"/>
                  </a:cubicBezTo>
                  <a:cubicBezTo>
                    <a:pt x="20453" y="731"/>
                    <a:pt x="20469" y="714"/>
                    <a:pt x="20481" y="714"/>
                  </a:cubicBezTo>
                  <a:close/>
                  <a:moveTo>
                    <a:pt x="20704" y="763"/>
                  </a:moveTo>
                  <a:cubicBezTo>
                    <a:pt x="20745" y="763"/>
                    <a:pt x="20745" y="763"/>
                    <a:pt x="20745" y="820"/>
                  </a:cubicBezTo>
                  <a:lnTo>
                    <a:pt x="20704" y="820"/>
                  </a:lnTo>
                  <a:lnTo>
                    <a:pt x="20672" y="763"/>
                  </a:lnTo>
                  <a:close/>
                  <a:moveTo>
                    <a:pt x="21045" y="771"/>
                  </a:moveTo>
                  <a:cubicBezTo>
                    <a:pt x="21085" y="771"/>
                    <a:pt x="21085" y="771"/>
                    <a:pt x="21085" y="828"/>
                  </a:cubicBezTo>
                  <a:lnTo>
                    <a:pt x="21045" y="828"/>
                  </a:lnTo>
                  <a:lnTo>
                    <a:pt x="21012" y="771"/>
                  </a:lnTo>
                  <a:close/>
                  <a:moveTo>
                    <a:pt x="16967" y="714"/>
                  </a:moveTo>
                  <a:cubicBezTo>
                    <a:pt x="16967" y="771"/>
                    <a:pt x="16967" y="836"/>
                    <a:pt x="16934" y="836"/>
                  </a:cubicBezTo>
                  <a:lnTo>
                    <a:pt x="16902" y="836"/>
                  </a:lnTo>
                  <a:cubicBezTo>
                    <a:pt x="16902" y="787"/>
                    <a:pt x="16910" y="747"/>
                    <a:pt x="16934" y="714"/>
                  </a:cubicBezTo>
                  <a:close/>
                  <a:moveTo>
                    <a:pt x="13197" y="723"/>
                  </a:moveTo>
                  <a:cubicBezTo>
                    <a:pt x="13197" y="779"/>
                    <a:pt x="13197" y="844"/>
                    <a:pt x="13156" y="844"/>
                  </a:cubicBezTo>
                  <a:lnTo>
                    <a:pt x="13124" y="779"/>
                  </a:lnTo>
                  <a:lnTo>
                    <a:pt x="13156" y="723"/>
                  </a:lnTo>
                  <a:close/>
                  <a:moveTo>
                    <a:pt x="8299" y="779"/>
                  </a:moveTo>
                  <a:cubicBezTo>
                    <a:pt x="8332" y="779"/>
                    <a:pt x="8332" y="836"/>
                    <a:pt x="8332" y="836"/>
                  </a:cubicBezTo>
                  <a:cubicBezTo>
                    <a:pt x="8332" y="858"/>
                    <a:pt x="8328" y="865"/>
                    <a:pt x="8322" y="865"/>
                  </a:cubicBezTo>
                  <a:cubicBezTo>
                    <a:pt x="8309" y="865"/>
                    <a:pt x="8286" y="836"/>
                    <a:pt x="8259" y="836"/>
                  </a:cubicBezTo>
                  <a:cubicBezTo>
                    <a:pt x="8226" y="779"/>
                    <a:pt x="8226" y="779"/>
                    <a:pt x="8299" y="779"/>
                  </a:cubicBezTo>
                  <a:close/>
                  <a:moveTo>
                    <a:pt x="1051" y="625"/>
                  </a:moveTo>
                  <a:cubicBezTo>
                    <a:pt x="1092" y="625"/>
                    <a:pt x="1124" y="625"/>
                    <a:pt x="1124" y="682"/>
                  </a:cubicBezTo>
                  <a:lnTo>
                    <a:pt x="1092" y="682"/>
                  </a:lnTo>
                  <a:cubicBezTo>
                    <a:pt x="1092" y="666"/>
                    <a:pt x="1088" y="659"/>
                    <a:pt x="1084" y="659"/>
                  </a:cubicBezTo>
                  <a:cubicBezTo>
                    <a:pt x="1075" y="659"/>
                    <a:pt x="1063" y="701"/>
                    <a:pt x="1092" y="747"/>
                  </a:cubicBezTo>
                  <a:lnTo>
                    <a:pt x="1092" y="869"/>
                  </a:lnTo>
                  <a:cubicBezTo>
                    <a:pt x="1051" y="860"/>
                    <a:pt x="1019" y="804"/>
                    <a:pt x="1019" y="747"/>
                  </a:cubicBezTo>
                  <a:cubicBezTo>
                    <a:pt x="986" y="625"/>
                    <a:pt x="986" y="625"/>
                    <a:pt x="1051" y="625"/>
                  </a:cubicBezTo>
                  <a:close/>
                  <a:moveTo>
                    <a:pt x="5851" y="747"/>
                  </a:moveTo>
                  <a:cubicBezTo>
                    <a:pt x="5851" y="804"/>
                    <a:pt x="5851" y="869"/>
                    <a:pt x="5810" y="869"/>
                  </a:cubicBezTo>
                  <a:lnTo>
                    <a:pt x="5778" y="869"/>
                  </a:lnTo>
                  <a:cubicBezTo>
                    <a:pt x="5786" y="828"/>
                    <a:pt x="5794" y="787"/>
                    <a:pt x="5810" y="747"/>
                  </a:cubicBezTo>
                  <a:close/>
                  <a:moveTo>
                    <a:pt x="15540" y="755"/>
                  </a:moveTo>
                  <a:cubicBezTo>
                    <a:pt x="15605" y="755"/>
                    <a:pt x="15605" y="755"/>
                    <a:pt x="15605" y="812"/>
                  </a:cubicBezTo>
                  <a:cubicBezTo>
                    <a:pt x="15605" y="877"/>
                    <a:pt x="15540" y="877"/>
                    <a:pt x="15507" y="877"/>
                  </a:cubicBezTo>
                  <a:cubicBezTo>
                    <a:pt x="15475" y="812"/>
                    <a:pt x="15507" y="755"/>
                    <a:pt x="15540" y="755"/>
                  </a:cubicBezTo>
                  <a:close/>
                  <a:moveTo>
                    <a:pt x="20969" y="851"/>
                  </a:moveTo>
                  <a:cubicBezTo>
                    <a:pt x="20966" y="851"/>
                    <a:pt x="20958" y="858"/>
                    <a:pt x="20948" y="877"/>
                  </a:cubicBezTo>
                  <a:cubicBezTo>
                    <a:pt x="20969" y="877"/>
                    <a:pt x="20976" y="851"/>
                    <a:pt x="20969" y="851"/>
                  </a:cubicBezTo>
                  <a:close/>
                  <a:moveTo>
                    <a:pt x="7651" y="771"/>
                  </a:moveTo>
                  <a:cubicBezTo>
                    <a:pt x="7683" y="771"/>
                    <a:pt x="7716" y="771"/>
                    <a:pt x="7716" y="828"/>
                  </a:cubicBezTo>
                  <a:cubicBezTo>
                    <a:pt x="7716" y="828"/>
                    <a:pt x="7716" y="893"/>
                    <a:pt x="7683" y="893"/>
                  </a:cubicBezTo>
                  <a:cubicBezTo>
                    <a:pt x="7651" y="893"/>
                    <a:pt x="7618" y="828"/>
                    <a:pt x="7618" y="828"/>
                  </a:cubicBezTo>
                  <a:cubicBezTo>
                    <a:pt x="7618" y="771"/>
                    <a:pt x="7651" y="771"/>
                    <a:pt x="7651" y="771"/>
                  </a:cubicBezTo>
                  <a:close/>
                  <a:moveTo>
                    <a:pt x="4824" y="652"/>
                  </a:moveTo>
                  <a:cubicBezTo>
                    <a:pt x="4829" y="652"/>
                    <a:pt x="4829" y="680"/>
                    <a:pt x="4829" y="731"/>
                  </a:cubicBezTo>
                  <a:cubicBezTo>
                    <a:pt x="4837" y="804"/>
                    <a:pt x="4813" y="869"/>
                    <a:pt x="4756" y="909"/>
                  </a:cubicBezTo>
                  <a:lnTo>
                    <a:pt x="4691" y="909"/>
                  </a:lnTo>
                  <a:lnTo>
                    <a:pt x="4764" y="796"/>
                  </a:lnTo>
                  <a:cubicBezTo>
                    <a:pt x="4801" y="696"/>
                    <a:pt x="4817" y="652"/>
                    <a:pt x="4824" y="652"/>
                  </a:cubicBezTo>
                  <a:close/>
                  <a:moveTo>
                    <a:pt x="11356" y="820"/>
                  </a:moveTo>
                  <a:cubicBezTo>
                    <a:pt x="11356" y="877"/>
                    <a:pt x="11356" y="941"/>
                    <a:pt x="11324" y="941"/>
                  </a:cubicBezTo>
                  <a:lnTo>
                    <a:pt x="11291" y="877"/>
                  </a:lnTo>
                  <a:lnTo>
                    <a:pt x="11324" y="820"/>
                  </a:lnTo>
                  <a:close/>
                  <a:moveTo>
                    <a:pt x="3029" y="828"/>
                  </a:moveTo>
                  <a:cubicBezTo>
                    <a:pt x="3062" y="828"/>
                    <a:pt x="3062" y="893"/>
                    <a:pt x="2989" y="950"/>
                  </a:cubicBezTo>
                  <a:lnTo>
                    <a:pt x="2924" y="950"/>
                  </a:lnTo>
                  <a:cubicBezTo>
                    <a:pt x="2932" y="893"/>
                    <a:pt x="2973" y="844"/>
                    <a:pt x="3029" y="828"/>
                  </a:cubicBezTo>
                  <a:close/>
                  <a:moveTo>
                    <a:pt x="12143" y="771"/>
                  </a:moveTo>
                  <a:cubicBezTo>
                    <a:pt x="12175" y="771"/>
                    <a:pt x="12175" y="771"/>
                    <a:pt x="12175" y="828"/>
                  </a:cubicBezTo>
                  <a:cubicBezTo>
                    <a:pt x="12167" y="869"/>
                    <a:pt x="12159" y="909"/>
                    <a:pt x="12134" y="950"/>
                  </a:cubicBezTo>
                  <a:cubicBezTo>
                    <a:pt x="12102" y="950"/>
                    <a:pt x="12143" y="828"/>
                    <a:pt x="12143" y="771"/>
                  </a:cubicBezTo>
                  <a:close/>
                  <a:moveTo>
                    <a:pt x="6524" y="933"/>
                  </a:moveTo>
                  <a:lnTo>
                    <a:pt x="6524" y="998"/>
                  </a:lnTo>
                  <a:cubicBezTo>
                    <a:pt x="6502" y="998"/>
                    <a:pt x="6481" y="1023"/>
                    <a:pt x="6469" y="1023"/>
                  </a:cubicBezTo>
                  <a:cubicBezTo>
                    <a:pt x="6463" y="1023"/>
                    <a:pt x="6459" y="1017"/>
                    <a:pt x="6459" y="998"/>
                  </a:cubicBezTo>
                  <a:cubicBezTo>
                    <a:pt x="6427" y="998"/>
                    <a:pt x="6491" y="933"/>
                    <a:pt x="6524" y="933"/>
                  </a:cubicBezTo>
                  <a:close/>
                  <a:moveTo>
                    <a:pt x="20607" y="1053"/>
                  </a:moveTo>
                  <a:lnTo>
                    <a:pt x="20607" y="1053"/>
                  </a:lnTo>
                  <a:cubicBezTo>
                    <a:pt x="20607" y="1054"/>
                    <a:pt x="20607" y="1054"/>
                    <a:pt x="20607" y="1055"/>
                  </a:cubicBezTo>
                  <a:cubicBezTo>
                    <a:pt x="20607" y="1055"/>
                    <a:pt x="20607" y="1055"/>
                    <a:pt x="20607" y="1055"/>
                  </a:cubicBezTo>
                  <a:lnTo>
                    <a:pt x="20607" y="1055"/>
                  </a:lnTo>
                  <a:cubicBezTo>
                    <a:pt x="20607" y="1055"/>
                    <a:pt x="20607" y="1054"/>
                    <a:pt x="20607" y="1053"/>
                  </a:cubicBezTo>
                  <a:close/>
                  <a:moveTo>
                    <a:pt x="3178" y="926"/>
                  </a:moveTo>
                  <a:cubicBezTo>
                    <a:pt x="3143" y="926"/>
                    <a:pt x="3127" y="966"/>
                    <a:pt x="3127" y="1006"/>
                  </a:cubicBezTo>
                  <a:lnTo>
                    <a:pt x="3127" y="1014"/>
                  </a:lnTo>
                  <a:cubicBezTo>
                    <a:pt x="3127" y="1071"/>
                    <a:pt x="3159" y="1071"/>
                    <a:pt x="3232" y="1071"/>
                  </a:cubicBezTo>
                  <a:cubicBezTo>
                    <a:pt x="3265" y="1071"/>
                    <a:pt x="3297" y="1014"/>
                    <a:pt x="3297" y="1014"/>
                  </a:cubicBezTo>
                  <a:cubicBezTo>
                    <a:pt x="3297" y="950"/>
                    <a:pt x="3265" y="950"/>
                    <a:pt x="3232" y="950"/>
                  </a:cubicBezTo>
                  <a:cubicBezTo>
                    <a:pt x="3211" y="933"/>
                    <a:pt x="3193" y="926"/>
                    <a:pt x="3178" y="926"/>
                  </a:cubicBezTo>
                  <a:close/>
                  <a:moveTo>
                    <a:pt x="20607" y="1055"/>
                  </a:moveTo>
                  <a:cubicBezTo>
                    <a:pt x="20610" y="1081"/>
                    <a:pt x="20616" y="1092"/>
                    <a:pt x="20618" y="1092"/>
                  </a:cubicBezTo>
                  <a:cubicBezTo>
                    <a:pt x="20621" y="1092"/>
                    <a:pt x="20620" y="1079"/>
                    <a:pt x="20607" y="1055"/>
                  </a:cubicBezTo>
                  <a:close/>
                  <a:moveTo>
                    <a:pt x="8637" y="151"/>
                  </a:moveTo>
                  <a:cubicBezTo>
                    <a:pt x="8624" y="151"/>
                    <a:pt x="8621" y="180"/>
                    <a:pt x="8640" y="252"/>
                  </a:cubicBezTo>
                  <a:cubicBezTo>
                    <a:pt x="8640" y="366"/>
                    <a:pt x="8640" y="366"/>
                    <a:pt x="8567" y="366"/>
                  </a:cubicBezTo>
                  <a:cubicBezTo>
                    <a:pt x="8535" y="366"/>
                    <a:pt x="8502" y="366"/>
                    <a:pt x="8502" y="309"/>
                  </a:cubicBezTo>
                  <a:cubicBezTo>
                    <a:pt x="8502" y="244"/>
                    <a:pt x="8502" y="244"/>
                    <a:pt x="8437" y="244"/>
                  </a:cubicBezTo>
                  <a:cubicBezTo>
                    <a:pt x="8332" y="244"/>
                    <a:pt x="8235" y="423"/>
                    <a:pt x="8194" y="544"/>
                  </a:cubicBezTo>
                  <a:cubicBezTo>
                    <a:pt x="8194" y="601"/>
                    <a:pt x="8194" y="629"/>
                    <a:pt x="8190" y="629"/>
                  </a:cubicBezTo>
                  <a:cubicBezTo>
                    <a:pt x="8186" y="629"/>
                    <a:pt x="8178" y="601"/>
                    <a:pt x="8162" y="544"/>
                  </a:cubicBezTo>
                  <a:cubicBezTo>
                    <a:pt x="8162" y="479"/>
                    <a:pt x="8129" y="479"/>
                    <a:pt x="8097" y="479"/>
                  </a:cubicBezTo>
                  <a:cubicBezTo>
                    <a:pt x="8097" y="501"/>
                    <a:pt x="8093" y="508"/>
                    <a:pt x="8090" y="508"/>
                  </a:cubicBezTo>
                  <a:cubicBezTo>
                    <a:pt x="8082" y="508"/>
                    <a:pt x="8075" y="479"/>
                    <a:pt x="8097" y="479"/>
                  </a:cubicBezTo>
                  <a:cubicBezTo>
                    <a:pt x="8097" y="423"/>
                    <a:pt x="8129" y="423"/>
                    <a:pt x="8162" y="423"/>
                  </a:cubicBezTo>
                  <a:lnTo>
                    <a:pt x="8162" y="366"/>
                  </a:lnTo>
                  <a:cubicBezTo>
                    <a:pt x="8145" y="304"/>
                    <a:pt x="8129" y="274"/>
                    <a:pt x="8112" y="274"/>
                  </a:cubicBezTo>
                  <a:cubicBezTo>
                    <a:pt x="8096" y="274"/>
                    <a:pt x="8080" y="302"/>
                    <a:pt x="8064" y="358"/>
                  </a:cubicBezTo>
                  <a:cubicBezTo>
                    <a:pt x="8044" y="390"/>
                    <a:pt x="8034" y="406"/>
                    <a:pt x="8025" y="406"/>
                  </a:cubicBezTo>
                  <a:cubicBezTo>
                    <a:pt x="8016" y="406"/>
                    <a:pt x="8008" y="390"/>
                    <a:pt x="7991" y="358"/>
                  </a:cubicBezTo>
                  <a:cubicBezTo>
                    <a:pt x="7969" y="318"/>
                    <a:pt x="7946" y="274"/>
                    <a:pt x="7934" y="274"/>
                  </a:cubicBezTo>
                  <a:cubicBezTo>
                    <a:pt x="7929" y="274"/>
                    <a:pt x="7926" y="282"/>
                    <a:pt x="7926" y="301"/>
                  </a:cubicBezTo>
                  <a:cubicBezTo>
                    <a:pt x="7886" y="301"/>
                    <a:pt x="7845" y="277"/>
                    <a:pt x="7821" y="236"/>
                  </a:cubicBezTo>
                  <a:cubicBezTo>
                    <a:pt x="7756" y="236"/>
                    <a:pt x="7724" y="236"/>
                    <a:pt x="7724" y="301"/>
                  </a:cubicBezTo>
                  <a:cubicBezTo>
                    <a:pt x="7724" y="358"/>
                    <a:pt x="7683" y="358"/>
                    <a:pt x="7651" y="358"/>
                  </a:cubicBezTo>
                  <a:cubicBezTo>
                    <a:pt x="7618" y="358"/>
                    <a:pt x="7586" y="358"/>
                    <a:pt x="7586" y="414"/>
                  </a:cubicBezTo>
                  <a:cubicBezTo>
                    <a:pt x="7594" y="479"/>
                    <a:pt x="7545" y="528"/>
                    <a:pt x="7481" y="536"/>
                  </a:cubicBezTo>
                  <a:cubicBezTo>
                    <a:pt x="7454" y="559"/>
                    <a:pt x="7439" y="573"/>
                    <a:pt x="7427" y="573"/>
                  </a:cubicBezTo>
                  <a:cubicBezTo>
                    <a:pt x="7410" y="573"/>
                    <a:pt x="7403" y="544"/>
                    <a:pt x="7383" y="471"/>
                  </a:cubicBezTo>
                  <a:cubicBezTo>
                    <a:pt x="7383" y="414"/>
                    <a:pt x="7351" y="414"/>
                    <a:pt x="7310" y="414"/>
                  </a:cubicBezTo>
                  <a:cubicBezTo>
                    <a:pt x="7310" y="414"/>
                    <a:pt x="7278" y="414"/>
                    <a:pt x="7245" y="350"/>
                  </a:cubicBezTo>
                  <a:cubicBezTo>
                    <a:pt x="7236" y="333"/>
                    <a:pt x="7229" y="326"/>
                    <a:pt x="7224" y="326"/>
                  </a:cubicBezTo>
                  <a:cubicBezTo>
                    <a:pt x="7213" y="326"/>
                    <a:pt x="7213" y="366"/>
                    <a:pt x="7213" y="406"/>
                  </a:cubicBezTo>
                  <a:lnTo>
                    <a:pt x="7213" y="528"/>
                  </a:lnTo>
                  <a:cubicBezTo>
                    <a:pt x="7181" y="528"/>
                    <a:pt x="7140" y="406"/>
                    <a:pt x="7140" y="350"/>
                  </a:cubicBezTo>
                  <a:cubicBezTo>
                    <a:pt x="7124" y="289"/>
                    <a:pt x="7116" y="258"/>
                    <a:pt x="7112" y="258"/>
                  </a:cubicBezTo>
                  <a:cubicBezTo>
                    <a:pt x="7108" y="258"/>
                    <a:pt x="7108" y="289"/>
                    <a:pt x="7108" y="350"/>
                  </a:cubicBezTo>
                  <a:cubicBezTo>
                    <a:pt x="7108" y="390"/>
                    <a:pt x="7092" y="433"/>
                    <a:pt x="7059" y="433"/>
                  </a:cubicBezTo>
                  <a:cubicBezTo>
                    <a:pt x="7046" y="433"/>
                    <a:pt x="7030" y="426"/>
                    <a:pt x="7010" y="406"/>
                  </a:cubicBezTo>
                  <a:cubicBezTo>
                    <a:pt x="6937" y="406"/>
                    <a:pt x="6872" y="406"/>
                    <a:pt x="6872" y="350"/>
                  </a:cubicBezTo>
                  <a:cubicBezTo>
                    <a:pt x="6861" y="326"/>
                    <a:pt x="6848" y="319"/>
                    <a:pt x="6836" y="319"/>
                  </a:cubicBezTo>
                  <a:cubicBezTo>
                    <a:pt x="6816" y="319"/>
                    <a:pt x="6800" y="342"/>
                    <a:pt x="6800" y="342"/>
                  </a:cubicBezTo>
                  <a:cubicBezTo>
                    <a:pt x="6783" y="374"/>
                    <a:pt x="6767" y="390"/>
                    <a:pt x="6743" y="390"/>
                  </a:cubicBezTo>
                  <a:cubicBezTo>
                    <a:pt x="6718" y="390"/>
                    <a:pt x="6686" y="374"/>
                    <a:pt x="6637" y="342"/>
                  </a:cubicBezTo>
                  <a:cubicBezTo>
                    <a:pt x="6552" y="281"/>
                    <a:pt x="6510" y="250"/>
                    <a:pt x="6488" y="250"/>
                  </a:cubicBezTo>
                  <a:cubicBezTo>
                    <a:pt x="6467" y="250"/>
                    <a:pt x="6467" y="281"/>
                    <a:pt x="6467" y="342"/>
                  </a:cubicBezTo>
                  <a:cubicBezTo>
                    <a:pt x="6467" y="375"/>
                    <a:pt x="6464" y="410"/>
                    <a:pt x="6456" y="410"/>
                  </a:cubicBezTo>
                  <a:cubicBezTo>
                    <a:pt x="6449" y="410"/>
                    <a:pt x="6440" y="392"/>
                    <a:pt x="6427" y="342"/>
                  </a:cubicBezTo>
                  <a:cubicBezTo>
                    <a:pt x="6417" y="322"/>
                    <a:pt x="6407" y="314"/>
                    <a:pt x="6397" y="314"/>
                  </a:cubicBezTo>
                  <a:cubicBezTo>
                    <a:pt x="6372" y="314"/>
                    <a:pt x="6342" y="358"/>
                    <a:pt x="6297" y="398"/>
                  </a:cubicBezTo>
                  <a:cubicBezTo>
                    <a:pt x="6264" y="471"/>
                    <a:pt x="6256" y="560"/>
                    <a:pt x="6256" y="642"/>
                  </a:cubicBezTo>
                  <a:cubicBezTo>
                    <a:pt x="6256" y="708"/>
                    <a:pt x="6256" y="736"/>
                    <a:pt x="6243" y="736"/>
                  </a:cubicBezTo>
                  <a:cubicBezTo>
                    <a:pt x="6234" y="736"/>
                    <a:pt x="6218" y="722"/>
                    <a:pt x="6191" y="698"/>
                  </a:cubicBezTo>
                  <a:cubicBezTo>
                    <a:pt x="6159" y="698"/>
                    <a:pt x="6118" y="633"/>
                    <a:pt x="6118" y="577"/>
                  </a:cubicBezTo>
                  <a:cubicBezTo>
                    <a:pt x="6127" y="520"/>
                    <a:pt x="6159" y="520"/>
                    <a:pt x="6159" y="520"/>
                  </a:cubicBezTo>
                  <a:lnTo>
                    <a:pt x="6191" y="520"/>
                  </a:lnTo>
                  <a:cubicBezTo>
                    <a:pt x="6191" y="455"/>
                    <a:pt x="6191" y="398"/>
                    <a:pt x="6127" y="398"/>
                  </a:cubicBezTo>
                  <a:cubicBezTo>
                    <a:pt x="6106" y="366"/>
                    <a:pt x="6088" y="350"/>
                    <a:pt x="6075" y="350"/>
                  </a:cubicBezTo>
                  <a:cubicBezTo>
                    <a:pt x="6062" y="350"/>
                    <a:pt x="6054" y="366"/>
                    <a:pt x="6054" y="398"/>
                  </a:cubicBezTo>
                  <a:cubicBezTo>
                    <a:pt x="6021" y="333"/>
                    <a:pt x="5956" y="333"/>
                    <a:pt x="5883" y="333"/>
                  </a:cubicBezTo>
                  <a:cubicBezTo>
                    <a:pt x="5818" y="333"/>
                    <a:pt x="5713" y="333"/>
                    <a:pt x="5681" y="269"/>
                  </a:cubicBezTo>
                  <a:cubicBezTo>
                    <a:pt x="5616" y="269"/>
                    <a:pt x="5583" y="269"/>
                    <a:pt x="5583" y="325"/>
                  </a:cubicBezTo>
                  <a:cubicBezTo>
                    <a:pt x="5583" y="398"/>
                    <a:pt x="5569" y="427"/>
                    <a:pt x="5557" y="427"/>
                  </a:cubicBezTo>
                  <a:cubicBezTo>
                    <a:pt x="5549" y="427"/>
                    <a:pt x="5543" y="413"/>
                    <a:pt x="5543" y="390"/>
                  </a:cubicBezTo>
                  <a:cubicBezTo>
                    <a:pt x="5523" y="314"/>
                    <a:pt x="5344" y="260"/>
                    <a:pt x="5203" y="260"/>
                  </a:cubicBezTo>
                  <a:cubicBezTo>
                    <a:pt x="5118" y="260"/>
                    <a:pt x="5047" y="280"/>
                    <a:pt x="5032" y="325"/>
                  </a:cubicBezTo>
                  <a:lnTo>
                    <a:pt x="4967" y="317"/>
                  </a:lnTo>
                  <a:cubicBezTo>
                    <a:pt x="4935" y="289"/>
                    <a:pt x="4868" y="275"/>
                    <a:pt x="4804" y="275"/>
                  </a:cubicBezTo>
                  <a:cubicBezTo>
                    <a:pt x="4740" y="275"/>
                    <a:pt x="4679" y="289"/>
                    <a:pt x="4659" y="317"/>
                  </a:cubicBezTo>
                  <a:lnTo>
                    <a:pt x="4562" y="309"/>
                  </a:lnTo>
                  <a:cubicBezTo>
                    <a:pt x="4525" y="281"/>
                    <a:pt x="4499" y="267"/>
                    <a:pt x="4478" y="267"/>
                  </a:cubicBezTo>
                  <a:cubicBezTo>
                    <a:pt x="4456" y="267"/>
                    <a:pt x="4440" y="281"/>
                    <a:pt x="4424" y="309"/>
                  </a:cubicBezTo>
                  <a:cubicBezTo>
                    <a:pt x="4402" y="340"/>
                    <a:pt x="4392" y="374"/>
                    <a:pt x="4388" y="387"/>
                  </a:cubicBezTo>
                  <a:lnTo>
                    <a:pt x="4388" y="387"/>
                  </a:lnTo>
                  <a:cubicBezTo>
                    <a:pt x="4389" y="383"/>
                    <a:pt x="4390" y="376"/>
                    <a:pt x="4392" y="366"/>
                  </a:cubicBezTo>
                  <a:cubicBezTo>
                    <a:pt x="4392" y="309"/>
                    <a:pt x="4319" y="309"/>
                    <a:pt x="4181" y="309"/>
                  </a:cubicBezTo>
                  <a:cubicBezTo>
                    <a:pt x="4147" y="307"/>
                    <a:pt x="4122" y="305"/>
                    <a:pt x="4104" y="305"/>
                  </a:cubicBezTo>
                  <a:cubicBezTo>
                    <a:pt x="4053" y="305"/>
                    <a:pt x="4059" y="318"/>
                    <a:pt x="4083" y="366"/>
                  </a:cubicBezTo>
                  <a:cubicBezTo>
                    <a:pt x="4044" y="382"/>
                    <a:pt x="4015" y="389"/>
                    <a:pt x="3995" y="389"/>
                  </a:cubicBezTo>
                  <a:cubicBezTo>
                    <a:pt x="3946" y="389"/>
                    <a:pt x="3946" y="347"/>
                    <a:pt x="3946" y="301"/>
                  </a:cubicBezTo>
                  <a:cubicBezTo>
                    <a:pt x="3960" y="250"/>
                    <a:pt x="3955" y="220"/>
                    <a:pt x="3942" y="220"/>
                  </a:cubicBezTo>
                  <a:cubicBezTo>
                    <a:pt x="3926" y="220"/>
                    <a:pt x="3898" y="264"/>
                    <a:pt x="3881" y="366"/>
                  </a:cubicBezTo>
                  <a:cubicBezTo>
                    <a:pt x="3857" y="432"/>
                    <a:pt x="3825" y="460"/>
                    <a:pt x="3802" y="460"/>
                  </a:cubicBezTo>
                  <a:cubicBezTo>
                    <a:pt x="3786" y="460"/>
                    <a:pt x="3775" y="446"/>
                    <a:pt x="3775" y="423"/>
                  </a:cubicBezTo>
                  <a:cubicBezTo>
                    <a:pt x="3775" y="375"/>
                    <a:pt x="3793" y="362"/>
                    <a:pt x="3815" y="362"/>
                  </a:cubicBezTo>
                  <a:cubicBezTo>
                    <a:pt x="3823" y="362"/>
                    <a:pt x="3832" y="364"/>
                    <a:pt x="3840" y="366"/>
                  </a:cubicBezTo>
                  <a:lnTo>
                    <a:pt x="3840" y="244"/>
                  </a:lnTo>
                  <a:cubicBezTo>
                    <a:pt x="3808" y="244"/>
                    <a:pt x="3808" y="244"/>
                    <a:pt x="3775" y="301"/>
                  </a:cubicBezTo>
                  <a:cubicBezTo>
                    <a:pt x="3775" y="301"/>
                    <a:pt x="3743" y="301"/>
                    <a:pt x="3710" y="358"/>
                  </a:cubicBezTo>
                  <a:cubicBezTo>
                    <a:pt x="3670" y="414"/>
                    <a:pt x="3670" y="487"/>
                    <a:pt x="3702" y="536"/>
                  </a:cubicBezTo>
                  <a:cubicBezTo>
                    <a:pt x="3743" y="601"/>
                    <a:pt x="3702" y="601"/>
                    <a:pt x="3670" y="601"/>
                  </a:cubicBezTo>
                  <a:cubicBezTo>
                    <a:pt x="3613" y="560"/>
                    <a:pt x="3597" y="479"/>
                    <a:pt x="3637" y="423"/>
                  </a:cubicBezTo>
                  <a:cubicBezTo>
                    <a:pt x="3670" y="423"/>
                    <a:pt x="3670" y="358"/>
                    <a:pt x="3670" y="301"/>
                  </a:cubicBezTo>
                  <a:cubicBezTo>
                    <a:pt x="3670" y="289"/>
                    <a:pt x="3664" y="283"/>
                    <a:pt x="3653" y="283"/>
                  </a:cubicBezTo>
                  <a:cubicBezTo>
                    <a:pt x="3609" y="283"/>
                    <a:pt x="3493" y="381"/>
                    <a:pt x="3467" y="479"/>
                  </a:cubicBezTo>
                  <a:lnTo>
                    <a:pt x="3467" y="414"/>
                  </a:lnTo>
                  <a:cubicBezTo>
                    <a:pt x="3467" y="358"/>
                    <a:pt x="3402" y="358"/>
                    <a:pt x="3329" y="358"/>
                  </a:cubicBezTo>
                  <a:cubicBezTo>
                    <a:pt x="3265" y="358"/>
                    <a:pt x="3232" y="358"/>
                    <a:pt x="3232" y="414"/>
                  </a:cubicBezTo>
                  <a:cubicBezTo>
                    <a:pt x="3232" y="471"/>
                    <a:pt x="3232" y="536"/>
                    <a:pt x="3200" y="536"/>
                  </a:cubicBezTo>
                  <a:cubicBezTo>
                    <a:pt x="3232" y="536"/>
                    <a:pt x="3232" y="593"/>
                    <a:pt x="3232" y="650"/>
                  </a:cubicBezTo>
                  <a:cubicBezTo>
                    <a:pt x="3192" y="617"/>
                    <a:pt x="3159" y="577"/>
                    <a:pt x="3127" y="528"/>
                  </a:cubicBezTo>
                  <a:cubicBezTo>
                    <a:pt x="3086" y="423"/>
                    <a:pt x="2973" y="350"/>
                    <a:pt x="2859" y="350"/>
                  </a:cubicBezTo>
                  <a:cubicBezTo>
                    <a:pt x="2786" y="350"/>
                    <a:pt x="2689" y="350"/>
                    <a:pt x="2656" y="285"/>
                  </a:cubicBezTo>
                  <a:cubicBezTo>
                    <a:pt x="2583" y="285"/>
                    <a:pt x="2551" y="285"/>
                    <a:pt x="2551" y="342"/>
                  </a:cubicBezTo>
                  <a:lnTo>
                    <a:pt x="2486" y="342"/>
                  </a:lnTo>
                  <a:cubicBezTo>
                    <a:pt x="2466" y="313"/>
                    <a:pt x="2440" y="299"/>
                    <a:pt x="2418" y="299"/>
                  </a:cubicBezTo>
                  <a:cubicBezTo>
                    <a:pt x="2397" y="299"/>
                    <a:pt x="2381" y="313"/>
                    <a:pt x="2381" y="342"/>
                  </a:cubicBezTo>
                  <a:cubicBezTo>
                    <a:pt x="2370" y="360"/>
                    <a:pt x="2359" y="367"/>
                    <a:pt x="2348" y="367"/>
                  </a:cubicBezTo>
                  <a:cubicBezTo>
                    <a:pt x="2326" y="367"/>
                    <a:pt x="2302" y="342"/>
                    <a:pt x="2275" y="342"/>
                  </a:cubicBezTo>
                  <a:cubicBezTo>
                    <a:pt x="2246" y="287"/>
                    <a:pt x="2230" y="256"/>
                    <a:pt x="2224" y="256"/>
                  </a:cubicBezTo>
                  <a:cubicBezTo>
                    <a:pt x="2217" y="256"/>
                    <a:pt x="2225" y="301"/>
                    <a:pt x="2243" y="398"/>
                  </a:cubicBezTo>
                  <a:cubicBezTo>
                    <a:pt x="2251" y="455"/>
                    <a:pt x="2292" y="504"/>
                    <a:pt x="2348" y="520"/>
                  </a:cubicBezTo>
                  <a:lnTo>
                    <a:pt x="2446" y="520"/>
                  </a:lnTo>
                  <a:lnTo>
                    <a:pt x="2348" y="585"/>
                  </a:lnTo>
                  <a:cubicBezTo>
                    <a:pt x="2292" y="593"/>
                    <a:pt x="2251" y="642"/>
                    <a:pt x="2243" y="698"/>
                  </a:cubicBezTo>
                  <a:cubicBezTo>
                    <a:pt x="2243" y="698"/>
                    <a:pt x="2243" y="763"/>
                    <a:pt x="2211" y="763"/>
                  </a:cubicBezTo>
                  <a:cubicBezTo>
                    <a:pt x="2211" y="763"/>
                    <a:pt x="2211" y="698"/>
                    <a:pt x="2211" y="642"/>
                  </a:cubicBezTo>
                  <a:cubicBezTo>
                    <a:pt x="2235" y="585"/>
                    <a:pt x="2251" y="520"/>
                    <a:pt x="2243" y="463"/>
                  </a:cubicBezTo>
                  <a:cubicBezTo>
                    <a:pt x="2223" y="387"/>
                    <a:pt x="2174" y="333"/>
                    <a:pt x="2140" y="333"/>
                  </a:cubicBezTo>
                  <a:cubicBezTo>
                    <a:pt x="2120" y="333"/>
                    <a:pt x="2105" y="353"/>
                    <a:pt x="2105" y="398"/>
                  </a:cubicBezTo>
                  <a:cubicBezTo>
                    <a:pt x="2073" y="398"/>
                    <a:pt x="2073" y="398"/>
                    <a:pt x="2040" y="342"/>
                  </a:cubicBezTo>
                  <a:cubicBezTo>
                    <a:pt x="2040" y="314"/>
                    <a:pt x="2034" y="298"/>
                    <a:pt x="2025" y="298"/>
                  </a:cubicBezTo>
                  <a:cubicBezTo>
                    <a:pt x="2013" y="298"/>
                    <a:pt x="1994" y="328"/>
                    <a:pt x="1975" y="398"/>
                  </a:cubicBezTo>
                  <a:cubicBezTo>
                    <a:pt x="1955" y="458"/>
                    <a:pt x="1938" y="486"/>
                    <a:pt x="1921" y="486"/>
                  </a:cubicBezTo>
                  <a:cubicBezTo>
                    <a:pt x="1903" y="486"/>
                    <a:pt x="1886" y="456"/>
                    <a:pt x="1870" y="398"/>
                  </a:cubicBezTo>
                  <a:cubicBezTo>
                    <a:pt x="1831" y="326"/>
                    <a:pt x="1767" y="297"/>
                    <a:pt x="1721" y="297"/>
                  </a:cubicBezTo>
                  <a:cubicBezTo>
                    <a:pt x="1690" y="297"/>
                    <a:pt x="1667" y="310"/>
                    <a:pt x="1667" y="333"/>
                  </a:cubicBezTo>
                  <a:cubicBezTo>
                    <a:pt x="1667" y="404"/>
                    <a:pt x="1632" y="433"/>
                    <a:pt x="1596" y="433"/>
                  </a:cubicBezTo>
                  <a:cubicBezTo>
                    <a:pt x="1570" y="433"/>
                    <a:pt x="1543" y="418"/>
                    <a:pt x="1529" y="390"/>
                  </a:cubicBezTo>
                  <a:cubicBezTo>
                    <a:pt x="1513" y="362"/>
                    <a:pt x="1497" y="348"/>
                    <a:pt x="1481" y="348"/>
                  </a:cubicBezTo>
                  <a:cubicBezTo>
                    <a:pt x="1465" y="348"/>
                    <a:pt x="1448" y="362"/>
                    <a:pt x="1432" y="390"/>
                  </a:cubicBezTo>
                  <a:cubicBezTo>
                    <a:pt x="1432" y="349"/>
                    <a:pt x="1411" y="303"/>
                    <a:pt x="1387" y="303"/>
                  </a:cubicBezTo>
                  <a:cubicBezTo>
                    <a:pt x="1378" y="303"/>
                    <a:pt x="1368" y="310"/>
                    <a:pt x="1359" y="325"/>
                  </a:cubicBezTo>
                  <a:cubicBezTo>
                    <a:pt x="1359" y="325"/>
                    <a:pt x="1327" y="325"/>
                    <a:pt x="1359" y="390"/>
                  </a:cubicBezTo>
                  <a:lnTo>
                    <a:pt x="1294" y="504"/>
                  </a:lnTo>
                  <a:cubicBezTo>
                    <a:pt x="1327" y="504"/>
                    <a:pt x="1327" y="569"/>
                    <a:pt x="1327" y="625"/>
                  </a:cubicBezTo>
                  <a:cubicBezTo>
                    <a:pt x="1327" y="642"/>
                    <a:pt x="1318" y="650"/>
                    <a:pt x="1304" y="650"/>
                  </a:cubicBezTo>
                  <a:cubicBezTo>
                    <a:pt x="1261" y="650"/>
                    <a:pt x="1172" y="580"/>
                    <a:pt x="1124" y="447"/>
                  </a:cubicBezTo>
                  <a:lnTo>
                    <a:pt x="1051" y="325"/>
                  </a:lnTo>
                  <a:lnTo>
                    <a:pt x="1051" y="447"/>
                  </a:lnTo>
                  <a:cubicBezTo>
                    <a:pt x="1019" y="447"/>
                    <a:pt x="986" y="447"/>
                    <a:pt x="986" y="382"/>
                  </a:cubicBezTo>
                  <a:cubicBezTo>
                    <a:pt x="986" y="325"/>
                    <a:pt x="986" y="325"/>
                    <a:pt x="954" y="325"/>
                  </a:cubicBezTo>
                  <a:cubicBezTo>
                    <a:pt x="954" y="325"/>
                    <a:pt x="921" y="325"/>
                    <a:pt x="921" y="382"/>
                  </a:cubicBezTo>
                  <a:cubicBezTo>
                    <a:pt x="921" y="452"/>
                    <a:pt x="921" y="482"/>
                    <a:pt x="915" y="482"/>
                  </a:cubicBezTo>
                  <a:cubicBezTo>
                    <a:pt x="911" y="482"/>
                    <a:pt x="903" y="466"/>
                    <a:pt x="889" y="439"/>
                  </a:cubicBezTo>
                  <a:cubicBezTo>
                    <a:pt x="868" y="381"/>
                    <a:pt x="850" y="351"/>
                    <a:pt x="832" y="351"/>
                  </a:cubicBezTo>
                  <a:cubicBezTo>
                    <a:pt x="815" y="351"/>
                    <a:pt x="799" y="379"/>
                    <a:pt x="784" y="439"/>
                  </a:cubicBezTo>
                  <a:cubicBezTo>
                    <a:pt x="784" y="500"/>
                    <a:pt x="784" y="530"/>
                    <a:pt x="779" y="530"/>
                  </a:cubicBezTo>
                  <a:cubicBezTo>
                    <a:pt x="775" y="530"/>
                    <a:pt x="767" y="500"/>
                    <a:pt x="751" y="439"/>
                  </a:cubicBezTo>
                  <a:cubicBezTo>
                    <a:pt x="751" y="382"/>
                    <a:pt x="719" y="317"/>
                    <a:pt x="678" y="317"/>
                  </a:cubicBezTo>
                  <a:lnTo>
                    <a:pt x="678" y="382"/>
                  </a:lnTo>
                  <a:cubicBezTo>
                    <a:pt x="678" y="449"/>
                    <a:pt x="667" y="476"/>
                    <a:pt x="651" y="476"/>
                  </a:cubicBezTo>
                  <a:cubicBezTo>
                    <a:pt x="640" y="476"/>
                    <a:pt x="627" y="462"/>
                    <a:pt x="613" y="439"/>
                  </a:cubicBezTo>
                  <a:cubicBezTo>
                    <a:pt x="613" y="410"/>
                    <a:pt x="605" y="396"/>
                    <a:pt x="588" y="396"/>
                  </a:cubicBezTo>
                  <a:cubicBezTo>
                    <a:pt x="571" y="396"/>
                    <a:pt x="544" y="410"/>
                    <a:pt x="508" y="439"/>
                  </a:cubicBezTo>
                  <a:cubicBezTo>
                    <a:pt x="443" y="439"/>
                    <a:pt x="411" y="439"/>
                    <a:pt x="411" y="374"/>
                  </a:cubicBezTo>
                  <a:cubicBezTo>
                    <a:pt x="411" y="317"/>
                    <a:pt x="411" y="289"/>
                    <a:pt x="407" y="289"/>
                  </a:cubicBezTo>
                  <a:cubicBezTo>
                    <a:pt x="402" y="289"/>
                    <a:pt x="394" y="317"/>
                    <a:pt x="378" y="374"/>
                  </a:cubicBezTo>
                  <a:cubicBezTo>
                    <a:pt x="358" y="406"/>
                    <a:pt x="348" y="423"/>
                    <a:pt x="335" y="423"/>
                  </a:cubicBezTo>
                  <a:cubicBezTo>
                    <a:pt x="321" y="423"/>
                    <a:pt x="305" y="406"/>
                    <a:pt x="273" y="374"/>
                  </a:cubicBezTo>
                  <a:cubicBezTo>
                    <a:pt x="257" y="346"/>
                    <a:pt x="248" y="331"/>
                    <a:pt x="240" y="331"/>
                  </a:cubicBezTo>
                  <a:cubicBezTo>
                    <a:pt x="232" y="331"/>
                    <a:pt x="224" y="346"/>
                    <a:pt x="208" y="374"/>
                  </a:cubicBezTo>
                  <a:cubicBezTo>
                    <a:pt x="208" y="496"/>
                    <a:pt x="208" y="552"/>
                    <a:pt x="240" y="552"/>
                  </a:cubicBezTo>
                  <a:cubicBezTo>
                    <a:pt x="273" y="552"/>
                    <a:pt x="273" y="552"/>
                    <a:pt x="273" y="617"/>
                  </a:cubicBezTo>
                  <a:lnTo>
                    <a:pt x="208" y="617"/>
                  </a:lnTo>
                  <a:cubicBezTo>
                    <a:pt x="201" y="616"/>
                    <a:pt x="193" y="616"/>
                    <a:pt x="186" y="616"/>
                  </a:cubicBezTo>
                  <a:cubicBezTo>
                    <a:pt x="139" y="616"/>
                    <a:pt x="98" y="639"/>
                    <a:pt x="70" y="674"/>
                  </a:cubicBezTo>
                  <a:cubicBezTo>
                    <a:pt x="12" y="719"/>
                    <a:pt x="0" y="806"/>
                    <a:pt x="35" y="806"/>
                  </a:cubicBezTo>
                  <a:cubicBezTo>
                    <a:pt x="44" y="806"/>
                    <a:pt x="55" y="800"/>
                    <a:pt x="70" y="787"/>
                  </a:cubicBezTo>
                  <a:lnTo>
                    <a:pt x="102" y="852"/>
                  </a:lnTo>
                  <a:cubicBezTo>
                    <a:pt x="102" y="941"/>
                    <a:pt x="119" y="986"/>
                    <a:pt x="135" y="986"/>
                  </a:cubicBezTo>
                  <a:cubicBezTo>
                    <a:pt x="151" y="986"/>
                    <a:pt x="167" y="941"/>
                    <a:pt x="167" y="852"/>
                  </a:cubicBezTo>
                  <a:cubicBezTo>
                    <a:pt x="167" y="755"/>
                    <a:pt x="167" y="710"/>
                    <a:pt x="174" y="710"/>
                  </a:cubicBezTo>
                  <a:cubicBezTo>
                    <a:pt x="180" y="710"/>
                    <a:pt x="190" y="741"/>
                    <a:pt x="208" y="796"/>
                  </a:cubicBezTo>
                  <a:cubicBezTo>
                    <a:pt x="200" y="909"/>
                    <a:pt x="240" y="909"/>
                    <a:pt x="273" y="917"/>
                  </a:cubicBezTo>
                  <a:cubicBezTo>
                    <a:pt x="305" y="917"/>
                    <a:pt x="305" y="917"/>
                    <a:pt x="305" y="974"/>
                  </a:cubicBezTo>
                  <a:cubicBezTo>
                    <a:pt x="305" y="1031"/>
                    <a:pt x="338" y="1096"/>
                    <a:pt x="370" y="1096"/>
                  </a:cubicBezTo>
                  <a:cubicBezTo>
                    <a:pt x="411" y="1096"/>
                    <a:pt x="411" y="1096"/>
                    <a:pt x="411" y="1039"/>
                  </a:cubicBezTo>
                  <a:cubicBezTo>
                    <a:pt x="393" y="1011"/>
                    <a:pt x="397" y="996"/>
                    <a:pt x="408" y="996"/>
                  </a:cubicBezTo>
                  <a:cubicBezTo>
                    <a:pt x="424" y="996"/>
                    <a:pt x="457" y="1025"/>
                    <a:pt x="475" y="1096"/>
                  </a:cubicBezTo>
                  <a:cubicBezTo>
                    <a:pt x="489" y="1123"/>
                    <a:pt x="497" y="1139"/>
                    <a:pt x="502" y="1139"/>
                  </a:cubicBezTo>
                  <a:cubicBezTo>
                    <a:pt x="508" y="1139"/>
                    <a:pt x="508" y="1109"/>
                    <a:pt x="508" y="1039"/>
                  </a:cubicBezTo>
                  <a:cubicBezTo>
                    <a:pt x="508" y="978"/>
                    <a:pt x="526" y="948"/>
                    <a:pt x="548" y="948"/>
                  </a:cubicBezTo>
                  <a:cubicBezTo>
                    <a:pt x="571" y="948"/>
                    <a:pt x="597" y="978"/>
                    <a:pt x="613" y="1039"/>
                  </a:cubicBezTo>
                  <a:lnTo>
                    <a:pt x="678" y="1039"/>
                  </a:lnTo>
                  <a:cubicBezTo>
                    <a:pt x="711" y="1039"/>
                    <a:pt x="711" y="982"/>
                    <a:pt x="711" y="917"/>
                  </a:cubicBezTo>
                  <a:cubicBezTo>
                    <a:pt x="711" y="851"/>
                    <a:pt x="711" y="823"/>
                    <a:pt x="719" y="823"/>
                  </a:cubicBezTo>
                  <a:cubicBezTo>
                    <a:pt x="724" y="823"/>
                    <a:pt x="734" y="837"/>
                    <a:pt x="751" y="860"/>
                  </a:cubicBezTo>
                  <a:cubicBezTo>
                    <a:pt x="767" y="893"/>
                    <a:pt x="784" y="941"/>
                    <a:pt x="784" y="982"/>
                  </a:cubicBezTo>
                  <a:cubicBezTo>
                    <a:pt x="784" y="1039"/>
                    <a:pt x="816" y="1039"/>
                    <a:pt x="848" y="1039"/>
                  </a:cubicBezTo>
                  <a:cubicBezTo>
                    <a:pt x="881" y="1039"/>
                    <a:pt x="954" y="1039"/>
                    <a:pt x="954" y="982"/>
                  </a:cubicBezTo>
                  <a:lnTo>
                    <a:pt x="954" y="1039"/>
                  </a:lnTo>
                  <a:cubicBezTo>
                    <a:pt x="975" y="1039"/>
                    <a:pt x="983" y="1068"/>
                    <a:pt x="985" y="1068"/>
                  </a:cubicBezTo>
                  <a:cubicBezTo>
                    <a:pt x="986" y="1068"/>
                    <a:pt x="986" y="1060"/>
                    <a:pt x="986" y="1039"/>
                  </a:cubicBezTo>
                  <a:cubicBezTo>
                    <a:pt x="986" y="1039"/>
                    <a:pt x="1019" y="1039"/>
                    <a:pt x="1084" y="1104"/>
                  </a:cubicBezTo>
                  <a:cubicBezTo>
                    <a:pt x="1097" y="1114"/>
                    <a:pt x="1111" y="1119"/>
                    <a:pt x="1125" y="1119"/>
                  </a:cubicBezTo>
                  <a:cubicBezTo>
                    <a:pt x="1186" y="1119"/>
                    <a:pt x="1236" y="1025"/>
                    <a:pt x="1157" y="925"/>
                  </a:cubicBezTo>
                  <a:lnTo>
                    <a:pt x="1189" y="925"/>
                  </a:lnTo>
                  <a:cubicBezTo>
                    <a:pt x="1221" y="925"/>
                    <a:pt x="1221" y="869"/>
                    <a:pt x="1221" y="869"/>
                  </a:cubicBezTo>
                  <a:cubicBezTo>
                    <a:pt x="1221" y="804"/>
                    <a:pt x="1262" y="804"/>
                    <a:pt x="1294" y="804"/>
                  </a:cubicBezTo>
                  <a:lnTo>
                    <a:pt x="1294" y="925"/>
                  </a:lnTo>
                  <a:cubicBezTo>
                    <a:pt x="1270" y="1030"/>
                    <a:pt x="1286" y="1096"/>
                    <a:pt x="1309" y="1096"/>
                  </a:cubicBezTo>
                  <a:cubicBezTo>
                    <a:pt x="1326" y="1096"/>
                    <a:pt x="1346" y="1064"/>
                    <a:pt x="1359" y="990"/>
                  </a:cubicBezTo>
                  <a:lnTo>
                    <a:pt x="1359" y="1047"/>
                  </a:lnTo>
                  <a:cubicBezTo>
                    <a:pt x="1359" y="1075"/>
                    <a:pt x="1367" y="1089"/>
                    <a:pt x="1385" y="1089"/>
                  </a:cubicBezTo>
                  <a:cubicBezTo>
                    <a:pt x="1402" y="1089"/>
                    <a:pt x="1428" y="1075"/>
                    <a:pt x="1465" y="1047"/>
                  </a:cubicBezTo>
                  <a:cubicBezTo>
                    <a:pt x="1497" y="1047"/>
                    <a:pt x="1529" y="925"/>
                    <a:pt x="1529" y="869"/>
                  </a:cubicBezTo>
                  <a:cubicBezTo>
                    <a:pt x="1529" y="812"/>
                    <a:pt x="1562" y="812"/>
                    <a:pt x="1562" y="812"/>
                  </a:cubicBezTo>
                  <a:cubicBezTo>
                    <a:pt x="1602" y="812"/>
                    <a:pt x="1602" y="812"/>
                    <a:pt x="1594" y="869"/>
                  </a:cubicBezTo>
                  <a:cubicBezTo>
                    <a:pt x="1594" y="929"/>
                    <a:pt x="1613" y="960"/>
                    <a:pt x="1635" y="960"/>
                  </a:cubicBezTo>
                  <a:cubicBezTo>
                    <a:pt x="1657" y="960"/>
                    <a:pt x="1684" y="929"/>
                    <a:pt x="1700" y="869"/>
                  </a:cubicBezTo>
                  <a:lnTo>
                    <a:pt x="1700" y="933"/>
                  </a:lnTo>
                  <a:cubicBezTo>
                    <a:pt x="1700" y="973"/>
                    <a:pt x="1716" y="1017"/>
                    <a:pt x="1784" y="1017"/>
                  </a:cubicBezTo>
                  <a:cubicBezTo>
                    <a:pt x="1813" y="1017"/>
                    <a:pt x="1852" y="1009"/>
                    <a:pt x="1902" y="990"/>
                  </a:cubicBezTo>
                  <a:cubicBezTo>
                    <a:pt x="2040" y="998"/>
                    <a:pt x="2146" y="998"/>
                    <a:pt x="2146" y="1055"/>
                  </a:cubicBezTo>
                  <a:cubicBezTo>
                    <a:pt x="2144" y="1067"/>
                    <a:pt x="2148" y="1073"/>
                    <a:pt x="2156" y="1073"/>
                  </a:cubicBezTo>
                  <a:cubicBezTo>
                    <a:pt x="2188" y="1073"/>
                    <a:pt x="2289" y="975"/>
                    <a:pt x="2348" y="877"/>
                  </a:cubicBezTo>
                  <a:cubicBezTo>
                    <a:pt x="2348" y="941"/>
                    <a:pt x="2381" y="941"/>
                    <a:pt x="2446" y="941"/>
                  </a:cubicBezTo>
                  <a:cubicBezTo>
                    <a:pt x="2551" y="941"/>
                    <a:pt x="2551" y="941"/>
                    <a:pt x="2551" y="998"/>
                  </a:cubicBezTo>
                  <a:cubicBezTo>
                    <a:pt x="2535" y="1059"/>
                    <a:pt x="2527" y="1089"/>
                    <a:pt x="2531" y="1089"/>
                  </a:cubicBezTo>
                  <a:cubicBezTo>
                    <a:pt x="2535" y="1089"/>
                    <a:pt x="2551" y="1059"/>
                    <a:pt x="2583" y="998"/>
                  </a:cubicBezTo>
                  <a:cubicBezTo>
                    <a:pt x="2596" y="955"/>
                    <a:pt x="2618" y="937"/>
                    <a:pt x="2642" y="937"/>
                  </a:cubicBezTo>
                  <a:cubicBezTo>
                    <a:pt x="2680" y="937"/>
                    <a:pt x="2721" y="987"/>
                    <a:pt x="2721" y="1063"/>
                  </a:cubicBezTo>
                  <a:cubicBezTo>
                    <a:pt x="2721" y="1120"/>
                    <a:pt x="2754" y="1120"/>
                    <a:pt x="2819" y="1128"/>
                  </a:cubicBezTo>
                  <a:cubicBezTo>
                    <a:pt x="2851" y="1063"/>
                    <a:pt x="2924" y="1063"/>
                    <a:pt x="2989" y="1063"/>
                  </a:cubicBezTo>
                  <a:cubicBezTo>
                    <a:pt x="3010" y="1065"/>
                    <a:pt x="3028" y="1066"/>
                    <a:pt x="3041" y="1066"/>
                  </a:cubicBezTo>
                  <a:cubicBezTo>
                    <a:pt x="3094" y="1066"/>
                    <a:pt x="3094" y="1046"/>
                    <a:pt x="3094" y="950"/>
                  </a:cubicBezTo>
                  <a:cubicBezTo>
                    <a:pt x="3094" y="828"/>
                    <a:pt x="3127" y="828"/>
                    <a:pt x="3192" y="828"/>
                  </a:cubicBezTo>
                  <a:cubicBezTo>
                    <a:pt x="3232" y="828"/>
                    <a:pt x="3265" y="828"/>
                    <a:pt x="3265" y="893"/>
                  </a:cubicBezTo>
                  <a:cubicBezTo>
                    <a:pt x="3265" y="893"/>
                    <a:pt x="3297" y="950"/>
                    <a:pt x="3329" y="950"/>
                  </a:cubicBezTo>
                  <a:cubicBezTo>
                    <a:pt x="3362" y="950"/>
                    <a:pt x="3402" y="950"/>
                    <a:pt x="3402" y="1014"/>
                  </a:cubicBezTo>
                  <a:cubicBezTo>
                    <a:pt x="3419" y="1047"/>
                    <a:pt x="3459" y="1071"/>
                    <a:pt x="3500" y="1071"/>
                  </a:cubicBezTo>
                  <a:cubicBezTo>
                    <a:pt x="3565" y="1071"/>
                    <a:pt x="3637" y="1071"/>
                    <a:pt x="3637" y="1136"/>
                  </a:cubicBezTo>
                  <a:cubicBezTo>
                    <a:pt x="3670" y="1136"/>
                    <a:pt x="3670" y="1136"/>
                    <a:pt x="3670" y="1079"/>
                  </a:cubicBezTo>
                  <a:cubicBezTo>
                    <a:pt x="3670" y="1033"/>
                    <a:pt x="3686" y="991"/>
                    <a:pt x="3745" y="991"/>
                  </a:cubicBezTo>
                  <a:cubicBezTo>
                    <a:pt x="3769" y="991"/>
                    <a:pt x="3800" y="998"/>
                    <a:pt x="3840" y="1014"/>
                  </a:cubicBezTo>
                  <a:cubicBezTo>
                    <a:pt x="3857" y="1017"/>
                    <a:pt x="3877" y="1018"/>
                    <a:pt x="3897" y="1018"/>
                  </a:cubicBezTo>
                  <a:cubicBezTo>
                    <a:pt x="3953" y="1018"/>
                    <a:pt x="4010" y="1006"/>
                    <a:pt x="4010" y="958"/>
                  </a:cubicBezTo>
                  <a:cubicBezTo>
                    <a:pt x="4043" y="958"/>
                    <a:pt x="4043" y="958"/>
                    <a:pt x="4043" y="1023"/>
                  </a:cubicBezTo>
                  <a:cubicBezTo>
                    <a:pt x="4043" y="1083"/>
                    <a:pt x="4061" y="1114"/>
                    <a:pt x="4087" y="1114"/>
                  </a:cubicBezTo>
                  <a:cubicBezTo>
                    <a:pt x="4114" y="1114"/>
                    <a:pt x="4148" y="1083"/>
                    <a:pt x="4181" y="1023"/>
                  </a:cubicBezTo>
                  <a:cubicBezTo>
                    <a:pt x="4181" y="994"/>
                    <a:pt x="4189" y="980"/>
                    <a:pt x="4201" y="980"/>
                  </a:cubicBezTo>
                  <a:cubicBezTo>
                    <a:pt x="4213" y="980"/>
                    <a:pt x="4229" y="994"/>
                    <a:pt x="4246" y="1023"/>
                  </a:cubicBezTo>
                  <a:cubicBezTo>
                    <a:pt x="4246" y="1023"/>
                    <a:pt x="4286" y="1023"/>
                    <a:pt x="4319" y="966"/>
                  </a:cubicBezTo>
                  <a:cubicBezTo>
                    <a:pt x="4335" y="937"/>
                    <a:pt x="4343" y="923"/>
                    <a:pt x="4355" y="923"/>
                  </a:cubicBezTo>
                  <a:cubicBezTo>
                    <a:pt x="4367" y="923"/>
                    <a:pt x="4383" y="937"/>
                    <a:pt x="4416" y="966"/>
                  </a:cubicBezTo>
                  <a:cubicBezTo>
                    <a:pt x="4416" y="1023"/>
                    <a:pt x="4456" y="1031"/>
                    <a:pt x="4489" y="1031"/>
                  </a:cubicBezTo>
                  <a:cubicBezTo>
                    <a:pt x="4520" y="999"/>
                    <a:pt x="4623" y="985"/>
                    <a:pt x="4726" y="985"/>
                  </a:cubicBezTo>
                  <a:cubicBezTo>
                    <a:pt x="4835" y="985"/>
                    <a:pt x="4942" y="1001"/>
                    <a:pt x="4959" y="1031"/>
                  </a:cubicBezTo>
                  <a:cubicBezTo>
                    <a:pt x="5000" y="974"/>
                    <a:pt x="5000" y="974"/>
                    <a:pt x="5032" y="974"/>
                  </a:cubicBezTo>
                  <a:cubicBezTo>
                    <a:pt x="5045" y="1021"/>
                    <a:pt x="5057" y="1042"/>
                    <a:pt x="5068" y="1042"/>
                  </a:cubicBezTo>
                  <a:cubicBezTo>
                    <a:pt x="5085" y="1042"/>
                    <a:pt x="5097" y="991"/>
                    <a:pt x="5097" y="917"/>
                  </a:cubicBezTo>
                  <a:lnTo>
                    <a:pt x="5032" y="917"/>
                  </a:lnTo>
                  <a:cubicBezTo>
                    <a:pt x="5032" y="862"/>
                    <a:pt x="5054" y="832"/>
                    <a:pt x="5076" y="832"/>
                  </a:cubicBezTo>
                  <a:cubicBezTo>
                    <a:pt x="5104" y="832"/>
                    <a:pt x="5134" y="876"/>
                    <a:pt x="5129" y="974"/>
                  </a:cubicBezTo>
                  <a:cubicBezTo>
                    <a:pt x="5150" y="1035"/>
                    <a:pt x="5160" y="1065"/>
                    <a:pt x="5169" y="1065"/>
                  </a:cubicBezTo>
                  <a:cubicBezTo>
                    <a:pt x="5178" y="1065"/>
                    <a:pt x="5186" y="1035"/>
                    <a:pt x="5202" y="974"/>
                  </a:cubicBezTo>
                  <a:cubicBezTo>
                    <a:pt x="5218" y="918"/>
                    <a:pt x="5234" y="890"/>
                    <a:pt x="5250" y="890"/>
                  </a:cubicBezTo>
                  <a:cubicBezTo>
                    <a:pt x="5267" y="890"/>
                    <a:pt x="5283" y="920"/>
                    <a:pt x="5300" y="982"/>
                  </a:cubicBezTo>
                  <a:cubicBezTo>
                    <a:pt x="5300" y="1039"/>
                    <a:pt x="5300" y="1067"/>
                    <a:pt x="5305" y="1067"/>
                  </a:cubicBezTo>
                  <a:cubicBezTo>
                    <a:pt x="5310" y="1067"/>
                    <a:pt x="5320" y="1039"/>
                    <a:pt x="5340" y="982"/>
                  </a:cubicBezTo>
                  <a:cubicBezTo>
                    <a:pt x="5377" y="845"/>
                    <a:pt x="5426" y="767"/>
                    <a:pt x="5462" y="767"/>
                  </a:cubicBezTo>
                  <a:cubicBezTo>
                    <a:pt x="5490" y="767"/>
                    <a:pt x="5510" y="814"/>
                    <a:pt x="5510" y="917"/>
                  </a:cubicBezTo>
                  <a:cubicBezTo>
                    <a:pt x="5510" y="1039"/>
                    <a:pt x="5543" y="1104"/>
                    <a:pt x="5575" y="1104"/>
                  </a:cubicBezTo>
                  <a:cubicBezTo>
                    <a:pt x="5608" y="1104"/>
                    <a:pt x="5608" y="1039"/>
                    <a:pt x="5608" y="982"/>
                  </a:cubicBezTo>
                  <a:cubicBezTo>
                    <a:pt x="5591" y="921"/>
                    <a:pt x="5591" y="891"/>
                    <a:pt x="5605" y="891"/>
                  </a:cubicBezTo>
                  <a:cubicBezTo>
                    <a:pt x="5618" y="891"/>
                    <a:pt x="5644" y="921"/>
                    <a:pt x="5681" y="982"/>
                  </a:cubicBezTo>
                  <a:cubicBezTo>
                    <a:pt x="5735" y="1082"/>
                    <a:pt x="5780" y="1129"/>
                    <a:pt x="5827" y="1129"/>
                  </a:cubicBezTo>
                  <a:cubicBezTo>
                    <a:pt x="5864" y="1129"/>
                    <a:pt x="5902" y="1100"/>
                    <a:pt x="5948" y="1047"/>
                  </a:cubicBezTo>
                  <a:cubicBezTo>
                    <a:pt x="6016" y="987"/>
                    <a:pt x="6074" y="959"/>
                    <a:pt x="6104" y="959"/>
                  </a:cubicBezTo>
                  <a:cubicBezTo>
                    <a:pt x="6135" y="959"/>
                    <a:pt x="6136" y="989"/>
                    <a:pt x="6086" y="1047"/>
                  </a:cubicBezTo>
                  <a:cubicBezTo>
                    <a:pt x="6043" y="1119"/>
                    <a:pt x="6025" y="1148"/>
                    <a:pt x="6033" y="1148"/>
                  </a:cubicBezTo>
                  <a:cubicBezTo>
                    <a:pt x="6039" y="1148"/>
                    <a:pt x="6056" y="1135"/>
                    <a:pt x="6086" y="1112"/>
                  </a:cubicBezTo>
                  <a:lnTo>
                    <a:pt x="6256" y="1112"/>
                  </a:lnTo>
                  <a:cubicBezTo>
                    <a:pt x="6289" y="1112"/>
                    <a:pt x="6321" y="1055"/>
                    <a:pt x="6321" y="990"/>
                  </a:cubicBezTo>
                  <a:cubicBezTo>
                    <a:pt x="6341" y="1066"/>
                    <a:pt x="6377" y="1116"/>
                    <a:pt x="6417" y="1116"/>
                  </a:cubicBezTo>
                  <a:cubicBezTo>
                    <a:pt x="6441" y="1116"/>
                    <a:pt x="6467" y="1098"/>
                    <a:pt x="6491" y="1055"/>
                  </a:cubicBezTo>
                  <a:lnTo>
                    <a:pt x="6564" y="1055"/>
                  </a:lnTo>
                  <a:cubicBezTo>
                    <a:pt x="6597" y="1055"/>
                    <a:pt x="6597" y="1055"/>
                    <a:pt x="6629" y="998"/>
                  </a:cubicBezTo>
                  <a:cubicBezTo>
                    <a:pt x="6639" y="979"/>
                    <a:pt x="6648" y="971"/>
                    <a:pt x="6658" y="971"/>
                  </a:cubicBezTo>
                  <a:cubicBezTo>
                    <a:pt x="6681" y="971"/>
                    <a:pt x="6704" y="1015"/>
                    <a:pt x="6727" y="1055"/>
                  </a:cubicBezTo>
                  <a:cubicBezTo>
                    <a:pt x="6755" y="1101"/>
                    <a:pt x="6780" y="1143"/>
                    <a:pt x="6792" y="1143"/>
                  </a:cubicBezTo>
                  <a:cubicBezTo>
                    <a:pt x="6797" y="1143"/>
                    <a:pt x="6800" y="1136"/>
                    <a:pt x="6800" y="1120"/>
                  </a:cubicBezTo>
                  <a:cubicBezTo>
                    <a:pt x="6800" y="1055"/>
                    <a:pt x="6864" y="998"/>
                    <a:pt x="6905" y="941"/>
                  </a:cubicBezTo>
                  <a:cubicBezTo>
                    <a:pt x="6915" y="922"/>
                    <a:pt x="6924" y="914"/>
                    <a:pt x="6932" y="914"/>
                  </a:cubicBezTo>
                  <a:cubicBezTo>
                    <a:pt x="6951" y="914"/>
                    <a:pt x="6960" y="958"/>
                    <a:pt x="6937" y="998"/>
                  </a:cubicBezTo>
                  <a:cubicBezTo>
                    <a:pt x="6937" y="1055"/>
                    <a:pt x="6937" y="1055"/>
                    <a:pt x="7002" y="1120"/>
                  </a:cubicBezTo>
                  <a:cubicBezTo>
                    <a:pt x="7035" y="1120"/>
                    <a:pt x="7108" y="1120"/>
                    <a:pt x="7108" y="1063"/>
                  </a:cubicBezTo>
                  <a:cubicBezTo>
                    <a:pt x="7108" y="1032"/>
                    <a:pt x="7155" y="1017"/>
                    <a:pt x="7208" y="1017"/>
                  </a:cubicBezTo>
                  <a:cubicBezTo>
                    <a:pt x="7264" y="1017"/>
                    <a:pt x="7326" y="1034"/>
                    <a:pt x="7343" y="1063"/>
                  </a:cubicBezTo>
                  <a:lnTo>
                    <a:pt x="7408" y="1063"/>
                  </a:lnTo>
                  <a:cubicBezTo>
                    <a:pt x="7448" y="1063"/>
                    <a:pt x="7481" y="1006"/>
                    <a:pt x="7513" y="1006"/>
                  </a:cubicBezTo>
                  <a:cubicBezTo>
                    <a:pt x="7513" y="1006"/>
                    <a:pt x="7545" y="1006"/>
                    <a:pt x="7578" y="950"/>
                  </a:cubicBezTo>
                  <a:cubicBezTo>
                    <a:pt x="7618" y="950"/>
                    <a:pt x="7651" y="950"/>
                    <a:pt x="7651" y="1006"/>
                  </a:cubicBezTo>
                  <a:cubicBezTo>
                    <a:pt x="7667" y="950"/>
                    <a:pt x="7675" y="921"/>
                    <a:pt x="7683" y="921"/>
                  </a:cubicBezTo>
                  <a:cubicBezTo>
                    <a:pt x="7691" y="921"/>
                    <a:pt x="7699" y="950"/>
                    <a:pt x="7716" y="1006"/>
                  </a:cubicBezTo>
                  <a:cubicBezTo>
                    <a:pt x="7716" y="1067"/>
                    <a:pt x="7716" y="1098"/>
                    <a:pt x="7720" y="1098"/>
                  </a:cubicBezTo>
                  <a:cubicBezTo>
                    <a:pt x="7724" y="1098"/>
                    <a:pt x="7732" y="1067"/>
                    <a:pt x="7748" y="1006"/>
                  </a:cubicBezTo>
                  <a:cubicBezTo>
                    <a:pt x="7768" y="979"/>
                    <a:pt x="7778" y="965"/>
                    <a:pt x="7787" y="965"/>
                  </a:cubicBezTo>
                  <a:cubicBezTo>
                    <a:pt x="7796" y="965"/>
                    <a:pt x="7804" y="981"/>
                    <a:pt x="7821" y="1014"/>
                  </a:cubicBezTo>
                  <a:cubicBezTo>
                    <a:pt x="7821" y="1043"/>
                    <a:pt x="7829" y="1057"/>
                    <a:pt x="7837" y="1057"/>
                  </a:cubicBezTo>
                  <a:cubicBezTo>
                    <a:pt x="7845" y="1057"/>
                    <a:pt x="7854" y="1043"/>
                    <a:pt x="7854" y="1014"/>
                  </a:cubicBezTo>
                  <a:cubicBezTo>
                    <a:pt x="7874" y="939"/>
                    <a:pt x="7922" y="888"/>
                    <a:pt x="7956" y="888"/>
                  </a:cubicBezTo>
                  <a:cubicBezTo>
                    <a:pt x="7976" y="888"/>
                    <a:pt x="7991" y="907"/>
                    <a:pt x="7991" y="950"/>
                  </a:cubicBezTo>
                  <a:cubicBezTo>
                    <a:pt x="7991" y="950"/>
                    <a:pt x="8024" y="950"/>
                    <a:pt x="8056" y="893"/>
                  </a:cubicBezTo>
                  <a:cubicBezTo>
                    <a:pt x="8072" y="832"/>
                    <a:pt x="8081" y="802"/>
                    <a:pt x="8085" y="802"/>
                  </a:cubicBezTo>
                  <a:cubicBezTo>
                    <a:pt x="8089" y="802"/>
                    <a:pt x="8089" y="832"/>
                    <a:pt x="8089" y="893"/>
                  </a:cubicBezTo>
                  <a:cubicBezTo>
                    <a:pt x="8105" y="954"/>
                    <a:pt x="8123" y="984"/>
                    <a:pt x="8141" y="984"/>
                  </a:cubicBezTo>
                  <a:cubicBezTo>
                    <a:pt x="8160" y="984"/>
                    <a:pt x="8178" y="954"/>
                    <a:pt x="8194" y="893"/>
                  </a:cubicBezTo>
                  <a:cubicBezTo>
                    <a:pt x="8194" y="893"/>
                    <a:pt x="8208" y="868"/>
                    <a:pt x="8228" y="868"/>
                  </a:cubicBezTo>
                  <a:cubicBezTo>
                    <a:pt x="8237" y="868"/>
                    <a:pt x="8248" y="874"/>
                    <a:pt x="8259" y="893"/>
                  </a:cubicBezTo>
                  <a:cubicBezTo>
                    <a:pt x="8302" y="931"/>
                    <a:pt x="8390" y="969"/>
                    <a:pt x="8449" y="969"/>
                  </a:cubicBezTo>
                  <a:cubicBezTo>
                    <a:pt x="8489" y="969"/>
                    <a:pt x="8515" y="951"/>
                    <a:pt x="8502" y="901"/>
                  </a:cubicBezTo>
                  <a:lnTo>
                    <a:pt x="8567" y="901"/>
                  </a:lnTo>
                  <a:cubicBezTo>
                    <a:pt x="8599" y="929"/>
                    <a:pt x="8626" y="944"/>
                    <a:pt x="8648" y="944"/>
                  </a:cubicBezTo>
                  <a:cubicBezTo>
                    <a:pt x="8670" y="944"/>
                    <a:pt x="8689" y="929"/>
                    <a:pt x="8705" y="901"/>
                  </a:cubicBezTo>
                  <a:lnTo>
                    <a:pt x="8737" y="844"/>
                  </a:lnTo>
                  <a:cubicBezTo>
                    <a:pt x="8737" y="901"/>
                    <a:pt x="8770" y="966"/>
                    <a:pt x="8802" y="966"/>
                  </a:cubicBezTo>
                  <a:cubicBezTo>
                    <a:pt x="8843" y="966"/>
                    <a:pt x="8843" y="966"/>
                    <a:pt x="8843" y="901"/>
                  </a:cubicBezTo>
                  <a:cubicBezTo>
                    <a:pt x="8802" y="844"/>
                    <a:pt x="8843" y="844"/>
                    <a:pt x="8875" y="844"/>
                  </a:cubicBezTo>
                  <a:cubicBezTo>
                    <a:pt x="8908" y="844"/>
                    <a:pt x="8940" y="901"/>
                    <a:pt x="8940" y="966"/>
                  </a:cubicBezTo>
                  <a:lnTo>
                    <a:pt x="8972" y="966"/>
                  </a:lnTo>
                  <a:cubicBezTo>
                    <a:pt x="8972" y="896"/>
                    <a:pt x="8986" y="866"/>
                    <a:pt x="8997" y="866"/>
                  </a:cubicBezTo>
                  <a:cubicBezTo>
                    <a:pt x="9006" y="866"/>
                    <a:pt x="9013" y="882"/>
                    <a:pt x="9013" y="909"/>
                  </a:cubicBezTo>
                  <a:cubicBezTo>
                    <a:pt x="9027" y="944"/>
                    <a:pt x="9060" y="967"/>
                    <a:pt x="9095" y="967"/>
                  </a:cubicBezTo>
                  <a:cubicBezTo>
                    <a:pt x="9100" y="967"/>
                    <a:pt x="9105" y="967"/>
                    <a:pt x="9110" y="966"/>
                  </a:cubicBezTo>
                  <a:cubicBezTo>
                    <a:pt x="9110" y="947"/>
                    <a:pt x="9114" y="941"/>
                    <a:pt x="9117" y="941"/>
                  </a:cubicBezTo>
                  <a:cubicBezTo>
                    <a:pt x="9125" y="941"/>
                    <a:pt x="9132" y="966"/>
                    <a:pt x="9110" y="966"/>
                  </a:cubicBezTo>
                  <a:lnTo>
                    <a:pt x="9110" y="1023"/>
                  </a:lnTo>
                  <a:cubicBezTo>
                    <a:pt x="9120" y="1042"/>
                    <a:pt x="9127" y="1050"/>
                    <a:pt x="9131" y="1050"/>
                  </a:cubicBezTo>
                  <a:cubicBezTo>
                    <a:pt x="9143" y="1050"/>
                    <a:pt x="9143" y="1006"/>
                    <a:pt x="9143" y="966"/>
                  </a:cubicBezTo>
                  <a:lnTo>
                    <a:pt x="9216" y="966"/>
                  </a:lnTo>
                  <a:cubicBezTo>
                    <a:pt x="9248" y="966"/>
                    <a:pt x="9280" y="966"/>
                    <a:pt x="9248" y="909"/>
                  </a:cubicBezTo>
                  <a:cubicBezTo>
                    <a:pt x="9248" y="844"/>
                    <a:pt x="9248" y="787"/>
                    <a:pt x="9280" y="787"/>
                  </a:cubicBezTo>
                  <a:cubicBezTo>
                    <a:pt x="9280" y="769"/>
                    <a:pt x="9284" y="762"/>
                    <a:pt x="9288" y="762"/>
                  </a:cubicBezTo>
                  <a:cubicBezTo>
                    <a:pt x="9295" y="762"/>
                    <a:pt x="9302" y="787"/>
                    <a:pt x="9280" y="787"/>
                  </a:cubicBezTo>
                  <a:cubicBezTo>
                    <a:pt x="9280" y="852"/>
                    <a:pt x="9280" y="909"/>
                    <a:pt x="9313" y="909"/>
                  </a:cubicBezTo>
                  <a:cubicBezTo>
                    <a:pt x="9345" y="909"/>
                    <a:pt x="9345" y="966"/>
                    <a:pt x="9345" y="966"/>
                  </a:cubicBezTo>
                  <a:cubicBezTo>
                    <a:pt x="9331" y="1019"/>
                    <a:pt x="9349" y="1038"/>
                    <a:pt x="9377" y="1038"/>
                  </a:cubicBezTo>
                  <a:cubicBezTo>
                    <a:pt x="9413" y="1038"/>
                    <a:pt x="9465" y="1006"/>
                    <a:pt x="9483" y="974"/>
                  </a:cubicBezTo>
                  <a:cubicBezTo>
                    <a:pt x="9520" y="913"/>
                    <a:pt x="9546" y="883"/>
                    <a:pt x="9563" y="883"/>
                  </a:cubicBezTo>
                  <a:cubicBezTo>
                    <a:pt x="9580" y="883"/>
                    <a:pt x="9589" y="913"/>
                    <a:pt x="9589" y="974"/>
                  </a:cubicBezTo>
                  <a:cubicBezTo>
                    <a:pt x="9589" y="1008"/>
                    <a:pt x="9594" y="1023"/>
                    <a:pt x="9602" y="1023"/>
                  </a:cubicBezTo>
                  <a:cubicBezTo>
                    <a:pt x="9622" y="1023"/>
                    <a:pt x="9663" y="924"/>
                    <a:pt x="9686" y="796"/>
                  </a:cubicBezTo>
                  <a:lnTo>
                    <a:pt x="9726" y="617"/>
                  </a:lnTo>
                  <a:lnTo>
                    <a:pt x="9726" y="796"/>
                  </a:lnTo>
                  <a:cubicBezTo>
                    <a:pt x="9745" y="938"/>
                    <a:pt x="9753" y="997"/>
                    <a:pt x="9776" y="997"/>
                  </a:cubicBezTo>
                  <a:cubicBezTo>
                    <a:pt x="9792" y="997"/>
                    <a:pt x="9816" y="968"/>
                    <a:pt x="9856" y="917"/>
                  </a:cubicBezTo>
                  <a:cubicBezTo>
                    <a:pt x="9893" y="889"/>
                    <a:pt x="9911" y="875"/>
                    <a:pt x="9920" y="875"/>
                  </a:cubicBezTo>
                  <a:cubicBezTo>
                    <a:pt x="9929" y="875"/>
                    <a:pt x="9929" y="889"/>
                    <a:pt x="9929" y="917"/>
                  </a:cubicBezTo>
                  <a:cubicBezTo>
                    <a:pt x="9929" y="974"/>
                    <a:pt x="9962" y="974"/>
                    <a:pt x="10067" y="982"/>
                  </a:cubicBezTo>
                  <a:cubicBezTo>
                    <a:pt x="10164" y="982"/>
                    <a:pt x="10197" y="982"/>
                    <a:pt x="10197" y="917"/>
                  </a:cubicBezTo>
                  <a:lnTo>
                    <a:pt x="10270" y="925"/>
                  </a:lnTo>
                  <a:cubicBezTo>
                    <a:pt x="10282" y="968"/>
                    <a:pt x="10299" y="987"/>
                    <a:pt x="10313" y="987"/>
                  </a:cubicBezTo>
                  <a:cubicBezTo>
                    <a:pt x="10337" y="987"/>
                    <a:pt x="10355" y="936"/>
                    <a:pt x="10334" y="860"/>
                  </a:cubicBezTo>
                  <a:lnTo>
                    <a:pt x="10407" y="860"/>
                  </a:lnTo>
                  <a:lnTo>
                    <a:pt x="10407" y="925"/>
                  </a:lnTo>
                  <a:cubicBezTo>
                    <a:pt x="10407" y="982"/>
                    <a:pt x="10472" y="982"/>
                    <a:pt x="10740" y="990"/>
                  </a:cubicBezTo>
                  <a:cubicBezTo>
                    <a:pt x="11048" y="990"/>
                    <a:pt x="11080" y="990"/>
                    <a:pt x="11080" y="877"/>
                  </a:cubicBezTo>
                  <a:cubicBezTo>
                    <a:pt x="11101" y="816"/>
                    <a:pt x="11119" y="785"/>
                    <a:pt x="11132" y="785"/>
                  </a:cubicBezTo>
                  <a:cubicBezTo>
                    <a:pt x="11145" y="785"/>
                    <a:pt x="11153" y="816"/>
                    <a:pt x="11153" y="877"/>
                  </a:cubicBezTo>
                  <a:cubicBezTo>
                    <a:pt x="11153" y="917"/>
                    <a:pt x="11170" y="957"/>
                    <a:pt x="11179" y="957"/>
                  </a:cubicBezTo>
                  <a:cubicBezTo>
                    <a:pt x="11183" y="957"/>
                    <a:pt x="11186" y="950"/>
                    <a:pt x="11186" y="933"/>
                  </a:cubicBezTo>
                  <a:cubicBezTo>
                    <a:pt x="11226" y="933"/>
                    <a:pt x="11267" y="958"/>
                    <a:pt x="11283" y="998"/>
                  </a:cubicBezTo>
                  <a:cubicBezTo>
                    <a:pt x="11327" y="1049"/>
                    <a:pt x="11358" y="1067"/>
                    <a:pt x="11380" y="1067"/>
                  </a:cubicBezTo>
                  <a:cubicBezTo>
                    <a:pt x="11410" y="1067"/>
                    <a:pt x="11421" y="1031"/>
                    <a:pt x="11421" y="998"/>
                  </a:cubicBezTo>
                  <a:cubicBezTo>
                    <a:pt x="11407" y="946"/>
                    <a:pt x="11405" y="927"/>
                    <a:pt x="11410" y="927"/>
                  </a:cubicBezTo>
                  <a:cubicBezTo>
                    <a:pt x="11416" y="927"/>
                    <a:pt x="11435" y="961"/>
                    <a:pt x="11453" y="998"/>
                  </a:cubicBezTo>
                  <a:cubicBezTo>
                    <a:pt x="11482" y="1038"/>
                    <a:pt x="11506" y="1082"/>
                    <a:pt x="11518" y="1082"/>
                  </a:cubicBezTo>
                  <a:cubicBezTo>
                    <a:pt x="11523" y="1082"/>
                    <a:pt x="11526" y="1074"/>
                    <a:pt x="11526" y="1055"/>
                  </a:cubicBezTo>
                  <a:cubicBezTo>
                    <a:pt x="11545" y="1023"/>
                    <a:pt x="11617" y="991"/>
                    <a:pt x="11677" y="991"/>
                  </a:cubicBezTo>
                  <a:cubicBezTo>
                    <a:pt x="11723" y="991"/>
                    <a:pt x="11761" y="1010"/>
                    <a:pt x="11761" y="1063"/>
                  </a:cubicBezTo>
                  <a:lnTo>
                    <a:pt x="11834" y="1063"/>
                  </a:lnTo>
                  <a:cubicBezTo>
                    <a:pt x="11834" y="1011"/>
                    <a:pt x="11876" y="1006"/>
                    <a:pt x="11926" y="1006"/>
                  </a:cubicBezTo>
                  <a:cubicBezTo>
                    <a:pt x="11938" y="1006"/>
                    <a:pt x="11951" y="1006"/>
                    <a:pt x="11964" y="1006"/>
                  </a:cubicBezTo>
                  <a:cubicBezTo>
                    <a:pt x="12037" y="1006"/>
                    <a:pt x="12070" y="1006"/>
                    <a:pt x="12070" y="1063"/>
                  </a:cubicBezTo>
                  <a:cubicBezTo>
                    <a:pt x="12053" y="1092"/>
                    <a:pt x="12053" y="1109"/>
                    <a:pt x="12067" y="1109"/>
                  </a:cubicBezTo>
                  <a:cubicBezTo>
                    <a:pt x="12079" y="1109"/>
                    <a:pt x="12103" y="1094"/>
                    <a:pt x="12134" y="1063"/>
                  </a:cubicBezTo>
                  <a:cubicBezTo>
                    <a:pt x="12167" y="1063"/>
                    <a:pt x="12207" y="950"/>
                    <a:pt x="12240" y="950"/>
                  </a:cubicBezTo>
                  <a:cubicBezTo>
                    <a:pt x="12240" y="885"/>
                    <a:pt x="12272" y="828"/>
                    <a:pt x="12305" y="828"/>
                  </a:cubicBezTo>
                  <a:lnTo>
                    <a:pt x="12305" y="885"/>
                  </a:lnTo>
                  <a:lnTo>
                    <a:pt x="12305" y="1006"/>
                  </a:lnTo>
                  <a:cubicBezTo>
                    <a:pt x="12345" y="1006"/>
                    <a:pt x="12378" y="1006"/>
                    <a:pt x="12378" y="950"/>
                  </a:cubicBezTo>
                  <a:cubicBezTo>
                    <a:pt x="12410" y="1006"/>
                    <a:pt x="12443" y="1006"/>
                    <a:pt x="12507" y="1006"/>
                  </a:cubicBezTo>
                  <a:cubicBezTo>
                    <a:pt x="12526" y="1008"/>
                    <a:pt x="12545" y="1010"/>
                    <a:pt x="12562" y="1010"/>
                  </a:cubicBezTo>
                  <a:cubicBezTo>
                    <a:pt x="12612" y="1010"/>
                    <a:pt x="12654" y="998"/>
                    <a:pt x="12678" y="950"/>
                  </a:cubicBezTo>
                  <a:cubicBezTo>
                    <a:pt x="12707" y="1011"/>
                    <a:pt x="12765" y="1042"/>
                    <a:pt x="12821" y="1042"/>
                  </a:cubicBezTo>
                  <a:cubicBezTo>
                    <a:pt x="12876" y="1042"/>
                    <a:pt x="12929" y="1013"/>
                    <a:pt x="12953" y="958"/>
                  </a:cubicBezTo>
                  <a:cubicBezTo>
                    <a:pt x="12953" y="926"/>
                    <a:pt x="12961" y="912"/>
                    <a:pt x="12972" y="912"/>
                  </a:cubicBezTo>
                  <a:cubicBezTo>
                    <a:pt x="12985" y="912"/>
                    <a:pt x="13001" y="928"/>
                    <a:pt x="13018" y="958"/>
                  </a:cubicBezTo>
                  <a:cubicBezTo>
                    <a:pt x="13038" y="986"/>
                    <a:pt x="13049" y="1000"/>
                    <a:pt x="13058" y="1000"/>
                  </a:cubicBezTo>
                  <a:cubicBezTo>
                    <a:pt x="13067" y="1000"/>
                    <a:pt x="13075" y="986"/>
                    <a:pt x="13091" y="958"/>
                  </a:cubicBezTo>
                  <a:cubicBezTo>
                    <a:pt x="13100" y="941"/>
                    <a:pt x="13110" y="934"/>
                    <a:pt x="13119" y="934"/>
                  </a:cubicBezTo>
                  <a:cubicBezTo>
                    <a:pt x="13142" y="934"/>
                    <a:pt x="13165" y="976"/>
                    <a:pt x="13188" y="1023"/>
                  </a:cubicBezTo>
                  <a:cubicBezTo>
                    <a:pt x="13207" y="1089"/>
                    <a:pt x="13229" y="1117"/>
                    <a:pt x="13251" y="1117"/>
                  </a:cubicBezTo>
                  <a:cubicBezTo>
                    <a:pt x="13266" y="1117"/>
                    <a:pt x="13280" y="1103"/>
                    <a:pt x="13294" y="1079"/>
                  </a:cubicBezTo>
                  <a:cubicBezTo>
                    <a:pt x="13336" y="1044"/>
                    <a:pt x="13385" y="1021"/>
                    <a:pt x="13439" y="1021"/>
                  </a:cubicBezTo>
                  <a:cubicBezTo>
                    <a:pt x="13447" y="1021"/>
                    <a:pt x="13456" y="1022"/>
                    <a:pt x="13464" y="1023"/>
                  </a:cubicBezTo>
                  <a:cubicBezTo>
                    <a:pt x="13529" y="966"/>
                    <a:pt x="13561" y="966"/>
                    <a:pt x="13529" y="901"/>
                  </a:cubicBezTo>
                  <a:cubicBezTo>
                    <a:pt x="13537" y="860"/>
                    <a:pt x="13545" y="820"/>
                    <a:pt x="13569" y="787"/>
                  </a:cubicBezTo>
                  <a:cubicBezTo>
                    <a:pt x="13591" y="766"/>
                    <a:pt x="13606" y="759"/>
                    <a:pt x="13614" y="759"/>
                  </a:cubicBezTo>
                  <a:cubicBezTo>
                    <a:pt x="13631" y="759"/>
                    <a:pt x="13624" y="787"/>
                    <a:pt x="13602" y="787"/>
                  </a:cubicBezTo>
                  <a:cubicBezTo>
                    <a:pt x="13529" y="844"/>
                    <a:pt x="13561" y="844"/>
                    <a:pt x="13602" y="901"/>
                  </a:cubicBezTo>
                  <a:cubicBezTo>
                    <a:pt x="13623" y="943"/>
                    <a:pt x="13669" y="967"/>
                    <a:pt x="13713" y="967"/>
                  </a:cubicBezTo>
                  <a:cubicBezTo>
                    <a:pt x="13719" y="967"/>
                    <a:pt x="13725" y="967"/>
                    <a:pt x="13732" y="966"/>
                  </a:cubicBezTo>
                  <a:lnTo>
                    <a:pt x="13869" y="966"/>
                  </a:lnTo>
                  <a:cubicBezTo>
                    <a:pt x="13922" y="998"/>
                    <a:pt x="13957" y="1014"/>
                    <a:pt x="13978" y="1014"/>
                  </a:cubicBezTo>
                  <a:cubicBezTo>
                    <a:pt x="13999" y="1014"/>
                    <a:pt x="14007" y="998"/>
                    <a:pt x="14007" y="966"/>
                  </a:cubicBezTo>
                  <a:cubicBezTo>
                    <a:pt x="14007" y="942"/>
                    <a:pt x="14007" y="923"/>
                    <a:pt x="14007" y="909"/>
                  </a:cubicBezTo>
                  <a:cubicBezTo>
                    <a:pt x="14024" y="971"/>
                    <a:pt x="14128" y="1001"/>
                    <a:pt x="14233" y="1001"/>
                  </a:cubicBezTo>
                  <a:cubicBezTo>
                    <a:pt x="14333" y="1001"/>
                    <a:pt x="14433" y="973"/>
                    <a:pt x="14453" y="917"/>
                  </a:cubicBezTo>
                  <a:lnTo>
                    <a:pt x="14453" y="974"/>
                  </a:lnTo>
                  <a:cubicBezTo>
                    <a:pt x="14453" y="1039"/>
                    <a:pt x="14486" y="1039"/>
                    <a:pt x="14551" y="1039"/>
                  </a:cubicBezTo>
                  <a:cubicBezTo>
                    <a:pt x="14640" y="1006"/>
                    <a:pt x="14729" y="990"/>
                    <a:pt x="14826" y="982"/>
                  </a:cubicBezTo>
                  <a:cubicBezTo>
                    <a:pt x="14956" y="982"/>
                    <a:pt x="15061" y="982"/>
                    <a:pt x="15061" y="925"/>
                  </a:cubicBezTo>
                  <a:cubicBezTo>
                    <a:pt x="15094" y="925"/>
                    <a:pt x="15094" y="925"/>
                    <a:pt x="15094" y="982"/>
                  </a:cubicBezTo>
                  <a:cubicBezTo>
                    <a:pt x="15061" y="1047"/>
                    <a:pt x="15094" y="1047"/>
                    <a:pt x="15126" y="1047"/>
                  </a:cubicBezTo>
                  <a:cubicBezTo>
                    <a:pt x="15159" y="1047"/>
                    <a:pt x="15167" y="982"/>
                    <a:pt x="15167" y="925"/>
                  </a:cubicBezTo>
                  <a:cubicBezTo>
                    <a:pt x="15167" y="897"/>
                    <a:pt x="15175" y="883"/>
                    <a:pt x="15191" y="883"/>
                  </a:cubicBezTo>
                  <a:cubicBezTo>
                    <a:pt x="15207" y="883"/>
                    <a:pt x="15232" y="897"/>
                    <a:pt x="15264" y="925"/>
                  </a:cubicBezTo>
                  <a:cubicBezTo>
                    <a:pt x="15306" y="959"/>
                    <a:pt x="15356" y="975"/>
                    <a:pt x="15407" y="975"/>
                  </a:cubicBezTo>
                  <a:cubicBezTo>
                    <a:pt x="15454" y="975"/>
                    <a:pt x="15500" y="961"/>
                    <a:pt x="15540" y="933"/>
                  </a:cubicBezTo>
                  <a:cubicBezTo>
                    <a:pt x="15572" y="933"/>
                    <a:pt x="15605" y="933"/>
                    <a:pt x="15605" y="990"/>
                  </a:cubicBezTo>
                  <a:cubicBezTo>
                    <a:pt x="15623" y="1023"/>
                    <a:pt x="15656" y="1059"/>
                    <a:pt x="15693" y="1059"/>
                  </a:cubicBezTo>
                  <a:cubicBezTo>
                    <a:pt x="15719" y="1059"/>
                    <a:pt x="15748" y="1041"/>
                    <a:pt x="15775" y="990"/>
                  </a:cubicBezTo>
                  <a:cubicBezTo>
                    <a:pt x="15807" y="990"/>
                    <a:pt x="15807" y="990"/>
                    <a:pt x="15807" y="1055"/>
                  </a:cubicBezTo>
                  <a:cubicBezTo>
                    <a:pt x="15826" y="1088"/>
                    <a:pt x="15834" y="1124"/>
                    <a:pt x="15845" y="1124"/>
                  </a:cubicBezTo>
                  <a:cubicBezTo>
                    <a:pt x="15853" y="1124"/>
                    <a:pt x="15863" y="1106"/>
                    <a:pt x="15880" y="1055"/>
                  </a:cubicBezTo>
                  <a:cubicBezTo>
                    <a:pt x="15913" y="1027"/>
                    <a:pt x="15955" y="1012"/>
                    <a:pt x="15998" y="1012"/>
                  </a:cubicBezTo>
                  <a:cubicBezTo>
                    <a:pt x="16040" y="1012"/>
                    <a:pt x="16083" y="1027"/>
                    <a:pt x="16115" y="1055"/>
                  </a:cubicBezTo>
                  <a:cubicBezTo>
                    <a:pt x="16148" y="1055"/>
                    <a:pt x="16180" y="1055"/>
                    <a:pt x="16180" y="998"/>
                  </a:cubicBezTo>
                  <a:cubicBezTo>
                    <a:pt x="16180" y="978"/>
                    <a:pt x="16180" y="957"/>
                    <a:pt x="16180" y="941"/>
                  </a:cubicBezTo>
                  <a:cubicBezTo>
                    <a:pt x="16200" y="998"/>
                    <a:pt x="16211" y="1027"/>
                    <a:pt x="16220" y="1027"/>
                  </a:cubicBezTo>
                  <a:cubicBezTo>
                    <a:pt x="16229" y="1027"/>
                    <a:pt x="16237" y="998"/>
                    <a:pt x="16253" y="941"/>
                  </a:cubicBezTo>
                  <a:cubicBezTo>
                    <a:pt x="16253" y="909"/>
                    <a:pt x="16261" y="893"/>
                    <a:pt x="16269" y="893"/>
                  </a:cubicBezTo>
                  <a:cubicBezTo>
                    <a:pt x="16277" y="893"/>
                    <a:pt x="16286" y="909"/>
                    <a:pt x="16286" y="941"/>
                  </a:cubicBezTo>
                  <a:cubicBezTo>
                    <a:pt x="16318" y="998"/>
                    <a:pt x="16350" y="998"/>
                    <a:pt x="16350" y="998"/>
                  </a:cubicBezTo>
                  <a:cubicBezTo>
                    <a:pt x="16472" y="974"/>
                    <a:pt x="16602" y="950"/>
                    <a:pt x="16723" y="941"/>
                  </a:cubicBezTo>
                  <a:cubicBezTo>
                    <a:pt x="16799" y="944"/>
                    <a:pt x="16862" y="945"/>
                    <a:pt x="16913" y="945"/>
                  </a:cubicBezTo>
                  <a:cubicBezTo>
                    <a:pt x="17049" y="945"/>
                    <a:pt x="17104" y="934"/>
                    <a:pt x="17104" y="893"/>
                  </a:cubicBezTo>
                  <a:cubicBezTo>
                    <a:pt x="17121" y="860"/>
                    <a:pt x="17129" y="844"/>
                    <a:pt x="17137" y="844"/>
                  </a:cubicBezTo>
                  <a:cubicBezTo>
                    <a:pt x="17145" y="844"/>
                    <a:pt x="17153" y="860"/>
                    <a:pt x="17169" y="893"/>
                  </a:cubicBezTo>
                  <a:cubicBezTo>
                    <a:pt x="17183" y="928"/>
                    <a:pt x="17216" y="951"/>
                    <a:pt x="17256" y="951"/>
                  </a:cubicBezTo>
                  <a:cubicBezTo>
                    <a:pt x="17262" y="951"/>
                    <a:pt x="17268" y="951"/>
                    <a:pt x="17275" y="950"/>
                  </a:cubicBezTo>
                  <a:cubicBezTo>
                    <a:pt x="17307" y="950"/>
                    <a:pt x="17340" y="950"/>
                    <a:pt x="17340" y="1014"/>
                  </a:cubicBezTo>
                  <a:cubicBezTo>
                    <a:pt x="17364" y="967"/>
                    <a:pt x="17370" y="954"/>
                    <a:pt x="17385" y="954"/>
                  </a:cubicBezTo>
                  <a:cubicBezTo>
                    <a:pt x="17390" y="954"/>
                    <a:pt x="17396" y="956"/>
                    <a:pt x="17404" y="958"/>
                  </a:cubicBezTo>
                  <a:cubicBezTo>
                    <a:pt x="17404" y="986"/>
                    <a:pt x="17413" y="1000"/>
                    <a:pt x="17426" y="1000"/>
                  </a:cubicBezTo>
                  <a:cubicBezTo>
                    <a:pt x="17439" y="1000"/>
                    <a:pt x="17457" y="986"/>
                    <a:pt x="17477" y="958"/>
                  </a:cubicBezTo>
                  <a:cubicBezTo>
                    <a:pt x="17494" y="897"/>
                    <a:pt x="17502" y="866"/>
                    <a:pt x="17506" y="866"/>
                  </a:cubicBezTo>
                  <a:cubicBezTo>
                    <a:pt x="17510" y="866"/>
                    <a:pt x="17510" y="897"/>
                    <a:pt x="17510" y="958"/>
                  </a:cubicBezTo>
                  <a:cubicBezTo>
                    <a:pt x="17510" y="998"/>
                    <a:pt x="17558" y="1042"/>
                    <a:pt x="17575" y="1042"/>
                  </a:cubicBezTo>
                  <a:cubicBezTo>
                    <a:pt x="17583" y="1042"/>
                    <a:pt x="17584" y="1034"/>
                    <a:pt x="17575" y="1014"/>
                  </a:cubicBezTo>
                  <a:cubicBezTo>
                    <a:pt x="17575" y="958"/>
                    <a:pt x="17648" y="958"/>
                    <a:pt x="17680" y="901"/>
                  </a:cubicBezTo>
                  <a:cubicBezTo>
                    <a:pt x="17713" y="901"/>
                    <a:pt x="17745" y="901"/>
                    <a:pt x="17745" y="958"/>
                  </a:cubicBezTo>
                  <a:cubicBezTo>
                    <a:pt x="17754" y="974"/>
                    <a:pt x="17776" y="981"/>
                    <a:pt x="17802" y="981"/>
                  </a:cubicBezTo>
                  <a:cubicBezTo>
                    <a:pt x="17866" y="981"/>
                    <a:pt x="17960" y="941"/>
                    <a:pt x="17988" y="901"/>
                  </a:cubicBezTo>
                  <a:cubicBezTo>
                    <a:pt x="17988" y="873"/>
                    <a:pt x="17996" y="858"/>
                    <a:pt x="18004" y="858"/>
                  </a:cubicBezTo>
                  <a:cubicBezTo>
                    <a:pt x="18013" y="858"/>
                    <a:pt x="18021" y="873"/>
                    <a:pt x="18021" y="901"/>
                  </a:cubicBezTo>
                  <a:cubicBezTo>
                    <a:pt x="18021" y="958"/>
                    <a:pt x="18053" y="966"/>
                    <a:pt x="18086" y="966"/>
                  </a:cubicBezTo>
                  <a:cubicBezTo>
                    <a:pt x="18095" y="947"/>
                    <a:pt x="18102" y="939"/>
                    <a:pt x="18107" y="939"/>
                  </a:cubicBezTo>
                  <a:cubicBezTo>
                    <a:pt x="18118" y="939"/>
                    <a:pt x="18118" y="983"/>
                    <a:pt x="18118" y="1023"/>
                  </a:cubicBezTo>
                  <a:cubicBezTo>
                    <a:pt x="18086" y="1079"/>
                    <a:pt x="18118" y="1079"/>
                    <a:pt x="18191" y="1079"/>
                  </a:cubicBezTo>
                  <a:cubicBezTo>
                    <a:pt x="18214" y="1038"/>
                    <a:pt x="18293" y="1027"/>
                    <a:pt x="18372" y="1027"/>
                  </a:cubicBezTo>
                  <a:cubicBezTo>
                    <a:pt x="18402" y="1027"/>
                    <a:pt x="18432" y="1028"/>
                    <a:pt x="18458" y="1031"/>
                  </a:cubicBezTo>
                  <a:cubicBezTo>
                    <a:pt x="18629" y="1031"/>
                    <a:pt x="18661" y="966"/>
                    <a:pt x="18734" y="852"/>
                  </a:cubicBezTo>
                  <a:lnTo>
                    <a:pt x="18767" y="731"/>
                  </a:lnTo>
                  <a:lnTo>
                    <a:pt x="18767" y="852"/>
                  </a:lnTo>
                  <a:cubicBezTo>
                    <a:pt x="18775" y="909"/>
                    <a:pt x="18783" y="974"/>
                    <a:pt x="18799" y="1031"/>
                  </a:cubicBezTo>
                  <a:cubicBezTo>
                    <a:pt x="18831" y="1031"/>
                    <a:pt x="18831" y="974"/>
                    <a:pt x="18840" y="909"/>
                  </a:cubicBezTo>
                  <a:cubicBezTo>
                    <a:pt x="18840" y="882"/>
                    <a:pt x="18847" y="867"/>
                    <a:pt x="18862" y="867"/>
                  </a:cubicBezTo>
                  <a:cubicBezTo>
                    <a:pt x="18878" y="867"/>
                    <a:pt x="18903" y="884"/>
                    <a:pt x="18937" y="917"/>
                  </a:cubicBezTo>
                  <a:cubicBezTo>
                    <a:pt x="18969" y="946"/>
                    <a:pt x="18996" y="960"/>
                    <a:pt x="19018" y="960"/>
                  </a:cubicBezTo>
                  <a:cubicBezTo>
                    <a:pt x="19040" y="960"/>
                    <a:pt x="19058" y="946"/>
                    <a:pt x="19075" y="917"/>
                  </a:cubicBezTo>
                  <a:cubicBezTo>
                    <a:pt x="19080" y="916"/>
                    <a:pt x="19085" y="916"/>
                    <a:pt x="19090" y="916"/>
                  </a:cubicBezTo>
                  <a:cubicBezTo>
                    <a:pt x="19125" y="916"/>
                    <a:pt x="19158" y="939"/>
                    <a:pt x="19172" y="974"/>
                  </a:cubicBezTo>
                  <a:cubicBezTo>
                    <a:pt x="19212" y="974"/>
                    <a:pt x="19212" y="974"/>
                    <a:pt x="19212" y="917"/>
                  </a:cubicBezTo>
                  <a:cubicBezTo>
                    <a:pt x="19212" y="889"/>
                    <a:pt x="19221" y="875"/>
                    <a:pt x="19233" y="875"/>
                  </a:cubicBezTo>
                  <a:cubicBezTo>
                    <a:pt x="19245" y="875"/>
                    <a:pt x="19261" y="889"/>
                    <a:pt x="19277" y="917"/>
                  </a:cubicBezTo>
                  <a:cubicBezTo>
                    <a:pt x="19297" y="989"/>
                    <a:pt x="19342" y="1019"/>
                    <a:pt x="19375" y="1019"/>
                  </a:cubicBezTo>
                  <a:cubicBezTo>
                    <a:pt x="19398" y="1019"/>
                    <a:pt x="19415" y="1005"/>
                    <a:pt x="19415" y="982"/>
                  </a:cubicBezTo>
                  <a:cubicBezTo>
                    <a:pt x="19415" y="917"/>
                    <a:pt x="19448" y="917"/>
                    <a:pt x="19480" y="917"/>
                  </a:cubicBezTo>
                  <a:cubicBezTo>
                    <a:pt x="19486" y="918"/>
                    <a:pt x="19492" y="919"/>
                    <a:pt x="19498" y="919"/>
                  </a:cubicBezTo>
                  <a:cubicBezTo>
                    <a:pt x="19539" y="919"/>
                    <a:pt x="19571" y="896"/>
                    <a:pt x="19585" y="860"/>
                  </a:cubicBezTo>
                  <a:lnTo>
                    <a:pt x="19650" y="860"/>
                  </a:lnTo>
                  <a:cubicBezTo>
                    <a:pt x="19683" y="860"/>
                    <a:pt x="19650" y="925"/>
                    <a:pt x="19618" y="925"/>
                  </a:cubicBezTo>
                  <a:lnTo>
                    <a:pt x="19650" y="982"/>
                  </a:lnTo>
                  <a:cubicBezTo>
                    <a:pt x="19715" y="982"/>
                    <a:pt x="19756" y="982"/>
                    <a:pt x="19788" y="925"/>
                  </a:cubicBezTo>
                  <a:cubicBezTo>
                    <a:pt x="19804" y="864"/>
                    <a:pt x="19812" y="834"/>
                    <a:pt x="19817" y="834"/>
                  </a:cubicBezTo>
                  <a:cubicBezTo>
                    <a:pt x="19821" y="834"/>
                    <a:pt x="19821" y="864"/>
                    <a:pt x="19821" y="925"/>
                  </a:cubicBezTo>
                  <a:cubicBezTo>
                    <a:pt x="19821" y="965"/>
                    <a:pt x="19837" y="1009"/>
                    <a:pt x="19857" y="1009"/>
                  </a:cubicBezTo>
                  <a:cubicBezTo>
                    <a:pt x="19866" y="1009"/>
                    <a:pt x="19876" y="1001"/>
                    <a:pt x="19885" y="982"/>
                  </a:cubicBezTo>
                  <a:cubicBezTo>
                    <a:pt x="19903" y="934"/>
                    <a:pt x="19918" y="916"/>
                    <a:pt x="19931" y="916"/>
                  </a:cubicBezTo>
                  <a:cubicBezTo>
                    <a:pt x="19948" y="916"/>
                    <a:pt x="19958" y="949"/>
                    <a:pt x="19958" y="982"/>
                  </a:cubicBezTo>
                  <a:cubicBezTo>
                    <a:pt x="19942" y="1044"/>
                    <a:pt x="19934" y="1074"/>
                    <a:pt x="19947" y="1074"/>
                  </a:cubicBezTo>
                  <a:cubicBezTo>
                    <a:pt x="19960" y="1074"/>
                    <a:pt x="19992" y="1046"/>
                    <a:pt x="20056" y="990"/>
                  </a:cubicBezTo>
                  <a:cubicBezTo>
                    <a:pt x="20129" y="990"/>
                    <a:pt x="20267" y="933"/>
                    <a:pt x="20364" y="933"/>
                  </a:cubicBezTo>
                  <a:cubicBezTo>
                    <a:pt x="20502" y="933"/>
                    <a:pt x="20566" y="933"/>
                    <a:pt x="20607" y="998"/>
                  </a:cubicBezTo>
                  <a:cubicBezTo>
                    <a:pt x="20605" y="1021"/>
                    <a:pt x="20606" y="1039"/>
                    <a:pt x="20607" y="1053"/>
                  </a:cubicBezTo>
                  <a:lnTo>
                    <a:pt x="20607" y="1053"/>
                  </a:lnTo>
                  <a:cubicBezTo>
                    <a:pt x="20607" y="933"/>
                    <a:pt x="20640" y="933"/>
                    <a:pt x="20737" y="933"/>
                  </a:cubicBezTo>
                  <a:cubicBezTo>
                    <a:pt x="20762" y="953"/>
                    <a:pt x="20790" y="962"/>
                    <a:pt x="20818" y="962"/>
                  </a:cubicBezTo>
                  <a:cubicBezTo>
                    <a:pt x="20870" y="962"/>
                    <a:pt x="20921" y="930"/>
                    <a:pt x="20948" y="877"/>
                  </a:cubicBezTo>
                  <a:lnTo>
                    <a:pt x="20875" y="877"/>
                  </a:lnTo>
                  <a:cubicBezTo>
                    <a:pt x="20875" y="807"/>
                    <a:pt x="20885" y="780"/>
                    <a:pt x="20908" y="780"/>
                  </a:cubicBezTo>
                  <a:cubicBezTo>
                    <a:pt x="20925" y="780"/>
                    <a:pt x="20949" y="795"/>
                    <a:pt x="20980" y="820"/>
                  </a:cubicBezTo>
                  <a:cubicBezTo>
                    <a:pt x="21012" y="820"/>
                    <a:pt x="21012" y="885"/>
                    <a:pt x="21012" y="941"/>
                  </a:cubicBezTo>
                  <a:cubicBezTo>
                    <a:pt x="21012" y="998"/>
                    <a:pt x="21045" y="1063"/>
                    <a:pt x="21077" y="1063"/>
                  </a:cubicBezTo>
                  <a:cubicBezTo>
                    <a:pt x="21110" y="1063"/>
                    <a:pt x="21150" y="1063"/>
                    <a:pt x="21110" y="998"/>
                  </a:cubicBezTo>
                  <a:cubicBezTo>
                    <a:pt x="21110" y="941"/>
                    <a:pt x="21110" y="941"/>
                    <a:pt x="21150" y="941"/>
                  </a:cubicBezTo>
                  <a:cubicBezTo>
                    <a:pt x="21155" y="943"/>
                    <a:pt x="21161" y="943"/>
                    <a:pt x="21166" y="943"/>
                  </a:cubicBezTo>
                  <a:cubicBezTo>
                    <a:pt x="21201" y="943"/>
                    <a:pt x="21233" y="920"/>
                    <a:pt x="21248" y="885"/>
                  </a:cubicBezTo>
                  <a:cubicBezTo>
                    <a:pt x="21248" y="833"/>
                    <a:pt x="21273" y="828"/>
                    <a:pt x="21300" y="828"/>
                  </a:cubicBezTo>
                  <a:cubicBezTo>
                    <a:pt x="21307" y="828"/>
                    <a:pt x="21314" y="828"/>
                    <a:pt x="21321" y="828"/>
                  </a:cubicBezTo>
                  <a:cubicBezTo>
                    <a:pt x="21337" y="860"/>
                    <a:pt x="21377" y="885"/>
                    <a:pt x="21418" y="885"/>
                  </a:cubicBezTo>
                  <a:lnTo>
                    <a:pt x="21418" y="941"/>
                  </a:lnTo>
                  <a:cubicBezTo>
                    <a:pt x="21418" y="990"/>
                    <a:pt x="21434" y="1031"/>
                    <a:pt x="21450" y="1063"/>
                  </a:cubicBezTo>
                  <a:cubicBezTo>
                    <a:pt x="21491" y="1063"/>
                    <a:pt x="21491" y="1006"/>
                    <a:pt x="21491" y="1006"/>
                  </a:cubicBezTo>
                  <a:cubicBezTo>
                    <a:pt x="21491" y="962"/>
                    <a:pt x="21981" y="957"/>
                    <a:pt x="22249" y="957"/>
                  </a:cubicBezTo>
                  <a:cubicBezTo>
                    <a:pt x="22325" y="957"/>
                    <a:pt x="22384" y="958"/>
                    <a:pt x="22407" y="958"/>
                  </a:cubicBezTo>
                  <a:cubicBezTo>
                    <a:pt x="22439" y="990"/>
                    <a:pt x="22482" y="1006"/>
                    <a:pt x="22512" y="1006"/>
                  </a:cubicBezTo>
                  <a:cubicBezTo>
                    <a:pt x="22543" y="1006"/>
                    <a:pt x="22561" y="990"/>
                    <a:pt x="22545" y="958"/>
                  </a:cubicBezTo>
                  <a:cubicBezTo>
                    <a:pt x="22545" y="901"/>
                    <a:pt x="22715" y="901"/>
                    <a:pt x="22918" y="901"/>
                  </a:cubicBezTo>
                  <a:cubicBezTo>
                    <a:pt x="22982" y="903"/>
                    <a:pt x="23042" y="905"/>
                    <a:pt x="23094" y="905"/>
                  </a:cubicBezTo>
                  <a:cubicBezTo>
                    <a:pt x="23233" y="905"/>
                    <a:pt x="23323" y="893"/>
                    <a:pt x="23323" y="852"/>
                  </a:cubicBezTo>
                  <a:lnTo>
                    <a:pt x="23429" y="852"/>
                  </a:lnTo>
                  <a:cubicBezTo>
                    <a:pt x="23493" y="852"/>
                    <a:pt x="23566" y="796"/>
                    <a:pt x="23599" y="796"/>
                  </a:cubicBezTo>
                  <a:cubicBezTo>
                    <a:pt x="23615" y="767"/>
                    <a:pt x="23631" y="753"/>
                    <a:pt x="23639" y="753"/>
                  </a:cubicBezTo>
                  <a:cubicBezTo>
                    <a:pt x="23647" y="753"/>
                    <a:pt x="23647" y="767"/>
                    <a:pt x="23631" y="796"/>
                  </a:cubicBezTo>
                  <a:cubicBezTo>
                    <a:pt x="23631" y="852"/>
                    <a:pt x="23631" y="917"/>
                    <a:pt x="23664" y="917"/>
                  </a:cubicBezTo>
                  <a:cubicBezTo>
                    <a:pt x="23729" y="917"/>
                    <a:pt x="23729" y="852"/>
                    <a:pt x="23729" y="796"/>
                  </a:cubicBezTo>
                  <a:cubicBezTo>
                    <a:pt x="23729" y="739"/>
                    <a:pt x="23769" y="739"/>
                    <a:pt x="23769" y="739"/>
                  </a:cubicBezTo>
                  <a:cubicBezTo>
                    <a:pt x="23801" y="739"/>
                    <a:pt x="23801" y="739"/>
                    <a:pt x="23801" y="796"/>
                  </a:cubicBezTo>
                  <a:cubicBezTo>
                    <a:pt x="23801" y="860"/>
                    <a:pt x="23801" y="917"/>
                    <a:pt x="23801" y="917"/>
                  </a:cubicBezTo>
                  <a:lnTo>
                    <a:pt x="23834" y="917"/>
                  </a:lnTo>
                  <a:cubicBezTo>
                    <a:pt x="23834" y="865"/>
                    <a:pt x="23855" y="860"/>
                    <a:pt x="23863" y="860"/>
                  </a:cubicBezTo>
                  <a:cubicBezTo>
                    <a:pt x="23865" y="860"/>
                    <a:pt x="23866" y="860"/>
                    <a:pt x="23866" y="860"/>
                  </a:cubicBezTo>
                  <a:cubicBezTo>
                    <a:pt x="23899" y="860"/>
                    <a:pt x="23899" y="860"/>
                    <a:pt x="23899" y="974"/>
                  </a:cubicBezTo>
                  <a:cubicBezTo>
                    <a:pt x="23899" y="1035"/>
                    <a:pt x="23909" y="1065"/>
                    <a:pt x="23923" y="1065"/>
                  </a:cubicBezTo>
                  <a:cubicBezTo>
                    <a:pt x="23937" y="1065"/>
                    <a:pt x="23956" y="1035"/>
                    <a:pt x="23972" y="974"/>
                  </a:cubicBezTo>
                  <a:lnTo>
                    <a:pt x="24037" y="917"/>
                  </a:lnTo>
                  <a:cubicBezTo>
                    <a:pt x="24047" y="955"/>
                    <a:pt x="24061" y="969"/>
                    <a:pt x="24076" y="969"/>
                  </a:cubicBezTo>
                  <a:cubicBezTo>
                    <a:pt x="24111" y="969"/>
                    <a:pt x="24152" y="899"/>
                    <a:pt x="24174" y="860"/>
                  </a:cubicBezTo>
                  <a:cubicBezTo>
                    <a:pt x="24191" y="921"/>
                    <a:pt x="24207" y="952"/>
                    <a:pt x="24224" y="952"/>
                  </a:cubicBezTo>
                  <a:cubicBezTo>
                    <a:pt x="24241" y="952"/>
                    <a:pt x="24260" y="921"/>
                    <a:pt x="24280" y="860"/>
                  </a:cubicBezTo>
                  <a:cubicBezTo>
                    <a:pt x="24280" y="832"/>
                    <a:pt x="24288" y="818"/>
                    <a:pt x="24300" y="818"/>
                  </a:cubicBezTo>
                  <a:cubicBezTo>
                    <a:pt x="24312" y="818"/>
                    <a:pt x="24328" y="832"/>
                    <a:pt x="24345" y="860"/>
                  </a:cubicBezTo>
                  <a:cubicBezTo>
                    <a:pt x="24377" y="925"/>
                    <a:pt x="24410" y="925"/>
                    <a:pt x="24483" y="925"/>
                  </a:cubicBezTo>
                  <a:cubicBezTo>
                    <a:pt x="24515" y="869"/>
                    <a:pt x="24750" y="869"/>
                    <a:pt x="25026" y="869"/>
                  </a:cubicBezTo>
                  <a:cubicBezTo>
                    <a:pt x="25110" y="871"/>
                    <a:pt x="25187" y="872"/>
                    <a:pt x="25253" y="872"/>
                  </a:cubicBezTo>
                  <a:cubicBezTo>
                    <a:pt x="25430" y="872"/>
                    <a:pt x="25537" y="861"/>
                    <a:pt x="25537" y="820"/>
                  </a:cubicBezTo>
                  <a:cubicBezTo>
                    <a:pt x="25569" y="820"/>
                    <a:pt x="25569" y="820"/>
                    <a:pt x="25601" y="877"/>
                  </a:cubicBezTo>
                  <a:cubicBezTo>
                    <a:pt x="25601" y="904"/>
                    <a:pt x="25607" y="920"/>
                    <a:pt x="25617" y="920"/>
                  </a:cubicBezTo>
                  <a:cubicBezTo>
                    <a:pt x="25630" y="920"/>
                    <a:pt x="25651" y="890"/>
                    <a:pt x="25674" y="820"/>
                  </a:cubicBezTo>
                  <a:cubicBezTo>
                    <a:pt x="25693" y="787"/>
                    <a:pt x="25701" y="751"/>
                    <a:pt x="25704" y="751"/>
                  </a:cubicBezTo>
                  <a:cubicBezTo>
                    <a:pt x="25707" y="751"/>
                    <a:pt x="25707" y="769"/>
                    <a:pt x="25707" y="820"/>
                  </a:cubicBezTo>
                  <a:cubicBezTo>
                    <a:pt x="25707" y="877"/>
                    <a:pt x="25772" y="885"/>
                    <a:pt x="25910" y="885"/>
                  </a:cubicBezTo>
                  <a:cubicBezTo>
                    <a:pt x="26007" y="885"/>
                    <a:pt x="26145" y="885"/>
                    <a:pt x="26145" y="828"/>
                  </a:cubicBezTo>
                  <a:cubicBezTo>
                    <a:pt x="26181" y="800"/>
                    <a:pt x="26199" y="785"/>
                    <a:pt x="26203" y="785"/>
                  </a:cubicBezTo>
                  <a:lnTo>
                    <a:pt x="26203" y="785"/>
                  </a:lnTo>
                  <a:cubicBezTo>
                    <a:pt x="26207" y="785"/>
                    <a:pt x="26197" y="800"/>
                    <a:pt x="26177" y="828"/>
                  </a:cubicBezTo>
                  <a:cubicBezTo>
                    <a:pt x="26157" y="904"/>
                    <a:pt x="26215" y="954"/>
                    <a:pt x="26288" y="954"/>
                  </a:cubicBezTo>
                  <a:cubicBezTo>
                    <a:pt x="26331" y="954"/>
                    <a:pt x="26381" y="936"/>
                    <a:pt x="26420" y="893"/>
                  </a:cubicBezTo>
                  <a:cubicBezTo>
                    <a:pt x="26453" y="893"/>
                    <a:pt x="26485" y="893"/>
                    <a:pt x="26485" y="950"/>
                  </a:cubicBezTo>
                  <a:cubicBezTo>
                    <a:pt x="26550" y="950"/>
                    <a:pt x="26607" y="933"/>
                    <a:pt x="26655" y="893"/>
                  </a:cubicBezTo>
                  <a:lnTo>
                    <a:pt x="26899" y="893"/>
                  </a:lnTo>
                  <a:cubicBezTo>
                    <a:pt x="26947" y="893"/>
                    <a:pt x="26996" y="869"/>
                    <a:pt x="27028" y="836"/>
                  </a:cubicBezTo>
                  <a:lnTo>
                    <a:pt x="27069" y="836"/>
                  </a:lnTo>
                  <a:cubicBezTo>
                    <a:pt x="27069" y="901"/>
                    <a:pt x="27231" y="901"/>
                    <a:pt x="27474" y="901"/>
                  </a:cubicBezTo>
                  <a:cubicBezTo>
                    <a:pt x="27709" y="909"/>
                    <a:pt x="27912" y="909"/>
                    <a:pt x="27945" y="966"/>
                  </a:cubicBezTo>
                  <a:cubicBezTo>
                    <a:pt x="27945" y="966"/>
                    <a:pt x="27985" y="966"/>
                    <a:pt x="28018" y="909"/>
                  </a:cubicBezTo>
                  <a:cubicBezTo>
                    <a:pt x="28036" y="839"/>
                    <a:pt x="28055" y="809"/>
                    <a:pt x="28075" y="809"/>
                  </a:cubicBezTo>
                  <a:cubicBezTo>
                    <a:pt x="28090" y="809"/>
                    <a:pt x="28106" y="825"/>
                    <a:pt x="28123" y="852"/>
                  </a:cubicBezTo>
                  <a:cubicBezTo>
                    <a:pt x="28127" y="913"/>
                    <a:pt x="28174" y="944"/>
                    <a:pt x="28221" y="944"/>
                  </a:cubicBezTo>
                  <a:cubicBezTo>
                    <a:pt x="28269" y="944"/>
                    <a:pt x="28318" y="913"/>
                    <a:pt x="28326" y="852"/>
                  </a:cubicBezTo>
                  <a:lnTo>
                    <a:pt x="28326" y="917"/>
                  </a:lnTo>
                  <a:cubicBezTo>
                    <a:pt x="28338" y="961"/>
                    <a:pt x="28360" y="979"/>
                    <a:pt x="28384" y="979"/>
                  </a:cubicBezTo>
                  <a:cubicBezTo>
                    <a:pt x="28424" y="979"/>
                    <a:pt x="28471" y="931"/>
                    <a:pt x="28496" y="860"/>
                  </a:cubicBezTo>
                  <a:cubicBezTo>
                    <a:pt x="28519" y="901"/>
                    <a:pt x="28542" y="941"/>
                    <a:pt x="28565" y="941"/>
                  </a:cubicBezTo>
                  <a:cubicBezTo>
                    <a:pt x="28574" y="941"/>
                    <a:pt x="28584" y="934"/>
                    <a:pt x="28593" y="917"/>
                  </a:cubicBezTo>
                  <a:cubicBezTo>
                    <a:pt x="28626" y="917"/>
                    <a:pt x="28626" y="917"/>
                    <a:pt x="28626" y="1039"/>
                  </a:cubicBezTo>
                  <a:cubicBezTo>
                    <a:pt x="28626" y="1096"/>
                    <a:pt x="28626" y="1160"/>
                    <a:pt x="28658" y="1160"/>
                  </a:cubicBezTo>
                  <a:cubicBezTo>
                    <a:pt x="28699" y="1160"/>
                    <a:pt x="28699" y="1096"/>
                    <a:pt x="28699" y="1039"/>
                  </a:cubicBezTo>
                  <a:lnTo>
                    <a:pt x="28763" y="1039"/>
                  </a:lnTo>
                  <a:cubicBezTo>
                    <a:pt x="28763" y="1039"/>
                    <a:pt x="28796" y="1039"/>
                    <a:pt x="28796" y="982"/>
                  </a:cubicBezTo>
                  <a:cubicBezTo>
                    <a:pt x="28796" y="917"/>
                    <a:pt x="28836" y="917"/>
                    <a:pt x="28869" y="917"/>
                  </a:cubicBezTo>
                  <a:cubicBezTo>
                    <a:pt x="28869" y="936"/>
                    <a:pt x="28872" y="944"/>
                    <a:pt x="28875" y="944"/>
                  </a:cubicBezTo>
                  <a:cubicBezTo>
                    <a:pt x="28882" y="944"/>
                    <a:pt x="28892" y="900"/>
                    <a:pt x="28869" y="860"/>
                  </a:cubicBezTo>
                  <a:cubicBezTo>
                    <a:pt x="28869" y="804"/>
                    <a:pt x="28869" y="739"/>
                    <a:pt x="28901" y="739"/>
                  </a:cubicBezTo>
                  <a:lnTo>
                    <a:pt x="28901" y="625"/>
                  </a:lnTo>
                  <a:cubicBezTo>
                    <a:pt x="28901" y="504"/>
                    <a:pt x="28901" y="447"/>
                    <a:pt x="28836" y="382"/>
                  </a:cubicBezTo>
                  <a:cubicBezTo>
                    <a:pt x="28758" y="345"/>
                    <a:pt x="28689" y="311"/>
                    <a:pt x="28646" y="311"/>
                  </a:cubicBezTo>
                  <a:cubicBezTo>
                    <a:pt x="28613" y="311"/>
                    <a:pt x="28593" y="330"/>
                    <a:pt x="28593" y="382"/>
                  </a:cubicBezTo>
                  <a:cubicBezTo>
                    <a:pt x="28593" y="382"/>
                    <a:pt x="28561" y="439"/>
                    <a:pt x="28528" y="439"/>
                  </a:cubicBezTo>
                  <a:cubicBezTo>
                    <a:pt x="28496" y="439"/>
                    <a:pt x="28463" y="374"/>
                    <a:pt x="28463" y="374"/>
                  </a:cubicBezTo>
                  <a:cubicBezTo>
                    <a:pt x="28463" y="317"/>
                    <a:pt x="28326" y="317"/>
                    <a:pt x="28155" y="317"/>
                  </a:cubicBezTo>
                  <a:cubicBezTo>
                    <a:pt x="27953" y="309"/>
                    <a:pt x="27847" y="309"/>
                    <a:pt x="27815" y="252"/>
                  </a:cubicBezTo>
                  <a:cubicBezTo>
                    <a:pt x="27782" y="187"/>
                    <a:pt x="27750" y="187"/>
                    <a:pt x="27750" y="187"/>
                  </a:cubicBezTo>
                  <a:cubicBezTo>
                    <a:pt x="27750" y="244"/>
                    <a:pt x="27539" y="244"/>
                    <a:pt x="27304" y="244"/>
                  </a:cubicBezTo>
                  <a:cubicBezTo>
                    <a:pt x="27240" y="242"/>
                    <a:pt x="27174" y="240"/>
                    <a:pt x="27114" y="240"/>
                  </a:cubicBezTo>
                  <a:cubicBezTo>
                    <a:pt x="26954" y="240"/>
                    <a:pt x="26826" y="252"/>
                    <a:pt x="26826" y="293"/>
                  </a:cubicBezTo>
                  <a:lnTo>
                    <a:pt x="26761" y="293"/>
                  </a:lnTo>
                  <a:cubicBezTo>
                    <a:pt x="26761" y="236"/>
                    <a:pt x="26696" y="236"/>
                    <a:pt x="26623" y="236"/>
                  </a:cubicBezTo>
                  <a:cubicBezTo>
                    <a:pt x="26591" y="269"/>
                    <a:pt x="26542" y="285"/>
                    <a:pt x="26485" y="293"/>
                  </a:cubicBezTo>
                  <a:cubicBezTo>
                    <a:pt x="26485" y="228"/>
                    <a:pt x="26453" y="228"/>
                    <a:pt x="26388" y="228"/>
                  </a:cubicBezTo>
                  <a:cubicBezTo>
                    <a:pt x="26323" y="228"/>
                    <a:pt x="26282" y="228"/>
                    <a:pt x="26282" y="293"/>
                  </a:cubicBezTo>
                  <a:cubicBezTo>
                    <a:pt x="26161" y="293"/>
                    <a:pt x="26031" y="269"/>
                    <a:pt x="25910" y="228"/>
                  </a:cubicBezTo>
                  <a:cubicBezTo>
                    <a:pt x="25899" y="208"/>
                    <a:pt x="25889" y="199"/>
                    <a:pt x="25879" y="199"/>
                  </a:cubicBezTo>
                  <a:cubicBezTo>
                    <a:pt x="25857" y="199"/>
                    <a:pt x="25835" y="240"/>
                    <a:pt x="25812" y="285"/>
                  </a:cubicBezTo>
                  <a:cubicBezTo>
                    <a:pt x="25812" y="342"/>
                    <a:pt x="25772" y="398"/>
                    <a:pt x="25739" y="398"/>
                  </a:cubicBezTo>
                  <a:lnTo>
                    <a:pt x="25739" y="285"/>
                  </a:lnTo>
                  <a:cubicBezTo>
                    <a:pt x="25772" y="220"/>
                    <a:pt x="25772" y="220"/>
                    <a:pt x="25707" y="220"/>
                  </a:cubicBezTo>
                  <a:lnTo>
                    <a:pt x="25642" y="220"/>
                  </a:lnTo>
                  <a:cubicBezTo>
                    <a:pt x="25642" y="277"/>
                    <a:pt x="25472" y="277"/>
                    <a:pt x="25228" y="277"/>
                  </a:cubicBezTo>
                  <a:cubicBezTo>
                    <a:pt x="25144" y="274"/>
                    <a:pt x="25075" y="273"/>
                    <a:pt x="25020" y="273"/>
                  </a:cubicBezTo>
                  <a:cubicBezTo>
                    <a:pt x="24874" y="273"/>
                    <a:pt x="24823" y="284"/>
                    <a:pt x="24823" y="325"/>
                  </a:cubicBezTo>
                  <a:cubicBezTo>
                    <a:pt x="24823" y="358"/>
                    <a:pt x="24815" y="374"/>
                    <a:pt x="24794" y="374"/>
                  </a:cubicBezTo>
                  <a:cubicBezTo>
                    <a:pt x="24772" y="374"/>
                    <a:pt x="24738" y="358"/>
                    <a:pt x="24685" y="325"/>
                  </a:cubicBezTo>
                  <a:cubicBezTo>
                    <a:pt x="24556" y="211"/>
                    <a:pt x="24509" y="170"/>
                    <a:pt x="24484" y="170"/>
                  </a:cubicBezTo>
                  <a:cubicBezTo>
                    <a:pt x="24469" y="170"/>
                    <a:pt x="24462" y="183"/>
                    <a:pt x="24450" y="204"/>
                  </a:cubicBezTo>
                  <a:cubicBezTo>
                    <a:pt x="24483" y="204"/>
                    <a:pt x="24483" y="269"/>
                    <a:pt x="24483" y="325"/>
                  </a:cubicBezTo>
                  <a:cubicBezTo>
                    <a:pt x="24483" y="386"/>
                    <a:pt x="24474" y="417"/>
                    <a:pt x="24462" y="417"/>
                  </a:cubicBezTo>
                  <a:cubicBezTo>
                    <a:pt x="24450" y="417"/>
                    <a:pt x="24434" y="386"/>
                    <a:pt x="24418" y="325"/>
                  </a:cubicBezTo>
                  <a:cubicBezTo>
                    <a:pt x="24418" y="277"/>
                    <a:pt x="24338" y="257"/>
                    <a:pt x="24240" y="257"/>
                  </a:cubicBezTo>
                  <a:cubicBezTo>
                    <a:pt x="24088" y="257"/>
                    <a:pt x="23891" y="305"/>
                    <a:pt x="23866" y="374"/>
                  </a:cubicBezTo>
                  <a:lnTo>
                    <a:pt x="23866" y="317"/>
                  </a:lnTo>
                  <a:cubicBezTo>
                    <a:pt x="23866" y="260"/>
                    <a:pt x="23834" y="252"/>
                    <a:pt x="23696" y="252"/>
                  </a:cubicBezTo>
                  <a:lnTo>
                    <a:pt x="23599" y="260"/>
                  </a:lnTo>
                  <a:cubicBezTo>
                    <a:pt x="23599" y="311"/>
                    <a:pt x="23564" y="329"/>
                    <a:pt x="23523" y="329"/>
                  </a:cubicBezTo>
                  <a:cubicBezTo>
                    <a:pt x="23465" y="329"/>
                    <a:pt x="23396" y="294"/>
                    <a:pt x="23396" y="260"/>
                  </a:cubicBezTo>
                  <a:cubicBezTo>
                    <a:pt x="23364" y="196"/>
                    <a:pt x="23364" y="196"/>
                    <a:pt x="23299" y="196"/>
                  </a:cubicBezTo>
                  <a:cubicBezTo>
                    <a:pt x="23255" y="246"/>
                    <a:pt x="23200" y="265"/>
                    <a:pt x="23150" y="265"/>
                  </a:cubicBezTo>
                  <a:cubicBezTo>
                    <a:pt x="23081" y="265"/>
                    <a:pt x="23023" y="229"/>
                    <a:pt x="23023" y="196"/>
                  </a:cubicBezTo>
                  <a:lnTo>
                    <a:pt x="22958" y="196"/>
                  </a:lnTo>
                  <a:cubicBezTo>
                    <a:pt x="22930" y="231"/>
                    <a:pt x="22883" y="254"/>
                    <a:pt x="22840" y="254"/>
                  </a:cubicBezTo>
                  <a:cubicBezTo>
                    <a:pt x="22833" y="254"/>
                    <a:pt x="22827" y="253"/>
                    <a:pt x="22820" y="252"/>
                  </a:cubicBezTo>
                  <a:cubicBezTo>
                    <a:pt x="22715" y="252"/>
                    <a:pt x="22683" y="252"/>
                    <a:pt x="22715" y="309"/>
                  </a:cubicBezTo>
                  <a:cubicBezTo>
                    <a:pt x="22715" y="374"/>
                    <a:pt x="22715" y="431"/>
                    <a:pt x="22683" y="431"/>
                  </a:cubicBezTo>
                  <a:lnTo>
                    <a:pt x="22683" y="374"/>
                  </a:lnTo>
                  <a:cubicBezTo>
                    <a:pt x="22683" y="309"/>
                    <a:pt x="22577" y="309"/>
                    <a:pt x="22447" y="309"/>
                  </a:cubicBezTo>
                  <a:cubicBezTo>
                    <a:pt x="22277" y="309"/>
                    <a:pt x="22204" y="301"/>
                    <a:pt x="22172" y="244"/>
                  </a:cubicBezTo>
                  <a:lnTo>
                    <a:pt x="22139" y="301"/>
                  </a:lnTo>
                  <a:cubicBezTo>
                    <a:pt x="22123" y="333"/>
                    <a:pt x="22107" y="350"/>
                    <a:pt x="22095" y="350"/>
                  </a:cubicBezTo>
                  <a:cubicBezTo>
                    <a:pt x="22083" y="350"/>
                    <a:pt x="22075" y="333"/>
                    <a:pt x="22075" y="301"/>
                  </a:cubicBezTo>
                  <a:cubicBezTo>
                    <a:pt x="22054" y="273"/>
                    <a:pt x="22012" y="258"/>
                    <a:pt x="21965" y="258"/>
                  </a:cubicBezTo>
                  <a:cubicBezTo>
                    <a:pt x="21918" y="258"/>
                    <a:pt x="21868" y="273"/>
                    <a:pt x="21831" y="301"/>
                  </a:cubicBezTo>
                  <a:lnTo>
                    <a:pt x="21766" y="301"/>
                  </a:lnTo>
                  <a:cubicBezTo>
                    <a:pt x="21750" y="239"/>
                    <a:pt x="21715" y="209"/>
                    <a:pt x="21680" y="209"/>
                  </a:cubicBezTo>
                  <a:cubicBezTo>
                    <a:pt x="21646" y="209"/>
                    <a:pt x="21612" y="237"/>
                    <a:pt x="21596" y="293"/>
                  </a:cubicBezTo>
                  <a:cubicBezTo>
                    <a:pt x="21596" y="236"/>
                    <a:pt x="21564" y="236"/>
                    <a:pt x="21523" y="236"/>
                  </a:cubicBezTo>
                  <a:cubicBezTo>
                    <a:pt x="21491" y="264"/>
                    <a:pt x="21440" y="279"/>
                    <a:pt x="21398" y="279"/>
                  </a:cubicBezTo>
                  <a:cubicBezTo>
                    <a:pt x="21355" y="279"/>
                    <a:pt x="21321" y="264"/>
                    <a:pt x="21321" y="236"/>
                  </a:cubicBezTo>
                  <a:lnTo>
                    <a:pt x="21288" y="236"/>
                  </a:lnTo>
                  <a:cubicBezTo>
                    <a:pt x="21274" y="271"/>
                    <a:pt x="21241" y="294"/>
                    <a:pt x="21201" y="294"/>
                  </a:cubicBezTo>
                  <a:cubicBezTo>
                    <a:pt x="21195" y="294"/>
                    <a:pt x="21189" y="294"/>
                    <a:pt x="21183" y="293"/>
                  </a:cubicBezTo>
                  <a:cubicBezTo>
                    <a:pt x="21177" y="292"/>
                    <a:pt x="21172" y="291"/>
                    <a:pt x="21167" y="291"/>
                  </a:cubicBezTo>
                  <a:cubicBezTo>
                    <a:pt x="21132" y="291"/>
                    <a:pt x="21100" y="314"/>
                    <a:pt x="21085" y="350"/>
                  </a:cubicBezTo>
                  <a:cubicBezTo>
                    <a:pt x="21053" y="406"/>
                    <a:pt x="21012" y="406"/>
                    <a:pt x="21012" y="406"/>
                  </a:cubicBezTo>
                  <a:cubicBezTo>
                    <a:pt x="20980" y="406"/>
                    <a:pt x="21012" y="350"/>
                    <a:pt x="21053" y="293"/>
                  </a:cubicBezTo>
                  <a:cubicBezTo>
                    <a:pt x="21080" y="266"/>
                    <a:pt x="21079" y="250"/>
                    <a:pt x="21060" y="250"/>
                  </a:cubicBezTo>
                  <a:cubicBezTo>
                    <a:pt x="21034" y="250"/>
                    <a:pt x="20976" y="279"/>
                    <a:pt x="20915" y="350"/>
                  </a:cubicBezTo>
                  <a:cubicBezTo>
                    <a:pt x="20862" y="406"/>
                    <a:pt x="20836" y="435"/>
                    <a:pt x="20832" y="435"/>
                  </a:cubicBezTo>
                  <a:cubicBezTo>
                    <a:pt x="20828" y="435"/>
                    <a:pt x="20846" y="406"/>
                    <a:pt x="20883" y="350"/>
                  </a:cubicBezTo>
                  <a:cubicBezTo>
                    <a:pt x="20906" y="303"/>
                    <a:pt x="20929" y="261"/>
                    <a:pt x="20917" y="261"/>
                  </a:cubicBezTo>
                  <a:cubicBezTo>
                    <a:pt x="20912" y="261"/>
                    <a:pt x="20901" y="268"/>
                    <a:pt x="20883" y="285"/>
                  </a:cubicBezTo>
                  <a:cubicBezTo>
                    <a:pt x="20883" y="285"/>
                    <a:pt x="20810" y="285"/>
                    <a:pt x="20810" y="350"/>
                  </a:cubicBezTo>
                  <a:lnTo>
                    <a:pt x="20712" y="342"/>
                  </a:lnTo>
                  <a:cubicBezTo>
                    <a:pt x="20680" y="309"/>
                    <a:pt x="20623" y="285"/>
                    <a:pt x="20575" y="285"/>
                  </a:cubicBezTo>
                  <a:cubicBezTo>
                    <a:pt x="20558" y="313"/>
                    <a:pt x="20550" y="327"/>
                    <a:pt x="20542" y="327"/>
                  </a:cubicBezTo>
                  <a:cubicBezTo>
                    <a:pt x="20534" y="327"/>
                    <a:pt x="20526" y="313"/>
                    <a:pt x="20510" y="285"/>
                  </a:cubicBezTo>
                  <a:cubicBezTo>
                    <a:pt x="20510" y="257"/>
                    <a:pt x="20503" y="242"/>
                    <a:pt x="20494" y="242"/>
                  </a:cubicBezTo>
                  <a:cubicBezTo>
                    <a:pt x="20483" y="242"/>
                    <a:pt x="20469" y="271"/>
                    <a:pt x="20469" y="342"/>
                  </a:cubicBezTo>
                  <a:cubicBezTo>
                    <a:pt x="20453" y="370"/>
                    <a:pt x="20437" y="384"/>
                    <a:pt x="20421" y="384"/>
                  </a:cubicBezTo>
                  <a:cubicBezTo>
                    <a:pt x="20404" y="384"/>
                    <a:pt x="20388" y="370"/>
                    <a:pt x="20372" y="342"/>
                  </a:cubicBezTo>
                  <a:cubicBezTo>
                    <a:pt x="20372" y="269"/>
                    <a:pt x="20360" y="240"/>
                    <a:pt x="20351" y="240"/>
                  </a:cubicBezTo>
                  <a:cubicBezTo>
                    <a:pt x="20345" y="240"/>
                    <a:pt x="20339" y="254"/>
                    <a:pt x="20339" y="277"/>
                  </a:cubicBezTo>
                  <a:cubicBezTo>
                    <a:pt x="20299" y="342"/>
                    <a:pt x="20267" y="342"/>
                    <a:pt x="20267" y="342"/>
                  </a:cubicBezTo>
                  <a:cubicBezTo>
                    <a:pt x="20267" y="277"/>
                    <a:pt x="19958" y="277"/>
                    <a:pt x="19658" y="269"/>
                  </a:cubicBezTo>
                  <a:cubicBezTo>
                    <a:pt x="19626" y="269"/>
                    <a:pt x="19585" y="333"/>
                    <a:pt x="19585" y="390"/>
                  </a:cubicBezTo>
                  <a:cubicBezTo>
                    <a:pt x="19585" y="441"/>
                    <a:pt x="19585" y="459"/>
                    <a:pt x="19583" y="459"/>
                  </a:cubicBezTo>
                  <a:cubicBezTo>
                    <a:pt x="19580" y="459"/>
                    <a:pt x="19572" y="423"/>
                    <a:pt x="19553" y="390"/>
                  </a:cubicBezTo>
                  <a:cubicBezTo>
                    <a:pt x="19537" y="301"/>
                    <a:pt x="19512" y="256"/>
                    <a:pt x="19496" y="256"/>
                  </a:cubicBezTo>
                  <a:cubicBezTo>
                    <a:pt x="19480" y="256"/>
                    <a:pt x="19472" y="301"/>
                    <a:pt x="19488" y="390"/>
                  </a:cubicBezTo>
                  <a:cubicBezTo>
                    <a:pt x="19504" y="451"/>
                    <a:pt x="19512" y="481"/>
                    <a:pt x="19508" y="481"/>
                  </a:cubicBezTo>
                  <a:cubicBezTo>
                    <a:pt x="19504" y="481"/>
                    <a:pt x="19488" y="451"/>
                    <a:pt x="19456" y="390"/>
                  </a:cubicBezTo>
                  <a:cubicBezTo>
                    <a:pt x="19435" y="358"/>
                    <a:pt x="19425" y="342"/>
                    <a:pt x="19416" y="342"/>
                  </a:cubicBezTo>
                  <a:cubicBezTo>
                    <a:pt x="19407" y="342"/>
                    <a:pt x="19399" y="358"/>
                    <a:pt x="19383" y="390"/>
                  </a:cubicBezTo>
                  <a:cubicBezTo>
                    <a:pt x="19383" y="419"/>
                    <a:pt x="19375" y="433"/>
                    <a:pt x="19367" y="433"/>
                  </a:cubicBezTo>
                  <a:cubicBezTo>
                    <a:pt x="19358" y="433"/>
                    <a:pt x="19350" y="419"/>
                    <a:pt x="19350" y="390"/>
                  </a:cubicBezTo>
                  <a:cubicBezTo>
                    <a:pt x="19327" y="344"/>
                    <a:pt x="19304" y="302"/>
                    <a:pt x="19293" y="302"/>
                  </a:cubicBezTo>
                  <a:cubicBezTo>
                    <a:pt x="19288" y="302"/>
                    <a:pt x="19285" y="309"/>
                    <a:pt x="19285" y="325"/>
                  </a:cubicBezTo>
                  <a:cubicBezTo>
                    <a:pt x="19285" y="325"/>
                    <a:pt x="19245" y="325"/>
                    <a:pt x="19212" y="269"/>
                  </a:cubicBezTo>
                  <a:cubicBezTo>
                    <a:pt x="19203" y="249"/>
                    <a:pt x="19193" y="241"/>
                    <a:pt x="19184" y="241"/>
                  </a:cubicBezTo>
                  <a:cubicBezTo>
                    <a:pt x="19161" y="241"/>
                    <a:pt x="19138" y="285"/>
                    <a:pt x="19115" y="325"/>
                  </a:cubicBezTo>
                  <a:cubicBezTo>
                    <a:pt x="19063" y="385"/>
                    <a:pt x="19029" y="414"/>
                    <a:pt x="19012" y="414"/>
                  </a:cubicBezTo>
                  <a:cubicBezTo>
                    <a:pt x="18994" y="414"/>
                    <a:pt x="18993" y="383"/>
                    <a:pt x="19010" y="325"/>
                  </a:cubicBezTo>
                  <a:cubicBezTo>
                    <a:pt x="19022" y="278"/>
                    <a:pt x="19004" y="258"/>
                    <a:pt x="18976" y="258"/>
                  </a:cubicBezTo>
                  <a:cubicBezTo>
                    <a:pt x="18931" y="258"/>
                    <a:pt x="18859" y="308"/>
                    <a:pt x="18840" y="382"/>
                  </a:cubicBezTo>
                  <a:cubicBezTo>
                    <a:pt x="18821" y="452"/>
                    <a:pt x="18813" y="482"/>
                    <a:pt x="18810" y="482"/>
                  </a:cubicBezTo>
                  <a:cubicBezTo>
                    <a:pt x="18807" y="482"/>
                    <a:pt x="18807" y="466"/>
                    <a:pt x="18807" y="439"/>
                  </a:cubicBezTo>
                  <a:cubicBezTo>
                    <a:pt x="18807" y="382"/>
                    <a:pt x="18775" y="382"/>
                    <a:pt x="18775" y="382"/>
                  </a:cubicBezTo>
                  <a:cubicBezTo>
                    <a:pt x="18734" y="382"/>
                    <a:pt x="18702" y="382"/>
                    <a:pt x="18702" y="317"/>
                  </a:cubicBezTo>
                  <a:cubicBezTo>
                    <a:pt x="18702" y="317"/>
                    <a:pt x="18669" y="317"/>
                    <a:pt x="18604" y="374"/>
                  </a:cubicBezTo>
                  <a:cubicBezTo>
                    <a:pt x="18576" y="421"/>
                    <a:pt x="18544" y="442"/>
                    <a:pt x="18513" y="442"/>
                  </a:cubicBezTo>
                  <a:cubicBezTo>
                    <a:pt x="18466" y="442"/>
                    <a:pt x="18422" y="391"/>
                    <a:pt x="18402" y="317"/>
                  </a:cubicBezTo>
                  <a:lnTo>
                    <a:pt x="18329" y="374"/>
                  </a:lnTo>
                  <a:cubicBezTo>
                    <a:pt x="18309" y="448"/>
                    <a:pt x="18289" y="498"/>
                    <a:pt x="18277" y="498"/>
                  </a:cubicBezTo>
                  <a:cubicBezTo>
                    <a:pt x="18269" y="498"/>
                    <a:pt x="18264" y="478"/>
                    <a:pt x="18264" y="431"/>
                  </a:cubicBezTo>
                  <a:lnTo>
                    <a:pt x="18264" y="374"/>
                  </a:lnTo>
                  <a:cubicBezTo>
                    <a:pt x="18249" y="420"/>
                    <a:pt x="18221" y="439"/>
                    <a:pt x="18192" y="439"/>
                  </a:cubicBezTo>
                  <a:cubicBezTo>
                    <a:pt x="18144" y="439"/>
                    <a:pt x="18094" y="385"/>
                    <a:pt x="18094" y="309"/>
                  </a:cubicBezTo>
                  <a:cubicBezTo>
                    <a:pt x="18094" y="252"/>
                    <a:pt x="18094" y="252"/>
                    <a:pt x="18061" y="252"/>
                  </a:cubicBezTo>
                  <a:lnTo>
                    <a:pt x="18061" y="309"/>
                  </a:lnTo>
                  <a:cubicBezTo>
                    <a:pt x="18061" y="374"/>
                    <a:pt x="18061" y="431"/>
                    <a:pt x="18021" y="431"/>
                  </a:cubicBezTo>
                  <a:cubicBezTo>
                    <a:pt x="17988" y="431"/>
                    <a:pt x="17956" y="431"/>
                    <a:pt x="17956" y="366"/>
                  </a:cubicBezTo>
                  <a:cubicBezTo>
                    <a:pt x="17933" y="326"/>
                    <a:pt x="17910" y="282"/>
                    <a:pt x="17899" y="282"/>
                  </a:cubicBezTo>
                  <a:cubicBezTo>
                    <a:pt x="17894" y="282"/>
                    <a:pt x="17891" y="290"/>
                    <a:pt x="17891" y="309"/>
                  </a:cubicBezTo>
                  <a:cubicBezTo>
                    <a:pt x="17891" y="309"/>
                    <a:pt x="17850" y="309"/>
                    <a:pt x="17818" y="244"/>
                  </a:cubicBezTo>
                  <a:lnTo>
                    <a:pt x="17680" y="244"/>
                  </a:lnTo>
                  <a:cubicBezTo>
                    <a:pt x="17664" y="273"/>
                    <a:pt x="17640" y="287"/>
                    <a:pt x="17619" y="287"/>
                  </a:cubicBezTo>
                  <a:cubicBezTo>
                    <a:pt x="17599" y="287"/>
                    <a:pt x="17583" y="273"/>
                    <a:pt x="17583" y="244"/>
                  </a:cubicBezTo>
                  <a:cubicBezTo>
                    <a:pt x="17542" y="244"/>
                    <a:pt x="17502" y="269"/>
                    <a:pt x="17477" y="301"/>
                  </a:cubicBezTo>
                  <a:cubicBezTo>
                    <a:pt x="17413" y="301"/>
                    <a:pt x="17380" y="301"/>
                    <a:pt x="17380" y="244"/>
                  </a:cubicBezTo>
                  <a:cubicBezTo>
                    <a:pt x="17380" y="212"/>
                    <a:pt x="17380" y="196"/>
                    <a:pt x="17376" y="196"/>
                  </a:cubicBezTo>
                  <a:cubicBezTo>
                    <a:pt x="17372" y="196"/>
                    <a:pt x="17364" y="212"/>
                    <a:pt x="17348" y="244"/>
                  </a:cubicBezTo>
                  <a:cubicBezTo>
                    <a:pt x="17348" y="301"/>
                    <a:pt x="17307" y="301"/>
                    <a:pt x="17275" y="301"/>
                  </a:cubicBezTo>
                  <a:lnTo>
                    <a:pt x="17210" y="301"/>
                  </a:lnTo>
                  <a:cubicBezTo>
                    <a:pt x="17210" y="358"/>
                    <a:pt x="17210" y="358"/>
                    <a:pt x="17177" y="358"/>
                  </a:cubicBezTo>
                  <a:cubicBezTo>
                    <a:pt x="17137" y="358"/>
                    <a:pt x="17040" y="301"/>
                    <a:pt x="17007" y="301"/>
                  </a:cubicBezTo>
                  <a:cubicBezTo>
                    <a:pt x="16980" y="299"/>
                    <a:pt x="16959" y="297"/>
                    <a:pt x="16945" y="297"/>
                  </a:cubicBezTo>
                  <a:cubicBezTo>
                    <a:pt x="16904" y="297"/>
                    <a:pt x="16910" y="310"/>
                    <a:pt x="16934" y="358"/>
                  </a:cubicBezTo>
                  <a:cubicBezTo>
                    <a:pt x="16956" y="358"/>
                    <a:pt x="16963" y="383"/>
                    <a:pt x="16946" y="383"/>
                  </a:cubicBezTo>
                  <a:cubicBezTo>
                    <a:pt x="16938" y="383"/>
                    <a:pt x="16923" y="377"/>
                    <a:pt x="16902" y="358"/>
                  </a:cubicBezTo>
                  <a:cubicBezTo>
                    <a:pt x="16829" y="325"/>
                    <a:pt x="16748" y="309"/>
                    <a:pt x="16667" y="293"/>
                  </a:cubicBezTo>
                  <a:cubicBezTo>
                    <a:pt x="16529" y="293"/>
                    <a:pt x="16529" y="293"/>
                    <a:pt x="16529" y="350"/>
                  </a:cubicBezTo>
                  <a:cubicBezTo>
                    <a:pt x="16545" y="410"/>
                    <a:pt x="16545" y="441"/>
                    <a:pt x="16537" y="441"/>
                  </a:cubicBezTo>
                  <a:cubicBezTo>
                    <a:pt x="16529" y="441"/>
                    <a:pt x="16513" y="410"/>
                    <a:pt x="16496" y="350"/>
                  </a:cubicBezTo>
                  <a:cubicBezTo>
                    <a:pt x="16454" y="279"/>
                    <a:pt x="16426" y="250"/>
                    <a:pt x="16409" y="250"/>
                  </a:cubicBezTo>
                  <a:cubicBezTo>
                    <a:pt x="16397" y="250"/>
                    <a:pt x="16391" y="266"/>
                    <a:pt x="16391" y="293"/>
                  </a:cubicBezTo>
                  <a:cubicBezTo>
                    <a:pt x="16359" y="350"/>
                    <a:pt x="16359" y="350"/>
                    <a:pt x="16326" y="350"/>
                  </a:cubicBezTo>
                  <a:cubicBezTo>
                    <a:pt x="16326" y="321"/>
                    <a:pt x="16318" y="307"/>
                    <a:pt x="16301" y="307"/>
                  </a:cubicBezTo>
                  <a:cubicBezTo>
                    <a:pt x="16284" y="307"/>
                    <a:pt x="16257" y="321"/>
                    <a:pt x="16221" y="350"/>
                  </a:cubicBezTo>
                  <a:cubicBezTo>
                    <a:pt x="16188" y="350"/>
                    <a:pt x="16188" y="350"/>
                    <a:pt x="16188" y="285"/>
                  </a:cubicBezTo>
                  <a:lnTo>
                    <a:pt x="16123" y="285"/>
                  </a:lnTo>
                  <a:cubicBezTo>
                    <a:pt x="16093" y="335"/>
                    <a:pt x="16040" y="354"/>
                    <a:pt x="15986" y="354"/>
                  </a:cubicBezTo>
                  <a:cubicBezTo>
                    <a:pt x="15911" y="354"/>
                    <a:pt x="15834" y="318"/>
                    <a:pt x="15815" y="285"/>
                  </a:cubicBezTo>
                  <a:cubicBezTo>
                    <a:pt x="15815" y="285"/>
                    <a:pt x="15783" y="285"/>
                    <a:pt x="15742" y="342"/>
                  </a:cubicBezTo>
                  <a:cubicBezTo>
                    <a:pt x="15726" y="402"/>
                    <a:pt x="15710" y="433"/>
                    <a:pt x="15698" y="433"/>
                  </a:cubicBezTo>
                  <a:cubicBezTo>
                    <a:pt x="15686" y="433"/>
                    <a:pt x="15678" y="402"/>
                    <a:pt x="15678" y="342"/>
                  </a:cubicBezTo>
                  <a:cubicBezTo>
                    <a:pt x="15678" y="281"/>
                    <a:pt x="15678" y="250"/>
                    <a:pt x="15673" y="250"/>
                  </a:cubicBezTo>
                  <a:cubicBezTo>
                    <a:pt x="15669" y="250"/>
                    <a:pt x="15661" y="281"/>
                    <a:pt x="15645" y="342"/>
                  </a:cubicBezTo>
                  <a:cubicBezTo>
                    <a:pt x="15632" y="365"/>
                    <a:pt x="15596" y="378"/>
                    <a:pt x="15560" y="378"/>
                  </a:cubicBezTo>
                  <a:cubicBezTo>
                    <a:pt x="15508" y="378"/>
                    <a:pt x="15456" y="349"/>
                    <a:pt x="15475" y="277"/>
                  </a:cubicBezTo>
                  <a:lnTo>
                    <a:pt x="15475" y="155"/>
                  </a:lnTo>
                  <a:cubicBezTo>
                    <a:pt x="15442" y="220"/>
                    <a:pt x="15410" y="220"/>
                    <a:pt x="15410" y="220"/>
                  </a:cubicBezTo>
                  <a:cubicBezTo>
                    <a:pt x="15410" y="277"/>
                    <a:pt x="15369" y="277"/>
                    <a:pt x="15272" y="277"/>
                  </a:cubicBezTo>
                  <a:cubicBezTo>
                    <a:pt x="15199" y="277"/>
                    <a:pt x="15069" y="333"/>
                    <a:pt x="14996" y="333"/>
                  </a:cubicBezTo>
                  <a:cubicBezTo>
                    <a:pt x="14932" y="333"/>
                    <a:pt x="14826" y="333"/>
                    <a:pt x="14794" y="269"/>
                  </a:cubicBezTo>
                  <a:cubicBezTo>
                    <a:pt x="14745" y="269"/>
                    <a:pt x="14688" y="293"/>
                    <a:pt x="14656" y="325"/>
                  </a:cubicBezTo>
                  <a:cubicBezTo>
                    <a:pt x="14640" y="358"/>
                    <a:pt x="14615" y="374"/>
                    <a:pt x="14595" y="374"/>
                  </a:cubicBezTo>
                  <a:cubicBezTo>
                    <a:pt x="14575" y="374"/>
                    <a:pt x="14559" y="358"/>
                    <a:pt x="14559" y="325"/>
                  </a:cubicBezTo>
                  <a:lnTo>
                    <a:pt x="14518" y="325"/>
                  </a:lnTo>
                  <a:cubicBezTo>
                    <a:pt x="14453" y="382"/>
                    <a:pt x="14421" y="382"/>
                    <a:pt x="14421" y="382"/>
                  </a:cubicBezTo>
                  <a:cubicBezTo>
                    <a:pt x="14421" y="342"/>
                    <a:pt x="14405" y="302"/>
                    <a:pt x="14381" y="302"/>
                  </a:cubicBezTo>
                  <a:cubicBezTo>
                    <a:pt x="14371" y="302"/>
                    <a:pt x="14360" y="309"/>
                    <a:pt x="14348" y="325"/>
                  </a:cubicBezTo>
                  <a:cubicBezTo>
                    <a:pt x="14348" y="382"/>
                    <a:pt x="14315" y="382"/>
                    <a:pt x="14251" y="382"/>
                  </a:cubicBezTo>
                  <a:cubicBezTo>
                    <a:pt x="14214" y="350"/>
                    <a:pt x="13831" y="331"/>
                    <a:pt x="13510" y="331"/>
                  </a:cubicBezTo>
                  <a:cubicBezTo>
                    <a:pt x="13267" y="331"/>
                    <a:pt x="13059" y="341"/>
                    <a:pt x="13059" y="366"/>
                  </a:cubicBezTo>
                  <a:lnTo>
                    <a:pt x="12856" y="366"/>
                  </a:lnTo>
                  <a:cubicBezTo>
                    <a:pt x="12856" y="313"/>
                    <a:pt x="12824" y="294"/>
                    <a:pt x="12778" y="294"/>
                  </a:cubicBezTo>
                  <a:cubicBezTo>
                    <a:pt x="12720" y="294"/>
                    <a:pt x="12640" y="326"/>
                    <a:pt x="12580" y="358"/>
                  </a:cubicBezTo>
                  <a:cubicBezTo>
                    <a:pt x="12564" y="398"/>
                    <a:pt x="12524" y="423"/>
                    <a:pt x="12483" y="423"/>
                  </a:cubicBezTo>
                  <a:cubicBezTo>
                    <a:pt x="12483" y="350"/>
                    <a:pt x="12446" y="321"/>
                    <a:pt x="12402" y="321"/>
                  </a:cubicBezTo>
                  <a:cubicBezTo>
                    <a:pt x="12372" y="321"/>
                    <a:pt x="12339" y="335"/>
                    <a:pt x="12313" y="358"/>
                  </a:cubicBezTo>
                  <a:cubicBezTo>
                    <a:pt x="12297" y="419"/>
                    <a:pt x="12278" y="449"/>
                    <a:pt x="12264" y="449"/>
                  </a:cubicBezTo>
                  <a:cubicBezTo>
                    <a:pt x="12250" y="449"/>
                    <a:pt x="12240" y="419"/>
                    <a:pt x="12240" y="358"/>
                  </a:cubicBezTo>
                  <a:cubicBezTo>
                    <a:pt x="12243" y="303"/>
                    <a:pt x="12231" y="273"/>
                    <a:pt x="12209" y="273"/>
                  </a:cubicBezTo>
                  <a:cubicBezTo>
                    <a:pt x="12184" y="273"/>
                    <a:pt x="12146" y="317"/>
                    <a:pt x="12110" y="414"/>
                  </a:cubicBezTo>
                  <a:cubicBezTo>
                    <a:pt x="12090" y="443"/>
                    <a:pt x="12080" y="457"/>
                    <a:pt x="12071" y="457"/>
                  </a:cubicBezTo>
                  <a:cubicBezTo>
                    <a:pt x="12061" y="457"/>
                    <a:pt x="12053" y="443"/>
                    <a:pt x="12037" y="414"/>
                  </a:cubicBezTo>
                  <a:cubicBezTo>
                    <a:pt x="12018" y="342"/>
                    <a:pt x="11999" y="313"/>
                    <a:pt x="11986" y="313"/>
                  </a:cubicBezTo>
                  <a:cubicBezTo>
                    <a:pt x="11978" y="313"/>
                    <a:pt x="11972" y="327"/>
                    <a:pt x="11972" y="350"/>
                  </a:cubicBezTo>
                  <a:cubicBezTo>
                    <a:pt x="11956" y="410"/>
                    <a:pt x="11938" y="441"/>
                    <a:pt x="11920" y="441"/>
                  </a:cubicBezTo>
                  <a:cubicBezTo>
                    <a:pt x="11901" y="441"/>
                    <a:pt x="11883" y="410"/>
                    <a:pt x="11867" y="350"/>
                  </a:cubicBezTo>
                  <a:cubicBezTo>
                    <a:pt x="11834" y="289"/>
                    <a:pt x="11818" y="258"/>
                    <a:pt x="11806" y="258"/>
                  </a:cubicBezTo>
                  <a:cubicBezTo>
                    <a:pt x="11794" y="258"/>
                    <a:pt x="11786" y="289"/>
                    <a:pt x="11770" y="350"/>
                  </a:cubicBezTo>
                  <a:cubicBezTo>
                    <a:pt x="11762" y="409"/>
                    <a:pt x="11714" y="438"/>
                    <a:pt x="11668" y="438"/>
                  </a:cubicBezTo>
                  <a:cubicBezTo>
                    <a:pt x="11619" y="438"/>
                    <a:pt x="11571" y="407"/>
                    <a:pt x="11567" y="350"/>
                  </a:cubicBezTo>
                  <a:cubicBezTo>
                    <a:pt x="11540" y="350"/>
                    <a:pt x="11516" y="321"/>
                    <a:pt x="11504" y="321"/>
                  </a:cubicBezTo>
                  <a:cubicBezTo>
                    <a:pt x="11498" y="321"/>
                    <a:pt x="11494" y="328"/>
                    <a:pt x="11494" y="350"/>
                  </a:cubicBezTo>
                  <a:lnTo>
                    <a:pt x="11461" y="285"/>
                  </a:lnTo>
                  <a:lnTo>
                    <a:pt x="11397" y="285"/>
                  </a:lnTo>
                  <a:lnTo>
                    <a:pt x="11397" y="342"/>
                  </a:lnTo>
                  <a:cubicBezTo>
                    <a:pt x="11234" y="309"/>
                    <a:pt x="11080" y="285"/>
                    <a:pt x="10918" y="277"/>
                  </a:cubicBezTo>
                  <a:cubicBezTo>
                    <a:pt x="10545" y="277"/>
                    <a:pt x="10472" y="277"/>
                    <a:pt x="10513" y="333"/>
                  </a:cubicBezTo>
                  <a:cubicBezTo>
                    <a:pt x="10529" y="394"/>
                    <a:pt x="10519" y="425"/>
                    <a:pt x="10501" y="425"/>
                  </a:cubicBezTo>
                  <a:cubicBezTo>
                    <a:pt x="10482" y="425"/>
                    <a:pt x="10456" y="394"/>
                    <a:pt x="10440" y="333"/>
                  </a:cubicBezTo>
                  <a:cubicBezTo>
                    <a:pt x="10407" y="333"/>
                    <a:pt x="10343" y="269"/>
                    <a:pt x="10270" y="269"/>
                  </a:cubicBezTo>
                  <a:cubicBezTo>
                    <a:pt x="10205" y="269"/>
                    <a:pt x="10132" y="269"/>
                    <a:pt x="10132" y="212"/>
                  </a:cubicBezTo>
                  <a:lnTo>
                    <a:pt x="10099" y="212"/>
                  </a:lnTo>
                  <a:cubicBezTo>
                    <a:pt x="10062" y="276"/>
                    <a:pt x="9981" y="304"/>
                    <a:pt x="9898" y="304"/>
                  </a:cubicBezTo>
                  <a:cubicBezTo>
                    <a:pt x="9835" y="304"/>
                    <a:pt x="9772" y="288"/>
                    <a:pt x="9726" y="260"/>
                  </a:cubicBezTo>
                  <a:cubicBezTo>
                    <a:pt x="9718" y="259"/>
                    <a:pt x="9710" y="259"/>
                    <a:pt x="9702" y="259"/>
                  </a:cubicBezTo>
                  <a:cubicBezTo>
                    <a:pt x="9647" y="259"/>
                    <a:pt x="9599" y="282"/>
                    <a:pt x="9556" y="317"/>
                  </a:cubicBezTo>
                  <a:cubicBezTo>
                    <a:pt x="9524" y="350"/>
                    <a:pt x="9508" y="366"/>
                    <a:pt x="9495" y="366"/>
                  </a:cubicBezTo>
                  <a:cubicBezTo>
                    <a:pt x="9483" y="366"/>
                    <a:pt x="9475" y="350"/>
                    <a:pt x="9459" y="317"/>
                  </a:cubicBezTo>
                  <a:cubicBezTo>
                    <a:pt x="9459" y="284"/>
                    <a:pt x="9387" y="248"/>
                    <a:pt x="9327" y="248"/>
                  </a:cubicBezTo>
                  <a:cubicBezTo>
                    <a:pt x="9285" y="248"/>
                    <a:pt x="9248" y="267"/>
                    <a:pt x="9248" y="317"/>
                  </a:cubicBezTo>
                  <a:lnTo>
                    <a:pt x="9216" y="260"/>
                  </a:lnTo>
                  <a:cubicBezTo>
                    <a:pt x="9205" y="240"/>
                    <a:pt x="9195" y="232"/>
                    <a:pt x="9186" y="232"/>
                  </a:cubicBezTo>
                  <a:cubicBezTo>
                    <a:pt x="9166" y="232"/>
                    <a:pt x="9151" y="273"/>
                    <a:pt x="9151" y="317"/>
                  </a:cubicBezTo>
                  <a:cubicBezTo>
                    <a:pt x="9151" y="372"/>
                    <a:pt x="9144" y="402"/>
                    <a:pt x="9134" y="402"/>
                  </a:cubicBezTo>
                  <a:cubicBezTo>
                    <a:pt x="9120" y="402"/>
                    <a:pt x="9100" y="356"/>
                    <a:pt x="9078" y="252"/>
                  </a:cubicBezTo>
                  <a:cubicBezTo>
                    <a:pt x="9078" y="186"/>
                    <a:pt x="9067" y="158"/>
                    <a:pt x="9057" y="158"/>
                  </a:cubicBezTo>
                  <a:cubicBezTo>
                    <a:pt x="9051" y="158"/>
                    <a:pt x="9045" y="172"/>
                    <a:pt x="9045" y="196"/>
                  </a:cubicBezTo>
                  <a:cubicBezTo>
                    <a:pt x="9023" y="235"/>
                    <a:pt x="9000" y="279"/>
                    <a:pt x="8977" y="279"/>
                  </a:cubicBezTo>
                  <a:cubicBezTo>
                    <a:pt x="8967" y="279"/>
                    <a:pt x="8958" y="272"/>
                    <a:pt x="8948" y="252"/>
                  </a:cubicBezTo>
                  <a:cubicBezTo>
                    <a:pt x="8908" y="252"/>
                    <a:pt x="8875" y="252"/>
                    <a:pt x="8875" y="374"/>
                  </a:cubicBezTo>
                  <a:cubicBezTo>
                    <a:pt x="8875" y="431"/>
                    <a:pt x="8843" y="431"/>
                    <a:pt x="8810" y="431"/>
                  </a:cubicBezTo>
                  <a:cubicBezTo>
                    <a:pt x="8802" y="390"/>
                    <a:pt x="8818" y="342"/>
                    <a:pt x="8843" y="309"/>
                  </a:cubicBezTo>
                  <a:lnTo>
                    <a:pt x="8778" y="309"/>
                  </a:lnTo>
                  <a:cubicBezTo>
                    <a:pt x="8721" y="293"/>
                    <a:pt x="8681" y="244"/>
                    <a:pt x="8672" y="187"/>
                  </a:cubicBezTo>
                  <a:cubicBezTo>
                    <a:pt x="8659" y="164"/>
                    <a:pt x="8646" y="151"/>
                    <a:pt x="8637" y="151"/>
                  </a:cubicBezTo>
                  <a:close/>
                  <a:moveTo>
                    <a:pt x="573" y="1517"/>
                  </a:moveTo>
                  <a:cubicBezTo>
                    <a:pt x="557" y="1550"/>
                    <a:pt x="540" y="1590"/>
                    <a:pt x="540" y="1631"/>
                  </a:cubicBezTo>
                  <a:lnTo>
                    <a:pt x="573" y="1631"/>
                  </a:lnTo>
                  <a:cubicBezTo>
                    <a:pt x="605" y="1631"/>
                    <a:pt x="605" y="1574"/>
                    <a:pt x="605" y="1517"/>
                  </a:cubicBezTo>
                  <a:close/>
                  <a:moveTo>
                    <a:pt x="8089" y="1971"/>
                  </a:moveTo>
                  <a:cubicBezTo>
                    <a:pt x="8064" y="2012"/>
                    <a:pt x="8056" y="2052"/>
                    <a:pt x="8056" y="2093"/>
                  </a:cubicBezTo>
                  <a:cubicBezTo>
                    <a:pt x="8056" y="2116"/>
                    <a:pt x="8062" y="2130"/>
                    <a:pt x="8071" y="2130"/>
                  </a:cubicBezTo>
                  <a:cubicBezTo>
                    <a:pt x="8083" y="2130"/>
                    <a:pt x="8102" y="2103"/>
                    <a:pt x="8121" y="2036"/>
                  </a:cubicBezTo>
                  <a:cubicBezTo>
                    <a:pt x="8121" y="1971"/>
                    <a:pt x="8121" y="1971"/>
                    <a:pt x="8089" y="19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2"/>
            <p:cNvSpPr/>
            <p:nvPr/>
          </p:nvSpPr>
          <p:spPr>
            <a:xfrm>
              <a:off x="5493371" y="1374286"/>
              <a:ext cx="424180" cy="893316"/>
            </a:xfrm>
            <a:custGeom>
              <a:avLst/>
              <a:gdLst/>
              <a:ahLst/>
              <a:cxnLst/>
              <a:rect l="l" t="t" r="r" b="b"/>
              <a:pathLst>
                <a:path w="24608" h="51824" extrusionOk="0">
                  <a:moveTo>
                    <a:pt x="20181" y="556"/>
                  </a:moveTo>
                  <a:lnTo>
                    <a:pt x="20327" y="605"/>
                  </a:lnTo>
                  <a:cubicBezTo>
                    <a:pt x="20327" y="678"/>
                    <a:pt x="20205" y="686"/>
                    <a:pt x="20205" y="686"/>
                  </a:cubicBezTo>
                  <a:cubicBezTo>
                    <a:pt x="20152" y="696"/>
                    <a:pt x="20120" y="703"/>
                    <a:pt x="20101" y="703"/>
                  </a:cubicBezTo>
                  <a:cubicBezTo>
                    <a:pt x="20073" y="703"/>
                    <a:pt x="20069" y="688"/>
                    <a:pt x="20059" y="645"/>
                  </a:cubicBezTo>
                  <a:lnTo>
                    <a:pt x="20059" y="645"/>
                  </a:lnTo>
                  <a:cubicBezTo>
                    <a:pt x="20060" y="646"/>
                    <a:pt x="20060" y="646"/>
                    <a:pt x="20060" y="646"/>
                  </a:cubicBezTo>
                  <a:cubicBezTo>
                    <a:pt x="20065" y="646"/>
                    <a:pt x="20050" y="571"/>
                    <a:pt x="20181" y="556"/>
                  </a:cubicBezTo>
                  <a:close/>
                  <a:moveTo>
                    <a:pt x="2401" y="1626"/>
                  </a:moveTo>
                  <a:cubicBezTo>
                    <a:pt x="2401" y="1651"/>
                    <a:pt x="2374" y="1659"/>
                    <a:pt x="2351" y="1659"/>
                  </a:cubicBezTo>
                  <a:cubicBezTo>
                    <a:pt x="2313" y="1659"/>
                    <a:pt x="2284" y="1636"/>
                    <a:pt x="2401" y="1626"/>
                  </a:cubicBezTo>
                  <a:close/>
                  <a:moveTo>
                    <a:pt x="19046" y="1529"/>
                  </a:moveTo>
                  <a:lnTo>
                    <a:pt x="19038" y="1691"/>
                  </a:lnTo>
                  <a:lnTo>
                    <a:pt x="18973" y="1829"/>
                  </a:lnTo>
                  <a:cubicBezTo>
                    <a:pt x="18908" y="1805"/>
                    <a:pt x="18851" y="1772"/>
                    <a:pt x="18916" y="1634"/>
                  </a:cubicBezTo>
                  <a:lnTo>
                    <a:pt x="19046" y="1529"/>
                  </a:lnTo>
                  <a:close/>
                  <a:moveTo>
                    <a:pt x="2417" y="1821"/>
                  </a:moveTo>
                  <a:cubicBezTo>
                    <a:pt x="2474" y="1837"/>
                    <a:pt x="2530" y="1853"/>
                    <a:pt x="2579" y="1877"/>
                  </a:cubicBezTo>
                  <a:cubicBezTo>
                    <a:pt x="2530" y="1902"/>
                    <a:pt x="2474" y="1926"/>
                    <a:pt x="2425" y="1959"/>
                  </a:cubicBezTo>
                  <a:cubicBezTo>
                    <a:pt x="2376" y="1959"/>
                    <a:pt x="2328" y="1967"/>
                    <a:pt x="2271" y="1983"/>
                  </a:cubicBezTo>
                  <a:cubicBezTo>
                    <a:pt x="2263" y="1918"/>
                    <a:pt x="2247" y="1837"/>
                    <a:pt x="2417" y="1821"/>
                  </a:cubicBezTo>
                  <a:close/>
                  <a:moveTo>
                    <a:pt x="1638" y="2096"/>
                  </a:moveTo>
                  <a:lnTo>
                    <a:pt x="1638" y="2096"/>
                  </a:lnTo>
                  <a:cubicBezTo>
                    <a:pt x="1657" y="2128"/>
                    <a:pt x="1611" y="2155"/>
                    <a:pt x="1592" y="2155"/>
                  </a:cubicBezTo>
                  <a:cubicBezTo>
                    <a:pt x="1577" y="2155"/>
                    <a:pt x="1578" y="2139"/>
                    <a:pt x="1638" y="2096"/>
                  </a:cubicBezTo>
                  <a:close/>
                  <a:moveTo>
                    <a:pt x="3401" y="2021"/>
                  </a:moveTo>
                  <a:cubicBezTo>
                    <a:pt x="3424" y="2021"/>
                    <a:pt x="3462" y="2041"/>
                    <a:pt x="3544" y="2088"/>
                  </a:cubicBezTo>
                  <a:cubicBezTo>
                    <a:pt x="3544" y="2088"/>
                    <a:pt x="3657" y="2226"/>
                    <a:pt x="3617" y="2291"/>
                  </a:cubicBezTo>
                  <a:cubicBezTo>
                    <a:pt x="3609" y="2300"/>
                    <a:pt x="3598" y="2305"/>
                    <a:pt x="3585" y="2305"/>
                  </a:cubicBezTo>
                  <a:cubicBezTo>
                    <a:pt x="3528" y="2305"/>
                    <a:pt x="3430" y="2222"/>
                    <a:pt x="3357" y="2064"/>
                  </a:cubicBezTo>
                  <a:cubicBezTo>
                    <a:pt x="3373" y="2037"/>
                    <a:pt x="3381" y="2021"/>
                    <a:pt x="3401" y="2021"/>
                  </a:cubicBezTo>
                  <a:close/>
                  <a:moveTo>
                    <a:pt x="3342" y="2589"/>
                  </a:moveTo>
                  <a:cubicBezTo>
                    <a:pt x="3340" y="2589"/>
                    <a:pt x="3355" y="2601"/>
                    <a:pt x="3390" y="2623"/>
                  </a:cubicBezTo>
                  <a:cubicBezTo>
                    <a:pt x="3392" y="2624"/>
                    <a:pt x="3393" y="2624"/>
                    <a:pt x="3395" y="2624"/>
                  </a:cubicBezTo>
                  <a:lnTo>
                    <a:pt x="3395" y="2624"/>
                  </a:lnTo>
                  <a:cubicBezTo>
                    <a:pt x="3362" y="2601"/>
                    <a:pt x="3343" y="2589"/>
                    <a:pt x="3342" y="2589"/>
                  </a:cubicBezTo>
                  <a:close/>
                  <a:moveTo>
                    <a:pt x="18199" y="2551"/>
                  </a:moveTo>
                  <a:cubicBezTo>
                    <a:pt x="18209" y="2551"/>
                    <a:pt x="18217" y="2599"/>
                    <a:pt x="18227" y="2680"/>
                  </a:cubicBezTo>
                  <a:cubicBezTo>
                    <a:pt x="18251" y="2878"/>
                    <a:pt x="18228" y="3053"/>
                    <a:pt x="18166" y="3053"/>
                  </a:cubicBezTo>
                  <a:cubicBezTo>
                    <a:pt x="18165" y="3053"/>
                    <a:pt x="18163" y="3053"/>
                    <a:pt x="18162" y="3053"/>
                  </a:cubicBezTo>
                  <a:cubicBezTo>
                    <a:pt x="18097" y="3045"/>
                    <a:pt x="18097" y="3045"/>
                    <a:pt x="18122" y="2859"/>
                  </a:cubicBezTo>
                  <a:cubicBezTo>
                    <a:pt x="18164" y="2642"/>
                    <a:pt x="18184" y="2551"/>
                    <a:pt x="18199" y="2551"/>
                  </a:cubicBezTo>
                  <a:close/>
                  <a:moveTo>
                    <a:pt x="17757" y="3580"/>
                  </a:moveTo>
                  <a:cubicBezTo>
                    <a:pt x="17752" y="3590"/>
                    <a:pt x="17748" y="3599"/>
                    <a:pt x="17744" y="3607"/>
                  </a:cubicBezTo>
                  <a:lnTo>
                    <a:pt x="17744" y="3607"/>
                  </a:lnTo>
                  <a:cubicBezTo>
                    <a:pt x="17756" y="3598"/>
                    <a:pt x="17771" y="3591"/>
                    <a:pt x="17789" y="3589"/>
                  </a:cubicBezTo>
                  <a:lnTo>
                    <a:pt x="17789" y="3589"/>
                  </a:lnTo>
                  <a:cubicBezTo>
                    <a:pt x="17780" y="3584"/>
                    <a:pt x="17769" y="3582"/>
                    <a:pt x="17757" y="3580"/>
                  </a:cubicBezTo>
                  <a:close/>
                  <a:moveTo>
                    <a:pt x="17744" y="3607"/>
                  </a:moveTo>
                  <a:cubicBezTo>
                    <a:pt x="17714" y="3629"/>
                    <a:pt x="17702" y="3662"/>
                    <a:pt x="17709" y="3662"/>
                  </a:cubicBezTo>
                  <a:cubicBezTo>
                    <a:pt x="17713" y="3662"/>
                    <a:pt x="17725" y="3647"/>
                    <a:pt x="17744" y="3607"/>
                  </a:cubicBezTo>
                  <a:close/>
                  <a:moveTo>
                    <a:pt x="18065" y="4002"/>
                  </a:moveTo>
                  <a:lnTo>
                    <a:pt x="18049" y="4196"/>
                  </a:lnTo>
                  <a:cubicBezTo>
                    <a:pt x="18042" y="4358"/>
                    <a:pt x="18041" y="4385"/>
                    <a:pt x="18003" y="4385"/>
                  </a:cubicBezTo>
                  <a:cubicBezTo>
                    <a:pt x="17996" y="4385"/>
                    <a:pt x="17987" y="4384"/>
                    <a:pt x="17976" y="4383"/>
                  </a:cubicBezTo>
                  <a:lnTo>
                    <a:pt x="17984" y="4188"/>
                  </a:lnTo>
                  <a:lnTo>
                    <a:pt x="18065" y="4002"/>
                  </a:lnTo>
                  <a:close/>
                  <a:moveTo>
                    <a:pt x="5434" y="4308"/>
                  </a:moveTo>
                  <a:cubicBezTo>
                    <a:pt x="5484" y="4308"/>
                    <a:pt x="5502" y="4498"/>
                    <a:pt x="5579" y="4667"/>
                  </a:cubicBezTo>
                  <a:cubicBezTo>
                    <a:pt x="5586" y="4754"/>
                    <a:pt x="5590" y="4803"/>
                    <a:pt x="5579" y="4803"/>
                  </a:cubicBezTo>
                  <a:cubicBezTo>
                    <a:pt x="5565" y="4803"/>
                    <a:pt x="5525" y="4716"/>
                    <a:pt x="5433" y="4513"/>
                  </a:cubicBezTo>
                  <a:cubicBezTo>
                    <a:pt x="5360" y="4342"/>
                    <a:pt x="5425" y="4310"/>
                    <a:pt x="5425" y="4310"/>
                  </a:cubicBezTo>
                  <a:cubicBezTo>
                    <a:pt x="5428" y="4308"/>
                    <a:pt x="5431" y="4308"/>
                    <a:pt x="5434" y="4308"/>
                  </a:cubicBezTo>
                  <a:close/>
                  <a:moveTo>
                    <a:pt x="7135" y="4934"/>
                  </a:moveTo>
                  <a:lnTo>
                    <a:pt x="7135" y="4934"/>
                  </a:lnTo>
                  <a:cubicBezTo>
                    <a:pt x="7071" y="4958"/>
                    <a:pt x="7079" y="4950"/>
                    <a:pt x="7144" y="5153"/>
                  </a:cubicBezTo>
                  <a:cubicBezTo>
                    <a:pt x="7144" y="5153"/>
                    <a:pt x="7262" y="5308"/>
                    <a:pt x="7329" y="5308"/>
                  </a:cubicBezTo>
                  <a:cubicBezTo>
                    <a:pt x="7332" y="5308"/>
                    <a:pt x="7335" y="5308"/>
                    <a:pt x="7338" y="5307"/>
                  </a:cubicBezTo>
                  <a:cubicBezTo>
                    <a:pt x="7403" y="5283"/>
                    <a:pt x="7338" y="5080"/>
                    <a:pt x="7135" y="4934"/>
                  </a:cubicBezTo>
                  <a:close/>
                  <a:moveTo>
                    <a:pt x="17838" y="5550"/>
                  </a:moveTo>
                  <a:cubicBezTo>
                    <a:pt x="17834" y="5649"/>
                    <a:pt x="17848" y="5699"/>
                    <a:pt x="17856" y="5699"/>
                  </a:cubicBezTo>
                  <a:cubicBezTo>
                    <a:pt x="17864" y="5699"/>
                    <a:pt x="17866" y="5651"/>
                    <a:pt x="17838" y="5550"/>
                  </a:cubicBezTo>
                  <a:close/>
                  <a:moveTo>
                    <a:pt x="5109" y="5842"/>
                  </a:moveTo>
                  <a:cubicBezTo>
                    <a:pt x="5044" y="5866"/>
                    <a:pt x="5044" y="5866"/>
                    <a:pt x="5100" y="6037"/>
                  </a:cubicBezTo>
                  <a:cubicBezTo>
                    <a:pt x="5170" y="6236"/>
                    <a:pt x="5200" y="6322"/>
                    <a:pt x="5214" y="6322"/>
                  </a:cubicBezTo>
                  <a:cubicBezTo>
                    <a:pt x="5225" y="6322"/>
                    <a:pt x="5227" y="6274"/>
                    <a:pt x="5230" y="6191"/>
                  </a:cubicBezTo>
                  <a:lnTo>
                    <a:pt x="5109" y="5842"/>
                  </a:lnTo>
                  <a:close/>
                  <a:moveTo>
                    <a:pt x="17951" y="5956"/>
                  </a:moveTo>
                  <a:lnTo>
                    <a:pt x="17943" y="6150"/>
                  </a:lnTo>
                  <a:cubicBezTo>
                    <a:pt x="17930" y="6312"/>
                    <a:pt x="17927" y="6339"/>
                    <a:pt x="17890" y="6339"/>
                  </a:cubicBezTo>
                  <a:cubicBezTo>
                    <a:pt x="17882" y="6339"/>
                    <a:pt x="17873" y="6338"/>
                    <a:pt x="17862" y="6337"/>
                  </a:cubicBezTo>
                  <a:lnTo>
                    <a:pt x="17878" y="6142"/>
                  </a:lnTo>
                  <a:lnTo>
                    <a:pt x="17951" y="5956"/>
                  </a:lnTo>
                  <a:close/>
                  <a:moveTo>
                    <a:pt x="6548" y="7601"/>
                  </a:moveTo>
                  <a:cubicBezTo>
                    <a:pt x="6562" y="7601"/>
                    <a:pt x="6616" y="7613"/>
                    <a:pt x="6657" y="7772"/>
                  </a:cubicBezTo>
                  <a:cubicBezTo>
                    <a:pt x="6681" y="7902"/>
                    <a:pt x="6690" y="8031"/>
                    <a:pt x="6673" y="8161"/>
                  </a:cubicBezTo>
                  <a:cubicBezTo>
                    <a:pt x="6671" y="8162"/>
                    <a:pt x="6668" y="8162"/>
                    <a:pt x="6665" y="8162"/>
                  </a:cubicBezTo>
                  <a:cubicBezTo>
                    <a:pt x="6605" y="8162"/>
                    <a:pt x="6568" y="7991"/>
                    <a:pt x="6568" y="7991"/>
                  </a:cubicBezTo>
                  <a:cubicBezTo>
                    <a:pt x="6519" y="7804"/>
                    <a:pt x="6479" y="7610"/>
                    <a:pt x="6544" y="7602"/>
                  </a:cubicBezTo>
                  <a:cubicBezTo>
                    <a:pt x="6544" y="7602"/>
                    <a:pt x="6545" y="7601"/>
                    <a:pt x="6548" y="7601"/>
                  </a:cubicBezTo>
                  <a:close/>
                  <a:moveTo>
                    <a:pt x="17980" y="7918"/>
                  </a:moveTo>
                  <a:cubicBezTo>
                    <a:pt x="17981" y="7918"/>
                    <a:pt x="17982" y="7918"/>
                    <a:pt x="17984" y="7918"/>
                  </a:cubicBezTo>
                  <a:lnTo>
                    <a:pt x="17976" y="8112"/>
                  </a:lnTo>
                  <a:cubicBezTo>
                    <a:pt x="17967" y="8307"/>
                    <a:pt x="17903" y="8307"/>
                    <a:pt x="17903" y="8307"/>
                  </a:cubicBezTo>
                  <a:cubicBezTo>
                    <a:pt x="17903" y="8307"/>
                    <a:pt x="17830" y="8299"/>
                    <a:pt x="17838" y="8104"/>
                  </a:cubicBezTo>
                  <a:cubicBezTo>
                    <a:pt x="17838" y="8104"/>
                    <a:pt x="17916" y="7918"/>
                    <a:pt x="17980" y="7918"/>
                  </a:cubicBezTo>
                  <a:close/>
                  <a:moveTo>
                    <a:pt x="6431" y="8988"/>
                  </a:moveTo>
                  <a:cubicBezTo>
                    <a:pt x="6431" y="8988"/>
                    <a:pt x="6430" y="8988"/>
                    <a:pt x="6430" y="8988"/>
                  </a:cubicBezTo>
                  <a:cubicBezTo>
                    <a:pt x="6430" y="8988"/>
                    <a:pt x="6365" y="9004"/>
                    <a:pt x="6398" y="9191"/>
                  </a:cubicBezTo>
                  <a:lnTo>
                    <a:pt x="6422" y="9377"/>
                  </a:lnTo>
                  <a:cubicBezTo>
                    <a:pt x="6495" y="9369"/>
                    <a:pt x="6527" y="9166"/>
                    <a:pt x="6527" y="9166"/>
                  </a:cubicBezTo>
                  <a:cubicBezTo>
                    <a:pt x="6498" y="8995"/>
                    <a:pt x="6440" y="8988"/>
                    <a:pt x="6431" y="8988"/>
                  </a:cubicBezTo>
                  <a:close/>
                  <a:moveTo>
                    <a:pt x="6933" y="11055"/>
                  </a:moveTo>
                  <a:lnTo>
                    <a:pt x="6949" y="11250"/>
                  </a:lnTo>
                  <a:lnTo>
                    <a:pt x="6908" y="11453"/>
                  </a:lnTo>
                  <a:lnTo>
                    <a:pt x="6884" y="11258"/>
                  </a:lnTo>
                  <a:cubicBezTo>
                    <a:pt x="6868" y="11064"/>
                    <a:pt x="6868" y="11064"/>
                    <a:pt x="6933" y="11055"/>
                  </a:cubicBezTo>
                  <a:close/>
                  <a:moveTo>
                    <a:pt x="1647" y="12628"/>
                  </a:moveTo>
                  <a:lnTo>
                    <a:pt x="1784" y="12782"/>
                  </a:lnTo>
                  <a:cubicBezTo>
                    <a:pt x="1809" y="12847"/>
                    <a:pt x="1833" y="12904"/>
                    <a:pt x="1865" y="12961"/>
                  </a:cubicBezTo>
                  <a:cubicBezTo>
                    <a:pt x="1841" y="12970"/>
                    <a:pt x="1817" y="12980"/>
                    <a:pt x="1793" y="12980"/>
                  </a:cubicBezTo>
                  <a:cubicBezTo>
                    <a:pt x="1751" y="12980"/>
                    <a:pt x="1709" y="12951"/>
                    <a:pt x="1663" y="12839"/>
                  </a:cubicBezTo>
                  <a:lnTo>
                    <a:pt x="1647" y="12628"/>
                  </a:lnTo>
                  <a:close/>
                  <a:moveTo>
                    <a:pt x="7056" y="12716"/>
                  </a:moveTo>
                  <a:cubicBezTo>
                    <a:pt x="7082" y="12716"/>
                    <a:pt x="7117" y="12738"/>
                    <a:pt x="7160" y="12790"/>
                  </a:cubicBezTo>
                  <a:lnTo>
                    <a:pt x="7184" y="13180"/>
                  </a:lnTo>
                  <a:cubicBezTo>
                    <a:pt x="7173" y="13181"/>
                    <a:pt x="7162" y="13182"/>
                    <a:pt x="7151" y="13182"/>
                  </a:cubicBezTo>
                  <a:cubicBezTo>
                    <a:pt x="7096" y="13182"/>
                    <a:pt x="7045" y="13155"/>
                    <a:pt x="7038" y="12993"/>
                  </a:cubicBezTo>
                  <a:cubicBezTo>
                    <a:pt x="6980" y="12859"/>
                    <a:pt x="6989" y="12716"/>
                    <a:pt x="7056" y="12716"/>
                  </a:cubicBezTo>
                  <a:close/>
                  <a:moveTo>
                    <a:pt x="22929" y="13617"/>
                  </a:moveTo>
                  <a:cubicBezTo>
                    <a:pt x="22994" y="13642"/>
                    <a:pt x="23059" y="13658"/>
                    <a:pt x="23002" y="13844"/>
                  </a:cubicBezTo>
                  <a:lnTo>
                    <a:pt x="22946" y="14031"/>
                  </a:lnTo>
                  <a:cubicBezTo>
                    <a:pt x="22881" y="14015"/>
                    <a:pt x="22873" y="13804"/>
                    <a:pt x="22873" y="13804"/>
                  </a:cubicBezTo>
                  <a:lnTo>
                    <a:pt x="22929" y="13617"/>
                  </a:lnTo>
                  <a:close/>
                  <a:moveTo>
                    <a:pt x="7590" y="14339"/>
                  </a:moveTo>
                  <a:cubicBezTo>
                    <a:pt x="7598" y="14534"/>
                    <a:pt x="7671" y="14728"/>
                    <a:pt x="7606" y="14728"/>
                  </a:cubicBezTo>
                  <a:cubicBezTo>
                    <a:pt x="7607" y="14765"/>
                    <a:pt x="7606" y="14781"/>
                    <a:pt x="7602" y="14781"/>
                  </a:cubicBezTo>
                  <a:cubicBezTo>
                    <a:pt x="7585" y="14781"/>
                    <a:pt x="7530" y="14496"/>
                    <a:pt x="7517" y="14339"/>
                  </a:cubicBezTo>
                  <a:close/>
                  <a:moveTo>
                    <a:pt x="17546" y="15734"/>
                  </a:moveTo>
                  <a:lnTo>
                    <a:pt x="17611" y="15742"/>
                  </a:lnTo>
                  <a:cubicBezTo>
                    <a:pt x="17674" y="15933"/>
                    <a:pt x="17730" y="16131"/>
                    <a:pt x="17671" y="16131"/>
                  </a:cubicBezTo>
                  <a:cubicBezTo>
                    <a:pt x="17670" y="16131"/>
                    <a:pt x="17669" y="16131"/>
                    <a:pt x="17667" y="16131"/>
                  </a:cubicBezTo>
                  <a:cubicBezTo>
                    <a:pt x="17667" y="16131"/>
                    <a:pt x="17603" y="16131"/>
                    <a:pt x="17538" y="15928"/>
                  </a:cubicBezTo>
                  <a:cubicBezTo>
                    <a:pt x="17538" y="15928"/>
                    <a:pt x="17538" y="15928"/>
                    <a:pt x="17538" y="15928"/>
                  </a:cubicBezTo>
                  <a:cubicBezTo>
                    <a:pt x="17536" y="15928"/>
                    <a:pt x="17482" y="15734"/>
                    <a:pt x="17546" y="15734"/>
                  </a:cubicBezTo>
                  <a:close/>
                  <a:moveTo>
                    <a:pt x="4119" y="16812"/>
                  </a:moveTo>
                  <a:cubicBezTo>
                    <a:pt x="4225" y="16974"/>
                    <a:pt x="4225" y="16974"/>
                    <a:pt x="4168" y="17007"/>
                  </a:cubicBezTo>
                  <a:cubicBezTo>
                    <a:pt x="4160" y="17012"/>
                    <a:pt x="4151" y="17014"/>
                    <a:pt x="4140" y="17014"/>
                  </a:cubicBezTo>
                  <a:cubicBezTo>
                    <a:pt x="4070" y="17014"/>
                    <a:pt x="3949" y="16917"/>
                    <a:pt x="3949" y="16917"/>
                  </a:cubicBezTo>
                  <a:cubicBezTo>
                    <a:pt x="3893" y="16831"/>
                    <a:pt x="3929" y="16816"/>
                    <a:pt x="3984" y="16816"/>
                  </a:cubicBezTo>
                  <a:cubicBezTo>
                    <a:pt x="4012" y="16816"/>
                    <a:pt x="4046" y="16820"/>
                    <a:pt x="4074" y="16820"/>
                  </a:cubicBezTo>
                  <a:cubicBezTo>
                    <a:pt x="4093" y="16820"/>
                    <a:pt x="4109" y="16818"/>
                    <a:pt x="4119" y="16812"/>
                  </a:cubicBezTo>
                  <a:close/>
                  <a:moveTo>
                    <a:pt x="7460" y="18255"/>
                  </a:moveTo>
                  <a:cubicBezTo>
                    <a:pt x="7525" y="18255"/>
                    <a:pt x="7590" y="18255"/>
                    <a:pt x="7598" y="18450"/>
                  </a:cubicBezTo>
                  <a:lnTo>
                    <a:pt x="7598" y="18644"/>
                  </a:lnTo>
                  <a:cubicBezTo>
                    <a:pt x="7533" y="18644"/>
                    <a:pt x="7460" y="18450"/>
                    <a:pt x="7460" y="18450"/>
                  </a:cubicBezTo>
                  <a:lnTo>
                    <a:pt x="7460" y="18255"/>
                  </a:lnTo>
                  <a:close/>
                  <a:moveTo>
                    <a:pt x="6222" y="19146"/>
                  </a:moveTo>
                  <a:cubicBezTo>
                    <a:pt x="6294" y="19146"/>
                    <a:pt x="6414" y="19220"/>
                    <a:pt x="6414" y="19220"/>
                  </a:cubicBezTo>
                  <a:lnTo>
                    <a:pt x="6527" y="19374"/>
                  </a:lnTo>
                  <a:cubicBezTo>
                    <a:pt x="6505" y="19392"/>
                    <a:pt x="6481" y="19411"/>
                    <a:pt x="6450" y="19411"/>
                  </a:cubicBezTo>
                  <a:cubicBezTo>
                    <a:pt x="6413" y="19411"/>
                    <a:pt x="6367" y="19385"/>
                    <a:pt x="6300" y="19301"/>
                  </a:cubicBezTo>
                  <a:lnTo>
                    <a:pt x="6187" y="19155"/>
                  </a:lnTo>
                  <a:cubicBezTo>
                    <a:pt x="6196" y="19149"/>
                    <a:pt x="6208" y="19146"/>
                    <a:pt x="6222" y="19146"/>
                  </a:cubicBezTo>
                  <a:close/>
                  <a:moveTo>
                    <a:pt x="2407" y="2273"/>
                  </a:moveTo>
                  <a:cubicBezTo>
                    <a:pt x="2454" y="2273"/>
                    <a:pt x="2521" y="2317"/>
                    <a:pt x="2579" y="2421"/>
                  </a:cubicBezTo>
                  <a:cubicBezTo>
                    <a:pt x="2579" y="2502"/>
                    <a:pt x="2610" y="2536"/>
                    <a:pt x="2638" y="2536"/>
                  </a:cubicBezTo>
                  <a:cubicBezTo>
                    <a:pt x="2656" y="2536"/>
                    <a:pt x="2673" y="2520"/>
                    <a:pt x="2676" y="2494"/>
                  </a:cubicBezTo>
                  <a:cubicBezTo>
                    <a:pt x="2733" y="2461"/>
                    <a:pt x="2790" y="2437"/>
                    <a:pt x="2846" y="2429"/>
                  </a:cubicBezTo>
                  <a:cubicBezTo>
                    <a:pt x="2911" y="2429"/>
                    <a:pt x="2968" y="2453"/>
                    <a:pt x="3009" y="2502"/>
                  </a:cubicBezTo>
                  <a:cubicBezTo>
                    <a:pt x="3075" y="2525"/>
                    <a:pt x="3141" y="2557"/>
                    <a:pt x="3199" y="2557"/>
                  </a:cubicBezTo>
                  <a:cubicBezTo>
                    <a:pt x="3241" y="2557"/>
                    <a:pt x="3278" y="2541"/>
                    <a:pt x="3309" y="2494"/>
                  </a:cubicBezTo>
                  <a:cubicBezTo>
                    <a:pt x="3317" y="2477"/>
                    <a:pt x="3332" y="2469"/>
                    <a:pt x="3351" y="2469"/>
                  </a:cubicBezTo>
                  <a:cubicBezTo>
                    <a:pt x="3406" y="2469"/>
                    <a:pt x="3497" y="2527"/>
                    <a:pt x="3592" y="2599"/>
                  </a:cubicBezTo>
                  <a:cubicBezTo>
                    <a:pt x="3569" y="2628"/>
                    <a:pt x="3556" y="2639"/>
                    <a:pt x="3519" y="2639"/>
                  </a:cubicBezTo>
                  <a:cubicBezTo>
                    <a:pt x="3493" y="2639"/>
                    <a:pt x="3456" y="2634"/>
                    <a:pt x="3395" y="2624"/>
                  </a:cubicBezTo>
                  <a:lnTo>
                    <a:pt x="3395" y="2624"/>
                  </a:lnTo>
                  <a:cubicBezTo>
                    <a:pt x="3444" y="2659"/>
                    <a:pt x="3524" y="2718"/>
                    <a:pt x="3625" y="2802"/>
                  </a:cubicBezTo>
                  <a:cubicBezTo>
                    <a:pt x="3746" y="2891"/>
                    <a:pt x="3909" y="3167"/>
                    <a:pt x="3860" y="3215"/>
                  </a:cubicBezTo>
                  <a:cubicBezTo>
                    <a:pt x="3890" y="3312"/>
                    <a:pt x="3940" y="3398"/>
                    <a:pt x="3975" y="3398"/>
                  </a:cubicBezTo>
                  <a:cubicBezTo>
                    <a:pt x="3995" y="3398"/>
                    <a:pt x="4011" y="3367"/>
                    <a:pt x="4014" y="3288"/>
                  </a:cubicBezTo>
                  <a:cubicBezTo>
                    <a:pt x="4052" y="3259"/>
                    <a:pt x="4078" y="3239"/>
                    <a:pt x="4104" y="3239"/>
                  </a:cubicBezTo>
                  <a:cubicBezTo>
                    <a:pt x="4150" y="3239"/>
                    <a:pt x="4198" y="3299"/>
                    <a:pt x="4322" y="3475"/>
                  </a:cubicBezTo>
                  <a:cubicBezTo>
                    <a:pt x="4428" y="3613"/>
                    <a:pt x="4517" y="3758"/>
                    <a:pt x="4460" y="3791"/>
                  </a:cubicBezTo>
                  <a:cubicBezTo>
                    <a:pt x="4403" y="3823"/>
                    <a:pt x="4403" y="3823"/>
                    <a:pt x="4573" y="4115"/>
                  </a:cubicBezTo>
                  <a:cubicBezTo>
                    <a:pt x="4703" y="4342"/>
                    <a:pt x="4849" y="4553"/>
                    <a:pt x="5003" y="4748"/>
                  </a:cubicBezTo>
                  <a:cubicBezTo>
                    <a:pt x="5125" y="4894"/>
                    <a:pt x="5263" y="5023"/>
                    <a:pt x="5409" y="5145"/>
                  </a:cubicBezTo>
                  <a:cubicBezTo>
                    <a:pt x="5450" y="5129"/>
                    <a:pt x="5478" y="5119"/>
                    <a:pt x="5496" y="5119"/>
                  </a:cubicBezTo>
                  <a:cubicBezTo>
                    <a:pt x="5532" y="5119"/>
                    <a:pt x="5520" y="5166"/>
                    <a:pt x="5482" y="5315"/>
                  </a:cubicBezTo>
                  <a:cubicBezTo>
                    <a:pt x="5417" y="5339"/>
                    <a:pt x="5490" y="5518"/>
                    <a:pt x="5554" y="5696"/>
                  </a:cubicBezTo>
                  <a:cubicBezTo>
                    <a:pt x="5558" y="5695"/>
                    <a:pt x="5562" y="5694"/>
                    <a:pt x="5565" y="5694"/>
                  </a:cubicBezTo>
                  <a:cubicBezTo>
                    <a:pt x="5601" y="5694"/>
                    <a:pt x="5608" y="5770"/>
                    <a:pt x="5593" y="5770"/>
                  </a:cubicBezTo>
                  <a:cubicBezTo>
                    <a:pt x="5585" y="5770"/>
                    <a:pt x="5572" y="5752"/>
                    <a:pt x="5554" y="5696"/>
                  </a:cubicBezTo>
                  <a:cubicBezTo>
                    <a:pt x="5552" y="5697"/>
                    <a:pt x="5549" y="5697"/>
                    <a:pt x="5546" y="5697"/>
                  </a:cubicBezTo>
                  <a:cubicBezTo>
                    <a:pt x="5484" y="5697"/>
                    <a:pt x="5422" y="5534"/>
                    <a:pt x="5352" y="5364"/>
                  </a:cubicBezTo>
                  <a:lnTo>
                    <a:pt x="5287" y="5388"/>
                  </a:lnTo>
                  <a:cubicBezTo>
                    <a:pt x="5230" y="5583"/>
                    <a:pt x="5311" y="5802"/>
                    <a:pt x="5490" y="5915"/>
                  </a:cubicBezTo>
                  <a:cubicBezTo>
                    <a:pt x="5611" y="6069"/>
                    <a:pt x="5611" y="6069"/>
                    <a:pt x="5611" y="6272"/>
                  </a:cubicBezTo>
                  <a:cubicBezTo>
                    <a:pt x="5603" y="6459"/>
                    <a:pt x="5588" y="6646"/>
                    <a:pt x="5645" y="6646"/>
                  </a:cubicBezTo>
                  <a:cubicBezTo>
                    <a:pt x="5647" y="6646"/>
                    <a:pt x="5649" y="6645"/>
                    <a:pt x="5652" y="6645"/>
                  </a:cubicBezTo>
                  <a:cubicBezTo>
                    <a:pt x="5652" y="6645"/>
                    <a:pt x="5765" y="7002"/>
                    <a:pt x="5749" y="7204"/>
                  </a:cubicBezTo>
                  <a:cubicBezTo>
                    <a:pt x="5835" y="7547"/>
                    <a:pt x="5883" y="7732"/>
                    <a:pt x="5944" y="7732"/>
                  </a:cubicBezTo>
                  <a:cubicBezTo>
                    <a:pt x="5947" y="7732"/>
                    <a:pt x="5949" y="7732"/>
                    <a:pt x="5952" y="7731"/>
                  </a:cubicBezTo>
                  <a:cubicBezTo>
                    <a:pt x="5954" y="7731"/>
                    <a:pt x="5957" y="7730"/>
                    <a:pt x="5960" y="7730"/>
                  </a:cubicBezTo>
                  <a:cubicBezTo>
                    <a:pt x="6021" y="7730"/>
                    <a:pt x="6067" y="7909"/>
                    <a:pt x="6106" y="8088"/>
                  </a:cubicBezTo>
                  <a:cubicBezTo>
                    <a:pt x="6145" y="8263"/>
                    <a:pt x="6185" y="8445"/>
                    <a:pt x="6248" y="8445"/>
                  </a:cubicBezTo>
                  <a:cubicBezTo>
                    <a:pt x="6249" y="8445"/>
                    <a:pt x="6250" y="8445"/>
                    <a:pt x="6252" y="8445"/>
                  </a:cubicBezTo>
                  <a:cubicBezTo>
                    <a:pt x="6254" y="8444"/>
                    <a:pt x="6257" y="8444"/>
                    <a:pt x="6260" y="8444"/>
                  </a:cubicBezTo>
                  <a:cubicBezTo>
                    <a:pt x="6325" y="8444"/>
                    <a:pt x="6425" y="8622"/>
                    <a:pt x="6495" y="8980"/>
                  </a:cubicBezTo>
                  <a:cubicBezTo>
                    <a:pt x="6625" y="9345"/>
                    <a:pt x="6625" y="9353"/>
                    <a:pt x="6527" y="9556"/>
                  </a:cubicBezTo>
                  <a:cubicBezTo>
                    <a:pt x="6454" y="9564"/>
                    <a:pt x="6487" y="9758"/>
                    <a:pt x="6511" y="9945"/>
                  </a:cubicBezTo>
                  <a:cubicBezTo>
                    <a:pt x="6527" y="10074"/>
                    <a:pt x="6527" y="10204"/>
                    <a:pt x="6503" y="10334"/>
                  </a:cubicBezTo>
                  <a:cubicBezTo>
                    <a:pt x="6471" y="10490"/>
                    <a:pt x="6506" y="10515"/>
                    <a:pt x="6554" y="10515"/>
                  </a:cubicBezTo>
                  <a:cubicBezTo>
                    <a:pt x="6566" y="10515"/>
                    <a:pt x="6579" y="10514"/>
                    <a:pt x="6592" y="10512"/>
                  </a:cubicBezTo>
                  <a:lnTo>
                    <a:pt x="6730" y="10496"/>
                  </a:lnTo>
                  <a:lnTo>
                    <a:pt x="6730" y="10496"/>
                  </a:lnTo>
                  <a:cubicBezTo>
                    <a:pt x="6754" y="10691"/>
                    <a:pt x="6641" y="10893"/>
                    <a:pt x="6576" y="10901"/>
                  </a:cubicBezTo>
                  <a:cubicBezTo>
                    <a:pt x="6488" y="11059"/>
                    <a:pt x="6468" y="11094"/>
                    <a:pt x="6529" y="11094"/>
                  </a:cubicBezTo>
                  <a:cubicBezTo>
                    <a:pt x="6546" y="11094"/>
                    <a:pt x="6570" y="11091"/>
                    <a:pt x="6600" y="11088"/>
                  </a:cubicBezTo>
                  <a:cubicBezTo>
                    <a:pt x="6665" y="11088"/>
                    <a:pt x="6754" y="11266"/>
                    <a:pt x="6722" y="11655"/>
                  </a:cubicBezTo>
                  <a:cubicBezTo>
                    <a:pt x="6763" y="12045"/>
                    <a:pt x="6787" y="12426"/>
                    <a:pt x="6722" y="12434"/>
                  </a:cubicBezTo>
                  <a:cubicBezTo>
                    <a:pt x="6698" y="12555"/>
                    <a:pt x="6706" y="12693"/>
                    <a:pt x="6754" y="12815"/>
                  </a:cubicBezTo>
                  <a:cubicBezTo>
                    <a:pt x="6836" y="13001"/>
                    <a:pt x="6852" y="13196"/>
                    <a:pt x="6819" y="13780"/>
                  </a:cubicBezTo>
                  <a:cubicBezTo>
                    <a:pt x="6730" y="14753"/>
                    <a:pt x="6730" y="14753"/>
                    <a:pt x="6868" y="14753"/>
                  </a:cubicBezTo>
                  <a:cubicBezTo>
                    <a:pt x="6879" y="14751"/>
                    <a:pt x="6890" y="14750"/>
                    <a:pt x="6900" y="14750"/>
                  </a:cubicBezTo>
                  <a:cubicBezTo>
                    <a:pt x="6949" y="14750"/>
                    <a:pt x="6977" y="14778"/>
                    <a:pt x="6876" y="14947"/>
                  </a:cubicBezTo>
                  <a:cubicBezTo>
                    <a:pt x="6811" y="15142"/>
                    <a:pt x="6892" y="15336"/>
                    <a:pt x="6973" y="15725"/>
                  </a:cubicBezTo>
                  <a:cubicBezTo>
                    <a:pt x="7003" y="15837"/>
                    <a:pt x="7100" y="15914"/>
                    <a:pt x="7216" y="15914"/>
                  </a:cubicBezTo>
                  <a:cubicBezTo>
                    <a:pt x="7227" y="15914"/>
                    <a:pt x="7238" y="15913"/>
                    <a:pt x="7249" y="15912"/>
                  </a:cubicBezTo>
                  <a:cubicBezTo>
                    <a:pt x="7379" y="15912"/>
                    <a:pt x="7379" y="15912"/>
                    <a:pt x="7330" y="16301"/>
                  </a:cubicBezTo>
                  <a:cubicBezTo>
                    <a:pt x="7338" y="16496"/>
                    <a:pt x="7273" y="16690"/>
                    <a:pt x="7208" y="16698"/>
                  </a:cubicBezTo>
                  <a:cubicBezTo>
                    <a:pt x="7144" y="16698"/>
                    <a:pt x="7135" y="16504"/>
                    <a:pt x="7135" y="16504"/>
                  </a:cubicBezTo>
                  <a:lnTo>
                    <a:pt x="7127" y="16309"/>
                  </a:lnTo>
                  <a:cubicBezTo>
                    <a:pt x="7063" y="16309"/>
                    <a:pt x="6990" y="16309"/>
                    <a:pt x="7006" y="16698"/>
                  </a:cubicBezTo>
                  <a:cubicBezTo>
                    <a:pt x="6941" y="16893"/>
                    <a:pt x="6949" y="17088"/>
                    <a:pt x="7022" y="17088"/>
                  </a:cubicBezTo>
                  <a:cubicBezTo>
                    <a:pt x="6957" y="17282"/>
                    <a:pt x="6973" y="17671"/>
                    <a:pt x="6981" y="18069"/>
                  </a:cubicBezTo>
                  <a:cubicBezTo>
                    <a:pt x="6990" y="18458"/>
                    <a:pt x="7006" y="19042"/>
                    <a:pt x="6941" y="19236"/>
                  </a:cubicBezTo>
                  <a:cubicBezTo>
                    <a:pt x="6949" y="19625"/>
                    <a:pt x="6957" y="19820"/>
                    <a:pt x="7022" y="19820"/>
                  </a:cubicBezTo>
                  <a:cubicBezTo>
                    <a:pt x="7160" y="19820"/>
                    <a:pt x="7160" y="20014"/>
                    <a:pt x="7095" y="20014"/>
                  </a:cubicBezTo>
                  <a:cubicBezTo>
                    <a:pt x="7091" y="20021"/>
                    <a:pt x="7087" y="20029"/>
                    <a:pt x="7083" y="20041"/>
                  </a:cubicBezTo>
                  <a:lnTo>
                    <a:pt x="7083" y="20041"/>
                  </a:lnTo>
                  <a:lnTo>
                    <a:pt x="6884" y="19812"/>
                  </a:lnTo>
                  <a:cubicBezTo>
                    <a:pt x="6990" y="19731"/>
                    <a:pt x="6341" y="19042"/>
                    <a:pt x="5952" y="18612"/>
                  </a:cubicBezTo>
                  <a:cubicBezTo>
                    <a:pt x="5798" y="18490"/>
                    <a:pt x="5660" y="18344"/>
                    <a:pt x="5554" y="18182"/>
                  </a:cubicBezTo>
                  <a:cubicBezTo>
                    <a:pt x="5668" y="18109"/>
                    <a:pt x="5336" y="17639"/>
                    <a:pt x="5060" y="17355"/>
                  </a:cubicBezTo>
                  <a:cubicBezTo>
                    <a:pt x="4833" y="17274"/>
                    <a:pt x="4727" y="17112"/>
                    <a:pt x="4841" y="17039"/>
                  </a:cubicBezTo>
                  <a:cubicBezTo>
                    <a:pt x="4955" y="16958"/>
                    <a:pt x="4736" y="16650"/>
                    <a:pt x="4355" y="16431"/>
                  </a:cubicBezTo>
                  <a:cubicBezTo>
                    <a:pt x="4200" y="16309"/>
                    <a:pt x="4192" y="16301"/>
                    <a:pt x="4152" y="16107"/>
                  </a:cubicBezTo>
                  <a:cubicBezTo>
                    <a:pt x="4159" y="15899"/>
                    <a:pt x="4079" y="15746"/>
                    <a:pt x="4021" y="15746"/>
                  </a:cubicBezTo>
                  <a:cubicBezTo>
                    <a:pt x="4016" y="15746"/>
                    <a:pt x="4011" y="15747"/>
                    <a:pt x="4006" y="15750"/>
                  </a:cubicBezTo>
                  <a:cubicBezTo>
                    <a:pt x="3803" y="15677"/>
                    <a:pt x="3673" y="15474"/>
                    <a:pt x="3706" y="15255"/>
                  </a:cubicBezTo>
                  <a:cubicBezTo>
                    <a:pt x="3617" y="14866"/>
                    <a:pt x="3625" y="14866"/>
                    <a:pt x="3414" y="14761"/>
                  </a:cubicBezTo>
                  <a:cubicBezTo>
                    <a:pt x="3195" y="14663"/>
                    <a:pt x="2822" y="13990"/>
                    <a:pt x="2863" y="13763"/>
                  </a:cubicBezTo>
                  <a:cubicBezTo>
                    <a:pt x="2779" y="13603"/>
                    <a:pt x="2752" y="13421"/>
                    <a:pt x="2695" y="13421"/>
                  </a:cubicBezTo>
                  <a:cubicBezTo>
                    <a:pt x="2692" y="13421"/>
                    <a:pt x="2688" y="13421"/>
                    <a:pt x="2684" y="13423"/>
                  </a:cubicBezTo>
                  <a:lnTo>
                    <a:pt x="2668" y="13228"/>
                  </a:lnTo>
                  <a:lnTo>
                    <a:pt x="2498" y="12888"/>
                  </a:lnTo>
                  <a:lnTo>
                    <a:pt x="2441" y="12912"/>
                  </a:lnTo>
                  <a:cubicBezTo>
                    <a:pt x="2352" y="12742"/>
                    <a:pt x="1930" y="11688"/>
                    <a:pt x="1525" y="10447"/>
                  </a:cubicBezTo>
                  <a:cubicBezTo>
                    <a:pt x="1355" y="9961"/>
                    <a:pt x="1274" y="9564"/>
                    <a:pt x="1184" y="9256"/>
                  </a:cubicBezTo>
                  <a:cubicBezTo>
                    <a:pt x="1111" y="8947"/>
                    <a:pt x="1063" y="8720"/>
                    <a:pt x="1030" y="8566"/>
                  </a:cubicBezTo>
                  <a:cubicBezTo>
                    <a:pt x="980" y="8347"/>
                    <a:pt x="956" y="8260"/>
                    <a:pt x="939" y="8260"/>
                  </a:cubicBezTo>
                  <a:cubicBezTo>
                    <a:pt x="931" y="8260"/>
                    <a:pt x="924" y="8277"/>
                    <a:pt x="917" y="8307"/>
                  </a:cubicBezTo>
                  <a:cubicBezTo>
                    <a:pt x="895" y="8348"/>
                    <a:pt x="876" y="8365"/>
                    <a:pt x="860" y="8365"/>
                  </a:cubicBezTo>
                  <a:cubicBezTo>
                    <a:pt x="798" y="8365"/>
                    <a:pt x="784" y="8097"/>
                    <a:pt x="868" y="7942"/>
                  </a:cubicBezTo>
                  <a:cubicBezTo>
                    <a:pt x="836" y="7756"/>
                    <a:pt x="860" y="7383"/>
                    <a:pt x="836" y="7018"/>
                  </a:cubicBezTo>
                  <a:cubicBezTo>
                    <a:pt x="795" y="6653"/>
                    <a:pt x="820" y="6288"/>
                    <a:pt x="876" y="6288"/>
                  </a:cubicBezTo>
                  <a:lnTo>
                    <a:pt x="876" y="6110"/>
                  </a:lnTo>
                  <a:cubicBezTo>
                    <a:pt x="795" y="5931"/>
                    <a:pt x="795" y="5567"/>
                    <a:pt x="811" y="5177"/>
                  </a:cubicBezTo>
                  <a:cubicBezTo>
                    <a:pt x="828" y="4837"/>
                    <a:pt x="893" y="4513"/>
                    <a:pt x="1022" y="4196"/>
                  </a:cubicBezTo>
                  <a:cubicBezTo>
                    <a:pt x="1111" y="3880"/>
                    <a:pt x="1160" y="3726"/>
                    <a:pt x="1233" y="3410"/>
                  </a:cubicBezTo>
                  <a:cubicBezTo>
                    <a:pt x="1314" y="3102"/>
                    <a:pt x="1330" y="3110"/>
                    <a:pt x="1460" y="3021"/>
                  </a:cubicBezTo>
                  <a:cubicBezTo>
                    <a:pt x="1462" y="3021"/>
                    <a:pt x="1464" y="3022"/>
                    <a:pt x="1466" y="3022"/>
                  </a:cubicBezTo>
                  <a:cubicBezTo>
                    <a:pt x="1508" y="3022"/>
                    <a:pt x="1653" y="2877"/>
                    <a:pt x="1784" y="2761"/>
                  </a:cubicBezTo>
                  <a:cubicBezTo>
                    <a:pt x="1922" y="2632"/>
                    <a:pt x="2060" y="2559"/>
                    <a:pt x="2028" y="2494"/>
                  </a:cubicBezTo>
                  <a:cubicBezTo>
                    <a:pt x="2076" y="2494"/>
                    <a:pt x="2117" y="2494"/>
                    <a:pt x="2157" y="2502"/>
                  </a:cubicBezTo>
                  <a:cubicBezTo>
                    <a:pt x="2172" y="2505"/>
                    <a:pt x="2187" y="2506"/>
                    <a:pt x="2201" y="2506"/>
                  </a:cubicBezTo>
                  <a:cubicBezTo>
                    <a:pt x="2298" y="2506"/>
                    <a:pt x="2359" y="2437"/>
                    <a:pt x="2352" y="2380"/>
                  </a:cubicBezTo>
                  <a:cubicBezTo>
                    <a:pt x="2336" y="2313"/>
                    <a:pt x="2363" y="2273"/>
                    <a:pt x="2407" y="2273"/>
                  </a:cubicBezTo>
                  <a:close/>
                  <a:moveTo>
                    <a:pt x="7185" y="19692"/>
                  </a:moveTo>
                  <a:cubicBezTo>
                    <a:pt x="7199" y="19692"/>
                    <a:pt x="7232" y="19739"/>
                    <a:pt x="7290" y="19820"/>
                  </a:cubicBezTo>
                  <a:cubicBezTo>
                    <a:pt x="7363" y="20014"/>
                    <a:pt x="7435" y="20209"/>
                    <a:pt x="7435" y="20209"/>
                  </a:cubicBezTo>
                  <a:cubicBezTo>
                    <a:pt x="7435" y="20269"/>
                    <a:pt x="7429" y="20293"/>
                    <a:pt x="7417" y="20293"/>
                  </a:cubicBezTo>
                  <a:cubicBezTo>
                    <a:pt x="7387" y="20293"/>
                    <a:pt x="7322" y="20152"/>
                    <a:pt x="7225" y="20014"/>
                  </a:cubicBezTo>
                  <a:cubicBezTo>
                    <a:pt x="7182" y="19787"/>
                    <a:pt x="7164" y="19692"/>
                    <a:pt x="7185" y="19692"/>
                  </a:cubicBezTo>
                  <a:close/>
                  <a:moveTo>
                    <a:pt x="19600" y="20493"/>
                  </a:moveTo>
                  <a:cubicBezTo>
                    <a:pt x="19613" y="20493"/>
                    <a:pt x="19623" y="20503"/>
                    <a:pt x="19638" y="20517"/>
                  </a:cubicBezTo>
                  <a:cubicBezTo>
                    <a:pt x="19686" y="20558"/>
                    <a:pt x="19427" y="20841"/>
                    <a:pt x="19297" y="20987"/>
                  </a:cubicBezTo>
                  <a:cubicBezTo>
                    <a:pt x="19265" y="21001"/>
                    <a:pt x="19241" y="21008"/>
                    <a:pt x="19224" y="21008"/>
                  </a:cubicBezTo>
                  <a:cubicBezTo>
                    <a:pt x="19145" y="21008"/>
                    <a:pt x="19229" y="20866"/>
                    <a:pt x="19330" y="20752"/>
                  </a:cubicBezTo>
                  <a:cubicBezTo>
                    <a:pt x="19513" y="20552"/>
                    <a:pt x="19567" y="20493"/>
                    <a:pt x="19600" y="20493"/>
                  </a:cubicBezTo>
                  <a:close/>
                  <a:moveTo>
                    <a:pt x="21041" y="704"/>
                  </a:moveTo>
                  <a:cubicBezTo>
                    <a:pt x="21056" y="704"/>
                    <a:pt x="21078" y="751"/>
                    <a:pt x="21146" y="823"/>
                  </a:cubicBezTo>
                  <a:cubicBezTo>
                    <a:pt x="21182" y="973"/>
                    <a:pt x="21294" y="1087"/>
                    <a:pt x="21364" y="1087"/>
                  </a:cubicBezTo>
                  <a:cubicBezTo>
                    <a:pt x="21404" y="1087"/>
                    <a:pt x="21430" y="1050"/>
                    <a:pt x="21421" y="961"/>
                  </a:cubicBezTo>
                  <a:cubicBezTo>
                    <a:pt x="21384" y="869"/>
                    <a:pt x="21366" y="820"/>
                    <a:pt x="21376" y="820"/>
                  </a:cubicBezTo>
                  <a:cubicBezTo>
                    <a:pt x="21388" y="820"/>
                    <a:pt x="21441" y="889"/>
                    <a:pt x="21551" y="1034"/>
                  </a:cubicBezTo>
                  <a:cubicBezTo>
                    <a:pt x="21648" y="1180"/>
                    <a:pt x="21648" y="1180"/>
                    <a:pt x="21819" y="1213"/>
                  </a:cubicBezTo>
                  <a:cubicBezTo>
                    <a:pt x="21826" y="1204"/>
                    <a:pt x="21836" y="1200"/>
                    <a:pt x="21848" y="1200"/>
                  </a:cubicBezTo>
                  <a:cubicBezTo>
                    <a:pt x="21900" y="1200"/>
                    <a:pt x="21982" y="1278"/>
                    <a:pt x="21948" y="1318"/>
                  </a:cubicBezTo>
                  <a:cubicBezTo>
                    <a:pt x="22019" y="1453"/>
                    <a:pt x="22078" y="1594"/>
                    <a:pt x="22124" y="1594"/>
                  </a:cubicBezTo>
                  <a:cubicBezTo>
                    <a:pt x="22131" y="1594"/>
                    <a:pt x="22137" y="1592"/>
                    <a:pt x="22143" y="1586"/>
                  </a:cubicBezTo>
                  <a:cubicBezTo>
                    <a:pt x="22224" y="1667"/>
                    <a:pt x="22281" y="1764"/>
                    <a:pt x="22313" y="1869"/>
                  </a:cubicBezTo>
                  <a:cubicBezTo>
                    <a:pt x="22378" y="2032"/>
                    <a:pt x="22516" y="2121"/>
                    <a:pt x="22678" y="2210"/>
                  </a:cubicBezTo>
                  <a:cubicBezTo>
                    <a:pt x="22998" y="2490"/>
                    <a:pt x="23093" y="2655"/>
                    <a:pt x="23009" y="2655"/>
                  </a:cubicBezTo>
                  <a:cubicBezTo>
                    <a:pt x="22991" y="2655"/>
                    <a:pt x="22964" y="2647"/>
                    <a:pt x="22929" y="2632"/>
                  </a:cubicBezTo>
                  <a:cubicBezTo>
                    <a:pt x="22918" y="2627"/>
                    <a:pt x="22909" y="2625"/>
                    <a:pt x="22903" y="2625"/>
                  </a:cubicBezTo>
                  <a:cubicBezTo>
                    <a:pt x="22849" y="2625"/>
                    <a:pt x="22915" y="2757"/>
                    <a:pt x="22994" y="2915"/>
                  </a:cubicBezTo>
                  <a:cubicBezTo>
                    <a:pt x="23092" y="3086"/>
                    <a:pt x="23229" y="3329"/>
                    <a:pt x="23327" y="3386"/>
                  </a:cubicBezTo>
                  <a:cubicBezTo>
                    <a:pt x="23513" y="3515"/>
                    <a:pt x="23513" y="3523"/>
                    <a:pt x="23448" y="3540"/>
                  </a:cubicBezTo>
                  <a:cubicBezTo>
                    <a:pt x="23383" y="3556"/>
                    <a:pt x="23432" y="3726"/>
                    <a:pt x="23432" y="3726"/>
                  </a:cubicBezTo>
                  <a:cubicBezTo>
                    <a:pt x="23489" y="3896"/>
                    <a:pt x="23529" y="4075"/>
                    <a:pt x="23465" y="4091"/>
                  </a:cubicBezTo>
                  <a:cubicBezTo>
                    <a:pt x="23465" y="4091"/>
                    <a:pt x="23473" y="4131"/>
                    <a:pt x="23505" y="4213"/>
                  </a:cubicBezTo>
                  <a:cubicBezTo>
                    <a:pt x="23529" y="4302"/>
                    <a:pt x="23578" y="4423"/>
                    <a:pt x="23643" y="4602"/>
                  </a:cubicBezTo>
                  <a:cubicBezTo>
                    <a:pt x="23846" y="4934"/>
                    <a:pt x="23837" y="5494"/>
                    <a:pt x="23708" y="5680"/>
                  </a:cubicBezTo>
                  <a:lnTo>
                    <a:pt x="23797" y="6045"/>
                  </a:lnTo>
                  <a:cubicBezTo>
                    <a:pt x="23932" y="6220"/>
                    <a:pt x="24005" y="6410"/>
                    <a:pt x="23878" y="6410"/>
                  </a:cubicBezTo>
                  <a:cubicBezTo>
                    <a:pt x="23875" y="6410"/>
                    <a:pt x="23873" y="6410"/>
                    <a:pt x="23870" y="6410"/>
                  </a:cubicBezTo>
                  <a:lnTo>
                    <a:pt x="23805" y="6410"/>
                  </a:lnTo>
                  <a:cubicBezTo>
                    <a:pt x="23950" y="6595"/>
                    <a:pt x="23847" y="7334"/>
                    <a:pt x="23710" y="7334"/>
                  </a:cubicBezTo>
                  <a:cubicBezTo>
                    <a:pt x="23709" y="7334"/>
                    <a:pt x="23709" y="7334"/>
                    <a:pt x="23708" y="7334"/>
                  </a:cubicBezTo>
                  <a:cubicBezTo>
                    <a:pt x="23697" y="7333"/>
                    <a:pt x="23687" y="7331"/>
                    <a:pt x="23680" y="7331"/>
                  </a:cubicBezTo>
                  <a:cubicBezTo>
                    <a:pt x="23642" y="7331"/>
                    <a:pt x="23640" y="7358"/>
                    <a:pt x="23627" y="7512"/>
                  </a:cubicBezTo>
                  <a:lnTo>
                    <a:pt x="23700" y="7520"/>
                  </a:lnTo>
                  <a:cubicBezTo>
                    <a:pt x="23765" y="7520"/>
                    <a:pt x="23829" y="7529"/>
                    <a:pt x="23813" y="7715"/>
                  </a:cubicBezTo>
                  <a:cubicBezTo>
                    <a:pt x="23797" y="7898"/>
                    <a:pt x="23781" y="8080"/>
                    <a:pt x="23712" y="8080"/>
                  </a:cubicBezTo>
                  <a:cubicBezTo>
                    <a:pt x="23711" y="8080"/>
                    <a:pt x="23709" y="8080"/>
                    <a:pt x="23708" y="8080"/>
                  </a:cubicBezTo>
                  <a:cubicBezTo>
                    <a:pt x="23627" y="8258"/>
                    <a:pt x="23529" y="8437"/>
                    <a:pt x="23594" y="8445"/>
                  </a:cubicBezTo>
                  <a:cubicBezTo>
                    <a:pt x="23578" y="8574"/>
                    <a:pt x="23538" y="8696"/>
                    <a:pt x="23481" y="8810"/>
                  </a:cubicBezTo>
                  <a:cubicBezTo>
                    <a:pt x="23448" y="8996"/>
                    <a:pt x="23424" y="9183"/>
                    <a:pt x="23351" y="9547"/>
                  </a:cubicBezTo>
                  <a:cubicBezTo>
                    <a:pt x="23391" y="9746"/>
                    <a:pt x="23314" y="10107"/>
                    <a:pt x="23250" y="10107"/>
                  </a:cubicBezTo>
                  <a:cubicBezTo>
                    <a:pt x="23248" y="10107"/>
                    <a:pt x="23247" y="10107"/>
                    <a:pt x="23246" y="10107"/>
                  </a:cubicBezTo>
                  <a:cubicBezTo>
                    <a:pt x="23205" y="10301"/>
                    <a:pt x="23189" y="10496"/>
                    <a:pt x="23189" y="10682"/>
                  </a:cubicBezTo>
                  <a:cubicBezTo>
                    <a:pt x="23111" y="11041"/>
                    <a:pt x="23063" y="11235"/>
                    <a:pt x="23009" y="11235"/>
                  </a:cubicBezTo>
                  <a:cubicBezTo>
                    <a:pt x="23007" y="11235"/>
                    <a:pt x="23005" y="11234"/>
                    <a:pt x="23002" y="11234"/>
                  </a:cubicBezTo>
                  <a:cubicBezTo>
                    <a:pt x="22985" y="11230"/>
                    <a:pt x="22971" y="11226"/>
                    <a:pt x="22962" y="11226"/>
                  </a:cubicBezTo>
                  <a:cubicBezTo>
                    <a:pt x="22931" y="11226"/>
                    <a:pt x="22935" y="11260"/>
                    <a:pt x="22954" y="11420"/>
                  </a:cubicBezTo>
                  <a:cubicBezTo>
                    <a:pt x="23019" y="11436"/>
                    <a:pt x="22970" y="11623"/>
                    <a:pt x="22929" y="11809"/>
                  </a:cubicBezTo>
                  <a:cubicBezTo>
                    <a:pt x="22881" y="11996"/>
                    <a:pt x="22832" y="12182"/>
                    <a:pt x="22832" y="12182"/>
                  </a:cubicBezTo>
                  <a:cubicBezTo>
                    <a:pt x="22897" y="12199"/>
                    <a:pt x="22897" y="12199"/>
                    <a:pt x="22848" y="12385"/>
                  </a:cubicBezTo>
                  <a:cubicBezTo>
                    <a:pt x="22800" y="12572"/>
                    <a:pt x="22589" y="13115"/>
                    <a:pt x="22532" y="13293"/>
                  </a:cubicBezTo>
                  <a:cubicBezTo>
                    <a:pt x="22427" y="13651"/>
                    <a:pt x="22390" y="13776"/>
                    <a:pt x="22410" y="13776"/>
                  </a:cubicBezTo>
                  <a:cubicBezTo>
                    <a:pt x="22421" y="13776"/>
                    <a:pt x="22449" y="13739"/>
                    <a:pt x="22492" y="13682"/>
                  </a:cubicBezTo>
                  <a:cubicBezTo>
                    <a:pt x="22511" y="13608"/>
                    <a:pt x="22533" y="13567"/>
                    <a:pt x="22542" y="13567"/>
                  </a:cubicBezTo>
                  <a:cubicBezTo>
                    <a:pt x="22555" y="13567"/>
                    <a:pt x="22537" y="13659"/>
                    <a:pt x="22435" y="13869"/>
                  </a:cubicBezTo>
                  <a:cubicBezTo>
                    <a:pt x="22378" y="14047"/>
                    <a:pt x="22143" y="14574"/>
                    <a:pt x="21956" y="15109"/>
                  </a:cubicBezTo>
                  <a:cubicBezTo>
                    <a:pt x="21697" y="15823"/>
                    <a:pt x="21681" y="15815"/>
                    <a:pt x="21754" y="15839"/>
                  </a:cubicBezTo>
                  <a:cubicBezTo>
                    <a:pt x="21800" y="15810"/>
                    <a:pt x="21831" y="15798"/>
                    <a:pt x="21849" y="15798"/>
                  </a:cubicBezTo>
                  <a:cubicBezTo>
                    <a:pt x="21907" y="15798"/>
                    <a:pt x="21830" y="15924"/>
                    <a:pt x="21681" y="16017"/>
                  </a:cubicBezTo>
                  <a:cubicBezTo>
                    <a:pt x="21413" y="16309"/>
                    <a:pt x="21340" y="16480"/>
                    <a:pt x="21397" y="16512"/>
                  </a:cubicBezTo>
                  <a:cubicBezTo>
                    <a:pt x="21405" y="16642"/>
                    <a:pt x="21373" y="16763"/>
                    <a:pt x="21308" y="16877"/>
                  </a:cubicBezTo>
                  <a:cubicBezTo>
                    <a:pt x="21304" y="16875"/>
                    <a:pt x="21300" y="16875"/>
                    <a:pt x="21296" y="16875"/>
                  </a:cubicBezTo>
                  <a:cubicBezTo>
                    <a:pt x="21234" y="16875"/>
                    <a:pt x="21163" y="17046"/>
                    <a:pt x="21065" y="17388"/>
                  </a:cubicBezTo>
                  <a:cubicBezTo>
                    <a:pt x="21003" y="17500"/>
                    <a:pt x="20984" y="17534"/>
                    <a:pt x="20959" y="17534"/>
                  </a:cubicBezTo>
                  <a:cubicBezTo>
                    <a:pt x="20948" y="17534"/>
                    <a:pt x="20936" y="17527"/>
                    <a:pt x="20919" y="17517"/>
                  </a:cubicBezTo>
                  <a:cubicBezTo>
                    <a:pt x="20919" y="17517"/>
                    <a:pt x="20838" y="17688"/>
                    <a:pt x="20740" y="17850"/>
                  </a:cubicBezTo>
                  <a:cubicBezTo>
                    <a:pt x="20700" y="18255"/>
                    <a:pt x="20027" y="19147"/>
                    <a:pt x="19865" y="19252"/>
                  </a:cubicBezTo>
                  <a:cubicBezTo>
                    <a:pt x="19792" y="19350"/>
                    <a:pt x="19735" y="19463"/>
                    <a:pt x="19694" y="19585"/>
                  </a:cubicBezTo>
                  <a:cubicBezTo>
                    <a:pt x="19694" y="19771"/>
                    <a:pt x="19618" y="19896"/>
                    <a:pt x="19534" y="19896"/>
                  </a:cubicBezTo>
                  <a:cubicBezTo>
                    <a:pt x="19512" y="19896"/>
                    <a:pt x="19489" y="19887"/>
                    <a:pt x="19467" y="19869"/>
                  </a:cubicBezTo>
                  <a:cubicBezTo>
                    <a:pt x="19431" y="19838"/>
                    <a:pt x="19408" y="19819"/>
                    <a:pt x="19393" y="19819"/>
                  </a:cubicBezTo>
                  <a:cubicBezTo>
                    <a:pt x="19368" y="19819"/>
                    <a:pt x="19364" y="19872"/>
                    <a:pt x="19354" y="20014"/>
                  </a:cubicBezTo>
                  <a:cubicBezTo>
                    <a:pt x="19305" y="20181"/>
                    <a:pt x="18837" y="20678"/>
                    <a:pt x="18722" y="20678"/>
                  </a:cubicBezTo>
                  <a:cubicBezTo>
                    <a:pt x="18702" y="20678"/>
                    <a:pt x="18692" y="20664"/>
                    <a:pt x="18697" y="20631"/>
                  </a:cubicBezTo>
                  <a:lnTo>
                    <a:pt x="18600" y="20533"/>
                  </a:lnTo>
                  <a:cubicBezTo>
                    <a:pt x="18551" y="20639"/>
                    <a:pt x="18478" y="20744"/>
                    <a:pt x="18389" y="20825"/>
                  </a:cubicBezTo>
                  <a:cubicBezTo>
                    <a:pt x="18431" y="20875"/>
                    <a:pt x="18339" y="20973"/>
                    <a:pt x="18035" y="21223"/>
                  </a:cubicBezTo>
                  <a:lnTo>
                    <a:pt x="18035" y="21223"/>
                  </a:lnTo>
                  <a:lnTo>
                    <a:pt x="18040" y="20850"/>
                  </a:lnTo>
                  <a:cubicBezTo>
                    <a:pt x="17911" y="20841"/>
                    <a:pt x="17992" y="19674"/>
                    <a:pt x="18065" y="19674"/>
                  </a:cubicBezTo>
                  <a:cubicBezTo>
                    <a:pt x="18130" y="19479"/>
                    <a:pt x="18130" y="19479"/>
                    <a:pt x="18138" y="19090"/>
                  </a:cubicBezTo>
                  <a:cubicBezTo>
                    <a:pt x="18016" y="18498"/>
                    <a:pt x="18105" y="17525"/>
                    <a:pt x="18170" y="17525"/>
                  </a:cubicBezTo>
                  <a:cubicBezTo>
                    <a:pt x="18170" y="17525"/>
                    <a:pt x="18178" y="17331"/>
                    <a:pt x="18186" y="17136"/>
                  </a:cubicBezTo>
                  <a:cubicBezTo>
                    <a:pt x="18122" y="16942"/>
                    <a:pt x="18130" y="16544"/>
                    <a:pt x="18138" y="16350"/>
                  </a:cubicBezTo>
                  <a:cubicBezTo>
                    <a:pt x="18144" y="15908"/>
                    <a:pt x="18150" y="15690"/>
                    <a:pt x="18121" y="15690"/>
                  </a:cubicBezTo>
                  <a:cubicBezTo>
                    <a:pt x="18112" y="15690"/>
                    <a:pt x="18099" y="15712"/>
                    <a:pt x="18081" y="15758"/>
                  </a:cubicBezTo>
                  <a:cubicBezTo>
                    <a:pt x="18016" y="15758"/>
                    <a:pt x="17951" y="15758"/>
                    <a:pt x="17951" y="15563"/>
                  </a:cubicBezTo>
                  <a:lnTo>
                    <a:pt x="18024" y="15563"/>
                  </a:lnTo>
                  <a:cubicBezTo>
                    <a:pt x="18089" y="15563"/>
                    <a:pt x="18105" y="14980"/>
                    <a:pt x="18130" y="14201"/>
                  </a:cubicBezTo>
                  <a:cubicBezTo>
                    <a:pt x="18162" y="13220"/>
                    <a:pt x="18178" y="12831"/>
                    <a:pt x="18251" y="12636"/>
                  </a:cubicBezTo>
                  <a:lnTo>
                    <a:pt x="18194" y="12442"/>
                  </a:lnTo>
                  <a:cubicBezTo>
                    <a:pt x="18130" y="12239"/>
                    <a:pt x="18138" y="12045"/>
                    <a:pt x="18211" y="12045"/>
                  </a:cubicBezTo>
                  <a:cubicBezTo>
                    <a:pt x="18284" y="11858"/>
                    <a:pt x="18316" y="11072"/>
                    <a:pt x="18259" y="10682"/>
                  </a:cubicBezTo>
                  <a:cubicBezTo>
                    <a:pt x="18267" y="10488"/>
                    <a:pt x="18276" y="10293"/>
                    <a:pt x="18276" y="10293"/>
                  </a:cubicBezTo>
                  <a:cubicBezTo>
                    <a:pt x="18422" y="10099"/>
                    <a:pt x="18446" y="9515"/>
                    <a:pt x="18324" y="9312"/>
                  </a:cubicBezTo>
                  <a:lnTo>
                    <a:pt x="18324" y="9312"/>
                  </a:lnTo>
                  <a:cubicBezTo>
                    <a:pt x="18325" y="9312"/>
                    <a:pt x="18327" y="9313"/>
                    <a:pt x="18328" y="9313"/>
                  </a:cubicBezTo>
                  <a:cubicBezTo>
                    <a:pt x="18389" y="9313"/>
                    <a:pt x="18397" y="9114"/>
                    <a:pt x="18405" y="8923"/>
                  </a:cubicBezTo>
                  <a:cubicBezTo>
                    <a:pt x="18357" y="8536"/>
                    <a:pt x="18397" y="7756"/>
                    <a:pt x="18461" y="7756"/>
                  </a:cubicBezTo>
                  <a:cubicBezTo>
                    <a:pt x="18461" y="7756"/>
                    <a:pt x="18462" y="7756"/>
                    <a:pt x="18462" y="7756"/>
                  </a:cubicBezTo>
                  <a:lnTo>
                    <a:pt x="18470" y="7561"/>
                  </a:lnTo>
                  <a:cubicBezTo>
                    <a:pt x="18430" y="7366"/>
                    <a:pt x="18413" y="7164"/>
                    <a:pt x="18438" y="6969"/>
                  </a:cubicBezTo>
                  <a:cubicBezTo>
                    <a:pt x="18454" y="6775"/>
                    <a:pt x="18446" y="6572"/>
                    <a:pt x="18397" y="6377"/>
                  </a:cubicBezTo>
                  <a:cubicBezTo>
                    <a:pt x="18365" y="6248"/>
                    <a:pt x="18349" y="6118"/>
                    <a:pt x="18357" y="5980"/>
                  </a:cubicBezTo>
                  <a:cubicBezTo>
                    <a:pt x="18359" y="5924"/>
                    <a:pt x="18365" y="5901"/>
                    <a:pt x="18374" y="5901"/>
                  </a:cubicBezTo>
                  <a:cubicBezTo>
                    <a:pt x="18397" y="5901"/>
                    <a:pt x="18438" y="6046"/>
                    <a:pt x="18478" y="6191"/>
                  </a:cubicBezTo>
                  <a:cubicBezTo>
                    <a:pt x="18489" y="6278"/>
                    <a:pt x="18499" y="6317"/>
                    <a:pt x="18507" y="6317"/>
                  </a:cubicBezTo>
                  <a:cubicBezTo>
                    <a:pt x="18535" y="6317"/>
                    <a:pt x="18536" y="5863"/>
                    <a:pt x="18454" y="5404"/>
                  </a:cubicBezTo>
                  <a:cubicBezTo>
                    <a:pt x="18401" y="5075"/>
                    <a:pt x="18376" y="4926"/>
                    <a:pt x="18384" y="4926"/>
                  </a:cubicBezTo>
                  <a:lnTo>
                    <a:pt x="18384" y="4926"/>
                  </a:lnTo>
                  <a:cubicBezTo>
                    <a:pt x="18391" y="4926"/>
                    <a:pt x="18419" y="5027"/>
                    <a:pt x="18470" y="5210"/>
                  </a:cubicBezTo>
                  <a:cubicBezTo>
                    <a:pt x="18498" y="5322"/>
                    <a:pt x="18529" y="5438"/>
                    <a:pt x="18542" y="5438"/>
                  </a:cubicBezTo>
                  <a:cubicBezTo>
                    <a:pt x="18552" y="5438"/>
                    <a:pt x="18552" y="5377"/>
                    <a:pt x="18535" y="5210"/>
                  </a:cubicBezTo>
                  <a:cubicBezTo>
                    <a:pt x="18535" y="5210"/>
                    <a:pt x="18551" y="4821"/>
                    <a:pt x="18486" y="4821"/>
                  </a:cubicBezTo>
                  <a:lnTo>
                    <a:pt x="18519" y="4229"/>
                  </a:lnTo>
                  <a:cubicBezTo>
                    <a:pt x="18584" y="3994"/>
                    <a:pt x="18624" y="3742"/>
                    <a:pt x="18649" y="3499"/>
                  </a:cubicBezTo>
                  <a:cubicBezTo>
                    <a:pt x="18600" y="3304"/>
                    <a:pt x="18600" y="3313"/>
                    <a:pt x="18689" y="3142"/>
                  </a:cubicBezTo>
                  <a:cubicBezTo>
                    <a:pt x="18691" y="3142"/>
                    <a:pt x="18692" y="3143"/>
                    <a:pt x="18694" y="3143"/>
                  </a:cubicBezTo>
                  <a:cubicBezTo>
                    <a:pt x="18755" y="3143"/>
                    <a:pt x="18783" y="2980"/>
                    <a:pt x="18657" y="2956"/>
                  </a:cubicBezTo>
                  <a:cubicBezTo>
                    <a:pt x="18616" y="2777"/>
                    <a:pt x="18657" y="2591"/>
                    <a:pt x="18762" y="2445"/>
                  </a:cubicBezTo>
                  <a:cubicBezTo>
                    <a:pt x="18774" y="2448"/>
                    <a:pt x="18786" y="2450"/>
                    <a:pt x="18796" y="2450"/>
                  </a:cubicBezTo>
                  <a:cubicBezTo>
                    <a:pt x="18898" y="2450"/>
                    <a:pt x="18926" y="2322"/>
                    <a:pt x="18867" y="2307"/>
                  </a:cubicBezTo>
                  <a:cubicBezTo>
                    <a:pt x="18859" y="2194"/>
                    <a:pt x="18876" y="2080"/>
                    <a:pt x="18908" y="1975"/>
                  </a:cubicBezTo>
                  <a:cubicBezTo>
                    <a:pt x="18909" y="1976"/>
                    <a:pt x="18910" y="1976"/>
                    <a:pt x="18911" y="1976"/>
                  </a:cubicBezTo>
                  <a:cubicBezTo>
                    <a:pt x="18949" y="1976"/>
                    <a:pt x="19079" y="1624"/>
                    <a:pt x="19362" y="1302"/>
                  </a:cubicBezTo>
                  <a:cubicBezTo>
                    <a:pt x="19634" y="983"/>
                    <a:pt x="20027" y="805"/>
                    <a:pt x="20432" y="805"/>
                  </a:cubicBezTo>
                  <a:cubicBezTo>
                    <a:pt x="20521" y="805"/>
                    <a:pt x="20611" y="814"/>
                    <a:pt x="20700" y="832"/>
                  </a:cubicBezTo>
                  <a:cubicBezTo>
                    <a:pt x="20736" y="836"/>
                    <a:pt x="20775" y="839"/>
                    <a:pt x="20811" y="839"/>
                  </a:cubicBezTo>
                  <a:cubicBezTo>
                    <a:pt x="20906" y="839"/>
                    <a:pt x="20990" y="821"/>
                    <a:pt x="21008" y="775"/>
                  </a:cubicBezTo>
                  <a:cubicBezTo>
                    <a:pt x="21024" y="726"/>
                    <a:pt x="21031" y="704"/>
                    <a:pt x="21041" y="704"/>
                  </a:cubicBezTo>
                  <a:close/>
                  <a:moveTo>
                    <a:pt x="7796" y="21393"/>
                  </a:moveTo>
                  <a:lnTo>
                    <a:pt x="7873" y="21466"/>
                  </a:lnTo>
                  <a:cubicBezTo>
                    <a:pt x="7848" y="21491"/>
                    <a:pt x="7822" y="21517"/>
                    <a:pt x="7784" y="21517"/>
                  </a:cubicBezTo>
                  <a:cubicBezTo>
                    <a:pt x="7767" y="21517"/>
                    <a:pt x="7746" y="21511"/>
                    <a:pt x="7721" y="21497"/>
                  </a:cubicBezTo>
                  <a:lnTo>
                    <a:pt x="7721" y="21497"/>
                  </a:lnTo>
                  <a:cubicBezTo>
                    <a:pt x="7737" y="21460"/>
                    <a:pt x="7758" y="21425"/>
                    <a:pt x="7784" y="21393"/>
                  </a:cubicBezTo>
                  <a:cubicBezTo>
                    <a:pt x="7788" y="21393"/>
                    <a:pt x="7792" y="21393"/>
                    <a:pt x="7796" y="21393"/>
                  </a:cubicBezTo>
                  <a:close/>
                  <a:moveTo>
                    <a:pt x="17797" y="22485"/>
                  </a:moveTo>
                  <a:cubicBezTo>
                    <a:pt x="17806" y="22519"/>
                    <a:pt x="17814" y="22557"/>
                    <a:pt x="17822" y="22601"/>
                  </a:cubicBezTo>
                  <a:cubicBezTo>
                    <a:pt x="17822" y="22795"/>
                    <a:pt x="17822" y="22795"/>
                    <a:pt x="17749" y="22795"/>
                  </a:cubicBezTo>
                  <a:cubicBezTo>
                    <a:pt x="17706" y="22795"/>
                    <a:pt x="17663" y="22707"/>
                    <a:pt x="17639" y="22591"/>
                  </a:cubicBezTo>
                  <a:lnTo>
                    <a:pt x="17639" y="22591"/>
                  </a:lnTo>
                  <a:cubicBezTo>
                    <a:pt x="17680" y="22565"/>
                    <a:pt x="17731" y="22531"/>
                    <a:pt x="17781" y="22495"/>
                  </a:cubicBezTo>
                  <a:cubicBezTo>
                    <a:pt x="17787" y="22492"/>
                    <a:pt x="17792" y="22488"/>
                    <a:pt x="17797" y="22485"/>
                  </a:cubicBezTo>
                  <a:close/>
                  <a:moveTo>
                    <a:pt x="7533" y="24125"/>
                  </a:moveTo>
                  <a:cubicBezTo>
                    <a:pt x="7598" y="24125"/>
                    <a:pt x="7663" y="24125"/>
                    <a:pt x="7735" y="24522"/>
                  </a:cubicBezTo>
                  <a:cubicBezTo>
                    <a:pt x="7727" y="24717"/>
                    <a:pt x="7727" y="24912"/>
                    <a:pt x="7727" y="24912"/>
                  </a:cubicBezTo>
                  <a:lnTo>
                    <a:pt x="7598" y="24522"/>
                  </a:lnTo>
                  <a:cubicBezTo>
                    <a:pt x="7395" y="24125"/>
                    <a:pt x="7395" y="24125"/>
                    <a:pt x="7533" y="24125"/>
                  </a:cubicBezTo>
                  <a:close/>
                  <a:moveTo>
                    <a:pt x="7387" y="25098"/>
                  </a:moveTo>
                  <a:lnTo>
                    <a:pt x="7460" y="25301"/>
                  </a:lnTo>
                  <a:lnTo>
                    <a:pt x="7387" y="25495"/>
                  </a:lnTo>
                  <a:cubicBezTo>
                    <a:pt x="7322" y="25487"/>
                    <a:pt x="7322" y="25293"/>
                    <a:pt x="7322" y="25098"/>
                  </a:cubicBezTo>
                  <a:close/>
                  <a:moveTo>
                    <a:pt x="7719" y="32946"/>
                  </a:moveTo>
                  <a:cubicBezTo>
                    <a:pt x="7646" y="32946"/>
                    <a:pt x="7646" y="33141"/>
                    <a:pt x="7638" y="33335"/>
                  </a:cubicBezTo>
                  <a:cubicBezTo>
                    <a:pt x="7557" y="33725"/>
                    <a:pt x="7614" y="33927"/>
                    <a:pt x="7687" y="33927"/>
                  </a:cubicBezTo>
                  <a:cubicBezTo>
                    <a:pt x="7688" y="33927"/>
                    <a:pt x="7689" y="33928"/>
                    <a:pt x="7691" y="33928"/>
                  </a:cubicBezTo>
                  <a:cubicBezTo>
                    <a:pt x="7752" y="33928"/>
                    <a:pt x="7760" y="33725"/>
                    <a:pt x="7776" y="33344"/>
                  </a:cubicBezTo>
                  <a:cubicBezTo>
                    <a:pt x="7776" y="33214"/>
                    <a:pt x="7752" y="33076"/>
                    <a:pt x="7719" y="32946"/>
                  </a:cubicBezTo>
                  <a:close/>
                  <a:moveTo>
                    <a:pt x="7494" y="34378"/>
                  </a:moveTo>
                  <a:cubicBezTo>
                    <a:pt x="7519" y="34378"/>
                    <a:pt x="7556" y="34475"/>
                    <a:pt x="7590" y="34706"/>
                  </a:cubicBezTo>
                  <a:lnTo>
                    <a:pt x="7573" y="35103"/>
                  </a:lnTo>
                  <a:cubicBezTo>
                    <a:pt x="7508" y="35095"/>
                    <a:pt x="7452" y="34698"/>
                    <a:pt x="7460" y="34503"/>
                  </a:cubicBezTo>
                  <a:cubicBezTo>
                    <a:pt x="7463" y="34424"/>
                    <a:pt x="7476" y="34378"/>
                    <a:pt x="7494" y="34378"/>
                  </a:cubicBezTo>
                  <a:close/>
                  <a:moveTo>
                    <a:pt x="6480" y="45041"/>
                  </a:moveTo>
                  <a:cubicBezTo>
                    <a:pt x="6438" y="45041"/>
                    <a:pt x="6437" y="45068"/>
                    <a:pt x="6430" y="45229"/>
                  </a:cubicBezTo>
                  <a:lnTo>
                    <a:pt x="6422" y="45424"/>
                  </a:lnTo>
                  <a:lnTo>
                    <a:pt x="6495" y="45238"/>
                  </a:lnTo>
                  <a:lnTo>
                    <a:pt x="6511" y="45043"/>
                  </a:lnTo>
                  <a:cubicBezTo>
                    <a:pt x="6499" y="45042"/>
                    <a:pt x="6489" y="45041"/>
                    <a:pt x="6480" y="45041"/>
                  </a:cubicBezTo>
                  <a:close/>
                  <a:moveTo>
                    <a:pt x="6815" y="45456"/>
                  </a:moveTo>
                  <a:cubicBezTo>
                    <a:pt x="6817" y="45456"/>
                    <a:pt x="6818" y="45456"/>
                    <a:pt x="6819" y="45457"/>
                  </a:cubicBezTo>
                  <a:lnTo>
                    <a:pt x="6811" y="45651"/>
                  </a:lnTo>
                  <a:cubicBezTo>
                    <a:pt x="6810" y="45651"/>
                    <a:pt x="6809" y="45651"/>
                    <a:pt x="6807" y="45651"/>
                  </a:cubicBezTo>
                  <a:cubicBezTo>
                    <a:pt x="6768" y="45651"/>
                    <a:pt x="6780" y="45738"/>
                    <a:pt x="6815" y="45738"/>
                  </a:cubicBezTo>
                  <a:cubicBezTo>
                    <a:pt x="6831" y="45738"/>
                    <a:pt x="6853" y="45718"/>
                    <a:pt x="6876" y="45659"/>
                  </a:cubicBezTo>
                  <a:lnTo>
                    <a:pt x="7014" y="45667"/>
                  </a:lnTo>
                  <a:cubicBezTo>
                    <a:pt x="6998" y="45862"/>
                    <a:pt x="6925" y="46048"/>
                    <a:pt x="6860" y="46048"/>
                  </a:cubicBezTo>
                  <a:cubicBezTo>
                    <a:pt x="6800" y="46124"/>
                    <a:pt x="6765" y="46169"/>
                    <a:pt x="6745" y="46169"/>
                  </a:cubicBezTo>
                  <a:cubicBezTo>
                    <a:pt x="6717" y="46169"/>
                    <a:pt x="6720" y="46073"/>
                    <a:pt x="6730" y="45838"/>
                  </a:cubicBezTo>
                  <a:cubicBezTo>
                    <a:pt x="6746" y="45647"/>
                    <a:pt x="6754" y="45456"/>
                    <a:pt x="6815" y="45456"/>
                  </a:cubicBezTo>
                  <a:close/>
                  <a:moveTo>
                    <a:pt x="6690" y="47800"/>
                  </a:moveTo>
                  <a:cubicBezTo>
                    <a:pt x="6722" y="47929"/>
                    <a:pt x="6738" y="48067"/>
                    <a:pt x="6738" y="48197"/>
                  </a:cubicBezTo>
                  <a:lnTo>
                    <a:pt x="6657" y="48392"/>
                  </a:lnTo>
                  <a:cubicBezTo>
                    <a:pt x="6592" y="48383"/>
                    <a:pt x="6600" y="48189"/>
                    <a:pt x="6617" y="47994"/>
                  </a:cubicBezTo>
                  <a:cubicBezTo>
                    <a:pt x="6625" y="47800"/>
                    <a:pt x="6625" y="47800"/>
                    <a:pt x="6690" y="47800"/>
                  </a:cubicBezTo>
                  <a:close/>
                  <a:moveTo>
                    <a:pt x="7598" y="48464"/>
                  </a:moveTo>
                  <a:lnTo>
                    <a:pt x="7590" y="48659"/>
                  </a:lnTo>
                  <a:cubicBezTo>
                    <a:pt x="7590" y="48659"/>
                    <a:pt x="7646" y="48854"/>
                    <a:pt x="7711" y="48862"/>
                  </a:cubicBezTo>
                  <a:lnTo>
                    <a:pt x="7719" y="48667"/>
                  </a:lnTo>
                  <a:cubicBezTo>
                    <a:pt x="7735" y="48473"/>
                    <a:pt x="7663" y="48464"/>
                    <a:pt x="7598" y="48464"/>
                  </a:cubicBezTo>
                  <a:close/>
                  <a:moveTo>
                    <a:pt x="18527" y="49784"/>
                  </a:moveTo>
                  <a:cubicBezTo>
                    <a:pt x="18580" y="49784"/>
                    <a:pt x="18627" y="49811"/>
                    <a:pt x="18640" y="49973"/>
                  </a:cubicBezTo>
                  <a:cubicBezTo>
                    <a:pt x="18722" y="50165"/>
                    <a:pt x="18728" y="50262"/>
                    <a:pt x="18692" y="50262"/>
                  </a:cubicBezTo>
                  <a:cubicBezTo>
                    <a:pt x="18657" y="50262"/>
                    <a:pt x="18583" y="50169"/>
                    <a:pt x="18503" y="49981"/>
                  </a:cubicBezTo>
                  <a:cubicBezTo>
                    <a:pt x="18357" y="49786"/>
                    <a:pt x="18357" y="49786"/>
                    <a:pt x="18494" y="49786"/>
                  </a:cubicBezTo>
                  <a:cubicBezTo>
                    <a:pt x="18505" y="49785"/>
                    <a:pt x="18516" y="49784"/>
                    <a:pt x="18527" y="49784"/>
                  </a:cubicBezTo>
                  <a:close/>
                  <a:moveTo>
                    <a:pt x="20503" y="0"/>
                  </a:moveTo>
                  <a:cubicBezTo>
                    <a:pt x="20343" y="0"/>
                    <a:pt x="20229" y="31"/>
                    <a:pt x="20124" y="86"/>
                  </a:cubicBezTo>
                  <a:cubicBezTo>
                    <a:pt x="20038" y="172"/>
                    <a:pt x="20002" y="215"/>
                    <a:pt x="19982" y="215"/>
                  </a:cubicBezTo>
                  <a:cubicBezTo>
                    <a:pt x="19965" y="215"/>
                    <a:pt x="19961" y="182"/>
                    <a:pt x="19946" y="118"/>
                  </a:cubicBezTo>
                  <a:cubicBezTo>
                    <a:pt x="19942" y="88"/>
                    <a:pt x="19891" y="64"/>
                    <a:pt x="19823" y="64"/>
                  </a:cubicBezTo>
                  <a:cubicBezTo>
                    <a:pt x="19747" y="64"/>
                    <a:pt x="19650" y="93"/>
                    <a:pt x="19573" y="175"/>
                  </a:cubicBezTo>
                  <a:cubicBezTo>
                    <a:pt x="19483" y="313"/>
                    <a:pt x="19366" y="376"/>
                    <a:pt x="19295" y="376"/>
                  </a:cubicBezTo>
                  <a:cubicBezTo>
                    <a:pt x="19270" y="376"/>
                    <a:pt x="19251" y="368"/>
                    <a:pt x="19240" y="353"/>
                  </a:cubicBezTo>
                  <a:cubicBezTo>
                    <a:pt x="19280" y="268"/>
                    <a:pt x="19303" y="214"/>
                    <a:pt x="19276" y="214"/>
                  </a:cubicBezTo>
                  <a:cubicBezTo>
                    <a:pt x="19270" y="214"/>
                    <a:pt x="19261" y="217"/>
                    <a:pt x="19248" y="224"/>
                  </a:cubicBezTo>
                  <a:cubicBezTo>
                    <a:pt x="19070" y="361"/>
                    <a:pt x="18924" y="524"/>
                    <a:pt x="18811" y="718"/>
                  </a:cubicBezTo>
                  <a:cubicBezTo>
                    <a:pt x="18640" y="921"/>
                    <a:pt x="18503" y="1140"/>
                    <a:pt x="18397" y="1383"/>
                  </a:cubicBezTo>
                  <a:cubicBezTo>
                    <a:pt x="18284" y="1667"/>
                    <a:pt x="18186" y="1967"/>
                    <a:pt x="18113" y="2267"/>
                  </a:cubicBezTo>
                  <a:cubicBezTo>
                    <a:pt x="17927" y="3013"/>
                    <a:pt x="17919" y="3402"/>
                    <a:pt x="17822" y="3588"/>
                  </a:cubicBezTo>
                  <a:cubicBezTo>
                    <a:pt x="17816" y="3588"/>
                    <a:pt x="17811" y="3587"/>
                    <a:pt x="17806" y="3587"/>
                  </a:cubicBezTo>
                  <a:cubicBezTo>
                    <a:pt x="17800" y="3587"/>
                    <a:pt x="17795" y="3588"/>
                    <a:pt x="17789" y="3589"/>
                  </a:cubicBezTo>
                  <a:lnTo>
                    <a:pt x="17789" y="3589"/>
                  </a:lnTo>
                  <a:cubicBezTo>
                    <a:pt x="17890" y="3632"/>
                    <a:pt x="17867" y="3835"/>
                    <a:pt x="17838" y="4375"/>
                  </a:cubicBezTo>
                  <a:cubicBezTo>
                    <a:pt x="17740" y="4950"/>
                    <a:pt x="17781" y="5348"/>
                    <a:pt x="17838" y="5550"/>
                  </a:cubicBezTo>
                  <a:lnTo>
                    <a:pt x="17862" y="5161"/>
                  </a:lnTo>
                  <a:cubicBezTo>
                    <a:pt x="17992" y="5169"/>
                    <a:pt x="17984" y="5364"/>
                    <a:pt x="17894" y="5753"/>
                  </a:cubicBezTo>
                  <a:cubicBezTo>
                    <a:pt x="17887" y="5933"/>
                    <a:pt x="17831" y="5940"/>
                    <a:pt x="17765" y="5940"/>
                  </a:cubicBezTo>
                  <a:cubicBezTo>
                    <a:pt x="17760" y="5940"/>
                    <a:pt x="17754" y="5939"/>
                    <a:pt x="17749" y="5939"/>
                  </a:cubicBezTo>
                  <a:cubicBezTo>
                    <a:pt x="17747" y="5939"/>
                    <a:pt x="17746" y="5939"/>
                    <a:pt x="17745" y="5939"/>
                  </a:cubicBezTo>
                  <a:cubicBezTo>
                    <a:pt x="17680" y="5939"/>
                    <a:pt x="17602" y="6130"/>
                    <a:pt x="17595" y="6321"/>
                  </a:cubicBezTo>
                  <a:cubicBezTo>
                    <a:pt x="17589" y="6458"/>
                    <a:pt x="17579" y="6596"/>
                    <a:pt x="17602" y="6596"/>
                  </a:cubicBezTo>
                  <a:cubicBezTo>
                    <a:pt x="17612" y="6596"/>
                    <a:pt x="17628" y="6572"/>
                    <a:pt x="17651" y="6515"/>
                  </a:cubicBezTo>
                  <a:cubicBezTo>
                    <a:pt x="17716" y="6523"/>
                    <a:pt x="17716" y="6523"/>
                    <a:pt x="17708" y="6718"/>
                  </a:cubicBezTo>
                  <a:cubicBezTo>
                    <a:pt x="17684" y="6920"/>
                    <a:pt x="17700" y="7115"/>
                    <a:pt x="17740" y="7310"/>
                  </a:cubicBezTo>
                  <a:cubicBezTo>
                    <a:pt x="17813" y="7318"/>
                    <a:pt x="17797" y="7512"/>
                    <a:pt x="17789" y="7707"/>
                  </a:cubicBezTo>
                  <a:cubicBezTo>
                    <a:pt x="17740" y="7893"/>
                    <a:pt x="17708" y="8096"/>
                    <a:pt x="17700" y="8291"/>
                  </a:cubicBezTo>
                  <a:lnTo>
                    <a:pt x="17627" y="8283"/>
                  </a:lnTo>
                  <a:cubicBezTo>
                    <a:pt x="17562" y="8283"/>
                    <a:pt x="17489" y="8469"/>
                    <a:pt x="17489" y="8469"/>
                  </a:cubicBezTo>
                  <a:cubicBezTo>
                    <a:pt x="17473" y="8664"/>
                    <a:pt x="17546" y="8672"/>
                    <a:pt x="17546" y="8672"/>
                  </a:cubicBezTo>
                  <a:cubicBezTo>
                    <a:pt x="17562" y="8672"/>
                    <a:pt x="17562" y="8972"/>
                    <a:pt x="17546" y="9418"/>
                  </a:cubicBezTo>
                  <a:cubicBezTo>
                    <a:pt x="17530" y="9872"/>
                    <a:pt x="17513" y="10472"/>
                    <a:pt x="17497" y="11096"/>
                  </a:cubicBezTo>
                  <a:cubicBezTo>
                    <a:pt x="17457" y="12345"/>
                    <a:pt x="17408" y="13666"/>
                    <a:pt x="17400" y="13966"/>
                  </a:cubicBezTo>
                  <a:cubicBezTo>
                    <a:pt x="17330" y="14296"/>
                    <a:pt x="17308" y="14783"/>
                    <a:pt x="17351" y="14783"/>
                  </a:cubicBezTo>
                  <a:cubicBezTo>
                    <a:pt x="17357" y="14783"/>
                    <a:pt x="17366" y="14771"/>
                    <a:pt x="17376" y="14744"/>
                  </a:cubicBezTo>
                  <a:cubicBezTo>
                    <a:pt x="17440" y="14753"/>
                    <a:pt x="17400" y="15725"/>
                    <a:pt x="17384" y="16901"/>
                  </a:cubicBezTo>
                  <a:cubicBezTo>
                    <a:pt x="17343" y="18271"/>
                    <a:pt x="17327" y="19252"/>
                    <a:pt x="17392" y="19260"/>
                  </a:cubicBezTo>
                  <a:lnTo>
                    <a:pt x="17384" y="19844"/>
                  </a:lnTo>
                  <a:cubicBezTo>
                    <a:pt x="17376" y="20233"/>
                    <a:pt x="17440" y="20631"/>
                    <a:pt x="17440" y="20825"/>
                  </a:cubicBezTo>
                  <a:cubicBezTo>
                    <a:pt x="17486" y="20967"/>
                    <a:pt x="17496" y="21105"/>
                    <a:pt x="17475" y="21105"/>
                  </a:cubicBezTo>
                  <a:cubicBezTo>
                    <a:pt x="17466" y="21105"/>
                    <a:pt x="17452" y="21080"/>
                    <a:pt x="17432" y="21020"/>
                  </a:cubicBezTo>
                  <a:cubicBezTo>
                    <a:pt x="17367" y="21020"/>
                    <a:pt x="17303" y="21020"/>
                    <a:pt x="17295" y="21214"/>
                  </a:cubicBezTo>
                  <a:cubicBezTo>
                    <a:pt x="17295" y="21604"/>
                    <a:pt x="17359" y="21604"/>
                    <a:pt x="17424" y="21612"/>
                  </a:cubicBezTo>
                  <a:cubicBezTo>
                    <a:pt x="17450" y="21612"/>
                    <a:pt x="17465" y="21642"/>
                    <a:pt x="17475" y="21679"/>
                  </a:cubicBezTo>
                  <a:lnTo>
                    <a:pt x="17475" y="21679"/>
                  </a:lnTo>
                  <a:cubicBezTo>
                    <a:pt x="17218" y="21882"/>
                    <a:pt x="16930" y="22098"/>
                    <a:pt x="16735" y="22204"/>
                  </a:cubicBezTo>
                  <a:cubicBezTo>
                    <a:pt x="16419" y="22382"/>
                    <a:pt x="15932" y="22609"/>
                    <a:pt x="15746" y="22609"/>
                  </a:cubicBezTo>
                  <a:cubicBezTo>
                    <a:pt x="15519" y="22698"/>
                    <a:pt x="15308" y="22804"/>
                    <a:pt x="15097" y="22925"/>
                  </a:cubicBezTo>
                  <a:cubicBezTo>
                    <a:pt x="14985" y="23012"/>
                    <a:pt x="14754" y="23085"/>
                    <a:pt x="14645" y="23085"/>
                  </a:cubicBezTo>
                  <a:cubicBezTo>
                    <a:pt x="14612" y="23085"/>
                    <a:pt x="14590" y="23078"/>
                    <a:pt x="14587" y="23063"/>
                  </a:cubicBezTo>
                  <a:cubicBezTo>
                    <a:pt x="14538" y="23087"/>
                    <a:pt x="14481" y="23095"/>
                    <a:pt x="14416" y="23104"/>
                  </a:cubicBezTo>
                  <a:cubicBezTo>
                    <a:pt x="14254" y="23168"/>
                    <a:pt x="14124" y="23209"/>
                    <a:pt x="14035" y="23233"/>
                  </a:cubicBezTo>
                  <a:cubicBezTo>
                    <a:pt x="13995" y="23249"/>
                    <a:pt x="13954" y="23258"/>
                    <a:pt x="13905" y="23266"/>
                  </a:cubicBezTo>
                  <a:cubicBezTo>
                    <a:pt x="13900" y="23225"/>
                    <a:pt x="13829" y="23191"/>
                    <a:pt x="13736" y="23191"/>
                  </a:cubicBezTo>
                  <a:cubicBezTo>
                    <a:pt x="13680" y="23191"/>
                    <a:pt x="13617" y="23203"/>
                    <a:pt x="13557" y="23233"/>
                  </a:cubicBezTo>
                  <a:cubicBezTo>
                    <a:pt x="13557" y="23306"/>
                    <a:pt x="13387" y="23322"/>
                    <a:pt x="13038" y="23331"/>
                  </a:cubicBezTo>
                  <a:cubicBezTo>
                    <a:pt x="12989" y="23322"/>
                    <a:pt x="12860" y="23322"/>
                    <a:pt x="12673" y="23298"/>
                  </a:cubicBezTo>
                  <a:lnTo>
                    <a:pt x="12349" y="23274"/>
                  </a:lnTo>
                  <a:cubicBezTo>
                    <a:pt x="12227" y="23249"/>
                    <a:pt x="12089" y="23233"/>
                    <a:pt x="11952" y="23209"/>
                  </a:cubicBezTo>
                  <a:cubicBezTo>
                    <a:pt x="11270" y="23079"/>
                    <a:pt x="10622" y="22844"/>
                    <a:pt x="10014" y="22512"/>
                  </a:cubicBezTo>
                  <a:cubicBezTo>
                    <a:pt x="9414" y="22163"/>
                    <a:pt x="8854" y="21758"/>
                    <a:pt x="8344" y="21304"/>
                  </a:cubicBezTo>
                  <a:cubicBezTo>
                    <a:pt x="8125" y="21117"/>
                    <a:pt x="7954" y="20947"/>
                    <a:pt x="7833" y="20833"/>
                  </a:cubicBezTo>
                  <a:cubicBezTo>
                    <a:pt x="7768" y="20768"/>
                    <a:pt x="7703" y="20704"/>
                    <a:pt x="7630" y="20655"/>
                  </a:cubicBezTo>
                  <a:cubicBezTo>
                    <a:pt x="7630" y="20655"/>
                    <a:pt x="7598" y="20623"/>
                    <a:pt x="7536" y="20556"/>
                  </a:cubicBezTo>
                  <a:lnTo>
                    <a:pt x="7536" y="20556"/>
                  </a:lnTo>
                  <a:cubicBezTo>
                    <a:pt x="7517" y="20362"/>
                    <a:pt x="7566" y="20217"/>
                    <a:pt x="7703" y="20217"/>
                  </a:cubicBezTo>
                  <a:cubicBezTo>
                    <a:pt x="7833" y="20217"/>
                    <a:pt x="7898" y="20023"/>
                    <a:pt x="7898" y="19820"/>
                  </a:cubicBezTo>
                  <a:cubicBezTo>
                    <a:pt x="7890" y="19625"/>
                    <a:pt x="7825" y="19625"/>
                    <a:pt x="7760" y="19625"/>
                  </a:cubicBezTo>
                  <a:cubicBezTo>
                    <a:pt x="7725" y="19677"/>
                    <a:pt x="7699" y="19702"/>
                    <a:pt x="7682" y="19702"/>
                  </a:cubicBezTo>
                  <a:cubicBezTo>
                    <a:pt x="7635" y="19702"/>
                    <a:pt x="7655" y="19521"/>
                    <a:pt x="7744" y="19236"/>
                  </a:cubicBezTo>
                  <a:cubicBezTo>
                    <a:pt x="7938" y="18644"/>
                    <a:pt x="7930" y="18255"/>
                    <a:pt x="7776" y="17671"/>
                  </a:cubicBezTo>
                  <a:cubicBezTo>
                    <a:pt x="7660" y="17108"/>
                    <a:pt x="7619" y="16648"/>
                    <a:pt x="7661" y="16648"/>
                  </a:cubicBezTo>
                  <a:cubicBezTo>
                    <a:pt x="7678" y="16648"/>
                    <a:pt x="7708" y="16720"/>
                    <a:pt x="7752" y="16885"/>
                  </a:cubicBezTo>
                  <a:cubicBezTo>
                    <a:pt x="7825" y="17079"/>
                    <a:pt x="7861" y="17177"/>
                    <a:pt x="7869" y="17177"/>
                  </a:cubicBezTo>
                  <a:cubicBezTo>
                    <a:pt x="7877" y="17177"/>
                    <a:pt x="7857" y="17079"/>
                    <a:pt x="7817" y="16885"/>
                  </a:cubicBezTo>
                  <a:cubicBezTo>
                    <a:pt x="7808" y="16488"/>
                    <a:pt x="7792" y="16098"/>
                    <a:pt x="7784" y="15904"/>
                  </a:cubicBezTo>
                  <a:cubicBezTo>
                    <a:pt x="7776" y="15709"/>
                    <a:pt x="7703" y="15515"/>
                    <a:pt x="7638" y="15515"/>
                  </a:cubicBezTo>
                  <a:cubicBezTo>
                    <a:pt x="7768" y="15312"/>
                    <a:pt x="7817" y="14923"/>
                    <a:pt x="7663" y="14534"/>
                  </a:cubicBezTo>
                  <a:lnTo>
                    <a:pt x="7638" y="14144"/>
                  </a:lnTo>
                  <a:cubicBezTo>
                    <a:pt x="7646" y="14007"/>
                    <a:pt x="7614" y="13877"/>
                    <a:pt x="7557" y="13755"/>
                  </a:cubicBezTo>
                  <a:cubicBezTo>
                    <a:pt x="7476" y="13561"/>
                    <a:pt x="7533" y="13366"/>
                    <a:pt x="7590" y="13163"/>
                  </a:cubicBezTo>
                  <a:cubicBezTo>
                    <a:pt x="7638" y="12969"/>
                    <a:pt x="7695" y="12766"/>
                    <a:pt x="7622" y="12766"/>
                  </a:cubicBezTo>
                  <a:cubicBezTo>
                    <a:pt x="7621" y="12766"/>
                    <a:pt x="7621" y="12766"/>
                    <a:pt x="7620" y="12766"/>
                  </a:cubicBezTo>
                  <a:cubicBezTo>
                    <a:pt x="7555" y="12766"/>
                    <a:pt x="7459" y="12383"/>
                    <a:pt x="7379" y="12199"/>
                  </a:cubicBezTo>
                  <a:cubicBezTo>
                    <a:pt x="7321" y="12060"/>
                    <a:pt x="7329" y="11921"/>
                    <a:pt x="7368" y="11921"/>
                  </a:cubicBezTo>
                  <a:cubicBezTo>
                    <a:pt x="7384" y="11921"/>
                    <a:pt x="7404" y="11943"/>
                    <a:pt x="7427" y="11996"/>
                  </a:cubicBezTo>
                  <a:cubicBezTo>
                    <a:pt x="7492" y="11988"/>
                    <a:pt x="7500" y="11996"/>
                    <a:pt x="7525" y="11599"/>
                  </a:cubicBezTo>
                  <a:cubicBezTo>
                    <a:pt x="7509" y="11406"/>
                    <a:pt x="7469" y="11015"/>
                    <a:pt x="7405" y="11015"/>
                  </a:cubicBezTo>
                  <a:cubicBezTo>
                    <a:pt x="7404" y="11015"/>
                    <a:pt x="7404" y="11015"/>
                    <a:pt x="7403" y="11015"/>
                  </a:cubicBezTo>
                  <a:cubicBezTo>
                    <a:pt x="7403" y="11015"/>
                    <a:pt x="7403" y="11015"/>
                    <a:pt x="7402" y="11015"/>
                  </a:cubicBezTo>
                  <a:cubicBezTo>
                    <a:pt x="7337" y="11015"/>
                    <a:pt x="7184" y="9855"/>
                    <a:pt x="7217" y="9653"/>
                  </a:cubicBezTo>
                  <a:cubicBezTo>
                    <a:pt x="7217" y="9653"/>
                    <a:pt x="7184" y="9466"/>
                    <a:pt x="7160" y="9272"/>
                  </a:cubicBezTo>
                  <a:cubicBezTo>
                    <a:pt x="7119" y="9077"/>
                    <a:pt x="7030" y="8891"/>
                    <a:pt x="6990" y="8704"/>
                  </a:cubicBezTo>
                  <a:cubicBezTo>
                    <a:pt x="6957" y="8574"/>
                    <a:pt x="6908" y="8445"/>
                    <a:pt x="6844" y="8331"/>
                  </a:cubicBezTo>
                  <a:cubicBezTo>
                    <a:pt x="6811" y="8137"/>
                    <a:pt x="6763" y="7950"/>
                    <a:pt x="6827" y="7934"/>
                  </a:cubicBezTo>
                  <a:cubicBezTo>
                    <a:pt x="6649" y="7772"/>
                    <a:pt x="6649" y="7772"/>
                    <a:pt x="6738" y="7553"/>
                  </a:cubicBezTo>
                  <a:cubicBezTo>
                    <a:pt x="6868" y="7529"/>
                    <a:pt x="6876" y="7529"/>
                    <a:pt x="6690" y="7366"/>
                  </a:cubicBezTo>
                  <a:cubicBezTo>
                    <a:pt x="6576" y="7196"/>
                    <a:pt x="6576" y="7196"/>
                    <a:pt x="6592" y="6985"/>
                  </a:cubicBezTo>
                  <a:cubicBezTo>
                    <a:pt x="6654" y="6970"/>
                    <a:pt x="6612" y="6798"/>
                    <a:pt x="6552" y="6798"/>
                  </a:cubicBezTo>
                  <a:cubicBezTo>
                    <a:pt x="6549" y="6798"/>
                    <a:pt x="6546" y="6798"/>
                    <a:pt x="6544" y="6799"/>
                  </a:cubicBezTo>
                  <a:cubicBezTo>
                    <a:pt x="6357" y="6645"/>
                    <a:pt x="6122" y="6110"/>
                    <a:pt x="6252" y="6069"/>
                  </a:cubicBezTo>
                  <a:cubicBezTo>
                    <a:pt x="6203" y="5948"/>
                    <a:pt x="6138" y="5826"/>
                    <a:pt x="6057" y="5721"/>
                  </a:cubicBezTo>
                  <a:cubicBezTo>
                    <a:pt x="5871" y="5583"/>
                    <a:pt x="5871" y="5583"/>
                    <a:pt x="5992" y="5542"/>
                  </a:cubicBezTo>
                  <a:cubicBezTo>
                    <a:pt x="6065" y="5331"/>
                    <a:pt x="5976" y="5104"/>
                    <a:pt x="5790" y="4999"/>
                  </a:cubicBezTo>
                  <a:cubicBezTo>
                    <a:pt x="5709" y="4894"/>
                    <a:pt x="5652" y="4772"/>
                    <a:pt x="5636" y="4642"/>
                  </a:cubicBezTo>
                  <a:cubicBezTo>
                    <a:pt x="5563" y="4350"/>
                    <a:pt x="5457" y="4067"/>
                    <a:pt x="5327" y="3799"/>
                  </a:cubicBezTo>
                  <a:cubicBezTo>
                    <a:pt x="5217" y="3578"/>
                    <a:pt x="5096" y="3409"/>
                    <a:pt x="5053" y="3409"/>
                  </a:cubicBezTo>
                  <a:cubicBezTo>
                    <a:pt x="5042" y="3409"/>
                    <a:pt x="5036" y="3420"/>
                    <a:pt x="5036" y="3442"/>
                  </a:cubicBezTo>
                  <a:lnTo>
                    <a:pt x="4817" y="3126"/>
                  </a:lnTo>
                  <a:cubicBezTo>
                    <a:pt x="4655" y="2777"/>
                    <a:pt x="4517" y="2640"/>
                    <a:pt x="4338" y="2542"/>
                  </a:cubicBezTo>
                  <a:lnTo>
                    <a:pt x="4152" y="2461"/>
                  </a:lnTo>
                  <a:cubicBezTo>
                    <a:pt x="4209" y="2413"/>
                    <a:pt x="4111" y="2234"/>
                    <a:pt x="3957" y="2121"/>
                  </a:cubicBezTo>
                  <a:cubicBezTo>
                    <a:pt x="3866" y="2058"/>
                    <a:pt x="3828" y="2033"/>
                    <a:pt x="3807" y="2033"/>
                  </a:cubicBezTo>
                  <a:cubicBezTo>
                    <a:pt x="3792" y="2033"/>
                    <a:pt x="3784" y="2044"/>
                    <a:pt x="3771" y="2064"/>
                  </a:cubicBezTo>
                  <a:cubicBezTo>
                    <a:pt x="3810" y="2127"/>
                    <a:pt x="3814" y="2150"/>
                    <a:pt x="3797" y="2150"/>
                  </a:cubicBezTo>
                  <a:cubicBezTo>
                    <a:pt x="3767" y="2150"/>
                    <a:pt x="3673" y="2083"/>
                    <a:pt x="3576" y="2032"/>
                  </a:cubicBezTo>
                  <a:cubicBezTo>
                    <a:pt x="3422" y="1934"/>
                    <a:pt x="3284" y="1821"/>
                    <a:pt x="3309" y="1748"/>
                  </a:cubicBezTo>
                  <a:cubicBezTo>
                    <a:pt x="3252" y="1723"/>
                    <a:pt x="3195" y="1707"/>
                    <a:pt x="3130" y="1691"/>
                  </a:cubicBezTo>
                  <a:cubicBezTo>
                    <a:pt x="3111" y="1749"/>
                    <a:pt x="3064" y="1770"/>
                    <a:pt x="3021" y="1770"/>
                  </a:cubicBezTo>
                  <a:cubicBezTo>
                    <a:pt x="2974" y="1770"/>
                    <a:pt x="2931" y="1745"/>
                    <a:pt x="2936" y="1715"/>
                  </a:cubicBezTo>
                  <a:cubicBezTo>
                    <a:pt x="2815" y="1649"/>
                    <a:pt x="2676" y="1614"/>
                    <a:pt x="2539" y="1614"/>
                  </a:cubicBezTo>
                  <a:cubicBezTo>
                    <a:pt x="2492" y="1614"/>
                    <a:pt x="2446" y="1618"/>
                    <a:pt x="2401" y="1626"/>
                  </a:cubicBezTo>
                  <a:lnTo>
                    <a:pt x="2392" y="1553"/>
                  </a:lnTo>
                  <a:cubicBezTo>
                    <a:pt x="2349" y="1543"/>
                    <a:pt x="2316" y="1538"/>
                    <a:pt x="2290" y="1538"/>
                  </a:cubicBezTo>
                  <a:cubicBezTo>
                    <a:pt x="2194" y="1538"/>
                    <a:pt x="2201" y="1599"/>
                    <a:pt x="2214" y="1650"/>
                  </a:cubicBezTo>
                  <a:cubicBezTo>
                    <a:pt x="2092" y="1675"/>
                    <a:pt x="1971" y="1707"/>
                    <a:pt x="1857" y="1756"/>
                  </a:cubicBezTo>
                  <a:cubicBezTo>
                    <a:pt x="1710" y="1819"/>
                    <a:pt x="1575" y="1900"/>
                    <a:pt x="1662" y="1900"/>
                  </a:cubicBezTo>
                  <a:cubicBezTo>
                    <a:pt x="1675" y="1900"/>
                    <a:pt x="1694" y="1898"/>
                    <a:pt x="1720" y="1894"/>
                  </a:cubicBezTo>
                  <a:lnTo>
                    <a:pt x="1720" y="1894"/>
                  </a:lnTo>
                  <a:cubicBezTo>
                    <a:pt x="1752" y="1959"/>
                    <a:pt x="1776" y="2007"/>
                    <a:pt x="1638" y="2096"/>
                  </a:cubicBezTo>
                  <a:cubicBezTo>
                    <a:pt x="1614" y="2063"/>
                    <a:pt x="1593" y="2029"/>
                    <a:pt x="1550" y="2029"/>
                  </a:cubicBezTo>
                  <a:cubicBezTo>
                    <a:pt x="1520" y="2029"/>
                    <a:pt x="1479" y="2045"/>
                    <a:pt x="1420" y="2088"/>
                  </a:cubicBezTo>
                  <a:cubicBezTo>
                    <a:pt x="1343" y="2156"/>
                    <a:pt x="1294" y="2171"/>
                    <a:pt x="1265" y="2171"/>
                  </a:cubicBezTo>
                  <a:cubicBezTo>
                    <a:pt x="1243" y="2171"/>
                    <a:pt x="1233" y="2161"/>
                    <a:pt x="1233" y="2161"/>
                  </a:cubicBezTo>
                  <a:cubicBezTo>
                    <a:pt x="1244" y="2123"/>
                    <a:pt x="1237" y="2106"/>
                    <a:pt x="1217" y="2106"/>
                  </a:cubicBezTo>
                  <a:cubicBezTo>
                    <a:pt x="1179" y="2106"/>
                    <a:pt x="1095" y="2173"/>
                    <a:pt x="1014" y="2275"/>
                  </a:cubicBezTo>
                  <a:cubicBezTo>
                    <a:pt x="901" y="2413"/>
                    <a:pt x="811" y="2575"/>
                    <a:pt x="763" y="2745"/>
                  </a:cubicBezTo>
                  <a:cubicBezTo>
                    <a:pt x="685" y="3085"/>
                    <a:pt x="632" y="3258"/>
                    <a:pt x="538" y="3258"/>
                  </a:cubicBezTo>
                  <a:cubicBezTo>
                    <a:pt x="525" y="3258"/>
                    <a:pt x="510" y="3255"/>
                    <a:pt x="495" y="3248"/>
                  </a:cubicBezTo>
                  <a:cubicBezTo>
                    <a:pt x="487" y="3244"/>
                    <a:pt x="480" y="3243"/>
                    <a:pt x="472" y="3243"/>
                  </a:cubicBezTo>
                  <a:cubicBezTo>
                    <a:pt x="363" y="3243"/>
                    <a:pt x="350" y="3628"/>
                    <a:pt x="487" y="3856"/>
                  </a:cubicBezTo>
                  <a:cubicBezTo>
                    <a:pt x="528" y="3929"/>
                    <a:pt x="576" y="4010"/>
                    <a:pt x="625" y="4091"/>
                  </a:cubicBezTo>
                  <a:lnTo>
                    <a:pt x="430" y="4034"/>
                  </a:lnTo>
                  <a:cubicBezTo>
                    <a:pt x="130" y="4140"/>
                    <a:pt x="106" y="4148"/>
                    <a:pt x="155" y="4740"/>
                  </a:cubicBezTo>
                  <a:cubicBezTo>
                    <a:pt x="169" y="5080"/>
                    <a:pt x="183" y="5122"/>
                    <a:pt x="138" y="5122"/>
                  </a:cubicBezTo>
                  <a:cubicBezTo>
                    <a:pt x="131" y="5122"/>
                    <a:pt x="123" y="5122"/>
                    <a:pt x="114" y="5121"/>
                  </a:cubicBezTo>
                  <a:cubicBezTo>
                    <a:pt x="113" y="5120"/>
                    <a:pt x="112" y="5120"/>
                    <a:pt x="110" y="5120"/>
                  </a:cubicBezTo>
                  <a:cubicBezTo>
                    <a:pt x="49" y="5120"/>
                    <a:pt x="32" y="5319"/>
                    <a:pt x="1" y="5891"/>
                  </a:cubicBezTo>
                  <a:cubicBezTo>
                    <a:pt x="9" y="6475"/>
                    <a:pt x="9" y="6669"/>
                    <a:pt x="74" y="6669"/>
                  </a:cubicBezTo>
                  <a:cubicBezTo>
                    <a:pt x="74" y="6669"/>
                    <a:pt x="82" y="6864"/>
                    <a:pt x="98" y="7058"/>
                  </a:cubicBezTo>
                  <a:cubicBezTo>
                    <a:pt x="0" y="7215"/>
                    <a:pt x="44" y="7496"/>
                    <a:pt x="128" y="7496"/>
                  </a:cubicBezTo>
                  <a:cubicBezTo>
                    <a:pt x="148" y="7496"/>
                    <a:pt x="171" y="7479"/>
                    <a:pt x="195" y="7439"/>
                  </a:cubicBezTo>
                  <a:cubicBezTo>
                    <a:pt x="203" y="7569"/>
                    <a:pt x="211" y="7691"/>
                    <a:pt x="236" y="7820"/>
                  </a:cubicBezTo>
                  <a:lnTo>
                    <a:pt x="171" y="7829"/>
                  </a:lnTo>
                  <a:cubicBezTo>
                    <a:pt x="138" y="7829"/>
                    <a:pt x="130" y="7926"/>
                    <a:pt x="163" y="8218"/>
                  </a:cubicBezTo>
                  <a:cubicBezTo>
                    <a:pt x="236" y="8737"/>
                    <a:pt x="333" y="9247"/>
                    <a:pt x="471" y="9742"/>
                  </a:cubicBezTo>
                  <a:cubicBezTo>
                    <a:pt x="911" y="11302"/>
                    <a:pt x="1063" y="11563"/>
                    <a:pt x="1173" y="11563"/>
                  </a:cubicBezTo>
                  <a:cubicBezTo>
                    <a:pt x="1182" y="11563"/>
                    <a:pt x="1192" y="11561"/>
                    <a:pt x="1201" y="11558"/>
                  </a:cubicBezTo>
                  <a:cubicBezTo>
                    <a:pt x="1395" y="11688"/>
                    <a:pt x="1460" y="11866"/>
                    <a:pt x="1338" y="11915"/>
                  </a:cubicBezTo>
                  <a:cubicBezTo>
                    <a:pt x="1277" y="11938"/>
                    <a:pt x="1281" y="12128"/>
                    <a:pt x="1336" y="12128"/>
                  </a:cubicBezTo>
                  <a:cubicBezTo>
                    <a:pt x="1340" y="12128"/>
                    <a:pt x="1343" y="12127"/>
                    <a:pt x="1347" y="12126"/>
                  </a:cubicBezTo>
                  <a:cubicBezTo>
                    <a:pt x="1428" y="12304"/>
                    <a:pt x="1484" y="12491"/>
                    <a:pt x="1517" y="12685"/>
                  </a:cubicBezTo>
                  <a:cubicBezTo>
                    <a:pt x="1621" y="13226"/>
                    <a:pt x="1765" y="13395"/>
                    <a:pt x="1832" y="13395"/>
                  </a:cubicBezTo>
                  <a:cubicBezTo>
                    <a:pt x="1839" y="13395"/>
                    <a:pt x="1844" y="13393"/>
                    <a:pt x="1849" y="13390"/>
                  </a:cubicBezTo>
                  <a:cubicBezTo>
                    <a:pt x="1859" y="13319"/>
                    <a:pt x="1869" y="13290"/>
                    <a:pt x="1878" y="13290"/>
                  </a:cubicBezTo>
                  <a:cubicBezTo>
                    <a:pt x="1897" y="13290"/>
                    <a:pt x="1914" y="13430"/>
                    <a:pt x="1930" y="13569"/>
                  </a:cubicBezTo>
                  <a:cubicBezTo>
                    <a:pt x="1953" y="13758"/>
                    <a:pt x="1983" y="13953"/>
                    <a:pt x="2032" y="13953"/>
                  </a:cubicBezTo>
                  <a:cubicBezTo>
                    <a:pt x="2036" y="13953"/>
                    <a:pt x="2040" y="13952"/>
                    <a:pt x="2044" y="13950"/>
                  </a:cubicBezTo>
                  <a:cubicBezTo>
                    <a:pt x="2206" y="14144"/>
                    <a:pt x="2352" y="14363"/>
                    <a:pt x="2465" y="14582"/>
                  </a:cubicBezTo>
                  <a:cubicBezTo>
                    <a:pt x="2628" y="14858"/>
                    <a:pt x="2765" y="15117"/>
                    <a:pt x="2701" y="15150"/>
                  </a:cubicBezTo>
                  <a:cubicBezTo>
                    <a:pt x="2701" y="15150"/>
                    <a:pt x="2798" y="15320"/>
                    <a:pt x="2895" y="15490"/>
                  </a:cubicBezTo>
                  <a:cubicBezTo>
                    <a:pt x="2898" y="15489"/>
                    <a:pt x="2901" y="15488"/>
                    <a:pt x="2905" y="15488"/>
                  </a:cubicBezTo>
                  <a:cubicBezTo>
                    <a:pt x="2978" y="15488"/>
                    <a:pt x="3172" y="15806"/>
                    <a:pt x="3365" y="16131"/>
                  </a:cubicBezTo>
                  <a:cubicBezTo>
                    <a:pt x="3568" y="16463"/>
                    <a:pt x="3682" y="16625"/>
                    <a:pt x="3625" y="16658"/>
                  </a:cubicBezTo>
                  <a:cubicBezTo>
                    <a:pt x="3584" y="16627"/>
                    <a:pt x="3560" y="16613"/>
                    <a:pt x="3550" y="16613"/>
                  </a:cubicBezTo>
                  <a:cubicBezTo>
                    <a:pt x="3517" y="16613"/>
                    <a:pt x="3632" y="16761"/>
                    <a:pt x="3836" y="16990"/>
                  </a:cubicBezTo>
                  <a:cubicBezTo>
                    <a:pt x="3941" y="17152"/>
                    <a:pt x="4168" y="17242"/>
                    <a:pt x="4273" y="17404"/>
                  </a:cubicBezTo>
                  <a:cubicBezTo>
                    <a:pt x="4281" y="17399"/>
                    <a:pt x="4289" y="17396"/>
                    <a:pt x="4300" y="17396"/>
                  </a:cubicBezTo>
                  <a:cubicBezTo>
                    <a:pt x="4372" y="17396"/>
                    <a:pt x="4514" y="17513"/>
                    <a:pt x="4606" y="17655"/>
                  </a:cubicBezTo>
                  <a:lnTo>
                    <a:pt x="4549" y="17688"/>
                  </a:lnTo>
                  <a:lnTo>
                    <a:pt x="4436" y="17761"/>
                  </a:lnTo>
                  <a:cubicBezTo>
                    <a:pt x="4537" y="17906"/>
                    <a:pt x="4639" y="18051"/>
                    <a:pt x="4700" y="18051"/>
                  </a:cubicBezTo>
                  <a:cubicBezTo>
                    <a:pt x="4707" y="18051"/>
                    <a:pt x="4713" y="18049"/>
                    <a:pt x="4719" y="18044"/>
                  </a:cubicBezTo>
                  <a:cubicBezTo>
                    <a:pt x="4776" y="18247"/>
                    <a:pt x="4890" y="18409"/>
                    <a:pt x="5117" y="18725"/>
                  </a:cubicBezTo>
                  <a:cubicBezTo>
                    <a:pt x="5344" y="19042"/>
                    <a:pt x="5579" y="19358"/>
                    <a:pt x="5757" y="19471"/>
                  </a:cubicBezTo>
                  <a:cubicBezTo>
                    <a:pt x="5757" y="19706"/>
                    <a:pt x="6503" y="20623"/>
                    <a:pt x="6738" y="20679"/>
                  </a:cubicBezTo>
                  <a:cubicBezTo>
                    <a:pt x="6746" y="20673"/>
                    <a:pt x="6754" y="20670"/>
                    <a:pt x="6764" y="20670"/>
                  </a:cubicBezTo>
                  <a:cubicBezTo>
                    <a:pt x="6824" y="20670"/>
                    <a:pt x="6922" y="20795"/>
                    <a:pt x="6992" y="20957"/>
                  </a:cubicBezTo>
                  <a:lnTo>
                    <a:pt x="6992" y="20957"/>
                  </a:lnTo>
                  <a:cubicBezTo>
                    <a:pt x="6959" y="21768"/>
                    <a:pt x="6973" y="22819"/>
                    <a:pt x="7054" y="22941"/>
                  </a:cubicBezTo>
                  <a:cubicBezTo>
                    <a:pt x="7054" y="22941"/>
                    <a:pt x="7054" y="23144"/>
                    <a:pt x="7054" y="23339"/>
                  </a:cubicBezTo>
                  <a:cubicBezTo>
                    <a:pt x="6990" y="23728"/>
                    <a:pt x="6990" y="24895"/>
                    <a:pt x="7054" y="25090"/>
                  </a:cubicBezTo>
                  <a:lnTo>
                    <a:pt x="7054" y="25682"/>
                  </a:lnTo>
                  <a:cubicBezTo>
                    <a:pt x="6981" y="26071"/>
                    <a:pt x="6981" y="26266"/>
                    <a:pt x="7046" y="26460"/>
                  </a:cubicBezTo>
                  <a:cubicBezTo>
                    <a:pt x="7111" y="26655"/>
                    <a:pt x="7176" y="26663"/>
                    <a:pt x="7111" y="26663"/>
                  </a:cubicBezTo>
                  <a:cubicBezTo>
                    <a:pt x="7111" y="26663"/>
                    <a:pt x="7110" y="26663"/>
                    <a:pt x="7109" y="26663"/>
                  </a:cubicBezTo>
                  <a:cubicBezTo>
                    <a:pt x="7046" y="26663"/>
                    <a:pt x="7038" y="27052"/>
                    <a:pt x="7030" y="27830"/>
                  </a:cubicBezTo>
                  <a:cubicBezTo>
                    <a:pt x="7019" y="28349"/>
                    <a:pt x="7016" y="28522"/>
                    <a:pt x="7036" y="28522"/>
                  </a:cubicBezTo>
                  <a:cubicBezTo>
                    <a:pt x="7046" y="28522"/>
                    <a:pt x="7063" y="28479"/>
                    <a:pt x="7087" y="28414"/>
                  </a:cubicBezTo>
                  <a:lnTo>
                    <a:pt x="7087" y="28414"/>
                  </a:lnTo>
                  <a:cubicBezTo>
                    <a:pt x="7144" y="29201"/>
                    <a:pt x="7071" y="29201"/>
                    <a:pt x="7006" y="29201"/>
                  </a:cubicBezTo>
                  <a:cubicBezTo>
                    <a:pt x="6980" y="29161"/>
                    <a:pt x="6959" y="29144"/>
                    <a:pt x="6944" y="29144"/>
                  </a:cubicBezTo>
                  <a:cubicBezTo>
                    <a:pt x="6881" y="29144"/>
                    <a:pt x="6906" y="29427"/>
                    <a:pt x="7063" y="29590"/>
                  </a:cubicBezTo>
                  <a:cubicBezTo>
                    <a:pt x="7192" y="29792"/>
                    <a:pt x="7184" y="30182"/>
                    <a:pt x="7119" y="30182"/>
                  </a:cubicBezTo>
                  <a:cubicBezTo>
                    <a:pt x="7046" y="30173"/>
                    <a:pt x="7054" y="29979"/>
                    <a:pt x="7063" y="29784"/>
                  </a:cubicBezTo>
                  <a:lnTo>
                    <a:pt x="6925" y="29784"/>
                  </a:lnTo>
                  <a:cubicBezTo>
                    <a:pt x="6908" y="29914"/>
                    <a:pt x="6933" y="30052"/>
                    <a:pt x="6981" y="30173"/>
                  </a:cubicBezTo>
                  <a:cubicBezTo>
                    <a:pt x="6981" y="30311"/>
                    <a:pt x="7006" y="30441"/>
                    <a:pt x="7038" y="30571"/>
                  </a:cubicBezTo>
                  <a:cubicBezTo>
                    <a:pt x="7071" y="30669"/>
                    <a:pt x="7104" y="30718"/>
                    <a:pt x="7138" y="30718"/>
                  </a:cubicBezTo>
                  <a:cubicBezTo>
                    <a:pt x="7171" y="30718"/>
                    <a:pt x="7205" y="30671"/>
                    <a:pt x="7241" y="30579"/>
                  </a:cubicBezTo>
                  <a:cubicBezTo>
                    <a:pt x="7262" y="30522"/>
                    <a:pt x="7277" y="30498"/>
                    <a:pt x="7288" y="30498"/>
                  </a:cubicBezTo>
                  <a:cubicBezTo>
                    <a:pt x="7313" y="30498"/>
                    <a:pt x="7311" y="30636"/>
                    <a:pt x="7306" y="30773"/>
                  </a:cubicBezTo>
                  <a:cubicBezTo>
                    <a:pt x="7263" y="30999"/>
                    <a:pt x="7221" y="31094"/>
                    <a:pt x="7182" y="31094"/>
                  </a:cubicBezTo>
                  <a:cubicBezTo>
                    <a:pt x="7153" y="31094"/>
                    <a:pt x="7127" y="31045"/>
                    <a:pt x="7103" y="30960"/>
                  </a:cubicBezTo>
                  <a:cubicBezTo>
                    <a:pt x="7103" y="30765"/>
                    <a:pt x="7038" y="30765"/>
                    <a:pt x="6973" y="30757"/>
                  </a:cubicBezTo>
                  <a:cubicBezTo>
                    <a:pt x="6900" y="30757"/>
                    <a:pt x="7014" y="31738"/>
                    <a:pt x="7144" y="31941"/>
                  </a:cubicBezTo>
                  <a:lnTo>
                    <a:pt x="7071" y="31941"/>
                  </a:lnTo>
                  <a:cubicBezTo>
                    <a:pt x="7070" y="31941"/>
                    <a:pt x="7069" y="31941"/>
                    <a:pt x="7069" y="31941"/>
                  </a:cubicBezTo>
                  <a:cubicBezTo>
                    <a:pt x="7006" y="31941"/>
                    <a:pt x="6998" y="32334"/>
                    <a:pt x="6981" y="32719"/>
                  </a:cubicBezTo>
                  <a:cubicBezTo>
                    <a:pt x="6973" y="33108"/>
                    <a:pt x="6965" y="33303"/>
                    <a:pt x="7030" y="33311"/>
                  </a:cubicBezTo>
                  <a:cubicBezTo>
                    <a:pt x="7103" y="33311"/>
                    <a:pt x="7168" y="33311"/>
                    <a:pt x="7160" y="33514"/>
                  </a:cubicBezTo>
                  <a:cubicBezTo>
                    <a:pt x="7167" y="33326"/>
                    <a:pt x="7223" y="33319"/>
                    <a:pt x="7283" y="33319"/>
                  </a:cubicBezTo>
                  <a:cubicBezTo>
                    <a:pt x="7288" y="33319"/>
                    <a:pt x="7293" y="33319"/>
                    <a:pt x="7298" y="33319"/>
                  </a:cubicBezTo>
                  <a:cubicBezTo>
                    <a:pt x="7265" y="33514"/>
                    <a:pt x="7208" y="33708"/>
                    <a:pt x="7144" y="33903"/>
                  </a:cubicBezTo>
                  <a:cubicBezTo>
                    <a:pt x="6998" y="34284"/>
                    <a:pt x="6917" y="34673"/>
                    <a:pt x="6892" y="35452"/>
                  </a:cubicBezTo>
                  <a:cubicBezTo>
                    <a:pt x="6876" y="35849"/>
                    <a:pt x="6852" y="36433"/>
                    <a:pt x="6779" y="36627"/>
                  </a:cubicBezTo>
                  <a:cubicBezTo>
                    <a:pt x="6763" y="37016"/>
                    <a:pt x="6754" y="37211"/>
                    <a:pt x="6819" y="37211"/>
                  </a:cubicBezTo>
                  <a:lnTo>
                    <a:pt x="6803" y="37608"/>
                  </a:lnTo>
                  <a:cubicBezTo>
                    <a:pt x="6730" y="37795"/>
                    <a:pt x="6714" y="38184"/>
                    <a:pt x="6779" y="38192"/>
                  </a:cubicBezTo>
                  <a:cubicBezTo>
                    <a:pt x="6836" y="38395"/>
                    <a:pt x="6763" y="38581"/>
                    <a:pt x="6754" y="38776"/>
                  </a:cubicBezTo>
                  <a:cubicBezTo>
                    <a:pt x="6663" y="39002"/>
                    <a:pt x="6626" y="39094"/>
                    <a:pt x="6655" y="39094"/>
                  </a:cubicBezTo>
                  <a:cubicBezTo>
                    <a:pt x="6675" y="39094"/>
                    <a:pt x="6726" y="39051"/>
                    <a:pt x="6811" y="38978"/>
                  </a:cubicBezTo>
                  <a:cubicBezTo>
                    <a:pt x="6876" y="38978"/>
                    <a:pt x="6965" y="38597"/>
                    <a:pt x="6973" y="38403"/>
                  </a:cubicBezTo>
                  <a:lnTo>
                    <a:pt x="6998" y="37811"/>
                  </a:lnTo>
                  <a:lnTo>
                    <a:pt x="7038" y="38403"/>
                  </a:lnTo>
                  <a:cubicBezTo>
                    <a:pt x="7030" y="38597"/>
                    <a:pt x="7079" y="38995"/>
                    <a:pt x="7144" y="39003"/>
                  </a:cubicBezTo>
                  <a:cubicBezTo>
                    <a:pt x="7144" y="39003"/>
                    <a:pt x="7217" y="39003"/>
                    <a:pt x="7208" y="39197"/>
                  </a:cubicBezTo>
                  <a:cubicBezTo>
                    <a:pt x="7208" y="39197"/>
                    <a:pt x="7135" y="39197"/>
                    <a:pt x="7071" y="39189"/>
                  </a:cubicBezTo>
                  <a:cubicBezTo>
                    <a:pt x="7014" y="38995"/>
                    <a:pt x="6941" y="38987"/>
                    <a:pt x="6876" y="38987"/>
                  </a:cubicBezTo>
                  <a:cubicBezTo>
                    <a:pt x="6738" y="39173"/>
                    <a:pt x="6641" y="39749"/>
                    <a:pt x="6771" y="39757"/>
                  </a:cubicBezTo>
                  <a:cubicBezTo>
                    <a:pt x="6779" y="39895"/>
                    <a:pt x="6746" y="40024"/>
                    <a:pt x="6690" y="40146"/>
                  </a:cubicBezTo>
                  <a:cubicBezTo>
                    <a:pt x="6625" y="40146"/>
                    <a:pt x="6617" y="40341"/>
                    <a:pt x="6738" y="40543"/>
                  </a:cubicBezTo>
                  <a:cubicBezTo>
                    <a:pt x="6868" y="40722"/>
                    <a:pt x="6852" y="40965"/>
                    <a:pt x="6706" y="41127"/>
                  </a:cubicBezTo>
                  <a:cubicBezTo>
                    <a:pt x="6552" y="41508"/>
                    <a:pt x="6519" y="42295"/>
                    <a:pt x="6584" y="42295"/>
                  </a:cubicBezTo>
                  <a:cubicBezTo>
                    <a:pt x="6722" y="42311"/>
                    <a:pt x="6690" y="42894"/>
                    <a:pt x="6608" y="43081"/>
                  </a:cubicBezTo>
                  <a:cubicBezTo>
                    <a:pt x="6536" y="43267"/>
                    <a:pt x="6519" y="43478"/>
                    <a:pt x="6584" y="43673"/>
                  </a:cubicBezTo>
                  <a:cubicBezTo>
                    <a:pt x="6583" y="43673"/>
                    <a:pt x="6581" y="43673"/>
                    <a:pt x="6580" y="43673"/>
                  </a:cubicBezTo>
                  <a:cubicBezTo>
                    <a:pt x="6508" y="43673"/>
                    <a:pt x="6439" y="43863"/>
                    <a:pt x="6495" y="44054"/>
                  </a:cubicBezTo>
                  <a:cubicBezTo>
                    <a:pt x="6495" y="44054"/>
                    <a:pt x="6488" y="44146"/>
                    <a:pt x="6508" y="44146"/>
                  </a:cubicBezTo>
                  <a:cubicBezTo>
                    <a:pt x="6517" y="44146"/>
                    <a:pt x="6534" y="44125"/>
                    <a:pt x="6560" y="44062"/>
                  </a:cubicBezTo>
                  <a:lnTo>
                    <a:pt x="6673" y="44459"/>
                  </a:lnTo>
                  <a:cubicBezTo>
                    <a:pt x="6680" y="44304"/>
                    <a:pt x="6728" y="44278"/>
                    <a:pt x="6780" y="44278"/>
                  </a:cubicBezTo>
                  <a:cubicBezTo>
                    <a:pt x="6793" y="44278"/>
                    <a:pt x="6806" y="44279"/>
                    <a:pt x="6819" y="44281"/>
                  </a:cubicBezTo>
                  <a:cubicBezTo>
                    <a:pt x="6884" y="44281"/>
                    <a:pt x="6779" y="45059"/>
                    <a:pt x="6552" y="45432"/>
                  </a:cubicBezTo>
                  <a:lnTo>
                    <a:pt x="6398" y="45813"/>
                  </a:lnTo>
                  <a:lnTo>
                    <a:pt x="6536" y="45829"/>
                  </a:lnTo>
                  <a:cubicBezTo>
                    <a:pt x="6520" y="46020"/>
                    <a:pt x="6512" y="46211"/>
                    <a:pt x="6450" y="46211"/>
                  </a:cubicBezTo>
                  <a:cubicBezTo>
                    <a:pt x="6449" y="46211"/>
                    <a:pt x="6448" y="46211"/>
                    <a:pt x="6446" y="46211"/>
                  </a:cubicBezTo>
                  <a:cubicBezTo>
                    <a:pt x="6373" y="46211"/>
                    <a:pt x="6373" y="46211"/>
                    <a:pt x="6365" y="46405"/>
                  </a:cubicBezTo>
                  <a:cubicBezTo>
                    <a:pt x="6365" y="46405"/>
                    <a:pt x="6357" y="46600"/>
                    <a:pt x="6422" y="46608"/>
                  </a:cubicBezTo>
                  <a:cubicBezTo>
                    <a:pt x="6560" y="46616"/>
                    <a:pt x="6560" y="46616"/>
                    <a:pt x="6479" y="46802"/>
                  </a:cubicBezTo>
                  <a:cubicBezTo>
                    <a:pt x="6333" y="46973"/>
                    <a:pt x="6325" y="47216"/>
                    <a:pt x="6446" y="47394"/>
                  </a:cubicBezTo>
                  <a:cubicBezTo>
                    <a:pt x="6576" y="47402"/>
                    <a:pt x="6576" y="47402"/>
                    <a:pt x="6438" y="47589"/>
                  </a:cubicBezTo>
                  <a:cubicBezTo>
                    <a:pt x="6437" y="47589"/>
                    <a:pt x="6435" y="47589"/>
                    <a:pt x="6434" y="47589"/>
                  </a:cubicBezTo>
                  <a:cubicBezTo>
                    <a:pt x="6362" y="47589"/>
                    <a:pt x="6292" y="47779"/>
                    <a:pt x="6276" y="47970"/>
                  </a:cubicBezTo>
                  <a:lnTo>
                    <a:pt x="6349" y="47970"/>
                  </a:lnTo>
                  <a:cubicBezTo>
                    <a:pt x="6479" y="47986"/>
                    <a:pt x="6471" y="48181"/>
                    <a:pt x="6390" y="48367"/>
                  </a:cubicBezTo>
                  <a:cubicBezTo>
                    <a:pt x="6325" y="48367"/>
                    <a:pt x="6309" y="48562"/>
                    <a:pt x="6357" y="48959"/>
                  </a:cubicBezTo>
                  <a:cubicBezTo>
                    <a:pt x="6333" y="49348"/>
                    <a:pt x="6325" y="49543"/>
                    <a:pt x="6260" y="49543"/>
                  </a:cubicBezTo>
                  <a:cubicBezTo>
                    <a:pt x="6230" y="49539"/>
                    <a:pt x="6207" y="49537"/>
                    <a:pt x="6189" y="49537"/>
                  </a:cubicBezTo>
                  <a:cubicBezTo>
                    <a:pt x="6128" y="49537"/>
                    <a:pt x="6148" y="49572"/>
                    <a:pt x="6244" y="49737"/>
                  </a:cubicBezTo>
                  <a:cubicBezTo>
                    <a:pt x="6300" y="49932"/>
                    <a:pt x="6300" y="49932"/>
                    <a:pt x="6211" y="50321"/>
                  </a:cubicBezTo>
                  <a:cubicBezTo>
                    <a:pt x="6130" y="50516"/>
                    <a:pt x="6130" y="50516"/>
                    <a:pt x="6187" y="50710"/>
                  </a:cubicBezTo>
                  <a:cubicBezTo>
                    <a:pt x="6218" y="50714"/>
                    <a:pt x="6245" y="50717"/>
                    <a:pt x="6269" y="50717"/>
                  </a:cubicBezTo>
                  <a:cubicBezTo>
                    <a:pt x="6351" y="50717"/>
                    <a:pt x="6393" y="50683"/>
                    <a:pt x="6406" y="50532"/>
                  </a:cubicBezTo>
                  <a:cubicBezTo>
                    <a:pt x="6413" y="50370"/>
                    <a:pt x="6414" y="50343"/>
                    <a:pt x="6451" y="50343"/>
                  </a:cubicBezTo>
                  <a:cubicBezTo>
                    <a:pt x="6459" y="50343"/>
                    <a:pt x="6468" y="50344"/>
                    <a:pt x="6479" y="50345"/>
                  </a:cubicBezTo>
                  <a:lnTo>
                    <a:pt x="6454" y="50735"/>
                  </a:lnTo>
                  <a:cubicBezTo>
                    <a:pt x="6438" y="50994"/>
                    <a:pt x="6446" y="51262"/>
                    <a:pt x="6479" y="51521"/>
                  </a:cubicBezTo>
                  <a:cubicBezTo>
                    <a:pt x="6503" y="51722"/>
                    <a:pt x="6549" y="51823"/>
                    <a:pt x="6582" y="51823"/>
                  </a:cubicBezTo>
                  <a:cubicBezTo>
                    <a:pt x="6615" y="51823"/>
                    <a:pt x="6637" y="51726"/>
                    <a:pt x="6617" y="51529"/>
                  </a:cubicBezTo>
                  <a:lnTo>
                    <a:pt x="6690" y="51343"/>
                  </a:lnTo>
                  <a:cubicBezTo>
                    <a:pt x="6694" y="51343"/>
                    <a:pt x="6698" y="51343"/>
                    <a:pt x="6702" y="51343"/>
                  </a:cubicBezTo>
                  <a:cubicBezTo>
                    <a:pt x="6893" y="51343"/>
                    <a:pt x="6913" y="50961"/>
                    <a:pt x="6714" y="50945"/>
                  </a:cubicBezTo>
                  <a:cubicBezTo>
                    <a:pt x="6511" y="50937"/>
                    <a:pt x="6511" y="50929"/>
                    <a:pt x="6657" y="50751"/>
                  </a:cubicBezTo>
                  <a:lnTo>
                    <a:pt x="6657" y="50751"/>
                  </a:lnTo>
                  <a:cubicBezTo>
                    <a:pt x="6660" y="50751"/>
                    <a:pt x="6663" y="50751"/>
                    <a:pt x="6665" y="50751"/>
                  </a:cubicBezTo>
                  <a:cubicBezTo>
                    <a:pt x="6795" y="50751"/>
                    <a:pt x="6803" y="50560"/>
                    <a:pt x="6811" y="50370"/>
                  </a:cubicBezTo>
                  <a:cubicBezTo>
                    <a:pt x="6825" y="50201"/>
                    <a:pt x="6827" y="50173"/>
                    <a:pt x="6865" y="50173"/>
                  </a:cubicBezTo>
                  <a:cubicBezTo>
                    <a:pt x="6872" y="50173"/>
                    <a:pt x="6881" y="50174"/>
                    <a:pt x="6892" y="50175"/>
                  </a:cubicBezTo>
                  <a:cubicBezTo>
                    <a:pt x="6894" y="50175"/>
                    <a:pt x="6895" y="50175"/>
                    <a:pt x="6896" y="50175"/>
                  </a:cubicBezTo>
                  <a:cubicBezTo>
                    <a:pt x="6960" y="50175"/>
                    <a:pt x="7038" y="49985"/>
                    <a:pt x="7046" y="49794"/>
                  </a:cubicBezTo>
                  <a:cubicBezTo>
                    <a:pt x="7063" y="49600"/>
                    <a:pt x="7063" y="49600"/>
                    <a:pt x="6998" y="49591"/>
                  </a:cubicBezTo>
                  <a:cubicBezTo>
                    <a:pt x="6982" y="49629"/>
                    <a:pt x="6970" y="49645"/>
                    <a:pt x="6963" y="49645"/>
                  </a:cubicBezTo>
                  <a:cubicBezTo>
                    <a:pt x="6930" y="49645"/>
                    <a:pt x="6969" y="49361"/>
                    <a:pt x="7087" y="49210"/>
                  </a:cubicBezTo>
                  <a:cubicBezTo>
                    <a:pt x="7160" y="49016"/>
                    <a:pt x="7160" y="49016"/>
                    <a:pt x="7030" y="49008"/>
                  </a:cubicBezTo>
                  <a:cubicBezTo>
                    <a:pt x="6892" y="49000"/>
                    <a:pt x="6917" y="48602"/>
                    <a:pt x="7063" y="48424"/>
                  </a:cubicBezTo>
                  <a:lnTo>
                    <a:pt x="7087" y="48027"/>
                  </a:lnTo>
                  <a:cubicBezTo>
                    <a:pt x="7095" y="47832"/>
                    <a:pt x="7030" y="47824"/>
                    <a:pt x="6957" y="47824"/>
                  </a:cubicBezTo>
                  <a:cubicBezTo>
                    <a:pt x="6827" y="47816"/>
                    <a:pt x="6827" y="47816"/>
                    <a:pt x="6900" y="47621"/>
                  </a:cubicBezTo>
                  <a:cubicBezTo>
                    <a:pt x="6981" y="47435"/>
                    <a:pt x="7046" y="47435"/>
                    <a:pt x="7046" y="47435"/>
                  </a:cubicBezTo>
                  <a:cubicBezTo>
                    <a:pt x="7048" y="47435"/>
                    <a:pt x="7049" y="47435"/>
                    <a:pt x="7051" y="47435"/>
                  </a:cubicBezTo>
                  <a:cubicBezTo>
                    <a:pt x="7120" y="47435"/>
                    <a:pt x="7128" y="47244"/>
                    <a:pt x="7135" y="47054"/>
                  </a:cubicBezTo>
                  <a:cubicBezTo>
                    <a:pt x="7152" y="46851"/>
                    <a:pt x="7168" y="46462"/>
                    <a:pt x="7103" y="46462"/>
                  </a:cubicBezTo>
                  <a:lnTo>
                    <a:pt x="7168" y="46462"/>
                  </a:lnTo>
                  <a:cubicBezTo>
                    <a:pt x="7184" y="46267"/>
                    <a:pt x="7249" y="46275"/>
                    <a:pt x="7184" y="46267"/>
                  </a:cubicBezTo>
                  <a:cubicBezTo>
                    <a:pt x="7200" y="46073"/>
                    <a:pt x="7233" y="45878"/>
                    <a:pt x="7281" y="45684"/>
                  </a:cubicBezTo>
                  <a:cubicBezTo>
                    <a:pt x="7344" y="45416"/>
                    <a:pt x="7311" y="45040"/>
                    <a:pt x="7229" y="45040"/>
                  </a:cubicBezTo>
                  <a:cubicBezTo>
                    <a:pt x="7194" y="45040"/>
                    <a:pt x="7151" y="45107"/>
                    <a:pt x="7103" y="45278"/>
                  </a:cubicBezTo>
                  <a:cubicBezTo>
                    <a:pt x="7096" y="45359"/>
                    <a:pt x="7092" y="45406"/>
                    <a:pt x="7092" y="45406"/>
                  </a:cubicBezTo>
                  <a:cubicBezTo>
                    <a:pt x="7091" y="45406"/>
                    <a:pt x="7097" y="45312"/>
                    <a:pt x="7111" y="45084"/>
                  </a:cubicBezTo>
                  <a:cubicBezTo>
                    <a:pt x="7119" y="44889"/>
                    <a:pt x="7054" y="44881"/>
                    <a:pt x="7054" y="44881"/>
                  </a:cubicBezTo>
                  <a:cubicBezTo>
                    <a:pt x="6990" y="44881"/>
                    <a:pt x="6998" y="44678"/>
                    <a:pt x="7006" y="44484"/>
                  </a:cubicBezTo>
                  <a:lnTo>
                    <a:pt x="7006" y="44484"/>
                  </a:lnTo>
                  <a:lnTo>
                    <a:pt x="7144" y="44500"/>
                  </a:lnTo>
                  <a:cubicBezTo>
                    <a:pt x="7181" y="44542"/>
                    <a:pt x="7215" y="44561"/>
                    <a:pt x="7243" y="44561"/>
                  </a:cubicBezTo>
                  <a:cubicBezTo>
                    <a:pt x="7355" y="44561"/>
                    <a:pt x="7382" y="44279"/>
                    <a:pt x="7233" y="44111"/>
                  </a:cubicBezTo>
                  <a:lnTo>
                    <a:pt x="7233" y="44111"/>
                  </a:lnTo>
                  <a:lnTo>
                    <a:pt x="7298" y="44119"/>
                  </a:lnTo>
                  <a:cubicBezTo>
                    <a:pt x="7363" y="44119"/>
                    <a:pt x="7379" y="43924"/>
                    <a:pt x="7330" y="43527"/>
                  </a:cubicBezTo>
                  <a:cubicBezTo>
                    <a:pt x="7338" y="43332"/>
                    <a:pt x="7217" y="43130"/>
                    <a:pt x="7144" y="43121"/>
                  </a:cubicBezTo>
                  <a:cubicBezTo>
                    <a:pt x="7079" y="43121"/>
                    <a:pt x="7087" y="42919"/>
                    <a:pt x="7087" y="42919"/>
                  </a:cubicBezTo>
                  <a:cubicBezTo>
                    <a:pt x="7100" y="42757"/>
                    <a:pt x="7103" y="42730"/>
                    <a:pt x="7140" y="42730"/>
                  </a:cubicBezTo>
                  <a:cubicBezTo>
                    <a:pt x="7148" y="42730"/>
                    <a:pt x="7157" y="42731"/>
                    <a:pt x="7168" y="42732"/>
                  </a:cubicBezTo>
                  <a:cubicBezTo>
                    <a:pt x="7169" y="42732"/>
                    <a:pt x="7171" y="42732"/>
                    <a:pt x="7172" y="42732"/>
                  </a:cubicBezTo>
                  <a:cubicBezTo>
                    <a:pt x="7306" y="42732"/>
                    <a:pt x="7321" y="42349"/>
                    <a:pt x="7200" y="42140"/>
                  </a:cubicBezTo>
                  <a:lnTo>
                    <a:pt x="7200" y="42140"/>
                  </a:lnTo>
                  <a:lnTo>
                    <a:pt x="7265" y="42149"/>
                  </a:lnTo>
                  <a:cubicBezTo>
                    <a:pt x="7266" y="42149"/>
                    <a:pt x="7268" y="42149"/>
                    <a:pt x="7269" y="42149"/>
                  </a:cubicBezTo>
                  <a:cubicBezTo>
                    <a:pt x="7333" y="42149"/>
                    <a:pt x="7411" y="41943"/>
                    <a:pt x="7387" y="40981"/>
                  </a:cubicBezTo>
                  <a:cubicBezTo>
                    <a:pt x="7427" y="40195"/>
                    <a:pt x="7452" y="39611"/>
                    <a:pt x="7525" y="39611"/>
                  </a:cubicBezTo>
                  <a:cubicBezTo>
                    <a:pt x="7525" y="39611"/>
                    <a:pt x="7525" y="39611"/>
                    <a:pt x="7526" y="39611"/>
                  </a:cubicBezTo>
                  <a:cubicBezTo>
                    <a:pt x="7589" y="39611"/>
                    <a:pt x="7492" y="38822"/>
                    <a:pt x="7371" y="38427"/>
                  </a:cubicBezTo>
                  <a:cubicBezTo>
                    <a:pt x="7444" y="38427"/>
                    <a:pt x="7452" y="38233"/>
                    <a:pt x="7468" y="37843"/>
                  </a:cubicBezTo>
                  <a:cubicBezTo>
                    <a:pt x="7490" y="37314"/>
                    <a:pt x="7492" y="37258"/>
                    <a:pt x="7539" y="37258"/>
                  </a:cubicBezTo>
                  <a:cubicBezTo>
                    <a:pt x="7544" y="37258"/>
                    <a:pt x="7550" y="37259"/>
                    <a:pt x="7557" y="37260"/>
                  </a:cubicBezTo>
                  <a:cubicBezTo>
                    <a:pt x="7611" y="37344"/>
                    <a:pt x="7643" y="37393"/>
                    <a:pt x="7652" y="37393"/>
                  </a:cubicBezTo>
                  <a:cubicBezTo>
                    <a:pt x="7666" y="37393"/>
                    <a:pt x="7636" y="37297"/>
                    <a:pt x="7565" y="37065"/>
                  </a:cubicBezTo>
                  <a:cubicBezTo>
                    <a:pt x="7444" y="36864"/>
                    <a:pt x="7532" y="36287"/>
                    <a:pt x="7660" y="36287"/>
                  </a:cubicBezTo>
                  <a:cubicBezTo>
                    <a:pt x="7661" y="36287"/>
                    <a:pt x="7662" y="36287"/>
                    <a:pt x="7663" y="36287"/>
                  </a:cubicBezTo>
                  <a:cubicBezTo>
                    <a:pt x="7735" y="36287"/>
                    <a:pt x="7744" y="36092"/>
                    <a:pt x="7760" y="35703"/>
                  </a:cubicBezTo>
                  <a:cubicBezTo>
                    <a:pt x="7695" y="35500"/>
                    <a:pt x="7711" y="35111"/>
                    <a:pt x="7727" y="34714"/>
                  </a:cubicBezTo>
                  <a:cubicBezTo>
                    <a:pt x="7744" y="34130"/>
                    <a:pt x="7744" y="34130"/>
                    <a:pt x="7614" y="34122"/>
                  </a:cubicBezTo>
                  <a:cubicBezTo>
                    <a:pt x="7476" y="34114"/>
                    <a:pt x="7484" y="33919"/>
                    <a:pt x="7500" y="33530"/>
                  </a:cubicBezTo>
                  <a:cubicBezTo>
                    <a:pt x="7500" y="33339"/>
                    <a:pt x="7508" y="33141"/>
                    <a:pt x="7570" y="33141"/>
                  </a:cubicBezTo>
                  <a:cubicBezTo>
                    <a:pt x="7571" y="33141"/>
                    <a:pt x="7572" y="33141"/>
                    <a:pt x="7573" y="33141"/>
                  </a:cubicBezTo>
                  <a:cubicBezTo>
                    <a:pt x="7622" y="33011"/>
                    <a:pt x="7646" y="32881"/>
                    <a:pt x="7654" y="32752"/>
                  </a:cubicBezTo>
                  <a:cubicBezTo>
                    <a:pt x="7663" y="32557"/>
                    <a:pt x="7663" y="32363"/>
                    <a:pt x="7735" y="32363"/>
                  </a:cubicBezTo>
                  <a:cubicBezTo>
                    <a:pt x="7792" y="32176"/>
                    <a:pt x="7817" y="31973"/>
                    <a:pt x="7817" y="31779"/>
                  </a:cubicBezTo>
                  <a:cubicBezTo>
                    <a:pt x="7833" y="31394"/>
                    <a:pt x="7841" y="31000"/>
                    <a:pt x="7904" y="31000"/>
                  </a:cubicBezTo>
                  <a:cubicBezTo>
                    <a:pt x="7904" y="31000"/>
                    <a:pt x="7905" y="31000"/>
                    <a:pt x="7906" y="31000"/>
                  </a:cubicBezTo>
                  <a:cubicBezTo>
                    <a:pt x="7914" y="30806"/>
                    <a:pt x="7914" y="30806"/>
                    <a:pt x="7841" y="30798"/>
                  </a:cubicBezTo>
                  <a:cubicBezTo>
                    <a:pt x="7776" y="30798"/>
                    <a:pt x="7711" y="30595"/>
                    <a:pt x="7800" y="29817"/>
                  </a:cubicBezTo>
                  <a:cubicBezTo>
                    <a:pt x="7808" y="29428"/>
                    <a:pt x="7825" y="28836"/>
                    <a:pt x="7752" y="28836"/>
                  </a:cubicBezTo>
                  <a:cubicBezTo>
                    <a:pt x="7752" y="28641"/>
                    <a:pt x="7752" y="28641"/>
                    <a:pt x="7825" y="28641"/>
                  </a:cubicBezTo>
                  <a:cubicBezTo>
                    <a:pt x="7826" y="28641"/>
                    <a:pt x="7827" y="28641"/>
                    <a:pt x="7829" y="28641"/>
                  </a:cubicBezTo>
                  <a:cubicBezTo>
                    <a:pt x="7955" y="28641"/>
                    <a:pt x="7961" y="28248"/>
                    <a:pt x="7833" y="27855"/>
                  </a:cubicBezTo>
                  <a:cubicBezTo>
                    <a:pt x="7768" y="27855"/>
                    <a:pt x="7768" y="27660"/>
                    <a:pt x="7841" y="27465"/>
                  </a:cubicBezTo>
                  <a:cubicBezTo>
                    <a:pt x="7841" y="27336"/>
                    <a:pt x="7817" y="27198"/>
                    <a:pt x="7776" y="27068"/>
                  </a:cubicBezTo>
                  <a:cubicBezTo>
                    <a:pt x="7711" y="26874"/>
                    <a:pt x="7719" y="26874"/>
                    <a:pt x="7784" y="26484"/>
                  </a:cubicBezTo>
                  <a:cubicBezTo>
                    <a:pt x="7849" y="26484"/>
                    <a:pt x="7857" y="26290"/>
                    <a:pt x="7857" y="26095"/>
                  </a:cubicBezTo>
                  <a:cubicBezTo>
                    <a:pt x="7792" y="25698"/>
                    <a:pt x="7800" y="23541"/>
                    <a:pt x="7865" y="23347"/>
                  </a:cubicBezTo>
                  <a:cubicBezTo>
                    <a:pt x="7808" y="23225"/>
                    <a:pt x="7784" y="23095"/>
                    <a:pt x="7792" y="22958"/>
                  </a:cubicBezTo>
                  <a:cubicBezTo>
                    <a:pt x="7930" y="22763"/>
                    <a:pt x="7857" y="22568"/>
                    <a:pt x="7727" y="22568"/>
                  </a:cubicBezTo>
                  <a:lnTo>
                    <a:pt x="7727" y="22763"/>
                  </a:lnTo>
                  <a:lnTo>
                    <a:pt x="7727" y="22958"/>
                  </a:lnTo>
                  <a:cubicBezTo>
                    <a:pt x="7590" y="22958"/>
                    <a:pt x="7590" y="22366"/>
                    <a:pt x="7792" y="22366"/>
                  </a:cubicBezTo>
                  <a:cubicBezTo>
                    <a:pt x="7909" y="22208"/>
                    <a:pt x="7927" y="22178"/>
                    <a:pt x="7846" y="22055"/>
                  </a:cubicBezTo>
                  <a:lnTo>
                    <a:pt x="7846" y="22055"/>
                  </a:lnTo>
                  <a:cubicBezTo>
                    <a:pt x="7898" y="22097"/>
                    <a:pt x="7956" y="22131"/>
                    <a:pt x="8019" y="22155"/>
                  </a:cubicBezTo>
                  <a:cubicBezTo>
                    <a:pt x="8368" y="22358"/>
                    <a:pt x="8676" y="22585"/>
                    <a:pt x="8838" y="22698"/>
                  </a:cubicBezTo>
                  <a:cubicBezTo>
                    <a:pt x="9075" y="22803"/>
                    <a:pt x="9223" y="22885"/>
                    <a:pt x="9264" y="22885"/>
                  </a:cubicBezTo>
                  <a:cubicBezTo>
                    <a:pt x="9287" y="22885"/>
                    <a:pt x="9278" y="22861"/>
                    <a:pt x="9235" y="22804"/>
                  </a:cubicBezTo>
                  <a:cubicBezTo>
                    <a:pt x="9251" y="22785"/>
                    <a:pt x="9287" y="22780"/>
                    <a:pt x="9328" y="22780"/>
                  </a:cubicBezTo>
                  <a:cubicBezTo>
                    <a:pt x="9395" y="22780"/>
                    <a:pt x="9471" y="22795"/>
                    <a:pt x="9471" y="22795"/>
                  </a:cubicBezTo>
                  <a:cubicBezTo>
                    <a:pt x="9703" y="22880"/>
                    <a:pt x="9770" y="22934"/>
                    <a:pt x="9744" y="22934"/>
                  </a:cubicBezTo>
                  <a:cubicBezTo>
                    <a:pt x="9730" y="22934"/>
                    <a:pt x="9689" y="22918"/>
                    <a:pt x="9633" y="22885"/>
                  </a:cubicBezTo>
                  <a:cubicBezTo>
                    <a:pt x="9514" y="22842"/>
                    <a:pt x="9451" y="22824"/>
                    <a:pt x="9425" y="22824"/>
                  </a:cubicBezTo>
                  <a:cubicBezTo>
                    <a:pt x="9371" y="22824"/>
                    <a:pt x="9475" y="22902"/>
                    <a:pt x="9568" y="23006"/>
                  </a:cubicBezTo>
                  <a:cubicBezTo>
                    <a:pt x="9689" y="23168"/>
                    <a:pt x="10038" y="23331"/>
                    <a:pt x="10216" y="23420"/>
                  </a:cubicBezTo>
                  <a:cubicBezTo>
                    <a:pt x="10452" y="23517"/>
                    <a:pt x="10695" y="23614"/>
                    <a:pt x="10938" y="23687"/>
                  </a:cubicBezTo>
                  <a:cubicBezTo>
                    <a:pt x="11312" y="23851"/>
                    <a:pt x="11523" y="23913"/>
                    <a:pt x="11620" y="23913"/>
                  </a:cubicBezTo>
                  <a:cubicBezTo>
                    <a:pt x="11661" y="23913"/>
                    <a:pt x="11682" y="23901"/>
                    <a:pt x="11684" y="23882"/>
                  </a:cubicBezTo>
                  <a:cubicBezTo>
                    <a:pt x="11698" y="23806"/>
                    <a:pt x="11704" y="23774"/>
                    <a:pt x="11705" y="23774"/>
                  </a:cubicBezTo>
                  <a:lnTo>
                    <a:pt x="11705" y="23774"/>
                  </a:lnTo>
                  <a:cubicBezTo>
                    <a:pt x="11705" y="23774"/>
                    <a:pt x="11704" y="23790"/>
                    <a:pt x="11700" y="23817"/>
                  </a:cubicBezTo>
                  <a:cubicBezTo>
                    <a:pt x="11773" y="23898"/>
                    <a:pt x="12349" y="24036"/>
                    <a:pt x="12933" y="24044"/>
                  </a:cubicBezTo>
                  <a:cubicBezTo>
                    <a:pt x="13516" y="24036"/>
                    <a:pt x="14091" y="23923"/>
                    <a:pt x="14173" y="23833"/>
                  </a:cubicBezTo>
                  <a:lnTo>
                    <a:pt x="14173" y="23833"/>
                  </a:lnTo>
                  <a:cubicBezTo>
                    <a:pt x="14175" y="23852"/>
                    <a:pt x="14178" y="23879"/>
                    <a:pt x="14181" y="23906"/>
                  </a:cubicBezTo>
                  <a:cubicBezTo>
                    <a:pt x="14184" y="23927"/>
                    <a:pt x="14212" y="23937"/>
                    <a:pt x="14264" y="23937"/>
                  </a:cubicBezTo>
                  <a:cubicBezTo>
                    <a:pt x="14355" y="23937"/>
                    <a:pt x="14522" y="23906"/>
                    <a:pt x="14765" y="23849"/>
                  </a:cubicBezTo>
                  <a:cubicBezTo>
                    <a:pt x="15268" y="23695"/>
                    <a:pt x="15746" y="23509"/>
                    <a:pt x="16216" y="23282"/>
                  </a:cubicBezTo>
                  <a:cubicBezTo>
                    <a:pt x="16603" y="23115"/>
                    <a:pt x="16924" y="22943"/>
                    <a:pt x="17131" y="22811"/>
                  </a:cubicBezTo>
                  <a:lnTo>
                    <a:pt x="17131" y="22811"/>
                  </a:lnTo>
                  <a:cubicBezTo>
                    <a:pt x="17148" y="22862"/>
                    <a:pt x="17175" y="22918"/>
                    <a:pt x="17213" y="22974"/>
                  </a:cubicBezTo>
                  <a:lnTo>
                    <a:pt x="17278" y="23371"/>
                  </a:lnTo>
                  <a:cubicBezTo>
                    <a:pt x="17140" y="23558"/>
                    <a:pt x="17270" y="23955"/>
                    <a:pt x="17335" y="24158"/>
                  </a:cubicBezTo>
                  <a:cubicBezTo>
                    <a:pt x="17197" y="24328"/>
                    <a:pt x="17197" y="24571"/>
                    <a:pt x="17335" y="24741"/>
                  </a:cubicBezTo>
                  <a:cubicBezTo>
                    <a:pt x="17400" y="24741"/>
                    <a:pt x="17400" y="24936"/>
                    <a:pt x="17335" y="25130"/>
                  </a:cubicBezTo>
                  <a:cubicBezTo>
                    <a:pt x="17262" y="25325"/>
                    <a:pt x="17262" y="25520"/>
                    <a:pt x="17262" y="25917"/>
                  </a:cubicBezTo>
                  <a:cubicBezTo>
                    <a:pt x="17335" y="26111"/>
                    <a:pt x="17327" y="27482"/>
                    <a:pt x="17343" y="29055"/>
                  </a:cubicBezTo>
                  <a:cubicBezTo>
                    <a:pt x="17351" y="30814"/>
                    <a:pt x="17376" y="31990"/>
                    <a:pt x="17449" y="31990"/>
                  </a:cubicBezTo>
                  <a:cubicBezTo>
                    <a:pt x="17457" y="32119"/>
                    <a:pt x="17440" y="32257"/>
                    <a:pt x="17384" y="32379"/>
                  </a:cubicBezTo>
                  <a:cubicBezTo>
                    <a:pt x="17319" y="32379"/>
                    <a:pt x="17319" y="32573"/>
                    <a:pt x="17457" y="32776"/>
                  </a:cubicBezTo>
                  <a:cubicBezTo>
                    <a:pt x="17530" y="32971"/>
                    <a:pt x="17595" y="32971"/>
                    <a:pt x="17465" y="32971"/>
                  </a:cubicBezTo>
                  <a:cubicBezTo>
                    <a:pt x="17392" y="32971"/>
                    <a:pt x="17400" y="33360"/>
                    <a:pt x="17416" y="34146"/>
                  </a:cubicBezTo>
                  <a:cubicBezTo>
                    <a:pt x="17432" y="34730"/>
                    <a:pt x="17449" y="35516"/>
                    <a:pt x="17513" y="35516"/>
                  </a:cubicBezTo>
                  <a:cubicBezTo>
                    <a:pt x="17561" y="35744"/>
                    <a:pt x="17581" y="35839"/>
                    <a:pt x="17574" y="35839"/>
                  </a:cubicBezTo>
                  <a:cubicBezTo>
                    <a:pt x="17569" y="35839"/>
                    <a:pt x="17552" y="35792"/>
                    <a:pt x="17522" y="35711"/>
                  </a:cubicBezTo>
                  <a:cubicBezTo>
                    <a:pt x="17509" y="35694"/>
                    <a:pt x="17498" y="35686"/>
                    <a:pt x="17487" y="35686"/>
                  </a:cubicBezTo>
                  <a:cubicBezTo>
                    <a:pt x="17377" y="35686"/>
                    <a:pt x="17349" y="36549"/>
                    <a:pt x="17489" y="37081"/>
                  </a:cubicBezTo>
                  <a:cubicBezTo>
                    <a:pt x="17497" y="37276"/>
                    <a:pt x="17505" y="37470"/>
                    <a:pt x="17440" y="37470"/>
                  </a:cubicBezTo>
                  <a:cubicBezTo>
                    <a:pt x="17449" y="37803"/>
                    <a:pt x="17481" y="38127"/>
                    <a:pt x="17538" y="38451"/>
                  </a:cubicBezTo>
                  <a:cubicBezTo>
                    <a:pt x="17546" y="38646"/>
                    <a:pt x="17570" y="39432"/>
                    <a:pt x="17578" y="39822"/>
                  </a:cubicBezTo>
                  <a:cubicBezTo>
                    <a:pt x="17595" y="40089"/>
                    <a:pt x="17627" y="40349"/>
                    <a:pt x="17684" y="40608"/>
                  </a:cubicBezTo>
                  <a:cubicBezTo>
                    <a:pt x="17687" y="40679"/>
                    <a:pt x="17690" y="40751"/>
                    <a:pt x="17692" y="40803"/>
                  </a:cubicBezTo>
                  <a:lnTo>
                    <a:pt x="17692" y="40803"/>
                  </a:lnTo>
                  <a:cubicBezTo>
                    <a:pt x="17627" y="40803"/>
                    <a:pt x="17659" y="41784"/>
                    <a:pt x="17724" y="43154"/>
                  </a:cubicBezTo>
                  <a:cubicBezTo>
                    <a:pt x="17789" y="44524"/>
                    <a:pt x="17846" y="45692"/>
                    <a:pt x="17789" y="45894"/>
                  </a:cubicBezTo>
                  <a:cubicBezTo>
                    <a:pt x="17797" y="46024"/>
                    <a:pt x="17830" y="46154"/>
                    <a:pt x="17878" y="46284"/>
                  </a:cubicBezTo>
                  <a:cubicBezTo>
                    <a:pt x="18008" y="46446"/>
                    <a:pt x="18049" y="46665"/>
                    <a:pt x="17976" y="46867"/>
                  </a:cubicBezTo>
                  <a:cubicBezTo>
                    <a:pt x="17854" y="47062"/>
                    <a:pt x="17903" y="47848"/>
                    <a:pt x="18049" y="48035"/>
                  </a:cubicBezTo>
                  <a:cubicBezTo>
                    <a:pt x="18113" y="48035"/>
                    <a:pt x="18049" y="48035"/>
                    <a:pt x="17976" y="48043"/>
                  </a:cubicBezTo>
                  <a:cubicBezTo>
                    <a:pt x="17854" y="48246"/>
                    <a:pt x="17959" y="48829"/>
                    <a:pt x="18105" y="49016"/>
                  </a:cubicBezTo>
                  <a:cubicBezTo>
                    <a:pt x="18049" y="49218"/>
                    <a:pt x="17992" y="49413"/>
                    <a:pt x="18073" y="49608"/>
                  </a:cubicBezTo>
                  <a:cubicBezTo>
                    <a:pt x="18089" y="49802"/>
                    <a:pt x="18089" y="49802"/>
                    <a:pt x="17951" y="49810"/>
                  </a:cubicBezTo>
                  <a:cubicBezTo>
                    <a:pt x="17886" y="49810"/>
                    <a:pt x="17822" y="49810"/>
                    <a:pt x="17830" y="50005"/>
                  </a:cubicBezTo>
                  <a:cubicBezTo>
                    <a:pt x="17845" y="50193"/>
                    <a:pt x="17901" y="50200"/>
                    <a:pt x="17961" y="50200"/>
                  </a:cubicBezTo>
                  <a:cubicBezTo>
                    <a:pt x="17966" y="50200"/>
                    <a:pt x="17971" y="50200"/>
                    <a:pt x="17976" y="50200"/>
                  </a:cubicBezTo>
                  <a:lnTo>
                    <a:pt x="18008" y="50589"/>
                  </a:lnTo>
                  <a:cubicBezTo>
                    <a:pt x="18008" y="50589"/>
                    <a:pt x="18016" y="50783"/>
                    <a:pt x="18081" y="50783"/>
                  </a:cubicBezTo>
                  <a:cubicBezTo>
                    <a:pt x="18082" y="50783"/>
                    <a:pt x="18084" y="50783"/>
                    <a:pt x="18085" y="50783"/>
                  </a:cubicBezTo>
                  <a:cubicBezTo>
                    <a:pt x="18154" y="50783"/>
                    <a:pt x="18162" y="50982"/>
                    <a:pt x="18178" y="51172"/>
                  </a:cubicBezTo>
                  <a:cubicBezTo>
                    <a:pt x="18130" y="51172"/>
                    <a:pt x="18149" y="51257"/>
                    <a:pt x="18183" y="51257"/>
                  </a:cubicBezTo>
                  <a:cubicBezTo>
                    <a:pt x="18201" y="51257"/>
                    <a:pt x="18224" y="51234"/>
                    <a:pt x="18243" y="51164"/>
                  </a:cubicBezTo>
                  <a:cubicBezTo>
                    <a:pt x="18248" y="51164"/>
                    <a:pt x="18253" y="51164"/>
                    <a:pt x="18258" y="51164"/>
                  </a:cubicBezTo>
                  <a:cubicBezTo>
                    <a:pt x="18318" y="51164"/>
                    <a:pt x="18382" y="51171"/>
                    <a:pt x="18389" y="51359"/>
                  </a:cubicBezTo>
                  <a:lnTo>
                    <a:pt x="18527" y="51351"/>
                  </a:lnTo>
                  <a:cubicBezTo>
                    <a:pt x="18657" y="51343"/>
                    <a:pt x="18730" y="51343"/>
                    <a:pt x="18770" y="50945"/>
                  </a:cubicBezTo>
                  <a:cubicBezTo>
                    <a:pt x="18786" y="50159"/>
                    <a:pt x="18819" y="49575"/>
                    <a:pt x="18681" y="49575"/>
                  </a:cubicBezTo>
                  <a:cubicBezTo>
                    <a:pt x="18632" y="49454"/>
                    <a:pt x="18600" y="49324"/>
                    <a:pt x="18592" y="49194"/>
                  </a:cubicBezTo>
                  <a:cubicBezTo>
                    <a:pt x="18584" y="49056"/>
                    <a:pt x="18600" y="48927"/>
                    <a:pt x="18632" y="48797"/>
                  </a:cubicBezTo>
                  <a:cubicBezTo>
                    <a:pt x="18697" y="48797"/>
                    <a:pt x="18649" y="48019"/>
                    <a:pt x="18600" y="47038"/>
                  </a:cubicBezTo>
                  <a:cubicBezTo>
                    <a:pt x="18527" y="45870"/>
                    <a:pt x="18494" y="45278"/>
                    <a:pt x="18559" y="45084"/>
                  </a:cubicBezTo>
                  <a:cubicBezTo>
                    <a:pt x="18592" y="44954"/>
                    <a:pt x="18608" y="44824"/>
                    <a:pt x="18608" y="44694"/>
                  </a:cubicBezTo>
                  <a:cubicBezTo>
                    <a:pt x="18535" y="44694"/>
                    <a:pt x="18478" y="43519"/>
                    <a:pt x="18422" y="42157"/>
                  </a:cubicBezTo>
                  <a:cubicBezTo>
                    <a:pt x="18365" y="40786"/>
                    <a:pt x="18308" y="39416"/>
                    <a:pt x="18243" y="39416"/>
                  </a:cubicBezTo>
                  <a:cubicBezTo>
                    <a:pt x="18235" y="39222"/>
                    <a:pt x="18227" y="39027"/>
                    <a:pt x="18227" y="39027"/>
                  </a:cubicBezTo>
                  <a:cubicBezTo>
                    <a:pt x="18292" y="39027"/>
                    <a:pt x="18284" y="38638"/>
                    <a:pt x="18267" y="38249"/>
                  </a:cubicBezTo>
                  <a:cubicBezTo>
                    <a:pt x="18219" y="37989"/>
                    <a:pt x="18186" y="37730"/>
                    <a:pt x="18178" y="37462"/>
                  </a:cubicBezTo>
                  <a:cubicBezTo>
                    <a:pt x="18243" y="37462"/>
                    <a:pt x="18235" y="37268"/>
                    <a:pt x="18227" y="36879"/>
                  </a:cubicBezTo>
                  <a:cubicBezTo>
                    <a:pt x="18211" y="36489"/>
                    <a:pt x="18211" y="36295"/>
                    <a:pt x="18146" y="36295"/>
                  </a:cubicBezTo>
                  <a:cubicBezTo>
                    <a:pt x="18138" y="36100"/>
                    <a:pt x="18105" y="34730"/>
                    <a:pt x="18154" y="34146"/>
                  </a:cubicBezTo>
                  <a:cubicBezTo>
                    <a:pt x="18219" y="33944"/>
                    <a:pt x="18146" y="33749"/>
                    <a:pt x="18073" y="33554"/>
                  </a:cubicBezTo>
                  <a:cubicBezTo>
                    <a:pt x="18008" y="33554"/>
                    <a:pt x="17935" y="33360"/>
                    <a:pt x="17935" y="33165"/>
                  </a:cubicBezTo>
                  <a:lnTo>
                    <a:pt x="18073" y="33165"/>
                  </a:lnTo>
                  <a:cubicBezTo>
                    <a:pt x="18100" y="33246"/>
                    <a:pt x="18115" y="33293"/>
                    <a:pt x="18125" y="33293"/>
                  </a:cubicBezTo>
                  <a:cubicBezTo>
                    <a:pt x="18138" y="33293"/>
                    <a:pt x="18138" y="33199"/>
                    <a:pt x="18138" y="32971"/>
                  </a:cubicBezTo>
                  <a:lnTo>
                    <a:pt x="18130" y="32581"/>
                  </a:lnTo>
                  <a:cubicBezTo>
                    <a:pt x="18065" y="32581"/>
                    <a:pt x="18040" y="31600"/>
                    <a:pt x="18024" y="30230"/>
                  </a:cubicBezTo>
                  <a:cubicBezTo>
                    <a:pt x="18016" y="28471"/>
                    <a:pt x="18008" y="27887"/>
                    <a:pt x="17943" y="27887"/>
                  </a:cubicBezTo>
                  <a:cubicBezTo>
                    <a:pt x="17870" y="27887"/>
                    <a:pt x="17870" y="27692"/>
                    <a:pt x="17935" y="27101"/>
                  </a:cubicBezTo>
                  <a:cubicBezTo>
                    <a:pt x="18138" y="25933"/>
                    <a:pt x="18138" y="25933"/>
                    <a:pt x="18073" y="25739"/>
                  </a:cubicBezTo>
                  <a:lnTo>
                    <a:pt x="18073" y="25739"/>
                  </a:lnTo>
                  <a:cubicBezTo>
                    <a:pt x="18073" y="25933"/>
                    <a:pt x="18008" y="25933"/>
                    <a:pt x="17935" y="25933"/>
                  </a:cubicBezTo>
                  <a:cubicBezTo>
                    <a:pt x="17805" y="25925"/>
                    <a:pt x="17805" y="25730"/>
                    <a:pt x="17935" y="25536"/>
                  </a:cubicBezTo>
                  <a:cubicBezTo>
                    <a:pt x="17935" y="25536"/>
                    <a:pt x="17935" y="25536"/>
                    <a:pt x="17936" y="25536"/>
                  </a:cubicBezTo>
                  <a:cubicBezTo>
                    <a:pt x="18065" y="25536"/>
                    <a:pt x="18024" y="22609"/>
                    <a:pt x="17886" y="22406"/>
                  </a:cubicBezTo>
                  <a:lnTo>
                    <a:pt x="17959" y="22406"/>
                  </a:lnTo>
                  <a:cubicBezTo>
                    <a:pt x="17961" y="22406"/>
                    <a:pt x="17962" y="22406"/>
                    <a:pt x="17963" y="22406"/>
                  </a:cubicBezTo>
                  <a:cubicBezTo>
                    <a:pt x="18000" y="22406"/>
                    <a:pt x="18015" y="22334"/>
                    <a:pt x="18022" y="22109"/>
                  </a:cubicBezTo>
                  <a:lnTo>
                    <a:pt x="18022" y="22109"/>
                  </a:lnTo>
                  <a:cubicBezTo>
                    <a:pt x="18098" y="22059"/>
                    <a:pt x="18201" y="22000"/>
                    <a:pt x="18332" y="21928"/>
                  </a:cubicBezTo>
                  <a:cubicBezTo>
                    <a:pt x="18786" y="21668"/>
                    <a:pt x="19176" y="21312"/>
                    <a:pt x="19476" y="20890"/>
                  </a:cubicBezTo>
                  <a:cubicBezTo>
                    <a:pt x="19590" y="20762"/>
                    <a:pt x="19704" y="20640"/>
                    <a:pt x="19763" y="20640"/>
                  </a:cubicBezTo>
                  <a:cubicBezTo>
                    <a:pt x="19771" y="20640"/>
                    <a:pt x="19778" y="20642"/>
                    <a:pt x="19784" y="20647"/>
                  </a:cubicBezTo>
                  <a:cubicBezTo>
                    <a:pt x="20075" y="20477"/>
                    <a:pt x="20286" y="20209"/>
                    <a:pt x="20392" y="19885"/>
                  </a:cubicBezTo>
                  <a:cubicBezTo>
                    <a:pt x="20472" y="19783"/>
                    <a:pt x="20499" y="19748"/>
                    <a:pt x="20523" y="19748"/>
                  </a:cubicBezTo>
                  <a:cubicBezTo>
                    <a:pt x="20535" y="19748"/>
                    <a:pt x="20545" y="19757"/>
                    <a:pt x="20562" y="19771"/>
                  </a:cubicBezTo>
                  <a:cubicBezTo>
                    <a:pt x="20732" y="19658"/>
                    <a:pt x="20789" y="19690"/>
                    <a:pt x="20789" y="19447"/>
                  </a:cubicBezTo>
                  <a:cubicBezTo>
                    <a:pt x="20984" y="19042"/>
                    <a:pt x="21227" y="18644"/>
                    <a:pt x="21502" y="18279"/>
                  </a:cubicBezTo>
                  <a:cubicBezTo>
                    <a:pt x="21600" y="18109"/>
                    <a:pt x="21689" y="17939"/>
                    <a:pt x="21624" y="17906"/>
                  </a:cubicBezTo>
                  <a:cubicBezTo>
                    <a:pt x="21603" y="17895"/>
                    <a:pt x="21583" y="17883"/>
                    <a:pt x="21567" y="17874"/>
                  </a:cubicBezTo>
                  <a:lnTo>
                    <a:pt x="21567" y="17874"/>
                  </a:lnTo>
                  <a:cubicBezTo>
                    <a:pt x="21778" y="17761"/>
                    <a:pt x="21778" y="17761"/>
                    <a:pt x="21746" y="17525"/>
                  </a:cubicBezTo>
                  <a:cubicBezTo>
                    <a:pt x="21694" y="17496"/>
                    <a:pt x="21758" y="17343"/>
                    <a:pt x="21812" y="17343"/>
                  </a:cubicBezTo>
                  <a:cubicBezTo>
                    <a:pt x="21817" y="17343"/>
                    <a:pt x="21822" y="17344"/>
                    <a:pt x="21827" y="17347"/>
                  </a:cubicBezTo>
                  <a:cubicBezTo>
                    <a:pt x="21916" y="17250"/>
                    <a:pt x="21997" y="17144"/>
                    <a:pt x="22054" y="17023"/>
                  </a:cubicBezTo>
                  <a:cubicBezTo>
                    <a:pt x="22135" y="16844"/>
                    <a:pt x="22467" y="15928"/>
                    <a:pt x="22775" y="15004"/>
                  </a:cubicBezTo>
                  <a:cubicBezTo>
                    <a:pt x="23270" y="13520"/>
                    <a:pt x="23392" y="12945"/>
                    <a:pt x="23335" y="12928"/>
                  </a:cubicBezTo>
                  <a:cubicBezTo>
                    <a:pt x="23319" y="12718"/>
                    <a:pt x="23319" y="12718"/>
                    <a:pt x="23432" y="12547"/>
                  </a:cubicBezTo>
                  <a:cubicBezTo>
                    <a:pt x="23538" y="12377"/>
                    <a:pt x="23602" y="12191"/>
                    <a:pt x="23643" y="11996"/>
                  </a:cubicBezTo>
                  <a:cubicBezTo>
                    <a:pt x="23690" y="11817"/>
                    <a:pt x="23736" y="11638"/>
                    <a:pt x="23790" y="11638"/>
                  </a:cubicBezTo>
                  <a:cubicBezTo>
                    <a:pt x="23792" y="11638"/>
                    <a:pt x="23795" y="11639"/>
                    <a:pt x="23797" y="11639"/>
                  </a:cubicBezTo>
                  <a:cubicBezTo>
                    <a:pt x="23773" y="11501"/>
                    <a:pt x="23781" y="11372"/>
                    <a:pt x="23829" y="11242"/>
                  </a:cubicBezTo>
                  <a:cubicBezTo>
                    <a:pt x="23832" y="11243"/>
                    <a:pt x="23834" y="11243"/>
                    <a:pt x="23837" y="11243"/>
                  </a:cubicBezTo>
                  <a:cubicBezTo>
                    <a:pt x="23897" y="11243"/>
                    <a:pt x="23934" y="11056"/>
                    <a:pt x="23910" y="10861"/>
                  </a:cubicBezTo>
                  <a:cubicBezTo>
                    <a:pt x="23846" y="10696"/>
                    <a:pt x="23828" y="10651"/>
                    <a:pt x="23873" y="10651"/>
                  </a:cubicBezTo>
                  <a:cubicBezTo>
                    <a:pt x="23890" y="10651"/>
                    <a:pt x="23915" y="10657"/>
                    <a:pt x="23951" y="10666"/>
                  </a:cubicBezTo>
                  <a:cubicBezTo>
                    <a:pt x="23952" y="10666"/>
                    <a:pt x="23953" y="10667"/>
                    <a:pt x="23954" y="10667"/>
                  </a:cubicBezTo>
                  <a:cubicBezTo>
                    <a:pt x="24019" y="10667"/>
                    <a:pt x="24155" y="10266"/>
                    <a:pt x="24125" y="10266"/>
                  </a:cubicBezTo>
                  <a:cubicBezTo>
                    <a:pt x="24121" y="10266"/>
                    <a:pt x="24111" y="10277"/>
                    <a:pt x="24097" y="10301"/>
                  </a:cubicBezTo>
                  <a:cubicBezTo>
                    <a:pt x="24032" y="10285"/>
                    <a:pt x="24113" y="9904"/>
                    <a:pt x="24081" y="9693"/>
                  </a:cubicBezTo>
                  <a:cubicBezTo>
                    <a:pt x="24112" y="9514"/>
                    <a:pt x="24151" y="9328"/>
                    <a:pt x="24211" y="9328"/>
                  </a:cubicBezTo>
                  <a:cubicBezTo>
                    <a:pt x="24213" y="9328"/>
                    <a:pt x="24216" y="9328"/>
                    <a:pt x="24219" y="9328"/>
                  </a:cubicBezTo>
                  <a:cubicBezTo>
                    <a:pt x="24316" y="9150"/>
                    <a:pt x="24389" y="8169"/>
                    <a:pt x="24332" y="7966"/>
                  </a:cubicBezTo>
                  <a:cubicBezTo>
                    <a:pt x="24261" y="7958"/>
                    <a:pt x="24282" y="7772"/>
                    <a:pt x="24344" y="7772"/>
                  </a:cubicBezTo>
                  <a:cubicBezTo>
                    <a:pt x="24346" y="7772"/>
                    <a:pt x="24347" y="7772"/>
                    <a:pt x="24348" y="7772"/>
                  </a:cubicBezTo>
                  <a:cubicBezTo>
                    <a:pt x="24350" y="7772"/>
                    <a:pt x="24351" y="7772"/>
                    <a:pt x="24353" y="7772"/>
                  </a:cubicBezTo>
                  <a:cubicBezTo>
                    <a:pt x="24422" y="7772"/>
                    <a:pt x="24438" y="7581"/>
                    <a:pt x="24446" y="7391"/>
                  </a:cubicBezTo>
                  <a:cubicBezTo>
                    <a:pt x="24398" y="7229"/>
                    <a:pt x="24435" y="7202"/>
                    <a:pt x="24491" y="7202"/>
                  </a:cubicBezTo>
                  <a:cubicBezTo>
                    <a:pt x="24502" y="7202"/>
                    <a:pt x="24514" y="7203"/>
                    <a:pt x="24527" y="7204"/>
                  </a:cubicBezTo>
                  <a:cubicBezTo>
                    <a:pt x="24540" y="7259"/>
                    <a:pt x="24551" y="7284"/>
                    <a:pt x="24561" y="7284"/>
                  </a:cubicBezTo>
                  <a:cubicBezTo>
                    <a:pt x="24587" y="7284"/>
                    <a:pt x="24602" y="7099"/>
                    <a:pt x="24608" y="6815"/>
                  </a:cubicBezTo>
                  <a:cubicBezTo>
                    <a:pt x="24551" y="6612"/>
                    <a:pt x="24543" y="5834"/>
                    <a:pt x="24486" y="5250"/>
                  </a:cubicBezTo>
                  <a:cubicBezTo>
                    <a:pt x="24373" y="4277"/>
                    <a:pt x="24227" y="4107"/>
                    <a:pt x="24008" y="3767"/>
                  </a:cubicBezTo>
                  <a:lnTo>
                    <a:pt x="23821" y="3621"/>
                  </a:lnTo>
                  <a:lnTo>
                    <a:pt x="23951" y="3580"/>
                  </a:lnTo>
                  <a:cubicBezTo>
                    <a:pt x="24016" y="3564"/>
                    <a:pt x="24089" y="3345"/>
                    <a:pt x="24089" y="3345"/>
                  </a:cubicBezTo>
                  <a:cubicBezTo>
                    <a:pt x="24050" y="3217"/>
                    <a:pt x="24007" y="3185"/>
                    <a:pt x="23963" y="3185"/>
                  </a:cubicBezTo>
                  <a:cubicBezTo>
                    <a:pt x="23943" y="3185"/>
                    <a:pt x="23923" y="3191"/>
                    <a:pt x="23902" y="3199"/>
                  </a:cubicBezTo>
                  <a:cubicBezTo>
                    <a:pt x="23900" y="3200"/>
                    <a:pt x="23897" y="3200"/>
                    <a:pt x="23894" y="3200"/>
                  </a:cubicBezTo>
                  <a:cubicBezTo>
                    <a:pt x="23832" y="3200"/>
                    <a:pt x="23769" y="3021"/>
                    <a:pt x="23692" y="2664"/>
                  </a:cubicBezTo>
                  <a:cubicBezTo>
                    <a:pt x="23602" y="2291"/>
                    <a:pt x="23497" y="2121"/>
                    <a:pt x="23335" y="1991"/>
                  </a:cubicBezTo>
                  <a:cubicBezTo>
                    <a:pt x="23221" y="1837"/>
                    <a:pt x="23132" y="1667"/>
                    <a:pt x="23059" y="1488"/>
                  </a:cubicBezTo>
                  <a:cubicBezTo>
                    <a:pt x="22982" y="1396"/>
                    <a:pt x="22951" y="1362"/>
                    <a:pt x="22925" y="1362"/>
                  </a:cubicBezTo>
                  <a:cubicBezTo>
                    <a:pt x="22911" y="1362"/>
                    <a:pt x="22899" y="1373"/>
                    <a:pt x="22881" y="1391"/>
                  </a:cubicBezTo>
                  <a:cubicBezTo>
                    <a:pt x="22874" y="1396"/>
                    <a:pt x="22867" y="1398"/>
                    <a:pt x="22859" y="1398"/>
                  </a:cubicBezTo>
                  <a:cubicBezTo>
                    <a:pt x="22798" y="1398"/>
                    <a:pt x="22700" y="1266"/>
                    <a:pt x="22621" y="1115"/>
                  </a:cubicBezTo>
                  <a:cubicBezTo>
                    <a:pt x="22591" y="890"/>
                    <a:pt x="22184" y="566"/>
                    <a:pt x="22093" y="566"/>
                  </a:cubicBezTo>
                  <a:cubicBezTo>
                    <a:pt x="22086" y="566"/>
                    <a:pt x="22081" y="568"/>
                    <a:pt x="22078" y="572"/>
                  </a:cubicBezTo>
                  <a:cubicBezTo>
                    <a:pt x="22070" y="583"/>
                    <a:pt x="22059" y="587"/>
                    <a:pt x="22044" y="587"/>
                  </a:cubicBezTo>
                  <a:cubicBezTo>
                    <a:pt x="21979" y="587"/>
                    <a:pt x="21853" y="500"/>
                    <a:pt x="21721" y="434"/>
                  </a:cubicBezTo>
                  <a:cubicBezTo>
                    <a:pt x="21559" y="329"/>
                    <a:pt x="21373" y="272"/>
                    <a:pt x="21186" y="264"/>
                  </a:cubicBezTo>
                  <a:cubicBezTo>
                    <a:pt x="21073" y="224"/>
                    <a:pt x="20959" y="191"/>
                    <a:pt x="20838" y="175"/>
                  </a:cubicBezTo>
                  <a:cubicBezTo>
                    <a:pt x="20713" y="152"/>
                    <a:pt x="20767" y="125"/>
                    <a:pt x="20875" y="125"/>
                  </a:cubicBezTo>
                  <a:cubicBezTo>
                    <a:pt x="20921" y="125"/>
                    <a:pt x="20976" y="130"/>
                    <a:pt x="21032" y="142"/>
                  </a:cubicBezTo>
                  <a:cubicBezTo>
                    <a:pt x="21032" y="142"/>
                    <a:pt x="21032" y="142"/>
                    <a:pt x="20862" y="37"/>
                  </a:cubicBezTo>
                  <a:cubicBezTo>
                    <a:pt x="20719" y="12"/>
                    <a:pt x="20602" y="0"/>
                    <a:pt x="205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2"/>
            <p:cNvSpPr/>
            <p:nvPr/>
          </p:nvSpPr>
          <p:spPr>
            <a:xfrm>
              <a:off x="6039679" y="1397677"/>
              <a:ext cx="139641" cy="497785"/>
            </a:xfrm>
            <a:custGeom>
              <a:avLst/>
              <a:gdLst/>
              <a:ahLst/>
              <a:cxnLst/>
              <a:rect l="l" t="t" r="r" b="b"/>
              <a:pathLst>
                <a:path w="8101" h="28878" extrusionOk="0">
                  <a:moveTo>
                    <a:pt x="788" y="515"/>
                  </a:moveTo>
                  <a:cubicBezTo>
                    <a:pt x="806" y="515"/>
                    <a:pt x="821" y="530"/>
                    <a:pt x="836" y="545"/>
                  </a:cubicBezTo>
                  <a:cubicBezTo>
                    <a:pt x="860" y="577"/>
                    <a:pt x="860" y="577"/>
                    <a:pt x="820" y="618"/>
                  </a:cubicBezTo>
                  <a:cubicBezTo>
                    <a:pt x="820" y="618"/>
                    <a:pt x="808" y="619"/>
                    <a:pt x="793" y="619"/>
                  </a:cubicBezTo>
                  <a:cubicBezTo>
                    <a:pt x="769" y="619"/>
                    <a:pt x="737" y="616"/>
                    <a:pt x="723" y="602"/>
                  </a:cubicBezTo>
                  <a:lnTo>
                    <a:pt x="747" y="537"/>
                  </a:lnTo>
                  <a:cubicBezTo>
                    <a:pt x="763" y="521"/>
                    <a:pt x="776" y="515"/>
                    <a:pt x="788" y="515"/>
                  </a:cubicBezTo>
                  <a:close/>
                  <a:moveTo>
                    <a:pt x="1379" y="699"/>
                  </a:moveTo>
                  <a:lnTo>
                    <a:pt x="1363" y="772"/>
                  </a:lnTo>
                  <a:lnTo>
                    <a:pt x="1387" y="796"/>
                  </a:lnTo>
                  <a:cubicBezTo>
                    <a:pt x="1428" y="756"/>
                    <a:pt x="1428" y="756"/>
                    <a:pt x="1404" y="731"/>
                  </a:cubicBezTo>
                  <a:lnTo>
                    <a:pt x="1379" y="699"/>
                  </a:lnTo>
                  <a:close/>
                  <a:moveTo>
                    <a:pt x="1068" y="808"/>
                  </a:moveTo>
                  <a:cubicBezTo>
                    <a:pt x="1080" y="808"/>
                    <a:pt x="1092" y="821"/>
                    <a:pt x="1112" y="845"/>
                  </a:cubicBezTo>
                  <a:cubicBezTo>
                    <a:pt x="1136" y="877"/>
                    <a:pt x="1160" y="902"/>
                    <a:pt x="1112" y="942"/>
                  </a:cubicBezTo>
                  <a:lnTo>
                    <a:pt x="1087" y="918"/>
                  </a:lnTo>
                  <a:cubicBezTo>
                    <a:pt x="1106" y="902"/>
                    <a:pt x="1107" y="893"/>
                    <a:pt x="1099" y="893"/>
                  </a:cubicBezTo>
                  <a:cubicBezTo>
                    <a:pt x="1088" y="893"/>
                    <a:pt x="1057" y="914"/>
                    <a:pt x="1047" y="958"/>
                  </a:cubicBezTo>
                  <a:lnTo>
                    <a:pt x="958" y="1031"/>
                  </a:lnTo>
                  <a:cubicBezTo>
                    <a:pt x="933" y="1007"/>
                    <a:pt x="950" y="942"/>
                    <a:pt x="998" y="902"/>
                  </a:cubicBezTo>
                  <a:cubicBezTo>
                    <a:pt x="1036" y="835"/>
                    <a:pt x="1052" y="808"/>
                    <a:pt x="1068" y="808"/>
                  </a:cubicBezTo>
                  <a:close/>
                  <a:moveTo>
                    <a:pt x="114" y="1080"/>
                  </a:moveTo>
                  <a:cubicBezTo>
                    <a:pt x="66" y="1096"/>
                    <a:pt x="33" y="1112"/>
                    <a:pt x="1" y="1137"/>
                  </a:cubicBezTo>
                  <a:lnTo>
                    <a:pt x="25" y="1169"/>
                  </a:lnTo>
                  <a:cubicBezTo>
                    <a:pt x="30" y="1174"/>
                    <a:pt x="36" y="1176"/>
                    <a:pt x="43" y="1176"/>
                  </a:cubicBezTo>
                  <a:cubicBezTo>
                    <a:pt x="67" y="1176"/>
                    <a:pt x="100" y="1144"/>
                    <a:pt x="139" y="1112"/>
                  </a:cubicBezTo>
                  <a:lnTo>
                    <a:pt x="114" y="1080"/>
                  </a:lnTo>
                  <a:close/>
                  <a:moveTo>
                    <a:pt x="2217" y="2568"/>
                  </a:moveTo>
                  <a:cubicBezTo>
                    <a:pt x="2249" y="2568"/>
                    <a:pt x="2283" y="2581"/>
                    <a:pt x="2312" y="2604"/>
                  </a:cubicBezTo>
                  <a:cubicBezTo>
                    <a:pt x="2324" y="2623"/>
                    <a:pt x="2302" y="2652"/>
                    <a:pt x="2245" y="2652"/>
                  </a:cubicBezTo>
                  <a:cubicBezTo>
                    <a:pt x="2230" y="2652"/>
                    <a:pt x="2211" y="2650"/>
                    <a:pt x="2190" y="2645"/>
                  </a:cubicBezTo>
                  <a:cubicBezTo>
                    <a:pt x="2174" y="2612"/>
                    <a:pt x="2149" y="2588"/>
                    <a:pt x="2149" y="2588"/>
                  </a:cubicBezTo>
                  <a:cubicBezTo>
                    <a:pt x="2170" y="2574"/>
                    <a:pt x="2193" y="2568"/>
                    <a:pt x="2217" y="2568"/>
                  </a:cubicBezTo>
                  <a:close/>
                  <a:moveTo>
                    <a:pt x="2297" y="2770"/>
                  </a:moveTo>
                  <a:cubicBezTo>
                    <a:pt x="2276" y="2770"/>
                    <a:pt x="2251" y="2782"/>
                    <a:pt x="2231" y="2799"/>
                  </a:cubicBezTo>
                  <a:cubicBezTo>
                    <a:pt x="2182" y="2831"/>
                    <a:pt x="2206" y="2864"/>
                    <a:pt x="2247" y="2920"/>
                  </a:cubicBezTo>
                  <a:cubicBezTo>
                    <a:pt x="2271" y="2945"/>
                    <a:pt x="2336" y="2945"/>
                    <a:pt x="2336" y="2945"/>
                  </a:cubicBezTo>
                  <a:cubicBezTo>
                    <a:pt x="2385" y="2904"/>
                    <a:pt x="2368" y="2880"/>
                    <a:pt x="2344" y="2847"/>
                  </a:cubicBezTo>
                  <a:cubicBezTo>
                    <a:pt x="2349" y="2791"/>
                    <a:pt x="2326" y="2770"/>
                    <a:pt x="2297" y="2770"/>
                  </a:cubicBezTo>
                  <a:close/>
                  <a:moveTo>
                    <a:pt x="3506" y="3823"/>
                  </a:moveTo>
                  <a:cubicBezTo>
                    <a:pt x="3530" y="3823"/>
                    <a:pt x="3543" y="3846"/>
                    <a:pt x="3560" y="3869"/>
                  </a:cubicBezTo>
                  <a:lnTo>
                    <a:pt x="3503" y="3901"/>
                  </a:lnTo>
                  <a:lnTo>
                    <a:pt x="3439" y="3901"/>
                  </a:lnTo>
                  <a:lnTo>
                    <a:pt x="3471" y="3837"/>
                  </a:lnTo>
                  <a:cubicBezTo>
                    <a:pt x="3485" y="3827"/>
                    <a:pt x="3497" y="3823"/>
                    <a:pt x="3506" y="3823"/>
                  </a:cubicBezTo>
                  <a:close/>
                  <a:moveTo>
                    <a:pt x="3556" y="4067"/>
                  </a:moveTo>
                  <a:cubicBezTo>
                    <a:pt x="3584" y="4067"/>
                    <a:pt x="3560" y="4082"/>
                    <a:pt x="3503" y="4120"/>
                  </a:cubicBezTo>
                  <a:cubicBezTo>
                    <a:pt x="3467" y="4152"/>
                    <a:pt x="3427" y="4166"/>
                    <a:pt x="3386" y="4166"/>
                  </a:cubicBezTo>
                  <a:cubicBezTo>
                    <a:pt x="3364" y="4166"/>
                    <a:pt x="3340" y="4161"/>
                    <a:pt x="3317" y="4153"/>
                  </a:cubicBezTo>
                  <a:cubicBezTo>
                    <a:pt x="3293" y="4128"/>
                    <a:pt x="3276" y="4096"/>
                    <a:pt x="3276" y="4096"/>
                  </a:cubicBezTo>
                  <a:lnTo>
                    <a:pt x="3414" y="4088"/>
                  </a:lnTo>
                  <a:cubicBezTo>
                    <a:pt x="3492" y="4074"/>
                    <a:pt x="3537" y="4067"/>
                    <a:pt x="3556" y="4067"/>
                  </a:cubicBezTo>
                  <a:close/>
                  <a:moveTo>
                    <a:pt x="4112" y="4647"/>
                  </a:moveTo>
                  <a:lnTo>
                    <a:pt x="4112" y="4647"/>
                  </a:lnTo>
                  <a:cubicBezTo>
                    <a:pt x="4201" y="4680"/>
                    <a:pt x="4201" y="4680"/>
                    <a:pt x="4079" y="4712"/>
                  </a:cubicBezTo>
                  <a:lnTo>
                    <a:pt x="3941" y="4712"/>
                  </a:lnTo>
                  <a:cubicBezTo>
                    <a:pt x="3917" y="4680"/>
                    <a:pt x="3990" y="4680"/>
                    <a:pt x="4112" y="4647"/>
                  </a:cubicBezTo>
                  <a:close/>
                  <a:moveTo>
                    <a:pt x="4055" y="5028"/>
                  </a:moveTo>
                  <a:lnTo>
                    <a:pt x="4071" y="5061"/>
                  </a:lnTo>
                  <a:cubicBezTo>
                    <a:pt x="4031" y="5078"/>
                    <a:pt x="3996" y="5099"/>
                    <a:pt x="3972" y="5099"/>
                  </a:cubicBezTo>
                  <a:cubicBezTo>
                    <a:pt x="3962" y="5099"/>
                    <a:pt x="3954" y="5095"/>
                    <a:pt x="3949" y="5085"/>
                  </a:cubicBezTo>
                  <a:lnTo>
                    <a:pt x="3933" y="5053"/>
                  </a:lnTo>
                  <a:cubicBezTo>
                    <a:pt x="3966" y="5036"/>
                    <a:pt x="4006" y="5028"/>
                    <a:pt x="4055" y="5028"/>
                  </a:cubicBezTo>
                  <a:close/>
                  <a:moveTo>
                    <a:pt x="4703" y="5199"/>
                  </a:moveTo>
                  <a:lnTo>
                    <a:pt x="4611" y="5255"/>
                  </a:lnTo>
                  <a:lnTo>
                    <a:pt x="4611" y="5255"/>
                  </a:lnTo>
                  <a:cubicBezTo>
                    <a:pt x="4624" y="5248"/>
                    <a:pt x="4639" y="5240"/>
                    <a:pt x="4655" y="5231"/>
                  </a:cubicBezTo>
                  <a:lnTo>
                    <a:pt x="4703" y="5199"/>
                  </a:lnTo>
                  <a:close/>
                  <a:moveTo>
                    <a:pt x="4611" y="5255"/>
                  </a:moveTo>
                  <a:cubicBezTo>
                    <a:pt x="4591" y="5266"/>
                    <a:pt x="4578" y="5273"/>
                    <a:pt x="4578" y="5273"/>
                  </a:cubicBezTo>
                  <a:cubicBezTo>
                    <a:pt x="4578" y="5273"/>
                    <a:pt x="4584" y="5270"/>
                    <a:pt x="4598" y="5264"/>
                  </a:cubicBezTo>
                  <a:lnTo>
                    <a:pt x="4611" y="5255"/>
                  </a:lnTo>
                  <a:close/>
                  <a:moveTo>
                    <a:pt x="4185" y="5730"/>
                  </a:moveTo>
                  <a:cubicBezTo>
                    <a:pt x="4202" y="5730"/>
                    <a:pt x="4254" y="5758"/>
                    <a:pt x="4266" y="5782"/>
                  </a:cubicBezTo>
                  <a:lnTo>
                    <a:pt x="4217" y="5807"/>
                  </a:lnTo>
                  <a:cubicBezTo>
                    <a:pt x="4201" y="5774"/>
                    <a:pt x="4128" y="5774"/>
                    <a:pt x="4185" y="5742"/>
                  </a:cubicBezTo>
                  <a:cubicBezTo>
                    <a:pt x="4178" y="5733"/>
                    <a:pt x="4180" y="5730"/>
                    <a:pt x="4185" y="5730"/>
                  </a:cubicBezTo>
                  <a:close/>
                  <a:moveTo>
                    <a:pt x="4679" y="5817"/>
                  </a:moveTo>
                  <a:cubicBezTo>
                    <a:pt x="4690" y="5817"/>
                    <a:pt x="4699" y="5821"/>
                    <a:pt x="4703" y="5831"/>
                  </a:cubicBezTo>
                  <a:cubicBezTo>
                    <a:pt x="4768" y="5839"/>
                    <a:pt x="4736" y="5904"/>
                    <a:pt x="4614" y="5920"/>
                  </a:cubicBezTo>
                  <a:lnTo>
                    <a:pt x="4582" y="5855"/>
                  </a:lnTo>
                  <a:cubicBezTo>
                    <a:pt x="4616" y="5838"/>
                    <a:pt x="4654" y="5817"/>
                    <a:pt x="4679" y="5817"/>
                  </a:cubicBezTo>
                  <a:close/>
                  <a:moveTo>
                    <a:pt x="4833" y="6099"/>
                  </a:moveTo>
                  <a:lnTo>
                    <a:pt x="4857" y="6131"/>
                  </a:lnTo>
                  <a:cubicBezTo>
                    <a:pt x="4874" y="6163"/>
                    <a:pt x="4874" y="6163"/>
                    <a:pt x="4817" y="6188"/>
                  </a:cubicBezTo>
                  <a:lnTo>
                    <a:pt x="4801" y="6155"/>
                  </a:lnTo>
                  <a:lnTo>
                    <a:pt x="4833" y="6099"/>
                  </a:lnTo>
                  <a:close/>
                  <a:moveTo>
                    <a:pt x="5182" y="6374"/>
                  </a:moveTo>
                  <a:cubicBezTo>
                    <a:pt x="5141" y="6399"/>
                    <a:pt x="5109" y="6431"/>
                    <a:pt x="5084" y="6463"/>
                  </a:cubicBezTo>
                  <a:cubicBezTo>
                    <a:pt x="5091" y="6476"/>
                    <a:pt x="5104" y="6480"/>
                    <a:pt x="5117" y="6480"/>
                  </a:cubicBezTo>
                  <a:cubicBezTo>
                    <a:pt x="5137" y="6480"/>
                    <a:pt x="5157" y="6472"/>
                    <a:pt x="5157" y="6472"/>
                  </a:cubicBezTo>
                  <a:cubicBezTo>
                    <a:pt x="5157" y="6472"/>
                    <a:pt x="5214" y="6439"/>
                    <a:pt x="5198" y="6407"/>
                  </a:cubicBezTo>
                  <a:lnTo>
                    <a:pt x="5182" y="6374"/>
                  </a:lnTo>
                  <a:close/>
                  <a:moveTo>
                    <a:pt x="4942" y="6749"/>
                  </a:moveTo>
                  <a:cubicBezTo>
                    <a:pt x="4964" y="6749"/>
                    <a:pt x="4971" y="6763"/>
                    <a:pt x="4971" y="6763"/>
                  </a:cubicBezTo>
                  <a:cubicBezTo>
                    <a:pt x="4979" y="6796"/>
                    <a:pt x="4995" y="6836"/>
                    <a:pt x="4947" y="6861"/>
                  </a:cubicBezTo>
                  <a:cubicBezTo>
                    <a:pt x="4947" y="6861"/>
                    <a:pt x="4926" y="6869"/>
                    <a:pt x="4906" y="6869"/>
                  </a:cubicBezTo>
                  <a:cubicBezTo>
                    <a:pt x="4893" y="6869"/>
                    <a:pt x="4880" y="6866"/>
                    <a:pt x="4874" y="6853"/>
                  </a:cubicBezTo>
                  <a:cubicBezTo>
                    <a:pt x="4857" y="6820"/>
                    <a:pt x="4898" y="6763"/>
                    <a:pt x="4898" y="6763"/>
                  </a:cubicBezTo>
                  <a:cubicBezTo>
                    <a:pt x="4917" y="6753"/>
                    <a:pt x="4931" y="6749"/>
                    <a:pt x="4942" y="6749"/>
                  </a:cubicBezTo>
                  <a:close/>
                  <a:moveTo>
                    <a:pt x="5829" y="6781"/>
                  </a:moveTo>
                  <a:cubicBezTo>
                    <a:pt x="5820" y="6781"/>
                    <a:pt x="5810" y="6797"/>
                    <a:pt x="5790" y="6828"/>
                  </a:cubicBezTo>
                  <a:cubicBezTo>
                    <a:pt x="5806" y="6861"/>
                    <a:pt x="5822" y="6893"/>
                    <a:pt x="5822" y="6893"/>
                  </a:cubicBezTo>
                  <a:cubicBezTo>
                    <a:pt x="5879" y="6869"/>
                    <a:pt x="5879" y="6869"/>
                    <a:pt x="5863" y="6836"/>
                  </a:cubicBezTo>
                  <a:cubicBezTo>
                    <a:pt x="5846" y="6799"/>
                    <a:pt x="5838" y="6781"/>
                    <a:pt x="5829" y="6781"/>
                  </a:cubicBezTo>
                  <a:close/>
                  <a:moveTo>
                    <a:pt x="5228" y="7346"/>
                  </a:moveTo>
                  <a:cubicBezTo>
                    <a:pt x="5236" y="7346"/>
                    <a:pt x="5242" y="7362"/>
                    <a:pt x="5255" y="7396"/>
                  </a:cubicBezTo>
                  <a:cubicBezTo>
                    <a:pt x="5271" y="7428"/>
                    <a:pt x="5222" y="7453"/>
                    <a:pt x="5222" y="7453"/>
                  </a:cubicBezTo>
                  <a:cubicBezTo>
                    <a:pt x="5213" y="7457"/>
                    <a:pt x="5206" y="7458"/>
                    <a:pt x="5201" y="7458"/>
                  </a:cubicBezTo>
                  <a:cubicBezTo>
                    <a:pt x="5178" y="7458"/>
                    <a:pt x="5203" y="7415"/>
                    <a:pt x="5190" y="7388"/>
                  </a:cubicBezTo>
                  <a:cubicBezTo>
                    <a:pt x="5209" y="7360"/>
                    <a:pt x="5220" y="7346"/>
                    <a:pt x="5228" y="7346"/>
                  </a:cubicBezTo>
                  <a:close/>
                  <a:moveTo>
                    <a:pt x="4087" y="7696"/>
                  </a:moveTo>
                  <a:cubicBezTo>
                    <a:pt x="4047" y="7696"/>
                    <a:pt x="3998" y="7704"/>
                    <a:pt x="3966" y="7720"/>
                  </a:cubicBezTo>
                  <a:cubicBezTo>
                    <a:pt x="3923" y="7738"/>
                    <a:pt x="3922" y="7761"/>
                    <a:pt x="3975" y="7761"/>
                  </a:cubicBezTo>
                  <a:cubicBezTo>
                    <a:pt x="3992" y="7761"/>
                    <a:pt x="4016" y="7759"/>
                    <a:pt x="4047" y="7753"/>
                  </a:cubicBezTo>
                  <a:cubicBezTo>
                    <a:pt x="4103" y="7728"/>
                    <a:pt x="4103" y="7728"/>
                    <a:pt x="4087" y="7696"/>
                  </a:cubicBezTo>
                  <a:close/>
                  <a:moveTo>
                    <a:pt x="5626" y="7874"/>
                  </a:moveTo>
                  <a:cubicBezTo>
                    <a:pt x="5654" y="7874"/>
                    <a:pt x="5647" y="7908"/>
                    <a:pt x="5571" y="7971"/>
                  </a:cubicBezTo>
                  <a:cubicBezTo>
                    <a:pt x="5545" y="7983"/>
                    <a:pt x="5530" y="7989"/>
                    <a:pt x="5522" y="7989"/>
                  </a:cubicBezTo>
                  <a:cubicBezTo>
                    <a:pt x="5512" y="7989"/>
                    <a:pt x="5510" y="7981"/>
                    <a:pt x="5506" y="7963"/>
                  </a:cubicBezTo>
                  <a:cubicBezTo>
                    <a:pt x="5530" y="7931"/>
                    <a:pt x="5563" y="7899"/>
                    <a:pt x="5595" y="7882"/>
                  </a:cubicBezTo>
                  <a:cubicBezTo>
                    <a:pt x="5608" y="7877"/>
                    <a:pt x="5618" y="7874"/>
                    <a:pt x="5626" y="7874"/>
                  </a:cubicBezTo>
                  <a:close/>
                  <a:moveTo>
                    <a:pt x="5644" y="8142"/>
                  </a:moveTo>
                  <a:lnTo>
                    <a:pt x="5709" y="8150"/>
                  </a:lnTo>
                  <a:lnTo>
                    <a:pt x="5725" y="8190"/>
                  </a:lnTo>
                  <a:cubicBezTo>
                    <a:pt x="5689" y="8201"/>
                    <a:pt x="5652" y="8214"/>
                    <a:pt x="5629" y="8214"/>
                  </a:cubicBezTo>
                  <a:cubicBezTo>
                    <a:pt x="5615" y="8214"/>
                    <a:pt x="5606" y="8210"/>
                    <a:pt x="5603" y="8199"/>
                  </a:cubicBezTo>
                  <a:lnTo>
                    <a:pt x="5644" y="8142"/>
                  </a:lnTo>
                  <a:close/>
                  <a:moveTo>
                    <a:pt x="6309" y="10412"/>
                  </a:moveTo>
                  <a:lnTo>
                    <a:pt x="6382" y="10428"/>
                  </a:lnTo>
                  <a:lnTo>
                    <a:pt x="6390" y="10469"/>
                  </a:lnTo>
                  <a:cubicBezTo>
                    <a:pt x="6357" y="10478"/>
                    <a:pt x="6324" y="10487"/>
                    <a:pt x="6299" y="10487"/>
                  </a:cubicBezTo>
                  <a:cubicBezTo>
                    <a:pt x="6281" y="10487"/>
                    <a:pt x="6267" y="10482"/>
                    <a:pt x="6260" y="10469"/>
                  </a:cubicBezTo>
                  <a:lnTo>
                    <a:pt x="6309" y="10412"/>
                  </a:lnTo>
                  <a:close/>
                  <a:moveTo>
                    <a:pt x="6674" y="11255"/>
                  </a:moveTo>
                  <a:lnTo>
                    <a:pt x="6674" y="11255"/>
                  </a:lnTo>
                  <a:cubicBezTo>
                    <a:pt x="6682" y="11296"/>
                    <a:pt x="6682" y="11296"/>
                    <a:pt x="6625" y="11304"/>
                  </a:cubicBezTo>
                  <a:cubicBezTo>
                    <a:pt x="6601" y="11308"/>
                    <a:pt x="6578" y="11310"/>
                    <a:pt x="6557" y="11310"/>
                  </a:cubicBezTo>
                  <a:cubicBezTo>
                    <a:pt x="6536" y="11310"/>
                    <a:pt x="6515" y="11308"/>
                    <a:pt x="6495" y="11304"/>
                  </a:cubicBezTo>
                  <a:cubicBezTo>
                    <a:pt x="6487" y="11271"/>
                    <a:pt x="6617" y="11271"/>
                    <a:pt x="6674" y="11255"/>
                  </a:cubicBezTo>
                  <a:close/>
                  <a:moveTo>
                    <a:pt x="7139" y="11746"/>
                  </a:moveTo>
                  <a:cubicBezTo>
                    <a:pt x="7168" y="11746"/>
                    <a:pt x="7196" y="11752"/>
                    <a:pt x="7225" y="11758"/>
                  </a:cubicBezTo>
                  <a:lnTo>
                    <a:pt x="7233" y="11798"/>
                  </a:lnTo>
                  <a:cubicBezTo>
                    <a:pt x="7202" y="11803"/>
                    <a:pt x="7171" y="11810"/>
                    <a:pt x="7148" y="11810"/>
                  </a:cubicBezTo>
                  <a:cubicBezTo>
                    <a:pt x="7129" y="11810"/>
                    <a:pt x="7115" y="11805"/>
                    <a:pt x="7111" y="11790"/>
                  </a:cubicBezTo>
                  <a:lnTo>
                    <a:pt x="7103" y="11750"/>
                  </a:lnTo>
                  <a:cubicBezTo>
                    <a:pt x="7115" y="11747"/>
                    <a:pt x="7127" y="11746"/>
                    <a:pt x="7139" y="11746"/>
                  </a:cubicBezTo>
                  <a:close/>
                  <a:moveTo>
                    <a:pt x="6917" y="12285"/>
                  </a:moveTo>
                  <a:lnTo>
                    <a:pt x="6982" y="12309"/>
                  </a:lnTo>
                  <a:lnTo>
                    <a:pt x="6990" y="12342"/>
                  </a:lnTo>
                  <a:cubicBezTo>
                    <a:pt x="6957" y="12350"/>
                    <a:pt x="6927" y="12356"/>
                    <a:pt x="6904" y="12356"/>
                  </a:cubicBezTo>
                  <a:cubicBezTo>
                    <a:pt x="6880" y="12356"/>
                    <a:pt x="6864" y="12350"/>
                    <a:pt x="6860" y="12333"/>
                  </a:cubicBezTo>
                  <a:lnTo>
                    <a:pt x="6917" y="12285"/>
                  </a:lnTo>
                  <a:close/>
                  <a:moveTo>
                    <a:pt x="7319" y="14785"/>
                  </a:moveTo>
                  <a:cubicBezTo>
                    <a:pt x="7353" y="14785"/>
                    <a:pt x="7379" y="14805"/>
                    <a:pt x="7379" y="14831"/>
                  </a:cubicBezTo>
                  <a:cubicBezTo>
                    <a:pt x="7387" y="14904"/>
                    <a:pt x="7387" y="14904"/>
                    <a:pt x="7330" y="14912"/>
                  </a:cubicBezTo>
                  <a:cubicBezTo>
                    <a:pt x="7327" y="14912"/>
                    <a:pt x="7324" y="14912"/>
                    <a:pt x="7321" y="14912"/>
                  </a:cubicBezTo>
                  <a:cubicBezTo>
                    <a:pt x="7265" y="14912"/>
                    <a:pt x="7265" y="14845"/>
                    <a:pt x="7257" y="14806"/>
                  </a:cubicBezTo>
                  <a:cubicBezTo>
                    <a:pt x="7278" y="14792"/>
                    <a:pt x="7299" y="14785"/>
                    <a:pt x="7319" y="14785"/>
                  </a:cubicBezTo>
                  <a:close/>
                  <a:moveTo>
                    <a:pt x="7428" y="16290"/>
                  </a:moveTo>
                  <a:cubicBezTo>
                    <a:pt x="7468" y="16290"/>
                    <a:pt x="7517" y="16298"/>
                    <a:pt x="7549" y="16314"/>
                  </a:cubicBezTo>
                  <a:lnTo>
                    <a:pt x="7549" y="16355"/>
                  </a:lnTo>
                  <a:cubicBezTo>
                    <a:pt x="7533" y="16355"/>
                    <a:pt x="7517" y="16356"/>
                    <a:pt x="7502" y="16356"/>
                  </a:cubicBezTo>
                  <a:cubicBezTo>
                    <a:pt x="7464" y="16356"/>
                    <a:pt x="7433" y="16351"/>
                    <a:pt x="7428" y="16322"/>
                  </a:cubicBezTo>
                  <a:lnTo>
                    <a:pt x="7428" y="16290"/>
                  </a:lnTo>
                  <a:close/>
                  <a:moveTo>
                    <a:pt x="7801" y="19363"/>
                  </a:moveTo>
                  <a:cubicBezTo>
                    <a:pt x="7857" y="19371"/>
                    <a:pt x="7857" y="19403"/>
                    <a:pt x="7857" y="19403"/>
                  </a:cubicBezTo>
                  <a:cubicBezTo>
                    <a:pt x="7857" y="19431"/>
                    <a:pt x="7857" y="19440"/>
                    <a:pt x="7836" y="19440"/>
                  </a:cubicBezTo>
                  <a:cubicBezTo>
                    <a:pt x="7826" y="19440"/>
                    <a:pt x="7813" y="19438"/>
                    <a:pt x="7792" y="19436"/>
                  </a:cubicBezTo>
                  <a:cubicBezTo>
                    <a:pt x="7792" y="19436"/>
                    <a:pt x="7736" y="19436"/>
                    <a:pt x="7736" y="19395"/>
                  </a:cubicBezTo>
                  <a:lnTo>
                    <a:pt x="7801" y="19363"/>
                  </a:lnTo>
                  <a:close/>
                  <a:moveTo>
                    <a:pt x="7817" y="19809"/>
                  </a:moveTo>
                  <a:lnTo>
                    <a:pt x="7874" y="19849"/>
                  </a:lnTo>
                  <a:lnTo>
                    <a:pt x="7874" y="19890"/>
                  </a:lnTo>
                  <a:cubicBezTo>
                    <a:pt x="7809" y="19882"/>
                    <a:pt x="7752" y="19882"/>
                    <a:pt x="7760" y="19841"/>
                  </a:cubicBezTo>
                  <a:lnTo>
                    <a:pt x="7817" y="19809"/>
                  </a:lnTo>
                  <a:close/>
                  <a:moveTo>
                    <a:pt x="7389" y="20041"/>
                  </a:moveTo>
                  <a:cubicBezTo>
                    <a:pt x="7398" y="20041"/>
                    <a:pt x="7411" y="20051"/>
                    <a:pt x="7436" y="20068"/>
                  </a:cubicBezTo>
                  <a:cubicBezTo>
                    <a:pt x="7488" y="20105"/>
                    <a:pt x="7485" y="20142"/>
                    <a:pt x="7441" y="20142"/>
                  </a:cubicBezTo>
                  <a:cubicBezTo>
                    <a:pt x="7437" y="20142"/>
                    <a:pt x="7433" y="20142"/>
                    <a:pt x="7428" y="20141"/>
                  </a:cubicBezTo>
                  <a:cubicBezTo>
                    <a:pt x="7363" y="20133"/>
                    <a:pt x="7363" y="20133"/>
                    <a:pt x="7371" y="20101"/>
                  </a:cubicBezTo>
                  <a:cubicBezTo>
                    <a:pt x="7376" y="20059"/>
                    <a:pt x="7377" y="20041"/>
                    <a:pt x="7389" y="20041"/>
                  </a:cubicBezTo>
                  <a:close/>
                  <a:moveTo>
                    <a:pt x="7111" y="20222"/>
                  </a:moveTo>
                  <a:cubicBezTo>
                    <a:pt x="7108" y="20224"/>
                    <a:pt x="7105" y="20226"/>
                    <a:pt x="7102" y="20227"/>
                  </a:cubicBezTo>
                  <a:lnTo>
                    <a:pt x="7102" y="20227"/>
                  </a:lnTo>
                  <a:cubicBezTo>
                    <a:pt x="7108" y="20227"/>
                    <a:pt x="7114" y="20226"/>
                    <a:pt x="7122" y="20226"/>
                  </a:cubicBezTo>
                  <a:cubicBezTo>
                    <a:pt x="7132" y="20226"/>
                    <a:pt x="7145" y="20227"/>
                    <a:pt x="7159" y="20228"/>
                  </a:cubicBezTo>
                  <a:lnTo>
                    <a:pt x="7159" y="20228"/>
                  </a:lnTo>
                  <a:cubicBezTo>
                    <a:pt x="7146" y="20225"/>
                    <a:pt x="7130" y="20223"/>
                    <a:pt x="7111" y="20222"/>
                  </a:cubicBezTo>
                  <a:close/>
                  <a:moveTo>
                    <a:pt x="7102" y="20227"/>
                  </a:moveTo>
                  <a:cubicBezTo>
                    <a:pt x="7077" y="20229"/>
                    <a:pt x="7070" y="20235"/>
                    <a:pt x="7077" y="20235"/>
                  </a:cubicBezTo>
                  <a:cubicBezTo>
                    <a:pt x="7081" y="20235"/>
                    <a:pt x="7090" y="20233"/>
                    <a:pt x="7102" y="20227"/>
                  </a:cubicBezTo>
                  <a:close/>
                  <a:moveTo>
                    <a:pt x="7403" y="20320"/>
                  </a:moveTo>
                  <a:lnTo>
                    <a:pt x="7403" y="20360"/>
                  </a:lnTo>
                  <a:cubicBezTo>
                    <a:pt x="7403" y="20393"/>
                    <a:pt x="7403" y="20393"/>
                    <a:pt x="7338" y="20393"/>
                  </a:cubicBezTo>
                  <a:lnTo>
                    <a:pt x="7347" y="20352"/>
                  </a:lnTo>
                  <a:lnTo>
                    <a:pt x="7403" y="20320"/>
                  </a:lnTo>
                  <a:close/>
                  <a:moveTo>
                    <a:pt x="7249" y="20603"/>
                  </a:moveTo>
                  <a:cubicBezTo>
                    <a:pt x="7245" y="20620"/>
                    <a:pt x="7261" y="20631"/>
                    <a:pt x="7269" y="20631"/>
                  </a:cubicBezTo>
                  <a:cubicBezTo>
                    <a:pt x="7276" y="20631"/>
                    <a:pt x="7276" y="20622"/>
                    <a:pt x="7249" y="20603"/>
                  </a:cubicBezTo>
                  <a:close/>
                  <a:moveTo>
                    <a:pt x="7363" y="20684"/>
                  </a:moveTo>
                  <a:lnTo>
                    <a:pt x="7355" y="20725"/>
                  </a:lnTo>
                  <a:cubicBezTo>
                    <a:pt x="7349" y="20747"/>
                    <a:pt x="7347" y="20754"/>
                    <a:pt x="7330" y="20754"/>
                  </a:cubicBezTo>
                  <a:cubicBezTo>
                    <a:pt x="7321" y="20754"/>
                    <a:pt x="7309" y="20752"/>
                    <a:pt x="7290" y="20749"/>
                  </a:cubicBezTo>
                  <a:lnTo>
                    <a:pt x="7298" y="20717"/>
                  </a:lnTo>
                  <a:lnTo>
                    <a:pt x="7363" y="20684"/>
                  </a:lnTo>
                  <a:close/>
                  <a:moveTo>
                    <a:pt x="7395" y="21062"/>
                  </a:moveTo>
                  <a:cubicBezTo>
                    <a:pt x="7406" y="21062"/>
                    <a:pt x="7417" y="21063"/>
                    <a:pt x="7428" y="21065"/>
                  </a:cubicBezTo>
                  <a:lnTo>
                    <a:pt x="7420" y="21098"/>
                  </a:lnTo>
                  <a:cubicBezTo>
                    <a:pt x="7420" y="21120"/>
                    <a:pt x="7402" y="21125"/>
                    <a:pt x="7386" y="21125"/>
                  </a:cubicBezTo>
                  <a:cubicBezTo>
                    <a:pt x="7374" y="21125"/>
                    <a:pt x="7363" y="21122"/>
                    <a:pt x="7363" y="21122"/>
                  </a:cubicBezTo>
                  <a:cubicBezTo>
                    <a:pt x="7363" y="21122"/>
                    <a:pt x="7298" y="21114"/>
                    <a:pt x="7306" y="21082"/>
                  </a:cubicBezTo>
                  <a:cubicBezTo>
                    <a:pt x="7336" y="21070"/>
                    <a:pt x="7365" y="21062"/>
                    <a:pt x="7395" y="21062"/>
                  </a:cubicBezTo>
                  <a:close/>
                  <a:moveTo>
                    <a:pt x="7042" y="22481"/>
                  </a:moveTo>
                  <a:cubicBezTo>
                    <a:pt x="7047" y="22481"/>
                    <a:pt x="7054" y="22482"/>
                    <a:pt x="7063" y="22484"/>
                  </a:cubicBezTo>
                  <a:lnTo>
                    <a:pt x="7120" y="22492"/>
                  </a:lnTo>
                  <a:cubicBezTo>
                    <a:pt x="7162" y="22535"/>
                    <a:pt x="7204" y="22577"/>
                    <a:pt x="7177" y="22577"/>
                  </a:cubicBezTo>
                  <a:cubicBezTo>
                    <a:pt x="7173" y="22577"/>
                    <a:pt x="7168" y="22576"/>
                    <a:pt x="7160" y="22574"/>
                  </a:cubicBezTo>
                  <a:cubicBezTo>
                    <a:pt x="7120" y="22565"/>
                    <a:pt x="7087" y="22541"/>
                    <a:pt x="7055" y="22517"/>
                  </a:cubicBezTo>
                  <a:cubicBezTo>
                    <a:pt x="7055" y="22517"/>
                    <a:pt x="7013" y="22481"/>
                    <a:pt x="7042" y="22481"/>
                  </a:cubicBezTo>
                  <a:close/>
                  <a:moveTo>
                    <a:pt x="6987" y="23715"/>
                  </a:moveTo>
                  <a:cubicBezTo>
                    <a:pt x="7026" y="23715"/>
                    <a:pt x="7091" y="23748"/>
                    <a:pt x="7120" y="23806"/>
                  </a:cubicBezTo>
                  <a:cubicBezTo>
                    <a:pt x="7115" y="23831"/>
                    <a:pt x="7113" y="23840"/>
                    <a:pt x="7099" y="23840"/>
                  </a:cubicBezTo>
                  <a:cubicBezTo>
                    <a:pt x="7090" y="23840"/>
                    <a:pt x="7077" y="23836"/>
                    <a:pt x="7055" y="23830"/>
                  </a:cubicBezTo>
                  <a:cubicBezTo>
                    <a:pt x="6990" y="23814"/>
                    <a:pt x="6941" y="23765"/>
                    <a:pt x="6957" y="23733"/>
                  </a:cubicBezTo>
                  <a:cubicBezTo>
                    <a:pt x="6960" y="23721"/>
                    <a:pt x="6971" y="23715"/>
                    <a:pt x="6987" y="23715"/>
                  </a:cubicBezTo>
                  <a:close/>
                  <a:moveTo>
                    <a:pt x="5208" y="28548"/>
                  </a:moveTo>
                  <a:cubicBezTo>
                    <a:pt x="5215" y="28548"/>
                    <a:pt x="5241" y="28560"/>
                    <a:pt x="5287" y="28581"/>
                  </a:cubicBezTo>
                  <a:cubicBezTo>
                    <a:pt x="5344" y="28606"/>
                    <a:pt x="5401" y="28630"/>
                    <a:pt x="5384" y="28671"/>
                  </a:cubicBezTo>
                  <a:cubicBezTo>
                    <a:pt x="5413" y="28715"/>
                    <a:pt x="5414" y="28735"/>
                    <a:pt x="5400" y="28735"/>
                  </a:cubicBezTo>
                  <a:cubicBezTo>
                    <a:pt x="5378" y="28735"/>
                    <a:pt x="5320" y="28688"/>
                    <a:pt x="5271" y="28614"/>
                  </a:cubicBezTo>
                  <a:cubicBezTo>
                    <a:pt x="5221" y="28568"/>
                    <a:pt x="5199" y="28548"/>
                    <a:pt x="5208" y="28548"/>
                  </a:cubicBezTo>
                  <a:close/>
                  <a:moveTo>
                    <a:pt x="702" y="1"/>
                  </a:moveTo>
                  <a:cubicBezTo>
                    <a:pt x="693" y="1"/>
                    <a:pt x="678" y="5"/>
                    <a:pt x="658" y="10"/>
                  </a:cubicBezTo>
                  <a:cubicBezTo>
                    <a:pt x="568" y="91"/>
                    <a:pt x="528" y="131"/>
                    <a:pt x="552" y="164"/>
                  </a:cubicBezTo>
                  <a:cubicBezTo>
                    <a:pt x="577" y="188"/>
                    <a:pt x="577" y="188"/>
                    <a:pt x="536" y="229"/>
                  </a:cubicBezTo>
                  <a:lnTo>
                    <a:pt x="479" y="180"/>
                  </a:lnTo>
                  <a:cubicBezTo>
                    <a:pt x="447" y="139"/>
                    <a:pt x="398" y="115"/>
                    <a:pt x="341" y="115"/>
                  </a:cubicBezTo>
                  <a:cubicBezTo>
                    <a:pt x="333" y="114"/>
                    <a:pt x="325" y="113"/>
                    <a:pt x="317" y="113"/>
                  </a:cubicBezTo>
                  <a:cubicBezTo>
                    <a:pt x="238" y="113"/>
                    <a:pt x="172" y="181"/>
                    <a:pt x="260" y="196"/>
                  </a:cubicBezTo>
                  <a:lnTo>
                    <a:pt x="236" y="261"/>
                  </a:lnTo>
                  <a:cubicBezTo>
                    <a:pt x="163" y="339"/>
                    <a:pt x="151" y="388"/>
                    <a:pt x="182" y="388"/>
                  </a:cubicBezTo>
                  <a:cubicBezTo>
                    <a:pt x="202" y="388"/>
                    <a:pt x="241" y="366"/>
                    <a:pt x="293" y="318"/>
                  </a:cubicBezTo>
                  <a:cubicBezTo>
                    <a:pt x="356" y="251"/>
                    <a:pt x="386" y="218"/>
                    <a:pt x="393" y="218"/>
                  </a:cubicBezTo>
                  <a:cubicBezTo>
                    <a:pt x="399" y="218"/>
                    <a:pt x="385" y="247"/>
                    <a:pt x="358" y="302"/>
                  </a:cubicBezTo>
                  <a:cubicBezTo>
                    <a:pt x="268" y="383"/>
                    <a:pt x="293" y="407"/>
                    <a:pt x="317" y="439"/>
                  </a:cubicBezTo>
                  <a:cubicBezTo>
                    <a:pt x="341" y="464"/>
                    <a:pt x="341" y="464"/>
                    <a:pt x="301" y="504"/>
                  </a:cubicBezTo>
                  <a:cubicBezTo>
                    <a:pt x="260" y="545"/>
                    <a:pt x="244" y="610"/>
                    <a:pt x="268" y="642"/>
                  </a:cubicBezTo>
                  <a:cubicBezTo>
                    <a:pt x="279" y="653"/>
                    <a:pt x="285" y="659"/>
                    <a:pt x="292" y="659"/>
                  </a:cubicBezTo>
                  <a:cubicBezTo>
                    <a:pt x="301" y="659"/>
                    <a:pt x="310" y="649"/>
                    <a:pt x="333" y="626"/>
                  </a:cubicBezTo>
                  <a:cubicBezTo>
                    <a:pt x="338" y="603"/>
                    <a:pt x="347" y="593"/>
                    <a:pt x="354" y="593"/>
                  </a:cubicBezTo>
                  <a:cubicBezTo>
                    <a:pt x="370" y="593"/>
                    <a:pt x="381" y="643"/>
                    <a:pt x="341" y="715"/>
                  </a:cubicBezTo>
                  <a:cubicBezTo>
                    <a:pt x="330" y="750"/>
                    <a:pt x="324" y="768"/>
                    <a:pt x="330" y="768"/>
                  </a:cubicBezTo>
                  <a:cubicBezTo>
                    <a:pt x="337" y="768"/>
                    <a:pt x="359" y="746"/>
                    <a:pt x="406" y="699"/>
                  </a:cubicBezTo>
                  <a:cubicBezTo>
                    <a:pt x="436" y="672"/>
                    <a:pt x="461" y="660"/>
                    <a:pt x="479" y="660"/>
                  </a:cubicBezTo>
                  <a:cubicBezTo>
                    <a:pt x="515" y="660"/>
                    <a:pt x="523" y="709"/>
                    <a:pt x="479" y="780"/>
                  </a:cubicBezTo>
                  <a:lnTo>
                    <a:pt x="528" y="837"/>
                  </a:lnTo>
                  <a:cubicBezTo>
                    <a:pt x="533" y="842"/>
                    <a:pt x="539" y="844"/>
                    <a:pt x="546" y="844"/>
                  </a:cubicBezTo>
                  <a:cubicBezTo>
                    <a:pt x="572" y="844"/>
                    <a:pt x="609" y="812"/>
                    <a:pt x="641" y="780"/>
                  </a:cubicBezTo>
                  <a:cubicBezTo>
                    <a:pt x="689" y="737"/>
                    <a:pt x="711" y="717"/>
                    <a:pt x="719" y="717"/>
                  </a:cubicBezTo>
                  <a:cubicBezTo>
                    <a:pt x="726" y="717"/>
                    <a:pt x="722" y="733"/>
                    <a:pt x="714" y="764"/>
                  </a:cubicBezTo>
                  <a:cubicBezTo>
                    <a:pt x="698" y="804"/>
                    <a:pt x="682" y="845"/>
                    <a:pt x="650" y="869"/>
                  </a:cubicBezTo>
                  <a:cubicBezTo>
                    <a:pt x="601" y="910"/>
                    <a:pt x="633" y="942"/>
                    <a:pt x="658" y="966"/>
                  </a:cubicBezTo>
                  <a:cubicBezTo>
                    <a:pt x="676" y="985"/>
                    <a:pt x="708" y="1021"/>
                    <a:pt x="740" y="1021"/>
                  </a:cubicBezTo>
                  <a:cubicBezTo>
                    <a:pt x="750" y="1021"/>
                    <a:pt x="761" y="1017"/>
                    <a:pt x="771" y="1007"/>
                  </a:cubicBezTo>
                  <a:lnTo>
                    <a:pt x="771" y="1007"/>
                  </a:lnTo>
                  <a:lnTo>
                    <a:pt x="731" y="1047"/>
                  </a:lnTo>
                  <a:cubicBezTo>
                    <a:pt x="742" y="1064"/>
                    <a:pt x="726" y="1089"/>
                    <a:pt x="728" y="1089"/>
                  </a:cubicBezTo>
                  <a:cubicBezTo>
                    <a:pt x="730" y="1089"/>
                    <a:pt x="734" y="1084"/>
                    <a:pt x="747" y="1072"/>
                  </a:cubicBezTo>
                  <a:cubicBezTo>
                    <a:pt x="771" y="1112"/>
                    <a:pt x="779" y="1153"/>
                    <a:pt x="779" y="1193"/>
                  </a:cubicBezTo>
                  <a:cubicBezTo>
                    <a:pt x="779" y="1236"/>
                    <a:pt x="810" y="1260"/>
                    <a:pt x="846" y="1260"/>
                  </a:cubicBezTo>
                  <a:cubicBezTo>
                    <a:pt x="893" y="1260"/>
                    <a:pt x="948" y="1220"/>
                    <a:pt x="958" y="1129"/>
                  </a:cubicBezTo>
                  <a:lnTo>
                    <a:pt x="982" y="1153"/>
                  </a:lnTo>
                  <a:cubicBezTo>
                    <a:pt x="989" y="1162"/>
                    <a:pt x="997" y="1165"/>
                    <a:pt x="1005" y="1165"/>
                  </a:cubicBezTo>
                  <a:cubicBezTo>
                    <a:pt x="1026" y="1165"/>
                    <a:pt x="1047" y="1145"/>
                    <a:pt x="1047" y="1145"/>
                  </a:cubicBezTo>
                  <a:cubicBezTo>
                    <a:pt x="1065" y="1130"/>
                    <a:pt x="1080" y="1124"/>
                    <a:pt x="1092" y="1124"/>
                  </a:cubicBezTo>
                  <a:cubicBezTo>
                    <a:pt x="1114" y="1124"/>
                    <a:pt x="1129" y="1141"/>
                    <a:pt x="1144" y="1161"/>
                  </a:cubicBezTo>
                  <a:lnTo>
                    <a:pt x="1055" y="1242"/>
                  </a:lnTo>
                  <a:cubicBezTo>
                    <a:pt x="940" y="1305"/>
                    <a:pt x="911" y="1368"/>
                    <a:pt x="958" y="1368"/>
                  </a:cubicBezTo>
                  <a:cubicBezTo>
                    <a:pt x="977" y="1368"/>
                    <a:pt x="1010" y="1357"/>
                    <a:pt x="1055" y="1331"/>
                  </a:cubicBezTo>
                  <a:lnTo>
                    <a:pt x="1055" y="1331"/>
                  </a:lnTo>
                  <a:lnTo>
                    <a:pt x="1014" y="1372"/>
                  </a:lnTo>
                  <a:cubicBezTo>
                    <a:pt x="966" y="1412"/>
                    <a:pt x="990" y="1437"/>
                    <a:pt x="1079" y="1453"/>
                  </a:cubicBezTo>
                  <a:cubicBezTo>
                    <a:pt x="1084" y="1457"/>
                    <a:pt x="1091" y="1459"/>
                    <a:pt x="1101" y="1459"/>
                  </a:cubicBezTo>
                  <a:cubicBezTo>
                    <a:pt x="1144" y="1459"/>
                    <a:pt x="1226" y="1421"/>
                    <a:pt x="1266" y="1388"/>
                  </a:cubicBezTo>
                  <a:cubicBezTo>
                    <a:pt x="1281" y="1372"/>
                    <a:pt x="1295" y="1368"/>
                    <a:pt x="1305" y="1368"/>
                  </a:cubicBezTo>
                  <a:cubicBezTo>
                    <a:pt x="1321" y="1368"/>
                    <a:pt x="1331" y="1380"/>
                    <a:pt x="1331" y="1380"/>
                  </a:cubicBezTo>
                  <a:cubicBezTo>
                    <a:pt x="1355" y="1404"/>
                    <a:pt x="1355" y="1404"/>
                    <a:pt x="1314" y="1445"/>
                  </a:cubicBezTo>
                  <a:cubicBezTo>
                    <a:pt x="1244" y="1504"/>
                    <a:pt x="1250" y="1545"/>
                    <a:pt x="1302" y="1545"/>
                  </a:cubicBezTo>
                  <a:cubicBezTo>
                    <a:pt x="1322" y="1545"/>
                    <a:pt x="1348" y="1539"/>
                    <a:pt x="1379" y="1526"/>
                  </a:cubicBezTo>
                  <a:lnTo>
                    <a:pt x="1379" y="1526"/>
                  </a:lnTo>
                  <a:lnTo>
                    <a:pt x="1339" y="1566"/>
                  </a:lnTo>
                  <a:cubicBezTo>
                    <a:pt x="1290" y="1607"/>
                    <a:pt x="1274" y="1672"/>
                    <a:pt x="1428" y="1769"/>
                  </a:cubicBezTo>
                  <a:cubicBezTo>
                    <a:pt x="1517" y="1883"/>
                    <a:pt x="1590" y="1972"/>
                    <a:pt x="1541" y="2004"/>
                  </a:cubicBezTo>
                  <a:cubicBezTo>
                    <a:pt x="1503" y="2036"/>
                    <a:pt x="1611" y="2068"/>
                    <a:pt x="1727" y="2068"/>
                  </a:cubicBezTo>
                  <a:cubicBezTo>
                    <a:pt x="1757" y="2068"/>
                    <a:pt x="1788" y="2066"/>
                    <a:pt x="1817" y="2061"/>
                  </a:cubicBezTo>
                  <a:lnTo>
                    <a:pt x="1817" y="2061"/>
                  </a:lnTo>
                  <a:cubicBezTo>
                    <a:pt x="1768" y="2101"/>
                    <a:pt x="1793" y="2126"/>
                    <a:pt x="1841" y="2183"/>
                  </a:cubicBezTo>
                  <a:cubicBezTo>
                    <a:pt x="1906" y="2272"/>
                    <a:pt x="1906" y="2272"/>
                    <a:pt x="1858" y="2304"/>
                  </a:cubicBezTo>
                  <a:cubicBezTo>
                    <a:pt x="1786" y="2335"/>
                    <a:pt x="1759" y="2346"/>
                    <a:pt x="1785" y="2346"/>
                  </a:cubicBezTo>
                  <a:cubicBezTo>
                    <a:pt x="1799" y="2346"/>
                    <a:pt x="1831" y="2343"/>
                    <a:pt x="1882" y="2337"/>
                  </a:cubicBezTo>
                  <a:cubicBezTo>
                    <a:pt x="1900" y="2329"/>
                    <a:pt x="1916" y="2325"/>
                    <a:pt x="1929" y="2325"/>
                  </a:cubicBezTo>
                  <a:cubicBezTo>
                    <a:pt x="2000" y="2325"/>
                    <a:pt x="2004" y="2421"/>
                    <a:pt x="1922" y="2483"/>
                  </a:cubicBezTo>
                  <a:cubicBezTo>
                    <a:pt x="1882" y="2523"/>
                    <a:pt x="1898" y="2547"/>
                    <a:pt x="1939" y="2604"/>
                  </a:cubicBezTo>
                  <a:cubicBezTo>
                    <a:pt x="2012" y="2604"/>
                    <a:pt x="2052" y="2661"/>
                    <a:pt x="2093" y="2718"/>
                  </a:cubicBezTo>
                  <a:cubicBezTo>
                    <a:pt x="2127" y="2765"/>
                    <a:pt x="2143" y="2787"/>
                    <a:pt x="2165" y="2787"/>
                  </a:cubicBezTo>
                  <a:cubicBezTo>
                    <a:pt x="2184" y="2787"/>
                    <a:pt x="2209" y="2769"/>
                    <a:pt x="2255" y="2734"/>
                  </a:cubicBezTo>
                  <a:cubicBezTo>
                    <a:pt x="2297" y="2703"/>
                    <a:pt x="2325" y="2689"/>
                    <a:pt x="2347" y="2689"/>
                  </a:cubicBezTo>
                  <a:cubicBezTo>
                    <a:pt x="2376" y="2689"/>
                    <a:pt x="2394" y="2713"/>
                    <a:pt x="2417" y="2750"/>
                  </a:cubicBezTo>
                  <a:cubicBezTo>
                    <a:pt x="2441" y="2774"/>
                    <a:pt x="2458" y="2807"/>
                    <a:pt x="2409" y="2839"/>
                  </a:cubicBezTo>
                  <a:cubicBezTo>
                    <a:pt x="2409" y="2839"/>
                    <a:pt x="2385" y="2904"/>
                    <a:pt x="2409" y="2937"/>
                  </a:cubicBezTo>
                  <a:cubicBezTo>
                    <a:pt x="2425" y="2961"/>
                    <a:pt x="2449" y="2993"/>
                    <a:pt x="2401" y="3026"/>
                  </a:cubicBezTo>
                  <a:cubicBezTo>
                    <a:pt x="2385" y="3066"/>
                    <a:pt x="2393" y="3115"/>
                    <a:pt x="2417" y="3147"/>
                  </a:cubicBezTo>
                  <a:cubicBezTo>
                    <a:pt x="2458" y="3212"/>
                    <a:pt x="2506" y="3269"/>
                    <a:pt x="2449" y="3301"/>
                  </a:cubicBezTo>
                  <a:cubicBezTo>
                    <a:pt x="2461" y="3317"/>
                    <a:pt x="2467" y="3325"/>
                    <a:pt x="2475" y="3325"/>
                  </a:cubicBezTo>
                  <a:cubicBezTo>
                    <a:pt x="2485" y="3325"/>
                    <a:pt x="2497" y="3315"/>
                    <a:pt x="2522" y="3293"/>
                  </a:cubicBezTo>
                  <a:cubicBezTo>
                    <a:pt x="2539" y="3282"/>
                    <a:pt x="2557" y="3274"/>
                    <a:pt x="2576" y="3274"/>
                  </a:cubicBezTo>
                  <a:cubicBezTo>
                    <a:pt x="2611" y="3274"/>
                    <a:pt x="2647" y="3305"/>
                    <a:pt x="2668" y="3407"/>
                  </a:cubicBezTo>
                  <a:cubicBezTo>
                    <a:pt x="2703" y="3462"/>
                    <a:pt x="2755" y="3535"/>
                    <a:pt x="2800" y="3535"/>
                  </a:cubicBezTo>
                  <a:cubicBezTo>
                    <a:pt x="2808" y="3535"/>
                    <a:pt x="2815" y="3533"/>
                    <a:pt x="2822" y="3528"/>
                  </a:cubicBezTo>
                  <a:lnTo>
                    <a:pt x="2822" y="3528"/>
                  </a:lnTo>
                  <a:cubicBezTo>
                    <a:pt x="2847" y="3553"/>
                    <a:pt x="2847" y="3553"/>
                    <a:pt x="2790" y="3593"/>
                  </a:cubicBezTo>
                  <a:cubicBezTo>
                    <a:pt x="2699" y="3654"/>
                    <a:pt x="2729" y="3708"/>
                    <a:pt x="2846" y="3708"/>
                  </a:cubicBezTo>
                  <a:cubicBezTo>
                    <a:pt x="2854" y="3708"/>
                    <a:pt x="2862" y="3707"/>
                    <a:pt x="2871" y="3707"/>
                  </a:cubicBezTo>
                  <a:cubicBezTo>
                    <a:pt x="2886" y="3698"/>
                    <a:pt x="2899" y="3694"/>
                    <a:pt x="2908" y="3694"/>
                  </a:cubicBezTo>
                  <a:cubicBezTo>
                    <a:pt x="2933" y="3694"/>
                    <a:pt x="2935" y="3724"/>
                    <a:pt x="2912" y="3772"/>
                  </a:cubicBezTo>
                  <a:cubicBezTo>
                    <a:pt x="2912" y="3772"/>
                    <a:pt x="2936" y="3796"/>
                    <a:pt x="3009" y="3796"/>
                  </a:cubicBezTo>
                  <a:cubicBezTo>
                    <a:pt x="3023" y="3794"/>
                    <a:pt x="3035" y="3793"/>
                    <a:pt x="3043" y="3793"/>
                  </a:cubicBezTo>
                  <a:cubicBezTo>
                    <a:pt x="3073" y="3793"/>
                    <a:pt x="3072" y="3810"/>
                    <a:pt x="3066" y="3885"/>
                  </a:cubicBezTo>
                  <a:cubicBezTo>
                    <a:pt x="3017" y="3918"/>
                    <a:pt x="3033" y="3950"/>
                    <a:pt x="3058" y="3974"/>
                  </a:cubicBezTo>
                  <a:cubicBezTo>
                    <a:pt x="3147" y="4007"/>
                    <a:pt x="3358" y="4339"/>
                    <a:pt x="3325" y="4404"/>
                  </a:cubicBezTo>
                  <a:cubicBezTo>
                    <a:pt x="3398" y="4404"/>
                    <a:pt x="3398" y="4404"/>
                    <a:pt x="3414" y="4437"/>
                  </a:cubicBezTo>
                  <a:cubicBezTo>
                    <a:pt x="3371" y="4485"/>
                    <a:pt x="3372" y="4507"/>
                    <a:pt x="3397" y="4507"/>
                  </a:cubicBezTo>
                  <a:cubicBezTo>
                    <a:pt x="3419" y="4507"/>
                    <a:pt x="3459" y="4491"/>
                    <a:pt x="3503" y="4461"/>
                  </a:cubicBezTo>
                  <a:lnTo>
                    <a:pt x="3487" y="4437"/>
                  </a:lnTo>
                  <a:lnTo>
                    <a:pt x="3463" y="4404"/>
                  </a:lnTo>
                  <a:cubicBezTo>
                    <a:pt x="3488" y="4389"/>
                    <a:pt x="3510" y="4382"/>
                    <a:pt x="3528" y="4382"/>
                  </a:cubicBezTo>
                  <a:cubicBezTo>
                    <a:pt x="3583" y="4382"/>
                    <a:pt x="3589" y="4451"/>
                    <a:pt x="3471" y="4526"/>
                  </a:cubicBezTo>
                  <a:cubicBezTo>
                    <a:pt x="3420" y="4587"/>
                    <a:pt x="3401" y="4610"/>
                    <a:pt x="3425" y="4610"/>
                  </a:cubicBezTo>
                  <a:cubicBezTo>
                    <a:pt x="3439" y="4610"/>
                    <a:pt x="3467" y="4602"/>
                    <a:pt x="3512" y="4591"/>
                  </a:cubicBezTo>
                  <a:cubicBezTo>
                    <a:pt x="3545" y="4582"/>
                    <a:pt x="3570" y="4577"/>
                    <a:pt x="3588" y="4577"/>
                  </a:cubicBezTo>
                  <a:cubicBezTo>
                    <a:pt x="3635" y="4577"/>
                    <a:pt x="3627" y="4609"/>
                    <a:pt x="3568" y="4680"/>
                  </a:cubicBezTo>
                  <a:cubicBezTo>
                    <a:pt x="3511" y="4718"/>
                    <a:pt x="3485" y="4733"/>
                    <a:pt x="3497" y="4733"/>
                  </a:cubicBezTo>
                  <a:cubicBezTo>
                    <a:pt x="3506" y="4733"/>
                    <a:pt x="3534" y="4726"/>
                    <a:pt x="3585" y="4712"/>
                  </a:cubicBezTo>
                  <a:cubicBezTo>
                    <a:pt x="3650" y="4695"/>
                    <a:pt x="3706" y="4687"/>
                    <a:pt x="3748" y="4687"/>
                  </a:cubicBezTo>
                  <a:cubicBezTo>
                    <a:pt x="3862" y="4687"/>
                    <a:pt x="3878" y="4745"/>
                    <a:pt x="3730" y="4834"/>
                  </a:cubicBezTo>
                  <a:cubicBezTo>
                    <a:pt x="3633" y="4899"/>
                    <a:pt x="3593" y="4955"/>
                    <a:pt x="3617" y="4988"/>
                  </a:cubicBezTo>
                  <a:cubicBezTo>
                    <a:pt x="3622" y="4997"/>
                    <a:pt x="3629" y="5001"/>
                    <a:pt x="3639" y="5001"/>
                  </a:cubicBezTo>
                  <a:cubicBezTo>
                    <a:pt x="3662" y="5001"/>
                    <a:pt x="3698" y="4978"/>
                    <a:pt x="3739" y="4955"/>
                  </a:cubicBezTo>
                  <a:cubicBezTo>
                    <a:pt x="3770" y="4921"/>
                    <a:pt x="3792" y="4905"/>
                    <a:pt x="3803" y="4905"/>
                  </a:cubicBezTo>
                  <a:cubicBezTo>
                    <a:pt x="3820" y="4905"/>
                    <a:pt x="3811" y="4946"/>
                    <a:pt x="3771" y="5020"/>
                  </a:cubicBezTo>
                  <a:cubicBezTo>
                    <a:pt x="3674" y="5207"/>
                    <a:pt x="3706" y="5272"/>
                    <a:pt x="3860" y="5304"/>
                  </a:cubicBezTo>
                  <a:cubicBezTo>
                    <a:pt x="4013" y="5359"/>
                    <a:pt x="4076" y="5433"/>
                    <a:pt x="3991" y="5433"/>
                  </a:cubicBezTo>
                  <a:cubicBezTo>
                    <a:pt x="3976" y="5433"/>
                    <a:pt x="3957" y="5430"/>
                    <a:pt x="3933" y="5426"/>
                  </a:cubicBezTo>
                  <a:cubicBezTo>
                    <a:pt x="3795" y="5426"/>
                    <a:pt x="3795" y="5426"/>
                    <a:pt x="3885" y="5458"/>
                  </a:cubicBezTo>
                  <a:lnTo>
                    <a:pt x="3974" y="5612"/>
                  </a:lnTo>
                  <a:cubicBezTo>
                    <a:pt x="3982" y="5630"/>
                    <a:pt x="4007" y="5638"/>
                    <a:pt x="4036" y="5638"/>
                  </a:cubicBezTo>
                  <a:cubicBezTo>
                    <a:pt x="4061" y="5638"/>
                    <a:pt x="4089" y="5632"/>
                    <a:pt x="4112" y="5620"/>
                  </a:cubicBezTo>
                  <a:lnTo>
                    <a:pt x="4112" y="5620"/>
                  </a:lnTo>
                  <a:cubicBezTo>
                    <a:pt x="4022" y="5709"/>
                    <a:pt x="4006" y="5799"/>
                    <a:pt x="4144" y="5807"/>
                  </a:cubicBezTo>
                  <a:lnTo>
                    <a:pt x="4176" y="5872"/>
                  </a:lnTo>
                  <a:cubicBezTo>
                    <a:pt x="4193" y="5904"/>
                    <a:pt x="4193" y="5904"/>
                    <a:pt x="4266" y="5904"/>
                  </a:cubicBezTo>
                  <a:cubicBezTo>
                    <a:pt x="4330" y="5904"/>
                    <a:pt x="4298" y="5969"/>
                    <a:pt x="4257" y="6026"/>
                  </a:cubicBezTo>
                  <a:cubicBezTo>
                    <a:pt x="4230" y="6080"/>
                    <a:pt x="4197" y="6129"/>
                    <a:pt x="4221" y="6129"/>
                  </a:cubicBezTo>
                  <a:cubicBezTo>
                    <a:pt x="4225" y="6129"/>
                    <a:pt x="4232" y="6127"/>
                    <a:pt x="4241" y="6123"/>
                  </a:cubicBezTo>
                  <a:cubicBezTo>
                    <a:pt x="4255" y="6114"/>
                    <a:pt x="4272" y="6110"/>
                    <a:pt x="4292" y="6110"/>
                  </a:cubicBezTo>
                  <a:cubicBezTo>
                    <a:pt x="4340" y="6110"/>
                    <a:pt x="4400" y="6131"/>
                    <a:pt x="4452" y="6131"/>
                  </a:cubicBezTo>
                  <a:cubicBezTo>
                    <a:pt x="4517" y="6139"/>
                    <a:pt x="4485" y="6196"/>
                    <a:pt x="4412" y="6196"/>
                  </a:cubicBezTo>
                  <a:cubicBezTo>
                    <a:pt x="4363" y="6220"/>
                    <a:pt x="4363" y="6220"/>
                    <a:pt x="4339" y="6309"/>
                  </a:cubicBezTo>
                  <a:cubicBezTo>
                    <a:pt x="4352" y="6337"/>
                    <a:pt x="4378" y="6388"/>
                    <a:pt x="4420" y="6388"/>
                  </a:cubicBezTo>
                  <a:cubicBezTo>
                    <a:pt x="4427" y="6388"/>
                    <a:pt x="4435" y="6386"/>
                    <a:pt x="4444" y="6382"/>
                  </a:cubicBezTo>
                  <a:cubicBezTo>
                    <a:pt x="4448" y="6380"/>
                    <a:pt x="4453" y="6379"/>
                    <a:pt x="4458" y="6379"/>
                  </a:cubicBezTo>
                  <a:cubicBezTo>
                    <a:pt x="4515" y="6379"/>
                    <a:pt x="4595" y="6549"/>
                    <a:pt x="4557" y="6601"/>
                  </a:cubicBezTo>
                  <a:cubicBezTo>
                    <a:pt x="4557" y="6601"/>
                    <a:pt x="4574" y="6634"/>
                    <a:pt x="4590" y="6666"/>
                  </a:cubicBezTo>
                  <a:cubicBezTo>
                    <a:pt x="4606" y="6699"/>
                    <a:pt x="4671" y="6707"/>
                    <a:pt x="4687" y="6739"/>
                  </a:cubicBezTo>
                  <a:cubicBezTo>
                    <a:pt x="4687" y="6739"/>
                    <a:pt x="4703" y="6772"/>
                    <a:pt x="4776" y="6780"/>
                  </a:cubicBezTo>
                  <a:cubicBezTo>
                    <a:pt x="4784" y="6812"/>
                    <a:pt x="4801" y="6845"/>
                    <a:pt x="4752" y="6869"/>
                  </a:cubicBezTo>
                  <a:cubicBezTo>
                    <a:pt x="4790" y="6864"/>
                    <a:pt x="4816" y="6860"/>
                    <a:pt x="4831" y="6860"/>
                  </a:cubicBezTo>
                  <a:cubicBezTo>
                    <a:pt x="4865" y="6860"/>
                    <a:pt x="4846" y="6878"/>
                    <a:pt x="4784" y="6934"/>
                  </a:cubicBezTo>
                  <a:cubicBezTo>
                    <a:pt x="4716" y="6968"/>
                    <a:pt x="4689" y="6982"/>
                    <a:pt x="4705" y="6982"/>
                  </a:cubicBezTo>
                  <a:cubicBezTo>
                    <a:pt x="4715" y="6982"/>
                    <a:pt x="4744" y="6976"/>
                    <a:pt x="4793" y="6966"/>
                  </a:cubicBezTo>
                  <a:cubicBezTo>
                    <a:pt x="4866" y="6974"/>
                    <a:pt x="4866" y="6974"/>
                    <a:pt x="4825" y="7031"/>
                  </a:cubicBezTo>
                  <a:cubicBezTo>
                    <a:pt x="4791" y="7054"/>
                    <a:pt x="4789" y="7077"/>
                    <a:pt x="4808" y="7077"/>
                  </a:cubicBezTo>
                  <a:cubicBezTo>
                    <a:pt x="4816" y="7077"/>
                    <a:pt x="4827" y="7073"/>
                    <a:pt x="4841" y="7063"/>
                  </a:cubicBezTo>
                  <a:cubicBezTo>
                    <a:pt x="4853" y="7062"/>
                    <a:pt x="4865" y="7061"/>
                    <a:pt x="4876" y="7061"/>
                  </a:cubicBezTo>
                  <a:cubicBezTo>
                    <a:pt x="4981" y="7061"/>
                    <a:pt x="5058" y="7125"/>
                    <a:pt x="4963" y="7169"/>
                  </a:cubicBezTo>
                  <a:cubicBezTo>
                    <a:pt x="4963" y="7169"/>
                    <a:pt x="4971" y="7201"/>
                    <a:pt x="5044" y="7209"/>
                  </a:cubicBezTo>
                  <a:cubicBezTo>
                    <a:pt x="5088" y="7203"/>
                    <a:pt x="5117" y="7200"/>
                    <a:pt x="5129" y="7200"/>
                  </a:cubicBezTo>
                  <a:cubicBezTo>
                    <a:pt x="5151" y="7200"/>
                    <a:pt x="5127" y="7211"/>
                    <a:pt x="5060" y="7242"/>
                  </a:cubicBezTo>
                  <a:cubicBezTo>
                    <a:pt x="4986" y="7316"/>
                    <a:pt x="4979" y="7351"/>
                    <a:pt x="5055" y="7351"/>
                  </a:cubicBezTo>
                  <a:cubicBezTo>
                    <a:pt x="5069" y="7351"/>
                    <a:pt x="5087" y="7350"/>
                    <a:pt x="5109" y="7347"/>
                  </a:cubicBezTo>
                  <a:cubicBezTo>
                    <a:pt x="5109" y="7347"/>
                    <a:pt x="5174" y="7355"/>
                    <a:pt x="5133" y="7412"/>
                  </a:cubicBezTo>
                  <a:cubicBezTo>
                    <a:pt x="5112" y="7488"/>
                    <a:pt x="5133" y="7664"/>
                    <a:pt x="5195" y="7664"/>
                  </a:cubicBezTo>
                  <a:cubicBezTo>
                    <a:pt x="5205" y="7664"/>
                    <a:pt x="5217" y="7659"/>
                    <a:pt x="5230" y="7647"/>
                  </a:cubicBezTo>
                  <a:lnTo>
                    <a:pt x="5263" y="7712"/>
                  </a:lnTo>
                  <a:cubicBezTo>
                    <a:pt x="5239" y="7801"/>
                    <a:pt x="5247" y="7834"/>
                    <a:pt x="5320" y="7842"/>
                  </a:cubicBezTo>
                  <a:lnTo>
                    <a:pt x="5393" y="7850"/>
                  </a:lnTo>
                  <a:cubicBezTo>
                    <a:pt x="5336" y="7874"/>
                    <a:pt x="5295" y="7931"/>
                    <a:pt x="5311" y="7963"/>
                  </a:cubicBezTo>
                  <a:cubicBezTo>
                    <a:pt x="5316" y="7982"/>
                    <a:pt x="5318" y="7990"/>
                    <a:pt x="5330" y="7990"/>
                  </a:cubicBezTo>
                  <a:cubicBezTo>
                    <a:pt x="5339" y="7990"/>
                    <a:pt x="5353" y="7986"/>
                    <a:pt x="5376" y="7980"/>
                  </a:cubicBezTo>
                  <a:cubicBezTo>
                    <a:pt x="5392" y="7957"/>
                    <a:pt x="5405" y="7949"/>
                    <a:pt x="5415" y="7949"/>
                  </a:cubicBezTo>
                  <a:cubicBezTo>
                    <a:pt x="5430" y="7949"/>
                    <a:pt x="5440" y="7968"/>
                    <a:pt x="5449" y="7988"/>
                  </a:cubicBezTo>
                  <a:cubicBezTo>
                    <a:pt x="5457" y="8020"/>
                    <a:pt x="5417" y="8077"/>
                    <a:pt x="5368" y="8101"/>
                  </a:cubicBezTo>
                  <a:lnTo>
                    <a:pt x="5376" y="8134"/>
                  </a:lnTo>
                  <a:cubicBezTo>
                    <a:pt x="5419" y="8115"/>
                    <a:pt x="5448" y="8108"/>
                    <a:pt x="5465" y="8108"/>
                  </a:cubicBezTo>
                  <a:cubicBezTo>
                    <a:pt x="5492" y="8108"/>
                    <a:pt x="5485" y="8127"/>
                    <a:pt x="5449" y="8142"/>
                  </a:cubicBezTo>
                  <a:cubicBezTo>
                    <a:pt x="5417" y="8174"/>
                    <a:pt x="5409" y="8223"/>
                    <a:pt x="5433" y="8263"/>
                  </a:cubicBezTo>
                  <a:cubicBezTo>
                    <a:pt x="5441" y="8261"/>
                    <a:pt x="5446" y="8260"/>
                    <a:pt x="5451" y="8260"/>
                  </a:cubicBezTo>
                  <a:cubicBezTo>
                    <a:pt x="5471" y="8260"/>
                    <a:pt x="5462" y="8278"/>
                    <a:pt x="5449" y="8278"/>
                  </a:cubicBezTo>
                  <a:cubicBezTo>
                    <a:pt x="5444" y="8278"/>
                    <a:pt x="5438" y="8274"/>
                    <a:pt x="5433" y="8263"/>
                  </a:cubicBezTo>
                  <a:lnTo>
                    <a:pt x="5376" y="8288"/>
                  </a:lnTo>
                  <a:cubicBezTo>
                    <a:pt x="5357" y="8315"/>
                    <a:pt x="5360" y="8323"/>
                    <a:pt x="5374" y="8323"/>
                  </a:cubicBezTo>
                  <a:cubicBezTo>
                    <a:pt x="5390" y="8323"/>
                    <a:pt x="5419" y="8312"/>
                    <a:pt x="5449" y="8304"/>
                  </a:cubicBezTo>
                  <a:lnTo>
                    <a:pt x="5474" y="8369"/>
                  </a:lnTo>
                  <a:cubicBezTo>
                    <a:pt x="5479" y="8388"/>
                    <a:pt x="5486" y="8408"/>
                    <a:pt x="5501" y="8408"/>
                  </a:cubicBezTo>
                  <a:cubicBezTo>
                    <a:pt x="5510" y="8408"/>
                    <a:pt x="5522" y="8399"/>
                    <a:pt x="5539" y="8377"/>
                  </a:cubicBezTo>
                  <a:cubicBezTo>
                    <a:pt x="5575" y="8366"/>
                    <a:pt x="5611" y="8353"/>
                    <a:pt x="5637" y="8353"/>
                  </a:cubicBezTo>
                  <a:cubicBezTo>
                    <a:pt x="5651" y="8353"/>
                    <a:pt x="5662" y="8357"/>
                    <a:pt x="5668" y="8369"/>
                  </a:cubicBezTo>
                  <a:cubicBezTo>
                    <a:pt x="5677" y="8364"/>
                    <a:pt x="5683" y="8363"/>
                    <a:pt x="5687" y="8363"/>
                  </a:cubicBezTo>
                  <a:cubicBezTo>
                    <a:pt x="5698" y="8363"/>
                    <a:pt x="5687" y="8379"/>
                    <a:pt x="5678" y="8379"/>
                  </a:cubicBezTo>
                  <a:cubicBezTo>
                    <a:pt x="5674" y="8379"/>
                    <a:pt x="5670" y="8376"/>
                    <a:pt x="5668" y="8369"/>
                  </a:cubicBezTo>
                  <a:cubicBezTo>
                    <a:pt x="5611" y="8393"/>
                    <a:pt x="5555" y="8417"/>
                    <a:pt x="5571" y="8450"/>
                  </a:cubicBezTo>
                  <a:cubicBezTo>
                    <a:pt x="5579" y="8482"/>
                    <a:pt x="5522" y="8507"/>
                    <a:pt x="5522" y="8507"/>
                  </a:cubicBezTo>
                  <a:cubicBezTo>
                    <a:pt x="5401" y="8515"/>
                    <a:pt x="5506" y="8628"/>
                    <a:pt x="5579" y="8636"/>
                  </a:cubicBezTo>
                  <a:cubicBezTo>
                    <a:pt x="5717" y="8661"/>
                    <a:pt x="5725" y="8693"/>
                    <a:pt x="5611" y="8742"/>
                  </a:cubicBezTo>
                  <a:cubicBezTo>
                    <a:pt x="5540" y="8769"/>
                    <a:pt x="5580" y="8789"/>
                    <a:pt x="5669" y="8789"/>
                  </a:cubicBezTo>
                  <a:cubicBezTo>
                    <a:pt x="5711" y="8789"/>
                    <a:pt x="5765" y="8785"/>
                    <a:pt x="5822" y="8774"/>
                  </a:cubicBezTo>
                  <a:lnTo>
                    <a:pt x="6001" y="8750"/>
                  </a:lnTo>
                  <a:lnTo>
                    <a:pt x="6001" y="8750"/>
                  </a:lnTo>
                  <a:lnTo>
                    <a:pt x="5838" y="8807"/>
                  </a:lnTo>
                  <a:cubicBezTo>
                    <a:pt x="5628" y="8928"/>
                    <a:pt x="5628" y="8928"/>
                    <a:pt x="5774" y="8985"/>
                  </a:cubicBezTo>
                  <a:cubicBezTo>
                    <a:pt x="5855" y="9034"/>
                    <a:pt x="5855" y="9034"/>
                    <a:pt x="5798" y="9058"/>
                  </a:cubicBezTo>
                  <a:cubicBezTo>
                    <a:pt x="5741" y="9074"/>
                    <a:pt x="5757" y="9107"/>
                    <a:pt x="5790" y="9212"/>
                  </a:cubicBezTo>
                  <a:cubicBezTo>
                    <a:pt x="5824" y="9300"/>
                    <a:pt x="5835" y="9338"/>
                    <a:pt x="5871" y="9338"/>
                  </a:cubicBezTo>
                  <a:cubicBezTo>
                    <a:pt x="5878" y="9338"/>
                    <a:pt x="5886" y="9336"/>
                    <a:pt x="5895" y="9334"/>
                  </a:cubicBezTo>
                  <a:cubicBezTo>
                    <a:pt x="5895" y="9334"/>
                    <a:pt x="5903" y="9366"/>
                    <a:pt x="5920" y="9398"/>
                  </a:cubicBezTo>
                  <a:cubicBezTo>
                    <a:pt x="5851" y="9446"/>
                    <a:pt x="5861" y="9483"/>
                    <a:pt x="5906" y="9483"/>
                  </a:cubicBezTo>
                  <a:cubicBezTo>
                    <a:pt x="5930" y="9483"/>
                    <a:pt x="5964" y="9473"/>
                    <a:pt x="6001" y="9447"/>
                  </a:cubicBezTo>
                  <a:lnTo>
                    <a:pt x="6025" y="9512"/>
                  </a:lnTo>
                  <a:lnTo>
                    <a:pt x="5968" y="9536"/>
                  </a:lnTo>
                  <a:cubicBezTo>
                    <a:pt x="5911" y="9552"/>
                    <a:pt x="5936" y="9625"/>
                    <a:pt x="6025" y="9901"/>
                  </a:cubicBezTo>
                  <a:cubicBezTo>
                    <a:pt x="6110" y="10150"/>
                    <a:pt x="6127" y="10219"/>
                    <a:pt x="6190" y="10219"/>
                  </a:cubicBezTo>
                  <a:cubicBezTo>
                    <a:pt x="6205" y="10219"/>
                    <a:pt x="6222" y="10215"/>
                    <a:pt x="6244" y="10209"/>
                  </a:cubicBezTo>
                  <a:cubicBezTo>
                    <a:pt x="6255" y="10209"/>
                    <a:pt x="6266" y="10208"/>
                    <a:pt x="6275" y="10208"/>
                  </a:cubicBezTo>
                  <a:cubicBezTo>
                    <a:pt x="6374" y="10208"/>
                    <a:pt x="6372" y="10245"/>
                    <a:pt x="6268" y="10274"/>
                  </a:cubicBezTo>
                  <a:cubicBezTo>
                    <a:pt x="6218" y="10288"/>
                    <a:pt x="6175" y="10334"/>
                    <a:pt x="6203" y="10334"/>
                  </a:cubicBezTo>
                  <a:cubicBezTo>
                    <a:pt x="6207" y="10334"/>
                    <a:pt x="6213" y="10333"/>
                    <a:pt x="6220" y="10331"/>
                  </a:cubicBezTo>
                  <a:lnTo>
                    <a:pt x="6220" y="10331"/>
                  </a:lnTo>
                  <a:cubicBezTo>
                    <a:pt x="6236" y="10371"/>
                    <a:pt x="6220" y="10420"/>
                    <a:pt x="6195" y="10452"/>
                  </a:cubicBezTo>
                  <a:cubicBezTo>
                    <a:pt x="6130" y="10563"/>
                    <a:pt x="6159" y="10595"/>
                    <a:pt x="6203" y="10595"/>
                  </a:cubicBezTo>
                  <a:cubicBezTo>
                    <a:pt x="6213" y="10595"/>
                    <a:pt x="6225" y="10593"/>
                    <a:pt x="6236" y="10590"/>
                  </a:cubicBezTo>
                  <a:cubicBezTo>
                    <a:pt x="6272" y="10565"/>
                    <a:pt x="6290" y="10555"/>
                    <a:pt x="6296" y="10555"/>
                  </a:cubicBezTo>
                  <a:cubicBezTo>
                    <a:pt x="6308" y="10555"/>
                    <a:pt x="6276" y="10591"/>
                    <a:pt x="6244" y="10623"/>
                  </a:cubicBezTo>
                  <a:cubicBezTo>
                    <a:pt x="6201" y="10666"/>
                    <a:pt x="6164" y="10715"/>
                    <a:pt x="6195" y="10715"/>
                  </a:cubicBezTo>
                  <a:cubicBezTo>
                    <a:pt x="6199" y="10715"/>
                    <a:pt x="6205" y="10714"/>
                    <a:pt x="6211" y="10712"/>
                  </a:cubicBezTo>
                  <a:cubicBezTo>
                    <a:pt x="6276" y="10728"/>
                    <a:pt x="6398" y="10915"/>
                    <a:pt x="6284" y="10947"/>
                  </a:cubicBezTo>
                  <a:lnTo>
                    <a:pt x="6301" y="11020"/>
                  </a:lnTo>
                  <a:cubicBezTo>
                    <a:pt x="6306" y="11018"/>
                    <a:pt x="6311" y="11018"/>
                    <a:pt x="6316" y="11018"/>
                  </a:cubicBezTo>
                  <a:cubicBezTo>
                    <a:pt x="6361" y="11018"/>
                    <a:pt x="6375" y="11083"/>
                    <a:pt x="6390" y="11142"/>
                  </a:cubicBezTo>
                  <a:cubicBezTo>
                    <a:pt x="6414" y="11215"/>
                    <a:pt x="6422" y="11247"/>
                    <a:pt x="6366" y="11263"/>
                  </a:cubicBezTo>
                  <a:cubicBezTo>
                    <a:pt x="6353" y="11260"/>
                    <a:pt x="6343" y="11259"/>
                    <a:pt x="6335" y="11259"/>
                  </a:cubicBezTo>
                  <a:cubicBezTo>
                    <a:pt x="6298" y="11259"/>
                    <a:pt x="6315" y="11289"/>
                    <a:pt x="6382" y="11336"/>
                  </a:cubicBezTo>
                  <a:cubicBezTo>
                    <a:pt x="6390" y="11369"/>
                    <a:pt x="6511" y="11377"/>
                    <a:pt x="6520" y="11409"/>
                  </a:cubicBezTo>
                  <a:cubicBezTo>
                    <a:pt x="6532" y="11406"/>
                    <a:pt x="6545" y="11404"/>
                    <a:pt x="6558" y="11404"/>
                  </a:cubicBezTo>
                  <a:cubicBezTo>
                    <a:pt x="6605" y="11404"/>
                    <a:pt x="6651" y="11424"/>
                    <a:pt x="6657" y="11450"/>
                  </a:cubicBezTo>
                  <a:lnTo>
                    <a:pt x="6601" y="11466"/>
                  </a:lnTo>
                  <a:lnTo>
                    <a:pt x="6479" y="11498"/>
                  </a:lnTo>
                  <a:cubicBezTo>
                    <a:pt x="6492" y="11525"/>
                    <a:pt x="6500" y="11551"/>
                    <a:pt x="6533" y="11551"/>
                  </a:cubicBezTo>
                  <a:cubicBezTo>
                    <a:pt x="6541" y="11551"/>
                    <a:pt x="6550" y="11550"/>
                    <a:pt x="6560" y="11547"/>
                  </a:cubicBezTo>
                  <a:lnTo>
                    <a:pt x="6560" y="11547"/>
                  </a:lnTo>
                  <a:cubicBezTo>
                    <a:pt x="6511" y="11596"/>
                    <a:pt x="6520" y="11636"/>
                    <a:pt x="6536" y="11701"/>
                  </a:cubicBezTo>
                  <a:cubicBezTo>
                    <a:pt x="6552" y="11774"/>
                    <a:pt x="6576" y="11847"/>
                    <a:pt x="6641" y="11863"/>
                  </a:cubicBezTo>
                  <a:cubicBezTo>
                    <a:pt x="6536" y="11952"/>
                    <a:pt x="6568" y="12115"/>
                    <a:pt x="6698" y="12147"/>
                  </a:cubicBezTo>
                  <a:cubicBezTo>
                    <a:pt x="6704" y="12146"/>
                    <a:pt x="6709" y="12146"/>
                    <a:pt x="6714" y="12146"/>
                  </a:cubicBezTo>
                  <a:cubicBezTo>
                    <a:pt x="6756" y="12146"/>
                    <a:pt x="6758" y="12176"/>
                    <a:pt x="6714" y="12220"/>
                  </a:cubicBezTo>
                  <a:cubicBezTo>
                    <a:pt x="6665" y="12269"/>
                    <a:pt x="6665" y="12269"/>
                    <a:pt x="6730" y="12293"/>
                  </a:cubicBezTo>
                  <a:cubicBezTo>
                    <a:pt x="6795" y="12309"/>
                    <a:pt x="6747" y="12358"/>
                    <a:pt x="6690" y="12406"/>
                  </a:cubicBezTo>
                  <a:cubicBezTo>
                    <a:pt x="6584" y="12471"/>
                    <a:pt x="6593" y="12504"/>
                    <a:pt x="6657" y="12528"/>
                  </a:cubicBezTo>
                  <a:cubicBezTo>
                    <a:pt x="6706" y="12569"/>
                    <a:pt x="6747" y="12625"/>
                    <a:pt x="6755" y="12690"/>
                  </a:cubicBezTo>
                  <a:cubicBezTo>
                    <a:pt x="6805" y="12729"/>
                    <a:pt x="6824" y="12761"/>
                    <a:pt x="6847" y="12761"/>
                  </a:cubicBezTo>
                  <a:cubicBezTo>
                    <a:pt x="6858" y="12761"/>
                    <a:pt x="6869" y="12754"/>
                    <a:pt x="6884" y="12739"/>
                  </a:cubicBezTo>
                  <a:cubicBezTo>
                    <a:pt x="6896" y="12736"/>
                    <a:pt x="6909" y="12735"/>
                    <a:pt x="6922" y="12735"/>
                  </a:cubicBezTo>
                  <a:cubicBezTo>
                    <a:pt x="6953" y="12735"/>
                    <a:pt x="6985" y="12741"/>
                    <a:pt x="7014" y="12747"/>
                  </a:cubicBezTo>
                  <a:cubicBezTo>
                    <a:pt x="7055" y="12788"/>
                    <a:pt x="7048" y="12806"/>
                    <a:pt x="7035" y="12806"/>
                  </a:cubicBezTo>
                  <a:cubicBezTo>
                    <a:pt x="7027" y="12806"/>
                    <a:pt x="7017" y="12800"/>
                    <a:pt x="7014" y="12787"/>
                  </a:cubicBezTo>
                  <a:cubicBezTo>
                    <a:pt x="6990" y="12763"/>
                    <a:pt x="6975" y="12754"/>
                    <a:pt x="6963" y="12754"/>
                  </a:cubicBezTo>
                  <a:cubicBezTo>
                    <a:pt x="6943" y="12754"/>
                    <a:pt x="6931" y="12781"/>
                    <a:pt x="6901" y="12812"/>
                  </a:cubicBezTo>
                  <a:cubicBezTo>
                    <a:pt x="6860" y="12852"/>
                    <a:pt x="6852" y="12909"/>
                    <a:pt x="6868" y="12966"/>
                  </a:cubicBezTo>
                  <a:cubicBezTo>
                    <a:pt x="6868" y="12998"/>
                    <a:pt x="6884" y="13071"/>
                    <a:pt x="6893" y="13104"/>
                  </a:cubicBezTo>
                  <a:cubicBezTo>
                    <a:pt x="6856" y="13214"/>
                    <a:pt x="6859" y="13251"/>
                    <a:pt x="6902" y="13251"/>
                  </a:cubicBezTo>
                  <a:cubicBezTo>
                    <a:pt x="6907" y="13251"/>
                    <a:pt x="6911" y="13250"/>
                    <a:pt x="6917" y="13250"/>
                  </a:cubicBezTo>
                  <a:lnTo>
                    <a:pt x="6974" y="13242"/>
                  </a:lnTo>
                  <a:lnTo>
                    <a:pt x="6974" y="13242"/>
                  </a:lnTo>
                  <a:cubicBezTo>
                    <a:pt x="6860" y="13298"/>
                    <a:pt x="6933" y="13687"/>
                    <a:pt x="7055" y="13704"/>
                  </a:cubicBezTo>
                  <a:lnTo>
                    <a:pt x="6998" y="13712"/>
                  </a:lnTo>
                  <a:cubicBezTo>
                    <a:pt x="6933" y="13720"/>
                    <a:pt x="6941" y="13760"/>
                    <a:pt x="6949" y="13825"/>
                  </a:cubicBezTo>
                  <a:cubicBezTo>
                    <a:pt x="6990" y="13914"/>
                    <a:pt x="7022" y="14012"/>
                    <a:pt x="7047" y="14109"/>
                  </a:cubicBezTo>
                  <a:cubicBezTo>
                    <a:pt x="7070" y="14242"/>
                    <a:pt x="7078" y="14345"/>
                    <a:pt x="7137" y="14345"/>
                  </a:cubicBezTo>
                  <a:cubicBezTo>
                    <a:pt x="7139" y="14345"/>
                    <a:pt x="7142" y="14344"/>
                    <a:pt x="7144" y="14344"/>
                  </a:cubicBezTo>
                  <a:lnTo>
                    <a:pt x="7144" y="14344"/>
                  </a:lnTo>
                  <a:cubicBezTo>
                    <a:pt x="7144" y="14385"/>
                    <a:pt x="7144" y="14385"/>
                    <a:pt x="7087" y="14393"/>
                  </a:cubicBezTo>
                  <a:cubicBezTo>
                    <a:pt x="7070" y="14384"/>
                    <a:pt x="7058" y="14381"/>
                    <a:pt x="7050" y="14381"/>
                  </a:cubicBezTo>
                  <a:cubicBezTo>
                    <a:pt x="7026" y="14381"/>
                    <a:pt x="7030" y="14409"/>
                    <a:pt x="7030" y="14433"/>
                  </a:cubicBezTo>
                  <a:cubicBezTo>
                    <a:pt x="7035" y="14457"/>
                    <a:pt x="7057" y="14464"/>
                    <a:pt x="7086" y="14464"/>
                  </a:cubicBezTo>
                  <a:cubicBezTo>
                    <a:pt x="7106" y="14464"/>
                    <a:pt x="7129" y="14461"/>
                    <a:pt x="7152" y="14458"/>
                  </a:cubicBezTo>
                  <a:cubicBezTo>
                    <a:pt x="7158" y="14457"/>
                    <a:pt x="7164" y="14456"/>
                    <a:pt x="7169" y="14456"/>
                  </a:cubicBezTo>
                  <a:cubicBezTo>
                    <a:pt x="7216" y="14456"/>
                    <a:pt x="7212" y="14490"/>
                    <a:pt x="7168" y="14563"/>
                  </a:cubicBezTo>
                  <a:cubicBezTo>
                    <a:pt x="7120" y="14660"/>
                    <a:pt x="7136" y="14774"/>
                    <a:pt x="7201" y="14855"/>
                  </a:cubicBezTo>
                  <a:cubicBezTo>
                    <a:pt x="7201" y="14887"/>
                    <a:pt x="7209" y="14920"/>
                    <a:pt x="7144" y="14928"/>
                  </a:cubicBezTo>
                  <a:cubicBezTo>
                    <a:pt x="7087" y="14977"/>
                    <a:pt x="7038" y="15050"/>
                    <a:pt x="7160" y="15106"/>
                  </a:cubicBezTo>
                  <a:cubicBezTo>
                    <a:pt x="7168" y="15147"/>
                    <a:pt x="7168" y="15147"/>
                    <a:pt x="7111" y="15155"/>
                  </a:cubicBezTo>
                  <a:cubicBezTo>
                    <a:pt x="7055" y="15195"/>
                    <a:pt x="6990" y="15195"/>
                    <a:pt x="7111" y="15220"/>
                  </a:cubicBezTo>
                  <a:cubicBezTo>
                    <a:pt x="7184" y="15293"/>
                    <a:pt x="7192" y="15398"/>
                    <a:pt x="7136" y="15471"/>
                  </a:cubicBezTo>
                  <a:cubicBezTo>
                    <a:pt x="7144" y="15512"/>
                    <a:pt x="7144" y="15544"/>
                    <a:pt x="7201" y="15544"/>
                  </a:cubicBezTo>
                  <a:lnTo>
                    <a:pt x="7265" y="15536"/>
                  </a:lnTo>
                  <a:lnTo>
                    <a:pt x="7265" y="15536"/>
                  </a:lnTo>
                  <a:cubicBezTo>
                    <a:pt x="7144" y="15585"/>
                    <a:pt x="7144" y="15585"/>
                    <a:pt x="7274" y="15609"/>
                  </a:cubicBezTo>
                  <a:cubicBezTo>
                    <a:pt x="7279" y="15608"/>
                    <a:pt x="7283" y="15608"/>
                    <a:pt x="7288" y="15608"/>
                  </a:cubicBezTo>
                  <a:cubicBezTo>
                    <a:pt x="7330" y="15608"/>
                    <a:pt x="7325" y="15641"/>
                    <a:pt x="7274" y="15641"/>
                  </a:cubicBezTo>
                  <a:cubicBezTo>
                    <a:pt x="7217" y="15682"/>
                    <a:pt x="7217" y="15722"/>
                    <a:pt x="7217" y="15722"/>
                  </a:cubicBezTo>
                  <a:cubicBezTo>
                    <a:pt x="7257" y="15852"/>
                    <a:pt x="7282" y="15982"/>
                    <a:pt x="7298" y="16112"/>
                  </a:cubicBezTo>
                  <a:cubicBezTo>
                    <a:pt x="7314" y="16404"/>
                    <a:pt x="7322" y="16509"/>
                    <a:pt x="7379" y="16509"/>
                  </a:cubicBezTo>
                  <a:cubicBezTo>
                    <a:pt x="7444" y="16541"/>
                    <a:pt x="7444" y="16541"/>
                    <a:pt x="7379" y="16582"/>
                  </a:cubicBezTo>
                  <a:cubicBezTo>
                    <a:pt x="7338" y="16606"/>
                    <a:pt x="7322" y="16647"/>
                    <a:pt x="7322" y="16695"/>
                  </a:cubicBezTo>
                  <a:cubicBezTo>
                    <a:pt x="7322" y="16728"/>
                    <a:pt x="7322" y="16768"/>
                    <a:pt x="7265" y="16768"/>
                  </a:cubicBezTo>
                  <a:cubicBezTo>
                    <a:pt x="7330" y="16801"/>
                    <a:pt x="7330" y="16801"/>
                    <a:pt x="7330" y="16841"/>
                  </a:cubicBezTo>
                  <a:cubicBezTo>
                    <a:pt x="7265" y="16841"/>
                    <a:pt x="7265" y="16874"/>
                    <a:pt x="7330" y="16906"/>
                  </a:cubicBezTo>
                  <a:cubicBezTo>
                    <a:pt x="7444" y="16939"/>
                    <a:pt x="7444" y="16947"/>
                    <a:pt x="7330" y="16947"/>
                  </a:cubicBezTo>
                  <a:cubicBezTo>
                    <a:pt x="7275" y="16947"/>
                    <a:pt x="7226" y="17028"/>
                    <a:pt x="7247" y="17028"/>
                  </a:cubicBezTo>
                  <a:cubicBezTo>
                    <a:pt x="7251" y="17028"/>
                    <a:pt x="7257" y="17026"/>
                    <a:pt x="7265" y="17020"/>
                  </a:cubicBezTo>
                  <a:cubicBezTo>
                    <a:pt x="7330" y="17020"/>
                    <a:pt x="7330" y="17093"/>
                    <a:pt x="7387" y="17125"/>
                  </a:cubicBezTo>
                  <a:cubicBezTo>
                    <a:pt x="7395" y="17166"/>
                    <a:pt x="7395" y="17198"/>
                    <a:pt x="7330" y="17198"/>
                  </a:cubicBezTo>
                  <a:cubicBezTo>
                    <a:pt x="7274" y="17239"/>
                    <a:pt x="7338" y="17417"/>
                    <a:pt x="7395" y="17449"/>
                  </a:cubicBezTo>
                  <a:cubicBezTo>
                    <a:pt x="7452" y="17449"/>
                    <a:pt x="7460" y="17490"/>
                    <a:pt x="7395" y="17490"/>
                  </a:cubicBezTo>
                  <a:cubicBezTo>
                    <a:pt x="7338" y="17490"/>
                    <a:pt x="7338" y="17522"/>
                    <a:pt x="7338" y="17563"/>
                  </a:cubicBezTo>
                  <a:cubicBezTo>
                    <a:pt x="7395" y="17595"/>
                    <a:pt x="7338" y="17595"/>
                    <a:pt x="7274" y="17595"/>
                  </a:cubicBezTo>
                  <a:cubicBezTo>
                    <a:pt x="7259" y="17587"/>
                    <a:pt x="7248" y="17583"/>
                    <a:pt x="7240" y="17583"/>
                  </a:cubicBezTo>
                  <a:cubicBezTo>
                    <a:pt x="7217" y="17583"/>
                    <a:pt x="7217" y="17615"/>
                    <a:pt x="7217" y="17668"/>
                  </a:cubicBezTo>
                  <a:cubicBezTo>
                    <a:pt x="7274" y="17701"/>
                    <a:pt x="7265" y="17847"/>
                    <a:pt x="7265" y="17960"/>
                  </a:cubicBezTo>
                  <a:cubicBezTo>
                    <a:pt x="7265" y="18139"/>
                    <a:pt x="7322" y="18171"/>
                    <a:pt x="7436" y="18252"/>
                  </a:cubicBezTo>
                  <a:lnTo>
                    <a:pt x="7557" y="18293"/>
                  </a:lnTo>
                  <a:lnTo>
                    <a:pt x="7436" y="18285"/>
                  </a:lnTo>
                  <a:cubicBezTo>
                    <a:pt x="7379" y="18293"/>
                    <a:pt x="7314" y="18301"/>
                    <a:pt x="7257" y="18317"/>
                  </a:cubicBezTo>
                  <a:cubicBezTo>
                    <a:pt x="7257" y="18357"/>
                    <a:pt x="7314" y="18357"/>
                    <a:pt x="7379" y="18357"/>
                  </a:cubicBezTo>
                  <a:cubicBezTo>
                    <a:pt x="7436" y="18357"/>
                    <a:pt x="7436" y="18398"/>
                    <a:pt x="7371" y="18463"/>
                  </a:cubicBezTo>
                  <a:cubicBezTo>
                    <a:pt x="7314" y="18536"/>
                    <a:pt x="7306" y="18568"/>
                    <a:pt x="7363" y="18609"/>
                  </a:cubicBezTo>
                  <a:cubicBezTo>
                    <a:pt x="7371" y="18657"/>
                    <a:pt x="7338" y="18698"/>
                    <a:pt x="7298" y="18714"/>
                  </a:cubicBezTo>
                  <a:cubicBezTo>
                    <a:pt x="7298" y="18755"/>
                    <a:pt x="7298" y="18755"/>
                    <a:pt x="7355" y="18755"/>
                  </a:cubicBezTo>
                  <a:cubicBezTo>
                    <a:pt x="7420" y="18755"/>
                    <a:pt x="7411" y="18795"/>
                    <a:pt x="7355" y="18828"/>
                  </a:cubicBezTo>
                  <a:cubicBezTo>
                    <a:pt x="7233" y="18860"/>
                    <a:pt x="7225" y="18966"/>
                    <a:pt x="7282" y="18966"/>
                  </a:cubicBezTo>
                  <a:cubicBezTo>
                    <a:pt x="7347" y="18974"/>
                    <a:pt x="7338" y="19006"/>
                    <a:pt x="7338" y="19047"/>
                  </a:cubicBezTo>
                  <a:cubicBezTo>
                    <a:pt x="7330" y="19087"/>
                    <a:pt x="7355" y="19136"/>
                    <a:pt x="7395" y="19160"/>
                  </a:cubicBezTo>
                  <a:cubicBezTo>
                    <a:pt x="7387" y="19193"/>
                    <a:pt x="7387" y="19225"/>
                    <a:pt x="7387" y="19225"/>
                  </a:cubicBezTo>
                  <a:cubicBezTo>
                    <a:pt x="7387" y="19237"/>
                    <a:pt x="7382" y="19242"/>
                    <a:pt x="7375" y="19242"/>
                  </a:cubicBezTo>
                  <a:cubicBezTo>
                    <a:pt x="7358" y="19242"/>
                    <a:pt x="7330" y="19215"/>
                    <a:pt x="7330" y="19193"/>
                  </a:cubicBezTo>
                  <a:lnTo>
                    <a:pt x="7265" y="19225"/>
                  </a:lnTo>
                  <a:cubicBezTo>
                    <a:pt x="7265" y="19290"/>
                    <a:pt x="7257" y="19330"/>
                    <a:pt x="7314" y="19371"/>
                  </a:cubicBezTo>
                  <a:cubicBezTo>
                    <a:pt x="7398" y="19399"/>
                    <a:pt x="7424" y="19408"/>
                    <a:pt x="7392" y="19408"/>
                  </a:cubicBezTo>
                  <a:cubicBezTo>
                    <a:pt x="7378" y="19408"/>
                    <a:pt x="7352" y="19406"/>
                    <a:pt x="7314" y="19403"/>
                  </a:cubicBezTo>
                  <a:cubicBezTo>
                    <a:pt x="7257" y="19403"/>
                    <a:pt x="7192" y="19436"/>
                    <a:pt x="7249" y="19476"/>
                  </a:cubicBezTo>
                  <a:cubicBezTo>
                    <a:pt x="7363" y="19517"/>
                    <a:pt x="7306" y="19549"/>
                    <a:pt x="7241" y="19549"/>
                  </a:cubicBezTo>
                  <a:cubicBezTo>
                    <a:pt x="7200" y="19532"/>
                    <a:pt x="7174" y="19521"/>
                    <a:pt x="7162" y="19521"/>
                  </a:cubicBezTo>
                  <a:cubicBezTo>
                    <a:pt x="7141" y="19521"/>
                    <a:pt x="7166" y="19556"/>
                    <a:pt x="7233" y="19655"/>
                  </a:cubicBezTo>
                  <a:cubicBezTo>
                    <a:pt x="7225" y="19728"/>
                    <a:pt x="7274" y="19874"/>
                    <a:pt x="7257" y="19979"/>
                  </a:cubicBezTo>
                  <a:cubicBezTo>
                    <a:pt x="7241" y="20125"/>
                    <a:pt x="7241" y="20198"/>
                    <a:pt x="7176" y="20230"/>
                  </a:cubicBezTo>
                  <a:cubicBezTo>
                    <a:pt x="7170" y="20230"/>
                    <a:pt x="7164" y="20229"/>
                    <a:pt x="7159" y="20228"/>
                  </a:cubicBezTo>
                  <a:lnTo>
                    <a:pt x="7159" y="20228"/>
                  </a:lnTo>
                  <a:cubicBezTo>
                    <a:pt x="7233" y="20244"/>
                    <a:pt x="7231" y="20287"/>
                    <a:pt x="7217" y="20376"/>
                  </a:cubicBezTo>
                  <a:cubicBezTo>
                    <a:pt x="7160" y="20449"/>
                    <a:pt x="7176" y="20555"/>
                    <a:pt x="7249" y="20603"/>
                  </a:cubicBezTo>
                  <a:lnTo>
                    <a:pt x="7257" y="20530"/>
                  </a:lnTo>
                  <a:cubicBezTo>
                    <a:pt x="7379" y="20547"/>
                    <a:pt x="7371" y="20579"/>
                    <a:pt x="7306" y="20644"/>
                  </a:cubicBezTo>
                  <a:cubicBezTo>
                    <a:pt x="7301" y="20665"/>
                    <a:pt x="7274" y="20673"/>
                    <a:pt x="7237" y="20673"/>
                  </a:cubicBezTo>
                  <a:cubicBezTo>
                    <a:pt x="7219" y="20673"/>
                    <a:pt x="7198" y="20671"/>
                    <a:pt x="7176" y="20668"/>
                  </a:cubicBezTo>
                  <a:cubicBezTo>
                    <a:pt x="7169" y="20667"/>
                    <a:pt x="7161" y="20667"/>
                    <a:pt x="7154" y="20667"/>
                  </a:cubicBezTo>
                  <a:cubicBezTo>
                    <a:pt x="7104" y="20667"/>
                    <a:pt x="7055" y="20690"/>
                    <a:pt x="7055" y="20725"/>
                  </a:cubicBezTo>
                  <a:cubicBezTo>
                    <a:pt x="7049" y="20749"/>
                    <a:pt x="7042" y="20774"/>
                    <a:pt x="7068" y="20774"/>
                  </a:cubicBezTo>
                  <a:cubicBezTo>
                    <a:pt x="7076" y="20774"/>
                    <a:pt x="7087" y="20771"/>
                    <a:pt x="7103" y="20765"/>
                  </a:cubicBezTo>
                  <a:cubicBezTo>
                    <a:pt x="7168" y="20774"/>
                    <a:pt x="7168" y="20774"/>
                    <a:pt x="7160" y="20806"/>
                  </a:cubicBezTo>
                  <a:cubicBezTo>
                    <a:pt x="7144" y="20855"/>
                    <a:pt x="7168" y="20903"/>
                    <a:pt x="7201" y="20928"/>
                  </a:cubicBezTo>
                  <a:cubicBezTo>
                    <a:pt x="7265" y="20936"/>
                    <a:pt x="7257" y="20968"/>
                    <a:pt x="7249" y="21001"/>
                  </a:cubicBezTo>
                  <a:cubicBezTo>
                    <a:pt x="7217" y="21025"/>
                    <a:pt x="7184" y="21057"/>
                    <a:pt x="7176" y="21106"/>
                  </a:cubicBezTo>
                  <a:lnTo>
                    <a:pt x="7120" y="21098"/>
                  </a:lnTo>
                  <a:cubicBezTo>
                    <a:pt x="7109" y="21096"/>
                    <a:pt x="7098" y="21095"/>
                    <a:pt x="7087" y="21095"/>
                  </a:cubicBezTo>
                  <a:cubicBezTo>
                    <a:pt x="7057" y="21095"/>
                    <a:pt x="7028" y="21102"/>
                    <a:pt x="6998" y="21114"/>
                  </a:cubicBezTo>
                  <a:cubicBezTo>
                    <a:pt x="6990" y="21147"/>
                    <a:pt x="7047" y="21155"/>
                    <a:pt x="7047" y="21155"/>
                  </a:cubicBezTo>
                  <a:cubicBezTo>
                    <a:pt x="7120" y="21171"/>
                    <a:pt x="6965" y="22022"/>
                    <a:pt x="6941" y="22128"/>
                  </a:cubicBezTo>
                  <a:cubicBezTo>
                    <a:pt x="6883" y="22186"/>
                    <a:pt x="6857" y="22277"/>
                    <a:pt x="6900" y="22277"/>
                  </a:cubicBezTo>
                  <a:cubicBezTo>
                    <a:pt x="6905" y="22277"/>
                    <a:pt x="6910" y="22276"/>
                    <a:pt x="6917" y="22274"/>
                  </a:cubicBezTo>
                  <a:lnTo>
                    <a:pt x="6917" y="22274"/>
                  </a:lnTo>
                  <a:cubicBezTo>
                    <a:pt x="6982" y="22282"/>
                    <a:pt x="6941" y="22460"/>
                    <a:pt x="6893" y="22671"/>
                  </a:cubicBezTo>
                  <a:cubicBezTo>
                    <a:pt x="6836" y="22922"/>
                    <a:pt x="6803" y="23092"/>
                    <a:pt x="6860" y="23109"/>
                  </a:cubicBezTo>
                  <a:lnTo>
                    <a:pt x="6836" y="23214"/>
                  </a:lnTo>
                  <a:cubicBezTo>
                    <a:pt x="6820" y="23287"/>
                    <a:pt x="6860" y="23368"/>
                    <a:pt x="6852" y="23409"/>
                  </a:cubicBezTo>
                  <a:cubicBezTo>
                    <a:pt x="6884" y="23440"/>
                    <a:pt x="6891" y="23465"/>
                    <a:pt x="6879" y="23465"/>
                  </a:cubicBezTo>
                  <a:cubicBezTo>
                    <a:pt x="6873" y="23465"/>
                    <a:pt x="6861" y="23458"/>
                    <a:pt x="6844" y="23441"/>
                  </a:cubicBezTo>
                  <a:cubicBezTo>
                    <a:pt x="6815" y="23433"/>
                    <a:pt x="6785" y="23427"/>
                    <a:pt x="6761" y="23427"/>
                  </a:cubicBezTo>
                  <a:cubicBezTo>
                    <a:pt x="6736" y="23427"/>
                    <a:pt x="6718" y="23433"/>
                    <a:pt x="6714" y="23449"/>
                  </a:cubicBezTo>
                  <a:cubicBezTo>
                    <a:pt x="6698" y="23522"/>
                    <a:pt x="6755" y="23530"/>
                    <a:pt x="6811" y="23546"/>
                  </a:cubicBezTo>
                  <a:cubicBezTo>
                    <a:pt x="6868" y="23563"/>
                    <a:pt x="6860" y="23595"/>
                    <a:pt x="6860" y="23595"/>
                  </a:cubicBezTo>
                  <a:cubicBezTo>
                    <a:pt x="6855" y="23620"/>
                    <a:pt x="6853" y="23630"/>
                    <a:pt x="6839" y="23630"/>
                  </a:cubicBezTo>
                  <a:cubicBezTo>
                    <a:pt x="6831" y="23630"/>
                    <a:pt x="6817" y="23626"/>
                    <a:pt x="6795" y="23619"/>
                  </a:cubicBezTo>
                  <a:lnTo>
                    <a:pt x="6682" y="23587"/>
                  </a:lnTo>
                  <a:lnTo>
                    <a:pt x="6674" y="23628"/>
                  </a:lnTo>
                  <a:cubicBezTo>
                    <a:pt x="6730" y="23636"/>
                    <a:pt x="6722" y="23676"/>
                    <a:pt x="6722" y="23676"/>
                  </a:cubicBezTo>
                  <a:cubicBezTo>
                    <a:pt x="6718" y="23692"/>
                    <a:pt x="6716" y="23700"/>
                    <a:pt x="6700" y="23700"/>
                  </a:cubicBezTo>
                  <a:cubicBezTo>
                    <a:pt x="6684" y="23700"/>
                    <a:pt x="6653" y="23692"/>
                    <a:pt x="6593" y="23676"/>
                  </a:cubicBezTo>
                  <a:cubicBezTo>
                    <a:pt x="6567" y="23671"/>
                    <a:pt x="6547" y="23668"/>
                    <a:pt x="6532" y="23668"/>
                  </a:cubicBezTo>
                  <a:cubicBezTo>
                    <a:pt x="6481" y="23668"/>
                    <a:pt x="6495" y="23699"/>
                    <a:pt x="6576" y="23749"/>
                  </a:cubicBezTo>
                  <a:lnTo>
                    <a:pt x="6617" y="23830"/>
                  </a:lnTo>
                  <a:cubicBezTo>
                    <a:pt x="6487" y="23838"/>
                    <a:pt x="6584" y="23936"/>
                    <a:pt x="6633" y="23992"/>
                  </a:cubicBezTo>
                  <a:cubicBezTo>
                    <a:pt x="6511" y="23992"/>
                    <a:pt x="6503" y="24025"/>
                    <a:pt x="6609" y="24098"/>
                  </a:cubicBezTo>
                  <a:cubicBezTo>
                    <a:pt x="6665" y="24114"/>
                    <a:pt x="6657" y="24146"/>
                    <a:pt x="6593" y="24163"/>
                  </a:cubicBezTo>
                  <a:cubicBezTo>
                    <a:pt x="6528" y="24187"/>
                    <a:pt x="6511" y="24219"/>
                    <a:pt x="6495" y="24292"/>
                  </a:cubicBezTo>
                  <a:cubicBezTo>
                    <a:pt x="6544" y="24341"/>
                    <a:pt x="6471" y="24584"/>
                    <a:pt x="6382" y="24860"/>
                  </a:cubicBezTo>
                  <a:cubicBezTo>
                    <a:pt x="6293" y="25176"/>
                    <a:pt x="6211" y="25379"/>
                    <a:pt x="6276" y="25395"/>
                  </a:cubicBezTo>
                  <a:cubicBezTo>
                    <a:pt x="6260" y="25427"/>
                    <a:pt x="6260" y="25427"/>
                    <a:pt x="6195" y="25444"/>
                  </a:cubicBezTo>
                  <a:cubicBezTo>
                    <a:pt x="6186" y="25441"/>
                    <a:pt x="6177" y="25440"/>
                    <a:pt x="6170" y="25440"/>
                  </a:cubicBezTo>
                  <a:cubicBezTo>
                    <a:pt x="6136" y="25440"/>
                    <a:pt x="6140" y="25472"/>
                    <a:pt x="6228" y="25533"/>
                  </a:cubicBezTo>
                  <a:cubicBezTo>
                    <a:pt x="6253" y="25568"/>
                    <a:pt x="6284" y="25588"/>
                    <a:pt x="6277" y="25588"/>
                  </a:cubicBezTo>
                  <a:cubicBezTo>
                    <a:pt x="6273" y="25588"/>
                    <a:pt x="6254" y="25581"/>
                    <a:pt x="6211" y="25565"/>
                  </a:cubicBezTo>
                  <a:cubicBezTo>
                    <a:pt x="6206" y="25564"/>
                    <a:pt x="6201" y="25563"/>
                    <a:pt x="6197" y="25563"/>
                  </a:cubicBezTo>
                  <a:cubicBezTo>
                    <a:pt x="6150" y="25563"/>
                    <a:pt x="6127" y="25634"/>
                    <a:pt x="6090" y="25752"/>
                  </a:cubicBezTo>
                  <a:cubicBezTo>
                    <a:pt x="6049" y="25857"/>
                    <a:pt x="6001" y="25995"/>
                    <a:pt x="6057" y="26019"/>
                  </a:cubicBezTo>
                  <a:cubicBezTo>
                    <a:pt x="6075" y="26068"/>
                    <a:pt x="6083" y="26088"/>
                    <a:pt x="6080" y="26088"/>
                  </a:cubicBezTo>
                  <a:cubicBezTo>
                    <a:pt x="6078" y="26088"/>
                    <a:pt x="6068" y="26074"/>
                    <a:pt x="6049" y="26052"/>
                  </a:cubicBezTo>
                  <a:cubicBezTo>
                    <a:pt x="6031" y="26038"/>
                    <a:pt x="6013" y="26032"/>
                    <a:pt x="5995" y="26032"/>
                  </a:cubicBezTo>
                  <a:cubicBezTo>
                    <a:pt x="5914" y="26032"/>
                    <a:pt x="5844" y="26151"/>
                    <a:pt x="5903" y="26271"/>
                  </a:cubicBezTo>
                  <a:cubicBezTo>
                    <a:pt x="5891" y="26295"/>
                    <a:pt x="5879" y="26320"/>
                    <a:pt x="5853" y="26320"/>
                  </a:cubicBezTo>
                  <a:cubicBezTo>
                    <a:pt x="5844" y="26320"/>
                    <a:pt x="5834" y="26317"/>
                    <a:pt x="5822" y="26311"/>
                  </a:cubicBezTo>
                  <a:cubicBezTo>
                    <a:pt x="5798" y="26376"/>
                    <a:pt x="5790" y="26441"/>
                    <a:pt x="5806" y="26506"/>
                  </a:cubicBezTo>
                  <a:cubicBezTo>
                    <a:pt x="5798" y="26538"/>
                    <a:pt x="5741" y="26676"/>
                    <a:pt x="5717" y="26741"/>
                  </a:cubicBezTo>
                  <a:cubicBezTo>
                    <a:pt x="5701" y="26790"/>
                    <a:pt x="5701" y="26846"/>
                    <a:pt x="5717" y="26895"/>
                  </a:cubicBezTo>
                  <a:cubicBezTo>
                    <a:pt x="5714" y="26906"/>
                    <a:pt x="5711" y="26918"/>
                    <a:pt x="5707" y="26927"/>
                  </a:cubicBezTo>
                  <a:lnTo>
                    <a:pt x="5707" y="26927"/>
                  </a:lnTo>
                  <a:cubicBezTo>
                    <a:pt x="5705" y="26926"/>
                    <a:pt x="5703" y="26926"/>
                    <a:pt x="5701" y="26926"/>
                  </a:cubicBezTo>
                  <a:cubicBezTo>
                    <a:pt x="5645" y="26926"/>
                    <a:pt x="5575" y="27084"/>
                    <a:pt x="5482" y="27308"/>
                  </a:cubicBezTo>
                  <a:cubicBezTo>
                    <a:pt x="5376" y="27544"/>
                    <a:pt x="5295" y="27738"/>
                    <a:pt x="5222" y="27746"/>
                  </a:cubicBezTo>
                  <a:cubicBezTo>
                    <a:pt x="5222" y="27746"/>
                    <a:pt x="5206" y="27779"/>
                    <a:pt x="5247" y="27835"/>
                  </a:cubicBezTo>
                  <a:cubicBezTo>
                    <a:pt x="5344" y="27925"/>
                    <a:pt x="5328" y="27957"/>
                    <a:pt x="5255" y="27965"/>
                  </a:cubicBezTo>
                  <a:cubicBezTo>
                    <a:pt x="5244" y="27962"/>
                    <a:pt x="5234" y="27961"/>
                    <a:pt x="5224" y="27961"/>
                  </a:cubicBezTo>
                  <a:cubicBezTo>
                    <a:pt x="5129" y="27961"/>
                    <a:pt x="5077" y="28094"/>
                    <a:pt x="5157" y="28160"/>
                  </a:cubicBezTo>
                  <a:lnTo>
                    <a:pt x="5109" y="28135"/>
                  </a:lnTo>
                  <a:cubicBezTo>
                    <a:pt x="5101" y="28134"/>
                    <a:pt x="5093" y="28134"/>
                    <a:pt x="5087" y="28134"/>
                  </a:cubicBezTo>
                  <a:cubicBezTo>
                    <a:pt x="4980" y="28134"/>
                    <a:pt x="4993" y="28246"/>
                    <a:pt x="5084" y="28322"/>
                  </a:cubicBezTo>
                  <a:cubicBezTo>
                    <a:pt x="5012" y="28330"/>
                    <a:pt x="4939" y="28338"/>
                    <a:pt x="4979" y="28395"/>
                  </a:cubicBezTo>
                  <a:cubicBezTo>
                    <a:pt x="4972" y="28409"/>
                    <a:pt x="4968" y="28417"/>
                    <a:pt x="4956" y="28417"/>
                  </a:cubicBezTo>
                  <a:cubicBezTo>
                    <a:pt x="4942" y="28417"/>
                    <a:pt x="4915" y="28405"/>
                    <a:pt x="4857" y="28379"/>
                  </a:cubicBezTo>
                  <a:cubicBezTo>
                    <a:pt x="4820" y="28357"/>
                    <a:pt x="4785" y="28339"/>
                    <a:pt x="4762" y="28339"/>
                  </a:cubicBezTo>
                  <a:cubicBezTo>
                    <a:pt x="4750" y="28339"/>
                    <a:pt x="4741" y="28344"/>
                    <a:pt x="4736" y="28354"/>
                  </a:cubicBezTo>
                  <a:cubicBezTo>
                    <a:pt x="4720" y="28387"/>
                    <a:pt x="4768" y="28411"/>
                    <a:pt x="4825" y="28443"/>
                  </a:cubicBezTo>
                  <a:cubicBezTo>
                    <a:pt x="4825" y="28443"/>
                    <a:pt x="4809" y="28476"/>
                    <a:pt x="4793" y="28508"/>
                  </a:cubicBezTo>
                  <a:cubicBezTo>
                    <a:pt x="4793" y="28508"/>
                    <a:pt x="4776" y="28541"/>
                    <a:pt x="4833" y="28565"/>
                  </a:cubicBezTo>
                  <a:cubicBezTo>
                    <a:pt x="4882" y="28589"/>
                    <a:pt x="4866" y="28622"/>
                    <a:pt x="4857" y="28654"/>
                  </a:cubicBezTo>
                  <a:cubicBezTo>
                    <a:pt x="4847" y="28650"/>
                    <a:pt x="4840" y="28648"/>
                    <a:pt x="4836" y="28648"/>
                  </a:cubicBezTo>
                  <a:cubicBezTo>
                    <a:pt x="4818" y="28648"/>
                    <a:pt x="4847" y="28679"/>
                    <a:pt x="4893" y="28679"/>
                  </a:cubicBezTo>
                  <a:cubicBezTo>
                    <a:pt x="4897" y="28679"/>
                    <a:pt x="4902" y="28679"/>
                    <a:pt x="4906" y="28679"/>
                  </a:cubicBezTo>
                  <a:cubicBezTo>
                    <a:pt x="4963" y="28711"/>
                    <a:pt x="5012" y="28735"/>
                    <a:pt x="4995" y="28768"/>
                  </a:cubicBezTo>
                  <a:lnTo>
                    <a:pt x="5109" y="28825"/>
                  </a:lnTo>
                  <a:cubicBezTo>
                    <a:pt x="5177" y="28856"/>
                    <a:pt x="5222" y="28877"/>
                    <a:pt x="5269" y="28877"/>
                  </a:cubicBezTo>
                  <a:cubicBezTo>
                    <a:pt x="5294" y="28877"/>
                    <a:pt x="5321" y="28871"/>
                    <a:pt x="5352" y="28857"/>
                  </a:cubicBezTo>
                  <a:cubicBezTo>
                    <a:pt x="5474" y="28752"/>
                    <a:pt x="5571" y="28679"/>
                    <a:pt x="5466" y="28630"/>
                  </a:cubicBezTo>
                  <a:cubicBezTo>
                    <a:pt x="5466" y="28630"/>
                    <a:pt x="5425" y="28565"/>
                    <a:pt x="5441" y="28533"/>
                  </a:cubicBezTo>
                  <a:cubicBezTo>
                    <a:pt x="5457" y="28500"/>
                    <a:pt x="5530" y="28492"/>
                    <a:pt x="5530" y="28492"/>
                  </a:cubicBezTo>
                  <a:cubicBezTo>
                    <a:pt x="5534" y="28494"/>
                    <a:pt x="5538" y="28495"/>
                    <a:pt x="5543" y="28495"/>
                  </a:cubicBezTo>
                  <a:cubicBezTo>
                    <a:pt x="5590" y="28495"/>
                    <a:pt x="5651" y="28373"/>
                    <a:pt x="5725" y="28216"/>
                  </a:cubicBezTo>
                  <a:cubicBezTo>
                    <a:pt x="5830" y="28022"/>
                    <a:pt x="5863" y="27916"/>
                    <a:pt x="5936" y="27908"/>
                  </a:cubicBezTo>
                  <a:cubicBezTo>
                    <a:pt x="6009" y="27892"/>
                    <a:pt x="6025" y="27860"/>
                    <a:pt x="6025" y="27860"/>
                  </a:cubicBezTo>
                  <a:cubicBezTo>
                    <a:pt x="5968" y="27835"/>
                    <a:pt x="6057" y="27633"/>
                    <a:pt x="6163" y="27389"/>
                  </a:cubicBezTo>
                  <a:cubicBezTo>
                    <a:pt x="6268" y="27154"/>
                    <a:pt x="6357" y="26911"/>
                    <a:pt x="6301" y="26887"/>
                  </a:cubicBezTo>
                  <a:cubicBezTo>
                    <a:pt x="6317" y="26854"/>
                    <a:pt x="6325" y="26822"/>
                    <a:pt x="6325" y="26822"/>
                  </a:cubicBezTo>
                  <a:cubicBezTo>
                    <a:pt x="6331" y="26824"/>
                    <a:pt x="6337" y="26824"/>
                    <a:pt x="6342" y="26824"/>
                  </a:cubicBezTo>
                  <a:cubicBezTo>
                    <a:pt x="6387" y="26824"/>
                    <a:pt x="6409" y="26766"/>
                    <a:pt x="6438" y="26700"/>
                  </a:cubicBezTo>
                  <a:cubicBezTo>
                    <a:pt x="6422" y="26652"/>
                    <a:pt x="6422" y="26595"/>
                    <a:pt x="6438" y="26546"/>
                  </a:cubicBezTo>
                  <a:cubicBezTo>
                    <a:pt x="6447" y="26549"/>
                    <a:pt x="6454" y="26550"/>
                    <a:pt x="6461" y="26550"/>
                  </a:cubicBezTo>
                  <a:cubicBezTo>
                    <a:pt x="6493" y="26550"/>
                    <a:pt x="6507" y="26518"/>
                    <a:pt x="6528" y="26457"/>
                  </a:cubicBezTo>
                  <a:cubicBezTo>
                    <a:pt x="6560" y="26392"/>
                    <a:pt x="6568" y="26352"/>
                    <a:pt x="6511" y="26335"/>
                  </a:cubicBezTo>
                  <a:cubicBezTo>
                    <a:pt x="6536" y="26303"/>
                    <a:pt x="6617" y="26052"/>
                    <a:pt x="6706" y="25971"/>
                  </a:cubicBezTo>
                  <a:cubicBezTo>
                    <a:pt x="6779" y="25954"/>
                    <a:pt x="6730" y="25898"/>
                    <a:pt x="6690" y="25841"/>
                  </a:cubicBezTo>
                  <a:cubicBezTo>
                    <a:pt x="6633" y="25825"/>
                    <a:pt x="6584" y="25768"/>
                    <a:pt x="6601" y="25736"/>
                  </a:cubicBezTo>
                  <a:lnTo>
                    <a:pt x="6601" y="25736"/>
                  </a:lnTo>
                  <a:lnTo>
                    <a:pt x="6714" y="25776"/>
                  </a:lnTo>
                  <a:cubicBezTo>
                    <a:pt x="6733" y="25799"/>
                    <a:pt x="6743" y="25811"/>
                    <a:pt x="6751" y="25811"/>
                  </a:cubicBezTo>
                  <a:cubicBezTo>
                    <a:pt x="6760" y="25811"/>
                    <a:pt x="6766" y="25795"/>
                    <a:pt x="6779" y="25760"/>
                  </a:cubicBezTo>
                  <a:lnTo>
                    <a:pt x="6803" y="25687"/>
                  </a:lnTo>
                  <a:cubicBezTo>
                    <a:pt x="6747" y="25671"/>
                    <a:pt x="6811" y="25492"/>
                    <a:pt x="6893" y="25249"/>
                  </a:cubicBezTo>
                  <a:cubicBezTo>
                    <a:pt x="6990" y="24925"/>
                    <a:pt x="7022" y="24819"/>
                    <a:pt x="6965" y="24803"/>
                  </a:cubicBezTo>
                  <a:cubicBezTo>
                    <a:pt x="6901" y="24787"/>
                    <a:pt x="6917" y="24754"/>
                    <a:pt x="7006" y="24657"/>
                  </a:cubicBezTo>
                  <a:cubicBezTo>
                    <a:pt x="7241" y="24495"/>
                    <a:pt x="7241" y="24495"/>
                    <a:pt x="7192" y="24446"/>
                  </a:cubicBezTo>
                  <a:lnTo>
                    <a:pt x="7192" y="24446"/>
                  </a:lnTo>
                  <a:cubicBezTo>
                    <a:pt x="7189" y="24460"/>
                    <a:pt x="7177" y="24465"/>
                    <a:pt x="7160" y="24465"/>
                  </a:cubicBezTo>
                  <a:cubicBezTo>
                    <a:pt x="7136" y="24465"/>
                    <a:pt x="7104" y="24456"/>
                    <a:pt x="7071" y="24446"/>
                  </a:cubicBezTo>
                  <a:cubicBezTo>
                    <a:pt x="6957" y="24414"/>
                    <a:pt x="6965" y="24382"/>
                    <a:pt x="7087" y="24373"/>
                  </a:cubicBezTo>
                  <a:cubicBezTo>
                    <a:pt x="7091" y="24374"/>
                    <a:pt x="7094" y="24375"/>
                    <a:pt x="7097" y="24375"/>
                  </a:cubicBezTo>
                  <a:cubicBezTo>
                    <a:pt x="7213" y="24375"/>
                    <a:pt x="7287" y="23853"/>
                    <a:pt x="7184" y="23790"/>
                  </a:cubicBezTo>
                  <a:lnTo>
                    <a:pt x="7184" y="23790"/>
                  </a:lnTo>
                  <a:lnTo>
                    <a:pt x="7241" y="23806"/>
                  </a:lnTo>
                  <a:cubicBezTo>
                    <a:pt x="7249" y="23808"/>
                    <a:pt x="7256" y="23809"/>
                    <a:pt x="7262" y="23809"/>
                  </a:cubicBezTo>
                  <a:cubicBezTo>
                    <a:pt x="7301" y="23809"/>
                    <a:pt x="7311" y="23762"/>
                    <a:pt x="7347" y="23636"/>
                  </a:cubicBezTo>
                  <a:lnTo>
                    <a:pt x="7371" y="23530"/>
                  </a:lnTo>
                  <a:cubicBezTo>
                    <a:pt x="7260" y="23506"/>
                    <a:pt x="7367" y="23311"/>
                    <a:pt x="7424" y="23311"/>
                  </a:cubicBezTo>
                  <a:cubicBezTo>
                    <a:pt x="7425" y="23311"/>
                    <a:pt x="7427" y="23311"/>
                    <a:pt x="7428" y="23311"/>
                  </a:cubicBezTo>
                  <a:cubicBezTo>
                    <a:pt x="7492" y="23287"/>
                    <a:pt x="7492" y="23287"/>
                    <a:pt x="7509" y="23214"/>
                  </a:cubicBezTo>
                  <a:cubicBezTo>
                    <a:pt x="7416" y="23090"/>
                    <a:pt x="7508" y="22929"/>
                    <a:pt x="7566" y="22929"/>
                  </a:cubicBezTo>
                  <a:cubicBezTo>
                    <a:pt x="7568" y="22929"/>
                    <a:pt x="7571" y="22930"/>
                    <a:pt x="7574" y="22930"/>
                  </a:cubicBezTo>
                  <a:cubicBezTo>
                    <a:pt x="7574" y="22930"/>
                    <a:pt x="7582" y="22890"/>
                    <a:pt x="7590" y="22857"/>
                  </a:cubicBezTo>
                  <a:cubicBezTo>
                    <a:pt x="7549" y="22809"/>
                    <a:pt x="7541" y="22752"/>
                    <a:pt x="7557" y="22695"/>
                  </a:cubicBezTo>
                  <a:cubicBezTo>
                    <a:pt x="7577" y="22609"/>
                    <a:pt x="7586" y="22567"/>
                    <a:pt x="7554" y="22567"/>
                  </a:cubicBezTo>
                  <a:cubicBezTo>
                    <a:pt x="7547" y="22567"/>
                    <a:pt x="7537" y="22569"/>
                    <a:pt x="7525" y="22574"/>
                  </a:cubicBezTo>
                  <a:cubicBezTo>
                    <a:pt x="7468" y="22565"/>
                    <a:pt x="7411" y="22549"/>
                    <a:pt x="7420" y="22517"/>
                  </a:cubicBezTo>
                  <a:lnTo>
                    <a:pt x="7420" y="22517"/>
                  </a:lnTo>
                  <a:lnTo>
                    <a:pt x="7476" y="22525"/>
                  </a:lnTo>
                  <a:cubicBezTo>
                    <a:pt x="7480" y="22526"/>
                    <a:pt x="7483" y="22526"/>
                    <a:pt x="7487" y="22526"/>
                  </a:cubicBezTo>
                  <a:cubicBezTo>
                    <a:pt x="7536" y="22526"/>
                    <a:pt x="7559" y="22418"/>
                    <a:pt x="7582" y="22282"/>
                  </a:cubicBezTo>
                  <a:cubicBezTo>
                    <a:pt x="7614" y="22103"/>
                    <a:pt x="7630" y="22030"/>
                    <a:pt x="7695" y="22006"/>
                  </a:cubicBezTo>
                  <a:lnTo>
                    <a:pt x="7647" y="21957"/>
                  </a:lnTo>
                  <a:cubicBezTo>
                    <a:pt x="7596" y="21914"/>
                    <a:pt x="7597" y="21883"/>
                    <a:pt x="7639" y="21883"/>
                  </a:cubicBezTo>
                  <a:cubicBezTo>
                    <a:pt x="7643" y="21883"/>
                    <a:pt x="7649" y="21884"/>
                    <a:pt x="7655" y="21884"/>
                  </a:cubicBezTo>
                  <a:cubicBezTo>
                    <a:pt x="7720" y="21860"/>
                    <a:pt x="7752" y="21706"/>
                    <a:pt x="7703" y="21625"/>
                  </a:cubicBezTo>
                  <a:cubicBezTo>
                    <a:pt x="7711" y="21592"/>
                    <a:pt x="7711" y="21552"/>
                    <a:pt x="7711" y="21552"/>
                  </a:cubicBezTo>
                  <a:cubicBezTo>
                    <a:pt x="7841" y="21536"/>
                    <a:pt x="7857" y="21422"/>
                    <a:pt x="7744" y="21374"/>
                  </a:cubicBezTo>
                  <a:lnTo>
                    <a:pt x="7744" y="21374"/>
                  </a:lnTo>
                  <a:cubicBezTo>
                    <a:pt x="7749" y="21374"/>
                    <a:pt x="7753" y="21375"/>
                    <a:pt x="7758" y="21375"/>
                  </a:cubicBezTo>
                  <a:cubicBezTo>
                    <a:pt x="7802" y="21375"/>
                    <a:pt x="7809" y="21338"/>
                    <a:pt x="7817" y="21309"/>
                  </a:cubicBezTo>
                  <a:cubicBezTo>
                    <a:pt x="7769" y="21230"/>
                    <a:pt x="7784" y="21081"/>
                    <a:pt x="7844" y="21081"/>
                  </a:cubicBezTo>
                  <a:cubicBezTo>
                    <a:pt x="7846" y="21081"/>
                    <a:pt x="7848" y="21081"/>
                    <a:pt x="7849" y="21082"/>
                  </a:cubicBezTo>
                  <a:lnTo>
                    <a:pt x="7849" y="21049"/>
                  </a:lnTo>
                  <a:cubicBezTo>
                    <a:pt x="7809" y="21025"/>
                    <a:pt x="7792" y="20976"/>
                    <a:pt x="7809" y="20928"/>
                  </a:cubicBezTo>
                  <a:cubicBezTo>
                    <a:pt x="7817" y="20887"/>
                    <a:pt x="7801" y="20838"/>
                    <a:pt x="7760" y="20814"/>
                  </a:cubicBezTo>
                  <a:cubicBezTo>
                    <a:pt x="7711" y="20765"/>
                    <a:pt x="7711" y="20733"/>
                    <a:pt x="7711" y="20733"/>
                  </a:cubicBezTo>
                  <a:cubicBezTo>
                    <a:pt x="7714" y="20722"/>
                    <a:pt x="7719" y="20718"/>
                    <a:pt x="7727" y="20718"/>
                  </a:cubicBezTo>
                  <a:cubicBezTo>
                    <a:pt x="7749" y="20718"/>
                    <a:pt x="7789" y="20752"/>
                    <a:pt x="7825" y="20782"/>
                  </a:cubicBezTo>
                  <a:cubicBezTo>
                    <a:pt x="7836" y="20801"/>
                    <a:pt x="7846" y="20809"/>
                    <a:pt x="7853" y="20809"/>
                  </a:cubicBezTo>
                  <a:cubicBezTo>
                    <a:pt x="7874" y="20809"/>
                    <a:pt x="7865" y="20721"/>
                    <a:pt x="7784" y="20628"/>
                  </a:cubicBezTo>
                  <a:cubicBezTo>
                    <a:pt x="7732" y="20562"/>
                    <a:pt x="7708" y="20532"/>
                    <a:pt x="7713" y="20532"/>
                  </a:cubicBezTo>
                  <a:lnTo>
                    <a:pt x="7713" y="20532"/>
                  </a:lnTo>
                  <a:cubicBezTo>
                    <a:pt x="7718" y="20532"/>
                    <a:pt x="7744" y="20554"/>
                    <a:pt x="7792" y="20595"/>
                  </a:cubicBezTo>
                  <a:cubicBezTo>
                    <a:pt x="7825" y="20619"/>
                    <a:pt x="7858" y="20642"/>
                    <a:pt x="7869" y="20642"/>
                  </a:cubicBezTo>
                  <a:cubicBezTo>
                    <a:pt x="7877" y="20642"/>
                    <a:pt x="7873" y="20629"/>
                    <a:pt x="7849" y="20595"/>
                  </a:cubicBezTo>
                  <a:cubicBezTo>
                    <a:pt x="7849" y="20595"/>
                    <a:pt x="7865" y="20522"/>
                    <a:pt x="7801" y="20514"/>
                  </a:cubicBezTo>
                  <a:lnTo>
                    <a:pt x="7817" y="20409"/>
                  </a:lnTo>
                  <a:cubicBezTo>
                    <a:pt x="7857" y="20376"/>
                    <a:pt x="7890" y="20320"/>
                    <a:pt x="7890" y="20263"/>
                  </a:cubicBezTo>
                  <a:cubicBezTo>
                    <a:pt x="7833" y="20222"/>
                    <a:pt x="7833" y="20222"/>
                    <a:pt x="7898" y="20190"/>
                  </a:cubicBezTo>
                  <a:cubicBezTo>
                    <a:pt x="7903" y="20191"/>
                    <a:pt x="7908" y="20191"/>
                    <a:pt x="7912" y="20191"/>
                  </a:cubicBezTo>
                  <a:cubicBezTo>
                    <a:pt x="7955" y="20191"/>
                    <a:pt x="7952" y="20157"/>
                    <a:pt x="7841" y="20149"/>
                  </a:cubicBezTo>
                  <a:cubicBezTo>
                    <a:pt x="7784" y="20109"/>
                    <a:pt x="7792" y="20068"/>
                    <a:pt x="7857" y="20036"/>
                  </a:cubicBezTo>
                  <a:cubicBezTo>
                    <a:pt x="7876" y="20038"/>
                    <a:pt x="7892" y="20040"/>
                    <a:pt x="7905" y="20040"/>
                  </a:cubicBezTo>
                  <a:cubicBezTo>
                    <a:pt x="7972" y="20040"/>
                    <a:pt x="7968" y="20011"/>
                    <a:pt x="7914" y="20011"/>
                  </a:cubicBezTo>
                  <a:cubicBezTo>
                    <a:pt x="7857" y="19963"/>
                    <a:pt x="7865" y="19930"/>
                    <a:pt x="7865" y="19930"/>
                  </a:cubicBezTo>
                  <a:cubicBezTo>
                    <a:pt x="7922" y="19930"/>
                    <a:pt x="7971" y="19598"/>
                    <a:pt x="7979" y="19266"/>
                  </a:cubicBezTo>
                  <a:cubicBezTo>
                    <a:pt x="7987" y="19233"/>
                    <a:pt x="7930" y="19193"/>
                    <a:pt x="7865" y="19184"/>
                  </a:cubicBezTo>
                  <a:cubicBezTo>
                    <a:pt x="7752" y="19176"/>
                    <a:pt x="7809" y="19184"/>
                    <a:pt x="7874" y="19152"/>
                  </a:cubicBezTo>
                  <a:cubicBezTo>
                    <a:pt x="8021" y="19125"/>
                    <a:pt x="8052" y="19071"/>
                    <a:pt x="7954" y="19071"/>
                  </a:cubicBezTo>
                  <a:cubicBezTo>
                    <a:pt x="7933" y="19071"/>
                    <a:pt x="7906" y="19073"/>
                    <a:pt x="7874" y="19079"/>
                  </a:cubicBezTo>
                  <a:cubicBezTo>
                    <a:pt x="7827" y="19088"/>
                    <a:pt x="7799" y="19094"/>
                    <a:pt x="7788" y="19094"/>
                  </a:cubicBezTo>
                  <a:cubicBezTo>
                    <a:pt x="7769" y="19094"/>
                    <a:pt x="7798" y="19079"/>
                    <a:pt x="7874" y="19039"/>
                  </a:cubicBezTo>
                  <a:cubicBezTo>
                    <a:pt x="7938" y="19006"/>
                    <a:pt x="7938" y="19006"/>
                    <a:pt x="7882" y="18966"/>
                  </a:cubicBezTo>
                  <a:cubicBezTo>
                    <a:pt x="7825" y="18966"/>
                    <a:pt x="7825" y="18925"/>
                    <a:pt x="7882" y="18925"/>
                  </a:cubicBezTo>
                  <a:cubicBezTo>
                    <a:pt x="7947" y="18893"/>
                    <a:pt x="8011" y="18860"/>
                    <a:pt x="7947" y="18860"/>
                  </a:cubicBezTo>
                  <a:cubicBezTo>
                    <a:pt x="7947" y="18860"/>
                    <a:pt x="7955" y="18820"/>
                    <a:pt x="8011" y="18787"/>
                  </a:cubicBezTo>
                  <a:cubicBezTo>
                    <a:pt x="8076" y="18755"/>
                    <a:pt x="8019" y="18714"/>
                    <a:pt x="7963" y="18674"/>
                  </a:cubicBezTo>
                  <a:cubicBezTo>
                    <a:pt x="7878" y="18589"/>
                    <a:pt x="7857" y="18545"/>
                    <a:pt x="7902" y="18545"/>
                  </a:cubicBezTo>
                  <a:cubicBezTo>
                    <a:pt x="7917" y="18545"/>
                    <a:pt x="7940" y="18550"/>
                    <a:pt x="7971" y="18560"/>
                  </a:cubicBezTo>
                  <a:cubicBezTo>
                    <a:pt x="7982" y="18564"/>
                    <a:pt x="7991" y="18566"/>
                    <a:pt x="7999" y="18566"/>
                  </a:cubicBezTo>
                  <a:cubicBezTo>
                    <a:pt x="8074" y="18566"/>
                    <a:pt x="8024" y="18410"/>
                    <a:pt x="7914" y="18374"/>
                  </a:cubicBezTo>
                  <a:cubicBezTo>
                    <a:pt x="7792" y="18333"/>
                    <a:pt x="7792" y="18333"/>
                    <a:pt x="7857" y="18333"/>
                  </a:cubicBezTo>
                  <a:cubicBezTo>
                    <a:pt x="7914" y="18333"/>
                    <a:pt x="7914" y="18301"/>
                    <a:pt x="7914" y="18301"/>
                  </a:cubicBezTo>
                  <a:cubicBezTo>
                    <a:pt x="7914" y="18260"/>
                    <a:pt x="7914" y="18228"/>
                    <a:pt x="7979" y="18228"/>
                  </a:cubicBezTo>
                  <a:cubicBezTo>
                    <a:pt x="7979" y="18228"/>
                    <a:pt x="7979" y="18187"/>
                    <a:pt x="7922" y="18114"/>
                  </a:cubicBezTo>
                  <a:cubicBezTo>
                    <a:pt x="7801" y="18041"/>
                    <a:pt x="7865" y="17928"/>
                    <a:pt x="7987" y="17895"/>
                  </a:cubicBezTo>
                  <a:lnTo>
                    <a:pt x="7930" y="17822"/>
                  </a:lnTo>
                  <a:cubicBezTo>
                    <a:pt x="7809" y="17782"/>
                    <a:pt x="7752" y="17741"/>
                    <a:pt x="7865" y="17741"/>
                  </a:cubicBezTo>
                  <a:lnTo>
                    <a:pt x="7930" y="17741"/>
                  </a:lnTo>
                  <a:cubicBezTo>
                    <a:pt x="7809" y="17709"/>
                    <a:pt x="7874" y="17563"/>
                    <a:pt x="7995" y="17563"/>
                  </a:cubicBezTo>
                  <a:cubicBezTo>
                    <a:pt x="8052" y="17563"/>
                    <a:pt x="8052" y="17563"/>
                    <a:pt x="8052" y="17522"/>
                  </a:cubicBezTo>
                  <a:lnTo>
                    <a:pt x="7995" y="17522"/>
                  </a:lnTo>
                  <a:cubicBezTo>
                    <a:pt x="7930" y="17522"/>
                    <a:pt x="7874" y="17522"/>
                    <a:pt x="7874" y="17482"/>
                  </a:cubicBezTo>
                  <a:cubicBezTo>
                    <a:pt x="7874" y="17449"/>
                    <a:pt x="7874" y="17409"/>
                    <a:pt x="7930" y="17409"/>
                  </a:cubicBezTo>
                  <a:cubicBezTo>
                    <a:pt x="7995" y="17376"/>
                    <a:pt x="8052" y="17336"/>
                    <a:pt x="7987" y="17336"/>
                  </a:cubicBezTo>
                  <a:cubicBezTo>
                    <a:pt x="7987" y="17336"/>
                    <a:pt x="7987" y="17295"/>
                    <a:pt x="8052" y="17263"/>
                  </a:cubicBezTo>
                  <a:cubicBezTo>
                    <a:pt x="8052" y="17222"/>
                    <a:pt x="8052" y="17190"/>
                    <a:pt x="8044" y="17109"/>
                  </a:cubicBezTo>
                  <a:cubicBezTo>
                    <a:pt x="7987" y="17076"/>
                    <a:pt x="7987" y="17003"/>
                    <a:pt x="8044" y="17003"/>
                  </a:cubicBezTo>
                  <a:cubicBezTo>
                    <a:pt x="8044" y="16955"/>
                    <a:pt x="8019" y="16914"/>
                    <a:pt x="7987" y="16890"/>
                  </a:cubicBezTo>
                  <a:cubicBezTo>
                    <a:pt x="7987" y="16817"/>
                    <a:pt x="7979" y="16776"/>
                    <a:pt x="8044" y="16776"/>
                  </a:cubicBezTo>
                  <a:cubicBezTo>
                    <a:pt x="8101" y="16776"/>
                    <a:pt x="8101" y="16776"/>
                    <a:pt x="8044" y="16744"/>
                  </a:cubicBezTo>
                  <a:cubicBezTo>
                    <a:pt x="7979" y="16744"/>
                    <a:pt x="7979" y="16704"/>
                    <a:pt x="7979" y="16671"/>
                  </a:cubicBezTo>
                  <a:lnTo>
                    <a:pt x="7979" y="16598"/>
                  </a:lnTo>
                  <a:cubicBezTo>
                    <a:pt x="7922" y="16598"/>
                    <a:pt x="7922" y="16598"/>
                    <a:pt x="7922" y="16558"/>
                  </a:cubicBezTo>
                  <a:cubicBezTo>
                    <a:pt x="7914" y="16525"/>
                    <a:pt x="7971" y="16412"/>
                    <a:pt x="7971" y="16371"/>
                  </a:cubicBezTo>
                  <a:cubicBezTo>
                    <a:pt x="7966" y="16300"/>
                    <a:pt x="7964" y="16273"/>
                    <a:pt x="7949" y="16273"/>
                  </a:cubicBezTo>
                  <a:cubicBezTo>
                    <a:pt x="7940" y="16273"/>
                    <a:pt x="7927" y="16283"/>
                    <a:pt x="7906" y="16298"/>
                  </a:cubicBezTo>
                  <a:cubicBezTo>
                    <a:pt x="7906" y="16315"/>
                    <a:pt x="7896" y="16325"/>
                    <a:pt x="7888" y="16325"/>
                  </a:cubicBezTo>
                  <a:cubicBezTo>
                    <a:pt x="7878" y="16325"/>
                    <a:pt x="7873" y="16308"/>
                    <a:pt x="7906" y="16266"/>
                  </a:cubicBezTo>
                  <a:cubicBezTo>
                    <a:pt x="7930" y="16177"/>
                    <a:pt x="7947" y="16087"/>
                    <a:pt x="7947" y="15998"/>
                  </a:cubicBezTo>
                  <a:cubicBezTo>
                    <a:pt x="7940" y="15880"/>
                    <a:pt x="7939" y="15858"/>
                    <a:pt x="7908" y="15858"/>
                  </a:cubicBezTo>
                  <a:cubicBezTo>
                    <a:pt x="7901" y="15858"/>
                    <a:pt x="7892" y="15859"/>
                    <a:pt x="7882" y="15860"/>
                  </a:cubicBezTo>
                  <a:cubicBezTo>
                    <a:pt x="7846" y="15873"/>
                    <a:pt x="7820" y="15879"/>
                    <a:pt x="7806" y="15879"/>
                  </a:cubicBezTo>
                  <a:cubicBezTo>
                    <a:pt x="7776" y="15879"/>
                    <a:pt x="7799" y="15853"/>
                    <a:pt x="7882" y="15820"/>
                  </a:cubicBezTo>
                  <a:cubicBezTo>
                    <a:pt x="7986" y="15745"/>
                    <a:pt x="7994" y="15705"/>
                    <a:pt x="7945" y="15705"/>
                  </a:cubicBezTo>
                  <a:cubicBezTo>
                    <a:pt x="7941" y="15705"/>
                    <a:pt x="7936" y="15706"/>
                    <a:pt x="7930" y="15706"/>
                  </a:cubicBezTo>
                  <a:cubicBezTo>
                    <a:pt x="7874" y="15674"/>
                    <a:pt x="7874" y="15674"/>
                    <a:pt x="7874" y="15633"/>
                  </a:cubicBezTo>
                  <a:cubicBezTo>
                    <a:pt x="7930" y="15633"/>
                    <a:pt x="7930" y="15593"/>
                    <a:pt x="7865" y="15520"/>
                  </a:cubicBezTo>
                  <a:cubicBezTo>
                    <a:pt x="7857" y="15487"/>
                    <a:pt x="7857" y="15487"/>
                    <a:pt x="7914" y="15479"/>
                  </a:cubicBezTo>
                  <a:cubicBezTo>
                    <a:pt x="7914" y="15479"/>
                    <a:pt x="7914" y="15447"/>
                    <a:pt x="7914" y="15406"/>
                  </a:cubicBezTo>
                  <a:cubicBezTo>
                    <a:pt x="7784" y="15341"/>
                    <a:pt x="7825" y="15114"/>
                    <a:pt x="7882" y="15074"/>
                  </a:cubicBezTo>
                  <a:cubicBezTo>
                    <a:pt x="7882" y="15074"/>
                    <a:pt x="7874" y="15033"/>
                    <a:pt x="7817" y="15009"/>
                  </a:cubicBezTo>
                  <a:cubicBezTo>
                    <a:pt x="7695" y="14985"/>
                    <a:pt x="7687" y="14944"/>
                    <a:pt x="7809" y="14936"/>
                  </a:cubicBezTo>
                  <a:cubicBezTo>
                    <a:pt x="7922" y="14920"/>
                    <a:pt x="7922" y="14920"/>
                    <a:pt x="7801" y="14895"/>
                  </a:cubicBezTo>
                  <a:cubicBezTo>
                    <a:pt x="7746" y="14864"/>
                    <a:pt x="7722" y="14700"/>
                    <a:pt x="7833" y="14700"/>
                  </a:cubicBezTo>
                  <a:cubicBezTo>
                    <a:pt x="7838" y="14700"/>
                    <a:pt x="7844" y="14700"/>
                    <a:pt x="7849" y="14701"/>
                  </a:cubicBezTo>
                  <a:lnTo>
                    <a:pt x="7963" y="14693"/>
                  </a:lnTo>
                  <a:cubicBezTo>
                    <a:pt x="7898" y="14660"/>
                    <a:pt x="7898" y="14620"/>
                    <a:pt x="7898" y="14620"/>
                  </a:cubicBezTo>
                  <a:cubicBezTo>
                    <a:pt x="7892" y="14621"/>
                    <a:pt x="7887" y="14621"/>
                    <a:pt x="7883" y="14621"/>
                  </a:cubicBezTo>
                  <a:cubicBezTo>
                    <a:pt x="7840" y="14621"/>
                    <a:pt x="7832" y="14585"/>
                    <a:pt x="7825" y="14482"/>
                  </a:cubicBezTo>
                  <a:cubicBezTo>
                    <a:pt x="7809" y="14409"/>
                    <a:pt x="7736" y="14271"/>
                    <a:pt x="7720" y="14198"/>
                  </a:cubicBezTo>
                  <a:cubicBezTo>
                    <a:pt x="7711" y="14125"/>
                    <a:pt x="7695" y="14012"/>
                    <a:pt x="7752" y="13963"/>
                  </a:cubicBezTo>
                  <a:cubicBezTo>
                    <a:pt x="7744" y="13914"/>
                    <a:pt x="7720" y="13858"/>
                    <a:pt x="7671" y="13825"/>
                  </a:cubicBezTo>
                  <a:cubicBezTo>
                    <a:pt x="7606" y="13801"/>
                    <a:pt x="7598" y="13728"/>
                    <a:pt x="7663" y="13720"/>
                  </a:cubicBezTo>
                  <a:lnTo>
                    <a:pt x="7655" y="13679"/>
                  </a:lnTo>
                  <a:cubicBezTo>
                    <a:pt x="7622" y="13655"/>
                    <a:pt x="7598" y="13623"/>
                    <a:pt x="7582" y="13582"/>
                  </a:cubicBezTo>
                  <a:cubicBezTo>
                    <a:pt x="7638" y="13574"/>
                    <a:pt x="7687" y="13525"/>
                    <a:pt x="7622" y="13501"/>
                  </a:cubicBezTo>
                  <a:lnTo>
                    <a:pt x="7622" y="13501"/>
                  </a:lnTo>
                  <a:cubicBezTo>
                    <a:pt x="7617" y="13502"/>
                    <a:pt x="7613" y="13502"/>
                    <a:pt x="7609" y="13502"/>
                  </a:cubicBezTo>
                  <a:cubicBezTo>
                    <a:pt x="7564" y="13502"/>
                    <a:pt x="7557" y="13462"/>
                    <a:pt x="7549" y="13396"/>
                  </a:cubicBezTo>
                  <a:cubicBezTo>
                    <a:pt x="7574" y="13355"/>
                    <a:pt x="7525" y="13031"/>
                    <a:pt x="7476" y="12723"/>
                  </a:cubicBezTo>
                  <a:cubicBezTo>
                    <a:pt x="7412" y="12419"/>
                    <a:pt x="7332" y="12122"/>
                    <a:pt x="7307" y="12122"/>
                  </a:cubicBezTo>
                  <a:cubicBezTo>
                    <a:pt x="7307" y="12122"/>
                    <a:pt x="7306" y="12123"/>
                    <a:pt x="7306" y="12123"/>
                  </a:cubicBezTo>
                  <a:lnTo>
                    <a:pt x="7282" y="12017"/>
                  </a:lnTo>
                  <a:lnTo>
                    <a:pt x="7257" y="11904"/>
                  </a:lnTo>
                  <a:cubicBezTo>
                    <a:pt x="7371" y="11879"/>
                    <a:pt x="7282" y="11709"/>
                    <a:pt x="7192" y="11620"/>
                  </a:cubicBezTo>
                  <a:cubicBezTo>
                    <a:pt x="7144" y="11612"/>
                    <a:pt x="7111" y="11571"/>
                    <a:pt x="7103" y="11523"/>
                  </a:cubicBezTo>
                  <a:cubicBezTo>
                    <a:pt x="7225" y="11498"/>
                    <a:pt x="7192" y="11385"/>
                    <a:pt x="7120" y="11328"/>
                  </a:cubicBezTo>
                  <a:cubicBezTo>
                    <a:pt x="6990" y="11328"/>
                    <a:pt x="6982" y="11288"/>
                    <a:pt x="7095" y="11255"/>
                  </a:cubicBezTo>
                  <a:cubicBezTo>
                    <a:pt x="7217" y="11231"/>
                    <a:pt x="7192" y="11158"/>
                    <a:pt x="7006" y="11134"/>
                  </a:cubicBezTo>
                  <a:cubicBezTo>
                    <a:pt x="6941" y="11109"/>
                    <a:pt x="6941" y="11109"/>
                    <a:pt x="6990" y="11061"/>
                  </a:cubicBezTo>
                  <a:cubicBezTo>
                    <a:pt x="7079" y="11005"/>
                    <a:pt x="7081" y="10968"/>
                    <a:pt x="7045" y="10968"/>
                  </a:cubicBezTo>
                  <a:cubicBezTo>
                    <a:pt x="7038" y="10968"/>
                    <a:pt x="7031" y="10969"/>
                    <a:pt x="7022" y="10971"/>
                  </a:cubicBezTo>
                  <a:cubicBezTo>
                    <a:pt x="6901" y="10971"/>
                    <a:pt x="6893" y="10931"/>
                    <a:pt x="6998" y="10866"/>
                  </a:cubicBezTo>
                  <a:cubicBezTo>
                    <a:pt x="7095" y="10761"/>
                    <a:pt x="7095" y="10761"/>
                    <a:pt x="6974" y="10752"/>
                  </a:cubicBezTo>
                  <a:cubicBezTo>
                    <a:pt x="6970" y="10753"/>
                    <a:pt x="6967" y="10753"/>
                    <a:pt x="6964" y="10753"/>
                  </a:cubicBezTo>
                  <a:cubicBezTo>
                    <a:pt x="6850" y="10753"/>
                    <a:pt x="6806" y="10605"/>
                    <a:pt x="6909" y="10542"/>
                  </a:cubicBezTo>
                  <a:cubicBezTo>
                    <a:pt x="6894" y="10513"/>
                    <a:pt x="6930" y="10466"/>
                    <a:pt x="6901" y="10466"/>
                  </a:cubicBezTo>
                  <a:cubicBezTo>
                    <a:pt x="6897" y="10466"/>
                    <a:pt x="6891" y="10467"/>
                    <a:pt x="6884" y="10469"/>
                  </a:cubicBezTo>
                  <a:lnTo>
                    <a:pt x="6933" y="10420"/>
                  </a:lnTo>
                  <a:lnTo>
                    <a:pt x="6909" y="10347"/>
                  </a:lnTo>
                  <a:lnTo>
                    <a:pt x="6852" y="10363"/>
                  </a:lnTo>
                  <a:cubicBezTo>
                    <a:pt x="6836" y="10193"/>
                    <a:pt x="6803" y="10023"/>
                    <a:pt x="6763" y="9852"/>
                  </a:cubicBezTo>
                  <a:cubicBezTo>
                    <a:pt x="6658" y="9538"/>
                    <a:pt x="6622" y="9430"/>
                    <a:pt x="6586" y="9430"/>
                  </a:cubicBezTo>
                  <a:cubicBezTo>
                    <a:pt x="6578" y="9430"/>
                    <a:pt x="6569" y="9436"/>
                    <a:pt x="6560" y="9447"/>
                  </a:cubicBezTo>
                  <a:cubicBezTo>
                    <a:pt x="6532" y="9468"/>
                    <a:pt x="6509" y="9477"/>
                    <a:pt x="6495" y="9477"/>
                  </a:cubicBezTo>
                  <a:cubicBezTo>
                    <a:pt x="6460" y="9477"/>
                    <a:pt x="6469" y="9426"/>
                    <a:pt x="6544" y="9374"/>
                  </a:cubicBezTo>
                  <a:cubicBezTo>
                    <a:pt x="6528" y="9342"/>
                    <a:pt x="6560" y="9253"/>
                    <a:pt x="6536" y="9180"/>
                  </a:cubicBezTo>
                  <a:cubicBezTo>
                    <a:pt x="6511" y="9115"/>
                    <a:pt x="6487" y="9042"/>
                    <a:pt x="6544" y="9017"/>
                  </a:cubicBezTo>
                  <a:lnTo>
                    <a:pt x="6536" y="8985"/>
                  </a:lnTo>
                  <a:cubicBezTo>
                    <a:pt x="6398" y="8953"/>
                    <a:pt x="6325" y="8750"/>
                    <a:pt x="6333" y="8620"/>
                  </a:cubicBezTo>
                  <a:cubicBezTo>
                    <a:pt x="6317" y="8555"/>
                    <a:pt x="6276" y="8498"/>
                    <a:pt x="6211" y="8466"/>
                  </a:cubicBezTo>
                  <a:cubicBezTo>
                    <a:pt x="6130" y="8426"/>
                    <a:pt x="6130" y="8426"/>
                    <a:pt x="6171" y="8369"/>
                  </a:cubicBezTo>
                  <a:cubicBezTo>
                    <a:pt x="6222" y="8347"/>
                    <a:pt x="6207" y="8151"/>
                    <a:pt x="6119" y="8151"/>
                  </a:cubicBezTo>
                  <a:cubicBezTo>
                    <a:pt x="6110" y="8151"/>
                    <a:pt x="6100" y="8153"/>
                    <a:pt x="6090" y="8158"/>
                  </a:cubicBezTo>
                  <a:lnTo>
                    <a:pt x="6138" y="8101"/>
                  </a:lnTo>
                  <a:cubicBezTo>
                    <a:pt x="6167" y="8061"/>
                    <a:pt x="6140" y="8042"/>
                    <a:pt x="6101" y="8042"/>
                  </a:cubicBezTo>
                  <a:cubicBezTo>
                    <a:pt x="6085" y="8042"/>
                    <a:pt x="6066" y="8045"/>
                    <a:pt x="6049" y="8053"/>
                  </a:cubicBezTo>
                  <a:cubicBezTo>
                    <a:pt x="6017" y="8067"/>
                    <a:pt x="5993" y="8075"/>
                    <a:pt x="5980" y="8075"/>
                  </a:cubicBezTo>
                  <a:cubicBezTo>
                    <a:pt x="5950" y="8075"/>
                    <a:pt x="5975" y="8037"/>
                    <a:pt x="6082" y="7963"/>
                  </a:cubicBezTo>
                  <a:cubicBezTo>
                    <a:pt x="6169" y="7926"/>
                    <a:pt x="6180" y="7898"/>
                    <a:pt x="6154" y="7898"/>
                  </a:cubicBezTo>
                  <a:cubicBezTo>
                    <a:pt x="6147" y="7898"/>
                    <a:pt x="6136" y="7901"/>
                    <a:pt x="6122" y="7907"/>
                  </a:cubicBezTo>
                  <a:cubicBezTo>
                    <a:pt x="6057" y="7890"/>
                    <a:pt x="5984" y="7882"/>
                    <a:pt x="6025" y="7826"/>
                  </a:cubicBezTo>
                  <a:cubicBezTo>
                    <a:pt x="6014" y="7804"/>
                    <a:pt x="6003" y="7779"/>
                    <a:pt x="5966" y="7779"/>
                  </a:cubicBezTo>
                  <a:cubicBezTo>
                    <a:pt x="5948" y="7779"/>
                    <a:pt x="5922" y="7785"/>
                    <a:pt x="5887" y="7801"/>
                  </a:cubicBezTo>
                  <a:cubicBezTo>
                    <a:pt x="5873" y="7807"/>
                    <a:pt x="5862" y="7810"/>
                    <a:pt x="5852" y="7810"/>
                  </a:cubicBezTo>
                  <a:cubicBezTo>
                    <a:pt x="5822" y="7810"/>
                    <a:pt x="5810" y="7785"/>
                    <a:pt x="5798" y="7761"/>
                  </a:cubicBezTo>
                  <a:cubicBezTo>
                    <a:pt x="5824" y="7745"/>
                    <a:pt x="5854" y="7736"/>
                    <a:pt x="5882" y="7736"/>
                  </a:cubicBezTo>
                  <a:cubicBezTo>
                    <a:pt x="5898" y="7736"/>
                    <a:pt x="5913" y="7739"/>
                    <a:pt x="5928" y="7744"/>
                  </a:cubicBezTo>
                  <a:lnTo>
                    <a:pt x="5895" y="7680"/>
                  </a:lnTo>
                  <a:cubicBezTo>
                    <a:pt x="5887" y="7615"/>
                    <a:pt x="5911" y="7558"/>
                    <a:pt x="5960" y="7526"/>
                  </a:cubicBezTo>
                  <a:cubicBezTo>
                    <a:pt x="5983" y="7493"/>
                    <a:pt x="5988" y="7469"/>
                    <a:pt x="5971" y="7469"/>
                  </a:cubicBezTo>
                  <a:cubicBezTo>
                    <a:pt x="5958" y="7469"/>
                    <a:pt x="5934" y="7483"/>
                    <a:pt x="5895" y="7517"/>
                  </a:cubicBezTo>
                  <a:cubicBezTo>
                    <a:pt x="5844" y="7539"/>
                    <a:pt x="5816" y="7551"/>
                    <a:pt x="5798" y="7551"/>
                  </a:cubicBezTo>
                  <a:cubicBezTo>
                    <a:pt x="5777" y="7551"/>
                    <a:pt x="5771" y="7533"/>
                    <a:pt x="5757" y="7493"/>
                  </a:cubicBezTo>
                  <a:cubicBezTo>
                    <a:pt x="5741" y="7461"/>
                    <a:pt x="5725" y="7428"/>
                    <a:pt x="5782" y="7404"/>
                  </a:cubicBezTo>
                  <a:cubicBezTo>
                    <a:pt x="5830" y="7380"/>
                    <a:pt x="5830" y="7380"/>
                    <a:pt x="5806" y="7315"/>
                  </a:cubicBezTo>
                  <a:cubicBezTo>
                    <a:pt x="5766" y="7229"/>
                    <a:pt x="5624" y="7197"/>
                    <a:pt x="5507" y="7197"/>
                  </a:cubicBezTo>
                  <a:cubicBezTo>
                    <a:pt x="5480" y="7197"/>
                    <a:pt x="5455" y="7198"/>
                    <a:pt x="5433" y="7201"/>
                  </a:cubicBezTo>
                  <a:cubicBezTo>
                    <a:pt x="5385" y="7222"/>
                    <a:pt x="5357" y="7234"/>
                    <a:pt x="5349" y="7234"/>
                  </a:cubicBezTo>
                  <a:cubicBezTo>
                    <a:pt x="5337" y="7234"/>
                    <a:pt x="5361" y="7212"/>
                    <a:pt x="5417" y="7161"/>
                  </a:cubicBezTo>
                  <a:cubicBezTo>
                    <a:pt x="5466" y="7136"/>
                    <a:pt x="5457" y="7104"/>
                    <a:pt x="5441" y="7072"/>
                  </a:cubicBezTo>
                  <a:lnTo>
                    <a:pt x="5441" y="7072"/>
                  </a:lnTo>
                  <a:cubicBezTo>
                    <a:pt x="5431" y="7076"/>
                    <a:pt x="5423" y="7078"/>
                    <a:pt x="5419" y="7078"/>
                  </a:cubicBezTo>
                  <a:cubicBezTo>
                    <a:pt x="5405" y="7078"/>
                    <a:pt x="5415" y="7061"/>
                    <a:pt x="5427" y="7061"/>
                  </a:cubicBezTo>
                  <a:cubicBezTo>
                    <a:pt x="5432" y="7061"/>
                    <a:pt x="5437" y="7064"/>
                    <a:pt x="5441" y="7072"/>
                  </a:cubicBezTo>
                  <a:cubicBezTo>
                    <a:pt x="5453" y="7066"/>
                    <a:pt x="5463" y="7063"/>
                    <a:pt x="5472" y="7063"/>
                  </a:cubicBezTo>
                  <a:cubicBezTo>
                    <a:pt x="5498" y="7063"/>
                    <a:pt x="5510" y="7088"/>
                    <a:pt x="5522" y="7112"/>
                  </a:cubicBezTo>
                  <a:lnTo>
                    <a:pt x="5579" y="7088"/>
                  </a:lnTo>
                  <a:cubicBezTo>
                    <a:pt x="5653" y="7020"/>
                    <a:pt x="5654" y="6986"/>
                    <a:pt x="5582" y="6986"/>
                  </a:cubicBezTo>
                  <a:cubicBezTo>
                    <a:pt x="5568" y="6986"/>
                    <a:pt x="5551" y="6988"/>
                    <a:pt x="5530" y="6990"/>
                  </a:cubicBezTo>
                  <a:cubicBezTo>
                    <a:pt x="5457" y="6982"/>
                    <a:pt x="5457" y="6982"/>
                    <a:pt x="5498" y="6917"/>
                  </a:cubicBezTo>
                  <a:cubicBezTo>
                    <a:pt x="5532" y="6870"/>
                    <a:pt x="5566" y="6823"/>
                    <a:pt x="5543" y="6823"/>
                  </a:cubicBezTo>
                  <a:cubicBezTo>
                    <a:pt x="5538" y="6823"/>
                    <a:pt x="5532" y="6824"/>
                    <a:pt x="5522" y="6828"/>
                  </a:cubicBezTo>
                  <a:cubicBezTo>
                    <a:pt x="5506" y="6788"/>
                    <a:pt x="5506" y="6739"/>
                    <a:pt x="5530" y="6699"/>
                  </a:cubicBezTo>
                  <a:cubicBezTo>
                    <a:pt x="5505" y="6648"/>
                    <a:pt x="5490" y="6618"/>
                    <a:pt x="5458" y="6618"/>
                  </a:cubicBezTo>
                  <a:cubicBezTo>
                    <a:pt x="5449" y="6618"/>
                    <a:pt x="5438" y="6620"/>
                    <a:pt x="5425" y="6626"/>
                  </a:cubicBezTo>
                  <a:cubicBezTo>
                    <a:pt x="5410" y="6634"/>
                    <a:pt x="5398" y="6638"/>
                    <a:pt x="5388" y="6638"/>
                  </a:cubicBezTo>
                  <a:cubicBezTo>
                    <a:pt x="5360" y="6638"/>
                    <a:pt x="5350" y="6609"/>
                    <a:pt x="5344" y="6585"/>
                  </a:cubicBezTo>
                  <a:cubicBezTo>
                    <a:pt x="5332" y="6561"/>
                    <a:pt x="5319" y="6536"/>
                    <a:pt x="5290" y="6536"/>
                  </a:cubicBezTo>
                  <a:cubicBezTo>
                    <a:pt x="5280" y="6536"/>
                    <a:pt x="5269" y="6539"/>
                    <a:pt x="5255" y="6545"/>
                  </a:cubicBezTo>
                  <a:cubicBezTo>
                    <a:pt x="5236" y="6555"/>
                    <a:pt x="5215" y="6561"/>
                    <a:pt x="5195" y="6561"/>
                  </a:cubicBezTo>
                  <a:cubicBezTo>
                    <a:pt x="5155" y="6561"/>
                    <a:pt x="5117" y="6539"/>
                    <a:pt x="5101" y="6496"/>
                  </a:cubicBezTo>
                  <a:cubicBezTo>
                    <a:pt x="5012" y="6463"/>
                    <a:pt x="5012" y="6463"/>
                    <a:pt x="5109" y="6374"/>
                  </a:cubicBezTo>
                  <a:cubicBezTo>
                    <a:pt x="5157" y="6350"/>
                    <a:pt x="5141" y="6309"/>
                    <a:pt x="5125" y="6277"/>
                  </a:cubicBezTo>
                  <a:cubicBezTo>
                    <a:pt x="5125" y="6277"/>
                    <a:pt x="5109" y="6245"/>
                    <a:pt x="5149" y="6188"/>
                  </a:cubicBezTo>
                  <a:cubicBezTo>
                    <a:pt x="5167" y="6159"/>
                    <a:pt x="5166" y="6150"/>
                    <a:pt x="5155" y="6150"/>
                  </a:cubicBezTo>
                  <a:cubicBezTo>
                    <a:pt x="5140" y="6150"/>
                    <a:pt x="5108" y="6166"/>
                    <a:pt x="5076" y="6180"/>
                  </a:cubicBezTo>
                  <a:lnTo>
                    <a:pt x="4971" y="6236"/>
                  </a:lnTo>
                  <a:cubicBezTo>
                    <a:pt x="4955" y="6204"/>
                    <a:pt x="5044" y="6115"/>
                    <a:pt x="5101" y="6090"/>
                  </a:cubicBezTo>
                  <a:cubicBezTo>
                    <a:pt x="5150" y="6041"/>
                    <a:pt x="5172" y="6019"/>
                    <a:pt x="5163" y="6019"/>
                  </a:cubicBezTo>
                  <a:cubicBezTo>
                    <a:pt x="5155" y="6019"/>
                    <a:pt x="5127" y="6033"/>
                    <a:pt x="5076" y="6058"/>
                  </a:cubicBezTo>
                  <a:cubicBezTo>
                    <a:pt x="5062" y="6065"/>
                    <a:pt x="5044" y="6070"/>
                    <a:pt x="5028" y="6070"/>
                  </a:cubicBezTo>
                  <a:cubicBezTo>
                    <a:pt x="4992" y="6070"/>
                    <a:pt x="4962" y="6047"/>
                    <a:pt x="4979" y="5985"/>
                  </a:cubicBezTo>
                  <a:cubicBezTo>
                    <a:pt x="4939" y="5920"/>
                    <a:pt x="4906" y="5855"/>
                    <a:pt x="4963" y="5823"/>
                  </a:cubicBezTo>
                  <a:cubicBezTo>
                    <a:pt x="4995" y="5766"/>
                    <a:pt x="4922" y="5758"/>
                    <a:pt x="4922" y="5758"/>
                  </a:cubicBezTo>
                  <a:cubicBezTo>
                    <a:pt x="4857" y="5750"/>
                    <a:pt x="4841" y="5718"/>
                    <a:pt x="4841" y="5596"/>
                  </a:cubicBezTo>
                  <a:cubicBezTo>
                    <a:pt x="4852" y="5451"/>
                    <a:pt x="4856" y="5398"/>
                    <a:pt x="4826" y="5398"/>
                  </a:cubicBezTo>
                  <a:cubicBezTo>
                    <a:pt x="4811" y="5398"/>
                    <a:pt x="4788" y="5412"/>
                    <a:pt x="4752" y="5434"/>
                  </a:cubicBezTo>
                  <a:cubicBezTo>
                    <a:pt x="4728" y="5446"/>
                    <a:pt x="4701" y="5460"/>
                    <a:pt x="4692" y="5460"/>
                  </a:cubicBezTo>
                  <a:cubicBezTo>
                    <a:pt x="4683" y="5460"/>
                    <a:pt x="4691" y="5446"/>
                    <a:pt x="4736" y="5401"/>
                  </a:cubicBezTo>
                  <a:cubicBezTo>
                    <a:pt x="4768" y="5336"/>
                    <a:pt x="4703" y="5328"/>
                    <a:pt x="4614" y="5296"/>
                  </a:cubicBezTo>
                  <a:cubicBezTo>
                    <a:pt x="4533" y="5304"/>
                    <a:pt x="4452" y="5336"/>
                    <a:pt x="4387" y="5385"/>
                  </a:cubicBezTo>
                  <a:cubicBezTo>
                    <a:pt x="4342" y="5410"/>
                    <a:pt x="4316" y="5424"/>
                    <a:pt x="4302" y="5424"/>
                  </a:cubicBezTo>
                  <a:cubicBezTo>
                    <a:pt x="4285" y="5424"/>
                    <a:pt x="4289" y="5400"/>
                    <a:pt x="4298" y="5345"/>
                  </a:cubicBezTo>
                  <a:cubicBezTo>
                    <a:pt x="4282" y="5312"/>
                    <a:pt x="4314" y="5255"/>
                    <a:pt x="4363" y="5223"/>
                  </a:cubicBezTo>
                  <a:cubicBezTo>
                    <a:pt x="4378" y="5216"/>
                    <a:pt x="4391" y="5214"/>
                    <a:pt x="4401" y="5214"/>
                  </a:cubicBezTo>
                  <a:cubicBezTo>
                    <a:pt x="4427" y="5214"/>
                    <a:pt x="4436" y="5231"/>
                    <a:pt x="4436" y="5231"/>
                  </a:cubicBezTo>
                  <a:lnTo>
                    <a:pt x="4452" y="5255"/>
                  </a:lnTo>
                  <a:cubicBezTo>
                    <a:pt x="4509" y="5231"/>
                    <a:pt x="4557" y="5199"/>
                    <a:pt x="4525" y="5134"/>
                  </a:cubicBezTo>
                  <a:cubicBezTo>
                    <a:pt x="4550" y="5090"/>
                    <a:pt x="4541" y="5061"/>
                    <a:pt x="4514" y="5061"/>
                  </a:cubicBezTo>
                  <a:cubicBezTo>
                    <a:pt x="4506" y="5061"/>
                    <a:pt x="4496" y="5063"/>
                    <a:pt x="4485" y="5069"/>
                  </a:cubicBezTo>
                  <a:cubicBezTo>
                    <a:pt x="4517" y="5012"/>
                    <a:pt x="4485" y="4947"/>
                    <a:pt x="4444" y="4882"/>
                  </a:cubicBezTo>
                  <a:cubicBezTo>
                    <a:pt x="4412" y="4818"/>
                    <a:pt x="4355" y="4720"/>
                    <a:pt x="4387" y="4655"/>
                  </a:cubicBezTo>
                  <a:cubicBezTo>
                    <a:pt x="4358" y="4608"/>
                    <a:pt x="4341" y="4578"/>
                    <a:pt x="4315" y="4578"/>
                  </a:cubicBezTo>
                  <a:cubicBezTo>
                    <a:pt x="4306" y="4578"/>
                    <a:pt x="4295" y="4582"/>
                    <a:pt x="4282" y="4591"/>
                  </a:cubicBezTo>
                  <a:cubicBezTo>
                    <a:pt x="4237" y="4618"/>
                    <a:pt x="4209" y="4628"/>
                    <a:pt x="4194" y="4628"/>
                  </a:cubicBezTo>
                  <a:cubicBezTo>
                    <a:pt x="4174" y="4628"/>
                    <a:pt x="4181" y="4609"/>
                    <a:pt x="4209" y="4591"/>
                  </a:cubicBezTo>
                  <a:cubicBezTo>
                    <a:pt x="4295" y="4497"/>
                    <a:pt x="4102" y="4086"/>
                    <a:pt x="3979" y="4086"/>
                  </a:cubicBezTo>
                  <a:cubicBezTo>
                    <a:pt x="3974" y="4086"/>
                    <a:pt x="3970" y="4087"/>
                    <a:pt x="3966" y="4088"/>
                  </a:cubicBezTo>
                  <a:lnTo>
                    <a:pt x="3933" y="4023"/>
                  </a:lnTo>
                  <a:cubicBezTo>
                    <a:pt x="3941" y="3926"/>
                    <a:pt x="3820" y="3739"/>
                    <a:pt x="3755" y="3739"/>
                  </a:cubicBezTo>
                  <a:lnTo>
                    <a:pt x="3690" y="3642"/>
                  </a:lnTo>
                  <a:cubicBezTo>
                    <a:pt x="3706" y="3553"/>
                    <a:pt x="3682" y="3520"/>
                    <a:pt x="3609" y="3520"/>
                  </a:cubicBezTo>
                  <a:cubicBezTo>
                    <a:pt x="3570" y="3520"/>
                    <a:pt x="3534" y="3535"/>
                    <a:pt x="3524" y="3540"/>
                  </a:cubicBezTo>
                  <a:lnTo>
                    <a:pt x="3524" y="3540"/>
                  </a:lnTo>
                  <a:cubicBezTo>
                    <a:pt x="3527" y="3538"/>
                    <a:pt x="3534" y="3534"/>
                    <a:pt x="3544" y="3528"/>
                  </a:cubicBezTo>
                  <a:cubicBezTo>
                    <a:pt x="3593" y="3488"/>
                    <a:pt x="3552" y="3431"/>
                    <a:pt x="3463" y="3310"/>
                  </a:cubicBezTo>
                  <a:cubicBezTo>
                    <a:pt x="3416" y="3239"/>
                    <a:pt x="3396" y="3210"/>
                    <a:pt x="3382" y="3210"/>
                  </a:cubicBezTo>
                  <a:cubicBezTo>
                    <a:pt x="3371" y="3210"/>
                    <a:pt x="3363" y="3225"/>
                    <a:pt x="3349" y="3253"/>
                  </a:cubicBezTo>
                  <a:cubicBezTo>
                    <a:pt x="3220" y="3164"/>
                    <a:pt x="3268" y="3123"/>
                    <a:pt x="3317" y="3091"/>
                  </a:cubicBezTo>
                  <a:cubicBezTo>
                    <a:pt x="3398" y="3069"/>
                    <a:pt x="3407" y="3033"/>
                    <a:pt x="3354" y="3033"/>
                  </a:cubicBezTo>
                  <a:cubicBezTo>
                    <a:pt x="3327" y="3033"/>
                    <a:pt x="3285" y="3042"/>
                    <a:pt x="3228" y="3066"/>
                  </a:cubicBezTo>
                  <a:cubicBezTo>
                    <a:pt x="3200" y="3075"/>
                    <a:pt x="3177" y="3079"/>
                    <a:pt x="3158" y="3079"/>
                  </a:cubicBezTo>
                  <a:cubicBezTo>
                    <a:pt x="3092" y="3079"/>
                    <a:pt x="3077" y="3035"/>
                    <a:pt x="3114" y="3010"/>
                  </a:cubicBezTo>
                  <a:cubicBezTo>
                    <a:pt x="3131" y="2999"/>
                    <a:pt x="3144" y="2994"/>
                    <a:pt x="3155" y="2994"/>
                  </a:cubicBezTo>
                  <a:cubicBezTo>
                    <a:pt x="3178" y="2994"/>
                    <a:pt x="3193" y="3012"/>
                    <a:pt x="3203" y="3034"/>
                  </a:cubicBezTo>
                  <a:lnTo>
                    <a:pt x="3309" y="2969"/>
                  </a:lnTo>
                  <a:cubicBezTo>
                    <a:pt x="3285" y="2937"/>
                    <a:pt x="3285" y="2937"/>
                    <a:pt x="3212" y="2937"/>
                  </a:cubicBezTo>
                  <a:cubicBezTo>
                    <a:pt x="3212" y="2937"/>
                    <a:pt x="3195" y="2912"/>
                    <a:pt x="3122" y="2912"/>
                  </a:cubicBezTo>
                  <a:cubicBezTo>
                    <a:pt x="3058" y="2912"/>
                    <a:pt x="3001" y="2953"/>
                    <a:pt x="2976" y="3018"/>
                  </a:cubicBezTo>
                  <a:cubicBezTo>
                    <a:pt x="2966" y="3045"/>
                    <a:pt x="2956" y="3055"/>
                    <a:pt x="2946" y="3055"/>
                  </a:cubicBezTo>
                  <a:cubicBezTo>
                    <a:pt x="2933" y="3055"/>
                    <a:pt x="2921" y="3036"/>
                    <a:pt x="2912" y="3018"/>
                  </a:cubicBezTo>
                  <a:cubicBezTo>
                    <a:pt x="2920" y="2928"/>
                    <a:pt x="2960" y="2888"/>
                    <a:pt x="3033" y="2888"/>
                  </a:cubicBezTo>
                  <a:cubicBezTo>
                    <a:pt x="3039" y="2894"/>
                    <a:pt x="3047" y="2896"/>
                    <a:pt x="3055" y="2896"/>
                  </a:cubicBezTo>
                  <a:cubicBezTo>
                    <a:pt x="3081" y="2896"/>
                    <a:pt x="3118" y="2872"/>
                    <a:pt x="3155" y="2847"/>
                  </a:cubicBezTo>
                  <a:cubicBezTo>
                    <a:pt x="3193" y="2815"/>
                    <a:pt x="3068" y="2763"/>
                    <a:pt x="2958" y="2763"/>
                  </a:cubicBezTo>
                  <a:cubicBezTo>
                    <a:pt x="2930" y="2763"/>
                    <a:pt x="2903" y="2766"/>
                    <a:pt x="2879" y="2774"/>
                  </a:cubicBezTo>
                  <a:lnTo>
                    <a:pt x="2928" y="2734"/>
                  </a:lnTo>
                  <a:cubicBezTo>
                    <a:pt x="2976" y="2701"/>
                    <a:pt x="2928" y="2645"/>
                    <a:pt x="2887" y="2580"/>
                  </a:cubicBezTo>
                  <a:cubicBezTo>
                    <a:pt x="2854" y="2541"/>
                    <a:pt x="2836" y="2513"/>
                    <a:pt x="2812" y="2513"/>
                  </a:cubicBezTo>
                  <a:cubicBezTo>
                    <a:pt x="2801" y="2513"/>
                    <a:pt x="2789" y="2519"/>
                    <a:pt x="2774" y="2531"/>
                  </a:cubicBezTo>
                  <a:cubicBezTo>
                    <a:pt x="2738" y="2555"/>
                    <a:pt x="2702" y="2584"/>
                    <a:pt x="2676" y="2584"/>
                  </a:cubicBezTo>
                  <a:cubicBezTo>
                    <a:pt x="2666" y="2584"/>
                    <a:pt x="2658" y="2580"/>
                    <a:pt x="2652" y="2572"/>
                  </a:cubicBezTo>
                  <a:lnTo>
                    <a:pt x="2652" y="2572"/>
                  </a:lnTo>
                  <a:cubicBezTo>
                    <a:pt x="2676" y="2604"/>
                    <a:pt x="2628" y="2637"/>
                    <a:pt x="2579" y="2669"/>
                  </a:cubicBezTo>
                  <a:cubicBezTo>
                    <a:pt x="2579" y="2620"/>
                    <a:pt x="2595" y="2564"/>
                    <a:pt x="2612" y="2515"/>
                  </a:cubicBezTo>
                  <a:cubicBezTo>
                    <a:pt x="2668" y="2401"/>
                    <a:pt x="2652" y="2264"/>
                    <a:pt x="2579" y="2166"/>
                  </a:cubicBezTo>
                  <a:cubicBezTo>
                    <a:pt x="2531" y="2101"/>
                    <a:pt x="2466" y="2020"/>
                    <a:pt x="2490" y="1947"/>
                  </a:cubicBezTo>
                  <a:cubicBezTo>
                    <a:pt x="2456" y="1908"/>
                    <a:pt x="2434" y="1884"/>
                    <a:pt x="2408" y="1884"/>
                  </a:cubicBezTo>
                  <a:cubicBezTo>
                    <a:pt x="2396" y="1884"/>
                    <a:pt x="2383" y="1889"/>
                    <a:pt x="2368" y="1899"/>
                  </a:cubicBezTo>
                  <a:lnTo>
                    <a:pt x="2328" y="1842"/>
                  </a:lnTo>
                  <a:cubicBezTo>
                    <a:pt x="2347" y="1790"/>
                    <a:pt x="2320" y="1743"/>
                    <a:pt x="2283" y="1743"/>
                  </a:cubicBezTo>
                  <a:cubicBezTo>
                    <a:pt x="2274" y="1743"/>
                    <a:pt x="2265" y="1746"/>
                    <a:pt x="2255" y="1753"/>
                  </a:cubicBezTo>
                  <a:cubicBezTo>
                    <a:pt x="2248" y="1754"/>
                    <a:pt x="2243" y="1755"/>
                    <a:pt x="2238" y="1755"/>
                  </a:cubicBezTo>
                  <a:cubicBezTo>
                    <a:pt x="2193" y="1755"/>
                    <a:pt x="2205" y="1694"/>
                    <a:pt x="2190" y="1672"/>
                  </a:cubicBezTo>
                  <a:cubicBezTo>
                    <a:pt x="2210" y="1604"/>
                    <a:pt x="2220" y="1569"/>
                    <a:pt x="2212" y="1569"/>
                  </a:cubicBezTo>
                  <a:cubicBezTo>
                    <a:pt x="2203" y="1569"/>
                    <a:pt x="2175" y="1606"/>
                    <a:pt x="2117" y="1680"/>
                  </a:cubicBezTo>
                  <a:cubicBezTo>
                    <a:pt x="2076" y="1720"/>
                    <a:pt x="2068" y="1785"/>
                    <a:pt x="2093" y="1842"/>
                  </a:cubicBezTo>
                  <a:lnTo>
                    <a:pt x="2166" y="1923"/>
                  </a:lnTo>
                  <a:lnTo>
                    <a:pt x="2166" y="1923"/>
                  </a:lnTo>
                  <a:lnTo>
                    <a:pt x="2044" y="1874"/>
                  </a:lnTo>
                  <a:cubicBezTo>
                    <a:pt x="2021" y="1856"/>
                    <a:pt x="1991" y="1846"/>
                    <a:pt x="1959" y="1846"/>
                  </a:cubicBezTo>
                  <a:cubicBezTo>
                    <a:pt x="1933" y="1846"/>
                    <a:pt x="1907" y="1852"/>
                    <a:pt x="1882" y="1866"/>
                  </a:cubicBezTo>
                  <a:cubicBezTo>
                    <a:pt x="1882" y="1866"/>
                    <a:pt x="1861" y="1887"/>
                    <a:pt x="1841" y="1887"/>
                  </a:cubicBezTo>
                  <a:cubicBezTo>
                    <a:pt x="1832" y="1887"/>
                    <a:pt x="1824" y="1884"/>
                    <a:pt x="1817" y="1874"/>
                  </a:cubicBezTo>
                  <a:lnTo>
                    <a:pt x="1906" y="1802"/>
                  </a:lnTo>
                  <a:cubicBezTo>
                    <a:pt x="1971" y="1793"/>
                    <a:pt x="2028" y="1761"/>
                    <a:pt x="2068" y="1720"/>
                  </a:cubicBezTo>
                  <a:cubicBezTo>
                    <a:pt x="2125" y="1638"/>
                    <a:pt x="2123" y="1541"/>
                    <a:pt x="2077" y="1541"/>
                  </a:cubicBezTo>
                  <a:cubicBezTo>
                    <a:pt x="2064" y="1541"/>
                    <a:pt x="2047" y="1549"/>
                    <a:pt x="2028" y="1566"/>
                  </a:cubicBezTo>
                  <a:cubicBezTo>
                    <a:pt x="2004" y="1534"/>
                    <a:pt x="2004" y="1534"/>
                    <a:pt x="2028" y="1469"/>
                  </a:cubicBezTo>
                  <a:cubicBezTo>
                    <a:pt x="2054" y="1443"/>
                    <a:pt x="2053" y="1424"/>
                    <a:pt x="2020" y="1424"/>
                  </a:cubicBezTo>
                  <a:cubicBezTo>
                    <a:pt x="2001" y="1424"/>
                    <a:pt x="1972" y="1430"/>
                    <a:pt x="1931" y="1445"/>
                  </a:cubicBezTo>
                  <a:cubicBezTo>
                    <a:pt x="1893" y="1461"/>
                    <a:pt x="1866" y="1469"/>
                    <a:pt x="1848" y="1469"/>
                  </a:cubicBezTo>
                  <a:cubicBezTo>
                    <a:pt x="1812" y="1469"/>
                    <a:pt x="1817" y="1435"/>
                    <a:pt x="1866" y="1364"/>
                  </a:cubicBezTo>
                  <a:cubicBezTo>
                    <a:pt x="1901" y="1245"/>
                    <a:pt x="1833" y="1145"/>
                    <a:pt x="1788" y="1145"/>
                  </a:cubicBezTo>
                  <a:cubicBezTo>
                    <a:pt x="1781" y="1145"/>
                    <a:pt x="1774" y="1147"/>
                    <a:pt x="1768" y="1153"/>
                  </a:cubicBezTo>
                  <a:cubicBezTo>
                    <a:pt x="1741" y="1176"/>
                    <a:pt x="1715" y="1185"/>
                    <a:pt x="1693" y="1185"/>
                  </a:cubicBezTo>
                  <a:cubicBezTo>
                    <a:pt x="1637" y="1185"/>
                    <a:pt x="1605" y="1126"/>
                    <a:pt x="1622" y="1080"/>
                  </a:cubicBezTo>
                  <a:cubicBezTo>
                    <a:pt x="1643" y="1026"/>
                    <a:pt x="1629" y="995"/>
                    <a:pt x="1583" y="995"/>
                  </a:cubicBezTo>
                  <a:cubicBezTo>
                    <a:pt x="1573" y="995"/>
                    <a:pt x="1562" y="996"/>
                    <a:pt x="1549" y="999"/>
                  </a:cubicBezTo>
                  <a:cubicBezTo>
                    <a:pt x="1595" y="961"/>
                    <a:pt x="1612" y="901"/>
                    <a:pt x="1560" y="901"/>
                  </a:cubicBezTo>
                  <a:cubicBezTo>
                    <a:pt x="1557" y="901"/>
                    <a:pt x="1553" y="901"/>
                    <a:pt x="1549" y="902"/>
                  </a:cubicBezTo>
                  <a:cubicBezTo>
                    <a:pt x="1549" y="902"/>
                    <a:pt x="1545" y="897"/>
                    <a:pt x="1538" y="897"/>
                  </a:cubicBezTo>
                  <a:cubicBezTo>
                    <a:pt x="1529" y="897"/>
                    <a:pt x="1515" y="905"/>
                    <a:pt x="1501" y="942"/>
                  </a:cubicBezTo>
                  <a:lnTo>
                    <a:pt x="1363" y="966"/>
                  </a:lnTo>
                  <a:cubicBezTo>
                    <a:pt x="1387" y="991"/>
                    <a:pt x="1347" y="1031"/>
                    <a:pt x="1298" y="1072"/>
                  </a:cubicBezTo>
                  <a:cubicBezTo>
                    <a:pt x="1293" y="1076"/>
                    <a:pt x="1287" y="1078"/>
                    <a:pt x="1282" y="1078"/>
                  </a:cubicBezTo>
                  <a:cubicBezTo>
                    <a:pt x="1240" y="1078"/>
                    <a:pt x="1211" y="940"/>
                    <a:pt x="1290" y="788"/>
                  </a:cubicBezTo>
                  <a:lnTo>
                    <a:pt x="1331" y="650"/>
                  </a:lnTo>
                  <a:lnTo>
                    <a:pt x="1331" y="650"/>
                  </a:lnTo>
                  <a:lnTo>
                    <a:pt x="1241" y="731"/>
                  </a:lnTo>
                  <a:cubicBezTo>
                    <a:pt x="1217" y="699"/>
                    <a:pt x="1193" y="675"/>
                    <a:pt x="1233" y="634"/>
                  </a:cubicBezTo>
                  <a:cubicBezTo>
                    <a:pt x="1282" y="593"/>
                    <a:pt x="1282" y="593"/>
                    <a:pt x="1258" y="561"/>
                  </a:cubicBezTo>
                  <a:cubicBezTo>
                    <a:pt x="1258" y="561"/>
                    <a:pt x="1250" y="554"/>
                    <a:pt x="1236" y="554"/>
                  </a:cubicBezTo>
                  <a:cubicBezTo>
                    <a:pt x="1224" y="554"/>
                    <a:pt x="1207" y="559"/>
                    <a:pt x="1185" y="577"/>
                  </a:cubicBezTo>
                  <a:cubicBezTo>
                    <a:pt x="1138" y="620"/>
                    <a:pt x="1115" y="640"/>
                    <a:pt x="1108" y="640"/>
                  </a:cubicBezTo>
                  <a:cubicBezTo>
                    <a:pt x="1102" y="640"/>
                    <a:pt x="1108" y="624"/>
                    <a:pt x="1120" y="593"/>
                  </a:cubicBezTo>
                  <a:cubicBezTo>
                    <a:pt x="1157" y="519"/>
                    <a:pt x="1159" y="483"/>
                    <a:pt x="1125" y="483"/>
                  </a:cubicBezTo>
                  <a:cubicBezTo>
                    <a:pt x="1106" y="483"/>
                    <a:pt x="1078" y="493"/>
                    <a:pt x="1039" y="512"/>
                  </a:cubicBezTo>
                  <a:cubicBezTo>
                    <a:pt x="1002" y="550"/>
                    <a:pt x="981" y="570"/>
                    <a:pt x="976" y="570"/>
                  </a:cubicBezTo>
                  <a:cubicBezTo>
                    <a:pt x="970" y="570"/>
                    <a:pt x="984" y="541"/>
                    <a:pt x="1014" y="480"/>
                  </a:cubicBezTo>
                  <a:cubicBezTo>
                    <a:pt x="1063" y="439"/>
                    <a:pt x="1079" y="375"/>
                    <a:pt x="1055" y="350"/>
                  </a:cubicBezTo>
                  <a:lnTo>
                    <a:pt x="1055" y="350"/>
                  </a:lnTo>
                  <a:lnTo>
                    <a:pt x="1006" y="391"/>
                  </a:lnTo>
                  <a:cubicBezTo>
                    <a:pt x="972" y="425"/>
                    <a:pt x="948" y="439"/>
                    <a:pt x="933" y="439"/>
                  </a:cubicBezTo>
                  <a:cubicBezTo>
                    <a:pt x="912" y="439"/>
                    <a:pt x="908" y="412"/>
                    <a:pt x="917" y="375"/>
                  </a:cubicBezTo>
                  <a:cubicBezTo>
                    <a:pt x="958" y="334"/>
                    <a:pt x="933" y="310"/>
                    <a:pt x="836" y="293"/>
                  </a:cubicBezTo>
                  <a:cubicBezTo>
                    <a:pt x="787" y="237"/>
                    <a:pt x="763" y="212"/>
                    <a:pt x="804" y="172"/>
                  </a:cubicBezTo>
                  <a:cubicBezTo>
                    <a:pt x="852" y="128"/>
                    <a:pt x="874" y="108"/>
                    <a:pt x="866" y="108"/>
                  </a:cubicBezTo>
                  <a:cubicBezTo>
                    <a:pt x="859" y="108"/>
                    <a:pt x="831" y="122"/>
                    <a:pt x="779" y="148"/>
                  </a:cubicBezTo>
                  <a:cubicBezTo>
                    <a:pt x="764" y="149"/>
                    <a:pt x="753" y="151"/>
                    <a:pt x="744" y="151"/>
                  </a:cubicBezTo>
                  <a:cubicBezTo>
                    <a:pt x="714" y="151"/>
                    <a:pt x="713" y="135"/>
                    <a:pt x="706" y="66"/>
                  </a:cubicBezTo>
                  <a:cubicBezTo>
                    <a:pt x="717" y="17"/>
                    <a:pt x="721" y="1"/>
                    <a:pt x="702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2"/>
            <p:cNvSpPr/>
            <p:nvPr/>
          </p:nvSpPr>
          <p:spPr>
            <a:xfrm>
              <a:off x="6091391" y="1916612"/>
              <a:ext cx="30062" cy="39146"/>
            </a:xfrm>
            <a:custGeom>
              <a:avLst/>
              <a:gdLst/>
              <a:ahLst/>
              <a:cxnLst/>
              <a:rect l="l" t="t" r="r" b="b"/>
              <a:pathLst>
                <a:path w="1744" h="2271" extrusionOk="0">
                  <a:moveTo>
                    <a:pt x="690" y="1"/>
                  </a:moveTo>
                  <a:cubicBezTo>
                    <a:pt x="690" y="1"/>
                    <a:pt x="690" y="1"/>
                    <a:pt x="690" y="1"/>
                  </a:cubicBezTo>
                  <a:lnTo>
                    <a:pt x="690" y="1"/>
                  </a:lnTo>
                  <a:cubicBezTo>
                    <a:pt x="690" y="1"/>
                    <a:pt x="690" y="1"/>
                    <a:pt x="690" y="1"/>
                  </a:cubicBezTo>
                  <a:close/>
                  <a:moveTo>
                    <a:pt x="690" y="1"/>
                  </a:moveTo>
                  <a:cubicBezTo>
                    <a:pt x="696" y="5"/>
                    <a:pt x="741" y="43"/>
                    <a:pt x="779" y="74"/>
                  </a:cubicBezTo>
                  <a:lnTo>
                    <a:pt x="787" y="74"/>
                  </a:lnTo>
                  <a:cubicBezTo>
                    <a:pt x="787" y="74"/>
                    <a:pt x="739" y="41"/>
                    <a:pt x="690" y="1"/>
                  </a:cubicBezTo>
                  <a:close/>
                  <a:moveTo>
                    <a:pt x="1" y="101"/>
                  </a:moveTo>
                  <a:cubicBezTo>
                    <a:pt x="0" y="101"/>
                    <a:pt x="23" y="119"/>
                    <a:pt x="82" y="163"/>
                  </a:cubicBezTo>
                  <a:cubicBezTo>
                    <a:pt x="130" y="195"/>
                    <a:pt x="131" y="195"/>
                    <a:pt x="131" y="195"/>
                  </a:cubicBezTo>
                  <a:cubicBezTo>
                    <a:pt x="131" y="195"/>
                    <a:pt x="82" y="163"/>
                    <a:pt x="33" y="122"/>
                  </a:cubicBezTo>
                  <a:cubicBezTo>
                    <a:pt x="14" y="109"/>
                    <a:pt x="2" y="101"/>
                    <a:pt x="1" y="101"/>
                  </a:cubicBezTo>
                  <a:close/>
                  <a:moveTo>
                    <a:pt x="1185" y="354"/>
                  </a:moveTo>
                  <a:cubicBezTo>
                    <a:pt x="1203" y="365"/>
                    <a:pt x="1212" y="371"/>
                    <a:pt x="1212" y="371"/>
                  </a:cubicBezTo>
                  <a:cubicBezTo>
                    <a:pt x="1211" y="371"/>
                    <a:pt x="1203" y="365"/>
                    <a:pt x="1185" y="354"/>
                  </a:cubicBezTo>
                  <a:close/>
                  <a:moveTo>
                    <a:pt x="1039" y="471"/>
                  </a:moveTo>
                  <a:cubicBezTo>
                    <a:pt x="1055" y="487"/>
                    <a:pt x="1071" y="503"/>
                    <a:pt x="1087" y="511"/>
                  </a:cubicBezTo>
                  <a:cubicBezTo>
                    <a:pt x="1136" y="544"/>
                    <a:pt x="1136" y="544"/>
                    <a:pt x="1136" y="544"/>
                  </a:cubicBezTo>
                  <a:cubicBezTo>
                    <a:pt x="1151" y="552"/>
                    <a:pt x="1158" y="556"/>
                    <a:pt x="1161" y="556"/>
                  </a:cubicBezTo>
                  <a:cubicBezTo>
                    <a:pt x="1167" y="556"/>
                    <a:pt x="1131" y="527"/>
                    <a:pt x="1095" y="503"/>
                  </a:cubicBezTo>
                  <a:cubicBezTo>
                    <a:pt x="1047" y="471"/>
                    <a:pt x="1047" y="471"/>
                    <a:pt x="1039" y="471"/>
                  </a:cubicBezTo>
                  <a:close/>
                  <a:moveTo>
                    <a:pt x="1152" y="528"/>
                  </a:moveTo>
                  <a:cubicBezTo>
                    <a:pt x="1185" y="552"/>
                    <a:pt x="1217" y="576"/>
                    <a:pt x="1241" y="609"/>
                  </a:cubicBezTo>
                  <a:cubicBezTo>
                    <a:pt x="1209" y="584"/>
                    <a:pt x="1176" y="560"/>
                    <a:pt x="1152" y="536"/>
                  </a:cubicBezTo>
                  <a:lnTo>
                    <a:pt x="1152" y="528"/>
                  </a:lnTo>
                  <a:close/>
                  <a:moveTo>
                    <a:pt x="1422" y="543"/>
                  </a:moveTo>
                  <a:lnTo>
                    <a:pt x="1460" y="568"/>
                  </a:lnTo>
                  <a:cubicBezTo>
                    <a:pt x="1509" y="601"/>
                    <a:pt x="1509" y="601"/>
                    <a:pt x="1509" y="609"/>
                  </a:cubicBezTo>
                  <a:cubicBezTo>
                    <a:pt x="1501" y="609"/>
                    <a:pt x="1501" y="609"/>
                    <a:pt x="1452" y="568"/>
                  </a:cubicBezTo>
                  <a:cubicBezTo>
                    <a:pt x="1440" y="562"/>
                    <a:pt x="1432" y="551"/>
                    <a:pt x="1422" y="543"/>
                  </a:cubicBezTo>
                  <a:close/>
                  <a:moveTo>
                    <a:pt x="1290" y="479"/>
                  </a:moveTo>
                  <a:lnTo>
                    <a:pt x="1290" y="479"/>
                  </a:lnTo>
                  <a:cubicBezTo>
                    <a:pt x="1322" y="503"/>
                    <a:pt x="1363" y="528"/>
                    <a:pt x="1395" y="552"/>
                  </a:cubicBezTo>
                  <a:cubicBezTo>
                    <a:pt x="1493" y="617"/>
                    <a:pt x="1493" y="617"/>
                    <a:pt x="1485" y="625"/>
                  </a:cubicBezTo>
                  <a:cubicBezTo>
                    <a:pt x="1485" y="625"/>
                    <a:pt x="1485" y="625"/>
                    <a:pt x="1436" y="593"/>
                  </a:cubicBezTo>
                  <a:lnTo>
                    <a:pt x="1436" y="593"/>
                  </a:lnTo>
                  <a:cubicBezTo>
                    <a:pt x="1449" y="601"/>
                    <a:pt x="1455" y="604"/>
                    <a:pt x="1456" y="604"/>
                  </a:cubicBezTo>
                  <a:cubicBezTo>
                    <a:pt x="1459" y="604"/>
                    <a:pt x="1423" y="576"/>
                    <a:pt x="1387" y="552"/>
                  </a:cubicBezTo>
                  <a:lnTo>
                    <a:pt x="1290" y="479"/>
                  </a:lnTo>
                  <a:close/>
                  <a:moveTo>
                    <a:pt x="1355" y="625"/>
                  </a:moveTo>
                  <a:lnTo>
                    <a:pt x="1379" y="641"/>
                  </a:lnTo>
                  <a:cubicBezTo>
                    <a:pt x="1371" y="637"/>
                    <a:pt x="1363" y="631"/>
                    <a:pt x="1355" y="625"/>
                  </a:cubicBezTo>
                  <a:close/>
                  <a:moveTo>
                    <a:pt x="982" y="690"/>
                  </a:moveTo>
                  <a:lnTo>
                    <a:pt x="982" y="690"/>
                  </a:lnTo>
                  <a:cubicBezTo>
                    <a:pt x="998" y="698"/>
                    <a:pt x="1014" y="714"/>
                    <a:pt x="1030" y="730"/>
                  </a:cubicBezTo>
                  <a:lnTo>
                    <a:pt x="982" y="690"/>
                  </a:lnTo>
                  <a:close/>
                  <a:moveTo>
                    <a:pt x="1112" y="730"/>
                  </a:moveTo>
                  <a:lnTo>
                    <a:pt x="1112" y="730"/>
                  </a:lnTo>
                  <a:cubicBezTo>
                    <a:pt x="1128" y="742"/>
                    <a:pt x="1145" y="754"/>
                    <a:pt x="1160" y="765"/>
                  </a:cubicBezTo>
                  <a:lnTo>
                    <a:pt x="1160" y="765"/>
                  </a:lnTo>
                  <a:cubicBezTo>
                    <a:pt x="1133" y="744"/>
                    <a:pt x="1112" y="731"/>
                    <a:pt x="1112" y="730"/>
                  </a:cubicBezTo>
                  <a:close/>
                  <a:moveTo>
                    <a:pt x="1671" y="771"/>
                  </a:moveTo>
                  <a:cubicBezTo>
                    <a:pt x="1720" y="803"/>
                    <a:pt x="1720" y="803"/>
                    <a:pt x="1728" y="803"/>
                  </a:cubicBezTo>
                  <a:lnTo>
                    <a:pt x="1679" y="771"/>
                  </a:lnTo>
                  <a:close/>
                  <a:moveTo>
                    <a:pt x="1120" y="641"/>
                  </a:moveTo>
                  <a:lnTo>
                    <a:pt x="1209" y="714"/>
                  </a:lnTo>
                  <a:cubicBezTo>
                    <a:pt x="1290" y="777"/>
                    <a:pt x="1326" y="805"/>
                    <a:pt x="1325" y="805"/>
                  </a:cubicBezTo>
                  <a:cubicBezTo>
                    <a:pt x="1325" y="805"/>
                    <a:pt x="1301" y="787"/>
                    <a:pt x="1257" y="755"/>
                  </a:cubicBezTo>
                  <a:cubicBezTo>
                    <a:pt x="1209" y="722"/>
                    <a:pt x="1160" y="682"/>
                    <a:pt x="1112" y="649"/>
                  </a:cubicBezTo>
                  <a:lnTo>
                    <a:pt x="1120" y="641"/>
                  </a:lnTo>
                  <a:close/>
                  <a:moveTo>
                    <a:pt x="832" y="794"/>
                  </a:moveTo>
                  <a:lnTo>
                    <a:pt x="832" y="794"/>
                  </a:lnTo>
                  <a:cubicBezTo>
                    <a:pt x="832" y="794"/>
                    <a:pt x="838" y="799"/>
                    <a:pt x="852" y="811"/>
                  </a:cubicBezTo>
                  <a:lnTo>
                    <a:pt x="901" y="844"/>
                  </a:lnTo>
                  <a:cubicBezTo>
                    <a:pt x="867" y="821"/>
                    <a:pt x="833" y="794"/>
                    <a:pt x="832" y="794"/>
                  </a:cubicBezTo>
                  <a:close/>
                  <a:moveTo>
                    <a:pt x="1022" y="811"/>
                  </a:moveTo>
                  <a:cubicBezTo>
                    <a:pt x="1039" y="819"/>
                    <a:pt x="1055" y="836"/>
                    <a:pt x="1071" y="844"/>
                  </a:cubicBezTo>
                  <a:cubicBezTo>
                    <a:pt x="1120" y="884"/>
                    <a:pt x="1120" y="884"/>
                    <a:pt x="1120" y="884"/>
                  </a:cubicBezTo>
                  <a:cubicBezTo>
                    <a:pt x="1120" y="884"/>
                    <a:pt x="1112" y="884"/>
                    <a:pt x="1063" y="852"/>
                  </a:cubicBezTo>
                  <a:cubicBezTo>
                    <a:pt x="1047" y="836"/>
                    <a:pt x="1030" y="828"/>
                    <a:pt x="1022" y="811"/>
                  </a:cubicBezTo>
                  <a:close/>
                  <a:moveTo>
                    <a:pt x="1663" y="860"/>
                  </a:moveTo>
                  <a:cubicBezTo>
                    <a:pt x="1686" y="879"/>
                    <a:pt x="1698" y="887"/>
                    <a:pt x="1699" y="887"/>
                  </a:cubicBezTo>
                  <a:cubicBezTo>
                    <a:pt x="1701" y="887"/>
                    <a:pt x="1689" y="877"/>
                    <a:pt x="1663" y="860"/>
                  </a:cubicBezTo>
                  <a:close/>
                  <a:moveTo>
                    <a:pt x="1671" y="852"/>
                  </a:moveTo>
                  <a:cubicBezTo>
                    <a:pt x="1671" y="853"/>
                    <a:pt x="1670" y="853"/>
                    <a:pt x="1670" y="853"/>
                  </a:cubicBezTo>
                  <a:cubicBezTo>
                    <a:pt x="1669" y="853"/>
                    <a:pt x="1669" y="853"/>
                    <a:pt x="1669" y="853"/>
                  </a:cubicBezTo>
                  <a:lnTo>
                    <a:pt x="1669" y="853"/>
                  </a:lnTo>
                  <a:cubicBezTo>
                    <a:pt x="1716" y="887"/>
                    <a:pt x="1738" y="903"/>
                    <a:pt x="1739" y="903"/>
                  </a:cubicBezTo>
                  <a:cubicBezTo>
                    <a:pt x="1739" y="903"/>
                    <a:pt x="1715" y="885"/>
                    <a:pt x="1671" y="852"/>
                  </a:cubicBezTo>
                  <a:close/>
                  <a:moveTo>
                    <a:pt x="1039" y="876"/>
                  </a:moveTo>
                  <a:cubicBezTo>
                    <a:pt x="1087" y="909"/>
                    <a:pt x="1087" y="909"/>
                    <a:pt x="1087" y="909"/>
                  </a:cubicBezTo>
                  <a:cubicBezTo>
                    <a:pt x="1071" y="901"/>
                    <a:pt x="1055" y="892"/>
                    <a:pt x="1039" y="876"/>
                  </a:cubicBezTo>
                  <a:close/>
                  <a:moveTo>
                    <a:pt x="941" y="884"/>
                  </a:moveTo>
                  <a:lnTo>
                    <a:pt x="941" y="884"/>
                  </a:lnTo>
                  <a:cubicBezTo>
                    <a:pt x="958" y="896"/>
                    <a:pt x="975" y="908"/>
                    <a:pt x="990" y="919"/>
                  </a:cubicBezTo>
                  <a:lnTo>
                    <a:pt x="990" y="919"/>
                  </a:lnTo>
                  <a:cubicBezTo>
                    <a:pt x="962" y="898"/>
                    <a:pt x="942" y="885"/>
                    <a:pt x="941" y="884"/>
                  </a:cubicBezTo>
                  <a:close/>
                  <a:moveTo>
                    <a:pt x="840" y="894"/>
                  </a:moveTo>
                  <a:cubicBezTo>
                    <a:pt x="839" y="894"/>
                    <a:pt x="854" y="905"/>
                    <a:pt x="878" y="922"/>
                  </a:cubicBezTo>
                  <a:lnTo>
                    <a:pt x="878" y="922"/>
                  </a:lnTo>
                  <a:cubicBezTo>
                    <a:pt x="852" y="902"/>
                    <a:pt x="840" y="894"/>
                    <a:pt x="840" y="894"/>
                  </a:cubicBezTo>
                  <a:close/>
                  <a:moveTo>
                    <a:pt x="1517" y="864"/>
                  </a:moveTo>
                  <a:cubicBezTo>
                    <a:pt x="1518" y="864"/>
                    <a:pt x="1530" y="871"/>
                    <a:pt x="1549" y="884"/>
                  </a:cubicBezTo>
                  <a:cubicBezTo>
                    <a:pt x="1598" y="925"/>
                    <a:pt x="1598" y="925"/>
                    <a:pt x="1590" y="925"/>
                  </a:cubicBezTo>
                  <a:cubicBezTo>
                    <a:pt x="1536" y="881"/>
                    <a:pt x="1515" y="864"/>
                    <a:pt x="1517" y="864"/>
                  </a:cubicBezTo>
                  <a:close/>
                  <a:moveTo>
                    <a:pt x="1209" y="876"/>
                  </a:moveTo>
                  <a:lnTo>
                    <a:pt x="1209" y="876"/>
                  </a:lnTo>
                  <a:cubicBezTo>
                    <a:pt x="1241" y="897"/>
                    <a:pt x="1272" y="922"/>
                    <a:pt x="1291" y="937"/>
                  </a:cubicBezTo>
                  <a:lnTo>
                    <a:pt x="1291" y="937"/>
                  </a:lnTo>
                  <a:cubicBezTo>
                    <a:pt x="1271" y="922"/>
                    <a:pt x="1243" y="902"/>
                    <a:pt x="1209" y="876"/>
                  </a:cubicBezTo>
                  <a:close/>
                  <a:moveTo>
                    <a:pt x="673" y="911"/>
                  </a:moveTo>
                  <a:lnTo>
                    <a:pt x="673" y="911"/>
                  </a:lnTo>
                  <a:cubicBezTo>
                    <a:pt x="672" y="911"/>
                    <a:pt x="682" y="921"/>
                    <a:pt x="706" y="941"/>
                  </a:cubicBezTo>
                  <a:cubicBezTo>
                    <a:pt x="686" y="921"/>
                    <a:pt x="674" y="911"/>
                    <a:pt x="673" y="911"/>
                  </a:cubicBezTo>
                  <a:close/>
                  <a:moveTo>
                    <a:pt x="1281" y="826"/>
                  </a:moveTo>
                  <a:cubicBezTo>
                    <a:pt x="1298" y="839"/>
                    <a:pt x="1343" y="875"/>
                    <a:pt x="1412" y="925"/>
                  </a:cubicBezTo>
                  <a:cubicBezTo>
                    <a:pt x="1432" y="942"/>
                    <a:pt x="1444" y="952"/>
                    <a:pt x="1443" y="952"/>
                  </a:cubicBezTo>
                  <a:cubicBezTo>
                    <a:pt x="1442" y="952"/>
                    <a:pt x="1419" y="934"/>
                    <a:pt x="1363" y="892"/>
                  </a:cubicBezTo>
                  <a:lnTo>
                    <a:pt x="1281" y="826"/>
                  </a:lnTo>
                  <a:close/>
                  <a:moveTo>
                    <a:pt x="1241" y="925"/>
                  </a:moveTo>
                  <a:lnTo>
                    <a:pt x="1290" y="957"/>
                  </a:lnTo>
                  <a:lnTo>
                    <a:pt x="1290" y="965"/>
                  </a:lnTo>
                  <a:cubicBezTo>
                    <a:pt x="1290" y="965"/>
                    <a:pt x="1290" y="965"/>
                    <a:pt x="1241" y="925"/>
                  </a:cubicBezTo>
                  <a:close/>
                  <a:moveTo>
                    <a:pt x="1047" y="949"/>
                  </a:moveTo>
                  <a:lnTo>
                    <a:pt x="1095" y="982"/>
                  </a:lnTo>
                  <a:lnTo>
                    <a:pt x="1144" y="1014"/>
                  </a:lnTo>
                  <a:lnTo>
                    <a:pt x="1144" y="1022"/>
                  </a:lnTo>
                  <a:cubicBezTo>
                    <a:pt x="1096" y="982"/>
                    <a:pt x="1048" y="950"/>
                    <a:pt x="1047" y="949"/>
                  </a:cubicBezTo>
                  <a:close/>
                  <a:moveTo>
                    <a:pt x="1055" y="933"/>
                  </a:moveTo>
                  <a:lnTo>
                    <a:pt x="1055" y="933"/>
                  </a:lnTo>
                  <a:cubicBezTo>
                    <a:pt x="1055" y="933"/>
                    <a:pt x="1112" y="974"/>
                    <a:pt x="1160" y="1006"/>
                  </a:cubicBezTo>
                  <a:cubicBezTo>
                    <a:pt x="1182" y="1020"/>
                    <a:pt x="1192" y="1030"/>
                    <a:pt x="1189" y="1030"/>
                  </a:cubicBezTo>
                  <a:cubicBezTo>
                    <a:pt x="1184" y="1030"/>
                    <a:pt x="1158" y="1014"/>
                    <a:pt x="1103" y="974"/>
                  </a:cubicBezTo>
                  <a:cubicBezTo>
                    <a:pt x="1055" y="941"/>
                    <a:pt x="1055" y="941"/>
                    <a:pt x="1055" y="933"/>
                  </a:cubicBezTo>
                  <a:close/>
                  <a:moveTo>
                    <a:pt x="844" y="974"/>
                  </a:moveTo>
                  <a:lnTo>
                    <a:pt x="893" y="1006"/>
                  </a:lnTo>
                  <a:lnTo>
                    <a:pt x="941" y="1046"/>
                  </a:lnTo>
                  <a:cubicBezTo>
                    <a:pt x="893" y="1014"/>
                    <a:pt x="844" y="974"/>
                    <a:pt x="844" y="974"/>
                  </a:cubicBezTo>
                  <a:close/>
                  <a:moveTo>
                    <a:pt x="1476" y="1030"/>
                  </a:moveTo>
                  <a:lnTo>
                    <a:pt x="1574" y="1103"/>
                  </a:lnTo>
                  <a:lnTo>
                    <a:pt x="1525" y="1063"/>
                  </a:lnTo>
                  <a:cubicBezTo>
                    <a:pt x="1507" y="1051"/>
                    <a:pt x="1489" y="1039"/>
                    <a:pt x="1476" y="1030"/>
                  </a:cubicBezTo>
                  <a:close/>
                  <a:moveTo>
                    <a:pt x="803" y="1014"/>
                  </a:moveTo>
                  <a:cubicBezTo>
                    <a:pt x="805" y="1015"/>
                    <a:pt x="901" y="1079"/>
                    <a:pt x="949" y="1119"/>
                  </a:cubicBezTo>
                  <a:cubicBezTo>
                    <a:pt x="949" y="1119"/>
                    <a:pt x="949" y="1119"/>
                    <a:pt x="901" y="1087"/>
                  </a:cubicBezTo>
                  <a:cubicBezTo>
                    <a:pt x="853" y="1047"/>
                    <a:pt x="805" y="1015"/>
                    <a:pt x="803" y="1014"/>
                  </a:cubicBezTo>
                  <a:close/>
                  <a:moveTo>
                    <a:pt x="779" y="1111"/>
                  </a:moveTo>
                  <a:cubicBezTo>
                    <a:pt x="828" y="1144"/>
                    <a:pt x="876" y="1184"/>
                    <a:pt x="876" y="1184"/>
                  </a:cubicBezTo>
                  <a:cubicBezTo>
                    <a:pt x="844" y="1160"/>
                    <a:pt x="812" y="1136"/>
                    <a:pt x="779" y="1111"/>
                  </a:cubicBezTo>
                  <a:close/>
                  <a:moveTo>
                    <a:pt x="852" y="1128"/>
                  </a:moveTo>
                  <a:lnTo>
                    <a:pt x="901" y="1160"/>
                  </a:lnTo>
                  <a:lnTo>
                    <a:pt x="949" y="1201"/>
                  </a:lnTo>
                  <a:lnTo>
                    <a:pt x="941" y="1201"/>
                  </a:lnTo>
                  <a:cubicBezTo>
                    <a:pt x="893" y="1168"/>
                    <a:pt x="844" y="1128"/>
                    <a:pt x="852" y="1128"/>
                  </a:cubicBezTo>
                  <a:close/>
                  <a:moveTo>
                    <a:pt x="739" y="1233"/>
                  </a:moveTo>
                  <a:cubicBezTo>
                    <a:pt x="771" y="1257"/>
                    <a:pt x="803" y="1282"/>
                    <a:pt x="828" y="1306"/>
                  </a:cubicBezTo>
                  <a:cubicBezTo>
                    <a:pt x="828" y="1306"/>
                    <a:pt x="828" y="1306"/>
                    <a:pt x="779" y="1273"/>
                  </a:cubicBezTo>
                  <a:cubicBezTo>
                    <a:pt x="730" y="1241"/>
                    <a:pt x="730" y="1233"/>
                    <a:pt x="739" y="1233"/>
                  </a:cubicBezTo>
                  <a:close/>
                  <a:moveTo>
                    <a:pt x="617" y="1346"/>
                  </a:moveTo>
                  <a:cubicBezTo>
                    <a:pt x="641" y="1363"/>
                    <a:pt x="651" y="1371"/>
                    <a:pt x="650" y="1371"/>
                  </a:cubicBezTo>
                  <a:cubicBezTo>
                    <a:pt x="649" y="1371"/>
                    <a:pt x="637" y="1363"/>
                    <a:pt x="617" y="1346"/>
                  </a:cubicBezTo>
                  <a:close/>
                  <a:moveTo>
                    <a:pt x="1160" y="1314"/>
                  </a:moveTo>
                  <a:cubicBezTo>
                    <a:pt x="1209" y="1355"/>
                    <a:pt x="1257" y="1387"/>
                    <a:pt x="1257" y="1387"/>
                  </a:cubicBezTo>
                  <a:lnTo>
                    <a:pt x="1257" y="1395"/>
                  </a:lnTo>
                  <a:cubicBezTo>
                    <a:pt x="1209" y="1355"/>
                    <a:pt x="1160" y="1322"/>
                    <a:pt x="1160" y="1322"/>
                  </a:cubicBezTo>
                  <a:lnTo>
                    <a:pt x="1160" y="1314"/>
                  </a:lnTo>
                  <a:close/>
                  <a:moveTo>
                    <a:pt x="714" y="1330"/>
                  </a:moveTo>
                  <a:lnTo>
                    <a:pt x="714" y="1330"/>
                  </a:lnTo>
                  <a:cubicBezTo>
                    <a:pt x="763" y="1363"/>
                    <a:pt x="812" y="1403"/>
                    <a:pt x="812" y="1403"/>
                  </a:cubicBezTo>
                  <a:cubicBezTo>
                    <a:pt x="763" y="1371"/>
                    <a:pt x="714" y="1330"/>
                    <a:pt x="714" y="1330"/>
                  </a:cubicBezTo>
                  <a:close/>
                  <a:moveTo>
                    <a:pt x="471" y="1395"/>
                  </a:moveTo>
                  <a:cubicBezTo>
                    <a:pt x="513" y="1427"/>
                    <a:pt x="528" y="1439"/>
                    <a:pt x="527" y="1439"/>
                  </a:cubicBezTo>
                  <a:cubicBezTo>
                    <a:pt x="526" y="1439"/>
                    <a:pt x="499" y="1418"/>
                    <a:pt x="471" y="1395"/>
                  </a:cubicBezTo>
                  <a:close/>
                  <a:moveTo>
                    <a:pt x="358" y="1366"/>
                  </a:moveTo>
                  <a:cubicBezTo>
                    <a:pt x="357" y="1366"/>
                    <a:pt x="380" y="1384"/>
                    <a:pt x="439" y="1428"/>
                  </a:cubicBezTo>
                  <a:cubicBezTo>
                    <a:pt x="450" y="1435"/>
                    <a:pt x="459" y="1441"/>
                    <a:pt x="466" y="1445"/>
                  </a:cubicBezTo>
                  <a:lnTo>
                    <a:pt x="466" y="1445"/>
                  </a:lnTo>
                  <a:cubicBezTo>
                    <a:pt x="453" y="1434"/>
                    <a:pt x="429" y="1416"/>
                    <a:pt x="390" y="1387"/>
                  </a:cubicBezTo>
                  <a:cubicBezTo>
                    <a:pt x="370" y="1374"/>
                    <a:pt x="359" y="1366"/>
                    <a:pt x="358" y="1366"/>
                  </a:cubicBezTo>
                  <a:close/>
                  <a:moveTo>
                    <a:pt x="1087" y="1506"/>
                  </a:moveTo>
                  <a:cubicBezTo>
                    <a:pt x="1089" y="1506"/>
                    <a:pt x="1113" y="1522"/>
                    <a:pt x="1160" y="1557"/>
                  </a:cubicBezTo>
                  <a:cubicBezTo>
                    <a:pt x="1110" y="1524"/>
                    <a:pt x="1086" y="1506"/>
                    <a:pt x="1087" y="1506"/>
                  </a:cubicBezTo>
                  <a:close/>
                  <a:moveTo>
                    <a:pt x="576" y="1533"/>
                  </a:moveTo>
                  <a:lnTo>
                    <a:pt x="625" y="1565"/>
                  </a:lnTo>
                  <a:lnTo>
                    <a:pt x="625" y="1573"/>
                  </a:lnTo>
                  <a:cubicBezTo>
                    <a:pt x="625" y="1573"/>
                    <a:pt x="625" y="1573"/>
                    <a:pt x="576" y="1533"/>
                  </a:cubicBezTo>
                  <a:close/>
                  <a:moveTo>
                    <a:pt x="560" y="1549"/>
                  </a:moveTo>
                  <a:lnTo>
                    <a:pt x="609" y="1582"/>
                  </a:lnTo>
                  <a:cubicBezTo>
                    <a:pt x="609" y="1584"/>
                    <a:pt x="609" y="1586"/>
                    <a:pt x="607" y="1586"/>
                  </a:cubicBezTo>
                  <a:cubicBezTo>
                    <a:pt x="604" y="1586"/>
                    <a:pt x="594" y="1577"/>
                    <a:pt x="560" y="1549"/>
                  </a:cubicBezTo>
                  <a:close/>
                  <a:moveTo>
                    <a:pt x="594" y="1521"/>
                  </a:moveTo>
                  <a:cubicBezTo>
                    <a:pt x="597" y="1521"/>
                    <a:pt x="608" y="1529"/>
                    <a:pt x="641" y="1557"/>
                  </a:cubicBezTo>
                  <a:cubicBezTo>
                    <a:pt x="666" y="1578"/>
                    <a:pt x="676" y="1588"/>
                    <a:pt x="674" y="1588"/>
                  </a:cubicBezTo>
                  <a:cubicBezTo>
                    <a:pt x="672" y="1588"/>
                    <a:pt x="658" y="1578"/>
                    <a:pt x="633" y="1557"/>
                  </a:cubicBezTo>
                  <a:cubicBezTo>
                    <a:pt x="593" y="1525"/>
                    <a:pt x="593" y="1525"/>
                    <a:pt x="593" y="1525"/>
                  </a:cubicBezTo>
                  <a:cubicBezTo>
                    <a:pt x="593" y="1522"/>
                    <a:pt x="593" y="1521"/>
                    <a:pt x="594" y="1521"/>
                  </a:cubicBezTo>
                  <a:close/>
                  <a:moveTo>
                    <a:pt x="593" y="1598"/>
                  </a:moveTo>
                  <a:cubicBezTo>
                    <a:pt x="593" y="1598"/>
                    <a:pt x="641" y="1630"/>
                    <a:pt x="690" y="1671"/>
                  </a:cubicBezTo>
                  <a:cubicBezTo>
                    <a:pt x="674" y="1663"/>
                    <a:pt x="658" y="1646"/>
                    <a:pt x="641" y="1638"/>
                  </a:cubicBezTo>
                  <a:cubicBezTo>
                    <a:pt x="625" y="1622"/>
                    <a:pt x="609" y="1614"/>
                    <a:pt x="593" y="1598"/>
                  </a:cubicBezTo>
                  <a:close/>
                  <a:moveTo>
                    <a:pt x="406" y="1695"/>
                  </a:moveTo>
                  <a:cubicBezTo>
                    <a:pt x="432" y="1712"/>
                    <a:pt x="444" y="1723"/>
                    <a:pt x="443" y="1723"/>
                  </a:cubicBezTo>
                  <a:cubicBezTo>
                    <a:pt x="441" y="1723"/>
                    <a:pt x="429" y="1714"/>
                    <a:pt x="406" y="1695"/>
                  </a:cubicBezTo>
                  <a:close/>
                  <a:moveTo>
                    <a:pt x="868" y="1671"/>
                  </a:moveTo>
                  <a:lnTo>
                    <a:pt x="917" y="1703"/>
                  </a:lnTo>
                  <a:cubicBezTo>
                    <a:pt x="966" y="1736"/>
                    <a:pt x="966" y="1744"/>
                    <a:pt x="966" y="1744"/>
                  </a:cubicBezTo>
                  <a:cubicBezTo>
                    <a:pt x="957" y="1744"/>
                    <a:pt x="957" y="1744"/>
                    <a:pt x="909" y="1703"/>
                  </a:cubicBezTo>
                  <a:cubicBezTo>
                    <a:pt x="893" y="1695"/>
                    <a:pt x="876" y="1687"/>
                    <a:pt x="868" y="1671"/>
                  </a:cubicBezTo>
                  <a:close/>
                  <a:moveTo>
                    <a:pt x="977" y="1689"/>
                  </a:moveTo>
                  <a:cubicBezTo>
                    <a:pt x="978" y="1689"/>
                    <a:pt x="1002" y="1707"/>
                    <a:pt x="1047" y="1744"/>
                  </a:cubicBezTo>
                  <a:cubicBezTo>
                    <a:pt x="998" y="1707"/>
                    <a:pt x="976" y="1689"/>
                    <a:pt x="977" y="1689"/>
                  </a:cubicBezTo>
                  <a:close/>
                  <a:moveTo>
                    <a:pt x="528" y="1663"/>
                  </a:moveTo>
                  <a:lnTo>
                    <a:pt x="576" y="1695"/>
                  </a:lnTo>
                  <a:cubicBezTo>
                    <a:pt x="612" y="1719"/>
                    <a:pt x="648" y="1748"/>
                    <a:pt x="645" y="1748"/>
                  </a:cubicBezTo>
                  <a:cubicBezTo>
                    <a:pt x="644" y="1748"/>
                    <a:pt x="638" y="1744"/>
                    <a:pt x="625" y="1736"/>
                  </a:cubicBezTo>
                  <a:cubicBezTo>
                    <a:pt x="625" y="1736"/>
                    <a:pt x="576" y="1695"/>
                    <a:pt x="528" y="1663"/>
                  </a:cubicBezTo>
                  <a:close/>
                  <a:moveTo>
                    <a:pt x="893" y="1719"/>
                  </a:moveTo>
                  <a:lnTo>
                    <a:pt x="939" y="1758"/>
                  </a:lnTo>
                  <a:lnTo>
                    <a:pt x="939" y="1758"/>
                  </a:lnTo>
                  <a:cubicBezTo>
                    <a:pt x="912" y="1739"/>
                    <a:pt x="893" y="1725"/>
                    <a:pt x="893" y="1719"/>
                  </a:cubicBezTo>
                  <a:close/>
                  <a:moveTo>
                    <a:pt x="617" y="1817"/>
                  </a:moveTo>
                  <a:cubicBezTo>
                    <a:pt x="666" y="1849"/>
                    <a:pt x="714" y="1882"/>
                    <a:pt x="763" y="1922"/>
                  </a:cubicBezTo>
                  <a:cubicBezTo>
                    <a:pt x="763" y="1922"/>
                    <a:pt x="763" y="1922"/>
                    <a:pt x="714" y="1890"/>
                  </a:cubicBezTo>
                  <a:cubicBezTo>
                    <a:pt x="682" y="1865"/>
                    <a:pt x="649" y="1841"/>
                    <a:pt x="617" y="1817"/>
                  </a:cubicBezTo>
                  <a:close/>
                  <a:moveTo>
                    <a:pt x="413" y="2046"/>
                  </a:moveTo>
                  <a:cubicBezTo>
                    <a:pt x="414" y="2046"/>
                    <a:pt x="439" y="2064"/>
                    <a:pt x="487" y="2100"/>
                  </a:cubicBezTo>
                  <a:cubicBezTo>
                    <a:pt x="528" y="2133"/>
                    <a:pt x="576" y="2165"/>
                    <a:pt x="576" y="2173"/>
                  </a:cubicBezTo>
                  <a:lnTo>
                    <a:pt x="576" y="2173"/>
                  </a:lnTo>
                  <a:cubicBezTo>
                    <a:pt x="550" y="2154"/>
                    <a:pt x="515" y="2127"/>
                    <a:pt x="479" y="2100"/>
                  </a:cubicBezTo>
                  <a:cubicBezTo>
                    <a:pt x="435" y="2064"/>
                    <a:pt x="412" y="2046"/>
                    <a:pt x="413" y="2046"/>
                  </a:cubicBezTo>
                  <a:close/>
                  <a:moveTo>
                    <a:pt x="1136" y="309"/>
                  </a:moveTo>
                  <a:cubicBezTo>
                    <a:pt x="1128" y="309"/>
                    <a:pt x="1128" y="309"/>
                    <a:pt x="1174" y="347"/>
                  </a:cubicBezTo>
                  <a:lnTo>
                    <a:pt x="1174" y="347"/>
                  </a:lnTo>
                  <a:cubicBezTo>
                    <a:pt x="1161" y="339"/>
                    <a:pt x="1146" y="329"/>
                    <a:pt x="1128" y="317"/>
                  </a:cubicBezTo>
                  <a:lnTo>
                    <a:pt x="1128" y="317"/>
                  </a:lnTo>
                  <a:cubicBezTo>
                    <a:pt x="1140" y="325"/>
                    <a:pt x="1156" y="336"/>
                    <a:pt x="1176" y="349"/>
                  </a:cubicBezTo>
                  <a:cubicBezTo>
                    <a:pt x="1226" y="387"/>
                    <a:pt x="1249" y="405"/>
                    <a:pt x="1245" y="405"/>
                  </a:cubicBezTo>
                  <a:cubicBezTo>
                    <a:pt x="1242" y="405"/>
                    <a:pt x="1216" y="389"/>
                    <a:pt x="1168" y="357"/>
                  </a:cubicBezTo>
                  <a:lnTo>
                    <a:pt x="1168" y="357"/>
                  </a:lnTo>
                  <a:cubicBezTo>
                    <a:pt x="1168" y="357"/>
                    <a:pt x="1217" y="398"/>
                    <a:pt x="1257" y="430"/>
                  </a:cubicBezTo>
                  <a:cubicBezTo>
                    <a:pt x="1316" y="474"/>
                    <a:pt x="1339" y="492"/>
                    <a:pt x="1338" y="492"/>
                  </a:cubicBezTo>
                  <a:cubicBezTo>
                    <a:pt x="1337" y="492"/>
                    <a:pt x="1326" y="484"/>
                    <a:pt x="1306" y="471"/>
                  </a:cubicBezTo>
                  <a:cubicBezTo>
                    <a:pt x="1257" y="430"/>
                    <a:pt x="1209" y="398"/>
                    <a:pt x="1209" y="398"/>
                  </a:cubicBezTo>
                  <a:cubicBezTo>
                    <a:pt x="1160" y="366"/>
                    <a:pt x="1160" y="365"/>
                    <a:pt x="1160" y="365"/>
                  </a:cubicBezTo>
                  <a:lnTo>
                    <a:pt x="1160" y="365"/>
                  </a:lnTo>
                  <a:cubicBezTo>
                    <a:pt x="1160" y="365"/>
                    <a:pt x="1152" y="374"/>
                    <a:pt x="1201" y="406"/>
                  </a:cubicBezTo>
                  <a:lnTo>
                    <a:pt x="1152" y="374"/>
                  </a:lnTo>
                  <a:cubicBezTo>
                    <a:pt x="1136" y="365"/>
                    <a:pt x="1112" y="357"/>
                    <a:pt x="1095" y="341"/>
                  </a:cubicBezTo>
                  <a:cubicBezTo>
                    <a:pt x="1087" y="336"/>
                    <a:pt x="1083" y="333"/>
                    <a:pt x="1082" y="333"/>
                  </a:cubicBezTo>
                  <a:lnTo>
                    <a:pt x="1082" y="333"/>
                  </a:lnTo>
                  <a:cubicBezTo>
                    <a:pt x="1077" y="333"/>
                    <a:pt x="1154" y="394"/>
                    <a:pt x="1241" y="455"/>
                  </a:cubicBezTo>
                  <a:cubicBezTo>
                    <a:pt x="1249" y="463"/>
                    <a:pt x="1266" y="479"/>
                    <a:pt x="1282" y="487"/>
                  </a:cubicBezTo>
                  <a:cubicBezTo>
                    <a:pt x="1330" y="528"/>
                    <a:pt x="1330" y="528"/>
                    <a:pt x="1330" y="528"/>
                  </a:cubicBezTo>
                  <a:lnTo>
                    <a:pt x="1233" y="455"/>
                  </a:lnTo>
                  <a:cubicBezTo>
                    <a:pt x="1149" y="394"/>
                    <a:pt x="1097" y="358"/>
                    <a:pt x="1096" y="358"/>
                  </a:cubicBezTo>
                  <a:lnTo>
                    <a:pt x="1096" y="358"/>
                  </a:lnTo>
                  <a:cubicBezTo>
                    <a:pt x="1096" y="358"/>
                    <a:pt x="1123" y="377"/>
                    <a:pt x="1185" y="422"/>
                  </a:cubicBezTo>
                  <a:cubicBezTo>
                    <a:pt x="1199" y="434"/>
                    <a:pt x="1205" y="439"/>
                    <a:pt x="1205" y="439"/>
                  </a:cubicBezTo>
                  <a:cubicBezTo>
                    <a:pt x="1204" y="439"/>
                    <a:pt x="1170" y="412"/>
                    <a:pt x="1136" y="390"/>
                  </a:cubicBezTo>
                  <a:cubicBezTo>
                    <a:pt x="1113" y="374"/>
                    <a:pt x="1101" y="366"/>
                    <a:pt x="1099" y="366"/>
                  </a:cubicBezTo>
                  <a:lnTo>
                    <a:pt x="1099" y="366"/>
                  </a:lnTo>
                  <a:cubicBezTo>
                    <a:pt x="1096" y="366"/>
                    <a:pt x="1106" y="376"/>
                    <a:pt x="1128" y="398"/>
                  </a:cubicBezTo>
                  <a:cubicBezTo>
                    <a:pt x="1128" y="398"/>
                    <a:pt x="1225" y="471"/>
                    <a:pt x="1274" y="503"/>
                  </a:cubicBezTo>
                  <a:cubicBezTo>
                    <a:pt x="1322" y="536"/>
                    <a:pt x="1314" y="536"/>
                    <a:pt x="1314" y="536"/>
                  </a:cubicBezTo>
                  <a:cubicBezTo>
                    <a:pt x="1314" y="538"/>
                    <a:pt x="1314" y="540"/>
                    <a:pt x="1313" y="540"/>
                  </a:cubicBezTo>
                  <a:cubicBezTo>
                    <a:pt x="1310" y="540"/>
                    <a:pt x="1299" y="531"/>
                    <a:pt x="1266" y="503"/>
                  </a:cubicBezTo>
                  <a:cubicBezTo>
                    <a:pt x="1218" y="472"/>
                    <a:pt x="1194" y="456"/>
                    <a:pt x="1193" y="456"/>
                  </a:cubicBezTo>
                  <a:lnTo>
                    <a:pt x="1193" y="456"/>
                  </a:lnTo>
                  <a:cubicBezTo>
                    <a:pt x="1191" y="456"/>
                    <a:pt x="1216" y="474"/>
                    <a:pt x="1266" y="511"/>
                  </a:cubicBezTo>
                  <a:lnTo>
                    <a:pt x="1217" y="479"/>
                  </a:lnTo>
                  <a:cubicBezTo>
                    <a:pt x="1184" y="452"/>
                    <a:pt x="1148" y="428"/>
                    <a:pt x="1140" y="428"/>
                  </a:cubicBezTo>
                  <a:cubicBezTo>
                    <a:pt x="1136" y="428"/>
                    <a:pt x="1139" y="433"/>
                    <a:pt x="1152" y="447"/>
                  </a:cubicBezTo>
                  <a:cubicBezTo>
                    <a:pt x="1152" y="450"/>
                    <a:pt x="1151" y="453"/>
                    <a:pt x="1146" y="453"/>
                  </a:cubicBezTo>
                  <a:cubicBezTo>
                    <a:pt x="1139" y="453"/>
                    <a:pt x="1124" y="446"/>
                    <a:pt x="1095" y="422"/>
                  </a:cubicBezTo>
                  <a:cubicBezTo>
                    <a:pt x="1087" y="417"/>
                    <a:pt x="1083" y="414"/>
                    <a:pt x="1082" y="414"/>
                  </a:cubicBezTo>
                  <a:lnTo>
                    <a:pt x="1082" y="414"/>
                  </a:lnTo>
                  <a:cubicBezTo>
                    <a:pt x="1077" y="414"/>
                    <a:pt x="1152" y="475"/>
                    <a:pt x="1233" y="536"/>
                  </a:cubicBezTo>
                  <a:cubicBezTo>
                    <a:pt x="1201" y="514"/>
                    <a:pt x="1190" y="507"/>
                    <a:pt x="1184" y="507"/>
                  </a:cubicBezTo>
                  <a:cubicBezTo>
                    <a:pt x="1181" y="507"/>
                    <a:pt x="1179" y="509"/>
                    <a:pt x="1176" y="511"/>
                  </a:cubicBezTo>
                  <a:cubicBezTo>
                    <a:pt x="1168" y="511"/>
                    <a:pt x="1168" y="511"/>
                    <a:pt x="1128" y="479"/>
                  </a:cubicBezTo>
                  <a:cubicBezTo>
                    <a:pt x="1079" y="442"/>
                    <a:pt x="1055" y="424"/>
                    <a:pt x="1054" y="424"/>
                  </a:cubicBezTo>
                  <a:lnTo>
                    <a:pt x="1054" y="424"/>
                  </a:lnTo>
                  <a:cubicBezTo>
                    <a:pt x="1053" y="424"/>
                    <a:pt x="1075" y="442"/>
                    <a:pt x="1120" y="479"/>
                  </a:cubicBezTo>
                  <a:cubicBezTo>
                    <a:pt x="1159" y="508"/>
                    <a:pt x="1173" y="521"/>
                    <a:pt x="1170" y="521"/>
                  </a:cubicBezTo>
                  <a:cubicBezTo>
                    <a:pt x="1166" y="521"/>
                    <a:pt x="1124" y="493"/>
                    <a:pt x="1071" y="455"/>
                  </a:cubicBezTo>
                  <a:cubicBezTo>
                    <a:pt x="1037" y="427"/>
                    <a:pt x="1023" y="418"/>
                    <a:pt x="1018" y="418"/>
                  </a:cubicBezTo>
                  <a:cubicBezTo>
                    <a:pt x="1015" y="418"/>
                    <a:pt x="1014" y="420"/>
                    <a:pt x="1014" y="422"/>
                  </a:cubicBezTo>
                  <a:cubicBezTo>
                    <a:pt x="1063" y="455"/>
                    <a:pt x="1055" y="463"/>
                    <a:pt x="1055" y="463"/>
                  </a:cubicBezTo>
                  <a:cubicBezTo>
                    <a:pt x="1047" y="471"/>
                    <a:pt x="1047" y="471"/>
                    <a:pt x="1144" y="536"/>
                  </a:cubicBezTo>
                  <a:cubicBezTo>
                    <a:pt x="1241" y="609"/>
                    <a:pt x="1241" y="609"/>
                    <a:pt x="1233" y="617"/>
                  </a:cubicBezTo>
                  <a:cubicBezTo>
                    <a:pt x="1233" y="617"/>
                    <a:pt x="1233" y="617"/>
                    <a:pt x="1185" y="584"/>
                  </a:cubicBezTo>
                  <a:cubicBezTo>
                    <a:pt x="1168" y="568"/>
                    <a:pt x="1152" y="560"/>
                    <a:pt x="1136" y="552"/>
                  </a:cubicBezTo>
                  <a:cubicBezTo>
                    <a:pt x="1136" y="552"/>
                    <a:pt x="1128" y="552"/>
                    <a:pt x="1079" y="519"/>
                  </a:cubicBezTo>
                  <a:cubicBezTo>
                    <a:pt x="1063" y="503"/>
                    <a:pt x="1047" y="495"/>
                    <a:pt x="1030" y="487"/>
                  </a:cubicBezTo>
                  <a:cubicBezTo>
                    <a:pt x="1028" y="487"/>
                    <a:pt x="1026" y="488"/>
                    <a:pt x="1024" y="488"/>
                  </a:cubicBezTo>
                  <a:cubicBezTo>
                    <a:pt x="1018" y="488"/>
                    <a:pt x="1008" y="484"/>
                    <a:pt x="974" y="455"/>
                  </a:cubicBezTo>
                  <a:lnTo>
                    <a:pt x="974" y="455"/>
                  </a:lnTo>
                  <a:cubicBezTo>
                    <a:pt x="974" y="455"/>
                    <a:pt x="980" y="460"/>
                    <a:pt x="1022" y="495"/>
                  </a:cubicBezTo>
                  <a:cubicBezTo>
                    <a:pt x="1058" y="519"/>
                    <a:pt x="1090" y="548"/>
                    <a:pt x="1084" y="548"/>
                  </a:cubicBezTo>
                  <a:cubicBezTo>
                    <a:pt x="1082" y="548"/>
                    <a:pt x="1076" y="544"/>
                    <a:pt x="1063" y="536"/>
                  </a:cubicBezTo>
                  <a:cubicBezTo>
                    <a:pt x="1055" y="536"/>
                    <a:pt x="1055" y="544"/>
                    <a:pt x="1103" y="576"/>
                  </a:cubicBezTo>
                  <a:cubicBezTo>
                    <a:pt x="1101" y="579"/>
                    <a:pt x="1099" y="580"/>
                    <a:pt x="1097" y="580"/>
                  </a:cubicBezTo>
                  <a:cubicBezTo>
                    <a:pt x="1091" y="580"/>
                    <a:pt x="1083" y="572"/>
                    <a:pt x="1055" y="544"/>
                  </a:cubicBezTo>
                  <a:cubicBezTo>
                    <a:pt x="1008" y="512"/>
                    <a:pt x="981" y="496"/>
                    <a:pt x="978" y="496"/>
                  </a:cubicBezTo>
                  <a:lnTo>
                    <a:pt x="978" y="496"/>
                  </a:lnTo>
                  <a:cubicBezTo>
                    <a:pt x="974" y="496"/>
                    <a:pt x="997" y="514"/>
                    <a:pt x="1047" y="552"/>
                  </a:cubicBezTo>
                  <a:cubicBezTo>
                    <a:pt x="1071" y="568"/>
                    <a:pt x="1081" y="576"/>
                    <a:pt x="1079" y="576"/>
                  </a:cubicBezTo>
                  <a:cubicBezTo>
                    <a:pt x="1077" y="576"/>
                    <a:pt x="1063" y="568"/>
                    <a:pt x="1039" y="552"/>
                  </a:cubicBezTo>
                  <a:lnTo>
                    <a:pt x="1039" y="552"/>
                  </a:lnTo>
                  <a:cubicBezTo>
                    <a:pt x="1039" y="552"/>
                    <a:pt x="1039" y="560"/>
                    <a:pt x="1087" y="592"/>
                  </a:cubicBezTo>
                  <a:cubicBezTo>
                    <a:pt x="1113" y="614"/>
                    <a:pt x="1125" y="624"/>
                    <a:pt x="1122" y="624"/>
                  </a:cubicBezTo>
                  <a:cubicBezTo>
                    <a:pt x="1120" y="624"/>
                    <a:pt x="1106" y="616"/>
                    <a:pt x="1079" y="601"/>
                  </a:cubicBezTo>
                  <a:cubicBezTo>
                    <a:pt x="1046" y="573"/>
                    <a:pt x="1035" y="564"/>
                    <a:pt x="1032" y="564"/>
                  </a:cubicBezTo>
                  <a:cubicBezTo>
                    <a:pt x="1030" y="564"/>
                    <a:pt x="1030" y="566"/>
                    <a:pt x="1030" y="568"/>
                  </a:cubicBezTo>
                  <a:cubicBezTo>
                    <a:pt x="1056" y="588"/>
                    <a:pt x="1059" y="602"/>
                    <a:pt x="1046" y="602"/>
                  </a:cubicBezTo>
                  <a:cubicBezTo>
                    <a:pt x="1039" y="602"/>
                    <a:pt x="1025" y="597"/>
                    <a:pt x="1006" y="584"/>
                  </a:cubicBezTo>
                  <a:lnTo>
                    <a:pt x="1006" y="584"/>
                  </a:lnTo>
                  <a:cubicBezTo>
                    <a:pt x="1055" y="625"/>
                    <a:pt x="1055" y="625"/>
                    <a:pt x="1055" y="625"/>
                  </a:cubicBezTo>
                  <a:cubicBezTo>
                    <a:pt x="1016" y="598"/>
                    <a:pt x="998" y="586"/>
                    <a:pt x="996" y="586"/>
                  </a:cubicBezTo>
                  <a:lnTo>
                    <a:pt x="996" y="586"/>
                  </a:lnTo>
                  <a:cubicBezTo>
                    <a:pt x="992" y="586"/>
                    <a:pt x="1034" y="619"/>
                    <a:pt x="1095" y="665"/>
                  </a:cubicBezTo>
                  <a:lnTo>
                    <a:pt x="1095" y="657"/>
                  </a:lnTo>
                  <a:lnTo>
                    <a:pt x="1103" y="657"/>
                  </a:lnTo>
                  <a:cubicBezTo>
                    <a:pt x="1146" y="692"/>
                    <a:pt x="1168" y="712"/>
                    <a:pt x="1164" y="712"/>
                  </a:cubicBezTo>
                  <a:cubicBezTo>
                    <a:pt x="1159" y="712"/>
                    <a:pt x="1123" y="688"/>
                    <a:pt x="1047" y="633"/>
                  </a:cubicBezTo>
                  <a:lnTo>
                    <a:pt x="1047" y="633"/>
                  </a:lnTo>
                  <a:cubicBezTo>
                    <a:pt x="1091" y="669"/>
                    <a:pt x="1114" y="688"/>
                    <a:pt x="1113" y="688"/>
                  </a:cubicBezTo>
                  <a:cubicBezTo>
                    <a:pt x="1112" y="688"/>
                    <a:pt x="1087" y="669"/>
                    <a:pt x="1039" y="633"/>
                  </a:cubicBezTo>
                  <a:cubicBezTo>
                    <a:pt x="991" y="602"/>
                    <a:pt x="967" y="585"/>
                    <a:pt x="966" y="585"/>
                  </a:cubicBezTo>
                  <a:lnTo>
                    <a:pt x="966" y="585"/>
                  </a:lnTo>
                  <a:cubicBezTo>
                    <a:pt x="964" y="585"/>
                    <a:pt x="988" y="604"/>
                    <a:pt x="1039" y="641"/>
                  </a:cubicBezTo>
                  <a:cubicBezTo>
                    <a:pt x="1145" y="720"/>
                    <a:pt x="1207" y="767"/>
                    <a:pt x="1204" y="767"/>
                  </a:cubicBezTo>
                  <a:cubicBezTo>
                    <a:pt x="1201" y="767"/>
                    <a:pt x="1162" y="741"/>
                    <a:pt x="1079" y="682"/>
                  </a:cubicBezTo>
                  <a:cubicBezTo>
                    <a:pt x="1030" y="641"/>
                    <a:pt x="982" y="609"/>
                    <a:pt x="925" y="576"/>
                  </a:cubicBezTo>
                  <a:lnTo>
                    <a:pt x="925" y="576"/>
                  </a:lnTo>
                  <a:cubicBezTo>
                    <a:pt x="925" y="584"/>
                    <a:pt x="974" y="617"/>
                    <a:pt x="1022" y="649"/>
                  </a:cubicBezTo>
                  <a:cubicBezTo>
                    <a:pt x="1072" y="687"/>
                    <a:pt x="1097" y="705"/>
                    <a:pt x="1095" y="705"/>
                  </a:cubicBezTo>
                  <a:cubicBezTo>
                    <a:pt x="1094" y="705"/>
                    <a:pt x="1070" y="689"/>
                    <a:pt x="1022" y="657"/>
                  </a:cubicBezTo>
                  <a:cubicBezTo>
                    <a:pt x="940" y="601"/>
                    <a:pt x="902" y="575"/>
                    <a:pt x="898" y="575"/>
                  </a:cubicBezTo>
                  <a:lnTo>
                    <a:pt x="898" y="575"/>
                  </a:lnTo>
                  <a:cubicBezTo>
                    <a:pt x="894" y="575"/>
                    <a:pt x="916" y="595"/>
                    <a:pt x="957" y="633"/>
                  </a:cubicBezTo>
                  <a:cubicBezTo>
                    <a:pt x="1003" y="670"/>
                    <a:pt x="1026" y="691"/>
                    <a:pt x="1023" y="691"/>
                  </a:cubicBezTo>
                  <a:cubicBezTo>
                    <a:pt x="1021" y="691"/>
                    <a:pt x="997" y="672"/>
                    <a:pt x="949" y="633"/>
                  </a:cubicBezTo>
                  <a:cubicBezTo>
                    <a:pt x="898" y="591"/>
                    <a:pt x="876" y="573"/>
                    <a:pt x="875" y="573"/>
                  </a:cubicBezTo>
                  <a:lnTo>
                    <a:pt x="875" y="573"/>
                  </a:lnTo>
                  <a:cubicBezTo>
                    <a:pt x="874" y="573"/>
                    <a:pt x="883" y="583"/>
                    <a:pt x="901" y="601"/>
                  </a:cubicBezTo>
                  <a:lnTo>
                    <a:pt x="893" y="609"/>
                  </a:lnTo>
                  <a:cubicBezTo>
                    <a:pt x="925" y="633"/>
                    <a:pt x="957" y="657"/>
                    <a:pt x="990" y="682"/>
                  </a:cubicBezTo>
                  <a:cubicBezTo>
                    <a:pt x="932" y="643"/>
                    <a:pt x="888" y="616"/>
                    <a:pt x="883" y="616"/>
                  </a:cubicBezTo>
                  <a:cubicBezTo>
                    <a:pt x="880" y="616"/>
                    <a:pt x="894" y="628"/>
                    <a:pt x="933" y="657"/>
                  </a:cubicBezTo>
                  <a:lnTo>
                    <a:pt x="925" y="657"/>
                  </a:lnTo>
                  <a:cubicBezTo>
                    <a:pt x="925" y="657"/>
                    <a:pt x="925" y="657"/>
                    <a:pt x="974" y="698"/>
                  </a:cubicBezTo>
                  <a:cubicBezTo>
                    <a:pt x="988" y="707"/>
                    <a:pt x="994" y="711"/>
                    <a:pt x="994" y="711"/>
                  </a:cubicBezTo>
                  <a:cubicBezTo>
                    <a:pt x="993" y="711"/>
                    <a:pt x="957" y="688"/>
                    <a:pt x="917" y="665"/>
                  </a:cubicBezTo>
                  <a:cubicBezTo>
                    <a:pt x="899" y="654"/>
                    <a:pt x="881" y="642"/>
                    <a:pt x="868" y="633"/>
                  </a:cubicBezTo>
                  <a:lnTo>
                    <a:pt x="868" y="633"/>
                  </a:lnTo>
                  <a:cubicBezTo>
                    <a:pt x="917" y="665"/>
                    <a:pt x="966" y="706"/>
                    <a:pt x="1006" y="746"/>
                  </a:cubicBezTo>
                  <a:lnTo>
                    <a:pt x="1006" y="746"/>
                  </a:lnTo>
                  <a:cubicBezTo>
                    <a:pt x="993" y="738"/>
                    <a:pt x="975" y="726"/>
                    <a:pt x="957" y="714"/>
                  </a:cubicBezTo>
                  <a:cubicBezTo>
                    <a:pt x="925" y="690"/>
                    <a:pt x="893" y="665"/>
                    <a:pt x="860" y="641"/>
                  </a:cubicBezTo>
                  <a:lnTo>
                    <a:pt x="860" y="641"/>
                  </a:lnTo>
                  <a:cubicBezTo>
                    <a:pt x="860" y="641"/>
                    <a:pt x="852" y="649"/>
                    <a:pt x="901" y="682"/>
                  </a:cubicBezTo>
                  <a:cubicBezTo>
                    <a:pt x="929" y="700"/>
                    <a:pt x="938" y="714"/>
                    <a:pt x="931" y="714"/>
                  </a:cubicBezTo>
                  <a:cubicBezTo>
                    <a:pt x="926" y="714"/>
                    <a:pt x="913" y="707"/>
                    <a:pt x="893" y="690"/>
                  </a:cubicBezTo>
                  <a:lnTo>
                    <a:pt x="885" y="698"/>
                  </a:lnTo>
                  <a:cubicBezTo>
                    <a:pt x="885" y="698"/>
                    <a:pt x="933" y="730"/>
                    <a:pt x="933" y="738"/>
                  </a:cubicBezTo>
                  <a:cubicBezTo>
                    <a:pt x="933" y="738"/>
                    <a:pt x="925" y="738"/>
                    <a:pt x="974" y="771"/>
                  </a:cubicBezTo>
                  <a:cubicBezTo>
                    <a:pt x="974" y="773"/>
                    <a:pt x="974" y="774"/>
                    <a:pt x="973" y="775"/>
                  </a:cubicBezTo>
                  <a:lnTo>
                    <a:pt x="973" y="775"/>
                  </a:lnTo>
                  <a:cubicBezTo>
                    <a:pt x="961" y="766"/>
                    <a:pt x="945" y="754"/>
                    <a:pt x="925" y="738"/>
                  </a:cubicBezTo>
                  <a:lnTo>
                    <a:pt x="925" y="738"/>
                  </a:lnTo>
                  <a:cubicBezTo>
                    <a:pt x="959" y="766"/>
                    <a:pt x="969" y="775"/>
                    <a:pt x="972" y="775"/>
                  </a:cubicBezTo>
                  <a:cubicBezTo>
                    <a:pt x="973" y="775"/>
                    <a:pt x="973" y="775"/>
                    <a:pt x="973" y="775"/>
                  </a:cubicBezTo>
                  <a:lnTo>
                    <a:pt x="973" y="775"/>
                  </a:lnTo>
                  <a:cubicBezTo>
                    <a:pt x="990" y="788"/>
                    <a:pt x="998" y="794"/>
                    <a:pt x="997" y="794"/>
                  </a:cubicBezTo>
                  <a:cubicBezTo>
                    <a:pt x="994" y="794"/>
                    <a:pt x="968" y="778"/>
                    <a:pt x="917" y="746"/>
                  </a:cubicBezTo>
                  <a:cubicBezTo>
                    <a:pt x="894" y="731"/>
                    <a:pt x="882" y="723"/>
                    <a:pt x="881" y="723"/>
                  </a:cubicBezTo>
                  <a:lnTo>
                    <a:pt x="881" y="723"/>
                  </a:lnTo>
                  <a:cubicBezTo>
                    <a:pt x="879" y="723"/>
                    <a:pt x="891" y="733"/>
                    <a:pt x="917" y="755"/>
                  </a:cubicBezTo>
                  <a:cubicBezTo>
                    <a:pt x="974" y="796"/>
                    <a:pt x="1015" y="828"/>
                    <a:pt x="1011" y="828"/>
                  </a:cubicBezTo>
                  <a:cubicBezTo>
                    <a:pt x="1008" y="828"/>
                    <a:pt x="992" y="818"/>
                    <a:pt x="957" y="795"/>
                  </a:cubicBezTo>
                  <a:lnTo>
                    <a:pt x="957" y="795"/>
                  </a:lnTo>
                  <a:cubicBezTo>
                    <a:pt x="958" y="795"/>
                    <a:pt x="958" y="796"/>
                    <a:pt x="998" y="828"/>
                  </a:cubicBezTo>
                  <a:cubicBezTo>
                    <a:pt x="1048" y="865"/>
                    <a:pt x="1072" y="883"/>
                    <a:pt x="1071" y="883"/>
                  </a:cubicBezTo>
                  <a:cubicBezTo>
                    <a:pt x="1070" y="883"/>
                    <a:pt x="1045" y="867"/>
                    <a:pt x="998" y="836"/>
                  </a:cubicBezTo>
                  <a:lnTo>
                    <a:pt x="998" y="836"/>
                  </a:lnTo>
                  <a:cubicBezTo>
                    <a:pt x="998" y="836"/>
                    <a:pt x="1016" y="854"/>
                    <a:pt x="1014" y="854"/>
                  </a:cubicBezTo>
                  <a:cubicBezTo>
                    <a:pt x="1012" y="854"/>
                    <a:pt x="1006" y="849"/>
                    <a:pt x="990" y="836"/>
                  </a:cubicBezTo>
                  <a:cubicBezTo>
                    <a:pt x="964" y="823"/>
                    <a:pt x="935" y="807"/>
                    <a:pt x="930" y="807"/>
                  </a:cubicBezTo>
                  <a:cubicBezTo>
                    <a:pt x="925" y="807"/>
                    <a:pt x="937" y="818"/>
                    <a:pt x="982" y="852"/>
                  </a:cubicBezTo>
                  <a:lnTo>
                    <a:pt x="974" y="852"/>
                  </a:lnTo>
                  <a:cubicBezTo>
                    <a:pt x="951" y="837"/>
                    <a:pt x="939" y="828"/>
                    <a:pt x="936" y="828"/>
                  </a:cubicBezTo>
                  <a:lnTo>
                    <a:pt x="936" y="828"/>
                  </a:lnTo>
                  <a:cubicBezTo>
                    <a:pt x="934" y="828"/>
                    <a:pt x="944" y="839"/>
                    <a:pt x="966" y="860"/>
                  </a:cubicBezTo>
                  <a:cubicBezTo>
                    <a:pt x="949" y="850"/>
                    <a:pt x="933" y="840"/>
                    <a:pt x="917" y="828"/>
                  </a:cubicBezTo>
                  <a:lnTo>
                    <a:pt x="917" y="828"/>
                  </a:lnTo>
                  <a:cubicBezTo>
                    <a:pt x="917" y="828"/>
                    <a:pt x="918" y="828"/>
                    <a:pt x="966" y="868"/>
                  </a:cubicBezTo>
                  <a:cubicBezTo>
                    <a:pt x="1014" y="901"/>
                    <a:pt x="1014" y="901"/>
                    <a:pt x="1006" y="901"/>
                  </a:cubicBezTo>
                  <a:cubicBezTo>
                    <a:pt x="974" y="884"/>
                    <a:pt x="942" y="860"/>
                    <a:pt x="910" y="836"/>
                  </a:cubicBezTo>
                  <a:lnTo>
                    <a:pt x="910" y="836"/>
                  </a:lnTo>
                  <a:cubicBezTo>
                    <a:pt x="967" y="880"/>
                    <a:pt x="991" y="897"/>
                    <a:pt x="989" y="897"/>
                  </a:cubicBezTo>
                  <a:cubicBezTo>
                    <a:pt x="989" y="897"/>
                    <a:pt x="977" y="889"/>
                    <a:pt x="957" y="876"/>
                  </a:cubicBezTo>
                  <a:cubicBezTo>
                    <a:pt x="923" y="847"/>
                    <a:pt x="909" y="843"/>
                    <a:pt x="903" y="843"/>
                  </a:cubicBezTo>
                  <a:cubicBezTo>
                    <a:pt x="901" y="843"/>
                    <a:pt x="901" y="844"/>
                    <a:pt x="901" y="844"/>
                  </a:cubicBezTo>
                  <a:lnTo>
                    <a:pt x="893" y="844"/>
                  </a:lnTo>
                  <a:cubicBezTo>
                    <a:pt x="893" y="852"/>
                    <a:pt x="893" y="852"/>
                    <a:pt x="941" y="884"/>
                  </a:cubicBezTo>
                  <a:cubicBezTo>
                    <a:pt x="925" y="876"/>
                    <a:pt x="909" y="868"/>
                    <a:pt x="893" y="852"/>
                  </a:cubicBezTo>
                  <a:cubicBezTo>
                    <a:pt x="853" y="823"/>
                    <a:pt x="837" y="812"/>
                    <a:pt x="834" y="812"/>
                  </a:cubicBezTo>
                  <a:lnTo>
                    <a:pt x="834" y="812"/>
                  </a:lnTo>
                  <a:cubicBezTo>
                    <a:pt x="829" y="812"/>
                    <a:pt x="855" y="836"/>
                    <a:pt x="885" y="860"/>
                  </a:cubicBezTo>
                  <a:cubicBezTo>
                    <a:pt x="929" y="896"/>
                    <a:pt x="951" y="915"/>
                    <a:pt x="950" y="915"/>
                  </a:cubicBezTo>
                  <a:cubicBezTo>
                    <a:pt x="949" y="915"/>
                    <a:pt x="925" y="896"/>
                    <a:pt x="876" y="860"/>
                  </a:cubicBezTo>
                  <a:cubicBezTo>
                    <a:pt x="851" y="843"/>
                    <a:pt x="839" y="836"/>
                    <a:pt x="837" y="836"/>
                  </a:cubicBezTo>
                  <a:lnTo>
                    <a:pt x="837" y="836"/>
                  </a:lnTo>
                  <a:cubicBezTo>
                    <a:pt x="833" y="836"/>
                    <a:pt x="912" y="896"/>
                    <a:pt x="1014" y="974"/>
                  </a:cubicBezTo>
                  <a:cubicBezTo>
                    <a:pt x="902" y="894"/>
                    <a:pt x="854" y="860"/>
                    <a:pt x="853" y="860"/>
                  </a:cubicBezTo>
                  <a:lnTo>
                    <a:pt x="853" y="860"/>
                  </a:lnTo>
                  <a:cubicBezTo>
                    <a:pt x="852" y="860"/>
                    <a:pt x="876" y="878"/>
                    <a:pt x="917" y="909"/>
                  </a:cubicBezTo>
                  <a:cubicBezTo>
                    <a:pt x="938" y="930"/>
                    <a:pt x="948" y="940"/>
                    <a:pt x="946" y="940"/>
                  </a:cubicBezTo>
                  <a:cubicBezTo>
                    <a:pt x="944" y="940"/>
                    <a:pt x="932" y="932"/>
                    <a:pt x="909" y="917"/>
                  </a:cubicBezTo>
                  <a:cubicBezTo>
                    <a:pt x="874" y="888"/>
                    <a:pt x="864" y="884"/>
                    <a:pt x="858" y="884"/>
                  </a:cubicBezTo>
                  <a:cubicBezTo>
                    <a:pt x="856" y="884"/>
                    <a:pt x="854" y="884"/>
                    <a:pt x="852" y="884"/>
                  </a:cubicBezTo>
                  <a:cubicBezTo>
                    <a:pt x="852" y="892"/>
                    <a:pt x="852" y="892"/>
                    <a:pt x="893" y="925"/>
                  </a:cubicBezTo>
                  <a:lnTo>
                    <a:pt x="893" y="932"/>
                  </a:lnTo>
                  <a:lnTo>
                    <a:pt x="893" y="932"/>
                  </a:lnTo>
                  <a:cubicBezTo>
                    <a:pt x="888" y="929"/>
                    <a:pt x="883" y="925"/>
                    <a:pt x="878" y="922"/>
                  </a:cubicBezTo>
                  <a:lnTo>
                    <a:pt x="878" y="922"/>
                  </a:lnTo>
                  <a:cubicBezTo>
                    <a:pt x="883" y="925"/>
                    <a:pt x="887" y="929"/>
                    <a:pt x="893" y="933"/>
                  </a:cubicBezTo>
                  <a:lnTo>
                    <a:pt x="893" y="932"/>
                  </a:lnTo>
                  <a:lnTo>
                    <a:pt x="893" y="932"/>
                  </a:lnTo>
                  <a:cubicBezTo>
                    <a:pt x="907" y="942"/>
                    <a:pt x="923" y="953"/>
                    <a:pt x="941" y="965"/>
                  </a:cubicBezTo>
                  <a:lnTo>
                    <a:pt x="933" y="974"/>
                  </a:lnTo>
                  <a:lnTo>
                    <a:pt x="885" y="933"/>
                  </a:lnTo>
                  <a:cubicBezTo>
                    <a:pt x="856" y="914"/>
                    <a:pt x="844" y="906"/>
                    <a:pt x="836" y="906"/>
                  </a:cubicBezTo>
                  <a:cubicBezTo>
                    <a:pt x="830" y="906"/>
                    <a:pt x="826" y="910"/>
                    <a:pt x="820" y="917"/>
                  </a:cubicBezTo>
                  <a:cubicBezTo>
                    <a:pt x="803" y="925"/>
                    <a:pt x="803" y="933"/>
                    <a:pt x="901" y="998"/>
                  </a:cubicBezTo>
                  <a:cubicBezTo>
                    <a:pt x="951" y="1035"/>
                    <a:pt x="975" y="1054"/>
                    <a:pt x="974" y="1054"/>
                  </a:cubicBezTo>
                  <a:cubicBezTo>
                    <a:pt x="972" y="1054"/>
                    <a:pt x="948" y="1037"/>
                    <a:pt x="901" y="1006"/>
                  </a:cubicBezTo>
                  <a:cubicBezTo>
                    <a:pt x="868" y="979"/>
                    <a:pt x="835" y="955"/>
                    <a:pt x="832" y="955"/>
                  </a:cubicBezTo>
                  <a:lnTo>
                    <a:pt x="832" y="955"/>
                  </a:lnTo>
                  <a:cubicBezTo>
                    <a:pt x="831" y="955"/>
                    <a:pt x="836" y="960"/>
                    <a:pt x="852" y="974"/>
                  </a:cubicBezTo>
                  <a:cubicBezTo>
                    <a:pt x="852" y="974"/>
                    <a:pt x="844" y="974"/>
                    <a:pt x="795" y="941"/>
                  </a:cubicBezTo>
                  <a:cubicBezTo>
                    <a:pt x="752" y="914"/>
                    <a:pt x="735" y="904"/>
                    <a:pt x="733" y="904"/>
                  </a:cubicBezTo>
                  <a:lnTo>
                    <a:pt x="733" y="904"/>
                  </a:lnTo>
                  <a:cubicBezTo>
                    <a:pt x="730" y="904"/>
                    <a:pt x="759" y="925"/>
                    <a:pt x="787" y="949"/>
                  </a:cubicBezTo>
                  <a:cubicBezTo>
                    <a:pt x="753" y="926"/>
                    <a:pt x="719" y="900"/>
                    <a:pt x="718" y="900"/>
                  </a:cubicBezTo>
                  <a:lnTo>
                    <a:pt x="718" y="900"/>
                  </a:lnTo>
                  <a:cubicBezTo>
                    <a:pt x="718" y="900"/>
                    <a:pt x="724" y="905"/>
                    <a:pt x="739" y="917"/>
                  </a:cubicBezTo>
                  <a:cubicBezTo>
                    <a:pt x="764" y="937"/>
                    <a:pt x="789" y="963"/>
                    <a:pt x="781" y="963"/>
                  </a:cubicBezTo>
                  <a:cubicBezTo>
                    <a:pt x="777" y="963"/>
                    <a:pt x="760" y="953"/>
                    <a:pt x="722" y="925"/>
                  </a:cubicBezTo>
                  <a:lnTo>
                    <a:pt x="722" y="925"/>
                  </a:lnTo>
                  <a:cubicBezTo>
                    <a:pt x="771" y="965"/>
                    <a:pt x="763" y="965"/>
                    <a:pt x="763" y="965"/>
                  </a:cubicBezTo>
                  <a:cubicBezTo>
                    <a:pt x="763" y="968"/>
                    <a:pt x="762" y="970"/>
                    <a:pt x="759" y="970"/>
                  </a:cubicBezTo>
                  <a:cubicBezTo>
                    <a:pt x="753" y="970"/>
                    <a:pt x="739" y="963"/>
                    <a:pt x="706" y="941"/>
                  </a:cubicBezTo>
                  <a:lnTo>
                    <a:pt x="706" y="941"/>
                  </a:lnTo>
                  <a:cubicBezTo>
                    <a:pt x="706" y="941"/>
                    <a:pt x="795" y="1014"/>
                    <a:pt x="795" y="1014"/>
                  </a:cubicBezTo>
                  <a:cubicBezTo>
                    <a:pt x="828" y="1038"/>
                    <a:pt x="860" y="1063"/>
                    <a:pt x="893" y="1087"/>
                  </a:cubicBezTo>
                  <a:lnTo>
                    <a:pt x="844" y="1055"/>
                  </a:lnTo>
                  <a:lnTo>
                    <a:pt x="747" y="982"/>
                  </a:lnTo>
                  <a:lnTo>
                    <a:pt x="747" y="982"/>
                  </a:lnTo>
                  <a:cubicBezTo>
                    <a:pt x="747" y="990"/>
                    <a:pt x="739" y="990"/>
                    <a:pt x="787" y="1022"/>
                  </a:cubicBezTo>
                  <a:cubicBezTo>
                    <a:pt x="755" y="1001"/>
                    <a:pt x="744" y="993"/>
                    <a:pt x="740" y="993"/>
                  </a:cubicBezTo>
                  <a:cubicBezTo>
                    <a:pt x="739" y="993"/>
                    <a:pt x="739" y="995"/>
                    <a:pt x="739" y="998"/>
                  </a:cubicBezTo>
                  <a:cubicBezTo>
                    <a:pt x="730" y="998"/>
                    <a:pt x="730" y="998"/>
                    <a:pt x="779" y="1038"/>
                  </a:cubicBezTo>
                  <a:cubicBezTo>
                    <a:pt x="729" y="1004"/>
                    <a:pt x="701" y="988"/>
                    <a:pt x="696" y="988"/>
                  </a:cubicBezTo>
                  <a:cubicBezTo>
                    <a:pt x="690" y="988"/>
                    <a:pt x="712" y="1008"/>
                    <a:pt x="763" y="1046"/>
                  </a:cubicBezTo>
                  <a:cubicBezTo>
                    <a:pt x="789" y="1068"/>
                    <a:pt x="801" y="1078"/>
                    <a:pt x="799" y="1078"/>
                  </a:cubicBezTo>
                  <a:cubicBezTo>
                    <a:pt x="798" y="1078"/>
                    <a:pt x="786" y="1070"/>
                    <a:pt x="763" y="1055"/>
                  </a:cubicBezTo>
                  <a:cubicBezTo>
                    <a:pt x="735" y="1038"/>
                    <a:pt x="720" y="1030"/>
                    <a:pt x="719" y="1030"/>
                  </a:cubicBezTo>
                  <a:lnTo>
                    <a:pt x="719" y="1030"/>
                  </a:lnTo>
                  <a:cubicBezTo>
                    <a:pt x="718" y="1030"/>
                    <a:pt x="730" y="1038"/>
                    <a:pt x="755" y="1055"/>
                  </a:cubicBezTo>
                  <a:cubicBezTo>
                    <a:pt x="769" y="1067"/>
                    <a:pt x="775" y="1072"/>
                    <a:pt x="775" y="1072"/>
                  </a:cubicBezTo>
                  <a:cubicBezTo>
                    <a:pt x="774" y="1072"/>
                    <a:pt x="740" y="1045"/>
                    <a:pt x="706" y="1022"/>
                  </a:cubicBezTo>
                  <a:cubicBezTo>
                    <a:pt x="647" y="986"/>
                    <a:pt x="621" y="970"/>
                    <a:pt x="618" y="970"/>
                  </a:cubicBezTo>
                  <a:lnTo>
                    <a:pt x="618" y="970"/>
                  </a:lnTo>
                  <a:cubicBezTo>
                    <a:pt x="616" y="970"/>
                    <a:pt x="628" y="980"/>
                    <a:pt x="649" y="998"/>
                  </a:cubicBezTo>
                  <a:cubicBezTo>
                    <a:pt x="698" y="1030"/>
                    <a:pt x="690" y="1038"/>
                    <a:pt x="690" y="1038"/>
                  </a:cubicBezTo>
                  <a:cubicBezTo>
                    <a:pt x="714" y="1063"/>
                    <a:pt x="747" y="1087"/>
                    <a:pt x="779" y="1111"/>
                  </a:cubicBezTo>
                  <a:cubicBezTo>
                    <a:pt x="747" y="1090"/>
                    <a:pt x="732" y="1083"/>
                    <a:pt x="726" y="1083"/>
                  </a:cubicBezTo>
                  <a:cubicBezTo>
                    <a:pt x="723" y="1083"/>
                    <a:pt x="722" y="1084"/>
                    <a:pt x="722" y="1087"/>
                  </a:cubicBezTo>
                  <a:lnTo>
                    <a:pt x="714" y="1087"/>
                  </a:lnTo>
                  <a:cubicBezTo>
                    <a:pt x="692" y="1076"/>
                    <a:pt x="680" y="1070"/>
                    <a:pt x="678" y="1070"/>
                  </a:cubicBezTo>
                  <a:lnTo>
                    <a:pt x="678" y="1070"/>
                  </a:lnTo>
                  <a:cubicBezTo>
                    <a:pt x="676" y="1070"/>
                    <a:pt x="688" y="1078"/>
                    <a:pt x="714" y="1095"/>
                  </a:cubicBezTo>
                  <a:lnTo>
                    <a:pt x="763" y="1128"/>
                  </a:lnTo>
                  <a:cubicBezTo>
                    <a:pt x="718" y="1100"/>
                    <a:pt x="689" y="1087"/>
                    <a:pt x="679" y="1087"/>
                  </a:cubicBezTo>
                  <a:cubicBezTo>
                    <a:pt x="664" y="1087"/>
                    <a:pt x="683" y="1110"/>
                    <a:pt x="739" y="1152"/>
                  </a:cubicBezTo>
                  <a:cubicBezTo>
                    <a:pt x="726" y="1143"/>
                    <a:pt x="708" y="1131"/>
                    <a:pt x="690" y="1119"/>
                  </a:cubicBezTo>
                  <a:cubicBezTo>
                    <a:pt x="656" y="1091"/>
                    <a:pt x="646" y="1083"/>
                    <a:pt x="640" y="1083"/>
                  </a:cubicBezTo>
                  <a:cubicBezTo>
                    <a:pt x="637" y="1083"/>
                    <a:pt x="636" y="1085"/>
                    <a:pt x="633" y="1087"/>
                  </a:cubicBezTo>
                  <a:cubicBezTo>
                    <a:pt x="633" y="1087"/>
                    <a:pt x="674" y="1128"/>
                    <a:pt x="674" y="1136"/>
                  </a:cubicBezTo>
                  <a:cubicBezTo>
                    <a:pt x="666" y="1136"/>
                    <a:pt x="658" y="1144"/>
                    <a:pt x="706" y="1176"/>
                  </a:cubicBezTo>
                  <a:cubicBezTo>
                    <a:pt x="706" y="1176"/>
                    <a:pt x="706" y="1176"/>
                    <a:pt x="658" y="1144"/>
                  </a:cubicBezTo>
                  <a:cubicBezTo>
                    <a:pt x="609" y="1112"/>
                    <a:pt x="609" y="1111"/>
                    <a:pt x="609" y="1111"/>
                  </a:cubicBezTo>
                  <a:lnTo>
                    <a:pt x="609" y="1111"/>
                  </a:lnTo>
                  <a:cubicBezTo>
                    <a:pt x="609" y="1111"/>
                    <a:pt x="658" y="1152"/>
                    <a:pt x="706" y="1184"/>
                  </a:cubicBezTo>
                  <a:cubicBezTo>
                    <a:pt x="730" y="1201"/>
                    <a:pt x="741" y="1209"/>
                    <a:pt x="739" y="1209"/>
                  </a:cubicBezTo>
                  <a:cubicBezTo>
                    <a:pt x="737" y="1209"/>
                    <a:pt x="722" y="1201"/>
                    <a:pt x="698" y="1184"/>
                  </a:cubicBezTo>
                  <a:cubicBezTo>
                    <a:pt x="678" y="1171"/>
                    <a:pt x="665" y="1164"/>
                    <a:pt x="659" y="1164"/>
                  </a:cubicBezTo>
                  <a:cubicBezTo>
                    <a:pt x="651" y="1164"/>
                    <a:pt x="658" y="1177"/>
                    <a:pt x="682" y="1201"/>
                  </a:cubicBezTo>
                  <a:cubicBezTo>
                    <a:pt x="682" y="1201"/>
                    <a:pt x="682" y="1201"/>
                    <a:pt x="633" y="1168"/>
                  </a:cubicBezTo>
                  <a:cubicBezTo>
                    <a:pt x="606" y="1150"/>
                    <a:pt x="579" y="1132"/>
                    <a:pt x="576" y="1132"/>
                  </a:cubicBezTo>
                  <a:lnTo>
                    <a:pt x="576" y="1132"/>
                  </a:lnTo>
                  <a:cubicBezTo>
                    <a:pt x="573" y="1132"/>
                    <a:pt x="585" y="1144"/>
                    <a:pt x="625" y="1176"/>
                  </a:cubicBezTo>
                  <a:cubicBezTo>
                    <a:pt x="625" y="1176"/>
                    <a:pt x="625" y="1176"/>
                    <a:pt x="576" y="1144"/>
                  </a:cubicBezTo>
                  <a:cubicBezTo>
                    <a:pt x="548" y="1125"/>
                    <a:pt x="519" y="1103"/>
                    <a:pt x="519" y="1103"/>
                  </a:cubicBezTo>
                  <a:lnTo>
                    <a:pt x="519" y="1103"/>
                  </a:lnTo>
                  <a:cubicBezTo>
                    <a:pt x="518" y="1103"/>
                    <a:pt x="532" y="1114"/>
                    <a:pt x="568" y="1144"/>
                  </a:cubicBezTo>
                  <a:cubicBezTo>
                    <a:pt x="594" y="1165"/>
                    <a:pt x="604" y="1175"/>
                    <a:pt x="600" y="1175"/>
                  </a:cubicBezTo>
                  <a:cubicBezTo>
                    <a:pt x="597" y="1175"/>
                    <a:pt x="583" y="1167"/>
                    <a:pt x="560" y="1152"/>
                  </a:cubicBezTo>
                  <a:lnTo>
                    <a:pt x="560" y="1152"/>
                  </a:lnTo>
                  <a:cubicBezTo>
                    <a:pt x="560" y="1160"/>
                    <a:pt x="560" y="1160"/>
                    <a:pt x="609" y="1192"/>
                  </a:cubicBezTo>
                  <a:cubicBezTo>
                    <a:pt x="618" y="1199"/>
                    <a:pt x="627" y="1205"/>
                    <a:pt x="635" y="1211"/>
                  </a:cubicBezTo>
                  <a:lnTo>
                    <a:pt x="635" y="1211"/>
                  </a:lnTo>
                  <a:cubicBezTo>
                    <a:pt x="599" y="1189"/>
                    <a:pt x="580" y="1177"/>
                    <a:pt x="578" y="1177"/>
                  </a:cubicBezTo>
                  <a:lnTo>
                    <a:pt x="578" y="1177"/>
                  </a:lnTo>
                  <a:cubicBezTo>
                    <a:pt x="576" y="1177"/>
                    <a:pt x="589" y="1188"/>
                    <a:pt x="619" y="1210"/>
                  </a:cubicBezTo>
                  <a:lnTo>
                    <a:pt x="619" y="1210"/>
                  </a:lnTo>
                  <a:cubicBezTo>
                    <a:pt x="613" y="1207"/>
                    <a:pt x="607" y="1204"/>
                    <a:pt x="601" y="1201"/>
                  </a:cubicBezTo>
                  <a:lnTo>
                    <a:pt x="601" y="1201"/>
                  </a:lnTo>
                  <a:cubicBezTo>
                    <a:pt x="593" y="1201"/>
                    <a:pt x="633" y="1241"/>
                    <a:pt x="625" y="1249"/>
                  </a:cubicBezTo>
                  <a:cubicBezTo>
                    <a:pt x="617" y="1265"/>
                    <a:pt x="609" y="1265"/>
                    <a:pt x="658" y="1306"/>
                  </a:cubicBezTo>
                  <a:cubicBezTo>
                    <a:pt x="601" y="1273"/>
                    <a:pt x="601" y="1273"/>
                    <a:pt x="601" y="1273"/>
                  </a:cubicBezTo>
                  <a:cubicBezTo>
                    <a:pt x="601" y="1276"/>
                    <a:pt x="601" y="1278"/>
                    <a:pt x="599" y="1278"/>
                  </a:cubicBezTo>
                  <a:cubicBezTo>
                    <a:pt x="596" y="1278"/>
                    <a:pt x="586" y="1269"/>
                    <a:pt x="552" y="1241"/>
                  </a:cubicBezTo>
                  <a:lnTo>
                    <a:pt x="552" y="1241"/>
                  </a:lnTo>
                  <a:cubicBezTo>
                    <a:pt x="593" y="1282"/>
                    <a:pt x="593" y="1282"/>
                    <a:pt x="593" y="1282"/>
                  </a:cubicBezTo>
                  <a:cubicBezTo>
                    <a:pt x="570" y="1266"/>
                    <a:pt x="558" y="1258"/>
                    <a:pt x="556" y="1258"/>
                  </a:cubicBezTo>
                  <a:lnTo>
                    <a:pt x="556" y="1258"/>
                  </a:lnTo>
                  <a:cubicBezTo>
                    <a:pt x="555" y="1258"/>
                    <a:pt x="567" y="1268"/>
                    <a:pt x="593" y="1290"/>
                  </a:cubicBezTo>
                  <a:cubicBezTo>
                    <a:pt x="560" y="1262"/>
                    <a:pt x="523" y="1242"/>
                    <a:pt x="518" y="1242"/>
                  </a:cubicBezTo>
                  <a:cubicBezTo>
                    <a:pt x="515" y="1242"/>
                    <a:pt x="520" y="1247"/>
                    <a:pt x="536" y="1257"/>
                  </a:cubicBezTo>
                  <a:cubicBezTo>
                    <a:pt x="585" y="1290"/>
                    <a:pt x="585" y="1298"/>
                    <a:pt x="633" y="1330"/>
                  </a:cubicBezTo>
                  <a:cubicBezTo>
                    <a:pt x="625" y="1330"/>
                    <a:pt x="625" y="1330"/>
                    <a:pt x="576" y="1298"/>
                  </a:cubicBezTo>
                  <a:cubicBezTo>
                    <a:pt x="564" y="1290"/>
                    <a:pt x="557" y="1286"/>
                    <a:pt x="555" y="1286"/>
                  </a:cubicBezTo>
                  <a:cubicBezTo>
                    <a:pt x="549" y="1286"/>
                    <a:pt x="581" y="1316"/>
                    <a:pt x="617" y="1346"/>
                  </a:cubicBezTo>
                  <a:cubicBezTo>
                    <a:pt x="568" y="1314"/>
                    <a:pt x="560" y="1314"/>
                    <a:pt x="560" y="1314"/>
                  </a:cubicBezTo>
                  <a:lnTo>
                    <a:pt x="560" y="1314"/>
                  </a:lnTo>
                  <a:cubicBezTo>
                    <a:pt x="547" y="1305"/>
                    <a:pt x="529" y="1293"/>
                    <a:pt x="512" y="1282"/>
                  </a:cubicBezTo>
                  <a:cubicBezTo>
                    <a:pt x="478" y="1254"/>
                    <a:pt x="468" y="1245"/>
                    <a:pt x="464" y="1245"/>
                  </a:cubicBezTo>
                  <a:cubicBezTo>
                    <a:pt x="463" y="1245"/>
                    <a:pt x="463" y="1247"/>
                    <a:pt x="463" y="1249"/>
                  </a:cubicBezTo>
                  <a:cubicBezTo>
                    <a:pt x="503" y="1282"/>
                    <a:pt x="503" y="1290"/>
                    <a:pt x="495" y="1298"/>
                  </a:cubicBezTo>
                  <a:cubicBezTo>
                    <a:pt x="487" y="1306"/>
                    <a:pt x="536" y="1338"/>
                    <a:pt x="625" y="1411"/>
                  </a:cubicBezTo>
                  <a:cubicBezTo>
                    <a:pt x="612" y="1402"/>
                    <a:pt x="594" y="1391"/>
                    <a:pt x="576" y="1379"/>
                  </a:cubicBezTo>
                  <a:lnTo>
                    <a:pt x="576" y="1379"/>
                  </a:lnTo>
                  <a:cubicBezTo>
                    <a:pt x="602" y="1400"/>
                    <a:pt x="612" y="1410"/>
                    <a:pt x="608" y="1410"/>
                  </a:cubicBezTo>
                  <a:cubicBezTo>
                    <a:pt x="605" y="1410"/>
                    <a:pt x="591" y="1402"/>
                    <a:pt x="568" y="1387"/>
                  </a:cubicBezTo>
                  <a:cubicBezTo>
                    <a:pt x="545" y="1372"/>
                    <a:pt x="531" y="1364"/>
                    <a:pt x="528" y="1364"/>
                  </a:cubicBezTo>
                  <a:cubicBezTo>
                    <a:pt x="525" y="1364"/>
                    <a:pt x="535" y="1374"/>
                    <a:pt x="560" y="1395"/>
                  </a:cubicBezTo>
                  <a:cubicBezTo>
                    <a:pt x="560" y="1395"/>
                    <a:pt x="560" y="1395"/>
                    <a:pt x="512" y="1363"/>
                  </a:cubicBezTo>
                  <a:cubicBezTo>
                    <a:pt x="503" y="1363"/>
                    <a:pt x="503" y="1363"/>
                    <a:pt x="552" y="1395"/>
                  </a:cubicBezTo>
                  <a:cubicBezTo>
                    <a:pt x="578" y="1417"/>
                    <a:pt x="590" y="1427"/>
                    <a:pt x="588" y="1427"/>
                  </a:cubicBezTo>
                  <a:cubicBezTo>
                    <a:pt x="587" y="1427"/>
                    <a:pt x="575" y="1419"/>
                    <a:pt x="552" y="1403"/>
                  </a:cubicBezTo>
                  <a:cubicBezTo>
                    <a:pt x="498" y="1362"/>
                    <a:pt x="471" y="1347"/>
                    <a:pt x="467" y="1347"/>
                  </a:cubicBezTo>
                  <a:cubicBezTo>
                    <a:pt x="464" y="1347"/>
                    <a:pt x="474" y="1357"/>
                    <a:pt x="495" y="1371"/>
                  </a:cubicBezTo>
                  <a:cubicBezTo>
                    <a:pt x="544" y="1411"/>
                    <a:pt x="544" y="1411"/>
                    <a:pt x="544" y="1411"/>
                  </a:cubicBezTo>
                  <a:cubicBezTo>
                    <a:pt x="544" y="1411"/>
                    <a:pt x="536" y="1411"/>
                    <a:pt x="585" y="1452"/>
                  </a:cubicBezTo>
                  <a:cubicBezTo>
                    <a:pt x="568" y="1444"/>
                    <a:pt x="552" y="1428"/>
                    <a:pt x="536" y="1419"/>
                  </a:cubicBezTo>
                  <a:lnTo>
                    <a:pt x="487" y="1387"/>
                  </a:lnTo>
                  <a:cubicBezTo>
                    <a:pt x="479" y="1387"/>
                    <a:pt x="479" y="1387"/>
                    <a:pt x="528" y="1428"/>
                  </a:cubicBezTo>
                  <a:cubicBezTo>
                    <a:pt x="495" y="1400"/>
                    <a:pt x="462" y="1376"/>
                    <a:pt x="457" y="1376"/>
                  </a:cubicBezTo>
                  <a:cubicBezTo>
                    <a:pt x="454" y="1376"/>
                    <a:pt x="458" y="1382"/>
                    <a:pt x="471" y="1395"/>
                  </a:cubicBezTo>
                  <a:cubicBezTo>
                    <a:pt x="424" y="1360"/>
                    <a:pt x="399" y="1341"/>
                    <a:pt x="397" y="1341"/>
                  </a:cubicBezTo>
                  <a:lnTo>
                    <a:pt x="397" y="1341"/>
                  </a:lnTo>
                  <a:cubicBezTo>
                    <a:pt x="395" y="1341"/>
                    <a:pt x="417" y="1362"/>
                    <a:pt x="463" y="1403"/>
                  </a:cubicBezTo>
                  <a:cubicBezTo>
                    <a:pt x="463" y="1403"/>
                    <a:pt x="503" y="1444"/>
                    <a:pt x="495" y="1452"/>
                  </a:cubicBezTo>
                  <a:cubicBezTo>
                    <a:pt x="495" y="1455"/>
                    <a:pt x="494" y="1456"/>
                    <a:pt x="491" y="1456"/>
                  </a:cubicBezTo>
                  <a:cubicBezTo>
                    <a:pt x="488" y="1456"/>
                    <a:pt x="480" y="1453"/>
                    <a:pt x="466" y="1445"/>
                  </a:cubicBezTo>
                  <a:lnTo>
                    <a:pt x="466" y="1445"/>
                  </a:lnTo>
                  <a:cubicBezTo>
                    <a:pt x="486" y="1461"/>
                    <a:pt x="484" y="1463"/>
                    <a:pt x="479" y="1468"/>
                  </a:cubicBezTo>
                  <a:cubicBezTo>
                    <a:pt x="467" y="1460"/>
                    <a:pt x="460" y="1456"/>
                    <a:pt x="458" y="1456"/>
                  </a:cubicBezTo>
                  <a:cubicBezTo>
                    <a:pt x="452" y="1456"/>
                    <a:pt x="484" y="1485"/>
                    <a:pt x="520" y="1509"/>
                  </a:cubicBezTo>
                  <a:cubicBezTo>
                    <a:pt x="520" y="1509"/>
                    <a:pt x="520" y="1509"/>
                    <a:pt x="520" y="1509"/>
                  </a:cubicBezTo>
                  <a:lnTo>
                    <a:pt x="520" y="1509"/>
                  </a:lnTo>
                  <a:cubicBezTo>
                    <a:pt x="520" y="1514"/>
                    <a:pt x="539" y="1529"/>
                    <a:pt x="541" y="1529"/>
                  </a:cubicBezTo>
                  <a:cubicBezTo>
                    <a:pt x="542" y="1529"/>
                    <a:pt x="538" y="1524"/>
                    <a:pt x="520" y="1509"/>
                  </a:cubicBezTo>
                  <a:lnTo>
                    <a:pt x="520" y="1509"/>
                  </a:lnTo>
                  <a:cubicBezTo>
                    <a:pt x="578" y="1552"/>
                    <a:pt x="601" y="1570"/>
                    <a:pt x="600" y="1570"/>
                  </a:cubicBezTo>
                  <a:cubicBezTo>
                    <a:pt x="599" y="1570"/>
                    <a:pt x="588" y="1562"/>
                    <a:pt x="568" y="1549"/>
                  </a:cubicBezTo>
                  <a:cubicBezTo>
                    <a:pt x="560" y="1549"/>
                    <a:pt x="520" y="1517"/>
                    <a:pt x="471" y="1476"/>
                  </a:cubicBezTo>
                  <a:cubicBezTo>
                    <a:pt x="439" y="1452"/>
                    <a:pt x="398" y="1436"/>
                    <a:pt x="366" y="1411"/>
                  </a:cubicBezTo>
                  <a:lnTo>
                    <a:pt x="366" y="1411"/>
                  </a:lnTo>
                  <a:cubicBezTo>
                    <a:pt x="366" y="1411"/>
                    <a:pt x="366" y="1412"/>
                    <a:pt x="414" y="1452"/>
                  </a:cubicBezTo>
                  <a:cubicBezTo>
                    <a:pt x="463" y="1484"/>
                    <a:pt x="463" y="1484"/>
                    <a:pt x="463" y="1484"/>
                  </a:cubicBezTo>
                  <a:cubicBezTo>
                    <a:pt x="463" y="1484"/>
                    <a:pt x="455" y="1492"/>
                    <a:pt x="503" y="1525"/>
                  </a:cubicBezTo>
                  <a:cubicBezTo>
                    <a:pt x="552" y="1557"/>
                    <a:pt x="552" y="1565"/>
                    <a:pt x="552" y="1565"/>
                  </a:cubicBezTo>
                  <a:cubicBezTo>
                    <a:pt x="495" y="1533"/>
                    <a:pt x="495" y="1533"/>
                    <a:pt x="495" y="1533"/>
                  </a:cubicBezTo>
                  <a:lnTo>
                    <a:pt x="447" y="1501"/>
                  </a:lnTo>
                  <a:cubicBezTo>
                    <a:pt x="398" y="1460"/>
                    <a:pt x="349" y="1428"/>
                    <a:pt x="349" y="1428"/>
                  </a:cubicBezTo>
                  <a:lnTo>
                    <a:pt x="349" y="1428"/>
                  </a:lnTo>
                  <a:cubicBezTo>
                    <a:pt x="366" y="1444"/>
                    <a:pt x="382" y="1452"/>
                    <a:pt x="398" y="1468"/>
                  </a:cubicBezTo>
                  <a:cubicBezTo>
                    <a:pt x="422" y="1484"/>
                    <a:pt x="430" y="1525"/>
                    <a:pt x="398" y="1541"/>
                  </a:cubicBezTo>
                  <a:cubicBezTo>
                    <a:pt x="377" y="1527"/>
                    <a:pt x="363" y="1520"/>
                    <a:pt x="359" y="1520"/>
                  </a:cubicBezTo>
                  <a:cubicBezTo>
                    <a:pt x="353" y="1520"/>
                    <a:pt x="363" y="1531"/>
                    <a:pt x="390" y="1549"/>
                  </a:cubicBezTo>
                  <a:cubicBezTo>
                    <a:pt x="439" y="1582"/>
                    <a:pt x="430" y="1590"/>
                    <a:pt x="422" y="1598"/>
                  </a:cubicBezTo>
                  <a:cubicBezTo>
                    <a:pt x="414" y="1614"/>
                    <a:pt x="406" y="1614"/>
                    <a:pt x="455" y="1655"/>
                  </a:cubicBezTo>
                  <a:lnTo>
                    <a:pt x="447" y="1655"/>
                  </a:lnTo>
                  <a:cubicBezTo>
                    <a:pt x="447" y="1663"/>
                    <a:pt x="487" y="1695"/>
                    <a:pt x="487" y="1703"/>
                  </a:cubicBezTo>
                  <a:cubicBezTo>
                    <a:pt x="439" y="1663"/>
                    <a:pt x="390" y="1630"/>
                    <a:pt x="390" y="1630"/>
                  </a:cubicBezTo>
                  <a:lnTo>
                    <a:pt x="390" y="1630"/>
                  </a:lnTo>
                  <a:cubicBezTo>
                    <a:pt x="414" y="1663"/>
                    <a:pt x="447" y="1687"/>
                    <a:pt x="479" y="1703"/>
                  </a:cubicBezTo>
                  <a:cubicBezTo>
                    <a:pt x="528" y="1744"/>
                    <a:pt x="528" y="1744"/>
                    <a:pt x="528" y="1744"/>
                  </a:cubicBezTo>
                  <a:cubicBezTo>
                    <a:pt x="528" y="1744"/>
                    <a:pt x="528" y="1744"/>
                    <a:pt x="479" y="1711"/>
                  </a:cubicBezTo>
                  <a:lnTo>
                    <a:pt x="382" y="1638"/>
                  </a:lnTo>
                  <a:lnTo>
                    <a:pt x="382" y="1638"/>
                  </a:lnTo>
                  <a:cubicBezTo>
                    <a:pt x="430" y="1679"/>
                    <a:pt x="422" y="1679"/>
                    <a:pt x="422" y="1679"/>
                  </a:cubicBezTo>
                  <a:cubicBezTo>
                    <a:pt x="422" y="1679"/>
                    <a:pt x="422" y="1679"/>
                    <a:pt x="325" y="1606"/>
                  </a:cubicBezTo>
                  <a:cubicBezTo>
                    <a:pt x="278" y="1574"/>
                    <a:pt x="254" y="1558"/>
                    <a:pt x="252" y="1558"/>
                  </a:cubicBezTo>
                  <a:lnTo>
                    <a:pt x="252" y="1558"/>
                  </a:lnTo>
                  <a:cubicBezTo>
                    <a:pt x="251" y="1558"/>
                    <a:pt x="275" y="1576"/>
                    <a:pt x="325" y="1614"/>
                  </a:cubicBezTo>
                  <a:lnTo>
                    <a:pt x="366" y="1646"/>
                  </a:lnTo>
                  <a:cubicBezTo>
                    <a:pt x="337" y="1628"/>
                    <a:pt x="326" y="1620"/>
                    <a:pt x="324" y="1620"/>
                  </a:cubicBezTo>
                  <a:lnTo>
                    <a:pt x="324" y="1620"/>
                  </a:lnTo>
                  <a:cubicBezTo>
                    <a:pt x="321" y="1620"/>
                    <a:pt x="380" y="1664"/>
                    <a:pt x="414" y="1687"/>
                  </a:cubicBezTo>
                  <a:cubicBezTo>
                    <a:pt x="363" y="1656"/>
                    <a:pt x="337" y="1639"/>
                    <a:pt x="334" y="1639"/>
                  </a:cubicBezTo>
                  <a:lnTo>
                    <a:pt x="334" y="1639"/>
                  </a:lnTo>
                  <a:cubicBezTo>
                    <a:pt x="332" y="1639"/>
                    <a:pt x="356" y="1658"/>
                    <a:pt x="406" y="1695"/>
                  </a:cubicBezTo>
                  <a:cubicBezTo>
                    <a:pt x="368" y="1673"/>
                    <a:pt x="356" y="1666"/>
                    <a:pt x="352" y="1666"/>
                  </a:cubicBezTo>
                  <a:cubicBezTo>
                    <a:pt x="349" y="1666"/>
                    <a:pt x="349" y="1668"/>
                    <a:pt x="349" y="1671"/>
                  </a:cubicBezTo>
                  <a:cubicBezTo>
                    <a:pt x="398" y="1703"/>
                    <a:pt x="382" y="1719"/>
                    <a:pt x="366" y="1728"/>
                  </a:cubicBezTo>
                  <a:cubicBezTo>
                    <a:pt x="358" y="1744"/>
                    <a:pt x="341" y="1752"/>
                    <a:pt x="390" y="1784"/>
                  </a:cubicBezTo>
                  <a:cubicBezTo>
                    <a:pt x="390" y="1784"/>
                    <a:pt x="390" y="1784"/>
                    <a:pt x="341" y="1752"/>
                  </a:cubicBezTo>
                  <a:cubicBezTo>
                    <a:pt x="322" y="1739"/>
                    <a:pt x="310" y="1731"/>
                    <a:pt x="309" y="1731"/>
                  </a:cubicBezTo>
                  <a:lnTo>
                    <a:pt x="309" y="1731"/>
                  </a:lnTo>
                  <a:cubicBezTo>
                    <a:pt x="308" y="1731"/>
                    <a:pt x="332" y="1749"/>
                    <a:pt x="390" y="1792"/>
                  </a:cubicBezTo>
                  <a:cubicBezTo>
                    <a:pt x="408" y="1811"/>
                    <a:pt x="429" y="1828"/>
                    <a:pt x="436" y="1834"/>
                  </a:cubicBezTo>
                  <a:lnTo>
                    <a:pt x="436" y="1834"/>
                  </a:lnTo>
                  <a:cubicBezTo>
                    <a:pt x="430" y="1829"/>
                    <a:pt x="414" y="1816"/>
                    <a:pt x="382" y="1792"/>
                  </a:cubicBezTo>
                  <a:cubicBezTo>
                    <a:pt x="349" y="1771"/>
                    <a:pt x="339" y="1764"/>
                    <a:pt x="333" y="1764"/>
                  </a:cubicBezTo>
                  <a:cubicBezTo>
                    <a:pt x="330" y="1764"/>
                    <a:pt x="328" y="1765"/>
                    <a:pt x="325" y="1768"/>
                  </a:cubicBezTo>
                  <a:cubicBezTo>
                    <a:pt x="325" y="1776"/>
                    <a:pt x="317" y="1776"/>
                    <a:pt x="366" y="1817"/>
                  </a:cubicBezTo>
                  <a:cubicBezTo>
                    <a:pt x="309" y="1774"/>
                    <a:pt x="266" y="1748"/>
                    <a:pt x="258" y="1748"/>
                  </a:cubicBezTo>
                  <a:cubicBezTo>
                    <a:pt x="252" y="1748"/>
                    <a:pt x="263" y="1762"/>
                    <a:pt x="301" y="1792"/>
                  </a:cubicBezTo>
                  <a:cubicBezTo>
                    <a:pt x="301" y="1792"/>
                    <a:pt x="301" y="1792"/>
                    <a:pt x="252" y="1760"/>
                  </a:cubicBezTo>
                  <a:lnTo>
                    <a:pt x="252" y="1760"/>
                  </a:lnTo>
                  <a:cubicBezTo>
                    <a:pt x="252" y="1760"/>
                    <a:pt x="244" y="1760"/>
                    <a:pt x="293" y="1800"/>
                  </a:cubicBezTo>
                  <a:lnTo>
                    <a:pt x="276" y="1809"/>
                  </a:lnTo>
                  <a:cubicBezTo>
                    <a:pt x="276" y="1817"/>
                    <a:pt x="317" y="1857"/>
                    <a:pt x="317" y="1857"/>
                  </a:cubicBezTo>
                  <a:cubicBezTo>
                    <a:pt x="291" y="1835"/>
                    <a:pt x="276" y="1828"/>
                    <a:pt x="267" y="1828"/>
                  </a:cubicBezTo>
                  <a:cubicBezTo>
                    <a:pt x="260" y="1828"/>
                    <a:pt x="256" y="1834"/>
                    <a:pt x="252" y="1841"/>
                  </a:cubicBezTo>
                  <a:cubicBezTo>
                    <a:pt x="245" y="1845"/>
                    <a:pt x="239" y="1848"/>
                    <a:pt x="231" y="1848"/>
                  </a:cubicBezTo>
                  <a:cubicBezTo>
                    <a:pt x="221" y="1848"/>
                    <a:pt x="206" y="1843"/>
                    <a:pt x="179" y="1825"/>
                  </a:cubicBezTo>
                  <a:lnTo>
                    <a:pt x="179" y="1825"/>
                  </a:lnTo>
                  <a:cubicBezTo>
                    <a:pt x="179" y="1825"/>
                    <a:pt x="180" y="1825"/>
                    <a:pt x="228" y="1865"/>
                  </a:cubicBezTo>
                  <a:cubicBezTo>
                    <a:pt x="284" y="1906"/>
                    <a:pt x="305" y="1924"/>
                    <a:pt x="300" y="1924"/>
                  </a:cubicBezTo>
                  <a:cubicBezTo>
                    <a:pt x="298" y="1924"/>
                    <a:pt x="286" y="1918"/>
                    <a:pt x="268" y="1906"/>
                  </a:cubicBezTo>
                  <a:cubicBezTo>
                    <a:pt x="222" y="1871"/>
                    <a:pt x="196" y="1855"/>
                    <a:pt x="192" y="1855"/>
                  </a:cubicBezTo>
                  <a:cubicBezTo>
                    <a:pt x="190" y="1855"/>
                    <a:pt x="193" y="1859"/>
                    <a:pt x="201" y="1866"/>
                  </a:cubicBezTo>
                  <a:lnTo>
                    <a:pt x="201" y="1866"/>
                  </a:lnTo>
                  <a:cubicBezTo>
                    <a:pt x="174" y="1849"/>
                    <a:pt x="160" y="1841"/>
                    <a:pt x="157" y="1841"/>
                  </a:cubicBezTo>
                  <a:cubicBezTo>
                    <a:pt x="150" y="1841"/>
                    <a:pt x="189" y="1875"/>
                    <a:pt x="252" y="1922"/>
                  </a:cubicBezTo>
                  <a:cubicBezTo>
                    <a:pt x="214" y="1895"/>
                    <a:pt x="179" y="1871"/>
                    <a:pt x="176" y="1871"/>
                  </a:cubicBezTo>
                  <a:lnTo>
                    <a:pt x="176" y="1871"/>
                  </a:lnTo>
                  <a:cubicBezTo>
                    <a:pt x="174" y="1871"/>
                    <a:pt x="180" y="1877"/>
                    <a:pt x="195" y="1890"/>
                  </a:cubicBezTo>
                  <a:cubicBezTo>
                    <a:pt x="195" y="1890"/>
                    <a:pt x="195" y="1890"/>
                    <a:pt x="98" y="1817"/>
                  </a:cubicBezTo>
                  <a:cubicBezTo>
                    <a:pt x="50" y="1785"/>
                    <a:pt x="2" y="1752"/>
                    <a:pt x="1" y="1752"/>
                  </a:cubicBezTo>
                  <a:lnTo>
                    <a:pt x="1" y="1752"/>
                  </a:lnTo>
                  <a:cubicBezTo>
                    <a:pt x="2" y="1752"/>
                    <a:pt x="50" y="1785"/>
                    <a:pt x="90" y="1825"/>
                  </a:cubicBezTo>
                  <a:cubicBezTo>
                    <a:pt x="90" y="1825"/>
                    <a:pt x="90" y="1825"/>
                    <a:pt x="139" y="1865"/>
                  </a:cubicBezTo>
                  <a:cubicBezTo>
                    <a:pt x="187" y="1898"/>
                    <a:pt x="187" y="1898"/>
                    <a:pt x="179" y="1898"/>
                  </a:cubicBezTo>
                  <a:cubicBezTo>
                    <a:pt x="167" y="1889"/>
                    <a:pt x="160" y="1886"/>
                    <a:pt x="159" y="1886"/>
                  </a:cubicBezTo>
                  <a:lnTo>
                    <a:pt x="159" y="1886"/>
                  </a:lnTo>
                  <a:cubicBezTo>
                    <a:pt x="156" y="1886"/>
                    <a:pt x="192" y="1914"/>
                    <a:pt x="228" y="1938"/>
                  </a:cubicBezTo>
                  <a:cubicBezTo>
                    <a:pt x="276" y="1971"/>
                    <a:pt x="325" y="2003"/>
                    <a:pt x="325" y="2011"/>
                  </a:cubicBezTo>
                  <a:cubicBezTo>
                    <a:pt x="325" y="2011"/>
                    <a:pt x="374" y="2044"/>
                    <a:pt x="422" y="2076"/>
                  </a:cubicBezTo>
                  <a:cubicBezTo>
                    <a:pt x="520" y="2149"/>
                    <a:pt x="568" y="2182"/>
                    <a:pt x="617" y="2214"/>
                  </a:cubicBezTo>
                  <a:cubicBezTo>
                    <a:pt x="648" y="2232"/>
                    <a:pt x="680" y="2250"/>
                    <a:pt x="685" y="2250"/>
                  </a:cubicBezTo>
                  <a:cubicBezTo>
                    <a:pt x="689" y="2250"/>
                    <a:pt x="677" y="2238"/>
                    <a:pt x="633" y="2206"/>
                  </a:cubicBezTo>
                  <a:cubicBezTo>
                    <a:pt x="617" y="2190"/>
                    <a:pt x="601" y="2182"/>
                    <a:pt x="585" y="2165"/>
                  </a:cubicBezTo>
                  <a:lnTo>
                    <a:pt x="585" y="2165"/>
                  </a:lnTo>
                  <a:cubicBezTo>
                    <a:pt x="601" y="2173"/>
                    <a:pt x="617" y="2190"/>
                    <a:pt x="641" y="2198"/>
                  </a:cubicBezTo>
                  <a:cubicBezTo>
                    <a:pt x="668" y="2219"/>
                    <a:pt x="681" y="2227"/>
                    <a:pt x="689" y="2227"/>
                  </a:cubicBezTo>
                  <a:cubicBezTo>
                    <a:pt x="693" y="2227"/>
                    <a:pt x="695" y="2225"/>
                    <a:pt x="698" y="2222"/>
                  </a:cubicBezTo>
                  <a:cubicBezTo>
                    <a:pt x="705" y="2218"/>
                    <a:pt x="709" y="2215"/>
                    <a:pt x="716" y="2215"/>
                  </a:cubicBezTo>
                  <a:cubicBezTo>
                    <a:pt x="724" y="2215"/>
                    <a:pt x="736" y="2220"/>
                    <a:pt x="763" y="2238"/>
                  </a:cubicBezTo>
                  <a:cubicBezTo>
                    <a:pt x="779" y="2255"/>
                    <a:pt x="795" y="2263"/>
                    <a:pt x="820" y="2271"/>
                  </a:cubicBezTo>
                  <a:cubicBezTo>
                    <a:pt x="771" y="2238"/>
                    <a:pt x="779" y="2230"/>
                    <a:pt x="787" y="2214"/>
                  </a:cubicBezTo>
                  <a:cubicBezTo>
                    <a:pt x="803" y="2206"/>
                    <a:pt x="812" y="2198"/>
                    <a:pt x="763" y="2165"/>
                  </a:cubicBezTo>
                  <a:lnTo>
                    <a:pt x="771" y="2157"/>
                  </a:lnTo>
                  <a:cubicBezTo>
                    <a:pt x="806" y="2186"/>
                    <a:pt x="816" y="2190"/>
                    <a:pt x="819" y="2190"/>
                  </a:cubicBezTo>
                  <a:cubicBezTo>
                    <a:pt x="820" y="2190"/>
                    <a:pt x="820" y="2190"/>
                    <a:pt x="820" y="2190"/>
                  </a:cubicBezTo>
                  <a:cubicBezTo>
                    <a:pt x="779" y="2149"/>
                    <a:pt x="779" y="2149"/>
                    <a:pt x="779" y="2149"/>
                  </a:cubicBezTo>
                  <a:lnTo>
                    <a:pt x="779" y="2149"/>
                  </a:lnTo>
                  <a:cubicBezTo>
                    <a:pt x="812" y="2171"/>
                    <a:pt x="826" y="2178"/>
                    <a:pt x="832" y="2178"/>
                  </a:cubicBezTo>
                  <a:cubicBezTo>
                    <a:pt x="835" y="2178"/>
                    <a:pt x="836" y="2176"/>
                    <a:pt x="836" y="2173"/>
                  </a:cubicBezTo>
                  <a:cubicBezTo>
                    <a:pt x="836" y="2173"/>
                    <a:pt x="844" y="2173"/>
                    <a:pt x="795" y="2141"/>
                  </a:cubicBezTo>
                  <a:cubicBezTo>
                    <a:pt x="795" y="2137"/>
                    <a:pt x="797" y="2134"/>
                    <a:pt x="804" y="2134"/>
                  </a:cubicBezTo>
                  <a:cubicBezTo>
                    <a:pt x="812" y="2134"/>
                    <a:pt x="829" y="2139"/>
                    <a:pt x="860" y="2157"/>
                  </a:cubicBezTo>
                  <a:cubicBezTo>
                    <a:pt x="873" y="2166"/>
                    <a:pt x="879" y="2169"/>
                    <a:pt x="880" y="2169"/>
                  </a:cubicBezTo>
                  <a:cubicBezTo>
                    <a:pt x="884" y="2169"/>
                    <a:pt x="848" y="2141"/>
                    <a:pt x="812" y="2117"/>
                  </a:cubicBezTo>
                  <a:cubicBezTo>
                    <a:pt x="779" y="2092"/>
                    <a:pt x="755" y="2068"/>
                    <a:pt x="722" y="2044"/>
                  </a:cubicBezTo>
                  <a:lnTo>
                    <a:pt x="722" y="2044"/>
                  </a:lnTo>
                  <a:lnTo>
                    <a:pt x="820" y="2117"/>
                  </a:lnTo>
                  <a:cubicBezTo>
                    <a:pt x="868" y="2149"/>
                    <a:pt x="868" y="2149"/>
                    <a:pt x="868" y="2149"/>
                  </a:cubicBezTo>
                  <a:lnTo>
                    <a:pt x="868" y="2141"/>
                  </a:lnTo>
                  <a:cubicBezTo>
                    <a:pt x="820" y="2109"/>
                    <a:pt x="828" y="2100"/>
                    <a:pt x="844" y="2092"/>
                  </a:cubicBezTo>
                  <a:cubicBezTo>
                    <a:pt x="860" y="2076"/>
                    <a:pt x="860" y="2068"/>
                    <a:pt x="812" y="2036"/>
                  </a:cubicBezTo>
                  <a:cubicBezTo>
                    <a:pt x="785" y="2018"/>
                    <a:pt x="776" y="2010"/>
                    <a:pt x="780" y="2010"/>
                  </a:cubicBezTo>
                  <a:cubicBezTo>
                    <a:pt x="783" y="2010"/>
                    <a:pt x="797" y="2016"/>
                    <a:pt x="820" y="2028"/>
                  </a:cubicBezTo>
                  <a:cubicBezTo>
                    <a:pt x="917" y="2089"/>
                    <a:pt x="953" y="2112"/>
                    <a:pt x="956" y="2112"/>
                  </a:cubicBezTo>
                  <a:cubicBezTo>
                    <a:pt x="957" y="2112"/>
                    <a:pt x="948" y="2104"/>
                    <a:pt x="933" y="2092"/>
                  </a:cubicBezTo>
                  <a:cubicBezTo>
                    <a:pt x="925" y="2092"/>
                    <a:pt x="876" y="2060"/>
                    <a:pt x="828" y="2019"/>
                  </a:cubicBezTo>
                  <a:cubicBezTo>
                    <a:pt x="778" y="1986"/>
                    <a:pt x="756" y="1968"/>
                    <a:pt x="759" y="1968"/>
                  </a:cubicBezTo>
                  <a:lnTo>
                    <a:pt x="759" y="1968"/>
                  </a:lnTo>
                  <a:cubicBezTo>
                    <a:pt x="762" y="1968"/>
                    <a:pt x="789" y="1984"/>
                    <a:pt x="836" y="2019"/>
                  </a:cubicBezTo>
                  <a:cubicBezTo>
                    <a:pt x="866" y="2042"/>
                    <a:pt x="885" y="2052"/>
                    <a:pt x="893" y="2052"/>
                  </a:cubicBezTo>
                  <a:cubicBezTo>
                    <a:pt x="911" y="2052"/>
                    <a:pt x="878" y="2007"/>
                    <a:pt x="812" y="1963"/>
                  </a:cubicBezTo>
                  <a:cubicBezTo>
                    <a:pt x="791" y="1945"/>
                    <a:pt x="779" y="1935"/>
                    <a:pt x="780" y="1935"/>
                  </a:cubicBezTo>
                  <a:lnTo>
                    <a:pt x="780" y="1935"/>
                  </a:lnTo>
                  <a:cubicBezTo>
                    <a:pt x="781" y="1935"/>
                    <a:pt x="804" y="1953"/>
                    <a:pt x="860" y="1995"/>
                  </a:cubicBezTo>
                  <a:cubicBezTo>
                    <a:pt x="893" y="2017"/>
                    <a:pt x="903" y="2024"/>
                    <a:pt x="909" y="2024"/>
                  </a:cubicBezTo>
                  <a:cubicBezTo>
                    <a:pt x="912" y="2024"/>
                    <a:pt x="914" y="2022"/>
                    <a:pt x="917" y="2019"/>
                  </a:cubicBezTo>
                  <a:lnTo>
                    <a:pt x="925" y="2019"/>
                  </a:lnTo>
                  <a:cubicBezTo>
                    <a:pt x="880" y="1985"/>
                    <a:pt x="868" y="1973"/>
                    <a:pt x="873" y="1973"/>
                  </a:cubicBezTo>
                  <a:cubicBezTo>
                    <a:pt x="879" y="1973"/>
                    <a:pt x="907" y="1990"/>
                    <a:pt x="933" y="2011"/>
                  </a:cubicBezTo>
                  <a:cubicBezTo>
                    <a:pt x="966" y="2033"/>
                    <a:pt x="976" y="2040"/>
                    <a:pt x="982" y="2040"/>
                  </a:cubicBezTo>
                  <a:cubicBezTo>
                    <a:pt x="985" y="2040"/>
                    <a:pt x="987" y="2038"/>
                    <a:pt x="990" y="2036"/>
                  </a:cubicBezTo>
                  <a:cubicBezTo>
                    <a:pt x="947" y="2003"/>
                    <a:pt x="934" y="1992"/>
                    <a:pt x="937" y="1992"/>
                  </a:cubicBezTo>
                  <a:cubicBezTo>
                    <a:pt x="942" y="1992"/>
                    <a:pt x="971" y="2010"/>
                    <a:pt x="998" y="2028"/>
                  </a:cubicBezTo>
                  <a:lnTo>
                    <a:pt x="1006" y="2019"/>
                  </a:lnTo>
                  <a:cubicBezTo>
                    <a:pt x="957" y="1987"/>
                    <a:pt x="957" y="1987"/>
                    <a:pt x="957" y="1979"/>
                  </a:cubicBezTo>
                  <a:cubicBezTo>
                    <a:pt x="966" y="1979"/>
                    <a:pt x="966" y="1979"/>
                    <a:pt x="917" y="1946"/>
                  </a:cubicBezTo>
                  <a:cubicBezTo>
                    <a:pt x="869" y="1906"/>
                    <a:pt x="821" y="1874"/>
                    <a:pt x="820" y="1873"/>
                  </a:cubicBezTo>
                  <a:lnTo>
                    <a:pt x="820" y="1873"/>
                  </a:lnTo>
                  <a:lnTo>
                    <a:pt x="868" y="1906"/>
                  </a:lnTo>
                  <a:cubicBezTo>
                    <a:pt x="901" y="1928"/>
                    <a:pt x="915" y="1935"/>
                    <a:pt x="924" y="1935"/>
                  </a:cubicBezTo>
                  <a:cubicBezTo>
                    <a:pt x="928" y="1935"/>
                    <a:pt x="930" y="1933"/>
                    <a:pt x="933" y="1930"/>
                  </a:cubicBezTo>
                  <a:cubicBezTo>
                    <a:pt x="936" y="1928"/>
                    <a:pt x="938" y="1926"/>
                    <a:pt x="941" y="1926"/>
                  </a:cubicBezTo>
                  <a:cubicBezTo>
                    <a:pt x="947" y="1926"/>
                    <a:pt x="957" y="1933"/>
                    <a:pt x="990" y="1955"/>
                  </a:cubicBezTo>
                  <a:lnTo>
                    <a:pt x="949" y="1914"/>
                  </a:lnTo>
                  <a:lnTo>
                    <a:pt x="949" y="1914"/>
                  </a:lnTo>
                  <a:cubicBezTo>
                    <a:pt x="971" y="1928"/>
                    <a:pt x="984" y="1935"/>
                    <a:pt x="989" y="1935"/>
                  </a:cubicBezTo>
                  <a:cubicBezTo>
                    <a:pt x="994" y="1935"/>
                    <a:pt x="985" y="1924"/>
                    <a:pt x="957" y="1906"/>
                  </a:cubicBezTo>
                  <a:lnTo>
                    <a:pt x="966" y="1898"/>
                  </a:lnTo>
                  <a:cubicBezTo>
                    <a:pt x="1012" y="1932"/>
                    <a:pt x="1038" y="1949"/>
                    <a:pt x="1042" y="1949"/>
                  </a:cubicBezTo>
                  <a:cubicBezTo>
                    <a:pt x="1046" y="1949"/>
                    <a:pt x="1035" y="1938"/>
                    <a:pt x="1008" y="1916"/>
                  </a:cubicBezTo>
                  <a:lnTo>
                    <a:pt x="1008" y="1916"/>
                  </a:lnTo>
                  <a:cubicBezTo>
                    <a:pt x="1016" y="1922"/>
                    <a:pt x="1020" y="1923"/>
                    <a:pt x="1021" y="1923"/>
                  </a:cubicBezTo>
                  <a:cubicBezTo>
                    <a:pt x="1022" y="1923"/>
                    <a:pt x="1022" y="1922"/>
                    <a:pt x="1022" y="1922"/>
                  </a:cubicBezTo>
                  <a:cubicBezTo>
                    <a:pt x="1000" y="1904"/>
                    <a:pt x="990" y="1893"/>
                    <a:pt x="994" y="1893"/>
                  </a:cubicBezTo>
                  <a:cubicBezTo>
                    <a:pt x="997" y="1893"/>
                    <a:pt x="1009" y="1900"/>
                    <a:pt x="1030" y="1914"/>
                  </a:cubicBezTo>
                  <a:lnTo>
                    <a:pt x="1039" y="1914"/>
                  </a:lnTo>
                  <a:cubicBezTo>
                    <a:pt x="990" y="1873"/>
                    <a:pt x="990" y="1873"/>
                    <a:pt x="990" y="1873"/>
                  </a:cubicBezTo>
                  <a:cubicBezTo>
                    <a:pt x="990" y="1873"/>
                    <a:pt x="998" y="1873"/>
                    <a:pt x="949" y="1833"/>
                  </a:cubicBezTo>
                  <a:cubicBezTo>
                    <a:pt x="901" y="1800"/>
                    <a:pt x="901" y="1792"/>
                    <a:pt x="901" y="1792"/>
                  </a:cubicBezTo>
                  <a:lnTo>
                    <a:pt x="901" y="1792"/>
                  </a:lnTo>
                  <a:cubicBezTo>
                    <a:pt x="909" y="1792"/>
                    <a:pt x="949" y="1833"/>
                    <a:pt x="998" y="1865"/>
                  </a:cubicBezTo>
                  <a:cubicBezTo>
                    <a:pt x="1018" y="1882"/>
                    <a:pt x="1030" y="1892"/>
                    <a:pt x="1031" y="1892"/>
                  </a:cubicBezTo>
                  <a:cubicBezTo>
                    <a:pt x="1031" y="1892"/>
                    <a:pt x="1010" y="1872"/>
                    <a:pt x="957" y="1825"/>
                  </a:cubicBezTo>
                  <a:lnTo>
                    <a:pt x="957" y="1825"/>
                  </a:lnTo>
                  <a:cubicBezTo>
                    <a:pt x="990" y="1852"/>
                    <a:pt x="1023" y="1876"/>
                    <a:pt x="1026" y="1876"/>
                  </a:cubicBezTo>
                  <a:cubicBezTo>
                    <a:pt x="1027" y="1876"/>
                    <a:pt x="1022" y="1870"/>
                    <a:pt x="1006" y="1857"/>
                  </a:cubicBezTo>
                  <a:cubicBezTo>
                    <a:pt x="1006" y="1857"/>
                    <a:pt x="1014" y="1857"/>
                    <a:pt x="966" y="1825"/>
                  </a:cubicBezTo>
                  <a:lnTo>
                    <a:pt x="966" y="1817"/>
                  </a:lnTo>
                  <a:cubicBezTo>
                    <a:pt x="1022" y="1849"/>
                    <a:pt x="1022" y="1849"/>
                    <a:pt x="1022" y="1849"/>
                  </a:cubicBezTo>
                  <a:cubicBezTo>
                    <a:pt x="997" y="1828"/>
                    <a:pt x="985" y="1818"/>
                    <a:pt x="986" y="1818"/>
                  </a:cubicBezTo>
                  <a:lnTo>
                    <a:pt x="986" y="1818"/>
                  </a:lnTo>
                  <a:cubicBezTo>
                    <a:pt x="987" y="1818"/>
                    <a:pt x="999" y="1826"/>
                    <a:pt x="1022" y="1841"/>
                  </a:cubicBezTo>
                  <a:cubicBezTo>
                    <a:pt x="1043" y="1858"/>
                    <a:pt x="1057" y="1868"/>
                    <a:pt x="1057" y="1868"/>
                  </a:cubicBezTo>
                  <a:cubicBezTo>
                    <a:pt x="1059" y="1868"/>
                    <a:pt x="1038" y="1850"/>
                    <a:pt x="982" y="1809"/>
                  </a:cubicBezTo>
                  <a:cubicBezTo>
                    <a:pt x="956" y="1787"/>
                    <a:pt x="944" y="1777"/>
                    <a:pt x="945" y="1777"/>
                  </a:cubicBezTo>
                  <a:lnTo>
                    <a:pt x="945" y="1777"/>
                  </a:lnTo>
                  <a:cubicBezTo>
                    <a:pt x="947" y="1777"/>
                    <a:pt x="959" y="1785"/>
                    <a:pt x="982" y="1800"/>
                  </a:cubicBezTo>
                  <a:cubicBezTo>
                    <a:pt x="1038" y="1842"/>
                    <a:pt x="1061" y="1860"/>
                    <a:pt x="1062" y="1860"/>
                  </a:cubicBezTo>
                  <a:cubicBezTo>
                    <a:pt x="1063" y="1860"/>
                    <a:pt x="1051" y="1850"/>
                    <a:pt x="1030" y="1833"/>
                  </a:cubicBezTo>
                  <a:cubicBezTo>
                    <a:pt x="990" y="1801"/>
                    <a:pt x="990" y="1801"/>
                    <a:pt x="990" y="1800"/>
                  </a:cubicBezTo>
                  <a:lnTo>
                    <a:pt x="990" y="1800"/>
                  </a:lnTo>
                  <a:cubicBezTo>
                    <a:pt x="1012" y="1815"/>
                    <a:pt x="1027" y="1820"/>
                    <a:pt x="1038" y="1820"/>
                  </a:cubicBezTo>
                  <a:cubicBezTo>
                    <a:pt x="1052" y="1820"/>
                    <a:pt x="1058" y="1813"/>
                    <a:pt x="1063" y="1809"/>
                  </a:cubicBezTo>
                  <a:cubicBezTo>
                    <a:pt x="1039" y="1776"/>
                    <a:pt x="1006" y="1752"/>
                    <a:pt x="974" y="1736"/>
                  </a:cubicBezTo>
                  <a:cubicBezTo>
                    <a:pt x="930" y="1703"/>
                    <a:pt x="916" y="1692"/>
                    <a:pt x="918" y="1692"/>
                  </a:cubicBezTo>
                  <a:lnTo>
                    <a:pt x="918" y="1692"/>
                  </a:lnTo>
                  <a:cubicBezTo>
                    <a:pt x="920" y="1692"/>
                    <a:pt x="947" y="1710"/>
                    <a:pt x="974" y="1728"/>
                  </a:cubicBezTo>
                  <a:cubicBezTo>
                    <a:pt x="1047" y="1780"/>
                    <a:pt x="1085" y="1807"/>
                    <a:pt x="1087" y="1807"/>
                  </a:cubicBezTo>
                  <a:cubicBezTo>
                    <a:pt x="1089" y="1807"/>
                    <a:pt x="1055" y="1780"/>
                    <a:pt x="982" y="1728"/>
                  </a:cubicBezTo>
                  <a:cubicBezTo>
                    <a:pt x="956" y="1706"/>
                    <a:pt x="944" y="1696"/>
                    <a:pt x="945" y="1696"/>
                  </a:cubicBezTo>
                  <a:lnTo>
                    <a:pt x="945" y="1696"/>
                  </a:lnTo>
                  <a:cubicBezTo>
                    <a:pt x="947" y="1696"/>
                    <a:pt x="959" y="1704"/>
                    <a:pt x="982" y="1719"/>
                  </a:cubicBezTo>
                  <a:cubicBezTo>
                    <a:pt x="1022" y="1742"/>
                    <a:pt x="1057" y="1769"/>
                    <a:pt x="1059" y="1769"/>
                  </a:cubicBezTo>
                  <a:cubicBezTo>
                    <a:pt x="1059" y="1769"/>
                    <a:pt x="1053" y="1764"/>
                    <a:pt x="1039" y="1752"/>
                  </a:cubicBezTo>
                  <a:lnTo>
                    <a:pt x="1039" y="1752"/>
                  </a:lnTo>
                  <a:cubicBezTo>
                    <a:pt x="1055" y="1760"/>
                    <a:pt x="1071" y="1776"/>
                    <a:pt x="1087" y="1784"/>
                  </a:cubicBezTo>
                  <a:cubicBezTo>
                    <a:pt x="1101" y="1794"/>
                    <a:pt x="1108" y="1798"/>
                    <a:pt x="1109" y="1798"/>
                  </a:cubicBezTo>
                  <a:cubicBezTo>
                    <a:pt x="1112" y="1798"/>
                    <a:pt x="1081" y="1773"/>
                    <a:pt x="1047" y="1744"/>
                  </a:cubicBezTo>
                  <a:lnTo>
                    <a:pt x="1047" y="1744"/>
                  </a:lnTo>
                  <a:cubicBezTo>
                    <a:pt x="1081" y="1770"/>
                    <a:pt x="1098" y="1780"/>
                    <a:pt x="1102" y="1780"/>
                  </a:cubicBezTo>
                  <a:cubicBezTo>
                    <a:pt x="1108" y="1780"/>
                    <a:pt x="1069" y="1745"/>
                    <a:pt x="1006" y="1703"/>
                  </a:cubicBezTo>
                  <a:cubicBezTo>
                    <a:pt x="953" y="1659"/>
                    <a:pt x="931" y="1642"/>
                    <a:pt x="933" y="1642"/>
                  </a:cubicBezTo>
                  <a:lnTo>
                    <a:pt x="933" y="1642"/>
                  </a:lnTo>
                  <a:cubicBezTo>
                    <a:pt x="934" y="1642"/>
                    <a:pt x="946" y="1650"/>
                    <a:pt x="966" y="1663"/>
                  </a:cubicBezTo>
                  <a:cubicBezTo>
                    <a:pt x="982" y="1679"/>
                    <a:pt x="998" y="1687"/>
                    <a:pt x="1014" y="1695"/>
                  </a:cubicBezTo>
                  <a:cubicBezTo>
                    <a:pt x="1014" y="1695"/>
                    <a:pt x="1014" y="1695"/>
                    <a:pt x="1063" y="1728"/>
                  </a:cubicBezTo>
                  <a:cubicBezTo>
                    <a:pt x="1063" y="1728"/>
                    <a:pt x="1063" y="1728"/>
                    <a:pt x="1022" y="1687"/>
                  </a:cubicBezTo>
                  <a:cubicBezTo>
                    <a:pt x="983" y="1658"/>
                    <a:pt x="969" y="1645"/>
                    <a:pt x="972" y="1645"/>
                  </a:cubicBezTo>
                  <a:cubicBezTo>
                    <a:pt x="977" y="1645"/>
                    <a:pt x="1021" y="1673"/>
                    <a:pt x="1079" y="1711"/>
                  </a:cubicBezTo>
                  <a:lnTo>
                    <a:pt x="1030" y="1679"/>
                  </a:lnTo>
                  <a:cubicBezTo>
                    <a:pt x="974" y="1633"/>
                    <a:pt x="934" y="1600"/>
                    <a:pt x="937" y="1600"/>
                  </a:cubicBezTo>
                  <a:lnTo>
                    <a:pt x="937" y="1600"/>
                  </a:lnTo>
                  <a:cubicBezTo>
                    <a:pt x="938" y="1600"/>
                    <a:pt x="954" y="1611"/>
                    <a:pt x="990" y="1638"/>
                  </a:cubicBezTo>
                  <a:lnTo>
                    <a:pt x="1039" y="1671"/>
                  </a:lnTo>
                  <a:cubicBezTo>
                    <a:pt x="1000" y="1642"/>
                    <a:pt x="986" y="1630"/>
                    <a:pt x="988" y="1630"/>
                  </a:cubicBezTo>
                  <a:lnTo>
                    <a:pt x="988" y="1630"/>
                  </a:lnTo>
                  <a:cubicBezTo>
                    <a:pt x="992" y="1630"/>
                    <a:pt x="1036" y="1659"/>
                    <a:pt x="1095" y="1703"/>
                  </a:cubicBezTo>
                  <a:cubicBezTo>
                    <a:pt x="1063" y="1679"/>
                    <a:pt x="1030" y="1655"/>
                    <a:pt x="998" y="1630"/>
                  </a:cubicBezTo>
                  <a:cubicBezTo>
                    <a:pt x="1000" y="1630"/>
                    <a:pt x="1002" y="1630"/>
                    <a:pt x="1004" y="1630"/>
                  </a:cubicBezTo>
                  <a:cubicBezTo>
                    <a:pt x="1010" y="1630"/>
                    <a:pt x="1020" y="1634"/>
                    <a:pt x="1055" y="1663"/>
                  </a:cubicBezTo>
                  <a:cubicBezTo>
                    <a:pt x="1073" y="1675"/>
                    <a:pt x="1090" y="1686"/>
                    <a:pt x="1103" y="1695"/>
                  </a:cubicBezTo>
                  <a:lnTo>
                    <a:pt x="1103" y="1695"/>
                  </a:lnTo>
                  <a:cubicBezTo>
                    <a:pt x="1120" y="1703"/>
                    <a:pt x="1144" y="1711"/>
                    <a:pt x="1152" y="1728"/>
                  </a:cubicBezTo>
                  <a:lnTo>
                    <a:pt x="1160" y="1719"/>
                  </a:lnTo>
                  <a:cubicBezTo>
                    <a:pt x="1139" y="1698"/>
                    <a:pt x="1129" y="1688"/>
                    <a:pt x="1131" y="1688"/>
                  </a:cubicBezTo>
                  <a:lnTo>
                    <a:pt x="1131" y="1688"/>
                  </a:lnTo>
                  <a:cubicBezTo>
                    <a:pt x="1133" y="1688"/>
                    <a:pt x="1145" y="1696"/>
                    <a:pt x="1168" y="1711"/>
                  </a:cubicBezTo>
                  <a:cubicBezTo>
                    <a:pt x="1168" y="1711"/>
                    <a:pt x="1168" y="1711"/>
                    <a:pt x="1128" y="1671"/>
                  </a:cubicBezTo>
                  <a:lnTo>
                    <a:pt x="1128" y="1671"/>
                  </a:lnTo>
                  <a:cubicBezTo>
                    <a:pt x="1128" y="1671"/>
                    <a:pt x="1128" y="1671"/>
                    <a:pt x="1176" y="1703"/>
                  </a:cubicBezTo>
                  <a:cubicBezTo>
                    <a:pt x="1128" y="1671"/>
                    <a:pt x="1136" y="1663"/>
                    <a:pt x="1136" y="1663"/>
                  </a:cubicBezTo>
                  <a:cubicBezTo>
                    <a:pt x="1087" y="1630"/>
                    <a:pt x="1087" y="1630"/>
                    <a:pt x="1087" y="1622"/>
                  </a:cubicBezTo>
                  <a:lnTo>
                    <a:pt x="1087" y="1622"/>
                  </a:lnTo>
                  <a:cubicBezTo>
                    <a:pt x="1095" y="1622"/>
                    <a:pt x="1144" y="1655"/>
                    <a:pt x="1144" y="1655"/>
                  </a:cubicBezTo>
                  <a:cubicBezTo>
                    <a:pt x="1152" y="1646"/>
                    <a:pt x="1152" y="1646"/>
                    <a:pt x="1103" y="1614"/>
                  </a:cubicBezTo>
                  <a:lnTo>
                    <a:pt x="1103" y="1614"/>
                  </a:lnTo>
                  <a:cubicBezTo>
                    <a:pt x="1103" y="1614"/>
                    <a:pt x="1160" y="1638"/>
                    <a:pt x="1160" y="1638"/>
                  </a:cubicBezTo>
                  <a:cubicBezTo>
                    <a:pt x="1168" y="1630"/>
                    <a:pt x="1168" y="1630"/>
                    <a:pt x="1120" y="1598"/>
                  </a:cubicBezTo>
                  <a:cubicBezTo>
                    <a:pt x="1071" y="1561"/>
                    <a:pt x="1047" y="1543"/>
                    <a:pt x="1048" y="1543"/>
                  </a:cubicBezTo>
                  <a:lnTo>
                    <a:pt x="1048" y="1543"/>
                  </a:lnTo>
                  <a:cubicBezTo>
                    <a:pt x="1049" y="1543"/>
                    <a:pt x="1075" y="1561"/>
                    <a:pt x="1128" y="1598"/>
                  </a:cubicBezTo>
                  <a:cubicBezTo>
                    <a:pt x="1182" y="1634"/>
                    <a:pt x="1206" y="1650"/>
                    <a:pt x="1208" y="1650"/>
                  </a:cubicBezTo>
                  <a:cubicBezTo>
                    <a:pt x="1210" y="1650"/>
                    <a:pt x="1198" y="1640"/>
                    <a:pt x="1176" y="1622"/>
                  </a:cubicBezTo>
                  <a:cubicBezTo>
                    <a:pt x="1128" y="1590"/>
                    <a:pt x="1128" y="1590"/>
                    <a:pt x="1136" y="1590"/>
                  </a:cubicBezTo>
                  <a:cubicBezTo>
                    <a:pt x="1155" y="1605"/>
                    <a:pt x="1167" y="1613"/>
                    <a:pt x="1169" y="1613"/>
                  </a:cubicBezTo>
                  <a:cubicBezTo>
                    <a:pt x="1171" y="1613"/>
                    <a:pt x="1162" y="1603"/>
                    <a:pt x="1136" y="1582"/>
                  </a:cubicBezTo>
                  <a:lnTo>
                    <a:pt x="1136" y="1582"/>
                  </a:lnTo>
                  <a:cubicBezTo>
                    <a:pt x="1136" y="1582"/>
                    <a:pt x="1136" y="1582"/>
                    <a:pt x="1185" y="1614"/>
                  </a:cubicBezTo>
                  <a:lnTo>
                    <a:pt x="1193" y="1614"/>
                  </a:lnTo>
                  <a:cubicBezTo>
                    <a:pt x="1146" y="1579"/>
                    <a:pt x="1135" y="1566"/>
                    <a:pt x="1142" y="1566"/>
                  </a:cubicBezTo>
                  <a:cubicBezTo>
                    <a:pt x="1150" y="1566"/>
                    <a:pt x="1179" y="1581"/>
                    <a:pt x="1209" y="1598"/>
                  </a:cubicBezTo>
                  <a:cubicBezTo>
                    <a:pt x="1209" y="1598"/>
                    <a:pt x="1209" y="1598"/>
                    <a:pt x="1160" y="1557"/>
                  </a:cubicBezTo>
                  <a:lnTo>
                    <a:pt x="1160" y="1557"/>
                  </a:lnTo>
                  <a:cubicBezTo>
                    <a:pt x="1209" y="1594"/>
                    <a:pt x="1233" y="1612"/>
                    <a:pt x="1234" y="1612"/>
                  </a:cubicBezTo>
                  <a:cubicBezTo>
                    <a:pt x="1235" y="1612"/>
                    <a:pt x="1213" y="1594"/>
                    <a:pt x="1168" y="1557"/>
                  </a:cubicBezTo>
                  <a:cubicBezTo>
                    <a:pt x="1146" y="1538"/>
                    <a:pt x="1135" y="1527"/>
                    <a:pt x="1140" y="1527"/>
                  </a:cubicBezTo>
                  <a:cubicBezTo>
                    <a:pt x="1146" y="1527"/>
                    <a:pt x="1173" y="1542"/>
                    <a:pt x="1225" y="1582"/>
                  </a:cubicBezTo>
                  <a:lnTo>
                    <a:pt x="1322" y="1655"/>
                  </a:lnTo>
                  <a:cubicBezTo>
                    <a:pt x="1274" y="1614"/>
                    <a:pt x="1274" y="1614"/>
                    <a:pt x="1274" y="1614"/>
                  </a:cubicBezTo>
                  <a:cubicBezTo>
                    <a:pt x="1225" y="1582"/>
                    <a:pt x="1225" y="1582"/>
                    <a:pt x="1233" y="1573"/>
                  </a:cubicBezTo>
                  <a:cubicBezTo>
                    <a:pt x="1233" y="1573"/>
                    <a:pt x="1193" y="1533"/>
                    <a:pt x="1193" y="1525"/>
                  </a:cubicBezTo>
                  <a:cubicBezTo>
                    <a:pt x="1195" y="1525"/>
                    <a:pt x="1197" y="1524"/>
                    <a:pt x="1201" y="1524"/>
                  </a:cubicBezTo>
                  <a:cubicBezTo>
                    <a:pt x="1209" y="1524"/>
                    <a:pt x="1223" y="1528"/>
                    <a:pt x="1257" y="1557"/>
                  </a:cubicBezTo>
                  <a:cubicBezTo>
                    <a:pt x="1257" y="1549"/>
                    <a:pt x="1257" y="1549"/>
                    <a:pt x="1217" y="1509"/>
                  </a:cubicBezTo>
                  <a:cubicBezTo>
                    <a:pt x="1177" y="1468"/>
                    <a:pt x="1176" y="1468"/>
                    <a:pt x="1176" y="1468"/>
                  </a:cubicBezTo>
                  <a:lnTo>
                    <a:pt x="1176" y="1468"/>
                  </a:lnTo>
                  <a:cubicBezTo>
                    <a:pt x="1194" y="1480"/>
                    <a:pt x="1212" y="1492"/>
                    <a:pt x="1225" y="1501"/>
                  </a:cubicBezTo>
                  <a:cubicBezTo>
                    <a:pt x="1176" y="1460"/>
                    <a:pt x="1185" y="1460"/>
                    <a:pt x="1185" y="1460"/>
                  </a:cubicBezTo>
                  <a:lnTo>
                    <a:pt x="1185" y="1460"/>
                  </a:lnTo>
                  <a:cubicBezTo>
                    <a:pt x="1196" y="1467"/>
                    <a:pt x="1207" y="1471"/>
                    <a:pt x="1218" y="1471"/>
                  </a:cubicBezTo>
                  <a:cubicBezTo>
                    <a:pt x="1254" y="1471"/>
                    <a:pt x="1279" y="1434"/>
                    <a:pt x="1241" y="1403"/>
                  </a:cubicBezTo>
                  <a:lnTo>
                    <a:pt x="1249" y="1403"/>
                  </a:lnTo>
                  <a:lnTo>
                    <a:pt x="1249" y="1395"/>
                  </a:lnTo>
                  <a:cubicBezTo>
                    <a:pt x="1289" y="1424"/>
                    <a:pt x="1305" y="1435"/>
                    <a:pt x="1309" y="1435"/>
                  </a:cubicBezTo>
                  <a:cubicBezTo>
                    <a:pt x="1314" y="1435"/>
                    <a:pt x="1290" y="1411"/>
                    <a:pt x="1266" y="1387"/>
                  </a:cubicBezTo>
                  <a:cubicBezTo>
                    <a:pt x="1217" y="1346"/>
                    <a:pt x="1217" y="1346"/>
                    <a:pt x="1225" y="1346"/>
                  </a:cubicBezTo>
                  <a:cubicBezTo>
                    <a:pt x="1279" y="1383"/>
                    <a:pt x="1303" y="1399"/>
                    <a:pt x="1307" y="1399"/>
                  </a:cubicBezTo>
                  <a:cubicBezTo>
                    <a:pt x="1310" y="1399"/>
                    <a:pt x="1300" y="1389"/>
                    <a:pt x="1282" y="1371"/>
                  </a:cubicBezTo>
                  <a:lnTo>
                    <a:pt x="1282" y="1371"/>
                  </a:lnTo>
                  <a:cubicBezTo>
                    <a:pt x="1324" y="1402"/>
                    <a:pt x="1348" y="1419"/>
                    <a:pt x="1350" y="1419"/>
                  </a:cubicBezTo>
                  <a:cubicBezTo>
                    <a:pt x="1353" y="1419"/>
                    <a:pt x="1320" y="1390"/>
                    <a:pt x="1241" y="1330"/>
                  </a:cubicBezTo>
                  <a:cubicBezTo>
                    <a:pt x="1216" y="1309"/>
                    <a:pt x="1203" y="1299"/>
                    <a:pt x="1205" y="1299"/>
                  </a:cubicBezTo>
                  <a:lnTo>
                    <a:pt x="1205" y="1299"/>
                  </a:lnTo>
                  <a:cubicBezTo>
                    <a:pt x="1206" y="1299"/>
                    <a:pt x="1218" y="1307"/>
                    <a:pt x="1241" y="1322"/>
                  </a:cubicBezTo>
                  <a:cubicBezTo>
                    <a:pt x="1297" y="1364"/>
                    <a:pt x="1323" y="1382"/>
                    <a:pt x="1327" y="1382"/>
                  </a:cubicBezTo>
                  <a:cubicBezTo>
                    <a:pt x="1329" y="1382"/>
                    <a:pt x="1319" y="1372"/>
                    <a:pt x="1298" y="1355"/>
                  </a:cubicBezTo>
                  <a:lnTo>
                    <a:pt x="1298" y="1355"/>
                  </a:lnTo>
                  <a:cubicBezTo>
                    <a:pt x="1349" y="1386"/>
                    <a:pt x="1376" y="1402"/>
                    <a:pt x="1378" y="1402"/>
                  </a:cubicBezTo>
                  <a:cubicBezTo>
                    <a:pt x="1381" y="1402"/>
                    <a:pt x="1356" y="1384"/>
                    <a:pt x="1306" y="1346"/>
                  </a:cubicBezTo>
                  <a:cubicBezTo>
                    <a:pt x="1256" y="1309"/>
                    <a:pt x="1234" y="1291"/>
                    <a:pt x="1237" y="1291"/>
                  </a:cubicBezTo>
                  <a:lnTo>
                    <a:pt x="1237" y="1291"/>
                  </a:lnTo>
                  <a:cubicBezTo>
                    <a:pt x="1241" y="1291"/>
                    <a:pt x="1267" y="1307"/>
                    <a:pt x="1314" y="1338"/>
                  </a:cubicBezTo>
                  <a:cubicBezTo>
                    <a:pt x="1314" y="1338"/>
                    <a:pt x="1339" y="1353"/>
                    <a:pt x="1342" y="1353"/>
                  </a:cubicBezTo>
                  <a:cubicBezTo>
                    <a:pt x="1343" y="1353"/>
                    <a:pt x="1339" y="1349"/>
                    <a:pt x="1322" y="1338"/>
                  </a:cubicBezTo>
                  <a:lnTo>
                    <a:pt x="1322" y="1338"/>
                  </a:lnTo>
                  <a:lnTo>
                    <a:pt x="1371" y="1371"/>
                  </a:lnTo>
                  <a:lnTo>
                    <a:pt x="1322" y="1330"/>
                  </a:lnTo>
                  <a:lnTo>
                    <a:pt x="1322" y="1330"/>
                  </a:lnTo>
                  <a:cubicBezTo>
                    <a:pt x="1322" y="1330"/>
                    <a:pt x="1370" y="1348"/>
                    <a:pt x="1389" y="1348"/>
                  </a:cubicBezTo>
                  <a:cubicBezTo>
                    <a:pt x="1392" y="1348"/>
                    <a:pt x="1394" y="1348"/>
                    <a:pt x="1395" y="1346"/>
                  </a:cubicBezTo>
                  <a:cubicBezTo>
                    <a:pt x="1412" y="1330"/>
                    <a:pt x="1420" y="1322"/>
                    <a:pt x="1363" y="1290"/>
                  </a:cubicBezTo>
                  <a:cubicBezTo>
                    <a:pt x="1313" y="1256"/>
                    <a:pt x="1291" y="1238"/>
                    <a:pt x="1294" y="1238"/>
                  </a:cubicBezTo>
                  <a:lnTo>
                    <a:pt x="1294" y="1238"/>
                  </a:lnTo>
                  <a:cubicBezTo>
                    <a:pt x="1298" y="1238"/>
                    <a:pt x="1324" y="1254"/>
                    <a:pt x="1371" y="1290"/>
                  </a:cubicBezTo>
                  <a:cubicBezTo>
                    <a:pt x="1371" y="1290"/>
                    <a:pt x="1409" y="1315"/>
                    <a:pt x="1424" y="1315"/>
                  </a:cubicBezTo>
                  <a:cubicBezTo>
                    <a:pt x="1425" y="1315"/>
                    <a:pt x="1427" y="1315"/>
                    <a:pt x="1428" y="1314"/>
                  </a:cubicBezTo>
                  <a:cubicBezTo>
                    <a:pt x="1428" y="1314"/>
                    <a:pt x="1436" y="1314"/>
                    <a:pt x="1485" y="1346"/>
                  </a:cubicBezTo>
                  <a:cubicBezTo>
                    <a:pt x="1419" y="1297"/>
                    <a:pt x="1405" y="1277"/>
                    <a:pt x="1418" y="1277"/>
                  </a:cubicBezTo>
                  <a:cubicBezTo>
                    <a:pt x="1424" y="1277"/>
                    <a:pt x="1436" y="1282"/>
                    <a:pt x="1452" y="1290"/>
                  </a:cubicBezTo>
                  <a:cubicBezTo>
                    <a:pt x="1460" y="1290"/>
                    <a:pt x="1460" y="1290"/>
                    <a:pt x="1412" y="1249"/>
                  </a:cubicBezTo>
                  <a:cubicBezTo>
                    <a:pt x="1390" y="1228"/>
                    <a:pt x="1380" y="1218"/>
                    <a:pt x="1382" y="1218"/>
                  </a:cubicBezTo>
                  <a:lnTo>
                    <a:pt x="1382" y="1218"/>
                  </a:lnTo>
                  <a:cubicBezTo>
                    <a:pt x="1385" y="1218"/>
                    <a:pt x="1397" y="1226"/>
                    <a:pt x="1420" y="1241"/>
                  </a:cubicBezTo>
                  <a:cubicBezTo>
                    <a:pt x="1446" y="1263"/>
                    <a:pt x="1474" y="1280"/>
                    <a:pt x="1480" y="1280"/>
                  </a:cubicBezTo>
                  <a:cubicBezTo>
                    <a:pt x="1482" y="1280"/>
                    <a:pt x="1481" y="1278"/>
                    <a:pt x="1478" y="1275"/>
                  </a:cubicBezTo>
                  <a:lnTo>
                    <a:pt x="1478" y="1275"/>
                  </a:lnTo>
                  <a:cubicBezTo>
                    <a:pt x="1490" y="1282"/>
                    <a:pt x="1496" y="1285"/>
                    <a:pt x="1498" y="1285"/>
                  </a:cubicBezTo>
                  <a:cubicBezTo>
                    <a:pt x="1503" y="1285"/>
                    <a:pt x="1472" y="1257"/>
                    <a:pt x="1436" y="1233"/>
                  </a:cubicBezTo>
                  <a:cubicBezTo>
                    <a:pt x="1392" y="1200"/>
                    <a:pt x="1368" y="1182"/>
                    <a:pt x="1368" y="1182"/>
                  </a:cubicBezTo>
                  <a:lnTo>
                    <a:pt x="1368" y="1182"/>
                  </a:lnTo>
                  <a:cubicBezTo>
                    <a:pt x="1369" y="1182"/>
                    <a:pt x="1405" y="1208"/>
                    <a:pt x="1485" y="1265"/>
                  </a:cubicBezTo>
                  <a:cubicBezTo>
                    <a:pt x="1505" y="1279"/>
                    <a:pt x="1521" y="1290"/>
                    <a:pt x="1533" y="1298"/>
                  </a:cubicBezTo>
                  <a:cubicBezTo>
                    <a:pt x="1498" y="1269"/>
                    <a:pt x="1468" y="1244"/>
                    <a:pt x="1471" y="1244"/>
                  </a:cubicBezTo>
                  <a:lnTo>
                    <a:pt x="1471" y="1244"/>
                  </a:lnTo>
                  <a:cubicBezTo>
                    <a:pt x="1472" y="1244"/>
                    <a:pt x="1479" y="1248"/>
                    <a:pt x="1493" y="1257"/>
                  </a:cubicBezTo>
                  <a:cubicBezTo>
                    <a:pt x="1493" y="1257"/>
                    <a:pt x="1493" y="1257"/>
                    <a:pt x="1395" y="1184"/>
                  </a:cubicBezTo>
                  <a:cubicBezTo>
                    <a:pt x="1347" y="1152"/>
                    <a:pt x="1347" y="1144"/>
                    <a:pt x="1355" y="1144"/>
                  </a:cubicBezTo>
                  <a:cubicBezTo>
                    <a:pt x="1403" y="1184"/>
                    <a:pt x="1403" y="1184"/>
                    <a:pt x="1444" y="1217"/>
                  </a:cubicBezTo>
                  <a:lnTo>
                    <a:pt x="1452" y="1217"/>
                  </a:lnTo>
                  <a:cubicBezTo>
                    <a:pt x="1485" y="1233"/>
                    <a:pt x="1517" y="1257"/>
                    <a:pt x="1549" y="1282"/>
                  </a:cubicBezTo>
                  <a:cubicBezTo>
                    <a:pt x="1569" y="1295"/>
                    <a:pt x="1582" y="1302"/>
                    <a:pt x="1584" y="1302"/>
                  </a:cubicBezTo>
                  <a:cubicBezTo>
                    <a:pt x="1588" y="1302"/>
                    <a:pt x="1567" y="1285"/>
                    <a:pt x="1509" y="1241"/>
                  </a:cubicBezTo>
                  <a:cubicBezTo>
                    <a:pt x="1412" y="1176"/>
                    <a:pt x="1412" y="1176"/>
                    <a:pt x="1412" y="1168"/>
                  </a:cubicBezTo>
                  <a:lnTo>
                    <a:pt x="1412" y="1168"/>
                  </a:lnTo>
                  <a:cubicBezTo>
                    <a:pt x="1412" y="1168"/>
                    <a:pt x="1412" y="1168"/>
                    <a:pt x="1460" y="1201"/>
                  </a:cubicBezTo>
                  <a:cubicBezTo>
                    <a:pt x="1494" y="1229"/>
                    <a:pt x="1504" y="1237"/>
                    <a:pt x="1510" y="1237"/>
                  </a:cubicBezTo>
                  <a:cubicBezTo>
                    <a:pt x="1513" y="1237"/>
                    <a:pt x="1514" y="1235"/>
                    <a:pt x="1517" y="1233"/>
                  </a:cubicBezTo>
                  <a:cubicBezTo>
                    <a:pt x="1444" y="1168"/>
                    <a:pt x="1363" y="1103"/>
                    <a:pt x="1282" y="1046"/>
                  </a:cubicBezTo>
                  <a:cubicBezTo>
                    <a:pt x="1233" y="1010"/>
                    <a:pt x="1209" y="992"/>
                    <a:pt x="1210" y="992"/>
                  </a:cubicBezTo>
                  <a:lnTo>
                    <a:pt x="1210" y="992"/>
                  </a:lnTo>
                  <a:cubicBezTo>
                    <a:pt x="1211" y="992"/>
                    <a:pt x="1237" y="1010"/>
                    <a:pt x="1290" y="1046"/>
                  </a:cubicBezTo>
                  <a:cubicBezTo>
                    <a:pt x="1339" y="1079"/>
                    <a:pt x="1339" y="1079"/>
                    <a:pt x="1339" y="1079"/>
                  </a:cubicBezTo>
                  <a:cubicBezTo>
                    <a:pt x="1387" y="1111"/>
                    <a:pt x="1387" y="1119"/>
                    <a:pt x="1387" y="1119"/>
                  </a:cubicBezTo>
                  <a:lnTo>
                    <a:pt x="1428" y="1152"/>
                  </a:lnTo>
                  <a:cubicBezTo>
                    <a:pt x="1478" y="1186"/>
                    <a:pt x="1504" y="1203"/>
                    <a:pt x="1507" y="1203"/>
                  </a:cubicBezTo>
                  <a:cubicBezTo>
                    <a:pt x="1511" y="1203"/>
                    <a:pt x="1487" y="1182"/>
                    <a:pt x="1436" y="1144"/>
                  </a:cubicBezTo>
                  <a:cubicBezTo>
                    <a:pt x="1412" y="1128"/>
                    <a:pt x="1399" y="1119"/>
                    <a:pt x="1400" y="1119"/>
                  </a:cubicBezTo>
                  <a:lnTo>
                    <a:pt x="1400" y="1119"/>
                  </a:lnTo>
                  <a:cubicBezTo>
                    <a:pt x="1401" y="1119"/>
                    <a:pt x="1416" y="1128"/>
                    <a:pt x="1444" y="1144"/>
                  </a:cubicBezTo>
                  <a:cubicBezTo>
                    <a:pt x="1478" y="1167"/>
                    <a:pt x="1513" y="1190"/>
                    <a:pt x="1513" y="1190"/>
                  </a:cubicBezTo>
                  <a:lnTo>
                    <a:pt x="1513" y="1190"/>
                  </a:lnTo>
                  <a:cubicBezTo>
                    <a:pt x="1520" y="1194"/>
                    <a:pt x="1529" y="1200"/>
                    <a:pt x="1541" y="1209"/>
                  </a:cubicBezTo>
                  <a:lnTo>
                    <a:pt x="1541" y="1209"/>
                  </a:lnTo>
                  <a:cubicBezTo>
                    <a:pt x="1549" y="1201"/>
                    <a:pt x="1549" y="1201"/>
                    <a:pt x="1501" y="1168"/>
                  </a:cubicBezTo>
                  <a:cubicBezTo>
                    <a:pt x="1452" y="1136"/>
                    <a:pt x="1452" y="1128"/>
                    <a:pt x="1460" y="1128"/>
                  </a:cubicBezTo>
                  <a:cubicBezTo>
                    <a:pt x="1460" y="1128"/>
                    <a:pt x="1460" y="1128"/>
                    <a:pt x="1412" y="1087"/>
                  </a:cubicBezTo>
                  <a:cubicBezTo>
                    <a:pt x="1379" y="1071"/>
                    <a:pt x="1347" y="1046"/>
                    <a:pt x="1322" y="1014"/>
                  </a:cubicBezTo>
                  <a:lnTo>
                    <a:pt x="1322" y="1014"/>
                  </a:lnTo>
                  <a:cubicBezTo>
                    <a:pt x="1339" y="1030"/>
                    <a:pt x="1355" y="1038"/>
                    <a:pt x="1371" y="1046"/>
                  </a:cubicBezTo>
                  <a:cubicBezTo>
                    <a:pt x="1387" y="1063"/>
                    <a:pt x="1403" y="1071"/>
                    <a:pt x="1420" y="1087"/>
                  </a:cubicBezTo>
                  <a:lnTo>
                    <a:pt x="1420" y="1079"/>
                  </a:lnTo>
                  <a:cubicBezTo>
                    <a:pt x="1403" y="1068"/>
                    <a:pt x="1387" y="1057"/>
                    <a:pt x="1373" y="1048"/>
                  </a:cubicBezTo>
                  <a:lnTo>
                    <a:pt x="1373" y="1048"/>
                  </a:lnTo>
                  <a:cubicBezTo>
                    <a:pt x="1420" y="1079"/>
                    <a:pt x="1420" y="1079"/>
                    <a:pt x="1428" y="1079"/>
                  </a:cubicBezTo>
                  <a:cubicBezTo>
                    <a:pt x="1444" y="1087"/>
                    <a:pt x="1460" y="1095"/>
                    <a:pt x="1476" y="1111"/>
                  </a:cubicBezTo>
                  <a:cubicBezTo>
                    <a:pt x="1490" y="1121"/>
                    <a:pt x="1496" y="1125"/>
                    <a:pt x="1497" y="1125"/>
                  </a:cubicBezTo>
                  <a:cubicBezTo>
                    <a:pt x="1497" y="1125"/>
                    <a:pt x="1462" y="1100"/>
                    <a:pt x="1428" y="1071"/>
                  </a:cubicBezTo>
                  <a:lnTo>
                    <a:pt x="1330" y="1006"/>
                  </a:lnTo>
                  <a:lnTo>
                    <a:pt x="1330" y="1006"/>
                  </a:lnTo>
                  <a:cubicBezTo>
                    <a:pt x="1339" y="1006"/>
                    <a:pt x="1436" y="1071"/>
                    <a:pt x="1485" y="1103"/>
                  </a:cubicBezTo>
                  <a:cubicBezTo>
                    <a:pt x="1448" y="1079"/>
                    <a:pt x="1412" y="1051"/>
                    <a:pt x="1416" y="1051"/>
                  </a:cubicBezTo>
                  <a:lnTo>
                    <a:pt x="1416" y="1051"/>
                  </a:lnTo>
                  <a:cubicBezTo>
                    <a:pt x="1417" y="1051"/>
                    <a:pt x="1423" y="1054"/>
                    <a:pt x="1436" y="1063"/>
                  </a:cubicBezTo>
                  <a:cubicBezTo>
                    <a:pt x="1444" y="1063"/>
                    <a:pt x="1444" y="1063"/>
                    <a:pt x="1493" y="1095"/>
                  </a:cubicBezTo>
                  <a:cubicBezTo>
                    <a:pt x="1509" y="1106"/>
                    <a:pt x="1515" y="1110"/>
                    <a:pt x="1516" y="1110"/>
                  </a:cubicBezTo>
                  <a:cubicBezTo>
                    <a:pt x="1519" y="1110"/>
                    <a:pt x="1501" y="1095"/>
                    <a:pt x="1501" y="1095"/>
                  </a:cubicBezTo>
                  <a:cubicBezTo>
                    <a:pt x="1475" y="1074"/>
                    <a:pt x="1463" y="1064"/>
                    <a:pt x="1466" y="1064"/>
                  </a:cubicBezTo>
                  <a:lnTo>
                    <a:pt x="1466" y="1064"/>
                  </a:lnTo>
                  <a:cubicBezTo>
                    <a:pt x="1468" y="1064"/>
                    <a:pt x="1482" y="1072"/>
                    <a:pt x="1509" y="1087"/>
                  </a:cubicBezTo>
                  <a:cubicBezTo>
                    <a:pt x="1560" y="1114"/>
                    <a:pt x="1586" y="1129"/>
                    <a:pt x="1589" y="1129"/>
                  </a:cubicBezTo>
                  <a:cubicBezTo>
                    <a:pt x="1592" y="1129"/>
                    <a:pt x="1567" y="1112"/>
                    <a:pt x="1517" y="1079"/>
                  </a:cubicBezTo>
                  <a:cubicBezTo>
                    <a:pt x="1488" y="1055"/>
                    <a:pt x="1460" y="1034"/>
                    <a:pt x="1461" y="1034"/>
                  </a:cubicBezTo>
                  <a:lnTo>
                    <a:pt x="1461" y="1034"/>
                  </a:lnTo>
                  <a:cubicBezTo>
                    <a:pt x="1462" y="1034"/>
                    <a:pt x="1477" y="1044"/>
                    <a:pt x="1517" y="1071"/>
                  </a:cubicBezTo>
                  <a:cubicBezTo>
                    <a:pt x="1531" y="1083"/>
                    <a:pt x="1537" y="1088"/>
                    <a:pt x="1537" y="1088"/>
                  </a:cubicBezTo>
                  <a:cubicBezTo>
                    <a:pt x="1538" y="1088"/>
                    <a:pt x="1505" y="1059"/>
                    <a:pt x="1476" y="1030"/>
                  </a:cubicBezTo>
                  <a:lnTo>
                    <a:pt x="1476" y="1030"/>
                  </a:lnTo>
                  <a:lnTo>
                    <a:pt x="1476" y="1030"/>
                  </a:lnTo>
                  <a:cubicBezTo>
                    <a:pt x="1428" y="998"/>
                    <a:pt x="1330" y="925"/>
                    <a:pt x="1282" y="892"/>
                  </a:cubicBezTo>
                  <a:cubicBezTo>
                    <a:pt x="1223" y="849"/>
                    <a:pt x="1200" y="831"/>
                    <a:pt x="1203" y="831"/>
                  </a:cubicBezTo>
                  <a:lnTo>
                    <a:pt x="1203" y="831"/>
                  </a:lnTo>
                  <a:cubicBezTo>
                    <a:pt x="1205" y="831"/>
                    <a:pt x="1219" y="839"/>
                    <a:pt x="1241" y="852"/>
                  </a:cubicBezTo>
                  <a:cubicBezTo>
                    <a:pt x="1274" y="876"/>
                    <a:pt x="1306" y="892"/>
                    <a:pt x="1339" y="917"/>
                  </a:cubicBezTo>
                  <a:cubicBezTo>
                    <a:pt x="1387" y="957"/>
                    <a:pt x="1387" y="957"/>
                    <a:pt x="1387" y="957"/>
                  </a:cubicBezTo>
                  <a:lnTo>
                    <a:pt x="1379" y="957"/>
                  </a:lnTo>
                  <a:cubicBezTo>
                    <a:pt x="1412" y="982"/>
                    <a:pt x="1444" y="1006"/>
                    <a:pt x="1485" y="1022"/>
                  </a:cubicBezTo>
                  <a:cubicBezTo>
                    <a:pt x="1485" y="1022"/>
                    <a:pt x="1485" y="1022"/>
                    <a:pt x="1485" y="1022"/>
                  </a:cubicBezTo>
                  <a:lnTo>
                    <a:pt x="1485" y="1022"/>
                  </a:lnTo>
                  <a:cubicBezTo>
                    <a:pt x="1507" y="1041"/>
                    <a:pt x="1520" y="1050"/>
                    <a:pt x="1521" y="1050"/>
                  </a:cubicBezTo>
                  <a:cubicBezTo>
                    <a:pt x="1522" y="1050"/>
                    <a:pt x="1510" y="1039"/>
                    <a:pt x="1485" y="1022"/>
                  </a:cubicBezTo>
                  <a:lnTo>
                    <a:pt x="1485" y="1022"/>
                  </a:lnTo>
                  <a:cubicBezTo>
                    <a:pt x="1533" y="1055"/>
                    <a:pt x="1541" y="1055"/>
                    <a:pt x="1541" y="1055"/>
                  </a:cubicBezTo>
                  <a:cubicBezTo>
                    <a:pt x="1544" y="1052"/>
                    <a:pt x="1546" y="1050"/>
                    <a:pt x="1549" y="1050"/>
                  </a:cubicBezTo>
                  <a:cubicBezTo>
                    <a:pt x="1555" y="1050"/>
                    <a:pt x="1566" y="1057"/>
                    <a:pt x="1598" y="1079"/>
                  </a:cubicBezTo>
                  <a:cubicBezTo>
                    <a:pt x="1606" y="1071"/>
                    <a:pt x="1606" y="1071"/>
                    <a:pt x="1557" y="1038"/>
                  </a:cubicBezTo>
                  <a:cubicBezTo>
                    <a:pt x="1499" y="995"/>
                    <a:pt x="1476" y="977"/>
                    <a:pt x="1477" y="977"/>
                  </a:cubicBezTo>
                  <a:lnTo>
                    <a:pt x="1477" y="977"/>
                  </a:lnTo>
                  <a:cubicBezTo>
                    <a:pt x="1478" y="977"/>
                    <a:pt x="1489" y="985"/>
                    <a:pt x="1509" y="998"/>
                  </a:cubicBezTo>
                  <a:cubicBezTo>
                    <a:pt x="1563" y="1038"/>
                    <a:pt x="1609" y="1061"/>
                    <a:pt x="1623" y="1061"/>
                  </a:cubicBezTo>
                  <a:cubicBezTo>
                    <a:pt x="1635" y="1061"/>
                    <a:pt x="1625" y="1047"/>
                    <a:pt x="1582" y="1014"/>
                  </a:cubicBezTo>
                  <a:lnTo>
                    <a:pt x="1590" y="1006"/>
                  </a:lnTo>
                  <a:cubicBezTo>
                    <a:pt x="1611" y="1020"/>
                    <a:pt x="1625" y="1027"/>
                    <a:pt x="1630" y="1027"/>
                  </a:cubicBezTo>
                  <a:cubicBezTo>
                    <a:pt x="1636" y="1027"/>
                    <a:pt x="1629" y="1016"/>
                    <a:pt x="1606" y="998"/>
                  </a:cubicBezTo>
                  <a:lnTo>
                    <a:pt x="1606" y="990"/>
                  </a:lnTo>
                  <a:cubicBezTo>
                    <a:pt x="1633" y="1005"/>
                    <a:pt x="1647" y="1013"/>
                    <a:pt x="1649" y="1013"/>
                  </a:cubicBezTo>
                  <a:cubicBezTo>
                    <a:pt x="1652" y="1013"/>
                    <a:pt x="1640" y="1003"/>
                    <a:pt x="1614" y="982"/>
                  </a:cubicBezTo>
                  <a:cubicBezTo>
                    <a:pt x="1596" y="970"/>
                    <a:pt x="1579" y="958"/>
                    <a:pt x="1566" y="949"/>
                  </a:cubicBezTo>
                  <a:lnTo>
                    <a:pt x="1566" y="949"/>
                  </a:lnTo>
                  <a:cubicBezTo>
                    <a:pt x="1598" y="971"/>
                    <a:pt x="1612" y="978"/>
                    <a:pt x="1618" y="978"/>
                  </a:cubicBezTo>
                  <a:cubicBezTo>
                    <a:pt x="1621" y="978"/>
                    <a:pt x="1622" y="976"/>
                    <a:pt x="1622" y="974"/>
                  </a:cubicBezTo>
                  <a:cubicBezTo>
                    <a:pt x="1630" y="965"/>
                    <a:pt x="1630" y="965"/>
                    <a:pt x="1582" y="933"/>
                  </a:cubicBezTo>
                  <a:cubicBezTo>
                    <a:pt x="1570" y="921"/>
                    <a:pt x="1566" y="916"/>
                    <a:pt x="1567" y="916"/>
                  </a:cubicBezTo>
                  <a:lnTo>
                    <a:pt x="1567" y="916"/>
                  </a:lnTo>
                  <a:cubicBezTo>
                    <a:pt x="1570" y="916"/>
                    <a:pt x="1604" y="943"/>
                    <a:pt x="1639" y="965"/>
                  </a:cubicBezTo>
                  <a:cubicBezTo>
                    <a:pt x="1681" y="997"/>
                    <a:pt x="1704" y="1013"/>
                    <a:pt x="1706" y="1013"/>
                  </a:cubicBezTo>
                  <a:cubicBezTo>
                    <a:pt x="1707" y="1013"/>
                    <a:pt x="1701" y="1008"/>
                    <a:pt x="1688" y="997"/>
                  </a:cubicBezTo>
                  <a:lnTo>
                    <a:pt x="1688" y="997"/>
                  </a:lnTo>
                  <a:cubicBezTo>
                    <a:pt x="1695" y="990"/>
                    <a:pt x="1694" y="989"/>
                    <a:pt x="1647" y="957"/>
                  </a:cubicBezTo>
                  <a:cubicBezTo>
                    <a:pt x="1647" y="957"/>
                    <a:pt x="1647" y="957"/>
                    <a:pt x="1598" y="917"/>
                  </a:cubicBezTo>
                  <a:cubicBezTo>
                    <a:pt x="1557" y="884"/>
                    <a:pt x="1509" y="844"/>
                    <a:pt x="1452" y="811"/>
                  </a:cubicBezTo>
                  <a:cubicBezTo>
                    <a:pt x="1403" y="779"/>
                    <a:pt x="1403" y="779"/>
                    <a:pt x="1412" y="779"/>
                  </a:cubicBezTo>
                  <a:cubicBezTo>
                    <a:pt x="1460" y="811"/>
                    <a:pt x="1509" y="844"/>
                    <a:pt x="1557" y="876"/>
                  </a:cubicBezTo>
                  <a:cubicBezTo>
                    <a:pt x="1557" y="884"/>
                    <a:pt x="1598" y="917"/>
                    <a:pt x="1647" y="949"/>
                  </a:cubicBezTo>
                  <a:cubicBezTo>
                    <a:pt x="1656" y="957"/>
                    <a:pt x="1660" y="960"/>
                    <a:pt x="1661" y="960"/>
                  </a:cubicBezTo>
                  <a:cubicBezTo>
                    <a:pt x="1664" y="960"/>
                    <a:pt x="1630" y="927"/>
                    <a:pt x="1581" y="886"/>
                  </a:cubicBezTo>
                  <a:lnTo>
                    <a:pt x="1581" y="886"/>
                  </a:lnTo>
                  <a:cubicBezTo>
                    <a:pt x="1602" y="900"/>
                    <a:pt x="1610" y="905"/>
                    <a:pt x="1615" y="905"/>
                  </a:cubicBezTo>
                  <a:cubicBezTo>
                    <a:pt x="1618" y="905"/>
                    <a:pt x="1620" y="903"/>
                    <a:pt x="1622" y="901"/>
                  </a:cubicBezTo>
                  <a:cubicBezTo>
                    <a:pt x="1622" y="901"/>
                    <a:pt x="1622" y="901"/>
                    <a:pt x="1574" y="860"/>
                  </a:cubicBezTo>
                  <a:cubicBezTo>
                    <a:pt x="1525" y="828"/>
                    <a:pt x="1476" y="795"/>
                    <a:pt x="1476" y="787"/>
                  </a:cubicBezTo>
                  <a:cubicBezTo>
                    <a:pt x="1476" y="788"/>
                    <a:pt x="1476" y="788"/>
                    <a:pt x="1475" y="788"/>
                  </a:cubicBezTo>
                  <a:cubicBezTo>
                    <a:pt x="1468" y="788"/>
                    <a:pt x="1423" y="752"/>
                    <a:pt x="1379" y="722"/>
                  </a:cubicBezTo>
                  <a:lnTo>
                    <a:pt x="1379" y="722"/>
                  </a:lnTo>
                  <a:cubicBezTo>
                    <a:pt x="1379" y="722"/>
                    <a:pt x="1436" y="755"/>
                    <a:pt x="1485" y="787"/>
                  </a:cubicBezTo>
                  <a:cubicBezTo>
                    <a:pt x="1582" y="852"/>
                    <a:pt x="1639" y="884"/>
                    <a:pt x="1639" y="884"/>
                  </a:cubicBezTo>
                  <a:cubicBezTo>
                    <a:pt x="1641" y="882"/>
                    <a:pt x="1643" y="880"/>
                    <a:pt x="1646" y="880"/>
                  </a:cubicBezTo>
                  <a:cubicBezTo>
                    <a:pt x="1653" y="880"/>
                    <a:pt x="1666" y="887"/>
                    <a:pt x="1703" y="909"/>
                  </a:cubicBezTo>
                  <a:cubicBezTo>
                    <a:pt x="1703" y="901"/>
                    <a:pt x="1703" y="901"/>
                    <a:pt x="1655" y="868"/>
                  </a:cubicBezTo>
                  <a:lnTo>
                    <a:pt x="1663" y="860"/>
                  </a:lnTo>
                  <a:cubicBezTo>
                    <a:pt x="1646" y="846"/>
                    <a:pt x="1642" y="842"/>
                    <a:pt x="1644" y="842"/>
                  </a:cubicBezTo>
                  <a:lnTo>
                    <a:pt x="1644" y="842"/>
                  </a:lnTo>
                  <a:cubicBezTo>
                    <a:pt x="1646" y="842"/>
                    <a:pt x="1662" y="852"/>
                    <a:pt x="1669" y="853"/>
                  </a:cubicBezTo>
                  <a:lnTo>
                    <a:pt x="1669" y="853"/>
                  </a:lnTo>
                  <a:cubicBezTo>
                    <a:pt x="1655" y="843"/>
                    <a:pt x="1640" y="832"/>
                    <a:pt x="1622" y="819"/>
                  </a:cubicBezTo>
                  <a:cubicBezTo>
                    <a:pt x="1590" y="795"/>
                    <a:pt x="1557" y="771"/>
                    <a:pt x="1525" y="755"/>
                  </a:cubicBezTo>
                  <a:lnTo>
                    <a:pt x="1517" y="755"/>
                  </a:lnTo>
                  <a:lnTo>
                    <a:pt x="1476" y="714"/>
                  </a:lnTo>
                  <a:cubicBezTo>
                    <a:pt x="1444" y="690"/>
                    <a:pt x="1412" y="665"/>
                    <a:pt x="1379" y="641"/>
                  </a:cubicBezTo>
                  <a:lnTo>
                    <a:pt x="1379" y="641"/>
                  </a:lnTo>
                  <a:lnTo>
                    <a:pt x="1428" y="674"/>
                  </a:lnTo>
                  <a:cubicBezTo>
                    <a:pt x="1476" y="714"/>
                    <a:pt x="1525" y="746"/>
                    <a:pt x="1574" y="779"/>
                  </a:cubicBezTo>
                  <a:cubicBezTo>
                    <a:pt x="1633" y="823"/>
                    <a:pt x="1677" y="852"/>
                    <a:pt x="1681" y="852"/>
                  </a:cubicBezTo>
                  <a:cubicBezTo>
                    <a:pt x="1683" y="852"/>
                    <a:pt x="1669" y="840"/>
                    <a:pt x="1630" y="811"/>
                  </a:cubicBezTo>
                  <a:lnTo>
                    <a:pt x="1630" y="811"/>
                  </a:lnTo>
                  <a:cubicBezTo>
                    <a:pt x="1630" y="811"/>
                    <a:pt x="1631" y="812"/>
                    <a:pt x="1679" y="844"/>
                  </a:cubicBezTo>
                  <a:cubicBezTo>
                    <a:pt x="1699" y="857"/>
                    <a:pt x="1710" y="865"/>
                    <a:pt x="1712" y="865"/>
                  </a:cubicBezTo>
                  <a:cubicBezTo>
                    <a:pt x="1713" y="865"/>
                    <a:pt x="1692" y="847"/>
                    <a:pt x="1639" y="803"/>
                  </a:cubicBezTo>
                  <a:lnTo>
                    <a:pt x="1639" y="803"/>
                  </a:lnTo>
                  <a:cubicBezTo>
                    <a:pt x="1696" y="838"/>
                    <a:pt x="1722" y="852"/>
                    <a:pt x="1727" y="852"/>
                  </a:cubicBezTo>
                  <a:cubicBezTo>
                    <a:pt x="1732" y="852"/>
                    <a:pt x="1722" y="842"/>
                    <a:pt x="1703" y="828"/>
                  </a:cubicBezTo>
                  <a:cubicBezTo>
                    <a:pt x="1645" y="784"/>
                    <a:pt x="1622" y="766"/>
                    <a:pt x="1623" y="766"/>
                  </a:cubicBezTo>
                  <a:lnTo>
                    <a:pt x="1623" y="766"/>
                  </a:lnTo>
                  <a:cubicBezTo>
                    <a:pt x="1624" y="766"/>
                    <a:pt x="1635" y="774"/>
                    <a:pt x="1655" y="787"/>
                  </a:cubicBezTo>
                  <a:cubicBezTo>
                    <a:pt x="1678" y="802"/>
                    <a:pt x="1692" y="810"/>
                    <a:pt x="1695" y="810"/>
                  </a:cubicBezTo>
                  <a:cubicBezTo>
                    <a:pt x="1698" y="810"/>
                    <a:pt x="1689" y="800"/>
                    <a:pt x="1663" y="779"/>
                  </a:cubicBezTo>
                  <a:lnTo>
                    <a:pt x="1663" y="779"/>
                  </a:lnTo>
                  <a:cubicBezTo>
                    <a:pt x="1696" y="806"/>
                    <a:pt x="1729" y="830"/>
                    <a:pt x="1731" y="830"/>
                  </a:cubicBezTo>
                  <a:cubicBezTo>
                    <a:pt x="1733" y="830"/>
                    <a:pt x="1727" y="825"/>
                    <a:pt x="1712" y="811"/>
                  </a:cubicBezTo>
                  <a:cubicBezTo>
                    <a:pt x="1712" y="811"/>
                    <a:pt x="1720" y="811"/>
                    <a:pt x="1663" y="779"/>
                  </a:cubicBezTo>
                  <a:lnTo>
                    <a:pt x="1663" y="779"/>
                  </a:lnTo>
                  <a:cubicBezTo>
                    <a:pt x="1663" y="779"/>
                    <a:pt x="1663" y="779"/>
                    <a:pt x="1663" y="779"/>
                  </a:cubicBezTo>
                  <a:lnTo>
                    <a:pt x="1574" y="706"/>
                  </a:lnTo>
                  <a:cubicBezTo>
                    <a:pt x="1574" y="706"/>
                    <a:pt x="1525" y="674"/>
                    <a:pt x="1476" y="633"/>
                  </a:cubicBezTo>
                  <a:cubicBezTo>
                    <a:pt x="1464" y="625"/>
                    <a:pt x="1459" y="621"/>
                    <a:pt x="1459" y="621"/>
                  </a:cubicBezTo>
                  <a:lnTo>
                    <a:pt x="1459" y="621"/>
                  </a:lnTo>
                  <a:cubicBezTo>
                    <a:pt x="1462" y="621"/>
                    <a:pt x="1521" y="657"/>
                    <a:pt x="1630" y="730"/>
                  </a:cubicBezTo>
                  <a:lnTo>
                    <a:pt x="1630" y="730"/>
                  </a:lnTo>
                  <a:lnTo>
                    <a:pt x="1630" y="730"/>
                  </a:lnTo>
                  <a:cubicBezTo>
                    <a:pt x="1630" y="730"/>
                    <a:pt x="1639" y="730"/>
                    <a:pt x="1687" y="763"/>
                  </a:cubicBezTo>
                  <a:cubicBezTo>
                    <a:pt x="1629" y="719"/>
                    <a:pt x="1605" y="701"/>
                    <a:pt x="1607" y="701"/>
                  </a:cubicBezTo>
                  <a:lnTo>
                    <a:pt x="1607" y="701"/>
                  </a:lnTo>
                  <a:cubicBezTo>
                    <a:pt x="1607" y="701"/>
                    <a:pt x="1619" y="709"/>
                    <a:pt x="1639" y="722"/>
                  </a:cubicBezTo>
                  <a:cubicBezTo>
                    <a:pt x="1686" y="754"/>
                    <a:pt x="1712" y="770"/>
                    <a:pt x="1715" y="770"/>
                  </a:cubicBezTo>
                  <a:cubicBezTo>
                    <a:pt x="1719" y="770"/>
                    <a:pt x="1697" y="752"/>
                    <a:pt x="1647" y="714"/>
                  </a:cubicBezTo>
                  <a:lnTo>
                    <a:pt x="1647" y="714"/>
                  </a:lnTo>
                  <a:cubicBezTo>
                    <a:pt x="1679" y="738"/>
                    <a:pt x="1712" y="763"/>
                    <a:pt x="1744" y="787"/>
                  </a:cubicBezTo>
                  <a:lnTo>
                    <a:pt x="1695" y="746"/>
                  </a:lnTo>
                  <a:cubicBezTo>
                    <a:pt x="1642" y="703"/>
                    <a:pt x="1620" y="685"/>
                    <a:pt x="1622" y="685"/>
                  </a:cubicBezTo>
                  <a:lnTo>
                    <a:pt x="1622" y="685"/>
                  </a:lnTo>
                  <a:cubicBezTo>
                    <a:pt x="1624" y="685"/>
                    <a:pt x="1635" y="693"/>
                    <a:pt x="1655" y="706"/>
                  </a:cubicBezTo>
                  <a:cubicBezTo>
                    <a:pt x="1679" y="726"/>
                    <a:pt x="1691" y="736"/>
                    <a:pt x="1692" y="736"/>
                  </a:cubicBezTo>
                  <a:cubicBezTo>
                    <a:pt x="1693" y="736"/>
                    <a:pt x="1683" y="726"/>
                    <a:pt x="1663" y="706"/>
                  </a:cubicBezTo>
                  <a:cubicBezTo>
                    <a:pt x="1663" y="706"/>
                    <a:pt x="1663" y="705"/>
                    <a:pt x="1664" y="705"/>
                  </a:cubicBezTo>
                  <a:cubicBezTo>
                    <a:pt x="1667" y="705"/>
                    <a:pt x="1677" y="709"/>
                    <a:pt x="1712" y="738"/>
                  </a:cubicBezTo>
                  <a:cubicBezTo>
                    <a:pt x="1690" y="717"/>
                    <a:pt x="1680" y="707"/>
                    <a:pt x="1682" y="707"/>
                  </a:cubicBezTo>
                  <a:lnTo>
                    <a:pt x="1682" y="707"/>
                  </a:lnTo>
                  <a:cubicBezTo>
                    <a:pt x="1685" y="707"/>
                    <a:pt x="1697" y="715"/>
                    <a:pt x="1720" y="730"/>
                  </a:cubicBezTo>
                  <a:cubicBezTo>
                    <a:pt x="1622" y="657"/>
                    <a:pt x="1574" y="625"/>
                    <a:pt x="1574" y="625"/>
                  </a:cubicBezTo>
                  <a:cubicBezTo>
                    <a:pt x="1574" y="625"/>
                    <a:pt x="1574" y="625"/>
                    <a:pt x="1525" y="592"/>
                  </a:cubicBezTo>
                  <a:lnTo>
                    <a:pt x="1525" y="584"/>
                  </a:lnTo>
                  <a:cubicBezTo>
                    <a:pt x="1533" y="584"/>
                    <a:pt x="1533" y="584"/>
                    <a:pt x="1485" y="544"/>
                  </a:cubicBezTo>
                  <a:cubicBezTo>
                    <a:pt x="1452" y="511"/>
                    <a:pt x="1381" y="462"/>
                    <a:pt x="1378" y="462"/>
                  </a:cubicBezTo>
                  <a:lnTo>
                    <a:pt x="1378" y="462"/>
                  </a:lnTo>
                  <a:cubicBezTo>
                    <a:pt x="1377" y="462"/>
                    <a:pt x="1380" y="465"/>
                    <a:pt x="1387" y="471"/>
                  </a:cubicBezTo>
                  <a:lnTo>
                    <a:pt x="1339" y="438"/>
                  </a:lnTo>
                  <a:lnTo>
                    <a:pt x="1339" y="438"/>
                  </a:lnTo>
                  <a:cubicBezTo>
                    <a:pt x="1420" y="497"/>
                    <a:pt x="1456" y="523"/>
                    <a:pt x="1454" y="523"/>
                  </a:cubicBezTo>
                  <a:cubicBezTo>
                    <a:pt x="1451" y="523"/>
                    <a:pt x="1425" y="507"/>
                    <a:pt x="1379" y="479"/>
                  </a:cubicBezTo>
                  <a:cubicBezTo>
                    <a:pt x="1312" y="424"/>
                    <a:pt x="1291" y="411"/>
                    <a:pt x="1284" y="411"/>
                  </a:cubicBezTo>
                  <a:cubicBezTo>
                    <a:pt x="1282" y="411"/>
                    <a:pt x="1282" y="412"/>
                    <a:pt x="1282" y="414"/>
                  </a:cubicBezTo>
                  <a:cubicBezTo>
                    <a:pt x="1282" y="414"/>
                    <a:pt x="1282" y="414"/>
                    <a:pt x="1233" y="374"/>
                  </a:cubicBezTo>
                  <a:cubicBezTo>
                    <a:pt x="1201" y="349"/>
                    <a:pt x="1168" y="333"/>
                    <a:pt x="1136" y="30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2"/>
            <p:cNvSpPr/>
            <p:nvPr/>
          </p:nvSpPr>
          <p:spPr>
            <a:xfrm>
              <a:off x="6327442" y="2936693"/>
              <a:ext cx="440815" cy="627255"/>
            </a:xfrm>
            <a:custGeom>
              <a:avLst/>
              <a:gdLst/>
              <a:ahLst/>
              <a:cxnLst/>
              <a:rect l="l" t="t" r="r" b="b"/>
              <a:pathLst>
                <a:path w="25573" h="36389" extrusionOk="0">
                  <a:moveTo>
                    <a:pt x="25573" y="1"/>
                  </a:moveTo>
                  <a:lnTo>
                    <a:pt x="16419" y="4436"/>
                  </a:lnTo>
                  <a:lnTo>
                    <a:pt x="4752" y="11773"/>
                  </a:lnTo>
                  <a:lnTo>
                    <a:pt x="1" y="27818"/>
                  </a:lnTo>
                  <a:lnTo>
                    <a:pt x="7411" y="36388"/>
                  </a:lnTo>
                  <a:lnTo>
                    <a:pt x="25573" y="28775"/>
                  </a:lnTo>
                  <a:lnTo>
                    <a:pt x="2557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2"/>
            <p:cNvSpPr/>
            <p:nvPr/>
          </p:nvSpPr>
          <p:spPr>
            <a:xfrm>
              <a:off x="7539152" y="2979890"/>
              <a:ext cx="246117" cy="393842"/>
            </a:xfrm>
            <a:custGeom>
              <a:avLst/>
              <a:gdLst/>
              <a:ahLst/>
              <a:cxnLst/>
              <a:rect l="l" t="t" r="r" b="b"/>
              <a:pathLst>
                <a:path w="14278" h="22848" extrusionOk="0">
                  <a:moveTo>
                    <a:pt x="14278" y="0"/>
                  </a:moveTo>
                  <a:lnTo>
                    <a:pt x="2457" y="7775"/>
                  </a:lnTo>
                  <a:lnTo>
                    <a:pt x="0" y="22848"/>
                  </a:lnTo>
                  <a:lnTo>
                    <a:pt x="14278" y="22515"/>
                  </a:lnTo>
                  <a:lnTo>
                    <a:pt x="142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2"/>
            <p:cNvSpPr/>
            <p:nvPr/>
          </p:nvSpPr>
          <p:spPr>
            <a:xfrm>
              <a:off x="5741298" y="2861451"/>
              <a:ext cx="2898882" cy="1389377"/>
            </a:xfrm>
            <a:custGeom>
              <a:avLst/>
              <a:gdLst/>
              <a:ahLst/>
              <a:cxnLst/>
              <a:rect l="l" t="t" r="r" b="b"/>
              <a:pathLst>
                <a:path w="168173" h="80602" extrusionOk="0">
                  <a:moveTo>
                    <a:pt x="54279" y="1"/>
                  </a:moveTo>
                  <a:cubicBezTo>
                    <a:pt x="52542" y="1"/>
                    <a:pt x="50646" y="481"/>
                    <a:pt x="49037" y="1074"/>
                  </a:cubicBezTo>
                  <a:cubicBezTo>
                    <a:pt x="31840" y="7382"/>
                    <a:pt x="15397" y="15579"/>
                    <a:pt x="1" y="25503"/>
                  </a:cubicBezTo>
                  <a:lnTo>
                    <a:pt x="1" y="74181"/>
                  </a:lnTo>
                  <a:cubicBezTo>
                    <a:pt x="13273" y="65620"/>
                    <a:pt x="27340" y="58347"/>
                    <a:pt x="41999" y="52453"/>
                  </a:cubicBezTo>
                  <a:lnTo>
                    <a:pt x="41999" y="52453"/>
                  </a:lnTo>
                  <a:lnTo>
                    <a:pt x="41983" y="75884"/>
                  </a:lnTo>
                  <a:cubicBezTo>
                    <a:pt x="42007" y="76525"/>
                    <a:pt x="42169" y="77149"/>
                    <a:pt x="42453" y="77725"/>
                  </a:cubicBezTo>
                  <a:cubicBezTo>
                    <a:pt x="43389" y="79635"/>
                    <a:pt x="45632" y="80601"/>
                    <a:pt x="47772" y="80601"/>
                  </a:cubicBezTo>
                  <a:cubicBezTo>
                    <a:pt x="47875" y="80601"/>
                    <a:pt x="47978" y="80599"/>
                    <a:pt x="48080" y="80595"/>
                  </a:cubicBezTo>
                  <a:cubicBezTo>
                    <a:pt x="50301" y="80489"/>
                    <a:pt x="52393" y="79524"/>
                    <a:pt x="54388" y="78535"/>
                  </a:cubicBezTo>
                  <a:cubicBezTo>
                    <a:pt x="71357" y="70103"/>
                    <a:pt x="86762" y="58509"/>
                    <a:pt x="104453" y="51715"/>
                  </a:cubicBezTo>
                  <a:cubicBezTo>
                    <a:pt x="105645" y="51237"/>
                    <a:pt x="106861" y="50831"/>
                    <a:pt x="108102" y="50507"/>
                  </a:cubicBezTo>
                  <a:lnTo>
                    <a:pt x="108450" y="50507"/>
                  </a:lnTo>
                  <a:lnTo>
                    <a:pt x="108272" y="70290"/>
                  </a:lnTo>
                  <a:cubicBezTo>
                    <a:pt x="108239" y="70987"/>
                    <a:pt x="108377" y="71684"/>
                    <a:pt x="108685" y="72317"/>
                  </a:cubicBezTo>
                  <a:cubicBezTo>
                    <a:pt x="109551" y="74106"/>
                    <a:pt x="111606" y="74964"/>
                    <a:pt x="113635" y="74964"/>
                  </a:cubicBezTo>
                  <a:cubicBezTo>
                    <a:pt x="114153" y="74964"/>
                    <a:pt x="114669" y="74908"/>
                    <a:pt x="115164" y="74798"/>
                  </a:cubicBezTo>
                  <a:cubicBezTo>
                    <a:pt x="117596" y="74246"/>
                    <a:pt x="119663" y="72698"/>
                    <a:pt x="121747" y="71319"/>
                  </a:cubicBezTo>
                  <a:cubicBezTo>
                    <a:pt x="131616" y="64760"/>
                    <a:pt x="143475" y="61292"/>
                    <a:pt x="155320" y="61292"/>
                  </a:cubicBezTo>
                  <a:cubicBezTo>
                    <a:pt x="159638" y="61292"/>
                    <a:pt x="163955" y="61753"/>
                    <a:pt x="168172" y="62693"/>
                  </a:cubicBezTo>
                  <a:lnTo>
                    <a:pt x="168172" y="14014"/>
                  </a:lnTo>
                  <a:cubicBezTo>
                    <a:pt x="163955" y="13074"/>
                    <a:pt x="159638" y="12613"/>
                    <a:pt x="155320" y="12613"/>
                  </a:cubicBezTo>
                  <a:cubicBezTo>
                    <a:pt x="143475" y="12613"/>
                    <a:pt x="131616" y="16081"/>
                    <a:pt x="121747" y="22641"/>
                  </a:cubicBezTo>
                  <a:cubicBezTo>
                    <a:pt x="119663" y="24019"/>
                    <a:pt x="117596" y="25568"/>
                    <a:pt x="115164" y="26119"/>
                  </a:cubicBezTo>
                  <a:cubicBezTo>
                    <a:pt x="114669" y="26229"/>
                    <a:pt x="114153" y="26285"/>
                    <a:pt x="113635" y="26285"/>
                  </a:cubicBezTo>
                  <a:cubicBezTo>
                    <a:pt x="111606" y="26285"/>
                    <a:pt x="109551" y="25427"/>
                    <a:pt x="108685" y="23638"/>
                  </a:cubicBezTo>
                  <a:cubicBezTo>
                    <a:pt x="107177" y="20508"/>
                    <a:pt x="109991" y="17063"/>
                    <a:pt x="112756" y="14955"/>
                  </a:cubicBezTo>
                  <a:cubicBezTo>
                    <a:pt x="115512" y="12847"/>
                    <a:pt x="118820" y="10333"/>
                    <a:pt x="118577" y="6871"/>
                  </a:cubicBezTo>
                  <a:cubicBezTo>
                    <a:pt x="118374" y="4025"/>
                    <a:pt x="115601" y="1893"/>
                    <a:pt x="112772" y="1488"/>
                  </a:cubicBezTo>
                  <a:cubicBezTo>
                    <a:pt x="112306" y="1421"/>
                    <a:pt x="111840" y="1390"/>
                    <a:pt x="111374" y="1390"/>
                  </a:cubicBezTo>
                  <a:cubicBezTo>
                    <a:pt x="109018" y="1390"/>
                    <a:pt x="106674" y="2175"/>
                    <a:pt x="104453" y="3028"/>
                  </a:cubicBezTo>
                  <a:cubicBezTo>
                    <a:pt x="86762" y="9830"/>
                    <a:pt x="71357" y="21425"/>
                    <a:pt x="54388" y="29857"/>
                  </a:cubicBezTo>
                  <a:cubicBezTo>
                    <a:pt x="52393" y="30846"/>
                    <a:pt x="50301" y="31811"/>
                    <a:pt x="48080" y="31916"/>
                  </a:cubicBezTo>
                  <a:cubicBezTo>
                    <a:pt x="47978" y="31920"/>
                    <a:pt x="47877" y="31923"/>
                    <a:pt x="47774" y="31923"/>
                  </a:cubicBezTo>
                  <a:cubicBezTo>
                    <a:pt x="45633" y="31923"/>
                    <a:pt x="43381" y="30950"/>
                    <a:pt x="42445" y="29046"/>
                  </a:cubicBezTo>
                  <a:cubicBezTo>
                    <a:pt x="40823" y="25730"/>
                    <a:pt x="43742" y="22073"/>
                    <a:pt x="46418" y="19535"/>
                  </a:cubicBezTo>
                  <a:lnTo>
                    <a:pt x="55296" y="11136"/>
                  </a:lnTo>
                  <a:cubicBezTo>
                    <a:pt x="57817" y="8744"/>
                    <a:pt x="60542" y="5201"/>
                    <a:pt x="58815" y="2193"/>
                  </a:cubicBezTo>
                  <a:cubicBezTo>
                    <a:pt x="57880" y="573"/>
                    <a:pt x="56174" y="1"/>
                    <a:pt x="54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2"/>
            <p:cNvSpPr/>
            <p:nvPr/>
          </p:nvSpPr>
          <p:spPr>
            <a:xfrm>
              <a:off x="6443726" y="3368061"/>
              <a:ext cx="37199" cy="806060"/>
            </a:xfrm>
            <a:custGeom>
              <a:avLst/>
              <a:gdLst/>
              <a:ahLst/>
              <a:cxnLst/>
              <a:rect l="l" t="t" r="r" b="b"/>
              <a:pathLst>
                <a:path w="2158" h="46762" extrusionOk="0">
                  <a:moveTo>
                    <a:pt x="673" y="840"/>
                  </a:moveTo>
                  <a:lnTo>
                    <a:pt x="673" y="896"/>
                  </a:lnTo>
                  <a:cubicBezTo>
                    <a:pt x="665" y="945"/>
                    <a:pt x="730" y="945"/>
                    <a:pt x="787" y="953"/>
                  </a:cubicBezTo>
                  <a:lnTo>
                    <a:pt x="787" y="896"/>
                  </a:lnTo>
                  <a:cubicBezTo>
                    <a:pt x="754" y="864"/>
                    <a:pt x="714" y="848"/>
                    <a:pt x="673" y="840"/>
                  </a:cubicBezTo>
                  <a:close/>
                  <a:moveTo>
                    <a:pt x="1622" y="969"/>
                  </a:moveTo>
                  <a:cubicBezTo>
                    <a:pt x="1687" y="969"/>
                    <a:pt x="1687" y="1026"/>
                    <a:pt x="1687" y="1075"/>
                  </a:cubicBezTo>
                  <a:cubicBezTo>
                    <a:pt x="1679" y="1131"/>
                    <a:pt x="1679" y="1131"/>
                    <a:pt x="1622" y="1131"/>
                  </a:cubicBezTo>
                  <a:cubicBezTo>
                    <a:pt x="1590" y="1099"/>
                    <a:pt x="1573" y="1067"/>
                    <a:pt x="1565" y="1018"/>
                  </a:cubicBezTo>
                  <a:lnTo>
                    <a:pt x="1622" y="969"/>
                  </a:lnTo>
                  <a:close/>
                  <a:moveTo>
                    <a:pt x="1646" y="1589"/>
                  </a:moveTo>
                  <a:cubicBezTo>
                    <a:pt x="1671" y="1589"/>
                    <a:pt x="1671" y="1616"/>
                    <a:pt x="1671" y="1683"/>
                  </a:cubicBezTo>
                  <a:cubicBezTo>
                    <a:pt x="1671" y="1736"/>
                    <a:pt x="1671" y="1789"/>
                    <a:pt x="1618" y="1789"/>
                  </a:cubicBezTo>
                  <a:cubicBezTo>
                    <a:pt x="1614" y="1789"/>
                    <a:pt x="1610" y="1789"/>
                    <a:pt x="1606" y="1788"/>
                  </a:cubicBezTo>
                  <a:lnTo>
                    <a:pt x="1606" y="1739"/>
                  </a:lnTo>
                  <a:cubicBezTo>
                    <a:pt x="1651" y="1739"/>
                    <a:pt x="1637" y="1712"/>
                    <a:pt x="1602" y="1712"/>
                  </a:cubicBezTo>
                  <a:cubicBezTo>
                    <a:pt x="1587" y="1712"/>
                    <a:pt x="1568" y="1717"/>
                    <a:pt x="1549" y="1731"/>
                  </a:cubicBezTo>
                  <a:lnTo>
                    <a:pt x="1427" y="1731"/>
                  </a:lnTo>
                  <a:cubicBezTo>
                    <a:pt x="1436" y="1675"/>
                    <a:pt x="1492" y="1626"/>
                    <a:pt x="1549" y="1626"/>
                  </a:cubicBezTo>
                  <a:cubicBezTo>
                    <a:pt x="1599" y="1602"/>
                    <a:pt x="1629" y="1589"/>
                    <a:pt x="1646" y="1589"/>
                  </a:cubicBezTo>
                  <a:close/>
                  <a:moveTo>
                    <a:pt x="1971" y="1796"/>
                  </a:moveTo>
                  <a:lnTo>
                    <a:pt x="1906" y="1853"/>
                  </a:lnTo>
                  <a:lnTo>
                    <a:pt x="1906" y="1910"/>
                  </a:lnTo>
                  <a:cubicBezTo>
                    <a:pt x="1963" y="1910"/>
                    <a:pt x="1963" y="1910"/>
                    <a:pt x="1963" y="1853"/>
                  </a:cubicBezTo>
                  <a:lnTo>
                    <a:pt x="1971" y="1796"/>
                  </a:lnTo>
                  <a:close/>
                  <a:moveTo>
                    <a:pt x="1306" y="4707"/>
                  </a:moveTo>
                  <a:cubicBezTo>
                    <a:pt x="1371" y="4707"/>
                    <a:pt x="1427" y="4812"/>
                    <a:pt x="1427" y="4869"/>
                  </a:cubicBezTo>
                  <a:cubicBezTo>
                    <a:pt x="1427" y="4893"/>
                    <a:pt x="1416" y="4906"/>
                    <a:pt x="1399" y="4906"/>
                  </a:cubicBezTo>
                  <a:cubicBezTo>
                    <a:pt x="1375" y="4906"/>
                    <a:pt x="1339" y="4879"/>
                    <a:pt x="1306" y="4812"/>
                  </a:cubicBezTo>
                  <a:lnTo>
                    <a:pt x="1306" y="4707"/>
                  </a:lnTo>
                  <a:close/>
                  <a:moveTo>
                    <a:pt x="1241" y="5031"/>
                  </a:moveTo>
                  <a:cubicBezTo>
                    <a:pt x="1184" y="5031"/>
                    <a:pt x="1184" y="5088"/>
                    <a:pt x="1176" y="5193"/>
                  </a:cubicBezTo>
                  <a:cubicBezTo>
                    <a:pt x="1184" y="5242"/>
                    <a:pt x="1209" y="5274"/>
                    <a:pt x="1233" y="5307"/>
                  </a:cubicBezTo>
                  <a:cubicBezTo>
                    <a:pt x="1298" y="5307"/>
                    <a:pt x="1298" y="5250"/>
                    <a:pt x="1298" y="5201"/>
                  </a:cubicBezTo>
                  <a:cubicBezTo>
                    <a:pt x="1363" y="5088"/>
                    <a:pt x="1306" y="5031"/>
                    <a:pt x="1241" y="5031"/>
                  </a:cubicBezTo>
                  <a:close/>
                  <a:moveTo>
                    <a:pt x="1614" y="7407"/>
                  </a:moveTo>
                  <a:cubicBezTo>
                    <a:pt x="1671" y="7407"/>
                    <a:pt x="1671" y="7464"/>
                    <a:pt x="1671" y="7520"/>
                  </a:cubicBezTo>
                  <a:lnTo>
                    <a:pt x="1606" y="7520"/>
                  </a:lnTo>
                  <a:lnTo>
                    <a:pt x="1549" y="7464"/>
                  </a:lnTo>
                  <a:lnTo>
                    <a:pt x="1614" y="7407"/>
                  </a:lnTo>
                  <a:close/>
                  <a:moveTo>
                    <a:pt x="1306" y="7569"/>
                  </a:moveTo>
                  <a:lnTo>
                    <a:pt x="1427" y="7674"/>
                  </a:lnTo>
                  <a:cubicBezTo>
                    <a:pt x="1606" y="7788"/>
                    <a:pt x="1606" y="7788"/>
                    <a:pt x="1484" y="7788"/>
                  </a:cubicBezTo>
                  <a:cubicBezTo>
                    <a:pt x="1478" y="7788"/>
                    <a:pt x="1472" y="7789"/>
                    <a:pt x="1467" y="7789"/>
                  </a:cubicBezTo>
                  <a:cubicBezTo>
                    <a:pt x="1393" y="7789"/>
                    <a:pt x="1328" y="7742"/>
                    <a:pt x="1306" y="7674"/>
                  </a:cubicBezTo>
                  <a:lnTo>
                    <a:pt x="1306" y="7569"/>
                  </a:lnTo>
                  <a:close/>
                  <a:moveTo>
                    <a:pt x="1540" y="8867"/>
                  </a:moveTo>
                  <a:cubicBezTo>
                    <a:pt x="1564" y="8867"/>
                    <a:pt x="1617" y="8907"/>
                    <a:pt x="1703" y="8947"/>
                  </a:cubicBezTo>
                  <a:cubicBezTo>
                    <a:pt x="1736" y="9014"/>
                    <a:pt x="1750" y="9041"/>
                    <a:pt x="1731" y="9041"/>
                  </a:cubicBezTo>
                  <a:cubicBezTo>
                    <a:pt x="1718" y="9041"/>
                    <a:pt x="1689" y="9027"/>
                    <a:pt x="1638" y="9004"/>
                  </a:cubicBezTo>
                  <a:lnTo>
                    <a:pt x="1525" y="8890"/>
                  </a:lnTo>
                  <a:cubicBezTo>
                    <a:pt x="1525" y="8874"/>
                    <a:pt x="1530" y="8867"/>
                    <a:pt x="1540" y="8867"/>
                  </a:cubicBezTo>
                  <a:close/>
                  <a:moveTo>
                    <a:pt x="1330" y="9328"/>
                  </a:moveTo>
                  <a:cubicBezTo>
                    <a:pt x="1379" y="9336"/>
                    <a:pt x="1419" y="9353"/>
                    <a:pt x="1452" y="9385"/>
                  </a:cubicBezTo>
                  <a:lnTo>
                    <a:pt x="1452" y="9442"/>
                  </a:lnTo>
                  <a:cubicBezTo>
                    <a:pt x="1387" y="9442"/>
                    <a:pt x="1330" y="9434"/>
                    <a:pt x="1330" y="9385"/>
                  </a:cubicBezTo>
                  <a:lnTo>
                    <a:pt x="1330" y="9328"/>
                  </a:lnTo>
                  <a:close/>
                  <a:moveTo>
                    <a:pt x="1197" y="10410"/>
                  </a:moveTo>
                  <a:cubicBezTo>
                    <a:pt x="1211" y="10410"/>
                    <a:pt x="1249" y="10490"/>
                    <a:pt x="1249" y="10536"/>
                  </a:cubicBezTo>
                  <a:lnTo>
                    <a:pt x="1192" y="10536"/>
                  </a:lnTo>
                  <a:cubicBezTo>
                    <a:pt x="1192" y="10480"/>
                    <a:pt x="1127" y="10423"/>
                    <a:pt x="1192" y="10423"/>
                  </a:cubicBezTo>
                  <a:cubicBezTo>
                    <a:pt x="1192" y="10414"/>
                    <a:pt x="1194" y="10410"/>
                    <a:pt x="1197" y="10410"/>
                  </a:cubicBezTo>
                  <a:close/>
                  <a:moveTo>
                    <a:pt x="1484" y="10869"/>
                  </a:moveTo>
                  <a:cubicBezTo>
                    <a:pt x="1541" y="10869"/>
                    <a:pt x="1598" y="10877"/>
                    <a:pt x="1598" y="10926"/>
                  </a:cubicBezTo>
                  <a:cubicBezTo>
                    <a:pt x="1638" y="10966"/>
                    <a:pt x="1621" y="11006"/>
                    <a:pt x="1565" y="11006"/>
                  </a:cubicBezTo>
                  <a:cubicBezTo>
                    <a:pt x="1542" y="11006"/>
                    <a:pt x="1512" y="10999"/>
                    <a:pt x="1476" y="10982"/>
                  </a:cubicBezTo>
                  <a:lnTo>
                    <a:pt x="1484" y="10869"/>
                  </a:lnTo>
                  <a:close/>
                  <a:moveTo>
                    <a:pt x="1590" y="11371"/>
                  </a:moveTo>
                  <a:lnTo>
                    <a:pt x="1590" y="11420"/>
                  </a:lnTo>
                  <a:cubicBezTo>
                    <a:pt x="1590" y="11477"/>
                    <a:pt x="1590" y="11477"/>
                    <a:pt x="1525" y="11477"/>
                  </a:cubicBezTo>
                  <a:lnTo>
                    <a:pt x="1533" y="11420"/>
                  </a:lnTo>
                  <a:lnTo>
                    <a:pt x="1590" y="11371"/>
                  </a:lnTo>
                  <a:close/>
                  <a:moveTo>
                    <a:pt x="1760" y="11980"/>
                  </a:moveTo>
                  <a:cubicBezTo>
                    <a:pt x="1711" y="11980"/>
                    <a:pt x="1671" y="12004"/>
                    <a:pt x="1638" y="12028"/>
                  </a:cubicBezTo>
                  <a:cubicBezTo>
                    <a:pt x="1638" y="12085"/>
                    <a:pt x="1695" y="12085"/>
                    <a:pt x="1695" y="12085"/>
                  </a:cubicBezTo>
                  <a:cubicBezTo>
                    <a:pt x="1695" y="12085"/>
                    <a:pt x="1752" y="12085"/>
                    <a:pt x="1752" y="12036"/>
                  </a:cubicBezTo>
                  <a:lnTo>
                    <a:pt x="1760" y="11980"/>
                  </a:lnTo>
                  <a:close/>
                  <a:moveTo>
                    <a:pt x="1342" y="12302"/>
                  </a:moveTo>
                  <a:cubicBezTo>
                    <a:pt x="1369" y="12302"/>
                    <a:pt x="1387" y="12324"/>
                    <a:pt x="1387" y="12352"/>
                  </a:cubicBezTo>
                  <a:cubicBezTo>
                    <a:pt x="1387" y="12409"/>
                    <a:pt x="1387" y="12466"/>
                    <a:pt x="1330" y="12466"/>
                  </a:cubicBezTo>
                  <a:cubicBezTo>
                    <a:pt x="1330" y="12466"/>
                    <a:pt x="1265" y="12466"/>
                    <a:pt x="1273" y="12409"/>
                  </a:cubicBezTo>
                  <a:cubicBezTo>
                    <a:pt x="1273" y="12369"/>
                    <a:pt x="1298" y="12328"/>
                    <a:pt x="1330" y="12304"/>
                  </a:cubicBezTo>
                  <a:cubicBezTo>
                    <a:pt x="1334" y="12303"/>
                    <a:pt x="1339" y="12302"/>
                    <a:pt x="1342" y="12302"/>
                  </a:cubicBezTo>
                  <a:close/>
                  <a:moveTo>
                    <a:pt x="2144" y="12939"/>
                  </a:moveTo>
                  <a:cubicBezTo>
                    <a:pt x="2135" y="12939"/>
                    <a:pt x="2119" y="12953"/>
                    <a:pt x="2092" y="12977"/>
                  </a:cubicBezTo>
                  <a:cubicBezTo>
                    <a:pt x="2092" y="13034"/>
                    <a:pt x="2092" y="13082"/>
                    <a:pt x="2092" y="13082"/>
                  </a:cubicBezTo>
                  <a:cubicBezTo>
                    <a:pt x="2108" y="13084"/>
                    <a:pt x="2119" y="13086"/>
                    <a:pt x="2127" y="13086"/>
                  </a:cubicBezTo>
                  <a:cubicBezTo>
                    <a:pt x="2150" y="13086"/>
                    <a:pt x="2151" y="13075"/>
                    <a:pt x="2157" y="13034"/>
                  </a:cubicBezTo>
                  <a:cubicBezTo>
                    <a:pt x="2157" y="12967"/>
                    <a:pt x="2157" y="12939"/>
                    <a:pt x="2144" y="12939"/>
                  </a:cubicBezTo>
                  <a:close/>
                  <a:moveTo>
                    <a:pt x="57" y="12993"/>
                  </a:moveTo>
                  <a:cubicBezTo>
                    <a:pt x="0" y="12993"/>
                    <a:pt x="0" y="13042"/>
                    <a:pt x="122" y="13098"/>
                  </a:cubicBezTo>
                  <a:cubicBezTo>
                    <a:pt x="138" y="13101"/>
                    <a:pt x="149" y="13102"/>
                    <a:pt x="157" y="13102"/>
                  </a:cubicBezTo>
                  <a:cubicBezTo>
                    <a:pt x="179" y="13102"/>
                    <a:pt x="179" y="13091"/>
                    <a:pt x="179" y="13050"/>
                  </a:cubicBezTo>
                  <a:cubicBezTo>
                    <a:pt x="146" y="13017"/>
                    <a:pt x="106" y="13001"/>
                    <a:pt x="57" y="12993"/>
                  </a:cubicBezTo>
                  <a:close/>
                  <a:moveTo>
                    <a:pt x="1359" y="13310"/>
                  </a:moveTo>
                  <a:cubicBezTo>
                    <a:pt x="1371" y="13310"/>
                    <a:pt x="1371" y="13336"/>
                    <a:pt x="1371" y="13398"/>
                  </a:cubicBezTo>
                  <a:cubicBezTo>
                    <a:pt x="1371" y="13455"/>
                    <a:pt x="1306" y="13455"/>
                    <a:pt x="1306" y="13455"/>
                  </a:cubicBezTo>
                  <a:cubicBezTo>
                    <a:pt x="1249" y="13455"/>
                    <a:pt x="1306" y="13398"/>
                    <a:pt x="1306" y="13342"/>
                  </a:cubicBezTo>
                  <a:lnTo>
                    <a:pt x="1314" y="13342"/>
                  </a:lnTo>
                  <a:cubicBezTo>
                    <a:pt x="1337" y="13322"/>
                    <a:pt x="1351" y="13310"/>
                    <a:pt x="1359" y="13310"/>
                  </a:cubicBezTo>
                  <a:close/>
                  <a:moveTo>
                    <a:pt x="1468" y="14282"/>
                  </a:moveTo>
                  <a:cubicBezTo>
                    <a:pt x="1533" y="14282"/>
                    <a:pt x="1525" y="14339"/>
                    <a:pt x="1411" y="14396"/>
                  </a:cubicBezTo>
                  <a:cubicBezTo>
                    <a:pt x="1346" y="14396"/>
                    <a:pt x="1346" y="14396"/>
                    <a:pt x="1346" y="14339"/>
                  </a:cubicBezTo>
                  <a:cubicBezTo>
                    <a:pt x="1387" y="14306"/>
                    <a:pt x="1427" y="14290"/>
                    <a:pt x="1468" y="14282"/>
                  </a:cubicBezTo>
                  <a:close/>
                  <a:moveTo>
                    <a:pt x="1403" y="14671"/>
                  </a:moveTo>
                  <a:lnTo>
                    <a:pt x="1460" y="14728"/>
                  </a:lnTo>
                  <a:lnTo>
                    <a:pt x="1460" y="14777"/>
                  </a:lnTo>
                  <a:cubicBezTo>
                    <a:pt x="1403" y="14777"/>
                    <a:pt x="1338" y="14777"/>
                    <a:pt x="1338" y="14720"/>
                  </a:cubicBezTo>
                  <a:lnTo>
                    <a:pt x="1403" y="14671"/>
                  </a:lnTo>
                  <a:close/>
                  <a:moveTo>
                    <a:pt x="1338" y="14996"/>
                  </a:moveTo>
                  <a:lnTo>
                    <a:pt x="1338" y="14996"/>
                  </a:lnTo>
                  <a:cubicBezTo>
                    <a:pt x="1375" y="15001"/>
                    <a:pt x="1364" y="15023"/>
                    <a:pt x="1352" y="15023"/>
                  </a:cubicBezTo>
                  <a:cubicBezTo>
                    <a:pt x="1346" y="15023"/>
                    <a:pt x="1338" y="15016"/>
                    <a:pt x="1338" y="14996"/>
                  </a:cubicBezTo>
                  <a:close/>
                  <a:moveTo>
                    <a:pt x="1209" y="18239"/>
                  </a:moveTo>
                  <a:lnTo>
                    <a:pt x="1265" y="18295"/>
                  </a:lnTo>
                  <a:lnTo>
                    <a:pt x="1265" y="18352"/>
                  </a:lnTo>
                  <a:cubicBezTo>
                    <a:pt x="1209" y="18352"/>
                    <a:pt x="1144" y="18352"/>
                    <a:pt x="1144" y="18295"/>
                  </a:cubicBezTo>
                  <a:lnTo>
                    <a:pt x="1209" y="18239"/>
                  </a:lnTo>
                  <a:close/>
                  <a:moveTo>
                    <a:pt x="1153" y="19592"/>
                  </a:moveTo>
                  <a:cubicBezTo>
                    <a:pt x="1193" y="19592"/>
                    <a:pt x="1260" y="19617"/>
                    <a:pt x="1298" y="19617"/>
                  </a:cubicBezTo>
                  <a:cubicBezTo>
                    <a:pt x="1298" y="19674"/>
                    <a:pt x="1298" y="19674"/>
                    <a:pt x="1241" y="19674"/>
                  </a:cubicBezTo>
                  <a:cubicBezTo>
                    <a:pt x="1192" y="19666"/>
                    <a:pt x="1152" y="19649"/>
                    <a:pt x="1119" y="19617"/>
                  </a:cubicBezTo>
                  <a:cubicBezTo>
                    <a:pt x="1119" y="19598"/>
                    <a:pt x="1133" y="19592"/>
                    <a:pt x="1153" y="19592"/>
                  </a:cubicBezTo>
                  <a:close/>
                  <a:moveTo>
                    <a:pt x="1581" y="20509"/>
                  </a:moveTo>
                  <a:cubicBezTo>
                    <a:pt x="1622" y="20517"/>
                    <a:pt x="1663" y="20533"/>
                    <a:pt x="1703" y="20566"/>
                  </a:cubicBezTo>
                  <a:lnTo>
                    <a:pt x="1695" y="20622"/>
                  </a:lnTo>
                  <a:cubicBezTo>
                    <a:pt x="1638" y="20614"/>
                    <a:pt x="1581" y="20614"/>
                    <a:pt x="1581" y="20566"/>
                  </a:cubicBezTo>
                  <a:lnTo>
                    <a:pt x="1581" y="20509"/>
                  </a:lnTo>
                  <a:close/>
                  <a:moveTo>
                    <a:pt x="1265" y="21214"/>
                  </a:moveTo>
                  <a:lnTo>
                    <a:pt x="1322" y="21271"/>
                  </a:lnTo>
                  <a:lnTo>
                    <a:pt x="1322" y="21328"/>
                  </a:lnTo>
                  <a:cubicBezTo>
                    <a:pt x="1265" y="21328"/>
                    <a:pt x="1200" y="21328"/>
                    <a:pt x="1209" y="21271"/>
                  </a:cubicBezTo>
                  <a:lnTo>
                    <a:pt x="1265" y="21214"/>
                  </a:lnTo>
                  <a:close/>
                  <a:moveTo>
                    <a:pt x="1178" y="25044"/>
                  </a:moveTo>
                  <a:cubicBezTo>
                    <a:pt x="1217" y="25044"/>
                    <a:pt x="1255" y="25077"/>
                    <a:pt x="1249" y="25122"/>
                  </a:cubicBezTo>
                  <a:cubicBezTo>
                    <a:pt x="1241" y="25236"/>
                    <a:pt x="1241" y="25236"/>
                    <a:pt x="1184" y="25236"/>
                  </a:cubicBezTo>
                  <a:cubicBezTo>
                    <a:pt x="1127" y="25236"/>
                    <a:pt x="1127" y="25122"/>
                    <a:pt x="1127" y="25065"/>
                  </a:cubicBezTo>
                  <a:cubicBezTo>
                    <a:pt x="1142" y="25050"/>
                    <a:pt x="1160" y="25044"/>
                    <a:pt x="1178" y="25044"/>
                  </a:cubicBezTo>
                  <a:close/>
                  <a:moveTo>
                    <a:pt x="1144" y="27327"/>
                  </a:moveTo>
                  <a:cubicBezTo>
                    <a:pt x="1184" y="27327"/>
                    <a:pt x="1225" y="27352"/>
                    <a:pt x="1257" y="27384"/>
                  </a:cubicBezTo>
                  <a:lnTo>
                    <a:pt x="1257" y="27433"/>
                  </a:lnTo>
                  <a:cubicBezTo>
                    <a:pt x="1200" y="27433"/>
                    <a:pt x="1136" y="27433"/>
                    <a:pt x="1136" y="27376"/>
                  </a:cubicBezTo>
                  <a:lnTo>
                    <a:pt x="1144" y="27327"/>
                  </a:lnTo>
                  <a:close/>
                  <a:moveTo>
                    <a:pt x="1470" y="31956"/>
                  </a:moveTo>
                  <a:cubicBezTo>
                    <a:pt x="1499" y="31956"/>
                    <a:pt x="1525" y="31985"/>
                    <a:pt x="1525" y="32014"/>
                  </a:cubicBezTo>
                  <a:cubicBezTo>
                    <a:pt x="1517" y="32062"/>
                    <a:pt x="1517" y="32062"/>
                    <a:pt x="1460" y="32062"/>
                  </a:cubicBezTo>
                  <a:cubicBezTo>
                    <a:pt x="1460" y="32062"/>
                    <a:pt x="1403" y="32062"/>
                    <a:pt x="1403" y="32006"/>
                  </a:cubicBezTo>
                  <a:lnTo>
                    <a:pt x="1460" y="31957"/>
                  </a:lnTo>
                  <a:cubicBezTo>
                    <a:pt x="1463" y="31956"/>
                    <a:pt x="1467" y="31956"/>
                    <a:pt x="1470" y="31956"/>
                  </a:cubicBezTo>
                  <a:close/>
                  <a:moveTo>
                    <a:pt x="1509" y="32614"/>
                  </a:moveTo>
                  <a:lnTo>
                    <a:pt x="1565" y="32670"/>
                  </a:lnTo>
                  <a:lnTo>
                    <a:pt x="1565" y="32727"/>
                  </a:lnTo>
                  <a:cubicBezTo>
                    <a:pt x="1509" y="32727"/>
                    <a:pt x="1444" y="32727"/>
                    <a:pt x="1452" y="32670"/>
                  </a:cubicBezTo>
                  <a:lnTo>
                    <a:pt x="1509" y="32614"/>
                  </a:lnTo>
                  <a:close/>
                  <a:moveTo>
                    <a:pt x="1091" y="33014"/>
                  </a:moveTo>
                  <a:cubicBezTo>
                    <a:pt x="1100" y="33014"/>
                    <a:pt x="1116" y="33027"/>
                    <a:pt x="1144" y="33052"/>
                  </a:cubicBezTo>
                  <a:cubicBezTo>
                    <a:pt x="1200" y="33108"/>
                    <a:pt x="1200" y="33157"/>
                    <a:pt x="1136" y="33157"/>
                  </a:cubicBezTo>
                  <a:cubicBezTo>
                    <a:pt x="1079" y="33157"/>
                    <a:pt x="1079" y="33157"/>
                    <a:pt x="1079" y="33100"/>
                  </a:cubicBezTo>
                  <a:cubicBezTo>
                    <a:pt x="1079" y="33039"/>
                    <a:pt x="1079" y="33014"/>
                    <a:pt x="1091" y="33014"/>
                  </a:cubicBezTo>
                  <a:close/>
                  <a:moveTo>
                    <a:pt x="836" y="33319"/>
                  </a:moveTo>
                  <a:cubicBezTo>
                    <a:pt x="832" y="33323"/>
                    <a:pt x="828" y="33326"/>
                    <a:pt x="825" y="33329"/>
                  </a:cubicBezTo>
                  <a:lnTo>
                    <a:pt x="825" y="33329"/>
                  </a:lnTo>
                  <a:cubicBezTo>
                    <a:pt x="834" y="33326"/>
                    <a:pt x="846" y="33323"/>
                    <a:pt x="860" y="33321"/>
                  </a:cubicBezTo>
                  <a:lnTo>
                    <a:pt x="860" y="33321"/>
                  </a:lnTo>
                  <a:cubicBezTo>
                    <a:pt x="852" y="33320"/>
                    <a:pt x="844" y="33320"/>
                    <a:pt x="836" y="33319"/>
                  </a:cubicBezTo>
                  <a:close/>
                  <a:moveTo>
                    <a:pt x="825" y="33329"/>
                  </a:moveTo>
                  <a:cubicBezTo>
                    <a:pt x="803" y="33336"/>
                    <a:pt x="796" y="33344"/>
                    <a:pt x="800" y="33344"/>
                  </a:cubicBezTo>
                  <a:cubicBezTo>
                    <a:pt x="803" y="33344"/>
                    <a:pt x="812" y="33340"/>
                    <a:pt x="825" y="33329"/>
                  </a:cubicBezTo>
                  <a:close/>
                  <a:moveTo>
                    <a:pt x="1136" y="33433"/>
                  </a:moveTo>
                  <a:lnTo>
                    <a:pt x="1136" y="33489"/>
                  </a:lnTo>
                  <a:cubicBezTo>
                    <a:pt x="1127" y="33546"/>
                    <a:pt x="1127" y="33546"/>
                    <a:pt x="1071" y="33546"/>
                  </a:cubicBezTo>
                  <a:lnTo>
                    <a:pt x="1071" y="33489"/>
                  </a:lnTo>
                  <a:lnTo>
                    <a:pt x="1136" y="33433"/>
                  </a:lnTo>
                  <a:close/>
                  <a:moveTo>
                    <a:pt x="1006" y="33878"/>
                  </a:moveTo>
                  <a:cubicBezTo>
                    <a:pt x="1006" y="33903"/>
                    <a:pt x="1020" y="33915"/>
                    <a:pt x="1027" y="33915"/>
                  </a:cubicBezTo>
                  <a:cubicBezTo>
                    <a:pt x="1034" y="33915"/>
                    <a:pt x="1034" y="33903"/>
                    <a:pt x="1006" y="33878"/>
                  </a:cubicBezTo>
                  <a:close/>
                  <a:moveTo>
                    <a:pt x="1119" y="33984"/>
                  </a:moveTo>
                  <a:lnTo>
                    <a:pt x="1119" y="34041"/>
                  </a:lnTo>
                  <a:cubicBezTo>
                    <a:pt x="1119" y="34082"/>
                    <a:pt x="1119" y="34093"/>
                    <a:pt x="1098" y="34093"/>
                  </a:cubicBezTo>
                  <a:cubicBezTo>
                    <a:pt x="1089" y="34093"/>
                    <a:pt x="1078" y="34092"/>
                    <a:pt x="1063" y="34089"/>
                  </a:cubicBezTo>
                  <a:lnTo>
                    <a:pt x="1063" y="34041"/>
                  </a:lnTo>
                  <a:lnTo>
                    <a:pt x="1119" y="33984"/>
                  </a:lnTo>
                  <a:close/>
                  <a:moveTo>
                    <a:pt x="1233" y="34535"/>
                  </a:moveTo>
                  <a:lnTo>
                    <a:pt x="1233" y="34592"/>
                  </a:lnTo>
                  <a:cubicBezTo>
                    <a:pt x="1225" y="34649"/>
                    <a:pt x="1168" y="34649"/>
                    <a:pt x="1168" y="34649"/>
                  </a:cubicBezTo>
                  <a:cubicBezTo>
                    <a:pt x="1168" y="34649"/>
                    <a:pt x="1111" y="34641"/>
                    <a:pt x="1111" y="34592"/>
                  </a:cubicBezTo>
                  <a:cubicBezTo>
                    <a:pt x="1144" y="34560"/>
                    <a:pt x="1184" y="34543"/>
                    <a:pt x="1233" y="34535"/>
                  </a:cubicBezTo>
                  <a:close/>
                  <a:moveTo>
                    <a:pt x="1063" y="36732"/>
                  </a:moveTo>
                  <a:lnTo>
                    <a:pt x="1127" y="36741"/>
                  </a:lnTo>
                  <a:cubicBezTo>
                    <a:pt x="1184" y="36789"/>
                    <a:pt x="1241" y="36846"/>
                    <a:pt x="1184" y="36846"/>
                  </a:cubicBezTo>
                  <a:cubicBezTo>
                    <a:pt x="1136" y="36846"/>
                    <a:pt x="1095" y="36822"/>
                    <a:pt x="1063" y="36789"/>
                  </a:cubicBezTo>
                  <a:cubicBezTo>
                    <a:pt x="1063" y="36789"/>
                    <a:pt x="1006" y="36732"/>
                    <a:pt x="1063" y="36732"/>
                  </a:cubicBezTo>
                  <a:close/>
                  <a:moveTo>
                    <a:pt x="1258" y="38576"/>
                  </a:moveTo>
                  <a:cubicBezTo>
                    <a:pt x="1298" y="38576"/>
                    <a:pt x="1354" y="38604"/>
                    <a:pt x="1387" y="38670"/>
                  </a:cubicBezTo>
                  <a:cubicBezTo>
                    <a:pt x="1381" y="38711"/>
                    <a:pt x="1379" y="38723"/>
                    <a:pt x="1357" y="38723"/>
                  </a:cubicBezTo>
                  <a:cubicBezTo>
                    <a:pt x="1349" y="38723"/>
                    <a:pt x="1338" y="38721"/>
                    <a:pt x="1322" y="38719"/>
                  </a:cubicBezTo>
                  <a:cubicBezTo>
                    <a:pt x="1265" y="38719"/>
                    <a:pt x="1209" y="38670"/>
                    <a:pt x="1209" y="38613"/>
                  </a:cubicBezTo>
                  <a:cubicBezTo>
                    <a:pt x="1209" y="38590"/>
                    <a:pt x="1229" y="38576"/>
                    <a:pt x="1258" y="38576"/>
                  </a:cubicBezTo>
                  <a:close/>
                  <a:moveTo>
                    <a:pt x="1168" y="46316"/>
                  </a:moveTo>
                  <a:cubicBezTo>
                    <a:pt x="1225" y="46316"/>
                    <a:pt x="1290" y="46316"/>
                    <a:pt x="1281" y="46372"/>
                  </a:cubicBezTo>
                  <a:cubicBezTo>
                    <a:pt x="1342" y="46429"/>
                    <a:pt x="1342" y="46458"/>
                    <a:pt x="1313" y="46458"/>
                  </a:cubicBezTo>
                  <a:cubicBezTo>
                    <a:pt x="1284" y="46458"/>
                    <a:pt x="1225" y="46429"/>
                    <a:pt x="1168" y="46372"/>
                  </a:cubicBezTo>
                  <a:cubicBezTo>
                    <a:pt x="1046" y="46316"/>
                    <a:pt x="1046" y="46316"/>
                    <a:pt x="1168" y="46316"/>
                  </a:cubicBezTo>
                  <a:close/>
                  <a:moveTo>
                    <a:pt x="1543" y="0"/>
                  </a:moveTo>
                  <a:cubicBezTo>
                    <a:pt x="1513" y="0"/>
                    <a:pt x="1496" y="29"/>
                    <a:pt x="1525" y="85"/>
                  </a:cubicBezTo>
                  <a:lnTo>
                    <a:pt x="1460" y="134"/>
                  </a:lnTo>
                  <a:cubicBezTo>
                    <a:pt x="1281" y="134"/>
                    <a:pt x="1281" y="248"/>
                    <a:pt x="1460" y="248"/>
                  </a:cubicBezTo>
                  <a:cubicBezTo>
                    <a:pt x="1638" y="248"/>
                    <a:pt x="1638" y="248"/>
                    <a:pt x="1517" y="304"/>
                  </a:cubicBezTo>
                  <a:cubicBezTo>
                    <a:pt x="1403" y="304"/>
                    <a:pt x="1395" y="353"/>
                    <a:pt x="1395" y="410"/>
                  </a:cubicBezTo>
                  <a:cubicBezTo>
                    <a:pt x="1395" y="467"/>
                    <a:pt x="1395" y="467"/>
                    <a:pt x="1338" y="467"/>
                  </a:cubicBezTo>
                  <a:cubicBezTo>
                    <a:pt x="1273" y="467"/>
                    <a:pt x="1225" y="515"/>
                    <a:pt x="1217" y="572"/>
                  </a:cubicBezTo>
                  <a:cubicBezTo>
                    <a:pt x="1217" y="629"/>
                    <a:pt x="1217" y="629"/>
                    <a:pt x="1273" y="629"/>
                  </a:cubicBezTo>
                  <a:cubicBezTo>
                    <a:pt x="1286" y="618"/>
                    <a:pt x="1295" y="613"/>
                    <a:pt x="1302" y="613"/>
                  </a:cubicBezTo>
                  <a:cubicBezTo>
                    <a:pt x="1331" y="613"/>
                    <a:pt x="1307" y="696"/>
                    <a:pt x="1209" y="742"/>
                  </a:cubicBezTo>
                  <a:cubicBezTo>
                    <a:pt x="1152" y="791"/>
                    <a:pt x="1152" y="791"/>
                    <a:pt x="1273" y="791"/>
                  </a:cubicBezTo>
                  <a:cubicBezTo>
                    <a:pt x="1387" y="799"/>
                    <a:pt x="1387" y="904"/>
                    <a:pt x="1265" y="961"/>
                  </a:cubicBezTo>
                  <a:lnTo>
                    <a:pt x="1265" y="1067"/>
                  </a:lnTo>
                  <a:cubicBezTo>
                    <a:pt x="1265" y="1123"/>
                    <a:pt x="1322" y="1123"/>
                    <a:pt x="1387" y="1123"/>
                  </a:cubicBezTo>
                  <a:cubicBezTo>
                    <a:pt x="1500" y="1131"/>
                    <a:pt x="1500" y="1131"/>
                    <a:pt x="1444" y="1180"/>
                  </a:cubicBezTo>
                  <a:cubicBezTo>
                    <a:pt x="1411" y="1212"/>
                    <a:pt x="1371" y="1237"/>
                    <a:pt x="1322" y="1237"/>
                  </a:cubicBezTo>
                  <a:cubicBezTo>
                    <a:pt x="1265" y="1237"/>
                    <a:pt x="1257" y="1294"/>
                    <a:pt x="1257" y="1342"/>
                  </a:cubicBezTo>
                  <a:cubicBezTo>
                    <a:pt x="1257" y="1399"/>
                    <a:pt x="1257" y="1512"/>
                    <a:pt x="1314" y="1512"/>
                  </a:cubicBezTo>
                  <a:lnTo>
                    <a:pt x="1257" y="1512"/>
                  </a:lnTo>
                  <a:cubicBezTo>
                    <a:pt x="1257" y="1561"/>
                    <a:pt x="1192" y="1561"/>
                    <a:pt x="1257" y="1561"/>
                  </a:cubicBezTo>
                  <a:cubicBezTo>
                    <a:pt x="1249" y="1626"/>
                    <a:pt x="1225" y="1683"/>
                    <a:pt x="1192" y="1731"/>
                  </a:cubicBezTo>
                  <a:cubicBezTo>
                    <a:pt x="1147" y="1806"/>
                    <a:pt x="1193" y="1912"/>
                    <a:pt x="1267" y="1912"/>
                  </a:cubicBezTo>
                  <a:cubicBezTo>
                    <a:pt x="1299" y="1912"/>
                    <a:pt x="1335" y="1893"/>
                    <a:pt x="1371" y="1845"/>
                  </a:cubicBezTo>
                  <a:cubicBezTo>
                    <a:pt x="1371" y="1858"/>
                    <a:pt x="1371" y="1874"/>
                    <a:pt x="1371" y="1894"/>
                  </a:cubicBezTo>
                  <a:cubicBezTo>
                    <a:pt x="1371" y="1950"/>
                    <a:pt x="1427" y="1950"/>
                    <a:pt x="1427" y="1950"/>
                  </a:cubicBezTo>
                  <a:cubicBezTo>
                    <a:pt x="1484" y="1958"/>
                    <a:pt x="1484" y="2007"/>
                    <a:pt x="1484" y="2064"/>
                  </a:cubicBezTo>
                  <a:lnTo>
                    <a:pt x="1363" y="2064"/>
                  </a:lnTo>
                  <a:cubicBezTo>
                    <a:pt x="1327" y="2052"/>
                    <a:pt x="1296" y="2047"/>
                    <a:pt x="1271" y="2047"/>
                  </a:cubicBezTo>
                  <a:cubicBezTo>
                    <a:pt x="1171" y="2047"/>
                    <a:pt x="1163" y="2124"/>
                    <a:pt x="1306" y="2169"/>
                  </a:cubicBezTo>
                  <a:lnTo>
                    <a:pt x="1241" y="2169"/>
                  </a:lnTo>
                  <a:cubicBezTo>
                    <a:pt x="1184" y="2169"/>
                    <a:pt x="1184" y="2226"/>
                    <a:pt x="1241" y="2339"/>
                  </a:cubicBezTo>
                  <a:cubicBezTo>
                    <a:pt x="1241" y="2388"/>
                    <a:pt x="1354" y="2445"/>
                    <a:pt x="1419" y="2453"/>
                  </a:cubicBezTo>
                  <a:cubicBezTo>
                    <a:pt x="1424" y="2452"/>
                    <a:pt x="1428" y="2451"/>
                    <a:pt x="1432" y="2451"/>
                  </a:cubicBezTo>
                  <a:cubicBezTo>
                    <a:pt x="1458" y="2451"/>
                    <a:pt x="1476" y="2473"/>
                    <a:pt x="1476" y="2502"/>
                  </a:cubicBezTo>
                  <a:cubicBezTo>
                    <a:pt x="1476" y="2558"/>
                    <a:pt x="1476" y="2558"/>
                    <a:pt x="1411" y="2558"/>
                  </a:cubicBezTo>
                  <a:cubicBezTo>
                    <a:pt x="1298" y="2558"/>
                    <a:pt x="1290" y="2664"/>
                    <a:pt x="1411" y="2721"/>
                  </a:cubicBezTo>
                  <a:lnTo>
                    <a:pt x="1354" y="2721"/>
                  </a:lnTo>
                  <a:cubicBezTo>
                    <a:pt x="1290" y="2721"/>
                    <a:pt x="1233" y="2777"/>
                    <a:pt x="1281" y="3053"/>
                  </a:cubicBezTo>
                  <a:cubicBezTo>
                    <a:pt x="1281" y="3272"/>
                    <a:pt x="1273" y="3434"/>
                    <a:pt x="1217" y="3434"/>
                  </a:cubicBezTo>
                  <a:cubicBezTo>
                    <a:pt x="1160" y="3434"/>
                    <a:pt x="1273" y="3661"/>
                    <a:pt x="1387" y="3766"/>
                  </a:cubicBezTo>
                  <a:cubicBezTo>
                    <a:pt x="1330" y="3766"/>
                    <a:pt x="1330" y="3823"/>
                    <a:pt x="1322" y="3937"/>
                  </a:cubicBezTo>
                  <a:cubicBezTo>
                    <a:pt x="1322" y="4099"/>
                    <a:pt x="1322" y="4099"/>
                    <a:pt x="1265" y="4099"/>
                  </a:cubicBezTo>
                  <a:cubicBezTo>
                    <a:pt x="1215" y="4075"/>
                    <a:pt x="1185" y="4062"/>
                    <a:pt x="1176" y="4062"/>
                  </a:cubicBezTo>
                  <a:cubicBezTo>
                    <a:pt x="1163" y="4062"/>
                    <a:pt x="1191" y="4089"/>
                    <a:pt x="1257" y="4156"/>
                  </a:cubicBezTo>
                  <a:cubicBezTo>
                    <a:pt x="1368" y="4211"/>
                    <a:pt x="1324" y="4375"/>
                    <a:pt x="1209" y="4375"/>
                  </a:cubicBezTo>
                  <a:cubicBezTo>
                    <a:pt x="1206" y="4375"/>
                    <a:pt x="1203" y="4375"/>
                    <a:pt x="1200" y="4374"/>
                  </a:cubicBezTo>
                  <a:cubicBezTo>
                    <a:pt x="1196" y="4374"/>
                    <a:pt x="1193" y="4374"/>
                    <a:pt x="1189" y="4374"/>
                  </a:cubicBezTo>
                  <a:cubicBezTo>
                    <a:pt x="1136" y="4374"/>
                    <a:pt x="1136" y="4430"/>
                    <a:pt x="1136" y="4537"/>
                  </a:cubicBezTo>
                  <a:cubicBezTo>
                    <a:pt x="1192" y="4593"/>
                    <a:pt x="1192" y="4699"/>
                    <a:pt x="1184" y="4812"/>
                  </a:cubicBezTo>
                  <a:cubicBezTo>
                    <a:pt x="1184" y="4974"/>
                    <a:pt x="1184" y="4974"/>
                    <a:pt x="1306" y="4983"/>
                  </a:cubicBezTo>
                  <a:cubicBezTo>
                    <a:pt x="1427" y="4983"/>
                    <a:pt x="1419" y="5039"/>
                    <a:pt x="1419" y="5145"/>
                  </a:cubicBezTo>
                  <a:cubicBezTo>
                    <a:pt x="1419" y="5201"/>
                    <a:pt x="1419" y="5258"/>
                    <a:pt x="1354" y="5258"/>
                  </a:cubicBezTo>
                  <a:cubicBezTo>
                    <a:pt x="1322" y="5283"/>
                    <a:pt x="1306" y="5323"/>
                    <a:pt x="1298" y="5364"/>
                  </a:cubicBezTo>
                  <a:cubicBezTo>
                    <a:pt x="1298" y="5417"/>
                    <a:pt x="1298" y="5470"/>
                    <a:pt x="1245" y="5470"/>
                  </a:cubicBezTo>
                  <a:cubicBezTo>
                    <a:pt x="1241" y="5470"/>
                    <a:pt x="1237" y="5470"/>
                    <a:pt x="1233" y="5469"/>
                  </a:cubicBezTo>
                  <a:cubicBezTo>
                    <a:pt x="1192" y="5518"/>
                    <a:pt x="1168" y="5574"/>
                    <a:pt x="1168" y="5639"/>
                  </a:cubicBezTo>
                  <a:cubicBezTo>
                    <a:pt x="1168" y="5745"/>
                    <a:pt x="1168" y="5858"/>
                    <a:pt x="1103" y="5858"/>
                  </a:cubicBezTo>
                  <a:cubicBezTo>
                    <a:pt x="1103" y="5907"/>
                    <a:pt x="1103" y="5907"/>
                    <a:pt x="1168" y="5915"/>
                  </a:cubicBezTo>
                  <a:cubicBezTo>
                    <a:pt x="1225" y="5915"/>
                    <a:pt x="1281" y="5972"/>
                    <a:pt x="1217" y="6191"/>
                  </a:cubicBezTo>
                  <a:cubicBezTo>
                    <a:pt x="1217" y="6296"/>
                    <a:pt x="1217" y="6466"/>
                    <a:pt x="1273" y="6466"/>
                  </a:cubicBezTo>
                  <a:cubicBezTo>
                    <a:pt x="1273" y="6507"/>
                    <a:pt x="1273" y="6519"/>
                    <a:pt x="1249" y="6519"/>
                  </a:cubicBezTo>
                  <a:cubicBezTo>
                    <a:pt x="1239" y="6519"/>
                    <a:pt x="1226" y="6517"/>
                    <a:pt x="1209" y="6515"/>
                  </a:cubicBezTo>
                  <a:cubicBezTo>
                    <a:pt x="1095" y="6515"/>
                    <a:pt x="1087" y="6628"/>
                    <a:pt x="1209" y="6742"/>
                  </a:cubicBezTo>
                  <a:cubicBezTo>
                    <a:pt x="1265" y="6742"/>
                    <a:pt x="1265" y="6799"/>
                    <a:pt x="1209" y="6847"/>
                  </a:cubicBezTo>
                  <a:cubicBezTo>
                    <a:pt x="1209" y="6888"/>
                    <a:pt x="1233" y="6928"/>
                    <a:pt x="1265" y="6961"/>
                  </a:cubicBezTo>
                  <a:cubicBezTo>
                    <a:pt x="1322" y="7018"/>
                    <a:pt x="1322" y="7018"/>
                    <a:pt x="1257" y="7123"/>
                  </a:cubicBezTo>
                  <a:cubicBezTo>
                    <a:pt x="1200" y="7123"/>
                    <a:pt x="1200" y="7180"/>
                    <a:pt x="1200" y="7237"/>
                  </a:cubicBezTo>
                  <a:cubicBezTo>
                    <a:pt x="1257" y="7342"/>
                    <a:pt x="1241" y="7950"/>
                    <a:pt x="1184" y="8007"/>
                  </a:cubicBezTo>
                  <a:cubicBezTo>
                    <a:pt x="1241" y="8063"/>
                    <a:pt x="1241" y="8063"/>
                    <a:pt x="1241" y="8112"/>
                  </a:cubicBezTo>
                  <a:cubicBezTo>
                    <a:pt x="1119" y="8169"/>
                    <a:pt x="1176" y="8226"/>
                    <a:pt x="1298" y="8226"/>
                  </a:cubicBezTo>
                  <a:lnTo>
                    <a:pt x="1298" y="8169"/>
                  </a:lnTo>
                  <a:lnTo>
                    <a:pt x="1298" y="8120"/>
                  </a:lnTo>
                  <a:cubicBezTo>
                    <a:pt x="1419" y="8120"/>
                    <a:pt x="1411" y="8282"/>
                    <a:pt x="1233" y="8282"/>
                  </a:cubicBezTo>
                  <a:cubicBezTo>
                    <a:pt x="1111" y="8331"/>
                    <a:pt x="1111" y="8331"/>
                    <a:pt x="1233" y="8388"/>
                  </a:cubicBezTo>
                  <a:cubicBezTo>
                    <a:pt x="1354" y="8445"/>
                    <a:pt x="1354" y="8501"/>
                    <a:pt x="1233" y="8558"/>
                  </a:cubicBezTo>
                  <a:cubicBezTo>
                    <a:pt x="1201" y="8556"/>
                    <a:pt x="1178" y="8554"/>
                    <a:pt x="1162" y="8554"/>
                  </a:cubicBezTo>
                  <a:cubicBezTo>
                    <a:pt x="1120" y="8554"/>
                    <a:pt x="1143" y="8567"/>
                    <a:pt x="1233" y="8615"/>
                  </a:cubicBezTo>
                  <a:cubicBezTo>
                    <a:pt x="1468" y="8728"/>
                    <a:pt x="1525" y="8890"/>
                    <a:pt x="1281" y="8890"/>
                  </a:cubicBezTo>
                  <a:cubicBezTo>
                    <a:pt x="1274" y="8890"/>
                    <a:pt x="1266" y="8890"/>
                    <a:pt x="1259" y="8890"/>
                  </a:cubicBezTo>
                  <a:cubicBezTo>
                    <a:pt x="1153" y="8890"/>
                    <a:pt x="1103" y="8943"/>
                    <a:pt x="1103" y="8996"/>
                  </a:cubicBezTo>
                  <a:cubicBezTo>
                    <a:pt x="1103" y="9053"/>
                    <a:pt x="1160" y="9053"/>
                    <a:pt x="1217" y="9053"/>
                  </a:cubicBezTo>
                  <a:cubicBezTo>
                    <a:pt x="1250" y="9037"/>
                    <a:pt x="1274" y="9030"/>
                    <a:pt x="1289" y="9030"/>
                  </a:cubicBezTo>
                  <a:cubicBezTo>
                    <a:pt x="1329" y="9030"/>
                    <a:pt x="1305" y="9081"/>
                    <a:pt x="1217" y="9158"/>
                  </a:cubicBezTo>
                  <a:cubicBezTo>
                    <a:pt x="1038" y="9320"/>
                    <a:pt x="1030" y="9434"/>
                    <a:pt x="1152" y="9604"/>
                  </a:cubicBezTo>
                  <a:cubicBezTo>
                    <a:pt x="1233" y="9761"/>
                    <a:pt x="1252" y="9889"/>
                    <a:pt x="1214" y="9889"/>
                  </a:cubicBezTo>
                  <a:cubicBezTo>
                    <a:pt x="1199" y="9889"/>
                    <a:pt x="1176" y="9869"/>
                    <a:pt x="1144" y="9823"/>
                  </a:cubicBezTo>
                  <a:cubicBezTo>
                    <a:pt x="1087" y="9766"/>
                    <a:pt x="1059" y="9738"/>
                    <a:pt x="1051" y="9738"/>
                  </a:cubicBezTo>
                  <a:cubicBezTo>
                    <a:pt x="1044" y="9738"/>
                    <a:pt x="1059" y="9766"/>
                    <a:pt x="1087" y="9823"/>
                  </a:cubicBezTo>
                  <a:cubicBezTo>
                    <a:pt x="1079" y="9928"/>
                    <a:pt x="1079" y="10042"/>
                    <a:pt x="1079" y="10090"/>
                  </a:cubicBezTo>
                  <a:cubicBezTo>
                    <a:pt x="1087" y="10155"/>
                    <a:pt x="1136" y="10204"/>
                    <a:pt x="1192" y="10204"/>
                  </a:cubicBezTo>
                  <a:cubicBezTo>
                    <a:pt x="1079" y="10261"/>
                    <a:pt x="1014" y="10366"/>
                    <a:pt x="1127" y="10480"/>
                  </a:cubicBezTo>
                  <a:cubicBezTo>
                    <a:pt x="1127" y="10536"/>
                    <a:pt x="1127" y="10593"/>
                    <a:pt x="1127" y="10593"/>
                  </a:cubicBezTo>
                  <a:cubicBezTo>
                    <a:pt x="1127" y="10642"/>
                    <a:pt x="1127" y="10642"/>
                    <a:pt x="1184" y="10699"/>
                  </a:cubicBezTo>
                  <a:cubicBezTo>
                    <a:pt x="1241" y="10755"/>
                    <a:pt x="1184" y="10812"/>
                    <a:pt x="1119" y="10869"/>
                  </a:cubicBezTo>
                  <a:cubicBezTo>
                    <a:pt x="1063" y="10917"/>
                    <a:pt x="998" y="10974"/>
                    <a:pt x="1063" y="10974"/>
                  </a:cubicBezTo>
                  <a:cubicBezTo>
                    <a:pt x="1119" y="10974"/>
                    <a:pt x="1176" y="11088"/>
                    <a:pt x="1233" y="11144"/>
                  </a:cubicBezTo>
                  <a:cubicBezTo>
                    <a:pt x="1279" y="11185"/>
                    <a:pt x="1259" y="11221"/>
                    <a:pt x="1224" y="11221"/>
                  </a:cubicBezTo>
                  <a:cubicBezTo>
                    <a:pt x="1209" y="11221"/>
                    <a:pt x="1192" y="11215"/>
                    <a:pt x="1176" y="11201"/>
                  </a:cubicBezTo>
                  <a:cubicBezTo>
                    <a:pt x="1164" y="11199"/>
                    <a:pt x="1155" y="11198"/>
                    <a:pt x="1147" y="11198"/>
                  </a:cubicBezTo>
                  <a:cubicBezTo>
                    <a:pt x="1116" y="11198"/>
                    <a:pt x="1106" y="11217"/>
                    <a:pt x="1054" y="11307"/>
                  </a:cubicBezTo>
                  <a:cubicBezTo>
                    <a:pt x="1054" y="11363"/>
                    <a:pt x="1054" y="11469"/>
                    <a:pt x="1111" y="11469"/>
                  </a:cubicBezTo>
                  <a:cubicBezTo>
                    <a:pt x="1168" y="11469"/>
                    <a:pt x="1160" y="11801"/>
                    <a:pt x="1103" y="11858"/>
                  </a:cubicBezTo>
                  <a:cubicBezTo>
                    <a:pt x="1103" y="11858"/>
                    <a:pt x="1103" y="11915"/>
                    <a:pt x="1103" y="11963"/>
                  </a:cubicBezTo>
                  <a:cubicBezTo>
                    <a:pt x="1095" y="12020"/>
                    <a:pt x="1160" y="12077"/>
                    <a:pt x="1160" y="12134"/>
                  </a:cubicBezTo>
                  <a:cubicBezTo>
                    <a:pt x="1160" y="12174"/>
                    <a:pt x="1184" y="12215"/>
                    <a:pt x="1217" y="12247"/>
                  </a:cubicBezTo>
                  <a:cubicBezTo>
                    <a:pt x="1217" y="12296"/>
                    <a:pt x="1209" y="12352"/>
                    <a:pt x="1152" y="12352"/>
                  </a:cubicBezTo>
                  <a:cubicBezTo>
                    <a:pt x="1273" y="12409"/>
                    <a:pt x="1273" y="12409"/>
                    <a:pt x="1152" y="12466"/>
                  </a:cubicBezTo>
                  <a:cubicBezTo>
                    <a:pt x="1118" y="12464"/>
                    <a:pt x="1094" y="12462"/>
                    <a:pt x="1079" y="12462"/>
                  </a:cubicBezTo>
                  <a:cubicBezTo>
                    <a:pt x="1039" y="12462"/>
                    <a:pt x="1064" y="12473"/>
                    <a:pt x="1152" y="12515"/>
                  </a:cubicBezTo>
                  <a:cubicBezTo>
                    <a:pt x="1209" y="12571"/>
                    <a:pt x="1209" y="12571"/>
                    <a:pt x="1144" y="12628"/>
                  </a:cubicBezTo>
                  <a:cubicBezTo>
                    <a:pt x="1087" y="12628"/>
                    <a:pt x="1087" y="12685"/>
                    <a:pt x="1144" y="12685"/>
                  </a:cubicBezTo>
                  <a:cubicBezTo>
                    <a:pt x="1265" y="12742"/>
                    <a:pt x="1322" y="12904"/>
                    <a:pt x="1200" y="12904"/>
                  </a:cubicBezTo>
                  <a:cubicBezTo>
                    <a:pt x="1200" y="12944"/>
                    <a:pt x="1225" y="12985"/>
                    <a:pt x="1257" y="13017"/>
                  </a:cubicBezTo>
                  <a:cubicBezTo>
                    <a:pt x="1379" y="13074"/>
                    <a:pt x="1379" y="13074"/>
                    <a:pt x="1257" y="13074"/>
                  </a:cubicBezTo>
                  <a:cubicBezTo>
                    <a:pt x="1136" y="13123"/>
                    <a:pt x="1136" y="13179"/>
                    <a:pt x="1257" y="13236"/>
                  </a:cubicBezTo>
                  <a:cubicBezTo>
                    <a:pt x="1290" y="13269"/>
                    <a:pt x="1281" y="13317"/>
                    <a:pt x="1249" y="13350"/>
                  </a:cubicBezTo>
                  <a:cubicBezTo>
                    <a:pt x="1197" y="13447"/>
                    <a:pt x="1131" y="13737"/>
                    <a:pt x="1216" y="13737"/>
                  </a:cubicBezTo>
                  <a:cubicBezTo>
                    <a:pt x="1223" y="13737"/>
                    <a:pt x="1231" y="13735"/>
                    <a:pt x="1241" y="13731"/>
                  </a:cubicBezTo>
                  <a:lnTo>
                    <a:pt x="1241" y="13844"/>
                  </a:lnTo>
                  <a:cubicBezTo>
                    <a:pt x="1176" y="13950"/>
                    <a:pt x="1176" y="14006"/>
                    <a:pt x="1233" y="14063"/>
                  </a:cubicBezTo>
                  <a:lnTo>
                    <a:pt x="1298" y="14120"/>
                  </a:lnTo>
                  <a:cubicBezTo>
                    <a:pt x="1233" y="14120"/>
                    <a:pt x="1184" y="14161"/>
                    <a:pt x="1176" y="14225"/>
                  </a:cubicBezTo>
                  <a:cubicBezTo>
                    <a:pt x="1176" y="14282"/>
                    <a:pt x="1176" y="14282"/>
                    <a:pt x="1233" y="14282"/>
                  </a:cubicBezTo>
                  <a:cubicBezTo>
                    <a:pt x="1249" y="14265"/>
                    <a:pt x="1261" y="14259"/>
                    <a:pt x="1270" y="14259"/>
                  </a:cubicBezTo>
                  <a:cubicBezTo>
                    <a:pt x="1290" y="14259"/>
                    <a:pt x="1290" y="14299"/>
                    <a:pt x="1290" y="14339"/>
                  </a:cubicBezTo>
                  <a:cubicBezTo>
                    <a:pt x="1281" y="14396"/>
                    <a:pt x="1233" y="14444"/>
                    <a:pt x="1168" y="14444"/>
                  </a:cubicBezTo>
                  <a:lnTo>
                    <a:pt x="1168" y="14501"/>
                  </a:lnTo>
                  <a:cubicBezTo>
                    <a:pt x="1290" y="14501"/>
                    <a:pt x="1290" y="14558"/>
                    <a:pt x="1225" y="14558"/>
                  </a:cubicBezTo>
                  <a:cubicBezTo>
                    <a:pt x="1184" y="14598"/>
                    <a:pt x="1160" y="14655"/>
                    <a:pt x="1160" y="14720"/>
                  </a:cubicBezTo>
                  <a:cubicBezTo>
                    <a:pt x="1203" y="14720"/>
                    <a:pt x="1189" y="14745"/>
                    <a:pt x="1174" y="14745"/>
                  </a:cubicBezTo>
                  <a:cubicBezTo>
                    <a:pt x="1167" y="14745"/>
                    <a:pt x="1160" y="14739"/>
                    <a:pt x="1160" y="14720"/>
                  </a:cubicBezTo>
                  <a:lnTo>
                    <a:pt x="1103" y="14720"/>
                  </a:lnTo>
                  <a:cubicBezTo>
                    <a:pt x="1046" y="14777"/>
                    <a:pt x="1103" y="14777"/>
                    <a:pt x="1160" y="14777"/>
                  </a:cubicBezTo>
                  <a:lnTo>
                    <a:pt x="1160" y="14882"/>
                  </a:lnTo>
                  <a:cubicBezTo>
                    <a:pt x="1160" y="14922"/>
                    <a:pt x="1160" y="14962"/>
                    <a:pt x="1180" y="14962"/>
                  </a:cubicBezTo>
                  <a:cubicBezTo>
                    <a:pt x="1188" y="14962"/>
                    <a:pt x="1200" y="14955"/>
                    <a:pt x="1217" y="14939"/>
                  </a:cubicBezTo>
                  <a:cubicBezTo>
                    <a:pt x="1281" y="14939"/>
                    <a:pt x="1338" y="14947"/>
                    <a:pt x="1338" y="14996"/>
                  </a:cubicBezTo>
                  <a:cubicBezTo>
                    <a:pt x="1273" y="14996"/>
                    <a:pt x="1217" y="14996"/>
                    <a:pt x="1217" y="15052"/>
                  </a:cubicBezTo>
                  <a:cubicBezTo>
                    <a:pt x="1217" y="15109"/>
                    <a:pt x="1152" y="15109"/>
                    <a:pt x="1152" y="15109"/>
                  </a:cubicBezTo>
                  <a:cubicBezTo>
                    <a:pt x="1138" y="15101"/>
                    <a:pt x="1126" y="15098"/>
                    <a:pt x="1117" y="15098"/>
                  </a:cubicBezTo>
                  <a:cubicBezTo>
                    <a:pt x="1052" y="15098"/>
                    <a:pt x="1102" y="15278"/>
                    <a:pt x="1152" y="15328"/>
                  </a:cubicBezTo>
                  <a:cubicBezTo>
                    <a:pt x="1265" y="15442"/>
                    <a:pt x="1265" y="15490"/>
                    <a:pt x="1144" y="15490"/>
                  </a:cubicBezTo>
                  <a:cubicBezTo>
                    <a:pt x="1030" y="15490"/>
                    <a:pt x="1144" y="15604"/>
                    <a:pt x="1322" y="15660"/>
                  </a:cubicBezTo>
                  <a:lnTo>
                    <a:pt x="1500" y="15717"/>
                  </a:lnTo>
                  <a:lnTo>
                    <a:pt x="1322" y="15717"/>
                  </a:lnTo>
                  <a:cubicBezTo>
                    <a:pt x="1079" y="15766"/>
                    <a:pt x="1079" y="15766"/>
                    <a:pt x="1200" y="15928"/>
                  </a:cubicBezTo>
                  <a:cubicBezTo>
                    <a:pt x="1257" y="16041"/>
                    <a:pt x="1257" y="16041"/>
                    <a:pt x="1192" y="16041"/>
                  </a:cubicBezTo>
                  <a:cubicBezTo>
                    <a:pt x="1136" y="16041"/>
                    <a:pt x="1136" y="16098"/>
                    <a:pt x="1127" y="16260"/>
                  </a:cubicBezTo>
                  <a:cubicBezTo>
                    <a:pt x="1127" y="16423"/>
                    <a:pt x="1127" y="16479"/>
                    <a:pt x="1184" y="16479"/>
                  </a:cubicBezTo>
                  <a:cubicBezTo>
                    <a:pt x="1184" y="16479"/>
                    <a:pt x="1184" y="16536"/>
                    <a:pt x="1184" y="16593"/>
                  </a:cubicBezTo>
                  <a:cubicBezTo>
                    <a:pt x="1083" y="16633"/>
                    <a:pt x="1105" y="16718"/>
                    <a:pt x="1185" y="16718"/>
                  </a:cubicBezTo>
                  <a:cubicBezTo>
                    <a:pt x="1201" y="16718"/>
                    <a:pt x="1220" y="16715"/>
                    <a:pt x="1241" y="16706"/>
                  </a:cubicBezTo>
                  <a:lnTo>
                    <a:pt x="1241" y="16812"/>
                  </a:lnTo>
                  <a:lnTo>
                    <a:pt x="1176" y="16812"/>
                  </a:lnTo>
                  <a:cubicBezTo>
                    <a:pt x="1119" y="16812"/>
                    <a:pt x="1119" y="16925"/>
                    <a:pt x="1111" y="17363"/>
                  </a:cubicBezTo>
                  <a:cubicBezTo>
                    <a:pt x="1095" y="17858"/>
                    <a:pt x="1095" y="17914"/>
                    <a:pt x="1217" y="17914"/>
                  </a:cubicBezTo>
                  <a:cubicBezTo>
                    <a:pt x="1338" y="17971"/>
                    <a:pt x="1338" y="18028"/>
                    <a:pt x="1217" y="18028"/>
                  </a:cubicBezTo>
                  <a:cubicBezTo>
                    <a:pt x="1212" y="18027"/>
                    <a:pt x="1208" y="18027"/>
                    <a:pt x="1204" y="18027"/>
                  </a:cubicBezTo>
                  <a:cubicBezTo>
                    <a:pt x="1145" y="18027"/>
                    <a:pt x="1099" y="18077"/>
                    <a:pt x="1152" y="18077"/>
                  </a:cubicBezTo>
                  <a:cubicBezTo>
                    <a:pt x="1152" y="18141"/>
                    <a:pt x="1127" y="18198"/>
                    <a:pt x="1087" y="18239"/>
                  </a:cubicBezTo>
                  <a:cubicBezTo>
                    <a:pt x="965" y="18401"/>
                    <a:pt x="1030" y="18458"/>
                    <a:pt x="1087" y="18466"/>
                  </a:cubicBezTo>
                  <a:cubicBezTo>
                    <a:pt x="1123" y="18449"/>
                    <a:pt x="1143" y="18442"/>
                    <a:pt x="1151" y="18442"/>
                  </a:cubicBezTo>
                  <a:cubicBezTo>
                    <a:pt x="1171" y="18442"/>
                    <a:pt x="1127" y="18480"/>
                    <a:pt x="1087" y="18514"/>
                  </a:cubicBezTo>
                  <a:cubicBezTo>
                    <a:pt x="1022" y="18571"/>
                    <a:pt x="965" y="18628"/>
                    <a:pt x="1022" y="18628"/>
                  </a:cubicBezTo>
                  <a:cubicBezTo>
                    <a:pt x="1078" y="18684"/>
                    <a:pt x="1134" y="19009"/>
                    <a:pt x="1018" y="19009"/>
                  </a:cubicBezTo>
                  <a:cubicBezTo>
                    <a:pt x="1017" y="19009"/>
                    <a:pt x="1015" y="19009"/>
                    <a:pt x="1014" y="19009"/>
                  </a:cubicBezTo>
                  <a:cubicBezTo>
                    <a:pt x="1014" y="19009"/>
                    <a:pt x="1014" y="19066"/>
                    <a:pt x="1014" y="19122"/>
                  </a:cubicBezTo>
                  <a:cubicBezTo>
                    <a:pt x="1071" y="19122"/>
                    <a:pt x="1071" y="19236"/>
                    <a:pt x="1071" y="19341"/>
                  </a:cubicBezTo>
                  <a:cubicBezTo>
                    <a:pt x="1063" y="19448"/>
                    <a:pt x="1063" y="19504"/>
                    <a:pt x="1016" y="19504"/>
                  </a:cubicBezTo>
                  <a:cubicBezTo>
                    <a:pt x="1013" y="19504"/>
                    <a:pt x="1009" y="19504"/>
                    <a:pt x="1006" y="19503"/>
                  </a:cubicBezTo>
                  <a:cubicBezTo>
                    <a:pt x="991" y="19488"/>
                    <a:pt x="979" y="19481"/>
                    <a:pt x="972" y="19481"/>
                  </a:cubicBezTo>
                  <a:cubicBezTo>
                    <a:pt x="953" y="19481"/>
                    <a:pt x="964" y="19534"/>
                    <a:pt x="1006" y="19617"/>
                  </a:cubicBezTo>
                  <a:cubicBezTo>
                    <a:pt x="998" y="19674"/>
                    <a:pt x="1119" y="19731"/>
                    <a:pt x="1119" y="19787"/>
                  </a:cubicBezTo>
                  <a:cubicBezTo>
                    <a:pt x="1184" y="19787"/>
                    <a:pt x="1233" y="19836"/>
                    <a:pt x="1233" y="19893"/>
                  </a:cubicBezTo>
                  <a:lnTo>
                    <a:pt x="1054" y="19893"/>
                  </a:lnTo>
                  <a:cubicBezTo>
                    <a:pt x="1054" y="19949"/>
                    <a:pt x="1054" y="20006"/>
                    <a:pt x="1111" y="20006"/>
                  </a:cubicBezTo>
                  <a:cubicBezTo>
                    <a:pt x="1054" y="20055"/>
                    <a:pt x="1054" y="20112"/>
                    <a:pt x="1046" y="20225"/>
                  </a:cubicBezTo>
                  <a:cubicBezTo>
                    <a:pt x="1046" y="20330"/>
                    <a:pt x="1046" y="20444"/>
                    <a:pt x="1103" y="20501"/>
                  </a:cubicBezTo>
                  <a:cubicBezTo>
                    <a:pt x="981" y="20549"/>
                    <a:pt x="973" y="20882"/>
                    <a:pt x="1095" y="20939"/>
                  </a:cubicBezTo>
                  <a:cubicBezTo>
                    <a:pt x="1152" y="20939"/>
                    <a:pt x="1152" y="20995"/>
                    <a:pt x="1095" y="21052"/>
                  </a:cubicBezTo>
                  <a:cubicBezTo>
                    <a:pt x="1030" y="21101"/>
                    <a:pt x="1030" y="21101"/>
                    <a:pt x="1087" y="21157"/>
                  </a:cubicBezTo>
                  <a:cubicBezTo>
                    <a:pt x="1152" y="21214"/>
                    <a:pt x="1087" y="21271"/>
                    <a:pt x="1030" y="21328"/>
                  </a:cubicBezTo>
                  <a:cubicBezTo>
                    <a:pt x="909" y="21376"/>
                    <a:pt x="909" y="21433"/>
                    <a:pt x="965" y="21490"/>
                  </a:cubicBezTo>
                  <a:cubicBezTo>
                    <a:pt x="1006" y="21571"/>
                    <a:pt x="1022" y="21668"/>
                    <a:pt x="1014" y="21766"/>
                  </a:cubicBezTo>
                  <a:cubicBezTo>
                    <a:pt x="1062" y="21849"/>
                    <a:pt x="1070" y="21898"/>
                    <a:pt x="1097" y="21898"/>
                  </a:cubicBezTo>
                  <a:cubicBezTo>
                    <a:pt x="1107" y="21898"/>
                    <a:pt x="1119" y="21892"/>
                    <a:pt x="1136" y="21879"/>
                  </a:cubicBezTo>
                  <a:cubicBezTo>
                    <a:pt x="1176" y="21879"/>
                    <a:pt x="1225" y="21903"/>
                    <a:pt x="1257" y="21936"/>
                  </a:cubicBezTo>
                  <a:cubicBezTo>
                    <a:pt x="1291" y="21999"/>
                    <a:pt x="1282" y="22024"/>
                    <a:pt x="1269" y="22024"/>
                  </a:cubicBezTo>
                  <a:cubicBezTo>
                    <a:pt x="1260" y="22024"/>
                    <a:pt x="1249" y="22012"/>
                    <a:pt x="1249" y="21993"/>
                  </a:cubicBezTo>
                  <a:cubicBezTo>
                    <a:pt x="1225" y="21944"/>
                    <a:pt x="1211" y="21926"/>
                    <a:pt x="1198" y="21926"/>
                  </a:cubicBezTo>
                  <a:cubicBezTo>
                    <a:pt x="1182" y="21926"/>
                    <a:pt x="1168" y="21957"/>
                    <a:pt x="1136" y="21984"/>
                  </a:cubicBezTo>
                  <a:cubicBezTo>
                    <a:pt x="1087" y="22049"/>
                    <a:pt x="1063" y="22130"/>
                    <a:pt x="1071" y="22203"/>
                  </a:cubicBezTo>
                  <a:cubicBezTo>
                    <a:pt x="1071" y="22260"/>
                    <a:pt x="1063" y="22374"/>
                    <a:pt x="1063" y="22422"/>
                  </a:cubicBezTo>
                  <a:cubicBezTo>
                    <a:pt x="998" y="22593"/>
                    <a:pt x="998" y="22641"/>
                    <a:pt x="1063" y="22649"/>
                  </a:cubicBezTo>
                  <a:lnTo>
                    <a:pt x="1119" y="22649"/>
                  </a:lnTo>
                  <a:cubicBezTo>
                    <a:pt x="998" y="22698"/>
                    <a:pt x="990" y="23306"/>
                    <a:pt x="1103" y="23363"/>
                  </a:cubicBezTo>
                  <a:lnTo>
                    <a:pt x="1046" y="23363"/>
                  </a:lnTo>
                  <a:cubicBezTo>
                    <a:pt x="981" y="23363"/>
                    <a:pt x="981" y="23411"/>
                    <a:pt x="981" y="23525"/>
                  </a:cubicBezTo>
                  <a:cubicBezTo>
                    <a:pt x="1006" y="23671"/>
                    <a:pt x="1022" y="23817"/>
                    <a:pt x="1030" y="23963"/>
                  </a:cubicBezTo>
                  <a:cubicBezTo>
                    <a:pt x="1030" y="24190"/>
                    <a:pt x="1022" y="24352"/>
                    <a:pt x="1087" y="24352"/>
                  </a:cubicBezTo>
                  <a:cubicBezTo>
                    <a:pt x="1087" y="24409"/>
                    <a:pt x="1087" y="24409"/>
                    <a:pt x="1022" y="24409"/>
                  </a:cubicBezTo>
                  <a:cubicBezTo>
                    <a:pt x="1005" y="24392"/>
                    <a:pt x="993" y="24385"/>
                    <a:pt x="985" y="24385"/>
                  </a:cubicBezTo>
                  <a:cubicBezTo>
                    <a:pt x="965" y="24385"/>
                    <a:pt x="965" y="24423"/>
                    <a:pt x="965" y="24457"/>
                  </a:cubicBezTo>
                  <a:cubicBezTo>
                    <a:pt x="965" y="24514"/>
                    <a:pt x="1022" y="24514"/>
                    <a:pt x="1079" y="24514"/>
                  </a:cubicBezTo>
                  <a:cubicBezTo>
                    <a:pt x="1144" y="24522"/>
                    <a:pt x="1136" y="24571"/>
                    <a:pt x="1079" y="24684"/>
                  </a:cubicBezTo>
                  <a:cubicBezTo>
                    <a:pt x="1014" y="24822"/>
                    <a:pt x="1014" y="24984"/>
                    <a:pt x="1071" y="25122"/>
                  </a:cubicBezTo>
                  <a:cubicBezTo>
                    <a:pt x="1071" y="25179"/>
                    <a:pt x="1063" y="25236"/>
                    <a:pt x="1006" y="25236"/>
                  </a:cubicBezTo>
                  <a:cubicBezTo>
                    <a:pt x="917" y="25301"/>
                    <a:pt x="909" y="25438"/>
                    <a:pt x="998" y="25503"/>
                  </a:cubicBezTo>
                  <a:cubicBezTo>
                    <a:pt x="998" y="25560"/>
                    <a:pt x="998" y="25560"/>
                    <a:pt x="941" y="25560"/>
                  </a:cubicBezTo>
                  <a:cubicBezTo>
                    <a:pt x="876" y="25617"/>
                    <a:pt x="819" y="25617"/>
                    <a:pt x="941" y="25673"/>
                  </a:cubicBezTo>
                  <a:cubicBezTo>
                    <a:pt x="998" y="25795"/>
                    <a:pt x="990" y="25933"/>
                    <a:pt x="933" y="26055"/>
                  </a:cubicBezTo>
                  <a:cubicBezTo>
                    <a:pt x="925" y="26111"/>
                    <a:pt x="925" y="26168"/>
                    <a:pt x="990" y="26168"/>
                  </a:cubicBezTo>
                  <a:lnTo>
                    <a:pt x="1046" y="26168"/>
                  </a:lnTo>
                  <a:cubicBezTo>
                    <a:pt x="925" y="26225"/>
                    <a:pt x="925" y="26225"/>
                    <a:pt x="1046" y="26282"/>
                  </a:cubicBezTo>
                  <a:cubicBezTo>
                    <a:pt x="1099" y="26282"/>
                    <a:pt x="1103" y="26331"/>
                    <a:pt x="1057" y="26331"/>
                  </a:cubicBezTo>
                  <a:cubicBezTo>
                    <a:pt x="1054" y="26331"/>
                    <a:pt x="1050" y="26331"/>
                    <a:pt x="1046" y="26330"/>
                  </a:cubicBezTo>
                  <a:cubicBezTo>
                    <a:pt x="1006" y="26363"/>
                    <a:pt x="990" y="26403"/>
                    <a:pt x="981" y="26444"/>
                  </a:cubicBezTo>
                  <a:cubicBezTo>
                    <a:pt x="1006" y="26646"/>
                    <a:pt x="1022" y="26849"/>
                    <a:pt x="1030" y="27052"/>
                  </a:cubicBezTo>
                  <a:cubicBezTo>
                    <a:pt x="1022" y="27490"/>
                    <a:pt x="1014" y="27652"/>
                    <a:pt x="1079" y="27652"/>
                  </a:cubicBezTo>
                  <a:cubicBezTo>
                    <a:pt x="1136" y="27709"/>
                    <a:pt x="1136" y="27709"/>
                    <a:pt x="1071" y="27765"/>
                  </a:cubicBezTo>
                  <a:cubicBezTo>
                    <a:pt x="1030" y="27806"/>
                    <a:pt x="1006" y="27871"/>
                    <a:pt x="1014" y="27927"/>
                  </a:cubicBezTo>
                  <a:cubicBezTo>
                    <a:pt x="1006" y="27984"/>
                    <a:pt x="1006" y="28041"/>
                    <a:pt x="949" y="28041"/>
                  </a:cubicBezTo>
                  <a:cubicBezTo>
                    <a:pt x="1006" y="28098"/>
                    <a:pt x="1006" y="28098"/>
                    <a:pt x="1006" y="28146"/>
                  </a:cubicBezTo>
                  <a:cubicBezTo>
                    <a:pt x="949" y="28146"/>
                    <a:pt x="949" y="28203"/>
                    <a:pt x="1006" y="28260"/>
                  </a:cubicBezTo>
                  <a:cubicBezTo>
                    <a:pt x="1119" y="28317"/>
                    <a:pt x="1119" y="28317"/>
                    <a:pt x="1006" y="28317"/>
                  </a:cubicBezTo>
                  <a:cubicBezTo>
                    <a:pt x="951" y="28317"/>
                    <a:pt x="895" y="28434"/>
                    <a:pt x="920" y="28434"/>
                  </a:cubicBezTo>
                  <a:cubicBezTo>
                    <a:pt x="925" y="28434"/>
                    <a:pt x="931" y="28430"/>
                    <a:pt x="941" y="28422"/>
                  </a:cubicBezTo>
                  <a:cubicBezTo>
                    <a:pt x="998" y="28422"/>
                    <a:pt x="998" y="28535"/>
                    <a:pt x="1054" y="28592"/>
                  </a:cubicBezTo>
                  <a:cubicBezTo>
                    <a:pt x="1054" y="28649"/>
                    <a:pt x="1054" y="28698"/>
                    <a:pt x="998" y="28698"/>
                  </a:cubicBezTo>
                  <a:cubicBezTo>
                    <a:pt x="933" y="28754"/>
                    <a:pt x="990" y="29030"/>
                    <a:pt x="1046" y="29087"/>
                  </a:cubicBezTo>
                  <a:cubicBezTo>
                    <a:pt x="1103" y="29087"/>
                    <a:pt x="1103" y="29144"/>
                    <a:pt x="1046" y="29144"/>
                  </a:cubicBezTo>
                  <a:cubicBezTo>
                    <a:pt x="990" y="29144"/>
                    <a:pt x="981" y="29192"/>
                    <a:pt x="981" y="29249"/>
                  </a:cubicBezTo>
                  <a:cubicBezTo>
                    <a:pt x="1038" y="29306"/>
                    <a:pt x="981" y="29306"/>
                    <a:pt x="925" y="29306"/>
                  </a:cubicBezTo>
                  <a:cubicBezTo>
                    <a:pt x="907" y="29290"/>
                    <a:pt x="894" y="29283"/>
                    <a:pt x="885" y="29283"/>
                  </a:cubicBezTo>
                  <a:cubicBezTo>
                    <a:pt x="860" y="29283"/>
                    <a:pt x="860" y="29334"/>
                    <a:pt x="860" y="29411"/>
                  </a:cubicBezTo>
                  <a:cubicBezTo>
                    <a:pt x="917" y="29468"/>
                    <a:pt x="917" y="29687"/>
                    <a:pt x="909" y="29857"/>
                  </a:cubicBezTo>
                  <a:cubicBezTo>
                    <a:pt x="909" y="30133"/>
                    <a:pt x="965" y="30189"/>
                    <a:pt x="1079" y="30295"/>
                  </a:cubicBezTo>
                  <a:lnTo>
                    <a:pt x="1200" y="30352"/>
                  </a:lnTo>
                  <a:lnTo>
                    <a:pt x="1079" y="30352"/>
                  </a:lnTo>
                  <a:cubicBezTo>
                    <a:pt x="1014" y="30360"/>
                    <a:pt x="957" y="30376"/>
                    <a:pt x="900" y="30408"/>
                  </a:cubicBezTo>
                  <a:cubicBezTo>
                    <a:pt x="900" y="30457"/>
                    <a:pt x="957" y="30457"/>
                    <a:pt x="1022" y="30465"/>
                  </a:cubicBezTo>
                  <a:cubicBezTo>
                    <a:pt x="1079" y="30465"/>
                    <a:pt x="1079" y="30522"/>
                    <a:pt x="1014" y="30627"/>
                  </a:cubicBezTo>
                  <a:cubicBezTo>
                    <a:pt x="949" y="30733"/>
                    <a:pt x="949" y="30789"/>
                    <a:pt x="1014" y="30846"/>
                  </a:cubicBezTo>
                  <a:cubicBezTo>
                    <a:pt x="1014" y="30911"/>
                    <a:pt x="990" y="30968"/>
                    <a:pt x="949" y="31008"/>
                  </a:cubicBezTo>
                  <a:cubicBezTo>
                    <a:pt x="949" y="31065"/>
                    <a:pt x="949" y="31065"/>
                    <a:pt x="1006" y="31065"/>
                  </a:cubicBezTo>
                  <a:cubicBezTo>
                    <a:pt x="1063" y="31065"/>
                    <a:pt x="1063" y="31122"/>
                    <a:pt x="1006" y="31179"/>
                  </a:cubicBezTo>
                  <a:cubicBezTo>
                    <a:pt x="884" y="31227"/>
                    <a:pt x="876" y="31398"/>
                    <a:pt x="941" y="31398"/>
                  </a:cubicBezTo>
                  <a:cubicBezTo>
                    <a:pt x="998" y="31398"/>
                    <a:pt x="998" y="31454"/>
                    <a:pt x="998" y="31511"/>
                  </a:cubicBezTo>
                  <a:cubicBezTo>
                    <a:pt x="990" y="31568"/>
                    <a:pt x="1006" y="31633"/>
                    <a:pt x="1054" y="31673"/>
                  </a:cubicBezTo>
                  <a:cubicBezTo>
                    <a:pt x="1054" y="31730"/>
                    <a:pt x="1054" y="31787"/>
                    <a:pt x="1054" y="31787"/>
                  </a:cubicBezTo>
                  <a:cubicBezTo>
                    <a:pt x="1052" y="31800"/>
                    <a:pt x="1047" y="31805"/>
                    <a:pt x="1039" y="31805"/>
                  </a:cubicBezTo>
                  <a:cubicBezTo>
                    <a:pt x="1020" y="31805"/>
                    <a:pt x="990" y="31765"/>
                    <a:pt x="990" y="31730"/>
                  </a:cubicBezTo>
                  <a:lnTo>
                    <a:pt x="933" y="31779"/>
                  </a:lnTo>
                  <a:cubicBezTo>
                    <a:pt x="925" y="31892"/>
                    <a:pt x="925" y="31949"/>
                    <a:pt x="990" y="32006"/>
                  </a:cubicBezTo>
                  <a:cubicBezTo>
                    <a:pt x="1072" y="32047"/>
                    <a:pt x="1095" y="32058"/>
                    <a:pt x="1054" y="32058"/>
                  </a:cubicBezTo>
                  <a:cubicBezTo>
                    <a:pt x="1039" y="32058"/>
                    <a:pt x="1015" y="32056"/>
                    <a:pt x="981" y="32054"/>
                  </a:cubicBezTo>
                  <a:cubicBezTo>
                    <a:pt x="925" y="32054"/>
                    <a:pt x="868" y="32111"/>
                    <a:pt x="925" y="32168"/>
                  </a:cubicBezTo>
                  <a:cubicBezTo>
                    <a:pt x="1031" y="32221"/>
                    <a:pt x="988" y="32274"/>
                    <a:pt x="936" y="32274"/>
                  </a:cubicBezTo>
                  <a:cubicBezTo>
                    <a:pt x="932" y="32274"/>
                    <a:pt x="928" y="32274"/>
                    <a:pt x="925" y="32273"/>
                  </a:cubicBezTo>
                  <a:cubicBezTo>
                    <a:pt x="884" y="32254"/>
                    <a:pt x="857" y="32242"/>
                    <a:pt x="843" y="32242"/>
                  </a:cubicBezTo>
                  <a:cubicBezTo>
                    <a:pt x="816" y="32242"/>
                    <a:pt x="841" y="32292"/>
                    <a:pt x="917" y="32443"/>
                  </a:cubicBezTo>
                  <a:cubicBezTo>
                    <a:pt x="917" y="32549"/>
                    <a:pt x="973" y="32776"/>
                    <a:pt x="965" y="32938"/>
                  </a:cubicBezTo>
                  <a:cubicBezTo>
                    <a:pt x="965" y="33157"/>
                    <a:pt x="957" y="33270"/>
                    <a:pt x="900" y="33319"/>
                  </a:cubicBezTo>
                  <a:cubicBezTo>
                    <a:pt x="885" y="33319"/>
                    <a:pt x="872" y="33320"/>
                    <a:pt x="860" y="33321"/>
                  </a:cubicBezTo>
                  <a:lnTo>
                    <a:pt x="860" y="33321"/>
                  </a:lnTo>
                  <a:cubicBezTo>
                    <a:pt x="957" y="33335"/>
                    <a:pt x="957" y="33388"/>
                    <a:pt x="957" y="33546"/>
                  </a:cubicBezTo>
                  <a:cubicBezTo>
                    <a:pt x="900" y="33651"/>
                    <a:pt x="925" y="33789"/>
                    <a:pt x="1006" y="33878"/>
                  </a:cubicBezTo>
                  <a:lnTo>
                    <a:pt x="1006" y="33765"/>
                  </a:lnTo>
                  <a:cubicBezTo>
                    <a:pt x="1127" y="33765"/>
                    <a:pt x="1127" y="33822"/>
                    <a:pt x="1063" y="33927"/>
                  </a:cubicBezTo>
                  <a:cubicBezTo>
                    <a:pt x="1063" y="33984"/>
                    <a:pt x="1006" y="33984"/>
                    <a:pt x="949" y="33984"/>
                  </a:cubicBezTo>
                  <a:cubicBezTo>
                    <a:pt x="884" y="33984"/>
                    <a:pt x="836" y="34033"/>
                    <a:pt x="827" y="34089"/>
                  </a:cubicBezTo>
                  <a:cubicBezTo>
                    <a:pt x="822" y="34129"/>
                    <a:pt x="820" y="34170"/>
                    <a:pt x="842" y="34170"/>
                  </a:cubicBezTo>
                  <a:cubicBezTo>
                    <a:pt x="852" y="34170"/>
                    <a:pt x="865" y="34163"/>
                    <a:pt x="884" y="34146"/>
                  </a:cubicBezTo>
                  <a:cubicBezTo>
                    <a:pt x="941" y="34146"/>
                    <a:pt x="941" y="34146"/>
                    <a:pt x="941" y="34203"/>
                  </a:cubicBezTo>
                  <a:cubicBezTo>
                    <a:pt x="933" y="34268"/>
                    <a:pt x="949" y="34324"/>
                    <a:pt x="998" y="34373"/>
                  </a:cubicBezTo>
                  <a:cubicBezTo>
                    <a:pt x="1054" y="34373"/>
                    <a:pt x="1054" y="34430"/>
                    <a:pt x="1054" y="34478"/>
                  </a:cubicBezTo>
                  <a:cubicBezTo>
                    <a:pt x="1014" y="34527"/>
                    <a:pt x="990" y="34584"/>
                    <a:pt x="990" y="34649"/>
                  </a:cubicBezTo>
                  <a:lnTo>
                    <a:pt x="933" y="34641"/>
                  </a:lnTo>
                  <a:cubicBezTo>
                    <a:pt x="884" y="34649"/>
                    <a:pt x="844" y="34665"/>
                    <a:pt x="811" y="34697"/>
                  </a:cubicBezTo>
                  <a:cubicBezTo>
                    <a:pt x="811" y="34754"/>
                    <a:pt x="868" y="34754"/>
                    <a:pt x="868" y="34754"/>
                  </a:cubicBezTo>
                  <a:cubicBezTo>
                    <a:pt x="933" y="34754"/>
                    <a:pt x="900" y="36076"/>
                    <a:pt x="900" y="36238"/>
                  </a:cubicBezTo>
                  <a:cubicBezTo>
                    <a:pt x="845" y="36335"/>
                    <a:pt x="837" y="36468"/>
                    <a:pt x="872" y="36468"/>
                  </a:cubicBezTo>
                  <a:cubicBezTo>
                    <a:pt x="877" y="36468"/>
                    <a:pt x="884" y="36465"/>
                    <a:pt x="892" y="36457"/>
                  </a:cubicBezTo>
                  <a:cubicBezTo>
                    <a:pt x="957" y="36465"/>
                    <a:pt x="949" y="36732"/>
                    <a:pt x="941" y="37065"/>
                  </a:cubicBezTo>
                  <a:cubicBezTo>
                    <a:pt x="933" y="37454"/>
                    <a:pt x="925" y="37730"/>
                    <a:pt x="990" y="37730"/>
                  </a:cubicBezTo>
                  <a:lnTo>
                    <a:pt x="981" y="37892"/>
                  </a:lnTo>
                  <a:cubicBezTo>
                    <a:pt x="998" y="37989"/>
                    <a:pt x="1014" y="38078"/>
                    <a:pt x="1038" y="38167"/>
                  </a:cubicBezTo>
                  <a:cubicBezTo>
                    <a:pt x="1078" y="38208"/>
                    <a:pt x="1090" y="38248"/>
                    <a:pt x="1074" y="38248"/>
                  </a:cubicBezTo>
                  <a:cubicBezTo>
                    <a:pt x="1067" y="38248"/>
                    <a:pt x="1055" y="38241"/>
                    <a:pt x="1038" y="38224"/>
                  </a:cubicBezTo>
                  <a:cubicBezTo>
                    <a:pt x="981" y="38224"/>
                    <a:pt x="917" y="38224"/>
                    <a:pt x="917" y="38281"/>
                  </a:cubicBezTo>
                  <a:cubicBezTo>
                    <a:pt x="917" y="38386"/>
                    <a:pt x="973" y="38386"/>
                    <a:pt x="1030" y="38386"/>
                  </a:cubicBezTo>
                  <a:cubicBezTo>
                    <a:pt x="1063" y="38386"/>
                    <a:pt x="1095" y="38411"/>
                    <a:pt x="1095" y="38443"/>
                  </a:cubicBezTo>
                  <a:cubicBezTo>
                    <a:pt x="1095" y="38500"/>
                    <a:pt x="1095" y="38500"/>
                    <a:pt x="1030" y="38500"/>
                  </a:cubicBezTo>
                  <a:lnTo>
                    <a:pt x="909" y="38500"/>
                  </a:lnTo>
                  <a:lnTo>
                    <a:pt x="909" y="38549"/>
                  </a:lnTo>
                  <a:cubicBezTo>
                    <a:pt x="941" y="38549"/>
                    <a:pt x="973" y="38573"/>
                    <a:pt x="973" y="38605"/>
                  </a:cubicBezTo>
                  <a:cubicBezTo>
                    <a:pt x="965" y="38662"/>
                    <a:pt x="965" y="38662"/>
                    <a:pt x="852" y="38662"/>
                  </a:cubicBezTo>
                  <a:cubicBezTo>
                    <a:pt x="730" y="38662"/>
                    <a:pt x="730" y="38711"/>
                    <a:pt x="844" y="38767"/>
                  </a:cubicBezTo>
                  <a:lnTo>
                    <a:pt x="900" y="38881"/>
                  </a:lnTo>
                  <a:cubicBezTo>
                    <a:pt x="787" y="38938"/>
                    <a:pt x="900" y="39051"/>
                    <a:pt x="957" y="39100"/>
                  </a:cubicBezTo>
                  <a:cubicBezTo>
                    <a:pt x="836" y="39157"/>
                    <a:pt x="836" y="39213"/>
                    <a:pt x="957" y="39270"/>
                  </a:cubicBezTo>
                  <a:cubicBezTo>
                    <a:pt x="1014" y="39270"/>
                    <a:pt x="1014" y="39327"/>
                    <a:pt x="957" y="39376"/>
                  </a:cubicBezTo>
                  <a:cubicBezTo>
                    <a:pt x="892" y="39432"/>
                    <a:pt x="892" y="39489"/>
                    <a:pt x="892" y="39594"/>
                  </a:cubicBezTo>
                  <a:cubicBezTo>
                    <a:pt x="949" y="39651"/>
                    <a:pt x="941" y="40040"/>
                    <a:pt x="933" y="40478"/>
                  </a:cubicBezTo>
                  <a:cubicBezTo>
                    <a:pt x="925" y="40973"/>
                    <a:pt x="917" y="41305"/>
                    <a:pt x="973" y="41305"/>
                  </a:cubicBezTo>
                  <a:cubicBezTo>
                    <a:pt x="973" y="41362"/>
                    <a:pt x="973" y="41362"/>
                    <a:pt x="909" y="41419"/>
                  </a:cubicBezTo>
                  <a:cubicBezTo>
                    <a:pt x="905" y="41418"/>
                    <a:pt x="901" y="41418"/>
                    <a:pt x="898" y="41418"/>
                  </a:cubicBezTo>
                  <a:cubicBezTo>
                    <a:pt x="852" y="41418"/>
                    <a:pt x="859" y="41471"/>
                    <a:pt x="965" y="41524"/>
                  </a:cubicBezTo>
                  <a:cubicBezTo>
                    <a:pt x="1030" y="41581"/>
                    <a:pt x="1087" y="41581"/>
                    <a:pt x="965" y="41581"/>
                  </a:cubicBezTo>
                  <a:cubicBezTo>
                    <a:pt x="909" y="41581"/>
                    <a:pt x="909" y="41694"/>
                    <a:pt x="900" y="41913"/>
                  </a:cubicBezTo>
                  <a:cubicBezTo>
                    <a:pt x="900" y="42075"/>
                    <a:pt x="892" y="42294"/>
                    <a:pt x="949" y="42294"/>
                  </a:cubicBezTo>
                  <a:cubicBezTo>
                    <a:pt x="987" y="42361"/>
                    <a:pt x="1003" y="42388"/>
                    <a:pt x="996" y="42388"/>
                  </a:cubicBezTo>
                  <a:cubicBezTo>
                    <a:pt x="992" y="42388"/>
                    <a:pt x="976" y="42375"/>
                    <a:pt x="949" y="42351"/>
                  </a:cubicBezTo>
                  <a:cubicBezTo>
                    <a:pt x="939" y="42346"/>
                    <a:pt x="929" y="42343"/>
                    <a:pt x="919" y="42343"/>
                  </a:cubicBezTo>
                  <a:cubicBezTo>
                    <a:pt x="825" y="42343"/>
                    <a:pt x="781" y="42585"/>
                    <a:pt x="884" y="42732"/>
                  </a:cubicBezTo>
                  <a:cubicBezTo>
                    <a:pt x="884" y="42789"/>
                    <a:pt x="884" y="42846"/>
                    <a:pt x="819" y="42846"/>
                  </a:cubicBezTo>
                  <a:cubicBezTo>
                    <a:pt x="819" y="42943"/>
                    <a:pt x="836" y="43032"/>
                    <a:pt x="876" y="43121"/>
                  </a:cubicBezTo>
                  <a:cubicBezTo>
                    <a:pt x="876" y="43178"/>
                    <a:pt x="868" y="43397"/>
                    <a:pt x="868" y="43502"/>
                  </a:cubicBezTo>
                  <a:cubicBezTo>
                    <a:pt x="868" y="43583"/>
                    <a:pt x="892" y="43656"/>
                    <a:pt x="925" y="43729"/>
                  </a:cubicBezTo>
                  <a:lnTo>
                    <a:pt x="925" y="43786"/>
                  </a:lnTo>
                  <a:cubicBezTo>
                    <a:pt x="924" y="43786"/>
                    <a:pt x="923" y="43786"/>
                    <a:pt x="922" y="43786"/>
                  </a:cubicBezTo>
                  <a:cubicBezTo>
                    <a:pt x="860" y="43786"/>
                    <a:pt x="860" y="44059"/>
                    <a:pt x="852" y="44443"/>
                  </a:cubicBezTo>
                  <a:cubicBezTo>
                    <a:pt x="844" y="44824"/>
                    <a:pt x="836" y="45156"/>
                    <a:pt x="771" y="45213"/>
                  </a:cubicBezTo>
                  <a:cubicBezTo>
                    <a:pt x="779" y="45254"/>
                    <a:pt x="795" y="45294"/>
                    <a:pt x="827" y="45318"/>
                  </a:cubicBezTo>
                  <a:cubicBezTo>
                    <a:pt x="949" y="45383"/>
                    <a:pt x="949" y="45432"/>
                    <a:pt x="884" y="45489"/>
                  </a:cubicBezTo>
                  <a:cubicBezTo>
                    <a:pt x="763" y="45562"/>
                    <a:pt x="763" y="45740"/>
                    <a:pt x="884" y="45821"/>
                  </a:cubicBezTo>
                  <a:lnTo>
                    <a:pt x="819" y="45821"/>
                  </a:lnTo>
                  <a:cubicBezTo>
                    <a:pt x="698" y="45870"/>
                    <a:pt x="754" y="46040"/>
                    <a:pt x="876" y="46097"/>
                  </a:cubicBezTo>
                  <a:cubicBezTo>
                    <a:pt x="811" y="46145"/>
                    <a:pt x="754" y="46202"/>
                    <a:pt x="811" y="46259"/>
                  </a:cubicBezTo>
                  <a:cubicBezTo>
                    <a:pt x="811" y="46300"/>
                    <a:pt x="811" y="46311"/>
                    <a:pt x="765" y="46311"/>
                  </a:cubicBezTo>
                  <a:cubicBezTo>
                    <a:pt x="747" y="46311"/>
                    <a:pt x="723" y="46310"/>
                    <a:pt x="690" y="46308"/>
                  </a:cubicBezTo>
                  <a:cubicBezTo>
                    <a:pt x="633" y="46308"/>
                    <a:pt x="568" y="46308"/>
                    <a:pt x="568" y="46364"/>
                  </a:cubicBezTo>
                  <a:cubicBezTo>
                    <a:pt x="568" y="46421"/>
                    <a:pt x="625" y="46421"/>
                    <a:pt x="690" y="46421"/>
                  </a:cubicBezTo>
                  <a:lnTo>
                    <a:pt x="690" y="46527"/>
                  </a:lnTo>
                  <a:cubicBezTo>
                    <a:pt x="682" y="46556"/>
                    <a:pt x="708" y="46585"/>
                    <a:pt x="736" y="46585"/>
                  </a:cubicBezTo>
                  <a:cubicBezTo>
                    <a:pt x="740" y="46585"/>
                    <a:pt x="743" y="46584"/>
                    <a:pt x="746" y="46583"/>
                  </a:cubicBezTo>
                  <a:cubicBezTo>
                    <a:pt x="803" y="46591"/>
                    <a:pt x="803" y="46640"/>
                    <a:pt x="803" y="46697"/>
                  </a:cubicBezTo>
                  <a:cubicBezTo>
                    <a:pt x="765" y="46697"/>
                    <a:pt x="778" y="46722"/>
                    <a:pt x="807" y="46722"/>
                  </a:cubicBezTo>
                  <a:cubicBezTo>
                    <a:pt x="822" y="46722"/>
                    <a:pt x="841" y="46716"/>
                    <a:pt x="860" y="46697"/>
                  </a:cubicBezTo>
                  <a:cubicBezTo>
                    <a:pt x="925" y="46697"/>
                    <a:pt x="981" y="46705"/>
                    <a:pt x="981" y="46754"/>
                  </a:cubicBezTo>
                  <a:lnTo>
                    <a:pt x="1103" y="46762"/>
                  </a:lnTo>
                  <a:cubicBezTo>
                    <a:pt x="1217" y="46762"/>
                    <a:pt x="1281" y="46762"/>
                    <a:pt x="1338" y="46656"/>
                  </a:cubicBezTo>
                  <a:cubicBezTo>
                    <a:pt x="1403" y="46437"/>
                    <a:pt x="1468" y="46267"/>
                    <a:pt x="1346" y="46267"/>
                  </a:cubicBezTo>
                  <a:cubicBezTo>
                    <a:pt x="1273" y="46218"/>
                    <a:pt x="1273" y="46097"/>
                    <a:pt x="1354" y="46048"/>
                  </a:cubicBezTo>
                  <a:cubicBezTo>
                    <a:pt x="1411" y="46048"/>
                    <a:pt x="1419" y="45829"/>
                    <a:pt x="1427" y="45554"/>
                  </a:cubicBezTo>
                  <a:cubicBezTo>
                    <a:pt x="1427" y="45221"/>
                    <a:pt x="1436" y="45059"/>
                    <a:pt x="1492" y="45002"/>
                  </a:cubicBezTo>
                  <a:cubicBezTo>
                    <a:pt x="1533" y="44978"/>
                    <a:pt x="1549" y="44937"/>
                    <a:pt x="1557" y="44897"/>
                  </a:cubicBezTo>
                  <a:cubicBezTo>
                    <a:pt x="1500" y="44897"/>
                    <a:pt x="1500" y="44564"/>
                    <a:pt x="1509" y="44183"/>
                  </a:cubicBezTo>
                  <a:cubicBezTo>
                    <a:pt x="1517" y="43794"/>
                    <a:pt x="1525" y="43413"/>
                    <a:pt x="1468" y="43405"/>
                  </a:cubicBezTo>
                  <a:lnTo>
                    <a:pt x="1468" y="43300"/>
                  </a:lnTo>
                  <a:cubicBezTo>
                    <a:pt x="1533" y="43300"/>
                    <a:pt x="1533" y="43186"/>
                    <a:pt x="1533" y="43081"/>
                  </a:cubicBezTo>
                  <a:cubicBezTo>
                    <a:pt x="1500" y="43008"/>
                    <a:pt x="1484" y="42935"/>
                    <a:pt x="1476" y="42862"/>
                  </a:cubicBezTo>
                  <a:cubicBezTo>
                    <a:pt x="1541" y="42862"/>
                    <a:pt x="1541" y="42805"/>
                    <a:pt x="1541" y="42692"/>
                  </a:cubicBezTo>
                  <a:cubicBezTo>
                    <a:pt x="1549" y="42586"/>
                    <a:pt x="1549" y="42529"/>
                    <a:pt x="1484" y="42529"/>
                  </a:cubicBezTo>
                  <a:cubicBezTo>
                    <a:pt x="1484" y="42327"/>
                    <a:pt x="1509" y="42124"/>
                    <a:pt x="1557" y="41921"/>
                  </a:cubicBezTo>
                  <a:cubicBezTo>
                    <a:pt x="1622" y="41873"/>
                    <a:pt x="1557" y="41816"/>
                    <a:pt x="1500" y="41759"/>
                  </a:cubicBezTo>
                  <a:cubicBezTo>
                    <a:pt x="1444" y="41751"/>
                    <a:pt x="1387" y="41711"/>
                    <a:pt x="1387" y="41646"/>
                  </a:cubicBezTo>
                  <a:lnTo>
                    <a:pt x="1509" y="41646"/>
                  </a:lnTo>
                  <a:cubicBezTo>
                    <a:pt x="1533" y="41670"/>
                    <a:pt x="1546" y="41684"/>
                    <a:pt x="1554" y="41684"/>
                  </a:cubicBezTo>
                  <a:cubicBezTo>
                    <a:pt x="1565" y="41684"/>
                    <a:pt x="1565" y="41658"/>
                    <a:pt x="1565" y="41597"/>
                  </a:cubicBezTo>
                  <a:lnTo>
                    <a:pt x="1565" y="41484"/>
                  </a:lnTo>
                  <a:cubicBezTo>
                    <a:pt x="1509" y="41484"/>
                    <a:pt x="1517" y="41208"/>
                    <a:pt x="1525" y="40819"/>
                  </a:cubicBezTo>
                  <a:cubicBezTo>
                    <a:pt x="1533" y="40324"/>
                    <a:pt x="1533" y="40162"/>
                    <a:pt x="1476" y="40162"/>
                  </a:cubicBezTo>
                  <a:cubicBezTo>
                    <a:pt x="1419" y="40162"/>
                    <a:pt x="1419" y="40105"/>
                    <a:pt x="1484" y="39943"/>
                  </a:cubicBezTo>
                  <a:cubicBezTo>
                    <a:pt x="1663" y="39611"/>
                    <a:pt x="1663" y="39611"/>
                    <a:pt x="1606" y="39554"/>
                  </a:cubicBezTo>
                  <a:lnTo>
                    <a:pt x="1606" y="39554"/>
                  </a:lnTo>
                  <a:cubicBezTo>
                    <a:pt x="1606" y="39611"/>
                    <a:pt x="1549" y="39611"/>
                    <a:pt x="1484" y="39611"/>
                  </a:cubicBezTo>
                  <a:cubicBezTo>
                    <a:pt x="1371" y="39611"/>
                    <a:pt x="1371" y="39554"/>
                    <a:pt x="1492" y="39497"/>
                  </a:cubicBezTo>
                  <a:cubicBezTo>
                    <a:pt x="1493" y="39497"/>
                    <a:pt x="1493" y="39497"/>
                    <a:pt x="1494" y="39497"/>
                  </a:cubicBezTo>
                  <a:cubicBezTo>
                    <a:pt x="1605" y="39497"/>
                    <a:pt x="1565" y="38678"/>
                    <a:pt x="1444" y="38622"/>
                  </a:cubicBezTo>
                  <a:lnTo>
                    <a:pt x="1509" y="38622"/>
                  </a:lnTo>
                  <a:cubicBezTo>
                    <a:pt x="1565" y="38622"/>
                    <a:pt x="1565" y="38565"/>
                    <a:pt x="1573" y="38346"/>
                  </a:cubicBezTo>
                  <a:cubicBezTo>
                    <a:pt x="1573" y="38232"/>
                    <a:pt x="1573" y="38184"/>
                    <a:pt x="1573" y="38184"/>
                  </a:cubicBezTo>
                  <a:cubicBezTo>
                    <a:pt x="1460" y="38176"/>
                    <a:pt x="1525" y="37851"/>
                    <a:pt x="1581" y="37851"/>
                  </a:cubicBezTo>
                  <a:cubicBezTo>
                    <a:pt x="1646" y="37795"/>
                    <a:pt x="1646" y="37795"/>
                    <a:pt x="1646" y="37689"/>
                  </a:cubicBezTo>
                  <a:cubicBezTo>
                    <a:pt x="1533" y="37519"/>
                    <a:pt x="1598" y="37243"/>
                    <a:pt x="1654" y="37243"/>
                  </a:cubicBezTo>
                  <a:cubicBezTo>
                    <a:pt x="1654" y="37243"/>
                    <a:pt x="1654" y="37195"/>
                    <a:pt x="1654" y="37138"/>
                  </a:cubicBezTo>
                  <a:cubicBezTo>
                    <a:pt x="1614" y="37073"/>
                    <a:pt x="1590" y="36992"/>
                    <a:pt x="1606" y="36919"/>
                  </a:cubicBezTo>
                  <a:cubicBezTo>
                    <a:pt x="1606" y="36791"/>
                    <a:pt x="1606" y="36727"/>
                    <a:pt x="1582" y="36727"/>
                  </a:cubicBezTo>
                  <a:cubicBezTo>
                    <a:pt x="1574" y="36727"/>
                    <a:pt x="1563" y="36734"/>
                    <a:pt x="1549" y="36749"/>
                  </a:cubicBezTo>
                  <a:cubicBezTo>
                    <a:pt x="1484" y="36749"/>
                    <a:pt x="1427" y="36749"/>
                    <a:pt x="1427" y="36692"/>
                  </a:cubicBezTo>
                  <a:lnTo>
                    <a:pt x="1484" y="36692"/>
                  </a:lnTo>
                  <a:cubicBezTo>
                    <a:pt x="1549" y="36692"/>
                    <a:pt x="1549" y="36530"/>
                    <a:pt x="1557" y="36311"/>
                  </a:cubicBezTo>
                  <a:cubicBezTo>
                    <a:pt x="1557" y="36035"/>
                    <a:pt x="1565" y="35922"/>
                    <a:pt x="1622" y="35873"/>
                  </a:cubicBezTo>
                  <a:lnTo>
                    <a:pt x="1565" y="35816"/>
                  </a:lnTo>
                  <a:cubicBezTo>
                    <a:pt x="1509" y="35759"/>
                    <a:pt x="1509" y="35703"/>
                    <a:pt x="1565" y="35703"/>
                  </a:cubicBezTo>
                  <a:cubicBezTo>
                    <a:pt x="1630" y="35646"/>
                    <a:pt x="1630" y="35427"/>
                    <a:pt x="1573" y="35322"/>
                  </a:cubicBezTo>
                  <a:lnTo>
                    <a:pt x="1581" y="35208"/>
                  </a:lnTo>
                  <a:cubicBezTo>
                    <a:pt x="1695" y="35160"/>
                    <a:pt x="1703" y="34989"/>
                    <a:pt x="1581" y="34932"/>
                  </a:cubicBezTo>
                  <a:cubicBezTo>
                    <a:pt x="1646" y="34932"/>
                    <a:pt x="1646" y="34876"/>
                    <a:pt x="1646" y="34827"/>
                  </a:cubicBezTo>
                  <a:cubicBezTo>
                    <a:pt x="1590" y="34714"/>
                    <a:pt x="1590" y="34495"/>
                    <a:pt x="1654" y="34495"/>
                  </a:cubicBezTo>
                  <a:lnTo>
                    <a:pt x="1654" y="34438"/>
                  </a:lnTo>
                  <a:cubicBezTo>
                    <a:pt x="1606" y="34397"/>
                    <a:pt x="1590" y="34333"/>
                    <a:pt x="1598" y="34276"/>
                  </a:cubicBezTo>
                  <a:cubicBezTo>
                    <a:pt x="1606" y="34211"/>
                    <a:pt x="1581" y="34146"/>
                    <a:pt x="1541" y="34106"/>
                  </a:cubicBezTo>
                  <a:cubicBezTo>
                    <a:pt x="1509" y="34081"/>
                    <a:pt x="1484" y="34041"/>
                    <a:pt x="1484" y="33992"/>
                  </a:cubicBezTo>
                  <a:cubicBezTo>
                    <a:pt x="1484" y="33979"/>
                    <a:pt x="1488" y="33974"/>
                    <a:pt x="1495" y="33974"/>
                  </a:cubicBezTo>
                  <a:cubicBezTo>
                    <a:pt x="1515" y="33974"/>
                    <a:pt x="1558" y="34015"/>
                    <a:pt x="1606" y="34057"/>
                  </a:cubicBezTo>
                  <a:cubicBezTo>
                    <a:pt x="1618" y="34080"/>
                    <a:pt x="1628" y="34090"/>
                    <a:pt x="1634" y="34090"/>
                  </a:cubicBezTo>
                  <a:cubicBezTo>
                    <a:pt x="1657" y="34090"/>
                    <a:pt x="1638" y="33963"/>
                    <a:pt x="1549" y="33830"/>
                  </a:cubicBezTo>
                  <a:cubicBezTo>
                    <a:pt x="1482" y="33740"/>
                    <a:pt x="1452" y="33700"/>
                    <a:pt x="1459" y="33700"/>
                  </a:cubicBezTo>
                  <a:cubicBezTo>
                    <a:pt x="1465" y="33700"/>
                    <a:pt x="1495" y="33726"/>
                    <a:pt x="1549" y="33773"/>
                  </a:cubicBezTo>
                  <a:cubicBezTo>
                    <a:pt x="1583" y="33807"/>
                    <a:pt x="1616" y="33840"/>
                    <a:pt x="1626" y="33840"/>
                  </a:cubicBezTo>
                  <a:cubicBezTo>
                    <a:pt x="1633" y="33840"/>
                    <a:pt x="1629" y="33824"/>
                    <a:pt x="1606" y="33781"/>
                  </a:cubicBezTo>
                  <a:cubicBezTo>
                    <a:pt x="1606" y="33781"/>
                    <a:pt x="1614" y="33668"/>
                    <a:pt x="1549" y="33668"/>
                  </a:cubicBezTo>
                  <a:cubicBezTo>
                    <a:pt x="1549" y="33611"/>
                    <a:pt x="1549" y="33554"/>
                    <a:pt x="1557" y="33497"/>
                  </a:cubicBezTo>
                  <a:cubicBezTo>
                    <a:pt x="1598" y="33433"/>
                    <a:pt x="1622" y="33360"/>
                    <a:pt x="1614" y="33279"/>
                  </a:cubicBezTo>
                  <a:cubicBezTo>
                    <a:pt x="1557" y="33230"/>
                    <a:pt x="1557" y="33230"/>
                    <a:pt x="1622" y="33173"/>
                  </a:cubicBezTo>
                  <a:cubicBezTo>
                    <a:pt x="1679" y="33173"/>
                    <a:pt x="1679" y="33116"/>
                    <a:pt x="1565" y="33116"/>
                  </a:cubicBezTo>
                  <a:cubicBezTo>
                    <a:pt x="1500" y="33076"/>
                    <a:pt x="1500" y="32987"/>
                    <a:pt x="1565" y="32954"/>
                  </a:cubicBezTo>
                  <a:cubicBezTo>
                    <a:pt x="1687" y="32954"/>
                    <a:pt x="1687" y="32897"/>
                    <a:pt x="1622" y="32897"/>
                  </a:cubicBezTo>
                  <a:cubicBezTo>
                    <a:pt x="1590" y="32865"/>
                    <a:pt x="1573" y="32833"/>
                    <a:pt x="1565" y="32784"/>
                  </a:cubicBezTo>
                  <a:cubicBezTo>
                    <a:pt x="1630" y="32784"/>
                    <a:pt x="1638" y="32289"/>
                    <a:pt x="1646" y="31795"/>
                  </a:cubicBezTo>
                  <a:cubicBezTo>
                    <a:pt x="1646" y="31738"/>
                    <a:pt x="1590" y="31689"/>
                    <a:pt x="1533" y="31681"/>
                  </a:cubicBezTo>
                  <a:cubicBezTo>
                    <a:pt x="1411" y="31681"/>
                    <a:pt x="1468" y="31681"/>
                    <a:pt x="1533" y="31633"/>
                  </a:cubicBezTo>
                  <a:cubicBezTo>
                    <a:pt x="1679" y="31586"/>
                    <a:pt x="1705" y="31507"/>
                    <a:pt x="1611" y="31507"/>
                  </a:cubicBezTo>
                  <a:cubicBezTo>
                    <a:pt x="1591" y="31507"/>
                    <a:pt x="1565" y="31510"/>
                    <a:pt x="1533" y="31519"/>
                  </a:cubicBezTo>
                  <a:cubicBezTo>
                    <a:pt x="1484" y="31539"/>
                    <a:pt x="1454" y="31551"/>
                    <a:pt x="1445" y="31551"/>
                  </a:cubicBezTo>
                  <a:cubicBezTo>
                    <a:pt x="1431" y="31551"/>
                    <a:pt x="1460" y="31525"/>
                    <a:pt x="1533" y="31462"/>
                  </a:cubicBezTo>
                  <a:cubicBezTo>
                    <a:pt x="1598" y="31414"/>
                    <a:pt x="1598" y="31414"/>
                    <a:pt x="1541" y="31357"/>
                  </a:cubicBezTo>
                  <a:cubicBezTo>
                    <a:pt x="1476" y="31349"/>
                    <a:pt x="1476" y="31300"/>
                    <a:pt x="1541" y="31300"/>
                  </a:cubicBezTo>
                  <a:cubicBezTo>
                    <a:pt x="1598" y="31243"/>
                    <a:pt x="1663" y="31195"/>
                    <a:pt x="1598" y="31187"/>
                  </a:cubicBezTo>
                  <a:cubicBezTo>
                    <a:pt x="1606" y="31146"/>
                    <a:pt x="1630" y="31106"/>
                    <a:pt x="1663" y="31081"/>
                  </a:cubicBezTo>
                  <a:cubicBezTo>
                    <a:pt x="1727" y="31025"/>
                    <a:pt x="1663" y="30968"/>
                    <a:pt x="1606" y="30911"/>
                  </a:cubicBezTo>
                  <a:cubicBezTo>
                    <a:pt x="1521" y="30790"/>
                    <a:pt x="1500" y="30727"/>
                    <a:pt x="1545" y="30727"/>
                  </a:cubicBezTo>
                  <a:cubicBezTo>
                    <a:pt x="1560" y="30727"/>
                    <a:pt x="1583" y="30735"/>
                    <a:pt x="1614" y="30749"/>
                  </a:cubicBezTo>
                  <a:cubicBezTo>
                    <a:pt x="1624" y="30754"/>
                    <a:pt x="1633" y="30757"/>
                    <a:pt x="1641" y="30757"/>
                  </a:cubicBezTo>
                  <a:cubicBezTo>
                    <a:pt x="1716" y="30757"/>
                    <a:pt x="1660" y="30525"/>
                    <a:pt x="1557" y="30473"/>
                  </a:cubicBezTo>
                  <a:cubicBezTo>
                    <a:pt x="1436" y="30416"/>
                    <a:pt x="1436" y="30416"/>
                    <a:pt x="1500" y="30416"/>
                  </a:cubicBezTo>
                  <a:cubicBezTo>
                    <a:pt x="1533" y="30416"/>
                    <a:pt x="1557" y="30392"/>
                    <a:pt x="1557" y="30360"/>
                  </a:cubicBezTo>
                  <a:cubicBezTo>
                    <a:pt x="1557" y="30311"/>
                    <a:pt x="1557" y="30254"/>
                    <a:pt x="1622" y="30254"/>
                  </a:cubicBezTo>
                  <a:cubicBezTo>
                    <a:pt x="1614" y="30198"/>
                    <a:pt x="1598" y="30141"/>
                    <a:pt x="1565" y="30092"/>
                  </a:cubicBezTo>
                  <a:cubicBezTo>
                    <a:pt x="1460" y="29987"/>
                    <a:pt x="1492" y="29808"/>
                    <a:pt x="1630" y="29760"/>
                  </a:cubicBezTo>
                  <a:lnTo>
                    <a:pt x="1573" y="29646"/>
                  </a:lnTo>
                  <a:cubicBezTo>
                    <a:pt x="1452" y="29590"/>
                    <a:pt x="1395" y="29533"/>
                    <a:pt x="1517" y="29533"/>
                  </a:cubicBezTo>
                  <a:lnTo>
                    <a:pt x="1573" y="29541"/>
                  </a:lnTo>
                  <a:cubicBezTo>
                    <a:pt x="1460" y="29484"/>
                    <a:pt x="1525" y="29265"/>
                    <a:pt x="1638" y="29265"/>
                  </a:cubicBezTo>
                  <a:cubicBezTo>
                    <a:pt x="1703" y="29265"/>
                    <a:pt x="1703" y="29265"/>
                    <a:pt x="1703" y="29208"/>
                  </a:cubicBezTo>
                  <a:lnTo>
                    <a:pt x="1638" y="29208"/>
                  </a:lnTo>
                  <a:cubicBezTo>
                    <a:pt x="1581" y="29208"/>
                    <a:pt x="1525" y="29208"/>
                    <a:pt x="1525" y="29152"/>
                  </a:cubicBezTo>
                  <a:cubicBezTo>
                    <a:pt x="1525" y="29099"/>
                    <a:pt x="1525" y="29046"/>
                    <a:pt x="1571" y="29046"/>
                  </a:cubicBezTo>
                  <a:cubicBezTo>
                    <a:pt x="1574" y="29046"/>
                    <a:pt x="1578" y="29046"/>
                    <a:pt x="1581" y="29046"/>
                  </a:cubicBezTo>
                  <a:cubicBezTo>
                    <a:pt x="1646" y="28990"/>
                    <a:pt x="1703" y="28933"/>
                    <a:pt x="1646" y="28933"/>
                  </a:cubicBezTo>
                  <a:cubicBezTo>
                    <a:pt x="1654" y="28892"/>
                    <a:pt x="1679" y="28852"/>
                    <a:pt x="1711" y="28827"/>
                  </a:cubicBezTo>
                  <a:cubicBezTo>
                    <a:pt x="1711" y="28771"/>
                    <a:pt x="1711" y="28714"/>
                    <a:pt x="1711" y="28608"/>
                  </a:cubicBezTo>
                  <a:cubicBezTo>
                    <a:pt x="1654" y="28552"/>
                    <a:pt x="1654" y="28438"/>
                    <a:pt x="1719" y="28438"/>
                  </a:cubicBezTo>
                  <a:cubicBezTo>
                    <a:pt x="1719" y="28381"/>
                    <a:pt x="1695" y="28317"/>
                    <a:pt x="1663" y="28276"/>
                  </a:cubicBezTo>
                  <a:cubicBezTo>
                    <a:pt x="1663" y="28163"/>
                    <a:pt x="1663" y="28106"/>
                    <a:pt x="1727" y="28106"/>
                  </a:cubicBezTo>
                  <a:cubicBezTo>
                    <a:pt x="1743" y="28108"/>
                    <a:pt x="1754" y="28110"/>
                    <a:pt x="1761" y="28110"/>
                  </a:cubicBezTo>
                  <a:cubicBezTo>
                    <a:pt x="1780" y="28110"/>
                    <a:pt x="1769" y="28098"/>
                    <a:pt x="1727" y="28057"/>
                  </a:cubicBezTo>
                  <a:cubicBezTo>
                    <a:pt x="1663" y="28057"/>
                    <a:pt x="1671" y="28000"/>
                    <a:pt x="1671" y="27944"/>
                  </a:cubicBezTo>
                  <a:lnTo>
                    <a:pt x="1671" y="27830"/>
                  </a:lnTo>
                  <a:cubicBezTo>
                    <a:pt x="1614" y="27830"/>
                    <a:pt x="1614" y="27830"/>
                    <a:pt x="1614" y="27773"/>
                  </a:cubicBezTo>
                  <a:cubicBezTo>
                    <a:pt x="1614" y="27725"/>
                    <a:pt x="1679" y="27554"/>
                    <a:pt x="1679" y="27506"/>
                  </a:cubicBezTo>
                  <a:cubicBezTo>
                    <a:pt x="1679" y="27398"/>
                    <a:pt x="1679" y="27358"/>
                    <a:pt x="1664" y="27358"/>
                  </a:cubicBezTo>
                  <a:cubicBezTo>
                    <a:pt x="1656" y="27358"/>
                    <a:pt x="1643" y="27372"/>
                    <a:pt x="1622" y="27392"/>
                  </a:cubicBezTo>
                  <a:cubicBezTo>
                    <a:pt x="1622" y="27416"/>
                    <a:pt x="1611" y="27430"/>
                    <a:pt x="1602" y="27430"/>
                  </a:cubicBezTo>
                  <a:cubicBezTo>
                    <a:pt x="1591" y="27430"/>
                    <a:pt x="1584" y="27402"/>
                    <a:pt x="1622" y="27336"/>
                  </a:cubicBezTo>
                  <a:cubicBezTo>
                    <a:pt x="1654" y="27214"/>
                    <a:pt x="1671" y="27084"/>
                    <a:pt x="1687" y="26954"/>
                  </a:cubicBezTo>
                  <a:cubicBezTo>
                    <a:pt x="1695" y="26736"/>
                    <a:pt x="1695" y="26736"/>
                    <a:pt x="1630" y="26727"/>
                  </a:cubicBezTo>
                  <a:cubicBezTo>
                    <a:pt x="1596" y="26744"/>
                    <a:pt x="1573" y="26751"/>
                    <a:pt x="1559" y="26751"/>
                  </a:cubicBezTo>
                  <a:cubicBezTo>
                    <a:pt x="1527" y="26751"/>
                    <a:pt x="1553" y="26713"/>
                    <a:pt x="1638" y="26679"/>
                  </a:cubicBezTo>
                  <a:cubicBezTo>
                    <a:pt x="1760" y="26565"/>
                    <a:pt x="1760" y="26517"/>
                    <a:pt x="1695" y="26509"/>
                  </a:cubicBezTo>
                  <a:cubicBezTo>
                    <a:pt x="1638" y="26460"/>
                    <a:pt x="1638" y="26460"/>
                    <a:pt x="1638" y="26403"/>
                  </a:cubicBezTo>
                  <a:cubicBezTo>
                    <a:pt x="1703" y="26403"/>
                    <a:pt x="1703" y="26346"/>
                    <a:pt x="1646" y="26233"/>
                  </a:cubicBezTo>
                  <a:cubicBezTo>
                    <a:pt x="1646" y="26184"/>
                    <a:pt x="1646" y="26184"/>
                    <a:pt x="1703" y="26184"/>
                  </a:cubicBezTo>
                  <a:lnTo>
                    <a:pt x="1703" y="26071"/>
                  </a:lnTo>
                  <a:cubicBezTo>
                    <a:pt x="1590" y="25957"/>
                    <a:pt x="1654" y="25633"/>
                    <a:pt x="1719" y="25576"/>
                  </a:cubicBezTo>
                  <a:cubicBezTo>
                    <a:pt x="1711" y="25536"/>
                    <a:pt x="1695" y="25495"/>
                    <a:pt x="1663" y="25463"/>
                  </a:cubicBezTo>
                  <a:cubicBezTo>
                    <a:pt x="1549" y="25410"/>
                    <a:pt x="1541" y="25356"/>
                    <a:pt x="1641" y="25356"/>
                  </a:cubicBezTo>
                  <a:cubicBezTo>
                    <a:pt x="1647" y="25356"/>
                    <a:pt x="1655" y="25357"/>
                    <a:pt x="1663" y="25357"/>
                  </a:cubicBezTo>
                  <a:cubicBezTo>
                    <a:pt x="1784" y="25357"/>
                    <a:pt x="1784" y="25357"/>
                    <a:pt x="1663" y="25301"/>
                  </a:cubicBezTo>
                  <a:cubicBezTo>
                    <a:pt x="1611" y="25249"/>
                    <a:pt x="1606" y="25017"/>
                    <a:pt x="1697" y="25017"/>
                  </a:cubicBezTo>
                  <a:cubicBezTo>
                    <a:pt x="1706" y="25017"/>
                    <a:pt x="1716" y="25020"/>
                    <a:pt x="1727" y="25025"/>
                  </a:cubicBezTo>
                  <a:lnTo>
                    <a:pt x="1849" y="25033"/>
                  </a:lnTo>
                  <a:cubicBezTo>
                    <a:pt x="1817" y="25001"/>
                    <a:pt x="1792" y="24960"/>
                    <a:pt x="1792" y="24919"/>
                  </a:cubicBezTo>
                  <a:cubicBezTo>
                    <a:pt x="1727" y="24919"/>
                    <a:pt x="1736" y="24863"/>
                    <a:pt x="1736" y="24692"/>
                  </a:cubicBezTo>
                  <a:cubicBezTo>
                    <a:pt x="1736" y="24587"/>
                    <a:pt x="1679" y="24368"/>
                    <a:pt x="1687" y="24255"/>
                  </a:cubicBezTo>
                  <a:cubicBezTo>
                    <a:pt x="1687" y="24141"/>
                    <a:pt x="1687" y="23979"/>
                    <a:pt x="1752" y="23922"/>
                  </a:cubicBezTo>
                  <a:cubicBezTo>
                    <a:pt x="1752" y="23849"/>
                    <a:pt x="1736" y="23768"/>
                    <a:pt x="1695" y="23703"/>
                  </a:cubicBezTo>
                  <a:cubicBezTo>
                    <a:pt x="1638" y="23647"/>
                    <a:pt x="1638" y="23541"/>
                    <a:pt x="1695" y="23541"/>
                  </a:cubicBezTo>
                  <a:lnTo>
                    <a:pt x="1703" y="23484"/>
                  </a:lnTo>
                  <a:cubicBezTo>
                    <a:pt x="1671" y="23436"/>
                    <a:pt x="1646" y="23379"/>
                    <a:pt x="1646" y="23322"/>
                  </a:cubicBezTo>
                  <a:cubicBezTo>
                    <a:pt x="1703" y="23322"/>
                    <a:pt x="1768" y="23265"/>
                    <a:pt x="1703" y="23209"/>
                  </a:cubicBezTo>
                  <a:cubicBezTo>
                    <a:pt x="1646" y="23209"/>
                    <a:pt x="1646" y="23152"/>
                    <a:pt x="1646" y="23047"/>
                  </a:cubicBezTo>
                  <a:cubicBezTo>
                    <a:pt x="1711" y="22933"/>
                    <a:pt x="1752" y="21117"/>
                    <a:pt x="1687" y="21117"/>
                  </a:cubicBezTo>
                  <a:lnTo>
                    <a:pt x="1695" y="20955"/>
                  </a:lnTo>
                  <a:cubicBezTo>
                    <a:pt x="1695" y="20898"/>
                    <a:pt x="1695" y="20785"/>
                    <a:pt x="1695" y="20785"/>
                  </a:cubicBezTo>
                  <a:cubicBezTo>
                    <a:pt x="1697" y="20785"/>
                    <a:pt x="1698" y="20785"/>
                    <a:pt x="1700" y="20785"/>
                  </a:cubicBezTo>
                  <a:cubicBezTo>
                    <a:pt x="1815" y="20785"/>
                    <a:pt x="1759" y="20515"/>
                    <a:pt x="1703" y="20347"/>
                  </a:cubicBezTo>
                  <a:cubicBezTo>
                    <a:pt x="1663" y="20306"/>
                    <a:pt x="1638" y="20241"/>
                    <a:pt x="1646" y="20185"/>
                  </a:cubicBezTo>
                  <a:cubicBezTo>
                    <a:pt x="1768" y="20185"/>
                    <a:pt x="1768" y="20014"/>
                    <a:pt x="1711" y="19909"/>
                  </a:cubicBezTo>
                  <a:cubicBezTo>
                    <a:pt x="1598" y="19852"/>
                    <a:pt x="1598" y="19795"/>
                    <a:pt x="1719" y="19795"/>
                  </a:cubicBezTo>
                  <a:cubicBezTo>
                    <a:pt x="1723" y="19796"/>
                    <a:pt x="1727" y="19796"/>
                    <a:pt x="1730" y="19796"/>
                  </a:cubicBezTo>
                  <a:cubicBezTo>
                    <a:pt x="1833" y="19796"/>
                    <a:pt x="1835" y="19686"/>
                    <a:pt x="1663" y="19576"/>
                  </a:cubicBezTo>
                  <a:cubicBezTo>
                    <a:pt x="1606" y="19520"/>
                    <a:pt x="1606" y="19520"/>
                    <a:pt x="1663" y="19463"/>
                  </a:cubicBezTo>
                  <a:cubicBezTo>
                    <a:pt x="1784" y="19414"/>
                    <a:pt x="1784" y="19358"/>
                    <a:pt x="1727" y="19358"/>
                  </a:cubicBezTo>
                  <a:cubicBezTo>
                    <a:pt x="1606" y="19301"/>
                    <a:pt x="1606" y="19244"/>
                    <a:pt x="1727" y="19195"/>
                  </a:cubicBezTo>
                  <a:cubicBezTo>
                    <a:pt x="1849" y="19082"/>
                    <a:pt x="1849" y="19082"/>
                    <a:pt x="1736" y="19025"/>
                  </a:cubicBezTo>
                  <a:cubicBezTo>
                    <a:pt x="1614" y="18944"/>
                    <a:pt x="1622" y="18774"/>
                    <a:pt x="1736" y="18701"/>
                  </a:cubicBezTo>
                  <a:cubicBezTo>
                    <a:pt x="1744" y="18644"/>
                    <a:pt x="1800" y="18587"/>
                    <a:pt x="1744" y="18587"/>
                  </a:cubicBezTo>
                  <a:lnTo>
                    <a:pt x="1800" y="18531"/>
                  </a:lnTo>
                  <a:cubicBezTo>
                    <a:pt x="1800" y="18482"/>
                    <a:pt x="1808" y="18425"/>
                    <a:pt x="1808" y="18425"/>
                  </a:cubicBezTo>
                  <a:lnTo>
                    <a:pt x="1744" y="18425"/>
                  </a:lnTo>
                  <a:cubicBezTo>
                    <a:pt x="1784" y="18166"/>
                    <a:pt x="1808" y="17906"/>
                    <a:pt x="1825" y="17655"/>
                  </a:cubicBezTo>
                  <a:cubicBezTo>
                    <a:pt x="1832" y="17136"/>
                    <a:pt x="1833" y="16977"/>
                    <a:pt x="1797" y="16977"/>
                  </a:cubicBezTo>
                  <a:cubicBezTo>
                    <a:pt x="1791" y="16977"/>
                    <a:pt x="1784" y="16982"/>
                    <a:pt x="1776" y="16990"/>
                  </a:cubicBezTo>
                  <a:cubicBezTo>
                    <a:pt x="1753" y="17001"/>
                    <a:pt x="1734" y="17006"/>
                    <a:pt x="1719" y="17006"/>
                  </a:cubicBezTo>
                  <a:cubicBezTo>
                    <a:pt x="1659" y="17006"/>
                    <a:pt x="1678" y="16924"/>
                    <a:pt x="1776" y="16885"/>
                  </a:cubicBezTo>
                  <a:cubicBezTo>
                    <a:pt x="1800" y="16787"/>
                    <a:pt x="1825" y="16698"/>
                    <a:pt x="1841" y="16609"/>
                  </a:cubicBezTo>
                  <a:cubicBezTo>
                    <a:pt x="1841" y="16496"/>
                    <a:pt x="1849" y="16390"/>
                    <a:pt x="1906" y="16390"/>
                  </a:cubicBezTo>
                  <a:lnTo>
                    <a:pt x="1906" y="16333"/>
                  </a:lnTo>
                  <a:cubicBezTo>
                    <a:pt x="1792" y="16220"/>
                    <a:pt x="1800" y="15887"/>
                    <a:pt x="1857" y="15725"/>
                  </a:cubicBezTo>
                  <a:cubicBezTo>
                    <a:pt x="1873" y="15628"/>
                    <a:pt x="1849" y="15539"/>
                    <a:pt x="1808" y="15450"/>
                  </a:cubicBezTo>
                  <a:cubicBezTo>
                    <a:pt x="1752" y="15336"/>
                    <a:pt x="1752" y="15336"/>
                    <a:pt x="1808" y="15287"/>
                  </a:cubicBezTo>
                  <a:cubicBezTo>
                    <a:pt x="1873" y="15287"/>
                    <a:pt x="1938" y="14955"/>
                    <a:pt x="1817" y="14955"/>
                  </a:cubicBezTo>
                  <a:lnTo>
                    <a:pt x="1881" y="14898"/>
                  </a:lnTo>
                  <a:cubicBezTo>
                    <a:pt x="1938" y="14850"/>
                    <a:pt x="1881" y="14793"/>
                    <a:pt x="1817" y="14793"/>
                  </a:cubicBezTo>
                  <a:cubicBezTo>
                    <a:pt x="1703" y="14785"/>
                    <a:pt x="1703" y="14736"/>
                    <a:pt x="1881" y="14679"/>
                  </a:cubicBezTo>
                  <a:cubicBezTo>
                    <a:pt x="1890" y="14680"/>
                    <a:pt x="1897" y="14680"/>
                    <a:pt x="1904" y="14680"/>
                  </a:cubicBezTo>
                  <a:cubicBezTo>
                    <a:pt x="2003" y="14680"/>
                    <a:pt x="1999" y="14631"/>
                    <a:pt x="1946" y="14631"/>
                  </a:cubicBezTo>
                  <a:cubicBezTo>
                    <a:pt x="1881" y="14574"/>
                    <a:pt x="1825" y="14517"/>
                    <a:pt x="1890" y="14460"/>
                  </a:cubicBezTo>
                  <a:cubicBezTo>
                    <a:pt x="1890" y="14404"/>
                    <a:pt x="1890" y="14355"/>
                    <a:pt x="1768" y="14347"/>
                  </a:cubicBezTo>
                  <a:cubicBezTo>
                    <a:pt x="1711" y="14347"/>
                    <a:pt x="1711" y="14290"/>
                    <a:pt x="1711" y="14233"/>
                  </a:cubicBezTo>
                  <a:lnTo>
                    <a:pt x="1711" y="14233"/>
                  </a:lnTo>
                  <a:cubicBezTo>
                    <a:pt x="1768" y="14242"/>
                    <a:pt x="1768" y="14242"/>
                    <a:pt x="1833" y="14298"/>
                  </a:cubicBezTo>
                  <a:cubicBezTo>
                    <a:pt x="1833" y="14277"/>
                    <a:pt x="1833" y="14238"/>
                    <a:pt x="1833" y="14185"/>
                  </a:cubicBezTo>
                  <a:cubicBezTo>
                    <a:pt x="1833" y="14128"/>
                    <a:pt x="1898" y="14023"/>
                    <a:pt x="1954" y="14023"/>
                  </a:cubicBezTo>
                  <a:cubicBezTo>
                    <a:pt x="2000" y="13983"/>
                    <a:pt x="2014" y="13942"/>
                    <a:pt x="1975" y="13942"/>
                  </a:cubicBezTo>
                  <a:cubicBezTo>
                    <a:pt x="1958" y="13942"/>
                    <a:pt x="1933" y="13949"/>
                    <a:pt x="1898" y="13966"/>
                  </a:cubicBezTo>
                  <a:cubicBezTo>
                    <a:pt x="1776" y="13966"/>
                    <a:pt x="1776" y="13966"/>
                    <a:pt x="1776" y="13852"/>
                  </a:cubicBezTo>
                  <a:cubicBezTo>
                    <a:pt x="1784" y="13796"/>
                    <a:pt x="1784" y="13747"/>
                    <a:pt x="1841" y="13747"/>
                  </a:cubicBezTo>
                  <a:cubicBezTo>
                    <a:pt x="1898" y="13747"/>
                    <a:pt x="1898" y="13747"/>
                    <a:pt x="1906" y="13633"/>
                  </a:cubicBezTo>
                  <a:cubicBezTo>
                    <a:pt x="1906" y="13471"/>
                    <a:pt x="1727" y="13301"/>
                    <a:pt x="1614" y="13244"/>
                  </a:cubicBezTo>
                  <a:cubicBezTo>
                    <a:pt x="1492" y="13244"/>
                    <a:pt x="1492" y="13244"/>
                    <a:pt x="1614" y="13188"/>
                  </a:cubicBezTo>
                  <a:cubicBezTo>
                    <a:pt x="1671" y="13188"/>
                    <a:pt x="1671" y="13139"/>
                    <a:pt x="1679" y="13082"/>
                  </a:cubicBezTo>
                  <a:cubicBezTo>
                    <a:pt x="1636" y="13082"/>
                    <a:pt x="1650" y="13057"/>
                    <a:pt x="1664" y="13057"/>
                  </a:cubicBezTo>
                  <a:cubicBezTo>
                    <a:pt x="1672" y="13057"/>
                    <a:pt x="1679" y="13063"/>
                    <a:pt x="1679" y="13082"/>
                  </a:cubicBezTo>
                  <a:cubicBezTo>
                    <a:pt x="1736" y="13082"/>
                    <a:pt x="1736" y="13139"/>
                    <a:pt x="1736" y="13196"/>
                  </a:cubicBezTo>
                  <a:lnTo>
                    <a:pt x="1792" y="13196"/>
                  </a:lnTo>
                  <a:cubicBezTo>
                    <a:pt x="1914" y="13139"/>
                    <a:pt x="1914" y="13082"/>
                    <a:pt x="1800" y="13025"/>
                  </a:cubicBezTo>
                  <a:cubicBezTo>
                    <a:pt x="1736" y="12969"/>
                    <a:pt x="1736" y="12969"/>
                    <a:pt x="1800" y="12920"/>
                  </a:cubicBezTo>
                  <a:cubicBezTo>
                    <a:pt x="1857" y="12863"/>
                    <a:pt x="1922" y="12807"/>
                    <a:pt x="1857" y="12807"/>
                  </a:cubicBezTo>
                  <a:cubicBezTo>
                    <a:pt x="1865" y="12750"/>
                    <a:pt x="1881" y="12693"/>
                    <a:pt x="1922" y="12644"/>
                  </a:cubicBezTo>
                  <a:cubicBezTo>
                    <a:pt x="1930" y="12539"/>
                    <a:pt x="1930" y="12482"/>
                    <a:pt x="1865" y="12482"/>
                  </a:cubicBezTo>
                  <a:cubicBezTo>
                    <a:pt x="1808" y="12474"/>
                    <a:pt x="1808" y="12425"/>
                    <a:pt x="1808" y="12369"/>
                  </a:cubicBezTo>
                  <a:cubicBezTo>
                    <a:pt x="1808" y="12312"/>
                    <a:pt x="1808" y="12255"/>
                    <a:pt x="1752" y="12255"/>
                  </a:cubicBezTo>
                  <a:cubicBezTo>
                    <a:pt x="1695" y="12255"/>
                    <a:pt x="1638" y="12198"/>
                    <a:pt x="1638" y="12085"/>
                  </a:cubicBezTo>
                  <a:cubicBezTo>
                    <a:pt x="1581" y="11980"/>
                    <a:pt x="1581" y="11980"/>
                    <a:pt x="1703" y="11923"/>
                  </a:cubicBezTo>
                  <a:cubicBezTo>
                    <a:pt x="1760" y="11923"/>
                    <a:pt x="1760" y="11874"/>
                    <a:pt x="1760" y="11817"/>
                  </a:cubicBezTo>
                  <a:cubicBezTo>
                    <a:pt x="1768" y="11777"/>
                    <a:pt x="1792" y="11736"/>
                    <a:pt x="1825" y="11704"/>
                  </a:cubicBezTo>
                  <a:cubicBezTo>
                    <a:pt x="1881" y="11655"/>
                    <a:pt x="1825" y="11655"/>
                    <a:pt x="1768" y="11647"/>
                  </a:cubicBezTo>
                  <a:lnTo>
                    <a:pt x="1646" y="11647"/>
                  </a:lnTo>
                  <a:cubicBezTo>
                    <a:pt x="1646" y="11590"/>
                    <a:pt x="1768" y="11542"/>
                    <a:pt x="1825" y="11542"/>
                  </a:cubicBezTo>
                  <a:cubicBezTo>
                    <a:pt x="1946" y="11493"/>
                    <a:pt x="1946" y="11493"/>
                    <a:pt x="1825" y="11485"/>
                  </a:cubicBezTo>
                  <a:cubicBezTo>
                    <a:pt x="1768" y="11485"/>
                    <a:pt x="1711" y="11428"/>
                    <a:pt x="1776" y="11323"/>
                  </a:cubicBezTo>
                  <a:cubicBezTo>
                    <a:pt x="1776" y="11209"/>
                    <a:pt x="1776" y="11104"/>
                    <a:pt x="1833" y="11104"/>
                  </a:cubicBezTo>
                  <a:cubicBezTo>
                    <a:pt x="1873" y="11071"/>
                    <a:pt x="1873" y="11023"/>
                    <a:pt x="1841" y="10990"/>
                  </a:cubicBezTo>
                  <a:cubicBezTo>
                    <a:pt x="1776" y="10934"/>
                    <a:pt x="1784" y="10877"/>
                    <a:pt x="1841" y="10715"/>
                  </a:cubicBezTo>
                  <a:cubicBezTo>
                    <a:pt x="1971" y="10447"/>
                    <a:pt x="1971" y="10447"/>
                    <a:pt x="1849" y="10439"/>
                  </a:cubicBezTo>
                  <a:cubicBezTo>
                    <a:pt x="1792" y="10439"/>
                    <a:pt x="1727" y="10439"/>
                    <a:pt x="1849" y="10390"/>
                  </a:cubicBezTo>
                  <a:cubicBezTo>
                    <a:pt x="1914" y="10334"/>
                    <a:pt x="1857" y="10277"/>
                    <a:pt x="1792" y="10163"/>
                  </a:cubicBezTo>
                  <a:cubicBezTo>
                    <a:pt x="1736" y="10128"/>
                    <a:pt x="1661" y="10105"/>
                    <a:pt x="1589" y="10105"/>
                  </a:cubicBezTo>
                  <a:cubicBezTo>
                    <a:pt x="1578" y="10105"/>
                    <a:pt x="1568" y="10106"/>
                    <a:pt x="1557" y="10107"/>
                  </a:cubicBezTo>
                  <a:cubicBezTo>
                    <a:pt x="1436" y="10107"/>
                    <a:pt x="1436" y="10107"/>
                    <a:pt x="1500" y="9993"/>
                  </a:cubicBezTo>
                  <a:cubicBezTo>
                    <a:pt x="1509" y="9936"/>
                    <a:pt x="1557" y="9888"/>
                    <a:pt x="1622" y="9888"/>
                  </a:cubicBezTo>
                  <a:cubicBezTo>
                    <a:pt x="1654" y="9888"/>
                    <a:pt x="1679" y="9912"/>
                    <a:pt x="1679" y="9944"/>
                  </a:cubicBezTo>
                  <a:lnTo>
                    <a:pt x="1679" y="10001"/>
                  </a:lnTo>
                  <a:cubicBezTo>
                    <a:pt x="1736" y="10001"/>
                    <a:pt x="1800" y="10001"/>
                    <a:pt x="1800" y="9888"/>
                  </a:cubicBezTo>
                  <a:cubicBezTo>
                    <a:pt x="1865" y="9839"/>
                    <a:pt x="1865" y="9782"/>
                    <a:pt x="1800" y="9782"/>
                  </a:cubicBezTo>
                  <a:cubicBezTo>
                    <a:pt x="1865" y="9726"/>
                    <a:pt x="1865" y="9612"/>
                    <a:pt x="1865" y="9507"/>
                  </a:cubicBezTo>
                  <a:cubicBezTo>
                    <a:pt x="1873" y="9393"/>
                    <a:pt x="1873" y="9231"/>
                    <a:pt x="1938" y="9174"/>
                  </a:cubicBezTo>
                  <a:cubicBezTo>
                    <a:pt x="1938" y="9069"/>
                    <a:pt x="1938" y="9012"/>
                    <a:pt x="1881" y="9012"/>
                  </a:cubicBezTo>
                  <a:cubicBezTo>
                    <a:pt x="1760" y="9012"/>
                    <a:pt x="1760" y="8955"/>
                    <a:pt x="1817" y="8955"/>
                  </a:cubicBezTo>
                  <a:cubicBezTo>
                    <a:pt x="1938" y="8899"/>
                    <a:pt x="2019" y="8185"/>
                    <a:pt x="1898" y="8128"/>
                  </a:cubicBezTo>
                  <a:lnTo>
                    <a:pt x="1898" y="8023"/>
                  </a:lnTo>
                  <a:cubicBezTo>
                    <a:pt x="1963" y="7909"/>
                    <a:pt x="1971" y="7585"/>
                    <a:pt x="1906" y="7528"/>
                  </a:cubicBezTo>
                  <a:lnTo>
                    <a:pt x="1914" y="7358"/>
                  </a:lnTo>
                  <a:cubicBezTo>
                    <a:pt x="1979" y="7253"/>
                    <a:pt x="1979" y="7196"/>
                    <a:pt x="1914" y="7139"/>
                  </a:cubicBezTo>
                  <a:cubicBezTo>
                    <a:pt x="1857" y="7082"/>
                    <a:pt x="1800" y="7082"/>
                    <a:pt x="1857" y="7082"/>
                  </a:cubicBezTo>
                  <a:cubicBezTo>
                    <a:pt x="1922" y="7082"/>
                    <a:pt x="1922" y="6977"/>
                    <a:pt x="1922" y="6758"/>
                  </a:cubicBezTo>
                  <a:cubicBezTo>
                    <a:pt x="1927" y="6607"/>
                    <a:pt x="1929" y="6556"/>
                    <a:pt x="1911" y="6556"/>
                  </a:cubicBezTo>
                  <a:cubicBezTo>
                    <a:pt x="1901" y="6556"/>
                    <a:pt x="1887" y="6569"/>
                    <a:pt x="1865" y="6588"/>
                  </a:cubicBezTo>
                  <a:cubicBezTo>
                    <a:pt x="1817" y="6369"/>
                    <a:pt x="1873" y="6369"/>
                    <a:pt x="1930" y="6369"/>
                  </a:cubicBezTo>
                  <a:cubicBezTo>
                    <a:pt x="1954" y="6380"/>
                    <a:pt x="1974" y="6385"/>
                    <a:pt x="1988" y="6385"/>
                  </a:cubicBezTo>
                  <a:cubicBezTo>
                    <a:pt x="2045" y="6385"/>
                    <a:pt x="2016" y="6307"/>
                    <a:pt x="1873" y="6255"/>
                  </a:cubicBezTo>
                  <a:cubicBezTo>
                    <a:pt x="1760" y="6199"/>
                    <a:pt x="1760" y="6093"/>
                    <a:pt x="1817" y="6093"/>
                  </a:cubicBezTo>
                  <a:cubicBezTo>
                    <a:pt x="1881" y="6093"/>
                    <a:pt x="1881" y="6150"/>
                    <a:pt x="1873" y="6207"/>
                  </a:cubicBezTo>
                  <a:lnTo>
                    <a:pt x="1995" y="6207"/>
                  </a:lnTo>
                  <a:cubicBezTo>
                    <a:pt x="1995" y="6150"/>
                    <a:pt x="1995" y="6150"/>
                    <a:pt x="1938" y="6093"/>
                  </a:cubicBezTo>
                  <a:cubicBezTo>
                    <a:pt x="1938" y="6053"/>
                    <a:pt x="1914" y="6012"/>
                    <a:pt x="1881" y="5980"/>
                  </a:cubicBezTo>
                  <a:cubicBezTo>
                    <a:pt x="1857" y="5951"/>
                    <a:pt x="1825" y="5937"/>
                    <a:pt x="1792" y="5937"/>
                  </a:cubicBezTo>
                  <a:cubicBezTo>
                    <a:pt x="1760" y="5937"/>
                    <a:pt x="1727" y="5951"/>
                    <a:pt x="1703" y="5980"/>
                  </a:cubicBezTo>
                  <a:cubicBezTo>
                    <a:pt x="1684" y="5996"/>
                    <a:pt x="1671" y="6003"/>
                    <a:pt x="1663" y="6003"/>
                  </a:cubicBezTo>
                  <a:cubicBezTo>
                    <a:pt x="1642" y="6003"/>
                    <a:pt x="1646" y="5963"/>
                    <a:pt x="1646" y="5923"/>
                  </a:cubicBezTo>
                  <a:cubicBezTo>
                    <a:pt x="1679" y="5862"/>
                    <a:pt x="1714" y="5837"/>
                    <a:pt x="1750" y="5837"/>
                  </a:cubicBezTo>
                  <a:cubicBezTo>
                    <a:pt x="1775" y="5837"/>
                    <a:pt x="1801" y="5850"/>
                    <a:pt x="1825" y="5874"/>
                  </a:cubicBezTo>
                  <a:cubicBezTo>
                    <a:pt x="1825" y="5923"/>
                    <a:pt x="1881" y="5931"/>
                    <a:pt x="1946" y="5931"/>
                  </a:cubicBezTo>
                  <a:cubicBezTo>
                    <a:pt x="2003" y="5931"/>
                    <a:pt x="1890" y="5655"/>
                    <a:pt x="1768" y="5599"/>
                  </a:cubicBezTo>
                  <a:lnTo>
                    <a:pt x="1833" y="5599"/>
                  </a:lnTo>
                  <a:cubicBezTo>
                    <a:pt x="1890" y="5599"/>
                    <a:pt x="1890" y="5485"/>
                    <a:pt x="1898" y="5380"/>
                  </a:cubicBezTo>
                  <a:cubicBezTo>
                    <a:pt x="1898" y="5266"/>
                    <a:pt x="1898" y="5210"/>
                    <a:pt x="1841" y="5210"/>
                  </a:cubicBezTo>
                  <a:cubicBezTo>
                    <a:pt x="1776" y="5210"/>
                    <a:pt x="1719" y="5210"/>
                    <a:pt x="1719" y="5153"/>
                  </a:cubicBezTo>
                  <a:cubicBezTo>
                    <a:pt x="1719" y="5210"/>
                    <a:pt x="1663" y="5210"/>
                    <a:pt x="1598" y="5210"/>
                  </a:cubicBezTo>
                  <a:cubicBezTo>
                    <a:pt x="1630" y="5145"/>
                    <a:pt x="1671" y="5096"/>
                    <a:pt x="1719" y="5047"/>
                  </a:cubicBezTo>
                  <a:cubicBezTo>
                    <a:pt x="1849" y="4934"/>
                    <a:pt x="1922" y="4772"/>
                    <a:pt x="1914" y="4610"/>
                  </a:cubicBezTo>
                  <a:cubicBezTo>
                    <a:pt x="1914" y="4496"/>
                    <a:pt x="1914" y="4334"/>
                    <a:pt x="1979" y="4277"/>
                  </a:cubicBezTo>
                  <a:cubicBezTo>
                    <a:pt x="1979" y="4172"/>
                    <a:pt x="1979" y="4115"/>
                    <a:pt x="1922" y="4115"/>
                  </a:cubicBezTo>
                  <a:lnTo>
                    <a:pt x="1922" y="4002"/>
                  </a:lnTo>
                  <a:cubicBezTo>
                    <a:pt x="1987" y="3945"/>
                    <a:pt x="1987" y="3839"/>
                    <a:pt x="1930" y="3839"/>
                  </a:cubicBezTo>
                  <a:cubicBezTo>
                    <a:pt x="1865" y="3783"/>
                    <a:pt x="1930" y="3726"/>
                    <a:pt x="1930" y="3669"/>
                  </a:cubicBezTo>
                  <a:cubicBezTo>
                    <a:pt x="2003" y="3606"/>
                    <a:pt x="2032" y="3581"/>
                    <a:pt x="2006" y="3581"/>
                  </a:cubicBezTo>
                  <a:cubicBezTo>
                    <a:pt x="1988" y="3581"/>
                    <a:pt x="1946" y="3593"/>
                    <a:pt x="1873" y="3612"/>
                  </a:cubicBezTo>
                  <a:cubicBezTo>
                    <a:pt x="1808" y="3612"/>
                    <a:pt x="1752" y="3726"/>
                    <a:pt x="1752" y="3775"/>
                  </a:cubicBezTo>
                  <a:lnTo>
                    <a:pt x="1744" y="3945"/>
                  </a:lnTo>
                  <a:lnTo>
                    <a:pt x="1687" y="3775"/>
                  </a:lnTo>
                  <a:cubicBezTo>
                    <a:pt x="1687" y="3726"/>
                    <a:pt x="1630" y="3612"/>
                    <a:pt x="1573" y="3612"/>
                  </a:cubicBezTo>
                  <a:cubicBezTo>
                    <a:pt x="1573" y="3612"/>
                    <a:pt x="1509" y="3612"/>
                    <a:pt x="1517" y="3556"/>
                  </a:cubicBezTo>
                  <a:lnTo>
                    <a:pt x="1630" y="3556"/>
                  </a:lnTo>
                  <a:cubicBezTo>
                    <a:pt x="1672" y="3591"/>
                    <a:pt x="1727" y="3614"/>
                    <a:pt x="1783" y="3614"/>
                  </a:cubicBezTo>
                  <a:cubicBezTo>
                    <a:pt x="1792" y="3614"/>
                    <a:pt x="1800" y="3613"/>
                    <a:pt x="1808" y="3612"/>
                  </a:cubicBezTo>
                  <a:cubicBezTo>
                    <a:pt x="1930" y="3564"/>
                    <a:pt x="1995" y="3402"/>
                    <a:pt x="1873" y="3393"/>
                  </a:cubicBezTo>
                  <a:cubicBezTo>
                    <a:pt x="1873" y="3337"/>
                    <a:pt x="1873" y="3337"/>
                    <a:pt x="1938" y="3288"/>
                  </a:cubicBezTo>
                  <a:cubicBezTo>
                    <a:pt x="1995" y="3288"/>
                    <a:pt x="1995" y="3231"/>
                    <a:pt x="1881" y="3175"/>
                  </a:cubicBezTo>
                  <a:cubicBezTo>
                    <a:pt x="1760" y="3118"/>
                    <a:pt x="1760" y="3061"/>
                    <a:pt x="1881" y="3012"/>
                  </a:cubicBezTo>
                  <a:cubicBezTo>
                    <a:pt x="2003" y="2899"/>
                    <a:pt x="2011" y="2680"/>
                    <a:pt x="1946" y="2680"/>
                  </a:cubicBezTo>
                  <a:cubicBezTo>
                    <a:pt x="1833" y="2680"/>
                    <a:pt x="1833" y="2510"/>
                    <a:pt x="1898" y="2461"/>
                  </a:cubicBezTo>
                  <a:cubicBezTo>
                    <a:pt x="1954" y="2421"/>
                    <a:pt x="1954" y="2331"/>
                    <a:pt x="1898" y="2291"/>
                  </a:cubicBezTo>
                  <a:lnTo>
                    <a:pt x="1898" y="2291"/>
                  </a:lnTo>
                  <a:cubicBezTo>
                    <a:pt x="1901" y="2291"/>
                    <a:pt x="1905" y="2292"/>
                    <a:pt x="1909" y="2292"/>
                  </a:cubicBezTo>
                  <a:cubicBezTo>
                    <a:pt x="1962" y="2292"/>
                    <a:pt x="2016" y="2238"/>
                    <a:pt x="1963" y="2185"/>
                  </a:cubicBezTo>
                  <a:cubicBezTo>
                    <a:pt x="1963" y="2185"/>
                    <a:pt x="1963" y="2160"/>
                    <a:pt x="1943" y="2160"/>
                  </a:cubicBezTo>
                  <a:cubicBezTo>
                    <a:pt x="1934" y="2160"/>
                    <a:pt x="1919" y="2166"/>
                    <a:pt x="1898" y="2185"/>
                  </a:cubicBezTo>
                  <a:lnTo>
                    <a:pt x="1784" y="2072"/>
                  </a:lnTo>
                  <a:cubicBezTo>
                    <a:pt x="1784" y="2129"/>
                    <a:pt x="1719" y="2129"/>
                    <a:pt x="1663" y="2129"/>
                  </a:cubicBezTo>
                  <a:cubicBezTo>
                    <a:pt x="1606" y="2121"/>
                    <a:pt x="1671" y="1902"/>
                    <a:pt x="1849" y="1796"/>
                  </a:cubicBezTo>
                  <a:lnTo>
                    <a:pt x="1971" y="1691"/>
                  </a:lnTo>
                  <a:lnTo>
                    <a:pt x="1849" y="1691"/>
                  </a:lnTo>
                  <a:cubicBezTo>
                    <a:pt x="1849" y="1634"/>
                    <a:pt x="1857" y="1577"/>
                    <a:pt x="1914" y="1577"/>
                  </a:cubicBezTo>
                  <a:cubicBezTo>
                    <a:pt x="1971" y="1577"/>
                    <a:pt x="1971" y="1577"/>
                    <a:pt x="1971" y="1529"/>
                  </a:cubicBezTo>
                  <a:cubicBezTo>
                    <a:pt x="1971" y="1500"/>
                    <a:pt x="1951" y="1471"/>
                    <a:pt x="1924" y="1471"/>
                  </a:cubicBezTo>
                  <a:cubicBezTo>
                    <a:pt x="1921" y="1471"/>
                    <a:pt x="1917" y="1471"/>
                    <a:pt x="1914" y="1472"/>
                  </a:cubicBezTo>
                  <a:cubicBezTo>
                    <a:pt x="1792" y="1464"/>
                    <a:pt x="1792" y="1464"/>
                    <a:pt x="1857" y="1415"/>
                  </a:cubicBezTo>
                  <a:cubicBezTo>
                    <a:pt x="1979" y="1358"/>
                    <a:pt x="1979" y="1302"/>
                    <a:pt x="1857" y="1245"/>
                  </a:cubicBezTo>
                  <a:cubicBezTo>
                    <a:pt x="1744" y="1245"/>
                    <a:pt x="1744" y="1245"/>
                    <a:pt x="1857" y="1196"/>
                  </a:cubicBezTo>
                  <a:cubicBezTo>
                    <a:pt x="1922" y="1196"/>
                    <a:pt x="1971" y="1148"/>
                    <a:pt x="1979" y="1083"/>
                  </a:cubicBezTo>
                  <a:lnTo>
                    <a:pt x="1922" y="1083"/>
                  </a:lnTo>
                  <a:cubicBezTo>
                    <a:pt x="1800" y="1083"/>
                    <a:pt x="1800" y="1026"/>
                    <a:pt x="1865" y="969"/>
                  </a:cubicBezTo>
                  <a:lnTo>
                    <a:pt x="1865" y="969"/>
                  </a:lnTo>
                  <a:cubicBezTo>
                    <a:pt x="1869" y="970"/>
                    <a:pt x="1872" y="970"/>
                    <a:pt x="1875" y="970"/>
                  </a:cubicBezTo>
                  <a:cubicBezTo>
                    <a:pt x="1923" y="970"/>
                    <a:pt x="1926" y="913"/>
                    <a:pt x="1865" y="807"/>
                  </a:cubicBezTo>
                  <a:cubicBezTo>
                    <a:pt x="1873" y="694"/>
                    <a:pt x="1873" y="645"/>
                    <a:pt x="1930" y="645"/>
                  </a:cubicBezTo>
                  <a:cubicBezTo>
                    <a:pt x="2052" y="645"/>
                    <a:pt x="2052" y="645"/>
                    <a:pt x="1930" y="588"/>
                  </a:cubicBezTo>
                  <a:cubicBezTo>
                    <a:pt x="1873" y="531"/>
                    <a:pt x="1873" y="531"/>
                    <a:pt x="1938" y="426"/>
                  </a:cubicBezTo>
                  <a:cubicBezTo>
                    <a:pt x="1995" y="369"/>
                    <a:pt x="1995" y="369"/>
                    <a:pt x="1938" y="313"/>
                  </a:cubicBezTo>
                  <a:cubicBezTo>
                    <a:pt x="1817" y="313"/>
                    <a:pt x="1760" y="313"/>
                    <a:pt x="1760" y="361"/>
                  </a:cubicBezTo>
                  <a:cubicBezTo>
                    <a:pt x="1760" y="418"/>
                    <a:pt x="1760" y="418"/>
                    <a:pt x="1695" y="418"/>
                  </a:cubicBezTo>
                  <a:cubicBezTo>
                    <a:pt x="1695" y="418"/>
                    <a:pt x="1695" y="361"/>
                    <a:pt x="1703" y="313"/>
                  </a:cubicBezTo>
                  <a:cubicBezTo>
                    <a:pt x="1703" y="231"/>
                    <a:pt x="1687" y="150"/>
                    <a:pt x="1646" y="85"/>
                  </a:cubicBezTo>
                  <a:cubicBezTo>
                    <a:pt x="1618" y="29"/>
                    <a:pt x="1573" y="0"/>
                    <a:pt x="1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2"/>
            <p:cNvSpPr/>
            <p:nvPr/>
          </p:nvSpPr>
          <p:spPr>
            <a:xfrm>
              <a:off x="7594208" y="3273841"/>
              <a:ext cx="37061" cy="805991"/>
            </a:xfrm>
            <a:custGeom>
              <a:avLst/>
              <a:gdLst/>
              <a:ahLst/>
              <a:cxnLst/>
              <a:rect l="l" t="t" r="r" b="b"/>
              <a:pathLst>
                <a:path w="2150" h="46758" extrusionOk="0">
                  <a:moveTo>
                    <a:pt x="665" y="833"/>
                  </a:moveTo>
                  <a:lnTo>
                    <a:pt x="665" y="890"/>
                  </a:lnTo>
                  <a:cubicBezTo>
                    <a:pt x="665" y="946"/>
                    <a:pt x="722" y="946"/>
                    <a:pt x="787" y="946"/>
                  </a:cubicBezTo>
                  <a:lnTo>
                    <a:pt x="787" y="890"/>
                  </a:lnTo>
                  <a:cubicBezTo>
                    <a:pt x="755" y="865"/>
                    <a:pt x="714" y="841"/>
                    <a:pt x="665" y="833"/>
                  </a:cubicBezTo>
                  <a:close/>
                  <a:moveTo>
                    <a:pt x="1622" y="963"/>
                  </a:moveTo>
                  <a:cubicBezTo>
                    <a:pt x="1679" y="963"/>
                    <a:pt x="1679" y="1019"/>
                    <a:pt x="1679" y="1076"/>
                  </a:cubicBezTo>
                  <a:cubicBezTo>
                    <a:pt x="1679" y="1133"/>
                    <a:pt x="1679" y="1133"/>
                    <a:pt x="1622" y="1133"/>
                  </a:cubicBezTo>
                  <a:cubicBezTo>
                    <a:pt x="1590" y="1100"/>
                    <a:pt x="1565" y="1060"/>
                    <a:pt x="1565" y="1019"/>
                  </a:cubicBezTo>
                  <a:lnTo>
                    <a:pt x="1622" y="963"/>
                  </a:lnTo>
                  <a:close/>
                  <a:moveTo>
                    <a:pt x="1646" y="1590"/>
                  </a:moveTo>
                  <a:cubicBezTo>
                    <a:pt x="1671" y="1590"/>
                    <a:pt x="1671" y="1618"/>
                    <a:pt x="1671" y="1684"/>
                  </a:cubicBezTo>
                  <a:cubicBezTo>
                    <a:pt x="1663" y="1733"/>
                    <a:pt x="1663" y="1790"/>
                    <a:pt x="1606" y="1790"/>
                  </a:cubicBezTo>
                  <a:lnTo>
                    <a:pt x="1606" y="1733"/>
                  </a:lnTo>
                  <a:cubicBezTo>
                    <a:pt x="1644" y="1733"/>
                    <a:pt x="1631" y="1708"/>
                    <a:pt x="1602" y="1708"/>
                  </a:cubicBezTo>
                  <a:cubicBezTo>
                    <a:pt x="1587" y="1708"/>
                    <a:pt x="1568" y="1714"/>
                    <a:pt x="1549" y="1733"/>
                  </a:cubicBezTo>
                  <a:lnTo>
                    <a:pt x="1428" y="1733"/>
                  </a:lnTo>
                  <a:cubicBezTo>
                    <a:pt x="1436" y="1668"/>
                    <a:pt x="1484" y="1627"/>
                    <a:pt x="1549" y="1627"/>
                  </a:cubicBezTo>
                  <a:cubicBezTo>
                    <a:pt x="1600" y="1604"/>
                    <a:pt x="1629" y="1590"/>
                    <a:pt x="1646" y="1590"/>
                  </a:cubicBezTo>
                  <a:close/>
                  <a:moveTo>
                    <a:pt x="1963" y="1798"/>
                  </a:moveTo>
                  <a:lnTo>
                    <a:pt x="1906" y="1854"/>
                  </a:lnTo>
                  <a:lnTo>
                    <a:pt x="1906" y="1903"/>
                  </a:lnTo>
                  <a:cubicBezTo>
                    <a:pt x="1963" y="1903"/>
                    <a:pt x="1963" y="1903"/>
                    <a:pt x="1963" y="1854"/>
                  </a:cubicBezTo>
                  <a:lnTo>
                    <a:pt x="1963" y="1798"/>
                  </a:lnTo>
                  <a:close/>
                  <a:moveTo>
                    <a:pt x="1306" y="4700"/>
                  </a:moveTo>
                  <a:cubicBezTo>
                    <a:pt x="1363" y="4700"/>
                    <a:pt x="1419" y="4814"/>
                    <a:pt x="1419" y="4870"/>
                  </a:cubicBezTo>
                  <a:cubicBezTo>
                    <a:pt x="1419" y="4893"/>
                    <a:pt x="1410" y="4905"/>
                    <a:pt x="1396" y="4905"/>
                  </a:cubicBezTo>
                  <a:cubicBezTo>
                    <a:pt x="1374" y="4905"/>
                    <a:pt x="1340" y="4877"/>
                    <a:pt x="1306" y="4814"/>
                  </a:cubicBezTo>
                  <a:lnTo>
                    <a:pt x="1306" y="4700"/>
                  </a:lnTo>
                  <a:close/>
                  <a:moveTo>
                    <a:pt x="1241" y="5033"/>
                  </a:moveTo>
                  <a:cubicBezTo>
                    <a:pt x="1176" y="5033"/>
                    <a:pt x="1176" y="5081"/>
                    <a:pt x="1176" y="5195"/>
                  </a:cubicBezTo>
                  <a:cubicBezTo>
                    <a:pt x="1184" y="5235"/>
                    <a:pt x="1201" y="5276"/>
                    <a:pt x="1233" y="5308"/>
                  </a:cubicBezTo>
                  <a:cubicBezTo>
                    <a:pt x="1290" y="5308"/>
                    <a:pt x="1298" y="5252"/>
                    <a:pt x="1298" y="5195"/>
                  </a:cubicBezTo>
                  <a:cubicBezTo>
                    <a:pt x="1355" y="5089"/>
                    <a:pt x="1298" y="5033"/>
                    <a:pt x="1241" y="5033"/>
                  </a:cubicBezTo>
                  <a:close/>
                  <a:moveTo>
                    <a:pt x="1606" y="7408"/>
                  </a:moveTo>
                  <a:cubicBezTo>
                    <a:pt x="1671" y="7408"/>
                    <a:pt x="1671" y="7457"/>
                    <a:pt x="1663" y="7514"/>
                  </a:cubicBezTo>
                  <a:lnTo>
                    <a:pt x="1606" y="7514"/>
                  </a:lnTo>
                  <a:lnTo>
                    <a:pt x="1549" y="7457"/>
                  </a:lnTo>
                  <a:lnTo>
                    <a:pt x="1606" y="7408"/>
                  </a:lnTo>
                  <a:close/>
                  <a:moveTo>
                    <a:pt x="1306" y="7562"/>
                  </a:moveTo>
                  <a:lnTo>
                    <a:pt x="1428" y="7676"/>
                  </a:lnTo>
                  <a:cubicBezTo>
                    <a:pt x="1598" y="7789"/>
                    <a:pt x="1598" y="7789"/>
                    <a:pt x="1484" y="7789"/>
                  </a:cubicBezTo>
                  <a:cubicBezTo>
                    <a:pt x="1478" y="7790"/>
                    <a:pt x="1472" y="7790"/>
                    <a:pt x="1467" y="7790"/>
                  </a:cubicBezTo>
                  <a:cubicBezTo>
                    <a:pt x="1393" y="7790"/>
                    <a:pt x="1328" y="7743"/>
                    <a:pt x="1306" y="7676"/>
                  </a:cubicBezTo>
                  <a:lnTo>
                    <a:pt x="1306" y="7562"/>
                  </a:lnTo>
                  <a:close/>
                  <a:moveTo>
                    <a:pt x="1533" y="8868"/>
                  </a:moveTo>
                  <a:cubicBezTo>
                    <a:pt x="1559" y="8868"/>
                    <a:pt x="1615" y="8908"/>
                    <a:pt x="1695" y="8949"/>
                  </a:cubicBezTo>
                  <a:cubicBezTo>
                    <a:pt x="1728" y="9015"/>
                    <a:pt x="1742" y="9043"/>
                    <a:pt x="1725" y="9043"/>
                  </a:cubicBezTo>
                  <a:cubicBezTo>
                    <a:pt x="1713" y="9043"/>
                    <a:pt x="1685" y="9029"/>
                    <a:pt x="1638" y="9005"/>
                  </a:cubicBezTo>
                  <a:lnTo>
                    <a:pt x="1517" y="8892"/>
                  </a:lnTo>
                  <a:cubicBezTo>
                    <a:pt x="1517" y="8875"/>
                    <a:pt x="1522" y="8868"/>
                    <a:pt x="1533" y="8868"/>
                  </a:cubicBezTo>
                  <a:close/>
                  <a:moveTo>
                    <a:pt x="1330" y="9330"/>
                  </a:moveTo>
                  <a:cubicBezTo>
                    <a:pt x="1371" y="9330"/>
                    <a:pt x="1419" y="9354"/>
                    <a:pt x="1452" y="9386"/>
                  </a:cubicBezTo>
                  <a:lnTo>
                    <a:pt x="1444" y="9435"/>
                  </a:lnTo>
                  <a:cubicBezTo>
                    <a:pt x="1387" y="9435"/>
                    <a:pt x="1330" y="9435"/>
                    <a:pt x="1330" y="9378"/>
                  </a:cubicBezTo>
                  <a:lnTo>
                    <a:pt x="1330" y="9330"/>
                  </a:lnTo>
                  <a:close/>
                  <a:moveTo>
                    <a:pt x="1194" y="10409"/>
                  </a:moveTo>
                  <a:cubicBezTo>
                    <a:pt x="1212" y="10409"/>
                    <a:pt x="1249" y="10492"/>
                    <a:pt x="1249" y="10538"/>
                  </a:cubicBezTo>
                  <a:lnTo>
                    <a:pt x="1184" y="10538"/>
                  </a:lnTo>
                  <a:cubicBezTo>
                    <a:pt x="1184" y="10481"/>
                    <a:pt x="1128" y="10424"/>
                    <a:pt x="1184" y="10424"/>
                  </a:cubicBezTo>
                  <a:cubicBezTo>
                    <a:pt x="1186" y="10413"/>
                    <a:pt x="1189" y="10409"/>
                    <a:pt x="1194" y="10409"/>
                  </a:cubicBezTo>
                  <a:close/>
                  <a:moveTo>
                    <a:pt x="1476" y="10870"/>
                  </a:moveTo>
                  <a:cubicBezTo>
                    <a:pt x="1541" y="10870"/>
                    <a:pt x="1598" y="10870"/>
                    <a:pt x="1598" y="10927"/>
                  </a:cubicBezTo>
                  <a:cubicBezTo>
                    <a:pt x="1638" y="10967"/>
                    <a:pt x="1621" y="11007"/>
                    <a:pt x="1565" y="11007"/>
                  </a:cubicBezTo>
                  <a:cubicBezTo>
                    <a:pt x="1542" y="11007"/>
                    <a:pt x="1512" y="11000"/>
                    <a:pt x="1476" y="10984"/>
                  </a:cubicBezTo>
                  <a:lnTo>
                    <a:pt x="1476" y="10870"/>
                  </a:lnTo>
                  <a:close/>
                  <a:moveTo>
                    <a:pt x="1590" y="11365"/>
                  </a:moveTo>
                  <a:lnTo>
                    <a:pt x="1590" y="11421"/>
                  </a:lnTo>
                  <a:cubicBezTo>
                    <a:pt x="1582" y="11478"/>
                    <a:pt x="1582" y="11478"/>
                    <a:pt x="1525" y="11478"/>
                  </a:cubicBezTo>
                  <a:lnTo>
                    <a:pt x="1525" y="11421"/>
                  </a:lnTo>
                  <a:lnTo>
                    <a:pt x="1590" y="11365"/>
                  </a:lnTo>
                  <a:close/>
                  <a:moveTo>
                    <a:pt x="1752" y="11973"/>
                  </a:moveTo>
                  <a:cubicBezTo>
                    <a:pt x="1711" y="11981"/>
                    <a:pt x="1663" y="11997"/>
                    <a:pt x="1630" y="12030"/>
                  </a:cubicBezTo>
                  <a:cubicBezTo>
                    <a:pt x="1630" y="12086"/>
                    <a:pt x="1695" y="12086"/>
                    <a:pt x="1695" y="12086"/>
                  </a:cubicBezTo>
                  <a:cubicBezTo>
                    <a:pt x="1695" y="12086"/>
                    <a:pt x="1752" y="12086"/>
                    <a:pt x="1752" y="12030"/>
                  </a:cubicBezTo>
                  <a:lnTo>
                    <a:pt x="1752" y="11973"/>
                  </a:lnTo>
                  <a:close/>
                  <a:moveTo>
                    <a:pt x="1330" y="12297"/>
                  </a:moveTo>
                  <a:cubicBezTo>
                    <a:pt x="1363" y="12297"/>
                    <a:pt x="1387" y="12321"/>
                    <a:pt x="1387" y="12354"/>
                  </a:cubicBezTo>
                  <a:cubicBezTo>
                    <a:pt x="1387" y="12407"/>
                    <a:pt x="1387" y="12460"/>
                    <a:pt x="1334" y="12460"/>
                  </a:cubicBezTo>
                  <a:cubicBezTo>
                    <a:pt x="1330" y="12460"/>
                    <a:pt x="1326" y="12460"/>
                    <a:pt x="1322" y="12459"/>
                  </a:cubicBezTo>
                  <a:cubicBezTo>
                    <a:pt x="1322" y="12459"/>
                    <a:pt x="1265" y="12459"/>
                    <a:pt x="1265" y="12411"/>
                  </a:cubicBezTo>
                  <a:cubicBezTo>
                    <a:pt x="1273" y="12362"/>
                    <a:pt x="1298" y="12330"/>
                    <a:pt x="1330" y="12297"/>
                  </a:cubicBezTo>
                  <a:close/>
                  <a:moveTo>
                    <a:pt x="2137" y="12939"/>
                  </a:moveTo>
                  <a:cubicBezTo>
                    <a:pt x="2129" y="12939"/>
                    <a:pt x="2115" y="12950"/>
                    <a:pt x="2092" y="12970"/>
                  </a:cubicBezTo>
                  <a:lnTo>
                    <a:pt x="2092" y="13084"/>
                  </a:lnTo>
                  <a:cubicBezTo>
                    <a:pt x="2149" y="13084"/>
                    <a:pt x="2149" y="13084"/>
                    <a:pt x="2149" y="13027"/>
                  </a:cubicBezTo>
                  <a:cubicBezTo>
                    <a:pt x="2149" y="12964"/>
                    <a:pt x="2149" y="12939"/>
                    <a:pt x="2137" y="12939"/>
                  </a:cubicBezTo>
                  <a:close/>
                  <a:moveTo>
                    <a:pt x="57" y="12986"/>
                  </a:moveTo>
                  <a:cubicBezTo>
                    <a:pt x="1" y="12986"/>
                    <a:pt x="1" y="13043"/>
                    <a:pt x="114" y="13100"/>
                  </a:cubicBezTo>
                  <a:cubicBezTo>
                    <a:pt x="171" y="13100"/>
                    <a:pt x="171" y="13100"/>
                    <a:pt x="179" y="13043"/>
                  </a:cubicBezTo>
                  <a:cubicBezTo>
                    <a:pt x="147" y="13019"/>
                    <a:pt x="106" y="12994"/>
                    <a:pt x="57" y="12986"/>
                  </a:cubicBezTo>
                  <a:close/>
                  <a:moveTo>
                    <a:pt x="1357" y="13306"/>
                  </a:moveTo>
                  <a:cubicBezTo>
                    <a:pt x="1369" y="13306"/>
                    <a:pt x="1367" y="13333"/>
                    <a:pt x="1363" y="13400"/>
                  </a:cubicBezTo>
                  <a:cubicBezTo>
                    <a:pt x="1363" y="13457"/>
                    <a:pt x="1306" y="13457"/>
                    <a:pt x="1306" y="13457"/>
                  </a:cubicBezTo>
                  <a:cubicBezTo>
                    <a:pt x="1241" y="13457"/>
                    <a:pt x="1306" y="13400"/>
                    <a:pt x="1306" y="13343"/>
                  </a:cubicBezTo>
                  <a:cubicBezTo>
                    <a:pt x="1333" y="13320"/>
                    <a:pt x="1349" y="13306"/>
                    <a:pt x="1357" y="13306"/>
                  </a:cubicBezTo>
                  <a:close/>
                  <a:moveTo>
                    <a:pt x="1468" y="14284"/>
                  </a:moveTo>
                  <a:cubicBezTo>
                    <a:pt x="1525" y="14284"/>
                    <a:pt x="1525" y="14340"/>
                    <a:pt x="1403" y="14389"/>
                  </a:cubicBezTo>
                  <a:cubicBezTo>
                    <a:pt x="1346" y="14389"/>
                    <a:pt x="1346" y="14389"/>
                    <a:pt x="1346" y="14332"/>
                  </a:cubicBezTo>
                  <a:cubicBezTo>
                    <a:pt x="1379" y="14308"/>
                    <a:pt x="1419" y="14284"/>
                    <a:pt x="1468" y="14284"/>
                  </a:cubicBezTo>
                  <a:close/>
                  <a:moveTo>
                    <a:pt x="1395" y="14665"/>
                  </a:moveTo>
                  <a:lnTo>
                    <a:pt x="1460" y="14721"/>
                  </a:lnTo>
                  <a:lnTo>
                    <a:pt x="1460" y="14778"/>
                  </a:lnTo>
                  <a:cubicBezTo>
                    <a:pt x="1395" y="14778"/>
                    <a:pt x="1338" y="14778"/>
                    <a:pt x="1338" y="14721"/>
                  </a:cubicBezTo>
                  <a:lnTo>
                    <a:pt x="1395" y="14665"/>
                  </a:lnTo>
                  <a:close/>
                  <a:moveTo>
                    <a:pt x="1209" y="18240"/>
                  </a:moveTo>
                  <a:lnTo>
                    <a:pt x="1265" y="18297"/>
                  </a:lnTo>
                  <a:lnTo>
                    <a:pt x="1265" y="18354"/>
                  </a:lnTo>
                  <a:cubicBezTo>
                    <a:pt x="1201" y="18354"/>
                    <a:pt x="1144" y="18354"/>
                    <a:pt x="1144" y="18297"/>
                  </a:cubicBezTo>
                  <a:lnTo>
                    <a:pt x="1209" y="18240"/>
                  </a:lnTo>
                  <a:close/>
                  <a:moveTo>
                    <a:pt x="1153" y="19593"/>
                  </a:moveTo>
                  <a:cubicBezTo>
                    <a:pt x="1193" y="19593"/>
                    <a:pt x="1260" y="19618"/>
                    <a:pt x="1298" y="19618"/>
                  </a:cubicBezTo>
                  <a:cubicBezTo>
                    <a:pt x="1298" y="19675"/>
                    <a:pt x="1298" y="19675"/>
                    <a:pt x="1233" y="19675"/>
                  </a:cubicBezTo>
                  <a:cubicBezTo>
                    <a:pt x="1192" y="19667"/>
                    <a:pt x="1152" y="19643"/>
                    <a:pt x="1119" y="19618"/>
                  </a:cubicBezTo>
                  <a:cubicBezTo>
                    <a:pt x="1119" y="19599"/>
                    <a:pt x="1133" y="19593"/>
                    <a:pt x="1153" y="19593"/>
                  </a:cubicBezTo>
                  <a:close/>
                  <a:moveTo>
                    <a:pt x="1573" y="20502"/>
                  </a:moveTo>
                  <a:cubicBezTo>
                    <a:pt x="1622" y="20510"/>
                    <a:pt x="1663" y="20535"/>
                    <a:pt x="1695" y="20559"/>
                  </a:cubicBezTo>
                  <a:lnTo>
                    <a:pt x="1695" y="20616"/>
                  </a:lnTo>
                  <a:cubicBezTo>
                    <a:pt x="1638" y="20616"/>
                    <a:pt x="1573" y="20616"/>
                    <a:pt x="1573" y="20559"/>
                  </a:cubicBezTo>
                  <a:lnTo>
                    <a:pt x="1573" y="20502"/>
                  </a:lnTo>
                  <a:close/>
                  <a:moveTo>
                    <a:pt x="1265" y="21216"/>
                  </a:moveTo>
                  <a:lnTo>
                    <a:pt x="1322" y="21272"/>
                  </a:lnTo>
                  <a:lnTo>
                    <a:pt x="1322" y="21329"/>
                  </a:lnTo>
                  <a:cubicBezTo>
                    <a:pt x="1257" y="21321"/>
                    <a:pt x="1201" y="21321"/>
                    <a:pt x="1201" y="21272"/>
                  </a:cubicBezTo>
                  <a:lnTo>
                    <a:pt x="1265" y="21216"/>
                  </a:lnTo>
                  <a:close/>
                  <a:moveTo>
                    <a:pt x="1173" y="25045"/>
                  </a:moveTo>
                  <a:cubicBezTo>
                    <a:pt x="1209" y="25045"/>
                    <a:pt x="1247" y="25079"/>
                    <a:pt x="1241" y="25124"/>
                  </a:cubicBezTo>
                  <a:cubicBezTo>
                    <a:pt x="1241" y="25229"/>
                    <a:pt x="1241" y="25229"/>
                    <a:pt x="1176" y="25229"/>
                  </a:cubicBezTo>
                  <a:cubicBezTo>
                    <a:pt x="1119" y="25229"/>
                    <a:pt x="1119" y="25124"/>
                    <a:pt x="1128" y="25067"/>
                  </a:cubicBezTo>
                  <a:cubicBezTo>
                    <a:pt x="1140" y="25052"/>
                    <a:pt x="1156" y="25045"/>
                    <a:pt x="1173" y="25045"/>
                  </a:cubicBezTo>
                  <a:close/>
                  <a:moveTo>
                    <a:pt x="1136" y="27321"/>
                  </a:moveTo>
                  <a:cubicBezTo>
                    <a:pt x="1184" y="27329"/>
                    <a:pt x="1225" y="27345"/>
                    <a:pt x="1257" y="27377"/>
                  </a:cubicBezTo>
                  <a:lnTo>
                    <a:pt x="1257" y="27434"/>
                  </a:lnTo>
                  <a:cubicBezTo>
                    <a:pt x="1192" y="27434"/>
                    <a:pt x="1136" y="27434"/>
                    <a:pt x="1136" y="27377"/>
                  </a:cubicBezTo>
                  <a:lnTo>
                    <a:pt x="1136" y="27321"/>
                  </a:lnTo>
                  <a:close/>
                  <a:moveTo>
                    <a:pt x="1460" y="31950"/>
                  </a:moveTo>
                  <a:cubicBezTo>
                    <a:pt x="1492" y="31950"/>
                    <a:pt x="1517" y="31975"/>
                    <a:pt x="1517" y="32007"/>
                  </a:cubicBezTo>
                  <a:cubicBezTo>
                    <a:pt x="1517" y="32064"/>
                    <a:pt x="1517" y="32064"/>
                    <a:pt x="1460" y="32064"/>
                  </a:cubicBezTo>
                  <a:cubicBezTo>
                    <a:pt x="1460" y="32064"/>
                    <a:pt x="1395" y="32064"/>
                    <a:pt x="1395" y="32007"/>
                  </a:cubicBezTo>
                  <a:lnTo>
                    <a:pt x="1460" y="31950"/>
                  </a:lnTo>
                  <a:close/>
                  <a:moveTo>
                    <a:pt x="1509" y="32615"/>
                  </a:moveTo>
                  <a:lnTo>
                    <a:pt x="1565" y="32672"/>
                  </a:lnTo>
                  <a:lnTo>
                    <a:pt x="1565" y="32729"/>
                  </a:lnTo>
                  <a:cubicBezTo>
                    <a:pt x="1500" y="32720"/>
                    <a:pt x="1444" y="32720"/>
                    <a:pt x="1444" y="32672"/>
                  </a:cubicBezTo>
                  <a:lnTo>
                    <a:pt x="1509" y="32615"/>
                  </a:lnTo>
                  <a:close/>
                  <a:moveTo>
                    <a:pt x="1090" y="33008"/>
                  </a:moveTo>
                  <a:cubicBezTo>
                    <a:pt x="1098" y="33008"/>
                    <a:pt x="1112" y="33021"/>
                    <a:pt x="1136" y="33045"/>
                  </a:cubicBezTo>
                  <a:cubicBezTo>
                    <a:pt x="1201" y="33102"/>
                    <a:pt x="1192" y="33158"/>
                    <a:pt x="1136" y="33158"/>
                  </a:cubicBezTo>
                  <a:cubicBezTo>
                    <a:pt x="1079" y="33158"/>
                    <a:pt x="1079" y="33158"/>
                    <a:pt x="1079" y="33102"/>
                  </a:cubicBezTo>
                  <a:cubicBezTo>
                    <a:pt x="1079" y="33035"/>
                    <a:pt x="1079" y="33008"/>
                    <a:pt x="1090" y="33008"/>
                  </a:cubicBezTo>
                  <a:close/>
                  <a:moveTo>
                    <a:pt x="836" y="33320"/>
                  </a:moveTo>
                  <a:cubicBezTo>
                    <a:pt x="833" y="33323"/>
                    <a:pt x="830" y="33326"/>
                    <a:pt x="827" y="33329"/>
                  </a:cubicBezTo>
                  <a:lnTo>
                    <a:pt x="827" y="33329"/>
                  </a:lnTo>
                  <a:cubicBezTo>
                    <a:pt x="837" y="33326"/>
                    <a:pt x="849" y="33323"/>
                    <a:pt x="864" y="33322"/>
                  </a:cubicBezTo>
                  <a:lnTo>
                    <a:pt x="864" y="33322"/>
                  </a:lnTo>
                  <a:cubicBezTo>
                    <a:pt x="856" y="33321"/>
                    <a:pt x="846" y="33320"/>
                    <a:pt x="836" y="33320"/>
                  </a:cubicBezTo>
                  <a:close/>
                  <a:moveTo>
                    <a:pt x="827" y="33329"/>
                  </a:moveTo>
                  <a:cubicBezTo>
                    <a:pt x="802" y="33336"/>
                    <a:pt x="795" y="33346"/>
                    <a:pt x="800" y="33346"/>
                  </a:cubicBezTo>
                  <a:cubicBezTo>
                    <a:pt x="803" y="33346"/>
                    <a:pt x="813" y="33341"/>
                    <a:pt x="827" y="33329"/>
                  </a:cubicBezTo>
                  <a:close/>
                  <a:moveTo>
                    <a:pt x="1128" y="33434"/>
                  </a:moveTo>
                  <a:lnTo>
                    <a:pt x="1128" y="33491"/>
                  </a:lnTo>
                  <a:cubicBezTo>
                    <a:pt x="1128" y="33539"/>
                    <a:pt x="1128" y="33539"/>
                    <a:pt x="1071" y="33539"/>
                  </a:cubicBezTo>
                  <a:lnTo>
                    <a:pt x="1071" y="33483"/>
                  </a:lnTo>
                  <a:lnTo>
                    <a:pt x="1128" y="33434"/>
                  </a:lnTo>
                  <a:close/>
                  <a:moveTo>
                    <a:pt x="1006" y="33872"/>
                  </a:moveTo>
                  <a:cubicBezTo>
                    <a:pt x="1006" y="33900"/>
                    <a:pt x="1020" y="33914"/>
                    <a:pt x="1027" y="33914"/>
                  </a:cubicBezTo>
                  <a:cubicBezTo>
                    <a:pt x="1034" y="33914"/>
                    <a:pt x="1034" y="33900"/>
                    <a:pt x="1006" y="33872"/>
                  </a:cubicBezTo>
                  <a:close/>
                  <a:moveTo>
                    <a:pt x="1119" y="33985"/>
                  </a:moveTo>
                  <a:lnTo>
                    <a:pt x="1119" y="34034"/>
                  </a:lnTo>
                  <a:cubicBezTo>
                    <a:pt x="1119" y="34091"/>
                    <a:pt x="1119" y="34091"/>
                    <a:pt x="1055" y="34091"/>
                  </a:cubicBezTo>
                  <a:lnTo>
                    <a:pt x="1055" y="34034"/>
                  </a:lnTo>
                  <a:lnTo>
                    <a:pt x="1119" y="33985"/>
                  </a:lnTo>
                  <a:close/>
                  <a:moveTo>
                    <a:pt x="1225" y="34537"/>
                  </a:moveTo>
                  <a:lnTo>
                    <a:pt x="1225" y="34593"/>
                  </a:lnTo>
                  <a:cubicBezTo>
                    <a:pt x="1225" y="34642"/>
                    <a:pt x="1168" y="34642"/>
                    <a:pt x="1168" y="34642"/>
                  </a:cubicBezTo>
                  <a:cubicBezTo>
                    <a:pt x="1168" y="34642"/>
                    <a:pt x="1103" y="34642"/>
                    <a:pt x="1103" y="34585"/>
                  </a:cubicBezTo>
                  <a:cubicBezTo>
                    <a:pt x="1144" y="34561"/>
                    <a:pt x="1184" y="34537"/>
                    <a:pt x="1225" y="34537"/>
                  </a:cubicBezTo>
                  <a:close/>
                  <a:moveTo>
                    <a:pt x="1119" y="36734"/>
                  </a:moveTo>
                  <a:cubicBezTo>
                    <a:pt x="1184" y="36791"/>
                    <a:pt x="1241" y="36847"/>
                    <a:pt x="1176" y="36847"/>
                  </a:cubicBezTo>
                  <a:cubicBezTo>
                    <a:pt x="1136" y="36839"/>
                    <a:pt x="1095" y="36823"/>
                    <a:pt x="1063" y="36791"/>
                  </a:cubicBezTo>
                  <a:cubicBezTo>
                    <a:pt x="1063" y="36791"/>
                    <a:pt x="1006" y="36734"/>
                    <a:pt x="1063" y="36734"/>
                  </a:cubicBezTo>
                  <a:close/>
                  <a:moveTo>
                    <a:pt x="1247" y="38572"/>
                  </a:moveTo>
                  <a:cubicBezTo>
                    <a:pt x="1287" y="38572"/>
                    <a:pt x="1345" y="38600"/>
                    <a:pt x="1379" y="38663"/>
                  </a:cubicBezTo>
                  <a:cubicBezTo>
                    <a:pt x="1379" y="38720"/>
                    <a:pt x="1379" y="38720"/>
                    <a:pt x="1322" y="38720"/>
                  </a:cubicBezTo>
                  <a:cubicBezTo>
                    <a:pt x="1257" y="38720"/>
                    <a:pt x="1209" y="38672"/>
                    <a:pt x="1201" y="38607"/>
                  </a:cubicBezTo>
                  <a:cubicBezTo>
                    <a:pt x="1201" y="38584"/>
                    <a:pt x="1220" y="38572"/>
                    <a:pt x="1247" y="38572"/>
                  </a:cubicBezTo>
                  <a:close/>
                  <a:moveTo>
                    <a:pt x="1092" y="46313"/>
                  </a:moveTo>
                  <a:cubicBezTo>
                    <a:pt x="1106" y="46313"/>
                    <a:pt x="1129" y="46315"/>
                    <a:pt x="1160" y="46317"/>
                  </a:cubicBezTo>
                  <a:cubicBezTo>
                    <a:pt x="1225" y="46317"/>
                    <a:pt x="1282" y="46317"/>
                    <a:pt x="1282" y="46374"/>
                  </a:cubicBezTo>
                  <a:cubicBezTo>
                    <a:pt x="1336" y="46429"/>
                    <a:pt x="1338" y="46455"/>
                    <a:pt x="1312" y="46455"/>
                  </a:cubicBezTo>
                  <a:cubicBezTo>
                    <a:pt x="1284" y="46455"/>
                    <a:pt x="1223" y="46425"/>
                    <a:pt x="1160" y="46366"/>
                  </a:cubicBezTo>
                  <a:cubicBezTo>
                    <a:pt x="1078" y="46325"/>
                    <a:pt x="1055" y="46313"/>
                    <a:pt x="1092" y="46313"/>
                  </a:cubicBezTo>
                  <a:close/>
                  <a:moveTo>
                    <a:pt x="1534" y="1"/>
                  </a:moveTo>
                  <a:cubicBezTo>
                    <a:pt x="1506" y="1"/>
                    <a:pt x="1493" y="27"/>
                    <a:pt x="1525" y="79"/>
                  </a:cubicBezTo>
                  <a:lnTo>
                    <a:pt x="1460" y="136"/>
                  </a:lnTo>
                  <a:cubicBezTo>
                    <a:pt x="1282" y="136"/>
                    <a:pt x="1282" y="241"/>
                    <a:pt x="1460" y="249"/>
                  </a:cubicBezTo>
                  <a:cubicBezTo>
                    <a:pt x="1638" y="249"/>
                    <a:pt x="1638" y="249"/>
                    <a:pt x="1517" y="306"/>
                  </a:cubicBezTo>
                  <a:cubicBezTo>
                    <a:pt x="1509" y="305"/>
                    <a:pt x="1502" y="305"/>
                    <a:pt x="1495" y="305"/>
                  </a:cubicBezTo>
                  <a:cubicBezTo>
                    <a:pt x="1395" y="305"/>
                    <a:pt x="1395" y="358"/>
                    <a:pt x="1395" y="411"/>
                  </a:cubicBezTo>
                  <a:cubicBezTo>
                    <a:pt x="1395" y="452"/>
                    <a:pt x="1395" y="464"/>
                    <a:pt x="1370" y="464"/>
                  </a:cubicBezTo>
                  <a:cubicBezTo>
                    <a:pt x="1361" y="464"/>
                    <a:pt x="1348" y="462"/>
                    <a:pt x="1330" y="460"/>
                  </a:cubicBezTo>
                  <a:cubicBezTo>
                    <a:pt x="1273" y="468"/>
                    <a:pt x="1217" y="508"/>
                    <a:pt x="1209" y="573"/>
                  </a:cubicBezTo>
                  <a:cubicBezTo>
                    <a:pt x="1209" y="630"/>
                    <a:pt x="1209" y="630"/>
                    <a:pt x="1273" y="630"/>
                  </a:cubicBezTo>
                  <a:cubicBezTo>
                    <a:pt x="1284" y="619"/>
                    <a:pt x="1293" y="615"/>
                    <a:pt x="1299" y="615"/>
                  </a:cubicBezTo>
                  <a:cubicBezTo>
                    <a:pt x="1326" y="615"/>
                    <a:pt x="1307" y="696"/>
                    <a:pt x="1209" y="736"/>
                  </a:cubicBezTo>
                  <a:cubicBezTo>
                    <a:pt x="1152" y="792"/>
                    <a:pt x="1152" y="792"/>
                    <a:pt x="1265" y="792"/>
                  </a:cubicBezTo>
                  <a:cubicBezTo>
                    <a:pt x="1387" y="792"/>
                    <a:pt x="1387" y="906"/>
                    <a:pt x="1265" y="954"/>
                  </a:cubicBezTo>
                  <a:lnTo>
                    <a:pt x="1265" y="1068"/>
                  </a:lnTo>
                  <a:cubicBezTo>
                    <a:pt x="1257" y="1125"/>
                    <a:pt x="1322" y="1125"/>
                    <a:pt x="1379" y="1125"/>
                  </a:cubicBezTo>
                  <a:cubicBezTo>
                    <a:pt x="1500" y="1125"/>
                    <a:pt x="1500" y="1125"/>
                    <a:pt x="1436" y="1181"/>
                  </a:cubicBezTo>
                  <a:cubicBezTo>
                    <a:pt x="1403" y="1214"/>
                    <a:pt x="1363" y="1230"/>
                    <a:pt x="1322" y="1238"/>
                  </a:cubicBezTo>
                  <a:cubicBezTo>
                    <a:pt x="1318" y="1238"/>
                    <a:pt x="1314" y="1237"/>
                    <a:pt x="1310" y="1237"/>
                  </a:cubicBezTo>
                  <a:cubicBezTo>
                    <a:pt x="1257" y="1237"/>
                    <a:pt x="1257" y="1290"/>
                    <a:pt x="1257" y="1344"/>
                  </a:cubicBezTo>
                  <a:cubicBezTo>
                    <a:pt x="1257" y="1400"/>
                    <a:pt x="1249" y="1506"/>
                    <a:pt x="1314" y="1506"/>
                  </a:cubicBezTo>
                  <a:lnTo>
                    <a:pt x="1249" y="1506"/>
                  </a:lnTo>
                  <a:cubicBezTo>
                    <a:pt x="1249" y="1562"/>
                    <a:pt x="1192" y="1562"/>
                    <a:pt x="1249" y="1562"/>
                  </a:cubicBezTo>
                  <a:cubicBezTo>
                    <a:pt x="1241" y="1619"/>
                    <a:pt x="1225" y="1676"/>
                    <a:pt x="1192" y="1725"/>
                  </a:cubicBezTo>
                  <a:cubicBezTo>
                    <a:pt x="1147" y="1804"/>
                    <a:pt x="1189" y="1907"/>
                    <a:pt x="1259" y="1907"/>
                  </a:cubicBezTo>
                  <a:cubicBezTo>
                    <a:pt x="1290" y="1907"/>
                    <a:pt x="1326" y="1887"/>
                    <a:pt x="1363" y="1838"/>
                  </a:cubicBezTo>
                  <a:lnTo>
                    <a:pt x="1363" y="1895"/>
                  </a:lnTo>
                  <a:cubicBezTo>
                    <a:pt x="1363" y="1952"/>
                    <a:pt x="1419" y="1952"/>
                    <a:pt x="1419" y="1952"/>
                  </a:cubicBezTo>
                  <a:cubicBezTo>
                    <a:pt x="1484" y="1952"/>
                    <a:pt x="1484" y="2008"/>
                    <a:pt x="1484" y="2065"/>
                  </a:cubicBezTo>
                  <a:lnTo>
                    <a:pt x="1363" y="2057"/>
                  </a:lnTo>
                  <a:cubicBezTo>
                    <a:pt x="1329" y="2046"/>
                    <a:pt x="1299" y="2042"/>
                    <a:pt x="1274" y="2042"/>
                  </a:cubicBezTo>
                  <a:cubicBezTo>
                    <a:pt x="1168" y="2042"/>
                    <a:pt x="1153" y="2125"/>
                    <a:pt x="1298" y="2171"/>
                  </a:cubicBezTo>
                  <a:lnTo>
                    <a:pt x="1241" y="2171"/>
                  </a:lnTo>
                  <a:cubicBezTo>
                    <a:pt x="1176" y="2171"/>
                    <a:pt x="1176" y="2219"/>
                    <a:pt x="1233" y="2333"/>
                  </a:cubicBezTo>
                  <a:cubicBezTo>
                    <a:pt x="1233" y="2389"/>
                    <a:pt x="1355" y="2446"/>
                    <a:pt x="1411" y="2446"/>
                  </a:cubicBezTo>
                  <a:cubicBezTo>
                    <a:pt x="1444" y="2446"/>
                    <a:pt x="1476" y="2471"/>
                    <a:pt x="1468" y="2503"/>
                  </a:cubicBezTo>
                  <a:cubicBezTo>
                    <a:pt x="1468" y="2560"/>
                    <a:pt x="1468" y="2560"/>
                    <a:pt x="1411" y="2560"/>
                  </a:cubicBezTo>
                  <a:cubicBezTo>
                    <a:pt x="1407" y="2559"/>
                    <a:pt x="1403" y="2559"/>
                    <a:pt x="1399" y="2559"/>
                  </a:cubicBezTo>
                  <a:cubicBezTo>
                    <a:pt x="1290" y="2559"/>
                    <a:pt x="1294" y="2667"/>
                    <a:pt x="1411" y="2722"/>
                  </a:cubicBezTo>
                  <a:lnTo>
                    <a:pt x="1346" y="2722"/>
                  </a:lnTo>
                  <a:cubicBezTo>
                    <a:pt x="1290" y="2722"/>
                    <a:pt x="1225" y="2771"/>
                    <a:pt x="1282" y="3054"/>
                  </a:cubicBezTo>
                  <a:cubicBezTo>
                    <a:pt x="1273" y="3273"/>
                    <a:pt x="1273" y="3435"/>
                    <a:pt x="1217" y="3435"/>
                  </a:cubicBezTo>
                  <a:cubicBezTo>
                    <a:pt x="1152" y="3435"/>
                    <a:pt x="1265" y="3654"/>
                    <a:pt x="1387" y="3768"/>
                  </a:cubicBezTo>
                  <a:cubicBezTo>
                    <a:pt x="1322" y="3768"/>
                    <a:pt x="1322" y="3825"/>
                    <a:pt x="1322" y="3930"/>
                  </a:cubicBezTo>
                  <a:cubicBezTo>
                    <a:pt x="1322" y="4070"/>
                    <a:pt x="1322" y="4095"/>
                    <a:pt x="1286" y="4095"/>
                  </a:cubicBezTo>
                  <a:cubicBezTo>
                    <a:pt x="1278" y="4095"/>
                    <a:pt x="1269" y="4094"/>
                    <a:pt x="1257" y="4092"/>
                  </a:cubicBezTo>
                  <a:cubicBezTo>
                    <a:pt x="1210" y="4069"/>
                    <a:pt x="1183" y="4055"/>
                    <a:pt x="1175" y="4055"/>
                  </a:cubicBezTo>
                  <a:cubicBezTo>
                    <a:pt x="1163" y="4055"/>
                    <a:pt x="1191" y="4082"/>
                    <a:pt x="1257" y="4149"/>
                  </a:cubicBezTo>
                  <a:cubicBezTo>
                    <a:pt x="1368" y="4212"/>
                    <a:pt x="1324" y="4368"/>
                    <a:pt x="1202" y="4368"/>
                  </a:cubicBezTo>
                  <a:cubicBezTo>
                    <a:pt x="1199" y="4368"/>
                    <a:pt x="1196" y="4368"/>
                    <a:pt x="1192" y="4368"/>
                  </a:cubicBezTo>
                  <a:cubicBezTo>
                    <a:pt x="1136" y="4368"/>
                    <a:pt x="1136" y="4425"/>
                    <a:pt x="1128" y="4530"/>
                  </a:cubicBezTo>
                  <a:cubicBezTo>
                    <a:pt x="1192" y="4587"/>
                    <a:pt x="1184" y="4700"/>
                    <a:pt x="1184" y="4814"/>
                  </a:cubicBezTo>
                  <a:cubicBezTo>
                    <a:pt x="1184" y="4976"/>
                    <a:pt x="1184" y="4976"/>
                    <a:pt x="1298" y="4976"/>
                  </a:cubicBezTo>
                  <a:cubicBezTo>
                    <a:pt x="1419" y="4976"/>
                    <a:pt x="1419" y="5033"/>
                    <a:pt x="1419" y="5146"/>
                  </a:cubicBezTo>
                  <a:cubicBezTo>
                    <a:pt x="1419" y="5203"/>
                    <a:pt x="1411" y="5252"/>
                    <a:pt x="1355" y="5252"/>
                  </a:cubicBezTo>
                  <a:cubicBezTo>
                    <a:pt x="1322" y="5284"/>
                    <a:pt x="1298" y="5316"/>
                    <a:pt x="1290" y="5365"/>
                  </a:cubicBezTo>
                  <a:cubicBezTo>
                    <a:pt x="1290" y="5414"/>
                    <a:pt x="1290" y="5470"/>
                    <a:pt x="1233" y="5470"/>
                  </a:cubicBezTo>
                  <a:cubicBezTo>
                    <a:pt x="1192" y="5519"/>
                    <a:pt x="1168" y="5576"/>
                    <a:pt x="1168" y="5633"/>
                  </a:cubicBezTo>
                  <a:cubicBezTo>
                    <a:pt x="1168" y="5746"/>
                    <a:pt x="1160" y="5851"/>
                    <a:pt x="1103" y="5851"/>
                  </a:cubicBezTo>
                  <a:cubicBezTo>
                    <a:pt x="1103" y="5908"/>
                    <a:pt x="1103" y="5908"/>
                    <a:pt x="1160" y="5908"/>
                  </a:cubicBezTo>
                  <a:cubicBezTo>
                    <a:pt x="1225" y="5908"/>
                    <a:pt x="1282" y="5965"/>
                    <a:pt x="1217" y="6184"/>
                  </a:cubicBezTo>
                  <a:cubicBezTo>
                    <a:pt x="1217" y="6297"/>
                    <a:pt x="1209" y="6460"/>
                    <a:pt x="1273" y="6460"/>
                  </a:cubicBezTo>
                  <a:cubicBezTo>
                    <a:pt x="1265" y="6516"/>
                    <a:pt x="1265" y="6516"/>
                    <a:pt x="1209" y="6516"/>
                  </a:cubicBezTo>
                  <a:cubicBezTo>
                    <a:pt x="1087" y="6516"/>
                    <a:pt x="1087" y="6622"/>
                    <a:pt x="1209" y="6735"/>
                  </a:cubicBezTo>
                  <a:cubicBezTo>
                    <a:pt x="1265" y="6735"/>
                    <a:pt x="1265" y="6792"/>
                    <a:pt x="1201" y="6849"/>
                  </a:cubicBezTo>
                  <a:cubicBezTo>
                    <a:pt x="1209" y="6889"/>
                    <a:pt x="1225" y="6930"/>
                    <a:pt x="1257" y="6962"/>
                  </a:cubicBezTo>
                  <a:cubicBezTo>
                    <a:pt x="1322" y="7011"/>
                    <a:pt x="1322" y="7011"/>
                    <a:pt x="1257" y="7124"/>
                  </a:cubicBezTo>
                  <a:cubicBezTo>
                    <a:pt x="1201" y="7124"/>
                    <a:pt x="1192" y="7181"/>
                    <a:pt x="1192" y="7230"/>
                  </a:cubicBezTo>
                  <a:cubicBezTo>
                    <a:pt x="1249" y="7343"/>
                    <a:pt x="1241" y="7951"/>
                    <a:pt x="1176" y="8000"/>
                  </a:cubicBezTo>
                  <a:cubicBezTo>
                    <a:pt x="1241" y="8057"/>
                    <a:pt x="1241" y="8057"/>
                    <a:pt x="1233" y="8114"/>
                  </a:cubicBezTo>
                  <a:cubicBezTo>
                    <a:pt x="1111" y="8170"/>
                    <a:pt x="1176" y="8227"/>
                    <a:pt x="1290" y="8227"/>
                  </a:cubicBezTo>
                  <a:lnTo>
                    <a:pt x="1298" y="8170"/>
                  </a:lnTo>
                  <a:lnTo>
                    <a:pt x="1298" y="8114"/>
                  </a:lnTo>
                  <a:lnTo>
                    <a:pt x="1298" y="8114"/>
                  </a:lnTo>
                  <a:cubicBezTo>
                    <a:pt x="1416" y="8121"/>
                    <a:pt x="1412" y="8276"/>
                    <a:pt x="1246" y="8276"/>
                  </a:cubicBezTo>
                  <a:cubicBezTo>
                    <a:pt x="1242" y="8276"/>
                    <a:pt x="1237" y="8276"/>
                    <a:pt x="1233" y="8276"/>
                  </a:cubicBezTo>
                  <a:cubicBezTo>
                    <a:pt x="1111" y="8332"/>
                    <a:pt x="1111" y="8332"/>
                    <a:pt x="1233" y="8389"/>
                  </a:cubicBezTo>
                  <a:cubicBezTo>
                    <a:pt x="1346" y="8446"/>
                    <a:pt x="1346" y="8503"/>
                    <a:pt x="1225" y="8551"/>
                  </a:cubicBezTo>
                  <a:cubicBezTo>
                    <a:pt x="1111" y="8551"/>
                    <a:pt x="1111" y="8551"/>
                    <a:pt x="1225" y="8608"/>
                  </a:cubicBezTo>
                  <a:cubicBezTo>
                    <a:pt x="1455" y="8719"/>
                    <a:pt x="1514" y="8884"/>
                    <a:pt x="1297" y="8884"/>
                  </a:cubicBezTo>
                  <a:cubicBezTo>
                    <a:pt x="1292" y="8884"/>
                    <a:pt x="1287" y="8884"/>
                    <a:pt x="1282" y="8884"/>
                  </a:cubicBezTo>
                  <a:cubicBezTo>
                    <a:pt x="1160" y="8884"/>
                    <a:pt x="1103" y="8941"/>
                    <a:pt x="1095" y="8989"/>
                  </a:cubicBezTo>
                  <a:cubicBezTo>
                    <a:pt x="1095" y="9046"/>
                    <a:pt x="1160" y="9046"/>
                    <a:pt x="1217" y="9046"/>
                  </a:cubicBezTo>
                  <a:cubicBezTo>
                    <a:pt x="1247" y="9034"/>
                    <a:pt x="1269" y="9028"/>
                    <a:pt x="1285" y="9028"/>
                  </a:cubicBezTo>
                  <a:cubicBezTo>
                    <a:pt x="1331" y="9028"/>
                    <a:pt x="1308" y="9080"/>
                    <a:pt x="1217" y="9159"/>
                  </a:cubicBezTo>
                  <a:cubicBezTo>
                    <a:pt x="1030" y="9322"/>
                    <a:pt x="1030" y="9435"/>
                    <a:pt x="1144" y="9597"/>
                  </a:cubicBezTo>
                  <a:cubicBezTo>
                    <a:pt x="1224" y="9758"/>
                    <a:pt x="1248" y="9887"/>
                    <a:pt x="1214" y="9887"/>
                  </a:cubicBezTo>
                  <a:cubicBezTo>
                    <a:pt x="1200" y="9887"/>
                    <a:pt x="1177" y="9866"/>
                    <a:pt x="1144" y="9816"/>
                  </a:cubicBezTo>
                  <a:cubicBezTo>
                    <a:pt x="1083" y="9763"/>
                    <a:pt x="1053" y="9737"/>
                    <a:pt x="1044" y="9737"/>
                  </a:cubicBezTo>
                  <a:cubicBezTo>
                    <a:pt x="1036" y="9737"/>
                    <a:pt x="1051" y="9763"/>
                    <a:pt x="1079" y="9816"/>
                  </a:cubicBezTo>
                  <a:cubicBezTo>
                    <a:pt x="1079" y="9930"/>
                    <a:pt x="1079" y="10035"/>
                    <a:pt x="1079" y="10092"/>
                  </a:cubicBezTo>
                  <a:cubicBezTo>
                    <a:pt x="1079" y="10157"/>
                    <a:pt x="1128" y="10205"/>
                    <a:pt x="1192" y="10205"/>
                  </a:cubicBezTo>
                  <a:cubicBezTo>
                    <a:pt x="1071" y="10262"/>
                    <a:pt x="1014" y="10367"/>
                    <a:pt x="1128" y="10481"/>
                  </a:cubicBezTo>
                  <a:cubicBezTo>
                    <a:pt x="1128" y="10538"/>
                    <a:pt x="1128" y="10586"/>
                    <a:pt x="1128" y="10586"/>
                  </a:cubicBezTo>
                  <a:cubicBezTo>
                    <a:pt x="1128" y="10643"/>
                    <a:pt x="1128" y="10643"/>
                    <a:pt x="1184" y="10700"/>
                  </a:cubicBezTo>
                  <a:cubicBezTo>
                    <a:pt x="1241" y="10757"/>
                    <a:pt x="1176" y="10813"/>
                    <a:pt x="1119" y="10862"/>
                  </a:cubicBezTo>
                  <a:cubicBezTo>
                    <a:pt x="1055" y="10919"/>
                    <a:pt x="998" y="10976"/>
                    <a:pt x="1055" y="10976"/>
                  </a:cubicBezTo>
                  <a:cubicBezTo>
                    <a:pt x="1119" y="10976"/>
                    <a:pt x="1176" y="11089"/>
                    <a:pt x="1233" y="11146"/>
                  </a:cubicBezTo>
                  <a:cubicBezTo>
                    <a:pt x="1273" y="11180"/>
                    <a:pt x="1257" y="11218"/>
                    <a:pt x="1224" y="11218"/>
                  </a:cubicBezTo>
                  <a:cubicBezTo>
                    <a:pt x="1210" y="11218"/>
                    <a:pt x="1193" y="11211"/>
                    <a:pt x="1176" y="11194"/>
                  </a:cubicBezTo>
                  <a:cubicBezTo>
                    <a:pt x="1111" y="11194"/>
                    <a:pt x="1111" y="11194"/>
                    <a:pt x="1055" y="11300"/>
                  </a:cubicBezTo>
                  <a:cubicBezTo>
                    <a:pt x="1046" y="11357"/>
                    <a:pt x="1046" y="11470"/>
                    <a:pt x="1103" y="11470"/>
                  </a:cubicBezTo>
                  <a:cubicBezTo>
                    <a:pt x="1168" y="11470"/>
                    <a:pt x="1160" y="11803"/>
                    <a:pt x="1103" y="11851"/>
                  </a:cubicBezTo>
                  <a:cubicBezTo>
                    <a:pt x="1103" y="11851"/>
                    <a:pt x="1095" y="11908"/>
                    <a:pt x="1095" y="11965"/>
                  </a:cubicBezTo>
                  <a:cubicBezTo>
                    <a:pt x="1095" y="12021"/>
                    <a:pt x="1152" y="12078"/>
                    <a:pt x="1152" y="12135"/>
                  </a:cubicBezTo>
                  <a:cubicBezTo>
                    <a:pt x="1160" y="12176"/>
                    <a:pt x="1176" y="12216"/>
                    <a:pt x="1209" y="12240"/>
                  </a:cubicBezTo>
                  <a:cubicBezTo>
                    <a:pt x="1209" y="12297"/>
                    <a:pt x="1209" y="12354"/>
                    <a:pt x="1152" y="12354"/>
                  </a:cubicBezTo>
                  <a:cubicBezTo>
                    <a:pt x="1265" y="12411"/>
                    <a:pt x="1265" y="12411"/>
                    <a:pt x="1144" y="12459"/>
                  </a:cubicBezTo>
                  <a:cubicBezTo>
                    <a:pt x="1030" y="12459"/>
                    <a:pt x="1030" y="12459"/>
                    <a:pt x="1144" y="12516"/>
                  </a:cubicBezTo>
                  <a:cubicBezTo>
                    <a:pt x="1201" y="12573"/>
                    <a:pt x="1201" y="12573"/>
                    <a:pt x="1144" y="12630"/>
                  </a:cubicBezTo>
                  <a:cubicBezTo>
                    <a:pt x="1140" y="12629"/>
                    <a:pt x="1136" y="12629"/>
                    <a:pt x="1133" y="12629"/>
                  </a:cubicBezTo>
                  <a:cubicBezTo>
                    <a:pt x="1086" y="12629"/>
                    <a:pt x="1083" y="12678"/>
                    <a:pt x="1144" y="12678"/>
                  </a:cubicBezTo>
                  <a:cubicBezTo>
                    <a:pt x="1257" y="12735"/>
                    <a:pt x="1314" y="12905"/>
                    <a:pt x="1201" y="12905"/>
                  </a:cubicBezTo>
                  <a:cubicBezTo>
                    <a:pt x="1201" y="12946"/>
                    <a:pt x="1225" y="12986"/>
                    <a:pt x="1257" y="13011"/>
                  </a:cubicBezTo>
                  <a:cubicBezTo>
                    <a:pt x="1341" y="13059"/>
                    <a:pt x="1363" y="13071"/>
                    <a:pt x="1323" y="13071"/>
                  </a:cubicBezTo>
                  <a:cubicBezTo>
                    <a:pt x="1309" y="13071"/>
                    <a:pt x="1287" y="13069"/>
                    <a:pt x="1257" y="13067"/>
                  </a:cubicBezTo>
                  <a:cubicBezTo>
                    <a:pt x="1136" y="13124"/>
                    <a:pt x="1136" y="13181"/>
                    <a:pt x="1249" y="13238"/>
                  </a:cubicBezTo>
                  <a:cubicBezTo>
                    <a:pt x="1282" y="13262"/>
                    <a:pt x="1282" y="13319"/>
                    <a:pt x="1249" y="13343"/>
                  </a:cubicBezTo>
                  <a:cubicBezTo>
                    <a:pt x="1189" y="13449"/>
                    <a:pt x="1128" y="13737"/>
                    <a:pt x="1218" y="13737"/>
                  </a:cubicBezTo>
                  <a:cubicBezTo>
                    <a:pt x="1225" y="13737"/>
                    <a:pt x="1233" y="13736"/>
                    <a:pt x="1241" y="13732"/>
                  </a:cubicBezTo>
                  <a:lnTo>
                    <a:pt x="1241" y="13838"/>
                  </a:lnTo>
                  <a:cubicBezTo>
                    <a:pt x="1176" y="13951"/>
                    <a:pt x="1176" y="14000"/>
                    <a:pt x="1233" y="14056"/>
                  </a:cubicBezTo>
                  <a:lnTo>
                    <a:pt x="1290" y="14113"/>
                  </a:lnTo>
                  <a:cubicBezTo>
                    <a:pt x="1233" y="14113"/>
                    <a:pt x="1176" y="14162"/>
                    <a:pt x="1168" y="14227"/>
                  </a:cubicBezTo>
                  <a:cubicBezTo>
                    <a:pt x="1168" y="14275"/>
                    <a:pt x="1168" y="14275"/>
                    <a:pt x="1225" y="14284"/>
                  </a:cubicBezTo>
                  <a:cubicBezTo>
                    <a:pt x="1244" y="14267"/>
                    <a:pt x="1258" y="14260"/>
                    <a:pt x="1267" y="14260"/>
                  </a:cubicBezTo>
                  <a:cubicBezTo>
                    <a:pt x="1290" y="14260"/>
                    <a:pt x="1290" y="14298"/>
                    <a:pt x="1290" y="14332"/>
                  </a:cubicBezTo>
                  <a:cubicBezTo>
                    <a:pt x="1282" y="14397"/>
                    <a:pt x="1225" y="14446"/>
                    <a:pt x="1168" y="14446"/>
                  </a:cubicBezTo>
                  <a:lnTo>
                    <a:pt x="1168" y="14502"/>
                  </a:lnTo>
                  <a:cubicBezTo>
                    <a:pt x="1274" y="14502"/>
                    <a:pt x="1281" y="14552"/>
                    <a:pt x="1235" y="14552"/>
                  </a:cubicBezTo>
                  <a:cubicBezTo>
                    <a:pt x="1232" y="14552"/>
                    <a:pt x="1229" y="14552"/>
                    <a:pt x="1225" y="14551"/>
                  </a:cubicBezTo>
                  <a:cubicBezTo>
                    <a:pt x="1176" y="14600"/>
                    <a:pt x="1152" y="14656"/>
                    <a:pt x="1160" y="14721"/>
                  </a:cubicBezTo>
                  <a:cubicBezTo>
                    <a:pt x="1198" y="14721"/>
                    <a:pt x="1185" y="14743"/>
                    <a:pt x="1173" y="14743"/>
                  </a:cubicBezTo>
                  <a:cubicBezTo>
                    <a:pt x="1166" y="14743"/>
                    <a:pt x="1160" y="14738"/>
                    <a:pt x="1160" y="14721"/>
                  </a:cubicBezTo>
                  <a:lnTo>
                    <a:pt x="1103" y="14721"/>
                  </a:lnTo>
                  <a:cubicBezTo>
                    <a:pt x="1038" y="14770"/>
                    <a:pt x="1103" y="14770"/>
                    <a:pt x="1160" y="14770"/>
                  </a:cubicBezTo>
                  <a:cubicBezTo>
                    <a:pt x="1160" y="14770"/>
                    <a:pt x="1160" y="14827"/>
                    <a:pt x="1160" y="14883"/>
                  </a:cubicBezTo>
                  <a:cubicBezTo>
                    <a:pt x="1154" y="14924"/>
                    <a:pt x="1153" y="14964"/>
                    <a:pt x="1175" y="14964"/>
                  </a:cubicBezTo>
                  <a:cubicBezTo>
                    <a:pt x="1184" y="14964"/>
                    <a:pt x="1198" y="14957"/>
                    <a:pt x="1217" y="14940"/>
                  </a:cubicBezTo>
                  <a:cubicBezTo>
                    <a:pt x="1273" y="14940"/>
                    <a:pt x="1338" y="14940"/>
                    <a:pt x="1330" y="14997"/>
                  </a:cubicBezTo>
                  <a:cubicBezTo>
                    <a:pt x="1373" y="14997"/>
                    <a:pt x="1359" y="15022"/>
                    <a:pt x="1345" y="15022"/>
                  </a:cubicBezTo>
                  <a:cubicBezTo>
                    <a:pt x="1337" y="15022"/>
                    <a:pt x="1330" y="15016"/>
                    <a:pt x="1330" y="14997"/>
                  </a:cubicBezTo>
                  <a:cubicBezTo>
                    <a:pt x="1273" y="14997"/>
                    <a:pt x="1217" y="14997"/>
                    <a:pt x="1217" y="15054"/>
                  </a:cubicBezTo>
                  <a:cubicBezTo>
                    <a:pt x="1209" y="15102"/>
                    <a:pt x="1152" y="15102"/>
                    <a:pt x="1152" y="15102"/>
                  </a:cubicBezTo>
                  <a:cubicBezTo>
                    <a:pt x="1138" y="15096"/>
                    <a:pt x="1127" y="15093"/>
                    <a:pt x="1117" y="15093"/>
                  </a:cubicBezTo>
                  <a:cubicBezTo>
                    <a:pt x="1043" y="15093"/>
                    <a:pt x="1093" y="15271"/>
                    <a:pt x="1144" y="15321"/>
                  </a:cubicBezTo>
                  <a:cubicBezTo>
                    <a:pt x="1265" y="15435"/>
                    <a:pt x="1265" y="15492"/>
                    <a:pt x="1144" y="15492"/>
                  </a:cubicBezTo>
                  <a:cubicBezTo>
                    <a:pt x="1140" y="15491"/>
                    <a:pt x="1136" y="15491"/>
                    <a:pt x="1132" y="15491"/>
                  </a:cubicBezTo>
                  <a:cubicBezTo>
                    <a:pt x="1031" y="15491"/>
                    <a:pt x="1150" y="15599"/>
                    <a:pt x="1322" y="15654"/>
                  </a:cubicBezTo>
                  <a:lnTo>
                    <a:pt x="1500" y="15719"/>
                  </a:lnTo>
                  <a:lnTo>
                    <a:pt x="1322" y="15710"/>
                  </a:lnTo>
                  <a:cubicBezTo>
                    <a:pt x="1079" y="15767"/>
                    <a:pt x="1079" y="15767"/>
                    <a:pt x="1192" y="15929"/>
                  </a:cubicBezTo>
                  <a:cubicBezTo>
                    <a:pt x="1249" y="16043"/>
                    <a:pt x="1249" y="16043"/>
                    <a:pt x="1192" y="16043"/>
                  </a:cubicBezTo>
                  <a:cubicBezTo>
                    <a:pt x="1136" y="16043"/>
                    <a:pt x="1136" y="16092"/>
                    <a:pt x="1128" y="16262"/>
                  </a:cubicBezTo>
                  <a:cubicBezTo>
                    <a:pt x="1128" y="16424"/>
                    <a:pt x="1128" y="16481"/>
                    <a:pt x="1184" y="16481"/>
                  </a:cubicBezTo>
                  <a:lnTo>
                    <a:pt x="1184" y="16594"/>
                  </a:lnTo>
                  <a:cubicBezTo>
                    <a:pt x="1086" y="16634"/>
                    <a:pt x="1104" y="16715"/>
                    <a:pt x="1179" y="16715"/>
                  </a:cubicBezTo>
                  <a:cubicBezTo>
                    <a:pt x="1197" y="16715"/>
                    <a:pt x="1218" y="16711"/>
                    <a:pt x="1241" y="16700"/>
                  </a:cubicBezTo>
                  <a:lnTo>
                    <a:pt x="1241" y="16700"/>
                  </a:lnTo>
                  <a:lnTo>
                    <a:pt x="1233" y="16813"/>
                  </a:lnTo>
                  <a:lnTo>
                    <a:pt x="1176" y="16813"/>
                  </a:lnTo>
                  <a:cubicBezTo>
                    <a:pt x="1119" y="16813"/>
                    <a:pt x="1111" y="16919"/>
                    <a:pt x="1103" y="17356"/>
                  </a:cubicBezTo>
                  <a:cubicBezTo>
                    <a:pt x="1095" y="17859"/>
                    <a:pt x="1095" y="17908"/>
                    <a:pt x="1217" y="17916"/>
                  </a:cubicBezTo>
                  <a:cubicBezTo>
                    <a:pt x="1330" y="17973"/>
                    <a:pt x="1330" y="18021"/>
                    <a:pt x="1209" y="18021"/>
                  </a:cubicBezTo>
                  <a:cubicBezTo>
                    <a:pt x="1152" y="18021"/>
                    <a:pt x="1095" y="18078"/>
                    <a:pt x="1152" y="18078"/>
                  </a:cubicBezTo>
                  <a:cubicBezTo>
                    <a:pt x="1152" y="18135"/>
                    <a:pt x="1128" y="18191"/>
                    <a:pt x="1087" y="18240"/>
                  </a:cubicBezTo>
                  <a:cubicBezTo>
                    <a:pt x="965" y="18402"/>
                    <a:pt x="1022" y="18459"/>
                    <a:pt x="1087" y="18459"/>
                  </a:cubicBezTo>
                  <a:cubicBezTo>
                    <a:pt x="1120" y="18445"/>
                    <a:pt x="1138" y="18439"/>
                    <a:pt x="1147" y="18439"/>
                  </a:cubicBezTo>
                  <a:cubicBezTo>
                    <a:pt x="1167" y="18439"/>
                    <a:pt x="1125" y="18475"/>
                    <a:pt x="1079" y="18516"/>
                  </a:cubicBezTo>
                  <a:cubicBezTo>
                    <a:pt x="1022" y="18572"/>
                    <a:pt x="957" y="18621"/>
                    <a:pt x="1022" y="18621"/>
                  </a:cubicBezTo>
                  <a:cubicBezTo>
                    <a:pt x="1079" y="18678"/>
                    <a:pt x="1128" y="19010"/>
                    <a:pt x="1014" y="19010"/>
                  </a:cubicBezTo>
                  <a:cubicBezTo>
                    <a:pt x="1014" y="19010"/>
                    <a:pt x="1014" y="19067"/>
                    <a:pt x="1006" y="19116"/>
                  </a:cubicBezTo>
                  <a:cubicBezTo>
                    <a:pt x="1071" y="19124"/>
                    <a:pt x="1071" y="19229"/>
                    <a:pt x="1063" y="19343"/>
                  </a:cubicBezTo>
                  <a:cubicBezTo>
                    <a:pt x="1063" y="19448"/>
                    <a:pt x="1063" y="19505"/>
                    <a:pt x="998" y="19505"/>
                  </a:cubicBezTo>
                  <a:cubicBezTo>
                    <a:pt x="983" y="19490"/>
                    <a:pt x="971" y="19483"/>
                    <a:pt x="964" y="19483"/>
                  </a:cubicBezTo>
                  <a:cubicBezTo>
                    <a:pt x="945" y="19483"/>
                    <a:pt x="956" y="19535"/>
                    <a:pt x="998" y="19618"/>
                  </a:cubicBezTo>
                  <a:cubicBezTo>
                    <a:pt x="998" y="19667"/>
                    <a:pt x="1119" y="19724"/>
                    <a:pt x="1119" y="19781"/>
                  </a:cubicBezTo>
                  <a:cubicBezTo>
                    <a:pt x="1176" y="19789"/>
                    <a:pt x="1225" y="19829"/>
                    <a:pt x="1233" y="19894"/>
                  </a:cubicBezTo>
                  <a:lnTo>
                    <a:pt x="1055" y="19894"/>
                  </a:lnTo>
                  <a:cubicBezTo>
                    <a:pt x="1055" y="19943"/>
                    <a:pt x="1055" y="19999"/>
                    <a:pt x="1111" y="19999"/>
                  </a:cubicBezTo>
                  <a:cubicBezTo>
                    <a:pt x="1046" y="20056"/>
                    <a:pt x="1046" y="20113"/>
                    <a:pt x="1046" y="20218"/>
                  </a:cubicBezTo>
                  <a:cubicBezTo>
                    <a:pt x="1046" y="20332"/>
                    <a:pt x="1038" y="20445"/>
                    <a:pt x="1103" y="20494"/>
                  </a:cubicBezTo>
                  <a:cubicBezTo>
                    <a:pt x="982" y="20551"/>
                    <a:pt x="973" y="20883"/>
                    <a:pt x="1095" y="20940"/>
                  </a:cubicBezTo>
                  <a:cubicBezTo>
                    <a:pt x="1152" y="20940"/>
                    <a:pt x="1152" y="20997"/>
                    <a:pt x="1087" y="21045"/>
                  </a:cubicBezTo>
                  <a:cubicBezTo>
                    <a:pt x="1030" y="21102"/>
                    <a:pt x="1030" y="21102"/>
                    <a:pt x="1087" y="21159"/>
                  </a:cubicBezTo>
                  <a:cubicBezTo>
                    <a:pt x="1144" y="21216"/>
                    <a:pt x="1087" y="21272"/>
                    <a:pt x="1022" y="21321"/>
                  </a:cubicBezTo>
                  <a:cubicBezTo>
                    <a:pt x="901" y="21378"/>
                    <a:pt x="901" y="21426"/>
                    <a:pt x="957" y="21483"/>
                  </a:cubicBezTo>
                  <a:cubicBezTo>
                    <a:pt x="1006" y="21572"/>
                    <a:pt x="1022" y="21670"/>
                    <a:pt x="1014" y="21759"/>
                  </a:cubicBezTo>
                  <a:cubicBezTo>
                    <a:pt x="1056" y="21842"/>
                    <a:pt x="1067" y="21895"/>
                    <a:pt x="1095" y="21895"/>
                  </a:cubicBezTo>
                  <a:cubicBezTo>
                    <a:pt x="1106" y="21895"/>
                    <a:pt x="1118" y="21888"/>
                    <a:pt x="1136" y="21872"/>
                  </a:cubicBezTo>
                  <a:cubicBezTo>
                    <a:pt x="1176" y="21880"/>
                    <a:pt x="1217" y="21905"/>
                    <a:pt x="1249" y="21929"/>
                  </a:cubicBezTo>
                  <a:cubicBezTo>
                    <a:pt x="1282" y="21996"/>
                    <a:pt x="1277" y="22023"/>
                    <a:pt x="1266" y="22023"/>
                  </a:cubicBezTo>
                  <a:cubicBezTo>
                    <a:pt x="1259" y="22023"/>
                    <a:pt x="1249" y="22009"/>
                    <a:pt x="1249" y="21986"/>
                  </a:cubicBezTo>
                  <a:cubicBezTo>
                    <a:pt x="1225" y="21938"/>
                    <a:pt x="1211" y="21920"/>
                    <a:pt x="1198" y="21920"/>
                  </a:cubicBezTo>
                  <a:cubicBezTo>
                    <a:pt x="1181" y="21920"/>
                    <a:pt x="1165" y="21953"/>
                    <a:pt x="1128" y="21986"/>
                  </a:cubicBezTo>
                  <a:cubicBezTo>
                    <a:pt x="1079" y="22051"/>
                    <a:pt x="1055" y="22124"/>
                    <a:pt x="1063" y="22205"/>
                  </a:cubicBezTo>
                  <a:cubicBezTo>
                    <a:pt x="1063" y="22262"/>
                    <a:pt x="1063" y="22367"/>
                    <a:pt x="1063" y="22424"/>
                  </a:cubicBezTo>
                  <a:cubicBezTo>
                    <a:pt x="998" y="22586"/>
                    <a:pt x="998" y="22643"/>
                    <a:pt x="1055" y="22643"/>
                  </a:cubicBezTo>
                  <a:lnTo>
                    <a:pt x="1119" y="22643"/>
                  </a:lnTo>
                  <a:cubicBezTo>
                    <a:pt x="999" y="22699"/>
                    <a:pt x="982" y="23287"/>
                    <a:pt x="1099" y="23362"/>
                  </a:cubicBezTo>
                  <a:lnTo>
                    <a:pt x="1099" y="23362"/>
                  </a:lnTo>
                  <a:cubicBezTo>
                    <a:pt x="1083" y="23361"/>
                    <a:pt x="1061" y="23359"/>
                    <a:pt x="1038" y="23356"/>
                  </a:cubicBezTo>
                  <a:cubicBezTo>
                    <a:pt x="982" y="23356"/>
                    <a:pt x="982" y="23413"/>
                    <a:pt x="982" y="23526"/>
                  </a:cubicBezTo>
                  <a:cubicBezTo>
                    <a:pt x="1006" y="23672"/>
                    <a:pt x="1022" y="23818"/>
                    <a:pt x="1030" y="23964"/>
                  </a:cubicBezTo>
                  <a:cubicBezTo>
                    <a:pt x="1022" y="24183"/>
                    <a:pt x="1022" y="24353"/>
                    <a:pt x="1079" y="24353"/>
                  </a:cubicBezTo>
                  <a:cubicBezTo>
                    <a:pt x="1079" y="24402"/>
                    <a:pt x="1079" y="24402"/>
                    <a:pt x="1022" y="24402"/>
                  </a:cubicBezTo>
                  <a:cubicBezTo>
                    <a:pt x="1006" y="24385"/>
                    <a:pt x="993" y="24378"/>
                    <a:pt x="984" y="24378"/>
                  </a:cubicBezTo>
                  <a:cubicBezTo>
                    <a:pt x="961" y="24378"/>
                    <a:pt x="957" y="24419"/>
                    <a:pt x="957" y="24459"/>
                  </a:cubicBezTo>
                  <a:cubicBezTo>
                    <a:pt x="957" y="24515"/>
                    <a:pt x="1014" y="24515"/>
                    <a:pt x="1079" y="24515"/>
                  </a:cubicBezTo>
                  <a:cubicBezTo>
                    <a:pt x="1136" y="24515"/>
                    <a:pt x="1136" y="24572"/>
                    <a:pt x="1071" y="24678"/>
                  </a:cubicBezTo>
                  <a:cubicBezTo>
                    <a:pt x="1014" y="24824"/>
                    <a:pt x="1006" y="24978"/>
                    <a:pt x="1063" y="25124"/>
                  </a:cubicBezTo>
                  <a:cubicBezTo>
                    <a:pt x="1063" y="25172"/>
                    <a:pt x="1063" y="25229"/>
                    <a:pt x="1006" y="25229"/>
                  </a:cubicBezTo>
                  <a:cubicBezTo>
                    <a:pt x="909" y="25294"/>
                    <a:pt x="909" y="25432"/>
                    <a:pt x="998" y="25505"/>
                  </a:cubicBezTo>
                  <a:cubicBezTo>
                    <a:pt x="998" y="25561"/>
                    <a:pt x="998" y="25561"/>
                    <a:pt x="933" y="25561"/>
                  </a:cubicBezTo>
                  <a:cubicBezTo>
                    <a:pt x="876" y="25610"/>
                    <a:pt x="819" y="25610"/>
                    <a:pt x="933" y="25667"/>
                  </a:cubicBezTo>
                  <a:cubicBezTo>
                    <a:pt x="990" y="25788"/>
                    <a:pt x="990" y="25934"/>
                    <a:pt x="925" y="26056"/>
                  </a:cubicBezTo>
                  <a:cubicBezTo>
                    <a:pt x="925" y="26113"/>
                    <a:pt x="925" y="26161"/>
                    <a:pt x="982" y="26169"/>
                  </a:cubicBezTo>
                  <a:lnTo>
                    <a:pt x="1046" y="26169"/>
                  </a:lnTo>
                  <a:cubicBezTo>
                    <a:pt x="925" y="26218"/>
                    <a:pt x="925" y="26218"/>
                    <a:pt x="1038" y="26275"/>
                  </a:cubicBezTo>
                  <a:cubicBezTo>
                    <a:pt x="1103" y="26275"/>
                    <a:pt x="1103" y="26332"/>
                    <a:pt x="1038" y="26332"/>
                  </a:cubicBezTo>
                  <a:cubicBezTo>
                    <a:pt x="1006" y="26356"/>
                    <a:pt x="982" y="26396"/>
                    <a:pt x="982" y="26437"/>
                  </a:cubicBezTo>
                  <a:cubicBezTo>
                    <a:pt x="1006" y="26640"/>
                    <a:pt x="1022" y="26842"/>
                    <a:pt x="1022" y="27045"/>
                  </a:cubicBezTo>
                  <a:cubicBezTo>
                    <a:pt x="1014" y="27491"/>
                    <a:pt x="1014" y="27653"/>
                    <a:pt x="1071" y="27653"/>
                  </a:cubicBezTo>
                  <a:cubicBezTo>
                    <a:pt x="1128" y="27710"/>
                    <a:pt x="1128" y="27710"/>
                    <a:pt x="1071" y="27767"/>
                  </a:cubicBezTo>
                  <a:cubicBezTo>
                    <a:pt x="1022" y="27807"/>
                    <a:pt x="998" y="27864"/>
                    <a:pt x="1006" y="27929"/>
                  </a:cubicBezTo>
                  <a:cubicBezTo>
                    <a:pt x="1006" y="27986"/>
                    <a:pt x="1006" y="28034"/>
                    <a:pt x="949" y="28034"/>
                  </a:cubicBezTo>
                  <a:cubicBezTo>
                    <a:pt x="1006" y="28091"/>
                    <a:pt x="1006" y="28091"/>
                    <a:pt x="1006" y="28148"/>
                  </a:cubicBezTo>
                  <a:cubicBezTo>
                    <a:pt x="941" y="28148"/>
                    <a:pt x="941" y="28204"/>
                    <a:pt x="998" y="28261"/>
                  </a:cubicBezTo>
                  <a:cubicBezTo>
                    <a:pt x="1086" y="28302"/>
                    <a:pt x="1110" y="28314"/>
                    <a:pt x="1070" y="28314"/>
                  </a:cubicBezTo>
                  <a:cubicBezTo>
                    <a:pt x="1055" y="28314"/>
                    <a:pt x="1031" y="28312"/>
                    <a:pt x="998" y="28310"/>
                  </a:cubicBezTo>
                  <a:cubicBezTo>
                    <a:pt x="948" y="28310"/>
                    <a:pt x="893" y="28432"/>
                    <a:pt x="922" y="28432"/>
                  </a:cubicBezTo>
                  <a:cubicBezTo>
                    <a:pt x="926" y="28432"/>
                    <a:pt x="933" y="28430"/>
                    <a:pt x="941" y="28423"/>
                  </a:cubicBezTo>
                  <a:cubicBezTo>
                    <a:pt x="998" y="28423"/>
                    <a:pt x="998" y="28537"/>
                    <a:pt x="1055" y="28586"/>
                  </a:cubicBezTo>
                  <a:cubicBezTo>
                    <a:pt x="1055" y="28642"/>
                    <a:pt x="1055" y="28699"/>
                    <a:pt x="990" y="28699"/>
                  </a:cubicBezTo>
                  <a:cubicBezTo>
                    <a:pt x="933" y="28756"/>
                    <a:pt x="982" y="29031"/>
                    <a:pt x="1046" y="29088"/>
                  </a:cubicBezTo>
                  <a:cubicBezTo>
                    <a:pt x="1103" y="29088"/>
                    <a:pt x="1103" y="29137"/>
                    <a:pt x="1038" y="29137"/>
                  </a:cubicBezTo>
                  <a:cubicBezTo>
                    <a:pt x="982" y="29137"/>
                    <a:pt x="982" y="29194"/>
                    <a:pt x="982" y="29250"/>
                  </a:cubicBezTo>
                  <a:cubicBezTo>
                    <a:pt x="1023" y="29292"/>
                    <a:pt x="1004" y="29303"/>
                    <a:pt x="966" y="29303"/>
                  </a:cubicBezTo>
                  <a:cubicBezTo>
                    <a:pt x="952" y="29303"/>
                    <a:pt x="935" y="29301"/>
                    <a:pt x="917" y="29299"/>
                  </a:cubicBezTo>
                  <a:cubicBezTo>
                    <a:pt x="902" y="29284"/>
                    <a:pt x="890" y="29277"/>
                    <a:pt x="882" y="29277"/>
                  </a:cubicBezTo>
                  <a:cubicBezTo>
                    <a:pt x="860" y="29277"/>
                    <a:pt x="860" y="29329"/>
                    <a:pt x="860" y="29413"/>
                  </a:cubicBezTo>
                  <a:cubicBezTo>
                    <a:pt x="917" y="29469"/>
                    <a:pt x="909" y="29688"/>
                    <a:pt x="909" y="29850"/>
                  </a:cubicBezTo>
                  <a:cubicBezTo>
                    <a:pt x="901" y="30126"/>
                    <a:pt x="957" y="30183"/>
                    <a:pt x="1079" y="30296"/>
                  </a:cubicBezTo>
                  <a:lnTo>
                    <a:pt x="1201" y="30353"/>
                  </a:lnTo>
                  <a:lnTo>
                    <a:pt x="1079" y="30353"/>
                  </a:lnTo>
                  <a:cubicBezTo>
                    <a:pt x="1014" y="30361"/>
                    <a:pt x="957" y="30377"/>
                    <a:pt x="901" y="30402"/>
                  </a:cubicBezTo>
                  <a:cubicBezTo>
                    <a:pt x="892" y="30458"/>
                    <a:pt x="957" y="30458"/>
                    <a:pt x="1014" y="30458"/>
                  </a:cubicBezTo>
                  <a:cubicBezTo>
                    <a:pt x="1079" y="30458"/>
                    <a:pt x="1071" y="30515"/>
                    <a:pt x="1014" y="30629"/>
                  </a:cubicBezTo>
                  <a:cubicBezTo>
                    <a:pt x="949" y="30734"/>
                    <a:pt x="949" y="30791"/>
                    <a:pt x="1006" y="30848"/>
                  </a:cubicBezTo>
                  <a:cubicBezTo>
                    <a:pt x="1014" y="30904"/>
                    <a:pt x="990" y="30969"/>
                    <a:pt x="941" y="31010"/>
                  </a:cubicBezTo>
                  <a:cubicBezTo>
                    <a:pt x="941" y="31067"/>
                    <a:pt x="941" y="31067"/>
                    <a:pt x="1006" y="31067"/>
                  </a:cubicBezTo>
                  <a:cubicBezTo>
                    <a:pt x="1063" y="31067"/>
                    <a:pt x="1063" y="31123"/>
                    <a:pt x="998" y="31172"/>
                  </a:cubicBezTo>
                  <a:cubicBezTo>
                    <a:pt x="876" y="31229"/>
                    <a:pt x="876" y="31391"/>
                    <a:pt x="933" y="31391"/>
                  </a:cubicBezTo>
                  <a:cubicBezTo>
                    <a:pt x="998" y="31399"/>
                    <a:pt x="998" y="31448"/>
                    <a:pt x="990" y="31504"/>
                  </a:cubicBezTo>
                  <a:cubicBezTo>
                    <a:pt x="982" y="31569"/>
                    <a:pt x="1006" y="31626"/>
                    <a:pt x="1046" y="31675"/>
                  </a:cubicBezTo>
                  <a:lnTo>
                    <a:pt x="1046" y="31780"/>
                  </a:lnTo>
                  <a:cubicBezTo>
                    <a:pt x="1046" y="31797"/>
                    <a:pt x="1042" y="31803"/>
                    <a:pt x="1035" y="31803"/>
                  </a:cubicBezTo>
                  <a:cubicBezTo>
                    <a:pt x="1018" y="31803"/>
                    <a:pt x="990" y="31763"/>
                    <a:pt x="990" y="31723"/>
                  </a:cubicBezTo>
                  <a:lnTo>
                    <a:pt x="925" y="31780"/>
                  </a:lnTo>
                  <a:cubicBezTo>
                    <a:pt x="925" y="31893"/>
                    <a:pt x="925" y="31942"/>
                    <a:pt x="982" y="31999"/>
                  </a:cubicBezTo>
                  <a:cubicBezTo>
                    <a:pt x="1103" y="32056"/>
                    <a:pt x="1103" y="32056"/>
                    <a:pt x="982" y="32056"/>
                  </a:cubicBezTo>
                  <a:cubicBezTo>
                    <a:pt x="925" y="32056"/>
                    <a:pt x="860" y="32112"/>
                    <a:pt x="917" y="32161"/>
                  </a:cubicBezTo>
                  <a:cubicBezTo>
                    <a:pt x="1038" y="32226"/>
                    <a:pt x="982" y="32275"/>
                    <a:pt x="917" y="32275"/>
                  </a:cubicBezTo>
                  <a:cubicBezTo>
                    <a:pt x="878" y="32255"/>
                    <a:pt x="853" y="32243"/>
                    <a:pt x="841" y="32243"/>
                  </a:cubicBezTo>
                  <a:cubicBezTo>
                    <a:pt x="816" y="32243"/>
                    <a:pt x="842" y="32292"/>
                    <a:pt x="917" y="32437"/>
                  </a:cubicBezTo>
                  <a:cubicBezTo>
                    <a:pt x="909" y="32550"/>
                    <a:pt x="965" y="32769"/>
                    <a:pt x="965" y="32939"/>
                  </a:cubicBezTo>
                  <a:cubicBezTo>
                    <a:pt x="957" y="33158"/>
                    <a:pt x="957" y="33264"/>
                    <a:pt x="892" y="33320"/>
                  </a:cubicBezTo>
                  <a:cubicBezTo>
                    <a:pt x="882" y="33320"/>
                    <a:pt x="873" y="33321"/>
                    <a:pt x="864" y="33322"/>
                  </a:cubicBezTo>
                  <a:lnTo>
                    <a:pt x="864" y="33322"/>
                  </a:lnTo>
                  <a:cubicBezTo>
                    <a:pt x="957" y="33331"/>
                    <a:pt x="957" y="33391"/>
                    <a:pt x="949" y="33539"/>
                  </a:cubicBezTo>
                  <a:cubicBezTo>
                    <a:pt x="901" y="33653"/>
                    <a:pt x="917" y="33783"/>
                    <a:pt x="1006" y="33872"/>
                  </a:cubicBezTo>
                  <a:lnTo>
                    <a:pt x="1006" y="33766"/>
                  </a:lnTo>
                  <a:cubicBezTo>
                    <a:pt x="1128" y="33766"/>
                    <a:pt x="1128" y="33823"/>
                    <a:pt x="1063" y="33929"/>
                  </a:cubicBezTo>
                  <a:cubicBezTo>
                    <a:pt x="1063" y="33985"/>
                    <a:pt x="1006" y="33985"/>
                    <a:pt x="941" y="33985"/>
                  </a:cubicBezTo>
                  <a:cubicBezTo>
                    <a:pt x="884" y="33985"/>
                    <a:pt x="828" y="34026"/>
                    <a:pt x="819" y="34091"/>
                  </a:cubicBezTo>
                  <a:cubicBezTo>
                    <a:pt x="819" y="34131"/>
                    <a:pt x="819" y="34167"/>
                    <a:pt x="840" y="34167"/>
                  </a:cubicBezTo>
                  <a:cubicBezTo>
                    <a:pt x="848" y="34167"/>
                    <a:pt x="860" y="34161"/>
                    <a:pt x="876" y="34147"/>
                  </a:cubicBezTo>
                  <a:cubicBezTo>
                    <a:pt x="941" y="34147"/>
                    <a:pt x="941" y="34147"/>
                    <a:pt x="941" y="34204"/>
                  </a:cubicBezTo>
                  <a:cubicBezTo>
                    <a:pt x="925" y="34261"/>
                    <a:pt x="949" y="34326"/>
                    <a:pt x="998" y="34366"/>
                  </a:cubicBezTo>
                  <a:cubicBezTo>
                    <a:pt x="1055" y="34366"/>
                    <a:pt x="1055" y="34423"/>
                    <a:pt x="1055" y="34480"/>
                  </a:cubicBezTo>
                  <a:cubicBezTo>
                    <a:pt x="1014" y="34528"/>
                    <a:pt x="990" y="34585"/>
                    <a:pt x="990" y="34642"/>
                  </a:cubicBezTo>
                  <a:lnTo>
                    <a:pt x="933" y="34642"/>
                  </a:lnTo>
                  <a:cubicBezTo>
                    <a:pt x="884" y="34650"/>
                    <a:pt x="844" y="34666"/>
                    <a:pt x="811" y="34699"/>
                  </a:cubicBezTo>
                  <a:cubicBezTo>
                    <a:pt x="803" y="34747"/>
                    <a:pt x="868" y="34756"/>
                    <a:pt x="868" y="34756"/>
                  </a:cubicBezTo>
                  <a:cubicBezTo>
                    <a:pt x="925" y="34756"/>
                    <a:pt x="901" y="36077"/>
                    <a:pt x="892" y="36239"/>
                  </a:cubicBezTo>
                  <a:cubicBezTo>
                    <a:pt x="843" y="36330"/>
                    <a:pt x="831" y="36469"/>
                    <a:pt x="870" y="36469"/>
                  </a:cubicBezTo>
                  <a:cubicBezTo>
                    <a:pt x="876" y="36469"/>
                    <a:pt x="884" y="36466"/>
                    <a:pt x="892" y="36458"/>
                  </a:cubicBezTo>
                  <a:cubicBezTo>
                    <a:pt x="949" y="36458"/>
                    <a:pt x="949" y="36734"/>
                    <a:pt x="941" y="37066"/>
                  </a:cubicBezTo>
                  <a:cubicBezTo>
                    <a:pt x="933" y="37447"/>
                    <a:pt x="925" y="37723"/>
                    <a:pt x="982" y="37723"/>
                  </a:cubicBezTo>
                  <a:lnTo>
                    <a:pt x="982" y="37893"/>
                  </a:lnTo>
                  <a:cubicBezTo>
                    <a:pt x="990" y="37982"/>
                    <a:pt x="1014" y="38080"/>
                    <a:pt x="1038" y="38169"/>
                  </a:cubicBezTo>
                  <a:cubicBezTo>
                    <a:pt x="1078" y="38209"/>
                    <a:pt x="1090" y="38249"/>
                    <a:pt x="1074" y="38249"/>
                  </a:cubicBezTo>
                  <a:cubicBezTo>
                    <a:pt x="1067" y="38249"/>
                    <a:pt x="1055" y="38242"/>
                    <a:pt x="1038" y="38226"/>
                  </a:cubicBezTo>
                  <a:cubicBezTo>
                    <a:pt x="1024" y="38226"/>
                    <a:pt x="1010" y="38225"/>
                    <a:pt x="997" y="38225"/>
                  </a:cubicBezTo>
                  <a:cubicBezTo>
                    <a:pt x="951" y="38225"/>
                    <a:pt x="917" y="38230"/>
                    <a:pt x="917" y="38274"/>
                  </a:cubicBezTo>
                  <a:cubicBezTo>
                    <a:pt x="909" y="38388"/>
                    <a:pt x="973" y="38388"/>
                    <a:pt x="1030" y="38388"/>
                  </a:cubicBezTo>
                  <a:cubicBezTo>
                    <a:pt x="1063" y="38388"/>
                    <a:pt x="1087" y="38412"/>
                    <a:pt x="1087" y="38445"/>
                  </a:cubicBezTo>
                  <a:cubicBezTo>
                    <a:pt x="1087" y="38501"/>
                    <a:pt x="1087" y="38501"/>
                    <a:pt x="1030" y="38501"/>
                  </a:cubicBezTo>
                  <a:lnTo>
                    <a:pt x="909" y="38493"/>
                  </a:lnTo>
                  <a:lnTo>
                    <a:pt x="909" y="38550"/>
                  </a:lnTo>
                  <a:cubicBezTo>
                    <a:pt x="941" y="38550"/>
                    <a:pt x="965" y="38574"/>
                    <a:pt x="965" y="38607"/>
                  </a:cubicBezTo>
                  <a:cubicBezTo>
                    <a:pt x="965" y="38663"/>
                    <a:pt x="965" y="38663"/>
                    <a:pt x="844" y="38663"/>
                  </a:cubicBezTo>
                  <a:cubicBezTo>
                    <a:pt x="836" y="38663"/>
                    <a:pt x="830" y="38663"/>
                    <a:pt x="823" y="38663"/>
                  </a:cubicBezTo>
                  <a:cubicBezTo>
                    <a:pt x="730" y="38663"/>
                    <a:pt x="730" y="38716"/>
                    <a:pt x="844" y="38769"/>
                  </a:cubicBezTo>
                  <a:lnTo>
                    <a:pt x="901" y="38882"/>
                  </a:lnTo>
                  <a:cubicBezTo>
                    <a:pt x="779" y="38931"/>
                    <a:pt x="901" y="39045"/>
                    <a:pt x="957" y="39101"/>
                  </a:cubicBezTo>
                  <a:cubicBezTo>
                    <a:pt x="836" y="39158"/>
                    <a:pt x="836" y="39207"/>
                    <a:pt x="949" y="39263"/>
                  </a:cubicBezTo>
                  <a:cubicBezTo>
                    <a:pt x="1014" y="39272"/>
                    <a:pt x="1014" y="39320"/>
                    <a:pt x="949" y="39377"/>
                  </a:cubicBezTo>
                  <a:cubicBezTo>
                    <a:pt x="892" y="39434"/>
                    <a:pt x="892" y="39482"/>
                    <a:pt x="884" y="39596"/>
                  </a:cubicBezTo>
                  <a:cubicBezTo>
                    <a:pt x="941" y="39653"/>
                    <a:pt x="941" y="40034"/>
                    <a:pt x="925" y="40480"/>
                  </a:cubicBezTo>
                  <a:cubicBezTo>
                    <a:pt x="917" y="40974"/>
                    <a:pt x="909" y="41307"/>
                    <a:pt x="973" y="41307"/>
                  </a:cubicBezTo>
                  <a:cubicBezTo>
                    <a:pt x="973" y="41363"/>
                    <a:pt x="973" y="41363"/>
                    <a:pt x="909" y="41412"/>
                  </a:cubicBezTo>
                  <a:cubicBezTo>
                    <a:pt x="852" y="41412"/>
                    <a:pt x="852" y="41469"/>
                    <a:pt x="965" y="41525"/>
                  </a:cubicBezTo>
                  <a:cubicBezTo>
                    <a:pt x="1022" y="41582"/>
                    <a:pt x="1087" y="41582"/>
                    <a:pt x="965" y="41582"/>
                  </a:cubicBezTo>
                  <a:cubicBezTo>
                    <a:pt x="909" y="41582"/>
                    <a:pt x="901" y="41688"/>
                    <a:pt x="901" y="41907"/>
                  </a:cubicBezTo>
                  <a:cubicBezTo>
                    <a:pt x="892" y="42077"/>
                    <a:pt x="892" y="42296"/>
                    <a:pt x="949" y="42296"/>
                  </a:cubicBezTo>
                  <a:cubicBezTo>
                    <a:pt x="982" y="42362"/>
                    <a:pt x="996" y="42390"/>
                    <a:pt x="990" y="42390"/>
                  </a:cubicBezTo>
                  <a:cubicBezTo>
                    <a:pt x="986" y="42390"/>
                    <a:pt x="973" y="42376"/>
                    <a:pt x="949" y="42352"/>
                  </a:cubicBezTo>
                  <a:cubicBezTo>
                    <a:pt x="938" y="42347"/>
                    <a:pt x="927" y="42345"/>
                    <a:pt x="917" y="42345"/>
                  </a:cubicBezTo>
                  <a:cubicBezTo>
                    <a:pt x="817" y="42345"/>
                    <a:pt x="774" y="42579"/>
                    <a:pt x="884" y="42734"/>
                  </a:cubicBezTo>
                  <a:cubicBezTo>
                    <a:pt x="876" y="42790"/>
                    <a:pt x="876" y="42847"/>
                    <a:pt x="819" y="42847"/>
                  </a:cubicBezTo>
                  <a:cubicBezTo>
                    <a:pt x="819" y="42936"/>
                    <a:pt x="836" y="43034"/>
                    <a:pt x="876" y="43123"/>
                  </a:cubicBezTo>
                  <a:cubicBezTo>
                    <a:pt x="876" y="43171"/>
                    <a:pt x="868" y="43398"/>
                    <a:pt x="868" y="43504"/>
                  </a:cubicBezTo>
                  <a:cubicBezTo>
                    <a:pt x="868" y="43585"/>
                    <a:pt x="884" y="43658"/>
                    <a:pt x="917" y="43723"/>
                  </a:cubicBezTo>
                  <a:lnTo>
                    <a:pt x="917" y="43779"/>
                  </a:lnTo>
                  <a:cubicBezTo>
                    <a:pt x="860" y="43779"/>
                    <a:pt x="852" y="44055"/>
                    <a:pt x="844" y="44436"/>
                  </a:cubicBezTo>
                  <a:cubicBezTo>
                    <a:pt x="836" y="44825"/>
                    <a:pt x="828" y="45158"/>
                    <a:pt x="771" y="45206"/>
                  </a:cubicBezTo>
                  <a:cubicBezTo>
                    <a:pt x="771" y="45255"/>
                    <a:pt x="795" y="45296"/>
                    <a:pt x="828" y="45320"/>
                  </a:cubicBezTo>
                  <a:cubicBezTo>
                    <a:pt x="949" y="45377"/>
                    <a:pt x="949" y="45433"/>
                    <a:pt x="884" y="45490"/>
                  </a:cubicBezTo>
                  <a:cubicBezTo>
                    <a:pt x="763" y="45563"/>
                    <a:pt x="763" y="45733"/>
                    <a:pt x="876" y="45814"/>
                  </a:cubicBezTo>
                  <a:lnTo>
                    <a:pt x="819" y="45814"/>
                  </a:lnTo>
                  <a:cubicBezTo>
                    <a:pt x="698" y="45871"/>
                    <a:pt x="755" y="46033"/>
                    <a:pt x="868" y="46090"/>
                  </a:cubicBezTo>
                  <a:cubicBezTo>
                    <a:pt x="811" y="46147"/>
                    <a:pt x="746" y="46204"/>
                    <a:pt x="811" y="46252"/>
                  </a:cubicBezTo>
                  <a:cubicBezTo>
                    <a:pt x="811" y="46309"/>
                    <a:pt x="811" y="46309"/>
                    <a:pt x="690" y="46309"/>
                  </a:cubicBezTo>
                  <a:cubicBezTo>
                    <a:pt x="625" y="46309"/>
                    <a:pt x="568" y="46309"/>
                    <a:pt x="568" y="46358"/>
                  </a:cubicBezTo>
                  <a:cubicBezTo>
                    <a:pt x="568" y="46414"/>
                    <a:pt x="625" y="46414"/>
                    <a:pt x="682" y="46423"/>
                  </a:cubicBezTo>
                  <a:lnTo>
                    <a:pt x="682" y="46528"/>
                  </a:lnTo>
                  <a:cubicBezTo>
                    <a:pt x="682" y="46560"/>
                    <a:pt x="706" y="46585"/>
                    <a:pt x="738" y="46585"/>
                  </a:cubicBezTo>
                  <a:cubicBezTo>
                    <a:pt x="803" y="46585"/>
                    <a:pt x="803" y="46641"/>
                    <a:pt x="803" y="46698"/>
                  </a:cubicBezTo>
                  <a:cubicBezTo>
                    <a:pt x="760" y="46698"/>
                    <a:pt x="771" y="46723"/>
                    <a:pt x="802" y="46723"/>
                  </a:cubicBezTo>
                  <a:cubicBezTo>
                    <a:pt x="818" y="46723"/>
                    <a:pt x="838" y="46717"/>
                    <a:pt x="860" y="46698"/>
                  </a:cubicBezTo>
                  <a:cubicBezTo>
                    <a:pt x="917" y="46698"/>
                    <a:pt x="982" y="46698"/>
                    <a:pt x="982" y="46755"/>
                  </a:cubicBezTo>
                  <a:lnTo>
                    <a:pt x="1095" y="46755"/>
                  </a:lnTo>
                  <a:cubicBezTo>
                    <a:pt x="1121" y="46757"/>
                    <a:pt x="1144" y="46758"/>
                    <a:pt x="1164" y="46758"/>
                  </a:cubicBezTo>
                  <a:cubicBezTo>
                    <a:pt x="1241" y="46758"/>
                    <a:pt x="1287" y="46739"/>
                    <a:pt x="1338" y="46650"/>
                  </a:cubicBezTo>
                  <a:cubicBezTo>
                    <a:pt x="1403" y="46431"/>
                    <a:pt x="1468" y="46268"/>
                    <a:pt x="1346" y="46268"/>
                  </a:cubicBezTo>
                  <a:cubicBezTo>
                    <a:pt x="1265" y="46212"/>
                    <a:pt x="1273" y="46098"/>
                    <a:pt x="1355" y="46050"/>
                  </a:cubicBezTo>
                  <a:cubicBezTo>
                    <a:pt x="1411" y="46050"/>
                    <a:pt x="1419" y="45831"/>
                    <a:pt x="1419" y="45555"/>
                  </a:cubicBezTo>
                  <a:cubicBezTo>
                    <a:pt x="1428" y="45223"/>
                    <a:pt x="1428" y="45060"/>
                    <a:pt x="1492" y="45004"/>
                  </a:cubicBezTo>
                  <a:cubicBezTo>
                    <a:pt x="1525" y="44979"/>
                    <a:pt x="1549" y="44939"/>
                    <a:pt x="1557" y="44898"/>
                  </a:cubicBezTo>
                  <a:cubicBezTo>
                    <a:pt x="1492" y="44890"/>
                    <a:pt x="1500" y="44566"/>
                    <a:pt x="1509" y="44177"/>
                  </a:cubicBezTo>
                  <a:cubicBezTo>
                    <a:pt x="1517" y="43796"/>
                    <a:pt x="1525" y="43406"/>
                    <a:pt x="1468" y="43406"/>
                  </a:cubicBezTo>
                  <a:lnTo>
                    <a:pt x="1468" y="43293"/>
                  </a:lnTo>
                  <a:cubicBezTo>
                    <a:pt x="1470" y="43293"/>
                    <a:pt x="1472" y="43293"/>
                    <a:pt x="1474" y="43293"/>
                  </a:cubicBezTo>
                  <a:cubicBezTo>
                    <a:pt x="1525" y="43293"/>
                    <a:pt x="1533" y="43184"/>
                    <a:pt x="1533" y="43074"/>
                  </a:cubicBezTo>
                  <a:cubicBezTo>
                    <a:pt x="1500" y="43009"/>
                    <a:pt x="1476" y="42936"/>
                    <a:pt x="1476" y="42855"/>
                  </a:cubicBezTo>
                  <a:cubicBezTo>
                    <a:pt x="1533" y="42855"/>
                    <a:pt x="1541" y="42798"/>
                    <a:pt x="1541" y="42693"/>
                  </a:cubicBezTo>
                  <a:cubicBezTo>
                    <a:pt x="1541" y="42579"/>
                    <a:pt x="1541" y="42531"/>
                    <a:pt x="1484" y="42523"/>
                  </a:cubicBezTo>
                  <a:cubicBezTo>
                    <a:pt x="1484" y="42320"/>
                    <a:pt x="1509" y="42117"/>
                    <a:pt x="1557" y="41923"/>
                  </a:cubicBezTo>
                  <a:cubicBezTo>
                    <a:pt x="1614" y="41866"/>
                    <a:pt x="1557" y="41809"/>
                    <a:pt x="1500" y="41752"/>
                  </a:cubicBezTo>
                  <a:cubicBezTo>
                    <a:pt x="1436" y="41752"/>
                    <a:pt x="1387" y="41704"/>
                    <a:pt x="1379" y="41647"/>
                  </a:cubicBezTo>
                  <a:lnTo>
                    <a:pt x="1500" y="41647"/>
                  </a:lnTo>
                  <a:cubicBezTo>
                    <a:pt x="1524" y="41671"/>
                    <a:pt x="1538" y="41684"/>
                    <a:pt x="1546" y="41684"/>
                  </a:cubicBezTo>
                  <a:cubicBezTo>
                    <a:pt x="1559" y="41684"/>
                    <a:pt x="1561" y="41657"/>
                    <a:pt x="1565" y="41590"/>
                  </a:cubicBezTo>
                  <a:lnTo>
                    <a:pt x="1565" y="41485"/>
                  </a:lnTo>
                  <a:cubicBezTo>
                    <a:pt x="1509" y="41477"/>
                    <a:pt x="1509" y="41209"/>
                    <a:pt x="1517" y="40820"/>
                  </a:cubicBezTo>
                  <a:cubicBezTo>
                    <a:pt x="1533" y="40326"/>
                    <a:pt x="1533" y="40163"/>
                    <a:pt x="1476" y="40155"/>
                  </a:cubicBezTo>
                  <a:cubicBezTo>
                    <a:pt x="1411" y="40155"/>
                    <a:pt x="1411" y="40107"/>
                    <a:pt x="1476" y="39936"/>
                  </a:cubicBezTo>
                  <a:cubicBezTo>
                    <a:pt x="1663" y="39612"/>
                    <a:pt x="1663" y="39612"/>
                    <a:pt x="1606" y="39555"/>
                  </a:cubicBezTo>
                  <a:lnTo>
                    <a:pt x="1606" y="39555"/>
                  </a:lnTo>
                  <a:cubicBezTo>
                    <a:pt x="1606" y="39612"/>
                    <a:pt x="1541" y="39612"/>
                    <a:pt x="1484" y="39612"/>
                  </a:cubicBezTo>
                  <a:cubicBezTo>
                    <a:pt x="1363" y="39604"/>
                    <a:pt x="1363" y="39555"/>
                    <a:pt x="1484" y="39499"/>
                  </a:cubicBezTo>
                  <a:cubicBezTo>
                    <a:pt x="1606" y="39499"/>
                    <a:pt x="1565" y="38672"/>
                    <a:pt x="1444" y="38615"/>
                  </a:cubicBezTo>
                  <a:lnTo>
                    <a:pt x="1500" y="38615"/>
                  </a:lnTo>
                  <a:cubicBezTo>
                    <a:pt x="1504" y="38615"/>
                    <a:pt x="1508" y="38616"/>
                    <a:pt x="1511" y="38616"/>
                  </a:cubicBezTo>
                  <a:cubicBezTo>
                    <a:pt x="1565" y="38616"/>
                    <a:pt x="1566" y="38553"/>
                    <a:pt x="1573" y="38347"/>
                  </a:cubicBezTo>
                  <a:lnTo>
                    <a:pt x="1573" y="38177"/>
                  </a:lnTo>
                  <a:cubicBezTo>
                    <a:pt x="1453" y="38177"/>
                    <a:pt x="1515" y="37853"/>
                    <a:pt x="1579" y="37853"/>
                  </a:cubicBezTo>
                  <a:cubicBezTo>
                    <a:pt x="1580" y="37853"/>
                    <a:pt x="1581" y="37853"/>
                    <a:pt x="1582" y="37853"/>
                  </a:cubicBezTo>
                  <a:cubicBezTo>
                    <a:pt x="1638" y="37796"/>
                    <a:pt x="1638" y="37796"/>
                    <a:pt x="1646" y="37682"/>
                  </a:cubicBezTo>
                  <a:cubicBezTo>
                    <a:pt x="1525" y="37520"/>
                    <a:pt x="1590" y="37245"/>
                    <a:pt x="1655" y="37245"/>
                  </a:cubicBezTo>
                  <a:lnTo>
                    <a:pt x="1655" y="37131"/>
                  </a:lnTo>
                  <a:cubicBezTo>
                    <a:pt x="1606" y="37074"/>
                    <a:pt x="1590" y="36993"/>
                    <a:pt x="1598" y="36912"/>
                  </a:cubicBezTo>
                  <a:cubicBezTo>
                    <a:pt x="1604" y="36791"/>
                    <a:pt x="1605" y="36729"/>
                    <a:pt x="1579" y="36729"/>
                  </a:cubicBezTo>
                  <a:cubicBezTo>
                    <a:pt x="1570" y="36729"/>
                    <a:pt x="1557" y="36736"/>
                    <a:pt x="1541" y="36750"/>
                  </a:cubicBezTo>
                  <a:cubicBezTo>
                    <a:pt x="1484" y="36750"/>
                    <a:pt x="1428" y="36742"/>
                    <a:pt x="1428" y="36693"/>
                  </a:cubicBezTo>
                  <a:lnTo>
                    <a:pt x="1484" y="36693"/>
                  </a:lnTo>
                  <a:cubicBezTo>
                    <a:pt x="1541" y="36693"/>
                    <a:pt x="1549" y="36531"/>
                    <a:pt x="1549" y="36304"/>
                  </a:cubicBezTo>
                  <a:cubicBezTo>
                    <a:pt x="1557" y="36028"/>
                    <a:pt x="1557" y="35923"/>
                    <a:pt x="1622" y="35866"/>
                  </a:cubicBezTo>
                  <a:lnTo>
                    <a:pt x="1565" y="35810"/>
                  </a:lnTo>
                  <a:cubicBezTo>
                    <a:pt x="1500" y="35753"/>
                    <a:pt x="1509" y="35704"/>
                    <a:pt x="1565" y="35704"/>
                  </a:cubicBezTo>
                  <a:cubicBezTo>
                    <a:pt x="1622" y="35647"/>
                    <a:pt x="1630" y="35428"/>
                    <a:pt x="1573" y="35315"/>
                  </a:cubicBezTo>
                  <a:lnTo>
                    <a:pt x="1573" y="35210"/>
                  </a:lnTo>
                  <a:cubicBezTo>
                    <a:pt x="1695" y="35153"/>
                    <a:pt x="1703" y="34991"/>
                    <a:pt x="1582" y="34934"/>
                  </a:cubicBezTo>
                  <a:cubicBezTo>
                    <a:pt x="1638" y="34934"/>
                    <a:pt x="1638" y="34877"/>
                    <a:pt x="1646" y="34820"/>
                  </a:cubicBezTo>
                  <a:cubicBezTo>
                    <a:pt x="1583" y="34717"/>
                    <a:pt x="1589" y="34496"/>
                    <a:pt x="1644" y="34496"/>
                  </a:cubicBezTo>
                  <a:cubicBezTo>
                    <a:pt x="1644" y="34496"/>
                    <a:pt x="1645" y="34496"/>
                    <a:pt x="1646" y="34496"/>
                  </a:cubicBezTo>
                  <a:lnTo>
                    <a:pt x="1655" y="34439"/>
                  </a:lnTo>
                  <a:cubicBezTo>
                    <a:pt x="1606" y="34391"/>
                    <a:pt x="1582" y="34334"/>
                    <a:pt x="1598" y="34269"/>
                  </a:cubicBezTo>
                  <a:cubicBezTo>
                    <a:pt x="1606" y="34212"/>
                    <a:pt x="1582" y="34147"/>
                    <a:pt x="1541" y="34107"/>
                  </a:cubicBezTo>
                  <a:cubicBezTo>
                    <a:pt x="1509" y="34074"/>
                    <a:pt x="1484" y="34034"/>
                    <a:pt x="1484" y="33993"/>
                  </a:cubicBezTo>
                  <a:cubicBezTo>
                    <a:pt x="1484" y="33977"/>
                    <a:pt x="1489" y="33970"/>
                    <a:pt x="1497" y="33970"/>
                  </a:cubicBezTo>
                  <a:cubicBezTo>
                    <a:pt x="1518" y="33970"/>
                    <a:pt x="1558" y="34010"/>
                    <a:pt x="1598" y="34050"/>
                  </a:cubicBezTo>
                  <a:cubicBezTo>
                    <a:pt x="1611" y="34076"/>
                    <a:pt x="1621" y="34087"/>
                    <a:pt x="1628" y="34087"/>
                  </a:cubicBezTo>
                  <a:cubicBezTo>
                    <a:pt x="1652" y="34087"/>
                    <a:pt x="1635" y="33957"/>
                    <a:pt x="1541" y="33831"/>
                  </a:cubicBezTo>
                  <a:cubicBezTo>
                    <a:pt x="1479" y="33738"/>
                    <a:pt x="1450" y="33695"/>
                    <a:pt x="1457" y="33695"/>
                  </a:cubicBezTo>
                  <a:lnTo>
                    <a:pt x="1457" y="33695"/>
                  </a:lnTo>
                  <a:cubicBezTo>
                    <a:pt x="1462" y="33695"/>
                    <a:pt x="1490" y="33723"/>
                    <a:pt x="1541" y="33774"/>
                  </a:cubicBezTo>
                  <a:cubicBezTo>
                    <a:pt x="1578" y="33807"/>
                    <a:pt x="1613" y="33840"/>
                    <a:pt x="1625" y="33840"/>
                  </a:cubicBezTo>
                  <a:cubicBezTo>
                    <a:pt x="1634" y="33840"/>
                    <a:pt x="1630" y="33822"/>
                    <a:pt x="1606" y="33774"/>
                  </a:cubicBezTo>
                  <a:cubicBezTo>
                    <a:pt x="1606" y="33774"/>
                    <a:pt x="1606" y="33669"/>
                    <a:pt x="1549" y="33661"/>
                  </a:cubicBezTo>
                  <a:lnTo>
                    <a:pt x="1549" y="33499"/>
                  </a:lnTo>
                  <a:cubicBezTo>
                    <a:pt x="1590" y="33434"/>
                    <a:pt x="1614" y="33361"/>
                    <a:pt x="1614" y="33280"/>
                  </a:cubicBezTo>
                  <a:cubicBezTo>
                    <a:pt x="1557" y="33223"/>
                    <a:pt x="1557" y="33223"/>
                    <a:pt x="1614" y="33175"/>
                  </a:cubicBezTo>
                  <a:cubicBezTo>
                    <a:pt x="1679" y="33175"/>
                    <a:pt x="1679" y="33118"/>
                    <a:pt x="1557" y="33118"/>
                  </a:cubicBezTo>
                  <a:cubicBezTo>
                    <a:pt x="1500" y="33077"/>
                    <a:pt x="1500" y="32988"/>
                    <a:pt x="1565" y="32947"/>
                  </a:cubicBezTo>
                  <a:cubicBezTo>
                    <a:pt x="1573" y="32948"/>
                    <a:pt x="1580" y="32948"/>
                    <a:pt x="1587" y="32948"/>
                  </a:cubicBezTo>
                  <a:cubicBezTo>
                    <a:pt x="1679" y="32948"/>
                    <a:pt x="1675" y="32899"/>
                    <a:pt x="1622" y="32899"/>
                  </a:cubicBezTo>
                  <a:cubicBezTo>
                    <a:pt x="1590" y="32866"/>
                    <a:pt x="1565" y="32826"/>
                    <a:pt x="1565" y="32785"/>
                  </a:cubicBezTo>
                  <a:cubicBezTo>
                    <a:pt x="1622" y="32785"/>
                    <a:pt x="1638" y="32291"/>
                    <a:pt x="1646" y="31796"/>
                  </a:cubicBezTo>
                  <a:cubicBezTo>
                    <a:pt x="1638" y="31731"/>
                    <a:pt x="1590" y="31683"/>
                    <a:pt x="1525" y="31683"/>
                  </a:cubicBezTo>
                  <a:cubicBezTo>
                    <a:pt x="1411" y="31683"/>
                    <a:pt x="1468" y="31683"/>
                    <a:pt x="1533" y="31626"/>
                  </a:cubicBezTo>
                  <a:cubicBezTo>
                    <a:pt x="1677" y="31587"/>
                    <a:pt x="1705" y="31505"/>
                    <a:pt x="1616" y="31505"/>
                  </a:cubicBezTo>
                  <a:cubicBezTo>
                    <a:pt x="1595" y="31505"/>
                    <a:pt x="1567" y="31510"/>
                    <a:pt x="1533" y="31521"/>
                  </a:cubicBezTo>
                  <a:cubicBezTo>
                    <a:pt x="1484" y="31540"/>
                    <a:pt x="1454" y="31552"/>
                    <a:pt x="1445" y="31552"/>
                  </a:cubicBezTo>
                  <a:cubicBezTo>
                    <a:pt x="1431" y="31552"/>
                    <a:pt x="1461" y="31527"/>
                    <a:pt x="1533" y="31464"/>
                  </a:cubicBezTo>
                  <a:cubicBezTo>
                    <a:pt x="1590" y="31407"/>
                    <a:pt x="1590" y="31407"/>
                    <a:pt x="1533" y="31350"/>
                  </a:cubicBezTo>
                  <a:cubicBezTo>
                    <a:pt x="1476" y="31350"/>
                    <a:pt x="1476" y="31294"/>
                    <a:pt x="1533" y="31294"/>
                  </a:cubicBezTo>
                  <a:cubicBezTo>
                    <a:pt x="1598" y="31245"/>
                    <a:pt x="1655" y="31188"/>
                    <a:pt x="1598" y="31188"/>
                  </a:cubicBezTo>
                  <a:cubicBezTo>
                    <a:pt x="1606" y="31148"/>
                    <a:pt x="1622" y="31107"/>
                    <a:pt x="1663" y="31083"/>
                  </a:cubicBezTo>
                  <a:cubicBezTo>
                    <a:pt x="1719" y="31026"/>
                    <a:pt x="1663" y="30969"/>
                    <a:pt x="1606" y="30912"/>
                  </a:cubicBezTo>
                  <a:cubicBezTo>
                    <a:pt x="1516" y="30787"/>
                    <a:pt x="1497" y="30728"/>
                    <a:pt x="1539" y="30728"/>
                  </a:cubicBezTo>
                  <a:cubicBezTo>
                    <a:pt x="1553" y="30728"/>
                    <a:pt x="1576" y="30735"/>
                    <a:pt x="1606" y="30750"/>
                  </a:cubicBezTo>
                  <a:cubicBezTo>
                    <a:pt x="1617" y="30756"/>
                    <a:pt x="1627" y="30758"/>
                    <a:pt x="1635" y="30758"/>
                  </a:cubicBezTo>
                  <a:cubicBezTo>
                    <a:pt x="1717" y="30758"/>
                    <a:pt x="1660" y="30526"/>
                    <a:pt x="1557" y="30475"/>
                  </a:cubicBezTo>
                  <a:cubicBezTo>
                    <a:pt x="1436" y="30418"/>
                    <a:pt x="1436" y="30418"/>
                    <a:pt x="1492" y="30418"/>
                  </a:cubicBezTo>
                  <a:cubicBezTo>
                    <a:pt x="1525" y="30418"/>
                    <a:pt x="1557" y="30394"/>
                    <a:pt x="1557" y="30361"/>
                  </a:cubicBezTo>
                  <a:cubicBezTo>
                    <a:pt x="1557" y="30304"/>
                    <a:pt x="1557" y="30256"/>
                    <a:pt x="1614" y="30256"/>
                  </a:cubicBezTo>
                  <a:cubicBezTo>
                    <a:pt x="1614" y="30191"/>
                    <a:pt x="1590" y="30134"/>
                    <a:pt x="1557" y="30085"/>
                  </a:cubicBezTo>
                  <a:cubicBezTo>
                    <a:pt x="1460" y="29988"/>
                    <a:pt x="1492" y="29810"/>
                    <a:pt x="1630" y="29761"/>
                  </a:cubicBezTo>
                  <a:lnTo>
                    <a:pt x="1573" y="29648"/>
                  </a:lnTo>
                  <a:cubicBezTo>
                    <a:pt x="1452" y="29591"/>
                    <a:pt x="1395" y="29534"/>
                    <a:pt x="1517" y="29534"/>
                  </a:cubicBezTo>
                  <a:lnTo>
                    <a:pt x="1573" y="29534"/>
                  </a:lnTo>
                  <a:cubicBezTo>
                    <a:pt x="1452" y="29477"/>
                    <a:pt x="1517" y="29258"/>
                    <a:pt x="1638" y="29258"/>
                  </a:cubicBezTo>
                  <a:cubicBezTo>
                    <a:pt x="1654" y="29261"/>
                    <a:pt x="1665" y="29262"/>
                    <a:pt x="1673" y="29262"/>
                  </a:cubicBezTo>
                  <a:cubicBezTo>
                    <a:pt x="1695" y="29262"/>
                    <a:pt x="1695" y="29251"/>
                    <a:pt x="1695" y="29210"/>
                  </a:cubicBezTo>
                  <a:lnTo>
                    <a:pt x="1638" y="29210"/>
                  </a:lnTo>
                  <a:cubicBezTo>
                    <a:pt x="1582" y="29210"/>
                    <a:pt x="1517" y="29202"/>
                    <a:pt x="1517" y="29153"/>
                  </a:cubicBezTo>
                  <a:cubicBezTo>
                    <a:pt x="1525" y="29096"/>
                    <a:pt x="1525" y="29040"/>
                    <a:pt x="1582" y="29040"/>
                  </a:cubicBezTo>
                  <a:cubicBezTo>
                    <a:pt x="1646" y="28991"/>
                    <a:pt x="1703" y="28934"/>
                    <a:pt x="1646" y="28934"/>
                  </a:cubicBezTo>
                  <a:cubicBezTo>
                    <a:pt x="1646" y="28886"/>
                    <a:pt x="1671" y="28853"/>
                    <a:pt x="1703" y="28821"/>
                  </a:cubicBezTo>
                  <a:cubicBezTo>
                    <a:pt x="1711" y="28772"/>
                    <a:pt x="1711" y="28715"/>
                    <a:pt x="1711" y="28602"/>
                  </a:cubicBezTo>
                  <a:cubicBezTo>
                    <a:pt x="1655" y="28545"/>
                    <a:pt x="1655" y="28440"/>
                    <a:pt x="1711" y="28440"/>
                  </a:cubicBezTo>
                  <a:cubicBezTo>
                    <a:pt x="1719" y="28375"/>
                    <a:pt x="1695" y="28318"/>
                    <a:pt x="1655" y="28269"/>
                  </a:cubicBezTo>
                  <a:cubicBezTo>
                    <a:pt x="1663" y="28164"/>
                    <a:pt x="1663" y="28107"/>
                    <a:pt x="1719" y="28107"/>
                  </a:cubicBezTo>
                  <a:cubicBezTo>
                    <a:pt x="1784" y="28107"/>
                    <a:pt x="1784" y="28107"/>
                    <a:pt x="1719" y="28050"/>
                  </a:cubicBezTo>
                  <a:cubicBezTo>
                    <a:pt x="1663" y="28050"/>
                    <a:pt x="1663" y="27994"/>
                    <a:pt x="1663" y="27945"/>
                  </a:cubicBezTo>
                  <a:lnTo>
                    <a:pt x="1671" y="27832"/>
                  </a:lnTo>
                  <a:cubicBezTo>
                    <a:pt x="1606" y="27832"/>
                    <a:pt x="1606" y="27832"/>
                    <a:pt x="1606" y="27775"/>
                  </a:cubicBezTo>
                  <a:cubicBezTo>
                    <a:pt x="1614" y="27718"/>
                    <a:pt x="1671" y="27556"/>
                    <a:pt x="1671" y="27499"/>
                  </a:cubicBezTo>
                  <a:cubicBezTo>
                    <a:pt x="1676" y="27397"/>
                    <a:pt x="1678" y="27359"/>
                    <a:pt x="1662" y="27359"/>
                  </a:cubicBezTo>
                  <a:cubicBezTo>
                    <a:pt x="1653" y="27359"/>
                    <a:pt x="1638" y="27373"/>
                    <a:pt x="1614" y="27394"/>
                  </a:cubicBezTo>
                  <a:cubicBezTo>
                    <a:pt x="1614" y="27413"/>
                    <a:pt x="1605" y="27425"/>
                    <a:pt x="1597" y="27425"/>
                  </a:cubicBezTo>
                  <a:cubicBezTo>
                    <a:pt x="1587" y="27425"/>
                    <a:pt x="1580" y="27400"/>
                    <a:pt x="1614" y="27337"/>
                  </a:cubicBezTo>
                  <a:cubicBezTo>
                    <a:pt x="1646" y="27207"/>
                    <a:pt x="1671" y="27078"/>
                    <a:pt x="1687" y="26948"/>
                  </a:cubicBezTo>
                  <a:cubicBezTo>
                    <a:pt x="1687" y="26729"/>
                    <a:pt x="1687" y="26729"/>
                    <a:pt x="1630" y="26729"/>
                  </a:cubicBezTo>
                  <a:cubicBezTo>
                    <a:pt x="1595" y="26745"/>
                    <a:pt x="1569" y="26752"/>
                    <a:pt x="1555" y="26752"/>
                  </a:cubicBezTo>
                  <a:cubicBezTo>
                    <a:pt x="1519" y="26752"/>
                    <a:pt x="1544" y="26712"/>
                    <a:pt x="1630" y="26672"/>
                  </a:cubicBezTo>
                  <a:cubicBezTo>
                    <a:pt x="1752" y="26567"/>
                    <a:pt x="1752" y="26510"/>
                    <a:pt x="1695" y="26510"/>
                  </a:cubicBezTo>
                  <a:cubicBezTo>
                    <a:pt x="1638" y="26453"/>
                    <a:pt x="1638" y="26453"/>
                    <a:pt x="1638" y="26396"/>
                  </a:cubicBezTo>
                  <a:cubicBezTo>
                    <a:pt x="1695" y="26396"/>
                    <a:pt x="1695" y="26348"/>
                    <a:pt x="1638" y="26234"/>
                  </a:cubicBezTo>
                  <a:cubicBezTo>
                    <a:pt x="1638" y="26178"/>
                    <a:pt x="1638" y="26178"/>
                    <a:pt x="1703" y="26178"/>
                  </a:cubicBezTo>
                  <a:cubicBezTo>
                    <a:pt x="1703" y="26178"/>
                    <a:pt x="1703" y="26129"/>
                    <a:pt x="1703" y="26072"/>
                  </a:cubicBezTo>
                  <a:cubicBezTo>
                    <a:pt x="1590" y="25959"/>
                    <a:pt x="1655" y="25626"/>
                    <a:pt x="1711" y="25578"/>
                  </a:cubicBezTo>
                  <a:cubicBezTo>
                    <a:pt x="1711" y="25529"/>
                    <a:pt x="1687" y="25488"/>
                    <a:pt x="1655" y="25464"/>
                  </a:cubicBezTo>
                  <a:cubicBezTo>
                    <a:pt x="1541" y="25407"/>
                    <a:pt x="1541" y="25351"/>
                    <a:pt x="1663" y="25351"/>
                  </a:cubicBezTo>
                  <a:cubicBezTo>
                    <a:pt x="1694" y="25353"/>
                    <a:pt x="1716" y="25354"/>
                    <a:pt x="1730" y="25354"/>
                  </a:cubicBezTo>
                  <a:cubicBezTo>
                    <a:pt x="1768" y="25354"/>
                    <a:pt x="1745" y="25343"/>
                    <a:pt x="1663" y="25302"/>
                  </a:cubicBezTo>
                  <a:cubicBezTo>
                    <a:pt x="1604" y="25250"/>
                    <a:pt x="1605" y="25019"/>
                    <a:pt x="1697" y="25019"/>
                  </a:cubicBezTo>
                  <a:cubicBezTo>
                    <a:pt x="1706" y="25019"/>
                    <a:pt x="1716" y="25021"/>
                    <a:pt x="1728" y="25026"/>
                  </a:cubicBezTo>
                  <a:lnTo>
                    <a:pt x="1841" y="25026"/>
                  </a:lnTo>
                  <a:cubicBezTo>
                    <a:pt x="1809" y="25002"/>
                    <a:pt x="1792" y="24961"/>
                    <a:pt x="1784" y="24913"/>
                  </a:cubicBezTo>
                  <a:cubicBezTo>
                    <a:pt x="1728" y="24913"/>
                    <a:pt x="1728" y="24856"/>
                    <a:pt x="1736" y="24694"/>
                  </a:cubicBezTo>
                  <a:cubicBezTo>
                    <a:pt x="1736" y="24580"/>
                    <a:pt x="1679" y="24361"/>
                    <a:pt x="1679" y="24256"/>
                  </a:cubicBezTo>
                  <a:cubicBezTo>
                    <a:pt x="1687" y="24143"/>
                    <a:pt x="1687" y="23980"/>
                    <a:pt x="1752" y="23924"/>
                  </a:cubicBezTo>
                  <a:cubicBezTo>
                    <a:pt x="1752" y="23843"/>
                    <a:pt x="1736" y="23770"/>
                    <a:pt x="1695" y="23705"/>
                  </a:cubicBezTo>
                  <a:cubicBezTo>
                    <a:pt x="1630" y="23648"/>
                    <a:pt x="1638" y="23534"/>
                    <a:pt x="1695" y="23534"/>
                  </a:cubicBezTo>
                  <a:lnTo>
                    <a:pt x="1695" y="23486"/>
                  </a:lnTo>
                  <a:cubicBezTo>
                    <a:pt x="1663" y="23429"/>
                    <a:pt x="1646" y="23372"/>
                    <a:pt x="1638" y="23316"/>
                  </a:cubicBezTo>
                  <a:cubicBezTo>
                    <a:pt x="1703" y="23316"/>
                    <a:pt x="1760" y="23267"/>
                    <a:pt x="1703" y="23210"/>
                  </a:cubicBezTo>
                  <a:cubicBezTo>
                    <a:pt x="1646" y="23210"/>
                    <a:pt x="1646" y="23153"/>
                    <a:pt x="1646" y="23040"/>
                  </a:cubicBezTo>
                  <a:cubicBezTo>
                    <a:pt x="1711" y="22934"/>
                    <a:pt x="1744" y="21118"/>
                    <a:pt x="1687" y="21118"/>
                  </a:cubicBezTo>
                  <a:lnTo>
                    <a:pt x="1687" y="20948"/>
                  </a:lnTo>
                  <a:lnTo>
                    <a:pt x="1695" y="20786"/>
                  </a:lnTo>
                  <a:cubicBezTo>
                    <a:pt x="1817" y="20786"/>
                    <a:pt x="1760" y="20510"/>
                    <a:pt x="1703" y="20348"/>
                  </a:cubicBezTo>
                  <a:cubicBezTo>
                    <a:pt x="1655" y="20299"/>
                    <a:pt x="1638" y="20243"/>
                    <a:pt x="1646" y="20178"/>
                  </a:cubicBezTo>
                  <a:cubicBezTo>
                    <a:pt x="1768" y="20178"/>
                    <a:pt x="1768" y="20016"/>
                    <a:pt x="1711" y="19902"/>
                  </a:cubicBezTo>
                  <a:cubicBezTo>
                    <a:pt x="1590" y="19845"/>
                    <a:pt x="1598" y="19797"/>
                    <a:pt x="1711" y="19797"/>
                  </a:cubicBezTo>
                  <a:cubicBezTo>
                    <a:pt x="1833" y="19797"/>
                    <a:pt x="1833" y="19691"/>
                    <a:pt x="1655" y="19578"/>
                  </a:cubicBezTo>
                  <a:cubicBezTo>
                    <a:pt x="1598" y="19521"/>
                    <a:pt x="1598" y="19521"/>
                    <a:pt x="1663" y="19464"/>
                  </a:cubicBezTo>
                  <a:cubicBezTo>
                    <a:pt x="1784" y="19408"/>
                    <a:pt x="1784" y="19359"/>
                    <a:pt x="1719" y="19359"/>
                  </a:cubicBezTo>
                  <a:cubicBezTo>
                    <a:pt x="1606" y="19294"/>
                    <a:pt x="1606" y="19245"/>
                    <a:pt x="1728" y="19189"/>
                  </a:cubicBezTo>
                  <a:cubicBezTo>
                    <a:pt x="1849" y="19083"/>
                    <a:pt x="1849" y="19083"/>
                    <a:pt x="1728" y="19027"/>
                  </a:cubicBezTo>
                  <a:cubicBezTo>
                    <a:pt x="1614" y="18945"/>
                    <a:pt x="1614" y="18767"/>
                    <a:pt x="1736" y="18694"/>
                  </a:cubicBezTo>
                  <a:cubicBezTo>
                    <a:pt x="1736" y="18637"/>
                    <a:pt x="1800" y="18589"/>
                    <a:pt x="1736" y="18589"/>
                  </a:cubicBezTo>
                  <a:lnTo>
                    <a:pt x="1800" y="18532"/>
                  </a:lnTo>
                  <a:cubicBezTo>
                    <a:pt x="1800" y="18475"/>
                    <a:pt x="1800" y="18418"/>
                    <a:pt x="1800" y="18418"/>
                  </a:cubicBezTo>
                  <a:lnTo>
                    <a:pt x="1744" y="18418"/>
                  </a:lnTo>
                  <a:cubicBezTo>
                    <a:pt x="1784" y="18167"/>
                    <a:pt x="1809" y="17908"/>
                    <a:pt x="1817" y="17648"/>
                  </a:cubicBezTo>
                  <a:cubicBezTo>
                    <a:pt x="1831" y="17136"/>
                    <a:pt x="1833" y="16979"/>
                    <a:pt x="1793" y="16979"/>
                  </a:cubicBezTo>
                  <a:cubicBezTo>
                    <a:pt x="1786" y="16979"/>
                    <a:pt x="1778" y="16983"/>
                    <a:pt x="1768" y="16991"/>
                  </a:cubicBezTo>
                  <a:cubicBezTo>
                    <a:pt x="1748" y="17000"/>
                    <a:pt x="1731" y="17004"/>
                    <a:pt x="1718" y="17004"/>
                  </a:cubicBezTo>
                  <a:cubicBezTo>
                    <a:pt x="1658" y="17004"/>
                    <a:pt x="1676" y="16925"/>
                    <a:pt x="1776" y="16878"/>
                  </a:cubicBezTo>
                  <a:cubicBezTo>
                    <a:pt x="1800" y="16789"/>
                    <a:pt x="1825" y="16700"/>
                    <a:pt x="1841" y="16602"/>
                  </a:cubicBezTo>
                  <a:cubicBezTo>
                    <a:pt x="1841" y="16497"/>
                    <a:pt x="1841" y="16383"/>
                    <a:pt x="1906" y="16383"/>
                  </a:cubicBezTo>
                  <a:lnTo>
                    <a:pt x="1906" y="16335"/>
                  </a:lnTo>
                  <a:cubicBezTo>
                    <a:pt x="1784" y="16221"/>
                    <a:pt x="1792" y="15889"/>
                    <a:pt x="1857" y="15727"/>
                  </a:cubicBezTo>
                  <a:cubicBezTo>
                    <a:pt x="1865" y="15629"/>
                    <a:pt x="1849" y="15532"/>
                    <a:pt x="1800" y="15451"/>
                  </a:cubicBezTo>
                  <a:cubicBezTo>
                    <a:pt x="1744" y="15338"/>
                    <a:pt x="1744" y="15338"/>
                    <a:pt x="1809" y="15281"/>
                  </a:cubicBezTo>
                  <a:cubicBezTo>
                    <a:pt x="1809" y="15281"/>
                    <a:pt x="1810" y="15281"/>
                    <a:pt x="1811" y="15281"/>
                  </a:cubicBezTo>
                  <a:cubicBezTo>
                    <a:pt x="1867" y="15281"/>
                    <a:pt x="1929" y="14956"/>
                    <a:pt x="1817" y="14956"/>
                  </a:cubicBezTo>
                  <a:lnTo>
                    <a:pt x="1873" y="14900"/>
                  </a:lnTo>
                  <a:cubicBezTo>
                    <a:pt x="1938" y="14843"/>
                    <a:pt x="1873" y="14786"/>
                    <a:pt x="1817" y="14786"/>
                  </a:cubicBezTo>
                  <a:cubicBezTo>
                    <a:pt x="1695" y="14786"/>
                    <a:pt x="1695" y="14729"/>
                    <a:pt x="1882" y="14681"/>
                  </a:cubicBezTo>
                  <a:cubicBezTo>
                    <a:pt x="1995" y="14681"/>
                    <a:pt x="2003" y="14624"/>
                    <a:pt x="1938" y="14624"/>
                  </a:cubicBezTo>
                  <a:cubicBezTo>
                    <a:pt x="1882" y="14567"/>
                    <a:pt x="1825" y="14511"/>
                    <a:pt x="1882" y="14462"/>
                  </a:cubicBezTo>
                  <a:cubicBezTo>
                    <a:pt x="1882" y="14405"/>
                    <a:pt x="1890" y="14348"/>
                    <a:pt x="1768" y="14348"/>
                  </a:cubicBezTo>
                  <a:cubicBezTo>
                    <a:pt x="1703" y="14348"/>
                    <a:pt x="1711" y="14292"/>
                    <a:pt x="1711" y="14235"/>
                  </a:cubicBezTo>
                  <a:cubicBezTo>
                    <a:pt x="1768" y="14235"/>
                    <a:pt x="1768" y="14235"/>
                    <a:pt x="1825" y="14292"/>
                  </a:cubicBezTo>
                  <a:cubicBezTo>
                    <a:pt x="1825" y="14307"/>
                    <a:pt x="1825" y="14314"/>
                    <a:pt x="1825" y="14314"/>
                  </a:cubicBezTo>
                  <a:cubicBezTo>
                    <a:pt x="1825" y="14314"/>
                    <a:pt x="1827" y="14263"/>
                    <a:pt x="1833" y="14186"/>
                  </a:cubicBezTo>
                  <a:cubicBezTo>
                    <a:pt x="1833" y="14129"/>
                    <a:pt x="1890" y="14016"/>
                    <a:pt x="1955" y="14016"/>
                  </a:cubicBezTo>
                  <a:cubicBezTo>
                    <a:pt x="1994" y="13982"/>
                    <a:pt x="2006" y="13944"/>
                    <a:pt x="1970" y="13944"/>
                  </a:cubicBezTo>
                  <a:cubicBezTo>
                    <a:pt x="1955" y="13944"/>
                    <a:pt x="1932" y="13950"/>
                    <a:pt x="1898" y="13967"/>
                  </a:cubicBezTo>
                  <a:cubicBezTo>
                    <a:pt x="1776" y="13959"/>
                    <a:pt x="1776" y="13959"/>
                    <a:pt x="1776" y="13854"/>
                  </a:cubicBezTo>
                  <a:cubicBezTo>
                    <a:pt x="1776" y="13797"/>
                    <a:pt x="1776" y="13740"/>
                    <a:pt x="1841" y="13740"/>
                  </a:cubicBezTo>
                  <a:cubicBezTo>
                    <a:pt x="1898" y="13740"/>
                    <a:pt x="1898" y="13740"/>
                    <a:pt x="1898" y="13635"/>
                  </a:cubicBezTo>
                  <a:cubicBezTo>
                    <a:pt x="1906" y="13465"/>
                    <a:pt x="1728" y="13302"/>
                    <a:pt x="1606" y="13246"/>
                  </a:cubicBezTo>
                  <a:cubicBezTo>
                    <a:pt x="1492" y="13238"/>
                    <a:pt x="1492" y="13238"/>
                    <a:pt x="1614" y="13189"/>
                  </a:cubicBezTo>
                  <a:cubicBezTo>
                    <a:pt x="1671" y="13189"/>
                    <a:pt x="1671" y="13132"/>
                    <a:pt x="1671" y="13075"/>
                  </a:cubicBezTo>
                  <a:cubicBezTo>
                    <a:pt x="1633" y="13075"/>
                    <a:pt x="1646" y="13054"/>
                    <a:pt x="1658" y="13054"/>
                  </a:cubicBezTo>
                  <a:cubicBezTo>
                    <a:pt x="1664" y="13054"/>
                    <a:pt x="1671" y="13059"/>
                    <a:pt x="1671" y="13075"/>
                  </a:cubicBezTo>
                  <a:cubicBezTo>
                    <a:pt x="1736" y="13084"/>
                    <a:pt x="1736" y="13132"/>
                    <a:pt x="1728" y="13189"/>
                  </a:cubicBezTo>
                  <a:lnTo>
                    <a:pt x="1792" y="13189"/>
                  </a:lnTo>
                  <a:cubicBezTo>
                    <a:pt x="1914" y="13140"/>
                    <a:pt x="1914" y="13084"/>
                    <a:pt x="1792" y="13027"/>
                  </a:cubicBezTo>
                  <a:cubicBezTo>
                    <a:pt x="1736" y="12970"/>
                    <a:pt x="1736" y="12970"/>
                    <a:pt x="1792" y="12913"/>
                  </a:cubicBezTo>
                  <a:cubicBezTo>
                    <a:pt x="1857" y="12865"/>
                    <a:pt x="1914" y="12808"/>
                    <a:pt x="1857" y="12808"/>
                  </a:cubicBezTo>
                  <a:cubicBezTo>
                    <a:pt x="1857" y="12743"/>
                    <a:pt x="1882" y="12686"/>
                    <a:pt x="1922" y="12646"/>
                  </a:cubicBezTo>
                  <a:cubicBezTo>
                    <a:pt x="1922" y="12532"/>
                    <a:pt x="1922" y="12475"/>
                    <a:pt x="1865" y="12475"/>
                  </a:cubicBezTo>
                  <a:cubicBezTo>
                    <a:pt x="1809" y="12475"/>
                    <a:pt x="1809" y="12419"/>
                    <a:pt x="1809" y="12362"/>
                  </a:cubicBezTo>
                  <a:cubicBezTo>
                    <a:pt x="1809" y="12313"/>
                    <a:pt x="1809" y="12257"/>
                    <a:pt x="1752" y="12257"/>
                  </a:cubicBezTo>
                  <a:cubicBezTo>
                    <a:pt x="1687" y="12257"/>
                    <a:pt x="1630" y="12200"/>
                    <a:pt x="1630" y="12086"/>
                  </a:cubicBezTo>
                  <a:cubicBezTo>
                    <a:pt x="1573" y="11973"/>
                    <a:pt x="1573" y="11973"/>
                    <a:pt x="1695" y="11924"/>
                  </a:cubicBezTo>
                  <a:cubicBezTo>
                    <a:pt x="1760" y="11924"/>
                    <a:pt x="1760" y="11867"/>
                    <a:pt x="1760" y="11811"/>
                  </a:cubicBezTo>
                  <a:cubicBezTo>
                    <a:pt x="1768" y="11770"/>
                    <a:pt x="1784" y="11730"/>
                    <a:pt x="1825" y="11705"/>
                  </a:cubicBezTo>
                  <a:cubicBezTo>
                    <a:pt x="1882" y="11649"/>
                    <a:pt x="1825" y="11649"/>
                    <a:pt x="1760" y="11649"/>
                  </a:cubicBezTo>
                  <a:lnTo>
                    <a:pt x="1646" y="11649"/>
                  </a:lnTo>
                  <a:cubicBezTo>
                    <a:pt x="1646" y="11595"/>
                    <a:pt x="1753" y="11542"/>
                    <a:pt x="1813" y="11542"/>
                  </a:cubicBezTo>
                  <a:cubicBezTo>
                    <a:pt x="1817" y="11542"/>
                    <a:pt x="1821" y="11543"/>
                    <a:pt x="1825" y="11543"/>
                  </a:cubicBezTo>
                  <a:cubicBezTo>
                    <a:pt x="1946" y="11486"/>
                    <a:pt x="1946" y="11486"/>
                    <a:pt x="1825" y="11486"/>
                  </a:cubicBezTo>
                  <a:cubicBezTo>
                    <a:pt x="1768" y="11486"/>
                    <a:pt x="1703" y="11430"/>
                    <a:pt x="1768" y="11316"/>
                  </a:cubicBezTo>
                  <a:cubicBezTo>
                    <a:pt x="1768" y="11211"/>
                    <a:pt x="1776" y="11097"/>
                    <a:pt x="1833" y="11097"/>
                  </a:cubicBezTo>
                  <a:cubicBezTo>
                    <a:pt x="1865" y="11073"/>
                    <a:pt x="1865" y="11016"/>
                    <a:pt x="1833" y="10992"/>
                  </a:cubicBezTo>
                  <a:cubicBezTo>
                    <a:pt x="1776" y="10935"/>
                    <a:pt x="1776" y="10878"/>
                    <a:pt x="1841" y="10716"/>
                  </a:cubicBezTo>
                  <a:cubicBezTo>
                    <a:pt x="1971" y="10440"/>
                    <a:pt x="1971" y="10440"/>
                    <a:pt x="1849" y="10440"/>
                  </a:cubicBezTo>
                  <a:cubicBezTo>
                    <a:pt x="1784" y="10440"/>
                    <a:pt x="1728" y="10440"/>
                    <a:pt x="1849" y="10384"/>
                  </a:cubicBezTo>
                  <a:cubicBezTo>
                    <a:pt x="1906" y="10327"/>
                    <a:pt x="1849" y="10278"/>
                    <a:pt x="1792" y="10165"/>
                  </a:cubicBezTo>
                  <a:cubicBezTo>
                    <a:pt x="1719" y="10116"/>
                    <a:pt x="1638" y="10100"/>
                    <a:pt x="1557" y="10100"/>
                  </a:cubicBezTo>
                  <a:cubicBezTo>
                    <a:pt x="1436" y="10100"/>
                    <a:pt x="1436" y="10100"/>
                    <a:pt x="1500" y="9995"/>
                  </a:cubicBezTo>
                  <a:cubicBezTo>
                    <a:pt x="1509" y="9930"/>
                    <a:pt x="1557" y="9881"/>
                    <a:pt x="1622" y="9881"/>
                  </a:cubicBezTo>
                  <a:cubicBezTo>
                    <a:pt x="1655" y="9881"/>
                    <a:pt x="1679" y="9905"/>
                    <a:pt x="1679" y="9938"/>
                  </a:cubicBezTo>
                  <a:lnTo>
                    <a:pt x="1679" y="9995"/>
                  </a:lnTo>
                  <a:cubicBezTo>
                    <a:pt x="1736" y="9995"/>
                    <a:pt x="1792" y="9995"/>
                    <a:pt x="1800" y="9889"/>
                  </a:cubicBezTo>
                  <a:cubicBezTo>
                    <a:pt x="1857" y="9832"/>
                    <a:pt x="1857" y="9776"/>
                    <a:pt x="1800" y="9776"/>
                  </a:cubicBezTo>
                  <a:cubicBezTo>
                    <a:pt x="1857" y="9727"/>
                    <a:pt x="1865" y="9613"/>
                    <a:pt x="1865" y="9508"/>
                  </a:cubicBezTo>
                  <a:cubicBezTo>
                    <a:pt x="1865" y="9395"/>
                    <a:pt x="1873" y="9232"/>
                    <a:pt x="1930" y="9176"/>
                  </a:cubicBezTo>
                  <a:cubicBezTo>
                    <a:pt x="1938" y="9062"/>
                    <a:pt x="1938" y="9013"/>
                    <a:pt x="1873" y="9005"/>
                  </a:cubicBezTo>
                  <a:cubicBezTo>
                    <a:pt x="1768" y="9005"/>
                    <a:pt x="1760" y="8956"/>
                    <a:pt x="1806" y="8956"/>
                  </a:cubicBezTo>
                  <a:cubicBezTo>
                    <a:pt x="1809" y="8956"/>
                    <a:pt x="1813" y="8956"/>
                    <a:pt x="1817" y="8957"/>
                  </a:cubicBezTo>
                  <a:cubicBezTo>
                    <a:pt x="1938" y="8900"/>
                    <a:pt x="2011" y="8187"/>
                    <a:pt x="1898" y="8130"/>
                  </a:cubicBezTo>
                  <a:lnTo>
                    <a:pt x="1898" y="8016"/>
                  </a:lnTo>
                  <a:cubicBezTo>
                    <a:pt x="1963" y="7911"/>
                    <a:pt x="1963" y="7578"/>
                    <a:pt x="1906" y="7522"/>
                  </a:cubicBezTo>
                  <a:lnTo>
                    <a:pt x="1914" y="7360"/>
                  </a:lnTo>
                  <a:cubicBezTo>
                    <a:pt x="1971" y="7246"/>
                    <a:pt x="1971" y="7197"/>
                    <a:pt x="1914" y="7141"/>
                  </a:cubicBezTo>
                  <a:cubicBezTo>
                    <a:pt x="1857" y="7084"/>
                    <a:pt x="1792" y="7084"/>
                    <a:pt x="1857" y="7084"/>
                  </a:cubicBezTo>
                  <a:cubicBezTo>
                    <a:pt x="1914" y="7084"/>
                    <a:pt x="1922" y="6970"/>
                    <a:pt x="1922" y="6751"/>
                  </a:cubicBezTo>
                  <a:cubicBezTo>
                    <a:pt x="1927" y="6606"/>
                    <a:pt x="1929" y="6557"/>
                    <a:pt x="1911" y="6557"/>
                  </a:cubicBezTo>
                  <a:cubicBezTo>
                    <a:pt x="1902" y="6557"/>
                    <a:pt x="1887" y="6570"/>
                    <a:pt x="1865" y="6589"/>
                  </a:cubicBezTo>
                  <a:cubicBezTo>
                    <a:pt x="1812" y="6377"/>
                    <a:pt x="1865" y="6370"/>
                    <a:pt x="1919" y="6370"/>
                  </a:cubicBezTo>
                  <a:cubicBezTo>
                    <a:pt x="1923" y="6370"/>
                    <a:pt x="1926" y="6370"/>
                    <a:pt x="1930" y="6370"/>
                  </a:cubicBezTo>
                  <a:cubicBezTo>
                    <a:pt x="1953" y="6381"/>
                    <a:pt x="1972" y="6386"/>
                    <a:pt x="1986" y="6386"/>
                  </a:cubicBezTo>
                  <a:cubicBezTo>
                    <a:pt x="2045" y="6386"/>
                    <a:pt x="2018" y="6303"/>
                    <a:pt x="1873" y="6257"/>
                  </a:cubicBezTo>
                  <a:cubicBezTo>
                    <a:pt x="1752" y="6200"/>
                    <a:pt x="1760" y="6087"/>
                    <a:pt x="1817" y="6087"/>
                  </a:cubicBezTo>
                  <a:cubicBezTo>
                    <a:pt x="1873" y="6095"/>
                    <a:pt x="1873" y="6143"/>
                    <a:pt x="1873" y="6200"/>
                  </a:cubicBezTo>
                  <a:lnTo>
                    <a:pt x="1995" y="6200"/>
                  </a:lnTo>
                  <a:cubicBezTo>
                    <a:pt x="1995" y="6151"/>
                    <a:pt x="1995" y="6151"/>
                    <a:pt x="1938" y="6095"/>
                  </a:cubicBezTo>
                  <a:cubicBezTo>
                    <a:pt x="1930" y="6046"/>
                    <a:pt x="1914" y="6006"/>
                    <a:pt x="1882" y="5981"/>
                  </a:cubicBezTo>
                  <a:cubicBezTo>
                    <a:pt x="1857" y="5953"/>
                    <a:pt x="1823" y="5939"/>
                    <a:pt x="1789" y="5939"/>
                  </a:cubicBezTo>
                  <a:cubicBezTo>
                    <a:pt x="1756" y="5939"/>
                    <a:pt x="1723" y="5953"/>
                    <a:pt x="1703" y="5981"/>
                  </a:cubicBezTo>
                  <a:cubicBezTo>
                    <a:pt x="1686" y="5994"/>
                    <a:pt x="1673" y="6000"/>
                    <a:pt x="1664" y="6000"/>
                  </a:cubicBezTo>
                  <a:cubicBezTo>
                    <a:pt x="1638" y="6000"/>
                    <a:pt x="1638" y="5960"/>
                    <a:pt x="1638" y="5924"/>
                  </a:cubicBezTo>
                  <a:cubicBezTo>
                    <a:pt x="1676" y="5858"/>
                    <a:pt x="1712" y="5830"/>
                    <a:pt x="1747" y="5830"/>
                  </a:cubicBezTo>
                  <a:cubicBezTo>
                    <a:pt x="1772" y="5830"/>
                    <a:pt x="1798" y="5844"/>
                    <a:pt x="1825" y="5868"/>
                  </a:cubicBezTo>
                  <a:cubicBezTo>
                    <a:pt x="1817" y="5924"/>
                    <a:pt x="1882" y="5924"/>
                    <a:pt x="1938" y="5924"/>
                  </a:cubicBezTo>
                  <a:cubicBezTo>
                    <a:pt x="2003" y="5924"/>
                    <a:pt x="1890" y="5649"/>
                    <a:pt x="1768" y="5592"/>
                  </a:cubicBezTo>
                  <a:lnTo>
                    <a:pt x="1825" y="5592"/>
                  </a:lnTo>
                  <a:cubicBezTo>
                    <a:pt x="1890" y="5592"/>
                    <a:pt x="1890" y="5487"/>
                    <a:pt x="1890" y="5373"/>
                  </a:cubicBezTo>
                  <a:cubicBezTo>
                    <a:pt x="1890" y="5268"/>
                    <a:pt x="1898" y="5211"/>
                    <a:pt x="1833" y="5211"/>
                  </a:cubicBezTo>
                  <a:cubicBezTo>
                    <a:pt x="1776" y="5211"/>
                    <a:pt x="1719" y="5211"/>
                    <a:pt x="1719" y="5154"/>
                  </a:cubicBezTo>
                  <a:cubicBezTo>
                    <a:pt x="1719" y="5198"/>
                    <a:pt x="1680" y="5203"/>
                    <a:pt x="1636" y="5203"/>
                  </a:cubicBezTo>
                  <a:cubicBezTo>
                    <a:pt x="1623" y="5203"/>
                    <a:pt x="1610" y="5203"/>
                    <a:pt x="1598" y="5203"/>
                  </a:cubicBezTo>
                  <a:cubicBezTo>
                    <a:pt x="1630" y="5146"/>
                    <a:pt x="1671" y="5089"/>
                    <a:pt x="1719" y="5041"/>
                  </a:cubicBezTo>
                  <a:cubicBezTo>
                    <a:pt x="1849" y="4935"/>
                    <a:pt x="1922" y="4773"/>
                    <a:pt x="1906" y="4603"/>
                  </a:cubicBezTo>
                  <a:cubicBezTo>
                    <a:pt x="1906" y="4497"/>
                    <a:pt x="1914" y="4327"/>
                    <a:pt x="1971" y="4279"/>
                  </a:cubicBezTo>
                  <a:cubicBezTo>
                    <a:pt x="1979" y="4165"/>
                    <a:pt x="1979" y="4108"/>
                    <a:pt x="1914" y="4108"/>
                  </a:cubicBezTo>
                  <a:lnTo>
                    <a:pt x="1922" y="4003"/>
                  </a:lnTo>
                  <a:cubicBezTo>
                    <a:pt x="1979" y="3946"/>
                    <a:pt x="1987" y="3833"/>
                    <a:pt x="1922" y="3833"/>
                  </a:cubicBezTo>
                  <a:cubicBezTo>
                    <a:pt x="1865" y="3776"/>
                    <a:pt x="1922" y="3727"/>
                    <a:pt x="1930" y="3670"/>
                  </a:cubicBezTo>
                  <a:cubicBezTo>
                    <a:pt x="2003" y="3608"/>
                    <a:pt x="2032" y="3582"/>
                    <a:pt x="2004" y="3582"/>
                  </a:cubicBezTo>
                  <a:cubicBezTo>
                    <a:pt x="1986" y="3582"/>
                    <a:pt x="1941" y="3594"/>
                    <a:pt x="1865" y="3614"/>
                  </a:cubicBezTo>
                  <a:cubicBezTo>
                    <a:pt x="1809" y="3614"/>
                    <a:pt x="1744" y="3719"/>
                    <a:pt x="1744" y="3776"/>
                  </a:cubicBezTo>
                  <a:lnTo>
                    <a:pt x="1744" y="3938"/>
                  </a:lnTo>
                  <a:lnTo>
                    <a:pt x="1687" y="3776"/>
                  </a:lnTo>
                  <a:cubicBezTo>
                    <a:pt x="1687" y="3719"/>
                    <a:pt x="1630" y="3606"/>
                    <a:pt x="1565" y="3606"/>
                  </a:cubicBezTo>
                  <a:cubicBezTo>
                    <a:pt x="1565" y="3606"/>
                    <a:pt x="1509" y="3606"/>
                    <a:pt x="1509" y="3549"/>
                  </a:cubicBezTo>
                  <a:lnTo>
                    <a:pt x="1509" y="3549"/>
                  </a:lnTo>
                  <a:lnTo>
                    <a:pt x="1630" y="3557"/>
                  </a:lnTo>
                  <a:cubicBezTo>
                    <a:pt x="1673" y="3592"/>
                    <a:pt x="1727" y="3615"/>
                    <a:pt x="1783" y="3615"/>
                  </a:cubicBezTo>
                  <a:cubicBezTo>
                    <a:pt x="1792" y="3615"/>
                    <a:pt x="1800" y="3615"/>
                    <a:pt x="1809" y="3614"/>
                  </a:cubicBezTo>
                  <a:cubicBezTo>
                    <a:pt x="1930" y="3557"/>
                    <a:pt x="1995" y="3395"/>
                    <a:pt x="1873" y="3395"/>
                  </a:cubicBezTo>
                  <a:cubicBezTo>
                    <a:pt x="1873" y="3338"/>
                    <a:pt x="1873" y="3338"/>
                    <a:pt x="1938" y="3281"/>
                  </a:cubicBezTo>
                  <a:cubicBezTo>
                    <a:pt x="1942" y="3282"/>
                    <a:pt x="1945" y="3282"/>
                    <a:pt x="1949" y="3282"/>
                  </a:cubicBezTo>
                  <a:cubicBezTo>
                    <a:pt x="1995" y="3282"/>
                    <a:pt x="1987" y="3229"/>
                    <a:pt x="1873" y="3176"/>
                  </a:cubicBezTo>
                  <a:cubicBezTo>
                    <a:pt x="1760" y="3119"/>
                    <a:pt x="1760" y="3062"/>
                    <a:pt x="1882" y="3006"/>
                  </a:cubicBezTo>
                  <a:cubicBezTo>
                    <a:pt x="2003" y="2900"/>
                    <a:pt x="2003" y="2681"/>
                    <a:pt x="1946" y="2681"/>
                  </a:cubicBezTo>
                  <a:cubicBezTo>
                    <a:pt x="1825" y="2673"/>
                    <a:pt x="1833" y="2511"/>
                    <a:pt x="1890" y="2454"/>
                  </a:cubicBezTo>
                  <a:cubicBezTo>
                    <a:pt x="1955" y="2422"/>
                    <a:pt x="1955" y="2333"/>
                    <a:pt x="1898" y="2292"/>
                  </a:cubicBezTo>
                  <a:cubicBezTo>
                    <a:pt x="1955" y="2292"/>
                    <a:pt x="2019" y="2244"/>
                    <a:pt x="1955" y="2187"/>
                  </a:cubicBezTo>
                  <a:cubicBezTo>
                    <a:pt x="1955" y="2187"/>
                    <a:pt x="1958" y="2162"/>
                    <a:pt x="1941" y="2162"/>
                  </a:cubicBezTo>
                  <a:cubicBezTo>
                    <a:pt x="1933" y="2162"/>
                    <a:pt x="1919" y="2168"/>
                    <a:pt x="1898" y="2187"/>
                  </a:cubicBezTo>
                  <a:lnTo>
                    <a:pt x="1784" y="2073"/>
                  </a:lnTo>
                  <a:cubicBezTo>
                    <a:pt x="1776" y="2122"/>
                    <a:pt x="1719" y="2122"/>
                    <a:pt x="1663" y="2122"/>
                  </a:cubicBezTo>
                  <a:cubicBezTo>
                    <a:pt x="1598" y="2122"/>
                    <a:pt x="1663" y="1903"/>
                    <a:pt x="1849" y="1798"/>
                  </a:cubicBezTo>
                  <a:lnTo>
                    <a:pt x="1971" y="1692"/>
                  </a:lnTo>
                  <a:lnTo>
                    <a:pt x="1849" y="1684"/>
                  </a:lnTo>
                  <a:cubicBezTo>
                    <a:pt x="1849" y="1635"/>
                    <a:pt x="1849" y="1579"/>
                    <a:pt x="1914" y="1579"/>
                  </a:cubicBezTo>
                  <a:cubicBezTo>
                    <a:pt x="1971" y="1579"/>
                    <a:pt x="1971" y="1579"/>
                    <a:pt x="1971" y="1522"/>
                  </a:cubicBezTo>
                  <a:cubicBezTo>
                    <a:pt x="1971" y="1490"/>
                    <a:pt x="1946" y="1465"/>
                    <a:pt x="1914" y="1465"/>
                  </a:cubicBezTo>
                  <a:cubicBezTo>
                    <a:pt x="1792" y="1465"/>
                    <a:pt x="1792" y="1465"/>
                    <a:pt x="1857" y="1408"/>
                  </a:cubicBezTo>
                  <a:cubicBezTo>
                    <a:pt x="1971" y="1360"/>
                    <a:pt x="1979" y="1303"/>
                    <a:pt x="1857" y="1246"/>
                  </a:cubicBezTo>
                  <a:cubicBezTo>
                    <a:pt x="1736" y="1246"/>
                    <a:pt x="1736" y="1246"/>
                    <a:pt x="1857" y="1190"/>
                  </a:cubicBezTo>
                  <a:cubicBezTo>
                    <a:pt x="1922" y="1190"/>
                    <a:pt x="1971" y="1141"/>
                    <a:pt x="1979" y="1084"/>
                  </a:cubicBezTo>
                  <a:lnTo>
                    <a:pt x="1922" y="1084"/>
                  </a:lnTo>
                  <a:cubicBezTo>
                    <a:pt x="1800" y="1076"/>
                    <a:pt x="1800" y="1027"/>
                    <a:pt x="1865" y="971"/>
                  </a:cubicBezTo>
                  <a:cubicBezTo>
                    <a:pt x="1922" y="971"/>
                    <a:pt x="1922" y="914"/>
                    <a:pt x="1865" y="808"/>
                  </a:cubicBezTo>
                  <a:cubicBezTo>
                    <a:pt x="1865" y="695"/>
                    <a:pt x="1865" y="638"/>
                    <a:pt x="1930" y="638"/>
                  </a:cubicBezTo>
                  <a:cubicBezTo>
                    <a:pt x="1964" y="640"/>
                    <a:pt x="1988" y="642"/>
                    <a:pt x="2003" y="642"/>
                  </a:cubicBezTo>
                  <a:cubicBezTo>
                    <a:pt x="2043" y="642"/>
                    <a:pt x="2018" y="631"/>
                    <a:pt x="1930" y="590"/>
                  </a:cubicBezTo>
                  <a:cubicBezTo>
                    <a:pt x="1873" y="533"/>
                    <a:pt x="1873" y="533"/>
                    <a:pt x="1930" y="419"/>
                  </a:cubicBezTo>
                  <a:cubicBezTo>
                    <a:pt x="1995" y="371"/>
                    <a:pt x="1995" y="371"/>
                    <a:pt x="1938" y="314"/>
                  </a:cubicBezTo>
                  <a:cubicBezTo>
                    <a:pt x="1905" y="312"/>
                    <a:pt x="1876" y="310"/>
                    <a:pt x="1853" y="310"/>
                  </a:cubicBezTo>
                  <a:cubicBezTo>
                    <a:pt x="1789" y="310"/>
                    <a:pt x="1758" y="321"/>
                    <a:pt x="1752" y="363"/>
                  </a:cubicBezTo>
                  <a:cubicBezTo>
                    <a:pt x="1752" y="419"/>
                    <a:pt x="1752" y="419"/>
                    <a:pt x="1695" y="419"/>
                  </a:cubicBezTo>
                  <a:cubicBezTo>
                    <a:pt x="1695" y="419"/>
                    <a:pt x="1695" y="363"/>
                    <a:pt x="1695" y="306"/>
                  </a:cubicBezTo>
                  <a:cubicBezTo>
                    <a:pt x="1703" y="233"/>
                    <a:pt x="1679" y="152"/>
                    <a:pt x="1638" y="87"/>
                  </a:cubicBezTo>
                  <a:cubicBezTo>
                    <a:pt x="1609" y="29"/>
                    <a:pt x="1564" y="1"/>
                    <a:pt x="15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2"/>
            <p:cNvSpPr/>
            <p:nvPr/>
          </p:nvSpPr>
          <p:spPr>
            <a:xfrm>
              <a:off x="8308444" y="2203823"/>
              <a:ext cx="326134" cy="1131073"/>
            </a:xfrm>
            <a:custGeom>
              <a:avLst/>
              <a:gdLst/>
              <a:ahLst/>
              <a:cxnLst/>
              <a:rect l="l" t="t" r="r" b="b"/>
              <a:pathLst>
                <a:path w="18920" h="65617" extrusionOk="0">
                  <a:moveTo>
                    <a:pt x="18245" y="317"/>
                  </a:moveTo>
                  <a:cubicBezTo>
                    <a:pt x="18273" y="317"/>
                    <a:pt x="18310" y="392"/>
                    <a:pt x="18320" y="511"/>
                  </a:cubicBezTo>
                  <a:cubicBezTo>
                    <a:pt x="18348" y="587"/>
                    <a:pt x="18360" y="618"/>
                    <a:pt x="18345" y="618"/>
                  </a:cubicBezTo>
                  <a:cubicBezTo>
                    <a:pt x="18335" y="618"/>
                    <a:pt x="18311" y="602"/>
                    <a:pt x="18271" y="576"/>
                  </a:cubicBezTo>
                  <a:cubicBezTo>
                    <a:pt x="18222" y="543"/>
                    <a:pt x="18174" y="511"/>
                    <a:pt x="18214" y="438"/>
                  </a:cubicBezTo>
                  <a:cubicBezTo>
                    <a:pt x="18211" y="354"/>
                    <a:pt x="18226" y="317"/>
                    <a:pt x="18245" y="317"/>
                  </a:cubicBezTo>
                  <a:close/>
                  <a:moveTo>
                    <a:pt x="12503" y="10234"/>
                  </a:moveTo>
                  <a:cubicBezTo>
                    <a:pt x="12513" y="10234"/>
                    <a:pt x="12526" y="10239"/>
                    <a:pt x="12547" y="10248"/>
                  </a:cubicBezTo>
                  <a:cubicBezTo>
                    <a:pt x="12596" y="10297"/>
                    <a:pt x="12612" y="10386"/>
                    <a:pt x="12571" y="10451"/>
                  </a:cubicBezTo>
                  <a:cubicBezTo>
                    <a:pt x="12560" y="10472"/>
                    <a:pt x="12543" y="10482"/>
                    <a:pt x="12525" y="10482"/>
                  </a:cubicBezTo>
                  <a:cubicBezTo>
                    <a:pt x="12481" y="10482"/>
                    <a:pt x="12432" y="10418"/>
                    <a:pt x="12450" y="10297"/>
                  </a:cubicBezTo>
                  <a:cubicBezTo>
                    <a:pt x="12475" y="10251"/>
                    <a:pt x="12485" y="10234"/>
                    <a:pt x="12503" y="10234"/>
                  </a:cubicBezTo>
                  <a:close/>
                  <a:moveTo>
                    <a:pt x="11437" y="12798"/>
                  </a:moveTo>
                  <a:cubicBezTo>
                    <a:pt x="11441" y="12798"/>
                    <a:pt x="11447" y="12799"/>
                    <a:pt x="11453" y="12802"/>
                  </a:cubicBezTo>
                  <a:cubicBezTo>
                    <a:pt x="11493" y="12834"/>
                    <a:pt x="11517" y="12875"/>
                    <a:pt x="11525" y="12932"/>
                  </a:cubicBezTo>
                  <a:cubicBezTo>
                    <a:pt x="11525" y="12932"/>
                    <a:pt x="11538" y="13009"/>
                    <a:pt x="11501" y="13009"/>
                  </a:cubicBezTo>
                  <a:cubicBezTo>
                    <a:pt x="11497" y="13009"/>
                    <a:pt x="11491" y="13007"/>
                    <a:pt x="11485" y="13005"/>
                  </a:cubicBezTo>
                  <a:lnTo>
                    <a:pt x="11436" y="12972"/>
                  </a:lnTo>
                  <a:cubicBezTo>
                    <a:pt x="11422" y="12885"/>
                    <a:pt x="11401" y="12798"/>
                    <a:pt x="11437" y="12798"/>
                  </a:cubicBezTo>
                  <a:close/>
                  <a:moveTo>
                    <a:pt x="10085" y="15757"/>
                  </a:moveTo>
                  <a:cubicBezTo>
                    <a:pt x="10098" y="15757"/>
                    <a:pt x="10107" y="15761"/>
                    <a:pt x="10107" y="15761"/>
                  </a:cubicBezTo>
                  <a:cubicBezTo>
                    <a:pt x="10107" y="15761"/>
                    <a:pt x="10155" y="15786"/>
                    <a:pt x="10123" y="15867"/>
                  </a:cubicBezTo>
                  <a:cubicBezTo>
                    <a:pt x="10123" y="15867"/>
                    <a:pt x="10071" y="15898"/>
                    <a:pt x="10021" y="15898"/>
                  </a:cubicBezTo>
                  <a:cubicBezTo>
                    <a:pt x="10009" y="15898"/>
                    <a:pt x="9996" y="15896"/>
                    <a:pt x="9985" y="15891"/>
                  </a:cubicBezTo>
                  <a:lnTo>
                    <a:pt x="10017" y="15810"/>
                  </a:lnTo>
                  <a:cubicBezTo>
                    <a:pt x="10037" y="15766"/>
                    <a:pt x="10065" y="15757"/>
                    <a:pt x="10085" y="15757"/>
                  </a:cubicBezTo>
                  <a:close/>
                  <a:moveTo>
                    <a:pt x="9844" y="16541"/>
                  </a:moveTo>
                  <a:cubicBezTo>
                    <a:pt x="9854" y="16541"/>
                    <a:pt x="9867" y="16547"/>
                    <a:pt x="9888" y="16556"/>
                  </a:cubicBezTo>
                  <a:lnTo>
                    <a:pt x="9855" y="16637"/>
                  </a:lnTo>
                  <a:lnTo>
                    <a:pt x="9766" y="16686"/>
                  </a:lnTo>
                  <a:lnTo>
                    <a:pt x="9799" y="16605"/>
                  </a:lnTo>
                  <a:cubicBezTo>
                    <a:pt x="9819" y="16558"/>
                    <a:pt x="9827" y="16541"/>
                    <a:pt x="9844" y="16541"/>
                  </a:cubicBezTo>
                  <a:close/>
                  <a:moveTo>
                    <a:pt x="9811" y="16816"/>
                  </a:moveTo>
                  <a:lnTo>
                    <a:pt x="9811" y="16816"/>
                  </a:lnTo>
                  <a:cubicBezTo>
                    <a:pt x="9806" y="16816"/>
                    <a:pt x="9799" y="16835"/>
                    <a:pt x="9807" y="16880"/>
                  </a:cubicBezTo>
                  <a:cubicBezTo>
                    <a:pt x="9824" y="16841"/>
                    <a:pt x="9818" y="16816"/>
                    <a:pt x="9811" y="16816"/>
                  </a:cubicBezTo>
                  <a:close/>
                  <a:moveTo>
                    <a:pt x="9520" y="17287"/>
                  </a:moveTo>
                  <a:cubicBezTo>
                    <a:pt x="9529" y="17287"/>
                    <a:pt x="9543" y="17293"/>
                    <a:pt x="9563" y="17302"/>
                  </a:cubicBezTo>
                  <a:lnTo>
                    <a:pt x="9523" y="17375"/>
                  </a:lnTo>
                  <a:lnTo>
                    <a:pt x="9442" y="17432"/>
                  </a:lnTo>
                  <a:lnTo>
                    <a:pt x="9474" y="17350"/>
                  </a:lnTo>
                  <a:cubicBezTo>
                    <a:pt x="9495" y="17304"/>
                    <a:pt x="9502" y="17287"/>
                    <a:pt x="9520" y="17287"/>
                  </a:cubicBezTo>
                  <a:close/>
                  <a:moveTo>
                    <a:pt x="9692" y="17682"/>
                  </a:moveTo>
                  <a:cubicBezTo>
                    <a:pt x="9686" y="17682"/>
                    <a:pt x="9675" y="17684"/>
                    <a:pt x="9658" y="17692"/>
                  </a:cubicBezTo>
                  <a:lnTo>
                    <a:pt x="9658" y="17692"/>
                  </a:lnTo>
                  <a:cubicBezTo>
                    <a:pt x="9646" y="17691"/>
                    <a:pt x="9632" y="17689"/>
                    <a:pt x="9616" y="17683"/>
                  </a:cubicBezTo>
                  <a:lnTo>
                    <a:pt x="9616" y="17683"/>
                  </a:lnTo>
                  <a:cubicBezTo>
                    <a:pt x="9624" y="17689"/>
                    <a:pt x="9633" y="17694"/>
                    <a:pt x="9644" y="17699"/>
                  </a:cubicBezTo>
                  <a:cubicBezTo>
                    <a:pt x="9649" y="17696"/>
                    <a:pt x="9654" y="17694"/>
                    <a:pt x="9658" y="17692"/>
                  </a:cubicBezTo>
                  <a:lnTo>
                    <a:pt x="9658" y="17692"/>
                  </a:lnTo>
                  <a:cubicBezTo>
                    <a:pt x="9661" y="17692"/>
                    <a:pt x="9663" y="17692"/>
                    <a:pt x="9665" y="17692"/>
                  </a:cubicBezTo>
                  <a:cubicBezTo>
                    <a:pt x="9693" y="17692"/>
                    <a:pt x="9703" y="17682"/>
                    <a:pt x="9692" y="17682"/>
                  </a:cubicBezTo>
                  <a:close/>
                  <a:moveTo>
                    <a:pt x="9264" y="17794"/>
                  </a:moveTo>
                  <a:cubicBezTo>
                    <a:pt x="9269" y="17794"/>
                    <a:pt x="9274" y="17795"/>
                    <a:pt x="9280" y="17796"/>
                  </a:cubicBezTo>
                  <a:cubicBezTo>
                    <a:pt x="9328" y="17821"/>
                    <a:pt x="9328" y="17821"/>
                    <a:pt x="9296" y="17902"/>
                  </a:cubicBezTo>
                  <a:cubicBezTo>
                    <a:pt x="9260" y="17982"/>
                    <a:pt x="9244" y="18018"/>
                    <a:pt x="9234" y="18018"/>
                  </a:cubicBezTo>
                  <a:cubicBezTo>
                    <a:pt x="9226" y="18018"/>
                    <a:pt x="9222" y="17994"/>
                    <a:pt x="9215" y="17950"/>
                  </a:cubicBezTo>
                  <a:cubicBezTo>
                    <a:pt x="9193" y="17862"/>
                    <a:pt x="9217" y="17794"/>
                    <a:pt x="9264" y="17794"/>
                  </a:cubicBezTo>
                  <a:close/>
                  <a:moveTo>
                    <a:pt x="8631" y="18234"/>
                  </a:moveTo>
                  <a:cubicBezTo>
                    <a:pt x="8688" y="18250"/>
                    <a:pt x="8736" y="18275"/>
                    <a:pt x="8704" y="18356"/>
                  </a:cubicBezTo>
                  <a:lnTo>
                    <a:pt x="8623" y="18404"/>
                  </a:lnTo>
                  <a:lnTo>
                    <a:pt x="8599" y="18307"/>
                  </a:lnTo>
                  <a:lnTo>
                    <a:pt x="8631" y="18234"/>
                  </a:lnTo>
                  <a:close/>
                  <a:moveTo>
                    <a:pt x="8312" y="19161"/>
                  </a:moveTo>
                  <a:cubicBezTo>
                    <a:pt x="8322" y="19161"/>
                    <a:pt x="8335" y="19166"/>
                    <a:pt x="8355" y="19175"/>
                  </a:cubicBezTo>
                  <a:cubicBezTo>
                    <a:pt x="8355" y="19175"/>
                    <a:pt x="8404" y="19199"/>
                    <a:pt x="8380" y="19272"/>
                  </a:cubicBezTo>
                  <a:lnTo>
                    <a:pt x="8290" y="19329"/>
                  </a:lnTo>
                  <a:cubicBezTo>
                    <a:pt x="8234" y="19304"/>
                    <a:pt x="8266" y="19231"/>
                    <a:pt x="8266" y="19231"/>
                  </a:cubicBezTo>
                  <a:cubicBezTo>
                    <a:pt x="8287" y="19179"/>
                    <a:pt x="8295" y="19161"/>
                    <a:pt x="8312" y="19161"/>
                  </a:cubicBezTo>
                  <a:close/>
                  <a:moveTo>
                    <a:pt x="6905" y="22638"/>
                  </a:moveTo>
                  <a:cubicBezTo>
                    <a:pt x="6904" y="22638"/>
                    <a:pt x="6914" y="22642"/>
                    <a:pt x="6930" y="22648"/>
                  </a:cubicBezTo>
                  <a:lnTo>
                    <a:pt x="6930" y="22648"/>
                  </a:lnTo>
                  <a:cubicBezTo>
                    <a:pt x="6930" y="22647"/>
                    <a:pt x="6929" y="22646"/>
                    <a:pt x="6928" y="22645"/>
                  </a:cubicBezTo>
                  <a:cubicBezTo>
                    <a:pt x="6913" y="22640"/>
                    <a:pt x="6906" y="22638"/>
                    <a:pt x="6905" y="22638"/>
                  </a:cubicBezTo>
                  <a:close/>
                  <a:moveTo>
                    <a:pt x="6231" y="25685"/>
                  </a:moveTo>
                  <a:cubicBezTo>
                    <a:pt x="6288" y="25710"/>
                    <a:pt x="6345" y="25726"/>
                    <a:pt x="6312" y="25807"/>
                  </a:cubicBezTo>
                  <a:lnTo>
                    <a:pt x="6288" y="25880"/>
                  </a:lnTo>
                  <a:cubicBezTo>
                    <a:pt x="6231" y="25864"/>
                    <a:pt x="6199" y="25766"/>
                    <a:pt x="6199" y="25766"/>
                  </a:cubicBezTo>
                  <a:lnTo>
                    <a:pt x="6231" y="25685"/>
                  </a:lnTo>
                  <a:close/>
                  <a:moveTo>
                    <a:pt x="5298" y="28808"/>
                  </a:moveTo>
                  <a:cubicBezTo>
                    <a:pt x="5307" y="28808"/>
                    <a:pt x="5317" y="28811"/>
                    <a:pt x="5331" y="28815"/>
                  </a:cubicBezTo>
                  <a:cubicBezTo>
                    <a:pt x="5388" y="28839"/>
                    <a:pt x="5339" y="28993"/>
                    <a:pt x="5315" y="29066"/>
                  </a:cubicBezTo>
                  <a:cubicBezTo>
                    <a:pt x="5296" y="29081"/>
                    <a:pt x="5280" y="29087"/>
                    <a:pt x="5267" y="29087"/>
                  </a:cubicBezTo>
                  <a:cubicBezTo>
                    <a:pt x="5222" y="29087"/>
                    <a:pt x="5207" y="29015"/>
                    <a:pt x="5226" y="28953"/>
                  </a:cubicBezTo>
                  <a:cubicBezTo>
                    <a:pt x="5262" y="28836"/>
                    <a:pt x="5271" y="28808"/>
                    <a:pt x="5298" y="28808"/>
                  </a:cubicBezTo>
                  <a:close/>
                  <a:moveTo>
                    <a:pt x="3710" y="34360"/>
                  </a:moveTo>
                  <a:cubicBezTo>
                    <a:pt x="3766" y="34369"/>
                    <a:pt x="3823" y="34385"/>
                    <a:pt x="3799" y="34466"/>
                  </a:cubicBezTo>
                  <a:lnTo>
                    <a:pt x="3726" y="34531"/>
                  </a:lnTo>
                  <a:lnTo>
                    <a:pt x="3685" y="34433"/>
                  </a:lnTo>
                  <a:lnTo>
                    <a:pt x="3710" y="34360"/>
                  </a:lnTo>
                  <a:close/>
                  <a:moveTo>
                    <a:pt x="3093" y="35293"/>
                  </a:moveTo>
                  <a:cubicBezTo>
                    <a:pt x="3150" y="35309"/>
                    <a:pt x="3207" y="35325"/>
                    <a:pt x="3183" y="35398"/>
                  </a:cubicBezTo>
                  <a:lnTo>
                    <a:pt x="3166" y="35479"/>
                  </a:lnTo>
                  <a:cubicBezTo>
                    <a:pt x="3110" y="35463"/>
                    <a:pt x="3069" y="35374"/>
                    <a:pt x="3069" y="35374"/>
                  </a:cubicBezTo>
                  <a:lnTo>
                    <a:pt x="3093" y="35293"/>
                  </a:lnTo>
                  <a:close/>
                  <a:moveTo>
                    <a:pt x="3215" y="36749"/>
                  </a:moveTo>
                  <a:cubicBezTo>
                    <a:pt x="3223" y="36749"/>
                    <a:pt x="3234" y="36750"/>
                    <a:pt x="3247" y="36752"/>
                  </a:cubicBezTo>
                  <a:cubicBezTo>
                    <a:pt x="3304" y="36768"/>
                    <a:pt x="3345" y="36866"/>
                    <a:pt x="3345" y="36866"/>
                  </a:cubicBezTo>
                  <a:cubicBezTo>
                    <a:pt x="3341" y="36884"/>
                    <a:pt x="3331" y="36891"/>
                    <a:pt x="3319" y="36891"/>
                  </a:cubicBezTo>
                  <a:cubicBezTo>
                    <a:pt x="3282" y="36891"/>
                    <a:pt x="3218" y="36831"/>
                    <a:pt x="3176" y="36818"/>
                  </a:cubicBezTo>
                  <a:lnTo>
                    <a:pt x="3176" y="36818"/>
                  </a:lnTo>
                  <a:cubicBezTo>
                    <a:pt x="3187" y="36762"/>
                    <a:pt x="3191" y="36749"/>
                    <a:pt x="3215" y="36749"/>
                  </a:cubicBezTo>
                  <a:close/>
                  <a:moveTo>
                    <a:pt x="2826" y="38658"/>
                  </a:moveTo>
                  <a:cubicBezTo>
                    <a:pt x="2883" y="38674"/>
                    <a:pt x="2947" y="38682"/>
                    <a:pt x="2923" y="38763"/>
                  </a:cubicBezTo>
                  <a:lnTo>
                    <a:pt x="2850" y="38836"/>
                  </a:lnTo>
                  <a:lnTo>
                    <a:pt x="2810" y="38739"/>
                  </a:lnTo>
                  <a:lnTo>
                    <a:pt x="2826" y="38658"/>
                  </a:lnTo>
                  <a:close/>
                  <a:moveTo>
                    <a:pt x="1895" y="43492"/>
                  </a:moveTo>
                  <a:cubicBezTo>
                    <a:pt x="1902" y="43492"/>
                    <a:pt x="1907" y="43502"/>
                    <a:pt x="1902" y="43530"/>
                  </a:cubicBezTo>
                  <a:cubicBezTo>
                    <a:pt x="1865" y="43525"/>
                    <a:pt x="1883" y="43492"/>
                    <a:pt x="1895" y="43492"/>
                  </a:cubicBezTo>
                  <a:close/>
                  <a:moveTo>
                    <a:pt x="1723" y="43830"/>
                  </a:moveTo>
                  <a:cubicBezTo>
                    <a:pt x="1788" y="43838"/>
                    <a:pt x="1845" y="43855"/>
                    <a:pt x="1829" y="43936"/>
                  </a:cubicBezTo>
                  <a:lnTo>
                    <a:pt x="1756" y="44001"/>
                  </a:lnTo>
                  <a:lnTo>
                    <a:pt x="1715" y="43911"/>
                  </a:lnTo>
                  <a:lnTo>
                    <a:pt x="1723" y="43830"/>
                  </a:lnTo>
                  <a:close/>
                  <a:moveTo>
                    <a:pt x="1699" y="44406"/>
                  </a:moveTo>
                  <a:cubicBezTo>
                    <a:pt x="1756" y="44414"/>
                    <a:pt x="1756" y="44414"/>
                    <a:pt x="1748" y="44495"/>
                  </a:cubicBezTo>
                  <a:cubicBezTo>
                    <a:pt x="1748" y="44495"/>
                    <a:pt x="1688" y="44554"/>
                    <a:pt x="1635" y="44554"/>
                  </a:cubicBezTo>
                  <a:cubicBezTo>
                    <a:pt x="1629" y="44554"/>
                    <a:pt x="1623" y="44554"/>
                    <a:pt x="1618" y="44552"/>
                  </a:cubicBezTo>
                  <a:lnTo>
                    <a:pt x="1618" y="44560"/>
                  </a:lnTo>
                  <a:cubicBezTo>
                    <a:pt x="1553" y="44544"/>
                    <a:pt x="1569" y="44463"/>
                    <a:pt x="1699" y="44406"/>
                  </a:cubicBezTo>
                  <a:close/>
                  <a:moveTo>
                    <a:pt x="1621" y="45792"/>
                  </a:moveTo>
                  <a:cubicBezTo>
                    <a:pt x="1624" y="45792"/>
                    <a:pt x="1626" y="45792"/>
                    <a:pt x="1626" y="45792"/>
                  </a:cubicBezTo>
                  <a:cubicBezTo>
                    <a:pt x="1683" y="45800"/>
                    <a:pt x="1610" y="45873"/>
                    <a:pt x="1602" y="45955"/>
                  </a:cubicBezTo>
                  <a:cubicBezTo>
                    <a:pt x="1572" y="45984"/>
                    <a:pt x="1555" y="46001"/>
                    <a:pt x="1546" y="46001"/>
                  </a:cubicBezTo>
                  <a:cubicBezTo>
                    <a:pt x="1533" y="46001"/>
                    <a:pt x="1538" y="45962"/>
                    <a:pt x="1553" y="45865"/>
                  </a:cubicBezTo>
                  <a:cubicBezTo>
                    <a:pt x="1560" y="45798"/>
                    <a:pt x="1606" y="45792"/>
                    <a:pt x="1621" y="45792"/>
                  </a:cubicBezTo>
                  <a:close/>
                  <a:moveTo>
                    <a:pt x="1188" y="46303"/>
                  </a:moveTo>
                  <a:cubicBezTo>
                    <a:pt x="1229" y="46313"/>
                    <a:pt x="1215" y="46343"/>
                    <a:pt x="1201" y="46343"/>
                  </a:cubicBezTo>
                  <a:cubicBezTo>
                    <a:pt x="1193" y="46343"/>
                    <a:pt x="1185" y="46333"/>
                    <a:pt x="1188" y="46303"/>
                  </a:cubicBezTo>
                  <a:close/>
                  <a:moveTo>
                    <a:pt x="742" y="46243"/>
                  </a:moveTo>
                  <a:cubicBezTo>
                    <a:pt x="717" y="46243"/>
                    <a:pt x="714" y="46258"/>
                    <a:pt x="702" y="46319"/>
                  </a:cubicBezTo>
                  <a:cubicBezTo>
                    <a:pt x="692" y="46416"/>
                    <a:pt x="688" y="46455"/>
                    <a:pt x="700" y="46455"/>
                  </a:cubicBezTo>
                  <a:cubicBezTo>
                    <a:pt x="709" y="46455"/>
                    <a:pt x="724" y="46438"/>
                    <a:pt x="750" y="46409"/>
                  </a:cubicBezTo>
                  <a:lnTo>
                    <a:pt x="775" y="46246"/>
                  </a:lnTo>
                  <a:cubicBezTo>
                    <a:pt x="761" y="46244"/>
                    <a:pt x="751" y="46243"/>
                    <a:pt x="742" y="46243"/>
                  </a:cubicBezTo>
                  <a:close/>
                  <a:moveTo>
                    <a:pt x="2708" y="46438"/>
                  </a:moveTo>
                  <a:cubicBezTo>
                    <a:pt x="2679" y="46438"/>
                    <a:pt x="2678" y="46452"/>
                    <a:pt x="2672" y="46514"/>
                  </a:cubicBezTo>
                  <a:cubicBezTo>
                    <a:pt x="2672" y="46514"/>
                    <a:pt x="2720" y="46603"/>
                    <a:pt x="2777" y="46611"/>
                  </a:cubicBezTo>
                  <a:cubicBezTo>
                    <a:pt x="2780" y="46612"/>
                    <a:pt x="2782" y="46612"/>
                    <a:pt x="2785" y="46612"/>
                  </a:cubicBezTo>
                  <a:cubicBezTo>
                    <a:pt x="2835" y="46612"/>
                    <a:pt x="2845" y="46534"/>
                    <a:pt x="2745" y="46441"/>
                  </a:cubicBezTo>
                  <a:cubicBezTo>
                    <a:pt x="2729" y="46439"/>
                    <a:pt x="2717" y="46438"/>
                    <a:pt x="2708" y="46438"/>
                  </a:cubicBezTo>
                  <a:close/>
                  <a:moveTo>
                    <a:pt x="1414" y="47243"/>
                  </a:moveTo>
                  <a:cubicBezTo>
                    <a:pt x="1417" y="47243"/>
                    <a:pt x="1420" y="47243"/>
                    <a:pt x="1423" y="47244"/>
                  </a:cubicBezTo>
                  <a:cubicBezTo>
                    <a:pt x="1423" y="47244"/>
                    <a:pt x="1480" y="47252"/>
                    <a:pt x="1472" y="47333"/>
                  </a:cubicBezTo>
                  <a:cubicBezTo>
                    <a:pt x="1456" y="47390"/>
                    <a:pt x="1431" y="47438"/>
                    <a:pt x="1391" y="47479"/>
                  </a:cubicBezTo>
                  <a:cubicBezTo>
                    <a:pt x="1326" y="47471"/>
                    <a:pt x="1342" y="47390"/>
                    <a:pt x="1342" y="47390"/>
                  </a:cubicBezTo>
                  <a:cubicBezTo>
                    <a:pt x="1350" y="47320"/>
                    <a:pt x="1358" y="47243"/>
                    <a:pt x="1414" y="47243"/>
                  </a:cubicBezTo>
                  <a:close/>
                  <a:moveTo>
                    <a:pt x="981" y="47754"/>
                  </a:moveTo>
                  <a:cubicBezTo>
                    <a:pt x="968" y="47754"/>
                    <a:pt x="926" y="47760"/>
                    <a:pt x="912" y="47827"/>
                  </a:cubicBezTo>
                  <a:lnTo>
                    <a:pt x="904" y="47909"/>
                  </a:lnTo>
                  <a:cubicBezTo>
                    <a:pt x="907" y="47909"/>
                    <a:pt x="910" y="47909"/>
                    <a:pt x="913" y="47909"/>
                  </a:cubicBezTo>
                  <a:cubicBezTo>
                    <a:pt x="969" y="47909"/>
                    <a:pt x="1034" y="47844"/>
                    <a:pt x="1034" y="47844"/>
                  </a:cubicBezTo>
                  <a:cubicBezTo>
                    <a:pt x="1050" y="47763"/>
                    <a:pt x="985" y="47754"/>
                    <a:pt x="985" y="47754"/>
                  </a:cubicBezTo>
                  <a:cubicBezTo>
                    <a:pt x="985" y="47754"/>
                    <a:pt x="984" y="47754"/>
                    <a:pt x="981" y="47754"/>
                  </a:cubicBezTo>
                  <a:close/>
                  <a:moveTo>
                    <a:pt x="1018" y="48667"/>
                  </a:moveTo>
                  <a:cubicBezTo>
                    <a:pt x="1026" y="48667"/>
                    <a:pt x="1037" y="48669"/>
                    <a:pt x="1050" y="48671"/>
                  </a:cubicBezTo>
                  <a:lnTo>
                    <a:pt x="1042" y="48752"/>
                  </a:lnTo>
                  <a:lnTo>
                    <a:pt x="977" y="48825"/>
                  </a:lnTo>
                  <a:lnTo>
                    <a:pt x="985" y="48744"/>
                  </a:lnTo>
                  <a:cubicBezTo>
                    <a:pt x="992" y="48682"/>
                    <a:pt x="993" y="48667"/>
                    <a:pt x="1018" y="48667"/>
                  </a:cubicBezTo>
                  <a:close/>
                  <a:moveTo>
                    <a:pt x="946" y="49362"/>
                  </a:moveTo>
                  <a:cubicBezTo>
                    <a:pt x="971" y="49362"/>
                    <a:pt x="1004" y="49376"/>
                    <a:pt x="1042" y="49408"/>
                  </a:cubicBezTo>
                  <a:lnTo>
                    <a:pt x="1026" y="49571"/>
                  </a:lnTo>
                  <a:cubicBezTo>
                    <a:pt x="961" y="49562"/>
                    <a:pt x="904" y="49554"/>
                    <a:pt x="912" y="49473"/>
                  </a:cubicBezTo>
                  <a:cubicBezTo>
                    <a:pt x="880" y="49414"/>
                    <a:pt x="898" y="49362"/>
                    <a:pt x="946" y="49362"/>
                  </a:cubicBezTo>
                  <a:close/>
                  <a:moveTo>
                    <a:pt x="1277" y="50081"/>
                  </a:moveTo>
                  <a:cubicBezTo>
                    <a:pt x="1269" y="50159"/>
                    <a:pt x="1314" y="50244"/>
                    <a:pt x="1268" y="50244"/>
                  </a:cubicBezTo>
                  <a:cubicBezTo>
                    <a:pt x="1266" y="50244"/>
                    <a:pt x="1263" y="50244"/>
                    <a:pt x="1261" y="50244"/>
                  </a:cubicBezTo>
                  <a:cubicBezTo>
                    <a:pt x="1259" y="50259"/>
                    <a:pt x="1256" y="50266"/>
                    <a:pt x="1253" y="50266"/>
                  </a:cubicBezTo>
                  <a:cubicBezTo>
                    <a:pt x="1236" y="50266"/>
                    <a:pt x="1206" y="50147"/>
                    <a:pt x="1212" y="50081"/>
                  </a:cubicBezTo>
                  <a:close/>
                  <a:moveTo>
                    <a:pt x="556" y="50665"/>
                  </a:moveTo>
                  <a:lnTo>
                    <a:pt x="612" y="50673"/>
                  </a:lnTo>
                  <a:cubicBezTo>
                    <a:pt x="677" y="50673"/>
                    <a:pt x="612" y="50673"/>
                    <a:pt x="556" y="50665"/>
                  </a:cubicBezTo>
                  <a:close/>
                  <a:moveTo>
                    <a:pt x="872" y="51679"/>
                  </a:moveTo>
                  <a:cubicBezTo>
                    <a:pt x="937" y="51687"/>
                    <a:pt x="993" y="51687"/>
                    <a:pt x="985" y="51768"/>
                  </a:cubicBezTo>
                  <a:lnTo>
                    <a:pt x="977" y="51849"/>
                  </a:lnTo>
                  <a:cubicBezTo>
                    <a:pt x="921" y="51849"/>
                    <a:pt x="864" y="51760"/>
                    <a:pt x="864" y="51760"/>
                  </a:cubicBezTo>
                  <a:lnTo>
                    <a:pt x="872" y="51679"/>
                  </a:lnTo>
                  <a:close/>
                  <a:moveTo>
                    <a:pt x="546" y="52251"/>
                  </a:moveTo>
                  <a:cubicBezTo>
                    <a:pt x="558" y="52251"/>
                    <a:pt x="584" y="52273"/>
                    <a:pt x="629" y="52311"/>
                  </a:cubicBezTo>
                  <a:lnTo>
                    <a:pt x="734" y="52481"/>
                  </a:lnTo>
                  <a:cubicBezTo>
                    <a:pt x="732" y="52505"/>
                    <a:pt x="726" y="52514"/>
                    <a:pt x="716" y="52514"/>
                  </a:cubicBezTo>
                  <a:cubicBezTo>
                    <a:pt x="693" y="52514"/>
                    <a:pt x="645" y="52453"/>
                    <a:pt x="564" y="52384"/>
                  </a:cubicBezTo>
                  <a:cubicBezTo>
                    <a:pt x="540" y="52291"/>
                    <a:pt x="531" y="52251"/>
                    <a:pt x="546" y="52251"/>
                  </a:cubicBezTo>
                  <a:close/>
                  <a:moveTo>
                    <a:pt x="641" y="54108"/>
                  </a:moveTo>
                  <a:cubicBezTo>
                    <a:pt x="655" y="54108"/>
                    <a:pt x="672" y="54109"/>
                    <a:pt x="693" y="54111"/>
                  </a:cubicBezTo>
                  <a:cubicBezTo>
                    <a:pt x="750" y="54119"/>
                    <a:pt x="807" y="54119"/>
                    <a:pt x="864" y="54289"/>
                  </a:cubicBezTo>
                  <a:lnTo>
                    <a:pt x="848" y="54451"/>
                  </a:lnTo>
                  <a:lnTo>
                    <a:pt x="742" y="54281"/>
                  </a:lnTo>
                  <a:cubicBezTo>
                    <a:pt x="602" y="54134"/>
                    <a:pt x="577" y="54108"/>
                    <a:pt x="641" y="54108"/>
                  </a:cubicBezTo>
                  <a:close/>
                  <a:moveTo>
                    <a:pt x="548" y="54508"/>
                  </a:moveTo>
                  <a:lnTo>
                    <a:pt x="604" y="54597"/>
                  </a:lnTo>
                  <a:lnTo>
                    <a:pt x="539" y="54670"/>
                  </a:lnTo>
                  <a:cubicBezTo>
                    <a:pt x="475" y="54670"/>
                    <a:pt x="483" y="54589"/>
                    <a:pt x="491" y="54508"/>
                  </a:cubicBezTo>
                  <a:close/>
                  <a:moveTo>
                    <a:pt x="807" y="57776"/>
                  </a:moveTo>
                  <a:cubicBezTo>
                    <a:pt x="742" y="57776"/>
                    <a:pt x="742" y="57857"/>
                    <a:pt x="742" y="57938"/>
                  </a:cubicBezTo>
                  <a:cubicBezTo>
                    <a:pt x="677" y="58100"/>
                    <a:pt x="734" y="58181"/>
                    <a:pt x="799" y="58181"/>
                  </a:cubicBezTo>
                  <a:cubicBezTo>
                    <a:pt x="801" y="58181"/>
                    <a:pt x="804" y="58182"/>
                    <a:pt x="806" y="58182"/>
                  </a:cubicBezTo>
                  <a:cubicBezTo>
                    <a:pt x="856" y="58182"/>
                    <a:pt x="856" y="58101"/>
                    <a:pt x="864" y="57946"/>
                  </a:cubicBezTo>
                  <a:cubicBezTo>
                    <a:pt x="856" y="57881"/>
                    <a:pt x="839" y="57824"/>
                    <a:pt x="807" y="57776"/>
                  </a:cubicBezTo>
                  <a:close/>
                  <a:moveTo>
                    <a:pt x="641" y="58371"/>
                  </a:moveTo>
                  <a:cubicBezTo>
                    <a:pt x="665" y="58371"/>
                    <a:pt x="701" y="58410"/>
                    <a:pt x="734" y="58505"/>
                  </a:cubicBezTo>
                  <a:lnTo>
                    <a:pt x="726" y="58667"/>
                  </a:lnTo>
                  <a:cubicBezTo>
                    <a:pt x="669" y="58667"/>
                    <a:pt x="612" y="58505"/>
                    <a:pt x="612" y="58424"/>
                  </a:cubicBezTo>
                  <a:cubicBezTo>
                    <a:pt x="612" y="58391"/>
                    <a:pt x="624" y="58371"/>
                    <a:pt x="641" y="58371"/>
                  </a:cubicBezTo>
                  <a:close/>
                  <a:moveTo>
                    <a:pt x="175" y="62819"/>
                  </a:moveTo>
                  <a:cubicBezTo>
                    <a:pt x="110" y="62819"/>
                    <a:pt x="110" y="62819"/>
                    <a:pt x="118" y="62900"/>
                  </a:cubicBezTo>
                  <a:lnTo>
                    <a:pt x="118" y="62981"/>
                  </a:lnTo>
                  <a:lnTo>
                    <a:pt x="175" y="62900"/>
                  </a:lnTo>
                  <a:lnTo>
                    <a:pt x="175" y="62819"/>
                  </a:lnTo>
                  <a:close/>
                  <a:moveTo>
                    <a:pt x="475" y="62973"/>
                  </a:moveTo>
                  <a:lnTo>
                    <a:pt x="475" y="63054"/>
                  </a:lnTo>
                  <a:cubicBezTo>
                    <a:pt x="437" y="63054"/>
                    <a:pt x="453" y="63090"/>
                    <a:pt x="485" y="63090"/>
                  </a:cubicBezTo>
                  <a:cubicBezTo>
                    <a:pt x="501" y="63090"/>
                    <a:pt x="521" y="63081"/>
                    <a:pt x="539" y="63054"/>
                  </a:cubicBezTo>
                  <a:lnTo>
                    <a:pt x="661" y="63054"/>
                  </a:lnTo>
                  <a:cubicBezTo>
                    <a:pt x="661" y="63135"/>
                    <a:pt x="604" y="63216"/>
                    <a:pt x="539" y="63216"/>
                  </a:cubicBezTo>
                  <a:cubicBezTo>
                    <a:pt x="492" y="63249"/>
                    <a:pt x="465" y="63269"/>
                    <a:pt x="448" y="63269"/>
                  </a:cubicBezTo>
                  <a:cubicBezTo>
                    <a:pt x="425" y="63269"/>
                    <a:pt x="423" y="63230"/>
                    <a:pt x="418" y="63135"/>
                  </a:cubicBezTo>
                  <a:cubicBezTo>
                    <a:pt x="418" y="63054"/>
                    <a:pt x="418" y="62973"/>
                    <a:pt x="475" y="62973"/>
                  </a:cubicBezTo>
                  <a:close/>
                  <a:moveTo>
                    <a:pt x="499" y="63954"/>
                  </a:moveTo>
                  <a:cubicBezTo>
                    <a:pt x="531" y="63994"/>
                    <a:pt x="556" y="64051"/>
                    <a:pt x="564" y="64116"/>
                  </a:cubicBezTo>
                  <a:lnTo>
                    <a:pt x="499" y="64197"/>
                  </a:lnTo>
                  <a:cubicBezTo>
                    <a:pt x="442" y="64197"/>
                    <a:pt x="442" y="64116"/>
                    <a:pt x="442" y="64035"/>
                  </a:cubicBezTo>
                  <a:cubicBezTo>
                    <a:pt x="434" y="63954"/>
                    <a:pt x="434" y="63954"/>
                    <a:pt x="499" y="63954"/>
                  </a:cubicBezTo>
                  <a:close/>
                  <a:moveTo>
                    <a:pt x="1342" y="64173"/>
                  </a:moveTo>
                  <a:lnTo>
                    <a:pt x="1342" y="64254"/>
                  </a:lnTo>
                  <a:cubicBezTo>
                    <a:pt x="1342" y="64254"/>
                    <a:pt x="1407" y="64335"/>
                    <a:pt x="1464" y="64335"/>
                  </a:cubicBezTo>
                  <a:lnTo>
                    <a:pt x="1464" y="64254"/>
                  </a:lnTo>
                  <a:cubicBezTo>
                    <a:pt x="1456" y="64173"/>
                    <a:pt x="1399" y="64173"/>
                    <a:pt x="1342" y="64173"/>
                  </a:cubicBezTo>
                  <a:close/>
                  <a:moveTo>
                    <a:pt x="18535" y="0"/>
                  </a:moveTo>
                  <a:cubicBezTo>
                    <a:pt x="18497" y="0"/>
                    <a:pt x="18454" y="18"/>
                    <a:pt x="18393" y="65"/>
                  </a:cubicBezTo>
                  <a:cubicBezTo>
                    <a:pt x="18166" y="308"/>
                    <a:pt x="17979" y="478"/>
                    <a:pt x="18077" y="543"/>
                  </a:cubicBezTo>
                  <a:cubicBezTo>
                    <a:pt x="18085" y="608"/>
                    <a:pt x="18068" y="665"/>
                    <a:pt x="18044" y="713"/>
                  </a:cubicBezTo>
                  <a:cubicBezTo>
                    <a:pt x="18004" y="762"/>
                    <a:pt x="17955" y="803"/>
                    <a:pt x="17906" y="819"/>
                  </a:cubicBezTo>
                  <a:cubicBezTo>
                    <a:pt x="17903" y="817"/>
                    <a:pt x="17900" y="816"/>
                    <a:pt x="17896" y="816"/>
                  </a:cubicBezTo>
                  <a:cubicBezTo>
                    <a:pt x="17831" y="816"/>
                    <a:pt x="17667" y="1080"/>
                    <a:pt x="17452" y="1403"/>
                  </a:cubicBezTo>
                  <a:cubicBezTo>
                    <a:pt x="17185" y="1816"/>
                    <a:pt x="17055" y="2019"/>
                    <a:pt x="16958" y="2059"/>
                  </a:cubicBezTo>
                  <a:cubicBezTo>
                    <a:pt x="16901" y="2076"/>
                    <a:pt x="16860" y="2116"/>
                    <a:pt x="16820" y="2165"/>
                  </a:cubicBezTo>
                  <a:cubicBezTo>
                    <a:pt x="16868" y="2197"/>
                    <a:pt x="16609" y="2611"/>
                    <a:pt x="16293" y="3089"/>
                  </a:cubicBezTo>
                  <a:cubicBezTo>
                    <a:pt x="15977" y="3559"/>
                    <a:pt x="15701" y="4062"/>
                    <a:pt x="15750" y="4094"/>
                  </a:cubicBezTo>
                  <a:lnTo>
                    <a:pt x="15660" y="4232"/>
                  </a:lnTo>
                  <a:cubicBezTo>
                    <a:pt x="15656" y="4229"/>
                    <a:pt x="15651" y="4228"/>
                    <a:pt x="15646" y="4228"/>
                  </a:cubicBezTo>
                  <a:cubicBezTo>
                    <a:pt x="15596" y="4228"/>
                    <a:pt x="15523" y="4359"/>
                    <a:pt x="15450" y="4484"/>
                  </a:cubicBezTo>
                  <a:cubicBezTo>
                    <a:pt x="15425" y="4597"/>
                    <a:pt x="15385" y="4702"/>
                    <a:pt x="15328" y="4800"/>
                  </a:cubicBezTo>
                  <a:cubicBezTo>
                    <a:pt x="15320" y="4795"/>
                    <a:pt x="15313" y="4792"/>
                    <a:pt x="15305" y="4792"/>
                  </a:cubicBezTo>
                  <a:cubicBezTo>
                    <a:pt x="15265" y="4792"/>
                    <a:pt x="15226" y="4862"/>
                    <a:pt x="15158" y="4978"/>
                  </a:cubicBezTo>
                  <a:cubicBezTo>
                    <a:pt x="15077" y="5116"/>
                    <a:pt x="15028" y="5189"/>
                    <a:pt x="15085" y="5221"/>
                  </a:cubicBezTo>
                  <a:cubicBezTo>
                    <a:pt x="15044" y="5286"/>
                    <a:pt x="14752" y="5781"/>
                    <a:pt x="14574" y="5959"/>
                  </a:cubicBezTo>
                  <a:cubicBezTo>
                    <a:pt x="14485" y="6000"/>
                    <a:pt x="14493" y="6105"/>
                    <a:pt x="14501" y="6202"/>
                  </a:cubicBezTo>
                  <a:cubicBezTo>
                    <a:pt x="14558" y="6259"/>
                    <a:pt x="14566" y="6340"/>
                    <a:pt x="14525" y="6405"/>
                  </a:cubicBezTo>
                  <a:lnTo>
                    <a:pt x="14420" y="6348"/>
                  </a:lnTo>
                  <a:cubicBezTo>
                    <a:pt x="14416" y="6300"/>
                    <a:pt x="14414" y="6274"/>
                    <a:pt x="14404" y="6274"/>
                  </a:cubicBezTo>
                  <a:cubicBezTo>
                    <a:pt x="14393" y="6274"/>
                    <a:pt x="14371" y="6310"/>
                    <a:pt x="14323" y="6389"/>
                  </a:cubicBezTo>
                  <a:lnTo>
                    <a:pt x="14242" y="6527"/>
                  </a:lnTo>
                  <a:cubicBezTo>
                    <a:pt x="14298" y="6559"/>
                    <a:pt x="14079" y="6908"/>
                    <a:pt x="13804" y="7402"/>
                  </a:cubicBezTo>
                  <a:cubicBezTo>
                    <a:pt x="13455" y="8051"/>
                    <a:pt x="13334" y="8270"/>
                    <a:pt x="13390" y="8294"/>
                  </a:cubicBezTo>
                  <a:cubicBezTo>
                    <a:pt x="13439" y="8327"/>
                    <a:pt x="13406" y="8400"/>
                    <a:pt x="13236" y="8586"/>
                  </a:cubicBezTo>
                  <a:cubicBezTo>
                    <a:pt x="12847" y="8927"/>
                    <a:pt x="12847" y="8927"/>
                    <a:pt x="12863" y="9032"/>
                  </a:cubicBezTo>
                  <a:cubicBezTo>
                    <a:pt x="12879" y="8997"/>
                    <a:pt x="12900" y="8984"/>
                    <a:pt x="12923" y="8984"/>
                  </a:cubicBezTo>
                  <a:cubicBezTo>
                    <a:pt x="12948" y="8984"/>
                    <a:pt x="12976" y="8999"/>
                    <a:pt x="13001" y="9016"/>
                  </a:cubicBezTo>
                  <a:cubicBezTo>
                    <a:pt x="13106" y="9072"/>
                    <a:pt x="13066" y="9145"/>
                    <a:pt x="12928" y="9162"/>
                  </a:cubicBezTo>
                  <a:cubicBezTo>
                    <a:pt x="12925" y="9160"/>
                    <a:pt x="12923" y="9160"/>
                    <a:pt x="12919" y="9160"/>
                  </a:cubicBezTo>
                  <a:cubicBezTo>
                    <a:pt x="12797" y="9160"/>
                    <a:pt x="12297" y="10211"/>
                    <a:pt x="12361" y="10337"/>
                  </a:cubicBezTo>
                  <a:lnTo>
                    <a:pt x="12312" y="10313"/>
                  </a:lnTo>
                  <a:cubicBezTo>
                    <a:pt x="12304" y="10308"/>
                    <a:pt x="12296" y="10306"/>
                    <a:pt x="12288" y="10306"/>
                  </a:cubicBezTo>
                  <a:cubicBezTo>
                    <a:pt x="12241" y="10306"/>
                    <a:pt x="12193" y="10395"/>
                    <a:pt x="12061" y="10645"/>
                  </a:cubicBezTo>
                  <a:lnTo>
                    <a:pt x="11947" y="10856"/>
                  </a:lnTo>
                  <a:cubicBezTo>
                    <a:pt x="12049" y="10911"/>
                    <a:pt x="11785" y="11295"/>
                    <a:pt x="11725" y="11295"/>
                  </a:cubicBezTo>
                  <a:cubicBezTo>
                    <a:pt x="11723" y="11295"/>
                    <a:pt x="11721" y="11295"/>
                    <a:pt x="11720" y="11294"/>
                  </a:cubicBezTo>
                  <a:cubicBezTo>
                    <a:pt x="11631" y="11343"/>
                    <a:pt x="11631" y="11343"/>
                    <a:pt x="11558" y="11489"/>
                  </a:cubicBezTo>
                  <a:cubicBezTo>
                    <a:pt x="11558" y="11752"/>
                    <a:pt x="11351" y="12075"/>
                    <a:pt x="11283" y="12075"/>
                  </a:cubicBezTo>
                  <a:cubicBezTo>
                    <a:pt x="11280" y="12075"/>
                    <a:pt x="11277" y="12074"/>
                    <a:pt x="11274" y="12072"/>
                  </a:cubicBezTo>
                  <a:lnTo>
                    <a:pt x="11201" y="12218"/>
                  </a:lnTo>
                  <a:cubicBezTo>
                    <a:pt x="11201" y="12332"/>
                    <a:pt x="11169" y="12445"/>
                    <a:pt x="11112" y="12543"/>
                  </a:cubicBezTo>
                  <a:cubicBezTo>
                    <a:pt x="11027" y="12719"/>
                    <a:pt x="10990" y="12800"/>
                    <a:pt x="11025" y="12800"/>
                  </a:cubicBezTo>
                  <a:cubicBezTo>
                    <a:pt x="11033" y="12800"/>
                    <a:pt x="11046" y="12795"/>
                    <a:pt x="11063" y="12786"/>
                  </a:cubicBezTo>
                  <a:cubicBezTo>
                    <a:pt x="11112" y="12818"/>
                    <a:pt x="11169" y="12843"/>
                    <a:pt x="11128" y="12916"/>
                  </a:cubicBezTo>
                  <a:lnTo>
                    <a:pt x="11080" y="12891"/>
                  </a:lnTo>
                  <a:cubicBezTo>
                    <a:pt x="11076" y="12889"/>
                    <a:pt x="11072" y="12888"/>
                    <a:pt x="11068" y="12888"/>
                  </a:cubicBezTo>
                  <a:cubicBezTo>
                    <a:pt x="11009" y="12888"/>
                    <a:pt x="10908" y="13105"/>
                    <a:pt x="10771" y="13378"/>
                  </a:cubicBezTo>
                  <a:cubicBezTo>
                    <a:pt x="10593" y="13743"/>
                    <a:pt x="10520" y="13888"/>
                    <a:pt x="10431" y="13937"/>
                  </a:cubicBezTo>
                  <a:lnTo>
                    <a:pt x="10455" y="14034"/>
                  </a:lnTo>
                  <a:cubicBezTo>
                    <a:pt x="10469" y="14123"/>
                    <a:pt x="10443" y="14188"/>
                    <a:pt x="10405" y="14188"/>
                  </a:cubicBezTo>
                  <a:cubicBezTo>
                    <a:pt x="10398" y="14188"/>
                    <a:pt x="10390" y="14186"/>
                    <a:pt x="10382" y="14180"/>
                  </a:cubicBezTo>
                  <a:cubicBezTo>
                    <a:pt x="10293" y="14229"/>
                    <a:pt x="10147" y="14529"/>
                    <a:pt x="10131" y="14699"/>
                  </a:cubicBezTo>
                  <a:cubicBezTo>
                    <a:pt x="10099" y="14772"/>
                    <a:pt x="10058" y="14845"/>
                    <a:pt x="10058" y="14845"/>
                  </a:cubicBezTo>
                  <a:cubicBezTo>
                    <a:pt x="9904" y="14894"/>
                    <a:pt x="9823" y="15064"/>
                    <a:pt x="9888" y="15218"/>
                  </a:cubicBezTo>
                  <a:cubicBezTo>
                    <a:pt x="9880" y="15215"/>
                    <a:pt x="9873" y="15213"/>
                    <a:pt x="9866" y="15213"/>
                  </a:cubicBezTo>
                  <a:cubicBezTo>
                    <a:pt x="9822" y="15213"/>
                    <a:pt x="9794" y="15277"/>
                    <a:pt x="9766" y="15340"/>
                  </a:cubicBezTo>
                  <a:cubicBezTo>
                    <a:pt x="9758" y="15511"/>
                    <a:pt x="9638" y="15787"/>
                    <a:pt x="9579" y="15787"/>
                  </a:cubicBezTo>
                  <a:cubicBezTo>
                    <a:pt x="9576" y="15787"/>
                    <a:pt x="9574" y="15787"/>
                    <a:pt x="9571" y="15786"/>
                  </a:cubicBezTo>
                  <a:lnTo>
                    <a:pt x="9539" y="15867"/>
                  </a:lnTo>
                  <a:cubicBezTo>
                    <a:pt x="9555" y="15948"/>
                    <a:pt x="9539" y="16037"/>
                    <a:pt x="9499" y="16110"/>
                  </a:cubicBezTo>
                  <a:cubicBezTo>
                    <a:pt x="9450" y="16191"/>
                    <a:pt x="9434" y="16280"/>
                    <a:pt x="9450" y="16361"/>
                  </a:cubicBezTo>
                  <a:cubicBezTo>
                    <a:pt x="9466" y="16418"/>
                    <a:pt x="9458" y="16483"/>
                    <a:pt x="9442" y="16540"/>
                  </a:cubicBezTo>
                  <a:cubicBezTo>
                    <a:pt x="9434" y="16557"/>
                    <a:pt x="9427" y="16565"/>
                    <a:pt x="9420" y="16565"/>
                  </a:cubicBezTo>
                  <a:cubicBezTo>
                    <a:pt x="9398" y="16565"/>
                    <a:pt x="9379" y="16490"/>
                    <a:pt x="9361" y="16410"/>
                  </a:cubicBezTo>
                  <a:cubicBezTo>
                    <a:pt x="9365" y="16369"/>
                    <a:pt x="9362" y="16351"/>
                    <a:pt x="9356" y="16351"/>
                  </a:cubicBezTo>
                  <a:cubicBezTo>
                    <a:pt x="9336" y="16351"/>
                    <a:pt x="9282" y="16531"/>
                    <a:pt x="9288" y="16734"/>
                  </a:cubicBezTo>
                  <a:cubicBezTo>
                    <a:pt x="9292" y="16883"/>
                    <a:pt x="9294" y="16951"/>
                    <a:pt x="9289" y="16951"/>
                  </a:cubicBezTo>
                  <a:cubicBezTo>
                    <a:pt x="9284" y="16951"/>
                    <a:pt x="9274" y="16901"/>
                    <a:pt x="9255" y="16807"/>
                  </a:cubicBezTo>
                  <a:cubicBezTo>
                    <a:pt x="9241" y="16749"/>
                    <a:pt x="9226" y="16690"/>
                    <a:pt x="9215" y="16690"/>
                  </a:cubicBezTo>
                  <a:cubicBezTo>
                    <a:pt x="9208" y="16690"/>
                    <a:pt x="9202" y="16715"/>
                    <a:pt x="9199" y="16783"/>
                  </a:cubicBezTo>
                  <a:cubicBezTo>
                    <a:pt x="9199" y="16783"/>
                    <a:pt x="9134" y="16937"/>
                    <a:pt x="9190" y="16961"/>
                  </a:cubicBezTo>
                  <a:lnTo>
                    <a:pt x="9093" y="17188"/>
                  </a:lnTo>
                  <a:cubicBezTo>
                    <a:pt x="9012" y="17261"/>
                    <a:pt x="8947" y="17359"/>
                    <a:pt x="8907" y="17456"/>
                  </a:cubicBezTo>
                  <a:cubicBezTo>
                    <a:pt x="8923" y="17561"/>
                    <a:pt x="8923" y="17561"/>
                    <a:pt x="8842" y="17610"/>
                  </a:cubicBezTo>
                  <a:cubicBezTo>
                    <a:pt x="8834" y="17607"/>
                    <a:pt x="8827" y="17605"/>
                    <a:pt x="8820" y="17605"/>
                  </a:cubicBezTo>
                  <a:cubicBezTo>
                    <a:pt x="8779" y="17605"/>
                    <a:pt x="8767" y="17665"/>
                    <a:pt x="8858" y="17707"/>
                  </a:cubicBezTo>
                  <a:cubicBezTo>
                    <a:pt x="8890" y="17796"/>
                    <a:pt x="8842" y="17894"/>
                    <a:pt x="8761" y="17934"/>
                  </a:cubicBezTo>
                  <a:cubicBezTo>
                    <a:pt x="8735" y="17923"/>
                    <a:pt x="8714" y="17918"/>
                    <a:pt x="8697" y="17918"/>
                  </a:cubicBezTo>
                  <a:cubicBezTo>
                    <a:pt x="8644" y="17918"/>
                    <a:pt x="8635" y="17964"/>
                    <a:pt x="8672" y="17983"/>
                  </a:cubicBezTo>
                  <a:cubicBezTo>
                    <a:pt x="8688" y="18040"/>
                    <a:pt x="8688" y="18105"/>
                    <a:pt x="8663" y="18153"/>
                  </a:cubicBezTo>
                  <a:cubicBezTo>
                    <a:pt x="8663" y="18153"/>
                    <a:pt x="8662" y="18153"/>
                    <a:pt x="8662" y="18153"/>
                  </a:cubicBezTo>
                  <a:cubicBezTo>
                    <a:pt x="8607" y="18153"/>
                    <a:pt x="8287" y="18810"/>
                    <a:pt x="8039" y="19483"/>
                  </a:cubicBezTo>
                  <a:cubicBezTo>
                    <a:pt x="8007" y="19556"/>
                    <a:pt x="8023" y="19637"/>
                    <a:pt x="8088" y="19686"/>
                  </a:cubicBezTo>
                  <a:cubicBezTo>
                    <a:pt x="8201" y="19734"/>
                    <a:pt x="8145" y="19710"/>
                    <a:pt x="8055" y="19758"/>
                  </a:cubicBezTo>
                  <a:cubicBezTo>
                    <a:pt x="7866" y="19766"/>
                    <a:pt x="7807" y="19913"/>
                    <a:pt x="7984" y="19913"/>
                  </a:cubicBezTo>
                  <a:cubicBezTo>
                    <a:pt x="7989" y="19913"/>
                    <a:pt x="7994" y="19913"/>
                    <a:pt x="7999" y="19913"/>
                  </a:cubicBezTo>
                  <a:cubicBezTo>
                    <a:pt x="8048" y="19901"/>
                    <a:pt x="8079" y="19894"/>
                    <a:pt x="8092" y="19894"/>
                  </a:cubicBezTo>
                  <a:cubicBezTo>
                    <a:pt x="8115" y="19894"/>
                    <a:pt x="8076" y="19918"/>
                    <a:pt x="7966" y="19985"/>
                  </a:cubicBezTo>
                  <a:cubicBezTo>
                    <a:pt x="7885" y="20042"/>
                    <a:pt x="7885" y="20042"/>
                    <a:pt x="7909" y="20140"/>
                  </a:cubicBezTo>
                  <a:cubicBezTo>
                    <a:pt x="7951" y="20160"/>
                    <a:pt x="7939" y="20217"/>
                    <a:pt x="7899" y="20217"/>
                  </a:cubicBezTo>
                  <a:cubicBezTo>
                    <a:pt x="7892" y="20217"/>
                    <a:pt x="7885" y="20216"/>
                    <a:pt x="7877" y="20213"/>
                  </a:cubicBezTo>
                  <a:cubicBezTo>
                    <a:pt x="7796" y="20269"/>
                    <a:pt x="7707" y="20326"/>
                    <a:pt x="7763" y="20342"/>
                  </a:cubicBezTo>
                  <a:cubicBezTo>
                    <a:pt x="7739" y="20399"/>
                    <a:pt x="7699" y="20448"/>
                    <a:pt x="7650" y="20472"/>
                  </a:cubicBezTo>
                  <a:cubicBezTo>
                    <a:pt x="7561" y="20529"/>
                    <a:pt x="7593" y="20626"/>
                    <a:pt x="7618" y="20723"/>
                  </a:cubicBezTo>
                  <a:cubicBezTo>
                    <a:pt x="7629" y="20913"/>
                    <a:pt x="7621" y="21007"/>
                    <a:pt x="7588" y="21007"/>
                  </a:cubicBezTo>
                  <a:cubicBezTo>
                    <a:pt x="7573" y="21007"/>
                    <a:pt x="7554" y="20988"/>
                    <a:pt x="7528" y="20950"/>
                  </a:cubicBezTo>
                  <a:cubicBezTo>
                    <a:pt x="7518" y="20936"/>
                    <a:pt x="7508" y="20930"/>
                    <a:pt x="7498" y="20930"/>
                  </a:cubicBezTo>
                  <a:cubicBezTo>
                    <a:pt x="7426" y="20930"/>
                    <a:pt x="7360" y="21249"/>
                    <a:pt x="7431" y="21356"/>
                  </a:cubicBezTo>
                  <a:cubicBezTo>
                    <a:pt x="7487" y="21440"/>
                    <a:pt x="7504" y="21466"/>
                    <a:pt x="7491" y="21466"/>
                  </a:cubicBezTo>
                  <a:cubicBezTo>
                    <a:pt x="7485" y="21466"/>
                    <a:pt x="7473" y="21461"/>
                    <a:pt x="7455" y="21453"/>
                  </a:cubicBezTo>
                  <a:cubicBezTo>
                    <a:pt x="7449" y="21450"/>
                    <a:pt x="7443" y="21448"/>
                    <a:pt x="7437" y="21448"/>
                  </a:cubicBezTo>
                  <a:cubicBezTo>
                    <a:pt x="7399" y="21448"/>
                    <a:pt x="7374" y="21510"/>
                    <a:pt x="7374" y="21510"/>
                  </a:cubicBezTo>
                  <a:cubicBezTo>
                    <a:pt x="7346" y="21574"/>
                    <a:pt x="7317" y="21644"/>
                    <a:pt x="7278" y="21644"/>
                  </a:cubicBezTo>
                  <a:cubicBezTo>
                    <a:pt x="7273" y="21644"/>
                    <a:pt x="7267" y="21642"/>
                    <a:pt x="7261" y="21639"/>
                  </a:cubicBezTo>
                  <a:cubicBezTo>
                    <a:pt x="7236" y="21721"/>
                    <a:pt x="7220" y="21802"/>
                    <a:pt x="7220" y="21891"/>
                  </a:cubicBezTo>
                  <a:cubicBezTo>
                    <a:pt x="7269" y="22069"/>
                    <a:pt x="7163" y="22256"/>
                    <a:pt x="6985" y="22321"/>
                  </a:cubicBezTo>
                  <a:lnTo>
                    <a:pt x="6985" y="22499"/>
                  </a:lnTo>
                  <a:cubicBezTo>
                    <a:pt x="7053" y="22594"/>
                    <a:pt x="7081" y="22679"/>
                    <a:pt x="7026" y="22679"/>
                  </a:cubicBezTo>
                  <a:cubicBezTo>
                    <a:pt x="7015" y="22679"/>
                    <a:pt x="7002" y="22676"/>
                    <a:pt x="6985" y="22669"/>
                  </a:cubicBezTo>
                  <a:cubicBezTo>
                    <a:pt x="6965" y="22661"/>
                    <a:pt x="6945" y="22653"/>
                    <a:pt x="6930" y="22648"/>
                  </a:cubicBezTo>
                  <a:lnTo>
                    <a:pt x="6930" y="22648"/>
                  </a:lnTo>
                  <a:cubicBezTo>
                    <a:pt x="7002" y="22762"/>
                    <a:pt x="6853" y="23014"/>
                    <a:pt x="6741" y="23014"/>
                  </a:cubicBezTo>
                  <a:cubicBezTo>
                    <a:pt x="6733" y="23014"/>
                    <a:pt x="6725" y="23012"/>
                    <a:pt x="6718" y="23010"/>
                  </a:cubicBezTo>
                  <a:cubicBezTo>
                    <a:pt x="6700" y="23001"/>
                    <a:pt x="6687" y="22995"/>
                    <a:pt x="6678" y="22995"/>
                  </a:cubicBezTo>
                  <a:cubicBezTo>
                    <a:pt x="6661" y="22995"/>
                    <a:pt x="6652" y="23012"/>
                    <a:pt x="6636" y="23058"/>
                  </a:cubicBezTo>
                  <a:lnTo>
                    <a:pt x="6693" y="23083"/>
                  </a:lnTo>
                  <a:cubicBezTo>
                    <a:pt x="6750" y="23107"/>
                    <a:pt x="6807" y="23123"/>
                    <a:pt x="6774" y="23204"/>
                  </a:cubicBezTo>
                  <a:cubicBezTo>
                    <a:pt x="6753" y="23268"/>
                    <a:pt x="6732" y="23338"/>
                    <a:pt x="6689" y="23338"/>
                  </a:cubicBezTo>
                  <a:cubicBezTo>
                    <a:pt x="6682" y="23338"/>
                    <a:pt x="6676" y="23337"/>
                    <a:pt x="6669" y="23334"/>
                  </a:cubicBezTo>
                  <a:cubicBezTo>
                    <a:pt x="6588" y="23391"/>
                    <a:pt x="6499" y="23447"/>
                    <a:pt x="6555" y="23472"/>
                  </a:cubicBezTo>
                  <a:cubicBezTo>
                    <a:pt x="6531" y="23520"/>
                    <a:pt x="6499" y="23569"/>
                    <a:pt x="6450" y="23602"/>
                  </a:cubicBezTo>
                  <a:lnTo>
                    <a:pt x="6337" y="23910"/>
                  </a:lnTo>
                  <a:cubicBezTo>
                    <a:pt x="6367" y="24002"/>
                    <a:pt x="6318" y="24146"/>
                    <a:pt x="6271" y="24146"/>
                  </a:cubicBezTo>
                  <a:cubicBezTo>
                    <a:pt x="6268" y="24146"/>
                    <a:pt x="6266" y="24146"/>
                    <a:pt x="6264" y="24145"/>
                  </a:cubicBezTo>
                  <a:cubicBezTo>
                    <a:pt x="6231" y="24226"/>
                    <a:pt x="6223" y="24307"/>
                    <a:pt x="6239" y="24396"/>
                  </a:cubicBezTo>
                  <a:cubicBezTo>
                    <a:pt x="6188" y="24536"/>
                    <a:pt x="6163" y="24609"/>
                    <a:pt x="6116" y="24609"/>
                  </a:cubicBezTo>
                  <a:cubicBezTo>
                    <a:pt x="6111" y="24609"/>
                    <a:pt x="6107" y="24608"/>
                    <a:pt x="6101" y="24607"/>
                  </a:cubicBezTo>
                  <a:cubicBezTo>
                    <a:pt x="6082" y="24599"/>
                    <a:pt x="6070" y="24593"/>
                    <a:pt x="6062" y="24593"/>
                  </a:cubicBezTo>
                  <a:cubicBezTo>
                    <a:pt x="6047" y="24593"/>
                    <a:pt x="6053" y="24615"/>
                    <a:pt x="6069" y="24680"/>
                  </a:cubicBezTo>
                  <a:cubicBezTo>
                    <a:pt x="6126" y="24704"/>
                    <a:pt x="6101" y="24777"/>
                    <a:pt x="6077" y="24858"/>
                  </a:cubicBezTo>
                  <a:cubicBezTo>
                    <a:pt x="6045" y="24931"/>
                    <a:pt x="6020" y="25012"/>
                    <a:pt x="6020" y="25012"/>
                  </a:cubicBezTo>
                  <a:cubicBezTo>
                    <a:pt x="6077" y="25029"/>
                    <a:pt x="6077" y="25029"/>
                    <a:pt x="6053" y="25110"/>
                  </a:cubicBezTo>
                  <a:cubicBezTo>
                    <a:pt x="6020" y="25183"/>
                    <a:pt x="5891" y="25393"/>
                    <a:pt x="5858" y="25474"/>
                  </a:cubicBezTo>
                  <a:cubicBezTo>
                    <a:pt x="5804" y="25626"/>
                    <a:pt x="5786" y="25676"/>
                    <a:pt x="5806" y="25676"/>
                  </a:cubicBezTo>
                  <a:cubicBezTo>
                    <a:pt x="5817" y="25676"/>
                    <a:pt x="5837" y="25664"/>
                    <a:pt x="5866" y="25645"/>
                  </a:cubicBezTo>
                  <a:cubicBezTo>
                    <a:pt x="5876" y="25617"/>
                    <a:pt x="5890" y="25602"/>
                    <a:pt x="5897" y="25602"/>
                  </a:cubicBezTo>
                  <a:cubicBezTo>
                    <a:pt x="5909" y="25602"/>
                    <a:pt x="5904" y="25641"/>
                    <a:pt x="5834" y="25726"/>
                  </a:cubicBezTo>
                  <a:cubicBezTo>
                    <a:pt x="5809" y="25799"/>
                    <a:pt x="5672" y="26018"/>
                    <a:pt x="5591" y="26245"/>
                  </a:cubicBezTo>
                  <a:cubicBezTo>
                    <a:pt x="5485" y="26553"/>
                    <a:pt x="5485" y="26553"/>
                    <a:pt x="5542" y="26569"/>
                  </a:cubicBezTo>
                  <a:cubicBezTo>
                    <a:pt x="5566" y="26563"/>
                    <a:pt x="5585" y="26561"/>
                    <a:pt x="5599" y="26561"/>
                  </a:cubicBezTo>
                  <a:cubicBezTo>
                    <a:pt x="5668" y="26561"/>
                    <a:pt x="5632" y="26617"/>
                    <a:pt x="5518" y="26650"/>
                  </a:cubicBezTo>
                  <a:cubicBezTo>
                    <a:pt x="5347" y="26764"/>
                    <a:pt x="5323" y="26845"/>
                    <a:pt x="5380" y="26861"/>
                  </a:cubicBezTo>
                  <a:cubicBezTo>
                    <a:pt x="5404" y="26958"/>
                    <a:pt x="5404" y="26958"/>
                    <a:pt x="5380" y="27039"/>
                  </a:cubicBezTo>
                  <a:cubicBezTo>
                    <a:pt x="5373" y="27036"/>
                    <a:pt x="5367" y="27035"/>
                    <a:pt x="5361" y="27035"/>
                  </a:cubicBezTo>
                  <a:cubicBezTo>
                    <a:pt x="5316" y="27035"/>
                    <a:pt x="5292" y="27116"/>
                    <a:pt x="5307" y="27266"/>
                  </a:cubicBezTo>
                  <a:cubicBezTo>
                    <a:pt x="5290" y="27322"/>
                    <a:pt x="5285" y="27340"/>
                    <a:pt x="5264" y="27340"/>
                  </a:cubicBezTo>
                  <a:cubicBezTo>
                    <a:pt x="5255" y="27340"/>
                    <a:pt x="5243" y="27336"/>
                    <a:pt x="5226" y="27331"/>
                  </a:cubicBezTo>
                  <a:lnTo>
                    <a:pt x="5177" y="27485"/>
                  </a:lnTo>
                  <a:cubicBezTo>
                    <a:pt x="5242" y="27680"/>
                    <a:pt x="5039" y="28126"/>
                    <a:pt x="4958" y="28191"/>
                  </a:cubicBezTo>
                  <a:cubicBezTo>
                    <a:pt x="4950" y="28247"/>
                    <a:pt x="4950" y="28304"/>
                    <a:pt x="4966" y="28361"/>
                  </a:cubicBezTo>
                  <a:cubicBezTo>
                    <a:pt x="5046" y="28454"/>
                    <a:pt x="5044" y="28525"/>
                    <a:pt x="4978" y="28525"/>
                  </a:cubicBezTo>
                  <a:cubicBezTo>
                    <a:pt x="4963" y="28525"/>
                    <a:pt x="4946" y="28522"/>
                    <a:pt x="4926" y="28515"/>
                  </a:cubicBezTo>
                  <a:cubicBezTo>
                    <a:pt x="4886" y="28504"/>
                    <a:pt x="4860" y="28496"/>
                    <a:pt x="4847" y="28496"/>
                  </a:cubicBezTo>
                  <a:cubicBezTo>
                    <a:pt x="4823" y="28496"/>
                    <a:pt x="4843" y="28522"/>
                    <a:pt x="4901" y="28596"/>
                  </a:cubicBezTo>
                  <a:cubicBezTo>
                    <a:pt x="4930" y="28681"/>
                    <a:pt x="4840" y="28989"/>
                    <a:pt x="4758" y="28989"/>
                  </a:cubicBezTo>
                  <a:cubicBezTo>
                    <a:pt x="4746" y="28989"/>
                    <a:pt x="4734" y="28983"/>
                    <a:pt x="4723" y="28969"/>
                  </a:cubicBezTo>
                  <a:lnTo>
                    <a:pt x="4610" y="28936"/>
                  </a:lnTo>
                  <a:lnTo>
                    <a:pt x="4610" y="28936"/>
                  </a:lnTo>
                  <a:cubicBezTo>
                    <a:pt x="4626" y="28993"/>
                    <a:pt x="4634" y="29050"/>
                    <a:pt x="4618" y="29107"/>
                  </a:cubicBezTo>
                  <a:cubicBezTo>
                    <a:pt x="4674" y="29123"/>
                    <a:pt x="4650" y="29204"/>
                    <a:pt x="4577" y="29439"/>
                  </a:cubicBezTo>
                  <a:cubicBezTo>
                    <a:pt x="4537" y="29593"/>
                    <a:pt x="4496" y="29926"/>
                    <a:pt x="4447" y="30080"/>
                  </a:cubicBezTo>
                  <a:cubicBezTo>
                    <a:pt x="4399" y="30234"/>
                    <a:pt x="4326" y="30469"/>
                    <a:pt x="4245" y="30534"/>
                  </a:cubicBezTo>
                  <a:cubicBezTo>
                    <a:pt x="4212" y="30639"/>
                    <a:pt x="4196" y="30753"/>
                    <a:pt x="4212" y="30858"/>
                  </a:cubicBezTo>
                  <a:cubicBezTo>
                    <a:pt x="4243" y="30950"/>
                    <a:pt x="4201" y="31094"/>
                    <a:pt x="4148" y="31094"/>
                  </a:cubicBezTo>
                  <a:cubicBezTo>
                    <a:pt x="4145" y="31094"/>
                    <a:pt x="4142" y="31094"/>
                    <a:pt x="4139" y="31093"/>
                  </a:cubicBezTo>
                  <a:lnTo>
                    <a:pt x="4115" y="31174"/>
                  </a:lnTo>
                  <a:cubicBezTo>
                    <a:pt x="4123" y="31255"/>
                    <a:pt x="4115" y="31344"/>
                    <a:pt x="4107" y="31425"/>
                  </a:cubicBezTo>
                  <a:cubicBezTo>
                    <a:pt x="4100" y="31424"/>
                    <a:pt x="4094" y="31424"/>
                    <a:pt x="4088" y="31424"/>
                  </a:cubicBezTo>
                  <a:cubicBezTo>
                    <a:pt x="4017" y="31424"/>
                    <a:pt x="3972" y="31504"/>
                    <a:pt x="4010" y="31563"/>
                  </a:cubicBezTo>
                  <a:cubicBezTo>
                    <a:pt x="4066" y="31588"/>
                    <a:pt x="4042" y="31661"/>
                    <a:pt x="4001" y="31823"/>
                  </a:cubicBezTo>
                  <a:cubicBezTo>
                    <a:pt x="3904" y="31961"/>
                    <a:pt x="3215" y="34571"/>
                    <a:pt x="3280" y="34588"/>
                  </a:cubicBezTo>
                  <a:lnTo>
                    <a:pt x="3215" y="34823"/>
                  </a:lnTo>
                  <a:cubicBezTo>
                    <a:pt x="3191" y="34896"/>
                    <a:pt x="3150" y="35058"/>
                    <a:pt x="3150" y="35058"/>
                  </a:cubicBezTo>
                  <a:cubicBezTo>
                    <a:pt x="3146" y="35057"/>
                    <a:pt x="3142" y="35056"/>
                    <a:pt x="3138" y="35056"/>
                  </a:cubicBezTo>
                  <a:cubicBezTo>
                    <a:pt x="3033" y="35056"/>
                    <a:pt x="2988" y="35448"/>
                    <a:pt x="2996" y="35690"/>
                  </a:cubicBezTo>
                  <a:cubicBezTo>
                    <a:pt x="3020" y="35771"/>
                    <a:pt x="3029" y="35860"/>
                    <a:pt x="2996" y="35941"/>
                  </a:cubicBezTo>
                  <a:cubicBezTo>
                    <a:pt x="2991" y="35940"/>
                    <a:pt x="2985" y="35940"/>
                    <a:pt x="2980" y="35940"/>
                  </a:cubicBezTo>
                  <a:cubicBezTo>
                    <a:pt x="2877" y="35940"/>
                    <a:pt x="2827" y="36161"/>
                    <a:pt x="2850" y="36331"/>
                  </a:cubicBezTo>
                  <a:cubicBezTo>
                    <a:pt x="2933" y="36420"/>
                    <a:pt x="2934" y="36492"/>
                    <a:pt x="2863" y="36492"/>
                  </a:cubicBezTo>
                  <a:cubicBezTo>
                    <a:pt x="2850" y="36492"/>
                    <a:pt x="2835" y="36490"/>
                    <a:pt x="2818" y="36485"/>
                  </a:cubicBezTo>
                  <a:cubicBezTo>
                    <a:pt x="2810" y="36483"/>
                    <a:pt x="2803" y="36482"/>
                    <a:pt x="2796" y="36482"/>
                  </a:cubicBezTo>
                  <a:cubicBezTo>
                    <a:pt x="2700" y="36482"/>
                    <a:pt x="2673" y="36636"/>
                    <a:pt x="2802" y="36817"/>
                  </a:cubicBezTo>
                  <a:cubicBezTo>
                    <a:pt x="2842" y="36914"/>
                    <a:pt x="2842" y="36914"/>
                    <a:pt x="2769" y="36979"/>
                  </a:cubicBezTo>
                  <a:cubicBezTo>
                    <a:pt x="2639" y="37036"/>
                    <a:pt x="2615" y="37109"/>
                    <a:pt x="2680" y="37125"/>
                  </a:cubicBezTo>
                  <a:cubicBezTo>
                    <a:pt x="2777" y="37231"/>
                    <a:pt x="2761" y="37312"/>
                    <a:pt x="2623" y="37368"/>
                  </a:cubicBezTo>
                  <a:cubicBezTo>
                    <a:pt x="2469" y="37498"/>
                    <a:pt x="2469" y="37498"/>
                    <a:pt x="2575" y="37604"/>
                  </a:cubicBezTo>
                  <a:cubicBezTo>
                    <a:pt x="2672" y="37709"/>
                    <a:pt x="2599" y="38025"/>
                    <a:pt x="2469" y="38082"/>
                  </a:cubicBezTo>
                  <a:cubicBezTo>
                    <a:pt x="2445" y="38163"/>
                    <a:pt x="2372" y="38228"/>
                    <a:pt x="2429" y="38244"/>
                  </a:cubicBezTo>
                  <a:lnTo>
                    <a:pt x="2356" y="38309"/>
                  </a:lnTo>
                  <a:lnTo>
                    <a:pt x="2315" y="38471"/>
                  </a:lnTo>
                  <a:lnTo>
                    <a:pt x="2380" y="38479"/>
                  </a:lnTo>
                  <a:cubicBezTo>
                    <a:pt x="2356" y="38560"/>
                    <a:pt x="2193" y="39022"/>
                    <a:pt x="2072" y="39582"/>
                  </a:cubicBezTo>
                  <a:cubicBezTo>
                    <a:pt x="1923" y="40355"/>
                    <a:pt x="1886" y="40576"/>
                    <a:pt x="1927" y="40576"/>
                  </a:cubicBezTo>
                  <a:cubicBezTo>
                    <a:pt x="1933" y="40576"/>
                    <a:pt x="1941" y="40571"/>
                    <a:pt x="1950" y="40563"/>
                  </a:cubicBezTo>
                  <a:cubicBezTo>
                    <a:pt x="1970" y="40554"/>
                    <a:pt x="1986" y="40551"/>
                    <a:pt x="1999" y="40551"/>
                  </a:cubicBezTo>
                  <a:cubicBezTo>
                    <a:pt x="2070" y="40551"/>
                    <a:pt x="2035" y="40669"/>
                    <a:pt x="1918" y="40717"/>
                  </a:cubicBezTo>
                  <a:cubicBezTo>
                    <a:pt x="1910" y="40798"/>
                    <a:pt x="1820" y="40952"/>
                    <a:pt x="1788" y="41114"/>
                  </a:cubicBezTo>
                  <a:cubicBezTo>
                    <a:pt x="1764" y="41265"/>
                    <a:pt x="1733" y="41423"/>
                    <a:pt x="1679" y="41423"/>
                  </a:cubicBezTo>
                  <a:cubicBezTo>
                    <a:pt x="1677" y="41423"/>
                    <a:pt x="1676" y="41423"/>
                    <a:pt x="1675" y="41422"/>
                  </a:cubicBezTo>
                  <a:lnTo>
                    <a:pt x="1658" y="41503"/>
                  </a:lnTo>
                  <a:cubicBezTo>
                    <a:pt x="1748" y="41682"/>
                    <a:pt x="1658" y="42168"/>
                    <a:pt x="1561" y="42395"/>
                  </a:cubicBezTo>
                  <a:cubicBezTo>
                    <a:pt x="1529" y="42533"/>
                    <a:pt x="1520" y="42671"/>
                    <a:pt x="1545" y="42809"/>
                  </a:cubicBezTo>
                  <a:cubicBezTo>
                    <a:pt x="1577" y="42979"/>
                    <a:pt x="1577" y="42979"/>
                    <a:pt x="1504" y="43052"/>
                  </a:cubicBezTo>
                  <a:cubicBezTo>
                    <a:pt x="1504" y="43052"/>
                    <a:pt x="1503" y="43052"/>
                    <a:pt x="1503" y="43052"/>
                  </a:cubicBezTo>
                  <a:cubicBezTo>
                    <a:pt x="1437" y="43052"/>
                    <a:pt x="1303" y="43514"/>
                    <a:pt x="1415" y="43530"/>
                  </a:cubicBezTo>
                  <a:lnTo>
                    <a:pt x="1342" y="43603"/>
                  </a:lnTo>
                  <a:cubicBezTo>
                    <a:pt x="1277" y="43652"/>
                    <a:pt x="1293" y="43749"/>
                    <a:pt x="1375" y="43774"/>
                  </a:cubicBezTo>
                  <a:cubicBezTo>
                    <a:pt x="1488" y="43798"/>
                    <a:pt x="1480" y="43871"/>
                    <a:pt x="1285" y="43928"/>
                  </a:cubicBezTo>
                  <a:cubicBezTo>
                    <a:pt x="1270" y="43924"/>
                    <a:pt x="1256" y="43923"/>
                    <a:pt x="1244" y="43923"/>
                  </a:cubicBezTo>
                  <a:cubicBezTo>
                    <a:pt x="1163" y="43923"/>
                    <a:pt x="1163" y="43986"/>
                    <a:pt x="1212" y="44001"/>
                  </a:cubicBezTo>
                  <a:cubicBezTo>
                    <a:pt x="1261" y="44090"/>
                    <a:pt x="1310" y="44179"/>
                    <a:pt x="1237" y="44252"/>
                  </a:cubicBezTo>
                  <a:cubicBezTo>
                    <a:pt x="1221" y="44333"/>
                    <a:pt x="1212" y="44414"/>
                    <a:pt x="1334" y="44430"/>
                  </a:cubicBezTo>
                  <a:cubicBezTo>
                    <a:pt x="1391" y="44438"/>
                    <a:pt x="1383" y="44519"/>
                    <a:pt x="1366" y="44601"/>
                  </a:cubicBezTo>
                  <a:cubicBezTo>
                    <a:pt x="1310" y="44592"/>
                    <a:pt x="1310" y="44592"/>
                    <a:pt x="1261" y="44503"/>
                  </a:cubicBezTo>
                  <a:cubicBezTo>
                    <a:pt x="1263" y="44482"/>
                    <a:pt x="1264" y="44471"/>
                    <a:pt x="1264" y="44471"/>
                  </a:cubicBezTo>
                  <a:lnTo>
                    <a:pt x="1264" y="44471"/>
                  </a:lnTo>
                  <a:cubicBezTo>
                    <a:pt x="1264" y="44471"/>
                    <a:pt x="1255" y="44547"/>
                    <a:pt x="1237" y="44665"/>
                  </a:cubicBezTo>
                  <a:cubicBezTo>
                    <a:pt x="1229" y="44742"/>
                    <a:pt x="1155" y="44886"/>
                    <a:pt x="1092" y="44886"/>
                  </a:cubicBezTo>
                  <a:cubicBezTo>
                    <a:pt x="1089" y="44886"/>
                    <a:pt x="1086" y="44885"/>
                    <a:pt x="1083" y="44884"/>
                  </a:cubicBezTo>
                  <a:cubicBezTo>
                    <a:pt x="1033" y="44940"/>
                    <a:pt x="1012" y="45001"/>
                    <a:pt x="1063" y="45001"/>
                  </a:cubicBezTo>
                  <a:cubicBezTo>
                    <a:pt x="1078" y="45001"/>
                    <a:pt x="1101" y="44995"/>
                    <a:pt x="1131" y="44982"/>
                  </a:cubicBezTo>
                  <a:cubicBezTo>
                    <a:pt x="1253" y="44998"/>
                    <a:pt x="1253" y="44998"/>
                    <a:pt x="1229" y="45160"/>
                  </a:cubicBezTo>
                  <a:cubicBezTo>
                    <a:pt x="1221" y="45237"/>
                    <a:pt x="1206" y="45315"/>
                    <a:pt x="1155" y="45315"/>
                  </a:cubicBezTo>
                  <a:cubicBezTo>
                    <a:pt x="1153" y="45315"/>
                    <a:pt x="1150" y="45314"/>
                    <a:pt x="1148" y="45314"/>
                  </a:cubicBezTo>
                  <a:cubicBezTo>
                    <a:pt x="1134" y="45310"/>
                    <a:pt x="1124" y="45307"/>
                    <a:pt x="1115" y="45307"/>
                  </a:cubicBezTo>
                  <a:cubicBezTo>
                    <a:pt x="1089" y="45307"/>
                    <a:pt x="1085" y="45337"/>
                    <a:pt x="1066" y="45460"/>
                  </a:cubicBezTo>
                  <a:cubicBezTo>
                    <a:pt x="1050" y="45687"/>
                    <a:pt x="1131" y="45906"/>
                    <a:pt x="1285" y="46076"/>
                  </a:cubicBezTo>
                  <a:cubicBezTo>
                    <a:pt x="1399" y="46092"/>
                    <a:pt x="1399" y="46092"/>
                    <a:pt x="1269" y="46157"/>
                  </a:cubicBezTo>
                  <a:cubicBezTo>
                    <a:pt x="1267" y="46157"/>
                    <a:pt x="1264" y="46157"/>
                    <a:pt x="1262" y="46157"/>
                  </a:cubicBezTo>
                  <a:cubicBezTo>
                    <a:pt x="1212" y="46157"/>
                    <a:pt x="1204" y="46234"/>
                    <a:pt x="1188" y="46303"/>
                  </a:cubicBezTo>
                  <a:cubicBezTo>
                    <a:pt x="1131" y="46295"/>
                    <a:pt x="1139" y="46214"/>
                    <a:pt x="1156" y="46133"/>
                  </a:cubicBezTo>
                  <a:lnTo>
                    <a:pt x="1091" y="46125"/>
                  </a:lnTo>
                  <a:cubicBezTo>
                    <a:pt x="961" y="46190"/>
                    <a:pt x="953" y="46271"/>
                    <a:pt x="1058" y="46368"/>
                  </a:cubicBezTo>
                  <a:cubicBezTo>
                    <a:pt x="1107" y="46457"/>
                    <a:pt x="1107" y="46457"/>
                    <a:pt x="1042" y="46530"/>
                  </a:cubicBezTo>
                  <a:cubicBezTo>
                    <a:pt x="969" y="46603"/>
                    <a:pt x="896" y="46676"/>
                    <a:pt x="953" y="46684"/>
                  </a:cubicBezTo>
                  <a:cubicBezTo>
                    <a:pt x="945" y="46773"/>
                    <a:pt x="912" y="46854"/>
                    <a:pt x="864" y="46919"/>
                  </a:cubicBezTo>
                  <a:cubicBezTo>
                    <a:pt x="839" y="47082"/>
                    <a:pt x="831" y="47163"/>
                    <a:pt x="888" y="47171"/>
                  </a:cubicBezTo>
                  <a:cubicBezTo>
                    <a:pt x="945" y="47179"/>
                    <a:pt x="937" y="47260"/>
                    <a:pt x="929" y="47341"/>
                  </a:cubicBezTo>
                  <a:cubicBezTo>
                    <a:pt x="912" y="47422"/>
                    <a:pt x="904" y="47503"/>
                    <a:pt x="961" y="47511"/>
                  </a:cubicBezTo>
                  <a:cubicBezTo>
                    <a:pt x="1018" y="47519"/>
                    <a:pt x="1066" y="47609"/>
                    <a:pt x="1050" y="47771"/>
                  </a:cubicBezTo>
                  <a:cubicBezTo>
                    <a:pt x="1083" y="47941"/>
                    <a:pt x="1083" y="47941"/>
                    <a:pt x="953" y="48006"/>
                  </a:cubicBezTo>
                  <a:cubicBezTo>
                    <a:pt x="950" y="48005"/>
                    <a:pt x="948" y="48005"/>
                    <a:pt x="945" y="48005"/>
                  </a:cubicBezTo>
                  <a:cubicBezTo>
                    <a:pt x="895" y="48005"/>
                    <a:pt x="880" y="48083"/>
                    <a:pt x="872" y="48160"/>
                  </a:cubicBezTo>
                  <a:cubicBezTo>
                    <a:pt x="864" y="48217"/>
                    <a:pt x="831" y="48265"/>
                    <a:pt x="791" y="48314"/>
                  </a:cubicBezTo>
                  <a:cubicBezTo>
                    <a:pt x="718" y="48387"/>
                    <a:pt x="783" y="48395"/>
                    <a:pt x="839" y="48403"/>
                  </a:cubicBezTo>
                  <a:lnTo>
                    <a:pt x="961" y="48411"/>
                  </a:lnTo>
                  <a:cubicBezTo>
                    <a:pt x="953" y="48488"/>
                    <a:pt x="836" y="48558"/>
                    <a:pt x="776" y="48558"/>
                  </a:cubicBezTo>
                  <a:cubicBezTo>
                    <a:pt x="772" y="48558"/>
                    <a:pt x="769" y="48558"/>
                    <a:pt x="766" y="48557"/>
                  </a:cubicBezTo>
                  <a:cubicBezTo>
                    <a:pt x="637" y="48622"/>
                    <a:pt x="637" y="48622"/>
                    <a:pt x="758" y="48638"/>
                  </a:cubicBezTo>
                  <a:cubicBezTo>
                    <a:pt x="815" y="48646"/>
                    <a:pt x="872" y="48735"/>
                    <a:pt x="791" y="48890"/>
                  </a:cubicBezTo>
                  <a:cubicBezTo>
                    <a:pt x="775" y="49048"/>
                    <a:pt x="759" y="49206"/>
                    <a:pt x="706" y="49206"/>
                  </a:cubicBezTo>
                  <a:cubicBezTo>
                    <a:pt x="704" y="49206"/>
                    <a:pt x="703" y="49206"/>
                    <a:pt x="702" y="49206"/>
                  </a:cubicBezTo>
                  <a:cubicBezTo>
                    <a:pt x="661" y="49254"/>
                    <a:pt x="653" y="49311"/>
                    <a:pt x="685" y="49368"/>
                  </a:cubicBezTo>
                  <a:cubicBezTo>
                    <a:pt x="734" y="49457"/>
                    <a:pt x="726" y="49538"/>
                    <a:pt x="645" y="49773"/>
                  </a:cubicBezTo>
                  <a:cubicBezTo>
                    <a:pt x="483" y="50171"/>
                    <a:pt x="483" y="50171"/>
                    <a:pt x="604" y="50179"/>
                  </a:cubicBezTo>
                  <a:cubicBezTo>
                    <a:pt x="661" y="50187"/>
                    <a:pt x="726" y="50195"/>
                    <a:pt x="596" y="50260"/>
                  </a:cubicBezTo>
                  <a:cubicBezTo>
                    <a:pt x="531" y="50333"/>
                    <a:pt x="580" y="50422"/>
                    <a:pt x="621" y="50592"/>
                  </a:cubicBezTo>
                  <a:cubicBezTo>
                    <a:pt x="677" y="50657"/>
                    <a:pt x="766" y="50698"/>
                    <a:pt x="856" y="50698"/>
                  </a:cubicBezTo>
                  <a:cubicBezTo>
                    <a:pt x="969" y="50706"/>
                    <a:pt x="969" y="50706"/>
                    <a:pt x="896" y="50868"/>
                  </a:cubicBezTo>
                  <a:cubicBezTo>
                    <a:pt x="889" y="50945"/>
                    <a:pt x="830" y="51014"/>
                    <a:pt x="768" y="51014"/>
                  </a:cubicBezTo>
                  <a:cubicBezTo>
                    <a:pt x="765" y="51014"/>
                    <a:pt x="762" y="51014"/>
                    <a:pt x="758" y="51014"/>
                  </a:cubicBezTo>
                  <a:cubicBezTo>
                    <a:pt x="702" y="51014"/>
                    <a:pt x="710" y="50933"/>
                    <a:pt x="710" y="50933"/>
                  </a:cubicBezTo>
                  <a:lnTo>
                    <a:pt x="718" y="50852"/>
                  </a:lnTo>
                  <a:cubicBezTo>
                    <a:pt x="705" y="50850"/>
                    <a:pt x="693" y="50848"/>
                    <a:pt x="680" y="50848"/>
                  </a:cubicBezTo>
                  <a:cubicBezTo>
                    <a:pt x="635" y="50848"/>
                    <a:pt x="593" y="50871"/>
                    <a:pt x="580" y="50998"/>
                  </a:cubicBezTo>
                  <a:cubicBezTo>
                    <a:pt x="515" y="51071"/>
                    <a:pt x="507" y="51152"/>
                    <a:pt x="564" y="51160"/>
                  </a:cubicBezTo>
                  <a:cubicBezTo>
                    <a:pt x="499" y="51233"/>
                    <a:pt x="483" y="51395"/>
                    <a:pt x="466" y="51557"/>
                  </a:cubicBezTo>
                  <a:cubicBezTo>
                    <a:pt x="450" y="51719"/>
                    <a:pt x="426" y="51970"/>
                    <a:pt x="361" y="52043"/>
                  </a:cubicBezTo>
                  <a:cubicBezTo>
                    <a:pt x="345" y="52206"/>
                    <a:pt x="337" y="52287"/>
                    <a:pt x="394" y="52295"/>
                  </a:cubicBezTo>
                  <a:cubicBezTo>
                    <a:pt x="509" y="52303"/>
                    <a:pt x="507" y="52376"/>
                    <a:pt x="451" y="52376"/>
                  </a:cubicBezTo>
                  <a:cubicBezTo>
                    <a:pt x="448" y="52376"/>
                    <a:pt x="445" y="52376"/>
                    <a:pt x="442" y="52376"/>
                  </a:cubicBezTo>
                  <a:cubicBezTo>
                    <a:pt x="304" y="52449"/>
                    <a:pt x="191" y="53503"/>
                    <a:pt x="304" y="53592"/>
                  </a:cubicBezTo>
                  <a:lnTo>
                    <a:pt x="296" y="53754"/>
                  </a:lnTo>
                  <a:cubicBezTo>
                    <a:pt x="223" y="53916"/>
                    <a:pt x="191" y="54403"/>
                    <a:pt x="248" y="54492"/>
                  </a:cubicBezTo>
                  <a:lnTo>
                    <a:pt x="231" y="54735"/>
                  </a:lnTo>
                  <a:cubicBezTo>
                    <a:pt x="166" y="54897"/>
                    <a:pt x="158" y="54978"/>
                    <a:pt x="215" y="55060"/>
                  </a:cubicBezTo>
                  <a:cubicBezTo>
                    <a:pt x="272" y="55149"/>
                    <a:pt x="329" y="55149"/>
                    <a:pt x="272" y="55149"/>
                  </a:cubicBezTo>
                  <a:cubicBezTo>
                    <a:pt x="270" y="55149"/>
                    <a:pt x="269" y="55148"/>
                    <a:pt x="267" y="55148"/>
                  </a:cubicBezTo>
                  <a:cubicBezTo>
                    <a:pt x="207" y="55148"/>
                    <a:pt x="199" y="55311"/>
                    <a:pt x="183" y="55635"/>
                  </a:cubicBezTo>
                  <a:cubicBezTo>
                    <a:pt x="166" y="55851"/>
                    <a:pt x="161" y="55923"/>
                    <a:pt x="179" y="55923"/>
                  </a:cubicBezTo>
                  <a:cubicBezTo>
                    <a:pt x="187" y="55923"/>
                    <a:pt x="202" y="55905"/>
                    <a:pt x="223" y="55878"/>
                  </a:cubicBezTo>
                  <a:lnTo>
                    <a:pt x="223" y="55878"/>
                  </a:lnTo>
                  <a:cubicBezTo>
                    <a:pt x="262" y="56195"/>
                    <a:pt x="212" y="56203"/>
                    <a:pt x="158" y="56203"/>
                  </a:cubicBezTo>
                  <a:cubicBezTo>
                    <a:pt x="156" y="56203"/>
                    <a:pt x="153" y="56203"/>
                    <a:pt x="150" y="56203"/>
                  </a:cubicBezTo>
                  <a:cubicBezTo>
                    <a:pt x="127" y="56185"/>
                    <a:pt x="108" y="56177"/>
                    <a:pt x="94" y="56177"/>
                  </a:cubicBezTo>
                  <a:cubicBezTo>
                    <a:pt x="38" y="56177"/>
                    <a:pt x="57" y="56295"/>
                    <a:pt x="199" y="56373"/>
                  </a:cubicBezTo>
                  <a:cubicBezTo>
                    <a:pt x="312" y="56454"/>
                    <a:pt x="304" y="56616"/>
                    <a:pt x="239" y="56616"/>
                  </a:cubicBezTo>
                  <a:cubicBezTo>
                    <a:pt x="183" y="56616"/>
                    <a:pt x="191" y="56535"/>
                    <a:pt x="191" y="56454"/>
                  </a:cubicBezTo>
                  <a:lnTo>
                    <a:pt x="77" y="56446"/>
                  </a:lnTo>
                  <a:lnTo>
                    <a:pt x="77" y="56446"/>
                  </a:lnTo>
                  <a:cubicBezTo>
                    <a:pt x="69" y="56527"/>
                    <a:pt x="69" y="56527"/>
                    <a:pt x="126" y="56608"/>
                  </a:cubicBezTo>
                  <a:cubicBezTo>
                    <a:pt x="126" y="56673"/>
                    <a:pt x="142" y="56730"/>
                    <a:pt x="175" y="56778"/>
                  </a:cubicBezTo>
                  <a:cubicBezTo>
                    <a:pt x="204" y="56821"/>
                    <a:pt x="234" y="56843"/>
                    <a:pt x="265" y="56843"/>
                  </a:cubicBezTo>
                  <a:cubicBezTo>
                    <a:pt x="293" y="56843"/>
                    <a:pt x="322" y="56825"/>
                    <a:pt x="353" y="56786"/>
                  </a:cubicBezTo>
                  <a:cubicBezTo>
                    <a:pt x="372" y="56763"/>
                    <a:pt x="385" y="56753"/>
                    <a:pt x="393" y="56753"/>
                  </a:cubicBezTo>
                  <a:cubicBezTo>
                    <a:pt x="414" y="56753"/>
                    <a:pt x="410" y="56810"/>
                    <a:pt x="410" y="56868"/>
                  </a:cubicBezTo>
                  <a:cubicBezTo>
                    <a:pt x="368" y="56961"/>
                    <a:pt x="331" y="57000"/>
                    <a:pt x="297" y="57000"/>
                  </a:cubicBezTo>
                  <a:cubicBezTo>
                    <a:pt x="272" y="57000"/>
                    <a:pt x="247" y="56978"/>
                    <a:pt x="223" y="56941"/>
                  </a:cubicBezTo>
                  <a:cubicBezTo>
                    <a:pt x="231" y="56859"/>
                    <a:pt x="166" y="56859"/>
                    <a:pt x="110" y="56859"/>
                  </a:cubicBezTo>
                  <a:cubicBezTo>
                    <a:pt x="109" y="56859"/>
                    <a:pt x="108" y="56859"/>
                    <a:pt x="108" y="56859"/>
                  </a:cubicBezTo>
                  <a:cubicBezTo>
                    <a:pt x="47" y="56859"/>
                    <a:pt x="159" y="57266"/>
                    <a:pt x="272" y="57354"/>
                  </a:cubicBezTo>
                  <a:lnTo>
                    <a:pt x="215" y="57354"/>
                  </a:lnTo>
                  <a:cubicBezTo>
                    <a:pt x="214" y="57354"/>
                    <a:pt x="212" y="57354"/>
                    <a:pt x="211" y="57354"/>
                  </a:cubicBezTo>
                  <a:cubicBezTo>
                    <a:pt x="158" y="57354"/>
                    <a:pt x="150" y="57512"/>
                    <a:pt x="150" y="57678"/>
                  </a:cubicBezTo>
                  <a:cubicBezTo>
                    <a:pt x="142" y="57840"/>
                    <a:pt x="142" y="57922"/>
                    <a:pt x="207" y="57922"/>
                  </a:cubicBezTo>
                  <a:cubicBezTo>
                    <a:pt x="264" y="57922"/>
                    <a:pt x="321" y="57922"/>
                    <a:pt x="321" y="58011"/>
                  </a:cubicBezTo>
                  <a:cubicBezTo>
                    <a:pt x="321" y="57930"/>
                    <a:pt x="385" y="57930"/>
                    <a:pt x="442" y="57930"/>
                  </a:cubicBezTo>
                  <a:cubicBezTo>
                    <a:pt x="410" y="58011"/>
                    <a:pt x="369" y="58092"/>
                    <a:pt x="321" y="58173"/>
                  </a:cubicBezTo>
                  <a:cubicBezTo>
                    <a:pt x="199" y="58327"/>
                    <a:pt x="134" y="58489"/>
                    <a:pt x="126" y="58813"/>
                  </a:cubicBezTo>
                  <a:cubicBezTo>
                    <a:pt x="126" y="58984"/>
                    <a:pt x="118" y="59227"/>
                    <a:pt x="61" y="59308"/>
                  </a:cubicBezTo>
                  <a:cubicBezTo>
                    <a:pt x="53" y="59470"/>
                    <a:pt x="53" y="59551"/>
                    <a:pt x="110" y="59551"/>
                  </a:cubicBezTo>
                  <a:lnTo>
                    <a:pt x="110" y="59713"/>
                  </a:lnTo>
                  <a:cubicBezTo>
                    <a:pt x="53" y="59794"/>
                    <a:pt x="45" y="59957"/>
                    <a:pt x="110" y="59957"/>
                  </a:cubicBezTo>
                  <a:cubicBezTo>
                    <a:pt x="166" y="60046"/>
                    <a:pt x="102" y="60127"/>
                    <a:pt x="102" y="60208"/>
                  </a:cubicBezTo>
                  <a:cubicBezTo>
                    <a:pt x="30" y="60303"/>
                    <a:pt x="1" y="60342"/>
                    <a:pt x="25" y="60342"/>
                  </a:cubicBezTo>
                  <a:cubicBezTo>
                    <a:pt x="41" y="60342"/>
                    <a:pt x="85" y="60323"/>
                    <a:pt x="158" y="60289"/>
                  </a:cubicBezTo>
                  <a:cubicBezTo>
                    <a:pt x="223" y="60289"/>
                    <a:pt x="280" y="60127"/>
                    <a:pt x="280" y="60046"/>
                  </a:cubicBezTo>
                  <a:lnTo>
                    <a:pt x="288" y="59803"/>
                  </a:lnTo>
                  <a:lnTo>
                    <a:pt x="345" y="60046"/>
                  </a:lnTo>
                  <a:cubicBezTo>
                    <a:pt x="345" y="60127"/>
                    <a:pt x="402" y="60289"/>
                    <a:pt x="458" y="60289"/>
                  </a:cubicBezTo>
                  <a:cubicBezTo>
                    <a:pt x="458" y="60289"/>
                    <a:pt x="515" y="60289"/>
                    <a:pt x="515" y="60370"/>
                  </a:cubicBezTo>
                  <a:lnTo>
                    <a:pt x="394" y="60370"/>
                  </a:lnTo>
                  <a:cubicBezTo>
                    <a:pt x="364" y="60319"/>
                    <a:pt x="303" y="60288"/>
                    <a:pt x="243" y="60288"/>
                  </a:cubicBezTo>
                  <a:cubicBezTo>
                    <a:pt x="237" y="60288"/>
                    <a:pt x="230" y="60288"/>
                    <a:pt x="223" y="60289"/>
                  </a:cubicBezTo>
                  <a:cubicBezTo>
                    <a:pt x="102" y="60370"/>
                    <a:pt x="37" y="60613"/>
                    <a:pt x="150" y="60613"/>
                  </a:cubicBezTo>
                  <a:cubicBezTo>
                    <a:pt x="150" y="60694"/>
                    <a:pt x="150" y="60694"/>
                    <a:pt x="94" y="60775"/>
                  </a:cubicBezTo>
                  <a:cubicBezTo>
                    <a:pt x="29" y="60775"/>
                    <a:pt x="29" y="60857"/>
                    <a:pt x="150" y="60938"/>
                  </a:cubicBezTo>
                  <a:cubicBezTo>
                    <a:pt x="264" y="61019"/>
                    <a:pt x="264" y="61100"/>
                    <a:pt x="142" y="61181"/>
                  </a:cubicBezTo>
                  <a:cubicBezTo>
                    <a:pt x="21" y="61351"/>
                    <a:pt x="29" y="61675"/>
                    <a:pt x="85" y="61675"/>
                  </a:cubicBezTo>
                  <a:cubicBezTo>
                    <a:pt x="207" y="61675"/>
                    <a:pt x="215" y="61919"/>
                    <a:pt x="158" y="62000"/>
                  </a:cubicBezTo>
                  <a:cubicBezTo>
                    <a:pt x="94" y="62073"/>
                    <a:pt x="102" y="62178"/>
                    <a:pt x="158" y="62243"/>
                  </a:cubicBezTo>
                  <a:cubicBezTo>
                    <a:pt x="85" y="62259"/>
                    <a:pt x="45" y="62348"/>
                    <a:pt x="102" y="62405"/>
                  </a:cubicBezTo>
                  <a:cubicBezTo>
                    <a:pt x="102" y="62405"/>
                    <a:pt x="105" y="62445"/>
                    <a:pt x="124" y="62445"/>
                  </a:cubicBezTo>
                  <a:cubicBezTo>
                    <a:pt x="134" y="62445"/>
                    <a:pt x="148" y="62435"/>
                    <a:pt x="166" y="62405"/>
                  </a:cubicBezTo>
                  <a:lnTo>
                    <a:pt x="288" y="62567"/>
                  </a:lnTo>
                  <a:cubicBezTo>
                    <a:pt x="288" y="62486"/>
                    <a:pt x="345" y="62486"/>
                    <a:pt x="402" y="62486"/>
                  </a:cubicBezTo>
                  <a:cubicBezTo>
                    <a:pt x="466" y="62486"/>
                    <a:pt x="410" y="62811"/>
                    <a:pt x="239" y="62981"/>
                  </a:cubicBezTo>
                  <a:lnTo>
                    <a:pt x="118" y="63143"/>
                  </a:lnTo>
                  <a:lnTo>
                    <a:pt x="239" y="63143"/>
                  </a:lnTo>
                  <a:cubicBezTo>
                    <a:pt x="239" y="63224"/>
                    <a:pt x="248" y="63305"/>
                    <a:pt x="183" y="63305"/>
                  </a:cubicBezTo>
                  <a:cubicBezTo>
                    <a:pt x="126" y="63305"/>
                    <a:pt x="126" y="63305"/>
                    <a:pt x="126" y="63386"/>
                  </a:cubicBezTo>
                  <a:cubicBezTo>
                    <a:pt x="126" y="63386"/>
                    <a:pt x="126" y="63467"/>
                    <a:pt x="191" y="63467"/>
                  </a:cubicBezTo>
                  <a:cubicBezTo>
                    <a:pt x="304" y="63467"/>
                    <a:pt x="304" y="63467"/>
                    <a:pt x="248" y="63548"/>
                  </a:cubicBezTo>
                  <a:cubicBezTo>
                    <a:pt x="134" y="63637"/>
                    <a:pt x="134" y="63719"/>
                    <a:pt x="256" y="63800"/>
                  </a:cubicBezTo>
                  <a:cubicBezTo>
                    <a:pt x="284" y="63798"/>
                    <a:pt x="306" y="63796"/>
                    <a:pt x="321" y="63796"/>
                  </a:cubicBezTo>
                  <a:cubicBezTo>
                    <a:pt x="371" y="63796"/>
                    <a:pt x="349" y="63812"/>
                    <a:pt x="256" y="63881"/>
                  </a:cubicBezTo>
                  <a:cubicBezTo>
                    <a:pt x="199" y="63881"/>
                    <a:pt x="142" y="63962"/>
                    <a:pt x="142" y="64043"/>
                  </a:cubicBezTo>
                  <a:lnTo>
                    <a:pt x="199" y="64043"/>
                  </a:lnTo>
                  <a:cubicBezTo>
                    <a:pt x="321" y="64043"/>
                    <a:pt x="321" y="64124"/>
                    <a:pt x="264" y="64205"/>
                  </a:cubicBezTo>
                  <a:cubicBezTo>
                    <a:pt x="207" y="64205"/>
                    <a:pt x="207" y="64286"/>
                    <a:pt x="272" y="64448"/>
                  </a:cubicBezTo>
                  <a:cubicBezTo>
                    <a:pt x="272" y="64610"/>
                    <a:pt x="272" y="64691"/>
                    <a:pt x="215" y="64691"/>
                  </a:cubicBezTo>
                  <a:cubicBezTo>
                    <a:pt x="94" y="64700"/>
                    <a:pt x="94" y="64700"/>
                    <a:pt x="215" y="64781"/>
                  </a:cubicBezTo>
                  <a:cubicBezTo>
                    <a:pt x="280" y="64854"/>
                    <a:pt x="280" y="64854"/>
                    <a:pt x="223" y="65024"/>
                  </a:cubicBezTo>
                  <a:cubicBezTo>
                    <a:pt x="166" y="65105"/>
                    <a:pt x="166" y="65105"/>
                    <a:pt x="223" y="65186"/>
                  </a:cubicBezTo>
                  <a:cubicBezTo>
                    <a:pt x="345" y="65178"/>
                    <a:pt x="402" y="65178"/>
                    <a:pt x="402" y="65097"/>
                  </a:cubicBezTo>
                  <a:cubicBezTo>
                    <a:pt x="402" y="65016"/>
                    <a:pt x="402" y="65016"/>
                    <a:pt x="458" y="65016"/>
                  </a:cubicBezTo>
                  <a:cubicBezTo>
                    <a:pt x="458" y="65016"/>
                    <a:pt x="458" y="65097"/>
                    <a:pt x="466" y="65178"/>
                  </a:cubicBezTo>
                  <a:cubicBezTo>
                    <a:pt x="466" y="65291"/>
                    <a:pt x="483" y="65397"/>
                    <a:pt x="531" y="65502"/>
                  </a:cubicBezTo>
                  <a:cubicBezTo>
                    <a:pt x="563" y="65578"/>
                    <a:pt x="607" y="65617"/>
                    <a:pt x="637" y="65617"/>
                  </a:cubicBezTo>
                  <a:cubicBezTo>
                    <a:pt x="667" y="65617"/>
                    <a:pt x="682" y="65576"/>
                    <a:pt x="653" y="65494"/>
                  </a:cubicBezTo>
                  <a:lnTo>
                    <a:pt x="710" y="65413"/>
                  </a:lnTo>
                  <a:cubicBezTo>
                    <a:pt x="884" y="65405"/>
                    <a:pt x="888" y="65251"/>
                    <a:pt x="715" y="65251"/>
                  </a:cubicBezTo>
                  <a:cubicBezTo>
                    <a:pt x="711" y="65251"/>
                    <a:pt x="706" y="65251"/>
                    <a:pt x="702" y="65251"/>
                  </a:cubicBezTo>
                  <a:cubicBezTo>
                    <a:pt x="523" y="65251"/>
                    <a:pt x="523" y="65251"/>
                    <a:pt x="645" y="65170"/>
                  </a:cubicBezTo>
                  <a:cubicBezTo>
                    <a:pt x="766" y="65162"/>
                    <a:pt x="758" y="65081"/>
                    <a:pt x="758" y="65000"/>
                  </a:cubicBezTo>
                  <a:cubicBezTo>
                    <a:pt x="758" y="64919"/>
                    <a:pt x="758" y="64919"/>
                    <a:pt x="815" y="64919"/>
                  </a:cubicBezTo>
                  <a:cubicBezTo>
                    <a:pt x="880" y="64919"/>
                    <a:pt x="937" y="64837"/>
                    <a:pt x="937" y="64756"/>
                  </a:cubicBezTo>
                  <a:cubicBezTo>
                    <a:pt x="929" y="64675"/>
                    <a:pt x="929" y="64675"/>
                    <a:pt x="872" y="64675"/>
                  </a:cubicBezTo>
                  <a:cubicBezTo>
                    <a:pt x="861" y="64691"/>
                    <a:pt x="852" y="64697"/>
                    <a:pt x="845" y="64697"/>
                  </a:cubicBezTo>
                  <a:cubicBezTo>
                    <a:pt x="817" y="64697"/>
                    <a:pt x="830" y="64579"/>
                    <a:pt x="929" y="64513"/>
                  </a:cubicBezTo>
                  <a:cubicBezTo>
                    <a:pt x="972" y="64445"/>
                    <a:pt x="982" y="64429"/>
                    <a:pt x="930" y="64429"/>
                  </a:cubicBezTo>
                  <a:cubicBezTo>
                    <a:pt x="914" y="64429"/>
                    <a:pt x="892" y="64430"/>
                    <a:pt x="864" y="64432"/>
                  </a:cubicBezTo>
                  <a:cubicBezTo>
                    <a:pt x="750" y="64432"/>
                    <a:pt x="742" y="64270"/>
                    <a:pt x="864" y="64189"/>
                  </a:cubicBezTo>
                  <a:lnTo>
                    <a:pt x="856" y="64027"/>
                  </a:lnTo>
                  <a:cubicBezTo>
                    <a:pt x="856" y="63946"/>
                    <a:pt x="799" y="63946"/>
                    <a:pt x="734" y="63946"/>
                  </a:cubicBezTo>
                  <a:cubicBezTo>
                    <a:pt x="621" y="63946"/>
                    <a:pt x="621" y="63946"/>
                    <a:pt x="677" y="63865"/>
                  </a:cubicBezTo>
                  <a:cubicBezTo>
                    <a:pt x="702" y="63824"/>
                    <a:pt x="742" y="63792"/>
                    <a:pt x="791" y="63783"/>
                  </a:cubicBezTo>
                  <a:cubicBezTo>
                    <a:pt x="856" y="63783"/>
                    <a:pt x="848" y="63702"/>
                    <a:pt x="848" y="63621"/>
                  </a:cubicBezTo>
                  <a:cubicBezTo>
                    <a:pt x="848" y="63540"/>
                    <a:pt x="848" y="63378"/>
                    <a:pt x="783" y="63378"/>
                  </a:cubicBezTo>
                  <a:lnTo>
                    <a:pt x="848" y="63378"/>
                  </a:lnTo>
                  <a:cubicBezTo>
                    <a:pt x="839" y="63297"/>
                    <a:pt x="904" y="63297"/>
                    <a:pt x="839" y="63297"/>
                  </a:cubicBezTo>
                  <a:cubicBezTo>
                    <a:pt x="848" y="63208"/>
                    <a:pt x="864" y="63127"/>
                    <a:pt x="896" y="63054"/>
                  </a:cubicBezTo>
                  <a:cubicBezTo>
                    <a:pt x="936" y="62941"/>
                    <a:pt x="889" y="62789"/>
                    <a:pt x="816" y="62789"/>
                  </a:cubicBezTo>
                  <a:cubicBezTo>
                    <a:pt x="785" y="62789"/>
                    <a:pt x="749" y="62816"/>
                    <a:pt x="713" y="62884"/>
                  </a:cubicBezTo>
                  <a:lnTo>
                    <a:pt x="713" y="62884"/>
                  </a:lnTo>
                  <a:cubicBezTo>
                    <a:pt x="712" y="62865"/>
                    <a:pt x="711" y="62841"/>
                    <a:pt x="710" y="62811"/>
                  </a:cubicBezTo>
                  <a:cubicBezTo>
                    <a:pt x="710" y="62729"/>
                    <a:pt x="653" y="62729"/>
                    <a:pt x="653" y="62729"/>
                  </a:cubicBezTo>
                  <a:cubicBezTo>
                    <a:pt x="588" y="62729"/>
                    <a:pt x="588" y="62648"/>
                    <a:pt x="588" y="62567"/>
                  </a:cubicBezTo>
                  <a:lnTo>
                    <a:pt x="710" y="62567"/>
                  </a:lnTo>
                  <a:cubicBezTo>
                    <a:pt x="744" y="62583"/>
                    <a:pt x="773" y="62589"/>
                    <a:pt x="798" y="62589"/>
                  </a:cubicBezTo>
                  <a:cubicBezTo>
                    <a:pt x="901" y="62589"/>
                    <a:pt x="911" y="62471"/>
                    <a:pt x="766" y="62405"/>
                  </a:cubicBezTo>
                  <a:lnTo>
                    <a:pt x="823" y="62405"/>
                  </a:lnTo>
                  <a:cubicBezTo>
                    <a:pt x="880" y="62405"/>
                    <a:pt x="880" y="62324"/>
                    <a:pt x="815" y="62162"/>
                  </a:cubicBezTo>
                  <a:cubicBezTo>
                    <a:pt x="815" y="62081"/>
                    <a:pt x="693" y="62000"/>
                    <a:pt x="637" y="62000"/>
                  </a:cubicBezTo>
                  <a:cubicBezTo>
                    <a:pt x="572" y="62000"/>
                    <a:pt x="572" y="61919"/>
                    <a:pt x="572" y="61919"/>
                  </a:cubicBezTo>
                  <a:cubicBezTo>
                    <a:pt x="572" y="61838"/>
                    <a:pt x="572" y="61838"/>
                    <a:pt x="629" y="61838"/>
                  </a:cubicBezTo>
                  <a:cubicBezTo>
                    <a:pt x="750" y="61838"/>
                    <a:pt x="750" y="61675"/>
                    <a:pt x="629" y="61594"/>
                  </a:cubicBezTo>
                  <a:lnTo>
                    <a:pt x="685" y="61594"/>
                  </a:lnTo>
                  <a:cubicBezTo>
                    <a:pt x="750" y="61594"/>
                    <a:pt x="799" y="61513"/>
                    <a:pt x="742" y="61108"/>
                  </a:cubicBezTo>
                  <a:cubicBezTo>
                    <a:pt x="750" y="60784"/>
                    <a:pt x="750" y="60540"/>
                    <a:pt x="815" y="60540"/>
                  </a:cubicBezTo>
                  <a:cubicBezTo>
                    <a:pt x="872" y="60540"/>
                    <a:pt x="758" y="60216"/>
                    <a:pt x="645" y="60054"/>
                  </a:cubicBezTo>
                  <a:cubicBezTo>
                    <a:pt x="702" y="60054"/>
                    <a:pt x="702" y="59973"/>
                    <a:pt x="710" y="59811"/>
                  </a:cubicBezTo>
                  <a:cubicBezTo>
                    <a:pt x="710" y="59567"/>
                    <a:pt x="710" y="59567"/>
                    <a:pt x="775" y="59567"/>
                  </a:cubicBezTo>
                  <a:cubicBezTo>
                    <a:pt x="822" y="59601"/>
                    <a:pt x="849" y="59621"/>
                    <a:pt x="857" y="59621"/>
                  </a:cubicBezTo>
                  <a:cubicBezTo>
                    <a:pt x="869" y="59621"/>
                    <a:pt x="841" y="59581"/>
                    <a:pt x="775" y="59486"/>
                  </a:cubicBezTo>
                  <a:cubicBezTo>
                    <a:pt x="655" y="59399"/>
                    <a:pt x="716" y="59162"/>
                    <a:pt x="834" y="59162"/>
                  </a:cubicBezTo>
                  <a:cubicBezTo>
                    <a:pt x="835" y="59162"/>
                    <a:pt x="837" y="59162"/>
                    <a:pt x="839" y="59162"/>
                  </a:cubicBezTo>
                  <a:cubicBezTo>
                    <a:pt x="896" y="59162"/>
                    <a:pt x="904" y="59081"/>
                    <a:pt x="904" y="58919"/>
                  </a:cubicBezTo>
                  <a:cubicBezTo>
                    <a:pt x="848" y="58838"/>
                    <a:pt x="848" y="58676"/>
                    <a:pt x="848" y="58513"/>
                  </a:cubicBezTo>
                  <a:cubicBezTo>
                    <a:pt x="856" y="58270"/>
                    <a:pt x="856" y="58270"/>
                    <a:pt x="734" y="58262"/>
                  </a:cubicBezTo>
                  <a:cubicBezTo>
                    <a:pt x="621" y="58262"/>
                    <a:pt x="621" y="58181"/>
                    <a:pt x="621" y="58019"/>
                  </a:cubicBezTo>
                  <a:cubicBezTo>
                    <a:pt x="621" y="57938"/>
                    <a:pt x="629" y="57857"/>
                    <a:pt x="685" y="57857"/>
                  </a:cubicBezTo>
                  <a:cubicBezTo>
                    <a:pt x="718" y="57808"/>
                    <a:pt x="742" y="57751"/>
                    <a:pt x="750" y="57695"/>
                  </a:cubicBezTo>
                  <a:cubicBezTo>
                    <a:pt x="750" y="57617"/>
                    <a:pt x="750" y="57540"/>
                    <a:pt x="799" y="57540"/>
                  </a:cubicBezTo>
                  <a:cubicBezTo>
                    <a:pt x="802" y="57540"/>
                    <a:pt x="804" y="57540"/>
                    <a:pt x="807" y="57540"/>
                  </a:cubicBezTo>
                  <a:cubicBezTo>
                    <a:pt x="856" y="57468"/>
                    <a:pt x="880" y="57378"/>
                    <a:pt x="872" y="57297"/>
                  </a:cubicBezTo>
                  <a:cubicBezTo>
                    <a:pt x="880" y="57135"/>
                    <a:pt x="880" y="56973"/>
                    <a:pt x="945" y="56973"/>
                  </a:cubicBezTo>
                  <a:cubicBezTo>
                    <a:pt x="945" y="56892"/>
                    <a:pt x="945" y="56892"/>
                    <a:pt x="888" y="56892"/>
                  </a:cubicBezTo>
                  <a:cubicBezTo>
                    <a:pt x="823" y="56892"/>
                    <a:pt x="775" y="56803"/>
                    <a:pt x="848" y="56486"/>
                  </a:cubicBezTo>
                  <a:cubicBezTo>
                    <a:pt x="864" y="56324"/>
                    <a:pt x="872" y="56081"/>
                    <a:pt x="815" y="56073"/>
                  </a:cubicBezTo>
                  <a:cubicBezTo>
                    <a:pt x="821" y="56011"/>
                    <a:pt x="823" y="55997"/>
                    <a:pt x="848" y="55997"/>
                  </a:cubicBezTo>
                  <a:cubicBezTo>
                    <a:pt x="856" y="55997"/>
                    <a:pt x="866" y="55998"/>
                    <a:pt x="880" y="56000"/>
                  </a:cubicBezTo>
                  <a:cubicBezTo>
                    <a:pt x="1002" y="56000"/>
                    <a:pt x="1010" y="55838"/>
                    <a:pt x="896" y="55676"/>
                  </a:cubicBezTo>
                  <a:cubicBezTo>
                    <a:pt x="839" y="55668"/>
                    <a:pt x="848" y="55587"/>
                    <a:pt x="912" y="55514"/>
                  </a:cubicBezTo>
                  <a:cubicBezTo>
                    <a:pt x="912" y="55449"/>
                    <a:pt x="888" y="55392"/>
                    <a:pt x="856" y="55343"/>
                  </a:cubicBezTo>
                  <a:cubicBezTo>
                    <a:pt x="807" y="55262"/>
                    <a:pt x="807" y="55262"/>
                    <a:pt x="872" y="55100"/>
                  </a:cubicBezTo>
                  <a:cubicBezTo>
                    <a:pt x="875" y="55100"/>
                    <a:pt x="877" y="55101"/>
                    <a:pt x="879" y="55101"/>
                  </a:cubicBezTo>
                  <a:cubicBezTo>
                    <a:pt x="929" y="55101"/>
                    <a:pt x="937" y="55023"/>
                    <a:pt x="945" y="54946"/>
                  </a:cubicBezTo>
                  <a:cubicBezTo>
                    <a:pt x="888" y="54776"/>
                    <a:pt x="945" y="53884"/>
                    <a:pt x="1010" y="53811"/>
                  </a:cubicBezTo>
                  <a:cubicBezTo>
                    <a:pt x="953" y="53722"/>
                    <a:pt x="953" y="53722"/>
                    <a:pt x="961" y="53641"/>
                  </a:cubicBezTo>
                  <a:cubicBezTo>
                    <a:pt x="1083" y="53568"/>
                    <a:pt x="1026" y="53487"/>
                    <a:pt x="912" y="53479"/>
                  </a:cubicBezTo>
                  <a:lnTo>
                    <a:pt x="904" y="53560"/>
                  </a:lnTo>
                  <a:lnTo>
                    <a:pt x="896" y="53641"/>
                  </a:lnTo>
                  <a:cubicBezTo>
                    <a:pt x="785" y="53633"/>
                    <a:pt x="791" y="53397"/>
                    <a:pt x="968" y="53397"/>
                  </a:cubicBezTo>
                  <a:cubicBezTo>
                    <a:pt x="971" y="53397"/>
                    <a:pt x="974" y="53397"/>
                    <a:pt x="977" y="53397"/>
                  </a:cubicBezTo>
                  <a:cubicBezTo>
                    <a:pt x="1099" y="53324"/>
                    <a:pt x="1099" y="53333"/>
                    <a:pt x="985" y="53235"/>
                  </a:cubicBezTo>
                  <a:cubicBezTo>
                    <a:pt x="872" y="53146"/>
                    <a:pt x="872" y="53065"/>
                    <a:pt x="993" y="52992"/>
                  </a:cubicBezTo>
                  <a:cubicBezTo>
                    <a:pt x="1029" y="52997"/>
                    <a:pt x="1054" y="53000"/>
                    <a:pt x="1069" y="53000"/>
                  </a:cubicBezTo>
                  <a:cubicBezTo>
                    <a:pt x="1106" y="53000"/>
                    <a:pt x="1082" y="52980"/>
                    <a:pt x="1002" y="52911"/>
                  </a:cubicBezTo>
                  <a:cubicBezTo>
                    <a:pt x="777" y="52741"/>
                    <a:pt x="737" y="52504"/>
                    <a:pt x="946" y="52504"/>
                  </a:cubicBezTo>
                  <a:cubicBezTo>
                    <a:pt x="956" y="52504"/>
                    <a:pt x="966" y="52504"/>
                    <a:pt x="977" y="52506"/>
                  </a:cubicBezTo>
                  <a:cubicBezTo>
                    <a:pt x="986" y="52507"/>
                    <a:pt x="996" y="52508"/>
                    <a:pt x="1005" y="52508"/>
                  </a:cubicBezTo>
                  <a:cubicBezTo>
                    <a:pt x="1084" y="52508"/>
                    <a:pt x="1157" y="52447"/>
                    <a:pt x="1172" y="52360"/>
                  </a:cubicBezTo>
                  <a:cubicBezTo>
                    <a:pt x="1180" y="52279"/>
                    <a:pt x="1115" y="52270"/>
                    <a:pt x="1058" y="52270"/>
                  </a:cubicBezTo>
                  <a:cubicBezTo>
                    <a:pt x="1027" y="52286"/>
                    <a:pt x="1004" y="52293"/>
                    <a:pt x="989" y="52293"/>
                  </a:cubicBezTo>
                  <a:cubicBezTo>
                    <a:pt x="940" y="52293"/>
                    <a:pt x="970" y="52220"/>
                    <a:pt x="1075" y="52108"/>
                  </a:cubicBezTo>
                  <a:cubicBezTo>
                    <a:pt x="1277" y="51881"/>
                    <a:pt x="1293" y="51719"/>
                    <a:pt x="1196" y="51468"/>
                  </a:cubicBezTo>
                  <a:cubicBezTo>
                    <a:pt x="1133" y="51227"/>
                    <a:pt x="1127" y="51035"/>
                    <a:pt x="1163" y="51035"/>
                  </a:cubicBezTo>
                  <a:cubicBezTo>
                    <a:pt x="1178" y="51035"/>
                    <a:pt x="1200" y="51068"/>
                    <a:pt x="1229" y="51143"/>
                  </a:cubicBezTo>
                  <a:cubicBezTo>
                    <a:pt x="1282" y="51230"/>
                    <a:pt x="1308" y="51272"/>
                    <a:pt x="1315" y="51272"/>
                  </a:cubicBezTo>
                  <a:cubicBezTo>
                    <a:pt x="1322" y="51272"/>
                    <a:pt x="1309" y="51232"/>
                    <a:pt x="1285" y="51152"/>
                  </a:cubicBezTo>
                  <a:lnTo>
                    <a:pt x="1326" y="50746"/>
                  </a:lnTo>
                  <a:cubicBezTo>
                    <a:pt x="1334" y="50665"/>
                    <a:pt x="1285" y="50576"/>
                    <a:pt x="1229" y="50568"/>
                  </a:cubicBezTo>
                  <a:cubicBezTo>
                    <a:pt x="1375" y="50495"/>
                    <a:pt x="1423" y="50308"/>
                    <a:pt x="1326" y="50171"/>
                  </a:cubicBezTo>
                  <a:lnTo>
                    <a:pt x="1342" y="50008"/>
                  </a:lnTo>
                  <a:cubicBezTo>
                    <a:pt x="1350" y="49927"/>
                    <a:pt x="1350" y="49927"/>
                    <a:pt x="1302" y="49846"/>
                  </a:cubicBezTo>
                  <a:cubicBezTo>
                    <a:pt x="1245" y="49757"/>
                    <a:pt x="1310" y="49684"/>
                    <a:pt x="1383" y="49611"/>
                  </a:cubicBezTo>
                  <a:cubicBezTo>
                    <a:pt x="1448" y="49538"/>
                    <a:pt x="1512" y="49457"/>
                    <a:pt x="1456" y="49457"/>
                  </a:cubicBezTo>
                  <a:cubicBezTo>
                    <a:pt x="1399" y="49449"/>
                    <a:pt x="1350" y="49279"/>
                    <a:pt x="1302" y="49190"/>
                  </a:cubicBezTo>
                  <a:cubicBezTo>
                    <a:pt x="1269" y="49129"/>
                    <a:pt x="1288" y="49076"/>
                    <a:pt x="1319" y="49076"/>
                  </a:cubicBezTo>
                  <a:cubicBezTo>
                    <a:pt x="1333" y="49076"/>
                    <a:pt x="1351" y="49088"/>
                    <a:pt x="1366" y="49117"/>
                  </a:cubicBezTo>
                  <a:cubicBezTo>
                    <a:pt x="1379" y="49118"/>
                    <a:pt x="1388" y="49119"/>
                    <a:pt x="1397" y="49119"/>
                  </a:cubicBezTo>
                  <a:cubicBezTo>
                    <a:pt x="1434" y="49119"/>
                    <a:pt x="1445" y="49096"/>
                    <a:pt x="1504" y="48971"/>
                  </a:cubicBezTo>
                  <a:cubicBezTo>
                    <a:pt x="1512" y="48890"/>
                    <a:pt x="1529" y="48727"/>
                    <a:pt x="1472" y="48719"/>
                  </a:cubicBezTo>
                  <a:cubicBezTo>
                    <a:pt x="1407" y="48711"/>
                    <a:pt x="1456" y="48233"/>
                    <a:pt x="1537" y="48160"/>
                  </a:cubicBezTo>
                  <a:lnTo>
                    <a:pt x="1561" y="47998"/>
                  </a:lnTo>
                  <a:cubicBezTo>
                    <a:pt x="1569" y="47917"/>
                    <a:pt x="1520" y="47827"/>
                    <a:pt x="1529" y="47746"/>
                  </a:cubicBezTo>
                  <a:cubicBezTo>
                    <a:pt x="1537" y="47690"/>
                    <a:pt x="1520" y="47633"/>
                    <a:pt x="1496" y="47576"/>
                  </a:cubicBezTo>
                  <a:cubicBezTo>
                    <a:pt x="1504" y="47499"/>
                    <a:pt x="1519" y="47430"/>
                    <a:pt x="1569" y="47430"/>
                  </a:cubicBezTo>
                  <a:cubicBezTo>
                    <a:pt x="1572" y="47430"/>
                    <a:pt x="1574" y="47430"/>
                    <a:pt x="1577" y="47430"/>
                  </a:cubicBezTo>
                  <a:cubicBezTo>
                    <a:pt x="1472" y="47333"/>
                    <a:pt x="1472" y="47333"/>
                    <a:pt x="1602" y="47268"/>
                  </a:cubicBezTo>
                  <a:cubicBezTo>
                    <a:pt x="1634" y="47273"/>
                    <a:pt x="1658" y="47276"/>
                    <a:pt x="1672" y="47276"/>
                  </a:cubicBezTo>
                  <a:cubicBezTo>
                    <a:pt x="1706" y="47276"/>
                    <a:pt x="1685" y="47256"/>
                    <a:pt x="1610" y="47187"/>
                  </a:cubicBezTo>
                  <a:cubicBezTo>
                    <a:pt x="1561" y="47098"/>
                    <a:pt x="1561" y="47098"/>
                    <a:pt x="1634" y="47025"/>
                  </a:cubicBezTo>
                  <a:cubicBezTo>
                    <a:pt x="1637" y="47025"/>
                    <a:pt x="1639" y="47025"/>
                    <a:pt x="1642" y="47025"/>
                  </a:cubicBezTo>
                  <a:cubicBezTo>
                    <a:pt x="1691" y="47025"/>
                    <a:pt x="1696" y="46951"/>
                    <a:pt x="1642" y="46944"/>
                  </a:cubicBezTo>
                  <a:cubicBezTo>
                    <a:pt x="1540" y="46849"/>
                    <a:pt x="1514" y="46611"/>
                    <a:pt x="1623" y="46611"/>
                  </a:cubicBezTo>
                  <a:cubicBezTo>
                    <a:pt x="1627" y="46611"/>
                    <a:pt x="1630" y="46611"/>
                    <a:pt x="1634" y="46611"/>
                  </a:cubicBezTo>
                  <a:cubicBezTo>
                    <a:pt x="1634" y="46555"/>
                    <a:pt x="1626" y="46498"/>
                    <a:pt x="1593" y="46441"/>
                  </a:cubicBezTo>
                  <a:cubicBezTo>
                    <a:pt x="1523" y="46376"/>
                    <a:pt x="1500" y="46355"/>
                    <a:pt x="1526" y="46355"/>
                  </a:cubicBezTo>
                  <a:cubicBezTo>
                    <a:pt x="1539" y="46355"/>
                    <a:pt x="1564" y="46360"/>
                    <a:pt x="1602" y="46368"/>
                  </a:cubicBezTo>
                  <a:cubicBezTo>
                    <a:pt x="1731" y="46303"/>
                    <a:pt x="1748" y="46222"/>
                    <a:pt x="1642" y="46125"/>
                  </a:cubicBezTo>
                  <a:cubicBezTo>
                    <a:pt x="1610" y="46068"/>
                    <a:pt x="1618" y="46003"/>
                    <a:pt x="1658" y="45963"/>
                  </a:cubicBezTo>
                  <a:cubicBezTo>
                    <a:pt x="1734" y="45818"/>
                    <a:pt x="1853" y="45397"/>
                    <a:pt x="1761" y="45397"/>
                  </a:cubicBezTo>
                  <a:cubicBezTo>
                    <a:pt x="1755" y="45397"/>
                    <a:pt x="1748" y="45399"/>
                    <a:pt x="1739" y="45403"/>
                  </a:cubicBezTo>
                  <a:lnTo>
                    <a:pt x="1764" y="45241"/>
                  </a:lnTo>
                  <a:cubicBezTo>
                    <a:pt x="1845" y="45087"/>
                    <a:pt x="1853" y="45006"/>
                    <a:pt x="1804" y="44917"/>
                  </a:cubicBezTo>
                  <a:lnTo>
                    <a:pt x="1756" y="44828"/>
                  </a:lnTo>
                  <a:lnTo>
                    <a:pt x="1756" y="44828"/>
                  </a:lnTo>
                  <a:cubicBezTo>
                    <a:pt x="1759" y="44828"/>
                    <a:pt x="1762" y="44828"/>
                    <a:pt x="1766" y="44828"/>
                  </a:cubicBezTo>
                  <a:cubicBezTo>
                    <a:pt x="1827" y="44828"/>
                    <a:pt x="1886" y="44759"/>
                    <a:pt x="1902" y="44682"/>
                  </a:cubicBezTo>
                  <a:cubicBezTo>
                    <a:pt x="1910" y="44609"/>
                    <a:pt x="1910" y="44601"/>
                    <a:pt x="1853" y="44592"/>
                  </a:cubicBezTo>
                  <a:cubicBezTo>
                    <a:pt x="1833" y="44612"/>
                    <a:pt x="1820" y="44621"/>
                    <a:pt x="1811" y="44621"/>
                  </a:cubicBezTo>
                  <a:cubicBezTo>
                    <a:pt x="1788" y="44621"/>
                    <a:pt x="1798" y="44562"/>
                    <a:pt x="1804" y="44503"/>
                  </a:cubicBezTo>
                  <a:cubicBezTo>
                    <a:pt x="1812" y="44427"/>
                    <a:pt x="1877" y="44365"/>
                    <a:pt x="1932" y="44365"/>
                  </a:cubicBezTo>
                  <a:cubicBezTo>
                    <a:pt x="1936" y="44365"/>
                    <a:pt x="1939" y="44365"/>
                    <a:pt x="1942" y="44365"/>
                  </a:cubicBezTo>
                  <a:lnTo>
                    <a:pt x="1958" y="44284"/>
                  </a:lnTo>
                  <a:cubicBezTo>
                    <a:pt x="1843" y="44261"/>
                    <a:pt x="1844" y="44195"/>
                    <a:pt x="1900" y="44195"/>
                  </a:cubicBezTo>
                  <a:cubicBezTo>
                    <a:pt x="1903" y="44195"/>
                    <a:pt x="1906" y="44195"/>
                    <a:pt x="1910" y="44195"/>
                  </a:cubicBezTo>
                  <a:cubicBezTo>
                    <a:pt x="1966" y="44130"/>
                    <a:pt x="1999" y="44049"/>
                    <a:pt x="2007" y="43960"/>
                  </a:cubicBezTo>
                  <a:cubicBezTo>
                    <a:pt x="1970" y="43955"/>
                    <a:pt x="1988" y="43922"/>
                    <a:pt x="2001" y="43922"/>
                  </a:cubicBezTo>
                  <a:cubicBezTo>
                    <a:pt x="2007" y="43922"/>
                    <a:pt x="2013" y="43932"/>
                    <a:pt x="2007" y="43960"/>
                  </a:cubicBezTo>
                  <a:lnTo>
                    <a:pt x="2064" y="43976"/>
                  </a:lnTo>
                  <a:cubicBezTo>
                    <a:pt x="2137" y="43903"/>
                    <a:pt x="2080" y="43895"/>
                    <a:pt x="2023" y="43879"/>
                  </a:cubicBezTo>
                  <a:cubicBezTo>
                    <a:pt x="2023" y="43879"/>
                    <a:pt x="2039" y="43806"/>
                    <a:pt x="2047" y="43725"/>
                  </a:cubicBezTo>
                  <a:cubicBezTo>
                    <a:pt x="2059" y="43666"/>
                    <a:pt x="2071" y="43607"/>
                    <a:pt x="2049" y="43607"/>
                  </a:cubicBezTo>
                  <a:cubicBezTo>
                    <a:pt x="2040" y="43607"/>
                    <a:pt x="2027" y="43616"/>
                    <a:pt x="2007" y="43636"/>
                  </a:cubicBezTo>
                  <a:cubicBezTo>
                    <a:pt x="1950" y="43620"/>
                    <a:pt x="1885" y="43611"/>
                    <a:pt x="1902" y="43530"/>
                  </a:cubicBezTo>
                  <a:lnTo>
                    <a:pt x="1902" y="43530"/>
                  </a:lnTo>
                  <a:cubicBezTo>
                    <a:pt x="1922" y="43536"/>
                    <a:pt x="1943" y="43541"/>
                    <a:pt x="1963" y="43541"/>
                  </a:cubicBezTo>
                  <a:cubicBezTo>
                    <a:pt x="1998" y="43541"/>
                    <a:pt x="2026" y="43526"/>
                    <a:pt x="2031" y="43474"/>
                  </a:cubicBezTo>
                  <a:cubicBezTo>
                    <a:pt x="2045" y="43406"/>
                    <a:pt x="2086" y="43400"/>
                    <a:pt x="2100" y="43400"/>
                  </a:cubicBezTo>
                  <a:cubicBezTo>
                    <a:pt x="2103" y="43400"/>
                    <a:pt x="2104" y="43401"/>
                    <a:pt x="2104" y="43401"/>
                  </a:cubicBezTo>
                  <a:cubicBezTo>
                    <a:pt x="2118" y="43415"/>
                    <a:pt x="2131" y="43421"/>
                    <a:pt x="2141" y="43421"/>
                  </a:cubicBezTo>
                  <a:cubicBezTo>
                    <a:pt x="2209" y="43421"/>
                    <a:pt x="2203" y="43162"/>
                    <a:pt x="2161" y="43084"/>
                  </a:cubicBezTo>
                  <a:cubicBezTo>
                    <a:pt x="2079" y="42921"/>
                    <a:pt x="2086" y="42839"/>
                    <a:pt x="2181" y="42839"/>
                  </a:cubicBezTo>
                  <a:cubicBezTo>
                    <a:pt x="2190" y="42839"/>
                    <a:pt x="2200" y="42840"/>
                    <a:pt x="2210" y="42841"/>
                  </a:cubicBezTo>
                  <a:cubicBezTo>
                    <a:pt x="2217" y="42843"/>
                    <a:pt x="2223" y="42843"/>
                    <a:pt x="2229" y="42843"/>
                  </a:cubicBezTo>
                  <a:cubicBezTo>
                    <a:pt x="2312" y="42843"/>
                    <a:pt x="2224" y="42680"/>
                    <a:pt x="2072" y="42574"/>
                  </a:cubicBezTo>
                  <a:lnTo>
                    <a:pt x="1910" y="42460"/>
                  </a:lnTo>
                  <a:lnTo>
                    <a:pt x="2088" y="42493"/>
                  </a:lnTo>
                  <a:cubicBezTo>
                    <a:pt x="2339" y="42452"/>
                    <a:pt x="2339" y="42452"/>
                    <a:pt x="2266" y="42193"/>
                  </a:cubicBezTo>
                  <a:cubicBezTo>
                    <a:pt x="2242" y="42062"/>
                    <a:pt x="2236" y="42032"/>
                    <a:pt x="2260" y="42032"/>
                  </a:cubicBezTo>
                  <a:cubicBezTo>
                    <a:pt x="2267" y="42032"/>
                    <a:pt x="2277" y="42035"/>
                    <a:pt x="2291" y="42039"/>
                  </a:cubicBezTo>
                  <a:cubicBezTo>
                    <a:pt x="2294" y="42039"/>
                    <a:pt x="2296" y="42039"/>
                    <a:pt x="2299" y="42039"/>
                  </a:cubicBezTo>
                  <a:cubicBezTo>
                    <a:pt x="2356" y="42039"/>
                    <a:pt x="2366" y="41955"/>
                    <a:pt x="2412" y="41722"/>
                  </a:cubicBezTo>
                  <a:cubicBezTo>
                    <a:pt x="2453" y="41487"/>
                    <a:pt x="2469" y="41406"/>
                    <a:pt x="2404" y="41398"/>
                  </a:cubicBezTo>
                  <a:lnTo>
                    <a:pt x="2437" y="41236"/>
                  </a:lnTo>
                  <a:cubicBezTo>
                    <a:pt x="2548" y="41187"/>
                    <a:pt x="2540" y="41054"/>
                    <a:pt x="2453" y="41054"/>
                  </a:cubicBezTo>
                  <a:cubicBezTo>
                    <a:pt x="2439" y="41054"/>
                    <a:pt x="2422" y="41058"/>
                    <a:pt x="2404" y="41066"/>
                  </a:cubicBezTo>
                  <a:lnTo>
                    <a:pt x="2437" y="40903"/>
                  </a:lnTo>
                  <a:lnTo>
                    <a:pt x="2493" y="40920"/>
                  </a:lnTo>
                  <a:cubicBezTo>
                    <a:pt x="2495" y="40920"/>
                    <a:pt x="2496" y="40920"/>
                    <a:pt x="2497" y="40920"/>
                  </a:cubicBezTo>
                  <a:cubicBezTo>
                    <a:pt x="2552" y="40920"/>
                    <a:pt x="2585" y="40751"/>
                    <a:pt x="2696" y="40125"/>
                  </a:cubicBezTo>
                  <a:cubicBezTo>
                    <a:pt x="2834" y="39412"/>
                    <a:pt x="2866" y="39339"/>
                    <a:pt x="2745" y="39306"/>
                  </a:cubicBezTo>
                  <a:cubicBezTo>
                    <a:pt x="2659" y="39221"/>
                    <a:pt x="2661" y="39148"/>
                    <a:pt x="2740" y="39148"/>
                  </a:cubicBezTo>
                  <a:cubicBezTo>
                    <a:pt x="2751" y="39148"/>
                    <a:pt x="2763" y="39149"/>
                    <a:pt x="2777" y="39152"/>
                  </a:cubicBezTo>
                  <a:cubicBezTo>
                    <a:pt x="2781" y="39153"/>
                    <a:pt x="2785" y="39153"/>
                    <a:pt x="2789" y="39153"/>
                  </a:cubicBezTo>
                  <a:cubicBezTo>
                    <a:pt x="2850" y="39153"/>
                    <a:pt x="2912" y="39095"/>
                    <a:pt x="2858" y="39087"/>
                  </a:cubicBezTo>
                  <a:cubicBezTo>
                    <a:pt x="2874" y="38998"/>
                    <a:pt x="2915" y="38925"/>
                    <a:pt x="2964" y="38860"/>
                  </a:cubicBezTo>
                  <a:cubicBezTo>
                    <a:pt x="3134" y="38649"/>
                    <a:pt x="3093" y="38552"/>
                    <a:pt x="3037" y="38544"/>
                  </a:cubicBezTo>
                  <a:lnTo>
                    <a:pt x="3037" y="38544"/>
                  </a:lnTo>
                  <a:cubicBezTo>
                    <a:pt x="3003" y="38556"/>
                    <a:pt x="2982" y="38561"/>
                    <a:pt x="2972" y="38561"/>
                  </a:cubicBezTo>
                  <a:cubicBezTo>
                    <a:pt x="2938" y="38561"/>
                    <a:pt x="2998" y="38512"/>
                    <a:pt x="3053" y="38463"/>
                  </a:cubicBezTo>
                  <a:cubicBezTo>
                    <a:pt x="3134" y="38398"/>
                    <a:pt x="3207" y="38333"/>
                    <a:pt x="3150" y="38317"/>
                  </a:cubicBezTo>
                  <a:cubicBezTo>
                    <a:pt x="3111" y="38231"/>
                    <a:pt x="3148" y="37764"/>
                    <a:pt x="3260" y="37764"/>
                  </a:cubicBezTo>
                  <a:cubicBezTo>
                    <a:pt x="3264" y="37764"/>
                    <a:pt x="3268" y="37765"/>
                    <a:pt x="3272" y="37766"/>
                  </a:cubicBezTo>
                  <a:lnTo>
                    <a:pt x="3304" y="37604"/>
                  </a:lnTo>
                  <a:cubicBezTo>
                    <a:pt x="3247" y="37587"/>
                    <a:pt x="3280" y="37433"/>
                    <a:pt x="3320" y="37271"/>
                  </a:cubicBezTo>
                  <a:cubicBezTo>
                    <a:pt x="3350" y="37130"/>
                    <a:pt x="3366" y="37050"/>
                    <a:pt x="3412" y="37050"/>
                  </a:cubicBezTo>
                  <a:cubicBezTo>
                    <a:pt x="3417" y="37050"/>
                    <a:pt x="3421" y="37051"/>
                    <a:pt x="3426" y="37052"/>
                  </a:cubicBezTo>
                  <a:cubicBezTo>
                    <a:pt x="3437" y="37077"/>
                    <a:pt x="3447" y="37089"/>
                    <a:pt x="3454" y="37089"/>
                  </a:cubicBezTo>
                  <a:cubicBezTo>
                    <a:pt x="3473" y="37089"/>
                    <a:pt x="3478" y="37013"/>
                    <a:pt x="3466" y="36890"/>
                  </a:cubicBezTo>
                  <a:cubicBezTo>
                    <a:pt x="3483" y="36809"/>
                    <a:pt x="3385" y="36704"/>
                    <a:pt x="3401" y="36623"/>
                  </a:cubicBezTo>
                  <a:cubicBezTo>
                    <a:pt x="3337" y="36614"/>
                    <a:pt x="3296" y="36517"/>
                    <a:pt x="3320" y="36444"/>
                  </a:cubicBezTo>
                  <a:lnTo>
                    <a:pt x="3320" y="36444"/>
                  </a:lnTo>
                  <a:lnTo>
                    <a:pt x="3377" y="36452"/>
                  </a:lnTo>
                  <a:lnTo>
                    <a:pt x="3491" y="36485"/>
                  </a:lnTo>
                  <a:cubicBezTo>
                    <a:pt x="3507" y="36404"/>
                    <a:pt x="3523" y="36323"/>
                    <a:pt x="3466" y="36306"/>
                  </a:cubicBezTo>
                  <a:cubicBezTo>
                    <a:pt x="3547" y="36241"/>
                    <a:pt x="3564" y="36169"/>
                    <a:pt x="3596" y="36006"/>
                  </a:cubicBezTo>
                  <a:cubicBezTo>
                    <a:pt x="3629" y="35844"/>
                    <a:pt x="3661" y="35690"/>
                    <a:pt x="3629" y="35593"/>
                  </a:cubicBezTo>
                  <a:cubicBezTo>
                    <a:pt x="3766" y="35544"/>
                    <a:pt x="3888" y="35074"/>
                    <a:pt x="3791" y="34969"/>
                  </a:cubicBezTo>
                  <a:cubicBezTo>
                    <a:pt x="3734" y="34952"/>
                    <a:pt x="3758" y="34871"/>
                    <a:pt x="3831" y="34815"/>
                  </a:cubicBezTo>
                  <a:cubicBezTo>
                    <a:pt x="3912" y="34750"/>
                    <a:pt x="3912" y="34750"/>
                    <a:pt x="3880" y="34652"/>
                  </a:cubicBezTo>
                  <a:cubicBezTo>
                    <a:pt x="3839" y="34563"/>
                    <a:pt x="3920" y="34498"/>
                    <a:pt x="3993" y="34433"/>
                  </a:cubicBezTo>
                  <a:cubicBezTo>
                    <a:pt x="4131" y="34385"/>
                    <a:pt x="4156" y="34304"/>
                    <a:pt x="4115" y="34215"/>
                  </a:cubicBezTo>
                  <a:cubicBezTo>
                    <a:pt x="4107" y="34077"/>
                    <a:pt x="4123" y="33939"/>
                    <a:pt x="4164" y="33809"/>
                  </a:cubicBezTo>
                  <a:cubicBezTo>
                    <a:pt x="4151" y="33671"/>
                    <a:pt x="4158" y="33596"/>
                    <a:pt x="4124" y="33596"/>
                  </a:cubicBezTo>
                  <a:cubicBezTo>
                    <a:pt x="4114" y="33596"/>
                    <a:pt x="4101" y="33602"/>
                    <a:pt x="4083" y="33615"/>
                  </a:cubicBezTo>
                  <a:cubicBezTo>
                    <a:pt x="4026" y="33606"/>
                    <a:pt x="3993" y="33509"/>
                    <a:pt x="3993" y="33509"/>
                  </a:cubicBezTo>
                  <a:cubicBezTo>
                    <a:pt x="3984" y="33412"/>
                    <a:pt x="3999" y="33376"/>
                    <a:pt x="4008" y="33376"/>
                  </a:cubicBezTo>
                  <a:cubicBezTo>
                    <a:pt x="4015" y="33376"/>
                    <a:pt x="4020" y="33397"/>
                    <a:pt x="4010" y="33428"/>
                  </a:cubicBezTo>
                  <a:cubicBezTo>
                    <a:pt x="4017" y="33506"/>
                    <a:pt x="4026" y="33533"/>
                    <a:pt x="4041" y="33533"/>
                  </a:cubicBezTo>
                  <a:cubicBezTo>
                    <a:pt x="4058" y="33533"/>
                    <a:pt x="4084" y="33496"/>
                    <a:pt x="4123" y="33461"/>
                  </a:cubicBezTo>
                  <a:cubicBezTo>
                    <a:pt x="4196" y="33379"/>
                    <a:pt x="4245" y="33274"/>
                    <a:pt x="4269" y="33161"/>
                  </a:cubicBezTo>
                  <a:cubicBezTo>
                    <a:pt x="4285" y="33088"/>
                    <a:pt x="4326" y="32925"/>
                    <a:pt x="4350" y="32844"/>
                  </a:cubicBezTo>
                  <a:cubicBezTo>
                    <a:pt x="4472" y="32625"/>
                    <a:pt x="4488" y="32552"/>
                    <a:pt x="4431" y="32536"/>
                  </a:cubicBezTo>
                  <a:lnTo>
                    <a:pt x="4374" y="32520"/>
                  </a:lnTo>
                  <a:cubicBezTo>
                    <a:pt x="4512" y="32471"/>
                    <a:pt x="4739" y="31612"/>
                    <a:pt x="4642" y="31498"/>
                  </a:cubicBezTo>
                  <a:lnTo>
                    <a:pt x="4642" y="31498"/>
                  </a:lnTo>
                  <a:lnTo>
                    <a:pt x="4699" y="31515"/>
                  </a:lnTo>
                  <a:cubicBezTo>
                    <a:pt x="4704" y="31516"/>
                    <a:pt x="4708" y="31517"/>
                    <a:pt x="4712" y="31517"/>
                  </a:cubicBezTo>
                  <a:cubicBezTo>
                    <a:pt x="4760" y="31517"/>
                    <a:pt x="4784" y="31437"/>
                    <a:pt x="4828" y="31296"/>
                  </a:cubicBezTo>
                  <a:cubicBezTo>
                    <a:pt x="4853" y="31223"/>
                    <a:pt x="4885" y="30890"/>
                    <a:pt x="4958" y="30655"/>
                  </a:cubicBezTo>
                  <a:cubicBezTo>
                    <a:pt x="5055" y="30347"/>
                    <a:pt x="5120" y="30112"/>
                    <a:pt x="5064" y="30096"/>
                  </a:cubicBezTo>
                  <a:cubicBezTo>
                    <a:pt x="5080" y="30046"/>
                    <a:pt x="5085" y="30030"/>
                    <a:pt x="5105" y="30030"/>
                  </a:cubicBezTo>
                  <a:cubicBezTo>
                    <a:pt x="5114" y="30030"/>
                    <a:pt x="5126" y="30034"/>
                    <a:pt x="5145" y="30039"/>
                  </a:cubicBezTo>
                  <a:cubicBezTo>
                    <a:pt x="5158" y="30071"/>
                    <a:pt x="5168" y="30084"/>
                    <a:pt x="5178" y="30084"/>
                  </a:cubicBezTo>
                  <a:cubicBezTo>
                    <a:pt x="5197" y="30084"/>
                    <a:pt x="5209" y="30029"/>
                    <a:pt x="5226" y="29974"/>
                  </a:cubicBezTo>
                  <a:cubicBezTo>
                    <a:pt x="5250" y="29901"/>
                    <a:pt x="5193" y="29885"/>
                    <a:pt x="5137" y="29861"/>
                  </a:cubicBezTo>
                  <a:cubicBezTo>
                    <a:pt x="5080" y="29844"/>
                    <a:pt x="5104" y="29772"/>
                    <a:pt x="5210" y="29634"/>
                  </a:cubicBezTo>
                  <a:cubicBezTo>
                    <a:pt x="5331" y="29447"/>
                    <a:pt x="5396" y="29228"/>
                    <a:pt x="5396" y="29009"/>
                  </a:cubicBezTo>
                  <a:cubicBezTo>
                    <a:pt x="5418" y="28936"/>
                    <a:pt x="5440" y="28869"/>
                    <a:pt x="5486" y="28869"/>
                  </a:cubicBezTo>
                  <a:cubicBezTo>
                    <a:pt x="5491" y="28869"/>
                    <a:pt x="5496" y="28870"/>
                    <a:pt x="5501" y="28872"/>
                  </a:cubicBezTo>
                  <a:cubicBezTo>
                    <a:pt x="5623" y="28782"/>
                    <a:pt x="5672" y="28628"/>
                    <a:pt x="5623" y="28482"/>
                  </a:cubicBezTo>
                  <a:cubicBezTo>
                    <a:pt x="5640" y="28433"/>
                    <a:pt x="5645" y="28417"/>
                    <a:pt x="5664" y="28417"/>
                  </a:cubicBezTo>
                  <a:cubicBezTo>
                    <a:pt x="5674" y="28417"/>
                    <a:pt x="5686" y="28420"/>
                    <a:pt x="5704" y="28426"/>
                  </a:cubicBezTo>
                  <a:cubicBezTo>
                    <a:pt x="5785" y="28369"/>
                    <a:pt x="5842" y="28385"/>
                    <a:pt x="5745" y="28272"/>
                  </a:cubicBezTo>
                  <a:cubicBezTo>
                    <a:pt x="5745" y="28077"/>
                    <a:pt x="5801" y="27882"/>
                    <a:pt x="5915" y="27728"/>
                  </a:cubicBezTo>
                  <a:cubicBezTo>
                    <a:pt x="5939" y="27647"/>
                    <a:pt x="5964" y="27574"/>
                    <a:pt x="5907" y="27550"/>
                  </a:cubicBezTo>
                  <a:lnTo>
                    <a:pt x="5850" y="27534"/>
                  </a:lnTo>
                  <a:cubicBezTo>
                    <a:pt x="5988" y="27493"/>
                    <a:pt x="5988" y="27493"/>
                    <a:pt x="5899" y="27380"/>
                  </a:cubicBezTo>
                  <a:cubicBezTo>
                    <a:pt x="5847" y="27365"/>
                    <a:pt x="5863" y="27297"/>
                    <a:pt x="5908" y="27297"/>
                  </a:cubicBezTo>
                  <a:cubicBezTo>
                    <a:pt x="5913" y="27297"/>
                    <a:pt x="5918" y="27297"/>
                    <a:pt x="5923" y="27299"/>
                  </a:cubicBezTo>
                  <a:cubicBezTo>
                    <a:pt x="5972" y="27266"/>
                    <a:pt x="6004" y="27226"/>
                    <a:pt x="6028" y="27169"/>
                  </a:cubicBezTo>
                  <a:cubicBezTo>
                    <a:pt x="6061" y="27088"/>
                    <a:pt x="6134" y="26691"/>
                    <a:pt x="6264" y="26301"/>
                  </a:cubicBezTo>
                  <a:cubicBezTo>
                    <a:pt x="6482" y="25693"/>
                    <a:pt x="6564" y="25458"/>
                    <a:pt x="6507" y="25442"/>
                  </a:cubicBezTo>
                  <a:cubicBezTo>
                    <a:pt x="6474" y="25345"/>
                    <a:pt x="6474" y="25345"/>
                    <a:pt x="6555" y="25288"/>
                  </a:cubicBezTo>
                  <a:cubicBezTo>
                    <a:pt x="6628" y="25239"/>
                    <a:pt x="6677" y="25158"/>
                    <a:pt x="6693" y="25077"/>
                  </a:cubicBezTo>
                  <a:cubicBezTo>
                    <a:pt x="6715" y="25013"/>
                    <a:pt x="6742" y="24943"/>
                    <a:pt x="6787" y="24943"/>
                  </a:cubicBezTo>
                  <a:cubicBezTo>
                    <a:pt x="6793" y="24943"/>
                    <a:pt x="6800" y="24944"/>
                    <a:pt x="6807" y="24947"/>
                  </a:cubicBezTo>
                  <a:cubicBezTo>
                    <a:pt x="6774" y="24850"/>
                    <a:pt x="6774" y="24850"/>
                    <a:pt x="6799" y="24769"/>
                  </a:cubicBezTo>
                  <a:lnTo>
                    <a:pt x="6799" y="24769"/>
                  </a:lnTo>
                  <a:cubicBezTo>
                    <a:pt x="6806" y="24772"/>
                    <a:pt x="6812" y="24773"/>
                    <a:pt x="6818" y="24773"/>
                  </a:cubicBezTo>
                  <a:cubicBezTo>
                    <a:pt x="6861" y="24773"/>
                    <a:pt x="6877" y="24700"/>
                    <a:pt x="6855" y="24615"/>
                  </a:cubicBezTo>
                  <a:cubicBezTo>
                    <a:pt x="6800" y="24544"/>
                    <a:pt x="6779" y="24517"/>
                    <a:pt x="6799" y="24517"/>
                  </a:cubicBezTo>
                  <a:cubicBezTo>
                    <a:pt x="6811" y="24517"/>
                    <a:pt x="6837" y="24527"/>
                    <a:pt x="6880" y="24542"/>
                  </a:cubicBezTo>
                  <a:cubicBezTo>
                    <a:pt x="6882" y="24543"/>
                    <a:pt x="6884" y="24543"/>
                    <a:pt x="6887" y="24543"/>
                  </a:cubicBezTo>
                  <a:cubicBezTo>
                    <a:pt x="6940" y="24543"/>
                    <a:pt x="7044" y="24397"/>
                    <a:pt x="7012" y="24397"/>
                  </a:cubicBezTo>
                  <a:cubicBezTo>
                    <a:pt x="7008" y="24397"/>
                    <a:pt x="7002" y="24399"/>
                    <a:pt x="6993" y="24404"/>
                  </a:cubicBezTo>
                  <a:cubicBezTo>
                    <a:pt x="6936" y="24388"/>
                    <a:pt x="6985" y="24234"/>
                    <a:pt x="6961" y="24137"/>
                  </a:cubicBezTo>
                  <a:cubicBezTo>
                    <a:pt x="6982" y="24073"/>
                    <a:pt x="7003" y="24003"/>
                    <a:pt x="7047" y="24003"/>
                  </a:cubicBezTo>
                  <a:cubicBezTo>
                    <a:pt x="7053" y="24003"/>
                    <a:pt x="7059" y="24004"/>
                    <a:pt x="7066" y="24007"/>
                  </a:cubicBezTo>
                  <a:cubicBezTo>
                    <a:pt x="7147" y="23950"/>
                    <a:pt x="7228" y="23545"/>
                    <a:pt x="7196" y="23447"/>
                  </a:cubicBezTo>
                  <a:cubicBezTo>
                    <a:pt x="7152" y="23433"/>
                    <a:pt x="7168" y="23364"/>
                    <a:pt x="7214" y="23364"/>
                  </a:cubicBezTo>
                  <a:cubicBezTo>
                    <a:pt x="7218" y="23364"/>
                    <a:pt x="7223" y="23365"/>
                    <a:pt x="7228" y="23366"/>
                  </a:cubicBezTo>
                  <a:cubicBezTo>
                    <a:pt x="7236" y="23370"/>
                    <a:pt x="7243" y="23371"/>
                    <a:pt x="7249" y="23371"/>
                  </a:cubicBezTo>
                  <a:cubicBezTo>
                    <a:pt x="7292" y="23371"/>
                    <a:pt x="7313" y="23307"/>
                    <a:pt x="7334" y="23237"/>
                  </a:cubicBezTo>
                  <a:cubicBezTo>
                    <a:pt x="7320" y="23183"/>
                    <a:pt x="7332" y="23166"/>
                    <a:pt x="7354" y="23166"/>
                  </a:cubicBezTo>
                  <a:cubicBezTo>
                    <a:pt x="7372" y="23166"/>
                    <a:pt x="7398" y="23177"/>
                    <a:pt x="7423" y="23188"/>
                  </a:cubicBezTo>
                  <a:cubicBezTo>
                    <a:pt x="7430" y="23215"/>
                    <a:pt x="7438" y="23227"/>
                    <a:pt x="7447" y="23227"/>
                  </a:cubicBezTo>
                  <a:cubicBezTo>
                    <a:pt x="7469" y="23227"/>
                    <a:pt x="7497" y="23159"/>
                    <a:pt x="7536" y="23050"/>
                  </a:cubicBezTo>
                  <a:cubicBezTo>
                    <a:pt x="7512" y="22961"/>
                    <a:pt x="7626" y="22653"/>
                    <a:pt x="7715" y="22426"/>
                  </a:cubicBezTo>
                  <a:cubicBezTo>
                    <a:pt x="7869" y="22053"/>
                    <a:pt x="7836" y="21956"/>
                    <a:pt x="7788" y="21761"/>
                  </a:cubicBezTo>
                  <a:lnTo>
                    <a:pt x="7707" y="21639"/>
                  </a:lnTo>
                  <a:lnTo>
                    <a:pt x="7820" y="21680"/>
                  </a:lnTo>
                  <a:cubicBezTo>
                    <a:pt x="7845" y="21686"/>
                    <a:pt x="7870" y="21689"/>
                    <a:pt x="7895" y="21689"/>
                  </a:cubicBezTo>
                  <a:cubicBezTo>
                    <a:pt x="7935" y="21689"/>
                    <a:pt x="7975" y="21682"/>
                    <a:pt x="8015" y="21672"/>
                  </a:cubicBezTo>
                  <a:cubicBezTo>
                    <a:pt x="8047" y="21599"/>
                    <a:pt x="7990" y="21575"/>
                    <a:pt x="7934" y="21550"/>
                  </a:cubicBezTo>
                  <a:cubicBezTo>
                    <a:pt x="7877" y="21534"/>
                    <a:pt x="7909" y="21453"/>
                    <a:pt x="8023" y="21323"/>
                  </a:cubicBezTo>
                  <a:cubicBezTo>
                    <a:pt x="8136" y="21202"/>
                    <a:pt x="8169" y="21121"/>
                    <a:pt x="8136" y="21023"/>
                  </a:cubicBezTo>
                  <a:cubicBezTo>
                    <a:pt x="8161" y="20942"/>
                    <a:pt x="8218" y="20869"/>
                    <a:pt x="8282" y="20821"/>
                  </a:cubicBezTo>
                  <a:cubicBezTo>
                    <a:pt x="8315" y="20748"/>
                    <a:pt x="8315" y="20748"/>
                    <a:pt x="8258" y="20723"/>
                  </a:cubicBezTo>
                  <a:cubicBezTo>
                    <a:pt x="8201" y="20699"/>
                    <a:pt x="8234" y="20626"/>
                    <a:pt x="8315" y="20569"/>
                  </a:cubicBezTo>
                  <a:cubicBezTo>
                    <a:pt x="8461" y="20545"/>
                    <a:pt x="8550" y="20318"/>
                    <a:pt x="8493" y="20294"/>
                  </a:cubicBezTo>
                  <a:cubicBezTo>
                    <a:pt x="8436" y="20269"/>
                    <a:pt x="8469" y="20196"/>
                    <a:pt x="8493" y="20115"/>
                  </a:cubicBezTo>
                  <a:cubicBezTo>
                    <a:pt x="8534" y="20042"/>
                    <a:pt x="8550" y="19953"/>
                    <a:pt x="8534" y="19872"/>
                  </a:cubicBezTo>
                  <a:cubicBezTo>
                    <a:pt x="8558" y="19791"/>
                    <a:pt x="8590" y="19718"/>
                    <a:pt x="8590" y="19718"/>
                  </a:cubicBezTo>
                  <a:cubicBezTo>
                    <a:pt x="8597" y="19700"/>
                    <a:pt x="8603" y="19692"/>
                    <a:pt x="8609" y="19692"/>
                  </a:cubicBezTo>
                  <a:cubicBezTo>
                    <a:pt x="8627" y="19692"/>
                    <a:pt x="8639" y="19761"/>
                    <a:pt x="8615" y="19815"/>
                  </a:cubicBezTo>
                  <a:lnTo>
                    <a:pt x="8696" y="19767"/>
                  </a:lnTo>
                  <a:cubicBezTo>
                    <a:pt x="8761" y="19613"/>
                    <a:pt x="8785" y="19540"/>
                    <a:pt x="8761" y="19434"/>
                  </a:cubicBezTo>
                  <a:cubicBezTo>
                    <a:pt x="8711" y="19360"/>
                    <a:pt x="8692" y="19331"/>
                    <a:pt x="8710" y="19331"/>
                  </a:cubicBezTo>
                  <a:cubicBezTo>
                    <a:pt x="8722" y="19331"/>
                    <a:pt x="8749" y="19342"/>
                    <a:pt x="8793" y="19361"/>
                  </a:cubicBezTo>
                  <a:cubicBezTo>
                    <a:pt x="8802" y="19365"/>
                    <a:pt x="8811" y="19367"/>
                    <a:pt x="8821" y="19367"/>
                  </a:cubicBezTo>
                  <a:cubicBezTo>
                    <a:pt x="8873" y="19367"/>
                    <a:pt x="8927" y="19314"/>
                    <a:pt x="8907" y="19231"/>
                  </a:cubicBezTo>
                  <a:cubicBezTo>
                    <a:pt x="8846" y="19130"/>
                    <a:pt x="8892" y="19079"/>
                    <a:pt x="8942" y="19079"/>
                  </a:cubicBezTo>
                  <a:cubicBezTo>
                    <a:pt x="8952" y="19079"/>
                    <a:pt x="8962" y="19081"/>
                    <a:pt x="8972" y="19086"/>
                  </a:cubicBezTo>
                  <a:cubicBezTo>
                    <a:pt x="9002" y="19131"/>
                    <a:pt x="9021" y="19160"/>
                    <a:pt x="9034" y="19160"/>
                  </a:cubicBezTo>
                  <a:cubicBezTo>
                    <a:pt x="9055" y="19160"/>
                    <a:pt x="9059" y="19080"/>
                    <a:pt x="9069" y="18867"/>
                  </a:cubicBezTo>
                  <a:cubicBezTo>
                    <a:pt x="9134" y="18713"/>
                    <a:pt x="9215" y="18396"/>
                    <a:pt x="9312" y="18169"/>
                  </a:cubicBezTo>
                  <a:cubicBezTo>
                    <a:pt x="9442" y="17869"/>
                    <a:pt x="9507" y="17723"/>
                    <a:pt x="9596" y="17675"/>
                  </a:cubicBezTo>
                  <a:cubicBezTo>
                    <a:pt x="9603" y="17678"/>
                    <a:pt x="9610" y="17681"/>
                    <a:pt x="9616" y="17683"/>
                  </a:cubicBezTo>
                  <a:lnTo>
                    <a:pt x="9616" y="17683"/>
                  </a:lnTo>
                  <a:cubicBezTo>
                    <a:pt x="9547" y="17634"/>
                    <a:pt x="9582" y="17554"/>
                    <a:pt x="9669" y="17350"/>
                  </a:cubicBezTo>
                  <a:cubicBezTo>
                    <a:pt x="9782" y="17221"/>
                    <a:pt x="9831" y="17051"/>
                    <a:pt x="9807" y="16880"/>
                  </a:cubicBezTo>
                  <a:lnTo>
                    <a:pt x="9807" y="16880"/>
                  </a:lnTo>
                  <a:cubicBezTo>
                    <a:pt x="9774" y="16953"/>
                    <a:pt x="9742" y="17034"/>
                    <a:pt x="9742" y="17034"/>
                  </a:cubicBezTo>
                  <a:cubicBezTo>
                    <a:pt x="9636" y="16986"/>
                    <a:pt x="9669" y="16905"/>
                    <a:pt x="9790" y="16783"/>
                  </a:cubicBezTo>
                  <a:cubicBezTo>
                    <a:pt x="9807" y="16746"/>
                    <a:pt x="9827" y="16734"/>
                    <a:pt x="9850" y="16734"/>
                  </a:cubicBezTo>
                  <a:cubicBezTo>
                    <a:pt x="9874" y="16734"/>
                    <a:pt x="9900" y="16746"/>
                    <a:pt x="9928" y="16759"/>
                  </a:cubicBezTo>
                  <a:cubicBezTo>
                    <a:pt x="9938" y="16763"/>
                    <a:pt x="9949" y="16765"/>
                    <a:pt x="9961" y="16765"/>
                  </a:cubicBezTo>
                  <a:cubicBezTo>
                    <a:pt x="10015" y="16765"/>
                    <a:pt x="10080" y="16721"/>
                    <a:pt x="10107" y="16661"/>
                  </a:cubicBezTo>
                  <a:cubicBezTo>
                    <a:pt x="10132" y="16598"/>
                    <a:pt x="10157" y="16540"/>
                    <a:pt x="10125" y="16540"/>
                  </a:cubicBezTo>
                  <a:cubicBezTo>
                    <a:pt x="10116" y="16540"/>
                    <a:pt x="10102" y="16545"/>
                    <a:pt x="10082" y="16556"/>
                  </a:cubicBezTo>
                  <a:cubicBezTo>
                    <a:pt x="10026" y="16532"/>
                    <a:pt x="10026" y="16532"/>
                    <a:pt x="10058" y="16459"/>
                  </a:cubicBezTo>
                  <a:cubicBezTo>
                    <a:pt x="10107" y="16386"/>
                    <a:pt x="10115" y="16296"/>
                    <a:pt x="10107" y="16215"/>
                  </a:cubicBezTo>
                  <a:cubicBezTo>
                    <a:pt x="10050" y="16191"/>
                    <a:pt x="10082" y="16110"/>
                    <a:pt x="10115" y="16037"/>
                  </a:cubicBezTo>
                  <a:cubicBezTo>
                    <a:pt x="10180" y="15988"/>
                    <a:pt x="10236" y="15915"/>
                    <a:pt x="10269" y="15842"/>
                  </a:cubicBezTo>
                  <a:lnTo>
                    <a:pt x="10317" y="15867"/>
                  </a:lnTo>
                  <a:cubicBezTo>
                    <a:pt x="10329" y="15872"/>
                    <a:pt x="10341" y="15874"/>
                    <a:pt x="10354" y="15874"/>
                  </a:cubicBezTo>
                  <a:cubicBezTo>
                    <a:pt x="10406" y="15874"/>
                    <a:pt x="10463" y="15842"/>
                    <a:pt x="10463" y="15842"/>
                  </a:cubicBezTo>
                  <a:cubicBezTo>
                    <a:pt x="10496" y="15769"/>
                    <a:pt x="10439" y="15745"/>
                    <a:pt x="10439" y="15745"/>
                  </a:cubicBezTo>
                  <a:cubicBezTo>
                    <a:pt x="10366" y="15705"/>
                    <a:pt x="11225" y="13953"/>
                    <a:pt x="11331" y="13734"/>
                  </a:cubicBezTo>
                  <a:cubicBezTo>
                    <a:pt x="11442" y="13630"/>
                    <a:pt x="11540" y="13438"/>
                    <a:pt x="11487" y="13438"/>
                  </a:cubicBezTo>
                  <a:cubicBezTo>
                    <a:pt x="11482" y="13438"/>
                    <a:pt x="11476" y="13439"/>
                    <a:pt x="11469" y="13443"/>
                  </a:cubicBezTo>
                  <a:cubicBezTo>
                    <a:pt x="11420" y="13418"/>
                    <a:pt x="11598" y="13053"/>
                    <a:pt x="11809" y="12616"/>
                  </a:cubicBezTo>
                  <a:cubicBezTo>
                    <a:pt x="12061" y="12105"/>
                    <a:pt x="12231" y="11740"/>
                    <a:pt x="12182" y="11716"/>
                  </a:cubicBezTo>
                  <a:lnTo>
                    <a:pt x="12288" y="11497"/>
                  </a:lnTo>
                  <a:cubicBezTo>
                    <a:pt x="12352" y="11343"/>
                    <a:pt x="12385" y="11181"/>
                    <a:pt x="12425" y="11108"/>
                  </a:cubicBezTo>
                  <a:cubicBezTo>
                    <a:pt x="12415" y="11043"/>
                    <a:pt x="12429" y="10989"/>
                    <a:pt x="12442" y="10989"/>
                  </a:cubicBezTo>
                  <a:cubicBezTo>
                    <a:pt x="12449" y="10989"/>
                    <a:pt x="12455" y="11002"/>
                    <a:pt x="12458" y="11035"/>
                  </a:cubicBezTo>
                  <a:cubicBezTo>
                    <a:pt x="12489" y="11048"/>
                    <a:pt x="12517" y="11063"/>
                    <a:pt x="12543" y="11063"/>
                  </a:cubicBezTo>
                  <a:cubicBezTo>
                    <a:pt x="12565" y="11063"/>
                    <a:pt x="12585" y="11052"/>
                    <a:pt x="12604" y="11018"/>
                  </a:cubicBezTo>
                  <a:cubicBezTo>
                    <a:pt x="12685" y="10872"/>
                    <a:pt x="12628" y="10848"/>
                    <a:pt x="12579" y="10816"/>
                  </a:cubicBezTo>
                  <a:cubicBezTo>
                    <a:pt x="12523" y="10791"/>
                    <a:pt x="12563" y="10718"/>
                    <a:pt x="12563" y="10718"/>
                  </a:cubicBezTo>
                  <a:cubicBezTo>
                    <a:pt x="12588" y="10675"/>
                    <a:pt x="12597" y="10657"/>
                    <a:pt x="12612" y="10657"/>
                  </a:cubicBezTo>
                  <a:cubicBezTo>
                    <a:pt x="12621" y="10657"/>
                    <a:pt x="12633" y="10665"/>
                    <a:pt x="12652" y="10678"/>
                  </a:cubicBezTo>
                  <a:lnTo>
                    <a:pt x="12758" y="10735"/>
                  </a:lnTo>
                  <a:lnTo>
                    <a:pt x="12798" y="10662"/>
                  </a:lnTo>
                  <a:cubicBezTo>
                    <a:pt x="12742" y="10629"/>
                    <a:pt x="12782" y="10564"/>
                    <a:pt x="12782" y="10564"/>
                  </a:cubicBezTo>
                  <a:cubicBezTo>
                    <a:pt x="12804" y="10526"/>
                    <a:pt x="12814" y="10507"/>
                    <a:pt x="12834" y="10507"/>
                  </a:cubicBezTo>
                  <a:cubicBezTo>
                    <a:pt x="12852" y="10507"/>
                    <a:pt x="12879" y="10522"/>
                    <a:pt x="12928" y="10548"/>
                  </a:cubicBezTo>
                  <a:cubicBezTo>
                    <a:pt x="12953" y="10561"/>
                    <a:pt x="12974" y="10568"/>
                    <a:pt x="12991" y="10568"/>
                  </a:cubicBezTo>
                  <a:cubicBezTo>
                    <a:pt x="13046" y="10568"/>
                    <a:pt x="13057" y="10502"/>
                    <a:pt x="13001" y="10402"/>
                  </a:cubicBezTo>
                  <a:lnTo>
                    <a:pt x="13025" y="10232"/>
                  </a:lnTo>
                  <a:cubicBezTo>
                    <a:pt x="13171" y="10216"/>
                    <a:pt x="13139" y="10013"/>
                    <a:pt x="13131" y="9916"/>
                  </a:cubicBezTo>
                  <a:cubicBezTo>
                    <a:pt x="13277" y="9899"/>
                    <a:pt x="13309" y="9827"/>
                    <a:pt x="13244" y="9705"/>
                  </a:cubicBezTo>
                  <a:cubicBezTo>
                    <a:pt x="13196" y="9672"/>
                    <a:pt x="13228" y="9600"/>
                    <a:pt x="13317" y="9559"/>
                  </a:cubicBezTo>
                  <a:cubicBezTo>
                    <a:pt x="13415" y="9518"/>
                    <a:pt x="13447" y="9445"/>
                    <a:pt x="13528" y="9300"/>
                  </a:cubicBezTo>
                  <a:cubicBezTo>
                    <a:pt x="13512" y="9202"/>
                    <a:pt x="13779" y="8700"/>
                    <a:pt x="14088" y="8124"/>
                  </a:cubicBezTo>
                  <a:cubicBezTo>
                    <a:pt x="14428" y="7475"/>
                    <a:pt x="14687" y="7070"/>
                    <a:pt x="14639" y="7037"/>
                  </a:cubicBezTo>
                  <a:cubicBezTo>
                    <a:pt x="14679" y="6964"/>
                    <a:pt x="14679" y="6964"/>
                    <a:pt x="14769" y="6924"/>
                  </a:cubicBezTo>
                  <a:cubicBezTo>
                    <a:pt x="14778" y="6929"/>
                    <a:pt x="14786" y="6932"/>
                    <a:pt x="14794" y="6932"/>
                  </a:cubicBezTo>
                  <a:cubicBezTo>
                    <a:pt x="14836" y="6932"/>
                    <a:pt x="14856" y="6863"/>
                    <a:pt x="14801" y="6754"/>
                  </a:cubicBezTo>
                  <a:cubicBezTo>
                    <a:pt x="14796" y="6691"/>
                    <a:pt x="14770" y="6655"/>
                    <a:pt x="14781" y="6655"/>
                  </a:cubicBezTo>
                  <a:lnTo>
                    <a:pt x="14781" y="6655"/>
                  </a:lnTo>
                  <a:cubicBezTo>
                    <a:pt x="14787" y="6655"/>
                    <a:pt x="14804" y="6666"/>
                    <a:pt x="14842" y="6689"/>
                  </a:cubicBezTo>
                  <a:cubicBezTo>
                    <a:pt x="14845" y="6691"/>
                    <a:pt x="14849" y="6692"/>
                    <a:pt x="14853" y="6692"/>
                  </a:cubicBezTo>
                  <a:cubicBezTo>
                    <a:pt x="14904" y="6692"/>
                    <a:pt x="14992" y="6555"/>
                    <a:pt x="15142" y="6300"/>
                  </a:cubicBezTo>
                  <a:cubicBezTo>
                    <a:pt x="15263" y="6089"/>
                    <a:pt x="15433" y="5805"/>
                    <a:pt x="15377" y="5773"/>
                  </a:cubicBezTo>
                  <a:cubicBezTo>
                    <a:pt x="15395" y="5677"/>
                    <a:pt x="15403" y="5635"/>
                    <a:pt x="15408" y="5635"/>
                  </a:cubicBezTo>
                  <a:cubicBezTo>
                    <a:pt x="15412" y="5635"/>
                    <a:pt x="15414" y="5661"/>
                    <a:pt x="15417" y="5708"/>
                  </a:cubicBezTo>
                  <a:cubicBezTo>
                    <a:pt x="15428" y="5728"/>
                    <a:pt x="15443" y="5738"/>
                    <a:pt x="15461" y="5738"/>
                  </a:cubicBezTo>
                  <a:cubicBezTo>
                    <a:pt x="15559" y="5738"/>
                    <a:pt x="15744" y="5477"/>
                    <a:pt x="15758" y="5246"/>
                  </a:cubicBezTo>
                  <a:cubicBezTo>
                    <a:pt x="15791" y="5186"/>
                    <a:pt x="15824" y="5132"/>
                    <a:pt x="15866" y="5132"/>
                  </a:cubicBezTo>
                  <a:cubicBezTo>
                    <a:pt x="15875" y="5132"/>
                    <a:pt x="15885" y="5134"/>
                    <a:pt x="15896" y="5140"/>
                  </a:cubicBezTo>
                  <a:cubicBezTo>
                    <a:pt x="15960" y="5019"/>
                    <a:pt x="16017" y="4889"/>
                    <a:pt x="16050" y="4759"/>
                  </a:cubicBezTo>
                  <a:lnTo>
                    <a:pt x="16341" y="4265"/>
                  </a:lnTo>
                  <a:cubicBezTo>
                    <a:pt x="16390" y="4167"/>
                    <a:pt x="16431" y="4062"/>
                    <a:pt x="16455" y="3957"/>
                  </a:cubicBezTo>
                  <a:cubicBezTo>
                    <a:pt x="16470" y="3929"/>
                    <a:pt x="16485" y="3903"/>
                    <a:pt x="16496" y="3884"/>
                  </a:cubicBezTo>
                  <a:lnTo>
                    <a:pt x="16496" y="3884"/>
                  </a:lnTo>
                  <a:cubicBezTo>
                    <a:pt x="16498" y="3885"/>
                    <a:pt x="16500" y="3886"/>
                    <a:pt x="16502" y="3886"/>
                  </a:cubicBezTo>
                  <a:cubicBezTo>
                    <a:pt x="16556" y="3886"/>
                    <a:pt x="16777" y="3554"/>
                    <a:pt x="17071" y="3097"/>
                  </a:cubicBezTo>
                  <a:cubicBezTo>
                    <a:pt x="17379" y="2619"/>
                    <a:pt x="17647" y="2213"/>
                    <a:pt x="17736" y="2173"/>
                  </a:cubicBezTo>
                  <a:cubicBezTo>
                    <a:pt x="17768" y="2124"/>
                    <a:pt x="17785" y="2067"/>
                    <a:pt x="17777" y="2003"/>
                  </a:cubicBezTo>
                  <a:cubicBezTo>
                    <a:pt x="17720" y="1873"/>
                    <a:pt x="17768" y="1800"/>
                    <a:pt x="17858" y="1767"/>
                  </a:cubicBezTo>
                  <a:cubicBezTo>
                    <a:pt x="18004" y="1767"/>
                    <a:pt x="18182" y="1492"/>
                    <a:pt x="18125" y="1362"/>
                  </a:cubicBezTo>
                  <a:lnTo>
                    <a:pt x="18125" y="1362"/>
                  </a:lnTo>
                  <a:lnTo>
                    <a:pt x="18174" y="1394"/>
                  </a:lnTo>
                  <a:cubicBezTo>
                    <a:pt x="18320" y="1386"/>
                    <a:pt x="18401" y="1151"/>
                    <a:pt x="18344" y="1022"/>
                  </a:cubicBezTo>
                  <a:cubicBezTo>
                    <a:pt x="18441" y="981"/>
                    <a:pt x="18531" y="949"/>
                    <a:pt x="18531" y="843"/>
                  </a:cubicBezTo>
                  <a:cubicBezTo>
                    <a:pt x="18551" y="811"/>
                    <a:pt x="18561" y="795"/>
                    <a:pt x="18578" y="795"/>
                  </a:cubicBezTo>
                  <a:cubicBezTo>
                    <a:pt x="18595" y="795"/>
                    <a:pt x="18620" y="811"/>
                    <a:pt x="18668" y="843"/>
                  </a:cubicBezTo>
                  <a:cubicBezTo>
                    <a:pt x="18697" y="862"/>
                    <a:pt x="18725" y="881"/>
                    <a:pt x="18753" y="881"/>
                  </a:cubicBezTo>
                  <a:cubicBezTo>
                    <a:pt x="18773" y="881"/>
                    <a:pt x="18794" y="871"/>
                    <a:pt x="18814" y="843"/>
                  </a:cubicBezTo>
                  <a:cubicBezTo>
                    <a:pt x="18855" y="778"/>
                    <a:pt x="18806" y="746"/>
                    <a:pt x="18758" y="705"/>
                  </a:cubicBezTo>
                  <a:lnTo>
                    <a:pt x="18847" y="576"/>
                  </a:lnTo>
                  <a:cubicBezTo>
                    <a:pt x="18847" y="576"/>
                    <a:pt x="18887" y="503"/>
                    <a:pt x="18839" y="470"/>
                  </a:cubicBezTo>
                  <a:cubicBezTo>
                    <a:pt x="18790" y="438"/>
                    <a:pt x="18839" y="373"/>
                    <a:pt x="18879" y="300"/>
                  </a:cubicBezTo>
                  <a:cubicBezTo>
                    <a:pt x="18886" y="305"/>
                    <a:pt x="18892" y="307"/>
                    <a:pt x="18897" y="307"/>
                  </a:cubicBezTo>
                  <a:cubicBezTo>
                    <a:pt x="18919" y="307"/>
                    <a:pt x="18911" y="261"/>
                    <a:pt x="18865" y="261"/>
                  </a:cubicBezTo>
                  <a:cubicBezTo>
                    <a:pt x="18855" y="261"/>
                    <a:pt x="18844" y="263"/>
                    <a:pt x="18831" y="268"/>
                  </a:cubicBezTo>
                  <a:cubicBezTo>
                    <a:pt x="18782" y="235"/>
                    <a:pt x="18733" y="203"/>
                    <a:pt x="18774" y="130"/>
                  </a:cubicBezTo>
                  <a:lnTo>
                    <a:pt x="18677" y="65"/>
                  </a:lnTo>
                  <a:cubicBezTo>
                    <a:pt x="18622" y="29"/>
                    <a:pt x="18583" y="0"/>
                    <a:pt x="18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2"/>
            <p:cNvSpPr/>
            <p:nvPr/>
          </p:nvSpPr>
          <p:spPr>
            <a:xfrm>
              <a:off x="7948922" y="2631916"/>
              <a:ext cx="316842" cy="699119"/>
            </a:xfrm>
            <a:custGeom>
              <a:avLst/>
              <a:gdLst/>
              <a:ahLst/>
              <a:cxnLst/>
              <a:rect l="l" t="t" r="r" b="b"/>
              <a:pathLst>
                <a:path w="18381" h="40558" extrusionOk="0">
                  <a:moveTo>
                    <a:pt x="454" y="458"/>
                  </a:moveTo>
                  <a:cubicBezTo>
                    <a:pt x="465" y="458"/>
                    <a:pt x="449" y="485"/>
                    <a:pt x="414" y="542"/>
                  </a:cubicBezTo>
                  <a:cubicBezTo>
                    <a:pt x="388" y="580"/>
                    <a:pt x="363" y="617"/>
                    <a:pt x="331" y="617"/>
                  </a:cubicBezTo>
                  <a:cubicBezTo>
                    <a:pt x="321" y="617"/>
                    <a:pt x="311" y="614"/>
                    <a:pt x="300" y="607"/>
                  </a:cubicBezTo>
                  <a:cubicBezTo>
                    <a:pt x="276" y="614"/>
                    <a:pt x="257" y="617"/>
                    <a:pt x="244" y="617"/>
                  </a:cubicBezTo>
                  <a:cubicBezTo>
                    <a:pt x="178" y="617"/>
                    <a:pt x="243" y="543"/>
                    <a:pt x="365" y="510"/>
                  </a:cubicBezTo>
                  <a:cubicBezTo>
                    <a:pt x="416" y="477"/>
                    <a:pt x="445" y="458"/>
                    <a:pt x="454" y="458"/>
                  </a:cubicBezTo>
                  <a:close/>
                  <a:moveTo>
                    <a:pt x="5971" y="5344"/>
                  </a:moveTo>
                  <a:cubicBezTo>
                    <a:pt x="6000" y="5344"/>
                    <a:pt x="6028" y="5354"/>
                    <a:pt x="6048" y="5374"/>
                  </a:cubicBezTo>
                  <a:cubicBezTo>
                    <a:pt x="6081" y="5407"/>
                    <a:pt x="6024" y="5466"/>
                    <a:pt x="5941" y="5466"/>
                  </a:cubicBezTo>
                  <a:cubicBezTo>
                    <a:pt x="5921" y="5466"/>
                    <a:pt x="5900" y="5463"/>
                    <a:pt x="5878" y="5455"/>
                  </a:cubicBezTo>
                  <a:cubicBezTo>
                    <a:pt x="5846" y="5415"/>
                    <a:pt x="5846" y="5415"/>
                    <a:pt x="5894" y="5374"/>
                  </a:cubicBezTo>
                  <a:cubicBezTo>
                    <a:pt x="5915" y="5354"/>
                    <a:pt x="5943" y="5344"/>
                    <a:pt x="5971" y="5344"/>
                  </a:cubicBezTo>
                  <a:close/>
                  <a:moveTo>
                    <a:pt x="7313" y="6615"/>
                  </a:moveTo>
                  <a:cubicBezTo>
                    <a:pt x="7313" y="6615"/>
                    <a:pt x="7394" y="6623"/>
                    <a:pt x="7354" y="6663"/>
                  </a:cubicBezTo>
                  <a:lnTo>
                    <a:pt x="7354" y="6655"/>
                  </a:lnTo>
                  <a:lnTo>
                    <a:pt x="7305" y="6696"/>
                  </a:lnTo>
                  <a:cubicBezTo>
                    <a:pt x="7224" y="6688"/>
                    <a:pt x="7143" y="6688"/>
                    <a:pt x="7192" y="6647"/>
                  </a:cubicBezTo>
                  <a:cubicBezTo>
                    <a:pt x="7224" y="6623"/>
                    <a:pt x="7273" y="6615"/>
                    <a:pt x="7313" y="6615"/>
                  </a:cubicBezTo>
                  <a:close/>
                  <a:moveTo>
                    <a:pt x="8561" y="8318"/>
                  </a:moveTo>
                  <a:cubicBezTo>
                    <a:pt x="8573" y="8318"/>
                    <a:pt x="8585" y="8324"/>
                    <a:pt x="8594" y="8342"/>
                  </a:cubicBezTo>
                  <a:cubicBezTo>
                    <a:pt x="8586" y="8382"/>
                    <a:pt x="8562" y="8423"/>
                    <a:pt x="8529" y="8455"/>
                  </a:cubicBezTo>
                  <a:lnTo>
                    <a:pt x="8497" y="8407"/>
                  </a:lnTo>
                  <a:cubicBezTo>
                    <a:pt x="8473" y="8366"/>
                    <a:pt x="8521" y="8334"/>
                    <a:pt x="8521" y="8334"/>
                  </a:cubicBezTo>
                  <a:cubicBezTo>
                    <a:pt x="8521" y="8334"/>
                    <a:pt x="8540" y="8318"/>
                    <a:pt x="8561" y="8318"/>
                  </a:cubicBezTo>
                  <a:close/>
                  <a:moveTo>
                    <a:pt x="8919" y="8707"/>
                  </a:moveTo>
                  <a:lnTo>
                    <a:pt x="8943" y="8755"/>
                  </a:lnTo>
                  <a:lnTo>
                    <a:pt x="8927" y="8828"/>
                  </a:lnTo>
                  <a:lnTo>
                    <a:pt x="8894" y="8788"/>
                  </a:lnTo>
                  <a:cubicBezTo>
                    <a:pt x="8862" y="8739"/>
                    <a:pt x="8862" y="8739"/>
                    <a:pt x="8919" y="8707"/>
                  </a:cubicBezTo>
                  <a:close/>
                  <a:moveTo>
                    <a:pt x="9054" y="8833"/>
                  </a:moveTo>
                  <a:cubicBezTo>
                    <a:pt x="9038" y="8833"/>
                    <a:pt x="9038" y="8847"/>
                    <a:pt x="9089" y="8853"/>
                  </a:cubicBezTo>
                  <a:cubicBezTo>
                    <a:pt x="9077" y="8838"/>
                    <a:pt x="9063" y="8833"/>
                    <a:pt x="9054" y="8833"/>
                  </a:cubicBezTo>
                  <a:close/>
                  <a:moveTo>
                    <a:pt x="9556" y="9162"/>
                  </a:moveTo>
                  <a:cubicBezTo>
                    <a:pt x="9554" y="9162"/>
                    <a:pt x="9546" y="9171"/>
                    <a:pt x="9539" y="9190"/>
                  </a:cubicBezTo>
                  <a:lnTo>
                    <a:pt x="9539" y="9190"/>
                  </a:lnTo>
                  <a:cubicBezTo>
                    <a:pt x="9555" y="9173"/>
                    <a:pt x="9558" y="9162"/>
                    <a:pt x="9556" y="9162"/>
                  </a:cubicBezTo>
                  <a:close/>
                  <a:moveTo>
                    <a:pt x="9539" y="9190"/>
                  </a:moveTo>
                  <a:cubicBezTo>
                    <a:pt x="9532" y="9198"/>
                    <a:pt x="9523" y="9206"/>
                    <a:pt x="9511" y="9216"/>
                  </a:cubicBezTo>
                  <a:lnTo>
                    <a:pt x="9511" y="9216"/>
                  </a:lnTo>
                  <a:cubicBezTo>
                    <a:pt x="9519" y="9212"/>
                    <a:pt x="9526" y="9207"/>
                    <a:pt x="9535" y="9201"/>
                  </a:cubicBezTo>
                  <a:cubicBezTo>
                    <a:pt x="9536" y="9197"/>
                    <a:pt x="9537" y="9194"/>
                    <a:pt x="9539" y="9190"/>
                  </a:cubicBezTo>
                  <a:close/>
                  <a:moveTo>
                    <a:pt x="9210" y="9153"/>
                  </a:moveTo>
                  <a:lnTo>
                    <a:pt x="9243" y="9201"/>
                  </a:lnTo>
                  <a:lnTo>
                    <a:pt x="9227" y="9274"/>
                  </a:lnTo>
                  <a:lnTo>
                    <a:pt x="9194" y="9234"/>
                  </a:lnTo>
                  <a:cubicBezTo>
                    <a:pt x="9162" y="9185"/>
                    <a:pt x="9162" y="9185"/>
                    <a:pt x="9210" y="9153"/>
                  </a:cubicBezTo>
                  <a:close/>
                  <a:moveTo>
                    <a:pt x="9416" y="9479"/>
                  </a:moveTo>
                  <a:cubicBezTo>
                    <a:pt x="9428" y="9479"/>
                    <a:pt x="9436" y="9491"/>
                    <a:pt x="9454" y="9517"/>
                  </a:cubicBezTo>
                  <a:cubicBezTo>
                    <a:pt x="9494" y="9580"/>
                    <a:pt x="9505" y="9599"/>
                    <a:pt x="9481" y="9599"/>
                  </a:cubicBezTo>
                  <a:cubicBezTo>
                    <a:pt x="9471" y="9599"/>
                    <a:pt x="9454" y="9595"/>
                    <a:pt x="9429" y="9590"/>
                  </a:cubicBezTo>
                  <a:cubicBezTo>
                    <a:pt x="9348" y="9582"/>
                    <a:pt x="9324" y="9534"/>
                    <a:pt x="9373" y="9501"/>
                  </a:cubicBezTo>
                  <a:cubicBezTo>
                    <a:pt x="9395" y="9487"/>
                    <a:pt x="9407" y="9479"/>
                    <a:pt x="9416" y="9479"/>
                  </a:cubicBezTo>
                  <a:close/>
                  <a:moveTo>
                    <a:pt x="9334" y="10049"/>
                  </a:moveTo>
                  <a:cubicBezTo>
                    <a:pt x="9348" y="10049"/>
                    <a:pt x="9362" y="10055"/>
                    <a:pt x="9373" y="10069"/>
                  </a:cubicBezTo>
                  <a:lnTo>
                    <a:pt x="9348" y="10150"/>
                  </a:lnTo>
                  <a:lnTo>
                    <a:pt x="9267" y="10134"/>
                  </a:lnTo>
                  <a:lnTo>
                    <a:pt x="9243" y="10085"/>
                  </a:lnTo>
                  <a:cubicBezTo>
                    <a:pt x="9275" y="10069"/>
                    <a:pt x="9307" y="10049"/>
                    <a:pt x="9334" y="10049"/>
                  </a:cubicBezTo>
                  <a:close/>
                  <a:moveTo>
                    <a:pt x="9721" y="10559"/>
                  </a:moveTo>
                  <a:cubicBezTo>
                    <a:pt x="9734" y="10559"/>
                    <a:pt x="9749" y="10564"/>
                    <a:pt x="9762" y="10579"/>
                  </a:cubicBezTo>
                  <a:lnTo>
                    <a:pt x="9737" y="10661"/>
                  </a:lnTo>
                  <a:cubicBezTo>
                    <a:pt x="9726" y="10666"/>
                    <a:pt x="9715" y="10669"/>
                    <a:pt x="9704" y="10669"/>
                  </a:cubicBezTo>
                  <a:cubicBezTo>
                    <a:pt x="9684" y="10669"/>
                    <a:pt x="9667" y="10660"/>
                    <a:pt x="9656" y="10644"/>
                  </a:cubicBezTo>
                  <a:cubicBezTo>
                    <a:pt x="9624" y="10604"/>
                    <a:pt x="9624" y="10604"/>
                    <a:pt x="9681" y="10571"/>
                  </a:cubicBezTo>
                  <a:cubicBezTo>
                    <a:pt x="9681" y="10571"/>
                    <a:pt x="9699" y="10559"/>
                    <a:pt x="9721" y="10559"/>
                  </a:cubicBezTo>
                  <a:close/>
                  <a:moveTo>
                    <a:pt x="12117" y="14370"/>
                  </a:moveTo>
                  <a:cubicBezTo>
                    <a:pt x="12135" y="14370"/>
                    <a:pt x="12151" y="14378"/>
                    <a:pt x="12162" y="14398"/>
                  </a:cubicBezTo>
                  <a:lnTo>
                    <a:pt x="12178" y="14447"/>
                  </a:lnTo>
                  <a:cubicBezTo>
                    <a:pt x="12158" y="14455"/>
                    <a:pt x="12135" y="14459"/>
                    <a:pt x="12113" y="14459"/>
                  </a:cubicBezTo>
                  <a:cubicBezTo>
                    <a:pt x="12091" y="14459"/>
                    <a:pt x="12068" y="14455"/>
                    <a:pt x="12048" y="14447"/>
                  </a:cubicBezTo>
                  <a:lnTo>
                    <a:pt x="12032" y="14398"/>
                  </a:lnTo>
                  <a:cubicBezTo>
                    <a:pt x="12060" y="14384"/>
                    <a:pt x="12091" y="14370"/>
                    <a:pt x="12117" y="14370"/>
                  </a:cubicBezTo>
                  <a:close/>
                  <a:moveTo>
                    <a:pt x="12973" y="16332"/>
                  </a:moveTo>
                  <a:cubicBezTo>
                    <a:pt x="13021" y="16332"/>
                    <a:pt x="13056" y="16422"/>
                    <a:pt x="13078" y="16466"/>
                  </a:cubicBezTo>
                  <a:cubicBezTo>
                    <a:pt x="13062" y="16493"/>
                    <a:pt x="13035" y="16507"/>
                    <a:pt x="13009" y="16507"/>
                  </a:cubicBezTo>
                  <a:cubicBezTo>
                    <a:pt x="12980" y="16507"/>
                    <a:pt x="12953" y="16491"/>
                    <a:pt x="12940" y="16458"/>
                  </a:cubicBezTo>
                  <a:cubicBezTo>
                    <a:pt x="12908" y="16360"/>
                    <a:pt x="12908" y="16360"/>
                    <a:pt x="12956" y="16336"/>
                  </a:cubicBezTo>
                  <a:cubicBezTo>
                    <a:pt x="12962" y="16334"/>
                    <a:pt x="12968" y="16332"/>
                    <a:pt x="12973" y="16332"/>
                  </a:cubicBezTo>
                  <a:close/>
                  <a:moveTo>
                    <a:pt x="14171" y="19968"/>
                  </a:moveTo>
                  <a:cubicBezTo>
                    <a:pt x="14195" y="19968"/>
                    <a:pt x="14213" y="19976"/>
                    <a:pt x="14221" y="20001"/>
                  </a:cubicBezTo>
                  <a:lnTo>
                    <a:pt x="14181" y="20066"/>
                  </a:lnTo>
                  <a:lnTo>
                    <a:pt x="14108" y="20033"/>
                  </a:lnTo>
                  <a:lnTo>
                    <a:pt x="14091" y="19984"/>
                  </a:lnTo>
                  <a:cubicBezTo>
                    <a:pt x="14120" y="19976"/>
                    <a:pt x="14148" y="19968"/>
                    <a:pt x="14171" y="19968"/>
                  </a:cubicBezTo>
                  <a:close/>
                  <a:moveTo>
                    <a:pt x="14013" y="20731"/>
                  </a:moveTo>
                  <a:cubicBezTo>
                    <a:pt x="14039" y="20731"/>
                    <a:pt x="14058" y="20741"/>
                    <a:pt x="14067" y="20771"/>
                  </a:cubicBezTo>
                  <a:lnTo>
                    <a:pt x="14083" y="20820"/>
                  </a:lnTo>
                  <a:cubicBezTo>
                    <a:pt x="14070" y="20822"/>
                    <a:pt x="14057" y="20823"/>
                    <a:pt x="14044" y="20823"/>
                  </a:cubicBezTo>
                  <a:cubicBezTo>
                    <a:pt x="14010" y="20823"/>
                    <a:pt x="13977" y="20815"/>
                    <a:pt x="13954" y="20803"/>
                  </a:cubicBezTo>
                  <a:lnTo>
                    <a:pt x="13937" y="20747"/>
                  </a:lnTo>
                  <a:cubicBezTo>
                    <a:pt x="13964" y="20739"/>
                    <a:pt x="13991" y="20731"/>
                    <a:pt x="14013" y="20731"/>
                  </a:cubicBezTo>
                  <a:close/>
                  <a:moveTo>
                    <a:pt x="14662" y="21506"/>
                  </a:moveTo>
                  <a:cubicBezTo>
                    <a:pt x="14695" y="21506"/>
                    <a:pt x="14726" y="21515"/>
                    <a:pt x="14756" y="21533"/>
                  </a:cubicBezTo>
                  <a:cubicBezTo>
                    <a:pt x="14772" y="21582"/>
                    <a:pt x="14643" y="21557"/>
                    <a:pt x="14586" y="21574"/>
                  </a:cubicBezTo>
                  <a:cubicBezTo>
                    <a:pt x="14570" y="21525"/>
                    <a:pt x="14570" y="21525"/>
                    <a:pt x="14626" y="21509"/>
                  </a:cubicBezTo>
                  <a:cubicBezTo>
                    <a:pt x="14639" y="21507"/>
                    <a:pt x="14650" y="21506"/>
                    <a:pt x="14662" y="21506"/>
                  </a:cubicBezTo>
                  <a:close/>
                  <a:moveTo>
                    <a:pt x="15018" y="22750"/>
                  </a:moveTo>
                  <a:cubicBezTo>
                    <a:pt x="15042" y="22750"/>
                    <a:pt x="15060" y="22760"/>
                    <a:pt x="15064" y="22790"/>
                  </a:cubicBezTo>
                  <a:lnTo>
                    <a:pt x="15024" y="22855"/>
                  </a:lnTo>
                  <a:lnTo>
                    <a:pt x="14951" y="22814"/>
                  </a:lnTo>
                  <a:lnTo>
                    <a:pt x="14943" y="22765"/>
                  </a:lnTo>
                  <a:cubicBezTo>
                    <a:pt x="14969" y="22758"/>
                    <a:pt x="14996" y="22750"/>
                    <a:pt x="15018" y="22750"/>
                  </a:cubicBezTo>
                  <a:close/>
                  <a:moveTo>
                    <a:pt x="15615" y="26205"/>
                  </a:moveTo>
                  <a:cubicBezTo>
                    <a:pt x="15648" y="26205"/>
                    <a:pt x="15675" y="26213"/>
                    <a:pt x="15680" y="26244"/>
                  </a:cubicBezTo>
                  <a:lnTo>
                    <a:pt x="15632" y="26308"/>
                  </a:lnTo>
                  <a:lnTo>
                    <a:pt x="15559" y="26268"/>
                  </a:lnTo>
                  <a:lnTo>
                    <a:pt x="15551" y="26211"/>
                  </a:lnTo>
                  <a:cubicBezTo>
                    <a:pt x="15572" y="26208"/>
                    <a:pt x="15595" y="26205"/>
                    <a:pt x="15615" y="26205"/>
                  </a:cubicBezTo>
                  <a:close/>
                  <a:moveTo>
                    <a:pt x="15722" y="26567"/>
                  </a:moveTo>
                  <a:cubicBezTo>
                    <a:pt x="15738" y="26567"/>
                    <a:pt x="15740" y="26580"/>
                    <a:pt x="15745" y="26617"/>
                  </a:cubicBezTo>
                  <a:cubicBezTo>
                    <a:pt x="15721" y="26649"/>
                    <a:pt x="15680" y="26681"/>
                    <a:pt x="15640" y="26690"/>
                  </a:cubicBezTo>
                  <a:cubicBezTo>
                    <a:pt x="15633" y="26691"/>
                    <a:pt x="15627" y="26692"/>
                    <a:pt x="15622" y="26692"/>
                  </a:cubicBezTo>
                  <a:cubicBezTo>
                    <a:pt x="15581" y="26692"/>
                    <a:pt x="15580" y="26641"/>
                    <a:pt x="15680" y="26576"/>
                  </a:cubicBezTo>
                  <a:cubicBezTo>
                    <a:pt x="15700" y="26570"/>
                    <a:pt x="15713" y="26567"/>
                    <a:pt x="15722" y="26567"/>
                  </a:cubicBezTo>
                  <a:close/>
                  <a:moveTo>
                    <a:pt x="15280" y="26735"/>
                  </a:moveTo>
                  <a:cubicBezTo>
                    <a:pt x="15280" y="26735"/>
                    <a:pt x="15281" y="26742"/>
                    <a:pt x="15283" y="26754"/>
                  </a:cubicBezTo>
                  <a:cubicBezTo>
                    <a:pt x="15284" y="26755"/>
                    <a:pt x="15284" y="26755"/>
                    <a:pt x="15284" y="26755"/>
                  </a:cubicBezTo>
                  <a:lnTo>
                    <a:pt x="15284" y="26755"/>
                  </a:lnTo>
                  <a:cubicBezTo>
                    <a:pt x="15282" y="26742"/>
                    <a:pt x="15280" y="26735"/>
                    <a:pt x="15280" y="26735"/>
                  </a:cubicBezTo>
                  <a:close/>
                  <a:moveTo>
                    <a:pt x="15971" y="27457"/>
                  </a:moveTo>
                  <a:cubicBezTo>
                    <a:pt x="16003" y="27457"/>
                    <a:pt x="15965" y="27514"/>
                    <a:pt x="15972" y="27565"/>
                  </a:cubicBezTo>
                  <a:cubicBezTo>
                    <a:pt x="15952" y="27589"/>
                    <a:pt x="15940" y="27603"/>
                    <a:pt x="15932" y="27603"/>
                  </a:cubicBezTo>
                  <a:cubicBezTo>
                    <a:pt x="15921" y="27603"/>
                    <a:pt x="15917" y="27577"/>
                    <a:pt x="15907" y="27517"/>
                  </a:cubicBezTo>
                  <a:cubicBezTo>
                    <a:pt x="15899" y="27468"/>
                    <a:pt x="15956" y="27460"/>
                    <a:pt x="15956" y="27460"/>
                  </a:cubicBezTo>
                  <a:cubicBezTo>
                    <a:pt x="15962" y="27458"/>
                    <a:pt x="15967" y="27457"/>
                    <a:pt x="15971" y="27457"/>
                  </a:cubicBezTo>
                  <a:close/>
                  <a:moveTo>
                    <a:pt x="17189" y="27573"/>
                  </a:moveTo>
                  <a:cubicBezTo>
                    <a:pt x="17132" y="27581"/>
                    <a:pt x="17132" y="27581"/>
                    <a:pt x="17140" y="27638"/>
                  </a:cubicBezTo>
                  <a:cubicBezTo>
                    <a:pt x="17180" y="27662"/>
                    <a:pt x="17221" y="27671"/>
                    <a:pt x="17270" y="27671"/>
                  </a:cubicBezTo>
                  <a:cubicBezTo>
                    <a:pt x="17326" y="27662"/>
                    <a:pt x="17318" y="27606"/>
                    <a:pt x="17189" y="27573"/>
                  </a:cubicBezTo>
                  <a:close/>
                  <a:moveTo>
                    <a:pt x="15259" y="27962"/>
                  </a:moveTo>
                  <a:cubicBezTo>
                    <a:pt x="15194" y="27971"/>
                    <a:pt x="15194" y="27971"/>
                    <a:pt x="15202" y="28019"/>
                  </a:cubicBezTo>
                  <a:cubicBezTo>
                    <a:pt x="15211" y="28080"/>
                    <a:pt x="15215" y="28106"/>
                    <a:pt x="15228" y="28106"/>
                  </a:cubicBezTo>
                  <a:cubicBezTo>
                    <a:pt x="15237" y="28106"/>
                    <a:pt x="15251" y="28092"/>
                    <a:pt x="15275" y="28068"/>
                  </a:cubicBezTo>
                  <a:lnTo>
                    <a:pt x="15259" y="27962"/>
                  </a:lnTo>
                  <a:close/>
                  <a:moveTo>
                    <a:pt x="16136" y="28414"/>
                  </a:moveTo>
                  <a:cubicBezTo>
                    <a:pt x="16153" y="28414"/>
                    <a:pt x="16178" y="28421"/>
                    <a:pt x="16183" y="28457"/>
                  </a:cubicBezTo>
                  <a:cubicBezTo>
                    <a:pt x="16183" y="28498"/>
                    <a:pt x="16167" y="28538"/>
                    <a:pt x="16143" y="28571"/>
                  </a:cubicBezTo>
                  <a:cubicBezTo>
                    <a:pt x="16137" y="28572"/>
                    <a:pt x="16131" y="28573"/>
                    <a:pt x="16126" y="28573"/>
                  </a:cubicBezTo>
                  <a:cubicBezTo>
                    <a:pt x="16100" y="28573"/>
                    <a:pt x="16078" y="28557"/>
                    <a:pt x="16078" y="28530"/>
                  </a:cubicBezTo>
                  <a:cubicBezTo>
                    <a:pt x="16070" y="28473"/>
                    <a:pt x="16062" y="28425"/>
                    <a:pt x="16118" y="28416"/>
                  </a:cubicBezTo>
                  <a:cubicBezTo>
                    <a:pt x="16118" y="28416"/>
                    <a:pt x="16126" y="28414"/>
                    <a:pt x="16136" y="28414"/>
                  </a:cubicBezTo>
                  <a:close/>
                  <a:moveTo>
                    <a:pt x="15835" y="28846"/>
                  </a:moveTo>
                  <a:cubicBezTo>
                    <a:pt x="15830" y="28846"/>
                    <a:pt x="15826" y="28846"/>
                    <a:pt x="15826" y="28846"/>
                  </a:cubicBezTo>
                  <a:cubicBezTo>
                    <a:pt x="15826" y="28846"/>
                    <a:pt x="15762" y="28854"/>
                    <a:pt x="15770" y="28903"/>
                  </a:cubicBezTo>
                  <a:lnTo>
                    <a:pt x="15778" y="28960"/>
                  </a:lnTo>
                  <a:cubicBezTo>
                    <a:pt x="15826" y="28952"/>
                    <a:pt x="15867" y="28919"/>
                    <a:pt x="15891" y="28887"/>
                  </a:cubicBezTo>
                  <a:cubicBezTo>
                    <a:pt x="15885" y="28850"/>
                    <a:pt x="15852" y="28846"/>
                    <a:pt x="15835" y="28846"/>
                  </a:cubicBezTo>
                  <a:close/>
                  <a:moveTo>
                    <a:pt x="16094" y="29398"/>
                  </a:moveTo>
                  <a:lnTo>
                    <a:pt x="16102" y="29454"/>
                  </a:lnTo>
                  <a:lnTo>
                    <a:pt x="16053" y="29519"/>
                  </a:lnTo>
                  <a:lnTo>
                    <a:pt x="16045" y="29462"/>
                  </a:lnTo>
                  <a:cubicBezTo>
                    <a:pt x="16037" y="29414"/>
                    <a:pt x="16037" y="29414"/>
                    <a:pt x="16094" y="29398"/>
                  </a:cubicBezTo>
                  <a:close/>
                  <a:moveTo>
                    <a:pt x="16159" y="29859"/>
                  </a:moveTo>
                  <a:cubicBezTo>
                    <a:pt x="16178" y="29859"/>
                    <a:pt x="16199" y="29862"/>
                    <a:pt x="16224" y="29868"/>
                  </a:cubicBezTo>
                  <a:cubicBezTo>
                    <a:pt x="16232" y="29925"/>
                    <a:pt x="16232" y="29925"/>
                    <a:pt x="16240" y="29981"/>
                  </a:cubicBezTo>
                  <a:cubicBezTo>
                    <a:pt x="16220" y="29984"/>
                    <a:pt x="16199" y="29987"/>
                    <a:pt x="16180" y="29987"/>
                  </a:cubicBezTo>
                  <a:cubicBezTo>
                    <a:pt x="16144" y="29987"/>
                    <a:pt x="16115" y="29977"/>
                    <a:pt x="16110" y="29941"/>
                  </a:cubicBezTo>
                  <a:cubicBezTo>
                    <a:pt x="16058" y="29908"/>
                    <a:pt x="16080" y="29859"/>
                    <a:pt x="16159" y="29859"/>
                  </a:cubicBezTo>
                  <a:close/>
                  <a:moveTo>
                    <a:pt x="16580" y="30257"/>
                  </a:moveTo>
                  <a:cubicBezTo>
                    <a:pt x="16589" y="30306"/>
                    <a:pt x="16653" y="30354"/>
                    <a:pt x="16597" y="30362"/>
                  </a:cubicBezTo>
                  <a:cubicBezTo>
                    <a:pt x="16598" y="30374"/>
                    <a:pt x="16597" y="30379"/>
                    <a:pt x="16593" y="30379"/>
                  </a:cubicBezTo>
                  <a:cubicBezTo>
                    <a:pt x="16578" y="30379"/>
                    <a:pt x="16530" y="30304"/>
                    <a:pt x="16524" y="30265"/>
                  </a:cubicBezTo>
                  <a:lnTo>
                    <a:pt x="16580" y="30257"/>
                  </a:lnTo>
                  <a:close/>
                  <a:moveTo>
                    <a:pt x="16053" y="30768"/>
                  </a:moveTo>
                  <a:lnTo>
                    <a:pt x="15932" y="30784"/>
                  </a:lnTo>
                  <a:lnTo>
                    <a:pt x="15932" y="30784"/>
                  </a:lnTo>
                  <a:lnTo>
                    <a:pt x="15997" y="30776"/>
                  </a:lnTo>
                  <a:lnTo>
                    <a:pt x="16053" y="30768"/>
                  </a:lnTo>
                  <a:close/>
                  <a:moveTo>
                    <a:pt x="16561" y="31353"/>
                  </a:moveTo>
                  <a:cubicBezTo>
                    <a:pt x="16592" y="31353"/>
                    <a:pt x="16616" y="31362"/>
                    <a:pt x="16621" y="31392"/>
                  </a:cubicBezTo>
                  <a:lnTo>
                    <a:pt x="16629" y="31449"/>
                  </a:lnTo>
                  <a:cubicBezTo>
                    <a:pt x="16580" y="31449"/>
                    <a:pt x="16540" y="31441"/>
                    <a:pt x="16507" y="31408"/>
                  </a:cubicBezTo>
                  <a:lnTo>
                    <a:pt x="16499" y="31360"/>
                  </a:lnTo>
                  <a:cubicBezTo>
                    <a:pt x="16521" y="31357"/>
                    <a:pt x="16542" y="31353"/>
                    <a:pt x="16561" y="31353"/>
                  </a:cubicBezTo>
                  <a:close/>
                  <a:moveTo>
                    <a:pt x="16282" y="31788"/>
                  </a:moveTo>
                  <a:cubicBezTo>
                    <a:pt x="16296" y="31788"/>
                    <a:pt x="16327" y="31798"/>
                    <a:pt x="16378" y="31814"/>
                  </a:cubicBezTo>
                  <a:lnTo>
                    <a:pt x="16507" y="31903"/>
                  </a:lnTo>
                  <a:cubicBezTo>
                    <a:pt x="16510" y="31919"/>
                    <a:pt x="16505" y="31925"/>
                    <a:pt x="16492" y="31925"/>
                  </a:cubicBezTo>
                  <a:cubicBezTo>
                    <a:pt x="16466" y="31925"/>
                    <a:pt x="16408" y="31898"/>
                    <a:pt x="16321" y="31870"/>
                  </a:cubicBezTo>
                  <a:cubicBezTo>
                    <a:pt x="16277" y="31811"/>
                    <a:pt x="16259" y="31788"/>
                    <a:pt x="16282" y="31788"/>
                  </a:cubicBezTo>
                  <a:close/>
                  <a:moveTo>
                    <a:pt x="16743" y="32961"/>
                  </a:moveTo>
                  <a:cubicBezTo>
                    <a:pt x="16807" y="32961"/>
                    <a:pt x="16863" y="32992"/>
                    <a:pt x="16897" y="33046"/>
                  </a:cubicBezTo>
                  <a:cubicBezTo>
                    <a:pt x="16903" y="33092"/>
                    <a:pt x="16904" y="33138"/>
                    <a:pt x="16905" y="33154"/>
                  </a:cubicBezTo>
                  <a:lnTo>
                    <a:pt x="16905" y="33154"/>
                  </a:lnTo>
                  <a:lnTo>
                    <a:pt x="16775" y="33062"/>
                  </a:lnTo>
                  <a:cubicBezTo>
                    <a:pt x="16589" y="32981"/>
                    <a:pt x="16589" y="32981"/>
                    <a:pt x="16702" y="32965"/>
                  </a:cubicBezTo>
                  <a:cubicBezTo>
                    <a:pt x="16716" y="32962"/>
                    <a:pt x="16730" y="32961"/>
                    <a:pt x="16743" y="32961"/>
                  </a:cubicBezTo>
                  <a:close/>
                  <a:moveTo>
                    <a:pt x="16621" y="33249"/>
                  </a:moveTo>
                  <a:lnTo>
                    <a:pt x="16686" y="33289"/>
                  </a:lnTo>
                  <a:lnTo>
                    <a:pt x="16637" y="33354"/>
                  </a:lnTo>
                  <a:cubicBezTo>
                    <a:pt x="16633" y="33355"/>
                    <a:pt x="16629" y="33355"/>
                    <a:pt x="16625" y="33355"/>
                  </a:cubicBezTo>
                  <a:cubicBezTo>
                    <a:pt x="16571" y="33355"/>
                    <a:pt x="16564" y="33302"/>
                    <a:pt x="16564" y="33257"/>
                  </a:cubicBezTo>
                  <a:lnTo>
                    <a:pt x="16621" y="33249"/>
                  </a:lnTo>
                  <a:close/>
                  <a:moveTo>
                    <a:pt x="17286" y="35349"/>
                  </a:moveTo>
                  <a:cubicBezTo>
                    <a:pt x="17221" y="35349"/>
                    <a:pt x="17229" y="35405"/>
                    <a:pt x="17237" y="35462"/>
                  </a:cubicBezTo>
                  <a:cubicBezTo>
                    <a:pt x="17192" y="35568"/>
                    <a:pt x="17245" y="35617"/>
                    <a:pt x="17298" y="35617"/>
                  </a:cubicBezTo>
                  <a:cubicBezTo>
                    <a:pt x="17302" y="35617"/>
                    <a:pt x="17306" y="35617"/>
                    <a:pt x="17310" y="35616"/>
                  </a:cubicBezTo>
                  <a:cubicBezTo>
                    <a:pt x="17367" y="35608"/>
                    <a:pt x="17367" y="35551"/>
                    <a:pt x="17351" y="35446"/>
                  </a:cubicBezTo>
                  <a:cubicBezTo>
                    <a:pt x="17343" y="35405"/>
                    <a:pt x="17318" y="35373"/>
                    <a:pt x="17286" y="35349"/>
                  </a:cubicBezTo>
                  <a:close/>
                  <a:moveTo>
                    <a:pt x="17179" y="35753"/>
                  </a:moveTo>
                  <a:cubicBezTo>
                    <a:pt x="17202" y="35753"/>
                    <a:pt x="17237" y="35777"/>
                    <a:pt x="17278" y="35835"/>
                  </a:cubicBezTo>
                  <a:cubicBezTo>
                    <a:pt x="17278" y="35892"/>
                    <a:pt x="17286" y="35940"/>
                    <a:pt x="17286" y="35940"/>
                  </a:cubicBezTo>
                  <a:cubicBezTo>
                    <a:pt x="17284" y="35941"/>
                    <a:pt x="17281" y="35941"/>
                    <a:pt x="17279" y="35941"/>
                  </a:cubicBezTo>
                  <a:cubicBezTo>
                    <a:pt x="17223" y="35941"/>
                    <a:pt x="17156" y="35849"/>
                    <a:pt x="17148" y="35795"/>
                  </a:cubicBezTo>
                  <a:cubicBezTo>
                    <a:pt x="17148" y="35769"/>
                    <a:pt x="17159" y="35753"/>
                    <a:pt x="17179" y="35753"/>
                  </a:cubicBezTo>
                  <a:close/>
                  <a:moveTo>
                    <a:pt x="17026" y="38738"/>
                  </a:moveTo>
                  <a:cubicBezTo>
                    <a:pt x="16970" y="38746"/>
                    <a:pt x="16970" y="38746"/>
                    <a:pt x="16978" y="38802"/>
                  </a:cubicBezTo>
                  <a:lnTo>
                    <a:pt x="16978" y="38851"/>
                  </a:lnTo>
                  <a:lnTo>
                    <a:pt x="17034" y="38794"/>
                  </a:lnTo>
                  <a:lnTo>
                    <a:pt x="17026" y="38738"/>
                  </a:lnTo>
                  <a:close/>
                  <a:moveTo>
                    <a:pt x="17343" y="38819"/>
                  </a:moveTo>
                  <a:lnTo>
                    <a:pt x="17343" y="38867"/>
                  </a:lnTo>
                  <a:cubicBezTo>
                    <a:pt x="17306" y="38873"/>
                    <a:pt x="17320" y="38894"/>
                    <a:pt x="17349" y="38894"/>
                  </a:cubicBezTo>
                  <a:cubicBezTo>
                    <a:pt x="17366" y="38894"/>
                    <a:pt x="17387" y="38888"/>
                    <a:pt x="17407" y="38867"/>
                  </a:cubicBezTo>
                  <a:lnTo>
                    <a:pt x="17521" y="38851"/>
                  </a:lnTo>
                  <a:lnTo>
                    <a:pt x="17521" y="38851"/>
                  </a:lnTo>
                  <a:cubicBezTo>
                    <a:pt x="17521" y="38916"/>
                    <a:pt x="17472" y="38965"/>
                    <a:pt x="17416" y="38973"/>
                  </a:cubicBezTo>
                  <a:cubicBezTo>
                    <a:pt x="17366" y="39001"/>
                    <a:pt x="17338" y="39017"/>
                    <a:pt x="17321" y="39017"/>
                  </a:cubicBezTo>
                  <a:cubicBezTo>
                    <a:pt x="17300" y="39017"/>
                    <a:pt x="17298" y="38991"/>
                    <a:pt x="17294" y="38932"/>
                  </a:cubicBezTo>
                  <a:cubicBezTo>
                    <a:pt x="17286" y="38875"/>
                    <a:pt x="17278" y="38827"/>
                    <a:pt x="17343" y="38819"/>
                  </a:cubicBezTo>
                  <a:close/>
                  <a:moveTo>
                    <a:pt x="17399" y="39459"/>
                  </a:moveTo>
                  <a:cubicBezTo>
                    <a:pt x="17432" y="39492"/>
                    <a:pt x="17464" y="39524"/>
                    <a:pt x="17472" y="39565"/>
                  </a:cubicBezTo>
                  <a:lnTo>
                    <a:pt x="17416" y="39621"/>
                  </a:lnTo>
                  <a:cubicBezTo>
                    <a:pt x="17412" y="39622"/>
                    <a:pt x="17408" y="39622"/>
                    <a:pt x="17405" y="39622"/>
                  </a:cubicBezTo>
                  <a:cubicBezTo>
                    <a:pt x="17358" y="39622"/>
                    <a:pt x="17351" y="39570"/>
                    <a:pt x="17351" y="39524"/>
                  </a:cubicBezTo>
                  <a:cubicBezTo>
                    <a:pt x="17343" y="39467"/>
                    <a:pt x="17343" y="39467"/>
                    <a:pt x="17399" y="39459"/>
                  </a:cubicBezTo>
                  <a:close/>
                  <a:moveTo>
                    <a:pt x="18309" y="39543"/>
                  </a:moveTo>
                  <a:cubicBezTo>
                    <a:pt x="18291" y="39543"/>
                    <a:pt x="18271" y="39546"/>
                    <a:pt x="18251" y="39548"/>
                  </a:cubicBezTo>
                  <a:lnTo>
                    <a:pt x="18251" y="39597"/>
                  </a:lnTo>
                  <a:cubicBezTo>
                    <a:pt x="18291" y="39621"/>
                    <a:pt x="18332" y="39638"/>
                    <a:pt x="18380" y="39638"/>
                  </a:cubicBezTo>
                  <a:lnTo>
                    <a:pt x="18372" y="39589"/>
                  </a:lnTo>
                  <a:cubicBezTo>
                    <a:pt x="18367" y="39552"/>
                    <a:pt x="18341" y="39543"/>
                    <a:pt x="18309" y="39543"/>
                  </a:cubicBezTo>
                  <a:close/>
                  <a:moveTo>
                    <a:pt x="672" y="1"/>
                  </a:moveTo>
                  <a:cubicBezTo>
                    <a:pt x="637" y="1"/>
                    <a:pt x="610" y="40"/>
                    <a:pt x="584" y="80"/>
                  </a:cubicBezTo>
                  <a:lnTo>
                    <a:pt x="495" y="23"/>
                  </a:lnTo>
                  <a:cubicBezTo>
                    <a:pt x="486" y="15"/>
                    <a:pt x="477" y="11"/>
                    <a:pt x="467" y="11"/>
                  </a:cubicBezTo>
                  <a:cubicBezTo>
                    <a:pt x="450" y="11"/>
                    <a:pt x="432" y="24"/>
                    <a:pt x="422" y="39"/>
                  </a:cubicBezTo>
                  <a:cubicBezTo>
                    <a:pt x="408" y="59"/>
                    <a:pt x="393" y="67"/>
                    <a:pt x="376" y="67"/>
                  </a:cubicBezTo>
                  <a:cubicBezTo>
                    <a:pt x="351" y="67"/>
                    <a:pt x="324" y="51"/>
                    <a:pt x="300" y="31"/>
                  </a:cubicBezTo>
                  <a:cubicBezTo>
                    <a:pt x="312" y="13"/>
                    <a:pt x="308" y="4"/>
                    <a:pt x="300" y="4"/>
                  </a:cubicBezTo>
                  <a:cubicBezTo>
                    <a:pt x="285" y="4"/>
                    <a:pt x="257" y="29"/>
                    <a:pt x="268" y="80"/>
                  </a:cubicBezTo>
                  <a:cubicBezTo>
                    <a:pt x="242" y="119"/>
                    <a:pt x="216" y="163"/>
                    <a:pt x="182" y="163"/>
                  </a:cubicBezTo>
                  <a:cubicBezTo>
                    <a:pt x="173" y="163"/>
                    <a:pt x="164" y="160"/>
                    <a:pt x="154" y="153"/>
                  </a:cubicBezTo>
                  <a:lnTo>
                    <a:pt x="97" y="250"/>
                  </a:lnTo>
                  <a:cubicBezTo>
                    <a:pt x="32" y="356"/>
                    <a:pt x="0" y="404"/>
                    <a:pt x="57" y="518"/>
                  </a:cubicBezTo>
                  <a:cubicBezTo>
                    <a:pt x="163" y="643"/>
                    <a:pt x="245" y="753"/>
                    <a:pt x="307" y="753"/>
                  </a:cubicBezTo>
                  <a:cubicBezTo>
                    <a:pt x="325" y="753"/>
                    <a:pt x="342" y="743"/>
                    <a:pt x="357" y="721"/>
                  </a:cubicBezTo>
                  <a:cubicBezTo>
                    <a:pt x="374" y="717"/>
                    <a:pt x="390" y="715"/>
                    <a:pt x="407" y="715"/>
                  </a:cubicBezTo>
                  <a:cubicBezTo>
                    <a:pt x="431" y="715"/>
                    <a:pt x="455" y="719"/>
                    <a:pt x="478" y="729"/>
                  </a:cubicBezTo>
                  <a:cubicBezTo>
                    <a:pt x="511" y="761"/>
                    <a:pt x="527" y="802"/>
                    <a:pt x="535" y="842"/>
                  </a:cubicBezTo>
                  <a:cubicBezTo>
                    <a:pt x="503" y="891"/>
                    <a:pt x="673" y="1004"/>
                    <a:pt x="892" y="1150"/>
                  </a:cubicBezTo>
                  <a:cubicBezTo>
                    <a:pt x="1151" y="1329"/>
                    <a:pt x="1273" y="1434"/>
                    <a:pt x="1281" y="1507"/>
                  </a:cubicBezTo>
                  <a:cubicBezTo>
                    <a:pt x="1281" y="1547"/>
                    <a:pt x="1297" y="1588"/>
                    <a:pt x="1330" y="1620"/>
                  </a:cubicBezTo>
                  <a:cubicBezTo>
                    <a:pt x="1333" y="1615"/>
                    <a:pt x="1339" y="1613"/>
                    <a:pt x="1347" y="1613"/>
                  </a:cubicBezTo>
                  <a:cubicBezTo>
                    <a:pt x="1415" y="1613"/>
                    <a:pt x="1644" y="1789"/>
                    <a:pt x="1905" y="1985"/>
                  </a:cubicBezTo>
                  <a:cubicBezTo>
                    <a:pt x="2176" y="2188"/>
                    <a:pt x="2432" y="2411"/>
                    <a:pt x="2501" y="2411"/>
                  </a:cubicBezTo>
                  <a:cubicBezTo>
                    <a:pt x="2506" y="2411"/>
                    <a:pt x="2510" y="2410"/>
                    <a:pt x="2513" y="2407"/>
                  </a:cubicBezTo>
                  <a:lnTo>
                    <a:pt x="2595" y="2472"/>
                  </a:lnTo>
                  <a:cubicBezTo>
                    <a:pt x="2554" y="2520"/>
                    <a:pt x="2635" y="2585"/>
                    <a:pt x="2716" y="2650"/>
                  </a:cubicBezTo>
                  <a:cubicBezTo>
                    <a:pt x="2789" y="2666"/>
                    <a:pt x="2854" y="2699"/>
                    <a:pt x="2911" y="2747"/>
                  </a:cubicBezTo>
                  <a:cubicBezTo>
                    <a:pt x="2870" y="2788"/>
                    <a:pt x="2911" y="2829"/>
                    <a:pt x="2992" y="2893"/>
                  </a:cubicBezTo>
                  <a:cubicBezTo>
                    <a:pt x="3048" y="2938"/>
                    <a:pt x="3085" y="2972"/>
                    <a:pt x="3115" y="2972"/>
                  </a:cubicBezTo>
                  <a:cubicBezTo>
                    <a:pt x="3129" y="2972"/>
                    <a:pt x="3142" y="2965"/>
                    <a:pt x="3154" y="2950"/>
                  </a:cubicBezTo>
                  <a:cubicBezTo>
                    <a:pt x="3195" y="2983"/>
                    <a:pt x="3470" y="3226"/>
                    <a:pt x="3543" y="3388"/>
                  </a:cubicBezTo>
                  <a:cubicBezTo>
                    <a:pt x="3537" y="3443"/>
                    <a:pt x="3581" y="3456"/>
                    <a:pt x="3638" y="3456"/>
                  </a:cubicBezTo>
                  <a:cubicBezTo>
                    <a:pt x="3657" y="3456"/>
                    <a:pt x="3677" y="3455"/>
                    <a:pt x="3697" y="3453"/>
                  </a:cubicBezTo>
                  <a:cubicBezTo>
                    <a:pt x="3720" y="3425"/>
                    <a:pt x="3751" y="3411"/>
                    <a:pt x="3782" y="3411"/>
                  </a:cubicBezTo>
                  <a:cubicBezTo>
                    <a:pt x="3806" y="3411"/>
                    <a:pt x="3830" y="3419"/>
                    <a:pt x="3851" y="3437"/>
                  </a:cubicBezTo>
                  <a:lnTo>
                    <a:pt x="3770" y="3526"/>
                  </a:lnTo>
                  <a:cubicBezTo>
                    <a:pt x="3689" y="3526"/>
                    <a:pt x="3689" y="3526"/>
                    <a:pt x="3770" y="3599"/>
                  </a:cubicBezTo>
                  <a:lnTo>
                    <a:pt x="3843" y="3672"/>
                  </a:lnTo>
                  <a:cubicBezTo>
                    <a:pt x="3847" y="3668"/>
                    <a:pt x="3852" y="3666"/>
                    <a:pt x="3859" y="3666"/>
                  </a:cubicBezTo>
                  <a:cubicBezTo>
                    <a:pt x="3921" y="3666"/>
                    <a:pt x="4104" y="3834"/>
                    <a:pt x="4346" y="4069"/>
                  </a:cubicBezTo>
                  <a:cubicBezTo>
                    <a:pt x="4636" y="4366"/>
                    <a:pt x="4753" y="4490"/>
                    <a:pt x="4805" y="4490"/>
                  </a:cubicBezTo>
                  <a:cubicBezTo>
                    <a:pt x="4813" y="4490"/>
                    <a:pt x="4819" y="4488"/>
                    <a:pt x="4824" y="4482"/>
                  </a:cubicBezTo>
                  <a:cubicBezTo>
                    <a:pt x="4836" y="4472"/>
                    <a:pt x="4848" y="4467"/>
                    <a:pt x="4859" y="4467"/>
                  </a:cubicBezTo>
                  <a:cubicBezTo>
                    <a:pt x="4891" y="4467"/>
                    <a:pt x="4922" y="4515"/>
                    <a:pt x="4970" y="4637"/>
                  </a:cubicBezTo>
                  <a:cubicBezTo>
                    <a:pt x="5059" y="4985"/>
                    <a:pt x="5059" y="4985"/>
                    <a:pt x="5140" y="4985"/>
                  </a:cubicBezTo>
                  <a:cubicBezTo>
                    <a:pt x="5100" y="4945"/>
                    <a:pt x="5148" y="4904"/>
                    <a:pt x="5189" y="4864"/>
                  </a:cubicBezTo>
                  <a:cubicBezTo>
                    <a:pt x="5221" y="4834"/>
                    <a:pt x="5246" y="4821"/>
                    <a:pt x="5262" y="4821"/>
                  </a:cubicBezTo>
                  <a:cubicBezTo>
                    <a:pt x="5291" y="4821"/>
                    <a:pt x="5293" y="4864"/>
                    <a:pt x="5262" y="4937"/>
                  </a:cubicBezTo>
                  <a:cubicBezTo>
                    <a:pt x="5184" y="5015"/>
                    <a:pt x="5709" y="5531"/>
                    <a:pt x="5856" y="5531"/>
                  </a:cubicBezTo>
                  <a:cubicBezTo>
                    <a:pt x="5861" y="5531"/>
                    <a:pt x="5866" y="5530"/>
                    <a:pt x="5870" y="5528"/>
                  </a:cubicBezTo>
                  <a:lnTo>
                    <a:pt x="5870" y="5528"/>
                  </a:lnTo>
                  <a:lnTo>
                    <a:pt x="5830" y="5569"/>
                  </a:lnTo>
                  <a:cubicBezTo>
                    <a:pt x="5781" y="5609"/>
                    <a:pt x="5813" y="5650"/>
                    <a:pt x="5951" y="5812"/>
                  </a:cubicBezTo>
                  <a:lnTo>
                    <a:pt x="6057" y="5926"/>
                  </a:lnTo>
                  <a:cubicBezTo>
                    <a:pt x="6067" y="5917"/>
                    <a:pt x="6078" y="5913"/>
                    <a:pt x="6090" y="5913"/>
                  </a:cubicBezTo>
                  <a:cubicBezTo>
                    <a:pt x="6182" y="5913"/>
                    <a:pt x="6310" y="6133"/>
                    <a:pt x="6267" y="6169"/>
                  </a:cubicBezTo>
                  <a:cubicBezTo>
                    <a:pt x="6251" y="6250"/>
                    <a:pt x="6259" y="6242"/>
                    <a:pt x="6324" y="6331"/>
                  </a:cubicBezTo>
                  <a:cubicBezTo>
                    <a:pt x="6511" y="6372"/>
                    <a:pt x="6632" y="6623"/>
                    <a:pt x="6584" y="6655"/>
                  </a:cubicBezTo>
                  <a:lnTo>
                    <a:pt x="6648" y="6745"/>
                  </a:lnTo>
                  <a:cubicBezTo>
                    <a:pt x="6730" y="6745"/>
                    <a:pt x="6794" y="6826"/>
                    <a:pt x="6827" y="6866"/>
                  </a:cubicBezTo>
                  <a:cubicBezTo>
                    <a:pt x="6890" y="6951"/>
                    <a:pt x="6929" y="6997"/>
                    <a:pt x="6951" y="6997"/>
                  </a:cubicBezTo>
                  <a:cubicBezTo>
                    <a:pt x="6963" y="6997"/>
                    <a:pt x="6970" y="6984"/>
                    <a:pt x="6973" y="6955"/>
                  </a:cubicBezTo>
                  <a:cubicBezTo>
                    <a:pt x="7006" y="6928"/>
                    <a:pt x="7038" y="6904"/>
                    <a:pt x="7066" y="6904"/>
                  </a:cubicBezTo>
                  <a:cubicBezTo>
                    <a:pt x="7080" y="6904"/>
                    <a:pt x="7092" y="6910"/>
                    <a:pt x="7102" y="6923"/>
                  </a:cubicBezTo>
                  <a:lnTo>
                    <a:pt x="7054" y="6963"/>
                  </a:lnTo>
                  <a:cubicBezTo>
                    <a:pt x="7005" y="6996"/>
                    <a:pt x="7111" y="7117"/>
                    <a:pt x="7240" y="7288"/>
                  </a:cubicBezTo>
                  <a:cubicBezTo>
                    <a:pt x="7402" y="7499"/>
                    <a:pt x="7459" y="7588"/>
                    <a:pt x="7443" y="7661"/>
                  </a:cubicBezTo>
                  <a:lnTo>
                    <a:pt x="7524" y="7669"/>
                  </a:lnTo>
                  <a:cubicBezTo>
                    <a:pt x="7597" y="7677"/>
                    <a:pt x="7629" y="7717"/>
                    <a:pt x="7581" y="7758"/>
                  </a:cubicBezTo>
                  <a:cubicBezTo>
                    <a:pt x="7565" y="7831"/>
                    <a:pt x="7694" y="8001"/>
                    <a:pt x="7800" y="8058"/>
                  </a:cubicBezTo>
                  <a:lnTo>
                    <a:pt x="7865" y="8139"/>
                  </a:lnTo>
                  <a:cubicBezTo>
                    <a:pt x="7805" y="8243"/>
                    <a:pt x="7882" y="8361"/>
                    <a:pt x="7989" y="8361"/>
                  </a:cubicBezTo>
                  <a:cubicBezTo>
                    <a:pt x="7999" y="8361"/>
                    <a:pt x="8009" y="8360"/>
                    <a:pt x="8019" y="8358"/>
                  </a:cubicBezTo>
                  <a:lnTo>
                    <a:pt x="8019" y="8358"/>
                  </a:lnTo>
                  <a:cubicBezTo>
                    <a:pt x="7970" y="8390"/>
                    <a:pt x="8002" y="8431"/>
                    <a:pt x="8035" y="8471"/>
                  </a:cubicBezTo>
                  <a:cubicBezTo>
                    <a:pt x="8148" y="8520"/>
                    <a:pt x="8262" y="8707"/>
                    <a:pt x="8213" y="8739"/>
                  </a:cubicBezTo>
                  <a:lnTo>
                    <a:pt x="8246" y="8780"/>
                  </a:lnTo>
                  <a:cubicBezTo>
                    <a:pt x="8302" y="8788"/>
                    <a:pt x="8359" y="8828"/>
                    <a:pt x="8383" y="8877"/>
                  </a:cubicBezTo>
                  <a:cubicBezTo>
                    <a:pt x="8408" y="8934"/>
                    <a:pt x="8456" y="8966"/>
                    <a:pt x="8521" y="8974"/>
                  </a:cubicBezTo>
                  <a:cubicBezTo>
                    <a:pt x="8562" y="8982"/>
                    <a:pt x="8602" y="8998"/>
                    <a:pt x="8627" y="9031"/>
                  </a:cubicBezTo>
                  <a:cubicBezTo>
                    <a:pt x="8646" y="9055"/>
                    <a:pt x="8625" y="9062"/>
                    <a:pt x="8589" y="9062"/>
                  </a:cubicBezTo>
                  <a:cubicBezTo>
                    <a:pt x="8563" y="9062"/>
                    <a:pt x="8530" y="9059"/>
                    <a:pt x="8497" y="9055"/>
                  </a:cubicBezTo>
                  <a:cubicBezTo>
                    <a:pt x="8479" y="9045"/>
                    <a:pt x="8466" y="9041"/>
                    <a:pt x="8459" y="9041"/>
                  </a:cubicBezTo>
                  <a:cubicBezTo>
                    <a:pt x="8425" y="9041"/>
                    <a:pt x="8513" y="9139"/>
                    <a:pt x="8667" y="9193"/>
                  </a:cubicBezTo>
                  <a:cubicBezTo>
                    <a:pt x="8785" y="9239"/>
                    <a:pt x="8829" y="9256"/>
                    <a:pt x="8805" y="9256"/>
                  </a:cubicBezTo>
                  <a:cubicBezTo>
                    <a:pt x="8792" y="9256"/>
                    <a:pt x="8756" y="9251"/>
                    <a:pt x="8700" y="9242"/>
                  </a:cubicBezTo>
                  <a:cubicBezTo>
                    <a:pt x="8665" y="9238"/>
                    <a:pt x="8630" y="9233"/>
                    <a:pt x="8610" y="9233"/>
                  </a:cubicBezTo>
                  <a:cubicBezTo>
                    <a:pt x="8585" y="9233"/>
                    <a:pt x="8587" y="9242"/>
                    <a:pt x="8651" y="9274"/>
                  </a:cubicBezTo>
                  <a:cubicBezTo>
                    <a:pt x="8651" y="9274"/>
                    <a:pt x="8692" y="9338"/>
                    <a:pt x="8734" y="9338"/>
                  </a:cubicBezTo>
                  <a:cubicBezTo>
                    <a:pt x="8741" y="9338"/>
                    <a:pt x="8749" y="9336"/>
                    <a:pt x="8756" y="9331"/>
                  </a:cubicBezTo>
                  <a:lnTo>
                    <a:pt x="8846" y="9461"/>
                  </a:lnTo>
                  <a:cubicBezTo>
                    <a:pt x="8846" y="9534"/>
                    <a:pt x="8870" y="9607"/>
                    <a:pt x="8910" y="9671"/>
                  </a:cubicBezTo>
                  <a:cubicBezTo>
                    <a:pt x="8992" y="9680"/>
                    <a:pt x="8992" y="9680"/>
                    <a:pt x="8967" y="9761"/>
                  </a:cubicBezTo>
                  <a:cubicBezTo>
                    <a:pt x="8938" y="9780"/>
                    <a:pt x="8938" y="9803"/>
                    <a:pt x="8965" y="9803"/>
                  </a:cubicBezTo>
                  <a:cubicBezTo>
                    <a:pt x="8982" y="9803"/>
                    <a:pt x="9010" y="9794"/>
                    <a:pt x="9048" y="9769"/>
                  </a:cubicBezTo>
                  <a:cubicBezTo>
                    <a:pt x="9129" y="9785"/>
                    <a:pt x="9154" y="9834"/>
                    <a:pt x="9129" y="9907"/>
                  </a:cubicBezTo>
                  <a:cubicBezTo>
                    <a:pt x="9053" y="9957"/>
                    <a:pt x="9052" y="9998"/>
                    <a:pt x="9078" y="9998"/>
                  </a:cubicBezTo>
                  <a:cubicBezTo>
                    <a:pt x="9085" y="9998"/>
                    <a:pt x="9094" y="9995"/>
                    <a:pt x="9105" y="9988"/>
                  </a:cubicBezTo>
                  <a:cubicBezTo>
                    <a:pt x="9154" y="9988"/>
                    <a:pt x="9186" y="10012"/>
                    <a:pt x="9219" y="10044"/>
                  </a:cubicBezTo>
                  <a:cubicBezTo>
                    <a:pt x="9162" y="10077"/>
                    <a:pt x="9413" y="10482"/>
                    <a:pt x="9665" y="10888"/>
                  </a:cubicBezTo>
                  <a:cubicBezTo>
                    <a:pt x="9691" y="10919"/>
                    <a:pt x="9726" y="10933"/>
                    <a:pt x="9762" y="10933"/>
                  </a:cubicBezTo>
                  <a:cubicBezTo>
                    <a:pt x="9782" y="10933"/>
                    <a:pt x="9801" y="10929"/>
                    <a:pt x="9819" y="10920"/>
                  </a:cubicBezTo>
                  <a:cubicBezTo>
                    <a:pt x="9858" y="10896"/>
                    <a:pt x="9876" y="10885"/>
                    <a:pt x="9882" y="10885"/>
                  </a:cubicBezTo>
                  <a:lnTo>
                    <a:pt x="9882" y="10885"/>
                  </a:lnTo>
                  <a:cubicBezTo>
                    <a:pt x="9891" y="10885"/>
                    <a:pt x="9866" y="10915"/>
                    <a:pt x="9851" y="10961"/>
                  </a:cubicBezTo>
                  <a:cubicBezTo>
                    <a:pt x="9766" y="11051"/>
                    <a:pt x="9757" y="11125"/>
                    <a:pt x="9799" y="11125"/>
                  </a:cubicBezTo>
                  <a:cubicBezTo>
                    <a:pt x="9821" y="11125"/>
                    <a:pt x="9855" y="11105"/>
                    <a:pt x="9900" y="11058"/>
                  </a:cubicBezTo>
                  <a:cubicBezTo>
                    <a:pt x="9933" y="11010"/>
                    <a:pt x="9951" y="10984"/>
                    <a:pt x="9956" y="10984"/>
                  </a:cubicBezTo>
                  <a:lnTo>
                    <a:pt x="9956" y="10984"/>
                  </a:lnTo>
                  <a:cubicBezTo>
                    <a:pt x="9963" y="10984"/>
                    <a:pt x="9951" y="11022"/>
                    <a:pt x="9924" y="11106"/>
                  </a:cubicBezTo>
                  <a:cubicBezTo>
                    <a:pt x="9900" y="11179"/>
                    <a:pt x="9900" y="11179"/>
                    <a:pt x="9981" y="11196"/>
                  </a:cubicBezTo>
                  <a:cubicBezTo>
                    <a:pt x="9992" y="11188"/>
                    <a:pt x="10002" y="11185"/>
                    <a:pt x="10010" y="11185"/>
                  </a:cubicBezTo>
                  <a:cubicBezTo>
                    <a:pt x="10037" y="11185"/>
                    <a:pt x="10042" y="11219"/>
                    <a:pt x="10005" y="11244"/>
                  </a:cubicBezTo>
                  <a:cubicBezTo>
                    <a:pt x="9984" y="11308"/>
                    <a:pt x="9963" y="11371"/>
                    <a:pt x="9989" y="11371"/>
                  </a:cubicBezTo>
                  <a:cubicBezTo>
                    <a:pt x="9993" y="11371"/>
                    <a:pt x="9999" y="11369"/>
                    <a:pt x="10005" y="11366"/>
                  </a:cubicBezTo>
                  <a:cubicBezTo>
                    <a:pt x="10021" y="11406"/>
                    <a:pt x="10021" y="11447"/>
                    <a:pt x="10005" y="11488"/>
                  </a:cubicBezTo>
                  <a:cubicBezTo>
                    <a:pt x="9981" y="11561"/>
                    <a:pt x="10054" y="11577"/>
                    <a:pt x="10135" y="11593"/>
                  </a:cubicBezTo>
                  <a:cubicBezTo>
                    <a:pt x="10313" y="11674"/>
                    <a:pt x="10346" y="11723"/>
                    <a:pt x="10216" y="11731"/>
                  </a:cubicBezTo>
                  <a:cubicBezTo>
                    <a:pt x="10091" y="11746"/>
                    <a:pt x="10251" y="11934"/>
                    <a:pt x="10379" y="11934"/>
                  </a:cubicBezTo>
                  <a:cubicBezTo>
                    <a:pt x="10384" y="11934"/>
                    <a:pt x="10389" y="11934"/>
                    <a:pt x="10394" y="11933"/>
                  </a:cubicBezTo>
                  <a:cubicBezTo>
                    <a:pt x="10442" y="11931"/>
                    <a:pt x="10472" y="11929"/>
                    <a:pt x="10489" y="11929"/>
                  </a:cubicBezTo>
                  <a:cubicBezTo>
                    <a:pt x="10517" y="11929"/>
                    <a:pt x="10506" y="11934"/>
                    <a:pt x="10475" y="11950"/>
                  </a:cubicBezTo>
                  <a:cubicBezTo>
                    <a:pt x="10443" y="11966"/>
                    <a:pt x="10435" y="11998"/>
                    <a:pt x="10451" y="12031"/>
                  </a:cubicBezTo>
                  <a:cubicBezTo>
                    <a:pt x="10475" y="12071"/>
                    <a:pt x="10500" y="12120"/>
                    <a:pt x="10443" y="12152"/>
                  </a:cubicBezTo>
                  <a:cubicBezTo>
                    <a:pt x="10483" y="12193"/>
                    <a:pt x="10524" y="12233"/>
                    <a:pt x="10573" y="12266"/>
                  </a:cubicBezTo>
                  <a:cubicBezTo>
                    <a:pt x="10710" y="12298"/>
                    <a:pt x="10759" y="12469"/>
                    <a:pt x="10670" y="12574"/>
                  </a:cubicBezTo>
                  <a:lnTo>
                    <a:pt x="10767" y="12639"/>
                  </a:lnTo>
                  <a:cubicBezTo>
                    <a:pt x="10784" y="12638"/>
                    <a:pt x="10799" y="12637"/>
                    <a:pt x="10814" y="12637"/>
                  </a:cubicBezTo>
                  <a:cubicBezTo>
                    <a:pt x="10914" y="12637"/>
                    <a:pt x="10965" y="12661"/>
                    <a:pt x="10873" y="12704"/>
                  </a:cubicBezTo>
                  <a:lnTo>
                    <a:pt x="10816" y="12736"/>
                  </a:lnTo>
                  <a:cubicBezTo>
                    <a:pt x="10818" y="12736"/>
                    <a:pt x="10821" y="12736"/>
                    <a:pt x="10823" y="12736"/>
                  </a:cubicBezTo>
                  <a:cubicBezTo>
                    <a:pt x="10947" y="12736"/>
                    <a:pt x="10992" y="12948"/>
                    <a:pt x="10889" y="12996"/>
                  </a:cubicBezTo>
                  <a:cubicBezTo>
                    <a:pt x="10832" y="13028"/>
                    <a:pt x="10832" y="13028"/>
                    <a:pt x="10856" y="13069"/>
                  </a:cubicBezTo>
                  <a:lnTo>
                    <a:pt x="10913" y="13044"/>
                  </a:lnTo>
                  <a:cubicBezTo>
                    <a:pt x="10943" y="13029"/>
                    <a:pt x="10977" y="13011"/>
                    <a:pt x="11003" y="13011"/>
                  </a:cubicBezTo>
                  <a:cubicBezTo>
                    <a:pt x="11020" y="13011"/>
                    <a:pt x="11034" y="13018"/>
                    <a:pt x="11043" y="13036"/>
                  </a:cubicBezTo>
                  <a:cubicBezTo>
                    <a:pt x="11067" y="13085"/>
                    <a:pt x="11091" y="13133"/>
                    <a:pt x="11035" y="13158"/>
                  </a:cubicBezTo>
                  <a:cubicBezTo>
                    <a:pt x="11014" y="13221"/>
                    <a:pt x="10987" y="13284"/>
                    <a:pt x="11016" y="13284"/>
                  </a:cubicBezTo>
                  <a:cubicBezTo>
                    <a:pt x="11021" y="13284"/>
                    <a:pt x="11027" y="13283"/>
                    <a:pt x="11035" y="13279"/>
                  </a:cubicBezTo>
                  <a:lnTo>
                    <a:pt x="11035" y="13279"/>
                  </a:lnTo>
                  <a:cubicBezTo>
                    <a:pt x="11051" y="13320"/>
                    <a:pt x="11043" y="13369"/>
                    <a:pt x="11027" y="13401"/>
                  </a:cubicBezTo>
                  <a:lnTo>
                    <a:pt x="11116" y="13596"/>
                  </a:lnTo>
                  <a:cubicBezTo>
                    <a:pt x="11197" y="13612"/>
                    <a:pt x="11237" y="13709"/>
                    <a:pt x="11189" y="13742"/>
                  </a:cubicBezTo>
                  <a:cubicBezTo>
                    <a:pt x="11213" y="13790"/>
                    <a:pt x="11254" y="13831"/>
                    <a:pt x="11310" y="13855"/>
                  </a:cubicBezTo>
                  <a:cubicBezTo>
                    <a:pt x="11351" y="13952"/>
                    <a:pt x="11375" y="14001"/>
                    <a:pt x="11319" y="14025"/>
                  </a:cubicBezTo>
                  <a:cubicBezTo>
                    <a:pt x="11270" y="14050"/>
                    <a:pt x="11270" y="14050"/>
                    <a:pt x="11343" y="14074"/>
                  </a:cubicBezTo>
                  <a:cubicBezTo>
                    <a:pt x="11353" y="14069"/>
                    <a:pt x="11363" y="14067"/>
                    <a:pt x="11371" y="14067"/>
                  </a:cubicBezTo>
                  <a:cubicBezTo>
                    <a:pt x="11408" y="14067"/>
                    <a:pt x="11427" y="14106"/>
                    <a:pt x="11440" y="14139"/>
                  </a:cubicBezTo>
                  <a:lnTo>
                    <a:pt x="11489" y="14236"/>
                  </a:lnTo>
                  <a:cubicBezTo>
                    <a:pt x="11512" y="14226"/>
                    <a:pt x="11526" y="14220"/>
                    <a:pt x="11535" y="14220"/>
                  </a:cubicBezTo>
                  <a:cubicBezTo>
                    <a:pt x="11548" y="14220"/>
                    <a:pt x="11552" y="14232"/>
                    <a:pt x="11562" y="14260"/>
                  </a:cubicBezTo>
                  <a:cubicBezTo>
                    <a:pt x="11586" y="14309"/>
                    <a:pt x="11602" y="14479"/>
                    <a:pt x="11627" y="14528"/>
                  </a:cubicBezTo>
                  <a:cubicBezTo>
                    <a:pt x="11665" y="14613"/>
                    <a:pt x="11680" y="14649"/>
                    <a:pt x="11693" y="14649"/>
                  </a:cubicBezTo>
                  <a:cubicBezTo>
                    <a:pt x="11703" y="14649"/>
                    <a:pt x="11710" y="14631"/>
                    <a:pt x="11724" y="14601"/>
                  </a:cubicBezTo>
                  <a:cubicBezTo>
                    <a:pt x="11713" y="14578"/>
                    <a:pt x="11719" y="14561"/>
                    <a:pt x="11727" y="14561"/>
                  </a:cubicBezTo>
                  <a:cubicBezTo>
                    <a:pt x="11736" y="14561"/>
                    <a:pt x="11749" y="14584"/>
                    <a:pt x="11740" y="14650"/>
                  </a:cubicBezTo>
                  <a:cubicBezTo>
                    <a:pt x="11764" y="14771"/>
                    <a:pt x="11797" y="14893"/>
                    <a:pt x="11837" y="15014"/>
                  </a:cubicBezTo>
                  <a:cubicBezTo>
                    <a:pt x="11897" y="15158"/>
                    <a:pt x="11913" y="15196"/>
                    <a:pt x="11940" y="15196"/>
                  </a:cubicBezTo>
                  <a:cubicBezTo>
                    <a:pt x="11949" y="15196"/>
                    <a:pt x="11960" y="15191"/>
                    <a:pt x="11975" y="15185"/>
                  </a:cubicBezTo>
                  <a:cubicBezTo>
                    <a:pt x="12009" y="15148"/>
                    <a:pt x="12033" y="15132"/>
                    <a:pt x="12044" y="15132"/>
                  </a:cubicBezTo>
                  <a:cubicBezTo>
                    <a:pt x="12061" y="15132"/>
                    <a:pt x="12047" y="15173"/>
                    <a:pt x="11991" y="15233"/>
                  </a:cubicBezTo>
                  <a:cubicBezTo>
                    <a:pt x="11937" y="15356"/>
                    <a:pt x="11945" y="15410"/>
                    <a:pt x="11978" y="15410"/>
                  </a:cubicBezTo>
                  <a:cubicBezTo>
                    <a:pt x="11984" y="15410"/>
                    <a:pt x="11992" y="15408"/>
                    <a:pt x="12000" y="15404"/>
                  </a:cubicBezTo>
                  <a:cubicBezTo>
                    <a:pt x="12081" y="15428"/>
                    <a:pt x="12081" y="15428"/>
                    <a:pt x="12097" y="15477"/>
                  </a:cubicBezTo>
                  <a:cubicBezTo>
                    <a:pt x="12048" y="15501"/>
                    <a:pt x="12064" y="15550"/>
                    <a:pt x="12162" y="15623"/>
                  </a:cubicBezTo>
                  <a:cubicBezTo>
                    <a:pt x="12186" y="15671"/>
                    <a:pt x="12186" y="15671"/>
                    <a:pt x="12129" y="15695"/>
                  </a:cubicBezTo>
                  <a:cubicBezTo>
                    <a:pt x="12129" y="15695"/>
                    <a:pt x="12145" y="15744"/>
                    <a:pt x="12170" y="15793"/>
                  </a:cubicBezTo>
                  <a:cubicBezTo>
                    <a:pt x="12316" y="15841"/>
                    <a:pt x="12381" y="16166"/>
                    <a:pt x="12340" y="16239"/>
                  </a:cubicBezTo>
                  <a:cubicBezTo>
                    <a:pt x="12364" y="16271"/>
                    <a:pt x="12397" y="16304"/>
                    <a:pt x="12437" y="16312"/>
                  </a:cubicBezTo>
                  <a:cubicBezTo>
                    <a:pt x="12567" y="16320"/>
                    <a:pt x="12583" y="16368"/>
                    <a:pt x="12478" y="16409"/>
                  </a:cubicBezTo>
                  <a:cubicBezTo>
                    <a:pt x="12364" y="16458"/>
                    <a:pt x="12364" y="16458"/>
                    <a:pt x="12494" y="16458"/>
                  </a:cubicBezTo>
                  <a:cubicBezTo>
                    <a:pt x="12566" y="16489"/>
                    <a:pt x="12661" y="16725"/>
                    <a:pt x="12541" y="16725"/>
                  </a:cubicBezTo>
                  <a:cubicBezTo>
                    <a:pt x="12539" y="16725"/>
                    <a:pt x="12537" y="16725"/>
                    <a:pt x="12535" y="16725"/>
                  </a:cubicBezTo>
                  <a:lnTo>
                    <a:pt x="12421" y="16774"/>
                  </a:lnTo>
                  <a:cubicBezTo>
                    <a:pt x="12462" y="16782"/>
                    <a:pt x="12494" y="16814"/>
                    <a:pt x="12518" y="16847"/>
                  </a:cubicBezTo>
                  <a:cubicBezTo>
                    <a:pt x="12525" y="16845"/>
                    <a:pt x="12532" y="16844"/>
                    <a:pt x="12537" y="16844"/>
                  </a:cubicBezTo>
                  <a:cubicBezTo>
                    <a:pt x="12580" y="16844"/>
                    <a:pt x="12598" y="16897"/>
                    <a:pt x="12648" y="17025"/>
                  </a:cubicBezTo>
                  <a:cubicBezTo>
                    <a:pt x="12681" y="17122"/>
                    <a:pt x="12810" y="17301"/>
                    <a:pt x="12843" y="17406"/>
                  </a:cubicBezTo>
                  <a:cubicBezTo>
                    <a:pt x="12875" y="17503"/>
                    <a:pt x="12932" y="17658"/>
                    <a:pt x="12891" y="17722"/>
                  </a:cubicBezTo>
                  <a:cubicBezTo>
                    <a:pt x="12908" y="17795"/>
                    <a:pt x="12956" y="17860"/>
                    <a:pt x="13013" y="17909"/>
                  </a:cubicBezTo>
                  <a:cubicBezTo>
                    <a:pt x="13086" y="17933"/>
                    <a:pt x="13127" y="18039"/>
                    <a:pt x="13070" y="18055"/>
                  </a:cubicBezTo>
                  <a:lnTo>
                    <a:pt x="13086" y="18103"/>
                  </a:lnTo>
                  <a:cubicBezTo>
                    <a:pt x="13127" y="18136"/>
                    <a:pt x="13167" y="18185"/>
                    <a:pt x="13191" y="18241"/>
                  </a:cubicBezTo>
                  <a:cubicBezTo>
                    <a:pt x="13135" y="18258"/>
                    <a:pt x="13094" y="18322"/>
                    <a:pt x="13167" y="18355"/>
                  </a:cubicBezTo>
                  <a:cubicBezTo>
                    <a:pt x="13174" y="18353"/>
                    <a:pt x="13179" y="18352"/>
                    <a:pt x="13185" y="18352"/>
                  </a:cubicBezTo>
                  <a:cubicBezTo>
                    <a:pt x="13228" y="18352"/>
                    <a:pt x="13244" y="18406"/>
                    <a:pt x="13272" y="18493"/>
                  </a:cubicBezTo>
                  <a:cubicBezTo>
                    <a:pt x="13256" y="18557"/>
                    <a:pt x="13378" y="19003"/>
                    <a:pt x="13516" y="19441"/>
                  </a:cubicBezTo>
                  <a:cubicBezTo>
                    <a:pt x="13644" y="19867"/>
                    <a:pt x="13773" y="20285"/>
                    <a:pt x="13807" y="20285"/>
                  </a:cubicBezTo>
                  <a:cubicBezTo>
                    <a:pt x="13807" y="20285"/>
                    <a:pt x="13807" y="20285"/>
                    <a:pt x="13808" y="20284"/>
                  </a:cubicBezTo>
                  <a:lnTo>
                    <a:pt x="13848" y="20438"/>
                  </a:lnTo>
                  <a:cubicBezTo>
                    <a:pt x="13864" y="20495"/>
                    <a:pt x="13889" y="20593"/>
                    <a:pt x="13889" y="20593"/>
                  </a:cubicBezTo>
                  <a:cubicBezTo>
                    <a:pt x="13775" y="20625"/>
                    <a:pt x="13913" y="20868"/>
                    <a:pt x="14002" y="21006"/>
                  </a:cubicBezTo>
                  <a:cubicBezTo>
                    <a:pt x="14059" y="21038"/>
                    <a:pt x="14099" y="21087"/>
                    <a:pt x="14099" y="21144"/>
                  </a:cubicBezTo>
                  <a:cubicBezTo>
                    <a:pt x="13986" y="21176"/>
                    <a:pt x="14026" y="21330"/>
                    <a:pt x="14116" y="21420"/>
                  </a:cubicBezTo>
                  <a:cubicBezTo>
                    <a:pt x="14245" y="21444"/>
                    <a:pt x="14254" y="21492"/>
                    <a:pt x="14140" y="21525"/>
                  </a:cubicBezTo>
                  <a:cubicBezTo>
                    <a:pt x="14026" y="21557"/>
                    <a:pt x="14051" y="21663"/>
                    <a:pt x="14254" y="21720"/>
                  </a:cubicBezTo>
                  <a:cubicBezTo>
                    <a:pt x="14318" y="21752"/>
                    <a:pt x="14318" y="21752"/>
                    <a:pt x="14278" y="21825"/>
                  </a:cubicBezTo>
                  <a:cubicBezTo>
                    <a:pt x="14186" y="21896"/>
                    <a:pt x="14186" y="21942"/>
                    <a:pt x="14226" y="21942"/>
                  </a:cubicBezTo>
                  <a:cubicBezTo>
                    <a:pt x="14231" y="21942"/>
                    <a:pt x="14238" y="21941"/>
                    <a:pt x="14245" y="21938"/>
                  </a:cubicBezTo>
                  <a:cubicBezTo>
                    <a:pt x="14375" y="21963"/>
                    <a:pt x="14391" y="22011"/>
                    <a:pt x="14286" y="22092"/>
                  </a:cubicBezTo>
                  <a:cubicBezTo>
                    <a:pt x="14197" y="22230"/>
                    <a:pt x="14197" y="22230"/>
                    <a:pt x="14326" y="22255"/>
                  </a:cubicBezTo>
                  <a:cubicBezTo>
                    <a:pt x="14464" y="22295"/>
                    <a:pt x="14497" y="22465"/>
                    <a:pt x="14399" y="22563"/>
                  </a:cubicBezTo>
                  <a:cubicBezTo>
                    <a:pt x="14414" y="22613"/>
                    <a:pt x="14377" y="22671"/>
                    <a:pt x="14409" y="22671"/>
                  </a:cubicBezTo>
                  <a:cubicBezTo>
                    <a:pt x="14413" y="22671"/>
                    <a:pt x="14418" y="22670"/>
                    <a:pt x="14424" y="22668"/>
                  </a:cubicBezTo>
                  <a:lnTo>
                    <a:pt x="14424" y="22668"/>
                  </a:lnTo>
                  <a:lnTo>
                    <a:pt x="14383" y="22733"/>
                  </a:lnTo>
                  <a:lnTo>
                    <a:pt x="14408" y="22838"/>
                  </a:lnTo>
                  <a:lnTo>
                    <a:pt x="14464" y="22822"/>
                  </a:lnTo>
                  <a:cubicBezTo>
                    <a:pt x="14489" y="23074"/>
                    <a:pt x="14521" y="23325"/>
                    <a:pt x="14578" y="23568"/>
                  </a:cubicBezTo>
                  <a:cubicBezTo>
                    <a:pt x="14679" y="24048"/>
                    <a:pt x="14713" y="24201"/>
                    <a:pt x="14750" y="24201"/>
                  </a:cubicBezTo>
                  <a:cubicBezTo>
                    <a:pt x="14757" y="24201"/>
                    <a:pt x="14764" y="24195"/>
                    <a:pt x="14772" y="24184"/>
                  </a:cubicBezTo>
                  <a:cubicBezTo>
                    <a:pt x="14799" y="24164"/>
                    <a:pt x="14821" y="24155"/>
                    <a:pt x="14836" y="24155"/>
                  </a:cubicBezTo>
                  <a:cubicBezTo>
                    <a:pt x="14882" y="24155"/>
                    <a:pt x="14875" y="24229"/>
                    <a:pt x="14797" y="24290"/>
                  </a:cubicBezTo>
                  <a:cubicBezTo>
                    <a:pt x="14789" y="24379"/>
                    <a:pt x="14789" y="24468"/>
                    <a:pt x="14789" y="24565"/>
                  </a:cubicBezTo>
                  <a:cubicBezTo>
                    <a:pt x="14813" y="24663"/>
                    <a:pt x="14837" y="24768"/>
                    <a:pt x="14781" y="24784"/>
                  </a:cubicBezTo>
                  <a:lnTo>
                    <a:pt x="14789" y="24833"/>
                  </a:lnTo>
                  <a:cubicBezTo>
                    <a:pt x="14935" y="24914"/>
                    <a:pt x="14991" y="25230"/>
                    <a:pt x="14967" y="25400"/>
                  </a:cubicBezTo>
                  <a:cubicBezTo>
                    <a:pt x="14975" y="25498"/>
                    <a:pt x="15016" y="25579"/>
                    <a:pt x="15072" y="25652"/>
                  </a:cubicBezTo>
                  <a:cubicBezTo>
                    <a:pt x="15153" y="25749"/>
                    <a:pt x="15153" y="25749"/>
                    <a:pt x="15105" y="25806"/>
                  </a:cubicBezTo>
                  <a:cubicBezTo>
                    <a:pt x="15050" y="25821"/>
                    <a:pt x="15048" y="26123"/>
                    <a:pt x="15157" y="26123"/>
                  </a:cubicBezTo>
                  <a:cubicBezTo>
                    <a:pt x="15161" y="26123"/>
                    <a:pt x="15165" y="26123"/>
                    <a:pt x="15170" y="26122"/>
                  </a:cubicBezTo>
                  <a:lnTo>
                    <a:pt x="15170" y="26122"/>
                  </a:lnTo>
                  <a:lnTo>
                    <a:pt x="15121" y="26187"/>
                  </a:lnTo>
                  <a:cubicBezTo>
                    <a:pt x="15077" y="26246"/>
                    <a:pt x="15127" y="26285"/>
                    <a:pt x="15186" y="26285"/>
                  </a:cubicBezTo>
                  <a:cubicBezTo>
                    <a:pt x="15191" y="26285"/>
                    <a:pt x="15197" y="26285"/>
                    <a:pt x="15202" y="26284"/>
                  </a:cubicBezTo>
                  <a:cubicBezTo>
                    <a:pt x="15220" y="26280"/>
                    <a:pt x="15236" y="26278"/>
                    <a:pt x="15248" y="26278"/>
                  </a:cubicBezTo>
                  <a:cubicBezTo>
                    <a:pt x="15314" y="26278"/>
                    <a:pt x="15298" y="26329"/>
                    <a:pt x="15162" y="26398"/>
                  </a:cubicBezTo>
                  <a:cubicBezTo>
                    <a:pt x="15049" y="26420"/>
                    <a:pt x="15055" y="26463"/>
                    <a:pt x="15101" y="26463"/>
                  </a:cubicBezTo>
                  <a:cubicBezTo>
                    <a:pt x="15105" y="26463"/>
                    <a:pt x="15109" y="26463"/>
                    <a:pt x="15113" y="26463"/>
                  </a:cubicBezTo>
                  <a:cubicBezTo>
                    <a:pt x="15178" y="26503"/>
                    <a:pt x="15251" y="26544"/>
                    <a:pt x="15202" y="26608"/>
                  </a:cubicBezTo>
                  <a:cubicBezTo>
                    <a:pt x="15209" y="26658"/>
                    <a:pt x="15216" y="26701"/>
                    <a:pt x="15292" y="26701"/>
                  </a:cubicBezTo>
                  <a:cubicBezTo>
                    <a:pt x="15304" y="26701"/>
                    <a:pt x="15317" y="26700"/>
                    <a:pt x="15332" y="26698"/>
                  </a:cubicBezTo>
                  <a:cubicBezTo>
                    <a:pt x="15340" y="26696"/>
                    <a:pt x="15346" y="26695"/>
                    <a:pt x="15353" y="26695"/>
                  </a:cubicBezTo>
                  <a:cubicBezTo>
                    <a:pt x="15399" y="26695"/>
                    <a:pt x="15406" y="26744"/>
                    <a:pt x="15413" y="26787"/>
                  </a:cubicBezTo>
                  <a:cubicBezTo>
                    <a:pt x="15392" y="26793"/>
                    <a:pt x="15379" y="26797"/>
                    <a:pt x="15367" y="26797"/>
                  </a:cubicBezTo>
                  <a:cubicBezTo>
                    <a:pt x="15347" y="26797"/>
                    <a:pt x="15330" y="26785"/>
                    <a:pt x="15284" y="26755"/>
                  </a:cubicBezTo>
                  <a:lnTo>
                    <a:pt x="15284" y="26755"/>
                  </a:lnTo>
                  <a:cubicBezTo>
                    <a:pt x="15289" y="26776"/>
                    <a:pt x="15296" y="26812"/>
                    <a:pt x="15308" y="26860"/>
                  </a:cubicBezTo>
                  <a:cubicBezTo>
                    <a:pt x="15316" y="26917"/>
                    <a:pt x="15275" y="27030"/>
                    <a:pt x="15218" y="27046"/>
                  </a:cubicBezTo>
                  <a:cubicBezTo>
                    <a:pt x="15181" y="27084"/>
                    <a:pt x="15175" y="27121"/>
                    <a:pt x="15206" y="27121"/>
                  </a:cubicBezTo>
                  <a:cubicBezTo>
                    <a:pt x="15222" y="27121"/>
                    <a:pt x="15248" y="27112"/>
                    <a:pt x="15283" y="27087"/>
                  </a:cubicBezTo>
                  <a:cubicBezTo>
                    <a:pt x="15323" y="27079"/>
                    <a:pt x="15349" y="27074"/>
                    <a:pt x="15368" y="27074"/>
                  </a:cubicBezTo>
                  <a:cubicBezTo>
                    <a:pt x="15407" y="27074"/>
                    <a:pt x="15410" y="27097"/>
                    <a:pt x="15421" y="27168"/>
                  </a:cubicBezTo>
                  <a:cubicBezTo>
                    <a:pt x="15429" y="27225"/>
                    <a:pt x="15437" y="27273"/>
                    <a:pt x="15380" y="27290"/>
                  </a:cubicBezTo>
                  <a:cubicBezTo>
                    <a:pt x="15324" y="27298"/>
                    <a:pt x="15324" y="27298"/>
                    <a:pt x="15340" y="27403"/>
                  </a:cubicBezTo>
                  <a:cubicBezTo>
                    <a:pt x="15364" y="27557"/>
                    <a:pt x="15575" y="27687"/>
                    <a:pt x="15697" y="27719"/>
                  </a:cubicBezTo>
                  <a:cubicBezTo>
                    <a:pt x="15736" y="27714"/>
                    <a:pt x="15762" y="27711"/>
                    <a:pt x="15777" y="27711"/>
                  </a:cubicBezTo>
                  <a:cubicBezTo>
                    <a:pt x="15807" y="27711"/>
                    <a:pt x="15785" y="27726"/>
                    <a:pt x="15713" y="27776"/>
                  </a:cubicBezTo>
                  <a:cubicBezTo>
                    <a:pt x="15648" y="27784"/>
                    <a:pt x="15656" y="27833"/>
                    <a:pt x="15664" y="27889"/>
                  </a:cubicBezTo>
                  <a:cubicBezTo>
                    <a:pt x="15668" y="27889"/>
                    <a:pt x="15672" y="27889"/>
                    <a:pt x="15675" y="27889"/>
                  </a:cubicBezTo>
                  <a:cubicBezTo>
                    <a:pt x="15707" y="27889"/>
                    <a:pt x="15698" y="27913"/>
                    <a:pt x="15684" y="27913"/>
                  </a:cubicBezTo>
                  <a:cubicBezTo>
                    <a:pt x="15677" y="27913"/>
                    <a:pt x="15669" y="27907"/>
                    <a:pt x="15664" y="27889"/>
                  </a:cubicBezTo>
                  <a:cubicBezTo>
                    <a:pt x="15660" y="27890"/>
                    <a:pt x="15656" y="27890"/>
                    <a:pt x="15652" y="27890"/>
                  </a:cubicBezTo>
                  <a:cubicBezTo>
                    <a:pt x="15606" y="27890"/>
                    <a:pt x="15599" y="27845"/>
                    <a:pt x="15591" y="27792"/>
                  </a:cubicBezTo>
                  <a:lnTo>
                    <a:pt x="15535" y="27800"/>
                  </a:lnTo>
                  <a:cubicBezTo>
                    <a:pt x="15421" y="27873"/>
                    <a:pt x="15429" y="27930"/>
                    <a:pt x="15559" y="27962"/>
                  </a:cubicBezTo>
                  <a:cubicBezTo>
                    <a:pt x="15624" y="28003"/>
                    <a:pt x="15624" y="28003"/>
                    <a:pt x="15575" y="28068"/>
                  </a:cubicBezTo>
                  <a:cubicBezTo>
                    <a:pt x="15532" y="28126"/>
                    <a:pt x="15488" y="28184"/>
                    <a:pt x="15520" y="28184"/>
                  </a:cubicBezTo>
                  <a:cubicBezTo>
                    <a:pt x="15524" y="28184"/>
                    <a:pt x="15529" y="28183"/>
                    <a:pt x="15535" y="28181"/>
                  </a:cubicBezTo>
                  <a:lnTo>
                    <a:pt x="15535" y="28181"/>
                  </a:lnTo>
                  <a:cubicBezTo>
                    <a:pt x="15543" y="28246"/>
                    <a:pt x="15535" y="28303"/>
                    <a:pt x="15502" y="28352"/>
                  </a:cubicBezTo>
                  <a:cubicBezTo>
                    <a:pt x="15517" y="28450"/>
                    <a:pt x="15525" y="28506"/>
                    <a:pt x="15573" y="28506"/>
                  </a:cubicBezTo>
                  <a:cubicBezTo>
                    <a:pt x="15576" y="28506"/>
                    <a:pt x="15580" y="28506"/>
                    <a:pt x="15583" y="28506"/>
                  </a:cubicBezTo>
                  <a:cubicBezTo>
                    <a:pt x="15591" y="28504"/>
                    <a:pt x="15598" y="28503"/>
                    <a:pt x="15604" y="28503"/>
                  </a:cubicBezTo>
                  <a:cubicBezTo>
                    <a:pt x="15650" y="28503"/>
                    <a:pt x="15657" y="28553"/>
                    <a:pt x="15664" y="28603"/>
                  </a:cubicBezTo>
                  <a:cubicBezTo>
                    <a:pt x="15671" y="28646"/>
                    <a:pt x="15679" y="28695"/>
                    <a:pt x="15719" y="28695"/>
                  </a:cubicBezTo>
                  <a:cubicBezTo>
                    <a:pt x="15724" y="28695"/>
                    <a:pt x="15730" y="28694"/>
                    <a:pt x="15737" y="28692"/>
                  </a:cubicBezTo>
                  <a:cubicBezTo>
                    <a:pt x="15741" y="28692"/>
                    <a:pt x="15745" y="28691"/>
                    <a:pt x="15750" y="28691"/>
                  </a:cubicBezTo>
                  <a:cubicBezTo>
                    <a:pt x="15804" y="28691"/>
                    <a:pt x="15868" y="28740"/>
                    <a:pt x="15883" y="28838"/>
                  </a:cubicBezTo>
                  <a:cubicBezTo>
                    <a:pt x="15956" y="28935"/>
                    <a:pt x="15956" y="28935"/>
                    <a:pt x="15851" y="29000"/>
                  </a:cubicBezTo>
                  <a:cubicBezTo>
                    <a:pt x="15794" y="29016"/>
                    <a:pt x="15802" y="29065"/>
                    <a:pt x="15810" y="29122"/>
                  </a:cubicBezTo>
                  <a:cubicBezTo>
                    <a:pt x="15810" y="29162"/>
                    <a:pt x="15794" y="29203"/>
                    <a:pt x="15770" y="29235"/>
                  </a:cubicBezTo>
                  <a:cubicBezTo>
                    <a:pt x="15735" y="29275"/>
                    <a:pt x="15746" y="29287"/>
                    <a:pt x="15772" y="29287"/>
                  </a:cubicBezTo>
                  <a:cubicBezTo>
                    <a:pt x="15789" y="29287"/>
                    <a:pt x="15812" y="29282"/>
                    <a:pt x="15835" y="29276"/>
                  </a:cubicBezTo>
                  <a:lnTo>
                    <a:pt x="15948" y="29260"/>
                  </a:lnTo>
                  <a:lnTo>
                    <a:pt x="15948" y="29260"/>
                  </a:lnTo>
                  <a:cubicBezTo>
                    <a:pt x="15956" y="29316"/>
                    <a:pt x="15851" y="29389"/>
                    <a:pt x="15786" y="29398"/>
                  </a:cubicBezTo>
                  <a:cubicBezTo>
                    <a:pt x="15716" y="29441"/>
                    <a:pt x="15692" y="29455"/>
                    <a:pt x="15718" y="29455"/>
                  </a:cubicBezTo>
                  <a:cubicBezTo>
                    <a:pt x="15731" y="29455"/>
                    <a:pt x="15756" y="29452"/>
                    <a:pt x="15794" y="29446"/>
                  </a:cubicBezTo>
                  <a:cubicBezTo>
                    <a:pt x="15799" y="29446"/>
                    <a:pt x="15803" y="29445"/>
                    <a:pt x="15808" y="29445"/>
                  </a:cubicBezTo>
                  <a:cubicBezTo>
                    <a:pt x="15868" y="29445"/>
                    <a:pt x="15921" y="29495"/>
                    <a:pt x="15883" y="29600"/>
                  </a:cubicBezTo>
                  <a:cubicBezTo>
                    <a:pt x="15899" y="29706"/>
                    <a:pt x="15916" y="29811"/>
                    <a:pt x="15851" y="29819"/>
                  </a:cubicBezTo>
                  <a:cubicBezTo>
                    <a:pt x="15826" y="29852"/>
                    <a:pt x="15835" y="29900"/>
                    <a:pt x="15867" y="29925"/>
                  </a:cubicBezTo>
                  <a:cubicBezTo>
                    <a:pt x="15940" y="29973"/>
                    <a:pt x="15940" y="30022"/>
                    <a:pt x="15907" y="30192"/>
                  </a:cubicBezTo>
                  <a:cubicBezTo>
                    <a:pt x="15842" y="30421"/>
                    <a:pt x="15829" y="30465"/>
                    <a:pt x="15891" y="30465"/>
                  </a:cubicBezTo>
                  <a:cubicBezTo>
                    <a:pt x="15906" y="30465"/>
                    <a:pt x="15925" y="30463"/>
                    <a:pt x="15948" y="30460"/>
                  </a:cubicBezTo>
                  <a:cubicBezTo>
                    <a:pt x="15967" y="30457"/>
                    <a:pt x="15987" y="30454"/>
                    <a:pt x="16001" y="30454"/>
                  </a:cubicBezTo>
                  <a:cubicBezTo>
                    <a:pt x="16028" y="30454"/>
                    <a:pt x="16032" y="30465"/>
                    <a:pt x="15956" y="30508"/>
                  </a:cubicBezTo>
                  <a:cubicBezTo>
                    <a:pt x="15907" y="30573"/>
                    <a:pt x="15972" y="30614"/>
                    <a:pt x="16045" y="30719"/>
                  </a:cubicBezTo>
                  <a:cubicBezTo>
                    <a:pt x="16093" y="30738"/>
                    <a:pt x="16140" y="30746"/>
                    <a:pt x="16188" y="30746"/>
                  </a:cubicBezTo>
                  <a:cubicBezTo>
                    <a:pt x="16221" y="30746"/>
                    <a:pt x="16255" y="30742"/>
                    <a:pt x="16289" y="30735"/>
                  </a:cubicBezTo>
                  <a:cubicBezTo>
                    <a:pt x="16322" y="30731"/>
                    <a:pt x="16346" y="30728"/>
                    <a:pt x="16363" y="30728"/>
                  </a:cubicBezTo>
                  <a:cubicBezTo>
                    <a:pt x="16407" y="30728"/>
                    <a:pt x="16397" y="30750"/>
                    <a:pt x="16362" y="30833"/>
                  </a:cubicBezTo>
                  <a:cubicBezTo>
                    <a:pt x="16362" y="30897"/>
                    <a:pt x="16321" y="30946"/>
                    <a:pt x="16256" y="30954"/>
                  </a:cubicBezTo>
                  <a:cubicBezTo>
                    <a:pt x="16252" y="30956"/>
                    <a:pt x="16248" y="30956"/>
                    <a:pt x="16243" y="30956"/>
                  </a:cubicBezTo>
                  <a:cubicBezTo>
                    <a:pt x="16221" y="30956"/>
                    <a:pt x="16198" y="30941"/>
                    <a:pt x="16191" y="30914"/>
                  </a:cubicBezTo>
                  <a:lnTo>
                    <a:pt x="16183" y="30857"/>
                  </a:lnTo>
                  <a:cubicBezTo>
                    <a:pt x="16126" y="30865"/>
                    <a:pt x="16070" y="30873"/>
                    <a:pt x="16086" y="30979"/>
                  </a:cubicBezTo>
                  <a:cubicBezTo>
                    <a:pt x="16033" y="31039"/>
                    <a:pt x="16036" y="31093"/>
                    <a:pt x="16084" y="31093"/>
                  </a:cubicBezTo>
                  <a:cubicBezTo>
                    <a:pt x="16087" y="31093"/>
                    <a:pt x="16090" y="31093"/>
                    <a:pt x="16094" y="31092"/>
                  </a:cubicBezTo>
                  <a:lnTo>
                    <a:pt x="16094" y="31092"/>
                  </a:lnTo>
                  <a:cubicBezTo>
                    <a:pt x="16045" y="31149"/>
                    <a:pt x="16062" y="31254"/>
                    <a:pt x="16078" y="31360"/>
                  </a:cubicBezTo>
                  <a:cubicBezTo>
                    <a:pt x="16086" y="31473"/>
                    <a:pt x="16110" y="31627"/>
                    <a:pt x="16062" y="31692"/>
                  </a:cubicBezTo>
                  <a:cubicBezTo>
                    <a:pt x="16069" y="31791"/>
                    <a:pt x="16077" y="31847"/>
                    <a:pt x="16131" y="31847"/>
                  </a:cubicBezTo>
                  <a:cubicBezTo>
                    <a:pt x="16135" y="31847"/>
                    <a:pt x="16139" y="31847"/>
                    <a:pt x="16143" y="31846"/>
                  </a:cubicBezTo>
                  <a:cubicBezTo>
                    <a:pt x="16159" y="31844"/>
                    <a:pt x="16173" y="31843"/>
                    <a:pt x="16185" y="31843"/>
                  </a:cubicBezTo>
                  <a:cubicBezTo>
                    <a:pt x="16257" y="31843"/>
                    <a:pt x="16256" y="31880"/>
                    <a:pt x="16207" y="31887"/>
                  </a:cubicBezTo>
                  <a:cubicBezTo>
                    <a:pt x="16094" y="31960"/>
                    <a:pt x="16126" y="32657"/>
                    <a:pt x="16248" y="32697"/>
                  </a:cubicBezTo>
                  <a:cubicBezTo>
                    <a:pt x="16248" y="32697"/>
                    <a:pt x="16256" y="32754"/>
                    <a:pt x="16264" y="32803"/>
                  </a:cubicBezTo>
                  <a:cubicBezTo>
                    <a:pt x="16216" y="32916"/>
                    <a:pt x="16256" y="33241"/>
                    <a:pt x="16321" y="33281"/>
                  </a:cubicBezTo>
                  <a:lnTo>
                    <a:pt x="16345" y="33443"/>
                  </a:lnTo>
                  <a:cubicBezTo>
                    <a:pt x="16297" y="33557"/>
                    <a:pt x="16305" y="33614"/>
                    <a:pt x="16370" y="33662"/>
                  </a:cubicBezTo>
                  <a:cubicBezTo>
                    <a:pt x="16435" y="33703"/>
                    <a:pt x="16491" y="33695"/>
                    <a:pt x="16435" y="33703"/>
                  </a:cubicBezTo>
                  <a:cubicBezTo>
                    <a:pt x="16378" y="33711"/>
                    <a:pt x="16386" y="33816"/>
                    <a:pt x="16410" y="34035"/>
                  </a:cubicBezTo>
                  <a:cubicBezTo>
                    <a:pt x="16426" y="34174"/>
                    <a:pt x="16432" y="34221"/>
                    <a:pt x="16450" y="34221"/>
                  </a:cubicBezTo>
                  <a:cubicBezTo>
                    <a:pt x="16459" y="34221"/>
                    <a:pt x="16472" y="34209"/>
                    <a:pt x="16491" y="34189"/>
                  </a:cubicBezTo>
                  <a:lnTo>
                    <a:pt x="16491" y="34189"/>
                  </a:lnTo>
                  <a:cubicBezTo>
                    <a:pt x="16572" y="34392"/>
                    <a:pt x="16516" y="34400"/>
                    <a:pt x="16459" y="34408"/>
                  </a:cubicBezTo>
                  <a:cubicBezTo>
                    <a:pt x="16438" y="34402"/>
                    <a:pt x="16422" y="34399"/>
                    <a:pt x="16408" y="34399"/>
                  </a:cubicBezTo>
                  <a:cubicBezTo>
                    <a:pt x="16338" y="34399"/>
                    <a:pt x="16373" y="34478"/>
                    <a:pt x="16524" y="34505"/>
                  </a:cubicBezTo>
                  <a:cubicBezTo>
                    <a:pt x="16653" y="34546"/>
                    <a:pt x="16662" y="34651"/>
                    <a:pt x="16605" y="34659"/>
                  </a:cubicBezTo>
                  <a:cubicBezTo>
                    <a:pt x="16601" y="34660"/>
                    <a:pt x="16597" y="34660"/>
                    <a:pt x="16593" y="34660"/>
                  </a:cubicBezTo>
                  <a:cubicBezTo>
                    <a:pt x="16547" y="34660"/>
                    <a:pt x="16539" y="34615"/>
                    <a:pt x="16532" y="34562"/>
                  </a:cubicBezTo>
                  <a:lnTo>
                    <a:pt x="16418" y="34578"/>
                  </a:lnTo>
                  <a:cubicBezTo>
                    <a:pt x="16418" y="34627"/>
                    <a:pt x="16418" y="34627"/>
                    <a:pt x="16483" y="34676"/>
                  </a:cubicBezTo>
                  <a:cubicBezTo>
                    <a:pt x="16499" y="34716"/>
                    <a:pt x="16524" y="34757"/>
                    <a:pt x="16556" y="34773"/>
                  </a:cubicBezTo>
                  <a:cubicBezTo>
                    <a:pt x="16581" y="34794"/>
                    <a:pt x="16611" y="34805"/>
                    <a:pt x="16640" y="34805"/>
                  </a:cubicBezTo>
                  <a:cubicBezTo>
                    <a:pt x="16677" y="34805"/>
                    <a:pt x="16712" y="34788"/>
                    <a:pt x="16734" y="34757"/>
                  </a:cubicBezTo>
                  <a:cubicBezTo>
                    <a:pt x="16752" y="34736"/>
                    <a:pt x="16766" y="34728"/>
                    <a:pt x="16775" y="34728"/>
                  </a:cubicBezTo>
                  <a:cubicBezTo>
                    <a:pt x="16796" y="34728"/>
                    <a:pt x="16799" y="34767"/>
                    <a:pt x="16799" y="34805"/>
                  </a:cubicBezTo>
                  <a:cubicBezTo>
                    <a:pt x="16774" y="34877"/>
                    <a:pt x="16739" y="34907"/>
                    <a:pt x="16700" y="34907"/>
                  </a:cubicBezTo>
                  <a:cubicBezTo>
                    <a:pt x="16677" y="34907"/>
                    <a:pt x="16653" y="34896"/>
                    <a:pt x="16629" y="34878"/>
                  </a:cubicBezTo>
                  <a:cubicBezTo>
                    <a:pt x="16624" y="34842"/>
                    <a:pt x="16598" y="34832"/>
                    <a:pt x="16566" y="34832"/>
                  </a:cubicBezTo>
                  <a:cubicBezTo>
                    <a:pt x="16548" y="34832"/>
                    <a:pt x="16528" y="34835"/>
                    <a:pt x="16507" y="34838"/>
                  </a:cubicBezTo>
                  <a:cubicBezTo>
                    <a:pt x="16443" y="34838"/>
                    <a:pt x="16597" y="35097"/>
                    <a:pt x="16718" y="35138"/>
                  </a:cubicBezTo>
                  <a:lnTo>
                    <a:pt x="16662" y="35146"/>
                  </a:lnTo>
                  <a:cubicBezTo>
                    <a:pt x="16597" y="35154"/>
                    <a:pt x="16613" y="35259"/>
                    <a:pt x="16621" y="35365"/>
                  </a:cubicBezTo>
                  <a:cubicBezTo>
                    <a:pt x="16636" y="35464"/>
                    <a:pt x="16637" y="35520"/>
                    <a:pt x="16691" y="35520"/>
                  </a:cubicBezTo>
                  <a:cubicBezTo>
                    <a:pt x="16694" y="35520"/>
                    <a:pt x="16698" y="35519"/>
                    <a:pt x="16702" y="35519"/>
                  </a:cubicBezTo>
                  <a:cubicBezTo>
                    <a:pt x="16722" y="35516"/>
                    <a:pt x="16742" y="35513"/>
                    <a:pt x="16760" y="35513"/>
                  </a:cubicBezTo>
                  <a:cubicBezTo>
                    <a:pt x="16793" y="35513"/>
                    <a:pt x="16818" y="35523"/>
                    <a:pt x="16824" y="35559"/>
                  </a:cubicBezTo>
                  <a:cubicBezTo>
                    <a:pt x="16816" y="35503"/>
                    <a:pt x="16880" y="35503"/>
                    <a:pt x="16937" y="35495"/>
                  </a:cubicBezTo>
                  <a:lnTo>
                    <a:pt x="16937" y="35495"/>
                  </a:lnTo>
                  <a:cubicBezTo>
                    <a:pt x="16913" y="35551"/>
                    <a:pt x="16880" y="35616"/>
                    <a:pt x="16840" y="35665"/>
                  </a:cubicBezTo>
                  <a:cubicBezTo>
                    <a:pt x="16718" y="35786"/>
                    <a:pt x="16670" y="35957"/>
                    <a:pt x="16702" y="36119"/>
                  </a:cubicBezTo>
                  <a:cubicBezTo>
                    <a:pt x="16718" y="36224"/>
                    <a:pt x="16734" y="36386"/>
                    <a:pt x="16678" y="36443"/>
                  </a:cubicBezTo>
                  <a:cubicBezTo>
                    <a:pt x="16693" y="36542"/>
                    <a:pt x="16694" y="36598"/>
                    <a:pt x="16747" y="36598"/>
                  </a:cubicBezTo>
                  <a:cubicBezTo>
                    <a:pt x="16751" y="36598"/>
                    <a:pt x="16755" y="36598"/>
                    <a:pt x="16759" y="36597"/>
                  </a:cubicBezTo>
                  <a:lnTo>
                    <a:pt x="16767" y="36703"/>
                  </a:lnTo>
                  <a:cubicBezTo>
                    <a:pt x="16712" y="36765"/>
                    <a:pt x="16725" y="36865"/>
                    <a:pt x="16777" y="36865"/>
                  </a:cubicBezTo>
                  <a:cubicBezTo>
                    <a:pt x="16779" y="36865"/>
                    <a:pt x="16781" y="36865"/>
                    <a:pt x="16783" y="36865"/>
                  </a:cubicBezTo>
                  <a:cubicBezTo>
                    <a:pt x="16848" y="36913"/>
                    <a:pt x="16791" y="36970"/>
                    <a:pt x="16799" y="37027"/>
                  </a:cubicBezTo>
                  <a:cubicBezTo>
                    <a:pt x="16740" y="37095"/>
                    <a:pt x="16714" y="37125"/>
                    <a:pt x="16733" y="37125"/>
                  </a:cubicBezTo>
                  <a:cubicBezTo>
                    <a:pt x="16748" y="37125"/>
                    <a:pt x="16790" y="37107"/>
                    <a:pt x="16864" y="37076"/>
                  </a:cubicBezTo>
                  <a:cubicBezTo>
                    <a:pt x="16921" y="37067"/>
                    <a:pt x="16970" y="36954"/>
                    <a:pt x="16970" y="36905"/>
                  </a:cubicBezTo>
                  <a:lnTo>
                    <a:pt x="16953" y="36743"/>
                  </a:lnTo>
                  <a:lnTo>
                    <a:pt x="17026" y="36897"/>
                  </a:lnTo>
                  <a:cubicBezTo>
                    <a:pt x="17034" y="36944"/>
                    <a:pt x="17095" y="37044"/>
                    <a:pt x="17157" y="37044"/>
                  </a:cubicBezTo>
                  <a:cubicBezTo>
                    <a:pt x="17159" y="37044"/>
                    <a:pt x="17162" y="37043"/>
                    <a:pt x="17164" y="37043"/>
                  </a:cubicBezTo>
                  <a:cubicBezTo>
                    <a:pt x="17164" y="37043"/>
                    <a:pt x="17167" y="37043"/>
                    <a:pt x="17171" y="37043"/>
                  </a:cubicBezTo>
                  <a:cubicBezTo>
                    <a:pt x="17187" y="37043"/>
                    <a:pt x="17223" y="37048"/>
                    <a:pt x="17229" y="37092"/>
                  </a:cubicBezTo>
                  <a:lnTo>
                    <a:pt x="17107" y="37108"/>
                  </a:lnTo>
                  <a:cubicBezTo>
                    <a:pt x="17065" y="37078"/>
                    <a:pt x="17019" y="37061"/>
                    <a:pt x="16971" y="37061"/>
                  </a:cubicBezTo>
                  <a:cubicBezTo>
                    <a:pt x="16954" y="37061"/>
                    <a:pt x="16938" y="37063"/>
                    <a:pt x="16921" y="37067"/>
                  </a:cubicBezTo>
                  <a:cubicBezTo>
                    <a:pt x="16813" y="37129"/>
                    <a:pt x="16771" y="37287"/>
                    <a:pt x="16873" y="37287"/>
                  </a:cubicBezTo>
                  <a:cubicBezTo>
                    <a:pt x="16878" y="37287"/>
                    <a:pt x="16883" y="37287"/>
                    <a:pt x="16889" y="37286"/>
                  </a:cubicBezTo>
                  <a:lnTo>
                    <a:pt x="16889" y="37286"/>
                  </a:lnTo>
                  <a:cubicBezTo>
                    <a:pt x="16889" y="37343"/>
                    <a:pt x="16889" y="37343"/>
                    <a:pt x="16840" y="37400"/>
                  </a:cubicBezTo>
                  <a:cubicBezTo>
                    <a:pt x="16775" y="37408"/>
                    <a:pt x="16783" y="37465"/>
                    <a:pt x="16913" y="37505"/>
                  </a:cubicBezTo>
                  <a:cubicBezTo>
                    <a:pt x="17034" y="37546"/>
                    <a:pt x="17043" y="37603"/>
                    <a:pt x="16929" y="37667"/>
                  </a:cubicBezTo>
                  <a:cubicBezTo>
                    <a:pt x="16818" y="37787"/>
                    <a:pt x="16839" y="37992"/>
                    <a:pt x="16893" y="37992"/>
                  </a:cubicBezTo>
                  <a:cubicBezTo>
                    <a:pt x="16895" y="37992"/>
                    <a:pt x="16896" y="37992"/>
                    <a:pt x="16897" y="37992"/>
                  </a:cubicBezTo>
                  <a:cubicBezTo>
                    <a:pt x="16900" y="37992"/>
                    <a:pt x="16902" y="37991"/>
                    <a:pt x="16905" y="37991"/>
                  </a:cubicBezTo>
                  <a:cubicBezTo>
                    <a:pt x="17019" y="37991"/>
                    <a:pt x="17033" y="38147"/>
                    <a:pt x="16978" y="38203"/>
                  </a:cubicBezTo>
                  <a:cubicBezTo>
                    <a:pt x="16921" y="38243"/>
                    <a:pt x="16929" y="38332"/>
                    <a:pt x="16994" y="38365"/>
                  </a:cubicBezTo>
                  <a:cubicBezTo>
                    <a:pt x="16937" y="38373"/>
                    <a:pt x="16880" y="38430"/>
                    <a:pt x="16945" y="38478"/>
                  </a:cubicBezTo>
                  <a:cubicBezTo>
                    <a:pt x="16945" y="38478"/>
                    <a:pt x="16949" y="38501"/>
                    <a:pt x="16963" y="38501"/>
                  </a:cubicBezTo>
                  <a:cubicBezTo>
                    <a:pt x="16972" y="38501"/>
                    <a:pt x="16984" y="38494"/>
                    <a:pt x="17002" y="38470"/>
                  </a:cubicBezTo>
                  <a:lnTo>
                    <a:pt x="17132" y="38567"/>
                  </a:lnTo>
                  <a:cubicBezTo>
                    <a:pt x="17132" y="38511"/>
                    <a:pt x="17189" y="38511"/>
                    <a:pt x="17245" y="38503"/>
                  </a:cubicBezTo>
                  <a:cubicBezTo>
                    <a:pt x="17246" y="38502"/>
                    <a:pt x="17248" y="38502"/>
                    <a:pt x="17249" y="38502"/>
                  </a:cubicBezTo>
                  <a:cubicBezTo>
                    <a:pt x="17309" y="38502"/>
                    <a:pt x="17267" y="38716"/>
                    <a:pt x="17099" y="38843"/>
                  </a:cubicBezTo>
                  <a:lnTo>
                    <a:pt x="16994" y="38965"/>
                  </a:lnTo>
                  <a:lnTo>
                    <a:pt x="16994" y="38965"/>
                  </a:lnTo>
                  <a:lnTo>
                    <a:pt x="17116" y="38948"/>
                  </a:lnTo>
                  <a:lnTo>
                    <a:pt x="17116" y="38948"/>
                  </a:lnTo>
                  <a:cubicBezTo>
                    <a:pt x="17116" y="39005"/>
                    <a:pt x="17124" y="39054"/>
                    <a:pt x="17067" y="39062"/>
                  </a:cubicBezTo>
                  <a:cubicBezTo>
                    <a:pt x="17002" y="39070"/>
                    <a:pt x="17002" y="39070"/>
                    <a:pt x="17010" y="39119"/>
                  </a:cubicBezTo>
                  <a:cubicBezTo>
                    <a:pt x="17010" y="39147"/>
                    <a:pt x="17035" y="39169"/>
                    <a:pt x="17062" y="39169"/>
                  </a:cubicBezTo>
                  <a:cubicBezTo>
                    <a:pt x="17066" y="39169"/>
                    <a:pt x="17071" y="39168"/>
                    <a:pt x="17075" y="39167"/>
                  </a:cubicBezTo>
                  <a:cubicBezTo>
                    <a:pt x="17108" y="39165"/>
                    <a:pt x="17133" y="39164"/>
                    <a:pt x="17149" y="39164"/>
                  </a:cubicBezTo>
                  <a:cubicBezTo>
                    <a:pt x="17192" y="39164"/>
                    <a:pt x="17181" y="39175"/>
                    <a:pt x="17140" y="39216"/>
                  </a:cubicBezTo>
                  <a:cubicBezTo>
                    <a:pt x="17026" y="39281"/>
                    <a:pt x="17026" y="39338"/>
                    <a:pt x="17156" y="39378"/>
                  </a:cubicBezTo>
                  <a:cubicBezTo>
                    <a:pt x="17186" y="39376"/>
                    <a:pt x="17208" y="39374"/>
                    <a:pt x="17222" y="39374"/>
                  </a:cubicBezTo>
                  <a:cubicBezTo>
                    <a:pt x="17262" y="39374"/>
                    <a:pt x="17240" y="39387"/>
                    <a:pt x="17156" y="39435"/>
                  </a:cubicBezTo>
                  <a:cubicBezTo>
                    <a:pt x="17099" y="39443"/>
                    <a:pt x="17051" y="39492"/>
                    <a:pt x="17051" y="39557"/>
                  </a:cubicBezTo>
                  <a:lnTo>
                    <a:pt x="17107" y="39548"/>
                  </a:lnTo>
                  <a:cubicBezTo>
                    <a:pt x="17122" y="39546"/>
                    <a:pt x="17135" y="39546"/>
                    <a:pt x="17146" y="39546"/>
                  </a:cubicBezTo>
                  <a:cubicBezTo>
                    <a:pt x="17230" y="39546"/>
                    <a:pt x="17230" y="39596"/>
                    <a:pt x="17180" y="39646"/>
                  </a:cubicBezTo>
                  <a:cubicBezTo>
                    <a:pt x="17124" y="39654"/>
                    <a:pt x="17124" y="39711"/>
                    <a:pt x="17197" y="39808"/>
                  </a:cubicBezTo>
                  <a:cubicBezTo>
                    <a:pt x="17205" y="39921"/>
                    <a:pt x="17213" y="39970"/>
                    <a:pt x="17148" y="39978"/>
                  </a:cubicBezTo>
                  <a:cubicBezTo>
                    <a:pt x="17034" y="39986"/>
                    <a:pt x="17034" y="39986"/>
                    <a:pt x="17156" y="40035"/>
                  </a:cubicBezTo>
                  <a:cubicBezTo>
                    <a:pt x="17221" y="40084"/>
                    <a:pt x="17221" y="40084"/>
                    <a:pt x="17172" y="40189"/>
                  </a:cubicBezTo>
                  <a:cubicBezTo>
                    <a:pt x="17116" y="40254"/>
                    <a:pt x="17116" y="40254"/>
                    <a:pt x="17180" y="40302"/>
                  </a:cubicBezTo>
                  <a:cubicBezTo>
                    <a:pt x="17302" y="40286"/>
                    <a:pt x="17359" y="40286"/>
                    <a:pt x="17351" y="40229"/>
                  </a:cubicBezTo>
                  <a:cubicBezTo>
                    <a:pt x="17351" y="40173"/>
                    <a:pt x="17351" y="40173"/>
                    <a:pt x="17407" y="40173"/>
                  </a:cubicBezTo>
                  <a:lnTo>
                    <a:pt x="17416" y="40278"/>
                  </a:lnTo>
                  <a:cubicBezTo>
                    <a:pt x="17424" y="40351"/>
                    <a:pt x="17448" y="40424"/>
                    <a:pt x="17497" y="40489"/>
                  </a:cubicBezTo>
                  <a:cubicBezTo>
                    <a:pt x="17531" y="40535"/>
                    <a:pt x="17574" y="40557"/>
                    <a:pt x="17604" y="40557"/>
                  </a:cubicBezTo>
                  <a:cubicBezTo>
                    <a:pt x="17637" y="40557"/>
                    <a:pt x="17653" y="40529"/>
                    <a:pt x="17618" y="40473"/>
                  </a:cubicBezTo>
                  <a:lnTo>
                    <a:pt x="17675" y="40416"/>
                  </a:lnTo>
                  <a:cubicBezTo>
                    <a:pt x="17836" y="40401"/>
                    <a:pt x="17838" y="40307"/>
                    <a:pt x="17706" y="40307"/>
                  </a:cubicBezTo>
                  <a:cubicBezTo>
                    <a:pt x="17692" y="40307"/>
                    <a:pt x="17676" y="40308"/>
                    <a:pt x="17659" y="40311"/>
                  </a:cubicBezTo>
                  <a:cubicBezTo>
                    <a:pt x="17599" y="40316"/>
                    <a:pt x="17560" y="40320"/>
                    <a:pt x="17537" y="40320"/>
                  </a:cubicBezTo>
                  <a:cubicBezTo>
                    <a:pt x="17493" y="40320"/>
                    <a:pt x="17518" y="40305"/>
                    <a:pt x="17594" y="40262"/>
                  </a:cubicBezTo>
                  <a:cubicBezTo>
                    <a:pt x="17716" y="40246"/>
                    <a:pt x="17707" y="40197"/>
                    <a:pt x="17707" y="40140"/>
                  </a:cubicBezTo>
                  <a:cubicBezTo>
                    <a:pt x="17699" y="40084"/>
                    <a:pt x="17699" y="40084"/>
                    <a:pt x="17764" y="40084"/>
                  </a:cubicBezTo>
                  <a:cubicBezTo>
                    <a:pt x="17821" y="40075"/>
                    <a:pt x="17870" y="40019"/>
                    <a:pt x="17870" y="39962"/>
                  </a:cubicBezTo>
                  <a:cubicBezTo>
                    <a:pt x="17864" y="39921"/>
                    <a:pt x="17862" y="39909"/>
                    <a:pt x="17840" y="39909"/>
                  </a:cubicBezTo>
                  <a:cubicBezTo>
                    <a:pt x="17832" y="39909"/>
                    <a:pt x="17820" y="39911"/>
                    <a:pt x="17805" y="39913"/>
                  </a:cubicBezTo>
                  <a:cubicBezTo>
                    <a:pt x="17793" y="39925"/>
                    <a:pt x="17784" y="39929"/>
                    <a:pt x="17777" y="39929"/>
                  </a:cubicBezTo>
                  <a:cubicBezTo>
                    <a:pt x="17750" y="39929"/>
                    <a:pt x="17763" y="39852"/>
                    <a:pt x="17853" y="39800"/>
                  </a:cubicBezTo>
                  <a:cubicBezTo>
                    <a:pt x="17895" y="39759"/>
                    <a:pt x="17906" y="39747"/>
                    <a:pt x="17862" y="39747"/>
                  </a:cubicBezTo>
                  <a:cubicBezTo>
                    <a:pt x="17846" y="39747"/>
                    <a:pt x="17822" y="39749"/>
                    <a:pt x="17788" y="39751"/>
                  </a:cubicBezTo>
                  <a:cubicBezTo>
                    <a:pt x="17784" y="39751"/>
                    <a:pt x="17780" y="39752"/>
                    <a:pt x="17776" y="39752"/>
                  </a:cubicBezTo>
                  <a:cubicBezTo>
                    <a:pt x="17666" y="39752"/>
                    <a:pt x="17663" y="39651"/>
                    <a:pt x="17772" y="39589"/>
                  </a:cubicBezTo>
                  <a:cubicBezTo>
                    <a:pt x="17772" y="39589"/>
                    <a:pt x="17772" y="39532"/>
                    <a:pt x="17764" y="39484"/>
                  </a:cubicBezTo>
                  <a:cubicBezTo>
                    <a:pt x="17759" y="39447"/>
                    <a:pt x="17733" y="39437"/>
                    <a:pt x="17701" y="39437"/>
                  </a:cubicBezTo>
                  <a:cubicBezTo>
                    <a:pt x="17683" y="39437"/>
                    <a:pt x="17663" y="39440"/>
                    <a:pt x="17643" y="39443"/>
                  </a:cubicBezTo>
                  <a:cubicBezTo>
                    <a:pt x="17609" y="39445"/>
                    <a:pt x="17585" y="39447"/>
                    <a:pt x="17569" y="39447"/>
                  </a:cubicBezTo>
                  <a:cubicBezTo>
                    <a:pt x="17525" y="39447"/>
                    <a:pt x="17537" y="39436"/>
                    <a:pt x="17578" y="39394"/>
                  </a:cubicBezTo>
                  <a:cubicBezTo>
                    <a:pt x="17602" y="39354"/>
                    <a:pt x="17643" y="39338"/>
                    <a:pt x="17691" y="39329"/>
                  </a:cubicBezTo>
                  <a:cubicBezTo>
                    <a:pt x="17748" y="39321"/>
                    <a:pt x="17740" y="39265"/>
                    <a:pt x="17740" y="39216"/>
                  </a:cubicBezTo>
                  <a:cubicBezTo>
                    <a:pt x="17732" y="39163"/>
                    <a:pt x="17725" y="39068"/>
                    <a:pt x="17678" y="39055"/>
                  </a:cubicBezTo>
                  <a:lnTo>
                    <a:pt x="17678" y="39055"/>
                  </a:lnTo>
                  <a:cubicBezTo>
                    <a:pt x="17692" y="39054"/>
                    <a:pt x="17708" y="39054"/>
                    <a:pt x="17724" y="39054"/>
                  </a:cubicBezTo>
                  <a:cubicBezTo>
                    <a:pt x="17717" y="39009"/>
                    <a:pt x="17757" y="38994"/>
                    <a:pt x="17741" y="38994"/>
                  </a:cubicBezTo>
                  <a:cubicBezTo>
                    <a:pt x="17737" y="38994"/>
                    <a:pt x="17729" y="38995"/>
                    <a:pt x="17716" y="38997"/>
                  </a:cubicBezTo>
                  <a:cubicBezTo>
                    <a:pt x="17716" y="38940"/>
                    <a:pt x="17732" y="38884"/>
                    <a:pt x="17764" y="38827"/>
                  </a:cubicBezTo>
                  <a:cubicBezTo>
                    <a:pt x="17797" y="38751"/>
                    <a:pt x="17745" y="38660"/>
                    <a:pt x="17676" y="38660"/>
                  </a:cubicBezTo>
                  <a:cubicBezTo>
                    <a:pt x="17643" y="38660"/>
                    <a:pt x="17607" y="38680"/>
                    <a:pt x="17573" y="38732"/>
                  </a:cubicBezTo>
                  <a:lnTo>
                    <a:pt x="17573" y="38732"/>
                  </a:lnTo>
                  <a:cubicBezTo>
                    <a:pt x="17572" y="38721"/>
                    <a:pt x="17571" y="38706"/>
                    <a:pt x="17570" y="38689"/>
                  </a:cubicBezTo>
                  <a:cubicBezTo>
                    <a:pt x="17563" y="38645"/>
                    <a:pt x="17528" y="38640"/>
                    <a:pt x="17512" y="38640"/>
                  </a:cubicBezTo>
                  <a:cubicBezTo>
                    <a:pt x="17508" y="38640"/>
                    <a:pt x="17505" y="38640"/>
                    <a:pt x="17505" y="38640"/>
                  </a:cubicBezTo>
                  <a:cubicBezTo>
                    <a:pt x="17440" y="38640"/>
                    <a:pt x="17440" y="38592"/>
                    <a:pt x="17432" y="38535"/>
                  </a:cubicBezTo>
                  <a:lnTo>
                    <a:pt x="17553" y="38527"/>
                  </a:lnTo>
                  <a:cubicBezTo>
                    <a:pt x="17575" y="38531"/>
                    <a:pt x="17595" y="38533"/>
                    <a:pt x="17613" y="38533"/>
                  </a:cubicBezTo>
                  <a:cubicBezTo>
                    <a:pt x="17740" y="38533"/>
                    <a:pt x="17758" y="38442"/>
                    <a:pt x="17602" y="38413"/>
                  </a:cubicBezTo>
                  <a:lnTo>
                    <a:pt x="17659" y="38405"/>
                  </a:lnTo>
                  <a:cubicBezTo>
                    <a:pt x="17716" y="38397"/>
                    <a:pt x="17716" y="38348"/>
                    <a:pt x="17643" y="38243"/>
                  </a:cubicBezTo>
                  <a:cubicBezTo>
                    <a:pt x="17635" y="38198"/>
                    <a:pt x="17530" y="38153"/>
                    <a:pt x="17470" y="38153"/>
                  </a:cubicBezTo>
                  <a:cubicBezTo>
                    <a:pt x="17465" y="38153"/>
                    <a:pt x="17460" y="38153"/>
                    <a:pt x="17456" y="38154"/>
                  </a:cubicBezTo>
                  <a:cubicBezTo>
                    <a:pt x="17452" y="38155"/>
                    <a:pt x="17448" y="38155"/>
                    <a:pt x="17443" y="38155"/>
                  </a:cubicBezTo>
                  <a:cubicBezTo>
                    <a:pt x="17416" y="38155"/>
                    <a:pt x="17391" y="38133"/>
                    <a:pt x="17391" y="38105"/>
                  </a:cubicBezTo>
                  <a:cubicBezTo>
                    <a:pt x="17383" y="38057"/>
                    <a:pt x="17383" y="38057"/>
                    <a:pt x="17448" y="38048"/>
                  </a:cubicBezTo>
                  <a:cubicBezTo>
                    <a:pt x="17561" y="38032"/>
                    <a:pt x="17553" y="37927"/>
                    <a:pt x="17432" y="37886"/>
                  </a:cubicBezTo>
                  <a:lnTo>
                    <a:pt x="17489" y="37878"/>
                  </a:lnTo>
                  <a:cubicBezTo>
                    <a:pt x="17545" y="37870"/>
                    <a:pt x="17602" y="37813"/>
                    <a:pt x="17513" y="37554"/>
                  </a:cubicBezTo>
                  <a:cubicBezTo>
                    <a:pt x="17497" y="37335"/>
                    <a:pt x="17472" y="37173"/>
                    <a:pt x="17537" y="37165"/>
                  </a:cubicBezTo>
                  <a:cubicBezTo>
                    <a:pt x="17594" y="37165"/>
                    <a:pt x="17456" y="36962"/>
                    <a:pt x="17326" y="36865"/>
                  </a:cubicBezTo>
                  <a:cubicBezTo>
                    <a:pt x="17383" y="36857"/>
                    <a:pt x="17375" y="36800"/>
                    <a:pt x="17367" y="36694"/>
                  </a:cubicBezTo>
                  <a:cubicBezTo>
                    <a:pt x="17351" y="36532"/>
                    <a:pt x="17351" y="36532"/>
                    <a:pt x="17407" y="36524"/>
                  </a:cubicBezTo>
                  <a:cubicBezTo>
                    <a:pt x="17461" y="36544"/>
                    <a:pt x="17493" y="36556"/>
                    <a:pt x="17502" y="36556"/>
                  </a:cubicBezTo>
                  <a:cubicBezTo>
                    <a:pt x="17515" y="36556"/>
                    <a:pt x="17483" y="36533"/>
                    <a:pt x="17407" y="36476"/>
                  </a:cubicBezTo>
                  <a:cubicBezTo>
                    <a:pt x="17286" y="36427"/>
                    <a:pt x="17318" y="36257"/>
                    <a:pt x="17440" y="36257"/>
                  </a:cubicBezTo>
                  <a:cubicBezTo>
                    <a:pt x="17505" y="36249"/>
                    <a:pt x="17497" y="36192"/>
                    <a:pt x="17480" y="36086"/>
                  </a:cubicBezTo>
                  <a:cubicBezTo>
                    <a:pt x="17416" y="36038"/>
                    <a:pt x="17407" y="35932"/>
                    <a:pt x="17399" y="35819"/>
                  </a:cubicBezTo>
                  <a:cubicBezTo>
                    <a:pt x="17380" y="35694"/>
                    <a:pt x="17376" y="35670"/>
                    <a:pt x="17314" y="35670"/>
                  </a:cubicBezTo>
                  <a:cubicBezTo>
                    <a:pt x="17300" y="35670"/>
                    <a:pt x="17283" y="35671"/>
                    <a:pt x="17261" y="35673"/>
                  </a:cubicBezTo>
                  <a:cubicBezTo>
                    <a:pt x="17248" y="35675"/>
                    <a:pt x="17235" y="35676"/>
                    <a:pt x="17224" y="35676"/>
                  </a:cubicBezTo>
                  <a:cubicBezTo>
                    <a:pt x="17138" y="35676"/>
                    <a:pt x="17131" y="35620"/>
                    <a:pt x="17124" y="35527"/>
                  </a:cubicBezTo>
                  <a:cubicBezTo>
                    <a:pt x="17116" y="35470"/>
                    <a:pt x="17107" y="35422"/>
                    <a:pt x="17172" y="35413"/>
                  </a:cubicBezTo>
                  <a:cubicBezTo>
                    <a:pt x="17197" y="35381"/>
                    <a:pt x="17213" y="35340"/>
                    <a:pt x="17221" y="35300"/>
                  </a:cubicBezTo>
                  <a:cubicBezTo>
                    <a:pt x="17213" y="35243"/>
                    <a:pt x="17205" y="35186"/>
                    <a:pt x="17270" y="35186"/>
                  </a:cubicBezTo>
                  <a:cubicBezTo>
                    <a:pt x="17302" y="35138"/>
                    <a:pt x="17318" y="35073"/>
                    <a:pt x="17310" y="35016"/>
                  </a:cubicBezTo>
                  <a:cubicBezTo>
                    <a:pt x="17294" y="34911"/>
                    <a:pt x="17286" y="34797"/>
                    <a:pt x="17343" y="34797"/>
                  </a:cubicBezTo>
                  <a:cubicBezTo>
                    <a:pt x="17337" y="34756"/>
                    <a:pt x="17335" y="34745"/>
                    <a:pt x="17313" y="34745"/>
                  </a:cubicBezTo>
                  <a:cubicBezTo>
                    <a:pt x="17305" y="34745"/>
                    <a:pt x="17293" y="34746"/>
                    <a:pt x="17278" y="34749"/>
                  </a:cubicBezTo>
                  <a:cubicBezTo>
                    <a:pt x="17274" y="34749"/>
                    <a:pt x="17270" y="34749"/>
                    <a:pt x="17266" y="34749"/>
                  </a:cubicBezTo>
                  <a:cubicBezTo>
                    <a:pt x="17213" y="34749"/>
                    <a:pt x="17158" y="34693"/>
                    <a:pt x="17189" y="34481"/>
                  </a:cubicBezTo>
                  <a:cubicBezTo>
                    <a:pt x="17173" y="34378"/>
                    <a:pt x="17157" y="34221"/>
                    <a:pt x="17103" y="34221"/>
                  </a:cubicBezTo>
                  <a:cubicBezTo>
                    <a:pt x="17102" y="34221"/>
                    <a:pt x="17101" y="34221"/>
                    <a:pt x="17099" y="34222"/>
                  </a:cubicBezTo>
                  <a:cubicBezTo>
                    <a:pt x="17091" y="34173"/>
                    <a:pt x="17091" y="34173"/>
                    <a:pt x="17148" y="34165"/>
                  </a:cubicBezTo>
                  <a:cubicBezTo>
                    <a:pt x="17270" y="34149"/>
                    <a:pt x="17253" y="34043"/>
                    <a:pt x="17124" y="33946"/>
                  </a:cubicBezTo>
                  <a:cubicBezTo>
                    <a:pt x="17120" y="33946"/>
                    <a:pt x="17117" y="33947"/>
                    <a:pt x="17113" y="33947"/>
                  </a:cubicBezTo>
                  <a:cubicBezTo>
                    <a:pt x="17066" y="33947"/>
                    <a:pt x="17062" y="33894"/>
                    <a:pt x="17116" y="33841"/>
                  </a:cubicBezTo>
                  <a:cubicBezTo>
                    <a:pt x="17099" y="33800"/>
                    <a:pt x="17075" y="33759"/>
                    <a:pt x="17043" y="33743"/>
                  </a:cubicBezTo>
                  <a:cubicBezTo>
                    <a:pt x="16978" y="33695"/>
                    <a:pt x="16978" y="33695"/>
                    <a:pt x="17018" y="33581"/>
                  </a:cubicBezTo>
                  <a:cubicBezTo>
                    <a:pt x="17083" y="33573"/>
                    <a:pt x="17075" y="33516"/>
                    <a:pt x="17067" y="33468"/>
                  </a:cubicBezTo>
                  <a:cubicBezTo>
                    <a:pt x="16994" y="33362"/>
                    <a:pt x="16921" y="32770"/>
                    <a:pt x="16978" y="32714"/>
                  </a:cubicBezTo>
                  <a:cubicBezTo>
                    <a:pt x="16905" y="32665"/>
                    <a:pt x="16905" y="32665"/>
                    <a:pt x="16905" y="32616"/>
                  </a:cubicBezTo>
                  <a:cubicBezTo>
                    <a:pt x="16996" y="32553"/>
                    <a:pt x="16959" y="32508"/>
                    <a:pt x="16873" y="32508"/>
                  </a:cubicBezTo>
                  <a:cubicBezTo>
                    <a:pt x="16861" y="32508"/>
                    <a:pt x="16847" y="32509"/>
                    <a:pt x="16832" y="32511"/>
                  </a:cubicBezTo>
                  <a:lnTo>
                    <a:pt x="16832" y="32568"/>
                  </a:lnTo>
                  <a:lnTo>
                    <a:pt x="16840" y="32624"/>
                  </a:lnTo>
                  <a:cubicBezTo>
                    <a:pt x="16837" y="32625"/>
                    <a:pt x="16834" y="32625"/>
                    <a:pt x="16831" y="32625"/>
                  </a:cubicBezTo>
                  <a:cubicBezTo>
                    <a:pt x="16725" y="32625"/>
                    <a:pt x="16707" y="32478"/>
                    <a:pt x="16880" y="32454"/>
                  </a:cubicBezTo>
                  <a:cubicBezTo>
                    <a:pt x="16994" y="32381"/>
                    <a:pt x="16994" y="32381"/>
                    <a:pt x="16864" y="32341"/>
                  </a:cubicBezTo>
                  <a:cubicBezTo>
                    <a:pt x="16743" y="32308"/>
                    <a:pt x="16734" y="32251"/>
                    <a:pt x="16848" y="32187"/>
                  </a:cubicBezTo>
                  <a:cubicBezTo>
                    <a:pt x="16970" y="32170"/>
                    <a:pt x="16970" y="32170"/>
                    <a:pt x="16840" y="32130"/>
                  </a:cubicBezTo>
                  <a:cubicBezTo>
                    <a:pt x="16589" y="32057"/>
                    <a:pt x="16507" y="31903"/>
                    <a:pt x="16751" y="31870"/>
                  </a:cubicBezTo>
                  <a:cubicBezTo>
                    <a:pt x="16864" y="31854"/>
                    <a:pt x="16921" y="31789"/>
                    <a:pt x="16913" y="31741"/>
                  </a:cubicBezTo>
                  <a:cubicBezTo>
                    <a:pt x="16908" y="31704"/>
                    <a:pt x="16879" y="31694"/>
                    <a:pt x="16844" y="31694"/>
                  </a:cubicBezTo>
                  <a:cubicBezTo>
                    <a:pt x="16824" y="31694"/>
                    <a:pt x="16803" y="31697"/>
                    <a:pt x="16783" y="31700"/>
                  </a:cubicBezTo>
                  <a:cubicBezTo>
                    <a:pt x="16749" y="31722"/>
                    <a:pt x="16725" y="31733"/>
                    <a:pt x="16711" y="31733"/>
                  </a:cubicBezTo>
                  <a:cubicBezTo>
                    <a:pt x="16679" y="31733"/>
                    <a:pt x="16699" y="31679"/>
                    <a:pt x="16767" y="31595"/>
                  </a:cubicBezTo>
                  <a:cubicBezTo>
                    <a:pt x="16929" y="31408"/>
                    <a:pt x="16913" y="31303"/>
                    <a:pt x="16767" y="31157"/>
                  </a:cubicBezTo>
                  <a:cubicBezTo>
                    <a:pt x="16660" y="31015"/>
                    <a:pt x="16623" y="30890"/>
                    <a:pt x="16664" y="30890"/>
                  </a:cubicBezTo>
                  <a:cubicBezTo>
                    <a:pt x="16680" y="30890"/>
                    <a:pt x="16705" y="30907"/>
                    <a:pt x="16743" y="30946"/>
                  </a:cubicBezTo>
                  <a:cubicBezTo>
                    <a:pt x="16806" y="30990"/>
                    <a:pt x="16838" y="31012"/>
                    <a:pt x="16846" y="31012"/>
                  </a:cubicBezTo>
                  <a:cubicBezTo>
                    <a:pt x="16855" y="31012"/>
                    <a:pt x="16837" y="30988"/>
                    <a:pt x="16799" y="30938"/>
                  </a:cubicBezTo>
                  <a:cubicBezTo>
                    <a:pt x="16783" y="30824"/>
                    <a:pt x="16775" y="30719"/>
                    <a:pt x="16767" y="30662"/>
                  </a:cubicBezTo>
                  <a:cubicBezTo>
                    <a:pt x="16752" y="30610"/>
                    <a:pt x="16703" y="30572"/>
                    <a:pt x="16646" y="30572"/>
                  </a:cubicBezTo>
                  <a:cubicBezTo>
                    <a:pt x="16640" y="30572"/>
                    <a:pt x="16635" y="30572"/>
                    <a:pt x="16629" y="30573"/>
                  </a:cubicBezTo>
                  <a:cubicBezTo>
                    <a:pt x="16743" y="30508"/>
                    <a:pt x="16783" y="30387"/>
                    <a:pt x="16653" y="30297"/>
                  </a:cubicBezTo>
                  <a:cubicBezTo>
                    <a:pt x="16645" y="30249"/>
                    <a:pt x="16637" y="30192"/>
                    <a:pt x="16637" y="30192"/>
                  </a:cubicBezTo>
                  <a:cubicBezTo>
                    <a:pt x="16629" y="30143"/>
                    <a:pt x="16629" y="30143"/>
                    <a:pt x="16556" y="30095"/>
                  </a:cubicBezTo>
                  <a:cubicBezTo>
                    <a:pt x="16491" y="30046"/>
                    <a:pt x="16548" y="29989"/>
                    <a:pt x="16597" y="29925"/>
                  </a:cubicBezTo>
                  <a:cubicBezTo>
                    <a:pt x="16642" y="29864"/>
                    <a:pt x="16688" y="29810"/>
                    <a:pt x="16647" y="29810"/>
                  </a:cubicBezTo>
                  <a:cubicBezTo>
                    <a:pt x="16644" y="29810"/>
                    <a:pt x="16641" y="29811"/>
                    <a:pt x="16637" y="29811"/>
                  </a:cubicBezTo>
                  <a:cubicBezTo>
                    <a:pt x="16635" y="29811"/>
                    <a:pt x="16633" y="29812"/>
                    <a:pt x="16630" y="29812"/>
                  </a:cubicBezTo>
                  <a:cubicBezTo>
                    <a:pt x="16575" y="29812"/>
                    <a:pt x="16505" y="29720"/>
                    <a:pt x="16435" y="29673"/>
                  </a:cubicBezTo>
                  <a:cubicBezTo>
                    <a:pt x="16386" y="29643"/>
                    <a:pt x="16401" y="29599"/>
                    <a:pt x="16442" y="29599"/>
                  </a:cubicBezTo>
                  <a:cubicBezTo>
                    <a:pt x="16456" y="29599"/>
                    <a:pt x="16473" y="29604"/>
                    <a:pt x="16491" y="29616"/>
                  </a:cubicBezTo>
                  <a:cubicBezTo>
                    <a:pt x="16548" y="29608"/>
                    <a:pt x="16548" y="29608"/>
                    <a:pt x="16589" y="29487"/>
                  </a:cubicBezTo>
                  <a:cubicBezTo>
                    <a:pt x="16581" y="29440"/>
                    <a:pt x="16565" y="29332"/>
                    <a:pt x="16513" y="29332"/>
                  </a:cubicBezTo>
                  <a:cubicBezTo>
                    <a:pt x="16511" y="29332"/>
                    <a:pt x="16509" y="29332"/>
                    <a:pt x="16507" y="29333"/>
                  </a:cubicBezTo>
                  <a:cubicBezTo>
                    <a:pt x="16506" y="29333"/>
                    <a:pt x="16505" y="29333"/>
                    <a:pt x="16503" y="29333"/>
                  </a:cubicBezTo>
                  <a:cubicBezTo>
                    <a:pt x="16448" y="29333"/>
                    <a:pt x="16403" y="29023"/>
                    <a:pt x="16451" y="28960"/>
                  </a:cubicBezTo>
                  <a:lnTo>
                    <a:pt x="16435" y="28854"/>
                  </a:lnTo>
                  <a:cubicBezTo>
                    <a:pt x="16426" y="28806"/>
                    <a:pt x="16353" y="28757"/>
                    <a:pt x="16345" y="28708"/>
                  </a:cubicBezTo>
                  <a:cubicBezTo>
                    <a:pt x="16337" y="28660"/>
                    <a:pt x="16305" y="28627"/>
                    <a:pt x="16272" y="28611"/>
                  </a:cubicBezTo>
                  <a:cubicBezTo>
                    <a:pt x="16264" y="28554"/>
                    <a:pt x="16256" y="28498"/>
                    <a:pt x="16313" y="28489"/>
                  </a:cubicBezTo>
                  <a:cubicBezTo>
                    <a:pt x="16183" y="28457"/>
                    <a:pt x="16183" y="28457"/>
                    <a:pt x="16297" y="28384"/>
                  </a:cubicBezTo>
                  <a:cubicBezTo>
                    <a:pt x="16410" y="28368"/>
                    <a:pt x="16410" y="28368"/>
                    <a:pt x="16289" y="28327"/>
                  </a:cubicBezTo>
                  <a:cubicBezTo>
                    <a:pt x="16216" y="28287"/>
                    <a:pt x="16216" y="28287"/>
                    <a:pt x="16272" y="28222"/>
                  </a:cubicBezTo>
                  <a:cubicBezTo>
                    <a:pt x="16322" y="28215"/>
                    <a:pt x="16322" y="28170"/>
                    <a:pt x="16278" y="28170"/>
                  </a:cubicBezTo>
                  <a:cubicBezTo>
                    <a:pt x="16271" y="28170"/>
                    <a:pt x="16264" y="28171"/>
                    <a:pt x="16256" y="28173"/>
                  </a:cubicBezTo>
                  <a:cubicBezTo>
                    <a:pt x="16135" y="28141"/>
                    <a:pt x="16045" y="27987"/>
                    <a:pt x="16167" y="27971"/>
                  </a:cubicBezTo>
                  <a:cubicBezTo>
                    <a:pt x="16151" y="27930"/>
                    <a:pt x="16126" y="27889"/>
                    <a:pt x="16086" y="27873"/>
                  </a:cubicBezTo>
                  <a:cubicBezTo>
                    <a:pt x="15964" y="27841"/>
                    <a:pt x="15964" y="27841"/>
                    <a:pt x="16078" y="27817"/>
                  </a:cubicBezTo>
                  <a:cubicBezTo>
                    <a:pt x="16191" y="27744"/>
                    <a:pt x="16183" y="27687"/>
                    <a:pt x="16053" y="27654"/>
                  </a:cubicBezTo>
                  <a:cubicBezTo>
                    <a:pt x="16013" y="27638"/>
                    <a:pt x="16005" y="27581"/>
                    <a:pt x="16037" y="27549"/>
                  </a:cubicBezTo>
                  <a:cubicBezTo>
                    <a:pt x="16074" y="27447"/>
                    <a:pt x="16077" y="27166"/>
                    <a:pt x="16000" y="27166"/>
                  </a:cubicBezTo>
                  <a:cubicBezTo>
                    <a:pt x="15992" y="27166"/>
                    <a:pt x="15983" y="27169"/>
                    <a:pt x="15972" y="27176"/>
                  </a:cubicBezTo>
                  <a:lnTo>
                    <a:pt x="15948" y="27071"/>
                  </a:lnTo>
                  <a:cubicBezTo>
                    <a:pt x="15989" y="26957"/>
                    <a:pt x="15980" y="26900"/>
                    <a:pt x="15916" y="26860"/>
                  </a:cubicBezTo>
                  <a:lnTo>
                    <a:pt x="15843" y="26819"/>
                  </a:lnTo>
                  <a:cubicBezTo>
                    <a:pt x="15907" y="26803"/>
                    <a:pt x="15948" y="26754"/>
                    <a:pt x="15940" y="26690"/>
                  </a:cubicBezTo>
                  <a:cubicBezTo>
                    <a:pt x="15935" y="26653"/>
                    <a:pt x="15933" y="26640"/>
                    <a:pt x="15916" y="26640"/>
                  </a:cubicBezTo>
                  <a:cubicBezTo>
                    <a:pt x="15908" y="26640"/>
                    <a:pt x="15895" y="26643"/>
                    <a:pt x="15875" y="26649"/>
                  </a:cubicBezTo>
                  <a:cubicBezTo>
                    <a:pt x="15859" y="26670"/>
                    <a:pt x="15848" y="26678"/>
                    <a:pt x="15839" y="26678"/>
                  </a:cubicBezTo>
                  <a:cubicBezTo>
                    <a:pt x="15820" y="26678"/>
                    <a:pt x="15813" y="26641"/>
                    <a:pt x="15802" y="26608"/>
                  </a:cubicBezTo>
                  <a:cubicBezTo>
                    <a:pt x="15802" y="26544"/>
                    <a:pt x="15843" y="26487"/>
                    <a:pt x="15907" y="26479"/>
                  </a:cubicBezTo>
                  <a:lnTo>
                    <a:pt x="15891" y="26422"/>
                  </a:lnTo>
                  <a:cubicBezTo>
                    <a:pt x="15871" y="26426"/>
                    <a:pt x="15855" y="26428"/>
                    <a:pt x="15841" y="26428"/>
                  </a:cubicBezTo>
                  <a:cubicBezTo>
                    <a:pt x="15777" y="26428"/>
                    <a:pt x="15780" y="26388"/>
                    <a:pt x="15826" y="26381"/>
                  </a:cubicBezTo>
                  <a:cubicBezTo>
                    <a:pt x="15867" y="26333"/>
                    <a:pt x="15875" y="26268"/>
                    <a:pt x="15859" y="26211"/>
                  </a:cubicBezTo>
                  <a:lnTo>
                    <a:pt x="15859" y="26211"/>
                  </a:lnTo>
                  <a:cubicBezTo>
                    <a:pt x="15855" y="26212"/>
                    <a:pt x="15851" y="26212"/>
                    <a:pt x="15848" y="26212"/>
                  </a:cubicBezTo>
                  <a:cubicBezTo>
                    <a:pt x="15816" y="26212"/>
                    <a:pt x="15825" y="26188"/>
                    <a:pt x="15839" y="26188"/>
                  </a:cubicBezTo>
                  <a:cubicBezTo>
                    <a:pt x="15846" y="26188"/>
                    <a:pt x="15854" y="26194"/>
                    <a:pt x="15859" y="26211"/>
                  </a:cubicBezTo>
                  <a:lnTo>
                    <a:pt x="15916" y="26203"/>
                  </a:lnTo>
                  <a:cubicBezTo>
                    <a:pt x="15948" y="26160"/>
                    <a:pt x="15934" y="26149"/>
                    <a:pt x="15901" y="26149"/>
                  </a:cubicBezTo>
                  <a:cubicBezTo>
                    <a:pt x="15885" y="26149"/>
                    <a:pt x="15864" y="26152"/>
                    <a:pt x="15843" y="26154"/>
                  </a:cubicBezTo>
                  <a:cubicBezTo>
                    <a:pt x="15843" y="26154"/>
                    <a:pt x="15835" y="26106"/>
                    <a:pt x="15826" y="26049"/>
                  </a:cubicBezTo>
                  <a:cubicBezTo>
                    <a:pt x="15815" y="26016"/>
                    <a:pt x="15808" y="25979"/>
                    <a:pt x="15789" y="25979"/>
                  </a:cubicBezTo>
                  <a:cubicBezTo>
                    <a:pt x="15781" y="25979"/>
                    <a:pt x="15769" y="25988"/>
                    <a:pt x="15753" y="26009"/>
                  </a:cubicBezTo>
                  <a:cubicBezTo>
                    <a:pt x="15730" y="26015"/>
                    <a:pt x="15707" y="26020"/>
                    <a:pt x="15686" y="26020"/>
                  </a:cubicBezTo>
                  <a:cubicBezTo>
                    <a:pt x="15657" y="26020"/>
                    <a:pt x="15633" y="26010"/>
                    <a:pt x="15624" y="25976"/>
                  </a:cubicBezTo>
                  <a:cubicBezTo>
                    <a:pt x="15617" y="25978"/>
                    <a:pt x="15612" y="25979"/>
                    <a:pt x="15608" y="25979"/>
                  </a:cubicBezTo>
                  <a:cubicBezTo>
                    <a:pt x="15587" y="25979"/>
                    <a:pt x="15599" y="25958"/>
                    <a:pt x="15610" y="25958"/>
                  </a:cubicBezTo>
                  <a:cubicBezTo>
                    <a:pt x="15616" y="25958"/>
                    <a:pt x="15621" y="25962"/>
                    <a:pt x="15624" y="25976"/>
                  </a:cubicBezTo>
                  <a:cubicBezTo>
                    <a:pt x="15689" y="25968"/>
                    <a:pt x="15745" y="25960"/>
                    <a:pt x="15737" y="25903"/>
                  </a:cubicBezTo>
                  <a:cubicBezTo>
                    <a:pt x="15721" y="25854"/>
                    <a:pt x="15786" y="25838"/>
                    <a:pt x="15786" y="25838"/>
                  </a:cubicBezTo>
                  <a:cubicBezTo>
                    <a:pt x="15795" y="25841"/>
                    <a:pt x="15803" y="25842"/>
                    <a:pt x="15809" y="25842"/>
                  </a:cubicBezTo>
                  <a:cubicBezTo>
                    <a:pt x="15893" y="25842"/>
                    <a:pt x="15805" y="25665"/>
                    <a:pt x="15737" y="25627"/>
                  </a:cubicBezTo>
                  <a:cubicBezTo>
                    <a:pt x="15599" y="25546"/>
                    <a:pt x="15591" y="25490"/>
                    <a:pt x="15713" y="25465"/>
                  </a:cubicBezTo>
                  <a:cubicBezTo>
                    <a:pt x="15826" y="25449"/>
                    <a:pt x="15689" y="25360"/>
                    <a:pt x="15502" y="25344"/>
                  </a:cubicBezTo>
                  <a:lnTo>
                    <a:pt x="15316" y="25327"/>
                  </a:lnTo>
                  <a:lnTo>
                    <a:pt x="15494" y="25295"/>
                  </a:lnTo>
                  <a:cubicBezTo>
                    <a:pt x="15713" y="25190"/>
                    <a:pt x="15713" y="25190"/>
                    <a:pt x="15567" y="25060"/>
                  </a:cubicBezTo>
                  <a:cubicBezTo>
                    <a:pt x="15486" y="24963"/>
                    <a:pt x="15486" y="24963"/>
                    <a:pt x="15551" y="24946"/>
                  </a:cubicBezTo>
                  <a:cubicBezTo>
                    <a:pt x="15608" y="24938"/>
                    <a:pt x="15599" y="24882"/>
                    <a:pt x="15559" y="24727"/>
                  </a:cubicBezTo>
                  <a:cubicBezTo>
                    <a:pt x="15529" y="24577"/>
                    <a:pt x="15520" y="24524"/>
                    <a:pt x="15473" y="24524"/>
                  </a:cubicBezTo>
                  <a:cubicBezTo>
                    <a:pt x="15469" y="24524"/>
                    <a:pt x="15465" y="24524"/>
                    <a:pt x="15462" y="24525"/>
                  </a:cubicBezTo>
                  <a:cubicBezTo>
                    <a:pt x="15462" y="24525"/>
                    <a:pt x="15445" y="24476"/>
                    <a:pt x="15437" y="24419"/>
                  </a:cubicBezTo>
                  <a:cubicBezTo>
                    <a:pt x="15514" y="24366"/>
                    <a:pt x="15492" y="24300"/>
                    <a:pt x="15433" y="24300"/>
                  </a:cubicBezTo>
                  <a:cubicBezTo>
                    <a:pt x="15411" y="24300"/>
                    <a:pt x="15384" y="24308"/>
                    <a:pt x="15356" y="24330"/>
                  </a:cubicBezTo>
                  <a:lnTo>
                    <a:pt x="15332" y="24225"/>
                  </a:lnTo>
                  <a:lnTo>
                    <a:pt x="15389" y="24209"/>
                  </a:lnTo>
                  <a:cubicBezTo>
                    <a:pt x="15445" y="24200"/>
                    <a:pt x="15429" y="24095"/>
                    <a:pt x="15332" y="23673"/>
                  </a:cubicBezTo>
                  <a:cubicBezTo>
                    <a:pt x="15240" y="23256"/>
                    <a:pt x="15216" y="23166"/>
                    <a:pt x="15136" y="23166"/>
                  </a:cubicBezTo>
                  <a:cubicBezTo>
                    <a:pt x="15124" y="23166"/>
                    <a:pt x="15111" y="23168"/>
                    <a:pt x="15097" y="23171"/>
                  </a:cubicBezTo>
                  <a:cubicBezTo>
                    <a:pt x="14967" y="23146"/>
                    <a:pt x="14959" y="23090"/>
                    <a:pt x="15072" y="23065"/>
                  </a:cubicBezTo>
                  <a:cubicBezTo>
                    <a:pt x="15123" y="23051"/>
                    <a:pt x="15167" y="22998"/>
                    <a:pt x="15136" y="22998"/>
                  </a:cubicBezTo>
                  <a:cubicBezTo>
                    <a:pt x="15132" y="22998"/>
                    <a:pt x="15127" y="22999"/>
                    <a:pt x="15121" y="23001"/>
                  </a:cubicBezTo>
                  <a:cubicBezTo>
                    <a:pt x="15105" y="22944"/>
                    <a:pt x="15113" y="22879"/>
                    <a:pt x="15137" y="22830"/>
                  </a:cubicBezTo>
                  <a:cubicBezTo>
                    <a:pt x="15208" y="22668"/>
                    <a:pt x="15162" y="22616"/>
                    <a:pt x="15111" y="22616"/>
                  </a:cubicBezTo>
                  <a:cubicBezTo>
                    <a:pt x="15104" y="22616"/>
                    <a:pt x="15096" y="22617"/>
                    <a:pt x="15089" y="22619"/>
                  </a:cubicBezTo>
                  <a:cubicBezTo>
                    <a:pt x="15055" y="22645"/>
                    <a:pt x="15037" y="22655"/>
                    <a:pt x="15030" y="22655"/>
                  </a:cubicBezTo>
                  <a:cubicBezTo>
                    <a:pt x="15014" y="22655"/>
                    <a:pt x="15047" y="22607"/>
                    <a:pt x="15081" y="22563"/>
                  </a:cubicBezTo>
                  <a:cubicBezTo>
                    <a:pt x="15119" y="22502"/>
                    <a:pt x="15164" y="22440"/>
                    <a:pt x="15122" y="22440"/>
                  </a:cubicBezTo>
                  <a:cubicBezTo>
                    <a:pt x="15119" y="22440"/>
                    <a:pt x="15116" y="22441"/>
                    <a:pt x="15113" y="22441"/>
                  </a:cubicBezTo>
                  <a:cubicBezTo>
                    <a:pt x="15040" y="22409"/>
                    <a:pt x="14910" y="22109"/>
                    <a:pt x="15024" y="22076"/>
                  </a:cubicBezTo>
                  <a:cubicBezTo>
                    <a:pt x="15024" y="22076"/>
                    <a:pt x="15008" y="22028"/>
                    <a:pt x="14999" y="21971"/>
                  </a:cubicBezTo>
                  <a:cubicBezTo>
                    <a:pt x="14996" y="21972"/>
                    <a:pt x="14992" y="21973"/>
                    <a:pt x="14988" y="21973"/>
                  </a:cubicBezTo>
                  <a:cubicBezTo>
                    <a:pt x="14938" y="21973"/>
                    <a:pt x="14909" y="21874"/>
                    <a:pt x="14886" y="21776"/>
                  </a:cubicBezTo>
                  <a:cubicBezTo>
                    <a:pt x="14862" y="21671"/>
                    <a:pt x="14845" y="21622"/>
                    <a:pt x="14902" y="21606"/>
                  </a:cubicBezTo>
                  <a:cubicBezTo>
                    <a:pt x="14918" y="21613"/>
                    <a:pt x="14929" y="21616"/>
                    <a:pt x="14937" y="21616"/>
                  </a:cubicBezTo>
                  <a:cubicBezTo>
                    <a:pt x="14965" y="21616"/>
                    <a:pt x="14942" y="21571"/>
                    <a:pt x="14878" y="21501"/>
                  </a:cubicBezTo>
                  <a:cubicBezTo>
                    <a:pt x="14862" y="21444"/>
                    <a:pt x="14732" y="21428"/>
                    <a:pt x="14716" y="21371"/>
                  </a:cubicBezTo>
                  <a:cubicBezTo>
                    <a:pt x="14706" y="21374"/>
                    <a:pt x="14696" y="21375"/>
                    <a:pt x="14686" y="21375"/>
                  </a:cubicBezTo>
                  <a:cubicBezTo>
                    <a:pt x="14640" y="21375"/>
                    <a:pt x="14598" y="21345"/>
                    <a:pt x="14578" y="21298"/>
                  </a:cubicBezTo>
                  <a:lnTo>
                    <a:pt x="14635" y="21282"/>
                  </a:lnTo>
                  <a:lnTo>
                    <a:pt x="14748" y="21249"/>
                  </a:lnTo>
                  <a:cubicBezTo>
                    <a:pt x="14741" y="21204"/>
                    <a:pt x="14726" y="21159"/>
                    <a:pt x="14679" y="21159"/>
                  </a:cubicBezTo>
                  <a:cubicBezTo>
                    <a:pt x="14675" y="21159"/>
                    <a:pt x="14671" y="21159"/>
                    <a:pt x="14667" y="21160"/>
                  </a:cubicBezTo>
                  <a:cubicBezTo>
                    <a:pt x="14708" y="21095"/>
                    <a:pt x="14691" y="21047"/>
                    <a:pt x="14667" y="20941"/>
                  </a:cubicBezTo>
                  <a:cubicBezTo>
                    <a:pt x="14643" y="20836"/>
                    <a:pt x="14618" y="20730"/>
                    <a:pt x="14545" y="20690"/>
                  </a:cubicBezTo>
                  <a:cubicBezTo>
                    <a:pt x="14643" y="20609"/>
                    <a:pt x="14553" y="20301"/>
                    <a:pt x="14424" y="20276"/>
                  </a:cubicBezTo>
                  <a:cubicBezTo>
                    <a:pt x="14416" y="20278"/>
                    <a:pt x="14410" y="20279"/>
                    <a:pt x="14404" y="20279"/>
                  </a:cubicBezTo>
                  <a:cubicBezTo>
                    <a:pt x="14364" y="20279"/>
                    <a:pt x="14356" y="20234"/>
                    <a:pt x="14391" y="20171"/>
                  </a:cubicBezTo>
                  <a:cubicBezTo>
                    <a:pt x="14440" y="20106"/>
                    <a:pt x="14440" y="20106"/>
                    <a:pt x="14367" y="20074"/>
                  </a:cubicBezTo>
                  <a:cubicBezTo>
                    <a:pt x="14294" y="20033"/>
                    <a:pt x="14335" y="19968"/>
                    <a:pt x="14383" y="19895"/>
                  </a:cubicBezTo>
                  <a:cubicBezTo>
                    <a:pt x="14481" y="19814"/>
                    <a:pt x="14464" y="19757"/>
                    <a:pt x="14391" y="19725"/>
                  </a:cubicBezTo>
                  <a:cubicBezTo>
                    <a:pt x="14326" y="19660"/>
                    <a:pt x="14286" y="19571"/>
                    <a:pt x="14262" y="19482"/>
                  </a:cubicBezTo>
                  <a:cubicBezTo>
                    <a:pt x="14201" y="19421"/>
                    <a:pt x="14174" y="19379"/>
                    <a:pt x="14150" y="19379"/>
                  </a:cubicBezTo>
                  <a:cubicBezTo>
                    <a:pt x="14139" y="19379"/>
                    <a:pt x="14129" y="19388"/>
                    <a:pt x="14116" y="19409"/>
                  </a:cubicBezTo>
                  <a:cubicBezTo>
                    <a:pt x="14101" y="19412"/>
                    <a:pt x="14085" y="19414"/>
                    <a:pt x="14069" y="19414"/>
                  </a:cubicBezTo>
                  <a:cubicBezTo>
                    <a:pt x="14041" y="19414"/>
                    <a:pt x="14012" y="19408"/>
                    <a:pt x="13986" y="19393"/>
                  </a:cubicBezTo>
                  <a:cubicBezTo>
                    <a:pt x="13930" y="19342"/>
                    <a:pt x="13931" y="19317"/>
                    <a:pt x="13944" y="19317"/>
                  </a:cubicBezTo>
                  <a:cubicBezTo>
                    <a:pt x="13952" y="19317"/>
                    <a:pt x="13964" y="19326"/>
                    <a:pt x="13970" y="19344"/>
                  </a:cubicBezTo>
                  <a:cubicBezTo>
                    <a:pt x="14003" y="19374"/>
                    <a:pt x="14022" y="19386"/>
                    <a:pt x="14034" y="19386"/>
                  </a:cubicBezTo>
                  <a:cubicBezTo>
                    <a:pt x="14055" y="19386"/>
                    <a:pt x="14058" y="19352"/>
                    <a:pt x="14083" y="19312"/>
                  </a:cubicBezTo>
                  <a:cubicBezTo>
                    <a:pt x="14116" y="19239"/>
                    <a:pt x="14108" y="19157"/>
                    <a:pt x="14083" y="19085"/>
                  </a:cubicBezTo>
                  <a:cubicBezTo>
                    <a:pt x="14067" y="19036"/>
                    <a:pt x="14035" y="18930"/>
                    <a:pt x="14018" y="18882"/>
                  </a:cubicBezTo>
                  <a:cubicBezTo>
                    <a:pt x="14026" y="18724"/>
                    <a:pt x="14014" y="18668"/>
                    <a:pt x="13972" y="18668"/>
                  </a:cubicBezTo>
                  <a:cubicBezTo>
                    <a:pt x="13966" y="18668"/>
                    <a:pt x="13960" y="18669"/>
                    <a:pt x="13954" y="18671"/>
                  </a:cubicBezTo>
                  <a:lnTo>
                    <a:pt x="13897" y="18687"/>
                  </a:lnTo>
                  <a:cubicBezTo>
                    <a:pt x="13994" y="18606"/>
                    <a:pt x="13816" y="18039"/>
                    <a:pt x="13686" y="18022"/>
                  </a:cubicBezTo>
                  <a:lnTo>
                    <a:pt x="13743" y="17998"/>
                  </a:lnTo>
                  <a:cubicBezTo>
                    <a:pt x="13799" y="17982"/>
                    <a:pt x="13783" y="17933"/>
                    <a:pt x="13751" y="17828"/>
                  </a:cubicBezTo>
                  <a:cubicBezTo>
                    <a:pt x="13678" y="17706"/>
                    <a:pt x="13613" y="17576"/>
                    <a:pt x="13548" y="17439"/>
                  </a:cubicBezTo>
                  <a:cubicBezTo>
                    <a:pt x="13488" y="17250"/>
                    <a:pt x="13435" y="17104"/>
                    <a:pt x="13382" y="17104"/>
                  </a:cubicBezTo>
                  <a:cubicBezTo>
                    <a:pt x="13378" y="17104"/>
                    <a:pt x="13374" y="17105"/>
                    <a:pt x="13370" y="17106"/>
                  </a:cubicBezTo>
                  <a:cubicBezTo>
                    <a:pt x="13354" y="17049"/>
                    <a:pt x="13354" y="17049"/>
                    <a:pt x="13410" y="17033"/>
                  </a:cubicBezTo>
                  <a:cubicBezTo>
                    <a:pt x="13425" y="17040"/>
                    <a:pt x="13436" y="17043"/>
                    <a:pt x="13445" y="17043"/>
                  </a:cubicBezTo>
                  <a:cubicBezTo>
                    <a:pt x="13477" y="17043"/>
                    <a:pt x="13464" y="16999"/>
                    <a:pt x="13451" y="16960"/>
                  </a:cubicBezTo>
                  <a:cubicBezTo>
                    <a:pt x="13443" y="16937"/>
                    <a:pt x="13426" y="16929"/>
                    <a:pt x="13405" y="16929"/>
                  </a:cubicBezTo>
                  <a:cubicBezTo>
                    <a:pt x="13381" y="16929"/>
                    <a:pt x="13351" y="16939"/>
                    <a:pt x="13321" y="16952"/>
                  </a:cubicBezTo>
                  <a:cubicBezTo>
                    <a:pt x="13314" y="16954"/>
                    <a:pt x="13308" y="16955"/>
                    <a:pt x="13302" y="16955"/>
                  </a:cubicBezTo>
                  <a:cubicBezTo>
                    <a:pt x="13261" y="16955"/>
                    <a:pt x="13250" y="16905"/>
                    <a:pt x="13264" y="16798"/>
                  </a:cubicBezTo>
                  <a:cubicBezTo>
                    <a:pt x="13272" y="16652"/>
                    <a:pt x="13216" y="16506"/>
                    <a:pt x="13110" y="16393"/>
                  </a:cubicBezTo>
                  <a:cubicBezTo>
                    <a:pt x="13094" y="16344"/>
                    <a:pt x="13070" y="16295"/>
                    <a:pt x="13127" y="16271"/>
                  </a:cubicBezTo>
                  <a:cubicBezTo>
                    <a:pt x="13191" y="16182"/>
                    <a:pt x="13143" y="16052"/>
                    <a:pt x="13029" y="16020"/>
                  </a:cubicBezTo>
                  <a:cubicBezTo>
                    <a:pt x="13013" y="15971"/>
                    <a:pt x="13013" y="15971"/>
                    <a:pt x="13070" y="15947"/>
                  </a:cubicBezTo>
                  <a:cubicBezTo>
                    <a:pt x="13102" y="15882"/>
                    <a:pt x="13159" y="15858"/>
                    <a:pt x="13029" y="15850"/>
                  </a:cubicBezTo>
                  <a:cubicBezTo>
                    <a:pt x="12932" y="15760"/>
                    <a:pt x="12875" y="15631"/>
                    <a:pt x="12891" y="15493"/>
                  </a:cubicBezTo>
                  <a:cubicBezTo>
                    <a:pt x="12872" y="15453"/>
                    <a:pt x="12857" y="15413"/>
                    <a:pt x="12822" y="15413"/>
                  </a:cubicBezTo>
                  <a:cubicBezTo>
                    <a:pt x="12814" y="15413"/>
                    <a:pt x="12805" y="15415"/>
                    <a:pt x="12794" y="15420"/>
                  </a:cubicBezTo>
                  <a:cubicBezTo>
                    <a:pt x="12773" y="15429"/>
                    <a:pt x="12753" y="15438"/>
                    <a:pt x="12737" y="15444"/>
                  </a:cubicBezTo>
                  <a:cubicBezTo>
                    <a:pt x="12827" y="15347"/>
                    <a:pt x="12827" y="15347"/>
                    <a:pt x="12697" y="15347"/>
                  </a:cubicBezTo>
                  <a:cubicBezTo>
                    <a:pt x="12689" y="15349"/>
                    <a:pt x="12682" y="15350"/>
                    <a:pt x="12675" y="15350"/>
                  </a:cubicBezTo>
                  <a:cubicBezTo>
                    <a:pt x="12635" y="15350"/>
                    <a:pt x="12624" y="15311"/>
                    <a:pt x="12672" y="15290"/>
                  </a:cubicBezTo>
                  <a:cubicBezTo>
                    <a:pt x="12697" y="15258"/>
                    <a:pt x="12697" y="15209"/>
                    <a:pt x="12689" y="15168"/>
                  </a:cubicBezTo>
                  <a:cubicBezTo>
                    <a:pt x="12583" y="15006"/>
                    <a:pt x="12486" y="14828"/>
                    <a:pt x="12397" y="14650"/>
                  </a:cubicBezTo>
                  <a:cubicBezTo>
                    <a:pt x="12239" y="14280"/>
                    <a:pt x="12164" y="14128"/>
                    <a:pt x="12116" y="14128"/>
                  </a:cubicBezTo>
                  <a:cubicBezTo>
                    <a:pt x="12112" y="14128"/>
                    <a:pt x="12108" y="14129"/>
                    <a:pt x="12105" y="14131"/>
                  </a:cubicBezTo>
                  <a:cubicBezTo>
                    <a:pt x="12024" y="14106"/>
                    <a:pt x="12024" y="14106"/>
                    <a:pt x="12056" y="14033"/>
                  </a:cubicBezTo>
                  <a:cubicBezTo>
                    <a:pt x="12081" y="13977"/>
                    <a:pt x="12073" y="13912"/>
                    <a:pt x="12040" y="13863"/>
                  </a:cubicBezTo>
                  <a:cubicBezTo>
                    <a:pt x="12016" y="13814"/>
                    <a:pt x="11991" y="13766"/>
                    <a:pt x="12048" y="13742"/>
                  </a:cubicBezTo>
                  <a:cubicBezTo>
                    <a:pt x="11967" y="13717"/>
                    <a:pt x="11967" y="13717"/>
                    <a:pt x="11951" y="13669"/>
                  </a:cubicBezTo>
                  <a:cubicBezTo>
                    <a:pt x="12000" y="13644"/>
                    <a:pt x="11975" y="13596"/>
                    <a:pt x="11902" y="13571"/>
                  </a:cubicBezTo>
                  <a:cubicBezTo>
                    <a:pt x="11773" y="13571"/>
                    <a:pt x="11773" y="13571"/>
                    <a:pt x="11878" y="13523"/>
                  </a:cubicBezTo>
                  <a:cubicBezTo>
                    <a:pt x="11924" y="13503"/>
                    <a:pt x="11922" y="13380"/>
                    <a:pt x="11902" y="13380"/>
                  </a:cubicBezTo>
                  <a:cubicBezTo>
                    <a:pt x="11897" y="13380"/>
                    <a:pt x="11892" y="13386"/>
                    <a:pt x="11886" y="13401"/>
                  </a:cubicBezTo>
                  <a:cubicBezTo>
                    <a:pt x="11880" y="13404"/>
                    <a:pt x="11874" y="13405"/>
                    <a:pt x="11868" y="13405"/>
                  </a:cubicBezTo>
                  <a:cubicBezTo>
                    <a:pt x="11820" y="13405"/>
                    <a:pt x="11780" y="13325"/>
                    <a:pt x="11708" y="13304"/>
                  </a:cubicBezTo>
                  <a:cubicBezTo>
                    <a:pt x="11683" y="13255"/>
                    <a:pt x="11667" y="13206"/>
                    <a:pt x="11716" y="13182"/>
                  </a:cubicBezTo>
                  <a:cubicBezTo>
                    <a:pt x="11748" y="13101"/>
                    <a:pt x="11578" y="12890"/>
                    <a:pt x="11497" y="12874"/>
                  </a:cubicBezTo>
                  <a:cubicBezTo>
                    <a:pt x="11486" y="12879"/>
                    <a:pt x="11476" y="12881"/>
                    <a:pt x="11468" y="12881"/>
                  </a:cubicBezTo>
                  <a:cubicBezTo>
                    <a:pt x="11434" y="12881"/>
                    <a:pt x="11427" y="12845"/>
                    <a:pt x="11473" y="12825"/>
                  </a:cubicBezTo>
                  <a:cubicBezTo>
                    <a:pt x="11521" y="12793"/>
                    <a:pt x="11497" y="12744"/>
                    <a:pt x="11473" y="12696"/>
                  </a:cubicBezTo>
                  <a:cubicBezTo>
                    <a:pt x="11400" y="12679"/>
                    <a:pt x="11448" y="12655"/>
                    <a:pt x="11505" y="12623"/>
                  </a:cubicBezTo>
                  <a:cubicBezTo>
                    <a:pt x="11518" y="12627"/>
                    <a:pt x="11527" y="12629"/>
                    <a:pt x="11534" y="12629"/>
                  </a:cubicBezTo>
                  <a:cubicBezTo>
                    <a:pt x="11569" y="12629"/>
                    <a:pt x="11545" y="12582"/>
                    <a:pt x="11505" y="12501"/>
                  </a:cubicBezTo>
                  <a:cubicBezTo>
                    <a:pt x="11424" y="12477"/>
                    <a:pt x="11327" y="12290"/>
                    <a:pt x="11254" y="12144"/>
                  </a:cubicBezTo>
                  <a:cubicBezTo>
                    <a:pt x="11132" y="11901"/>
                    <a:pt x="11051" y="11885"/>
                    <a:pt x="10897" y="11844"/>
                  </a:cubicBezTo>
                  <a:lnTo>
                    <a:pt x="10767" y="11861"/>
                  </a:lnTo>
                  <a:lnTo>
                    <a:pt x="10873" y="11796"/>
                  </a:lnTo>
                  <a:cubicBezTo>
                    <a:pt x="10921" y="11763"/>
                    <a:pt x="10962" y="11715"/>
                    <a:pt x="11002" y="11666"/>
                  </a:cubicBezTo>
                  <a:cubicBezTo>
                    <a:pt x="10990" y="11647"/>
                    <a:pt x="10975" y="11641"/>
                    <a:pt x="10959" y="11641"/>
                  </a:cubicBezTo>
                  <a:cubicBezTo>
                    <a:pt x="10933" y="11641"/>
                    <a:pt x="10903" y="11659"/>
                    <a:pt x="10873" y="11674"/>
                  </a:cubicBezTo>
                  <a:cubicBezTo>
                    <a:pt x="10861" y="11681"/>
                    <a:pt x="10851" y="11684"/>
                    <a:pt x="10842" y="11684"/>
                  </a:cubicBezTo>
                  <a:cubicBezTo>
                    <a:pt x="10807" y="11684"/>
                    <a:pt x="10791" y="11633"/>
                    <a:pt x="10791" y="11536"/>
                  </a:cubicBezTo>
                  <a:cubicBezTo>
                    <a:pt x="10791" y="11415"/>
                    <a:pt x="10759" y="11366"/>
                    <a:pt x="10686" y="11350"/>
                  </a:cubicBezTo>
                  <a:cubicBezTo>
                    <a:pt x="10646" y="11301"/>
                    <a:pt x="10637" y="11236"/>
                    <a:pt x="10654" y="11179"/>
                  </a:cubicBezTo>
                  <a:cubicBezTo>
                    <a:pt x="10640" y="11153"/>
                    <a:pt x="10634" y="11141"/>
                    <a:pt x="10623" y="11141"/>
                  </a:cubicBezTo>
                  <a:cubicBezTo>
                    <a:pt x="10615" y="11141"/>
                    <a:pt x="10603" y="11149"/>
                    <a:pt x="10581" y="11163"/>
                  </a:cubicBezTo>
                  <a:cubicBezTo>
                    <a:pt x="10570" y="11168"/>
                    <a:pt x="10560" y="11170"/>
                    <a:pt x="10551" y="11170"/>
                  </a:cubicBezTo>
                  <a:cubicBezTo>
                    <a:pt x="10516" y="11170"/>
                    <a:pt x="10504" y="11131"/>
                    <a:pt x="10524" y="11066"/>
                  </a:cubicBezTo>
                  <a:cubicBezTo>
                    <a:pt x="10591" y="10969"/>
                    <a:pt x="10535" y="10844"/>
                    <a:pt x="10481" y="10844"/>
                  </a:cubicBezTo>
                  <a:cubicBezTo>
                    <a:pt x="10476" y="10844"/>
                    <a:pt x="10472" y="10845"/>
                    <a:pt x="10467" y="10847"/>
                  </a:cubicBezTo>
                  <a:cubicBezTo>
                    <a:pt x="10456" y="10854"/>
                    <a:pt x="10446" y="10858"/>
                    <a:pt x="10438" y="10858"/>
                  </a:cubicBezTo>
                  <a:cubicBezTo>
                    <a:pt x="10407" y="10858"/>
                    <a:pt x="10387" y="10820"/>
                    <a:pt x="10362" y="10782"/>
                  </a:cubicBezTo>
                  <a:cubicBezTo>
                    <a:pt x="10337" y="10725"/>
                    <a:pt x="10289" y="10685"/>
                    <a:pt x="10232" y="10677"/>
                  </a:cubicBezTo>
                  <a:lnTo>
                    <a:pt x="10175" y="10579"/>
                  </a:lnTo>
                  <a:cubicBezTo>
                    <a:pt x="10165" y="10562"/>
                    <a:pt x="10174" y="10554"/>
                    <a:pt x="10190" y="10554"/>
                  </a:cubicBezTo>
                  <a:cubicBezTo>
                    <a:pt x="10210" y="10554"/>
                    <a:pt x="10243" y="10568"/>
                    <a:pt x="10256" y="10596"/>
                  </a:cubicBezTo>
                  <a:lnTo>
                    <a:pt x="10281" y="10523"/>
                  </a:lnTo>
                  <a:cubicBezTo>
                    <a:pt x="10224" y="10425"/>
                    <a:pt x="10200" y="10385"/>
                    <a:pt x="10119" y="10369"/>
                  </a:cubicBezTo>
                  <a:cubicBezTo>
                    <a:pt x="10075" y="10374"/>
                    <a:pt x="10046" y="10378"/>
                    <a:pt x="10031" y="10378"/>
                  </a:cubicBezTo>
                  <a:cubicBezTo>
                    <a:pt x="10000" y="10378"/>
                    <a:pt x="10021" y="10363"/>
                    <a:pt x="10086" y="10320"/>
                  </a:cubicBezTo>
                  <a:cubicBezTo>
                    <a:pt x="10143" y="10288"/>
                    <a:pt x="10159" y="10215"/>
                    <a:pt x="10086" y="10198"/>
                  </a:cubicBezTo>
                  <a:cubicBezTo>
                    <a:pt x="10073" y="10200"/>
                    <a:pt x="10062" y="10201"/>
                    <a:pt x="10052" y="10201"/>
                  </a:cubicBezTo>
                  <a:cubicBezTo>
                    <a:pt x="9960" y="10201"/>
                    <a:pt x="9978" y="10139"/>
                    <a:pt x="10029" y="10109"/>
                  </a:cubicBezTo>
                  <a:cubicBezTo>
                    <a:pt x="10159" y="10093"/>
                    <a:pt x="10159" y="10093"/>
                    <a:pt x="9940" y="9971"/>
                  </a:cubicBezTo>
                  <a:cubicBezTo>
                    <a:pt x="9883" y="9874"/>
                    <a:pt x="9721" y="9728"/>
                    <a:pt x="9632" y="9590"/>
                  </a:cubicBezTo>
                  <a:cubicBezTo>
                    <a:pt x="9527" y="9404"/>
                    <a:pt x="9470" y="9315"/>
                    <a:pt x="9486" y="9234"/>
                  </a:cubicBezTo>
                  <a:cubicBezTo>
                    <a:pt x="9496" y="9227"/>
                    <a:pt x="9504" y="9221"/>
                    <a:pt x="9511" y="9216"/>
                  </a:cubicBezTo>
                  <a:lnTo>
                    <a:pt x="9511" y="9216"/>
                  </a:lnTo>
                  <a:cubicBezTo>
                    <a:pt x="9491" y="9226"/>
                    <a:pt x="9475" y="9231"/>
                    <a:pt x="9459" y="9231"/>
                  </a:cubicBezTo>
                  <a:cubicBezTo>
                    <a:pt x="9412" y="9231"/>
                    <a:pt x="9377" y="9183"/>
                    <a:pt x="9316" y="9088"/>
                  </a:cubicBezTo>
                  <a:cubicBezTo>
                    <a:pt x="9300" y="8966"/>
                    <a:pt x="9202" y="8877"/>
                    <a:pt x="9089" y="8853"/>
                  </a:cubicBezTo>
                  <a:lnTo>
                    <a:pt x="9089" y="8853"/>
                  </a:lnTo>
                  <a:lnTo>
                    <a:pt x="9146" y="8942"/>
                  </a:lnTo>
                  <a:cubicBezTo>
                    <a:pt x="9115" y="8962"/>
                    <a:pt x="9090" y="8972"/>
                    <a:pt x="9071" y="8972"/>
                  </a:cubicBezTo>
                  <a:cubicBezTo>
                    <a:pt x="9030" y="8972"/>
                    <a:pt x="9013" y="8927"/>
                    <a:pt x="9008" y="8844"/>
                  </a:cubicBezTo>
                  <a:cubicBezTo>
                    <a:pt x="8975" y="8796"/>
                    <a:pt x="9024" y="8763"/>
                    <a:pt x="9073" y="8731"/>
                  </a:cubicBezTo>
                  <a:cubicBezTo>
                    <a:pt x="9121" y="8690"/>
                    <a:pt x="9146" y="8626"/>
                    <a:pt x="9113" y="8577"/>
                  </a:cubicBezTo>
                  <a:cubicBezTo>
                    <a:pt x="9093" y="8547"/>
                    <a:pt x="9077" y="8517"/>
                    <a:pt x="9061" y="8517"/>
                  </a:cubicBezTo>
                  <a:cubicBezTo>
                    <a:pt x="9051" y="8517"/>
                    <a:pt x="9042" y="8529"/>
                    <a:pt x="9032" y="8561"/>
                  </a:cubicBezTo>
                  <a:cubicBezTo>
                    <a:pt x="9009" y="8576"/>
                    <a:pt x="8997" y="8584"/>
                    <a:pt x="8987" y="8584"/>
                  </a:cubicBezTo>
                  <a:cubicBezTo>
                    <a:pt x="8976" y="8584"/>
                    <a:pt x="8968" y="8574"/>
                    <a:pt x="8951" y="8553"/>
                  </a:cubicBezTo>
                  <a:cubicBezTo>
                    <a:pt x="8927" y="8496"/>
                    <a:pt x="8878" y="8455"/>
                    <a:pt x="8813" y="8447"/>
                  </a:cubicBezTo>
                  <a:cubicBezTo>
                    <a:pt x="8800" y="8458"/>
                    <a:pt x="8789" y="8462"/>
                    <a:pt x="8779" y="8462"/>
                  </a:cubicBezTo>
                  <a:cubicBezTo>
                    <a:pt x="8751" y="8462"/>
                    <a:pt x="8732" y="8428"/>
                    <a:pt x="8708" y="8399"/>
                  </a:cubicBezTo>
                  <a:cubicBezTo>
                    <a:pt x="8716" y="8334"/>
                    <a:pt x="8700" y="8277"/>
                    <a:pt x="8667" y="8228"/>
                  </a:cubicBezTo>
                  <a:lnTo>
                    <a:pt x="8716" y="8196"/>
                  </a:lnTo>
                  <a:cubicBezTo>
                    <a:pt x="8748" y="8163"/>
                    <a:pt x="8773" y="8123"/>
                    <a:pt x="8781" y="8082"/>
                  </a:cubicBezTo>
                  <a:cubicBezTo>
                    <a:pt x="8767" y="8061"/>
                    <a:pt x="8750" y="8056"/>
                    <a:pt x="8735" y="8056"/>
                  </a:cubicBezTo>
                  <a:cubicBezTo>
                    <a:pt x="8716" y="8056"/>
                    <a:pt x="8700" y="8066"/>
                    <a:pt x="8700" y="8066"/>
                  </a:cubicBezTo>
                  <a:cubicBezTo>
                    <a:pt x="8699" y="8067"/>
                    <a:pt x="8698" y="8067"/>
                    <a:pt x="8696" y="8067"/>
                  </a:cubicBezTo>
                  <a:cubicBezTo>
                    <a:pt x="8622" y="8067"/>
                    <a:pt x="7887" y="7058"/>
                    <a:pt x="7792" y="6931"/>
                  </a:cubicBezTo>
                  <a:cubicBezTo>
                    <a:pt x="7779" y="6836"/>
                    <a:pt x="7711" y="6736"/>
                    <a:pt x="7679" y="6736"/>
                  </a:cubicBezTo>
                  <a:cubicBezTo>
                    <a:pt x="7670" y="6736"/>
                    <a:pt x="7664" y="6743"/>
                    <a:pt x="7662" y="6761"/>
                  </a:cubicBezTo>
                  <a:cubicBezTo>
                    <a:pt x="7659" y="6763"/>
                    <a:pt x="7655" y="6764"/>
                    <a:pt x="7650" y="6764"/>
                  </a:cubicBezTo>
                  <a:cubicBezTo>
                    <a:pt x="7590" y="6764"/>
                    <a:pt x="7429" y="6565"/>
                    <a:pt x="7240" y="6331"/>
                  </a:cubicBezTo>
                  <a:cubicBezTo>
                    <a:pt x="7021" y="6059"/>
                    <a:pt x="6865" y="5858"/>
                    <a:pt x="6806" y="5858"/>
                  </a:cubicBezTo>
                  <a:cubicBezTo>
                    <a:pt x="6802" y="5858"/>
                    <a:pt x="6798" y="5859"/>
                    <a:pt x="6794" y="5861"/>
                  </a:cubicBezTo>
                  <a:lnTo>
                    <a:pt x="6689" y="5739"/>
                  </a:lnTo>
                  <a:cubicBezTo>
                    <a:pt x="6616" y="5658"/>
                    <a:pt x="6502" y="5618"/>
                    <a:pt x="6470" y="5577"/>
                  </a:cubicBezTo>
                  <a:cubicBezTo>
                    <a:pt x="6389" y="5577"/>
                    <a:pt x="6348" y="5536"/>
                    <a:pt x="6430" y="5536"/>
                  </a:cubicBezTo>
                  <a:cubicBezTo>
                    <a:pt x="6478" y="5496"/>
                    <a:pt x="6527" y="5464"/>
                    <a:pt x="6486" y="5423"/>
                  </a:cubicBezTo>
                  <a:cubicBezTo>
                    <a:pt x="6453" y="5386"/>
                    <a:pt x="6427" y="5373"/>
                    <a:pt x="6403" y="5373"/>
                  </a:cubicBezTo>
                  <a:cubicBezTo>
                    <a:pt x="6375" y="5373"/>
                    <a:pt x="6351" y="5393"/>
                    <a:pt x="6324" y="5415"/>
                  </a:cubicBezTo>
                  <a:cubicBezTo>
                    <a:pt x="6316" y="5427"/>
                    <a:pt x="6302" y="5433"/>
                    <a:pt x="6287" y="5433"/>
                  </a:cubicBezTo>
                  <a:cubicBezTo>
                    <a:pt x="6271" y="5433"/>
                    <a:pt x="6255" y="5427"/>
                    <a:pt x="6243" y="5415"/>
                  </a:cubicBezTo>
                  <a:cubicBezTo>
                    <a:pt x="6211" y="5374"/>
                    <a:pt x="6211" y="5374"/>
                    <a:pt x="6259" y="5334"/>
                  </a:cubicBezTo>
                  <a:lnTo>
                    <a:pt x="6348" y="5261"/>
                  </a:lnTo>
                  <a:lnTo>
                    <a:pt x="6308" y="5220"/>
                  </a:lnTo>
                  <a:cubicBezTo>
                    <a:pt x="6301" y="5228"/>
                    <a:pt x="6288" y="5232"/>
                    <a:pt x="6276" y="5232"/>
                  </a:cubicBezTo>
                  <a:cubicBezTo>
                    <a:pt x="6260" y="5232"/>
                    <a:pt x="6244" y="5226"/>
                    <a:pt x="6235" y="5212"/>
                  </a:cubicBezTo>
                  <a:cubicBezTo>
                    <a:pt x="6194" y="5172"/>
                    <a:pt x="6194" y="5172"/>
                    <a:pt x="6284" y="5099"/>
                  </a:cubicBezTo>
                  <a:cubicBezTo>
                    <a:pt x="6349" y="5039"/>
                    <a:pt x="6349" y="5002"/>
                    <a:pt x="6293" y="5002"/>
                  </a:cubicBezTo>
                  <a:cubicBezTo>
                    <a:pt x="6273" y="5002"/>
                    <a:pt x="6245" y="5007"/>
                    <a:pt x="6211" y="5018"/>
                  </a:cubicBezTo>
                  <a:lnTo>
                    <a:pt x="6097" y="4969"/>
                  </a:lnTo>
                  <a:cubicBezTo>
                    <a:pt x="6154" y="4855"/>
                    <a:pt x="5992" y="4847"/>
                    <a:pt x="5911" y="4847"/>
                  </a:cubicBezTo>
                  <a:cubicBezTo>
                    <a:pt x="5954" y="4760"/>
                    <a:pt x="5945" y="4712"/>
                    <a:pt x="5881" y="4712"/>
                  </a:cubicBezTo>
                  <a:cubicBezTo>
                    <a:pt x="5861" y="4712"/>
                    <a:pt x="5836" y="4716"/>
                    <a:pt x="5805" y="4726"/>
                  </a:cubicBezTo>
                  <a:cubicBezTo>
                    <a:pt x="5793" y="4738"/>
                    <a:pt x="5782" y="4743"/>
                    <a:pt x="5771" y="4743"/>
                  </a:cubicBezTo>
                  <a:cubicBezTo>
                    <a:pt x="5745" y="4743"/>
                    <a:pt x="5727" y="4710"/>
                    <a:pt x="5732" y="4653"/>
                  </a:cubicBezTo>
                  <a:cubicBezTo>
                    <a:pt x="5740" y="4572"/>
                    <a:pt x="5700" y="4531"/>
                    <a:pt x="5627" y="4458"/>
                  </a:cubicBezTo>
                  <a:cubicBezTo>
                    <a:pt x="5546" y="4458"/>
                    <a:pt x="5286" y="4183"/>
                    <a:pt x="4986" y="3874"/>
                  </a:cubicBezTo>
                  <a:cubicBezTo>
                    <a:pt x="4682" y="3548"/>
                    <a:pt x="4453" y="3350"/>
                    <a:pt x="4385" y="3350"/>
                  </a:cubicBezTo>
                  <a:cubicBezTo>
                    <a:pt x="4378" y="3350"/>
                    <a:pt x="4374" y="3352"/>
                    <a:pt x="4370" y="3356"/>
                  </a:cubicBezTo>
                  <a:cubicBezTo>
                    <a:pt x="4338" y="3315"/>
                    <a:pt x="4338" y="3315"/>
                    <a:pt x="4338" y="3234"/>
                  </a:cubicBezTo>
                  <a:cubicBezTo>
                    <a:pt x="4365" y="3207"/>
                    <a:pt x="4356" y="3179"/>
                    <a:pt x="4309" y="3179"/>
                  </a:cubicBezTo>
                  <a:cubicBezTo>
                    <a:pt x="4287" y="3179"/>
                    <a:pt x="4256" y="3186"/>
                    <a:pt x="4216" y="3201"/>
                  </a:cubicBezTo>
                  <a:cubicBezTo>
                    <a:pt x="4174" y="3206"/>
                    <a:pt x="4143" y="3219"/>
                    <a:pt x="4134" y="3219"/>
                  </a:cubicBezTo>
                  <a:cubicBezTo>
                    <a:pt x="4126" y="3219"/>
                    <a:pt x="4137" y="3208"/>
                    <a:pt x="4176" y="3169"/>
                  </a:cubicBezTo>
                  <a:cubicBezTo>
                    <a:pt x="4216" y="3120"/>
                    <a:pt x="4143" y="3047"/>
                    <a:pt x="3989" y="2901"/>
                  </a:cubicBezTo>
                  <a:cubicBezTo>
                    <a:pt x="3884" y="2803"/>
                    <a:pt x="3755" y="2681"/>
                    <a:pt x="3695" y="2681"/>
                  </a:cubicBezTo>
                  <a:cubicBezTo>
                    <a:pt x="3686" y="2681"/>
                    <a:pt x="3678" y="2684"/>
                    <a:pt x="3673" y="2691"/>
                  </a:cubicBezTo>
                  <a:cubicBezTo>
                    <a:pt x="3551" y="2658"/>
                    <a:pt x="3551" y="2658"/>
                    <a:pt x="3632" y="2650"/>
                  </a:cubicBezTo>
                  <a:cubicBezTo>
                    <a:pt x="3754" y="2601"/>
                    <a:pt x="3584" y="2374"/>
                    <a:pt x="3389" y="2366"/>
                  </a:cubicBezTo>
                  <a:cubicBezTo>
                    <a:pt x="3349" y="2326"/>
                    <a:pt x="3300" y="2293"/>
                    <a:pt x="3340" y="2245"/>
                  </a:cubicBezTo>
                  <a:cubicBezTo>
                    <a:pt x="3276" y="2188"/>
                    <a:pt x="3186" y="2139"/>
                    <a:pt x="3097" y="2115"/>
                  </a:cubicBezTo>
                  <a:lnTo>
                    <a:pt x="2813" y="1872"/>
                  </a:lnTo>
                  <a:cubicBezTo>
                    <a:pt x="2757" y="1823"/>
                    <a:pt x="2684" y="1791"/>
                    <a:pt x="2611" y="1783"/>
                  </a:cubicBezTo>
                  <a:cubicBezTo>
                    <a:pt x="2582" y="1754"/>
                    <a:pt x="2553" y="1729"/>
                    <a:pt x="2553" y="1729"/>
                  </a:cubicBezTo>
                  <a:lnTo>
                    <a:pt x="2553" y="1729"/>
                  </a:lnTo>
                  <a:cubicBezTo>
                    <a:pt x="2554" y="1729"/>
                    <a:pt x="2559" y="1733"/>
                    <a:pt x="2570" y="1742"/>
                  </a:cubicBezTo>
                  <a:cubicBezTo>
                    <a:pt x="2611" y="1702"/>
                    <a:pt x="2392" y="1531"/>
                    <a:pt x="2100" y="1304"/>
                  </a:cubicBezTo>
                  <a:cubicBezTo>
                    <a:pt x="1800" y="1077"/>
                    <a:pt x="1541" y="883"/>
                    <a:pt x="1532" y="802"/>
                  </a:cubicBezTo>
                  <a:cubicBezTo>
                    <a:pt x="1511" y="786"/>
                    <a:pt x="1484" y="777"/>
                    <a:pt x="1456" y="777"/>
                  </a:cubicBezTo>
                  <a:cubicBezTo>
                    <a:pt x="1441" y="777"/>
                    <a:pt x="1425" y="780"/>
                    <a:pt x="1411" y="785"/>
                  </a:cubicBezTo>
                  <a:cubicBezTo>
                    <a:pt x="1366" y="811"/>
                    <a:pt x="1333" y="822"/>
                    <a:pt x="1308" y="822"/>
                  </a:cubicBezTo>
                  <a:cubicBezTo>
                    <a:pt x="1269" y="822"/>
                    <a:pt x="1250" y="794"/>
                    <a:pt x="1241" y="745"/>
                  </a:cubicBezTo>
                  <a:cubicBezTo>
                    <a:pt x="1247" y="628"/>
                    <a:pt x="1154" y="542"/>
                    <a:pt x="1055" y="542"/>
                  </a:cubicBezTo>
                  <a:cubicBezTo>
                    <a:pt x="1030" y="542"/>
                    <a:pt x="1005" y="547"/>
                    <a:pt x="981" y="558"/>
                  </a:cubicBezTo>
                  <a:cubicBezTo>
                    <a:pt x="969" y="575"/>
                    <a:pt x="964" y="582"/>
                    <a:pt x="964" y="582"/>
                  </a:cubicBezTo>
                  <a:cubicBezTo>
                    <a:pt x="964" y="582"/>
                    <a:pt x="991" y="544"/>
                    <a:pt x="1014" y="510"/>
                  </a:cubicBezTo>
                  <a:cubicBezTo>
                    <a:pt x="1030" y="427"/>
                    <a:pt x="957" y="378"/>
                    <a:pt x="872" y="378"/>
                  </a:cubicBezTo>
                  <a:cubicBezTo>
                    <a:pt x="833" y="378"/>
                    <a:pt x="790" y="389"/>
                    <a:pt x="754" y="412"/>
                  </a:cubicBezTo>
                  <a:cubicBezTo>
                    <a:pt x="747" y="341"/>
                    <a:pt x="734" y="270"/>
                    <a:pt x="681" y="270"/>
                  </a:cubicBezTo>
                  <a:cubicBezTo>
                    <a:pt x="674" y="270"/>
                    <a:pt x="666" y="272"/>
                    <a:pt x="657" y="275"/>
                  </a:cubicBezTo>
                  <a:cubicBezTo>
                    <a:pt x="608" y="242"/>
                    <a:pt x="608" y="242"/>
                    <a:pt x="673" y="145"/>
                  </a:cubicBezTo>
                  <a:cubicBezTo>
                    <a:pt x="714" y="88"/>
                    <a:pt x="746" y="39"/>
                    <a:pt x="697" y="7"/>
                  </a:cubicBezTo>
                  <a:cubicBezTo>
                    <a:pt x="688" y="3"/>
                    <a:pt x="680" y="1"/>
                    <a:pt x="6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2"/>
            <p:cNvSpPr/>
            <p:nvPr/>
          </p:nvSpPr>
          <p:spPr>
            <a:xfrm>
              <a:off x="8028300" y="3320744"/>
              <a:ext cx="495320" cy="938065"/>
            </a:xfrm>
            <a:custGeom>
              <a:avLst/>
              <a:gdLst/>
              <a:ahLst/>
              <a:cxnLst/>
              <a:rect l="l" t="t" r="r" b="b"/>
              <a:pathLst>
                <a:path w="28735" h="54420" extrusionOk="0">
                  <a:moveTo>
                    <a:pt x="8084" y="1"/>
                  </a:moveTo>
                  <a:cubicBezTo>
                    <a:pt x="7241" y="1"/>
                    <a:pt x="6519" y="633"/>
                    <a:pt x="6414" y="1468"/>
                  </a:cubicBezTo>
                  <a:lnTo>
                    <a:pt x="268" y="50399"/>
                  </a:lnTo>
                  <a:cubicBezTo>
                    <a:pt x="0" y="52539"/>
                    <a:pt x="1670" y="54420"/>
                    <a:pt x="3819" y="54420"/>
                  </a:cubicBezTo>
                  <a:lnTo>
                    <a:pt x="24915" y="54420"/>
                  </a:lnTo>
                  <a:cubicBezTo>
                    <a:pt x="27072" y="54420"/>
                    <a:pt x="28734" y="52539"/>
                    <a:pt x="28467" y="50399"/>
                  </a:cubicBezTo>
                  <a:lnTo>
                    <a:pt x="22321" y="1468"/>
                  </a:lnTo>
                  <a:cubicBezTo>
                    <a:pt x="22216" y="633"/>
                    <a:pt x="21502" y="1"/>
                    <a:pt x="20651" y="1"/>
                  </a:cubicBez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2"/>
            <p:cNvSpPr/>
            <p:nvPr/>
          </p:nvSpPr>
          <p:spPr>
            <a:xfrm>
              <a:off x="8076927" y="3996196"/>
              <a:ext cx="724" cy="293"/>
            </a:xfrm>
            <a:custGeom>
              <a:avLst/>
              <a:gdLst/>
              <a:ahLst/>
              <a:cxnLst/>
              <a:rect l="l" t="t" r="r" b="b"/>
              <a:pathLst>
                <a:path w="42" h="17" fill="none" extrusionOk="0">
                  <a:moveTo>
                    <a:pt x="41" y="1"/>
                  </a:moveTo>
                  <a:lnTo>
                    <a:pt x="1" y="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2"/>
            <p:cNvSpPr/>
            <p:nvPr/>
          </p:nvSpPr>
          <p:spPr>
            <a:xfrm>
              <a:off x="8078186" y="4240072"/>
              <a:ext cx="483" cy="655"/>
            </a:xfrm>
            <a:custGeom>
              <a:avLst/>
              <a:gdLst/>
              <a:ahLst/>
              <a:cxnLst/>
              <a:rect l="l" t="t" r="r" b="b"/>
              <a:pathLst>
                <a:path w="28" h="38" extrusionOk="0">
                  <a:moveTo>
                    <a:pt x="9" y="1"/>
                  </a:moveTo>
                  <a:cubicBezTo>
                    <a:pt x="0" y="22"/>
                    <a:pt x="13" y="37"/>
                    <a:pt x="20" y="37"/>
                  </a:cubicBezTo>
                  <a:cubicBezTo>
                    <a:pt x="26" y="37"/>
                    <a:pt x="27" y="27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2"/>
            <p:cNvSpPr/>
            <p:nvPr/>
          </p:nvSpPr>
          <p:spPr>
            <a:xfrm>
              <a:off x="8077910" y="3966702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1" y="1"/>
                  </a:moveTo>
                  <a:lnTo>
                    <a:pt x="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2"/>
            <p:cNvSpPr/>
            <p:nvPr/>
          </p:nvSpPr>
          <p:spPr>
            <a:xfrm>
              <a:off x="8077772" y="4233091"/>
              <a:ext cx="707" cy="155"/>
            </a:xfrm>
            <a:custGeom>
              <a:avLst/>
              <a:gdLst/>
              <a:ahLst/>
              <a:cxnLst/>
              <a:rect l="l" t="t" r="r" b="b"/>
              <a:pathLst>
                <a:path w="41" h="9" extrusionOk="0">
                  <a:moveTo>
                    <a:pt x="0" y="0"/>
                  </a:moveTo>
                  <a:cubicBezTo>
                    <a:pt x="17" y="0"/>
                    <a:pt x="25" y="8"/>
                    <a:pt x="41" y="8"/>
                  </a:cubicBezTo>
                  <a:cubicBezTo>
                    <a:pt x="33" y="8"/>
                    <a:pt x="25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2"/>
            <p:cNvSpPr/>
            <p:nvPr/>
          </p:nvSpPr>
          <p:spPr>
            <a:xfrm>
              <a:off x="8077203" y="4233022"/>
              <a:ext cx="586" cy="86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8" y="1"/>
                  </a:moveTo>
                  <a:cubicBezTo>
                    <a:pt x="1" y="1"/>
                    <a:pt x="12" y="4"/>
                    <a:pt x="33" y="4"/>
                  </a:cubicBezTo>
                  <a:cubicBezTo>
                    <a:pt x="20" y="1"/>
                    <a:pt x="12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2"/>
            <p:cNvSpPr/>
            <p:nvPr/>
          </p:nvSpPr>
          <p:spPr>
            <a:xfrm>
              <a:off x="8075738" y="3966702"/>
              <a:ext cx="2189" cy="1103"/>
            </a:xfrm>
            <a:custGeom>
              <a:avLst/>
              <a:gdLst/>
              <a:ahLst/>
              <a:cxnLst/>
              <a:rect l="l" t="t" r="r" b="b"/>
              <a:pathLst>
                <a:path w="127" h="64" extrusionOk="0">
                  <a:moveTo>
                    <a:pt x="127" y="1"/>
                  </a:moveTo>
                  <a:lnTo>
                    <a:pt x="21" y="49"/>
                  </a:lnTo>
                  <a:cubicBezTo>
                    <a:pt x="6" y="59"/>
                    <a:pt x="1" y="63"/>
                    <a:pt x="1" y="63"/>
                  </a:cubicBezTo>
                  <a:cubicBezTo>
                    <a:pt x="2" y="63"/>
                    <a:pt x="38" y="42"/>
                    <a:pt x="78" y="25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2"/>
            <p:cNvSpPr/>
            <p:nvPr/>
          </p:nvSpPr>
          <p:spPr>
            <a:xfrm>
              <a:off x="8062224" y="4009693"/>
              <a:ext cx="3258" cy="1069"/>
            </a:xfrm>
            <a:custGeom>
              <a:avLst/>
              <a:gdLst/>
              <a:ahLst/>
              <a:cxnLst/>
              <a:rect l="l" t="t" r="r" b="b"/>
              <a:pathLst>
                <a:path w="189" h="62" extrusionOk="0">
                  <a:moveTo>
                    <a:pt x="140" y="1"/>
                  </a:moveTo>
                  <a:cubicBezTo>
                    <a:pt x="108" y="1"/>
                    <a:pt x="80" y="6"/>
                    <a:pt x="51" y="12"/>
                  </a:cubicBezTo>
                  <a:cubicBezTo>
                    <a:pt x="0" y="34"/>
                    <a:pt x="8" y="62"/>
                    <a:pt x="97" y="62"/>
                  </a:cubicBezTo>
                  <a:cubicBezTo>
                    <a:pt x="107" y="62"/>
                    <a:pt x="119" y="62"/>
                    <a:pt x="132" y="61"/>
                  </a:cubicBezTo>
                  <a:cubicBezTo>
                    <a:pt x="189" y="36"/>
                    <a:pt x="189" y="36"/>
                    <a:pt x="181" y="4"/>
                  </a:cubicBezTo>
                  <a:cubicBezTo>
                    <a:pt x="167" y="2"/>
                    <a:pt x="153" y="1"/>
                    <a:pt x="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2"/>
            <p:cNvSpPr/>
            <p:nvPr/>
          </p:nvSpPr>
          <p:spPr>
            <a:xfrm>
              <a:off x="8440725" y="2016676"/>
              <a:ext cx="376105" cy="376243"/>
            </a:xfrm>
            <a:custGeom>
              <a:avLst/>
              <a:gdLst/>
              <a:ahLst/>
              <a:cxnLst/>
              <a:rect l="l" t="t" r="r" b="b"/>
              <a:pathLst>
                <a:path w="21819" h="21827" extrusionOk="0">
                  <a:moveTo>
                    <a:pt x="10905" y="1"/>
                  </a:moveTo>
                  <a:cubicBezTo>
                    <a:pt x="4881" y="1"/>
                    <a:pt x="0" y="4890"/>
                    <a:pt x="0" y="10914"/>
                  </a:cubicBezTo>
                  <a:cubicBezTo>
                    <a:pt x="0" y="16938"/>
                    <a:pt x="4881" y="21827"/>
                    <a:pt x="10905" y="21827"/>
                  </a:cubicBezTo>
                  <a:cubicBezTo>
                    <a:pt x="16929" y="21827"/>
                    <a:pt x="21818" y="16938"/>
                    <a:pt x="21818" y="10914"/>
                  </a:cubicBezTo>
                  <a:cubicBezTo>
                    <a:pt x="21818" y="4890"/>
                    <a:pt x="16929" y="1"/>
                    <a:pt x="10905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2"/>
            <p:cNvSpPr/>
            <p:nvPr/>
          </p:nvSpPr>
          <p:spPr>
            <a:xfrm>
              <a:off x="7814331" y="2509289"/>
              <a:ext cx="280782" cy="255287"/>
            </a:xfrm>
            <a:custGeom>
              <a:avLst/>
              <a:gdLst/>
              <a:ahLst/>
              <a:cxnLst/>
              <a:rect l="l" t="t" r="r" b="b"/>
              <a:pathLst>
                <a:path w="16289" h="14810" extrusionOk="0">
                  <a:moveTo>
                    <a:pt x="8141" y="0"/>
                  </a:moveTo>
                  <a:cubicBezTo>
                    <a:pt x="4781" y="0"/>
                    <a:pt x="1740" y="2305"/>
                    <a:pt x="941" y="5718"/>
                  </a:cubicBezTo>
                  <a:cubicBezTo>
                    <a:pt x="0" y="9699"/>
                    <a:pt x="2473" y="13680"/>
                    <a:pt x="6454" y="14613"/>
                  </a:cubicBezTo>
                  <a:cubicBezTo>
                    <a:pt x="7022" y="14745"/>
                    <a:pt x="7589" y="14809"/>
                    <a:pt x="8148" y="14809"/>
                  </a:cubicBezTo>
                  <a:cubicBezTo>
                    <a:pt x="11508" y="14809"/>
                    <a:pt x="14550" y="12505"/>
                    <a:pt x="15356" y="9091"/>
                  </a:cubicBezTo>
                  <a:cubicBezTo>
                    <a:pt x="16289" y="5110"/>
                    <a:pt x="13816" y="1129"/>
                    <a:pt x="9835" y="197"/>
                  </a:cubicBezTo>
                  <a:cubicBezTo>
                    <a:pt x="9267" y="64"/>
                    <a:pt x="8700" y="0"/>
                    <a:pt x="8141" y="0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2"/>
            <p:cNvSpPr/>
            <p:nvPr/>
          </p:nvSpPr>
          <p:spPr>
            <a:xfrm>
              <a:off x="8342833" y="2619505"/>
              <a:ext cx="392929" cy="291658"/>
            </a:xfrm>
            <a:custGeom>
              <a:avLst/>
              <a:gdLst/>
              <a:ahLst/>
              <a:cxnLst/>
              <a:rect l="l" t="t" r="r" b="b"/>
              <a:pathLst>
                <a:path w="22795" h="16920" extrusionOk="0">
                  <a:moveTo>
                    <a:pt x="19722" y="751"/>
                  </a:moveTo>
                  <a:cubicBezTo>
                    <a:pt x="19746" y="808"/>
                    <a:pt x="19771" y="865"/>
                    <a:pt x="19706" y="889"/>
                  </a:cubicBezTo>
                  <a:lnTo>
                    <a:pt x="19625" y="865"/>
                  </a:lnTo>
                  <a:lnTo>
                    <a:pt x="19657" y="784"/>
                  </a:lnTo>
                  <a:lnTo>
                    <a:pt x="19722" y="751"/>
                  </a:lnTo>
                  <a:close/>
                  <a:moveTo>
                    <a:pt x="18781" y="857"/>
                  </a:moveTo>
                  <a:cubicBezTo>
                    <a:pt x="18814" y="905"/>
                    <a:pt x="18838" y="954"/>
                    <a:pt x="18781" y="986"/>
                  </a:cubicBezTo>
                  <a:lnTo>
                    <a:pt x="18733" y="1019"/>
                  </a:lnTo>
                  <a:cubicBezTo>
                    <a:pt x="18717" y="978"/>
                    <a:pt x="18708" y="930"/>
                    <a:pt x="18725" y="889"/>
                  </a:cubicBezTo>
                  <a:lnTo>
                    <a:pt x="18781" y="857"/>
                  </a:lnTo>
                  <a:close/>
                  <a:moveTo>
                    <a:pt x="18028" y="1775"/>
                  </a:moveTo>
                  <a:cubicBezTo>
                    <a:pt x="18040" y="1775"/>
                    <a:pt x="18046" y="1787"/>
                    <a:pt x="18060" y="1813"/>
                  </a:cubicBezTo>
                  <a:cubicBezTo>
                    <a:pt x="18076" y="1862"/>
                    <a:pt x="18084" y="1903"/>
                    <a:pt x="18068" y="1951"/>
                  </a:cubicBezTo>
                  <a:cubicBezTo>
                    <a:pt x="18062" y="1955"/>
                    <a:pt x="18057" y="1956"/>
                    <a:pt x="18052" y="1956"/>
                  </a:cubicBezTo>
                  <a:cubicBezTo>
                    <a:pt x="18011" y="1956"/>
                    <a:pt x="18008" y="1841"/>
                    <a:pt x="17979" y="1797"/>
                  </a:cubicBezTo>
                  <a:cubicBezTo>
                    <a:pt x="18004" y="1783"/>
                    <a:pt x="18018" y="1775"/>
                    <a:pt x="18028" y="1775"/>
                  </a:cubicBezTo>
                  <a:close/>
                  <a:moveTo>
                    <a:pt x="16730" y="2608"/>
                  </a:moveTo>
                  <a:cubicBezTo>
                    <a:pt x="16763" y="2657"/>
                    <a:pt x="16795" y="2713"/>
                    <a:pt x="16738" y="2746"/>
                  </a:cubicBezTo>
                  <a:lnTo>
                    <a:pt x="16649" y="2730"/>
                  </a:lnTo>
                  <a:lnTo>
                    <a:pt x="16673" y="2640"/>
                  </a:lnTo>
                  <a:lnTo>
                    <a:pt x="16730" y="2608"/>
                  </a:lnTo>
                  <a:close/>
                  <a:moveTo>
                    <a:pt x="21725" y="3298"/>
                  </a:moveTo>
                  <a:cubicBezTo>
                    <a:pt x="21781" y="3298"/>
                    <a:pt x="21801" y="3370"/>
                    <a:pt x="21773" y="3419"/>
                  </a:cubicBezTo>
                  <a:cubicBezTo>
                    <a:pt x="21736" y="3499"/>
                    <a:pt x="21720" y="3526"/>
                    <a:pt x="21699" y="3526"/>
                  </a:cubicBezTo>
                  <a:cubicBezTo>
                    <a:pt x="21688" y="3526"/>
                    <a:pt x="21676" y="3519"/>
                    <a:pt x="21660" y="3508"/>
                  </a:cubicBezTo>
                  <a:cubicBezTo>
                    <a:pt x="21603" y="3484"/>
                    <a:pt x="21668" y="3370"/>
                    <a:pt x="21692" y="3305"/>
                  </a:cubicBezTo>
                  <a:cubicBezTo>
                    <a:pt x="21704" y="3301"/>
                    <a:pt x="21715" y="3298"/>
                    <a:pt x="21725" y="3298"/>
                  </a:cubicBezTo>
                  <a:close/>
                  <a:moveTo>
                    <a:pt x="13422" y="4715"/>
                  </a:moveTo>
                  <a:cubicBezTo>
                    <a:pt x="13434" y="4715"/>
                    <a:pt x="13444" y="4727"/>
                    <a:pt x="13414" y="4748"/>
                  </a:cubicBezTo>
                  <a:cubicBezTo>
                    <a:pt x="13399" y="4725"/>
                    <a:pt x="13411" y="4715"/>
                    <a:pt x="13422" y="4715"/>
                  </a:cubicBezTo>
                  <a:close/>
                  <a:moveTo>
                    <a:pt x="13130" y="4797"/>
                  </a:moveTo>
                  <a:cubicBezTo>
                    <a:pt x="13163" y="4846"/>
                    <a:pt x="13195" y="4894"/>
                    <a:pt x="13147" y="4927"/>
                  </a:cubicBezTo>
                  <a:lnTo>
                    <a:pt x="13057" y="4919"/>
                  </a:lnTo>
                  <a:lnTo>
                    <a:pt x="13082" y="4830"/>
                  </a:lnTo>
                  <a:lnTo>
                    <a:pt x="13130" y="4797"/>
                  </a:lnTo>
                  <a:close/>
                  <a:moveTo>
                    <a:pt x="12684" y="5067"/>
                  </a:moveTo>
                  <a:cubicBezTo>
                    <a:pt x="12709" y="5067"/>
                    <a:pt x="12744" y="5076"/>
                    <a:pt x="12790" y="5097"/>
                  </a:cubicBezTo>
                  <a:cubicBezTo>
                    <a:pt x="12822" y="5146"/>
                    <a:pt x="12822" y="5146"/>
                    <a:pt x="12774" y="5186"/>
                  </a:cubicBezTo>
                  <a:cubicBezTo>
                    <a:pt x="12725" y="5178"/>
                    <a:pt x="12684" y="5162"/>
                    <a:pt x="12652" y="5121"/>
                  </a:cubicBezTo>
                  <a:cubicBezTo>
                    <a:pt x="12632" y="5091"/>
                    <a:pt x="12643" y="5067"/>
                    <a:pt x="12684" y="5067"/>
                  </a:cubicBezTo>
                  <a:close/>
                  <a:moveTo>
                    <a:pt x="11099" y="5424"/>
                  </a:moveTo>
                  <a:cubicBezTo>
                    <a:pt x="11088" y="5424"/>
                    <a:pt x="11074" y="5434"/>
                    <a:pt x="11047" y="5454"/>
                  </a:cubicBezTo>
                  <a:cubicBezTo>
                    <a:pt x="10941" y="5527"/>
                    <a:pt x="10941" y="5527"/>
                    <a:pt x="11030" y="5535"/>
                  </a:cubicBezTo>
                  <a:lnTo>
                    <a:pt x="11136" y="5462"/>
                  </a:lnTo>
                  <a:cubicBezTo>
                    <a:pt x="11119" y="5437"/>
                    <a:pt x="11111" y="5424"/>
                    <a:pt x="11099" y="5424"/>
                  </a:cubicBezTo>
                  <a:close/>
                  <a:moveTo>
                    <a:pt x="20233" y="5567"/>
                  </a:moveTo>
                  <a:cubicBezTo>
                    <a:pt x="20265" y="5608"/>
                    <a:pt x="20281" y="5648"/>
                    <a:pt x="20281" y="5697"/>
                  </a:cubicBezTo>
                  <a:lnTo>
                    <a:pt x="20233" y="5746"/>
                  </a:lnTo>
                  <a:cubicBezTo>
                    <a:pt x="20192" y="5705"/>
                    <a:pt x="20144" y="5665"/>
                    <a:pt x="20192" y="5616"/>
                  </a:cubicBezTo>
                  <a:lnTo>
                    <a:pt x="20233" y="5567"/>
                  </a:lnTo>
                  <a:close/>
                  <a:moveTo>
                    <a:pt x="11387" y="5802"/>
                  </a:moveTo>
                  <a:lnTo>
                    <a:pt x="11387" y="5802"/>
                  </a:lnTo>
                  <a:cubicBezTo>
                    <a:pt x="11403" y="5826"/>
                    <a:pt x="11390" y="5836"/>
                    <a:pt x="11380" y="5836"/>
                  </a:cubicBezTo>
                  <a:cubicBezTo>
                    <a:pt x="11368" y="5836"/>
                    <a:pt x="11357" y="5824"/>
                    <a:pt x="11387" y="5802"/>
                  </a:cubicBezTo>
                  <a:close/>
                  <a:moveTo>
                    <a:pt x="11908" y="5805"/>
                  </a:moveTo>
                  <a:cubicBezTo>
                    <a:pt x="11927" y="5805"/>
                    <a:pt x="11948" y="5815"/>
                    <a:pt x="11963" y="5835"/>
                  </a:cubicBezTo>
                  <a:cubicBezTo>
                    <a:pt x="11995" y="5875"/>
                    <a:pt x="11906" y="5867"/>
                    <a:pt x="11857" y="5908"/>
                  </a:cubicBezTo>
                  <a:cubicBezTo>
                    <a:pt x="11768" y="5892"/>
                    <a:pt x="11768" y="5892"/>
                    <a:pt x="11874" y="5819"/>
                  </a:cubicBezTo>
                  <a:cubicBezTo>
                    <a:pt x="11883" y="5809"/>
                    <a:pt x="11895" y="5805"/>
                    <a:pt x="11908" y="5805"/>
                  </a:cubicBezTo>
                  <a:close/>
                  <a:moveTo>
                    <a:pt x="10390" y="6466"/>
                  </a:moveTo>
                  <a:cubicBezTo>
                    <a:pt x="10375" y="6466"/>
                    <a:pt x="10361" y="6472"/>
                    <a:pt x="10349" y="6484"/>
                  </a:cubicBezTo>
                  <a:lnTo>
                    <a:pt x="10301" y="6516"/>
                  </a:lnTo>
                  <a:cubicBezTo>
                    <a:pt x="10333" y="6548"/>
                    <a:pt x="10374" y="6573"/>
                    <a:pt x="10422" y="6581"/>
                  </a:cubicBezTo>
                  <a:cubicBezTo>
                    <a:pt x="10447" y="6556"/>
                    <a:pt x="10455" y="6516"/>
                    <a:pt x="10439" y="6492"/>
                  </a:cubicBezTo>
                  <a:cubicBezTo>
                    <a:pt x="10426" y="6474"/>
                    <a:pt x="10408" y="6466"/>
                    <a:pt x="10390" y="6466"/>
                  </a:cubicBezTo>
                  <a:close/>
                  <a:moveTo>
                    <a:pt x="10974" y="6492"/>
                  </a:moveTo>
                  <a:cubicBezTo>
                    <a:pt x="10989" y="6492"/>
                    <a:pt x="11003" y="6499"/>
                    <a:pt x="11014" y="6516"/>
                  </a:cubicBezTo>
                  <a:cubicBezTo>
                    <a:pt x="11039" y="6540"/>
                    <a:pt x="11030" y="6581"/>
                    <a:pt x="10998" y="6597"/>
                  </a:cubicBezTo>
                  <a:cubicBezTo>
                    <a:pt x="10957" y="6621"/>
                    <a:pt x="10909" y="6629"/>
                    <a:pt x="10860" y="6629"/>
                  </a:cubicBezTo>
                  <a:cubicBezTo>
                    <a:pt x="10844" y="6597"/>
                    <a:pt x="10852" y="6565"/>
                    <a:pt x="10876" y="6540"/>
                  </a:cubicBezTo>
                  <a:cubicBezTo>
                    <a:pt x="10913" y="6514"/>
                    <a:pt x="10946" y="6492"/>
                    <a:pt x="10974" y="6492"/>
                  </a:cubicBezTo>
                  <a:close/>
                  <a:moveTo>
                    <a:pt x="9933" y="7030"/>
                  </a:moveTo>
                  <a:cubicBezTo>
                    <a:pt x="9945" y="7030"/>
                    <a:pt x="9955" y="7042"/>
                    <a:pt x="9976" y="7067"/>
                  </a:cubicBezTo>
                  <a:lnTo>
                    <a:pt x="9920" y="7108"/>
                  </a:lnTo>
                  <a:lnTo>
                    <a:pt x="9839" y="7092"/>
                  </a:lnTo>
                  <a:lnTo>
                    <a:pt x="9887" y="7059"/>
                  </a:lnTo>
                  <a:cubicBezTo>
                    <a:pt x="9910" y="7040"/>
                    <a:pt x="9923" y="7030"/>
                    <a:pt x="9933" y="7030"/>
                  </a:cubicBezTo>
                  <a:close/>
                  <a:moveTo>
                    <a:pt x="12301" y="6989"/>
                  </a:moveTo>
                  <a:cubicBezTo>
                    <a:pt x="12290" y="6989"/>
                    <a:pt x="12278" y="6999"/>
                    <a:pt x="12255" y="7019"/>
                  </a:cubicBezTo>
                  <a:cubicBezTo>
                    <a:pt x="12247" y="7059"/>
                    <a:pt x="12255" y="7108"/>
                    <a:pt x="12271" y="7148"/>
                  </a:cubicBezTo>
                  <a:cubicBezTo>
                    <a:pt x="12280" y="7162"/>
                    <a:pt x="12292" y="7170"/>
                    <a:pt x="12303" y="7170"/>
                  </a:cubicBezTo>
                  <a:cubicBezTo>
                    <a:pt x="12330" y="7170"/>
                    <a:pt x="12355" y="7125"/>
                    <a:pt x="12344" y="7027"/>
                  </a:cubicBezTo>
                  <a:cubicBezTo>
                    <a:pt x="12323" y="7001"/>
                    <a:pt x="12313" y="6989"/>
                    <a:pt x="12301" y="6989"/>
                  </a:cubicBezTo>
                  <a:close/>
                  <a:moveTo>
                    <a:pt x="9471" y="7355"/>
                  </a:moveTo>
                  <a:cubicBezTo>
                    <a:pt x="9500" y="7355"/>
                    <a:pt x="9533" y="7390"/>
                    <a:pt x="9547" y="7465"/>
                  </a:cubicBezTo>
                  <a:lnTo>
                    <a:pt x="9441" y="7546"/>
                  </a:lnTo>
                  <a:cubicBezTo>
                    <a:pt x="9409" y="7497"/>
                    <a:pt x="9368" y="7448"/>
                    <a:pt x="9425" y="7408"/>
                  </a:cubicBezTo>
                  <a:cubicBezTo>
                    <a:pt x="9432" y="7374"/>
                    <a:pt x="9450" y="7355"/>
                    <a:pt x="9471" y="7355"/>
                  </a:cubicBezTo>
                  <a:close/>
                  <a:moveTo>
                    <a:pt x="8468" y="7773"/>
                  </a:moveTo>
                  <a:lnTo>
                    <a:pt x="8541" y="7862"/>
                  </a:lnTo>
                  <a:lnTo>
                    <a:pt x="8509" y="7813"/>
                  </a:lnTo>
                  <a:lnTo>
                    <a:pt x="8468" y="7773"/>
                  </a:lnTo>
                  <a:close/>
                  <a:moveTo>
                    <a:pt x="9279" y="7967"/>
                  </a:moveTo>
                  <a:lnTo>
                    <a:pt x="9320" y="8016"/>
                  </a:lnTo>
                  <a:cubicBezTo>
                    <a:pt x="9275" y="8048"/>
                    <a:pt x="9260" y="8111"/>
                    <a:pt x="9236" y="8111"/>
                  </a:cubicBezTo>
                  <a:cubicBezTo>
                    <a:pt x="9230" y="8111"/>
                    <a:pt x="9223" y="8107"/>
                    <a:pt x="9214" y="8097"/>
                  </a:cubicBezTo>
                  <a:cubicBezTo>
                    <a:pt x="9208" y="8102"/>
                    <a:pt x="9203" y="8105"/>
                    <a:pt x="9201" y="8105"/>
                  </a:cubicBezTo>
                  <a:cubicBezTo>
                    <a:pt x="9183" y="8105"/>
                    <a:pt x="9237" y="8002"/>
                    <a:pt x="9279" y="7967"/>
                  </a:cubicBezTo>
                  <a:close/>
                  <a:moveTo>
                    <a:pt x="8152" y="8632"/>
                  </a:moveTo>
                  <a:cubicBezTo>
                    <a:pt x="8193" y="8673"/>
                    <a:pt x="8233" y="8721"/>
                    <a:pt x="8176" y="8762"/>
                  </a:cubicBezTo>
                  <a:lnTo>
                    <a:pt x="8128" y="8802"/>
                  </a:lnTo>
                  <a:cubicBezTo>
                    <a:pt x="8104" y="8762"/>
                    <a:pt x="8095" y="8713"/>
                    <a:pt x="8104" y="8673"/>
                  </a:cubicBezTo>
                  <a:lnTo>
                    <a:pt x="8152" y="8632"/>
                  </a:lnTo>
                  <a:close/>
                  <a:moveTo>
                    <a:pt x="7611" y="8714"/>
                  </a:moveTo>
                  <a:cubicBezTo>
                    <a:pt x="7623" y="8714"/>
                    <a:pt x="7629" y="8749"/>
                    <a:pt x="7641" y="8819"/>
                  </a:cubicBezTo>
                  <a:cubicBezTo>
                    <a:pt x="7625" y="8900"/>
                    <a:pt x="7617" y="8989"/>
                    <a:pt x="7617" y="8989"/>
                  </a:cubicBezTo>
                  <a:cubicBezTo>
                    <a:pt x="7608" y="8996"/>
                    <a:pt x="7600" y="8999"/>
                    <a:pt x="7594" y="8999"/>
                  </a:cubicBezTo>
                  <a:cubicBezTo>
                    <a:pt x="7565" y="8999"/>
                    <a:pt x="7572" y="8919"/>
                    <a:pt x="7552" y="8810"/>
                  </a:cubicBezTo>
                  <a:cubicBezTo>
                    <a:pt x="7584" y="8747"/>
                    <a:pt x="7600" y="8714"/>
                    <a:pt x="7611" y="8714"/>
                  </a:cubicBezTo>
                  <a:close/>
                  <a:moveTo>
                    <a:pt x="16041" y="9256"/>
                  </a:moveTo>
                  <a:lnTo>
                    <a:pt x="16122" y="9281"/>
                  </a:lnTo>
                  <a:cubicBezTo>
                    <a:pt x="16138" y="9313"/>
                    <a:pt x="16130" y="9346"/>
                    <a:pt x="16098" y="9362"/>
                  </a:cubicBezTo>
                  <a:cubicBezTo>
                    <a:pt x="16072" y="9376"/>
                    <a:pt x="16058" y="9384"/>
                    <a:pt x="16048" y="9384"/>
                  </a:cubicBezTo>
                  <a:cubicBezTo>
                    <a:pt x="16034" y="9384"/>
                    <a:pt x="16026" y="9372"/>
                    <a:pt x="16009" y="9346"/>
                  </a:cubicBezTo>
                  <a:cubicBezTo>
                    <a:pt x="15992" y="9313"/>
                    <a:pt x="16009" y="9273"/>
                    <a:pt x="16041" y="9256"/>
                  </a:cubicBezTo>
                  <a:close/>
                  <a:moveTo>
                    <a:pt x="14374" y="9519"/>
                  </a:moveTo>
                  <a:cubicBezTo>
                    <a:pt x="14371" y="9519"/>
                    <a:pt x="14376" y="9525"/>
                    <a:pt x="14395" y="9532"/>
                  </a:cubicBezTo>
                  <a:lnTo>
                    <a:pt x="14395" y="9532"/>
                  </a:lnTo>
                  <a:cubicBezTo>
                    <a:pt x="14384" y="9523"/>
                    <a:pt x="14376" y="9519"/>
                    <a:pt x="14374" y="9519"/>
                  </a:cubicBezTo>
                  <a:close/>
                  <a:moveTo>
                    <a:pt x="14395" y="9532"/>
                  </a:moveTo>
                  <a:cubicBezTo>
                    <a:pt x="14407" y="9543"/>
                    <a:pt x="14423" y="9560"/>
                    <a:pt x="14438" y="9587"/>
                  </a:cubicBezTo>
                  <a:lnTo>
                    <a:pt x="14438" y="9587"/>
                  </a:lnTo>
                  <a:cubicBezTo>
                    <a:pt x="14435" y="9573"/>
                    <a:pt x="14429" y="9558"/>
                    <a:pt x="14419" y="9540"/>
                  </a:cubicBezTo>
                  <a:cubicBezTo>
                    <a:pt x="14410" y="9537"/>
                    <a:pt x="14402" y="9535"/>
                    <a:pt x="14395" y="9532"/>
                  </a:cubicBezTo>
                  <a:close/>
                  <a:moveTo>
                    <a:pt x="14845" y="9583"/>
                  </a:moveTo>
                  <a:cubicBezTo>
                    <a:pt x="14860" y="9583"/>
                    <a:pt x="14854" y="9605"/>
                    <a:pt x="14841" y="9654"/>
                  </a:cubicBezTo>
                  <a:cubicBezTo>
                    <a:pt x="14820" y="9707"/>
                    <a:pt x="14788" y="9739"/>
                    <a:pt x="14762" y="9739"/>
                  </a:cubicBezTo>
                  <a:cubicBezTo>
                    <a:pt x="14748" y="9739"/>
                    <a:pt x="14736" y="9730"/>
                    <a:pt x="14728" y="9710"/>
                  </a:cubicBezTo>
                  <a:cubicBezTo>
                    <a:pt x="14695" y="9662"/>
                    <a:pt x="14695" y="9662"/>
                    <a:pt x="14752" y="9629"/>
                  </a:cubicBezTo>
                  <a:cubicBezTo>
                    <a:pt x="14804" y="9599"/>
                    <a:pt x="14832" y="9583"/>
                    <a:pt x="14845" y="9583"/>
                  </a:cubicBezTo>
                  <a:close/>
                  <a:moveTo>
                    <a:pt x="15384" y="9694"/>
                  </a:moveTo>
                  <a:lnTo>
                    <a:pt x="15465" y="9718"/>
                  </a:lnTo>
                  <a:lnTo>
                    <a:pt x="15441" y="9800"/>
                  </a:lnTo>
                  <a:lnTo>
                    <a:pt x="15384" y="9832"/>
                  </a:lnTo>
                  <a:cubicBezTo>
                    <a:pt x="15352" y="9783"/>
                    <a:pt x="15328" y="9727"/>
                    <a:pt x="15384" y="9694"/>
                  </a:cubicBezTo>
                  <a:close/>
                  <a:moveTo>
                    <a:pt x="14355" y="9840"/>
                  </a:moveTo>
                  <a:lnTo>
                    <a:pt x="14444" y="9864"/>
                  </a:lnTo>
                  <a:lnTo>
                    <a:pt x="14387" y="9897"/>
                  </a:lnTo>
                  <a:cubicBezTo>
                    <a:pt x="14364" y="9907"/>
                    <a:pt x="14350" y="9913"/>
                    <a:pt x="14339" y="9913"/>
                  </a:cubicBezTo>
                  <a:cubicBezTo>
                    <a:pt x="14325" y="9913"/>
                    <a:pt x="14317" y="9901"/>
                    <a:pt x="14298" y="9873"/>
                  </a:cubicBezTo>
                  <a:lnTo>
                    <a:pt x="14355" y="9840"/>
                  </a:lnTo>
                  <a:close/>
                  <a:moveTo>
                    <a:pt x="13933" y="10002"/>
                  </a:moveTo>
                  <a:cubicBezTo>
                    <a:pt x="13899" y="10022"/>
                    <a:pt x="13894" y="10047"/>
                    <a:pt x="13902" y="10047"/>
                  </a:cubicBezTo>
                  <a:cubicBezTo>
                    <a:pt x="13908" y="10047"/>
                    <a:pt x="13920" y="10035"/>
                    <a:pt x="13933" y="10002"/>
                  </a:cubicBezTo>
                  <a:close/>
                  <a:moveTo>
                    <a:pt x="6287" y="9929"/>
                  </a:moveTo>
                  <a:lnTo>
                    <a:pt x="6328" y="9978"/>
                  </a:lnTo>
                  <a:lnTo>
                    <a:pt x="6320" y="10067"/>
                  </a:lnTo>
                  <a:lnTo>
                    <a:pt x="6231" y="10059"/>
                  </a:lnTo>
                  <a:cubicBezTo>
                    <a:pt x="6190" y="10018"/>
                    <a:pt x="6239" y="9978"/>
                    <a:pt x="6287" y="9929"/>
                  </a:cubicBezTo>
                  <a:close/>
                  <a:moveTo>
                    <a:pt x="6597" y="9800"/>
                  </a:moveTo>
                  <a:cubicBezTo>
                    <a:pt x="6606" y="9800"/>
                    <a:pt x="6624" y="9822"/>
                    <a:pt x="6652" y="9856"/>
                  </a:cubicBezTo>
                  <a:cubicBezTo>
                    <a:pt x="6693" y="9905"/>
                    <a:pt x="6733" y="9954"/>
                    <a:pt x="6668" y="10083"/>
                  </a:cubicBezTo>
                  <a:lnTo>
                    <a:pt x="6571" y="10164"/>
                  </a:lnTo>
                  <a:lnTo>
                    <a:pt x="6571" y="10164"/>
                  </a:lnTo>
                  <a:lnTo>
                    <a:pt x="6595" y="9986"/>
                  </a:lnTo>
                  <a:cubicBezTo>
                    <a:pt x="6586" y="9852"/>
                    <a:pt x="6582" y="9800"/>
                    <a:pt x="6597" y="9800"/>
                  </a:cubicBezTo>
                  <a:close/>
                  <a:moveTo>
                    <a:pt x="13787" y="10140"/>
                  </a:moveTo>
                  <a:lnTo>
                    <a:pt x="13868" y="10164"/>
                  </a:lnTo>
                  <a:lnTo>
                    <a:pt x="13811" y="10197"/>
                  </a:lnTo>
                  <a:cubicBezTo>
                    <a:pt x="13787" y="10211"/>
                    <a:pt x="13773" y="10219"/>
                    <a:pt x="13763" y="10219"/>
                  </a:cubicBezTo>
                  <a:cubicBezTo>
                    <a:pt x="13750" y="10219"/>
                    <a:pt x="13744" y="10205"/>
                    <a:pt x="13730" y="10173"/>
                  </a:cubicBezTo>
                  <a:lnTo>
                    <a:pt x="13787" y="10140"/>
                  </a:lnTo>
                  <a:close/>
                  <a:moveTo>
                    <a:pt x="13236" y="10497"/>
                  </a:moveTo>
                  <a:cubicBezTo>
                    <a:pt x="13284" y="10505"/>
                    <a:pt x="13325" y="10537"/>
                    <a:pt x="13349" y="10570"/>
                  </a:cubicBezTo>
                  <a:lnTo>
                    <a:pt x="13292" y="10602"/>
                  </a:lnTo>
                  <a:cubicBezTo>
                    <a:pt x="13282" y="10608"/>
                    <a:pt x="13270" y="10610"/>
                    <a:pt x="13259" y="10610"/>
                  </a:cubicBezTo>
                  <a:cubicBezTo>
                    <a:pt x="13236" y="10610"/>
                    <a:pt x="13214" y="10600"/>
                    <a:pt x="13203" y="10578"/>
                  </a:cubicBezTo>
                  <a:cubicBezTo>
                    <a:pt x="13195" y="10545"/>
                    <a:pt x="13203" y="10513"/>
                    <a:pt x="13236" y="10497"/>
                  </a:cubicBezTo>
                  <a:close/>
                  <a:moveTo>
                    <a:pt x="10952" y="11587"/>
                  </a:moveTo>
                  <a:cubicBezTo>
                    <a:pt x="10960" y="11587"/>
                    <a:pt x="10967" y="11593"/>
                    <a:pt x="10974" y="11608"/>
                  </a:cubicBezTo>
                  <a:lnTo>
                    <a:pt x="10998" y="11656"/>
                  </a:lnTo>
                  <a:cubicBezTo>
                    <a:pt x="10973" y="11725"/>
                    <a:pt x="10948" y="11789"/>
                    <a:pt x="10923" y="11789"/>
                  </a:cubicBezTo>
                  <a:cubicBezTo>
                    <a:pt x="10916" y="11789"/>
                    <a:pt x="10908" y="11783"/>
                    <a:pt x="10901" y="11770"/>
                  </a:cubicBezTo>
                  <a:cubicBezTo>
                    <a:pt x="10893" y="11721"/>
                    <a:pt x="10893" y="11672"/>
                    <a:pt x="10909" y="11632"/>
                  </a:cubicBezTo>
                  <a:cubicBezTo>
                    <a:pt x="10909" y="11632"/>
                    <a:pt x="10931" y="11587"/>
                    <a:pt x="10952" y="11587"/>
                  </a:cubicBezTo>
                  <a:close/>
                  <a:moveTo>
                    <a:pt x="4613" y="11972"/>
                  </a:moveTo>
                  <a:cubicBezTo>
                    <a:pt x="4582" y="11972"/>
                    <a:pt x="4549" y="12003"/>
                    <a:pt x="4520" y="12037"/>
                  </a:cubicBezTo>
                  <a:cubicBezTo>
                    <a:pt x="4382" y="12078"/>
                    <a:pt x="4374" y="12167"/>
                    <a:pt x="4414" y="12208"/>
                  </a:cubicBezTo>
                  <a:cubicBezTo>
                    <a:pt x="4426" y="12221"/>
                    <a:pt x="4437" y="12227"/>
                    <a:pt x="4450" y="12227"/>
                  </a:cubicBezTo>
                  <a:cubicBezTo>
                    <a:pt x="4485" y="12227"/>
                    <a:pt x="4528" y="12185"/>
                    <a:pt x="4593" y="12126"/>
                  </a:cubicBezTo>
                  <a:cubicBezTo>
                    <a:pt x="4625" y="12086"/>
                    <a:pt x="4650" y="12037"/>
                    <a:pt x="4650" y="11989"/>
                  </a:cubicBezTo>
                  <a:cubicBezTo>
                    <a:pt x="4638" y="11977"/>
                    <a:pt x="4626" y="11972"/>
                    <a:pt x="4613" y="11972"/>
                  </a:cubicBezTo>
                  <a:close/>
                  <a:moveTo>
                    <a:pt x="4180" y="12192"/>
                  </a:moveTo>
                  <a:cubicBezTo>
                    <a:pt x="4210" y="12192"/>
                    <a:pt x="4224" y="12240"/>
                    <a:pt x="4187" y="12337"/>
                  </a:cubicBezTo>
                  <a:lnTo>
                    <a:pt x="4090" y="12426"/>
                  </a:lnTo>
                  <a:cubicBezTo>
                    <a:pt x="4050" y="12386"/>
                    <a:pt x="4106" y="12248"/>
                    <a:pt x="4147" y="12208"/>
                  </a:cubicBezTo>
                  <a:cubicBezTo>
                    <a:pt x="4159" y="12198"/>
                    <a:pt x="4170" y="12192"/>
                    <a:pt x="4180" y="12192"/>
                  </a:cubicBezTo>
                  <a:close/>
                  <a:moveTo>
                    <a:pt x="9063" y="12682"/>
                  </a:moveTo>
                  <a:cubicBezTo>
                    <a:pt x="9117" y="12682"/>
                    <a:pt x="9148" y="12778"/>
                    <a:pt x="9060" y="12881"/>
                  </a:cubicBezTo>
                  <a:cubicBezTo>
                    <a:pt x="9038" y="12890"/>
                    <a:pt x="9024" y="12896"/>
                    <a:pt x="9014" y="12896"/>
                  </a:cubicBezTo>
                  <a:cubicBezTo>
                    <a:pt x="9000" y="12896"/>
                    <a:pt x="8994" y="12882"/>
                    <a:pt x="8979" y="12848"/>
                  </a:cubicBezTo>
                  <a:cubicBezTo>
                    <a:pt x="8955" y="12783"/>
                    <a:pt x="8987" y="12718"/>
                    <a:pt x="9044" y="12686"/>
                  </a:cubicBezTo>
                  <a:cubicBezTo>
                    <a:pt x="9050" y="12684"/>
                    <a:pt x="9057" y="12682"/>
                    <a:pt x="9063" y="12682"/>
                  </a:cubicBezTo>
                  <a:close/>
                  <a:moveTo>
                    <a:pt x="1284" y="14279"/>
                  </a:moveTo>
                  <a:cubicBezTo>
                    <a:pt x="1273" y="14279"/>
                    <a:pt x="1261" y="14291"/>
                    <a:pt x="1236" y="14316"/>
                  </a:cubicBezTo>
                  <a:lnTo>
                    <a:pt x="1188" y="14364"/>
                  </a:lnTo>
                  <a:lnTo>
                    <a:pt x="1188" y="14364"/>
                  </a:lnTo>
                  <a:lnTo>
                    <a:pt x="1277" y="14356"/>
                  </a:lnTo>
                  <a:lnTo>
                    <a:pt x="1325" y="14316"/>
                  </a:lnTo>
                  <a:cubicBezTo>
                    <a:pt x="1305" y="14291"/>
                    <a:pt x="1295" y="14279"/>
                    <a:pt x="1284" y="14279"/>
                  </a:cubicBezTo>
                  <a:close/>
                  <a:moveTo>
                    <a:pt x="1402" y="14599"/>
                  </a:moveTo>
                  <a:cubicBezTo>
                    <a:pt x="1415" y="14599"/>
                    <a:pt x="1427" y="14604"/>
                    <a:pt x="1439" y="14616"/>
                  </a:cubicBezTo>
                  <a:lnTo>
                    <a:pt x="1398" y="14664"/>
                  </a:lnTo>
                  <a:cubicBezTo>
                    <a:pt x="1388" y="14654"/>
                    <a:pt x="1380" y="14650"/>
                    <a:pt x="1374" y="14650"/>
                  </a:cubicBezTo>
                  <a:cubicBezTo>
                    <a:pt x="1354" y="14650"/>
                    <a:pt x="1369" y="14705"/>
                    <a:pt x="1439" y="14705"/>
                  </a:cubicBezTo>
                  <a:lnTo>
                    <a:pt x="1520" y="14786"/>
                  </a:lnTo>
                  <a:cubicBezTo>
                    <a:pt x="1495" y="14811"/>
                    <a:pt x="1462" y="14823"/>
                    <a:pt x="1430" y="14823"/>
                  </a:cubicBezTo>
                  <a:cubicBezTo>
                    <a:pt x="1399" y="14823"/>
                    <a:pt x="1369" y="14813"/>
                    <a:pt x="1342" y="14794"/>
                  </a:cubicBezTo>
                  <a:cubicBezTo>
                    <a:pt x="1212" y="14753"/>
                    <a:pt x="1212" y="14753"/>
                    <a:pt x="1309" y="14664"/>
                  </a:cubicBezTo>
                  <a:cubicBezTo>
                    <a:pt x="1338" y="14630"/>
                    <a:pt x="1371" y="14599"/>
                    <a:pt x="1402" y="14599"/>
                  </a:cubicBezTo>
                  <a:close/>
                  <a:moveTo>
                    <a:pt x="846" y="15136"/>
                  </a:moveTo>
                  <a:cubicBezTo>
                    <a:pt x="857" y="15136"/>
                    <a:pt x="867" y="15147"/>
                    <a:pt x="888" y="15167"/>
                  </a:cubicBezTo>
                  <a:cubicBezTo>
                    <a:pt x="888" y="15216"/>
                    <a:pt x="871" y="15264"/>
                    <a:pt x="839" y="15297"/>
                  </a:cubicBezTo>
                  <a:lnTo>
                    <a:pt x="758" y="15305"/>
                  </a:lnTo>
                  <a:cubicBezTo>
                    <a:pt x="709" y="15264"/>
                    <a:pt x="758" y="15216"/>
                    <a:pt x="798" y="15167"/>
                  </a:cubicBezTo>
                  <a:cubicBezTo>
                    <a:pt x="823" y="15147"/>
                    <a:pt x="835" y="15136"/>
                    <a:pt x="846" y="15136"/>
                  </a:cubicBezTo>
                  <a:close/>
                  <a:moveTo>
                    <a:pt x="888" y="16510"/>
                  </a:moveTo>
                  <a:cubicBezTo>
                    <a:pt x="896" y="16510"/>
                    <a:pt x="910" y="16537"/>
                    <a:pt x="936" y="16586"/>
                  </a:cubicBezTo>
                  <a:cubicBezTo>
                    <a:pt x="961" y="16634"/>
                    <a:pt x="993" y="16691"/>
                    <a:pt x="936" y="16724"/>
                  </a:cubicBezTo>
                  <a:cubicBezTo>
                    <a:pt x="913" y="16781"/>
                    <a:pt x="893" y="16805"/>
                    <a:pt x="878" y="16805"/>
                  </a:cubicBezTo>
                  <a:cubicBezTo>
                    <a:pt x="850" y="16805"/>
                    <a:pt x="843" y="16723"/>
                    <a:pt x="879" y="16618"/>
                  </a:cubicBezTo>
                  <a:cubicBezTo>
                    <a:pt x="879" y="16545"/>
                    <a:pt x="879" y="16510"/>
                    <a:pt x="888" y="16510"/>
                  </a:cubicBezTo>
                  <a:close/>
                  <a:moveTo>
                    <a:pt x="21023" y="1"/>
                  </a:moveTo>
                  <a:cubicBezTo>
                    <a:pt x="20840" y="1"/>
                    <a:pt x="20653" y="22"/>
                    <a:pt x="20484" y="62"/>
                  </a:cubicBezTo>
                  <a:cubicBezTo>
                    <a:pt x="20192" y="127"/>
                    <a:pt x="19908" y="232"/>
                    <a:pt x="19641" y="362"/>
                  </a:cubicBezTo>
                  <a:cubicBezTo>
                    <a:pt x="19430" y="468"/>
                    <a:pt x="19308" y="549"/>
                    <a:pt x="19317" y="557"/>
                  </a:cubicBezTo>
                  <a:lnTo>
                    <a:pt x="19130" y="662"/>
                  </a:lnTo>
                  <a:lnTo>
                    <a:pt x="18960" y="759"/>
                  </a:lnTo>
                  <a:cubicBezTo>
                    <a:pt x="18949" y="740"/>
                    <a:pt x="18931" y="731"/>
                    <a:pt x="18908" y="731"/>
                  </a:cubicBezTo>
                  <a:cubicBezTo>
                    <a:pt x="18810" y="731"/>
                    <a:pt x="18618" y="892"/>
                    <a:pt x="18506" y="1011"/>
                  </a:cubicBezTo>
                  <a:cubicBezTo>
                    <a:pt x="18481" y="1084"/>
                    <a:pt x="18433" y="1132"/>
                    <a:pt x="18368" y="1165"/>
                  </a:cubicBezTo>
                  <a:cubicBezTo>
                    <a:pt x="18348" y="1133"/>
                    <a:pt x="18319" y="1120"/>
                    <a:pt x="18286" y="1120"/>
                  </a:cubicBezTo>
                  <a:cubicBezTo>
                    <a:pt x="18208" y="1120"/>
                    <a:pt x="18108" y="1191"/>
                    <a:pt x="18052" y="1270"/>
                  </a:cubicBezTo>
                  <a:cubicBezTo>
                    <a:pt x="18057" y="1353"/>
                    <a:pt x="18038" y="1398"/>
                    <a:pt x="18009" y="1398"/>
                  </a:cubicBezTo>
                  <a:cubicBezTo>
                    <a:pt x="17989" y="1398"/>
                    <a:pt x="17964" y="1377"/>
                    <a:pt x="17938" y="1335"/>
                  </a:cubicBezTo>
                  <a:cubicBezTo>
                    <a:pt x="17921" y="1302"/>
                    <a:pt x="17897" y="1286"/>
                    <a:pt x="17873" y="1286"/>
                  </a:cubicBezTo>
                  <a:cubicBezTo>
                    <a:pt x="17819" y="1286"/>
                    <a:pt x="17760" y="1365"/>
                    <a:pt x="17744" y="1522"/>
                  </a:cubicBezTo>
                  <a:cubicBezTo>
                    <a:pt x="17727" y="1578"/>
                    <a:pt x="17722" y="1595"/>
                    <a:pt x="17691" y="1595"/>
                  </a:cubicBezTo>
                  <a:cubicBezTo>
                    <a:pt x="17677" y="1595"/>
                    <a:pt x="17658" y="1591"/>
                    <a:pt x="17630" y="1586"/>
                  </a:cubicBezTo>
                  <a:cubicBezTo>
                    <a:pt x="17583" y="1556"/>
                    <a:pt x="17546" y="1544"/>
                    <a:pt x="17521" y="1544"/>
                  </a:cubicBezTo>
                  <a:cubicBezTo>
                    <a:pt x="17485" y="1544"/>
                    <a:pt x="17473" y="1569"/>
                    <a:pt x="17492" y="1603"/>
                  </a:cubicBezTo>
                  <a:cubicBezTo>
                    <a:pt x="17498" y="1693"/>
                    <a:pt x="17475" y="1738"/>
                    <a:pt x="17425" y="1738"/>
                  </a:cubicBezTo>
                  <a:cubicBezTo>
                    <a:pt x="17398" y="1738"/>
                    <a:pt x="17364" y="1725"/>
                    <a:pt x="17322" y="1700"/>
                  </a:cubicBezTo>
                  <a:cubicBezTo>
                    <a:pt x="17265" y="1689"/>
                    <a:pt x="17227" y="1682"/>
                    <a:pt x="17203" y="1682"/>
                  </a:cubicBezTo>
                  <a:cubicBezTo>
                    <a:pt x="17153" y="1682"/>
                    <a:pt x="17154" y="1711"/>
                    <a:pt x="17160" y="1797"/>
                  </a:cubicBezTo>
                  <a:cubicBezTo>
                    <a:pt x="17160" y="1909"/>
                    <a:pt x="17017" y="2020"/>
                    <a:pt x="16898" y="2020"/>
                  </a:cubicBezTo>
                  <a:cubicBezTo>
                    <a:pt x="16869" y="2020"/>
                    <a:pt x="16843" y="2014"/>
                    <a:pt x="16819" y="2000"/>
                  </a:cubicBezTo>
                  <a:cubicBezTo>
                    <a:pt x="16763" y="2032"/>
                    <a:pt x="16682" y="2016"/>
                    <a:pt x="16706" y="2065"/>
                  </a:cubicBezTo>
                  <a:lnTo>
                    <a:pt x="16625" y="2049"/>
                  </a:lnTo>
                  <a:lnTo>
                    <a:pt x="16511" y="2113"/>
                  </a:lnTo>
                  <a:lnTo>
                    <a:pt x="16544" y="2170"/>
                  </a:lnTo>
                  <a:cubicBezTo>
                    <a:pt x="16487" y="2203"/>
                    <a:pt x="16122" y="2357"/>
                    <a:pt x="15733" y="2600"/>
                  </a:cubicBezTo>
                  <a:cubicBezTo>
                    <a:pt x="15125" y="2973"/>
                    <a:pt x="15019" y="3046"/>
                    <a:pt x="15109" y="3062"/>
                  </a:cubicBezTo>
                  <a:cubicBezTo>
                    <a:pt x="15191" y="3109"/>
                    <a:pt x="15158" y="3160"/>
                    <a:pt x="15088" y="3160"/>
                  </a:cubicBezTo>
                  <a:cubicBezTo>
                    <a:pt x="15061" y="3160"/>
                    <a:pt x="15029" y="3153"/>
                    <a:pt x="14995" y="3135"/>
                  </a:cubicBezTo>
                  <a:cubicBezTo>
                    <a:pt x="14890" y="3167"/>
                    <a:pt x="14792" y="3208"/>
                    <a:pt x="14695" y="3257"/>
                  </a:cubicBezTo>
                  <a:cubicBezTo>
                    <a:pt x="14607" y="3313"/>
                    <a:pt x="14524" y="3370"/>
                    <a:pt x="14476" y="3370"/>
                  </a:cubicBezTo>
                  <a:cubicBezTo>
                    <a:pt x="14462" y="3370"/>
                    <a:pt x="14451" y="3365"/>
                    <a:pt x="14444" y="3354"/>
                  </a:cubicBezTo>
                  <a:lnTo>
                    <a:pt x="14387" y="3386"/>
                  </a:lnTo>
                  <a:cubicBezTo>
                    <a:pt x="14338" y="3557"/>
                    <a:pt x="14014" y="3767"/>
                    <a:pt x="13819" y="3824"/>
                  </a:cubicBezTo>
                  <a:cubicBezTo>
                    <a:pt x="13722" y="3881"/>
                    <a:pt x="13641" y="3962"/>
                    <a:pt x="13584" y="4059"/>
                  </a:cubicBezTo>
                  <a:cubicBezTo>
                    <a:pt x="13520" y="4156"/>
                    <a:pt x="13507" y="4176"/>
                    <a:pt x="13463" y="4176"/>
                  </a:cubicBezTo>
                  <a:cubicBezTo>
                    <a:pt x="13452" y="4176"/>
                    <a:pt x="13439" y="4174"/>
                    <a:pt x="13422" y="4173"/>
                  </a:cubicBezTo>
                  <a:cubicBezTo>
                    <a:pt x="13418" y="4165"/>
                    <a:pt x="13407" y="4162"/>
                    <a:pt x="13392" y="4162"/>
                  </a:cubicBezTo>
                  <a:cubicBezTo>
                    <a:pt x="13298" y="4162"/>
                    <a:pt x="13035" y="4301"/>
                    <a:pt x="13098" y="4392"/>
                  </a:cubicBezTo>
                  <a:lnTo>
                    <a:pt x="13009" y="4376"/>
                  </a:lnTo>
                  <a:cubicBezTo>
                    <a:pt x="13002" y="4374"/>
                    <a:pt x="12996" y="4373"/>
                    <a:pt x="12990" y="4373"/>
                  </a:cubicBezTo>
                  <a:cubicBezTo>
                    <a:pt x="12928" y="4373"/>
                    <a:pt x="12891" y="4445"/>
                    <a:pt x="12936" y="4497"/>
                  </a:cubicBezTo>
                  <a:cubicBezTo>
                    <a:pt x="12973" y="4553"/>
                    <a:pt x="12970" y="4590"/>
                    <a:pt x="12932" y="4590"/>
                  </a:cubicBezTo>
                  <a:cubicBezTo>
                    <a:pt x="12903" y="4590"/>
                    <a:pt x="12855" y="4570"/>
                    <a:pt x="12790" y="4521"/>
                  </a:cubicBezTo>
                  <a:cubicBezTo>
                    <a:pt x="12759" y="4475"/>
                    <a:pt x="12730" y="4458"/>
                    <a:pt x="12712" y="4458"/>
                  </a:cubicBezTo>
                  <a:cubicBezTo>
                    <a:pt x="12691" y="4458"/>
                    <a:pt x="12684" y="4480"/>
                    <a:pt x="12701" y="4505"/>
                  </a:cubicBezTo>
                  <a:cubicBezTo>
                    <a:pt x="12685" y="4590"/>
                    <a:pt x="12662" y="4668"/>
                    <a:pt x="12590" y="4668"/>
                  </a:cubicBezTo>
                  <a:cubicBezTo>
                    <a:pt x="12586" y="4668"/>
                    <a:pt x="12583" y="4668"/>
                    <a:pt x="12579" y="4667"/>
                  </a:cubicBezTo>
                  <a:cubicBezTo>
                    <a:pt x="12522" y="4708"/>
                    <a:pt x="12474" y="4740"/>
                    <a:pt x="12538" y="4838"/>
                  </a:cubicBezTo>
                  <a:cubicBezTo>
                    <a:pt x="12571" y="4886"/>
                    <a:pt x="12522" y="4927"/>
                    <a:pt x="12465" y="4967"/>
                  </a:cubicBezTo>
                  <a:cubicBezTo>
                    <a:pt x="12433" y="4919"/>
                    <a:pt x="12433" y="4919"/>
                    <a:pt x="12449" y="4830"/>
                  </a:cubicBezTo>
                  <a:lnTo>
                    <a:pt x="12449" y="4830"/>
                  </a:lnTo>
                  <a:lnTo>
                    <a:pt x="12344" y="4903"/>
                  </a:lnTo>
                  <a:cubicBezTo>
                    <a:pt x="12314" y="4927"/>
                    <a:pt x="12249" y="4946"/>
                    <a:pt x="12195" y="4946"/>
                  </a:cubicBezTo>
                  <a:cubicBezTo>
                    <a:pt x="12160" y="4946"/>
                    <a:pt x="12130" y="4938"/>
                    <a:pt x="12117" y="4919"/>
                  </a:cubicBezTo>
                  <a:cubicBezTo>
                    <a:pt x="12108" y="4918"/>
                    <a:pt x="12099" y="4917"/>
                    <a:pt x="12091" y="4917"/>
                  </a:cubicBezTo>
                  <a:cubicBezTo>
                    <a:pt x="12020" y="4917"/>
                    <a:pt x="11991" y="4950"/>
                    <a:pt x="12101" y="5008"/>
                  </a:cubicBezTo>
                  <a:cubicBezTo>
                    <a:pt x="12165" y="5105"/>
                    <a:pt x="12165" y="5105"/>
                    <a:pt x="12060" y="5178"/>
                  </a:cubicBezTo>
                  <a:cubicBezTo>
                    <a:pt x="12024" y="5204"/>
                    <a:pt x="11991" y="5227"/>
                    <a:pt x="11963" y="5227"/>
                  </a:cubicBezTo>
                  <a:cubicBezTo>
                    <a:pt x="11948" y="5227"/>
                    <a:pt x="11934" y="5220"/>
                    <a:pt x="11922" y="5202"/>
                  </a:cubicBezTo>
                  <a:cubicBezTo>
                    <a:pt x="11904" y="5181"/>
                    <a:pt x="11894" y="5169"/>
                    <a:pt x="11879" y="5169"/>
                  </a:cubicBezTo>
                  <a:cubicBezTo>
                    <a:pt x="11860" y="5169"/>
                    <a:pt x="11834" y="5187"/>
                    <a:pt x="11776" y="5227"/>
                  </a:cubicBezTo>
                  <a:cubicBezTo>
                    <a:pt x="11614" y="5340"/>
                    <a:pt x="11566" y="5600"/>
                    <a:pt x="11582" y="5738"/>
                  </a:cubicBezTo>
                  <a:cubicBezTo>
                    <a:pt x="11617" y="5791"/>
                    <a:pt x="11633" y="5815"/>
                    <a:pt x="11620" y="5815"/>
                  </a:cubicBezTo>
                  <a:cubicBezTo>
                    <a:pt x="11610" y="5815"/>
                    <a:pt x="11580" y="5799"/>
                    <a:pt x="11525" y="5770"/>
                  </a:cubicBezTo>
                  <a:cubicBezTo>
                    <a:pt x="11514" y="5754"/>
                    <a:pt x="11501" y="5748"/>
                    <a:pt x="11487" y="5748"/>
                  </a:cubicBezTo>
                  <a:cubicBezTo>
                    <a:pt x="11456" y="5748"/>
                    <a:pt x="11420" y="5775"/>
                    <a:pt x="11387" y="5802"/>
                  </a:cubicBezTo>
                  <a:cubicBezTo>
                    <a:pt x="11355" y="5754"/>
                    <a:pt x="11403" y="5713"/>
                    <a:pt x="11460" y="5673"/>
                  </a:cubicBezTo>
                  <a:lnTo>
                    <a:pt x="11420" y="5624"/>
                  </a:lnTo>
                  <a:cubicBezTo>
                    <a:pt x="11384" y="5608"/>
                    <a:pt x="11355" y="5599"/>
                    <a:pt x="11332" y="5599"/>
                  </a:cubicBezTo>
                  <a:cubicBezTo>
                    <a:pt x="11275" y="5599"/>
                    <a:pt x="11254" y="5648"/>
                    <a:pt x="11266" y="5746"/>
                  </a:cubicBezTo>
                  <a:cubicBezTo>
                    <a:pt x="11253" y="5807"/>
                    <a:pt x="11250" y="5822"/>
                    <a:pt x="11210" y="5822"/>
                  </a:cubicBezTo>
                  <a:cubicBezTo>
                    <a:pt x="11198" y="5822"/>
                    <a:pt x="11182" y="5821"/>
                    <a:pt x="11160" y="5819"/>
                  </a:cubicBezTo>
                  <a:cubicBezTo>
                    <a:pt x="11126" y="5816"/>
                    <a:pt x="11093" y="5813"/>
                    <a:pt x="11066" y="5813"/>
                  </a:cubicBezTo>
                  <a:cubicBezTo>
                    <a:pt x="11022" y="5813"/>
                    <a:pt x="10997" y="5821"/>
                    <a:pt x="11022" y="5851"/>
                  </a:cubicBezTo>
                  <a:cubicBezTo>
                    <a:pt x="10966" y="5892"/>
                    <a:pt x="10893" y="5916"/>
                    <a:pt x="10828" y="5916"/>
                  </a:cubicBezTo>
                  <a:cubicBezTo>
                    <a:pt x="10722" y="5989"/>
                    <a:pt x="10666" y="6029"/>
                    <a:pt x="10706" y="6078"/>
                  </a:cubicBezTo>
                  <a:cubicBezTo>
                    <a:pt x="10739" y="6127"/>
                    <a:pt x="10690" y="6167"/>
                    <a:pt x="10633" y="6200"/>
                  </a:cubicBezTo>
                  <a:cubicBezTo>
                    <a:pt x="10584" y="6240"/>
                    <a:pt x="10528" y="6281"/>
                    <a:pt x="10568" y="6329"/>
                  </a:cubicBezTo>
                  <a:cubicBezTo>
                    <a:pt x="10601" y="6378"/>
                    <a:pt x="10584" y="6459"/>
                    <a:pt x="10479" y="6540"/>
                  </a:cubicBezTo>
                  <a:cubicBezTo>
                    <a:pt x="10436" y="6613"/>
                    <a:pt x="10418" y="6642"/>
                    <a:pt x="10385" y="6642"/>
                  </a:cubicBezTo>
                  <a:cubicBezTo>
                    <a:pt x="10363" y="6642"/>
                    <a:pt x="10334" y="6628"/>
                    <a:pt x="10284" y="6605"/>
                  </a:cubicBezTo>
                  <a:cubicBezTo>
                    <a:pt x="10274" y="6589"/>
                    <a:pt x="10261" y="6583"/>
                    <a:pt x="10246" y="6583"/>
                  </a:cubicBezTo>
                  <a:cubicBezTo>
                    <a:pt x="10216" y="6583"/>
                    <a:pt x="10179" y="6610"/>
                    <a:pt x="10147" y="6638"/>
                  </a:cubicBezTo>
                  <a:cubicBezTo>
                    <a:pt x="10106" y="6662"/>
                    <a:pt x="10057" y="6670"/>
                    <a:pt x="10009" y="6670"/>
                  </a:cubicBezTo>
                  <a:cubicBezTo>
                    <a:pt x="10001" y="6669"/>
                    <a:pt x="9994" y="6669"/>
                    <a:pt x="9988" y="6669"/>
                  </a:cubicBezTo>
                  <a:cubicBezTo>
                    <a:pt x="9925" y="6669"/>
                    <a:pt x="9956" y="6707"/>
                    <a:pt x="9993" y="6751"/>
                  </a:cubicBezTo>
                  <a:lnTo>
                    <a:pt x="10066" y="6848"/>
                  </a:lnTo>
                  <a:cubicBezTo>
                    <a:pt x="10052" y="6858"/>
                    <a:pt x="10035" y="6862"/>
                    <a:pt x="10016" y="6862"/>
                  </a:cubicBezTo>
                  <a:cubicBezTo>
                    <a:pt x="9956" y="6862"/>
                    <a:pt x="9879" y="6820"/>
                    <a:pt x="9855" y="6783"/>
                  </a:cubicBezTo>
                  <a:cubicBezTo>
                    <a:pt x="9799" y="6759"/>
                    <a:pt x="9767" y="6745"/>
                    <a:pt x="9755" y="6745"/>
                  </a:cubicBezTo>
                  <a:cubicBezTo>
                    <a:pt x="9739" y="6745"/>
                    <a:pt x="9757" y="6769"/>
                    <a:pt x="9798" y="6824"/>
                  </a:cubicBezTo>
                  <a:cubicBezTo>
                    <a:pt x="9839" y="6873"/>
                    <a:pt x="9822" y="6962"/>
                    <a:pt x="9676" y="6986"/>
                  </a:cubicBezTo>
                  <a:cubicBezTo>
                    <a:pt x="9599" y="7050"/>
                    <a:pt x="9518" y="7114"/>
                    <a:pt x="9467" y="7114"/>
                  </a:cubicBezTo>
                  <a:cubicBezTo>
                    <a:pt x="9453" y="7114"/>
                    <a:pt x="9442" y="7110"/>
                    <a:pt x="9433" y="7100"/>
                  </a:cubicBezTo>
                  <a:cubicBezTo>
                    <a:pt x="9429" y="7099"/>
                    <a:pt x="9425" y="7099"/>
                    <a:pt x="9421" y="7099"/>
                  </a:cubicBezTo>
                  <a:cubicBezTo>
                    <a:pt x="9378" y="7099"/>
                    <a:pt x="9343" y="7136"/>
                    <a:pt x="9336" y="7181"/>
                  </a:cubicBezTo>
                  <a:cubicBezTo>
                    <a:pt x="9320" y="7262"/>
                    <a:pt x="9263" y="7302"/>
                    <a:pt x="9076" y="7375"/>
                  </a:cubicBezTo>
                  <a:cubicBezTo>
                    <a:pt x="8744" y="7481"/>
                    <a:pt x="8744" y="7481"/>
                    <a:pt x="8817" y="7578"/>
                  </a:cubicBezTo>
                  <a:cubicBezTo>
                    <a:pt x="8845" y="7607"/>
                    <a:pt x="8870" y="7639"/>
                    <a:pt x="8840" y="7639"/>
                  </a:cubicBezTo>
                  <a:cubicBezTo>
                    <a:pt x="8827" y="7639"/>
                    <a:pt x="8805" y="7633"/>
                    <a:pt x="8768" y="7619"/>
                  </a:cubicBezTo>
                  <a:cubicBezTo>
                    <a:pt x="8765" y="7618"/>
                    <a:pt x="8761" y="7618"/>
                    <a:pt x="8757" y="7618"/>
                  </a:cubicBezTo>
                  <a:cubicBezTo>
                    <a:pt x="8678" y="7618"/>
                    <a:pt x="8660" y="7705"/>
                    <a:pt x="8598" y="7821"/>
                  </a:cubicBezTo>
                  <a:cubicBezTo>
                    <a:pt x="8598" y="7910"/>
                    <a:pt x="8639" y="7992"/>
                    <a:pt x="8695" y="8056"/>
                  </a:cubicBezTo>
                  <a:cubicBezTo>
                    <a:pt x="8768" y="8146"/>
                    <a:pt x="8768" y="8146"/>
                    <a:pt x="8631" y="8178"/>
                  </a:cubicBezTo>
                  <a:cubicBezTo>
                    <a:pt x="8605" y="8196"/>
                    <a:pt x="8576" y="8205"/>
                    <a:pt x="8548" y="8205"/>
                  </a:cubicBezTo>
                  <a:cubicBezTo>
                    <a:pt x="8513" y="8205"/>
                    <a:pt x="8479" y="8192"/>
                    <a:pt x="8452" y="8170"/>
                  </a:cubicBezTo>
                  <a:cubicBezTo>
                    <a:pt x="8436" y="8137"/>
                    <a:pt x="8444" y="8097"/>
                    <a:pt x="8468" y="8081"/>
                  </a:cubicBezTo>
                  <a:lnTo>
                    <a:pt x="8517" y="8040"/>
                  </a:lnTo>
                  <a:cubicBezTo>
                    <a:pt x="8497" y="8010"/>
                    <a:pt x="8474" y="7981"/>
                    <a:pt x="8437" y="7981"/>
                  </a:cubicBezTo>
                  <a:cubicBezTo>
                    <a:pt x="8414" y="7981"/>
                    <a:pt x="8384" y="7993"/>
                    <a:pt x="8347" y="8024"/>
                  </a:cubicBezTo>
                  <a:cubicBezTo>
                    <a:pt x="8339" y="8023"/>
                    <a:pt x="8332" y="8023"/>
                    <a:pt x="8325" y="8023"/>
                  </a:cubicBezTo>
                  <a:cubicBezTo>
                    <a:pt x="8250" y="8023"/>
                    <a:pt x="8212" y="8061"/>
                    <a:pt x="8241" y="8105"/>
                  </a:cubicBezTo>
                  <a:cubicBezTo>
                    <a:pt x="8237" y="8105"/>
                    <a:pt x="8233" y="8104"/>
                    <a:pt x="8229" y="8104"/>
                  </a:cubicBezTo>
                  <a:cubicBezTo>
                    <a:pt x="8143" y="8104"/>
                    <a:pt x="8050" y="8182"/>
                    <a:pt x="7949" y="8259"/>
                  </a:cubicBezTo>
                  <a:cubicBezTo>
                    <a:pt x="7847" y="8338"/>
                    <a:pt x="7707" y="8454"/>
                    <a:pt x="7618" y="8454"/>
                  </a:cubicBezTo>
                  <a:cubicBezTo>
                    <a:pt x="7615" y="8454"/>
                    <a:pt x="7612" y="8454"/>
                    <a:pt x="7609" y="8454"/>
                  </a:cubicBezTo>
                  <a:cubicBezTo>
                    <a:pt x="7504" y="8543"/>
                    <a:pt x="7455" y="8583"/>
                    <a:pt x="7495" y="8624"/>
                  </a:cubicBezTo>
                  <a:cubicBezTo>
                    <a:pt x="7547" y="8693"/>
                    <a:pt x="7538" y="8734"/>
                    <a:pt x="7513" y="8734"/>
                  </a:cubicBezTo>
                  <a:cubicBezTo>
                    <a:pt x="7503" y="8734"/>
                    <a:pt x="7491" y="8727"/>
                    <a:pt x="7479" y="8713"/>
                  </a:cubicBezTo>
                  <a:cubicBezTo>
                    <a:pt x="7473" y="8711"/>
                    <a:pt x="7466" y="8710"/>
                    <a:pt x="7458" y="8710"/>
                  </a:cubicBezTo>
                  <a:cubicBezTo>
                    <a:pt x="7293" y="8710"/>
                    <a:pt x="6662" y="9157"/>
                    <a:pt x="6693" y="9289"/>
                  </a:cubicBezTo>
                  <a:lnTo>
                    <a:pt x="6587" y="9370"/>
                  </a:lnTo>
                  <a:cubicBezTo>
                    <a:pt x="6450" y="9410"/>
                    <a:pt x="6150" y="9662"/>
                    <a:pt x="6141" y="9751"/>
                  </a:cubicBezTo>
                  <a:lnTo>
                    <a:pt x="5995" y="9873"/>
                  </a:lnTo>
                  <a:cubicBezTo>
                    <a:pt x="5858" y="9913"/>
                    <a:pt x="5809" y="9954"/>
                    <a:pt x="5793" y="10043"/>
                  </a:cubicBezTo>
                  <a:cubicBezTo>
                    <a:pt x="5787" y="10108"/>
                    <a:pt x="5807" y="10151"/>
                    <a:pt x="5802" y="10151"/>
                  </a:cubicBezTo>
                  <a:cubicBezTo>
                    <a:pt x="5801" y="10151"/>
                    <a:pt x="5796" y="10145"/>
                    <a:pt x="5785" y="10132"/>
                  </a:cubicBezTo>
                  <a:cubicBezTo>
                    <a:pt x="5777" y="10123"/>
                    <a:pt x="5768" y="10119"/>
                    <a:pt x="5756" y="10119"/>
                  </a:cubicBezTo>
                  <a:cubicBezTo>
                    <a:pt x="5705" y="10119"/>
                    <a:pt x="5610" y="10204"/>
                    <a:pt x="5444" y="10343"/>
                  </a:cubicBezTo>
                  <a:cubicBezTo>
                    <a:pt x="5250" y="10505"/>
                    <a:pt x="5250" y="10513"/>
                    <a:pt x="5339" y="10513"/>
                  </a:cubicBezTo>
                  <a:cubicBezTo>
                    <a:pt x="5250" y="10639"/>
                    <a:pt x="5199" y="10676"/>
                    <a:pt x="5164" y="10676"/>
                  </a:cubicBezTo>
                  <a:cubicBezTo>
                    <a:pt x="5138" y="10676"/>
                    <a:pt x="5121" y="10655"/>
                    <a:pt x="5104" y="10635"/>
                  </a:cubicBezTo>
                  <a:cubicBezTo>
                    <a:pt x="5093" y="10592"/>
                    <a:pt x="5075" y="10573"/>
                    <a:pt x="5059" y="10573"/>
                  </a:cubicBezTo>
                  <a:cubicBezTo>
                    <a:pt x="5026" y="10573"/>
                    <a:pt x="4998" y="10653"/>
                    <a:pt x="5047" y="10772"/>
                  </a:cubicBezTo>
                  <a:cubicBezTo>
                    <a:pt x="5073" y="10878"/>
                    <a:pt x="5014" y="10956"/>
                    <a:pt x="4969" y="10956"/>
                  </a:cubicBezTo>
                  <a:cubicBezTo>
                    <a:pt x="4959" y="10956"/>
                    <a:pt x="4949" y="10952"/>
                    <a:pt x="4941" y="10943"/>
                  </a:cubicBezTo>
                  <a:cubicBezTo>
                    <a:pt x="4901" y="10902"/>
                    <a:pt x="4950" y="10854"/>
                    <a:pt x="4998" y="10813"/>
                  </a:cubicBezTo>
                  <a:lnTo>
                    <a:pt x="4917" y="10724"/>
                  </a:lnTo>
                  <a:cubicBezTo>
                    <a:pt x="4869" y="10764"/>
                    <a:pt x="4869" y="10764"/>
                    <a:pt x="4860" y="10854"/>
                  </a:cubicBezTo>
                  <a:cubicBezTo>
                    <a:pt x="4828" y="10886"/>
                    <a:pt x="4804" y="10935"/>
                    <a:pt x="4804" y="10983"/>
                  </a:cubicBezTo>
                  <a:cubicBezTo>
                    <a:pt x="4781" y="11053"/>
                    <a:pt x="4838" y="11122"/>
                    <a:pt x="4913" y="11122"/>
                  </a:cubicBezTo>
                  <a:cubicBezTo>
                    <a:pt x="4917" y="11122"/>
                    <a:pt x="4921" y="11122"/>
                    <a:pt x="4925" y="11121"/>
                  </a:cubicBezTo>
                  <a:cubicBezTo>
                    <a:pt x="5006" y="11121"/>
                    <a:pt x="4958" y="11162"/>
                    <a:pt x="4909" y="11210"/>
                  </a:cubicBezTo>
                  <a:cubicBezTo>
                    <a:pt x="4877" y="11220"/>
                    <a:pt x="4851" y="11225"/>
                    <a:pt x="4830" y="11225"/>
                  </a:cubicBezTo>
                  <a:cubicBezTo>
                    <a:pt x="4762" y="11225"/>
                    <a:pt x="4741" y="11180"/>
                    <a:pt x="4747" y="11113"/>
                  </a:cubicBezTo>
                  <a:cubicBezTo>
                    <a:pt x="4796" y="11072"/>
                    <a:pt x="4755" y="11032"/>
                    <a:pt x="4714" y="10983"/>
                  </a:cubicBezTo>
                  <a:cubicBezTo>
                    <a:pt x="4712" y="10980"/>
                    <a:pt x="4708" y="10978"/>
                    <a:pt x="4704" y="10978"/>
                  </a:cubicBezTo>
                  <a:cubicBezTo>
                    <a:pt x="4652" y="10978"/>
                    <a:pt x="4514" y="11252"/>
                    <a:pt x="4544" y="11372"/>
                  </a:cubicBezTo>
                  <a:cubicBezTo>
                    <a:pt x="4561" y="11393"/>
                    <a:pt x="4571" y="11405"/>
                    <a:pt x="4571" y="11405"/>
                  </a:cubicBezTo>
                  <a:cubicBezTo>
                    <a:pt x="4570" y="11405"/>
                    <a:pt x="4550" y="11383"/>
                    <a:pt x="4504" y="11332"/>
                  </a:cubicBezTo>
                  <a:cubicBezTo>
                    <a:pt x="4496" y="11322"/>
                    <a:pt x="4486" y="11318"/>
                    <a:pt x="4474" y="11318"/>
                  </a:cubicBezTo>
                  <a:cubicBezTo>
                    <a:pt x="4425" y="11318"/>
                    <a:pt x="4347" y="11390"/>
                    <a:pt x="4269" y="11462"/>
                  </a:cubicBezTo>
                  <a:cubicBezTo>
                    <a:pt x="4171" y="11543"/>
                    <a:pt x="4123" y="11591"/>
                    <a:pt x="4163" y="11632"/>
                  </a:cubicBezTo>
                  <a:cubicBezTo>
                    <a:pt x="4204" y="11681"/>
                    <a:pt x="4244" y="11721"/>
                    <a:pt x="4196" y="11770"/>
                  </a:cubicBezTo>
                  <a:cubicBezTo>
                    <a:pt x="4210" y="11755"/>
                    <a:pt x="4224" y="11749"/>
                    <a:pt x="4237" y="11749"/>
                  </a:cubicBezTo>
                  <a:cubicBezTo>
                    <a:pt x="4268" y="11749"/>
                    <a:pt x="4297" y="11782"/>
                    <a:pt x="4325" y="11810"/>
                  </a:cubicBezTo>
                  <a:cubicBezTo>
                    <a:pt x="4252" y="11835"/>
                    <a:pt x="4171" y="11851"/>
                    <a:pt x="4098" y="11851"/>
                  </a:cubicBezTo>
                  <a:cubicBezTo>
                    <a:pt x="3920" y="11851"/>
                    <a:pt x="3790" y="11899"/>
                    <a:pt x="3596" y="12070"/>
                  </a:cubicBezTo>
                  <a:cubicBezTo>
                    <a:pt x="3498" y="12159"/>
                    <a:pt x="3352" y="12289"/>
                    <a:pt x="3263" y="12289"/>
                  </a:cubicBezTo>
                  <a:cubicBezTo>
                    <a:pt x="3174" y="12378"/>
                    <a:pt x="3125" y="12426"/>
                    <a:pt x="3166" y="12467"/>
                  </a:cubicBezTo>
                  <a:lnTo>
                    <a:pt x="3069" y="12556"/>
                  </a:lnTo>
                  <a:cubicBezTo>
                    <a:pt x="2979" y="12556"/>
                    <a:pt x="2882" y="12645"/>
                    <a:pt x="2923" y="12694"/>
                  </a:cubicBezTo>
                  <a:cubicBezTo>
                    <a:pt x="2923" y="12775"/>
                    <a:pt x="2833" y="12783"/>
                    <a:pt x="2785" y="12824"/>
                  </a:cubicBezTo>
                  <a:cubicBezTo>
                    <a:pt x="2606" y="12824"/>
                    <a:pt x="2606" y="12824"/>
                    <a:pt x="2777" y="12913"/>
                  </a:cubicBezTo>
                  <a:cubicBezTo>
                    <a:pt x="2788" y="12925"/>
                    <a:pt x="2808" y="12930"/>
                    <a:pt x="2831" y="12930"/>
                  </a:cubicBezTo>
                  <a:cubicBezTo>
                    <a:pt x="2889" y="12930"/>
                    <a:pt x="2969" y="12899"/>
                    <a:pt x="3004" y="12864"/>
                  </a:cubicBezTo>
                  <a:lnTo>
                    <a:pt x="3142" y="12735"/>
                  </a:lnTo>
                  <a:lnTo>
                    <a:pt x="3142" y="12735"/>
                  </a:lnTo>
                  <a:lnTo>
                    <a:pt x="3044" y="12913"/>
                  </a:lnTo>
                  <a:cubicBezTo>
                    <a:pt x="2996" y="12953"/>
                    <a:pt x="2939" y="13091"/>
                    <a:pt x="2979" y="13132"/>
                  </a:cubicBezTo>
                  <a:cubicBezTo>
                    <a:pt x="3004" y="13156"/>
                    <a:pt x="3004" y="13197"/>
                    <a:pt x="2979" y="13221"/>
                  </a:cubicBezTo>
                  <a:lnTo>
                    <a:pt x="2898" y="13132"/>
                  </a:lnTo>
                  <a:cubicBezTo>
                    <a:pt x="2898" y="13067"/>
                    <a:pt x="2874" y="13002"/>
                    <a:pt x="2817" y="12953"/>
                  </a:cubicBezTo>
                  <a:cubicBezTo>
                    <a:pt x="2795" y="12947"/>
                    <a:pt x="2771" y="12943"/>
                    <a:pt x="2748" y="12943"/>
                  </a:cubicBezTo>
                  <a:cubicBezTo>
                    <a:pt x="2634" y="12943"/>
                    <a:pt x="2523" y="13017"/>
                    <a:pt x="2590" y="13091"/>
                  </a:cubicBezTo>
                  <a:cubicBezTo>
                    <a:pt x="2542" y="13140"/>
                    <a:pt x="2542" y="13140"/>
                    <a:pt x="2452" y="13140"/>
                  </a:cubicBezTo>
                  <a:cubicBezTo>
                    <a:pt x="2442" y="13128"/>
                    <a:pt x="2431" y="13121"/>
                    <a:pt x="2421" y="13121"/>
                  </a:cubicBezTo>
                  <a:cubicBezTo>
                    <a:pt x="2393" y="13121"/>
                    <a:pt x="2374" y="13173"/>
                    <a:pt x="2404" y="13270"/>
                  </a:cubicBezTo>
                  <a:cubicBezTo>
                    <a:pt x="2429" y="13370"/>
                    <a:pt x="2406" y="13421"/>
                    <a:pt x="2334" y="13421"/>
                  </a:cubicBezTo>
                  <a:cubicBezTo>
                    <a:pt x="2313" y="13421"/>
                    <a:pt x="2288" y="13417"/>
                    <a:pt x="2258" y="13408"/>
                  </a:cubicBezTo>
                  <a:cubicBezTo>
                    <a:pt x="2079" y="13408"/>
                    <a:pt x="1893" y="13586"/>
                    <a:pt x="1933" y="13635"/>
                  </a:cubicBezTo>
                  <a:cubicBezTo>
                    <a:pt x="2015" y="13716"/>
                    <a:pt x="1877" y="13853"/>
                    <a:pt x="1788" y="13853"/>
                  </a:cubicBezTo>
                  <a:cubicBezTo>
                    <a:pt x="1715" y="13853"/>
                    <a:pt x="1650" y="13918"/>
                    <a:pt x="1650" y="13991"/>
                  </a:cubicBezTo>
                  <a:cubicBezTo>
                    <a:pt x="1635" y="13971"/>
                    <a:pt x="1615" y="13962"/>
                    <a:pt x="1595" y="13962"/>
                  </a:cubicBezTo>
                  <a:cubicBezTo>
                    <a:pt x="1557" y="13962"/>
                    <a:pt x="1520" y="13993"/>
                    <a:pt x="1520" y="14040"/>
                  </a:cubicBezTo>
                  <a:cubicBezTo>
                    <a:pt x="1520" y="14040"/>
                    <a:pt x="1479" y="14081"/>
                    <a:pt x="1542" y="14081"/>
                  </a:cubicBezTo>
                  <a:cubicBezTo>
                    <a:pt x="1548" y="14081"/>
                    <a:pt x="1554" y="14081"/>
                    <a:pt x="1561" y="14080"/>
                  </a:cubicBezTo>
                  <a:lnTo>
                    <a:pt x="1561" y="14080"/>
                  </a:lnTo>
                  <a:lnTo>
                    <a:pt x="1552" y="14259"/>
                  </a:lnTo>
                  <a:cubicBezTo>
                    <a:pt x="1567" y="14247"/>
                    <a:pt x="1580" y="14242"/>
                    <a:pt x="1593" y="14242"/>
                  </a:cubicBezTo>
                  <a:cubicBezTo>
                    <a:pt x="1625" y="14242"/>
                    <a:pt x="1653" y="14271"/>
                    <a:pt x="1682" y="14299"/>
                  </a:cubicBezTo>
                  <a:cubicBezTo>
                    <a:pt x="1718" y="14335"/>
                    <a:pt x="1546" y="14452"/>
                    <a:pt x="1355" y="14452"/>
                  </a:cubicBezTo>
                  <a:cubicBezTo>
                    <a:pt x="1329" y="14452"/>
                    <a:pt x="1303" y="14450"/>
                    <a:pt x="1277" y="14445"/>
                  </a:cubicBezTo>
                  <a:lnTo>
                    <a:pt x="1098" y="14453"/>
                  </a:lnTo>
                  <a:lnTo>
                    <a:pt x="1188" y="14534"/>
                  </a:lnTo>
                  <a:cubicBezTo>
                    <a:pt x="1153" y="14569"/>
                    <a:pt x="1119" y="14603"/>
                    <a:pt x="1087" y="14603"/>
                  </a:cubicBezTo>
                  <a:cubicBezTo>
                    <a:pt x="1074" y="14603"/>
                    <a:pt x="1062" y="14597"/>
                    <a:pt x="1050" y="14583"/>
                  </a:cubicBezTo>
                  <a:cubicBezTo>
                    <a:pt x="1030" y="14564"/>
                    <a:pt x="1020" y="14554"/>
                    <a:pt x="1010" y="14554"/>
                  </a:cubicBezTo>
                  <a:cubicBezTo>
                    <a:pt x="998" y="14554"/>
                    <a:pt x="986" y="14566"/>
                    <a:pt x="961" y="14591"/>
                  </a:cubicBezTo>
                  <a:cubicBezTo>
                    <a:pt x="936" y="14616"/>
                    <a:pt x="936" y="14656"/>
                    <a:pt x="961" y="14680"/>
                  </a:cubicBezTo>
                  <a:cubicBezTo>
                    <a:pt x="1042" y="14761"/>
                    <a:pt x="1042" y="14761"/>
                    <a:pt x="952" y="14761"/>
                  </a:cubicBezTo>
                  <a:cubicBezTo>
                    <a:pt x="925" y="14755"/>
                    <a:pt x="901" y="14751"/>
                    <a:pt x="880" y="14751"/>
                  </a:cubicBezTo>
                  <a:cubicBezTo>
                    <a:pt x="806" y="14751"/>
                    <a:pt x="783" y="14799"/>
                    <a:pt x="815" y="14907"/>
                  </a:cubicBezTo>
                  <a:cubicBezTo>
                    <a:pt x="867" y="14955"/>
                    <a:pt x="889" y="14975"/>
                    <a:pt x="871" y="14975"/>
                  </a:cubicBezTo>
                  <a:cubicBezTo>
                    <a:pt x="859" y="14975"/>
                    <a:pt x="828" y="14965"/>
                    <a:pt x="774" y="14948"/>
                  </a:cubicBezTo>
                  <a:cubicBezTo>
                    <a:pt x="749" y="14930"/>
                    <a:pt x="720" y="14921"/>
                    <a:pt x="691" y="14921"/>
                  </a:cubicBezTo>
                  <a:cubicBezTo>
                    <a:pt x="657" y="14921"/>
                    <a:pt x="622" y="14934"/>
                    <a:pt x="596" y="14956"/>
                  </a:cubicBezTo>
                  <a:lnTo>
                    <a:pt x="636" y="15005"/>
                  </a:lnTo>
                  <a:cubicBezTo>
                    <a:pt x="725" y="15086"/>
                    <a:pt x="677" y="15134"/>
                    <a:pt x="588" y="15134"/>
                  </a:cubicBezTo>
                  <a:cubicBezTo>
                    <a:pt x="578" y="15125"/>
                    <a:pt x="569" y="15121"/>
                    <a:pt x="558" y="15121"/>
                  </a:cubicBezTo>
                  <a:cubicBezTo>
                    <a:pt x="525" y="15121"/>
                    <a:pt x="487" y="15172"/>
                    <a:pt x="450" y="15272"/>
                  </a:cubicBezTo>
                  <a:cubicBezTo>
                    <a:pt x="384" y="15344"/>
                    <a:pt x="345" y="15389"/>
                    <a:pt x="310" y="15389"/>
                  </a:cubicBezTo>
                  <a:cubicBezTo>
                    <a:pt x="297" y="15389"/>
                    <a:pt x="284" y="15383"/>
                    <a:pt x="271" y="15370"/>
                  </a:cubicBezTo>
                  <a:cubicBezTo>
                    <a:pt x="236" y="15334"/>
                    <a:pt x="216" y="15314"/>
                    <a:pt x="208" y="15314"/>
                  </a:cubicBezTo>
                  <a:lnTo>
                    <a:pt x="208" y="15314"/>
                  </a:lnTo>
                  <a:cubicBezTo>
                    <a:pt x="198" y="15314"/>
                    <a:pt x="208" y="15346"/>
                    <a:pt x="231" y="15418"/>
                  </a:cubicBezTo>
                  <a:cubicBezTo>
                    <a:pt x="223" y="15507"/>
                    <a:pt x="223" y="15507"/>
                    <a:pt x="93" y="15556"/>
                  </a:cubicBezTo>
                  <a:cubicBezTo>
                    <a:pt x="4" y="15564"/>
                    <a:pt x="4" y="15564"/>
                    <a:pt x="4" y="15653"/>
                  </a:cubicBezTo>
                  <a:cubicBezTo>
                    <a:pt x="61" y="15710"/>
                    <a:pt x="102" y="15747"/>
                    <a:pt x="135" y="15747"/>
                  </a:cubicBezTo>
                  <a:cubicBezTo>
                    <a:pt x="149" y="15747"/>
                    <a:pt x="162" y="15741"/>
                    <a:pt x="174" y="15726"/>
                  </a:cubicBezTo>
                  <a:cubicBezTo>
                    <a:pt x="198" y="15706"/>
                    <a:pt x="211" y="15696"/>
                    <a:pt x="222" y="15696"/>
                  </a:cubicBezTo>
                  <a:cubicBezTo>
                    <a:pt x="233" y="15696"/>
                    <a:pt x="243" y="15706"/>
                    <a:pt x="263" y="15726"/>
                  </a:cubicBezTo>
                  <a:cubicBezTo>
                    <a:pt x="263" y="15726"/>
                    <a:pt x="215" y="15775"/>
                    <a:pt x="174" y="15816"/>
                  </a:cubicBezTo>
                  <a:cubicBezTo>
                    <a:pt x="109" y="15880"/>
                    <a:pt x="61" y="15961"/>
                    <a:pt x="36" y="16043"/>
                  </a:cubicBezTo>
                  <a:cubicBezTo>
                    <a:pt x="0" y="16130"/>
                    <a:pt x="23" y="16195"/>
                    <a:pt x="57" y="16195"/>
                  </a:cubicBezTo>
                  <a:cubicBezTo>
                    <a:pt x="77" y="16195"/>
                    <a:pt x="100" y="16174"/>
                    <a:pt x="117" y="16124"/>
                  </a:cubicBezTo>
                  <a:lnTo>
                    <a:pt x="207" y="16124"/>
                  </a:lnTo>
                  <a:cubicBezTo>
                    <a:pt x="250" y="16164"/>
                    <a:pt x="289" y="16181"/>
                    <a:pt x="316" y="16181"/>
                  </a:cubicBezTo>
                  <a:cubicBezTo>
                    <a:pt x="371" y="16181"/>
                    <a:pt x="382" y="16113"/>
                    <a:pt x="296" y="16026"/>
                  </a:cubicBezTo>
                  <a:cubicBezTo>
                    <a:pt x="213" y="15949"/>
                    <a:pt x="183" y="15921"/>
                    <a:pt x="205" y="15921"/>
                  </a:cubicBezTo>
                  <a:cubicBezTo>
                    <a:pt x="218" y="15921"/>
                    <a:pt x="248" y="15930"/>
                    <a:pt x="296" y="15945"/>
                  </a:cubicBezTo>
                  <a:cubicBezTo>
                    <a:pt x="331" y="15977"/>
                    <a:pt x="359" y="15989"/>
                    <a:pt x="382" y="15989"/>
                  </a:cubicBezTo>
                  <a:cubicBezTo>
                    <a:pt x="418" y="15989"/>
                    <a:pt x="445" y="15962"/>
                    <a:pt x="474" y="15937"/>
                  </a:cubicBezTo>
                  <a:cubicBezTo>
                    <a:pt x="495" y="15912"/>
                    <a:pt x="505" y="15900"/>
                    <a:pt x="517" y="15900"/>
                  </a:cubicBezTo>
                  <a:cubicBezTo>
                    <a:pt x="528" y="15900"/>
                    <a:pt x="540" y="15910"/>
                    <a:pt x="563" y="15929"/>
                  </a:cubicBezTo>
                  <a:cubicBezTo>
                    <a:pt x="587" y="15948"/>
                    <a:pt x="615" y="15958"/>
                    <a:pt x="644" y="15958"/>
                  </a:cubicBezTo>
                  <a:cubicBezTo>
                    <a:pt x="676" y="15958"/>
                    <a:pt x="708" y="15946"/>
                    <a:pt x="734" y="15921"/>
                  </a:cubicBezTo>
                  <a:cubicBezTo>
                    <a:pt x="782" y="15872"/>
                    <a:pt x="782" y="15872"/>
                    <a:pt x="742" y="15832"/>
                  </a:cubicBezTo>
                  <a:lnTo>
                    <a:pt x="742" y="15832"/>
                  </a:lnTo>
                  <a:cubicBezTo>
                    <a:pt x="738" y="15832"/>
                    <a:pt x="735" y="15832"/>
                    <a:pt x="732" y="15832"/>
                  </a:cubicBezTo>
                  <a:cubicBezTo>
                    <a:pt x="673" y="15832"/>
                    <a:pt x="721" y="15773"/>
                    <a:pt x="808" y="15773"/>
                  </a:cubicBezTo>
                  <a:cubicBezTo>
                    <a:pt x="828" y="15773"/>
                    <a:pt x="849" y="15776"/>
                    <a:pt x="871" y="15783"/>
                  </a:cubicBezTo>
                  <a:cubicBezTo>
                    <a:pt x="961" y="15775"/>
                    <a:pt x="961" y="15775"/>
                    <a:pt x="871" y="15694"/>
                  </a:cubicBezTo>
                  <a:cubicBezTo>
                    <a:pt x="803" y="15626"/>
                    <a:pt x="855" y="15547"/>
                    <a:pt x="950" y="15547"/>
                  </a:cubicBezTo>
                  <a:cubicBezTo>
                    <a:pt x="968" y="15547"/>
                    <a:pt x="988" y="15549"/>
                    <a:pt x="1009" y="15556"/>
                  </a:cubicBezTo>
                  <a:lnTo>
                    <a:pt x="1098" y="15467"/>
                  </a:lnTo>
                  <a:cubicBezTo>
                    <a:pt x="1147" y="15418"/>
                    <a:pt x="1107" y="15378"/>
                    <a:pt x="1058" y="15329"/>
                  </a:cubicBezTo>
                  <a:cubicBezTo>
                    <a:pt x="977" y="15248"/>
                    <a:pt x="977" y="15248"/>
                    <a:pt x="1066" y="15248"/>
                  </a:cubicBezTo>
                  <a:cubicBezTo>
                    <a:pt x="1073" y="15247"/>
                    <a:pt x="1081" y="15246"/>
                    <a:pt x="1088" y="15246"/>
                  </a:cubicBezTo>
                  <a:cubicBezTo>
                    <a:pt x="1123" y="15246"/>
                    <a:pt x="1162" y="15260"/>
                    <a:pt x="1196" y="15280"/>
                  </a:cubicBezTo>
                  <a:cubicBezTo>
                    <a:pt x="1208" y="15295"/>
                    <a:pt x="1219" y="15301"/>
                    <a:pt x="1232" y="15301"/>
                  </a:cubicBezTo>
                  <a:cubicBezTo>
                    <a:pt x="1261" y="15301"/>
                    <a:pt x="1291" y="15266"/>
                    <a:pt x="1325" y="15232"/>
                  </a:cubicBezTo>
                  <a:cubicBezTo>
                    <a:pt x="1374" y="15191"/>
                    <a:pt x="1463" y="15094"/>
                    <a:pt x="1423" y="15053"/>
                  </a:cubicBezTo>
                  <a:lnTo>
                    <a:pt x="1423" y="15053"/>
                  </a:lnTo>
                  <a:lnTo>
                    <a:pt x="1463" y="15094"/>
                  </a:lnTo>
                  <a:cubicBezTo>
                    <a:pt x="1488" y="15074"/>
                    <a:pt x="1510" y="15074"/>
                    <a:pt x="1521" y="15074"/>
                  </a:cubicBezTo>
                  <a:cubicBezTo>
                    <a:pt x="1532" y="15074"/>
                    <a:pt x="1532" y="15074"/>
                    <a:pt x="1512" y="15053"/>
                  </a:cubicBezTo>
                  <a:cubicBezTo>
                    <a:pt x="1561" y="15013"/>
                    <a:pt x="1625" y="14980"/>
                    <a:pt x="1690" y="14956"/>
                  </a:cubicBezTo>
                  <a:cubicBezTo>
                    <a:pt x="1807" y="14912"/>
                    <a:pt x="1865" y="14730"/>
                    <a:pt x="1715" y="14730"/>
                  </a:cubicBezTo>
                  <a:cubicBezTo>
                    <a:pt x="1698" y="14730"/>
                    <a:pt x="1679" y="14732"/>
                    <a:pt x="1658" y="14737"/>
                  </a:cubicBezTo>
                  <a:lnTo>
                    <a:pt x="1698" y="14697"/>
                  </a:lnTo>
                  <a:cubicBezTo>
                    <a:pt x="1731" y="14672"/>
                    <a:pt x="1731" y="14632"/>
                    <a:pt x="1706" y="14607"/>
                  </a:cubicBezTo>
                  <a:cubicBezTo>
                    <a:pt x="1666" y="14567"/>
                    <a:pt x="1706" y="14518"/>
                    <a:pt x="1755" y="14478"/>
                  </a:cubicBezTo>
                  <a:lnTo>
                    <a:pt x="1836" y="14559"/>
                  </a:lnTo>
                  <a:cubicBezTo>
                    <a:pt x="1872" y="14633"/>
                    <a:pt x="1918" y="14667"/>
                    <a:pt x="1952" y="14667"/>
                  </a:cubicBezTo>
                  <a:cubicBezTo>
                    <a:pt x="1996" y="14667"/>
                    <a:pt x="2020" y="14611"/>
                    <a:pt x="1974" y="14510"/>
                  </a:cubicBezTo>
                  <a:lnTo>
                    <a:pt x="1974" y="14510"/>
                  </a:lnTo>
                  <a:cubicBezTo>
                    <a:pt x="1985" y="14521"/>
                    <a:pt x="2000" y="14536"/>
                    <a:pt x="2015" y="14551"/>
                  </a:cubicBezTo>
                  <a:cubicBezTo>
                    <a:pt x="2025" y="14563"/>
                    <a:pt x="2036" y="14569"/>
                    <a:pt x="2047" y="14569"/>
                  </a:cubicBezTo>
                  <a:cubicBezTo>
                    <a:pt x="2080" y="14569"/>
                    <a:pt x="2116" y="14518"/>
                    <a:pt x="2152" y="14421"/>
                  </a:cubicBezTo>
                  <a:cubicBezTo>
                    <a:pt x="2201" y="14372"/>
                    <a:pt x="2161" y="14243"/>
                    <a:pt x="2120" y="14202"/>
                  </a:cubicBezTo>
                  <a:cubicBezTo>
                    <a:pt x="2096" y="14170"/>
                    <a:pt x="2096" y="14137"/>
                    <a:pt x="2128" y="14113"/>
                  </a:cubicBezTo>
                  <a:cubicBezTo>
                    <a:pt x="2149" y="14087"/>
                    <a:pt x="2159" y="14075"/>
                    <a:pt x="2170" y="14075"/>
                  </a:cubicBezTo>
                  <a:cubicBezTo>
                    <a:pt x="2180" y="14075"/>
                    <a:pt x="2190" y="14085"/>
                    <a:pt x="2209" y="14105"/>
                  </a:cubicBezTo>
                  <a:cubicBezTo>
                    <a:pt x="2234" y="14130"/>
                    <a:pt x="2259" y="14141"/>
                    <a:pt x="2281" y="14141"/>
                  </a:cubicBezTo>
                  <a:cubicBezTo>
                    <a:pt x="2338" y="14141"/>
                    <a:pt x="2376" y="14068"/>
                    <a:pt x="2347" y="13975"/>
                  </a:cubicBezTo>
                  <a:lnTo>
                    <a:pt x="2347" y="13975"/>
                  </a:lnTo>
                  <a:lnTo>
                    <a:pt x="2396" y="14016"/>
                  </a:lnTo>
                  <a:cubicBezTo>
                    <a:pt x="2407" y="14027"/>
                    <a:pt x="2422" y="14035"/>
                    <a:pt x="2442" y="14035"/>
                  </a:cubicBezTo>
                  <a:cubicBezTo>
                    <a:pt x="2494" y="14035"/>
                    <a:pt x="2578" y="13981"/>
                    <a:pt x="2712" y="13789"/>
                  </a:cubicBezTo>
                  <a:cubicBezTo>
                    <a:pt x="2876" y="13639"/>
                    <a:pt x="3009" y="13514"/>
                    <a:pt x="3066" y="13514"/>
                  </a:cubicBezTo>
                  <a:cubicBezTo>
                    <a:pt x="3074" y="13514"/>
                    <a:pt x="3080" y="13516"/>
                    <a:pt x="3085" y="13521"/>
                  </a:cubicBezTo>
                  <a:cubicBezTo>
                    <a:pt x="3088" y="13525"/>
                    <a:pt x="3092" y="13527"/>
                    <a:pt x="3096" y="13527"/>
                  </a:cubicBezTo>
                  <a:cubicBezTo>
                    <a:pt x="3142" y="13527"/>
                    <a:pt x="3231" y="13288"/>
                    <a:pt x="3239" y="13124"/>
                  </a:cubicBezTo>
                  <a:cubicBezTo>
                    <a:pt x="3250" y="13137"/>
                    <a:pt x="3261" y="13143"/>
                    <a:pt x="3274" y="13143"/>
                  </a:cubicBezTo>
                  <a:cubicBezTo>
                    <a:pt x="3309" y="13143"/>
                    <a:pt x="3354" y="13100"/>
                    <a:pt x="3425" y="13035"/>
                  </a:cubicBezTo>
                  <a:cubicBezTo>
                    <a:pt x="3511" y="12954"/>
                    <a:pt x="3543" y="12924"/>
                    <a:pt x="3565" y="12924"/>
                  </a:cubicBezTo>
                  <a:cubicBezTo>
                    <a:pt x="3579" y="12924"/>
                    <a:pt x="3588" y="12935"/>
                    <a:pt x="3604" y="12953"/>
                  </a:cubicBezTo>
                  <a:cubicBezTo>
                    <a:pt x="3619" y="13013"/>
                    <a:pt x="3627" y="13045"/>
                    <a:pt x="3633" y="13045"/>
                  </a:cubicBezTo>
                  <a:cubicBezTo>
                    <a:pt x="3640" y="13045"/>
                    <a:pt x="3644" y="13001"/>
                    <a:pt x="3652" y="12905"/>
                  </a:cubicBezTo>
                  <a:cubicBezTo>
                    <a:pt x="3635" y="12811"/>
                    <a:pt x="3710" y="12743"/>
                    <a:pt x="3794" y="12743"/>
                  </a:cubicBezTo>
                  <a:cubicBezTo>
                    <a:pt x="3825" y="12743"/>
                    <a:pt x="3858" y="12753"/>
                    <a:pt x="3887" y="12775"/>
                  </a:cubicBezTo>
                  <a:cubicBezTo>
                    <a:pt x="3898" y="12788"/>
                    <a:pt x="3909" y="12794"/>
                    <a:pt x="3922" y="12794"/>
                  </a:cubicBezTo>
                  <a:cubicBezTo>
                    <a:pt x="3954" y="12794"/>
                    <a:pt x="3995" y="12751"/>
                    <a:pt x="4066" y="12686"/>
                  </a:cubicBezTo>
                  <a:cubicBezTo>
                    <a:pt x="4074" y="12605"/>
                    <a:pt x="4171" y="12516"/>
                    <a:pt x="4260" y="12426"/>
                  </a:cubicBezTo>
                  <a:cubicBezTo>
                    <a:pt x="4406" y="12297"/>
                    <a:pt x="4406" y="12297"/>
                    <a:pt x="4325" y="12208"/>
                  </a:cubicBezTo>
                  <a:cubicBezTo>
                    <a:pt x="4244" y="12118"/>
                    <a:pt x="4293" y="12078"/>
                    <a:pt x="4390" y="11989"/>
                  </a:cubicBezTo>
                  <a:cubicBezTo>
                    <a:pt x="4424" y="11960"/>
                    <a:pt x="4458" y="11928"/>
                    <a:pt x="4490" y="11928"/>
                  </a:cubicBezTo>
                  <a:cubicBezTo>
                    <a:pt x="4503" y="11928"/>
                    <a:pt x="4516" y="11934"/>
                    <a:pt x="4528" y="11948"/>
                  </a:cubicBezTo>
                  <a:cubicBezTo>
                    <a:pt x="4577" y="11948"/>
                    <a:pt x="4617" y="11932"/>
                    <a:pt x="4658" y="11908"/>
                  </a:cubicBezTo>
                  <a:cubicBezTo>
                    <a:pt x="4691" y="11874"/>
                    <a:pt x="4724" y="11845"/>
                    <a:pt x="4755" y="11845"/>
                  </a:cubicBezTo>
                  <a:cubicBezTo>
                    <a:pt x="4769" y="11845"/>
                    <a:pt x="4783" y="11852"/>
                    <a:pt x="4796" y="11867"/>
                  </a:cubicBezTo>
                  <a:cubicBezTo>
                    <a:pt x="4869" y="11859"/>
                    <a:pt x="4933" y="11826"/>
                    <a:pt x="4982" y="11778"/>
                  </a:cubicBezTo>
                  <a:cubicBezTo>
                    <a:pt x="5060" y="11713"/>
                    <a:pt x="5138" y="11642"/>
                    <a:pt x="5187" y="11642"/>
                  </a:cubicBezTo>
                  <a:cubicBezTo>
                    <a:pt x="5199" y="11642"/>
                    <a:pt x="5209" y="11647"/>
                    <a:pt x="5217" y="11656"/>
                  </a:cubicBezTo>
                  <a:cubicBezTo>
                    <a:pt x="5266" y="11608"/>
                    <a:pt x="5266" y="11608"/>
                    <a:pt x="5225" y="11567"/>
                  </a:cubicBezTo>
                  <a:cubicBezTo>
                    <a:pt x="5185" y="11518"/>
                    <a:pt x="5193" y="11437"/>
                    <a:pt x="5428" y="11308"/>
                  </a:cubicBezTo>
                  <a:cubicBezTo>
                    <a:pt x="5525" y="11218"/>
                    <a:pt x="5671" y="11097"/>
                    <a:pt x="5631" y="11048"/>
                  </a:cubicBezTo>
                  <a:cubicBezTo>
                    <a:pt x="5655" y="11028"/>
                    <a:pt x="5667" y="11018"/>
                    <a:pt x="5678" y="11018"/>
                  </a:cubicBezTo>
                  <a:cubicBezTo>
                    <a:pt x="5689" y="11018"/>
                    <a:pt x="5700" y="11028"/>
                    <a:pt x="5720" y="11048"/>
                  </a:cubicBezTo>
                  <a:cubicBezTo>
                    <a:pt x="5741" y="11076"/>
                    <a:pt x="5763" y="11088"/>
                    <a:pt x="5786" y="11088"/>
                  </a:cubicBezTo>
                  <a:cubicBezTo>
                    <a:pt x="5842" y="11088"/>
                    <a:pt x="5897" y="11008"/>
                    <a:pt x="5914" y="10886"/>
                  </a:cubicBezTo>
                  <a:cubicBezTo>
                    <a:pt x="5874" y="10837"/>
                    <a:pt x="5923" y="10797"/>
                    <a:pt x="6012" y="10797"/>
                  </a:cubicBezTo>
                  <a:cubicBezTo>
                    <a:pt x="6044" y="10764"/>
                    <a:pt x="6068" y="10716"/>
                    <a:pt x="6068" y="10667"/>
                  </a:cubicBezTo>
                  <a:cubicBezTo>
                    <a:pt x="6077" y="10586"/>
                    <a:pt x="6077" y="10586"/>
                    <a:pt x="6214" y="10545"/>
                  </a:cubicBezTo>
                  <a:cubicBezTo>
                    <a:pt x="6226" y="10557"/>
                    <a:pt x="6239" y="10562"/>
                    <a:pt x="6252" y="10562"/>
                  </a:cubicBezTo>
                  <a:cubicBezTo>
                    <a:pt x="6283" y="10562"/>
                    <a:pt x="6318" y="10534"/>
                    <a:pt x="6352" y="10505"/>
                  </a:cubicBezTo>
                  <a:cubicBezTo>
                    <a:pt x="6417" y="10376"/>
                    <a:pt x="6943" y="9921"/>
                    <a:pt x="7039" y="9921"/>
                  </a:cubicBezTo>
                  <a:cubicBezTo>
                    <a:pt x="7040" y="9921"/>
                    <a:pt x="7041" y="9921"/>
                    <a:pt x="7041" y="9921"/>
                  </a:cubicBezTo>
                  <a:cubicBezTo>
                    <a:pt x="7058" y="9832"/>
                    <a:pt x="7058" y="9832"/>
                    <a:pt x="7106" y="9791"/>
                  </a:cubicBezTo>
                  <a:cubicBezTo>
                    <a:pt x="7133" y="9804"/>
                    <a:pt x="7154" y="9809"/>
                    <a:pt x="7171" y="9809"/>
                  </a:cubicBezTo>
                  <a:cubicBezTo>
                    <a:pt x="7230" y="9809"/>
                    <a:pt x="7226" y="9740"/>
                    <a:pt x="7163" y="9670"/>
                  </a:cubicBezTo>
                  <a:lnTo>
                    <a:pt x="7114" y="9710"/>
                  </a:lnTo>
                  <a:lnTo>
                    <a:pt x="7066" y="9751"/>
                  </a:lnTo>
                  <a:cubicBezTo>
                    <a:pt x="7016" y="9685"/>
                    <a:pt x="7067" y="9608"/>
                    <a:pt x="7141" y="9608"/>
                  </a:cubicBezTo>
                  <a:cubicBezTo>
                    <a:pt x="7176" y="9608"/>
                    <a:pt x="7216" y="9625"/>
                    <a:pt x="7252" y="9670"/>
                  </a:cubicBezTo>
                  <a:cubicBezTo>
                    <a:pt x="7301" y="9688"/>
                    <a:pt x="7332" y="9700"/>
                    <a:pt x="7350" y="9700"/>
                  </a:cubicBezTo>
                  <a:cubicBezTo>
                    <a:pt x="7378" y="9700"/>
                    <a:pt x="7373" y="9669"/>
                    <a:pt x="7358" y="9589"/>
                  </a:cubicBezTo>
                  <a:cubicBezTo>
                    <a:pt x="7334" y="9495"/>
                    <a:pt x="7357" y="9444"/>
                    <a:pt x="7418" y="9444"/>
                  </a:cubicBezTo>
                  <a:cubicBezTo>
                    <a:pt x="7441" y="9444"/>
                    <a:pt x="7470" y="9451"/>
                    <a:pt x="7504" y="9467"/>
                  </a:cubicBezTo>
                  <a:cubicBezTo>
                    <a:pt x="7537" y="9508"/>
                    <a:pt x="7555" y="9530"/>
                    <a:pt x="7562" y="9530"/>
                  </a:cubicBezTo>
                  <a:cubicBezTo>
                    <a:pt x="7572" y="9530"/>
                    <a:pt x="7565" y="9498"/>
                    <a:pt x="7552" y="9427"/>
                  </a:cubicBezTo>
                  <a:cubicBezTo>
                    <a:pt x="7518" y="9237"/>
                    <a:pt x="7565" y="9097"/>
                    <a:pt x="7646" y="9097"/>
                  </a:cubicBezTo>
                  <a:cubicBezTo>
                    <a:pt x="7680" y="9097"/>
                    <a:pt x="7720" y="9121"/>
                    <a:pt x="7763" y="9175"/>
                  </a:cubicBezTo>
                  <a:cubicBezTo>
                    <a:pt x="7814" y="9231"/>
                    <a:pt x="7865" y="9255"/>
                    <a:pt x="7910" y="9255"/>
                  </a:cubicBezTo>
                  <a:cubicBezTo>
                    <a:pt x="7936" y="9255"/>
                    <a:pt x="7961" y="9247"/>
                    <a:pt x="7982" y="9232"/>
                  </a:cubicBezTo>
                  <a:cubicBezTo>
                    <a:pt x="8031" y="9191"/>
                    <a:pt x="7990" y="9143"/>
                    <a:pt x="7949" y="9094"/>
                  </a:cubicBezTo>
                  <a:cubicBezTo>
                    <a:pt x="7838" y="9050"/>
                    <a:pt x="7869" y="9012"/>
                    <a:pt x="8012" y="9012"/>
                  </a:cubicBezTo>
                  <a:cubicBezTo>
                    <a:pt x="8025" y="9012"/>
                    <a:pt x="8039" y="9012"/>
                    <a:pt x="8055" y="9013"/>
                  </a:cubicBezTo>
                  <a:cubicBezTo>
                    <a:pt x="8078" y="9015"/>
                    <a:pt x="8100" y="9015"/>
                    <a:pt x="8120" y="9015"/>
                  </a:cubicBezTo>
                  <a:cubicBezTo>
                    <a:pt x="8333" y="9015"/>
                    <a:pt x="8426" y="8937"/>
                    <a:pt x="8493" y="8737"/>
                  </a:cubicBezTo>
                  <a:cubicBezTo>
                    <a:pt x="8575" y="8577"/>
                    <a:pt x="8668" y="8470"/>
                    <a:pt x="8703" y="8470"/>
                  </a:cubicBezTo>
                  <a:cubicBezTo>
                    <a:pt x="8723" y="8470"/>
                    <a:pt x="8725" y="8504"/>
                    <a:pt x="8695" y="8583"/>
                  </a:cubicBezTo>
                  <a:cubicBezTo>
                    <a:pt x="8682" y="8674"/>
                    <a:pt x="8676" y="8717"/>
                    <a:pt x="8683" y="8717"/>
                  </a:cubicBezTo>
                  <a:cubicBezTo>
                    <a:pt x="8690" y="8717"/>
                    <a:pt x="8706" y="8684"/>
                    <a:pt x="8736" y="8624"/>
                  </a:cubicBezTo>
                  <a:lnTo>
                    <a:pt x="8987" y="8429"/>
                  </a:lnTo>
                  <a:cubicBezTo>
                    <a:pt x="9036" y="8389"/>
                    <a:pt x="9052" y="8308"/>
                    <a:pt x="9012" y="8251"/>
                  </a:cubicBezTo>
                  <a:lnTo>
                    <a:pt x="9012" y="8251"/>
                  </a:lnTo>
                  <a:cubicBezTo>
                    <a:pt x="9046" y="8272"/>
                    <a:pt x="9081" y="8282"/>
                    <a:pt x="9116" y="8282"/>
                  </a:cubicBezTo>
                  <a:cubicBezTo>
                    <a:pt x="9212" y="8282"/>
                    <a:pt x="9297" y="8207"/>
                    <a:pt x="9303" y="8105"/>
                  </a:cubicBezTo>
                  <a:lnTo>
                    <a:pt x="9409" y="8024"/>
                  </a:lnTo>
                  <a:cubicBezTo>
                    <a:pt x="9458" y="7983"/>
                    <a:pt x="9458" y="7983"/>
                    <a:pt x="9474" y="7894"/>
                  </a:cubicBezTo>
                  <a:cubicBezTo>
                    <a:pt x="9485" y="7838"/>
                    <a:pt x="9532" y="7825"/>
                    <a:pt x="9587" y="7825"/>
                  </a:cubicBezTo>
                  <a:cubicBezTo>
                    <a:pt x="9611" y="7825"/>
                    <a:pt x="9636" y="7827"/>
                    <a:pt x="9660" y="7829"/>
                  </a:cubicBezTo>
                  <a:cubicBezTo>
                    <a:pt x="9694" y="7832"/>
                    <a:pt x="9728" y="7836"/>
                    <a:pt x="9754" y="7836"/>
                  </a:cubicBezTo>
                  <a:cubicBezTo>
                    <a:pt x="9798" y="7836"/>
                    <a:pt x="9823" y="7827"/>
                    <a:pt x="9798" y="7797"/>
                  </a:cubicBezTo>
                  <a:cubicBezTo>
                    <a:pt x="9766" y="7748"/>
                    <a:pt x="9830" y="7627"/>
                    <a:pt x="9847" y="7538"/>
                  </a:cubicBezTo>
                  <a:cubicBezTo>
                    <a:pt x="9854" y="7495"/>
                    <a:pt x="9879" y="7475"/>
                    <a:pt x="9900" y="7475"/>
                  </a:cubicBezTo>
                  <a:cubicBezTo>
                    <a:pt x="9924" y="7475"/>
                    <a:pt x="9944" y="7499"/>
                    <a:pt x="9936" y="7546"/>
                  </a:cubicBezTo>
                  <a:cubicBezTo>
                    <a:pt x="9954" y="7572"/>
                    <a:pt x="9962" y="7584"/>
                    <a:pt x="9988" y="7584"/>
                  </a:cubicBezTo>
                  <a:cubicBezTo>
                    <a:pt x="10010" y="7584"/>
                    <a:pt x="10044" y="7576"/>
                    <a:pt x="10106" y="7562"/>
                  </a:cubicBezTo>
                  <a:cubicBezTo>
                    <a:pt x="10163" y="7521"/>
                    <a:pt x="10260" y="7448"/>
                    <a:pt x="10228" y="7400"/>
                  </a:cubicBezTo>
                  <a:cubicBezTo>
                    <a:pt x="10196" y="7352"/>
                    <a:pt x="10493" y="7124"/>
                    <a:pt x="10580" y="7124"/>
                  </a:cubicBezTo>
                  <a:cubicBezTo>
                    <a:pt x="10582" y="7124"/>
                    <a:pt x="10583" y="7124"/>
                    <a:pt x="10584" y="7124"/>
                  </a:cubicBezTo>
                  <a:lnTo>
                    <a:pt x="10690" y="7051"/>
                  </a:lnTo>
                  <a:cubicBezTo>
                    <a:pt x="10747" y="7011"/>
                    <a:pt x="10763" y="6921"/>
                    <a:pt x="10811" y="6889"/>
                  </a:cubicBezTo>
                  <a:cubicBezTo>
                    <a:pt x="10852" y="6856"/>
                    <a:pt x="10876" y="6808"/>
                    <a:pt x="10876" y="6759"/>
                  </a:cubicBezTo>
                  <a:cubicBezTo>
                    <a:pt x="10914" y="6738"/>
                    <a:pt x="10948" y="6712"/>
                    <a:pt x="10979" y="6712"/>
                  </a:cubicBezTo>
                  <a:cubicBezTo>
                    <a:pt x="10994" y="6712"/>
                    <a:pt x="11009" y="6719"/>
                    <a:pt x="11022" y="6735"/>
                  </a:cubicBezTo>
                  <a:cubicBezTo>
                    <a:pt x="11007" y="6651"/>
                    <a:pt x="11002" y="6618"/>
                    <a:pt x="11029" y="6618"/>
                  </a:cubicBezTo>
                  <a:cubicBezTo>
                    <a:pt x="11046" y="6618"/>
                    <a:pt x="11077" y="6632"/>
                    <a:pt x="11128" y="6654"/>
                  </a:cubicBezTo>
                  <a:cubicBezTo>
                    <a:pt x="11158" y="6699"/>
                    <a:pt x="11174" y="6723"/>
                    <a:pt x="11181" y="6723"/>
                  </a:cubicBezTo>
                  <a:cubicBezTo>
                    <a:pt x="11189" y="6723"/>
                    <a:pt x="11185" y="6691"/>
                    <a:pt x="11176" y="6621"/>
                  </a:cubicBezTo>
                  <a:cubicBezTo>
                    <a:pt x="11189" y="6553"/>
                    <a:pt x="11192" y="6537"/>
                    <a:pt x="11233" y="6537"/>
                  </a:cubicBezTo>
                  <a:cubicBezTo>
                    <a:pt x="11245" y="6537"/>
                    <a:pt x="11261" y="6538"/>
                    <a:pt x="11282" y="6540"/>
                  </a:cubicBezTo>
                  <a:cubicBezTo>
                    <a:pt x="11293" y="6557"/>
                    <a:pt x="11307" y="6564"/>
                    <a:pt x="11319" y="6564"/>
                  </a:cubicBezTo>
                  <a:cubicBezTo>
                    <a:pt x="11342" y="6564"/>
                    <a:pt x="11357" y="6540"/>
                    <a:pt x="11330" y="6508"/>
                  </a:cubicBezTo>
                  <a:cubicBezTo>
                    <a:pt x="11318" y="6399"/>
                    <a:pt x="11390" y="6276"/>
                    <a:pt x="11458" y="6276"/>
                  </a:cubicBezTo>
                  <a:cubicBezTo>
                    <a:pt x="11476" y="6276"/>
                    <a:pt x="11493" y="6285"/>
                    <a:pt x="11509" y="6305"/>
                  </a:cubicBezTo>
                  <a:cubicBezTo>
                    <a:pt x="11541" y="6273"/>
                    <a:pt x="11566" y="6224"/>
                    <a:pt x="11574" y="6175"/>
                  </a:cubicBezTo>
                  <a:cubicBezTo>
                    <a:pt x="11565" y="6106"/>
                    <a:pt x="11561" y="6074"/>
                    <a:pt x="11570" y="6074"/>
                  </a:cubicBezTo>
                  <a:lnTo>
                    <a:pt x="11570" y="6074"/>
                  </a:lnTo>
                  <a:cubicBezTo>
                    <a:pt x="11578" y="6074"/>
                    <a:pt x="11597" y="6098"/>
                    <a:pt x="11630" y="6143"/>
                  </a:cubicBezTo>
                  <a:cubicBezTo>
                    <a:pt x="11666" y="6160"/>
                    <a:pt x="11696" y="6168"/>
                    <a:pt x="11719" y="6168"/>
                  </a:cubicBezTo>
                  <a:cubicBezTo>
                    <a:pt x="11775" y="6168"/>
                    <a:pt x="11796" y="6121"/>
                    <a:pt x="11784" y="6029"/>
                  </a:cubicBezTo>
                  <a:cubicBezTo>
                    <a:pt x="11792" y="5986"/>
                    <a:pt x="11832" y="5955"/>
                    <a:pt x="11875" y="5955"/>
                  </a:cubicBezTo>
                  <a:cubicBezTo>
                    <a:pt x="11880" y="5955"/>
                    <a:pt x="11885" y="5956"/>
                    <a:pt x="11890" y="5957"/>
                  </a:cubicBezTo>
                  <a:cubicBezTo>
                    <a:pt x="12028" y="5924"/>
                    <a:pt x="12384" y="5754"/>
                    <a:pt x="12263" y="5689"/>
                  </a:cubicBezTo>
                  <a:lnTo>
                    <a:pt x="12368" y="5616"/>
                  </a:lnTo>
                  <a:cubicBezTo>
                    <a:pt x="12506" y="5592"/>
                    <a:pt x="12555" y="5559"/>
                    <a:pt x="12579" y="5470"/>
                  </a:cubicBezTo>
                  <a:lnTo>
                    <a:pt x="12595" y="5381"/>
                  </a:lnTo>
                  <a:cubicBezTo>
                    <a:pt x="12620" y="5411"/>
                    <a:pt x="12660" y="5428"/>
                    <a:pt x="12700" y="5428"/>
                  </a:cubicBezTo>
                  <a:cubicBezTo>
                    <a:pt x="12726" y="5428"/>
                    <a:pt x="12751" y="5421"/>
                    <a:pt x="12774" y="5405"/>
                  </a:cubicBezTo>
                  <a:cubicBezTo>
                    <a:pt x="12822" y="5373"/>
                    <a:pt x="12822" y="5373"/>
                    <a:pt x="12790" y="5324"/>
                  </a:cubicBezTo>
                  <a:cubicBezTo>
                    <a:pt x="12701" y="5308"/>
                    <a:pt x="12757" y="5275"/>
                    <a:pt x="12806" y="5235"/>
                  </a:cubicBezTo>
                  <a:cubicBezTo>
                    <a:pt x="12828" y="5219"/>
                    <a:pt x="12853" y="5212"/>
                    <a:pt x="12877" y="5212"/>
                  </a:cubicBezTo>
                  <a:cubicBezTo>
                    <a:pt x="12916" y="5212"/>
                    <a:pt x="12955" y="5230"/>
                    <a:pt x="12984" y="5259"/>
                  </a:cubicBezTo>
                  <a:lnTo>
                    <a:pt x="13033" y="5219"/>
                  </a:lnTo>
                  <a:cubicBezTo>
                    <a:pt x="12988" y="5152"/>
                    <a:pt x="12998" y="5115"/>
                    <a:pt x="13021" y="5115"/>
                  </a:cubicBezTo>
                  <a:cubicBezTo>
                    <a:pt x="13031" y="5115"/>
                    <a:pt x="13045" y="5123"/>
                    <a:pt x="13057" y="5138"/>
                  </a:cubicBezTo>
                  <a:cubicBezTo>
                    <a:pt x="13066" y="5139"/>
                    <a:pt x="13074" y="5139"/>
                    <a:pt x="13082" y="5139"/>
                  </a:cubicBezTo>
                  <a:cubicBezTo>
                    <a:pt x="13140" y="5139"/>
                    <a:pt x="13201" y="5115"/>
                    <a:pt x="13244" y="5073"/>
                  </a:cubicBezTo>
                  <a:cubicBezTo>
                    <a:pt x="13229" y="5051"/>
                    <a:pt x="13239" y="5042"/>
                    <a:pt x="13250" y="5042"/>
                  </a:cubicBezTo>
                  <a:cubicBezTo>
                    <a:pt x="13262" y="5042"/>
                    <a:pt x="13275" y="5055"/>
                    <a:pt x="13244" y="5073"/>
                  </a:cubicBezTo>
                  <a:lnTo>
                    <a:pt x="13284" y="5130"/>
                  </a:lnTo>
                  <a:cubicBezTo>
                    <a:pt x="13290" y="5130"/>
                    <a:pt x="13296" y="5130"/>
                    <a:pt x="13301" y="5130"/>
                  </a:cubicBezTo>
                  <a:cubicBezTo>
                    <a:pt x="13361" y="5130"/>
                    <a:pt x="13331" y="5085"/>
                    <a:pt x="13301" y="5040"/>
                  </a:cubicBezTo>
                  <a:lnTo>
                    <a:pt x="13406" y="4967"/>
                  </a:lnTo>
                  <a:cubicBezTo>
                    <a:pt x="13463" y="4935"/>
                    <a:pt x="13519" y="4894"/>
                    <a:pt x="13430" y="4886"/>
                  </a:cubicBezTo>
                  <a:cubicBezTo>
                    <a:pt x="13398" y="4830"/>
                    <a:pt x="13365" y="4781"/>
                    <a:pt x="13414" y="4748"/>
                  </a:cubicBezTo>
                  <a:lnTo>
                    <a:pt x="13414" y="4748"/>
                  </a:lnTo>
                  <a:cubicBezTo>
                    <a:pt x="13439" y="4786"/>
                    <a:pt x="13464" y="4824"/>
                    <a:pt x="13501" y="4824"/>
                  </a:cubicBezTo>
                  <a:cubicBezTo>
                    <a:pt x="13511" y="4824"/>
                    <a:pt x="13523" y="4821"/>
                    <a:pt x="13536" y="4813"/>
                  </a:cubicBezTo>
                  <a:cubicBezTo>
                    <a:pt x="13546" y="4803"/>
                    <a:pt x="13559" y="4799"/>
                    <a:pt x="13572" y="4799"/>
                  </a:cubicBezTo>
                  <a:cubicBezTo>
                    <a:pt x="13591" y="4799"/>
                    <a:pt x="13611" y="4807"/>
                    <a:pt x="13625" y="4821"/>
                  </a:cubicBezTo>
                  <a:cubicBezTo>
                    <a:pt x="13627" y="4856"/>
                    <a:pt x="13640" y="4869"/>
                    <a:pt x="13658" y="4869"/>
                  </a:cubicBezTo>
                  <a:cubicBezTo>
                    <a:pt x="13715" y="4869"/>
                    <a:pt x="13824" y="4743"/>
                    <a:pt x="13836" y="4675"/>
                  </a:cubicBezTo>
                  <a:cubicBezTo>
                    <a:pt x="13861" y="4568"/>
                    <a:pt x="13893" y="4516"/>
                    <a:pt x="13929" y="4516"/>
                  </a:cubicBezTo>
                  <a:cubicBezTo>
                    <a:pt x="13951" y="4516"/>
                    <a:pt x="13974" y="4534"/>
                    <a:pt x="13998" y="4570"/>
                  </a:cubicBezTo>
                  <a:cubicBezTo>
                    <a:pt x="14011" y="4590"/>
                    <a:pt x="14023" y="4598"/>
                    <a:pt x="14034" y="4598"/>
                  </a:cubicBezTo>
                  <a:cubicBezTo>
                    <a:pt x="14076" y="4598"/>
                    <a:pt x="14095" y="4460"/>
                    <a:pt x="14063" y="4311"/>
                  </a:cubicBezTo>
                  <a:lnTo>
                    <a:pt x="14014" y="4124"/>
                  </a:lnTo>
                  <a:lnTo>
                    <a:pt x="14111" y="4278"/>
                  </a:lnTo>
                  <a:cubicBezTo>
                    <a:pt x="14199" y="4355"/>
                    <a:pt x="14246" y="4395"/>
                    <a:pt x="14281" y="4395"/>
                  </a:cubicBezTo>
                  <a:cubicBezTo>
                    <a:pt x="14320" y="4395"/>
                    <a:pt x="14344" y="4345"/>
                    <a:pt x="14395" y="4238"/>
                  </a:cubicBezTo>
                  <a:cubicBezTo>
                    <a:pt x="14440" y="4163"/>
                    <a:pt x="14457" y="4134"/>
                    <a:pt x="14471" y="4134"/>
                  </a:cubicBezTo>
                  <a:cubicBezTo>
                    <a:pt x="14480" y="4134"/>
                    <a:pt x="14488" y="4146"/>
                    <a:pt x="14501" y="4165"/>
                  </a:cubicBezTo>
                  <a:cubicBezTo>
                    <a:pt x="14510" y="4180"/>
                    <a:pt x="14523" y="4187"/>
                    <a:pt x="14539" y="4187"/>
                  </a:cubicBezTo>
                  <a:cubicBezTo>
                    <a:pt x="14577" y="4187"/>
                    <a:pt x="14639" y="4149"/>
                    <a:pt x="14752" y="4076"/>
                  </a:cubicBezTo>
                  <a:cubicBezTo>
                    <a:pt x="14914" y="3970"/>
                    <a:pt x="14971" y="3930"/>
                    <a:pt x="14938" y="3881"/>
                  </a:cubicBezTo>
                  <a:lnTo>
                    <a:pt x="15044" y="3816"/>
                  </a:lnTo>
                  <a:cubicBezTo>
                    <a:pt x="15068" y="3829"/>
                    <a:pt x="15090" y="3835"/>
                    <a:pt x="15110" y="3835"/>
                  </a:cubicBezTo>
                  <a:cubicBezTo>
                    <a:pt x="15187" y="3835"/>
                    <a:pt x="15216" y="3746"/>
                    <a:pt x="15125" y="3694"/>
                  </a:cubicBezTo>
                  <a:lnTo>
                    <a:pt x="15230" y="3621"/>
                  </a:lnTo>
                  <a:lnTo>
                    <a:pt x="15263" y="3670"/>
                  </a:lnTo>
                  <a:cubicBezTo>
                    <a:pt x="15269" y="3681"/>
                    <a:pt x="15278" y="3687"/>
                    <a:pt x="15293" y="3687"/>
                  </a:cubicBezTo>
                  <a:cubicBezTo>
                    <a:pt x="15350" y="3687"/>
                    <a:pt x="15488" y="3593"/>
                    <a:pt x="15838" y="3378"/>
                  </a:cubicBezTo>
                  <a:cubicBezTo>
                    <a:pt x="16333" y="3070"/>
                    <a:pt x="16390" y="3038"/>
                    <a:pt x="16325" y="2932"/>
                  </a:cubicBezTo>
                  <a:cubicBezTo>
                    <a:pt x="16320" y="2850"/>
                    <a:pt x="16338" y="2805"/>
                    <a:pt x="16366" y="2805"/>
                  </a:cubicBezTo>
                  <a:cubicBezTo>
                    <a:pt x="16385" y="2805"/>
                    <a:pt x="16407" y="2825"/>
                    <a:pt x="16430" y="2867"/>
                  </a:cubicBezTo>
                  <a:cubicBezTo>
                    <a:pt x="16449" y="2896"/>
                    <a:pt x="16487" y="2913"/>
                    <a:pt x="16509" y="2913"/>
                  </a:cubicBezTo>
                  <a:cubicBezTo>
                    <a:pt x="16525" y="2913"/>
                    <a:pt x="16533" y="2904"/>
                    <a:pt x="16519" y="2884"/>
                  </a:cubicBezTo>
                  <a:cubicBezTo>
                    <a:pt x="16576" y="2843"/>
                    <a:pt x="16649" y="2827"/>
                    <a:pt x="16714" y="2827"/>
                  </a:cubicBezTo>
                  <a:cubicBezTo>
                    <a:pt x="16941" y="2827"/>
                    <a:pt x="16965" y="2746"/>
                    <a:pt x="16933" y="2697"/>
                  </a:cubicBezTo>
                  <a:cubicBezTo>
                    <a:pt x="16873" y="2659"/>
                    <a:pt x="16870" y="2647"/>
                    <a:pt x="16891" y="2647"/>
                  </a:cubicBezTo>
                  <a:cubicBezTo>
                    <a:pt x="16910" y="2647"/>
                    <a:pt x="16951" y="2657"/>
                    <a:pt x="16990" y="2665"/>
                  </a:cubicBezTo>
                  <a:cubicBezTo>
                    <a:pt x="17034" y="2673"/>
                    <a:pt x="17077" y="2681"/>
                    <a:pt x="17105" y="2681"/>
                  </a:cubicBezTo>
                  <a:cubicBezTo>
                    <a:pt x="17134" y="2681"/>
                    <a:pt x="17148" y="2673"/>
                    <a:pt x="17136" y="2649"/>
                  </a:cubicBezTo>
                  <a:cubicBezTo>
                    <a:pt x="17156" y="2580"/>
                    <a:pt x="17372" y="2391"/>
                    <a:pt x="17478" y="2391"/>
                  </a:cubicBezTo>
                  <a:cubicBezTo>
                    <a:pt x="17498" y="2391"/>
                    <a:pt x="17514" y="2398"/>
                    <a:pt x="17525" y="2413"/>
                  </a:cubicBezTo>
                  <a:lnTo>
                    <a:pt x="17630" y="2349"/>
                  </a:lnTo>
                  <a:cubicBezTo>
                    <a:pt x="17598" y="2300"/>
                    <a:pt x="17711" y="2235"/>
                    <a:pt x="17825" y="2170"/>
                  </a:cubicBezTo>
                  <a:cubicBezTo>
                    <a:pt x="17893" y="2123"/>
                    <a:pt x="17941" y="2093"/>
                    <a:pt x="17975" y="2093"/>
                  </a:cubicBezTo>
                  <a:cubicBezTo>
                    <a:pt x="17993" y="2093"/>
                    <a:pt x="18008" y="2102"/>
                    <a:pt x="18019" y="2122"/>
                  </a:cubicBezTo>
                  <a:cubicBezTo>
                    <a:pt x="18010" y="2152"/>
                    <a:pt x="18012" y="2167"/>
                    <a:pt x="18023" y="2167"/>
                  </a:cubicBezTo>
                  <a:cubicBezTo>
                    <a:pt x="18041" y="2167"/>
                    <a:pt x="18082" y="2127"/>
                    <a:pt x="18133" y="2057"/>
                  </a:cubicBezTo>
                  <a:cubicBezTo>
                    <a:pt x="18181" y="2024"/>
                    <a:pt x="18181" y="1886"/>
                    <a:pt x="18238" y="1854"/>
                  </a:cubicBezTo>
                  <a:cubicBezTo>
                    <a:pt x="18214" y="1789"/>
                    <a:pt x="18230" y="1716"/>
                    <a:pt x="18287" y="1684"/>
                  </a:cubicBezTo>
                  <a:lnTo>
                    <a:pt x="18319" y="1740"/>
                  </a:lnTo>
                  <a:lnTo>
                    <a:pt x="18384" y="1838"/>
                  </a:lnTo>
                  <a:cubicBezTo>
                    <a:pt x="18433" y="1805"/>
                    <a:pt x="18490" y="1781"/>
                    <a:pt x="18465" y="1724"/>
                  </a:cubicBezTo>
                  <a:lnTo>
                    <a:pt x="18465" y="1724"/>
                  </a:lnTo>
                  <a:cubicBezTo>
                    <a:pt x="18483" y="1730"/>
                    <a:pt x="18501" y="1732"/>
                    <a:pt x="18517" y="1732"/>
                  </a:cubicBezTo>
                  <a:cubicBezTo>
                    <a:pt x="18575" y="1732"/>
                    <a:pt x="18629" y="1702"/>
                    <a:pt x="18717" y="1651"/>
                  </a:cubicBezTo>
                  <a:cubicBezTo>
                    <a:pt x="18830" y="1586"/>
                    <a:pt x="18944" y="1522"/>
                    <a:pt x="18968" y="1441"/>
                  </a:cubicBezTo>
                  <a:cubicBezTo>
                    <a:pt x="18985" y="1451"/>
                    <a:pt x="19007" y="1456"/>
                    <a:pt x="19032" y="1456"/>
                  </a:cubicBezTo>
                  <a:cubicBezTo>
                    <a:pt x="19176" y="1456"/>
                    <a:pt x="19421" y="1298"/>
                    <a:pt x="19414" y="1181"/>
                  </a:cubicBezTo>
                  <a:cubicBezTo>
                    <a:pt x="19394" y="1141"/>
                    <a:pt x="19429" y="1112"/>
                    <a:pt x="19487" y="1112"/>
                  </a:cubicBezTo>
                  <a:cubicBezTo>
                    <a:pt x="19499" y="1112"/>
                    <a:pt x="19513" y="1113"/>
                    <a:pt x="19527" y="1116"/>
                  </a:cubicBezTo>
                  <a:cubicBezTo>
                    <a:pt x="19559" y="1125"/>
                    <a:pt x="19579" y="1130"/>
                    <a:pt x="19594" y="1130"/>
                  </a:cubicBezTo>
                  <a:cubicBezTo>
                    <a:pt x="19621" y="1130"/>
                    <a:pt x="19628" y="1112"/>
                    <a:pt x="19649" y="1059"/>
                  </a:cubicBezTo>
                  <a:cubicBezTo>
                    <a:pt x="19666" y="1016"/>
                    <a:pt x="19698" y="1000"/>
                    <a:pt x="19737" y="1000"/>
                  </a:cubicBezTo>
                  <a:cubicBezTo>
                    <a:pt x="19771" y="1000"/>
                    <a:pt x="19810" y="1012"/>
                    <a:pt x="19852" y="1027"/>
                  </a:cubicBezTo>
                  <a:cubicBezTo>
                    <a:pt x="19897" y="1062"/>
                    <a:pt x="19933" y="1077"/>
                    <a:pt x="19963" y="1077"/>
                  </a:cubicBezTo>
                  <a:cubicBezTo>
                    <a:pt x="20003" y="1077"/>
                    <a:pt x="20031" y="1049"/>
                    <a:pt x="20054" y="1003"/>
                  </a:cubicBezTo>
                  <a:cubicBezTo>
                    <a:pt x="20127" y="922"/>
                    <a:pt x="20225" y="865"/>
                    <a:pt x="20330" y="832"/>
                  </a:cubicBezTo>
                  <a:cubicBezTo>
                    <a:pt x="20435" y="735"/>
                    <a:pt x="20508" y="719"/>
                    <a:pt x="20427" y="678"/>
                  </a:cubicBezTo>
                  <a:cubicBezTo>
                    <a:pt x="20419" y="630"/>
                    <a:pt x="20435" y="581"/>
                    <a:pt x="20460" y="549"/>
                  </a:cubicBezTo>
                  <a:cubicBezTo>
                    <a:pt x="20511" y="507"/>
                    <a:pt x="20544" y="494"/>
                    <a:pt x="20560" y="494"/>
                  </a:cubicBezTo>
                  <a:cubicBezTo>
                    <a:pt x="20580" y="494"/>
                    <a:pt x="20570" y="518"/>
                    <a:pt x="20533" y="532"/>
                  </a:cubicBezTo>
                  <a:cubicBezTo>
                    <a:pt x="20403" y="622"/>
                    <a:pt x="20476" y="605"/>
                    <a:pt x="20557" y="646"/>
                  </a:cubicBezTo>
                  <a:cubicBezTo>
                    <a:pt x="20609" y="660"/>
                    <a:pt x="20663" y="669"/>
                    <a:pt x="20719" y="669"/>
                  </a:cubicBezTo>
                  <a:cubicBezTo>
                    <a:pt x="20759" y="669"/>
                    <a:pt x="20800" y="664"/>
                    <a:pt x="20841" y="654"/>
                  </a:cubicBezTo>
                  <a:cubicBezTo>
                    <a:pt x="20930" y="646"/>
                    <a:pt x="21027" y="638"/>
                    <a:pt x="21116" y="638"/>
                  </a:cubicBezTo>
                  <a:cubicBezTo>
                    <a:pt x="21237" y="683"/>
                    <a:pt x="21305" y="710"/>
                    <a:pt x="21345" y="710"/>
                  </a:cubicBezTo>
                  <a:cubicBezTo>
                    <a:pt x="21369" y="710"/>
                    <a:pt x="21383" y="700"/>
                    <a:pt x="21392" y="678"/>
                  </a:cubicBezTo>
                  <a:cubicBezTo>
                    <a:pt x="21420" y="618"/>
                    <a:pt x="21432" y="592"/>
                    <a:pt x="21432" y="592"/>
                  </a:cubicBezTo>
                  <a:lnTo>
                    <a:pt x="21432" y="592"/>
                  </a:lnTo>
                  <a:cubicBezTo>
                    <a:pt x="21433" y="592"/>
                    <a:pt x="21427" y="606"/>
                    <a:pt x="21416" y="630"/>
                  </a:cubicBezTo>
                  <a:cubicBezTo>
                    <a:pt x="21425" y="678"/>
                    <a:pt x="21538" y="735"/>
                    <a:pt x="21652" y="824"/>
                  </a:cubicBezTo>
                  <a:cubicBezTo>
                    <a:pt x="21765" y="914"/>
                    <a:pt x="21870" y="1019"/>
                    <a:pt x="21952" y="1141"/>
                  </a:cubicBezTo>
                  <a:cubicBezTo>
                    <a:pt x="22000" y="1197"/>
                    <a:pt x="22041" y="1246"/>
                    <a:pt x="22073" y="1246"/>
                  </a:cubicBezTo>
                  <a:lnTo>
                    <a:pt x="22016" y="1278"/>
                  </a:lnTo>
                  <a:cubicBezTo>
                    <a:pt x="21960" y="1303"/>
                    <a:pt x="21992" y="1368"/>
                    <a:pt x="22008" y="1497"/>
                  </a:cubicBezTo>
                  <a:cubicBezTo>
                    <a:pt x="22057" y="1668"/>
                    <a:pt x="22065" y="1854"/>
                    <a:pt x="22041" y="2032"/>
                  </a:cubicBezTo>
                  <a:cubicBezTo>
                    <a:pt x="21992" y="2292"/>
                    <a:pt x="21919" y="2478"/>
                    <a:pt x="21976" y="2495"/>
                  </a:cubicBezTo>
                  <a:cubicBezTo>
                    <a:pt x="21966" y="2535"/>
                    <a:pt x="21962" y="2550"/>
                    <a:pt x="21947" y="2550"/>
                  </a:cubicBezTo>
                  <a:cubicBezTo>
                    <a:pt x="21938" y="2550"/>
                    <a:pt x="21924" y="2544"/>
                    <a:pt x="21903" y="2535"/>
                  </a:cubicBezTo>
                  <a:cubicBezTo>
                    <a:pt x="21892" y="2508"/>
                    <a:pt x="21882" y="2497"/>
                    <a:pt x="21872" y="2497"/>
                  </a:cubicBezTo>
                  <a:cubicBezTo>
                    <a:pt x="21854" y="2497"/>
                    <a:pt x="21838" y="2538"/>
                    <a:pt x="21822" y="2576"/>
                  </a:cubicBezTo>
                  <a:cubicBezTo>
                    <a:pt x="21798" y="2640"/>
                    <a:pt x="21854" y="2657"/>
                    <a:pt x="21911" y="2681"/>
                  </a:cubicBezTo>
                  <a:cubicBezTo>
                    <a:pt x="21968" y="2705"/>
                    <a:pt x="21943" y="2770"/>
                    <a:pt x="21838" y="2867"/>
                  </a:cubicBezTo>
                  <a:cubicBezTo>
                    <a:pt x="21716" y="2997"/>
                    <a:pt x="21635" y="3167"/>
                    <a:pt x="21619" y="3338"/>
                  </a:cubicBezTo>
                  <a:cubicBezTo>
                    <a:pt x="21593" y="3390"/>
                    <a:pt x="21567" y="3436"/>
                    <a:pt x="21533" y="3436"/>
                  </a:cubicBezTo>
                  <a:cubicBezTo>
                    <a:pt x="21524" y="3436"/>
                    <a:pt x="21515" y="3433"/>
                    <a:pt x="21506" y="3427"/>
                  </a:cubicBezTo>
                  <a:cubicBezTo>
                    <a:pt x="21384" y="3467"/>
                    <a:pt x="21311" y="3597"/>
                    <a:pt x="21352" y="3719"/>
                  </a:cubicBezTo>
                  <a:cubicBezTo>
                    <a:pt x="21333" y="3751"/>
                    <a:pt x="21325" y="3765"/>
                    <a:pt x="21311" y="3765"/>
                  </a:cubicBezTo>
                  <a:cubicBezTo>
                    <a:pt x="21301" y="3765"/>
                    <a:pt x="21287" y="3757"/>
                    <a:pt x="21262" y="3743"/>
                  </a:cubicBezTo>
                  <a:cubicBezTo>
                    <a:pt x="21181" y="3767"/>
                    <a:pt x="21133" y="3735"/>
                    <a:pt x="21198" y="3857"/>
                  </a:cubicBezTo>
                  <a:cubicBezTo>
                    <a:pt x="21181" y="4011"/>
                    <a:pt x="21092" y="4148"/>
                    <a:pt x="20962" y="4238"/>
                  </a:cubicBezTo>
                  <a:cubicBezTo>
                    <a:pt x="20922" y="4286"/>
                    <a:pt x="20889" y="4343"/>
                    <a:pt x="20938" y="4376"/>
                  </a:cubicBezTo>
                  <a:cubicBezTo>
                    <a:pt x="20956" y="4387"/>
                    <a:pt x="20974" y="4399"/>
                    <a:pt x="20987" y="4408"/>
                  </a:cubicBezTo>
                  <a:cubicBezTo>
                    <a:pt x="20958" y="4406"/>
                    <a:pt x="20936" y="4405"/>
                    <a:pt x="20919" y="4405"/>
                  </a:cubicBezTo>
                  <a:cubicBezTo>
                    <a:pt x="20852" y="4405"/>
                    <a:pt x="20862" y="4425"/>
                    <a:pt x="20914" y="4521"/>
                  </a:cubicBezTo>
                  <a:cubicBezTo>
                    <a:pt x="20950" y="4546"/>
                    <a:pt x="20936" y="4584"/>
                    <a:pt x="20906" y="4584"/>
                  </a:cubicBezTo>
                  <a:cubicBezTo>
                    <a:pt x="20897" y="4584"/>
                    <a:pt x="20885" y="4580"/>
                    <a:pt x="20873" y="4570"/>
                  </a:cubicBezTo>
                  <a:cubicBezTo>
                    <a:pt x="20825" y="4578"/>
                    <a:pt x="20784" y="4603"/>
                    <a:pt x="20752" y="4643"/>
                  </a:cubicBezTo>
                  <a:cubicBezTo>
                    <a:pt x="20638" y="4854"/>
                    <a:pt x="20508" y="5057"/>
                    <a:pt x="20362" y="5243"/>
                  </a:cubicBezTo>
                  <a:cubicBezTo>
                    <a:pt x="20022" y="5640"/>
                    <a:pt x="19884" y="5778"/>
                    <a:pt x="19925" y="5819"/>
                  </a:cubicBezTo>
                  <a:cubicBezTo>
                    <a:pt x="19925" y="5908"/>
                    <a:pt x="19925" y="5908"/>
                    <a:pt x="19835" y="5916"/>
                  </a:cubicBezTo>
                  <a:cubicBezTo>
                    <a:pt x="19771" y="5924"/>
                    <a:pt x="19706" y="5957"/>
                    <a:pt x="19657" y="6013"/>
                  </a:cubicBezTo>
                  <a:cubicBezTo>
                    <a:pt x="19622" y="6048"/>
                    <a:pt x="19592" y="6079"/>
                    <a:pt x="19562" y="6079"/>
                  </a:cubicBezTo>
                  <a:cubicBezTo>
                    <a:pt x="19551" y="6079"/>
                    <a:pt x="19539" y="6074"/>
                    <a:pt x="19527" y="6062"/>
                  </a:cubicBezTo>
                  <a:cubicBezTo>
                    <a:pt x="19519" y="6151"/>
                    <a:pt x="19519" y="6151"/>
                    <a:pt x="19471" y="6200"/>
                  </a:cubicBezTo>
                  <a:cubicBezTo>
                    <a:pt x="19460" y="6187"/>
                    <a:pt x="19448" y="6180"/>
                    <a:pt x="19437" y="6180"/>
                  </a:cubicBezTo>
                  <a:cubicBezTo>
                    <a:pt x="19407" y="6180"/>
                    <a:pt x="19381" y="6224"/>
                    <a:pt x="19381" y="6289"/>
                  </a:cubicBezTo>
                  <a:cubicBezTo>
                    <a:pt x="19399" y="6360"/>
                    <a:pt x="19407" y="6392"/>
                    <a:pt x="19398" y="6392"/>
                  </a:cubicBezTo>
                  <a:cubicBezTo>
                    <a:pt x="19390" y="6392"/>
                    <a:pt x="19370" y="6370"/>
                    <a:pt x="19333" y="6329"/>
                  </a:cubicBezTo>
                  <a:cubicBezTo>
                    <a:pt x="19325" y="6322"/>
                    <a:pt x="19313" y="6319"/>
                    <a:pt x="19298" y="6319"/>
                  </a:cubicBezTo>
                  <a:cubicBezTo>
                    <a:pt x="19233" y="6319"/>
                    <a:pt x="19122" y="6378"/>
                    <a:pt x="19195" y="6378"/>
                  </a:cubicBezTo>
                  <a:cubicBezTo>
                    <a:pt x="19235" y="6419"/>
                    <a:pt x="19138" y="6508"/>
                    <a:pt x="19130" y="6597"/>
                  </a:cubicBezTo>
                  <a:cubicBezTo>
                    <a:pt x="19096" y="6626"/>
                    <a:pt x="19061" y="6654"/>
                    <a:pt x="19030" y="6654"/>
                  </a:cubicBezTo>
                  <a:cubicBezTo>
                    <a:pt x="19017" y="6654"/>
                    <a:pt x="19004" y="6649"/>
                    <a:pt x="18992" y="6638"/>
                  </a:cubicBezTo>
                  <a:cubicBezTo>
                    <a:pt x="18991" y="6637"/>
                    <a:pt x="18989" y="6637"/>
                    <a:pt x="18988" y="6637"/>
                  </a:cubicBezTo>
                  <a:cubicBezTo>
                    <a:pt x="18897" y="6637"/>
                    <a:pt x="18700" y="6890"/>
                    <a:pt x="18684" y="6978"/>
                  </a:cubicBezTo>
                  <a:cubicBezTo>
                    <a:pt x="18713" y="7007"/>
                    <a:pt x="18697" y="7039"/>
                    <a:pt x="18671" y="7039"/>
                  </a:cubicBezTo>
                  <a:cubicBezTo>
                    <a:pt x="18660" y="7039"/>
                    <a:pt x="18648" y="7033"/>
                    <a:pt x="18635" y="7019"/>
                  </a:cubicBezTo>
                  <a:cubicBezTo>
                    <a:pt x="18622" y="7003"/>
                    <a:pt x="18608" y="6996"/>
                    <a:pt x="18594" y="6996"/>
                  </a:cubicBezTo>
                  <a:cubicBezTo>
                    <a:pt x="18563" y="6996"/>
                    <a:pt x="18530" y="7024"/>
                    <a:pt x="18498" y="7051"/>
                  </a:cubicBezTo>
                  <a:cubicBezTo>
                    <a:pt x="18491" y="7087"/>
                    <a:pt x="18482" y="7101"/>
                    <a:pt x="18470" y="7101"/>
                  </a:cubicBezTo>
                  <a:cubicBezTo>
                    <a:pt x="18454" y="7101"/>
                    <a:pt x="18433" y="7072"/>
                    <a:pt x="18408" y="7043"/>
                  </a:cubicBezTo>
                  <a:cubicBezTo>
                    <a:pt x="18415" y="7011"/>
                    <a:pt x="18411" y="6998"/>
                    <a:pt x="18398" y="6998"/>
                  </a:cubicBezTo>
                  <a:cubicBezTo>
                    <a:pt x="18378" y="6998"/>
                    <a:pt x="18335" y="7031"/>
                    <a:pt x="18271" y="7075"/>
                  </a:cubicBezTo>
                  <a:cubicBezTo>
                    <a:pt x="18254" y="7165"/>
                    <a:pt x="18052" y="7327"/>
                    <a:pt x="17898" y="7440"/>
                  </a:cubicBezTo>
                  <a:cubicBezTo>
                    <a:pt x="17630" y="7627"/>
                    <a:pt x="17614" y="7708"/>
                    <a:pt x="17573" y="7886"/>
                  </a:cubicBezTo>
                  <a:lnTo>
                    <a:pt x="17590" y="8016"/>
                  </a:lnTo>
                  <a:lnTo>
                    <a:pt x="17517" y="7919"/>
                  </a:lnTo>
                  <a:cubicBezTo>
                    <a:pt x="17476" y="7878"/>
                    <a:pt x="17419" y="7837"/>
                    <a:pt x="17363" y="7805"/>
                  </a:cubicBezTo>
                  <a:lnTo>
                    <a:pt x="17363" y="7805"/>
                  </a:lnTo>
                  <a:cubicBezTo>
                    <a:pt x="17314" y="7846"/>
                    <a:pt x="17346" y="7894"/>
                    <a:pt x="17379" y="7943"/>
                  </a:cubicBezTo>
                  <a:cubicBezTo>
                    <a:pt x="17411" y="7992"/>
                    <a:pt x="17354" y="8032"/>
                    <a:pt x="17217" y="8048"/>
                  </a:cubicBezTo>
                  <a:cubicBezTo>
                    <a:pt x="17079" y="8073"/>
                    <a:pt x="17022" y="8105"/>
                    <a:pt x="16998" y="8194"/>
                  </a:cubicBezTo>
                  <a:cubicBezTo>
                    <a:pt x="16948" y="8230"/>
                    <a:pt x="16893" y="8253"/>
                    <a:pt x="16831" y="8253"/>
                  </a:cubicBezTo>
                  <a:cubicBezTo>
                    <a:pt x="16822" y="8253"/>
                    <a:pt x="16813" y="8252"/>
                    <a:pt x="16803" y="8251"/>
                  </a:cubicBezTo>
                  <a:cubicBezTo>
                    <a:pt x="16746" y="8283"/>
                    <a:pt x="16746" y="8283"/>
                    <a:pt x="16779" y="8332"/>
                  </a:cubicBezTo>
                  <a:cubicBezTo>
                    <a:pt x="16806" y="8373"/>
                    <a:pt x="16770" y="8409"/>
                    <a:pt x="16709" y="8409"/>
                  </a:cubicBezTo>
                  <a:cubicBezTo>
                    <a:pt x="16698" y="8409"/>
                    <a:pt x="16686" y="8408"/>
                    <a:pt x="16673" y="8405"/>
                  </a:cubicBezTo>
                  <a:cubicBezTo>
                    <a:pt x="16644" y="8387"/>
                    <a:pt x="16612" y="8380"/>
                    <a:pt x="16581" y="8380"/>
                  </a:cubicBezTo>
                  <a:cubicBezTo>
                    <a:pt x="16484" y="8380"/>
                    <a:pt x="16396" y="8449"/>
                    <a:pt x="16414" y="8486"/>
                  </a:cubicBezTo>
                  <a:cubicBezTo>
                    <a:pt x="16446" y="8535"/>
                    <a:pt x="16390" y="8567"/>
                    <a:pt x="16341" y="8600"/>
                  </a:cubicBezTo>
                  <a:cubicBezTo>
                    <a:pt x="16276" y="8632"/>
                    <a:pt x="16219" y="8689"/>
                    <a:pt x="16203" y="8754"/>
                  </a:cubicBezTo>
                  <a:lnTo>
                    <a:pt x="16090" y="8819"/>
                  </a:lnTo>
                  <a:cubicBezTo>
                    <a:pt x="16080" y="8824"/>
                    <a:pt x="16073" y="8826"/>
                    <a:pt x="16068" y="8826"/>
                  </a:cubicBezTo>
                  <a:cubicBezTo>
                    <a:pt x="16042" y="8826"/>
                    <a:pt x="16066" y="8765"/>
                    <a:pt x="16114" y="8737"/>
                  </a:cubicBezTo>
                  <a:lnTo>
                    <a:pt x="16025" y="8713"/>
                  </a:lnTo>
                  <a:cubicBezTo>
                    <a:pt x="15919" y="8778"/>
                    <a:pt x="15863" y="8810"/>
                    <a:pt x="15830" y="8900"/>
                  </a:cubicBezTo>
                  <a:cubicBezTo>
                    <a:pt x="15835" y="8973"/>
                    <a:pt x="15837" y="9007"/>
                    <a:pt x="15829" y="9007"/>
                  </a:cubicBezTo>
                  <a:cubicBezTo>
                    <a:pt x="15822" y="9007"/>
                    <a:pt x="15808" y="8981"/>
                    <a:pt x="15782" y="8932"/>
                  </a:cubicBezTo>
                  <a:cubicBezTo>
                    <a:pt x="15766" y="8902"/>
                    <a:pt x="15737" y="8887"/>
                    <a:pt x="15708" y="8887"/>
                  </a:cubicBezTo>
                  <a:cubicBezTo>
                    <a:pt x="15676" y="8887"/>
                    <a:pt x="15644" y="8906"/>
                    <a:pt x="15636" y="8940"/>
                  </a:cubicBezTo>
                  <a:cubicBezTo>
                    <a:pt x="15636" y="9017"/>
                    <a:pt x="15610" y="9043"/>
                    <a:pt x="15583" y="9043"/>
                  </a:cubicBezTo>
                  <a:cubicBezTo>
                    <a:pt x="15560" y="9043"/>
                    <a:pt x="15536" y="9027"/>
                    <a:pt x="15522" y="9005"/>
                  </a:cubicBezTo>
                  <a:cubicBezTo>
                    <a:pt x="15522" y="8945"/>
                    <a:pt x="15522" y="8911"/>
                    <a:pt x="15508" y="8911"/>
                  </a:cubicBezTo>
                  <a:cubicBezTo>
                    <a:pt x="15490" y="8911"/>
                    <a:pt x="15448" y="8969"/>
                    <a:pt x="15352" y="9102"/>
                  </a:cubicBezTo>
                  <a:cubicBezTo>
                    <a:pt x="15238" y="9159"/>
                    <a:pt x="15044" y="9337"/>
                    <a:pt x="14873" y="9435"/>
                  </a:cubicBezTo>
                  <a:cubicBezTo>
                    <a:pt x="14672" y="9543"/>
                    <a:pt x="14560" y="9600"/>
                    <a:pt x="14475" y="9600"/>
                  </a:cubicBezTo>
                  <a:cubicBezTo>
                    <a:pt x="14464" y="9600"/>
                    <a:pt x="14454" y="9599"/>
                    <a:pt x="14444" y="9597"/>
                  </a:cubicBezTo>
                  <a:cubicBezTo>
                    <a:pt x="14442" y="9593"/>
                    <a:pt x="14440" y="9590"/>
                    <a:pt x="14438" y="9587"/>
                  </a:cubicBezTo>
                  <a:lnTo>
                    <a:pt x="14438" y="9587"/>
                  </a:lnTo>
                  <a:cubicBezTo>
                    <a:pt x="14454" y="9658"/>
                    <a:pt x="14391" y="9693"/>
                    <a:pt x="14249" y="9767"/>
                  </a:cubicBezTo>
                  <a:cubicBezTo>
                    <a:pt x="14111" y="9783"/>
                    <a:pt x="13990" y="9873"/>
                    <a:pt x="13933" y="10002"/>
                  </a:cubicBezTo>
                  <a:lnTo>
                    <a:pt x="14047" y="9937"/>
                  </a:lnTo>
                  <a:lnTo>
                    <a:pt x="14047" y="9937"/>
                  </a:lnTo>
                  <a:cubicBezTo>
                    <a:pt x="14103" y="10043"/>
                    <a:pt x="14047" y="10075"/>
                    <a:pt x="13901" y="10083"/>
                  </a:cubicBezTo>
                  <a:cubicBezTo>
                    <a:pt x="13889" y="10090"/>
                    <a:pt x="13879" y="10093"/>
                    <a:pt x="13869" y="10093"/>
                  </a:cubicBezTo>
                  <a:cubicBezTo>
                    <a:pt x="13834" y="10093"/>
                    <a:pt x="13813" y="10049"/>
                    <a:pt x="13787" y="10010"/>
                  </a:cubicBezTo>
                  <a:cubicBezTo>
                    <a:pt x="13765" y="9971"/>
                    <a:pt x="13722" y="9947"/>
                    <a:pt x="13677" y="9947"/>
                  </a:cubicBezTo>
                  <a:cubicBezTo>
                    <a:pt x="13657" y="9947"/>
                    <a:pt x="13637" y="9952"/>
                    <a:pt x="13617" y="9962"/>
                  </a:cubicBezTo>
                  <a:cubicBezTo>
                    <a:pt x="13560" y="9994"/>
                    <a:pt x="13503" y="10018"/>
                    <a:pt x="13592" y="10043"/>
                  </a:cubicBezTo>
                  <a:cubicBezTo>
                    <a:pt x="13617" y="10100"/>
                    <a:pt x="13617" y="10100"/>
                    <a:pt x="13560" y="10124"/>
                  </a:cubicBezTo>
                  <a:cubicBezTo>
                    <a:pt x="13495" y="10156"/>
                    <a:pt x="13447" y="10205"/>
                    <a:pt x="13414" y="10270"/>
                  </a:cubicBezTo>
                  <a:cubicBezTo>
                    <a:pt x="13447" y="10327"/>
                    <a:pt x="13390" y="10351"/>
                    <a:pt x="13333" y="10383"/>
                  </a:cubicBezTo>
                  <a:cubicBezTo>
                    <a:pt x="13316" y="10381"/>
                    <a:pt x="13299" y="10380"/>
                    <a:pt x="13283" y="10380"/>
                  </a:cubicBezTo>
                  <a:cubicBezTo>
                    <a:pt x="13229" y="10380"/>
                    <a:pt x="13180" y="10391"/>
                    <a:pt x="13130" y="10416"/>
                  </a:cubicBezTo>
                  <a:cubicBezTo>
                    <a:pt x="13138" y="10433"/>
                    <a:pt x="13140" y="10439"/>
                    <a:pt x="13140" y="10439"/>
                  </a:cubicBezTo>
                  <a:cubicBezTo>
                    <a:pt x="13140" y="10439"/>
                    <a:pt x="13123" y="10401"/>
                    <a:pt x="13106" y="10367"/>
                  </a:cubicBezTo>
                  <a:cubicBezTo>
                    <a:pt x="13074" y="10327"/>
                    <a:pt x="13033" y="10302"/>
                    <a:pt x="12992" y="10286"/>
                  </a:cubicBezTo>
                  <a:cubicBezTo>
                    <a:pt x="12960" y="10302"/>
                    <a:pt x="12944" y="10343"/>
                    <a:pt x="12960" y="10375"/>
                  </a:cubicBezTo>
                  <a:cubicBezTo>
                    <a:pt x="12992" y="10432"/>
                    <a:pt x="11598" y="11113"/>
                    <a:pt x="11420" y="11194"/>
                  </a:cubicBezTo>
                  <a:cubicBezTo>
                    <a:pt x="11282" y="11202"/>
                    <a:pt x="11103" y="11283"/>
                    <a:pt x="11193" y="11308"/>
                  </a:cubicBezTo>
                  <a:cubicBezTo>
                    <a:pt x="11217" y="11364"/>
                    <a:pt x="10925" y="11502"/>
                    <a:pt x="10576" y="11664"/>
                  </a:cubicBezTo>
                  <a:cubicBezTo>
                    <a:pt x="10163" y="11851"/>
                    <a:pt x="9871" y="11989"/>
                    <a:pt x="9895" y="12045"/>
                  </a:cubicBezTo>
                  <a:lnTo>
                    <a:pt x="9717" y="12126"/>
                  </a:lnTo>
                  <a:cubicBezTo>
                    <a:pt x="9628" y="12183"/>
                    <a:pt x="9539" y="12248"/>
                    <a:pt x="9449" y="12313"/>
                  </a:cubicBezTo>
                  <a:cubicBezTo>
                    <a:pt x="9431" y="12359"/>
                    <a:pt x="9402" y="12387"/>
                    <a:pt x="9388" y="12387"/>
                  </a:cubicBezTo>
                  <a:cubicBezTo>
                    <a:pt x="9377" y="12387"/>
                    <a:pt x="9375" y="12372"/>
                    <a:pt x="9393" y="12337"/>
                  </a:cubicBezTo>
                  <a:cubicBezTo>
                    <a:pt x="9373" y="12291"/>
                    <a:pt x="9353" y="12250"/>
                    <a:pt x="9311" y="12250"/>
                  </a:cubicBezTo>
                  <a:cubicBezTo>
                    <a:pt x="9301" y="12250"/>
                    <a:pt x="9291" y="12252"/>
                    <a:pt x="9279" y="12256"/>
                  </a:cubicBezTo>
                  <a:cubicBezTo>
                    <a:pt x="9166" y="12313"/>
                    <a:pt x="9190" y="12362"/>
                    <a:pt x="9214" y="12418"/>
                  </a:cubicBezTo>
                  <a:cubicBezTo>
                    <a:pt x="9230" y="12451"/>
                    <a:pt x="9214" y="12483"/>
                    <a:pt x="9182" y="12499"/>
                  </a:cubicBezTo>
                  <a:cubicBezTo>
                    <a:pt x="9155" y="12510"/>
                    <a:pt x="9139" y="12515"/>
                    <a:pt x="9128" y="12515"/>
                  </a:cubicBezTo>
                  <a:cubicBezTo>
                    <a:pt x="9113" y="12515"/>
                    <a:pt x="9107" y="12504"/>
                    <a:pt x="9093" y="12475"/>
                  </a:cubicBezTo>
                  <a:lnTo>
                    <a:pt x="9044" y="12362"/>
                  </a:lnTo>
                  <a:lnTo>
                    <a:pt x="8987" y="12386"/>
                  </a:lnTo>
                  <a:cubicBezTo>
                    <a:pt x="9003" y="12418"/>
                    <a:pt x="8987" y="12459"/>
                    <a:pt x="8955" y="12467"/>
                  </a:cubicBezTo>
                  <a:cubicBezTo>
                    <a:pt x="8935" y="12478"/>
                    <a:pt x="8922" y="12486"/>
                    <a:pt x="8912" y="12486"/>
                  </a:cubicBezTo>
                  <a:cubicBezTo>
                    <a:pt x="8892" y="12486"/>
                    <a:pt x="8881" y="12460"/>
                    <a:pt x="8849" y="12386"/>
                  </a:cubicBezTo>
                  <a:cubicBezTo>
                    <a:pt x="8829" y="12342"/>
                    <a:pt x="8806" y="12321"/>
                    <a:pt x="8785" y="12321"/>
                  </a:cubicBezTo>
                  <a:cubicBezTo>
                    <a:pt x="8757" y="12321"/>
                    <a:pt x="8733" y="12362"/>
                    <a:pt x="8728" y="12443"/>
                  </a:cubicBezTo>
                  <a:lnTo>
                    <a:pt x="8639" y="12548"/>
                  </a:lnTo>
                  <a:cubicBezTo>
                    <a:pt x="8617" y="12533"/>
                    <a:pt x="8597" y="12526"/>
                    <a:pt x="8579" y="12526"/>
                  </a:cubicBezTo>
                  <a:cubicBezTo>
                    <a:pt x="8502" y="12526"/>
                    <a:pt x="8454" y="12645"/>
                    <a:pt x="8428" y="12710"/>
                  </a:cubicBezTo>
                  <a:cubicBezTo>
                    <a:pt x="8385" y="12676"/>
                    <a:pt x="8350" y="12660"/>
                    <a:pt x="8322" y="12660"/>
                  </a:cubicBezTo>
                  <a:cubicBezTo>
                    <a:pt x="8278" y="12660"/>
                    <a:pt x="8254" y="12703"/>
                    <a:pt x="8249" y="12783"/>
                  </a:cubicBezTo>
                  <a:cubicBezTo>
                    <a:pt x="8267" y="12825"/>
                    <a:pt x="8237" y="12849"/>
                    <a:pt x="8187" y="12849"/>
                  </a:cubicBezTo>
                  <a:cubicBezTo>
                    <a:pt x="8169" y="12849"/>
                    <a:pt x="8149" y="12846"/>
                    <a:pt x="8128" y="12840"/>
                  </a:cubicBezTo>
                  <a:cubicBezTo>
                    <a:pt x="8105" y="12831"/>
                    <a:pt x="8084" y="12827"/>
                    <a:pt x="8064" y="12827"/>
                  </a:cubicBezTo>
                  <a:cubicBezTo>
                    <a:pt x="8010" y="12827"/>
                    <a:pt x="7956" y="12854"/>
                    <a:pt x="7868" y="12889"/>
                  </a:cubicBezTo>
                  <a:cubicBezTo>
                    <a:pt x="7836" y="12970"/>
                    <a:pt x="7422" y="13156"/>
                    <a:pt x="6952" y="13367"/>
                  </a:cubicBezTo>
                  <a:cubicBezTo>
                    <a:pt x="6417" y="13602"/>
                    <a:pt x="6068" y="13756"/>
                    <a:pt x="6093" y="13813"/>
                  </a:cubicBezTo>
                  <a:cubicBezTo>
                    <a:pt x="6064" y="13825"/>
                    <a:pt x="6050" y="13831"/>
                    <a:pt x="6032" y="13831"/>
                  </a:cubicBezTo>
                  <a:cubicBezTo>
                    <a:pt x="6014" y="13831"/>
                    <a:pt x="5991" y="13825"/>
                    <a:pt x="5947" y="13813"/>
                  </a:cubicBezTo>
                  <a:cubicBezTo>
                    <a:pt x="5939" y="13794"/>
                    <a:pt x="5927" y="13784"/>
                    <a:pt x="5915" y="13784"/>
                  </a:cubicBezTo>
                  <a:cubicBezTo>
                    <a:pt x="5890" y="13784"/>
                    <a:pt x="5863" y="13826"/>
                    <a:pt x="5858" y="13918"/>
                  </a:cubicBezTo>
                  <a:cubicBezTo>
                    <a:pt x="5838" y="13967"/>
                    <a:pt x="5839" y="14006"/>
                    <a:pt x="5833" y="14006"/>
                  </a:cubicBezTo>
                  <a:cubicBezTo>
                    <a:pt x="5828" y="14006"/>
                    <a:pt x="5820" y="13988"/>
                    <a:pt x="5801" y="13943"/>
                  </a:cubicBezTo>
                  <a:cubicBezTo>
                    <a:pt x="5794" y="13930"/>
                    <a:pt x="5781" y="13924"/>
                    <a:pt x="5761" y="13924"/>
                  </a:cubicBezTo>
                  <a:cubicBezTo>
                    <a:pt x="5704" y="13924"/>
                    <a:pt x="5593" y="13971"/>
                    <a:pt x="5420" y="14048"/>
                  </a:cubicBezTo>
                  <a:cubicBezTo>
                    <a:pt x="5241" y="14129"/>
                    <a:pt x="5006" y="14234"/>
                    <a:pt x="5031" y="14291"/>
                  </a:cubicBezTo>
                  <a:cubicBezTo>
                    <a:pt x="4983" y="14347"/>
                    <a:pt x="4961" y="14374"/>
                    <a:pt x="4955" y="14374"/>
                  </a:cubicBezTo>
                  <a:cubicBezTo>
                    <a:pt x="4951" y="14374"/>
                    <a:pt x="4959" y="14353"/>
                    <a:pt x="4974" y="14316"/>
                  </a:cubicBezTo>
                  <a:cubicBezTo>
                    <a:pt x="4977" y="14268"/>
                    <a:pt x="4941" y="14246"/>
                    <a:pt x="4887" y="14246"/>
                  </a:cubicBezTo>
                  <a:cubicBezTo>
                    <a:pt x="4787" y="14246"/>
                    <a:pt x="4624" y="14323"/>
                    <a:pt x="4544" y="14445"/>
                  </a:cubicBezTo>
                  <a:cubicBezTo>
                    <a:pt x="4508" y="14464"/>
                    <a:pt x="4474" y="14479"/>
                    <a:pt x="4446" y="14479"/>
                  </a:cubicBezTo>
                  <a:cubicBezTo>
                    <a:pt x="4426" y="14479"/>
                    <a:pt x="4409" y="14470"/>
                    <a:pt x="4398" y="14445"/>
                  </a:cubicBezTo>
                  <a:cubicBezTo>
                    <a:pt x="4301" y="14494"/>
                    <a:pt x="4212" y="14559"/>
                    <a:pt x="4131" y="14640"/>
                  </a:cubicBezTo>
                  <a:cubicBezTo>
                    <a:pt x="4074" y="14664"/>
                    <a:pt x="3839" y="14770"/>
                    <a:pt x="3717" y="14826"/>
                  </a:cubicBezTo>
                  <a:cubicBezTo>
                    <a:pt x="3644" y="14867"/>
                    <a:pt x="3571" y="14924"/>
                    <a:pt x="3515" y="14989"/>
                  </a:cubicBezTo>
                  <a:lnTo>
                    <a:pt x="3458" y="15013"/>
                  </a:lnTo>
                  <a:cubicBezTo>
                    <a:pt x="3454" y="15006"/>
                    <a:pt x="3445" y="15003"/>
                    <a:pt x="3431" y="15003"/>
                  </a:cubicBezTo>
                  <a:cubicBezTo>
                    <a:pt x="3348" y="15003"/>
                    <a:pt x="3082" y="15122"/>
                    <a:pt x="2728" y="15288"/>
                  </a:cubicBezTo>
                  <a:cubicBezTo>
                    <a:pt x="2350" y="15478"/>
                    <a:pt x="2021" y="15631"/>
                    <a:pt x="1913" y="15631"/>
                  </a:cubicBezTo>
                  <a:cubicBezTo>
                    <a:pt x="1905" y="15631"/>
                    <a:pt x="1898" y="15631"/>
                    <a:pt x="1893" y="15629"/>
                  </a:cubicBezTo>
                  <a:cubicBezTo>
                    <a:pt x="1852" y="15653"/>
                    <a:pt x="1820" y="15694"/>
                    <a:pt x="1804" y="15743"/>
                  </a:cubicBezTo>
                  <a:cubicBezTo>
                    <a:pt x="1804" y="15850"/>
                    <a:pt x="1769" y="15889"/>
                    <a:pt x="1711" y="15889"/>
                  </a:cubicBezTo>
                  <a:cubicBezTo>
                    <a:pt x="1695" y="15889"/>
                    <a:pt x="1677" y="15886"/>
                    <a:pt x="1658" y="15880"/>
                  </a:cubicBezTo>
                  <a:cubicBezTo>
                    <a:pt x="1635" y="15865"/>
                    <a:pt x="1606" y="15858"/>
                    <a:pt x="1575" y="15858"/>
                  </a:cubicBezTo>
                  <a:cubicBezTo>
                    <a:pt x="1511" y="15858"/>
                    <a:pt x="1438" y="15887"/>
                    <a:pt x="1385" y="15932"/>
                  </a:cubicBezTo>
                  <a:lnTo>
                    <a:pt x="1385" y="15932"/>
                  </a:lnTo>
                  <a:cubicBezTo>
                    <a:pt x="1375" y="15918"/>
                    <a:pt x="1362" y="15904"/>
                    <a:pt x="1350" y="15888"/>
                  </a:cubicBezTo>
                  <a:lnTo>
                    <a:pt x="1301" y="15937"/>
                  </a:lnTo>
                  <a:cubicBezTo>
                    <a:pt x="1301" y="15970"/>
                    <a:pt x="1308" y="16003"/>
                    <a:pt x="1321" y="16030"/>
                  </a:cubicBezTo>
                  <a:lnTo>
                    <a:pt x="1321" y="16030"/>
                  </a:lnTo>
                  <a:cubicBezTo>
                    <a:pt x="1318" y="16040"/>
                    <a:pt x="1317" y="16049"/>
                    <a:pt x="1317" y="16059"/>
                  </a:cubicBezTo>
                  <a:lnTo>
                    <a:pt x="1285" y="16002"/>
                  </a:lnTo>
                  <a:cubicBezTo>
                    <a:pt x="1264" y="15986"/>
                    <a:pt x="1241" y="15979"/>
                    <a:pt x="1219" y="15979"/>
                  </a:cubicBezTo>
                  <a:cubicBezTo>
                    <a:pt x="1127" y="15979"/>
                    <a:pt x="1032" y="16094"/>
                    <a:pt x="1025" y="16205"/>
                  </a:cubicBezTo>
                  <a:cubicBezTo>
                    <a:pt x="986" y="16193"/>
                    <a:pt x="948" y="16181"/>
                    <a:pt x="914" y="16181"/>
                  </a:cubicBezTo>
                  <a:cubicBezTo>
                    <a:pt x="878" y="16181"/>
                    <a:pt x="848" y="16195"/>
                    <a:pt x="831" y="16237"/>
                  </a:cubicBezTo>
                  <a:cubicBezTo>
                    <a:pt x="811" y="16249"/>
                    <a:pt x="798" y="16256"/>
                    <a:pt x="787" y="16256"/>
                  </a:cubicBezTo>
                  <a:cubicBezTo>
                    <a:pt x="767" y="16256"/>
                    <a:pt x="754" y="16232"/>
                    <a:pt x="717" y="16164"/>
                  </a:cubicBezTo>
                  <a:cubicBezTo>
                    <a:pt x="698" y="16119"/>
                    <a:pt x="673" y="16074"/>
                    <a:pt x="635" y="16074"/>
                  </a:cubicBezTo>
                  <a:cubicBezTo>
                    <a:pt x="626" y="16074"/>
                    <a:pt x="615" y="16076"/>
                    <a:pt x="604" y="16083"/>
                  </a:cubicBezTo>
                  <a:cubicBezTo>
                    <a:pt x="547" y="16115"/>
                    <a:pt x="580" y="16164"/>
                    <a:pt x="604" y="16221"/>
                  </a:cubicBezTo>
                  <a:lnTo>
                    <a:pt x="490" y="16278"/>
                  </a:lnTo>
                  <a:cubicBezTo>
                    <a:pt x="458" y="16294"/>
                    <a:pt x="442" y="16334"/>
                    <a:pt x="458" y="16359"/>
                  </a:cubicBezTo>
                  <a:cubicBezTo>
                    <a:pt x="490" y="16415"/>
                    <a:pt x="434" y="16448"/>
                    <a:pt x="377" y="16472"/>
                  </a:cubicBezTo>
                  <a:cubicBezTo>
                    <a:pt x="370" y="16461"/>
                    <a:pt x="363" y="16457"/>
                    <a:pt x="357" y="16457"/>
                  </a:cubicBezTo>
                  <a:cubicBezTo>
                    <a:pt x="339" y="16457"/>
                    <a:pt x="338" y="16510"/>
                    <a:pt x="401" y="16529"/>
                  </a:cubicBezTo>
                  <a:cubicBezTo>
                    <a:pt x="434" y="16578"/>
                    <a:pt x="458" y="16634"/>
                    <a:pt x="401" y="16667"/>
                  </a:cubicBezTo>
                  <a:lnTo>
                    <a:pt x="458" y="16772"/>
                  </a:lnTo>
                  <a:cubicBezTo>
                    <a:pt x="511" y="16870"/>
                    <a:pt x="535" y="16919"/>
                    <a:pt x="655" y="16919"/>
                  </a:cubicBezTo>
                  <a:cubicBezTo>
                    <a:pt x="665" y="16919"/>
                    <a:pt x="674" y="16919"/>
                    <a:pt x="685" y="16918"/>
                  </a:cubicBezTo>
                  <a:cubicBezTo>
                    <a:pt x="936" y="16853"/>
                    <a:pt x="1131" y="16821"/>
                    <a:pt x="1074" y="16715"/>
                  </a:cubicBezTo>
                  <a:cubicBezTo>
                    <a:pt x="1090" y="16667"/>
                    <a:pt x="1123" y="16626"/>
                    <a:pt x="1163" y="16602"/>
                  </a:cubicBezTo>
                  <a:cubicBezTo>
                    <a:pt x="1192" y="16592"/>
                    <a:pt x="1220" y="16589"/>
                    <a:pt x="1247" y="16589"/>
                  </a:cubicBezTo>
                  <a:cubicBezTo>
                    <a:pt x="1266" y="16589"/>
                    <a:pt x="1284" y="16590"/>
                    <a:pt x="1301" y="16594"/>
                  </a:cubicBezTo>
                  <a:cubicBezTo>
                    <a:pt x="1307" y="16604"/>
                    <a:pt x="1319" y="16609"/>
                    <a:pt x="1337" y="16609"/>
                  </a:cubicBezTo>
                  <a:cubicBezTo>
                    <a:pt x="1417" y="16609"/>
                    <a:pt x="1612" y="16511"/>
                    <a:pt x="1844" y="16391"/>
                  </a:cubicBezTo>
                  <a:cubicBezTo>
                    <a:pt x="2145" y="16241"/>
                    <a:pt x="2313" y="16160"/>
                    <a:pt x="2410" y="16160"/>
                  </a:cubicBezTo>
                  <a:cubicBezTo>
                    <a:pt x="2422" y="16160"/>
                    <a:pt x="2434" y="16161"/>
                    <a:pt x="2444" y="16164"/>
                  </a:cubicBezTo>
                  <a:cubicBezTo>
                    <a:pt x="2465" y="16172"/>
                    <a:pt x="2487" y="16176"/>
                    <a:pt x="2510" y="16176"/>
                  </a:cubicBezTo>
                  <a:cubicBezTo>
                    <a:pt x="2533" y="16176"/>
                    <a:pt x="2558" y="16172"/>
                    <a:pt x="2582" y="16164"/>
                  </a:cubicBezTo>
                  <a:cubicBezTo>
                    <a:pt x="2558" y="16107"/>
                    <a:pt x="2898" y="15937"/>
                    <a:pt x="3304" y="15751"/>
                  </a:cubicBezTo>
                  <a:cubicBezTo>
                    <a:pt x="3709" y="15556"/>
                    <a:pt x="4114" y="15370"/>
                    <a:pt x="4090" y="15313"/>
                  </a:cubicBezTo>
                  <a:lnTo>
                    <a:pt x="4204" y="15256"/>
                  </a:lnTo>
                  <a:cubicBezTo>
                    <a:pt x="4211" y="15273"/>
                    <a:pt x="4227" y="15280"/>
                    <a:pt x="4248" y="15280"/>
                  </a:cubicBezTo>
                  <a:cubicBezTo>
                    <a:pt x="4300" y="15280"/>
                    <a:pt x="4383" y="15242"/>
                    <a:pt x="4463" y="15207"/>
                  </a:cubicBezTo>
                  <a:cubicBezTo>
                    <a:pt x="4520" y="15143"/>
                    <a:pt x="4593" y="15086"/>
                    <a:pt x="4674" y="15045"/>
                  </a:cubicBezTo>
                  <a:cubicBezTo>
                    <a:pt x="4683" y="15067"/>
                    <a:pt x="4697" y="15075"/>
                    <a:pt x="4716" y="15075"/>
                  </a:cubicBezTo>
                  <a:cubicBezTo>
                    <a:pt x="4749" y="15075"/>
                    <a:pt x="4798" y="15051"/>
                    <a:pt x="4869" y="15021"/>
                  </a:cubicBezTo>
                  <a:cubicBezTo>
                    <a:pt x="4990" y="14964"/>
                    <a:pt x="5047" y="14940"/>
                    <a:pt x="5023" y="14883"/>
                  </a:cubicBezTo>
                  <a:cubicBezTo>
                    <a:pt x="5079" y="14859"/>
                    <a:pt x="5493" y="14672"/>
                    <a:pt x="5687" y="14648"/>
                  </a:cubicBezTo>
                  <a:cubicBezTo>
                    <a:pt x="5699" y="14651"/>
                    <a:pt x="5710" y="14653"/>
                    <a:pt x="5720" y="14653"/>
                  </a:cubicBezTo>
                  <a:cubicBezTo>
                    <a:pt x="5785" y="14653"/>
                    <a:pt x="5813" y="14589"/>
                    <a:pt x="5841" y="14518"/>
                  </a:cubicBezTo>
                  <a:cubicBezTo>
                    <a:pt x="5825" y="14453"/>
                    <a:pt x="5850" y="14380"/>
                    <a:pt x="5914" y="14356"/>
                  </a:cubicBezTo>
                  <a:cubicBezTo>
                    <a:pt x="5914" y="14356"/>
                    <a:pt x="5939" y="14405"/>
                    <a:pt x="5963" y="14462"/>
                  </a:cubicBezTo>
                  <a:cubicBezTo>
                    <a:pt x="5941" y="14506"/>
                    <a:pt x="5931" y="14526"/>
                    <a:pt x="5946" y="14526"/>
                  </a:cubicBezTo>
                  <a:cubicBezTo>
                    <a:pt x="5959" y="14526"/>
                    <a:pt x="5989" y="14512"/>
                    <a:pt x="6044" y="14486"/>
                  </a:cubicBezTo>
                  <a:lnTo>
                    <a:pt x="6158" y="14437"/>
                  </a:lnTo>
                  <a:cubicBezTo>
                    <a:pt x="6133" y="14380"/>
                    <a:pt x="6425" y="14251"/>
                    <a:pt x="6839" y="14064"/>
                  </a:cubicBezTo>
                  <a:cubicBezTo>
                    <a:pt x="7374" y="13829"/>
                    <a:pt x="7544" y="13756"/>
                    <a:pt x="7520" y="13699"/>
                  </a:cubicBezTo>
                  <a:cubicBezTo>
                    <a:pt x="7495" y="13643"/>
                    <a:pt x="7560" y="13618"/>
                    <a:pt x="7763" y="13594"/>
                  </a:cubicBezTo>
                  <a:cubicBezTo>
                    <a:pt x="7864" y="13596"/>
                    <a:pt x="7941" y="13597"/>
                    <a:pt x="8000" y="13597"/>
                  </a:cubicBezTo>
                  <a:cubicBezTo>
                    <a:pt x="8186" y="13597"/>
                    <a:pt x="8192" y="13583"/>
                    <a:pt x="8217" y="13521"/>
                  </a:cubicBezTo>
                  <a:lnTo>
                    <a:pt x="8217" y="13521"/>
                  </a:lnTo>
                  <a:cubicBezTo>
                    <a:pt x="8208" y="13525"/>
                    <a:pt x="8199" y="13527"/>
                    <a:pt x="8192" y="13527"/>
                  </a:cubicBezTo>
                  <a:cubicBezTo>
                    <a:pt x="8152" y="13527"/>
                    <a:pt x="8132" y="13479"/>
                    <a:pt x="8112" y="13432"/>
                  </a:cubicBezTo>
                  <a:cubicBezTo>
                    <a:pt x="8083" y="13369"/>
                    <a:pt x="8091" y="13335"/>
                    <a:pt x="8127" y="13335"/>
                  </a:cubicBezTo>
                  <a:cubicBezTo>
                    <a:pt x="8151" y="13335"/>
                    <a:pt x="8187" y="13350"/>
                    <a:pt x="8233" y="13383"/>
                  </a:cubicBezTo>
                  <a:cubicBezTo>
                    <a:pt x="8238" y="13394"/>
                    <a:pt x="8252" y="13399"/>
                    <a:pt x="8273" y="13399"/>
                  </a:cubicBezTo>
                  <a:cubicBezTo>
                    <a:pt x="8451" y="13399"/>
                    <a:pt x="9142" y="13028"/>
                    <a:pt x="9149" y="12905"/>
                  </a:cubicBezTo>
                  <a:lnTo>
                    <a:pt x="9174" y="12962"/>
                  </a:lnTo>
                  <a:cubicBezTo>
                    <a:pt x="9182" y="12978"/>
                    <a:pt x="9193" y="12986"/>
                    <a:pt x="9213" y="12986"/>
                  </a:cubicBezTo>
                  <a:cubicBezTo>
                    <a:pt x="9255" y="12986"/>
                    <a:pt x="9334" y="12951"/>
                    <a:pt x="9498" y="12881"/>
                  </a:cubicBezTo>
                  <a:lnTo>
                    <a:pt x="9668" y="12799"/>
                  </a:lnTo>
                  <a:cubicBezTo>
                    <a:pt x="9628" y="12712"/>
                    <a:pt x="9882" y="12625"/>
                    <a:pt x="9985" y="12625"/>
                  </a:cubicBezTo>
                  <a:cubicBezTo>
                    <a:pt x="10006" y="12625"/>
                    <a:pt x="10021" y="12629"/>
                    <a:pt x="10025" y="12637"/>
                  </a:cubicBezTo>
                  <a:cubicBezTo>
                    <a:pt x="10060" y="12651"/>
                    <a:pt x="10080" y="12659"/>
                    <a:pt x="10101" y="12659"/>
                  </a:cubicBezTo>
                  <a:cubicBezTo>
                    <a:pt x="10129" y="12659"/>
                    <a:pt x="10158" y="12645"/>
                    <a:pt x="10228" y="12613"/>
                  </a:cubicBezTo>
                  <a:cubicBezTo>
                    <a:pt x="10330" y="12459"/>
                    <a:pt x="10549" y="12376"/>
                    <a:pt x="10649" y="12376"/>
                  </a:cubicBezTo>
                  <a:cubicBezTo>
                    <a:pt x="10675" y="12376"/>
                    <a:pt x="10693" y="12382"/>
                    <a:pt x="10698" y="12394"/>
                  </a:cubicBezTo>
                  <a:lnTo>
                    <a:pt x="10820" y="12337"/>
                  </a:lnTo>
                  <a:cubicBezTo>
                    <a:pt x="10852" y="12256"/>
                    <a:pt x="10966" y="12199"/>
                    <a:pt x="11030" y="12175"/>
                  </a:cubicBezTo>
                  <a:cubicBezTo>
                    <a:pt x="11201" y="12094"/>
                    <a:pt x="11266" y="12062"/>
                    <a:pt x="11176" y="12037"/>
                  </a:cubicBezTo>
                  <a:cubicBezTo>
                    <a:pt x="11152" y="11981"/>
                    <a:pt x="11128" y="11932"/>
                    <a:pt x="11184" y="11899"/>
                  </a:cubicBezTo>
                  <a:lnTo>
                    <a:pt x="11209" y="11956"/>
                  </a:lnTo>
                  <a:cubicBezTo>
                    <a:pt x="11214" y="11968"/>
                    <a:pt x="11226" y="11974"/>
                    <a:pt x="11245" y="11974"/>
                  </a:cubicBezTo>
                  <a:cubicBezTo>
                    <a:pt x="11312" y="11974"/>
                    <a:pt x="11462" y="11901"/>
                    <a:pt x="11647" y="11818"/>
                  </a:cubicBezTo>
                  <a:cubicBezTo>
                    <a:pt x="11895" y="11694"/>
                    <a:pt x="12020" y="11635"/>
                    <a:pt x="12102" y="11635"/>
                  </a:cubicBezTo>
                  <a:cubicBezTo>
                    <a:pt x="12116" y="11635"/>
                    <a:pt x="12129" y="11636"/>
                    <a:pt x="12141" y="11640"/>
                  </a:cubicBezTo>
                  <a:lnTo>
                    <a:pt x="12174" y="11559"/>
                  </a:lnTo>
                  <a:cubicBezTo>
                    <a:pt x="12195" y="11506"/>
                    <a:pt x="12230" y="11477"/>
                    <a:pt x="12258" y="11477"/>
                  </a:cubicBezTo>
                  <a:cubicBezTo>
                    <a:pt x="12273" y="11477"/>
                    <a:pt x="12287" y="11485"/>
                    <a:pt x="12295" y="11502"/>
                  </a:cubicBezTo>
                  <a:cubicBezTo>
                    <a:pt x="12303" y="11504"/>
                    <a:pt x="12312" y="11506"/>
                    <a:pt x="12321" y="11506"/>
                  </a:cubicBezTo>
                  <a:cubicBezTo>
                    <a:pt x="12419" y="11506"/>
                    <a:pt x="12620" y="11403"/>
                    <a:pt x="12701" y="11299"/>
                  </a:cubicBezTo>
                  <a:lnTo>
                    <a:pt x="12822" y="11243"/>
                  </a:lnTo>
                  <a:cubicBezTo>
                    <a:pt x="12855" y="11262"/>
                    <a:pt x="12890" y="11271"/>
                    <a:pt x="12924" y="11271"/>
                  </a:cubicBezTo>
                  <a:cubicBezTo>
                    <a:pt x="13016" y="11271"/>
                    <a:pt x="13102" y="11204"/>
                    <a:pt x="13114" y="11097"/>
                  </a:cubicBezTo>
                  <a:cubicBezTo>
                    <a:pt x="13124" y="11120"/>
                    <a:pt x="13139" y="11128"/>
                    <a:pt x="13158" y="11128"/>
                  </a:cubicBezTo>
                  <a:cubicBezTo>
                    <a:pt x="13185" y="11128"/>
                    <a:pt x="13218" y="11111"/>
                    <a:pt x="13252" y="11097"/>
                  </a:cubicBezTo>
                  <a:cubicBezTo>
                    <a:pt x="13327" y="11001"/>
                    <a:pt x="13507" y="10899"/>
                    <a:pt x="13575" y="10899"/>
                  </a:cubicBezTo>
                  <a:cubicBezTo>
                    <a:pt x="13588" y="10899"/>
                    <a:pt x="13597" y="10903"/>
                    <a:pt x="13601" y="10910"/>
                  </a:cubicBezTo>
                  <a:lnTo>
                    <a:pt x="13665" y="10886"/>
                  </a:lnTo>
                  <a:cubicBezTo>
                    <a:pt x="13690" y="10813"/>
                    <a:pt x="13738" y="10764"/>
                    <a:pt x="13811" y="10740"/>
                  </a:cubicBezTo>
                  <a:cubicBezTo>
                    <a:pt x="13876" y="10716"/>
                    <a:pt x="13925" y="10659"/>
                    <a:pt x="13957" y="10594"/>
                  </a:cubicBezTo>
                  <a:cubicBezTo>
                    <a:pt x="13965" y="10545"/>
                    <a:pt x="13998" y="10513"/>
                    <a:pt x="14038" y="10481"/>
                  </a:cubicBezTo>
                  <a:cubicBezTo>
                    <a:pt x="14046" y="10478"/>
                    <a:pt x="14053" y="10476"/>
                    <a:pt x="14058" y="10476"/>
                  </a:cubicBezTo>
                  <a:cubicBezTo>
                    <a:pt x="14095" y="10476"/>
                    <a:pt x="14067" y="10547"/>
                    <a:pt x="14038" y="10618"/>
                  </a:cubicBezTo>
                  <a:cubicBezTo>
                    <a:pt x="14011" y="10653"/>
                    <a:pt x="14009" y="10669"/>
                    <a:pt x="14022" y="10669"/>
                  </a:cubicBezTo>
                  <a:cubicBezTo>
                    <a:pt x="14051" y="10669"/>
                    <a:pt x="14162" y="10584"/>
                    <a:pt x="14241" y="10448"/>
                  </a:cubicBezTo>
                  <a:cubicBezTo>
                    <a:pt x="14300" y="10342"/>
                    <a:pt x="14329" y="10292"/>
                    <a:pt x="14334" y="10292"/>
                  </a:cubicBezTo>
                  <a:lnTo>
                    <a:pt x="14334" y="10292"/>
                  </a:lnTo>
                  <a:cubicBezTo>
                    <a:pt x="14339" y="10292"/>
                    <a:pt x="14325" y="10334"/>
                    <a:pt x="14298" y="10416"/>
                  </a:cubicBezTo>
                  <a:cubicBezTo>
                    <a:pt x="14282" y="10468"/>
                    <a:pt x="14263" y="10520"/>
                    <a:pt x="14275" y="10520"/>
                  </a:cubicBezTo>
                  <a:cubicBezTo>
                    <a:pt x="14282" y="10520"/>
                    <a:pt x="14299" y="10505"/>
                    <a:pt x="14330" y="10464"/>
                  </a:cubicBezTo>
                  <a:cubicBezTo>
                    <a:pt x="14330" y="10464"/>
                    <a:pt x="14444" y="10408"/>
                    <a:pt x="14411" y="10351"/>
                  </a:cubicBezTo>
                  <a:lnTo>
                    <a:pt x="14582" y="10262"/>
                  </a:lnTo>
                  <a:cubicBezTo>
                    <a:pt x="14679" y="10262"/>
                    <a:pt x="14768" y="10237"/>
                    <a:pt x="14841" y="10197"/>
                  </a:cubicBezTo>
                  <a:cubicBezTo>
                    <a:pt x="14862" y="10138"/>
                    <a:pt x="14870" y="10118"/>
                    <a:pt x="14895" y="10118"/>
                  </a:cubicBezTo>
                  <a:cubicBezTo>
                    <a:pt x="14908" y="10118"/>
                    <a:pt x="14927" y="10124"/>
                    <a:pt x="14955" y="10132"/>
                  </a:cubicBezTo>
                  <a:cubicBezTo>
                    <a:pt x="14965" y="10148"/>
                    <a:pt x="14978" y="10156"/>
                    <a:pt x="14989" y="10156"/>
                  </a:cubicBezTo>
                  <a:cubicBezTo>
                    <a:pt x="15012" y="10156"/>
                    <a:pt x="15025" y="10122"/>
                    <a:pt x="14987" y="10051"/>
                  </a:cubicBezTo>
                  <a:cubicBezTo>
                    <a:pt x="15000" y="9986"/>
                    <a:pt x="15055" y="9947"/>
                    <a:pt x="15114" y="9947"/>
                  </a:cubicBezTo>
                  <a:cubicBezTo>
                    <a:pt x="15129" y="9947"/>
                    <a:pt x="15143" y="9949"/>
                    <a:pt x="15157" y="9954"/>
                  </a:cubicBezTo>
                  <a:cubicBezTo>
                    <a:pt x="15185" y="10005"/>
                    <a:pt x="15213" y="10024"/>
                    <a:pt x="15231" y="10024"/>
                  </a:cubicBezTo>
                  <a:cubicBezTo>
                    <a:pt x="15250" y="10024"/>
                    <a:pt x="15259" y="10003"/>
                    <a:pt x="15246" y="9978"/>
                  </a:cubicBezTo>
                  <a:cubicBezTo>
                    <a:pt x="15255" y="9929"/>
                    <a:pt x="15287" y="9889"/>
                    <a:pt x="15328" y="9864"/>
                  </a:cubicBezTo>
                  <a:cubicBezTo>
                    <a:pt x="15330" y="9868"/>
                    <a:pt x="15336" y="9870"/>
                    <a:pt x="15344" y="9870"/>
                  </a:cubicBezTo>
                  <a:cubicBezTo>
                    <a:pt x="15441" y="9870"/>
                    <a:pt x="15919" y="9614"/>
                    <a:pt x="16390" y="9337"/>
                  </a:cubicBezTo>
                  <a:cubicBezTo>
                    <a:pt x="16446" y="9297"/>
                    <a:pt x="16471" y="9224"/>
                    <a:pt x="16446" y="9167"/>
                  </a:cubicBezTo>
                  <a:cubicBezTo>
                    <a:pt x="16416" y="9118"/>
                    <a:pt x="16407" y="9102"/>
                    <a:pt x="16415" y="9102"/>
                  </a:cubicBezTo>
                  <a:cubicBezTo>
                    <a:pt x="16425" y="9102"/>
                    <a:pt x="16456" y="9122"/>
                    <a:pt x="16503" y="9135"/>
                  </a:cubicBezTo>
                  <a:cubicBezTo>
                    <a:pt x="16556" y="9176"/>
                    <a:pt x="16605" y="9194"/>
                    <a:pt x="16638" y="9194"/>
                  </a:cubicBezTo>
                  <a:cubicBezTo>
                    <a:pt x="16697" y="9194"/>
                    <a:pt x="16710" y="9139"/>
                    <a:pt x="16617" y="9062"/>
                  </a:cubicBezTo>
                  <a:cubicBezTo>
                    <a:pt x="16545" y="9024"/>
                    <a:pt x="16516" y="9008"/>
                    <a:pt x="16540" y="9008"/>
                  </a:cubicBezTo>
                  <a:cubicBezTo>
                    <a:pt x="16556" y="9008"/>
                    <a:pt x="16600" y="9016"/>
                    <a:pt x="16673" y="9029"/>
                  </a:cubicBezTo>
                  <a:cubicBezTo>
                    <a:pt x="16698" y="9034"/>
                    <a:pt x="16716" y="9038"/>
                    <a:pt x="16729" y="9038"/>
                  </a:cubicBezTo>
                  <a:cubicBezTo>
                    <a:pt x="16758" y="9038"/>
                    <a:pt x="16765" y="9020"/>
                    <a:pt x="16787" y="8964"/>
                  </a:cubicBezTo>
                  <a:cubicBezTo>
                    <a:pt x="16766" y="8927"/>
                    <a:pt x="16783" y="8900"/>
                    <a:pt x="16807" y="8900"/>
                  </a:cubicBezTo>
                  <a:cubicBezTo>
                    <a:pt x="16819" y="8900"/>
                    <a:pt x="16833" y="8907"/>
                    <a:pt x="16844" y="8924"/>
                  </a:cubicBezTo>
                  <a:cubicBezTo>
                    <a:pt x="16884" y="8932"/>
                    <a:pt x="16927" y="8940"/>
                    <a:pt x="16955" y="8940"/>
                  </a:cubicBezTo>
                  <a:cubicBezTo>
                    <a:pt x="16984" y="8940"/>
                    <a:pt x="16998" y="8932"/>
                    <a:pt x="16982" y="8908"/>
                  </a:cubicBezTo>
                  <a:cubicBezTo>
                    <a:pt x="17013" y="8892"/>
                    <a:pt x="17044" y="8883"/>
                    <a:pt x="17076" y="8883"/>
                  </a:cubicBezTo>
                  <a:cubicBezTo>
                    <a:pt x="17093" y="8883"/>
                    <a:pt x="17110" y="8886"/>
                    <a:pt x="17127" y="8892"/>
                  </a:cubicBezTo>
                  <a:cubicBezTo>
                    <a:pt x="17135" y="8893"/>
                    <a:pt x="17141" y="8893"/>
                    <a:pt x="17148" y="8893"/>
                  </a:cubicBezTo>
                  <a:cubicBezTo>
                    <a:pt x="17221" y="8893"/>
                    <a:pt x="17243" y="8811"/>
                    <a:pt x="17265" y="8729"/>
                  </a:cubicBezTo>
                  <a:cubicBezTo>
                    <a:pt x="17329" y="8606"/>
                    <a:pt x="17375" y="8543"/>
                    <a:pt x="17403" y="8543"/>
                  </a:cubicBezTo>
                  <a:cubicBezTo>
                    <a:pt x="17422" y="8543"/>
                    <a:pt x="17432" y="8570"/>
                    <a:pt x="17436" y="8624"/>
                  </a:cubicBezTo>
                  <a:cubicBezTo>
                    <a:pt x="17437" y="8653"/>
                    <a:pt x="17450" y="8666"/>
                    <a:pt x="17469" y="8666"/>
                  </a:cubicBezTo>
                  <a:cubicBezTo>
                    <a:pt x="17539" y="8666"/>
                    <a:pt x="17692" y="8497"/>
                    <a:pt x="17679" y="8389"/>
                  </a:cubicBezTo>
                  <a:cubicBezTo>
                    <a:pt x="17674" y="8302"/>
                    <a:pt x="17672" y="8270"/>
                    <a:pt x="17679" y="8270"/>
                  </a:cubicBezTo>
                  <a:cubicBezTo>
                    <a:pt x="17683" y="8270"/>
                    <a:pt x="17691" y="8282"/>
                    <a:pt x="17703" y="8300"/>
                  </a:cubicBezTo>
                  <a:cubicBezTo>
                    <a:pt x="17717" y="8320"/>
                    <a:pt x="17735" y="8326"/>
                    <a:pt x="17752" y="8326"/>
                  </a:cubicBezTo>
                  <a:cubicBezTo>
                    <a:pt x="17774" y="8326"/>
                    <a:pt x="17792" y="8316"/>
                    <a:pt x="17792" y="8316"/>
                  </a:cubicBezTo>
                  <a:cubicBezTo>
                    <a:pt x="17829" y="8290"/>
                    <a:pt x="17862" y="8267"/>
                    <a:pt x="17892" y="8267"/>
                  </a:cubicBezTo>
                  <a:cubicBezTo>
                    <a:pt x="17908" y="8267"/>
                    <a:pt x="17924" y="8274"/>
                    <a:pt x="17938" y="8292"/>
                  </a:cubicBezTo>
                  <a:cubicBezTo>
                    <a:pt x="17987" y="8243"/>
                    <a:pt x="18036" y="8186"/>
                    <a:pt x="18068" y="8121"/>
                  </a:cubicBezTo>
                  <a:cubicBezTo>
                    <a:pt x="18100" y="7999"/>
                    <a:pt x="18209" y="7918"/>
                    <a:pt x="18329" y="7918"/>
                  </a:cubicBezTo>
                  <a:cubicBezTo>
                    <a:pt x="18361" y="7918"/>
                    <a:pt x="18393" y="7923"/>
                    <a:pt x="18425" y="7935"/>
                  </a:cubicBezTo>
                  <a:lnTo>
                    <a:pt x="18498" y="7805"/>
                  </a:lnTo>
                  <a:cubicBezTo>
                    <a:pt x="18486" y="7712"/>
                    <a:pt x="18491" y="7639"/>
                    <a:pt x="18522" y="7639"/>
                  </a:cubicBezTo>
                  <a:cubicBezTo>
                    <a:pt x="18534" y="7639"/>
                    <a:pt x="18550" y="7650"/>
                    <a:pt x="18571" y="7675"/>
                  </a:cubicBezTo>
                  <a:lnTo>
                    <a:pt x="18603" y="7724"/>
                  </a:lnTo>
                  <a:cubicBezTo>
                    <a:pt x="18591" y="7620"/>
                    <a:pt x="18726" y="7530"/>
                    <a:pt x="18828" y="7530"/>
                  </a:cubicBezTo>
                  <a:cubicBezTo>
                    <a:pt x="18861" y="7530"/>
                    <a:pt x="18891" y="7540"/>
                    <a:pt x="18911" y="7562"/>
                  </a:cubicBezTo>
                  <a:cubicBezTo>
                    <a:pt x="18928" y="7587"/>
                    <a:pt x="18936" y="7599"/>
                    <a:pt x="18948" y="7599"/>
                  </a:cubicBezTo>
                  <a:cubicBezTo>
                    <a:pt x="18959" y="7599"/>
                    <a:pt x="18973" y="7589"/>
                    <a:pt x="19000" y="7570"/>
                  </a:cubicBezTo>
                  <a:lnTo>
                    <a:pt x="18960" y="7521"/>
                  </a:lnTo>
                  <a:cubicBezTo>
                    <a:pt x="18927" y="7473"/>
                    <a:pt x="18887" y="7432"/>
                    <a:pt x="18935" y="7383"/>
                  </a:cubicBezTo>
                  <a:cubicBezTo>
                    <a:pt x="18974" y="7356"/>
                    <a:pt x="19008" y="7329"/>
                    <a:pt x="19039" y="7329"/>
                  </a:cubicBezTo>
                  <a:cubicBezTo>
                    <a:pt x="19054" y="7329"/>
                    <a:pt x="19068" y="7335"/>
                    <a:pt x="19081" y="7351"/>
                  </a:cubicBezTo>
                  <a:cubicBezTo>
                    <a:pt x="19171" y="7351"/>
                    <a:pt x="19260" y="7351"/>
                    <a:pt x="19219" y="7310"/>
                  </a:cubicBezTo>
                  <a:cubicBezTo>
                    <a:pt x="19268" y="7278"/>
                    <a:pt x="19317" y="7262"/>
                    <a:pt x="19365" y="7262"/>
                  </a:cubicBezTo>
                  <a:lnTo>
                    <a:pt x="19568" y="7083"/>
                  </a:lnTo>
                  <a:cubicBezTo>
                    <a:pt x="19581" y="7010"/>
                    <a:pt x="19651" y="6936"/>
                    <a:pt x="19697" y="6936"/>
                  </a:cubicBezTo>
                  <a:cubicBezTo>
                    <a:pt x="19706" y="6936"/>
                    <a:pt x="19715" y="6939"/>
                    <a:pt x="19722" y="6946"/>
                  </a:cubicBezTo>
                  <a:cubicBezTo>
                    <a:pt x="19779" y="6897"/>
                    <a:pt x="19811" y="6832"/>
                    <a:pt x="19835" y="6759"/>
                  </a:cubicBezTo>
                  <a:cubicBezTo>
                    <a:pt x="19909" y="6692"/>
                    <a:pt x="19955" y="6647"/>
                    <a:pt x="19990" y="6647"/>
                  </a:cubicBezTo>
                  <a:cubicBezTo>
                    <a:pt x="20002" y="6647"/>
                    <a:pt x="20012" y="6652"/>
                    <a:pt x="20022" y="6662"/>
                  </a:cubicBezTo>
                  <a:cubicBezTo>
                    <a:pt x="20038" y="6678"/>
                    <a:pt x="20048" y="6688"/>
                    <a:pt x="20054" y="6688"/>
                  </a:cubicBezTo>
                  <a:cubicBezTo>
                    <a:pt x="20064" y="6688"/>
                    <a:pt x="20066" y="6667"/>
                    <a:pt x="20071" y="6613"/>
                  </a:cubicBezTo>
                  <a:cubicBezTo>
                    <a:pt x="20030" y="6573"/>
                    <a:pt x="20079" y="6524"/>
                    <a:pt x="20127" y="6475"/>
                  </a:cubicBezTo>
                  <a:lnTo>
                    <a:pt x="20225" y="6378"/>
                  </a:lnTo>
                  <a:cubicBezTo>
                    <a:pt x="20176" y="6338"/>
                    <a:pt x="20176" y="6338"/>
                    <a:pt x="20225" y="6289"/>
                  </a:cubicBezTo>
                  <a:cubicBezTo>
                    <a:pt x="20273" y="6240"/>
                    <a:pt x="20460" y="6127"/>
                    <a:pt x="20500" y="6078"/>
                  </a:cubicBezTo>
                  <a:cubicBezTo>
                    <a:pt x="20604" y="5962"/>
                    <a:pt x="20630" y="5933"/>
                    <a:pt x="20598" y="5933"/>
                  </a:cubicBezTo>
                  <a:cubicBezTo>
                    <a:pt x="20587" y="5933"/>
                    <a:pt x="20571" y="5936"/>
                    <a:pt x="20549" y="5940"/>
                  </a:cubicBezTo>
                  <a:cubicBezTo>
                    <a:pt x="20536" y="5955"/>
                    <a:pt x="20523" y="5962"/>
                    <a:pt x="20515" y="5962"/>
                  </a:cubicBezTo>
                  <a:cubicBezTo>
                    <a:pt x="20496" y="5962"/>
                    <a:pt x="20502" y="5928"/>
                    <a:pt x="20598" y="5884"/>
                  </a:cubicBezTo>
                  <a:cubicBezTo>
                    <a:pt x="20719" y="5786"/>
                    <a:pt x="20841" y="5673"/>
                    <a:pt x="20954" y="5559"/>
                  </a:cubicBezTo>
                  <a:cubicBezTo>
                    <a:pt x="21125" y="5340"/>
                    <a:pt x="21125" y="5340"/>
                    <a:pt x="21076" y="5308"/>
                  </a:cubicBezTo>
                  <a:cubicBezTo>
                    <a:pt x="20957" y="5287"/>
                    <a:pt x="20977" y="5248"/>
                    <a:pt x="21068" y="5248"/>
                  </a:cubicBezTo>
                  <a:cubicBezTo>
                    <a:pt x="21082" y="5248"/>
                    <a:pt x="21099" y="5249"/>
                    <a:pt x="21116" y="5251"/>
                  </a:cubicBezTo>
                  <a:cubicBezTo>
                    <a:pt x="21295" y="5211"/>
                    <a:pt x="21335" y="5154"/>
                    <a:pt x="21295" y="5121"/>
                  </a:cubicBezTo>
                  <a:cubicBezTo>
                    <a:pt x="21287" y="5032"/>
                    <a:pt x="21287" y="5032"/>
                    <a:pt x="21327" y="4975"/>
                  </a:cubicBezTo>
                  <a:cubicBezTo>
                    <a:pt x="21336" y="4981"/>
                    <a:pt x="21345" y="4984"/>
                    <a:pt x="21353" y="4984"/>
                  </a:cubicBezTo>
                  <a:cubicBezTo>
                    <a:pt x="21390" y="4984"/>
                    <a:pt x="21421" y="4925"/>
                    <a:pt x="21441" y="4805"/>
                  </a:cubicBezTo>
                  <a:cubicBezTo>
                    <a:pt x="21464" y="4773"/>
                    <a:pt x="21474" y="4759"/>
                    <a:pt x="21487" y="4759"/>
                  </a:cubicBezTo>
                  <a:cubicBezTo>
                    <a:pt x="21497" y="4759"/>
                    <a:pt x="21509" y="4767"/>
                    <a:pt x="21530" y="4781"/>
                  </a:cubicBezTo>
                  <a:cubicBezTo>
                    <a:pt x="21530" y="4781"/>
                    <a:pt x="21571" y="4724"/>
                    <a:pt x="21611" y="4667"/>
                  </a:cubicBezTo>
                  <a:cubicBezTo>
                    <a:pt x="21587" y="4481"/>
                    <a:pt x="21854" y="4165"/>
                    <a:pt x="21943" y="4132"/>
                  </a:cubicBezTo>
                  <a:cubicBezTo>
                    <a:pt x="21960" y="4084"/>
                    <a:pt x="21968" y="4027"/>
                    <a:pt x="21960" y="3978"/>
                  </a:cubicBezTo>
                  <a:cubicBezTo>
                    <a:pt x="21906" y="3889"/>
                    <a:pt x="21909" y="3834"/>
                    <a:pt x="21957" y="3834"/>
                  </a:cubicBezTo>
                  <a:cubicBezTo>
                    <a:pt x="21974" y="3834"/>
                    <a:pt x="21997" y="3842"/>
                    <a:pt x="22025" y="3857"/>
                  </a:cubicBezTo>
                  <a:cubicBezTo>
                    <a:pt x="22067" y="3880"/>
                    <a:pt x="22093" y="3893"/>
                    <a:pt x="22103" y="3893"/>
                  </a:cubicBezTo>
                  <a:cubicBezTo>
                    <a:pt x="22118" y="3893"/>
                    <a:pt x="22100" y="3864"/>
                    <a:pt x="22057" y="3792"/>
                  </a:cubicBezTo>
                  <a:cubicBezTo>
                    <a:pt x="22043" y="3716"/>
                    <a:pt x="22146" y="3483"/>
                    <a:pt x="22227" y="3483"/>
                  </a:cubicBezTo>
                  <a:cubicBezTo>
                    <a:pt x="22242" y="3483"/>
                    <a:pt x="22255" y="3491"/>
                    <a:pt x="22268" y="3508"/>
                  </a:cubicBezTo>
                  <a:lnTo>
                    <a:pt x="22373" y="3557"/>
                  </a:lnTo>
                  <a:cubicBezTo>
                    <a:pt x="22357" y="3508"/>
                    <a:pt x="22365" y="3451"/>
                    <a:pt x="22381" y="3403"/>
                  </a:cubicBezTo>
                  <a:cubicBezTo>
                    <a:pt x="22325" y="3378"/>
                    <a:pt x="22357" y="3313"/>
                    <a:pt x="22438" y="3119"/>
                  </a:cubicBezTo>
                  <a:cubicBezTo>
                    <a:pt x="22503" y="2932"/>
                    <a:pt x="22552" y="2738"/>
                    <a:pt x="22592" y="2543"/>
                  </a:cubicBezTo>
                  <a:cubicBezTo>
                    <a:pt x="22633" y="2373"/>
                    <a:pt x="22689" y="2211"/>
                    <a:pt x="22762" y="2065"/>
                  </a:cubicBezTo>
                  <a:cubicBezTo>
                    <a:pt x="22795" y="1911"/>
                    <a:pt x="22779" y="1765"/>
                    <a:pt x="22738" y="1619"/>
                  </a:cubicBezTo>
                  <a:cubicBezTo>
                    <a:pt x="22681" y="1513"/>
                    <a:pt x="22649" y="1319"/>
                    <a:pt x="22706" y="1295"/>
                  </a:cubicBezTo>
                  <a:cubicBezTo>
                    <a:pt x="22697" y="1262"/>
                    <a:pt x="22689" y="1230"/>
                    <a:pt x="22681" y="1197"/>
                  </a:cubicBezTo>
                  <a:cubicBezTo>
                    <a:pt x="22568" y="1011"/>
                    <a:pt x="22519" y="922"/>
                    <a:pt x="22519" y="922"/>
                  </a:cubicBezTo>
                  <a:cubicBezTo>
                    <a:pt x="22568" y="881"/>
                    <a:pt x="22576" y="808"/>
                    <a:pt x="22535" y="759"/>
                  </a:cubicBezTo>
                  <a:cubicBezTo>
                    <a:pt x="22519" y="735"/>
                    <a:pt x="22495" y="719"/>
                    <a:pt x="22470" y="711"/>
                  </a:cubicBezTo>
                  <a:cubicBezTo>
                    <a:pt x="22463" y="717"/>
                    <a:pt x="22455" y="720"/>
                    <a:pt x="22448" y="720"/>
                  </a:cubicBezTo>
                  <a:cubicBezTo>
                    <a:pt x="22405" y="720"/>
                    <a:pt x="22352" y="630"/>
                    <a:pt x="22235" y="500"/>
                  </a:cubicBezTo>
                  <a:cubicBezTo>
                    <a:pt x="22106" y="330"/>
                    <a:pt x="21919" y="200"/>
                    <a:pt x="21716" y="127"/>
                  </a:cubicBezTo>
                  <a:cubicBezTo>
                    <a:pt x="21532" y="42"/>
                    <a:pt x="21281" y="1"/>
                    <a:pt x="210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2"/>
            <p:cNvSpPr/>
            <p:nvPr/>
          </p:nvSpPr>
          <p:spPr>
            <a:xfrm>
              <a:off x="7865475" y="2970806"/>
              <a:ext cx="373864" cy="214176"/>
            </a:xfrm>
            <a:custGeom>
              <a:avLst/>
              <a:gdLst/>
              <a:ahLst/>
              <a:cxnLst/>
              <a:rect l="l" t="t" r="r" b="b"/>
              <a:pathLst>
                <a:path w="21689" h="12425" extrusionOk="0">
                  <a:moveTo>
                    <a:pt x="2587" y="592"/>
                  </a:moveTo>
                  <a:cubicBezTo>
                    <a:pt x="2709" y="592"/>
                    <a:pt x="2709" y="592"/>
                    <a:pt x="2709" y="657"/>
                  </a:cubicBezTo>
                  <a:cubicBezTo>
                    <a:pt x="2701" y="714"/>
                    <a:pt x="2587" y="714"/>
                    <a:pt x="2530" y="714"/>
                  </a:cubicBezTo>
                  <a:cubicBezTo>
                    <a:pt x="2474" y="657"/>
                    <a:pt x="2530" y="600"/>
                    <a:pt x="2587" y="592"/>
                  </a:cubicBezTo>
                  <a:close/>
                  <a:moveTo>
                    <a:pt x="4946" y="851"/>
                  </a:moveTo>
                  <a:lnTo>
                    <a:pt x="5003" y="868"/>
                  </a:lnTo>
                  <a:cubicBezTo>
                    <a:pt x="4988" y="921"/>
                    <a:pt x="4973" y="974"/>
                    <a:pt x="4931" y="974"/>
                  </a:cubicBezTo>
                  <a:cubicBezTo>
                    <a:pt x="4928" y="974"/>
                    <a:pt x="4925" y="974"/>
                    <a:pt x="4922" y="973"/>
                  </a:cubicBezTo>
                  <a:lnTo>
                    <a:pt x="4865" y="957"/>
                  </a:lnTo>
                  <a:cubicBezTo>
                    <a:pt x="4882" y="916"/>
                    <a:pt x="4914" y="876"/>
                    <a:pt x="4946" y="851"/>
                  </a:cubicBezTo>
                  <a:close/>
                  <a:moveTo>
                    <a:pt x="9426" y="2627"/>
                  </a:moveTo>
                  <a:cubicBezTo>
                    <a:pt x="9436" y="2627"/>
                    <a:pt x="9446" y="2630"/>
                    <a:pt x="9454" y="2635"/>
                  </a:cubicBezTo>
                  <a:cubicBezTo>
                    <a:pt x="9503" y="2668"/>
                    <a:pt x="9503" y="2668"/>
                    <a:pt x="9471" y="2716"/>
                  </a:cubicBezTo>
                  <a:cubicBezTo>
                    <a:pt x="9460" y="2738"/>
                    <a:pt x="9438" y="2749"/>
                    <a:pt x="9418" y="2749"/>
                  </a:cubicBezTo>
                  <a:cubicBezTo>
                    <a:pt x="9408" y="2749"/>
                    <a:pt x="9398" y="2746"/>
                    <a:pt x="9390" y="2741"/>
                  </a:cubicBezTo>
                  <a:lnTo>
                    <a:pt x="9373" y="2659"/>
                  </a:lnTo>
                  <a:cubicBezTo>
                    <a:pt x="9384" y="2638"/>
                    <a:pt x="9406" y="2627"/>
                    <a:pt x="9426" y="2627"/>
                  </a:cubicBezTo>
                  <a:close/>
                  <a:moveTo>
                    <a:pt x="10054" y="2976"/>
                  </a:moveTo>
                  <a:lnTo>
                    <a:pt x="10103" y="3008"/>
                  </a:lnTo>
                  <a:cubicBezTo>
                    <a:pt x="10078" y="3046"/>
                    <a:pt x="10053" y="3083"/>
                    <a:pt x="10020" y="3083"/>
                  </a:cubicBezTo>
                  <a:cubicBezTo>
                    <a:pt x="10011" y="3083"/>
                    <a:pt x="10000" y="3080"/>
                    <a:pt x="9989" y="3073"/>
                  </a:cubicBezTo>
                  <a:lnTo>
                    <a:pt x="9973" y="2992"/>
                  </a:lnTo>
                  <a:lnTo>
                    <a:pt x="10054" y="2976"/>
                  </a:lnTo>
                  <a:close/>
                  <a:moveTo>
                    <a:pt x="1494" y="3265"/>
                  </a:moveTo>
                  <a:cubicBezTo>
                    <a:pt x="1504" y="3265"/>
                    <a:pt x="1514" y="3268"/>
                    <a:pt x="1525" y="3276"/>
                  </a:cubicBezTo>
                  <a:lnTo>
                    <a:pt x="1533" y="3365"/>
                  </a:lnTo>
                  <a:lnTo>
                    <a:pt x="1452" y="3373"/>
                  </a:lnTo>
                  <a:lnTo>
                    <a:pt x="1403" y="3341"/>
                  </a:lnTo>
                  <a:cubicBezTo>
                    <a:pt x="1435" y="3303"/>
                    <a:pt x="1461" y="3265"/>
                    <a:pt x="1494" y="3265"/>
                  </a:cubicBezTo>
                  <a:close/>
                  <a:moveTo>
                    <a:pt x="10175" y="3539"/>
                  </a:moveTo>
                  <a:cubicBezTo>
                    <a:pt x="10231" y="3539"/>
                    <a:pt x="10259" y="3568"/>
                    <a:pt x="10233" y="3608"/>
                  </a:cubicBezTo>
                  <a:cubicBezTo>
                    <a:pt x="10215" y="3635"/>
                    <a:pt x="10207" y="3647"/>
                    <a:pt x="10195" y="3647"/>
                  </a:cubicBezTo>
                  <a:cubicBezTo>
                    <a:pt x="10186" y="3647"/>
                    <a:pt x="10174" y="3639"/>
                    <a:pt x="10152" y="3624"/>
                  </a:cubicBezTo>
                  <a:cubicBezTo>
                    <a:pt x="10062" y="3559"/>
                    <a:pt x="10062" y="3559"/>
                    <a:pt x="10144" y="3543"/>
                  </a:cubicBezTo>
                  <a:lnTo>
                    <a:pt x="10135" y="3543"/>
                  </a:lnTo>
                  <a:cubicBezTo>
                    <a:pt x="10150" y="3540"/>
                    <a:pt x="10163" y="3539"/>
                    <a:pt x="10175" y="3539"/>
                  </a:cubicBezTo>
                  <a:close/>
                  <a:moveTo>
                    <a:pt x="10460" y="3770"/>
                  </a:moveTo>
                  <a:lnTo>
                    <a:pt x="10508" y="3803"/>
                  </a:lnTo>
                  <a:cubicBezTo>
                    <a:pt x="10549" y="3835"/>
                    <a:pt x="10549" y="3835"/>
                    <a:pt x="10516" y="3884"/>
                  </a:cubicBezTo>
                  <a:lnTo>
                    <a:pt x="10468" y="3851"/>
                  </a:lnTo>
                  <a:lnTo>
                    <a:pt x="10460" y="3770"/>
                  </a:lnTo>
                  <a:close/>
                  <a:moveTo>
                    <a:pt x="10222" y="3915"/>
                  </a:moveTo>
                  <a:lnTo>
                    <a:pt x="10222" y="3915"/>
                  </a:lnTo>
                  <a:cubicBezTo>
                    <a:pt x="10213" y="3923"/>
                    <a:pt x="10203" y="3935"/>
                    <a:pt x="10192" y="3949"/>
                  </a:cubicBezTo>
                  <a:cubicBezTo>
                    <a:pt x="10194" y="3956"/>
                    <a:pt x="10195" y="3962"/>
                    <a:pt x="10195" y="3968"/>
                  </a:cubicBezTo>
                  <a:lnTo>
                    <a:pt x="10195" y="3968"/>
                  </a:lnTo>
                  <a:cubicBezTo>
                    <a:pt x="10199" y="3955"/>
                    <a:pt x="10208" y="3937"/>
                    <a:pt x="10222" y="3915"/>
                  </a:cubicBezTo>
                  <a:close/>
                  <a:moveTo>
                    <a:pt x="10195" y="3968"/>
                  </a:moveTo>
                  <a:cubicBezTo>
                    <a:pt x="10190" y="3985"/>
                    <a:pt x="10191" y="3995"/>
                    <a:pt x="10193" y="3995"/>
                  </a:cubicBezTo>
                  <a:cubicBezTo>
                    <a:pt x="10194" y="3995"/>
                    <a:pt x="10197" y="3986"/>
                    <a:pt x="10195" y="3968"/>
                  </a:cubicBezTo>
                  <a:close/>
                  <a:moveTo>
                    <a:pt x="1903" y="3987"/>
                  </a:moveTo>
                  <a:cubicBezTo>
                    <a:pt x="1912" y="3987"/>
                    <a:pt x="1921" y="3990"/>
                    <a:pt x="1930" y="3997"/>
                  </a:cubicBezTo>
                  <a:lnTo>
                    <a:pt x="1979" y="4030"/>
                  </a:lnTo>
                  <a:cubicBezTo>
                    <a:pt x="1955" y="4062"/>
                    <a:pt x="1914" y="4086"/>
                    <a:pt x="1866" y="4095"/>
                  </a:cubicBezTo>
                  <a:lnTo>
                    <a:pt x="1817" y="4062"/>
                  </a:lnTo>
                  <a:cubicBezTo>
                    <a:pt x="1842" y="4024"/>
                    <a:pt x="1872" y="3987"/>
                    <a:pt x="1903" y="3987"/>
                  </a:cubicBezTo>
                  <a:close/>
                  <a:moveTo>
                    <a:pt x="10781" y="4124"/>
                  </a:moveTo>
                  <a:cubicBezTo>
                    <a:pt x="10773" y="4124"/>
                    <a:pt x="10764" y="4125"/>
                    <a:pt x="10752" y="4127"/>
                  </a:cubicBezTo>
                  <a:cubicBezTo>
                    <a:pt x="10764" y="4135"/>
                    <a:pt x="10776" y="4138"/>
                    <a:pt x="10785" y="4138"/>
                  </a:cubicBezTo>
                  <a:cubicBezTo>
                    <a:pt x="10804" y="4138"/>
                    <a:pt x="10810" y="4124"/>
                    <a:pt x="10781" y="4124"/>
                  </a:cubicBezTo>
                  <a:close/>
                  <a:moveTo>
                    <a:pt x="10914" y="4095"/>
                  </a:moveTo>
                  <a:lnTo>
                    <a:pt x="10962" y="4127"/>
                  </a:lnTo>
                  <a:cubicBezTo>
                    <a:pt x="11003" y="4159"/>
                    <a:pt x="11003" y="4159"/>
                    <a:pt x="10971" y="4208"/>
                  </a:cubicBezTo>
                  <a:lnTo>
                    <a:pt x="10922" y="4176"/>
                  </a:lnTo>
                  <a:lnTo>
                    <a:pt x="10914" y="4095"/>
                  </a:lnTo>
                  <a:close/>
                  <a:moveTo>
                    <a:pt x="2992" y="4127"/>
                  </a:moveTo>
                  <a:lnTo>
                    <a:pt x="2992" y="4127"/>
                  </a:lnTo>
                  <a:cubicBezTo>
                    <a:pt x="3041" y="4151"/>
                    <a:pt x="2928" y="4224"/>
                    <a:pt x="2895" y="4273"/>
                  </a:cubicBezTo>
                  <a:cubicBezTo>
                    <a:pt x="2855" y="4240"/>
                    <a:pt x="2855" y="4240"/>
                    <a:pt x="2887" y="4192"/>
                  </a:cubicBezTo>
                  <a:cubicBezTo>
                    <a:pt x="2911" y="4159"/>
                    <a:pt x="2952" y="4135"/>
                    <a:pt x="2992" y="4127"/>
                  </a:cubicBezTo>
                  <a:close/>
                  <a:moveTo>
                    <a:pt x="11441" y="4330"/>
                  </a:moveTo>
                  <a:lnTo>
                    <a:pt x="11481" y="4362"/>
                  </a:lnTo>
                  <a:cubicBezTo>
                    <a:pt x="11535" y="4402"/>
                    <a:pt x="11500" y="4470"/>
                    <a:pt x="11450" y="4470"/>
                  </a:cubicBezTo>
                  <a:cubicBezTo>
                    <a:pt x="11439" y="4470"/>
                    <a:pt x="11428" y="4467"/>
                    <a:pt x="11416" y="4459"/>
                  </a:cubicBezTo>
                  <a:cubicBezTo>
                    <a:pt x="11408" y="4411"/>
                    <a:pt x="11416" y="4370"/>
                    <a:pt x="11441" y="4330"/>
                  </a:cubicBezTo>
                  <a:close/>
                  <a:moveTo>
                    <a:pt x="4110" y="4826"/>
                  </a:moveTo>
                  <a:cubicBezTo>
                    <a:pt x="4118" y="4826"/>
                    <a:pt x="4127" y="4828"/>
                    <a:pt x="4136" y="4832"/>
                  </a:cubicBezTo>
                  <a:lnTo>
                    <a:pt x="4152" y="4913"/>
                  </a:lnTo>
                  <a:lnTo>
                    <a:pt x="4079" y="4938"/>
                  </a:lnTo>
                  <a:lnTo>
                    <a:pt x="4030" y="4905"/>
                  </a:lnTo>
                  <a:cubicBezTo>
                    <a:pt x="4050" y="4866"/>
                    <a:pt x="4075" y="4826"/>
                    <a:pt x="4110" y="4826"/>
                  </a:cubicBezTo>
                  <a:close/>
                  <a:moveTo>
                    <a:pt x="13324" y="5667"/>
                  </a:moveTo>
                  <a:cubicBezTo>
                    <a:pt x="13350" y="5667"/>
                    <a:pt x="13362" y="5676"/>
                    <a:pt x="13346" y="5700"/>
                  </a:cubicBezTo>
                  <a:cubicBezTo>
                    <a:pt x="13314" y="5732"/>
                    <a:pt x="13273" y="5757"/>
                    <a:pt x="13233" y="5765"/>
                  </a:cubicBezTo>
                  <a:cubicBezTo>
                    <a:pt x="13233" y="5765"/>
                    <a:pt x="13220" y="5767"/>
                    <a:pt x="13206" y="5767"/>
                  </a:cubicBezTo>
                  <a:cubicBezTo>
                    <a:pt x="13186" y="5767"/>
                    <a:pt x="13164" y="5762"/>
                    <a:pt x="13184" y="5732"/>
                  </a:cubicBezTo>
                  <a:lnTo>
                    <a:pt x="13216" y="5684"/>
                  </a:lnTo>
                  <a:cubicBezTo>
                    <a:pt x="13257" y="5676"/>
                    <a:pt x="13297" y="5667"/>
                    <a:pt x="13324" y="5667"/>
                  </a:cubicBezTo>
                  <a:close/>
                  <a:moveTo>
                    <a:pt x="9379" y="6244"/>
                  </a:moveTo>
                  <a:cubicBezTo>
                    <a:pt x="9357" y="6244"/>
                    <a:pt x="9319" y="6261"/>
                    <a:pt x="9268" y="6300"/>
                  </a:cubicBezTo>
                  <a:cubicBezTo>
                    <a:pt x="9244" y="6357"/>
                    <a:pt x="9244" y="6357"/>
                    <a:pt x="9292" y="6381"/>
                  </a:cubicBezTo>
                  <a:cubicBezTo>
                    <a:pt x="9333" y="6357"/>
                    <a:pt x="9373" y="6332"/>
                    <a:pt x="9398" y="6292"/>
                  </a:cubicBezTo>
                  <a:cubicBezTo>
                    <a:pt x="9410" y="6263"/>
                    <a:pt x="9403" y="6244"/>
                    <a:pt x="9379" y="6244"/>
                  </a:cubicBezTo>
                  <a:close/>
                  <a:moveTo>
                    <a:pt x="14955" y="6582"/>
                  </a:moveTo>
                  <a:cubicBezTo>
                    <a:pt x="14965" y="6582"/>
                    <a:pt x="14974" y="6582"/>
                    <a:pt x="14984" y="6584"/>
                  </a:cubicBezTo>
                  <a:cubicBezTo>
                    <a:pt x="15024" y="6616"/>
                    <a:pt x="15024" y="6616"/>
                    <a:pt x="14992" y="6665"/>
                  </a:cubicBezTo>
                  <a:cubicBezTo>
                    <a:pt x="14966" y="6696"/>
                    <a:pt x="14930" y="6710"/>
                    <a:pt x="14893" y="6710"/>
                  </a:cubicBezTo>
                  <a:cubicBezTo>
                    <a:pt x="14872" y="6710"/>
                    <a:pt x="14850" y="6706"/>
                    <a:pt x="14830" y="6697"/>
                  </a:cubicBezTo>
                  <a:cubicBezTo>
                    <a:pt x="14792" y="6667"/>
                    <a:pt x="14845" y="6582"/>
                    <a:pt x="14955" y="6582"/>
                  </a:cubicBezTo>
                  <a:close/>
                  <a:moveTo>
                    <a:pt x="7238" y="6704"/>
                  </a:moveTo>
                  <a:cubicBezTo>
                    <a:pt x="7246" y="6704"/>
                    <a:pt x="7255" y="6707"/>
                    <a:pt x="7265" y="6713"/>
                  </a:cubicBezTo>
                  <a:lnTo>
                    <a:pt x="7290" y="6786"/>
                  </a:lnTo>
                  <a:lnTo>
                    <a:pt x="7217" y="6819"/>
                  </a:lnTo>
                  <a:lnTo>
                    <a:pt x="7168" y="6786"/>
                  </a:lnTo>
                  <a:cubicBezTo>
                    <a:pt x="7187" y="6748"/>
                    <a:pt x="7207" y="6704"/>
                    <a:pt x="7238" y="6704"/>
                  </a:cubicBezTo>
                  <a:close/>
                  <a:moveTo>
                    <a:pt x="7576" y="6868"/>
                  </a:moveTo>
                  <a:cubicBezTo>
                    <a:pt x="7586" y="6868"/>
                    <a:pt x="7600" y="6874"/>
                    <a:pt x="7622" y="6884"/>
                  </a:cubicBezTo>
                  <a:cubicBezTo>
                    <a:pt x="7630" y="6932"/>
                    <a:pt x="7630" y="6981"/>
                    <a:pt x="7614" y="7021"/>
                  </a:cubicBezTo>
                  <a:cubicBezTo>
                    <a:pt x="7606" y="7037"/>
                    <a:pt x="7596" y="7045"/>
                    <a:pt x="7586" y="7045"/>
                  </a:cubicBezTo>
                  <a:cubicBezTo>
                    <a:pt x="7564" y="7045"/>
                    <a:pt x="7541" y="7005"/>
                    <a:pt x="7541" y="6916"/>
                  </a:cubicBezTo>
                  <a:cubicBezTo>
                    <a:pt x="7556" y="6882"/>
                    <a:pt x="7561" y="6868"/>
                    <a:pt x="7576" y="6868"/>
                  </a:cubicBezTo>
                  <a:close/>
                  <a:moveTo>
                    <a:pt x="8472" y="7212"/>
                  </a:moveTo>
                  <a:cubicBezTo>
                    <a:pt x="8495" y="7212"/>
                    <a:pt x="8518" y="7263"/>
                    <a:pt x="8554" y="7281"/>
                  </a:cubicBezTo>
                  <a:cubicBezTo>
                    <a:pt x="8568" y="7327"/>
                    <a:pt x="8574" y="7347"/>
                    <a:pt x="8558" y="7347"/>
                  </a:cubicBezTo>
                  <a:cubicBezTo>
                    <a:pt x="8545" y="7347"/>
                    <a:pt x="8519" y="7335"/>
                    <a:pt x="8473" y="7313"/>
                  </a:cubicBezTo>
                  <a:cubicBezTo>
                    <a:pt x="8449" y="7297"/>
                    <a:pt x="8433" y="7257"/>
                    <a:pt x="8449" y="7232"/>
                  </a:cubicBezTo>
                  <a:cubicBezTo>
                    <a:pt x="8457" y="7218"/>
                    <a:pt x="8465" y="7212"/>
                    <a:pt x="8472" y="7212"/>
                  </a:cubicBezTo>
                  <a:close/>
                  <a:moveTo>
                    <a:pt x="9415" y="7631"/>
                  </a:moveTo>
                  <a:cubicBezTo>
                    <a:pt x="9423" y="7631"/>
                    <a:pt x="9431" y="7633"/>
                    <a:pt x="9438" y="7638"/>
                  </a:cubicBezTo>
                  <a:cubicBezTo>
                    <a:pt x="9479" y="7662"/>
                    <a:pt x="9503" y="7694"/>
                    <a:pt x="9519" y="7735"/>
                  </a:cubicBezTo>
                  <a:cubicBezTo>
                    <a:pt x="9507" y="7759"/>
                    <a:pt x="9487" y="7774"/>
                    <a:pt x="9464" y="7774"/>
                  </a:cubicBezTo>
                  <a:cubicBezTo>
                    <a:pt x="9456" y="7774"/>
                    <a:pt x="9447" y="7772"/>
                    <a:pt x="9438" y="7767"/>
                  </a:cubicBezTo>
                  <a:cubicBezTo>
                    <a:pt x="9390" y="7743"/>
                    <a:pt x="9341" y="7719"/>
                    <a:pt x="9365" y="7662"/>
                  </a:cubicBezTo>
                  <a:cubicBezTo>
                    <a:pt x="9371" y="7644"/>
                    <a:pt x="9394" y="7631"/>
                    <a:pt x="9415" y="7631"/>
                  </a:cubicBezTo>
                  <a:close/>
                  <a:moveTo>
                    <a:pt x="8473" y="8108"/>
                  </a:moveTo>
                  <a:lnTo>
                    <a:pt x="8473" y="8108"/>
                  </a:lnTo>
                  <a:cubicBezTo>
                    <a:pt x="8449" y="8157"/>
                    <a:pt x="8449" y="8157"/>
                    <a:pt x="8498" y="8181"/>
                  </a:cubicBezTo>
                  <a:cubicBezTo>
                    <a:pt x="8545" y="8203"/>
                    <a:pt x="8571" y="8215"/>
                    <a:pt x="8583" y="8215"/>
                  </a:cubicBezTo>
                  <a:cubicBezTo>
                    <a:pt x="8597" y="8215"/>
                    <a:pt x="8588" y="8197"/>
                    <a:pt x="8571" y="8157"/>
                  </a:cubicBezTo>
                  <a:lnTo>
                    <a:pt x="8473" y="8108"/>
                  </a:lnTo>
                  <a:close/>
                  <a:moveTo>
                    <a:pt x="9632" y="8122"/>
                  </a:moveTo>
                  <a:cubicBezTo>
                    <a:pt x="9606" y="8122"/>
                    <a:pt x="9581" y="8137"/>
                    <a:pt x="9568" y="8157"/>
                  </a:cubicBezTo>
                  <a:cubicBezTo>
                    <a:pt x="9560" y="8189"/>
                    <a:pt x="9568" y="8221"/>
                    <a:pt x="9600" y="8238"/>
                  </a:cubicBezTo>
                  <a:lnTo>
                    <a:pt x="9649" y="8262"/>
                  </a:lnTo>
                  <a:cubicBezTo>
                    <a:pt x="9665" y="8213"/>
                    <a:pt x="9657" y="8173"/>
                    <a:pt x="9649" y="8124"/>
                  </a:cubicBezTo>
                  <a:cubicBezTo>
                    <a:pt x="9643" y="8123"/>
                    <a:pt x="9637" y="8122"/>
                    <a:pt x="9632" y="8122"/>
                  </a:cubicBezTo>
                  <a:close/>
                  <a:moveTo>
                    <a:pt x="10208" y="8246"/>
                  </a:moveTo>
                  <a:lnTo>
                    <a:pt x="10257" y="8270"/>
                  </a:lnTo>
                  <a:lnTo>
                    <a:pt x="10289" y="8351"/>
                  </a:lnTo>
                  <a:lnTo>
                    <a:pt x="10233" y="8327"/>
                  </a:lnTo>
                  <a:cubicBezTo>
                    <a:pt x="10184" y="8302"/>
                    <a:pt x="10184" y="8302"/>
                    <a:pt x="10208" y="8246"/>
                  </a:cubicBezTo>
                  <a:close/>
                  <a:moveTo>
                    <a:pt x="11222" y="8302"/>
                  </a:moveTo>
                  <a:cubicBezTo>
                    <a:pt x="11279" y="8327"/>
                    <a:pt x="11352" y="8294"/>
                    <a:pt x="11327" y="8351"/>
                  </a:cubicBezTo>
                  <a:cubicBezTo>
                    <a:pt x="11360" y="8365"/>
                    <a:pt x="11330" y="8374"/>
                    <a:pt x="11290" y="8374"/>
                  </a:cubicBezTo>
                  <a:cubicBezTo>
                    <a:pt x="11261" y="8374"/>
                    <a:pt x="11226" y="8369"/>
                    <a:pt x="11206" y="8359"/>
                  </a:cubicBezTo>
                  <a:lnTo>
                    <a:pt x="11222" y="8302"/>
                  </a:lnTo>
                  <a:close/>
                  <a:moveTo>
                    <a:pt x="10695" y="8400"/>
                  </a:moveTo>
                  <a:lnTo>
                    <a:pt x="10800" y="8448"/>
                  </a:lnTo>
                  <a:cubicBezTo>
                    <a:pt x="10780" y="8489"/>
                    <a:pt x="10760" y="8535"/>
                    <a:pt x="10725" y="8535"/>
                  </a:cubicBezTo>
                  <a:cubicBezTo>
                    <a:pt x="10718" y="8535"/>
                    <a:pt x="10711" y="8533"/>
                    <a:pt x="10703" y="8529"/>
                  </a:cubicBezTo>
                  <a:cubicBezTo>
                    <a:pt x="10690" y="8535"/>
                    <a:pt x="10678" y="8537"/>
                    <a:pt x="10668" y="8537"/>
                  </a:cubicBezTo>
                  <a:cubicBezTo>
                    <a:pt x="10617" y="8537"/>
                    <a:pt x="10614" y="8474"/>
                    <a:pt x="10695" y="8400"/>
                  </a:cubicBezTo>
                  <a:close/>
                  <a:moveTo>
                    <a:pt x="12238" y="8872"/>
                  </a:moveTo>
                  <a:cubicBezTo>
                    <a:pt x="12244" y="8872"/>
                    <a:pt x="12252" y="8874"/>
                    <a:pt x="12260" y="8878"/>
                  </a:cubicBezTo>
                  <a:lnTo>
                    <a:pt x="12316" y="8894"/>
                  </a:lnTo>
                  <a:cubicBezTo>
                    <a:pt x="12292" y="8935"/>
                    <a:pt x="12260" y="8967"/>
                    <a:pt x="12219" y="8984"/>
                  </a:cubicBezTo>
                  <a:lnTo>
                    <a:pt x="12162" y="8967"/>
                  </a:lnTo>
                  <a:cubicBezTo>
                    <a:pt x="12183" y="8920"/>
                    <a:pt x="12203" y="8872"/>
                    <a:pt x="12238" y="8872"/>
                  </a:cubicBezTo>
                  <a:close/>
                  <a:moveTo>
                    <a:pt x="11415" y="9009"/>
                  </a:moveTo>
                  <a:cubicBezTo>
                    <a:pt x="11414" y="9009"/>
                    <a:pt x="11401" y="9049"/>
                    <a:pt x="11384" y="9089"/>
                  </a:cubicBezTo>
                  <a:lnTo>
                    <a:pt x="11408" y="9032"/>
                  </a:lnTo>
                  <a:cubicBezTo>
                    <a:pt x="11413" y="9016"/>
                    <a:pt x="11415" y="9009"/>
                    <a:pt x="11415" y="9009"/>
                  </a:cubicBezTo>
                  <a:close/>
                  <a:moveTo>
                    <a:pt x="12665" y="9235"/>
                  </a:moveTo>
                  <a:lnTo>
                    <a:pt x="12665" y="9235"/>
                  </a:lnTo>
                  <a:cubicBezTo>
                    <a:pt x="12714" y="9251"/>
                    <a:pt x="12641" y="9283"/>
                    <a:pt x="12543" y="9381"/>
                  </a:cubicBezTo>
                  <a:lnTo>
                    <a:pt x="12543" y="9373"/>
                  </a:lnTo>
                  <a:cubicBezTo>
                    <a:pt x="12505" y="9378"/>
                    <a:pt x="12477" y="9381"/>
                    <a:pt x="12461" y="9381"/>
                  </a:cubicBezTo>
                  <a:cubicBezTo>
                    <a:pt x="12422" y="9381"/>
                    <a:pt x="12443" y="9362"/>
                    <a:pt x="12511" y="9300"/>
                  </a:cubicBezTo>
                  <a:lnTo>
                    <a:pt x="12665" y="9235"/>
                  </a:lnTo>
                  <a:close/>
                  <a:moveTo>
                    <a:pt x="13897" y="9462"/>
                  </a:moveTo>
                  <a:lnTo>
                    <a:pt x="14003" y="9502"/>
                  </a:lnTo>
                  <a:lnTo>
                    <a:pt x="13857" y="9575"/>
                  </a:lnTo>
                  <a:cubicBezTo>
                    <a:pt x="13769" y="9642"/>
                    <a:pt x="13726" y="9675"/>
                    <a:pt x="13711" y="9675"/>
                  </a:cubicBezTo>
                  <a:cubicBezTo>
                    <a:pt x="13697" y="9675"/>
                    <a:pt x="13708" y="9646"/>
                    <a:pt x="13727" y="9592"/>
                  </a:cubicBezTo>
                  <a:cubicBezTo>
                    <a:pt x="13751" y="9519"/>
                    <a:pt x="13816" y="9462"/>
                    <a:pt x="13897" y="9462"/>
                  </a:cubicBezTo>
                  <a:close/>
                  <a:moveTo>
                    <a:pt x="14019" y="9770"/>
                  </a:moveTo>
                  <a:lnTo>
                    <a:pt x="14051" y="9843"/>
                  </a:lnTo>
                  <a:cubicBezTo>
                    <a:pt x="14039" y="9871"/>
                    <a:pt x="14021" y="9881"/>
                    <a:pt x="13999" y="9881"/>
                  </a:cubicBezTo>
                  <a:cubicBezTo>
                    <a:pt x="13976" y="9881"/>
                    <a:pt x="13950" y="9871"/>
                    <a:pt x="13922" y="9859"/>
                  </a:cubicBezTo>
                  <a:lnTo>
                    <a:pt x="13946" y="9802"/>
                  </a:lnTo>
                  <a:lnTo>
                    <a:pt x="14019" y="9770"/>
                  </a:lnTo>
                  <a:close/>
                  <a:moveTo>
                    <a:pt x="16284" y="10180"/>
                  </a:moveTo>
                  <a:cubicBezTo>
                    <a:pt x="16251" y="10180"/>
                    <a:pt x="16222" y="10188"/>
                    <a:pt x="16192" y="10200"/>
                  </a:cubicBezTo>
                  <a:cubicBezTo>
                    <a:pt x="16176" y="10256"/>
                    <a:pt x="16224" y="10273"/>
                    <a:pt x="16281" y="10297"/>
                  </a:cubicBezTo>
                  <a:cubicBezTo>
                    <a:pt x="16317" y="10337"/>
                    <a:pt x="16352" y="10352"/>
                    <a:pt x="16381" y="10352"/>
                  </a:cubicBezTo>
                  <a:cubicBezTo>
                    <a:pt x="16418" y="10352"/>
                    <a:pt x="16446" y="10328"/>
                    <a:pt x="16459" y="10297"/>
                  </a:cubicBezTo>
                  <a:cubicBezTo>
                    <a:pt x="16476" y="10240"/>
                    <a:pt x="16427" y="10216"/>
                    <a:pt x="16322" y="10183"/>
                  </a:cubicBezTo>
                  <a:cubicBezTo>
                    <a:pt x="16309" y="10181"/>
                    <a:pt x="16296" y="10180"/>
                    <a:pt x="16284" y="10180"/>
                  </a:cubicBezTo>
                  <a:close/>
                  <a:moveTo>
                    <a:pt x="16646" y="10427"/>
                  </a:moveTo>
                  <a:lnTo>
                    <a:pt x="16751" y="10459"/>
                  </a:lnTo>
                  <a:cubicBezTo>
                    <a:pt x="16739" y="10501"/>
                    <a:pt x="16665" y="10525"/>
                    <a:pt x="16608" y="10525"/>
                  </a:cubicBezTo>
                  <a:cubicBezTo>
                    <a:pt x="16588" y="10525"/>
                    <a:pt x="16569" y="10522"/>
                    <a:pt x="16557" y="10516"/>
                  </a:cubicBezTo>
                  <a:cubicBezTo>
                    <a:pt x="16500" y="10500"/>
                    <a:pt x="16524" y="10443"/>
                    <a:pt x="16646" y="10427"/>
                  </a:cubicBezTo>
                  <a:close/>
                  <a:moveTo>
                    <a:pt x="21342" y="11097"/>
                  </a:moveTo>
                  <a:cubicBezTo>
                    <a:pt x="21352" y="11097"/>
                    <a:pt x="21362" y="11100"/>
                    <a:pt x="21373" y="11108"/>
                  </a:cubicBezTo>
                  <a:cubicBezTo>
                    <a:pt x="21395" y="11103"/>
                    <a:pt x="21413" y="11101"/>
                    <a:pt x="21427" y="11101"/>
                  </a:cubicBezTo>
                  <a:cubicBezTo>
                    <a:pt x="21513" y="11101"/>
                    <a:pt x="21439" y="11177"/>
                    <a:pt x="21300" y="11205"/>
                  </a:cubicBezTo>
                  <a:cubicBezTo>
                    <a:pt x="21249" y="11234"/>
                    <a:pt x="21221" y="11250"/>
                    <a:pt x="21212" y="11250"/>
                  </a:cubicBezTo>
                  <a:cubicBezTo>
                    <a:pt x="21201" y="11250"/>
                    <a:pt x="21219" y="11226"/>
                    <a:pt x="21259" y="11173"/>
                  </a:cubicBezTo>
                  <a:cubicBezTo>
                    <a:pt x="21284" y="11135"/>
                    <a:pt x="21310" y="11097"/>
                    <a:pt x="21342" y="11097"/>
                  </a:cubicBezTo>
                  <a:close/>
                  <a:moveTo>
                    <a:pt x="19597" y="11497"/>
                  </a:moveTo>
                  <a:cubicBezTo>
                    <a:pt x="19654" y="11521"/>
                    <a:pt x="19678" y="11586"/>
                    <a:pt x="19662" y="11643"/>
                  </a:cubicBezTo>
                  <a:cubicBezTo>
                    <a:pt x="19673" y="11732"/>
                    <a:pt x="19676" y="11764"/>
                    <a:pt x="19649" y="11764"/>
                  </a:cubicBezTo>
                  <a:cubicBezTo>
                    <a:pt x="19634" y="11764"/>
                    <a:pt x="19610" y="11754"/>
                    <a:pt x="19573" y="11740"/>
                  </a:cubicBezTo>
                  <a:cubicBezTo>
                    <a:pt x="19524" y="11724"/>
                    <a:pt x="19467" y="11708"/>
                    <a:pt x="19484" y="11651"/>
                  </a:cubicBezTo>
                  <a:lnTo>
                    <a:pt x="19484" y="11651"/>
                  </a:lnTo>
                  <a:lnTo>
                    <a:pt x="19540" y="11667"/>
                  </a:lnTo>
                  <a:cubicBezTo>
                    <a:pt x="19535" y="11686"/>
                    <a:pt x="19539" y="11694"/>
                    <a:pt x="19544" y="11694"/>
                  </a:cubicBezTo>
                  <a:cubicBezTo>
                    <a:pt x="19556" y="11694"/>
                    <a:pt x="19578" y="11659"/>
                    <a:pt x="19557" y="11610"/>
                  </a:cubicBezTo>
                  <a:cubicBezTo>
                    <a:pt x="19573" y="11554"/>
                    <a:pt x="19597" y="11497"/>
                    <a:pt x="19597" y="11497"/>
                  </a:cubicBezTo>
                  <a:close/>
                  <a:moveTo>
                    <a:pt x="20219" y="11834"/>
                  </a:moveTo>
                  <a:cubicBezTo>
                    <a:pt x="20230" y="11834"/>
                    <a:pt x="20242" y="11835"/>
                    <a:pt x="20254" y="11837"/>
                  </a:cubicBezTo>
                  <a:lnTo>
                    <a:pt x="20286" y="11910"/>
                  </a:lnTo>
                  <a:cubicBezTo>
                    <a:pt x="20278" y="11940"/>
                    <a:pt x="20258" y="11950"/>
                    <a:pt x="20233" y="11950"/>
                  </a:cubicBezTo>
                  <a:cubicBezTo>
                    <a:pt x="20210" y="11950"/>
                    <a:pt x="20183" y="11942"/>
                    <a:pt x="20157" y="11935"/>
                  </a:cubicBezTo>
                  <a:cubicBezTo>
                    <a:pt x="20108" y="11919"/>
                    <a:pt x="20108" y="11919"/>
                    <a:pt x="20124" y="11862"/>
                  </a:cubicBezTo>
                  <a:cubicBezTo>
                    <a:pt x="20155" y="11844"/>
                    <a:pt x="20185" y="11834"/>
                    <a:pt x="20219" y="11834"/>
                  </a:cubicBezTo>
                  <a:close/>
                  <a:moveTo>
                    <a:pt x="19289" y="11902"/>
                  </a:moveTo>
                  <a:cubicBezTo>
                    <a:pt x="19265" y="11959"/>
                    <a:pt x="19265" y="11959"/>
                    <a:pt x="19322" y="11975"/>
                  </a:cubicBezTo>
                  <a:lnTo>
                    <a:pt x="19370" y="11991"/>
                  </a:lnTo>
                  <a:lnTo>
                    <a:pt x="19338" y="11919"/>
                  </a:lnTo>
                  <a:lnTo>
                    <a:pt x="19289" y="11902"/>
                  </a:lnTo>
                  <a:close/>
                  <a:moveTo>
                    <a:pt x="2457" y="0"/>
                  </a:moveTo>
                  <a:cubicBezTo>
                    <a:pt x="2425" y="33"/>
                    <a:pt x="2384" y="57"/>
                    <a:pt x="2336" y="65"/>
                  </a:cubicBezTo>
                  <a:cubicBezTo>
                    <a:pt x="2336" y="122"/>
                    <a:pt x="2271" y="122"/>
                    <a:pt x="2084" y="138"/>
                  </a:cubicBezTo>
                  <a:cubicBezTo>
                    <a:pt x="2003" y="146"/>
                    <a:pt x="1914" y="162"/>
                    <a:pt x="1833" y="187"/>
                  </a:cubicBezTo>
                  <a:lnTo>
                    <a:pt x="1493" y="276"/>
                  </a:lnTo>
                  <a:cubicBezTo>
                    <a:pt x="1313" y="307"/>
                    <a:pt x="1067" y="398"/>
                    <a:pt x="940" y="398"/>
                  </a:cubicBezTo>
                  <a:cubicBezTo>
                    <a:pt x="935" y="398"/>
                    <a:pt x="930" y="398"/>
                    <a:pt x="925" y="397"/>
                  </a:cubicBezTo>
                  <a:cubicBezTo>
                    <a:pt x="812" y="438"/>
                    <a:pt x="714" y="519"/>
                    <a:pt x="649" y="624"/>
                  </a:cubicBezTo>
                  <a:cubicBezTo>
                    <a:pt x="622" y="701"/>
                    <a:pt x="522" y="795"/>
                    <a:pt x="464" y="795"/>
                  </a:cubicBezTo>
                  <a:cubicBezTo>
                    <a:pt x="454" y="795"/>
                    <a:pt x="446" y="792"/>
                    <a:pt x="439" y="787"/>
                  </a:cubicBezTo>
                  <a:cubicBezTo>
                    <a:pt x="439" y="787"/>
                    <a:pt x="439" y="787"/>
                    <a:pt x="382" y="851"/>
                  </a:cubicBezTo>
                  <a:cubicBezTo>
                    <a:pt x="333" y="965"/>
                    <a:pt x="301" y="1030"/>
                    <a:pt x="293" y="1054"/>
                  </a:cubicBezTo>
                  <a:lnTo>
                    <a:pt x="268" y="1087"/>
                  </a:lnTo>
                  <a:cubicBezTo>
                    <a:pt x="259" y="1080"/>
                    <a:pt x="248" y="1077"/>
                    <a:pt x="236" y="1077"/>
                  </a:cubicBezTo>
                  <a:cubicBezTo>
                    <a:pt x="187" y="1077"/>
                    <a:pt x="125" y="1131"/>
                    <a:pt x="139" y="1216"/>
                  </a:cubicBezTo>
                  <a:cubicBezTo>
                    <a:pt x="195" y="1241"/>
                    <a:pt x="139" y="1305"/>
                    <a:pt x="98" y="1476"/>
                  </a:cubicBezTo>
                  <a:cubicBezTo>
                    <a:pt x="25" y="1638"/>
                    <a:pt x="1" y="1824"/>
                    <a:pt x="25" y="2003"/>
                  </a:cubicBezTo>
                  <a:cubicBezTo>
                    <a:pt x="74" y="2359"/>
                    <a:pt x="220" y="2700"/>
                    <a:pt x="455" y="2976"/>
                  </a:cubicBezTo>
                  <a:cubicBezTo>
                    <a:pt x="568" y="3114"/>
                    <a:pt x="690" y="3251"/>
                    <a:pt x="828" y="3373"/>
                  </a:cubicBezTo>
                  <a:cubicBezTo>
                    <a:pt x="925" y="3462"/>
                    <a:pt x="1022" y="3535"/>
                    <a:pt x="1103" y="3600"/>
                  </a:cubicBezTo>
                  <a:cubicBezTo>
                    <a:pt x="1249" y="3709"/>
                    <a:pt x="1355" y="3773"/>
                    <a:pt x="1381" y="3773"/>
                  </a:cubicBezTo>
                  <a:cubicBezTo>
                    <a:pt x="1384" y="3773"/>
                    <a:pt x="1386" y="3772"/>
                    <a:pt x="1387" y="3770"/>
                  </a:cubicBezTo>
                  <a:lnTo>
                    <a:pt x="1533" y="3876"/>
                  </a:lnTo>
                  <a:lnTo>
                    <a:pt x="1679" y="3973"/>
                  </a:lnTo>
                  <a:cubicBezTo>
                    <a:pt x="1606" y="4070"/>
                    <a:pt x="1882" y="4176"/>
                    <a:pt x="2052" y="4224"/>
                  </a:cubicBezTo>
                  <a:cubicBezTo>
                    <a:pt x="2069" y="4220"/>
                    <a:pt x="2086" y="4218"/>
                    <a:pt x="2102" y="4218"/>
                  </a:cubicBezTo>
                  <a:cubicBezTo>
                    <a:pt x="2149" y="4218"/>
                    <a:pt x="2194" y="4235"/>
                    <a:pt x="2230" y="4265"/>
                  </a:cubicBezTo>
                  <a:cubicBezTo>
                    <a:pt x="2166" y="4362"/>
                    <a:pt x="2303" y="4459"/>
                    <a:pt x="2433" y="4476"/>
                  </a:cubicBezTo>
                  <a:cubicBezTo>
                    <a:pt x="2475" y="4449"/>
                    <a:pt x="2508" y="4436"/>
                    <a:pt x="2529" y="4436"/>
                  </a:cubicBezTo>
                  <a:cubicBezTo>
                    <a:pt x="2567" y="4436"/>
                    <a:pt x="2571" y="4474"/>
                    <a:pt x="2530" y="4540"/>
                  </a:cubicBezTo>
                  <a:cubicBezTo>
                    <a:pt x="2488" y="4604"/>
                    <a:pt x="2511" y="4653"/>
                    <a:pt x="2586" y="4653"/>
                  </a:cubicBezTo>
                  <a:cubicBezTo>
                    <a:pt x="2626" y="4653"/>
                    <a:pt x="2681" y="4639"/>
                    <a:pt x="2749" y="4605"/>
                  </a:cubicBezTo>
                  <a:cubicBezTo>
                    <a:pt x="2774" y="4600"/>
                    <a:pt x="2792" y="4597"/>
                    <a:pt x="2804" y="4597"/>
                  </a:cubicBezTo>
                  <a:cubicBezTo>
                    <a:pt x="2832" y="4597"/>
                    <a:pt x="2835" y="4614"/>
                    <a:pt x="2847" y="4670"/>
                  </a:cubicBezTo>
                  <a:cubicBezTo>
                    <a:pt x="2835" y="4759"/>
                    <a:pt x="2855" y="4802"/>
                    <a:pt x="2879" y="4802"/>
                  </a:cubicBezTo>
                  <a:cubicBezTo>
                    <a:pt x="2889" y="4802"/>
                    <a:pt x="2901" y="4793"/>
                    <a:pt x="2911" y="4776"/>
                  </a:cubicBezTo>
                  <a:cubicBezTo>
                    <a:pt x="2951" y="4753"/>
                    <a:pt x="2982" y="4741"/>
                    <a:pt x="3006" y="4741"/>
                  </a:cubicBezTo>
                  <a:cubicBezTo>
                    <a:pt x="3051" y="4741"/>
                    <a:pt x="3068" y="4783"/>
                    <a:pt x="3057" y="4873"/>
                  </a:cubicBezTo>
                  <a:cubicBezTo>
                    <a:pt x="3077" y="4970"/>
                    <a:pt x="3085" y="5009"/>
                    <a:pt x="3112" y="5009"/>
                  </a:cubicBezTo>
                  <a:cubicBezTo>
                    <a:pt x="3130" y="5009"/>
                    <a:pt x="3158" y="4991"/>
                    <a:pt x="3203" y="4962"/>
                  </a:cubicBezTo>
                  <a:cubicBezTo>
                    <a:pt x="3230" y="4950"/>
                    <a:pt x="3258" y="4945"/>
                    <a:pt x="3285" y="4945"/>
                  </a:cubicBezTo>
                  <a:cubicBezTo>
                    <a:pt x="3388" y="4945"/>
                    <a:pt x="3481" y="5025"/>
                    <a:pt x="3487" y="5140"/>
                  </a:cubicBezTo>
                  <a:cubicBezTo>
                    <a:pt x="3524" y="5165"/>
                    <a:pt x="3542" y="5217"/>
                    <a:pt x="3563" y="5217"/>
                  </a:cubicBezTo>
                  <a:cubicBezTo>
                    <a:pt x="3569" y="5217"/>
                    <a:pt x="3576" y="5211"/>
                    <a:pt x="3584" y="5197"/>
                  </a:cubicBezTo>
                  <a:lnTo>
                    <a:pt x="3601" y="5278"/>
                  </a:lnTo>
                  <a:lnTo>
                    <a:pt x="3698" y="5343"/>
                  </a:lnTo>
                  <a:lnTo>
                    <a:pt x="3730" y="5286"/>
                  </a:lnTo>
                  <a:cubicBezTo>
                    <a:pt x="3941" y="5457"/>
                    <a:pt x="4160" y="5603"/>
                    <a:pt x="4387" y="5740"/>
                  </a:cubicBezTo>
                  <a:cubicBezTo>
                    <a:pt x="4777" y="5977"/>
                    <a:pt x="4939" y="6067"/>
                    <a:pt x="4988" y="6067"/>
                  </a:cubicBezTo>
                  <a:cubicBezTo>
                    <a:pt x="5007" y="6067"/>
                    <a:pt x="5010" y="6054"/>
                    <a:pt x="5003" y="6032"/>
                  </a:cubicBezTo>
                  <a:cubicBezTo>
                    <a:pt x="5006" y="5981"/>
                    <a:pt x="5024" y="5959"/>
                    <a:pt x="5043" y="5959"/>
                  </a:cubicBezTo>
                  <a:cubicBezTo>
                    <a:pt x="5072" y="5959"/>
                    <a:pt x="5105" y="6011"/>
                    <a:pt x="5101" y="6089"/>
                  </a:cubicBezTo>
                  <a:cubicBezTo>
                    <a:pt x="5149" y="6113"/>
                    <a:pt x="5222" y="6227"/>
                    <a:pt x="5319" y="6276"/>
                  </a:cubicBezTo>
                  <a:cubicBezTo>
                    <a:pt x="5417" y="6332"/>
                    <a:pt x="5522" y="6389"/>
                    <a:pt x="5490" y="6438"/>
                  </a:cubicBezTo>
                  <a:lnTo>
                    <a:pt x="5538" y="6470"/>
                  </a:lnTo>
                  <a:cubicBezTo>
                    <a:pt x="5558" y="6464"/>
                    <a:pt x="5581" y="6461"/>
                    <a:pt x="5604" y="6461"/>
                  </a:cubicBezTo>
                  <a:cubicBezTo>
                    <a:pt x="5770" y="6461"/>
                    <a:pt x="6007" y="6600"/>
                    <a:pt x="6114" y="6713"/>
                  </a:cubicBezTo>
                  <a:cubicBezTo>
                    <a:pt x="6203" y="6770"/>
                    <a:pt x="6300" y="6794"/>
                    <a:pt x="6398" y="6794"/>
                  </a:cubicBezTo>
                  <a:cubicBezTo>
                    <a:pt x="6527" y="6794"/>
                    <a:pt x="6527" y="6794"/>
                    <a:pt x="6544" y="6876"/>
                  </a:cubicBezTo>
                  <a:cubicBezTo>
                    <a:pt x="6524" y="6915"/>
                    <a:pt x="6699" y="7059"/>
                    <a:pt x="6793" y="7059"/>
                  </a:cubicBezTo>
                  <a:cubicBezTo>
                    <a:pt x="6816" y="7059"/>
                    <a:pt x="6834" y="7050"/>
                    <a:pt x="6844" y="7030"/>
                  </a:cubicBezTo>
                  <a:lnTo>
                    <a:pt x="6868" y="7111"/>
                  </a:lnTo>
                  <a:cubicBezTo>
                    <a:pt x="6879" y="7146"/>
                    <a:pt x="6900" y="7160"/>
                    <a:pt x="6923" y="7160"/>
                  </a:cubicBezTo>
                  <a:cubicBezTo>
                    <a:pt x="6953" y="7160"/>
                    <a:pt x="6984" y="7138"/>
                    <a:pt x="6998" y="7111"/>
                  </a:cubicBezTo>
                  <a:cubicBezTo>
                    <a:pt x="7020" y="7070"/>
                    <a:pt x="7040" y="7048"/>
                    <a:pt x="7056" y="7048"/>
                  </a:cubicBezTo>
                  <a:cubicBezTo>
                    <a:pt x="7080" y="7048"/>
                    <a:pt x="7091" y="7102"/>
                    <a:pt x="7071" y="7216"/>
                  </a:cubicBezTo>
                  <a:cubicBezTo>
                    <a:pt x="7033" y="7287"/>
                    <a:pt x="7046" y="7321"/>
                    <a:pt x="7066" y="7321"/>
                  </a:cubicBezTo>
                  <a:cubicBezTo>
                    <a:pt x="7076" y="7321"/>
                    <a:pt x="7087" y="7313"/>
                    <a:pt x="7095" y="7297"/>
                  </a:cubicBezTo>
                  <a:cubicBezTo>
                    <a:pt x="7132" y="7281"/>
                    <a:pt x="7170" y="7267"/>
                    <a:pt x="7202" y="7267"/>
                  </a:cubicBezTo>
                  <a:cubicBezTo>
                    <a:pt x="7235" y="7267"/>
                    <a:pt x="7261" y="7281"/>
                    <a:pt x="7273" y="7321"/>
                  </a:cubicBezTo>
                  <a:cubicBezTo>
                    <a:pt x="7294" y="7332"/>
                    <a:pt x="7317" y="7342"/>
                    <a:pt x="7340" y="7342"/>
                  </a:cubicBezTo>
                  <a:cubicBezTo>
                    <a:pt x="7370" y="7342"/>
                    <a:pt x="7400" y="7324"/>
                    <a:pt x="7427" y="7265"/>
                  </a:cubicBezTo>
                  <a:cubicBezTo>
                    <a:pt x="7438" y="7239"/>
                    <a:pt x="7456" y="7230"/>
                    <a:pt x="7477" y="7230"/>
                  </a:cubicBezTo>
                  <a:cubicBezTo>
                    <a:pt x="7501" y="7230"/>
                    <a:pt x="7531" y="7243"/>
                    <a:pt x="7557" y="7257"/>
                  </a:cubicBezTo>
                  <a:cubicBezTo>
                    <a:pt x="7533" y="7313"/>
                    <a:pt x="7533" y="7313"/>
                    <a:pt x="7452" y="7338"/>
                  </a:cubicBezTo>
                  <a:lnTo>
                    <a:pt x="7557" y="7394"/>
                  </a:lnTo>
                  <a:cubicBezTo>
                    <a:pt x="7606" y="7419"/>
                    <a:pt x="7679" y="7516"/>
                    <a:pt x="7654" y="7573"/>
                  </a:cubicBezTo>
                  <a:cubicBezTo>
                    <a:pt x="7667" y="7613"/>
                    <a:pt x="7685" y="7640"/>
                    <a:pt x="7700" y="7640"/>
                  </a:cubicBezTo>
                  <a:cubicBezTo>
                    <a:pt x="7715" y="7640"/>
                    <a:pt x="7727" y="7613"/>
                    <a:pt x="7727" y="7548"/>
                  </a:cubicBezTo>
                  <a:cubicBezTo>
                    <a:pt x="7762" y="7480"/>
                    <a:pt x="7775" y="7453"/>
                    <a:pt x="7802" y="7453"/>
                  </a:cubicBezTo>
                  <a:cubicBezTo>
                    <a:pt x="7820" y="7453"/>
                    <a:pt x="7843" y="7464"/>
                    <a:pt x="7881" y="7484"/>
                  </a:cubicBezTo>
                  <a:cubicBezTo>
                    <a:pt x="7938" y="7516"/>
                    <a:pt x="7987" y="7540"/>
                    <a:pt x="7963" y="7589"/>
                  </a:cubicBezTo>
                  <a:cubicBezTo>
                    <a:pt x="7930" y="7646"/>
                    <a:pt x="7930" y="7646"/>
                    <a:pt x="8036" y="7694"/>
                  </a:cubicBezTo>
                  <a:cubicBezTo>
                    <a:pt x="8078" y="7714"/>
                    <a:pt x="8126" y="7723"/>
                    <a:pt x="8175" y="7723"/>
                  </a:cubicBezTo>
                  <a:cubicBezTo>
                    <a:pt x="8305" y="7723"/>
                    <a:pt x="8446" y="7664"/>
                    <a:pt x="8522" y="7605"/>
                  </a:cubicBezTo>
                  <a:cubicBezTo>
                    <a:pt x="8545" y="7551"/>
                    <a:pt x="8557" y="7523"/>
                    <a:pt x="8564" y="7523"/>
                  </a:cubicBezTo>
                  <a:cubicBezTo>
                    <a:pt x="8571" y="7523"/>
                    <a:pt x="8571" y="7557"/>
                    <a:pt x="8571" y="7630"/>
                  </a:cubicBezTo>
                  <a:cubicBezTo>
                    <a:pt x="8546" y="7678"/>
                    <a:pt x="8595" y="7702"/>
                    <a:pt x="8644" y="7727"/>
                  </a:cubicBezTo>
                  <a:cubicBezTo>
                    <a:pt x="8652" y="7711"/>
                    <a:pt x="8661" y="7706"/>
                    <a:pt x="8667" y="7706"/>
                  </a:cubicBezTo>
                  <a:cubicBezTo>
                    <a:pt x="8680" y="7706"/>
                    <a:pt x="8684" y="7732"/>
                    <a:pt x="8663" y="7732"/>
                  </a:cubicBezTo>
                  <a:cubicBezTo>
                    <a:pt x="8658" y="7732"/>
                    <a:pt x="8651" y="7730"/>
                    <a:pt x="8644" y="7727"/>
                  </a:cubicBezTo>
                  <a:cubicBezTo>
                    <a:pt x="8633" y="7752"/>
                    <a:pt x="8617" y="7762"/>
                    <a:pt x="8598" y="7762"/>
                  </a:cubicBezTo>
                  <a:cubicBezTo>
                    <a:pt x="8575" y="7762"/>
                    <a:pt x="8549" y="7748"/>
                    <a:pt x="8522" y="7735"/>
                  </a:cubicBezTo>
                  <a:lnTo>
                    <a:pt x="8498" y="7784"/>
                  </a:lnTo>
                  <a:cubicBezTo>
                    <a:pt x="8493" y="7867"/>
                    <a:pt x="8512" y="7909"/>
                    <a:pt x="8549" y="7909"/>
                  </a:cubicBezTo>
                  <a:cubicBezTo>
                    <a:pt x="8573" y="7909"/>
                    <a:pt x="8605" y="7892"/>
                    <a:pt x="8644" y="7857"/>
                  </a:cubicBezTo>
                  <a:cubicBezTo>
                    <a:pt x="8673" y="7848"/>
                    <a:pt x="8692" y="7842"/>
                    <a:pt x="8705" y="7842"/>
                  </a:cubicBezTo>
                  <a:cubicBezTo>
                    <a:pt x="8728" y="7842"/>
                    <a:pt x="8734" y="7859"/>
                    <a:pt x="8749" y="7905"/>
                  </a:cubicBezTo>
                  <a:cubicBezTo>
                    <a:pt x="8768" y="7968"/>
                    <a:pt x="8787" y="8026"/>
                    <a:pt x="8809" y="8026"/>
                  </a:cubicBezTo>
                  <a:cubicBezTo>
                    <a:pt x="8816" y="8026"/>
                    <a:pt x="8823" y="8021"/>
                    <a:pt x="8830" y="8011"/>
                  </a:cubicBezTo>
                  <a:cubicBezTo>
                    <a:pt x="8879" y="8035"/>
                    <a:pt x="8927" y="8075"/>
                    <a:pt x="8952" y="8132"/>
                  </a:cubicBezTo>
                  <a:cubicBezTo>
                    <a:pt x="9017" y="8162"/>
                    <a:pt x="9060" y="8183"/>
                    <a:pt x="9090" y="8183"/>
                  </a:cubicBezTo>
                  <a:cubicBezTo>
                    <a:pt x="9108" y="8183"/>
                    <a:pt x="9121" y="8175"/>
                    <a:pt x="9130" y="8157"/>
                  </a:cubicBezTo>
                  <a:cubicBezTo>
                    <a:pt x="9145" y="8131"/>
                    <a:pt x="9163" y="8122"/>
                    <a:pt x="9183" y="8122"/>
                  </a:cubicBezTo>
                  <a:cubicBezTo>
                    <a:pt x="9207" y="8122"/>
                    <a:pt x="9233" y="8135"/>
                    <a:pt x="9260" y="8148"/>
                  </a:cubicBezTo>
                  <a:cubicBezTo>
                    <a:pt x="9291" y="8162"/>
                    <a:pt x="9320" y="8175"/>
                    <a:pt x="9343" y="8175"/>
                  </a:cubicBezTo>
                  <a:cubicBezTo>
                    <a:pt x="9363" y="8175"/>
                    <a:pt x="9379" y="8166"/>
                    <a:pt x="9390" y="8140"/>
                  </a:cubicBezTo>
                  <a:cubicBezTo>
                    <a:pt x="9406" y="8103"/>
                    <a:pt x="9443" y="8080"/>
                    <a:pt x="9496" y="8080"/>
                  </a:cubicBezTo>
                  <a:cubicBezTo>
                    <a:pt x="9524" y="8080"/>
                    <a:pt x="9556" y="8086"/>
                    <a:pt x="9592" y="8100"/>
                  </a:cubicBezTo>
                  <a:cubicBezTo>
                    <a:pt x="9722" y="8100"/>
                    <a:pt x="9722" y="8100"/>
                    <a:pt x="9722" y="8229"/>
                  </a:cubicBezTo>
                  <a:cubicBezTo>
                    <a:pt x="9698" y="8286"/>
                    <a:pt x="9746" y="8311"/>
                    <a:pt x="9803" y="8327"/>
                  </a:cubicBezTo>
                  <a:cubicBezTo>
                    <a:pt x="9835" y="8351"/>
                    <a:pt x="9868" y="8384"/>
                    <a:pt x="9876" y="8432"/>
                  </a:cubicBezTo>
                  <a:cubicBezTo>
                    <a:pt x="9888" y="8459"/>
                    <a:pt x="9898" y="8469"/>
                    <a:pt x="9908" y="8469"/>
                  </a:cubicBezTo>
                  <a:cubicBezTo>
                    <a:pt x="9926" y="8469"/>
                    <a:pt x="9942" y="8436"/>
                    <a:pt x="9957" y="8400"/>
                  </a:cubicBezTo>
                  <a:cubicBezTo>
                    <a:pt x="9981" y="8343"/>
                    <a:pt x="10006" y="8286"/>
                    <a:pt x="10006" y="8286"/>
                  </a:cubicBezTo>
                  <a:cubicBezTo>
                    <a:pt x="10054" y="8311"/>
                    <a:pt x="10054" y="8440"/>
                    <a:pt x="10030" y="8497"/>
                  </a:cubicBezTo>
                  <a:cubicBezTo>
                    <a:pt x="10034" y="8565"/>
                    <a:pt x="10036" y="8598"/>
                    <a:pt x="10044" y="8598"/>
                  </a:cubicBezTo>
                  <a:cubicBezTo>
                    <a:pt x="10052" y="8598"/>
                    <a:pt x="10064" y="8571"/>
                    <a:pt x="10087" y="8521"/>
                  </a:cubicBezTo>
                  <a:cubicBezTo>
                    <a:pt x="10100" y="8492"/>
                    <a:pt x="10126" y="8469"/>
                    <a:pt x="10159" y="8469"/>
                  </a:cubicBezTo>
                  <a:cubicBezTo>
                    <a:pt x="10190" y="8469"/>
                    <a:pt x="10227" y="8487"/>
                    <a:pt x="10265" y="8538"/>
                  </a:cubicBezTo>
                  <a:cubicBezTo>
                    <a:pt x="10371" y="8578"/>
                    <a:pt x="10468" y="8627"/>
                    <a:pt x="10444" y="8684"/>
                  </a:cubicBezTo>
                  <a:cubicBezTo>
                    <a:pt x="10456" y="8715"/>
                    <a:pt x="10489" y="8737"/>
                    <a:pt x="10522" y="8737"/>
                  </a:cubicBezTo>
                  <a:cubicBezTo>
                    <a:pt x="10531" y="8737"/>
                    <a:pt x="10540" y="8736"/>
                    <a:pt x="10549" y="8732"/>
                  </a:cubicBezTo>
                  <a:cubicBezTo>
                    <a:pt x="10569" y="8723"/>
                    <a:pt x="10589" y="8718"/>
                    <a:pt x="10609" y="8718"/>
                  </a:cubicBezTo>
                  <a:cubicBezTo>
                    <a:pt x="10660" y="8718"/>
                    <a:pt x="10715" y="8752"/>
                    <a:pt x="10808" y="8846"/>
                  </a:cubicBezTo>
                  <a:cubicBezTo>
                    <a:pt x="10931" y="8973"/>
                    <a:pt x="10982" y="9026"/>
                    <a:pt x="11013" y="9026"/>
                  </a:cubicBezTo>
                  <a:cubicBezTo>
                    <a:pt x="11036" y="9026"/>
                    <a:pt x="11047" y="8999"/>
                    <a:pt x="11068" y="8951"/>
                  </a:cubicBezTo>
                  <a:cubicBezTo>
                    <a:pt x="11081" y="8925"/>
                    <a:pt x="11094" y="8896"/>
                    <a:pt x="11104" y="8896"/>
                  </a:cubicBezTo>
                  <a:cubicBezTo>
                    <a:pt x="11111" y="8896"/>
                    <a:pt x="11116" y="8916"/>
                    <a:pt x="11116" y="8975"/>
                  </a:cubicBezTo>
                  <a:cubicBezTo>
                    <a:pt x="11133" y="9016"/>
                    <a:pt x="11159" y="9028"/>
                    <a:pt x="11198" y="9028"/>
                  </a:cubicBezTo>
                  <a:cubicBezTo>
                    <a:pt x="11236" y="9028"/>
                    <a:pt x="11287" y="9016"/>
                    <a:pt x="11352" y="9008"/>
                  </a:cubicBezTo>
                  <a:cubicBezTo>
                    <a:pt x="11425" y="8975"/>
                    <a:pt x="11473" y="8870"/>
                    <a:pt x="11498" y="8813"/>
                  </a:cubicBezTo>
                  <a:cubicBezTo>
                    <a:pt x="11519" y="8754"/>
                    <a:pt x="11529" y="8726"/>
                    <a:pt x="11545" y="8726"/>
                  </a:cubicBezTo>
                  <a:cubicBezTo>
                    <a:pt x="11560" y="8726"/>
                    <a:pt x="11580" y="8750"/>
                    <a:pt x="11619" y="8797"/>
                  </a:cubicBezTo>
                  <a:cubicBezTo>
                    <a:pt x="11676" y="8829"/>
                    <a:pt x="11700" y="8894"/>
                    <a:pt x="11676" y="8951"/>
                  </a:cubicBezTo>
                  <a:cubicBezTo>
                    <a:pt x="11670" y="8975"/>
                    <a:pt x="11651" y="8990"/>
                    <a:pt x="11629" y="8990"/>
                  </a:cubicBezTo>
                  <a:cubicBezTo>
                    <a:pt x="11620" y="8990"/>
                    <a:pt x="11612" y="8988"/>
                    <a:pt x="11603" y="8984"/>
                  </a:cubicBezTo>
                  <a:lnTo>
                    <a:pt x="11554" y="8967"/>
                  </a:lnTo>
                  <a:lnTo>
                    <a:pt x="11554" y="8967"/>
                  </a:lnTo>
                  <a:cubicBezTo>
                    <a:pt x="11530" y="9024"/>
                    <a:pt x="11506" y="9073"/>
                    <a:pt x="11611" y="9121"/>
                  </a:cubicBezTo>
                  <a:cubicBezTo>
                    <a:pt x="11626" y="9167"/>
                    <a:pt x="11654" y="9193"/>
                    <a:pt x="11678" y="9193"/>
                  </a:cubicBezTo>
                  <a:cubicBezTo>
                    <a:pt x="11693" y="9193"/>
                    <a:pt x="11707" y="9183"/>
                    <a:pt x="11716" y="9162"/>
                  </a:cubicBezTo>
                  <a:cubicBezTo>
                    <a:pt x="11741" y="9243"/>
                    <a:pt x="11846" y="9283"/>
                    <a:pt x="11952" y="9332"/>
                  </a:cubicBezTo>
                  <a:cubicBezTo>
                    <a:pt x="12057" y="9373"/>
                    <a:pt x="12211" y="9438"/>
                    <a:pt x="12243" y="9511"/>
                  </a:cubicBezTo>
                  <a:cubicBezTo>
                    <a:pt x="12302" y="9538"/>
                    <a:pt x="12343" y="9555"/>
                    <a:pt x="12372" y="9555"/>
                  </a:cubicBezTo>
                  <a:cubicBezTo>
                    <a:pt x="12395" y="9555"/>
                    <a:pt x="12411" y="9544"/>
                    <a:pt x="12422" y="9519"/>
                  </a:cubicBezTo>
                  <a:cubicBezTo>
                    <a:pt x="12443" y="9463"/>
                    <a:pt x="12469" y="9441"/>
                    <a:pt x="12485" y="9441"/>
                  </a:cubicBezTo>
                  <a:cubicBezTo>
                    <a:pt x="12500" y="9441"/>
                    <a:pt x="12506" y="9459"/>
                    <a:pt x="12495" y="9486"/>
                  </a:cubicBezTo>
                  <a:cubicBezTo>
                    <a:pt x="12502" y="9601"/>
                    <a:pt x="13016" y="9874"/>
                    <a:pt x="13203" y="9874"/>
                  </a:cubicBezTo>
                  <a:cubicBezTo>
                    <a:pt x="13227" y="9874"/>
                    <a:pt x="13246" y="9869"/>
                    <a:pt x="13257" y="9859"/>
                  </a:cubicBezTo>
                  <a:lnTo>
                    <a:pt x="13362" y="9900"/>
                  </a:lnTo>
                  <a:cubicBezTo>
                    <a:pt x="13434" y="9986"/>
                    <a:pt x="13691" y="10092"/>
                    <a:pt x="13799" y="10092"/>
                  </a:cubicBezTo>
                  <a:cubicBezTo>
                    <a:pt x="13813" y="10092"/>
                    <a:pt x="13824" y="10090"/>
                    <a:pt x="13833" y="10086"/>
                  </a:cubicBezTo>
                  <a:lnTo>
                    <a:pt x="13995" y="10143"/>
                  </a:lnTo>
                  <a:cubicBezTo>
                    <a:pt x="14051" y="10210"/>
                    <a:pt x="14095" y="10243"/>
                    <a:pt x="14142" y="10243"/>
                  </a:cubicBezTo>
                  <a:cubicBezTo>
                    <a:pt x="14162" y="10243"/>
                    <a:pt x="14183" y="10236"/>
                    <a:pt x="14206" y="10224"/>
                  </a:cubicBezTo>
                  <a:cubicBezTo>
                    <a:pt x="14256" y="10202"/>
                    <a:pt x="14283" y="10167"/>
                    <a:pt x="14287" y="10167"/>
                  </a:cubicBezTo>
                  <a:lnTo>
                    <a:pt x="14287" y="10167"/>
                  </a:lnTo>
                  <a:cubicBezTo>
                    <a:pt x="14289" y="10167"/>
                    <a:pt x="14286" y="10174"/>
                    <a:pt x="14279" y="10192"/>
                  </a:cubicBezTo>
                  <a:cubicBezTo>
                    <a:pt x="14254" y="10248"/>
                    <a:pt x="14360" y="10289"/>
                    <a:pt x="14570" y="10370"/>
                  </a:cubicBezTo>
                  <a:cubicBezTo>
                    <a:pt x="14673" y="10409"/>
                    <a:pt x="14726" y="10428"/>
                    <a:pt x="14749" y="10428"/>
                  </a:cubicBezTo>
                  <a:cubicBezTo>
                    <a:pt x="14773" y="10428"/>
                    <a:pt x="14765" y="10407"/>
                    <a:pt x="14749" y="10370"/>
                  </a:cubicBezTo>
                  <a:lnTo>
                    <a:pt x="14749" y="10370"/>
                  </a:lnTo>
                  <a:cubicBezTo>
                    <a:pt x="14984" y="10394"/>
                    <a:pt x="14960" y="10451"/>
                    <a:pt x="14943" y="10508"/>
                  </a:cubicBezTo>
                  <a:cubicBezTo>
                    <a:pt x="14892" y="10555"/>
                    <a:pt x="14897" y="10588"/>
                    <a:pt x="14930" y="10588"/>
                  </a:cubicBezTo>
                  <a:cubicBezTo>
                    <a:pt x="14959" y="10588"/>
                    <a:pt x="15011" y="10561"/>
                    <a:pt x="15065" y="10492"/>
                  </a:cubicBezTo>
                  <a:cubicBezTo>
                    <a:pt x="15108" y="10449"/>
                    <a:pt x="15152" y="10433"/>
                    <a:pt x="15186" y="10433"/>
                  </a:cubicBezTo>
                  <a:cubicBezTo>
                    <a:pt x="15231" y="10433"/>
                    <a:pt x="15261" y="10460"/>
                    <a:pt x="15251" y="10492"/>
                  </a:cubicBezTo>
                  <a:cubicBezTo>
                    <a:pt x="15240" y="10518"/>
                    <a:pt x="15221" y="10527"/>
                    <a:pt x="15199" y="10527"/>
                  </a:cubicBezTo>
                  <a:cubicBezTo>
                    <a:pt x="15175" y="10527"/>
                    <a:pt x="15147" y="10516"/>
                    <a:pt x="15122" y="10508"/>
                  </a:cubicBezTo>
                  <a:cubicBezTo>
                    <a:pt x="15122" y="10508"/>
                    <a:pt x="15097" y="10565"/>
                    <a:pt x="15081" y="10621"/>
                  </a:cubicBezTo>
                  <a:cubicBezTo>
                    <a:pt x="15101" y="10628"/>
                    <a:pt x="15113" y="10632"/>
                    <a:pt x="15125" y="10632"/>
                  </a:cubicBezTo>
                  <a:cubicBezTo>
                    <a:pt x="15142" y="10632"/>
                    <a:pt x="15160" y="10624"/>
                    <a:pt x="15203" y="10605"/>
                  </a:cubicBezTo>
                  <a:cubicBezTo>
                    <a:pt x="15216" y="10607"/>
                    <a:pt x="15228" y="10608"/>
                    <a:pt x="15240" y="10608"/>
                  </a:cubicBezTo>
                  <a:cubicBezTo>
                    <a:pt x="15273" y="10608"/>
                    <a:pt x="15303" y="10601"/>
                    <a:pt x="15333" y="10589"/>
                  </a:cubicBezTo>
                  <a:cubicBezTo>
                    <a:pt x="15397" y="10565"/>
                    <a:pt x="15430" y="10483"/>
                    <a:pt x="15397" y="10419"/>
                  </a:cubicBezTo>
                  <a:cubicBezTo>
                    <a:pt x="15379" y="10377"/>
                    <a:pt x="15387" y="10364"/>
                    <a:pt x="15408" y="10364"/>
                  </a:cubicBezTo>
                  <a:cubicBezTo>
                    <a:pt x="15423" y="10364"/>
                    <a:pt x="15446" y="10371"/>
                    <a:pt x="15470" y="10378"/>
                  </a:cubicBezTo>
                  <a:cubicBezTo>
                    <a:pt x="15551" y="10475"/>
                    <a:pt x="15535" y="10532"/>
                    <a:pt x="15462" y="10573"/>
                  </a:cubicBezTo>
                  <a:cubicBezTo>
                    <a:pt x="15453" y="10569"/>
                    <a:pt x="15445" y="10567"/>
                    <a:pt x="15437" y="10567"/>
                  </a:cubicBezTo>
                  <a:cubicBezTo>
                    <a:pt x="15400" y="10567"/>
                    <a:pt x="15385" y="10614"/>
                    <a:pt x="15365" y="10662"/>
                  </a:cubicBezTo>
                  <a:cubicBezTo>
                    <a:pt x="15355" y="10684"/>
                    <a:pt x="15396" y="10695"/>
                    <a:pt x="15455" y="10695"/>
                  </a:cubicBezTo>
                  <a:cubicBezTo>
                    <a:pt x="15548" y="10695"/>
                    <a:pt x="15687" y="10668"/>
                    <a:pt x="15746" y="10613"/>
                  </a:cubicBezTo>
                  <a:lnTo>
                    <a:pt x="15746" y="10613"/>
                  </a:lnTo>
                  <a:lnTo>
                    <a:pt x="15722" y="10670"/>
                  </a:lnTo>
                  <a:cubicBezTo>
                    <a:pt x="15705" y="10719"/>
                    <a:pt x="15811" y="10759"/>
                    <a:pt x="15916" y="10800"/>
                  </a:cubicBezTo>
                  <a:cubicBezTo>
                    <a:pt x="15973" y="10822"/>
                    <a:pt x="16014" y="10836"/>
                    <a:pt x="16043" y="10836"/>
                  </a:cubicBezTo>
                  <a:cubicBezTo>
                    <a:pt x="16067" y="10836"/>
                    <a:pt x="16083" y="10826"/>
                    <a:pt x="16095" y="10800"/>
                  </a:cubicBezTo>
                  <a:cubicBezTo>
                    <a:pt x="16108" y="10752"/>
                    <a:pt x="16127" y="10705"/>
                    <a:pt x="16162" y="10705"/>
                  </a:cubicBezTo>
                  <a:cubicBezTo>
                    <a:pt x="16169" y="10705"/>
                    <a:pt x="16176" y="10706"/>
                    <a:pt x="16184" y="10710"/>
                  </a:cubicBezTo>
                  <a:cubicBezTo>
                    <a:pt x="16135" y="10686"/>
                    <a:pt x="16151" y="10629"/>
                    <a:pt x="16176" y="10573"/>
                  </a:cubicBezTo>
                  <a:lnTo>
                    <a:pt x="16176" y="10573"/>
                  </a:lnTo>
                  <a:cubicBezTo>
                    <a:pt x="16224" y="10629"/>
                    <a:pt x="16257" y="10686"/>
                    <a:pt x="16289" y="10743"/>
                  </a:cubicBezTo>
                  <a:cubicBezTo>
                    <a:pt x="16354" y="10905"/>
                    <a:pt x="16492" y="11019"/>
                    <a:pt x="16654" y="11067"/>
                  </a:cubicBezTo>
                  <a:cubicBezTo>
                    <a:pt x="16759" y="11100"/>
                    <a:pt x="16922" y="11156"/>
                    <a:pt x="16954" y="11229"/>
                  </a:cubicBezTo>
                  <a:cubicBezTo>
                    <a:pt x="17011" y="11251"/>
                    <a:pt x="17054" y="11266"/>
                    <a:pt x="17084" y="11266"/>
                  </a:cubicBezTo>
                  <a:cubicBezTo>
                    <a:pt x="17109" y="11266"/>
                    <a:pt x="17125" y="11255"/>
                    <a:pt x="17132" y="11229"/>
                  </a:cubicBezTo>
                  <a:lnTo>
                    <a:pt x="17238" y="11270"/>
                  </a:lnTo>
                  <a:cubicBezTo>
                    <a:pt x="17260" y="11319"/>
                    <a:pt x="17318" y="11353"/>
                    <a:pt x="17359" y="11353"/>
                  </a:cubicBezTo>
                  <a:cubicBezTo>
                    <a:pt x="17379" y="11353"/>
                    <a:pt x="17395" y="11345"/>
                    <a:pt x="17400" y="11327"/>
                  </a:cubicBezTo>
                  <a:cubicBezTo>
                    <a:pt x="17415" y="11318"/>
                    <a:pt x="17429" y="11315"/>
                    <a:pt x="17441" y="11315"/>
                  </a:cubicBezTo>
                  <a:cubicBezTo>
                    <a:pt x="17488" y="11315"/>
                    <a:pt x="17517" y="11364"/>
                    <a:pt x="17562" y="11383"/>
                  </a:cubicBezTo>
                  <a:cubicBezTo>
                    <a:pt x="17593" y="11452"/>
                    <a:pt x="17609" y="11488"/>
                    <a:pt x="17618" y="11488"/>
                  </a:cubicBezTo>
                  <a:cubicBezTo>
                    <a:pt x="17629" y="11488"/>
                    <a:pt x="17631" y="11442"/>
                    <a:pt x="17635" y="11343"/>
                  </a:cubicBezTo>
                  <a:cubicBezTo>
                    <a:pt x="17651" y="11286"/>
                    <a:pt x="17562" y="11189"/>
                    <a:pt x="17513" y="11173"/>
                  </a:cubicBezTo>
                  <a:lnTo>
                    <a:pt x="17351" y="11116"/>
                  </a:lnTo>
                  <a:lnTo>
                    <a:pt x="17530" y="11116"/>
                  </a:lnTo>
                  <a:cubicBezTo>
                    <a:pt x="17543" y="11120"/>
                    <a:pt x="17561" y="11122"/>
                    <a:pt x="17580" y="11122"/>
                  </a:cubicBezTo>
                  <a:cubicBezTo>
                    <a:pt x="17640" y="11122"/>
                    <a:pt x="17714" y="11102"/>
                    <a:pt x="17732" y="11059"/>
                  </a:cubicBezTo>
                  <a:cubicBezTo>
                    <a:pt x="17739" y="11032"/>
                    <a:pt x="17763" y="11016"/>
                    <a:pt x="17789" y="11016"/>
                  </a:cubicBezTo>
                  <a:cubicBezTo>
                    <a:pt x="17794" y="11016"/>
                    <a:pt x="17800" y="11017"/>
                    <a:pt x="17805" y="11019"/>
                  </a:cubicBezTo>
                  <a:cubicBezTo>
                    <a:pt x="17805" y="11019"/>
                    <a:pt x="17781" y="11075"/>
                    <a:pt x="17765" y="11132"/>
                  </a:cubicBezTo>
                  <a:cubicBezTo>
                    <a:pt x="17708" y="11164"/>
                    <a:pt x="17668" y="11221"/>
                    <a:pt x="17651" y="11286"/>
                  </a:cubicBezTo>
                  <a:cubicBezTo>
                    <a:pt x="17663" y="11378"/>
                    <a:pt x="17736" y="11462"/>
                    <a:pt x="17792" y="11462"/>
                  </a:cubicBezTo>
                  <a:cubicBezTo>
                    <a:pt x="17814" y="11462"/>
                    <a:pt x="17834" y="11449"/>
                    <a:pt x="17846" y="11416"/>
                  </a:cubicBezTo>
                  <a:cubicBezTo>
                    <a:pt x="17895" y="11432"/>
                    <a:pt x="17895" y="11432"/>
                    <a:pt x="17935" y="11505"/>
                  </a:cubicBezTo>
                  <a:cubicBezTo>
                    <a:pt x="17923" y="11534"/>
                    <a:pt x="17931" y="11555"/>
                    <a:pt x="17955" y="11555"/>
                  </a:cubicBezTo>
                  <a:cubicBezTo>
                    <a:pt x="17978" y="11555"/>
                    <a:pt x="18013" y="11536"/>
                    <a:pt x="18057" y="11489"/>
                  </a:cubicBezTo>
                  <a:cubicBezTo>
                    <a:pt x="18094" y="11448"/>
                    <a:pt x="18126" y="11427"/>
                    <a:pt x="18152" y="11427"/>
                  </a:cubicBezTo>
                  <a:cubicBezTo>
                    <a:pt x="18187" y="11427"/>
                    <a:pt x="18210" y="11466"/>
                    <a:pt x="18219" y="11546"/>
                  </a:cubicBezTo>
                  <a:cubicBezTo>
                    <a:pt x="18269" y="11658"/>
                    <a:pt x="18405" y="11727"/>
                    <a:pt x="18476" y="11727"/>
                  </a:cubicBezTo>
                  <a:cubicBezTo>
                    <a:pt x="18498" y="11727"/>
                    <a:pt x="18513" y="11721"/>
                    <a:pt x="18519" y="11708"/>
                  </a:cubicBezTo>
                  <a:cubicBezTo>
                    <a:pt x="18532" y="11661"/>
                    <a:pt x="18567" y="11643"/>
                    <a:pt x="18606" y="11643"/>
                  </a:cubicBezTo>
                  <a:cubicBezTo>
                    <a:pt x="18662" y="11643"/>
                    <a:pt x="18727" y="11681"/>
                    <a:pt x="18746" y="11724"/>
                  </a:cubicBezTo>
                  <a:cubicBezTo>
                    <a:pt x="18762" y="11767"/>
                    <a:pt x="18804" y="11796"/>
                    <a:pt x="18846" y="11796"/>
                  </a:cubicBezTo>
                  <a:cubicBezTo>
                    <a:pt x="18867" y="11796"/>
                    <a:pt x="18889" y="11789"/>
                    <a:pt x="18908" y="11773"/>
                  </a:cubicBezTo>
                  <a:lnTo>
                    <a:pt x="18908" y="11773"/>
                  </a:lnTo>
                  <a:cubicBezTo>
                    <a:pt x="18895" y="11820"/>
                    <a:pt x="18915" y="11878"/>
                    <a:pt x="18963" y="11878"/>
                  </a:cubicBezTo>
                  <a:cubicBezTo>
                    <a:pt x="18973" y="11878"/>
                    <a:pt x="18985" y="11875"/>
                    <a:pt x="18997" y="11870"/>
                  </a:cubicBezTo>
                  <a:cubicBezTo>
                    <a:pt x="18997" y="11870"/>
                    <a:pt x="19003" y="11871"/>
                    <a:pt x="19009" y="11871"/>
                  </a:cubicBezTo>
                  <a:cubicBezTo>
                    <a:pt x="19023" y="11871"/>
                    <a:pt x="19042" y="11864"/>
                    <a:pt x="19013" y="11813"/>
                  </a:cubicBezTo>
                  <a:lnTo>
                    <a:pt x="19159" y="11732"/>
                  </a:lnTo>
                  <a:cubicBezTo>
                    <a:pt x="19111" y="11716"/>
                    <a:pt x="19127" y="11659"/>
                    <a:pt x="19143" y="11602"/>
                  </a:cubicBezTo>
                  <a:cubicBezTo>
                    <a:pt x="19147" y="11593"/>
                    <a:pt x="19156" y="11588"/>
                    <a:pt x="19167" y="11588"/>
                  </a:cubicBezTo>
                  <a:cubicBezTo>
                    <a:pt x="19226" y="11588"/>
                    <a:pt x="19363" y="11702"/>
                    <a:pt x="19411" y="11878"/>
                  </a:cubicBezTo>
                  <a:lnTo>
                    <a:pt x="19476" y="12024"/>
                  </a:lnTo>
                  <a:cubicBezTo>
                    <a:pt x="19500" y="11967"/>
                    <a:pt x="19516" y="11910"/>
                    <a:pt x="19516" y="11910"/>
                  </a:cubicBezTo>
                  <a:cubicBezTo>
                    <a:pt x="19565" y="11927"/>
                    <a:pt x="19622" y="11943"/>
                    <a:pt x="19605" y="12008"/>
                  </a:cubicBezTo>
                  <a:cubicBezTo>
                    <a:pt x="19581" y="12064"/>
                    <a:pt x="19581" y="12064"/>
                    <a:pt x="19638" y="12081"/>
                  </a:cubicBezTo>
                  <a:cubicBezTo>
                    <a:pt x="19643" y="12082"/>
                    <a:pt x="19649" y="12083"/>
                    <a:pt x="19654" y="12083"/>
                  </a:cubicBezTo>
                  <a:cubicBezTo>
                    <a:pt x="19681" y="12083"/>
                    <a:pt x="19704" y="12067"/>
                    <a:pt x="19711" y="12040"/>
                  </a:cubicBezTo>
                  <a:cubicBezTo>
                    <a:pt x="19729" y="11977"/>
                    <a:pt x="19737" y="11949"/>
                    <a:pt x="19747" y="11949"/>
                  </a:cubicBezTo>
                  <a:cubicBezTo>
                    <a:pt x="19756" y="11949"/>
                    <a:pt x="19766" y="11967"/>
                    <a:pt x="19784" y="12000"/>
                  </a:cubicBezTo>
                  <a:cubicBezTo>
                    <a:pt x="19793" y="12074"/>
                    <a:pt x="19813" y="12111"/>
                    <a:pt x="19845" y="12111"/>
                  </a:cubicBezTo>
                  <a:cubicBezTo>
                    <a:pt x="19869" y="12111"/>
                    <a:pt x="19899" y="12090"/>
                    <a:pt x="19938" y="12048"/>
                  </a:cubicBezTo>
                  <a:cubicBezTo>
                    <a:pt x="19957" y="11994"/>
                    <a:pt x="19967" y="11966"/>
                    <a:pt x="19974" y="11966"/>
                  </a:cubicBezTo>
                  <a:cubicBezTo>
                    <a:pt x="19982" y="11966"/>
                    <a:pt x="19986" y="12000"/>
                    <a:pt x="19994" y="12073"/>
                  </a:cubicBezTo>
                  <a:cubicBezTo>
                    <a:pt x="19978" y="12129"/>
                    <a:pt x="20011" y="12194"/>
                    <a:pt x="20067" y="12218"/>
                  </a:cubicBezTo>
                  <a:lnTo>
                    <a:pt x="20084" y="12162"/>
                  </a:lnTo>
                  <a:cubicBezTo>
                    <a:pt x="20104" y="12104"/>
                    <a:pt x="20127" y="12080"/>
                    <a:pt x="20149" y="12080"/>
                  </a:cubicBezTo>
                  <a:cubicBezTo>
                    <a:pt x="20170" y="12080"/>
                    <a:pt x="20189" y="12102"/>
                    <a:pt x="20205" y="12137"/>
                  </a:cubicBezTo>
                  <a:cubicBezTo>
                    <a:pt x="20194" y="12177"/>
                    <a:pt x="20218" y="12197"/>
                    <a:pt x="20276" y="12197"/>
                  </a:cubicBezTo>
                  <a:cubicBezTo>
                    <a:pt x="20300" y="12197"/>
                    <a:pt x="20331" y="12193"/>
                    <a:pt x="20367" y="12186"/>
                  </a:cubicBezTo>
                  <a:cubicBezTo>
                    <a:pt x="20473" y="12227"/>
                    <a:pt x="20530" y="12243"/>
                    <a:pt x="20513" y="12300"/>
                  </a:cubicBezTo>
                  <a:cubicBezTo>
                    <a:pt x="20492" y="12359"/>
                    <a:pt x="20482" y="12387"/>
                    <a:pt x="20490" y="12387"/>
                  </a:cubicBezTo>
                  <a:cubicBezTo>
                    <a:pt x="20497" y="12387"/>
                    <a:pt x="20519" y="12363"/>
                    <a:pt x="20562" y="12316"/>
                  </a:cubicBezTo>
                  <a:cubicBezTo>
                    <a:pt x="20591" y="12299"/>
                    <a:pt x="20609" y="12290"/>
                    <a:pt x="20625" y="12290"/>
                  </a:cubicBezTo>
                  <a:cubicBezTo>
                    <a:pt x="20649" y="12290"/>
                    <a:pt x="20671" y="12311"/>
                    <a:pt x="20724" y="12364"/>
                  </a:cubicBezTo>
                  <a:cubicBezTo>
                    <a:pt x="20743" y="12406"/>
                    <a:pt x="20751" y="12424"/>
                    <a:pt x="20768" y="12424"/>
                  </a:cubicBezTo>
                  <a:cubicBezTo>
                    <a:pt x="20781" y="12424"/>
                    <a:pt x="20798" y="12414"/>
                    <a:pt x="20830" y="12397"/>
                  </a:cubicBezTo>
                  <a:cubicBezTo>
                    <a:pt x="20870" y="12283"/>
                    <a:pt x="20886" y="12227"/>
                    <a:pt x="20830" y="12210"/>
                  </a:cubicBezTo>
                  <a:cubicBezTo>
                    <a:pt x="20781" y="12194"/>
                    <a:pt x="20781" y="12194"/>
                    <a:pt x="20797" y="12137"/>
                  </a:cubicBezTo>
                  <a:lnTo>
                    <a:pt x="20797" y="12137"/>
                  </a:lnTo>
                  <a:lnTo>
                    <a:pt x="20903" y="12170"/>
                  </a:lnTo>
                  <a:cubicBezTo>
                    <a:pt x="20945" y="12189"/>
                    <a:pt x="20991" y="12197"/>
                    <a:pt x="21037" y="12197"/>
                  </a:cubicBezTo>
                  <a:cubicBezTo>
                    <a:pt x="21071" y="12197"/>
                    <a:pt x="21104" y="12193"/>
                    <a:pt x="21138" y="12186"/>
                  </a:cubicBezTo>
                  <a:cubicBezTo>
                    <a:pt x="21255" y="12164"/>
                    <a:pt x="21293" y="12069"/>
                    <a:pt x="21209" y="12069"/>
                  </a:cubicBezTo>
                  <a:cubicBezTo>
                    <a:pt x="21200" y="12069"/>
                    <a:pt x="21190" y="12070"/>
                    <a:pt x="21178" y="12073"/>
                  </a:cubicBezTo>
                  <a:lnTo>
                    <a:pt x="21138" y="11991"/>
                  </a:lnTo>
                  <a:cubicBezTo>
                    <a:pt x="21169" y="11898"/>
                    <a:pt x="21151" y="11846"/>
                    <a:pt x="21120" y="11846"/>
                  </a:cubicBezTo>
                  <a:cubicBezTo>
                    <a:pt x="21094" y="11846"/>
                    <a:pt x="21058" y="11882"/>
                    <a:pt x="21032" y="11959"/>
                  </a:cubicBezTo>
                  <a:cubicBezTo>
                    <a:pt x="21002" y="12050"/>
                    <a:pt x="20988" y="12092"/>
                    <a:pt x="20979" y="12092"/>
                  </a:cubicBezTo>
                  <a:cubicBezTo>
                    <a:pt x="20971" y="12092"/>
                    <a:pt x="20967" y="12060"/>
                    <a:pt x="20959" y="12000"/>
                  </a:cubicBezTo>
                  <a:cubicBezTo>
                    <a:pt x="21000" y="11886"/>
                    <a:pt x="20943" y="11870"/>
                    <a:pt x="20894" y="11854"/>
                  </a:cubicBezTo>
                  <a:cubicBezTo>
                    <a:pt x="20838" y="11837"/>
                    <a:pt x="20838" y="11837"/>
                    <a:pt x="20854" y="11781"/>
                  </a:cubicBezTo>
                  <a:cubicBezTo>
                    <a:pt x="20870" y="11716"/>
                    <a:pt x="20846" y="11659"/>
                    <a:pt x="20789" y="11627"/>
                  </a:cubicBezTo>
                  <a:cubicBezTo>
                    <a:pt x="20769" y="11621"/>
                    <a:pt x="20756" y="11617"/>
                    <a:pt x="20747" y="11617"/>
                  </a:cubicBezTo>
                  <a:cubicBezTo>
                    <a:pt x="20730" y="11617"/>
                    <a:pt x="20727" y="11630"/>
                    <a:pt x="20716" y="11667"/>
                  </a:cubicBezTo>
                  <a:cubicBezTo>
                    <a:pt x="20727" y="11696"/>
                    <a:pt x="20722" y="11709"/>
                    <a:pt x="20709" y="11709"/>
                  </a:cubicBezTo>
                  <a:cubicBezTo>
                    <a:pt x="20686" y="11709"/>
                    <a:pt x="20637" y="11662"/>
                    <a:pt x="20627" y="11578"/>
                  </a:cubicBezTo>
                  <a:cubicBezTo>
                    <a:pt x="20612" y="11546"/>
                    <a:pt x="20604" y="11527"/>
                    <a:pt x="20596" y="11527"/>
                  </a:cubicBezTo>
                  <a:cubicBezTo>
                    <a:pt x="20586" y="11527"/>
                    <a:pt x="20576" y="11556"/>
                    <a:pt x="20554" y="11619"/>
                  </a:cubicBezTo>
                  <a:cubicBezTo>
                    <a:pt x="20540" y="11666"/>
                    <a:pt x="20514" y="11688"/>
                    <a:pt x="20486" y="11688"/>
                  </a:cubicBezTo>
                  <a:cubicBezTo>
                    <a:pt x="20448" y="11688"/>
                    <a:pt x="20406" y="11645"/>
                    <a:pt x="20392" y="11570"/>
                  </a:cubicBezTo>
                  <a:lnTo>
                    <a:pt x="20286" y="11537"/>
                  </a:lnTo>
                  <a:cubicBezTo>
                    <a:pt x="20278" y="11533"/>
                    <a:pt x="20271" y="11532"/>
                    <a:pt x="20264" y="11532"/>
                  </a:cubicBezTo>
                  <a:cubicBezTo>
                    <a:pt x="20230" y="11532"/>
                    <a:pt x="20211" y="11579"/>
                    <a:pt x="20197" y="11627"/>
                  </a:cubicBezTo>
                  <a:cubicBezTo>
                    <a:pt x="20179" y="11694"/>
                    <a:pt x="20171" y="11724"/>
                    <a:pt x="20161" y="11724"/>
                  </a:cubicBezTo>
                  <a:cubicBezTo>
                    <a:pt x="20152" y="11724"/>
                    <a:pt x="20142" y="11704"/>
                    <a:pt x="20124" y="11667"/>
                  </a:cubicBezTo>
                  <a:cubicBezTo>
                    <a:pt x="20108" y="11627"/>
                    <a:pt x="20100" y="11586"/>
                    <a:pt x="20108" y="11537"/>
                  </a:cubicBezTo>
                  <a:cubicBezTo>
                    <a:pt x="20132" y="11481"/>
                    <a:pt x="20076" y="11464"/>
                    <a:pt x="20019" y="11448"/>
                  </a:cubicBezTo>
                  <a:cubicBezTo>
                    <a:pt x="19990" y="11439"/>
                    <a:pt x="19942" y="11421"/>
                    <a:pt x="19904" y="11421"/>
                  </a:cubicBezTo>
                  <a:cubicBezTo>
                    <a:pt x="19877" y="11421"/>
                    <a:pt x="19855" y="11430"/>
                    <a:pt x="19849" y="11456"/>
                  </a:cubicBezTo>
                  <a:lnTo>
                    <a:pt x="19865" y="11392"/>
                  </a:lnTo>
                  <a:cubicBezTo>
                    <a:pt x="19826" y="11380"/>
                    <a:pt x="19825" y="11351"/>
                    <a:pt x="19821" y="11351"/>
                  </a:cubicBezTo>
                  <a:cubicBezTo>
                    <a:pt x="19819" y="11351"/>
                    <a:pt x="19816" y="11357"/>
                    <a:pt x="19808" y="11375"/>
                  </a:cubicBezTo>
                  <a:cubicBezTo>
                    <a:pt x="19759" y="11351"/>
                    <a:pt x="19711" y="11319"/>
                    <a:pt x="19670" y="11270"/>
                  </a:cubicBezTo>
                  <a:cubicBezTo>
                    <a:pt x="19642" y="11242"/>
                    <a:pt x="19603" y="11228"/>
                    <a:pt x="19567" y="11228"/>
                  </a:cubicBezTo>
                  <a:cubicBezTo>
                    <a:pt x="19490" y="11228"/>
                    <a:pt x="19426" y="11290"/>
                    <a:pt x="19506" y="11404"/>
                  </a:cubicBezTo>
                  <a:lnTo>
                    <a:pt x="19506" y="11404"/>
                  </a:lnTo>
                  <a:cubicBezTo>
                    <a:pt x="19492" y="11399"/>
                    <a:pt x="19474" y="11392"/>
                    <a:pt x="19451" y="11383"/>
                  </a:cubicBezTo>
                  <a:cubicBezTo>
                    <a:pt x="19447" y="11382"/>
                    <a:pt x="19443" y="11381"/>
                    <a:pt x="19438" y="11381"/>
                  </a:cubicBezTo>
                  <a:cubicBezTo>
                    <a:pt x="19416" y="11381"/>
                    <a:pt x="19392" y="11397"/>
                    <a:pt x="19378" y="11424"/>
                  </a:cubicBezTo>
                  <a:cubicBezTo>
                    <a:pt x="19370" y="11454"/>
                    <a:pt x="19352" y="11464"/>
                    <a:pt x="19329" y="11464"/>
                  </a:cubicBezTo>
                  <a:cubicBezTo>
                    <a:pt x="19308" y="11464"/>
                    <a:pt x="19283" y="11456"/>
                    <a:pt x="19257" y="11448"/>
                  </a:cubicBezTo>
                  <a:lnTo>
                    <a:pt x="19297" y="11335"/>
                  </a:lnTo>
                  <a:cubicBezTo>
                    <a:pt x="19364" y="11237"/>
                    <a:pt x="19353" y="11165"/>
                    <a:pt x="19308" y="11165"/>
                  </a:cubicBezTo>
                  <a:cubicBezTo>
                    <a:pt x="19283" y="11165"/>
                    <a:pt x="19247" y="11189"/>
                    <a:pt x="19208" y="11246"/>
                  </a:cubicBezTo>
                  <a:lnTo>
                    <a:pt x="19208" y="11246"/>
                  </a:lnTo>
                  <a:cubicBezTo>
                    <a:pt x="19212" y="11230"/>
                    <a:pt x="19218" y="11210"/>
                    <a:pt x="19224" y="11189"/>
                  </a:cubicBezTo>
                  <a:cubicBezTo>
                    <a:pt x="19242" y="11147"/>
                    <a:pt x="19216" y="11123"/>
                    <a:pt x="19152" y="11123"/>
                  </a:cubicBezTo>
                  <a:cubicBezTo>
                    <a:pt x="19129" y="11123"/>
                    <a:pt x="19102" y="11126"/>
                    <a:pt x="19070" y="11132"/>
                  </a:cubicBezTo>
                  <a:cubicBezTo>
                    <a:pt x="19066" y="11131"/>
                    <a:pt x="19061" y="11130"/>
                    <a:pt x="19057" y="11130"/>
                  </a:cubicBezTo>
                  <a:cubicBezTo>
                    <a:pt x="19000" y="11130"/>
                    <a:pt x="18922" y="11217"/>
                    <a:pt x="18900" y="11270"/>
                  </a:cubicBezTo>
                  <a:cubicBezTo>
                    <a:pt x="18893" y="11297"/>
                    <a:pt x="18870" y="11312"/>
                    <a:pt x="18848" y="11312"/>
                  </a:cubicBezTo>
                  <a:cubicBezTo>
                    <a:pt x="18844" y="11312"/>
                    <a:pt x="18839" y="11312"/>
                    <a:pt x="18835" y="11310"/>
                  </a:cubicBezTo>
                  <a:cubicBezTo>
                    <a:pt x="18778" y="11286"/>
                    <a:pt x="18778" y="11286"/>
                    <a:pt x="18795" y="11229"/>
                  </a:cubicBezTo>
                  <a:cubicBezTo>
                    <a:pt x="18819" y="11162"/>
                    <a:pt x="18791" y="11123"/>
                    <a:pt x="18746" y="11123"/>
                  </a:cubicBezTo>
                  <a:cubicBezTo>
                    <a:pt x="18716" y="11123"/>
                    <a:pt x="18677" y="11141"/>
                    <a:pt x="18640" y="11181"/>
                  </a:cubicBezTo>
                  <a:lnTo>
                    <a:pt x="18657" y="11124"/>
                  </a:lnTo>
                  <a:cubicBezTo>
                    <a:pt x="18673" y="11067"/>
                    <a:pt x="18640" y="10994"/>
                    <a:pt x="18357" y="10954"/>
                  </a:cubicBezTo>
                  <a:cubicBezTo>
                    <a:pt x="18146" y="10881"/>
                    <a:pt x="17992" y="10832"/>
                    <a:pt x="18008" y="10775"/>
                  </a:cubicBezTo>
                  <a:cubicBezTo>
                    <a:pt x="18013" y="10757"/>
                    <a:pt x="17990" y="10749"/>
                    <a:pt x="17951" y="10749"/>
                  </a:cubicBezTo>
                  <a:cubicBezTo>
                    <a:pt x="17872" y="10749"/>
                    <a:pt x="17728" y="10783"/>
                    <a:pt x="17635" y="10832"/>
                  </a:cubicBezTo>
                  <a:cubicBezTo>
                    <a:pt x="17651" y="10775"/>
                    <a:pt x="17595" y="10759"/>
                    <a:pt x="17489" y="10727"/>
                  </a:cubicBezTo>
                  <a:cubicBezTo>
                    <a:pt x="17335" y="10670"/>
                    <a:pt x="17335" y="10670"/>
                    <a:pt x="17351" y="10613"/>
                  </a:cubicBezTo>
                  <a:cubicBezTo>
                    <a:pt x="17402" y="10562"/>
                    <a:pt x="17426" y="10538"/>
                    <a:pt x="17417" y="10538"/>
                  </a:cubicBezTo>
                  <a:cubicBezTo>
                    <a:pt x="17409" y="10538"/>
                    <a:pt x="17372" y="10558"/>
                    <a:pt x="17303" y="10597"/>
                  </a:cubicBezTo>
                  <a:cubicBezTo>
                    <a:pt x="17278" y="10619"/>
                    <a:pt x="17251" y="10629"/>
                    <a:pt x="17225" y="10629"/>
                  </a:cubicBezTo>
                  <a:cubicBezTo>
                    <a:pt x="17147" y="10629"/>
                    <a:pt x="17078" y="10544"/>
                    <a:pt x="17108" y="10459"/>
                  </a:cubicBezTo>
                  <a:cubicBezTo>
                    <a:pt x="17132" y="10402"/>
                    <a:pt x="17076" y="10386"/>
                    <a:pt x="16970" y="10354"/>
                  </a:cubicBezTo>
                  <a:cubicBezTo>
                    <a:pt x="16949" y="10363"/>
                    <a:pt x="16926" y="10367"/>
                    <a:pt x="16901" y="10367"/>
                  </a:cubicBezTo>
                  <a:cubicBezTo>
                    <a:pt x="16837" y="10367"/>
                    <a:pt x="16762" y="10342"/>
                    <a:pt x="16687" y="10313"/>
                  </a:cubicBezTo>
                  <a:cubicBezTo>
                    <a:pt x="16623" y="10290"/>
                    <a:pt x="16585" y="10276"/>
                    <a:pt x="16561" y="10276"/>
                  </a:cubicBezTo>
                  <a:cubicBezTo>
                    <a:pt x="16526" y="10276"/>
                    <a:pt x="16516" y="10303"/>
                    <a:pt x="16492" y="10370"/>
                  </a:cubicBezTo>
                  <a:cubicBezTo>
                    <a:pt x="16469" y="10435"/>
                    <a:pt x="16441" y="10457"/>
                    <a:pt x="16401" y="10457"/>
                  </a:cubicBezTo>
                  <a:cubicBezTo>
                    <a:pt x="16371" y="10457"/>
                    <a:pt x="16335" y="10444"/>
                    <a:pt x="16289" y="10427"/>
                  </a:cubicBezTo>
                  <a:cubicBezTo>
                    <a:pt x="16241" y="10410"/>
                    <a:pt x="16184" y="10386"/>
                    <a:pt x="16208" y="10329"/>
                  </a:cubicBezTo>
                  <a:cubicBezTo>
                    <a:pt x="16184" y="10289"/>
                    <a:pt x="16160" y="10256"/>
                    <a:pt x="16119" y="10240"/>
                  </a:cubicBezTo>
                  <a:cubicBezTo>
                    <a:pt x="16070" y="10216"/>
                    <a:pt x="16014" y="10200"/>
                    <a:pt x="16038" y="10143"/>
                  </a:cubicBezTo>
                  <a:cubicBezTo>
                    <a:pt x="16005" y="10086"/>
                    <a:pt x="15957" y="10046"/>
                    <a:pt x="15900" y="10029"/>
                  </a:cubicBezTo>
                  <a:cubicBezTo>
                    <a:pt x="15795" y="9989"/>
                    <a:pt x="15689" y="9948"/>
                    <a:pt x="15705" y="9892"/>
                  </a:cubicBezTo>
                  <a:cubicBezTo>
                    <a:pt x="15689" y="9886"/>
                    <a:pt x="15677" y="9882"/>
                    <a:pt x="15669" y="9882"/>
                  </a:cubicBezTo>
                  <a:cubicBezTo>
                    <a:pt x="15654" y="9882"/>
                    <a:pt x="15648" y="9895"/>
                    <a:pt x="15632" y="9932"/>
                  </a:cubicBezTo>
                  <a:cubicBezTo>
                    <a:pt x="15625" y="9960"/>
                    <a:pt x="15603" y="9982"/>
                    <a:pt x="15560" y="9982"/>
                  </a:cubicBezTo>
                  <a:cubicBezTo>
                    <a:pt x="15516" y="9982"/>
                    <a:pt x="15448" y="9958"/>
                    <a:pt x="15349" y="9892"/>
                  </a:cubicBezTo>
                  <a:cubicBezTo>
                    <a:pt x="15281" y="9863"/>
                    <a:pt x="15181" y="9827"/>
                    <a:pt x="15119" y="9827"/>
                  </a:cubicBezTo>
                  <a:cubicBezTo>
                    <a:pt x="15092" y="9827"/>
                    <a:pt x="15072" y="9834"/>
                    <a:pt x="15065" y="9851"/>
                  </a:cubicBezTo>
                  <a:cubicBezTo>
                    <a:pt x="15016" y="9835"/>
                    <a:pt x="15016" y="9835"/>
                    <a:pt x="15041" y="9778"/>
                  </a:cubicBezTo>
                  <a:cubicBezTo>
                    <a:pt x="15067" y="9703"/>
                    <a:pt x="15031" y="9660"/>
                    <a:pt x="14961" y="9660"/>
                  </a:cubicBezTo>
                  <a:cubicBezTo>
                    <a:pt x="14925" y="9660"/>
                    <a:pt x="14880" y="9672"/>
                    <a:pt x="14830" y="9697"/>
                  </a:cubicBezTo>
                  <a:cubicBezTo>
                    <a:pt x="14821" y="9718"/>
                    <a:pt x="14808" y="9728"/>
                    <a:pt x="14794" y="9728"/>
                  </a:cubicBezTo>
                  <a:cubicBezTo>
                    <a:pt x="14771" y="9728"/>
                    <a:pt x="14745" y="9702"/>
                    <a:pt x="14724" y="9656"/>
                  </a:cubicBezTo>
                  <a:cubicBezTo>
                    <a:pt x="14710" y="9653"/>
                    <a:pt x="14694" y="9652"/>
                    <a:pt x="14677" y="9652"/>
                  </a:cubicBezTo>
                  <a:cubicBezTo>
                    <a:pt x="14649" y="9652"/>
                    <a:pt x="14620" y="9657"/>
                    <a:pt x="14595" y="9673"/>
                  </a:cubicBezTo>
                  <a:cubicBezTo>
                    <a:pt x="14568" y="9685"/>
                    <a:pt x="14551" y="9692"/>
                    <a:pt x="14536" y="9692"/>
                  </a:cubicBezTo>
                  <a:cubicBezTo>
                    <a:pt x="14511" y="9692"/>
                    <a:pt x="14492" y="9669"/>
                    <a:pt x="14441" y="9608"/>
                  </a:cubicBezTo>
                  <a:cubicBezTo>
                    <a:pt x="14465" y="9559"/>
                    <a:pt x="14408" y="9535"/>
                    <a:pt x="14360" y="9519"/>
                  </a:cubicBezTo>
                  <a:cubicBezTo>
                    <a:pt x="14357" y="9519"/>
                    <a:pt x="14355" y="9519"/>
                    <a:pt x="14352" y="9519"/>
                  </a:cubicBezTo>
                  <a:cubicBezTo>
                    <a:pt x="14209" y="9519"/>
                    <a:pt x="13654" y="9306"/>
                    <a:pt x="13630" y="9235"/>
                  </a:cubicBezTo>
                  <a:cubicBezTo>
                    <a:pt x="13591" y="9252"/>
                    <a:pt x="13573" y="9260"/>
                    <a:pt x="13555" y="9260"/>
                  </a:cubicBezTo>
                  <a:cubicBezTo>
                    <a:pt x="13541" y="9260"/>
                    <a:pt x="13526" y="9254"/>
                    <a:pt x="13500" y="9243"/>
                  </a:cubicBezTo>
                  <a:cubicBezTo>
                    <a:pt x="13497" y="9184"/>
                    <a:pt x="13480" y="9159"/>
                    <a:pt x="13459" y="9159"/>
                  </a:cubicBezTo>
                  <a:cubicBezTo>
                    <a:pt x="13433" y="9159"/>
                    <a:pt x="13401" y="9197"/>
                    <a:pt x="13379" y="9259"/>
                  </a:cubicBezTo>
                  <a:lnTo>
                    <a:pt x="13427" y="9283"/>
                  </a:lnTo>
                  <a:lnTo>
                    <a:pt x="13476" y="9300"/>
                  </a:lnTo>
                  <a:cubicBezTo>
                    <a:pt x="13462" y="9339"/>
                    <a:pt x="13434" y="9357"/>
                    <a:pt x="13407" y="9357"/>
                  </a:cubicBezTo>
                  <a:cubicBezTo>
                    <a:pt x="13355" y="9357"/>
                    <a:pt x="13304" y="9292"/>
                    <a:pt x="13346" y="9186"/>
                  </a:cubicBezTo>
                  <a:cubicBezTo>
                    <a:pt x="13342" y="9111"/>
                    <a:pt x="13340" y="9077"/>
                    <a:pt x="13323" y="9077"/>
                  </a:cubicBezTo>
                  <a:cubicBezTo>
                    <a:pt x="13309" y="9077"/>
                    <a:pt x="13285" y="9101"/>
                    <a:pt x="13241" y="9146"/>
                  </a:cubicBezTo>
                  <a:cubicBezTo>
                    <a:pt x="13202" y="9181"/>
                    <a:pt x="13171" y="9199"/>
                    <a:pt x="13147" y="9199"/>
                  </a:cubicBezTo>
                  <a:cubicBezTo>
                    <a:pt x="13111" y="9199"/>
                    <a:pt x="13092" y="9159"/>
                    <a:pt x="13087" y="9081"/>
                  </a:cubicBezTo>
                  <a:cubicBezTo>
                    <a:pt x="13108" y="9021"/>
                    <a:pt x="13118" y="8992"/>
                    <a:pt x="13110" y="8992"/>
                  </a:cubicBezTo>
                  <a:cubicBezTo>
                    <a:pt x="13102" y="8992"/>
                    <a:pt x="13080" y="9015"/>
                    <a:pt x="13038" y="9056"/>
                  </a:cubicBezTo>
                  <a:cubicBezTo>
                    <a:pt x="12948" y="9139"/>
                    <a:pt x="12861" y="9182"/>
                    <a:pt x="12803" y="9182"/>
                  </a:cubicBezTo>
                  <a:cubicBezTo>
                    <a:pt x="12735" y="9182"/>
                    <a:pt x="12706" y="9125"/>
                    <a:pt x="12754" y="9008"/>
                  </a:cubicBezTo>
                  <a:cubicBezTo>
                    <a:pt x="12795" y="8894"/>
                    <a:pt x="12770" y="8821"/>
                    <a:pt x="12714" y="8797"/>
                  </a:cubicBezTo>
                  <a:cubicBezTo>
                    <a:pt x="12708" y="8795"/>
                    <a:pt x="12703" y="8794"/>
                    <a:pt x="12697" y="8794"/>
                  </a:cubicBezTo>
                  <a:cubicBezTo>
                    <a:pt x="12659" y="8794"/>
                    <a:pt x="12638" y="8844"/>
                    <a:pt x="12616" y="8894"/>
                  </a:cubicBezTo>
                  <a:cubicBezTo>
                    <a:pt x="12620" y="8951"/>
                    <a:pt x="12613" y="8978"/>
                    <a:pt x="12599" y="8978"/>
                  </a:cubicBezTo>
                  <a:cubicBezTo>
                    <a:pt x="12581" y="8978"/>
                    <a:pt x="12551" y="8933"/>
                    <a:pt x="12519" y="8846"/>
                  </a:cubicBezTo>
                  <a:cubicBezTo>
                    <a:pt x="12449" y="8668"/>
                    <a:pt x="12370" y="8605"/>
                    <a:pt x="12242" y="8605"/>
                  </a:cubicBezTo>
                  <a:cubicBezTo>
                    <a:pt x="12206" y="8605"/>
                    <a:pt x="12166" y="8610"/>
                    <a:pt x="12122" y="8619"/>
                  </a:cubicBezTo>
                  <a:cubicBezTo>
                    <a:pt x="12084" y="8622"/>
                    <a:pt x="12048" y="8624"/>
                    <a:pt x="12016" y="8624"/>
                  </a:cubicBezTo>
                  <a:cubicBezTo>
                    <a:pt x="11832" y="8624"/>
                    <a:pt x="11747" y="8572"/>
                    <a:pt x="11919" y="8538"/>
                  </a:cubicBezTo>
                  <a:cubicBezTo>
                    <a:pt x="12018" y="8488"/>
                    <a:pt x="12050" y="8472"/>
                    <a:pt x="12022" y="8472"/>
                  </a:cubicBezTo>
                  <a:cubicBezTo>
                    <a:pt x="12009" y="8472"/>
                    <a:pt x="11982" y="8476"/>
                    <a:pt x="11943" y="8481"/>
                  </a:cubicBezTo>
                  <a:lnTo>
                    <a:pt x="11684" y="8367"/>
                  </a:lnTo>
                  <a:cubicBezTo>
                    <a:pt x="11674" y="8364"/>
                    <a:pt x="11664" y="8363"/>
                    <a:pt x="11654" y="8363"/>
                  </a:cubicBezTo>
                  <a:cubicBezTo>
                    <a:pt x="11606" y="8363"/>
                    <a:pt x="11558" y="8393"/>
                    <a:pt x="11538" y="8440"/>
                  </a:cubicBezTo>
                  <a:cubicBezTo>
                    <a:pt x="11532" y="8332"/>
                    <a:pt x="11481" y="8249"/>
                    <a:pt x="11389" y="8249"/>
                  </a:cubicBezTo>
                  <a:cubicBezTo>
                    <a:pt x="11363" y="8249"/>
                    <a:pt x="11335" y="8256"/>
                    <a:pt x="11303" y="8270"/>
                  </a:cubicBezTo>
                  <a:lnTo>
                    <a:pt x="11198" y="8229"/>
                  </a:lnTo>
                  <a:cubicBezTo>
                    <a:pt x="11175" y="8218"/>
                    <a:pt x="11163" y="8212"/>
                    <a:pt x="11148" y="8212"/>
                  </a:cubicBezTo>
                  <a:cubicBezTo>
                    <a:pt x="11131" y="8212"/>
                    <a:pt x="11111" y="8220"/>
                    <a:pt x="11068" y="8238"/>
                  </a:cubicBezTo>
                  <a:cubicBezTo>
                    <a:pt x="11056" y="8243"/>
                    <a:pt x="11045" y="8245"/>
                    <a:pt x="11035" y="8245"/>
                  </a:cubicBezTo>
                  <a:cubicBezTo>
                    <a:pt x="10987" y="8245"/>
                    <a:pt x="10965" y="8184"/>
                    <a:pt x="10938" y="8116"/>
                  </a:cubicBezTo>
                  <a:cubicBezTo>
                    <a:pt x="10920" y="8055"/>
                    <a:pt x="10901" y="7999"/>
                    <a:pt x="10883" y="7999"/>
                  </a:cubicBezTo>
                  <a:cubicBezTo>
                    <a:pt x="10877" y="7999"/>
                    <a:pt x="10871" y="8005"/>
                    <a:pt x="10865" y="8019"/>
                  </a:cubicBezTo>
                  <a:cubicBezTo>
                    <a:pt x="10841" y="8067"/>
                    <a:pt x="10711" y="8084"/>
                    <a:pt x="10638" y="8116"/>
                  </a:cubicBezTo>
                  <a:cubicBezTo>
                    <a:pt x="10628" y="8119"/>
                    <a:pt x="10619" y="8121"/>
                    <a:pt x="10610" y="8121"/>
                  </a:cubicBezTo>
                  <a:cubicBezTo>
                    <a:pt x="10558" y="8121"/>
                    <a:pt x="10544" y="8063"/>
                    <a:pt x="10614" y="8035"/>
                  </a:cubicBezTo>
                  <a:cubicBezTo>
                    <a:pt x="10638" y="7978"/>
                    <a:pt x="10638" y="7978"/>
                    <a:pt x="10557" y="7881"/>
                  </a:cubicBezTo>
                  <a:cubicBezTo>
                    <a:pt x="10525" y="7865"/>
                    <a:pt x="10468" y="7838"/>
                    <a:pt x="10426" y="7838"/>
                  </a:cubicBezTo>
                  <a:cubicBezTo>
                    <a:pt x="10405" y="7838"/>
                    <a:pt x="10387" y="7845"/>
                    <a:pt x="10379" y="7865"/>
                  </a:cubicBezTo>
                  <a:cubicBezTo>
                    <a:pt x="10375" y="7874"/>
                    <a:pt x="10363" y="7878"/>
                    <a:pt x="10346" y="7878"/>
                  </a:cubicBezTo>
                  <a:cubicBezTo>
                    <a:pt x="10261" y="7878"/>
                    <a:pt x="10042" y="7772"/>
                    <a:pt x="10022" y="7711"/>
                  </a:cubicBezTo>
                  <a:lnTo>
                    <a:pt x="9917" y="7662"/>
                  </a:lnTo>
                  <a:cubicBezTo>
                    <a:pt x="9901" y="7654"/>
                    <a:pt x="9884" y="7652"/>
                    <a:pt x="9866" y="7652"/>
                  </a:cubicBezTo>
                  <a:cubicBezTo>
                    <a:pt x="9843" y="7652"/>
                    <a:pt x="9820" y="7655"/>
                    <a:pt x="9797" y="7655"/>
                  </a:cubicBezTo>
                  <a:cubicBezTo>
                    <a:pt x="9779" y="7655"/>
                    <a:pt x="9761" y="7653"/>
                    <a:pt x="9746" y="7646"/>
                  </a:cubicBezTo>
                  <a:cubicBezTo>
                    <a:pt x="9728" y="7638"/>
                    <a:pt x="9708" y="7634"/>
                    <a:pt x="9688" y="7634"/>
                  </a:cubicBezTo>
                  <a:cubicBezTo>
                    <a:pt x="9664" y="7634"/>
                    <a:pt x="9639" y="7640"/>
                    <a:pt x="9617" y="7654"/>
                  </a:cubicBezTo>
                  <a:cubicBezTo>
                    <a:pt x="9568" y="7630"/>
                    <a:pt x="9519" y="7605"/>
                    <a:pt x="9544" y="7548"/>
                  </a:cubicBezTo>
                  <a:lnTo>
                    <a:pt x="9544" y="7548"/>
                  </a:lnTo>
                  <a:cubicBezTo>
                    <a:pt x="9497" y="7588"/>
                    <a:pt x="9471" y="7610"/>
                    <a:pt x="9456" y="7610"/>
                  </a:cubicBezTo>
                  <a:cubicBezTo>
                    <a:pt x="9438" y="7610"/>
                    <a:pt x="9438" y="7576"/>
                    <a:pt x="9438" y="7500"/>
                  </a:cubicBezTo>
                  <a:cubicBezTo>
                    <a:pt x="9464" y="7444"/>
                    <a:pt x="9476" y="7417"/>
                    <a:pt x="9467" y="7417"/>
                  </a:cubicBezTo>
                  <a:cubicBezTo>
                    <a:pt x="9459" y="7417"/>
                    <a:pt x="9435" y="7438"/>
                    <a:pt x="9390" y="7475"/>
                  </a:cubicBezTo>
                  <a:cubicBezTo>
                    <a:pt x="9360" y="7488"/>
                    <a:pt x="9342" y="7496"/>
                    <a:pt x="9328" y="7496"/>
                  </a:cubicBezTo>
                  <a:cubicBezTo>
                    <a:pt x="9307" y="7496"/>
                    <a:pt x="9299" y="7479"/>
                    <a:pt x="9284" y="7435"/>
                  </a:cubicBezTo>
                  <a:cubicBezTo>
                    <a:pt x="9304" y="7401"/>
                    <a:pt x="9291" y="7378"/>
                    <a:pt x="9272" y="7378"/>
                  </a:cubicBezTo>
                  <a:cubicBezTo>
                    <a:pt x="9260" y="7378"/>
                    <a:pt x="9245" y="7388"/>
                    <a:pt x="9235" y="7411"/>
                  </a:cubicBezTo>
                  <a:cubicBezTo>
                    <a:pt x="9194" y="7445"/>
                    <a:pt x="9138" y="7462"/>
                    <a:pt x="9091" y="7462"/>
                  </a:cubicBezTo>
                  <a:cubicBezTo>
                    <a:pt x="9028" y="7462"/>
                    <a:pt x="8980" y="7431"/>
                    <a:pt x="9008" y="7370"/>
                  </a:cubicBezTo>
                  <a:cubicBezTo>
                    <a:pt x="8988" y="7362"/>
                    <a:pt x="8966" y="7358"/>
                    <a:pt x="8944" y="7358"/>
                  </a:cubicBezTo>
                  <a:cubicBezTo>
                    <a:pt x="8921" y="7358"/>
                    <a:pt x="8899" y="7362"/>
                    <a:pt x="8879" y="7370"/>
                  </a:cubicBezTo>
                  <a:cubicBezTo>
                    <a:pt x="8833" y="7412"/>
                    <a:pt x="8809" y="7434"/>
                    <a:pt x="8801" y="7434"/>
                  </a:cubicBezTo>
                  <a:cubicBezTo>
                    <a:pt x="8792" y="7434"/>
                    <a:pt x="8804" y="7406"/>
                    <a:pt x="8830" y="7346"/>
                  </a:cubicBezTo>
                  <a:cubicBezTo>
                    <a:pt x="8830" y="7268"/>
                    <a:pt x="8812" y="7228"/>
                    <a:pt x="8776" y="7228"/>
                  </a:cubicBezTo>
                  <a:cubicBezTo>
                    <a:pt x="8751" y="7228"/>
                    <a:pt x="8718" y="7245"/>
                    <a:pt x="8676" y="7281"/>
                  </a:cubicBezTo>
                  <a:cubicBezTo>
                    <a:pt x="8667" y="7284"/>
                    <a:pt x="8658" y="7286"/>
                    <a:pt x="8649" y="7286"/>
                  </a:cubicBezTo>
                  <a:cubicBezTo>
                    <a:pt x="8617" y="7286"/>
                    <a:pt x="8585" y="7264"/>
                    <a:pt x="8579" y="7232"/>
                  </a:cubicBezTo>
                  <a:cubicBezTo>
                    <a:pt x="8522" y="7151"/>
                    <a:pt x="8346" y="7012"/>
                    <a:pt x="8264" y="7012"/>
                  </a:cubicBezTo>
                  <a:cubicBezTo>
                    <a:pt x="8240" y="7012"/>
                    <a:pt x="8224" y="7024"/>
                    <a:pt x="8222" y="7054"/>
                  </a:cubicBezTo>
                  <a:lnTo>
                    <a:pt x="8125" y="7005"/>
                  </a:lnTo>
                  <a:cubicBezTo>
                    <a:pt x="8071" y="6928"/>
                    <a:pt x="8031" y="6895"/>
                    <a:pt x="7982" y="6895"/>
                  </a:cubicBezTo>
                  <a:cubicBezTo>
                    <a:pt x="7963" y="6895"/>
                    <a:pt x="7944" y="6899"/>
                    <a:pt x="7922" y="6908"/>
                  </a:cubicBezTo>
                  <a:lnTo>
                    <a:pt x="7849" y="6932"/>
                  </a:lnTo>
                  <a:cubicBezTo>
                    <a:pt x="7873" y="6876"/>
                    <a:pt x="7857" y="6811"/>
                    <a:pt x="7800" y="6778"/>
                  </a:cubicBezTo>
                  <a:cubicBezTo>
                    <a:pt x="7780" y="6768"/>
                    <a:pt x="7768" y="6762"/>
                    <a:pt x="7760" y="6762"/>
                  </a:cubicBezTo>
                  <a:cubicBezTo>
                    <a:pt x="7748" y="6762"/>
                    <a:pt x="7742" y="6774"/>
                    <a:pt x="7727" y="6803"/>
                  </a:cubicBezTo>
                  <a:cubicBezTo>
                    <a:pt x="7736" y="6845"/>
                    <a:pt x="7727" y="6858"/>
                    <a:pt x="7709" y="6858"/>
                  </a:cubicBezTo>
                  <a:cubicBezTo>
                    <a:pt x="7693" y="6858"/>
                    <a:pt x="7670" y="6847"/>
                    <a:pt x="7646" y="6835"/>
                  </a:cubicBezTo>
                  <a:cubicBezTo>
                    <a:pt x="7590" y="6803"/>
                    <a:pt x="7573" y="6738"/>
                    <a:pt x="7598" y="6681"/>
                  </a:cubicBezTo>
                  <a:lnTo>
                    <a:pt x="7549" y="6657"/>
                  </a:lnTo>
                  <a:cubicBezTo>
                    <a:pt x="7521" y="6709"/>
                    <a:pt x="7494" y="6730"/>
                    <a:pt x="7479" y="6730"/>
                  </a:cubicBezTo>
                  <a:cubicBezTo>
                    <a:pt x="7464" y="6730"/>
                    <a:pt x="7460" y="6709"/>
                    <a:pt x="7476" y="6681"/>
                  </a:cubicBezTo>
                  <a:cubicBezTo>
                    <a:pt x="7452" y="6624"/>
                    <a:pt x="7411" y="6576"/>
                    <a:pt x="7354" y="6551"/>
                  </a:cubicBezTo>
                  <a:cubicBezTo>
                    <a:pt x="7346" y="6567"/>
                    <a:pt x="7338" y="6572"/>
                    <a:pt x="7331" y="6572"/>
                  </a:cubicBezTo>
                  <a:cubicBezTo>
                    <a:pt x="7318" y="6572"/>
                    <a:pt x="7314" y="6547"/>
                    <a:pt x="7336" y="6547"/>
                  </a:cubicBezTo>
                  <a:cubicBezTo>
                    <a:pt x="7340" y="6547"/>
                    <a:pt x="7347" y="6548"/>
                    <a:pt x="7354" y="6551"/>
                  </a:cubicBezTo>
                  <a:lnTo>
                    <a:pt x="7379" y="6494"/>
                  </a:lnTo>
                  <a:cubicBezTo>
                    <a:pt x="7370" y="6468"/>
                    <a:pt x="7361" y="6458"/>
                    <a:pt x="7352" y="6458"/>
                  </a:cubicBezTo>
                  <a:cubicBezTo>
                    <a:pt x="7336" y="6458"/>
                    <a:pt x="7318" y="6491"/>
                    <a:pt x="7298" y="6527"/>
                  </a:cubicBezTo>
                  <a:lnTo>
                    <a:pt x="7200" y="6470"/>
                  </a:lnTo>
                  <a:cubicBezTo>
                    <a:pt x="7177" y="6458"/>
                    <a:pt x="7154" y="6447"/>
                    <a:pt x="7138" y="6447"/>
                  </a:cubicBezTo>
                  <a:cubicBezTo>
                    <a:pt x="7122" y="6447"/>
                    <a:pt x="7115" y="6460"/>
                    <a:pt x="7127" y="6503"/>
                  </a:cubicBezTo>
                  <a:cubicBezTo>
                    <a:pt x="7100" y="6543"/>
                    <a:pt x="7079" y="6589"/>
                    <a:pt x="7044" y="6589"/>
                  </a:cubicBezTo>
                  <a:cubicBezTo>
                    <a:pt x="7037" y="6589"/>
                    <a:pt x="7030" y="6588"/>
                    <a:pt x="7022" y="6584"/>
                  </a:cubicBezTo>
                  <a:cubicBezTo>
                    <a:pt x="7014" y="6595"/>
                    <a:pt x="7007" y="6600"/>
                    <a:pt x="7002" y="6600"/>
                  </a:cubicBezTo>
                  <a:cubicBezTo>
                    <a:pt x="6989" y="6600"/>
                    <a:pt x="6986" y="6576"/>
                    <a:pt x="7002" y="6576"/>
                  </a:cubicBezTo>
                  <a:cubicBezTo>
                    <a:pt x="7007" y="6576"/>
                    <a:pt x="7013" y="6578"/>
                    <a:pt x="7022" y="6584"/>
                  </a:cubicBezTo>
                  <a:cubicBezTo>
                    <a:pt x="7046" y="6527"/>
                    <a:pt x="7079" y="6478"/>
                    <a:pt x="7022" y="6446"/>
                  </a:cubicBezTo>
                  <a:cubicBezTo>
                    <a:pt x="6998" y="6430"/>
                    <a:pt x="6990" y="6397"/>
                    <a:pt x="7006" y="6373"/>
                  </a:cubicBezTo>
                  <a:cubicBezTo>
                    <a:pt x="7091" y="6308"/>
                    <a:pt x="6960" y="6258"/>
                    <a:pt x="6864" y="6258"/>
                  </a:cubicBezTo>
                  <a:cubicBezTo>
                    <a:pt x="6840" y="6258"/>
                    <a:pt x="6819" y="6261"/>
                    <a:pt x="6803" y="6267"/>
                  </a:cubicBezTo>
                  <a:cubicBezTo>
                    <a:pt x="6753" y="6283"/>
                    <a:pt x="6714" y="6291"/>
                    <a:pt x="6686" y="6291"/>
                  </a:cubicBezTo>
                  <a:cubicBezTo>
                    <a:pt x="6629" y="6291"/>
                    <a:pt x="6619" y="6257"/>
                    <a:pt x="6657" y="6186"/>
                  </a:cubicBezTo>
                  <a:cubicBezTo>
                    <a:pt x="6678" y="6148"/>
                    <a:pt x="6671" y="6131"/>
                    <a:pt x="6647" y="6131"/>
                  </a:cubicBezTo>
                  <a:cubicBezTo>
                    <a:pt x="6605" y="6131"/>
                    <a:pt x="6510" y="6185"/>
                    <a:pt x="6422" y="6267"/>
                  </a:cubicBezTo>
                  <a:lnTo>
                    <a:pt x="6292" y="6397"/>
                  </a:lnTo>
                  <a:lnTo>
                    <a:pt x="6373" y="6243"/>
                  </a:lnTo>
                  <a:cubicBezTo>
                    <a:pt x="6421" y="6063"/>
                    <a:pt x="6434" y="6021"/>
                    <a:pt x="6352" y="6021"/>
                  </a:cubicBezTo>
                  <a:cubicBezTo>
                    <a:pt x="6323" y="6021"/>
                    <a:pt x="6282" y="6026"/>
                    <a:pt x="6227" y="6032"/>
                  </a:cubicBezTo>
                  <a:cubicBezTo>
                    <a:pt x="6106" y="6032"/>
                    <a:pt x="6106" y="6032"/>
                    <a:pt x="6130" y="5976"/>
                  </a:cubicBezTo>
                  <a:cubicBezTo>
                    <a:pt x="6163" y="5927"/>
                    <a:pt x="6114" y="5894"/>
                    <a:pt x="5968" y="5813"/>
                  </a:cubicBezTo>
                  <a:cubicBezTo>
                    <a:pt x="5873" y="5760"/>
                    <a:pt x="5819" y="5732"/>
                    <a:pt x="5784" y="5732"/>
                  </a:cubicBezTo>
                  <a:cubicBezTo>
                    <a:pt x="5765" y="5732"/>
                    <a:pt x="5752" y="5740"/>
                    <a:pt x="5741" y="5757"/>
                  </a:cubicBezTo>
                  <a:lnTo>
                    <a:pt x="5644" y="5708"/>
                  </a:lnTo>
                  <a:cubicBezTo>
                    <a:pt x="5648" y="5638"/>
                    <a:pt x="5616" y="5604"/>
                    <a:pt x="5583" y="5604"/>
                  </a:cubicBezTo>
                  <a:cubicBezTo>
                    <a:pt x="5551" y="5604"/>
                    <a:pt x="5518" y="5636"/>
                    <a:pt x="5514" y="5700"/>
                  </a:cubicBezTo>
                  <a:lnTo>
                    <a:pt x="5417" y="5651"/>
                  </a:lnTo>
                  <a:lnTo>
                    <a:pt x="5449" y="5594"/>
                  </a:lnTo>
                  <a:cubicBezTo>
                    <a:pt x="5473" y="5538"/>
                    <a:pt x="5376" y="5497"/>
                    <a:pt x="4987" y="5270"/>
                  </a:cubicBezTo>
                  <a:cubicBezTo>
                    <a:pt x="4705" y="5100"/>
                    <a:pt x="4587" y="5031"/>
                    <a:pt x="4521" y="5031"/>
                  </a:cubicBezTo>
                  <a:cubicBezTo>
                    <a:pt x="4487" y="5031"/>
                    <a:pt x="4466" y="5050"/>
                    <a:pt x="4444" y="5084"/>
                  </a:cubicBezTo>
                  <a:cubicBezTo>
                    <a:pt x="4403" y="5112"/>
                    <a:pt x="4371" y="5126"/>
                    <a:pt x="4350" y="5126"/>
                  </a:cubicBezTo>
                  <a:cubicBezTo>
                    <a:pt x="4317" y="5126"/>
                    <a:pt x="4312" y="5091"/>
                    <a:pt x="4346" y="5027"/>
                  </a:cubicBezTo>
                  <a:cubicBezTo>
                    <a:pt x="4372" y="4989"/>
                    <a:pt x="4367" y="4931"/>
                    <a:pt x="4349" y="4931"/>
                  </a:cubicBezTo>
                  <a:cubicBezTo>
                    <a:pt x="4344" y="4931"/>
                    <a:pt x="4337" y="4935"/>
                    <a:pt x="4330" y="4946"/>
                  </a:cubicBezTo>
                  <a:cubicBezTo>
                    <a:pt x="4282" y="4922"/>
                    <a:pt x="4241" y="4873"/>
                    <a:pt x="4217" y="4816"/>
                  </a:cubicBezTo>
                  <a:cubicBezTo>
                    <a:pt x="4168" y="4700"/>
                    <a:pt x="4120" y="4662"/>
                    <a:pt x="4082" y="4662"/>
                  </a:cubicBezTo>
                  <a:cubicBezTo>
                    <a:pt x="4056" y="4662"/>
                    <a:pt x="4035" y="4680"/>
                    <a:pt x="4022" y="4703"/>
                  </a:cubicBezTo>
                  <a:cubicBezTo>
                    <a:pt x="4019" y="4752"/>
                    <a:pt x="4014" y="4771"/>
                    <a:pt x="4007" y="4771"/>
                  </a:cubicBezTo>
                  <a:cubicBezTo>
                    <a:pt x="3997" y="4771"/>
                    <a:pt x="3984" y="4720"/>
                    <a:pt x="3974" y="4670"/>
                  </a:cubicBezTo>
                  <a:cubicBezTo>
                    <a:pt x="3961" y="4606"/>
                    <a:pt x="3948" y="4542"/>
                    <a:pt x="3931" y="4542"/>
                  </a:cubicBezTo>
                  <a:cubicBezTo>
                    <a:pt x="3927" y="4542"/>
                    <a:pt x="3922" y="4547"/>
                    <a:pt x="3917" y="4557"/>
                  </a:cubicBezTo>
                  <a:cubicBezTo>
                    <a:pt x="3910" y="4559"/>
                    <a:pt x="3902" y="4560"/>
                    <a:pt x="3892" y="4560"/>
                  </a:cubicBezTo>
                  <a:cubicBezTo>
                    <a:pt x="3786" y="4560"/>
                    <a:pt x="3525" y="4443"/>
                    <a:pt x="3584" y="4354"/>
                  </a:cubicBezTo>
                  <a:lnTo>
                    <a:pt x="3487" y="4289"/>
                  </a:lnTo>
                  <a:cubicBezTo>
                    <a:pt x="3478" y="4305"/>
                    <a:pt x="3465" y="4311"/>
                    <a:pt x="3447" y="4311"/>
                  </a:cubicBezTo>
                  <a:cubicBezTo>
                    <a:pt x="3402" y="4311"/>
                    <a:pt x="3333" y="4266"/>
                    <a:pt x="3268" y="4224"/>
                  </a:cubicBezTo>
                  <a:cubicBezTo>
                    <a:pt x="3171" y="4168"/>
                    <a:pt x="3122" y="4135"/>
                    <a:pt x="3155" y="4086"/>
                  </a:cubicBezTo>
                  <a:cubicBezTo>
                    <a:pt x="3236" y="4062"/>
                    <a:pt x="3187" y="4030"/>
                    <a:pt x="3057" y="4022"/>
                  </a:cubicBezTo>
                  <a:cubicBezTo>
                    <a:pt x="3051" y="4018"/>
                    <a:pt x="3042" y="4016"/>
                    <a:pt x="3032" y="4016"/>
                  </a:cubicBezTo>
                  <a:cubicBezTo>
                    <a:pt x="2991" y="4016"/>
                    <a:pt x="2928" y="4043"/>
                    <a:pt x="2883" y="4043"/>
                  </a:cubicBezTo>
                  <a:cubicBezTo>
                    <a:pt x="2872" y="4043"/>
                    <a:pt x="2863" y="4042"/>
                    <a:pt x="2855" y="4038"/>
                  </a:cubicBezTo>
                  <a:cubicBezTo>
                    <a:pt x="2828" y="4069"/>
                    <a:pt x="2792" y="4087"/>
                    <a:pt x="2754" y="4087"/>
                  </a:cubicBezTo>
                  <a:cubicBezTo>
                    <a:pt x="2734" y="4087"/>
                    <a:pt x="2713" y="4082"/>
                    <a:pt x="2693" y="4070"/>
                  </a:cubicBezTo>
                  <a:lnTo>
                    <a:pt x="2725" y="4022"/>
                  </a:lnTo>
                  <a:lnTo>
                    <a:pt x="2790" y="3924"/>
                  </a:lnTo>
                  <a:cubicBezTo>
                    <a:pt x="2764" y="3904"/>
                    <a:pt x="2735" y="3883"/>
                    <a:pt x="2709" y="3883"/>
                  </a:cubicBezTo>
                  <a:cubicBezTo>
                    <a:pt x="2694" y="3883"/>
                    <a:pt x="2680" y="3890"/>
                    <a:pt x="2668" y="3908"/>
                  </a:cubicBezTo>
                  <a:cubicBezTo>
                    <a:pt x="2652" y="3827"/>
                    <a:pt x="2603" y="3795"/>
                    <a:pt x="2514" y="3738"/>
                  </a:cubicBezTo>
                  <a:cubicBezTo>
                    <a:pt x="2431" y="3682"/>
                    <a:pt x="2354" y="3627"/>
                    <a:pt x="2283" y="3627"/>
                  </a:cubicBezTo>
                  <a:cubicBezTo>
                    <a:pt x="2271" y="3627"/>
                    <a:pt x="2259" y="3629"/>
                    <a:pt x="2247" y="3632"/>
                  </a:cubicBezTo>
                  <a:cubicBezTo>
                    <a:pt x="2267" y="3521"/>
                    <a:pt x="2061" y="3368"/>
                    <a:pt x="1931" y="3368"/>
                  </a:cubicBezTo>
                  <a:cubicBezTo>
                    <a:pt x="1909" y="3368"/>
                    <a:pt x="1890" y="3372"/>
                    <a:pt x="1874" y="3381"/>
                  </a:cubicBezTo>
                  <a:cubicBezTo>
                    <a:pt x="1863" y="3397"/>
                    <a:pt x="1851" y="3404"/>
                    <a:pt x="1839" y="3404"/>
                  </a:cubicBezTo>
                  <a:cubicBezTo>
                    <a:pt x="1814" y="3404"/>
                    <a:pt x="1790" y="3371"/>
                    <a:pt x="1784" y="3316"/>
                  </a:cubicBezTo>
                  <a:cubicBezTo>
                    <a:pt x="1773" y="3260"/>
                    <a:pt x="1770" y="3243"/>
                    <a:pt x="1742" y="3243"/>
                  </a:cubicBezTo>
                  <a:cubicBezTo>
                    <a:pt x="1730" y="3243"/>
                    <a:pt x="1712" y="3246"/>
                    <a:pt x="1687" y="3251"/>
                  </a:cubicBezTo>
                  <a:cubicBezTo>
                    <a:pt x="1680" y="3253"/>
                    <a:pt x="1674" y="3253"/>
                    <a:pt x="1668" y="3253"/>
                  </a:cubicBezTo>
                  <a:cubicBezTo>
                    <a:pt x="1605" y="3253"/>
                    <a:pt x="1597" y="3179"/>
                    <a:pt x="1590" y="3105"/>
                  </a:cubicBezTo>
                  <a:cubicBezTo>
                    <a:pt x="1612" y="2988"/>
                    <a:pt x="1581" y="2950"/>
                    <a:pt x="1514" y="2950"/>
                  </a:cubicBezTo>
                  <a:cubicBezTo>
                    <a:pt x="1507" y="2950"/>
                    <a:pt x="1500" y="2951"/>
                    <a:pt x="1493" y="2951"/>
                  </a:cubicBezTo>
                  <a:cubicBezTo>
                    <a:pt x="1403" y="2927"/>
                    <a:pt x="1314" y="2878"/>
                    <a:pt x="1249" y="2805"/>
                  </a:cubicBezTo>
                  <a:cubicBezTo>
                    <a:pt x="1171" y="2781"/>
                    <a:pt x="1125" y="2753"/>
                    <a:pt x="1099" y="2753"/>
                  </a:cubicBezTo>
                  <a:cubicBezTo>
                    <a:pt x="1082" y="2753"/>
                    <a:pt x="1074" y="2765"/>
                    <a:pt x="1071" y="2797"/>
                  </a:cubicBezTo>
                  <a:cubicBezTo>
                    <a:pt x="1041" y="2816"/>
                    <a:pt x="1006" y="2825"/>
                    <a:pt x="969" y="2825"/>
                  </a:cubicBezTo>
                  <a:cubicBezTo>
                    <a:pt x="957" y="2825"/>
                    <a:pt x="945" y="2824"/>
                    <a:pt x="933" y="2822"/>
                  </a:cubicBezTo>
                  <a:cubicBezTo>
                    <a:pt x="839" y="2774"/>
                    <a:pt x="829" y="2744"/>
                    <a:pt x="845" y="2744"/>
                  </a:cubicBezTo>
                  <a:cubicBezTo>
                    <a:pt x="854" y="2744"/>
                    <a:pt x="870" y="2753"/>
                    <a:pt x="884" y="2773"/>
                  </a:cubicBezTo>
                  <a:cubicBezTo>
                    <a:pt x="932" y="2794"/>
                    <a:pt x="958" y="2803"/>
                    <a:pt x="973" y="2803"/>
                  </a:cubicBezTo>
                  <a:cubicBezTo>
                    <a:pt x="1005" y="2803"/>
                    <a:pt x="984" y="2763"/>
                    <a:pt x="990" y="2708"/>
                  </a:cubicBezTo>
                  <a:cubicBezTo>
                    <a:pt x="998" y="2627"/>
                    <a:pt x="925" y="2530"/>
                    <a:pt x="893" y="2481"/>
                  </a:cubicBezTo>
                  <a:cubicBezTo>
                    <a:pt x="844" y="2416"/>
                    <a:pt x="803" y="2343"/>
                    <a:pt x="763" y="2270"/>
                  </a:cubicBezTo>
                  <a:cubicBezTo>
                    <a:pt x="747" y="2100"/>
                    <a:pt x="747" y="2051"/>
                    <a:pt x="682" y="2051"/>
                  </a:cubicBezTo>
                  <a:lnTo>
                    <a:pt x="617" y="2051"/>
                  </a:lnTo>
                  <a:cubicBezTo>
                    <a:pt x="666" y="2019"/>
                    <a:pt x="657" y="1873"/>
                    <a:pt x="690" y="1719"/>
                  </a:cubicBezTo>
                  <a:cubicBezTo>
                    <a:pt x="714" y="1565"/>
                    <a:pt x="787" y="1411"/>
                    <a:pt x="795" y="1330"/>
                  </a:cubicBezTo>
                  <a:cubicBezTo>
                    <a:pt x="795" y="1322"/>
                    <a:pt x="795" y="1305"/>
                    <a:pt x="787" y="1297"/>
                  </a:cubicBezTo>
                  <a:lnTo>
                    <a:pt x="787" y="1297"/>
                  </a:lnTo>
                  <a:lnTo>
                    <a:pt x="836" y="1322"/>
                  </a:lnTo>
                  <a:cubicBezTo>
                    <a:pt x="849" y="1329"/>
                    <a:pt x="861" y="1333"/>
                    <a:pt x="873" y="1333"/>
                  </a:cubicBezTo>
                  <a:cubicBezTo>
                    <a:pt x="911" y="1333"/>
                    <a:pt x="946" y="1296"/>
                    <a:pt x="1014" y="1241"/>
                  </a:cubicBezTo>
                  <a:cubicBezTo>
                    <a:pt x="1120" y="1127"/>
                    <a:pt x="1249" y="1038"/>
                    <a:pt x="1387" y="981"/>
                  </a:cubicBezTo>
                  <a:cubicBezTo>
                    <a:pt x="1614" y="908"/>
                    <a:pt x="1793" y="892"/>
                    <a:pt x="1784" y="827"/>
                  </a:cubicBezTo>
                  <a:cubicBezTo>
                    <a:pt x="1802" y="825"/>
                    <a:pt x="1815" y="823"/>
                    <a:pt x="1825" y="823"/>
                  </a:cubicBezTo>
                  <a:cubicBezTo>
                    <a:pt x="1850" y="823"/>
                    <a:pt x="1852" y="835"/>
                    <a:pt x="1857" y="876"/>
                  </a:cubicBezTo>
                  <a:cubicBezTo>
                    <a:pt x="1824" y="926"/>
                    <a:pt x="1840" y="938"/>
                    <a:pt x="1872" y="938"/>
                  </a:cubicBezTo>
                  <a:cubicBezTo>
                    <a:pt x="1886" y="938"/>
                    <a:pt x="1904" y="935"/>
                    <a:pt x="1922" y="933"/>
                  </a:cubicBezTo>
                  <a:cubicBezTo>
                    <a:pt x="1971" y="924"/>
                    <a:pt x="1971" y="868"/>
                    <a:pt x="1963" y="803"/>
                  </a:cubicBezTo>
                  <a:cubicBezTo>
                    <a:pt x="1958" y="772"/>
                    <a:pt x="1975" y="756"/>
                    <a:pt x="2009" y="756"/>
                  </a:cubicBezTo>
                  <a:cubicBezTo>
                    <a:pt x="2038" y="756"/>
                    <a:pt x="2080" y="768"/>
                    <a:pt x="2133" y="795"/>
                  </a:cubicBezTo>
                  <a:cubicBezTo>
                    <a:pt x="2201" y="816"/>
                    <a:pt x="2271" y="827"/>
                    <a:pt x="2340" y="827"/>
                  </a:cubicBezTo>
                  <a:cubicBezTo>
                    <a:pt x="2426" y="827"/>
                    <a:pt x="2510" y="810"/>
                    <a:pt x="2587" y="778"/>
                  </a:cubicBezTo>
                  <a:cubicBezTo>
                    <a:pt x="2598" y="778"/>
                    <a:pt x="2610" y="778"/>
                    <a:pt x="2621" y="778"/>
                  </a:cubicBezTo>
                  <a:cubicBezTo>
                    <a:pt x="2664" y="778"/>
                    <a:pt x="2701" y="783"/>
                    <a:pt x="2701" y="835"/>
                  </a:cubicBezTo>
                  <a:cubicBezTo>
                    <a:pt x="2739" y="882"/>
                    <a:pt x="2795" y="906"/>
                    <a:pt x="2850" y="906"/>
                  </a:cubicBezTo>
                  <a:cubicBezTo>
                    <a:pt x="2900" y="906"/>
                    <a:pt x="2950" y="886"/>
                    <a:pt x="2984" y="843"/>
                  </a:cubicBezTo>
                  <a:cubicBezTo>
                    <a:pt x="3041" y="843"/>
                    <a:pt x="3041" y="843"/>
                    <a:pt x="3041" y="908"/>
                  </a:cubicBezTo>
                  <a:cubicBezTo>
                    <a:pt x="3070" y="942"/>
                    <a:pt x="3082" y="979"/>
                    <a:pt x="3100" y="979"/>
                  </a:cubicBezTo>
                  <a:cubicBezTo>
                    <a:pt x="3113" y="979"/>
                    <a:pt x="3129" y="962"/>
                    <a:pt x="3155" y="916"/>
                  </a:cubicBezTo>
                  <a:cubicBezTo>
                    <a:pt x="3204" y="893"/>
                    <a:pt x="3258" y="882"/>
                    <a:pt x="3312" y="882"/>
                  </a:cubicBezTo>
                  <a:cubicBezTo>
                    <a:pt x="3391" y="882"/>
                    <a:pt x="3472" y="906"/>
                    <a:pt x="3544" y="949"/>
                  </a:cubicBezTo>
                  <a:cubicBezTo>
                    <a:pt x="3560" y="949"/>
                    <a:pt x="3577" y="951"/>
                    <a:pt x="3593" y="951"/>
                  </a:cubicBezTo>
                  <a:cubicBezTo>
                    <a:pt x="3625" y="951"/>
                    <a:pt x="3652" y="943"/>
                    <a:pt x="3657" y="900"/>
                  </a:cubicBezTo>
                  <a:lnTo>
                    <a:pt x="3665" y="843"/>
                  </a:lnTo>
                  <a:cubicBezTo>
                    <a:pt x="3686" y="906"/>
                    <a:pt x="3697" y="937"/>
                    <a:pt x="3712" y="937"/>
                  </a:cubicBezTo>
                  <a:cubicBezTo>
                    <a:pt x="3726" y="937"/>
                    <a:pt x="3744" y="910"/>
                    <a:pt x="3779" y="860"/>
                  </a:cubicBezTo>
                  <a:cubicBezTo>
                    <a:pt x="3783" y="833"/>
                    <a:pt x="3797" y="821"/>
                    <a:pt x="3810" y="821"/>
                  </a:cubicBezTo>
                  <a:cubicBezTo>
                    <a:pt x="3826" y="821"/>
                    <a:pt x="3840" y="837"/>
                    <a:pt x="3836" y="868"/>
                  </a:cubicBezTo>
                  <a:cubicBezTo>
                    <a:pt x="3860" y="900"/>
                    <a:pt x="3892" y="933"/>
                    <a:pt x="3941" y="941"/>
                  </a:cubicBezTo>
                  <a:cubicBezTo>
                    <a:pt x="4144" y="949"/>
                    <a:pt x="4355" y="965"/>
                    <a:pt x="4557" y="1006"/>
                  </a:cubicBezTo>
                  <a:cubicBezTo>
                    <a:pt x="4867" y="1080"/>
                    <a:pt x="5039" y="1130"/>
                    <a:pt x="5119" y="1130"/>
                  </a:cubicBezTo>
                  <a:cubicBezTo>
                    <a:pt x="5152" y="1130"/>
                    <a:pt x="5169" y="1122"/>
                    <a:pt x="5173" y="1103"/>
                  </a:cubicBezTo>
                  <a:cubicBezTo>
                    <a:pt x="5205" y="1085"/>
                    <a:pt x="5222" y="1076"/>
                    <a:pt x="5236" y="1076"/>
                  </a:cubicBezTo>
                  <a:cubicBezTo>
                    <a:pt x="5254" y="1076"/>
                    <a:pt x="5264" y="1093"/>
                    <a:pt x="5287" y="1135"/>
                  </a:cubicBezTo>
                  <a:cubicBezTo>
                    <a:pt x="5311" y="1192"/>
                    <a:pt x="5368" y="1233"/>
                    <a:pt x="5433" y="1249"/>
                  </a:cubicBezTo>
                  <a:cubicBezTo>
                    <a:pt x="5482" y="1265"/>
                    <a:pt x="5538" y="1281"/>
                    <a:pt x="5514" y="1338"/>
                  </a:cubicBezTo>
                  <a:cubicBezTo>
                    <a:pt x="5555" y="1315"/>
                    <a:pt x="5573" y="1305"/>
                    <a:pt x="5591" y="1305"/>
                  </a:cubicBezTo>
                  <a:cubicBezTo>
                    <a:pt x="5605" y="1305"/>
                    <a:pt x="5619" y="1311"/>
                    <a:pt x="5644" y="1322"/>
                  </a:cubicBezTo>
                  <a:cubicBezTo>
                    <a:pt x="5634" y="1357"/>
                    <a:pt x="5649" y="1377"/>
                    <a:pt x="5679" y="1377"/>
                  </a:cubicBezTo>
                  <a:cubicBezTo>
                    <a:pt x="5698" y="1377"/>
                    <a:pt x="5722" y="1369"/>
                    <a:pt x="5749" y="1354"/>
                  </a:cubicBezTo>
                  <a:cubicBezTo>
                    <a:pt x="5795" y="1312"/>
                    <a:pt x="5819" y="1290"/>
                    <a:pt x="5828" y="1290"/>
                  </a:cubicBezTo>
                  <a:cubicBezTo>
                    <a:pt x="5837" y="1290"/>
                    <a:pt x="5827" y="1318"/>
                    <a:pt x="5806" y="1378"/>
                  </a:cubicBezTo>
                  <a:cubicBezTo>
                    <a:pt x="5787" y="1422"/>
                    <a:pt x="5865" y="1499"/>
                    <a:pt x="5886" y="1499"/>
                  </a:cubicBezTo>
                  <a:cubicBezTo>
                    <a:pt x="5893" y="1499"/>
                    <a:pt x="5894" y="1493"/>
                    <a:pt x="5887" y="1476"/>
                  </a:cubicBezTo>
                  <a:cubicBezTo>
                    <a:pt x="5911" y="1419"/>
                    <a:pt x="6017" y="1451"/>
                    <a:pt x="6090" y="1419"/>
                  </a:cubicBezTo>
                  <a:cubicBezTo>
                    <a:pt x="6138" y="1443"/>
                    <a:pt x="6195" y="1460"/>
                    <a:pt x="6171" y="1516"/>
                  </a:cubicBezTo>
                  <a:cubicBezTo>
                    <a:pt x="6197" y="1575"/>
                    <a:pt x="6379" y="1623"/>
                    <a:pt x="6492" y="1623"/>
                  </a:cubicBezTo>
                  <a:cubicBezTo>
                    <a:pt x="6520" y="1623"/>
                    <a:pt x="6544" y="1620"/>
                    <a:pt x="6560" y="1614"/>
                  </a:cubicBezTo>
                  <a:cubicBezTo>
                    <a:pt x="6569" y="1595"/>
                    <a:pt x="6582" y="1587"/>
                    <a:pt x="6593" y="1587"/>
                  </a:cubicBezTo>
                  <a:cubicBezTo>
                    <a:pt x="6611" y="1587"/>
                    <a:pt x="6624" y="1608"/>
                    <a:pt x="6609" y="1638"/>
                  </a:cubicBezTo>
                  <a:cubicBezTo>
                    <a:pt x="6584" y="1695"/>
                    <a:pt x="6641" y="1719"/>
                    <a:pt x="6690" y="1743"/>
                  </a:cubicBezTo>
                  <a:cubicBezTo>
                    <a:pt x="6705" y="1737"/>
                    <a:pt x="6715" y="1734"/>
                    <a:pt x="6723" y="1734"/>
                  </a:cubicBezTo>
                  <a:cubicBezTo>
                    <a:pt x="6753" y="1734"/>
                    <a:pt x="6733" y="1778"/>
                    <a:pt x="6714" y="1816"/>
                  </a:cubicBezTo>
                  <a:cubicBezTo>
                    <a:pt x="6641" y="1849"/>
                    <a:pt x="6690" y="1873"/>
                    <a:pt x="6787" y="1922"/>
                  </a:cubicBezTo>
                  <a:cubicBezTo>
                    <a:pt x="6798" y="1917"/>
                    <a:pt x="6811" y="1915"/>
                    <a:pt x="6826" y="1915"/>
                  </a:cubicBezTo>
                  <a:cubicBezTo>
                    <a:pt x="6922" y="1915"/>
                    <a:pt x="7090" y="1998"/>
                    <a:pt x="7217" y="2068"/>
                  </a:cubicBezTo>
                  <a:cubicBezTo>
                    <a:pt x="7354" y="2139"/>
                    <a:pt x="7438" y="2163"/>
                    <a:pt x="7513" y="2163"/>
                  </a:cubicBezTo>
                  <a:cubicBezTo>
                    <a:pt x="7575" y="2163"/>
                    <a:pt x="7630" y="2146"/>
                    <a:pt x="7703" y="2124"/>
                  </a:cubicBezTo>
                  <a:lnTo>
                    <a:pt x="7809" y="2043"/>
                  </a:lnTo>
                  <a:lnTo>
                    <a:pt x="7752" y="2149"/>
                  </a:lnTo>
                  <a:cubicBezTo>
                    <a:pt x="7727" y="2205"/>
                    <a:pt x="7711" y="2270"/>
                    <a:pt x="7711" y="2335"/>
                  </a:cubicBezTo>
                  <a:cubicBezTo>
                    <a:pt x="7720" y="2340"/>
                    <a:pt x="7728" y="2342"/>
                    <a:pt x="7736" y="2342"/>
                  </a:cubicBezTo>
                  <a:cubicBezTo>
                    <a:pt x="7771" y="2342"/>
                    <a:pt x="7797" y="2301"/>
                    <a:pt x="7817" y="2254"/>
                  </a:cubicBezTo>
                  <a:cubicBezTo>
                    <a:pt x="7827" y="2238"/>
                    <a:pt x="7839" y="2230"/>
                    <a:pt x="7853" y="2230"/>
                  </a:cubicBezTo>
                  <a:cubicBezTo>
                    <a:pt x="7882" y="2230"/>
                    <a:pt x="7919" y="2266"/>
                    <a:pt x="7963" y="2343"/>
                  </a:cubicBezTo>
                  <a:cubicBezTo>
                    <a:pt x="8022" y="2429"/>
                    <a:pt x="8066" y="2461"/>
                    <a:pt x="8119" y="2461"/>
                  </a:cubicBezTo>
                  <a:cubicBezTo>
                    <a:pt x="8131" y="2461"/>
                    <a:pt x="8144" y="2460"/>
                    <a:pt x="8157" y="2457"/>
                  </a:cubicBezTo>
                  <a:cubicBezTo>
                    <a:pt x="8222" y="2481"/>
                    <a:pt x="8263" y="2530"/>
                    <a:pt x="8271" y="2595"/>
                  </a:cubicBezTo>
                  <a:cubicBezTo>
                    <a:pt x="8291" y="2605"/>
                    <a:pt x="8303" y="2611"/>
                    <a:pt x="8312" y="2611"/>
                  </a:cubicBezTo>
                  <a:cubicBezTo>
                    <a:pt x="8325" y="2611"/>
                    <a:pt x="8333" y="2599"/>
                    <a:pt x="8352" y="2570"/>
                  </a:cubicBezTo>
                  <a:cubicBezTo>
                    <a:pt x="8363" y="2553"/>
                    <a:pt x="8376" y="2545"/>
                    <a:pt x="8389" y="2545"/>
                  </a:cubicBezTo>
                  <a:cubicBezTo>
                    <a:pt x="8414" y="2545"/>
                    <a:pt x="8438" y="2574"/>
                    <a:pt x="8449" y="2627"/>
                  </a:cubicBezTo>
                  <a:cubicBezTo>
                    <a:pt x="8436" y="2732"/>
                    <a:pt x="8529" y="2811"/>
                    <a:pt x="8582" y="2811"/>
                  </a:cubicBezTo>
                  <a:cubicBezTo>
                    <a:pt x="8595" y="2811"/>
                    <a:pt x="8605" y="2807"/>
                    <a:pt x="8611" y="2797"/>
                  </a:cubicBezTo>
                  <a:cubicBezTo>
                    <a:pt x="8623" y="2779"/>
                    <a:pt x="8637" y="2772"/>
                    <a:pt x="8652" y="2772"/>
                  </a:cubicBezTo>
                  <a:cubicBezTo>
                    <a:pt x="8675" y="2772"/>
                    <a:pt x="8703" y="2790"/>
                    <a:pt x="8733" y="2805"/>
                  </a:cubicBezTo>
                  <a:cubicBezTo>
                    <a:pt x="8769" y="2835"/>
                    <a:pt x="8814" y="2852"/>
                    <a:pt x="8861" y="2852"/>
                  </a:cubicBezTo>
                  <a:cubicBezTo>
                    <a:pt x="8878" y="2852"/>
                    <a:pt x="8894" y="2850"/>
                    <a:pt x="8911" y="2846"/>
                  </a:cubicBezTo>
                  <a:lnTo>
                    <a:pt x="9000" y="2911"/>
                  </a:lnTo>
                  <a:cubicBezTo>
                    <a:pt x="9030" y="2931"/>
                    <a:pt x="9011" y="2945"/>
                    <a:pt x="8982" y="2945"/>
                  </a:cubicBezTo>
                  <a:cubicBezTo>
                    <a:pt x="8964" y="2945"/>
                    <a:pt x="8943" y="2939"/>
                    <a:pt x="8927" y="2927"/>
                  </a:cubicBezTo>
                  <a:lnTo>
                    <a:pt x="8927" y="2927"/>
                  </a:lnTo>
                  <a:lnTo>
                    <a:pt x="8935" y="3008"/>
                  </a:lnTo>
                  <a:cubicBezTo>
                    <a:pt x="9011" y="3058"/>
                    <a:pt x="9057" y="3089"/>
                    <a:pt x="9112" y="3089"/>
                  </a:cubicBezTo>
                  <a:cubicBezTo>
                    <a:pt x="9128" y="3089"/>
                    <a:pt x="9144" y="3087"/>
                    <a:pt x="9163" y="3081"/>
                  </a:cubicBezTo>
                  <a:cubicBezTo>
                    <a:pt x="9210" y="3052"/>
                    <a:pt x="9236" y="3036"/>
                    <a:pt x="9244" y="3036"/>
                  </a:cubicBezTo>
                  <a:cubicBezTo>
                    <a:pt x="9255" y="3036"/>
                    <a:pt x="9239" y="3060"/>
                    <a:pt x="9203" y="3114"/>
                  </a:cubicBezTo>
                  <a:cubicBezTo>
                    <a:pt x="9174" y="3165"/>
                    <a:pt x="9184" y="3229"/>
                    <a:pt x="9246" y="3229"/>
                  </a:cubicBezTo>
                  <a:cubicBezTo>
                    <a:pt x="9253" y="3229"/>
                    <a:pt x="9260" y="3229"/>
                    <a:pt x="9268" y="3227"/>
                  </a:cubicBezTo>
                  <a:cubicBezTo>
                    <a:pt x="9298" y="3210"/>
                    <a:pt x="9321" y="3203"/>
                    <a:pt x="9337" y="3203"/>
                  </a:cubicBezTo>
                  <a:cubicBezTo>
                    <a:pt x="9383" y="3203"/>
                    <a:pt x="9381" y="3256"/>
                    <a:pt x="9357" y="3292"/>
                  </a:cubicBezTo>
                  <a:cubicBezTo>
                    <a:pt x="9244" y="3357"/>
                    <a:pt x="9244" y="3357"/>
                    <a:pt x="9495" y="3389"/>
                  </a:cubicBezTo>
                  <a:cubicBezTo>
                    <a:pt x="9592" y="3446"/>
                    <a:pt x="9811" y="3527"/>
                    <a:pt x="9941" y="3624"/>
                  </a:cubicBezTo>
                  <a:cubicBezTo>
                    <a:pt x="10127" y="3754"/>
                    <a:pt x="10217" y="3819"/>
                    <a:pt x="10233" y="3900"/>
                  </a:cubicBezTo>
                  <a:cubicBezTo>
                    <a:pt x="10229" y="3905"/>
                    <a:pt x="10225" y="3910"/>
                    <a:pt x="10222" y="3915"/>
                  </a:cubicBezTo>
                  <a:lnTo>
                    <a:pt x="10222" y="3915"/>
                  </a:lnTo>
                  <a:cubicBezTo>
                    <a:pt x="10241" y="3898"/>
                    <a:pt x="10259" y="3890"/>
                    <a:pt x="10279" y="3890"/>
                  </a:cubicBezTo>
                  <a:cubicBezTo>
                    <a:pt x="10320" y="3890"/>
                    <a:pt x="10368" y="3925"/>
                    <a:pt x="10444" y="3981"/>
                  </a:cubicBezTo>
                  <a:cubicBezTo>
                    <a:pt x="10498" y="4077"/>
                    <a:pt x="10594" y="4133"/>
                    <a:pt x="10696" y="4133"/>
                  </a:cubicBezTo>
                  <a:cubicBezTo>
                    <a:pt x="10714" y="4133"/>
                    <a:pt x="10733" y="4131"/>
                    <a:pt x="10752" y="4127"/>
                  </a:cubicBezTo>
                  <a:lnTo>
                    <a:pt x="10662" y="4062"/>
                  </a:lnTo>
                  <a:cubicBezTo>
                    <a:pt x="10692" y="4023"/>
                    <a:pt x="10716" y="4005"/>
                    <a:pt x="10739" y="4005"/>
                  </a:cubicBezTo>
                  <a:cubicBezTo>
                    <a:pt x="10771" y="4005"/>
                    <a:pt x="10799" y="4043"/>
                    <a:pt x="10833" y="4111"/>
                  </a:cubicBezTo>
                  <a:cubicBezTo>
                    <a:pt x="10881" y="4143"/>
                    <a:pt x="10841" y="4192"/>
                    <a:pt x="10808" y="4240"/>
                  </a:cubicBezTo>
                  <a:cubicBezTo>
                    <a:pt x="10776" y="4297"/>
                    <a:pt x="10784" y="4362"/>
                    <a:pt x="10833" y="4403"/>
                  </a:cubicBezTo>
                  <a:cubicBezTo>
                    <a:pt x="10854" y="4420"/>
                    <a:pt x="10878" y="4437"/>
                    <a:pt x="10895" y="4437"/>
                  </a:cubicBezTo>
                  <a:cubicBezTo>
                    <a:pt x="10909" y="4437"/>
                    <a:pt x="10918" y="4424"/>
                    <a:pt x="10914" y="4386"/>
                  </a:cubicBezTo>
                  <a:cubicBezTo>
                    <a:pt x="10932" y="4360"/>
                    <a:pt x="10940" y="4348"/>
                    <a:pt x="10951" y="4348"/>
                  </a:cubicBezTo>
                  <a:cubicBezTo>
                    <a:pt x="10961" y="4348"/>
                    <a:pt x="10973" y="4356"/>
                    <a:pt x="10995" y="4370"/>
                  </a:cubicBezTo>
                  <a:cubicBezTo>
                    <a:pt x="11029" y="4411"/>
                    <a:pt x="11080" y="4429"/>
                    <a:pt x="11134" y="4429"/>
                  </a:cubicBezTo>
                  <a:cubicBezTo>
                    <a:pt x="11144" y="4429"/>
                    <a:pt x="11155" y="4428"/>
                    <a:pt x="11165" y="4427"/>
                  </a:cubicBezTo>
                  <a:cubicBezTo>
                    <a:pt x="11177" y="4409"/>
                    <a:pt x="11191" y="4402"/>
                    <a:pt x="11206" y="4402"/>
                  </a:cubicBezTo>
                  <a:cubicBezTo>
                    <a:pt x="11232" y="4402"/>
                    <a:pt x="11261" y="4423"/>
                    <a:pt x="11287" y="4443"/>
                  </a:cubicBezTo>
                  <a:cubicBezTo>
                    <a:pt x="11303" y="4499"/>
                    <a:pt x="11343" y="4548"/>
                    <a:pt x="11391" y="4588"/>
                  </a:cubicBezTo>
                  <a:lnTo>
                    <a:pt x="11391" y="4588"/>
                  </a:lnTo>
                  <a:cubicBezTo>
                    <a:pt x="11381" y="4601"/>
                    <a:pt x="11367" y="4619"/>
                    <a:pt x="11352" y="4638"/>
                  </a:cubicBezTo>
                  <a:cubicBezTo>
                    <a:pt x="11335" y="4678"/>
                    <a:pt x="11327" y="4719"/>
                    <a:pt x="11327" y="4767"/>
                  </a:cubicBezTo>
                  <a:cubicBezTo>
                    <a:pt x="11339" y="4773"/>
                    <a:pt x="11350" y="4776"/>
                    <a:pt x="11361" y="4776"/>
                  </a:cubicBezTo>
                  <a:cubicBezTo>
                    <a:pt x="11381" y="4776"/>
                    <a:pt x="11398" y="4767"/>
                    <a:pt x="11408" y="4751"/>
                  </a:cubicBezTo>
                  <a:cubicBezTo>
                    <a:pt x="11410" y="4750"/>
                    <a:pt x="11412" y="4749"/>
                    <a:pt x="11415" y="4749"/>
                  </a:cubicBezTo>
                  <a:cubicBezTo>
                    <a:pt x="11514" y="4749"/>
                    <a:pt x="12540" y="5484"/>
                    <a:pt x="12673" y="5578"/>
                  </a:cubicBezTo>
                  <a:cubicBezTo>
                    <a:pt x="12716" y="5664"/>
                    <a:pt x="12800" y="5745"/>
                    <a:pt x="12836" y="5745"/>
                  </a:cubicBezTo>
                  <a:cubicBezTo>
                    <a:pt x="12847" y="5745"/>
                    <a:pt x="12854" y="5736"/>
                    <a:pt x="12852" y="5716"/>
                  </a:cubicBezTo>
                  <a:cubicBezTo>
                    <a:pt x="12855" y="5710"/>
                    <a:pt x="12862" y="5707"/>
                    <a:pt x="12872" y="5707"/>
                  </a:cubicBezTo>
                  <a:cubicBezTo>
                    <a:pt x="12940" y="5707"/>
                    <a:pt x="13145" y="5853"/>
                    <a:pt x="13387" y="6024"/>
                  </a:cubicBezTo>
                  <a:cubicBezTo>
                    <a:pt x="13665" y="6224"/>
                    <a:pt x="13874" y="6373"/>
                    <a:pt x="13948" y="6373"/>
                  </a:cubicBezTo>
                  <a:cubicBezTo>
                    <a:pt x="13958" y="6373"/>
                    <a:pt x="13966" y="6371"/>
                    <a:pt x="13970" y="6365"/>
                  </a:cubicBezTo>
                  <a:lnTo>
                    <a:pt x="14100" y="6462"/>
                  </a:lnTo>
                  <a:cubicBezTo>
                    <a:pt x="14189" y="6511"/>
                    <a:pt x="14279" y="6543"/>
                    <a:pt x="14368" y="6576"/>
                  </a:cubicBezTo>
                  <a:cubicBezTo>
                    <a:pt x="14383" y="6572"/>
                    <a:pt x="14397" y="6571"/>
                    <a:pt x="14409" y="6571"/>
                  </a:cubicBezTo>
                  <a:cubicBezTo>
                    <a:pt x="14460" y="6571"/>
                    <a:pt x="14474" y="6595"/>
                    <a:pt x="14408" y="6608"/>
                  </a:cubicBezTo>
                  <a:cubicBezTo>
                    <a:pt x="14376" y="6657"/>
                    <a:pt x="14343" y="6705"/>
                    <a:pt x="14384" y="6738"/>
                  </a:cubicBezTo>
                  <a:cubicBezTo>
                    <a:pt x="14417" y="6764"/>
                    <a:pt x="14443" y="6775"/>
                    <a:pt x="14465" y="6775"/>
                  </a:cubicBezTo>
                  <a:cubicBezTo>
                    <a:pt x="14502" y="6775"/>
                    <a:pt x="14526" y="6744"/>
                    <a:pt x="14546" y="6713"/>
                  </a:cubicBezTo>
                  <a:cubicBezTo>
                    <a:pt x="14556" y="6694"/>
                    <a:pt x="14575" y="6683"/>
                    <a:pt x="14593" y="6683"/>
                  </a:cubicBezTo>
                  <a:cubicBezTo>
                    <a:pt x="14605" y="6683"/>
                    <a:pt x="14618" y="6688"/>
                    <a:pt x="14627" y="6697"/>
                  </a:cubicBezTo>
                  <a:cubicBezTo>
                    <a:pt x="14676" y="6730"/>
                    <a:pt x="14676" y="6730"/>
                    <a:pt x="14635" y="6778"/>
                  </a:cubicBezTo>
                  <a:lnTo>
                    <a:pt x="14570" y="6876"/>
                  </a:lnTo>
                  <a:lnTo>
                    <a:pt x="14611" y="6908"/>
                  </a:lnTo>
                  <a:cubicBezTo>
                    <a:pt x="14621" y="6888"/>
                    <a:pt x="14639" y="6878"/>
                    <a:pt x="14658" y="6878"/>
                  </a:cubicBezTo>
                  <a:cubicBezTo>
                    <a:pt x="14670" y="6878"/>
                    <a:pt x="14682" y="6882"/>
                    <a:pt x="14692" y="6892"/>
                  </a:cubicBezTo>
                  <a:cubicBezTo>
                    <a:pt x="14741" y="6924"/>
                    <a:pt x="14741" y="6924"/>
                    <a:pt x="14668" y="7021"/>
                  </a:cubicBezTo>
                  <a:cubicBezTo>
                    <a:pt x="14626" y="7084"/>
                    <a:pt x="14628" y="7120"/>
                    <a:pt x="14665" y="7120"/>
                  </a:cubicBezTo>
                  <a:cubicBezTo>
                    <a:pt x="14686" y="7120"/>
                    <a:pt x="14717" y="7109"/>
                    <a:pt x="14757" y="7086"/>
                  </a:cubicBezTo>
                  <a:lnTo>
                    <a:pt x="14887" y="7103"/>
                  </a:lnTo>
                  <a:cubicBezTo>
                    <a:pt x="14872" y="7180"/>
                    <a:pt x="14924" y="7199"/>
                    <a:pt x="14985" y="7199"/>
                  </a:cubicBezTo>
                  <a:cubicBezTo>
                    <a:pt x="15026" y="7199"/>
                    <a:pt x="15073" y="7190"/>
                    <a:pt x="15105" y="7184"/>
                  </a:cubicBezTo>
                  <a:lnTo>
                    <a:pt x="15105" y="7184"/>
                  </a:lnTo>
                  <a:cubicBezTo>
                    <a:pt x="15089" y="7270"/>
                    <a:pt x="15102" y="7313"/>
                    <a:pt x="15146" y="7313"/>
                  </a:cubicBezTo>
                  <a:cubicBezTo>
                    <a:pt x="15168" y="7313"/>
                    <a:pt x="15197" y="7303"/>
                    <a:pt x="15235" y="7281"/>
                  </a:cubicBezTo>
                  <a:cubicBezTo>
                    <a:pt x="15248" y="7265"/>
                    <a:pt x="15261" y="7258"/>
                    <a:pt x="15273" y="7258"/>
                  </a:cubicBezTo>
                  <a:cubicBezTo>
                    <a:pt x="15299" y="7258"/>
                    <a:pt x="15321" y="7291"/>
                    <a:pt x="15333" y="7346"/>
                  </a:cubicBezTo>
                  <a:cubicBezTo>
                    <a:pt x="15341" y="7427"/>
                    <a:pt x="15381" y="7459"/>
                    <a:pt x="15478" y="7524"/>
                  </a:cubicBezTo>
                  <a:cubicBezTo>
                    <a:pt x="15481" y="7524"/>
                    <a:pt x="15484" y="7523"/>
                    <a:pt x="15487" y="7523"/>
                  </a:cubicBezTo>
                  <a:cubicBezTo>
                    <a:pt x="15581" y="7523"/>
                    <a:pt x="15888" y="7744"/>
                    <a:pt x="16241" y="8002"/>
                  </a:cubicBezTo>
                  <a:cubicBezTo>
                    <a:pt x="16604" y="8264"/>
                    <a:pt x="16863" y="8448"/>
                    <a:pt x="16936" y="8448"/>
                  </a:cubicBezTo>
                  <a:cubicBezTo>
                    <a:pt x="16945" y="8448"/>
                    <a:pt x="16951" y="8445"/>
                    <a:pt x="16954" y="8440"/>
                  </a:cubicBezTo>
                  <a:cubicBezTo>
                    <a:pt x="16995" y="8473"/>
                    <a:pt x="16995" y="8473"/>
                    <a:pt x="17011" y="8554"/>
                  </a:cubicBezTo>
                  <a:cubicBezTo>
                    <a:pt x="16986" y="8583"/>
                    <a:pt x="16994" y="8606"/>
                    <a:pt x="17029" y="8606"/>
                  </a:cubicBezTo>
                  <a:cubicBezTo>
                    <a:pt x="17052" y="8606"/>
                    <a:pt x="17087" y="8596"/>
                    <a:pt x="17132" y="8570"/>
                  </a:cubicBezTo>
                  <a:cubicBezTo>
                    <a:pt x="17176" y="8561"/>
                    <a:pt x="17205" y="8543"/>
                    <a:pt x="17213" y="8543"/>
                  </a:cubicBezTo>
                  <a:cubicBezTo>
                    <a:pt x="17220" y="8543"/>
                    <a:pt x="17211" y="8557"/>
                    <a:pt x="17181" y="8602"/>
                  </a:cubicBezTo>
                  <a:cubicBezTo>
                    <a:pt x="17149" y="8651"/>
                    <a:pt x="17238" y="8716"/>
                    <a:pt x="17416" y="8846"/>
                  </a:cubicBezTo>
                  <a:cubicBezTo>
                    <a:pt x="17533" y="8928"/>
                    <a:pt x="17680" y="9035"/>
                    <a:pt x="17746" y="9035"/>
                  </a:cubicBezTo>
                  <a:cubicBezTo>
                    <a:pt x="17758" y="9035"/>
                    <a:pt x="17767" y="9031"/>
                    <a:pt x="17773" y="9024"/>
                  </a:cubicBezTo>
                  <a:cubicBezTo>
                    <a:pt x="17895" y="9048"/>
                    <a:pt x="17895" y="9048"/>
                    <a:pt x="17813" y="9056"/>
                  </a:cubicBezTo>
                  <a:cubicBezTo>
                    <a:pt x="17700" y="9121"/>
                    <a:pt x="17895" y="9340"/>
                    <a:pt x="18097" y="9340"/>
                  </a:cubicBezTo>
                  <a:cubicBezTo>
                    <a:pt x="18146" y="9373"/>
                    <a:pt x="18186" y="9405"/>
                    <a:pt x="18154" y="9454"/>
                  </a:cubicBezTo>
                  <a:cubicBezTo>
                    <a:pt x="18235" y="9511"/>
                    <a:pt x="18324" y="9543"/>
                    <a:pt x="18413" y="9567"/>
                  </a:cubicBezTo>
                  <a:lnTo>
                    <a:pt x="18738" y="9794"/>
                  </a:lnTo>
                  <a:cubicBezTo>
                    <a:pt x="18803" y="9835"/>
                    <a:pt x="18876" y="9867"/>
                    <a:pt x="18949" y="9875"/>
                  </a:cubicBezTo>
                  <a:cubicBezTo>
                    <a:pt x="18967" y="9888"/>
                    <a:pt x="18984" y="9900"/>
                    <a:pt x="18997" y="9909"/>
                  </a:cubicBezTo>
                  <a:lnTo>
                    <a:pt x="18997" y="9909"/>
                  </a:lnTo>
                  <a:cubicBezTo>
                    <a:pt x="18968" y="9959"/>
                    <a:pt x="19194" y="10120"/>
                    <a:pt x="19508" y="10354"/>
                  </a:cubicBezTo>
                  <a:cubicBezTo>
                    <a:pt x="19824" y="10581"/>
                    <a:pt x="20100" y="10775"/>
                    <a:pt x="20108" y="10856"/>
                  </a:cubicBezTo>
                  <a:cubicBezTo>
                    <a:pt x="20134" y="10872"/>
                    <a:pt x="20159" y="10877"/>
                    <a:pt x="20185" y="10877"/>
                  </a:cubicBezTo>
                  <a:cubicBezTo>
                    <a:pt x="20200" y="10877"/>
                    <a:pt x="20215" y="10876"/>
                    <a:pt x="20230" y="10873"/>
                  </a:cubicBezTo>
                  <a:cubicBezTo>
                    <a:pt x="20274" y="10849"/>
                    <a:pt x="20308" y="10838"/>
                    <a:pt x="20333" y="10838"/>
                  </a:cubicBezTo>
                  <a:cubicBezTo>
                    <a:pt x="20377" y="10838"/>
                    <a:pt x="20395" y="10870"/>
                    <a:pt x="20400" y="10921"/>
                  </a:cubicBezTo>
                  <a:cubicBezTo>
                    <a:pt x="20400" y="11031"/>
                    <a:pt x="20478" y="11113"/>
                    <a:pt x="20576" y="11127"/>
                  </a:cubicBezTo>
                  <a:lnTo>
                    <a:pt x="20576" y="11127"/>
                  </a:lnTo>
                  <a:lnTo>
                    <a:pt x="20594" y="11132"/>
                  </a:lnTo>
                  <a:cubicBezTo>
                    <a:pt x="20596" y="11131"/>
                    <a:pt x="20598" y="11130"/>
                    <a:pt x="20600" y="11128"/>
                  </a:cubicBezTo>
                  <a:lnTo>
                    <a:pt x="20600" y="11128"/>
                  </a:lnTo>
                  <a:cubicBezTo>
                    <a:pt x="20601" y="11128"/>
                    <a:pt x="20602" y="11128"/>
                    <a:pt x="20603" y="11128"/>
                  </a:cubicBezTo>
                  <a:cubicBezTo>
                    <a:pt x="20627" y="11128"/>
                    <a:pt x="20651" y="11124"/>
                    <a:pt x="20676" y="11116"/>
                  </a:cubicBezTo>
                  <a:lnTo>
                    <a:pt x="20676" y="11116"/>
                  </a:lnTo>
                  <a:lnTo>
                    <a:pt x="20643" y="11164"/>
                  </a:lnTo>
                  <a:cubicBezTo>
                    <a:pt x="20626" y="11255"/>
                    <a:pt x="20705" y="11307"/>
                    <a:pt x="20792" y="11307"/>
                  </a:cubicBezTo>
                  <a:cubicBezTo>
                    <a:pt x="20830" y="11307"/>
                    <a:pt x="20869" y="11297"/>
                    <a:pt x="20903" y="11278"/>
                  </a:cubicBezTo>
                  <a:cubicBezTo>
                    <a:pt x="20910" y="11352"/>
                    <a:pt x="20924" y="11426"/>
                    <a:pt x="20988" y="11426"/>
                  </a:cubicBezTo>
                  <a:cubicBezTo>
                    <a:pt x="20994" y="11426"/>
                    <a:pt x="21001" y="11425"/>
                    <a:pt x="21008" y="11424"/>
                  </a:cubicBezTo>
                  <a:lnTo>
                    <a:pt x="21008" y="11424"/>
                  </a:lnTo>
                  <a:cubicBezTo>
                    <a:pt x="21048" y="11456"/>
                    <a:pt x="21048" y="11456"/>
                    <a:pt x="20984" y="11554"/>
                  </a:cubicBezTo>
                  <a:cubicBezTo>
                    <a:pt x="20943" y="11602"/>
                    <a:pt x="20911" y="11651"/>
                    <a:pt x="20951" y="11683"/>
                  </a:cubicBezTo>
                  <a:cubicBezTo>
                    <a:pt x="20962" y="11691"/>
                    <a:pt x="20972" y="11694"/>
                    <a:pt x="20982" y="11694"/>
                  </a:cubicBezTo>
                  <a:cubicBezTo>
                    <a:pt x="21015" y="11694"/>
                    <a:pt x="21041" y="11656"/>
                    <a:pt x="21073" y="11619"/>
                  </a:cubicBezTo>
                  <a:lnTo>
                    <a:pt x="21162" y="11691"/>
                  </a:lnTo>
                  <a:cubicBezTo>
                    <a:pt x="21171" y="11697"/>
                    <a:pt x="21181" y="11700"/>
                    <a:pt x="21192" y="11700"/>
                  </a:cubicBezTo>
                  <a:cubicBezTo>
                    <a:pt x="21212" y="11700"/>
                    <a:pt x="21233" y="11691"/>
                    <a:pt x="21243" y="11675"/>
                  </a:cubicBezTo>
                  <a:cubicBezTo>
                    <a:pt x="21255" y="11657"/>
                    <a:pt x="21269" y="11650"/>
                    <a:pt x="21284" y="11650"/>
                  </a:cubicBezTo>
                  <a:cubicBezTo>
                    <a:pt x="21310" y="11650"/>
                    <a:pt x="21339" y="11671"/>
                    <a:pt x="21365" y="11691"/>
                  </a:cubicBezTo>
                  <a:cubicBezTo>
                    <a:pt x="21353" y="11710"/>
                    <a:pt x="21356" y="11719"/>
                    <a:pt x="21365" y="11719"/>
                  </a:cubicBezTo>
                  <a:cubicBezTo>
                    <a:pt x="21381" y="11719"/>
                    <a:pt x="21410" y="11694"/>
                    <a:pt x="21405" y="11643"/>
                  </a:cubicBezTo>
                  <a:cubicBezTo>
                    <a:pt x="21430" y="11605"/>
                    <a:pt x="21455" y="11567"/>
                    <a:pt x="21488" y="11567"/>
                  </a:cubicBezTo>
                  <a:cubicBezTo>
                    <a:pt x="21498" y="11567"/>
                    <a:pt x="21508" y="11571"/>
                    <a:pt x="21519" y="11578"/>
                  </a:cubicBezTo>
                  <a:lnTo>
                    <a:pt x="21584" y="11481"/>
                  </a:lnTo>
                  <a:cubicBezTo>
                    <a:pt x="21657" y="11383"/>
                    <a:pt x="21689" y="11335"/>
                    <a:pt x="21632" y="11221"/>
                  </a:cubicBezTo>
                  <a:cubicBezTo>
                    <a:pt x="21517" y="11080"/>
                    <a:pt x="21432" y="10959"/>
                    <a:pt x="21365" y="10959"/>
                  </a:cubicBezTo>
                  <a:cubicBezTo>
                    <a:pt x="21348" y="10959"/>
                    <a:pt x="21331" y="10968"/>
                    <a:pt x="21316" y="10986"/>
                  </a:cubicBezTo>
                  <a:cubicBezTo>
                    <a:pt x="21299" y="10994"/>
                    <a:pt x="21281" y="10998"/>
                    <a:pt x="21264" y="10998"/>
                  </a:cubicBezTo>
                  <a:cubicBezTo>
                    <a:pt x="21193" y="10998"/>
                    <a:pt x="21131" y="10935"/>
                    <a:pt x="21138" y="10856"/>
                  </a:cubicBezTo>
                  <a:cubicBezTo>
                    <a:pt x="21170" y="10808"/>
                    <a:pt x="20992" y="10678"/>
                    <a:pt x="20765" y="10516"/>
                  </a:cubicBezTo>
                  <a:cubicBezTo>
                    <a:pt x="20489" y="10321"/>
                    <a:pt x="20351" y="10224"/>
                    <a:pt x="20343" y="10143"/>
                  </a:cubicBezTo>
                  <a:cubicBezTo>
                    <a:pt x="20343" y="10094"/>
                    <a:pt x="20319" y="10054"/>
                    <a:pt x="20286" y="10029"/>
                  </a:cubicBezTo>
                  <a:cubicBezTo>
                    <a:pt x="20283" y="10034"/>
                    <a:pt x="20277" y="10037"/>
                    <a:pt x="20268" y="10037"/>
                  </a:cubicBezTo>
                  <a:cubicBezTo>
                    <a:pt x="20196" y="10037"/>
                    <a:pt x="19945" y="9859"/>
                    <a:pt x="19662" y="9648"/>
                  </a:cubicBezTo>
                  <a:cubicBezTo>
                    <a:pt x="19375" y="9442"/>
                    <a:pt x="19088" y="9236"/>
                    <a:pt x="19007" y="9236"/>
                  </a:cubicBezTo>
                  <a:cubicBezTo>
                    <a:pt x="18999" y="9236"/>
                    <a:pt x="18993" y="9238"/>
                    <a:pt x="18989" y="9243"/>
                  </a:cubicBezTo>
                  <a:lnTo>
                    <a:pt x="18900" y="9178"/>
                  </a:lnTo>
                  <a:cubicBezTo>
                    <a:pt x="18932" y="9129"/>
                    <a:pt x="18843" y="9065"/>
                    <a:pt x="18754" y="9000"/>
                  </a:cubicBezTo>
                  <a:cubicBezTo>
                    <a:pt x="18681" y="8992"/>
                    <a:pt x="18600" y="8959"/>
                    <a:pt x="18535" y="8919"/>
                  </a:cubicBezTo>
                  <a:cubicBezTo>
                    <a:pt x="18576" y="8870"/>
                    <a:pt x="18527" y="8838"/>
                    <a:pt x="18438" y="8773"/>
                  </a:cubicBezTo>
                  <a:cubicBezTo>
                    <a:pt x="18378" y="8729"/>
                    <a:pt x="18337" y="8701"/>
                    <a:pt x="18306" y="8701"/>
                  </a:cubicBezTo>
                  <a:cubicBezTo>
                    <a:pt x="18291" y="8701"/>
                    <a:pt x="18278" y="8708"/>
                    <a:pt x="18268" y="8724"/>
                  </a:cubicBezTo>
                  <a:cubicBezTo>
                    <a:pt x="18097" y="8602"/>
                    <a:pt x="17935" y="8465"/>
                    <a:pt x="17797" y="8311"/>
                  </a:cubicBezTo>
                  <a:cubicBezTo>
                    <a:pt x="17792" y="8263"/>
                    <a:pt x="17762" y="8249"/>
                    <a:pt x="17721" y="8249"/>
                  </a:cubicBezTo>
                  <a:cubicBezTo>
                    <a:pt x="17693" y="8249"/>
                    <a:pt x="17660" y="8255"/>
                    <a:pt x="17627" y="8262"/>
                  </a:cubicBezTo>
                  <a:cubicBezTo>
                    <a:pt x="17606" y="8293"/>
                    <a:pt x="17568" y="8311"/>
                    <a:pt x="17531" y="8311"/>
                  </a:cubicBezTo>
                  <a:cubicBezTo>
                    <a:pt x="17510" y="8311"/>
                    <a:pt x="17490" y="8306"/>
                    <a:pt x="17473" y="8294"/>
                  </a:cubicBezTo>
                  <a:lnTo>
                    <a:pt x="17538" y="8197"/>
                  </a:lnTo>
                  <a:cubicBezTo>
                    <a:pt x="17619" y="8181"/>
                    <a:pt x="17619" y="8181"/>
                    <a:pt x="17530" y="8116"/>
                  </a:cubicBezTo>
                  <a:lnTo>
                    <a:pt x="17441" y="8051"/>
                  </a:lnTo>
                  <a:cubicBezTo>
                    <a:pt x="17436" y="8057"/>
                    <a:pt x="17428" y="8060"/>
                    <a:pt x="17418" y="8060"/>
                  </a:cubicBezTo>
                  <a:cubicBezTo>
                    <a:pt x="17344" y="8060"/>
                    <a:pt x="17135" y="7910"/>
                    <a:pt x="16857" y="7711"/>
                  </a:cubicBezTo>
                  <a:cubicBezTo>
                    <a:pt x="16514" y="7464"/>
                    <a:pt x="16363" y="7351"/>
                    <a:pt x="16304" y="7351"/>
                  </a:cubicBezTo>
                  <a:cubicBezTo>
                    <a:pt x="16294" y="7351"/>
                    <a:pt x="16286" y="7354"/>
                    <a:pt x="16281" y="7362"/>
                  </a:cubicBezTo>
                  <a:cubicBezTo>
                    <a:pt x="16270" y="7376"/>
                    <a:pt x="16258" y="7383"/>
                    <a:pt x="16245" y="7383"/>
                  </a:cubicBezTo>
                  <a:cubicBezTo>
                    <a:pt x="16212" y="7383"/>
                    <a:pt x="16170" y="7337"/>
                    <a:pt x="16095" y="7232"/>
                  </a:cubicBezTo>
                  <a:cubicBezTo>
                    <a:pt x="15962" y="6953"/>
                    <a:pt x="15938" y="6903"/>
                    <a:pt x="15889" y="6903"/>
                  </a:cubicBezTo>
                  <a:cubicBezTo>
                    <a:pt x="15878" y="6903"/>
                    <a:pt x="15866" y="6905"/>
                    <a:pt x="15851" y="6908"/>
                  </a:cubicBezTo>
                  <a:cubicBezTo>
                    <a:pt x="15892" y="6940"/>
                    <a:pt x="15860" y="6989"/>
                    <a:pt x="15827" y="7038"/>
                  </a:cubicBezTo>
                  <a:cubicBezTo>
                    <a:pt x="15798" y="7076"/>
                    <a:pt x="15775" y="7094"/>
                    <a:pt x="15757" y="7094"/>
                  </a:cubicBezTo>
                  <a:cubicBezTo>
                    <a:pt x="15731" y="7094"/>
                    <a:pt x="15720" y="7051"/>
                    <a:pt x="15730" y="6973"/>
                  </a:cubicBezTo>
                  <a:cubicBezTo>
                    <a:pt x="15798" y="6882"/>
                    <a:pt x="15183" y="6496"/>
                    <a:pt x="15007" y="6496"/>
                  </a:cubicBezTo>
                  <a:cubicBezTo>
                    <a:pt x="14994" y="6496"/>
                    <a:pt x="14984" y="6498"/>
                    <a:pt x="14976" y="6503"/>
                  </a:cubicBezTo>
                  <a:cubicBezTo>
                    <a:pt x="14959" y="6523"/>
                    <a:pt x="14949" y="6535"/>
                    <a:pt x="14949" y="6535"/>
                  </a:cubicBezTo>
                  <a:cubicBezTo>
                    <a:pt x="14948" y="6535"/>
                    <a:pt x="14965" y="6511"/>
                    <a:pt x="15008" y="6454"/>
                  </a:cubicBezTo>
                  <a:cubicBezTo>
                    <a:pt x="15041" y="6405"/>
                    <a:pt x="15000" y="6373"/>
                    <a:pt x="14814" y="6243"/>
                  </a:cubicBezTo>
                  <a:lnTo>
                    <a:pt x="14676" y="6138"/>
                  </a:lnTo>
                  <a:cubicBezTo>
                    <a:pt x="14665" y="6154"/>
                    <a:pt x="14650" y="6160"/>
                    <a:pt x="14632" y="6160"/>
                  </a:cubicBezTo>
                  <a:cubicBezTo>
                    <a:pt x="14539" y="6160"/>
                    <a:pt x="14374" y="5984"/>
                    <a:pt x="14408" y="5943"/>
                  </a:cubicBezTo>
                  <a:cubicBezTo>
                    <a:pt x="14392" y="5862"/>
                    <a:pt x="14392" y="5862"/>
                    <a:pt x="14303" y="5797"/>
                  </a:cubicBezTo>
                  <a:cubicBezTo>
                    <a:pt x="14100" y="5797"/>
                    <a:pt x="13906" y="5586"/>
                    <a:pt x="13938" y="5538"/>
                  </a:cubicBezTo>
                  <a:lnTo>
                    <a:pt x="13849" y="5473"/>
                  </a:lnTo>
                  <a:cubicBezTo>
                    <a:pt x="13768" y="5473"/>
                    <a:pt x="13695" y="5440"/>
                    <a:pt x="13630" y="5392"/>
                  </a:cubicBezTo>
                  <a:cubicBezTo>
                    <a:pt x="13551" y="5332"/>
                    <a:pt x="13502" y="5297"/>
                    <a:pt x="13477" y="5297"/>
                  </a:cubicBezTo>
                  <a:cubicBezTo>
                    <a:pt x="13462" y="5297"/>
                    <a:pt x="13456" y="5312"/>
                    <a:pt x="13460" y="5343"/>
                  </a:cubicBezTo>
                  <a:cubicBezTo>
                    <a:pt x="13434" y="5381"/>
                    <a:pt x="13409" y="5419"/>
                    <a:pt x="13377" y="5419"/>
                  </a:cubicBezTo>
                  <a:cubicBezTo>
                    <a:pt x="13367" y="5419"/>
                    <a:pt x="13357" y="5415"/>
                    <a:pt x="13346" y="5408"/>
                  </a:cubicBezTo>
                  <a:lnTo>
                    <a:pt x="13379" y="5359"/>
                  </a:lnTo>
                  <a:cubicBezTo>
                    <a:pt x="13419" y="5311"/>
                    <a:pt x="13281" y="5213"/>
                    <a:pt x="13103" y="5084"/>
                  </a:cubicBezTo>
                  <a:cubicBezTo>
                    <a:pt x="12876" y="4913"/>
                    <a:pt x="12779" y="4849"/>
                    <a:pt x="12770" y="4767"/>
                  </a:cubicBezTo>
                  <a:lnTo>
                    <a:pt x="12689" y="4784"/>
                  </a:lnTo>
                  <a:cubicBezTo>
                    <a:pt x="12675" y="4787"/>
                    <a:pt x="12662" y="4788"/>
                    <a:pt x="12650" y="4788"/>
                  </a:cubicBezTo>
                  <a:cubicBezTo>
                    <a:pt x="12596" y="4788"/>
                    <a:pt x="12574" y="4759"/>
                    <a:pt x="12600" y="4719"/>
                  </a:cubicBezTo>
                  <a:cubicBezTo>
                    <a:pt x="12592" y="4638"/>
                    <a:pt x="12406" y="4508"/>
                    <a:pt x="12284" y="4492"/>
                  </a:cubicBezTo>
                  <a:lnTo>
                    <a:pt x="12195" y="4427"/>
                  </a:lnTo>
                  <a:cubicBezTo>
                    <a:pt x="12214" y="4326"/>
                    <a:pt x="12134" y="4244"/>
                    <a:pt x="12044" y="4244"/>
                  </a:cubicBezTo>
                  <a:cubicBezTo>
                    <a:pt x="12019" y="4244"/>
                    <a:pt x="11993" y="4251"/>
                    <a:pt x="11968" y="4265"/>
                  </a:cubicBezTo>
                  <a:cubicBezTo>
                    <a:pt x="12000" y="4216"/>
                    <a:pt x="11952" y="4184"/>
                    <a:pt x="11911" y="4151"/>
                  </a:cubicBezTo>
                  <a:cubicBezTo>
                    <a:pt x="11781" y="4135"/>
                    <a:pt x="11603" y="4005"/>
                    <a:pt x="11635" y="3957"/>
                  </a:cubicBezTo>
                  <a:lnTo>
                    <a:pt x="11587" y="3924"/>
                  </a:lnTo>
                  <a:cubicBezTo>
                    <a:pt x="11577" y="3926"/>
                    <a:pt x="11568" y="3926"/>
                    <a:pt x="11558" y="3926"/>
                  </a:cubicBezTo>
                  <a:cubicBezTo>
                    <a:pt x="11509" y="3926"/>
                    <a:pt x="11457" y="3909"/>
                    <a:pt x="11416" y="3876"/>
                  </a:cubicBezTo>
                  <a:cubicBezTo>
                    <a:pt x="11383" y="3835"/>
                    <a:pt x="11331" y="3817"/>
                    <a:pt x="11278" y="3817"/>
                  </a:cubicBezTo>
                  <a:cubicBezTo>
                    <a:pt x="11267" y="3817"/>
                    <a:pt x="11257" y="3818"/>
                    <a:pt x="11246" y="3819"/>
                  </a:cubicBezTo>
                  <a:cubicBezTo>
                    <a:pt x="11232" y="3825"/>
                    <a:pt x="11216" y="3827"/>
                    <a:pt x="11201" y="3827"/>
                  </a:cubicBezTo>
                  <a:cubicBezTo>
                    <a:pt x="11173" y="3827"/>
                    <a:pt x="11146" y="3818"/>
                    <a:pt x="11125" y="3803"/>
                  </a:cubicBezTo>
                  <a:cubicBezTo>
                    <a:pt x="11076" y="3770"/>
                    <a:pt x="11157" y="3754"/>
                    <a:pt x="11238" y="3738"/>
                  </a:cubicBezTo>
                  <a:cubicBezTo>
                    <a:pt x="11247" y="3739"/>
                    <a:pt x="11255" y="3740"/>
                    <a:pt x="11262" y="3740"/>
                  </a:cubicBezTo>
                  <a:cubicBezTo>
                    <a:pt x="11339" y="3740"/>
                    <a:pt x="11214" y="3657"/>
                    <a:pt x="11019" y="3657"/>
                  </a:cubicBezTo>
                  <a:cubicBezTo>
                    <a:pt x="10816" y="3657"/>
                    <a:pt x="10816" y="3657"/>
                    <a:pt x="10979" y="3624"/>
                  </a:cubicBezTo>
                  <a:cubicBezTo>
                    <a:pt x="11060" y="3608"/>
                    <a:pt x="11133" y="3592"/>
                    <a:pt x="11011" y="3576"/>
                  </a:cubicBezTo>
                  <a:cubicBezTo>
                    <a:pt x="11011" y="3576"/>
                    <a:pt x="10964" y="3541"/>
                    <a:pt x="10923" y="3541"/>
                  </a:cubicBezTo>
                  <a:cubicBezTo>
                    <a:pt x="10907" y="3541"/>
                    <a:pt x="10892" y="3546"/>
                    <a:pt x="10881" y="3559"/>
                  </a:cubicBezTo>
                  <a:lnTo>
                    <a:pt x="10744" y="3462"/>
                  </a:lnTo>
                  <a:cubicBezTo>
                    <a:pt x="10719" y="3389"/>
                    <a:pt x="10662" y="3324"/>
                    <a:pt x="10598" y="3284"/>
                  </a:cubicBezTo>
                  <a:cubicBezTo>
                    <a:pt x="10573" y="3289"/>
                    <a:pt x="10555" y="3292"/>
                    <a:pt x="10543" y="3292"/>
                  </a:cubicBezTo>
                  <a:cubicBezTo>
                    <a:pt x="10516" y="3292"/>
                    <a:pt x="10514" y="3275"/>
                    <a:pt x="10508" y="3219"/>
                  </a:cubicBezTo>
                  <a:cubicBezTo>
                    <a:pt x="10525" y="3193"/>
                    <a:pt x="10520" y="3172"/>
                    <a:pt x="10502" y="3172"/>
                  </a:cubicBezTo>
                  <a:cubicBezTo>
                    <a:pt x="10485" y="3172"/>
                    <a:pt x="10458" y="3189"/>
                    <a:pt x="10427" y="3235"/>
                  </a:cubicBezTo>
                  <a:cubicBezTo>
                    <a:pt x="10414" y="3239"/>
                    <a:pt x="10401" y="3241"/>
                    <a:pt x="10389" y="3241"/>
                  </a:cubicBezTo>
                  <a:cubicBezTo>
                    <a:pt x="10331" y="3241"/>
                    <a:pt x="10283" y="3198"/>
                    <a:pt x="10289" y="3138"/>
                  </a:cubicBezTo>
                  <a:cubicBezTo>
                    <a:pt x="10334" y="3071"/>
                    <a:pt x="10325" y="3034"/>
                    <a:pt x="10304" y="3034"/>
                  </a:cubicBezTo>
                  <a:cubicBezTo>
                    <a:pt x="10295" y="3034"/>
                    <a:pt x="10283" y="3042"/>
                    <a:pt x="10273" y="3057"/>
                  </a:cubicBezTo>
                  <a:cubicBezTo>
                    <a:pt x="10262" y="3059"/>
                    <a:pt x="10251" y="3060"/>
                    <a:pt x="10239" y="3060"/>
                  </a:cubicBezTo>
                  <a:cubicBezTo>
                    <a:pt x="10207" y="3060"/>
                    <a:pt x="10173" y="3052"/>
                    <a:pt x="10144" y="3041"/>
                  </a:cubicBezTo>
                  <a:cubicBezTo>
                    <a:pt x="10184" y="2992"/>
                    <a:pt x="9762" y="2692"/>
                    <a:pt x="9333" y="2408"/>
                  </a:cubicBezTo>
                  <a:cubicBezTo>
                    <a:pt x="9315" y="2401"/>
                    <a:pt x="9296" y="2397"/>
                    <a:pt x="9277" y="2397"/>
                  </a:cubicBezTo>
                  <a:cubicBezTo>
                    <a:pt x="9235" y="2397"/>
                    <a:pt x="9193" y="2415"/>
                    <a:pt x="9171" y="2449"/>
                  </a:cubicBezTo>
                  <a:cubicBezTo>
                    <a:pt x="9145" y="2487"/>
                    <a:pt x="9135" y="2503"/>
                    <a:pt x="9130" y="2503"/>
                  </a:cubicBezTo>
                  <a:cubicBezTo>
                    <a:pt x="9124" y="2503"/>
                    <a:pt x="9132" y="2465"/>
                    <a:pt x="9122" y="2416"/>
                  </a:cubicBezTo>
                  <a:cubicBezTo>
                    <a:pt x="9151" y="2311"/>
                    <a:pt x="9129" y="2246"/>
                    <a:pt x="9096" y="2246"/>
                  </a:cubicBezTo>
                  <a:cubicBezTo>
                    <a:pt x="9073" y="2246"/>
                    <a:pt x="9045" y="2278"/>
                    <a:pt x="9025" y="2351"/>
                  </a:cubicBezTo>
                  <a:cubicBezTo>
                    <a:pt x="9017" y="2418"/>
                    <a:pt x="9013" y="2452"/>
                    <a:pt x="9007" y="2452"/>
                  </a:cubicBezTo>
                  <a:cubicBezTo>
                    <a:pt x="9001" y="2452"/>
                    <a:pt x="8993" y="2411"/>
                    <a:pt x="8976" y="2327"/>
                  </a:cubicBezTo>
                  <a:cubicBezTo>
                    <a:pt x="8965" y="2271"/>
                    <a:pt x="8961" y="2254"/>
                    <a:pt x="8934" y="2254"/>
                  </a:cubicBezTo>
                  <a:cubicBezTo>
                    <a:pt x="8921" y="2254"/>
                    <a:pt x="8904" y="2257"/>
                    <a:pt x="8879" y="2262"/>
                  </a:cubicBezTo>
                  <a:cubicBezTo>
                    <a:pt x="8867" y="2279"/>
                    <a:pt x="8854" y="2286"/>
                    <a:pt x="8843" y="2286"/>
                  </a:cubicBezTo>
                  <a:cubicBezTo>
                    <a:pt x="8822" y="2286"/>
                    <a:pt x="8809" y="2261"/>
                    <a:pt x="8830" y="2230"/>
                  </a:cubicBezTo>
                  <a:cubicBezTo>
                    <a:pt x="8817" y="2166"/>
                    <a:pt x="8799" y="2102"/>
                    <a:pt x="8780" y="2102"/>
                  </a:cubicBezTo>
                  <a:cubicBezTo>
                    <a:pt x="8775" y="2102"/>
                    <a:pt x="8770" y="2106"/>
                    <a:pt x="8765" y="2116"/>
                  </a:cubicBezTo>
                  <a:cubicBezTo>
                    <a:pt x="8725" y="2092"/>
                    <a:pt x="8700" y="2051"/>
                    <a:pt x="8692" y="2011"/>
                  </a:cubicBezTo>
                  <a:cubicBezTo>
                    <a:pt x="8683" y="1965"/>
                    <a:pt x="8654" y="1951"/>
                    <a:pt x="8615" y="1951"/>
                  </a:cubicBezTo>
                  <a:cubicBezTo>
                    <a:pt x="8585" y="1951"/>
                    <a:pt x="8549" y="1960"/>
                    <a:pt x="8514" y="1970"/>
                  </a:cubicBezTo>
                  <a:cubicBezTo>
                    <a:pt x="8488" y="1971"/>
                    <a:pt x="8465" y="1972"/>
                    <a:pt x="8444" y="1972"/>
                  </a:cubicBezTo>
                  <a:cubicBezTo>
                    <a:pt x="8294" y="1972"/>
                    <a:pt x="8267" y="1945"/>
                    <a:pt x="8360" y="1881"/>
                  </a:cubicBezTo>
                  <a:cubicBezTo>
                    <a:pt x="8445" y="1826"/>
                    <a:pt x="8307" y="1758"/>
                    <a:pt x="8188" y="1758"/>
                  </a:cubicBezTo>
                  <a:cubicBezTo>
                    <a:pt x="8148" y="1758"/>
                    <a:pt x="8111" y="1766"/>
                    <a:pt x="8084" y="1784"/>
                  </a:cubicBezTo>
                  <a:cubicBezTo>
                    <a:pt x="8022" y="1828"/>
                    <a:pt x="7994" y="1848"/>
                    <a:pt x="7987" y="1848"/>
                  </a:cubicBezTo>
                  <a:cubicBezTo>
                    <a:pt x="7980" y="1848"/>
                    <a:pt x="7988" y="1834"/>
                    <a:pt x="8003" y="1808"/>
                  </a:cubicBezTo>
                  <a:cubicBezTo>
                    <a:pt x="8019" y="1784"/>
                    <a:pt x="8011" y="1743"/>
                    <a:pt x="7979" y="1727"/>
                  </a:cubicBezTo>
                  <a:cubicBezTo>
                    <a:pt x="7930" y="1703"/>
                    <a:pt x="7881" y="1670"/>
                    <a:pt x="7906" y="1622"/>
                  </a:cubicBezTo>
                  <a:cubicBezTo>
                    <a:pt x="7849" y="1597"/>
                    <a:pt x="7784" y="1589"/>
                    <a:pt x="7727" y="1589"/>
                  </a:cubicBezTo>
                  <a:cubicBezTo>
                    <a:pt x="7706" y="1595"/>
                    <a:pt x="7685" y="1598"/>
                    <a:pt x="7664" y="1598"/>
                  </a:cubicBezTo>
                  <a:cubicBezTo>
                    <a:pt x="7542" y="1598"/>
                    <a:pt x="7436" y="1502"/>
                    <a:pt x="7436" y="1370"/>
                  </a:cubicBezTo>
                  <a:lnTo>
                    <a:pt x="7306" y="1378"/>
                  </a:lnTo>
                  <a:cubicBezTo>
                    <a:pt x="7250" y="1422"/>
                    <a:pt x="7203" y="1449"/>
                    <a:pt x="7179" y="1449"/>
                  </a:cubicBezTo>
                  <a:cubicBezTo>
                    <a:pt x="7157" y="1449"/>
                    <a:pt x="7153" y="1428"/>
                    <a:pt x="7176" y="1378"/>
                  </a:cubicBezTo>
                  <a:lnTo>
                    <a:pt x="7200" y="1322"/>
                  </a:lnTo>
                  <a:lnTo>
                    <a:pt x="7200" y="1322"/>
                  </a:lnTo>
                  <a:cubicBezTo>
                    <a:pt x="7180" y="1338"/>
                    <a:pt x="7156" y="1344"/>
                    <a:pt x="7132" y="1344"/>
                  </a:cubicBezTo>
                  <a:cubicBezTo>
                    <a:pt x="7031" y="1344"/>
                    <a:pt x="6918" y="1228"/>
                    <a:pt x="6957" y="1143"/>
                  </a:cubicBezTo>
                  <a:cubicBezTo>
                    <a:pt x="6990" y="1087"/>
                    <a:pt x="6990" y="1087"/>
                    <a:pt x="6933" y="1062"/>
                  </a:cubicBezTo>
                  <a:lnTo>
                    <a:pt x="6909" y="1119"/>
                  </a:lnTo>
                  <a:cubicBezTo>
                    <a:pt x="6889" y="1165"/>
                    <a:pt x="6869" y="1207"/>
                    <a:pt x="6831" y="1207"/>
                  </a:cubicBezTo>
                  <a:cubicBezTo>
                    <a:pt x="6823" y="1207"/>
                    <a:pt x="6813" y="1205"/>
                    <a:pt x="6803" y="1200"/>
                  </a:cubicBezTo>
                  <a:cubicBezTo>
                    <a:pt x="6754" y="1176"/>
                    <a:pt x="6698" y="1160"/>
                    <a:pt x="6722" y="1103"/>
                  </a:cubicBezTo>
                  <a:cubicBezTo>
                    <a:pt x="6697" y="1041"/>
                    <a:pt x="6672" y="978"/>
                    <a:pt x="6651" y="978"/>
                  </a:cubicBezTo>
                  <a:cubicBezTo>
                    <a:pt x="6645" y="978"/>
                    <a:pt x="6639" y="984"/>
                    <a:pt x="6633" y="997"/>
                  </a:cubicBezTo>
                  <a:cubicBezTo>
                    <a:pt x="6592" y="981"/>
                    <a:pt x="6568" y="941"/>
                    <a:pt x="6552" y="900"/>
                  </a:cubicBezTo>
                  <a:lnTo>
                    <a:pt x="6325" y="811"/>
                  </a:lnTo>
                  <a:cubicBezTo>
                    <a:pt x="6308" y="818"/>
                    <a:pt x="6290" y="821"/>
                    <a:pt x="6271" y="821"/>
                  </a:cubicBezTo>
                  <a:cubicBezTo>
                    <a:pt x="6208" y="821"/>
                    <a:pt x="6144" y="784"/>
                    <a:pt x="6163" y="746"/>
                  </a:cubicBezTo>
                  <a:cubicBezTo>
                    <a:pt x="6127" y="733"/>
                    <a:pt x="6091" y="727"/>
                    <a:pt x="6056" y="727"/>
                  </a:cubicBezTo>
                  <a:cubicBezTo>
                    <a:pt x="6026" y="727"/>
                    <a:pt x="5997" y="731"/>
                    <a:pt x="5968" y="738"/>
                  </a:cubicBezTo>
                  <a:cubicBezTo>
                    <a:pt x="5863" y="697"/>
                    <a:pt x="5798" y="681"/>
                    <a:pt x="5822" y="624"/>
                  </a:cubicBezTo>
                  <a:cubicBezTo>
                    <a:pt x="5831" y="592"/>
                    <a:pt x="5835" y="578"/>
                    <a:pt x="5824" y="578"/>
                  </a:cubicBezTo>
                  <a:cubicBezTo>
                    <a:pt x="5815" y="578"/>
                    <a:pt x="5797" y="586"/>
                    <a:pt x="5765" y="600"/>
                  </a:cubicBezTo>
                  <a:cubicBezTo>
                    <a:pt x="5752" y="630"/>
                    <a:pt x="5731" y="640"/>
                    <a:pt x="5704" y="640"/>
                  </a:cubicBezTo>
                  <a:cubicBezTo>
                    <a:pt x="5681" y="640"/>
                    <a:pt x="5654" y="632"/>
                    <a:pt x="5628" y="624"/>
                  </a:cubicBezTo>
                  <a:lnTo>
                    <a:pt x="5514" y="584"/>
                  </a:lnTo>
                  <a:cubicBezTo>
                    <a:pt x="5503" y="621"/>
                    <a:pt x="5500" y="634"/>
                    <a:pt x="5483" y="634"/>
                  </a:cubicBezTo>
                  <a:cubicBezTo>
                    <a:pt x="5474" y="634"/>
                    <a:pt x="5461" y="630"/>
                    <a:pt x="5441" y="624"/>
                  </a:cubicBezTo>
                  <a:cubicBezTo>
                    <a:pt x="5384" y="608"/>
                    <a:pt x="5230" y="495"/>
                    <a:pt x="5173" y="479"/>
                  </a:cubicBezTo>
                  <a:cubicBezTo>
                    <a:pt x="5097" y="461"/>
                    <a:pt x="5054" y="451"/>
                    <a:pt x="5032" y="451"/>
                  </a:cubicBezTo>
                  <a:cubicBezTo>
                    <a:pt x="5004" y="451"/>
                    <a:pt x="5016" y="469"/>
                    <a:pt x="5044" y="511"/>
                  </a:cubicBezTo>
                  <a:cubicBezTo>
                    <a:pt x="5077" y="520"/>
                    <a:pt x="5085" y="544"/>
                    <a:pt x="5065" y="544"/>
                  </a:cubicBezTo>
                  <a:cubicBezTo>
                    <a:pt x="5051" y="544"/>
                    <a:pt x="5023" y="532"/>
                    <a:pt x="4979" y="495"/>
                  </a:cubicBezTo>
                  <a:cubicBezTo>
                    <a:pt x="4857" y="430"/>
                    <a:pt x="4719" y="381"/>
                    <a:pt x="4590" y="333"/>
                  </a:cubicBezTo>
                  <a:cubicBezTo>
                    <a:pt x="4477" y="310"/>
                    <a:pt x="4416" y="298"/>
                    <a:pt x="4383" y="298"/>
                  </a:cubicBezTo>
                  <a:cubicBezTo>
                    <a:pt x="4345" y="298"/>
                    <a:pt x="4343" y="314"/>
                    <a:pt x="4338" y="349"/>
                  </a:cubicBezTo>
                  <a:cubicBezTo>
                    <a:pt x="4354" y="410"/>
                    <a:pt x="4349" y="438"/>
                    <a:pt x="4337" y="438"/>
                  </a:cubicBezTo>
                  <a:cubicBezTo>
                    <a:pt x="4323" y="438"/>
                    <a:pt x="4299" y="401"/>
                    <a:pt x="4282" y="333"/>
                  </a:cubicBezTo>
                  <a:cubicBezTo>
                    <a:pt x="4220" y="246"/>
                    <a:pt x="4172" y="210"/>
                    <a:pt x="4142" y="210"/>
                  </a:cubicBezTo>
                  <a:cubicBezTo>
                    <a:pt x="4125" y="210"/>
                    <a:pt x="4114" y="222"/>
                    <a:pt x="4111" y="243"/>
                  </a:cubicBezTo>
                  <a:cubicBezTo>
                    <a:pt x="4060" y="278"/>
                    <a:pt x="4045" y="288"/>
                    <a:pt x="4020" y="288"/>
                  </a:cubicBezTo>
                  <a:cubicBezTo>
                    <a:pt x="4010" y="288"/>
                    <a:pt x="3998" y="286"/>
                    <a:pt x="3982" y="284"/>
                  </a:cubicBezTo>
                  <a:cubicBezTo>
                    <a:pt x="3986" y="250"/>
                    <a:pt x="3968" y="231"/>
                    <a:pt x="3926" y="231"/>
                  </a:cubicBezTo>
                  <a:cubicBezTo>
                    <a:pt x="3897" y="231"/>
                    <a:pt x="3856" y="240"/>
                    <a:pt x="3803" y="260"/>
                  </a:cubicBezTo>
                  <a:cubicBezTo>
                    <a:pt x="3738" y="251"/>
                    <a:pt x="3738" y="251"/>
                    <a:pt x="3747" y="187"/>
                  </a:cubicBezTo>
                  <a:lnTo>
                    <a:pt x="3625" y="170"/>
                  </a:lnTo>
                  <a:cubicBezTo>
                    <a:pt x="3581" y="206"/>
                    <a:pt x="3512" y="219"/>
                    <a:pt x="3436" y="219"/>
                  </a:cubicBezTo>
                  <a:cubicBezTo>
                    <a:pt x="3288" y="219"/>
                    <a:pt x="3117" y="167"/>
                    <a:pt x="3074" y="130"/>
                  </a:cubicBezTo>
                  <a:cubicBezTo>
                    <a:pt x="3033" y="130"/>
                    <a:pt x="2984" y="146"/>
                    <a:pt x="2952" y="179"/>
                  </a:cubicBezTo>
                  <a:cubicBezTo>
                    <a:pt x="2920" y="239"/>
                    <a:pt x="2889" y="270"/>
                    <a:pt x="2867" y="270"/>
                  </a:cubicBezTo>
                  <a:cubicBezTo>
                    <a:pt x="2845" y="270"/>
                    <a:pt x="2830" y="239"/>
                    <a:pt x="2830" y="179"/>
                  </a:cubicBezTo>
                  <a:cubicBezTo>
                    <a:pt x="2830" y="118"/>
                    <a:pt x="2830" y="87"/>
                    <a:pt x="2822" y="87"/>
                  </a:cubicBezTo>
                  <a:cubicBezTo>
                    <a:pt x="2814" y="87"/>
                    <a:pt x="2798" y="118"/>
                    <a:pt x="2765" y="179"/>
                  </a:cubicBezTo>
                  <a:cubicBezTo>
                    <a:pt x="2741" y="203"/>
                    <a:pt x="2670" y="218"/>
                    <a:pt x="2602" y="218"/>
                  </a:cubicBezTo>
                  <a:cubicBezTo>
                    <a:pt x="2511" y="218"/>
                    <a:pt x="2425" y="191"/>
                    <a:pt x="2457" y="122"/>
                  </a:cubicBezTo>
                  <a:cubicBezTo>
                    <a:pt x="2457" y="57"/>
                    <a:pt x="2457" y="0"/>
                    <a:pt x="24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2"/>
            <p:cNvSpPr/>
            <p:nvPr/>
          </p:nvSpPr>
          <p:spPr>
            <a:xfrm>
              <a:off x="6812832" y="2262086"/>
              <a:ext cx="328857" cy="325203"/>
            </a:xfrm>
            <a:custGeom>
              <a:avLst/>
              <a:gdLst/>
              <a:ahLst/>
              <a:cxnLst/>
              <a:rect l="l" t="t" r="r" b="b"/>
              <a:pathLst>
                <a:path w="19078" h="18866" extrusionOk="0">
                  <a:moveTo>
                    <a:pt x="14756" y="179"/>
                  </a:moveTo>
                  <a:cubicBezTo>
                    <a:pt x="14756" y="236"/>
                    <a:pt x="14756" y="293"/>
                    <a:pt x="14675" y="293"/>
                  </a:cubicBezTo>
                  <a:lnTo>
                    <a:pt x="14594" y="236"/>
                  </a:lnTo>
                  <a:lnTo>
                    <a:pt x="14675" y="179"/>
                  </a:lnTo>
                  <a:close/>
                  <a:moveTo>
                    <a:pt x="13710" y="228"/>
                  </a:moveTo>
                  <a:cubicBezTo>
                    <a:pt x="13791" y="228"/>
                    <a:pt x="13791" y="228"/>
                    <a:pt x="13783" y="285"/>
                  </a:cubicBezTo>
                  <a:cubicBezTo>
                    <a:pt x="13783" y="285"/>
                    <a:pt x="13783" y="341"/>
                    <a:pt x="13702" y="341"/>
                  </a:cubicBezTo>
                  <a:lnTo>
                    <a:pt x="13621" y="285"/>
                  </a:lnTo>
                  <a:cubicBezTo>
                    <a:pt x="13629" y="228"/>
                    <a:pt x="13710" y="228"/>
                    <a:pt x="13710" y="228"/>
                  </a:cubicBezTo>
                  <a:close/>
                  <a:moveTo>
                    <a:pt x="17634" y="471"/>
                  </a:moveTo>
                  <a:cubicBezTo>
                    <a:pt x="17748" y="471"/>
                    <a:pt x="17724" y="528"/>
                    <a:pt x="17724" y="528"/>
                  </a:cubicBezTo>
                  <a:cubicBezTo>
                    <a:pt x="17724" y="528"/>
                    <a:pt x="17699" y="585"/>
                    <a:pt x="17594" y="585"/>
                  </a:cubicBezTo>
                  <a:cubicBezTo>
                    <a:pt x="17594" y="585"/>
                    <a:pt x="17594" y="585"/>
                    <a:pt x="17593" y="585"/>
                  </a:cubicBezTo>
                  <a:cubicBezTo>
                    <a:pt x="17584" y="585"/>
                    <a:pt x="17506" y="525"/>
                    <a:pt x="17521" y="471"/>
                  </a:cubicBezTo>
                  <a:close/>
                  <a:moveTo>
                    <a:pt x="15354" y="534"/>
                  </a:moveTo>
                  <a:cubicBezTo>
                    <a:pt x="15385" y="534"/>
                    <a:pt x="15405" y="548"/>
                    <a:pt x="15405" y="577"/>
                  </a:cubicBezTo>
                  <a:cubicBezTo>
                    <a:pt x="15405" y="633"/>
                    <a:pt x="15405" y="633"/>
                    <a:pt x="15324" y="633"/>
                  </a:cubicBezTo>
                  <a:cubicBezTo>
                    <a:pt x="15162" y="633"/>
                    <a:pt x="15162" y="633"/>
                    <a:pt x="15243" y="577"/>
                  </a:cubicBezTo>
                  <a:cubicBezTo>
                    <a:pt x="15283" y="548"/>
                    <a:pt x="15324" y="534"/>
                    <a:pt x="15354" y="534"/>
                  </a:cubicBezTo>
                  <a:close/>
                  <a:moveTo>
                    <a:pt x="15891" y="577"/>
                  </a:moveTo>
                  <a:cubicBezTo>
                    <a:pt x="15972" y="577"/>
                    <a:pt x="15972" y="577"/>
                    <a:pt x="15972" y="633"/>
                  </a:cubicBezTo>
                  <a:lnTo>
                    <a:pt x="15891" y="633"/>
                  </a:lnTo>
                  <a:lnTo>
                    <a:pt x="15810" y="577"/>
                  </a:lnTo>
                  <a:close/>
                  <a:moveTo>
                    <a:pt x="16702" y="585"/>
                  </a:moveTo>
                  <a:cubicBezTo>
                    <a:pt x="16783" y="585"/>
                    <a:pt x="16783" y="585"/>
                    <a:pt x="16783" y="641"/>
                  </a:cubicBezTo>
                  <a:lnTo>
                    <a:pt x="16702" y="641"/>
                  </a:lnTo>
                  <a:lnTo>
                    <a:pt x="16621" y="585"/>
                  </a:lnTo>
                  <a:close/>
                  <a:moveTo>
                    <a:pt x="6981" y="536"/>
                  </a:moveTo>
                  <a:cubicBezTo>
                    <a:pt x="6981" y="593"/>
                    <a:pt x="6981" y="649"/>
                    <a:pt x="6900" y="649"/>
                  </a:cubicBezTo>
                  <a:lnTo>
                    <a:pt x="6819" y="649"/>
                  </a:lnTo>
                  <a:cubicBezTo>
                    <a:pt x="6819" y="593"/>
                    <a:pt x="6900" y="536"/>
                    <a:pt x="6900" y="536"/>
                  </a:cubicBezTo>
                  <a:close/>
                  <a:moveTo>
                    <a:pt x="3584" y="568"/>
                  </a:moveTo>
                  <a:cubicBezTo>
                    <a:pt x="3746" y="577"/>
                    <a:pt x="3746" y="577"/>
                    <a:pt x="3738" y="633"/>
                  </a:cubicBezTo>
                  <a:cubicBezTo>
                    <a:pt x="3738" y="677"/>
                    <a:pt x="3640" y="682"/>
                    <a:pt x="3558" y="682"/>
                  </a:cubicBezTo>
                  <a:cubicBezTo>
                    <a:pt x="3535" y="682"/>
                    <a:pt x="3513" y="682"/>
                    <a:pt x="3495" y="682"/>
                  </a:cubicBezTo>
                  <a:cubicBezTo>
                    <a:pt x="3413" y="625"/>
                    <a:pt x="3503" y="568"/>
                    <a:pt x="3584" y="568"/>
                  </a:cubicBezTo>
                  <a:close/>
                  <a:moveTo>
                    <a:pt x="16513" y="665"/>
                  </a:moveTo>
                  <a:cubicBezTo>
                    <a:pt x="16504" y="665"/>
                    <a:pt x="16486" y="671"/>
                    <a:pt x="16459" y="690"/>
                  </a:cubicBezTo>
                  <a:cubicBezTo>
                    <a:pt x="16513" y="690"/>
                    <a:pt x="16531" y="665"/>
                    <a:pt x="16513" y="665"/>
                  </a:cubicBezTo>
                  <a:close/>
                  <a:moveTo>
                    <a:pt x="15650" y="833"/>
                  </a:moveTo>
                  <a:cubicBezTo>
                    <a:pt x="15649" y="841"/>
                    <a:pt x="15648" y="850"/>
                    <a:pt x="15648" y="860"/>
                  </a:cubicBezTo>
                  <a:cubicBezTo>
                    <a:pt x="15652" y="863"/>
                    <a:pt x="15656" y="866"/>
                    <a:pt x="15660" y="869"/>
                  </a:cubicBezTo>
                  <a:lnTo>
                    <a:pt x="15660" y="869"/>
                  </a:lnTo>
                  <a:cubicBezTo>
                    <a:pt x="15656" y="859"/>
                    <a:pt x="15652" y="847"/>
                    <a:pt x="15650" y="833"/>
                  </a:cubicBezTo>
                  <a:close/>
                  <a:moveTo>
                    <a:pt x="15660" y="869"/>
                  </a:moveTo>
                  <a:lnTo>
                    <a:pt x="15660" y="869"/>
                  </a:lnTo>
                  <a:cubicBezTo>
                    <a:pt x="15668" y="889"/>
                    <a:pt x="15679" y="898"/>
                    <a:pt x="15683" y="898"/>
                  </a:cubicBezTo>
                  <a:cubicBezTo>
                    <a:pt x="15687" y="898"/>
                    <a:pt x="15683" y="887"/>
                    <a:pt x="15660" y="869"/>
                  </a:cubicBezTo>
                  <a:close/>
                  <a:moveTo>
                    <a:pt x="18526" y="3325"/>
                  </a:moveTo>
                  <a:cubicBezTo>
                    <a:pt x="18583" y="3406"/>
                    <a:pt x="18640" y="3487"/>
                    <a:pt x="18583" y="3487"/>
                  </a:cubicBezTo>
                  <a:cubicBezTo>
                    <a:pt x="18583" y="3487"/>
                    <a:pt x="18526" y="3487"/>
                    <a:pt x="18470" y="3406"/>
                  </a:cubicBezTo>
                  <a:cubicBezTo>
                    <a:pt x="18470" y="3406"/>
                    <a:pt x="18413" y="3325"/>
                    <a:pt x="18470" y="3325"/>
                  </a:cubicBezTo>
                  <a:close/>
                  <a:moveTo>
                    <a:pt x="689" y="3884"/>
                  </a:moveTo>
                  <a:cubicBezTo>
                    <a:pt x="746" y="3884"/>
                    <a:pt x="803" y="3884"/>
                    <a:pt x="803" y="3966"/>
                  </a:cubicBezTo>
                  <a:lnTo>
                    <a:pt x="746" y="4047"/>
                  </a:lnTo>
                  <a:lnTo>
                    <a:pt x="689" y="3966"/>
                  </a:lnTo>
                  <a:lnTo>
                    <a:pt x="689" y="3884"/>
                  </a:lnTo>
                  <a:close/>
                  <a:moveTo>
                    <a:pt x="341" y="4930"/>
                  </a:moveTo>
                  <a:cubicBezTo>
                    <a:pt x="397" y="4930"/>
                    <a:pt x="454" y="4930"/>
                    <a:pt x="454" y="5011"/>
                  </a:cubicBezTo>
                  <a:lnTo>
                    <a:pt x="454" y="5093"/>
                  </a:lnTo>
                  <a:cubicBezTo>
                    <a:pt x="397" y="5093"/>
                    <a:pt x="341" y="5011"/>
                    <a:pt x="341" y="5011"/>
                  </a:cubicBezTo>
                  <a:lnTo>
                    <a:pt x="341" y="4930"/>
                  </a:lnTo>
                  <a:close/>
                  <a:moveTo>
                    <a:pt x="18670" y="6028"/>
                  </a:moveTo>
                  <a:cubicBezTo>
                    <a:pt x="18708" y="6028"/>
                    <a:pt x="18761" y="6068"/>
                    <a:pt x="18794" y="6163"/>
                  </a:cubicBezTo>
                  <a:cubicBezTo>
                    <a:pt x="18794" y="6244"/>
                    <a:pt x="18794" y="6244"/>
                    <a:pt x="18737" y="6244"/>
                  </a:cubicBezTo>
                  <a:cubicBezTo>
                    <a:pt x="18680" y="6244"/>
                    <a:pt x="18624" y="6163"/>
                    <a:pt x="18624" y="6082"/>
                  </a:cubicBezTo>
                  <a:cubicBezTo>
                    <a:pt x="18624" y="6048"/>
                    <a:pt x="18643" y="6028"/>
                    <a:pt x="18670" y="6028"/>
                  </a:cubicBezTo>
                  <a:close/>
                  <a:moveTo>
                    <a:pt x="787" y="6317"/>
                  </a:moveTo>
                  <a:cubicBezTo>
                    <a:pt x="843" y="6317"/>
                    <a:pt x="900" y="6398"/>
                    <a:pt x="900" y="6398"/>
                  </a:cubicBezTo>
                  <a:cubicBezTo>
                    <a:pt x="900" y="6425"/>
                    <a:pt x="887" y="6434"/>
                    <a:pt x="868" y="6434"/>
                  </a:cubicBezTo>
                  <a:cubicBezTo>
                    <a:pt x="831" y="6434"/>
                    <a:pt x="768" y="6398"/>
                    <a:pt x="730" y="6398"/>
                  </a:cubicBezTo>
                  <a:cubicBezTo>
                    <a:pt x="730" y="6317"/>
                    <a:pt x="730" y="6317"/>
                    <a:pt x="787" y="6317"/>
                  </a:cubicBezTo>
                  <a:close/>
                  <a:moveTo>
                    <a:pt x="778" y="8255"/>
                  </a:moveTo>
                  <a:cubicBezTo>
                    <a:pt x="835" y="8255"/>
                    <a:pt x="892" y="8263"/>
                    <a:pt x="892" y="8344"/>
                  </a:cubicBezTo>
                  <a:lnTo>
                    <a:pt x="835" y="8417"/>
                  </a:lnTo>
                  <a:lnTo>
                    <a:pt x="778" y="8336"/>
                  </a:lnTo>
                  <a:lnTo>
                    <a:pt x="778" y="8255"/>
                  </a:lnTo>
                  <a:close/>
                  <a:moveTo>
                    <a:pt x="632" y="13516"/>
                  </a:moveTo>
                  <a:cubicBezTo>
                    <a:pt x="689" y="13516"/>
                    <a:pt x="746" y="13525"/>
                    <a:pt x="746" y="13606"/>
                  </a:cubicBezTo>
                  <a:lnTo>
                    <a:pt x="689" y="13679"/>
                  </a:lnTo>
                  <a:lnTo>
                    <a:pt x="632" y="13598"/>
                  </a:lnTo>
                  <a:lnTo>
                    <a:pt x="632" y="13516"/>
                  </a:lnTo>
                  <a:close/>
                  <a:moveTo>
                    <a:pt x="689" y="14084"/>
                  </a:moveTo>
                  <a:cubicBezTo>
                    <a:pt x="746" y="14084"/>
                    <a:pt x="746" y="14084"/>
                    <a:pt x="746" y="14165"/>
                  </a:cubicBezTo>
                  <a:cubicBezTo>
                    <a:pt x="746" y="14165"/>
                    <a:pt x="689" y="14246"/>
                    <a:pt x="632" y="14246"/>
                  </a:cubicBezTo>
                  <a:cubicBezTo>
                    <a:pt x="576" y="14246"/>
                    <a:pt x="576" y="14165"/>
                    <a:pt x="689" y="14084"/>
                  </a:cubicBezTo>
                  <a:close/>
                  <a:moveTo>
                    <a:pt x="795" y="15462"/>
                  </a:moveTo>
                  <a:cubicBezTo>
                    <a:pt x="851" y="15462"/>
                    <a:pt x="795" y="15543"/>
                    <a:pt x="795" y="15624"/>
                  </a:cubicBezTo>
                  <a:cubicBezTo>
                    <a:pt x="771" y="15658"/>
                    <a:pt x="757" y="15678"/>
                    <a:pt x="749" y="15678"/>
                  </a:cubicBezTo>
                  <a:cubicBezTo>
                    <a:pt x="738" y="15678"/>
                    <a:pt x="738" y="15638"/>
                    <a:pt x="738" y="15543"/>
                  </a:cubicBezTo>
                  <a:cubicBezTo>
                    <a:pt x="738" y="15462"/>
                    <a:pt x="795" y="15462"/>
                    <a:pt x="795" y="15462"/>
                  </a:cubicBezTo>
                  <a:close/>
                  <a:moveTo>
                    <a:pt x="1930" y="15965"/>
                  </a:moveTo>
                  <a:cubicBezTo>
                    <a:pt x="1873" y="15965"/>
                    <a:pt x="1873" y="15965"/>
                    <a:pt x="1873" y="16046"/>
                  </a:cubicBezTo>
                  <a:cubicBezTo>
                    <a:pt x="1873" y="16046"/>
                    <a:pt x="1930" y="16127"/>
                    <a:pt x="1986" y="16127"/>
                  </a:cubicBezTo>
                  <a:cubicBezTo>
                    <a:pt x="2043" y="16127"/>
                    <a:pt x="2043" y="16046"/>
                    <a:pt x="1930" y="15965"/>
                  </a:cubicBezTo>
                  <a:close/>
                  <a:moveTo>
                    <a:pt x="57" y="16022"/>
                  </a:moveTo>
                  <a:cubicBezTo>
                    <a:pt x="0" y="16022"/>
                    <a:pt x="0" y="16022"/>
                    <a:pt x="0" y="16103"/>
                  </a:cubicBezTo>
                  <a:cubicBezTo>
                    <a:pt x="0" y="16198"/>
                    <a:pt x="0" y="16237"/>
                    <a:pt x="11" y="16237"/>
                  </a:cubicBezTo>
                  <a:cubicBezTo>
                    <a:pt x="20" y="16237"/>
                    <a:pt x="33" y="16217"/>
                    <a:pt x="57" y="16184"/>
                  </a:cubicBezTo>
                  <a:lnTo>
                    <a:pt x="57" y="16022"/>
                  </a:lnTo>
                  <a:close/>
                  <a:moveTo>
                    <a:pt x="787" y="16922"/>
                  </a:moveTo>
                  <a:cubicBezTo>
                    <a:pt x="787" y="16922"/>
                    <a:pt x="843" y="16922"/>
                    <a:pt x="843" y="17003"/>
                  </a:cubicBezTo>
                  <a:cubicBezTo>
                    <a:pt x="835" y="17068"/>
                    <a:pt x="819" y="17132"/>
                    <a:pt x="787" y="17189"/>
                  </a:cubicBezTo>
                  <a:cubicBezTo>
                    <a:pt x="784" y="17190"/>
                    <a:pt x="782" y="17190"/>
                    <a:pt x="780" y="17190"/>
                  </a:cubicBezTo>
                  <a:cubicBezTo>
                    <a:pt x="730" y="17190"/>
                    <a:pt x="730" y="17092"/>
                    <a:pt x="730" y="17092"/>
                  </a:cubicBezTo>
                  <a:cubicBezTo>
                    <a:pt x="730" y="16995"/>
                    <a:pt x="730" y="16922"/>
                    <a:pt x="787" y="16922"/>
                  </a:cubicBezTo>
                  <a:close/>
                  <a:moveTo>
                    <a:pt x="18680" y="17416"/>
                  </a:moveTo>
                  <a:cubicBezTo>
                    <a:pt x="18737" y="17416"/>
                    <a:pt x="18794" y="17416"/>
                    <a:pt x="18794" y="17497"/>
                  </a:cubicBezTo>
                  <a:cubicBezTo>
                    <a:pt x="18851" y="17578"/>
                    <a:pt x="18851" y="17619"/>
                    <a:pt x="18822" y="17619"/>
                  </a:cubicBezTo>
                  <a:cubicBezTo>
                    <a:pt x="18794" y="17619"/>
                    <a:pt x="18737" y="17578"/>
                    <a:pt x="18680" y="17497"/>
                  </a:cubicBezTo>
                  <a:cubicBezTo>
                    <a:pt x="18567" y="17416"/>
                    <a:pt x="18567" y="17416"/>
                    <a:pt x="18680" y="17416"/>
                  </a:cubicBezTo>
                  <a:close/>
                  <a:moveTo>
                    <a:pt x="16880" y="17522"/>
                  </a:moveTo>
                  <a:cubicBezTo>
                    <a:pt x="16799" y="17522"/>
                    <a:pt x="16799" y="17578"/>
                    <a:pt x="16799" y="17635"/>
                  </a:cubicBezTo>
                  <a:lnTo>
                    <a:pt x="16880" y="17635"/>
                  </a:lnTo>
                  <a:cubicBezTo>
                    <a:pt x="16880" y="17635"/>
                    <a:pt x="16961" y="17578"/>
                    <a:pt x="16961" y="17522"/>
                  </a:cubicBezTo>
                  <a:close/>
                  <a:moveTo>
                    <a:pt x="453" y="17724"/>
                  </a:moveTo>
                  <a:cubicBezTo>
                    <a:pt x="449" y="17724"/>
                    <a:pt x="446" y="17724"/>
                    <a:pt x="446" y="17724"/>
                  </a:cubicBezTo>
                  <a:cubicBezTo>
                    <a:pt x="446" y="17724"/>
                    <a:pt x="389" y="17749"/>
                    <a:pt x="389" y="17878"/>
                  </a:cubicBezTo>
                  <a:lnTo>
                    <a:pt x="389" y="18008"/>
                  </a:lnTo>
                  <a:cubicBezTo>
                    <a:pt x="446" y="17976"/>
                    <a:pt x="503" y="17822"/>
                    <a:pt x="503" y="17822"/>
                  </a:cubicBezTo>
                  <a:cubicBezTo>
                    <a:pt x="503" y="17733"/>
                    <a:pt x="468" y="17724"/>
                    <a:pt x="453" y="17724"/>
                  </a:cubicBezTo>
                  <a:close/>
                  <a:moveTo>
                    <a:pt x="2838" y="18105"/>
                  </a:moveTo>
                  <a:cubicBezTo>
                    <a:pt x="2853" y="18105"/>
                    <a:pt x="2862" y="18111"/>
                    <a:pt x="2862" y="18130"/>
                  </a:cubicBezTo>
                  <a:cubicBezTo>
                    <a:pt x="2943" y="18130"/>
                    <a:pt x="2781" y="18187"/>
                    <a:pt x="2700" y="18187"/>
                  </a:cubicBezTo>
                  <a:lnTo>
                    <a:pt x="2700" y="18130"/>
                  </a:lnTo>
                  <a:cubicBezTo>
                    <a:pt x="2754" y="18130"/>
                    <a:pt x="2808" y="18105"/>
                    <a:pt x="2838" y="18105"/>
                  </a:cubicBezTo>
                  <a:close/>
                  <a:moveTo>
                    <a:pt x="10556" y="18057"/>
                  </a:moveTo>
                  <a:cubicBezTo>
                    <a:pt x="10500" y="18065"/>
                    <a:pt x="10443" y="18081"/>
                    <a:pt x="10394" y="18114"/>
                  </a:cubicBezTo>
                  <a:cubicBezTo>
                    <a:pt x="10394" y="18170"/>
                    <a:pt x="10475" y="18170"/>
                    <a:pt x="10556" y="18170"/>
                  </a:cubicBezTo>
                  <a:cubicBezTo>
                    <a:pt x="10604" y="18187"/>
                    <a:pt x="10644" y="18194"/>
                    <a:pt x="10678" y="18194"/>
                  </a:cubicBezTo>
                  <a:cubicBezTo>
                    <a:pt x="10759" y="18194"/>
                    <a:pt x="10800" y="18154"/>
                    <a:pt x="10800" y="18114"/>
                  </a:cubicBezTo>
                  <a:cubicBezTo>
                    <a:pt x="10800" y="18057"/>
                    <a:pt x="10719" y="18057"/>
                    <a:pt x="10556" y="18057"/>
                  </a:cubicBezTo>
                  <a:close/>
                  <a:moveTo>
                    <a:pt x="11286" y="18178"/>
                  </a:moveTo>
                  <a:cubicBezTo>
                    <a:pt x="11286" y="18231"/>
                    <a:pt x="11144" y="18285"/>
                    <a:pt x="11059" y="18285"/>
                  </a:cubicBezTo>
                  <a:cubicBezTo>
                    <a:pt x="11054" y="18285"/>
                    <a:pt x="11048" y="18284"/>
                    <a:pt x="11043" y="18284"/>
                  </a:cubicBezTo>
                  <a:cubicBezTo>
                    <a:pt x="10962" y="18284"/>
                    <a:pt x="10962" y="18227"/>
                    <a:pt x="11124" y="18178"/>
                  </a:cubicBezTo>
                  <a:close/>
                  <a:moveTo>
                    <a:pt x="4484" y="18251"/>
                  </a:moveTo>
                  <a:cubicBezTo>
                    <a:pt x="4484" y="18308"/>
                    <a:pt x="4403" y="18365"/>
                    <a:pt x="4403" y="18365"/>
                  </a:cubicBezTo>
                  <a:lnTo>
                    <a:pt x="4321" y="18365"/>
                  </a:lnTo>
                  <a:cubicBezTo>
                    <a:pt x="4321" y="18308"/>
                    <a:pt x="4321" y="18251"/>
                    <a:pt x="4403" y="18251"/>
                  </a:cubicBezTo>
                  <a:close/>
                  <a:moveTo>
                    <a:pt x="7078" y="18211"/>
                  </a:moveTo>
                  <a:lnTo>
                    <a:pt x="6916" y="18324"/>
                  </a:lnTo>
                  <a:cubicBezTo>
                    <a:pt x="6822" y="18418"/>
                    <a:pt x="6780" y="18460"/>
                    <a:pt x="6763" y="18460"/>
                  </a:cubicBezTo>
                  <a:cubicBezTo>
                    <a:pt x="6748" y="18460"/>
                    <a:pt x="6750" y="18432"/>
                    <a:pt x="6754" y="18381"/>
                  </a:cubicBezTo>
                  <a:cubicBezTo>
                    <a:pt x="6754" y="18324"/>
                    <a:pt x="6754" y="18268"/>
                    <a:pt x="6916" y="18211"/>
                  </a:cubicBezTo>
                  <a:close/>
                  <a:moveTo>
                    <a:pt x="15656" y="18251"/>
                  </a:moveTo>
                  <a:cubicBezTo>
                    <a:pt x="15737" y="18259"/>
                    <a:pt x="15818" y="18316"/>
                    <a:pt x="15818" y="18373"/>
                  </a:cubicBezTo>
                  <a:cubicBezTo>
                    <a:pt x="15899" y="18486"/>
                    <a:pt x="15899" y="18486"/>
                    <a:pt x="15737" y="18486"/>
                  </a:cubicBezTo>
                  <a:cubicBezTo>
                    <a:pt x="15656" y="18486"/>
                    <a:pt x="15575" y="18478"/>
                    <a:pt x="15575" y="18422"/>
                  </a:cubicBezTo>
                  <a:lnTo>
                    <a:pt x="15656" y="18422"/>
                  </a:lnTo>
                  <a:cubicBezTo>
                    <a:pt x="15656" y="18438"/>
                    <a:pt x="15663" y="18445"/>
                    <a:pt x="15671" y="18445"/>
                  </a:cubicBezTo>
                  <a:cubicBezTo>
                    <a:pt x="15690" y="18445"/>
                    <a:pt x="15713" y="18405"/>
                    <a:pt x="15656" y="18365"/>
                  </a:cubicBezTo>
                  <a:lnTo>
                    <a:pt x="15656" y="18251"/>
                  </a:lnTo>
                  <a:close/>
                  <a:moveTo>
                    <a:pt x="16710" y="18373"/>
                  </a:moveTo>
                  <a:lnTo>
                    <a:pt x="16791" y="18430"/>
                  </a:lnTo>
                  <a:cubicBezTo>
                    <a:pt x="16791" y="18486"/>
                    <a:pt x="16710" y="18486"/>
                    <a:pt x="16629" y="18486"/>
                  </a:cubicBezTo>
                  <a:cubicBezTo>
                    <a:pt x="16548" y="18486"/>
                    <a:pt x="16548" y="18486"/>
                    <a:pt x="16548" y="18430"/>
                  </a:cubicBezTo>
                  <a:cubicBezTo>
                    <a:pt x="16597" y="18397"/>
                    <a:pt x="16653" y="18381"/>
                    <a:pt x="16710" y="18373"/>
                  </a:cubicBezTo>
                  <a:close/>
                  <a:moveTo>
                    <a:pt x="1159" y="18462"/>
                  </a:moveTo>
                  <a:lnTo>
                    <a:pt x="1241" y="18519"/>
                  </a:lnTo>
                  <a:lnTo>
                    <a:pt x="1127" y="18519"/>
                  </a:lnTo>
                  <a:cubicBezTo>
                    <a:pt x="1005" y="18519"/>
                    <a:pt x="1005" y="18519"/>
                    <a:pt x="1046" y="18462"/>
                  </a:cubicBezTo>
                  <a:close/>
                  <a:moveTo>
                    <a:pt x="2213" y="18414"/>
                  </a:moveTo>
                  <a:cubicBezTo>
                    <a:pt x="2213" y="18470"/>
                    <a:pt x="2213" y="18527"/>
                    <a:pt x="2132" y="18527"/>
                  </a:cubicBezTo>
                  <a:cubicBezTo>
                    <a:pt x="2111" y="18542"/>
                    <a:pt x="2089" y="18549"/>
                    <a:pt x="2070" y="18549"/>
                  </a:cubicBezTo>
                  <a:cubicBezTo>
                    <a:pt x="2020" y="18549"/>
                    <a:pt x="1992" y="18497"/>
                    <a:pt x="2051" y="18414"/>
                  </a:cubicBezTo>
                  <a:close/>
                  <a:moveTo>
                    <a:pt x="7232" y="18438"/>
                  </a:moveTo>
                  <a:lnTo>
                    <a:pt x="7313" y="18495"/>
                  </a:lnTo>
                  <a:cubicBezTo>
                    <a:pt x="7313" y="18551"/>
                    <a:pt x="7232" y="18551"/>
                    <a:pt x="7151" y="18551"/>
                  </a:cubicBezTo>
                  <a:lnTo>
                    <a:pt x="7151" y="18495"/>
                  </a:lnTo>
                  <a:lnTo>
                    <a:pt x="7232" y="18438"/>
                  </a:lnTo>
                  <a:close/>
                  <a:moveTo>
                    <a:pt x="5132" y="18430"/>
                  </a:moveTo>
                  <a:cubicBezTo>
                    <a:pt x="5213" y="18430"/>
                    <a:pt x="5124" y="18486"/>
                    <a:pt x="5043" y="18600"/>
                  </a:cubicBezTo>
                  <a:cubicBezTo>
                    <a:pt x="4976" y="18624"/>
                    <a:pt x="4937" y="18637"/>
                    <a:pt x="4920" y="18637"/>
                  </a:cubicBezTo>
                  <a:cubicBezTo>
                    <a:pt x="4896" y="18637"/>
                    <a:pt x="4918" y="18610"/>
                    <a:pt x="4970" y="18543"/>
                  </a:cubicBezTo>
                  <a:lnTo>
                    <a:pt x="5132" y="18430"/>
                  </a:lnTo>
                  <a:close/>
                  <a:moveTo>
                    <a:pt x="15413" y="18705"/>
                  </a:moveTo>
                  <a:cubicBezTo>
                    <a:pt x="15413" y="18762"/>
                    <a:pt x="15413" y="18762"/>
                    <a:pt x="15494" y="18762"/>
                  </a:cubicBezTo>
                  <a:lnTo>
                    <a:pt x="15575" y="18762"/>
                  </a:lnTo>
                  <a:lnTo>
                    <a:pt x="15494" y="18705"/>
                  </a:lnTo>
                  <a:close/>
                  <a:moveTo>
                    <a:pt x="3348" y="18682"/>
                  </a:moveTo>
                  <a:cubicBezTo>
                    <a:pt x="3348" y="18682"/>
                    <a:pt x="3346" y="18722"/>
                    <a:pt x="3340" y="18762"/>
                  </a:cubicBezTo>
                  <a:lnTo>
                    <a:pt x="3340" y="18819"/>
                  </a:lnTo>
                  <a:lnTo>
                    <a:pt x="3349" y="18705"/>
                  </a:lnTo>
                  <a:cubicBezTo>
                    <a:pt x="3349" y="18689"/>
                    <a:pt x="3349" y="18682"/>
                    <a:pt x="3348" y="18682"/>
                  </a:cubicBezTo>
                  <a:close/>
                  <a:moveTo>
                    <a:pt x="3430" y="1"/>
                  </a:moveTo>
                  <a:cubicBezTo>
                    <a:pt x="3381" y="33"/>
                    <a:pt x="3324" y="58"/>
                    <a:pt x="3267" y="58"/>
                  </a:cubicBezTo>
                  <a:cubicBezTo>
                    <a:pt x="3267" y="114"/>
                    <a:pt x="3186" y="114"/>
                    <a:pt x="2943" y="114"/>
                  </a:cubicBezTo>
                  <a:cubicBezTo>
                    <a:pt x="2781" y="114"/>
                    <a:pt x="2457" y="171"/>
                    <a:pt x="2295" y="171"/>
                  </a:cubicBezTo>
                  <a:cubicBezTo>
                    <a:pt x="2213" y="171"/>
                    <a:pt x="2116" y="163"/>
                    <a:pt x="2019" y="155"/>
                  </a:cubicBezTo>
                  <a:cubicBezTo>
                    <a:pt x="1889" y="155"/>
                    <a:pt x="1768" y="139"/>
                    <a:pt x="1646" y="106"/>
                  </a:cubicBezTo>
                  <a:cubicBezTo>
                    <a:pt x="1468" y="106"/>
                    <a:pt x="1281" y="122"/>
                    <a:pt x="1103" y="163"/>
                  </a:cubicBezTo>
                  <a:cubicBezTo>
                    <a:pt x="1050" y="191"/>
                    <a:pt x="959" y="206"/>
                    <a:pt x="876" y="206"/>
                  </a:cubicBezTo>
                  <a:cubicBezTo>
                    <a:pt x="793" y="206"/>
                    <a:pt x="718" y="191"/>
                    <a:pt x="697" y="163"/>
                  </a:cubicBezTo>
                  <a:lnTo>
                    <a:pt x="559" y="163"/>
                  </a:lnTo>
                  <a:lnTo>
                    <a:pt x="357" y="204"/>
                  </a:lnTo>
                  <a:cubicBezTo>
                    <a:pt x="365" y="333"/>
                    <a:pt x="365" y="382"/>
                    <a:pt x="365" y="382"/>
                  </a:cubicBezTo>
                  <a:cubicBezTo>
                    <a:pt x="353" y="371"/>
                    <a:pt x="342" y="365"/>
                    <a:pt x="332" y="365"/>
                  </a:cubicBezTo>
                  <a:cubicBezTo>
                    <a:pt x="290" y="365"/>
                    <a:pt x="263" y="452"/>
                    <a:pt x="308" y="601"/>
                  </a:cubicBezTo>
                  <a:cubicBezTo>
                    <a:pt x="365" y="641"/>
                    <a:pt x="365" y="779"/>
                    <a:pt x="365" y="1039"/>
                  </a:cubicBezTo>
                  <a:cubicBezTo>
                    <a:pt x="349" y="1104"/>
                    <a:pt x="341" y="1420"/>
                    <a:pt x="332" y="1882"/>
                  </a:cubicBezTo>
                  <a:cubicBezTo>
                    <a:pt x="324" y="2158"/>
                    <a:pt x="316" y="2506"/>
                    <a:pt x="316" y="2847"/>
                  </a:cubicBezTo>
                  <a:cubicBezTo>
                    <a:pt x="308" y="3536"/>
                    <a:pt x="324" y="4201"/>
                    <a:pt x="349" y="4201"/>
                  </a:cubicBezTo>
                  <a:lnTo>
                    <a:pt x="349" y="4444"/>
                  </a:lnTo>
                  <a:cubicBezTo>
                    <a:pt x="349" y="4525"/>
                    <a:pt x="349" y="4687"/>
                    <a:pt x="349" y="4687"/>
                  </a:cubicBezTo>
                  <a:cubicBezTo>
                    <a:pt x="235" y="4687"/>
                    <a:pt x="284" y="5093"/>
                    <a:pt x="341" y="5336"/>
                  </a:cubicBezTo>
                  <a:cubicBezTo>
                    <a:pt x="389" y="5409"/>
                    <a:pt x="405" y="5498"/>
                    <a:pt x="397" y="5579"/>
                  </a:cubicBezTo>
                  <a:cubicBezTo>
                    <a:pt x="284" y="5579"/>
                    <a:pt x="284" y="5822"/>
                    <a:pt x="341" y="5984"/>
                  </a:cubicBezTo>
                  <a:cubicBezTo>
                    <a:pt x="454" y="6065"/>
                    <a:pt x="454" y="6147"/>
                    <a:pt x="341" y="6147"/>
                  </a:cubicBezTo>
                  <a:cubicBezTo>
                    <a:pt x="227" y="6147"/>
                    <a:pt x="227" y="6309"/>
                    <a:pt x="397" y="6471"/>
                  </a:cubicBezTo>
                  <a:cubicBezTo>
                    <a:pt x="446" y="6552"/>
                    <a:pt x="446" y="6552"/>
                    <a:pt x="389" y="6633"/>
                  </a:cubicBezTo>
                  <a:cubicBezTo>
                    <a:pt x="276" y="6714"/>
                    <a:pt x="276" y="6795"/>
                    <a:pt x="332" y="6795"/>
                  </a:cubicBezTo>
                  <a:cubicBezTo>
                    <a:pt x="446" y="6876"/>
                    <a:pt x="446" y="6957"/>
                    <a:pt x="332" y="7038"/>
                  </a:cubicBezTo>
                  <a:cubicBezTo>
                    <a:pt x="219" y="7201"/>
                    <a:pt x="219" y="7201"/>
                    <a:pt x="332" y="7282"/>
                  </a:cubicBezTo>
                  <a:cubicBezTo>
                    <a:pt x="446" y="7363"/>
                    <a:pt x="446" y="7687"/>
                    <a:pt x="332" y="7768"/>
                  </a:cubicBezTo>
                  <a:cubicBezTo>
                    <a:pt x="332" y="7849"/>
                    <a:pt x="276" y="7930"/>
                    <a:pt x="332" y="7930"/>
                  </a:cubicBezTo>
                  <a:lnTo>
                    <a:pt x="276" y="8011"/>
                  </a:lnTo>
                  <a:lnTo>
                    <a:pt x="268" y="8173"/>
                  </a:lnTo>
                  <a:lnTo>
                    <a:pt x="324" y="8173"/>
                  </a:lnTo>
                  <a:cubicBezTo>
                    <a:pt x="324" y="8255"/>
                    <a:pt x="268" y="8741"/>
                    <a:pt x="268" y="9309"/>
                  </a:cubicBezTo>
                  <a:cubicBezTo>
                    <a:pt x="261" y="10076"/>
                    <a:pt x="260" y="10297"/>
                    <a:pt x="296" y="10297"/>
                  </a:cubicBezTo>
                  <a:cubicBezTo>
                    <a:pt x="302" y="10297"/>
                    <a:pt x="308" y="10292"/>
                    <a:pt x="316" y="10281"/>
                  </a:cubicBezTo>
                  <a:cubicBezTo>
                    <a:pt x="338" y="10266"/>
                    <a:pt x="355" y="10259"/>
                    <a:pt x="369" y="10259"/>
                  </a:cubicBezTo>
                  <a:cubicBezTo>
                    <a:pt x="426" y="10259"/>
                    <a:pt x="408" y="10378"/>
                    <a:pt x="316" y="10444"/>
                  </a:cubicBezTo>
                  <a:cubicBezTo>
                    <a:pt x="316" y="10525"/>
                    <a:pt x="260" y="10679"/>
                    <a:pt x="260" y="10841"/>
                  </a:cubicBezTo>
                  <a:cubicBezTo>
                    <a:pt x="260" y="11003"/>
                    <a:pt x="260" y="11165"/>
                    <a:pt x="203" y="11165"/>
                  </a:cubicBezTo>
                  <a:lnTo>
                    <a:pt x="203" y="11246"/>
                  </a:lnTo>
                  <a:cubicBezTo>
                    <a:pt x="308" y="11408"/>
                    <a:pt x="308" y="11895"/>
                    <a:pt x="251" y="12138"/>
                  </a:cubicBezTo>
                  <a:cubicBezTo>
                    <a:pt x="243" y="12276"/>
                    <a:pt x="260" y="12414"/>
                    <a:pt x="308" y="12544"/>
                  </a:cubicBezTo>
                  <a:cubicBezTo>
                    <a:pt x="365" y="12706"/>
                    <a:pt x="365" y="12706"/>
                    <a:pt x="308" y="12787"/>
                  </a:cubicBezTo>
                  <a:cubicBezTo>
                    <a:pt x="251" y="12787"/>
                    <a:pt x="187" y="13273"/>
                    <a:pt x="300" y="13273"/>
                  </a:cubicBezTo>
                  <a:lnTo>
                    <a:pt x="243" y="13354"/>
                  </a:lnTo>
                  <a:cubicBezTo>
                    <a:pt x="195" y="13411"/>
                    <a:pt x="227" y="13508"/>
                    <a:pt x="300" y="13516"/>
                  </a:cubicBezTo>
                  <a:cubicBezTo>
                    <a:pt x="414" y="13516"/>
                    <a:pt x="414" y="13598"/>
                    <a:pt x="243" y="13679"/>
                  </a:cubicBezTo>
                  <a:cubicBezTo>
                    <a:pt x="130" y="13679"/>
                    <a:pt x="130" y="13760"/>
                    <a:pt x="187" y="13760"/>
                  </a:cubicBezTo>
                  <a:cubicBezTo>
                    <a:pt x="243" y="13841"/>
                    <a:pt x="300" y="13922"/>
                    <a:pt x="243" y="14003"/>
                  </a:cubicBezTo>
                  <a:cubicBezTo>
                    <a:pt x="243" y="14084"/>
                    <a:pt x="243" y="14165"/>
                    <a:pt x="357" y="14165"/>
                  </a:cubicBezTo>
                  <a:cubicBezTo>
                    <a:pt x="414" y="14165"/>
                    <a:pt x="414" y="14246"/>
                    <a:pt x="414" y="14327"/>
                  </a:cubicBezTo>
                  <a:cubicBezTo>
                    <a:pt x="357" y="14327"/>
                    <a:pt x="357" y="14327"/>
                    <a:pt x="300" y="14246"/>
                  </a:cubicBezTo>
                  <a:lnTo>
                    <a:pt x="292" y="14408"/>
                  </a:lnTo>
                  <a:cubicBezTo>
                    <a:pt x="292" y="14489"/>
                    <a:pt x="235" y="14652"/>
                    <a:pt x="178" y="14652"/>
                  </a:cubicBezTo>
                  <a:cubicBezTo>
                    <a:pt x="138" y="14709"/>
                    <a:pt x="127" y="14766"/>
                    <a:pt x="163" y="14766"/>
                  </a:cubicBezTo>
                  <a:cubicBezTo>
                    <a:pt x="178" y="14766"/>
                    <a:pt x="202" y="14756"/>
                    <a:pt x="235" y="14733"/>
                  </a:cubicBezTo>
                  <a:cubicBezTo>
                    <a:pt x="349" y="14733"/>
                    <a:pt x="349" y="14733"/>
                    <a:pt x="349" y="14895"/>
                  </a:cubicBezTo>
                  <a:cubicBezTo>
                    <a:pt x="349" y="14976"/>
                    <a:pt x="349" y="15057"/>
                    <a:pt x="292" y="15057"/>
                  </a:cubicBezTo>
                  <a:cubicBezTo>
                    <a:pt x="235" y="15057"/>
                    <a:pt x="235" y="15057"/>
                    <a:pt x="235" y="15219"/>
                  </a:cubicBezTo>
                  <a:cubicBezTo>
                    <a:pt x="243" y="15438"/>
                    <a:pt x="349" y="15641"/>
                    <a:pt x="519" y="15787"/>
                  </a:cubicBezTo>
                  <a:cubicBezTo>
                    <a:pt x="632" y="15787"/>
                    <a:pt x="632" y="15787"/>
                    <a:pt x="519" y="15868"/>
                  </a:cubicBezTo>
                  <a:cubicBezTo>
                    <a:pt x="462" y="15868"/>
                    <a:pt x="462" y="15949"/>
                    <a:pt x="454" y="16030"/>
                  </a:cubicBezTo>
                  <a:cubicBezTo>
                    <a:pt x="492" y="16030"/>
                    <a:pt x="479" y="16066"/>
                    <a:pt x="467" y="16066"/>
                  </a:cubicBezTo>
                  <a:cubicBezTo>
                    <a:pt x="460" y="16066"/>
                    <a:pt x="454" y="16057"/>
                    <a:pt x="454" y="16030"/>
                  </a:cubicBezTo>
                  <a:cubicBezTo>
                    <a:pt x="397" y="16030"/>
                    <a:pt x="405" y="15949"/>
                    <a:pt x="405" y="15868"/>
                  </a:cubicBezTo>
                  <a:lnTo>
                    <a:pt x="349" y="15868"/>
                  </a:lnTo>
                  <a:cubicBezTo>
                    <a:pt x="235" y="15949"/>
                    <a:pt x="227" y="16030"/>
                    <a:pt x="341" y="16111"/>
                  </a:cubicBezTo>
                  <a:cubicBezTo>
                    <a:pt x="397" y="16192"/>
                    <a:pt x="397" y="16192"/>
                    <a:pt x="341" y="16273"/>
                  </a:cubicBezTo>
                  <a:cubicBezTo>
                    <a:pt x="284" y="16354"/>
                    <a:pt x="227" y="16435"/>
                    <a:pt x="284" y="16435"/>
                  </a:cubicBezTo>
                  <a:cubicBezTo>
                    <a:pt x="284" y="16516"/>
                    <a:pt x="268" y="16597"/>
                    <a:pt x="227" y="16678"/>
                  </a:cubicBezTo>
                  <a:cubicBezTo>
                    <a:pt x="227" y="16841"/>
                    <a:pt x="227" y="16922"/>
                    <a:pt x="284" y="16922"/>
                  </a:cubicBezTo>
                  <a:cubicBezTo>
                    <a:pt x="341" y="16930"/>
                    <a:pt x="341" y="16987"/>
                    <a:pt x="341" y="17100"/>
                  </a:cubicBezTo>
                  <a:cubicBezTo>
                    <a:pt x="341" y="17234"/>
                    <a:pt x="341" y="17360"/>
                    <a:pt x="392" y="17360"/>
                  </a:cubicBezTo>
                  <a:cubicBezTo>
                    <a:pt x="394" y="17360"/>
                    <a:pt x="396" y="17360"/>
                    <a:pt x="397" y="17360"/>
                  </a:cubicBezTo>
                  <a:cubicBezTo>
                    <a:pt x="399" y="17359"/>
                    <a:pt x="401" y="17359"/>
                    <a:pt x="403" y="17359"/>
                  </a:cubicBezTo>
                  <a:cubicBezTo>
                    <a:pt x="458" y="17359"/>
                    <a:pt x="511" y="17473"/>
                    <a:pt x="511" y="17708"/>
                  </a:cubicBezTo>
                  <a:cubicBezTo>
                    <a:pt x="559" y="17927"/>
                    <a:pt x="559" y="17911"/>
                    <a:pt x="446" y="18105"/>
                  </a:cubicBezTo>
                  <a:cubicBezTo>
                    <a:pt x="389" y="18146"/>
                    <a:pt x="389" y="18276"/>
                    <a:pt x="389" y="18405"/>
                  </a:cubicBezTo>
                  <a:cubicBezTo>
                    <a:pt x="389" y="18519"/>
                    <a:pt x="365" y="18624"/>
                    <a:pt x="332" y="18722"/>
                  </a:cubicBezTo>
                  <a:cubicBezTo>
                    <a:pt x="332" y="18738"/>
                    <a:pt x="324" y="18746"/>
                    <a:pt x="324" y="18762"/>
                  </a:cubicBezTo>
                  <a:cubicBezTo>
                    <a:pt x="341" y="18769"/>
                    <a:pt x="356" y="18773"/>
                    <a:pt x="370" y="18773"/>
                  </a:cubicBezTo>
                  <a:cubicBezTo>
                    <a:pt x="419" y="18773"/>
                    <a:pt x="459" y="18733"/>
                    <a:pt x="503" y="18689"/>
                  </a:cubicBezTo>
                  <a:lnTo>
                    <a:pt x="608" y="18576"/>
                  </a:lnTo>
                  <a:cubicBezTo>
                    <a:pt x="611" y="18575"/>
                    <a:pt x="615" y="18575"/>
                    <a:pt x="618" y="18575"/>
                  </a:cubicBezTo>
                  <a:cubicBezTo>
                    <a:pt x="702" y="18575"/>
                    <a:pt x="760" y="18676"/>
                    <a:pt x="714" y="18746"/>
                  </a:cubicBezTo>
                  <a:cubicBezTo>
                    <a:pt x="738" y="18807"/>
                    <a:pt x="752" y="18837"/>
                    <a:pt x="770" y="18837"/>
                  </a:cubicBezTo>
                  <a:cubicBezTo>
                    <a:pt x="789" y="18837"/>
                    <a:pt x="811" y="18807"/>
                    <a:pt x="851" y="18746"/>
                  </a:cubicBezTo>
                  <a:cubicBezTo>
                    <a:pt x="879" y="18707"/>
                    <a:pt x="964" y="18672"/>
                    <a:pt x="1088" y="18672"/>
                  </a:cubicBezTo>
                  <a:cubicBezTo>
                    <a:pt x="1144" y="18672"/>
                    <a:pt x="1210" y="18679"/>
                    <a:pt x="1281" y="18697"/>
                  </a:cubicBezTo>
                  <a:cubicBezTo>
                    <a:pt x="1549" y="18697"/>
                    <a:pt x="1808" y="18697"/>
                    <a:pt x="1800" y="18754"/>
                  </a:cubicBezTo>
                  <a:cubicBezTo>
                    <a:pt x="1841" y="18770"/>
                    <a:pt x="1883" y="18778"/>
                    <a:pt x="1926" y="18778"/>
                  </a:cubicBezTo>
                  <a:cubicBezTo>
                    <a:pt x="1968" y="18778"/>
                    <a:pt x="2011" y="18770"/>
                    <a:pt x="2051" y="18754"/>
                  </a:cubicBezTo>
                  <a:cubicBezTo>
                    <a:pt x="2092" y="18726"/>
                    <a:pt x="2132" y="18711"/>
                    <a:pt x="2193" y="18711"/>
                  </a:cubicBezTo>
                  <a:cubicBezTo>
                    <a:pt x="2254" y="18711"/>
                    <a:pt x="2335" y="18726"/>
                    <a:pt x="2457" y="18754"/>
                  </a:cubicBezTo>
                  <a:cubicBezTo>
                    <a:pt x="2659" y="18811"/>
                    <a:pt x="2761" y="18839"/>
                    <a:pt x="2811" y="18839"/>
                  </a:cubicBezTo>
                  <a:cubicBezTo>
                    <a:pt x="2862" y="18839"/>
                    <a:pt x="2862" y="18811"/>
                    <a:pt x="2862" y="18754"/>
                  </a:cubicBezTo>
                  <a:cubicBezTo>
                    <a:pt x="2862" y="18721"/>
                    <a:pt x="2862" y="18689"/>
                    <a:pt x="2878" y="18689"/>
                  </a:cubicBezTo>
                  <a:cubicBezTo>
                    <a:pt x="2889" y="18689"/>
                    <a:pt x="2909" y="18706"/>
                    <a:pt x="2943" y="18754"/>
                  </a:cubicBezTo>
                  <a:cubicBezTo>
                    <a:pt x="2969" y="18775"/>
                    <a:pt x="2995" y="18783"/>
                    <a:pt x="3023" y="18783"/>
                  </a:cubicBezTo>
                  <a:cubicBezTo>
                    <a:pt x="3084" y="18783"/>
                    <a:pt x="3157" y="18744"/>
                    <a:pt x="3267" y="18705"/>
                  </a:cubicBezTo>
                  <a:cubicBezTo>
                    <a:pt x="3332" y="18649"/>
                    <a:pt x="3365" y="18559"/>
                    <a:pt x="3357" y="18478"/>
                  </a:cubicBezTo>
                  <a:cubicBezTo>
                    <a:pt x="3357" y="18412"/>
                    <a:pt x="3357" y="18384"/>
                    <a:pt x="3389" y="18384"/>
                  </a:cubicBezTo>
                  <a:cubicBezTo>
                    <a:pt x="3412" y="18384"/>
                    <a:pt x="3452" y="18398"/>
                    <a:pt x="3519" y="18422"/>
                  </a:cubicBezTo>
                  <a:cubicBezTo>
                    <a:pt x="3600" y="18422"/>
                    <a:pt x="3673" y="18478"/>
                    <a:pt x="3673" y="18535"/>
                  </a:cubicBezTo>
                  <a:cubicBezTo>
                    <a:pt x="3673" y="18592"/>
                    <a:pt x="3592" y="18592"/>
                    <a:pt x="3592" y="18592"/>
                  </a:cubicBezTo>
                  <a:lnTo>
                    <a:pt x="3511" y="18592"/>
                  </a:lnTo>
                  <a:cubicBezTo>
                    <a:pt x="3511" y="18649"/>
                    <a:pt x="3511" y="18705"/>
                    <a:pt x="3673" y="18705"/>
                  </a:cubicBezTo>
                  <a:cubicBezTo>
                    <a:pt x="3713" y="18734"/>
                    <a:pt x="3754" y="18748"/>
                    <a:pt x="3784" y="18748"/>
                  </a:cubicBezTo>
                  <a:cubicBezTo>
                    <a:pt x="3815" y="18748"/>
                    <a:pt x="3835" y="18734"/>
                    <a:pt x="3835" y="18705"/>
                  </a:cubicBezTo>
                  <a:cubicBezTo>
                    <a:pt x="3916" y="18762"/>
                    <a:pt x="4078" y="18762"/>
                    <a:pt x="4240" y="18762"/>
                  </a:cubicBezTo>
                  <a:cubicBezTo>
                    <a:pt x="4403" y="18762"/>
                    <a:pt x="4646" y="18770"/>
                    <a:pt x="4727" y="18827"/>
                  </a:cubicBezTo>
                  <a:cubicBezTo>
                    <a:pt x="4889" y="18827"/>
                    <a:pt x="4970" y="18827"/>
                    <a:pt x="4970" y="18770"/>
                  </a:cubicBezTo>
                  <a:cubicBezTo>
                    <a:pt x="4970" y="18704"/>
                    <a:pt x="4998" y="18676"/>
                    <a:pt x="5021" y="18676"/>
                  </a:cubicBezTo>
                  <a:cubicBezTo>
                    <a:pt x="5037" y="18676"/>
                    <a:pt x="5051" y="18690"/>
                    <a:pt x="5051" y="18714"/>
                  </a:cubicBezTo>
                  <a:cubicBezTo>
                    <a:pt x="5103" y="18785"/>
                    <a:pt x="5540" y="18838"/>
                    <a:pt x="5877" y="18838"/>
                  </a:cubicBezTo>
                  <a:cubicBezTo>
                    <a:pt x="6073" y="18838"/>
                    <a:pt x="6235" y="18820"/>
                    <a:pt x="6267" y="18778"/>
                  </a:cubicBezTo>
                  <a:lnTo>
                    <a:pt x="6430" y="18778"/>
                  </a:lnTo>
                  <a:cubicBezTo>
                    <a:pt x="6511" y="18807"/>
                    <a:pt x="6671" y="18821"/>
                    <a:pt x="6821" y="18821"/>
                  </a:cubicBezTo>
                  <a:cubicBezTo>
                    <a:pt x="6971" y="18821"/>
                    <a:pt x="7111" y="18807"/>
                    <a:pt x="7151" y="18778"/>
                  </a:cubicBezTo>
                  <a:lnTo>
                    <a:pt x="7394" y="18778"/>
                  </a:lnTo>
                  <a:cubicBezTo>
                    <a:pt x="7478" y="18812"/>
                    <a:pt x="7540" y="18828"/>
                    <a:pt x="7592" y="18828"/>
                  </a:cubicBezTo>
                  <a:cubicBezTo>
                    <a:pt x="7640" y="18828"/>
                    <a:pt x="7679" y="18814"/>
                    <a:pt x="7719" y="18786"/>
                  </a:cubicBezTo>
                  <a:cubicBezTo>
                    <a:pt x="7782" y="18746"/>
                    <a:pt x="7800" y="18706"/>
                    <a:pt x="7806" y="18706"/>
                  </a:cubicBezTo>
                  <a:cubicBezTo>
                    <a:pt x="7808" y="18706"/>
                    <a:pt x="7808" y="18713"/>
                    <a:pt x="7808" y="18730"/>
                  </a:cubicBezTo>
                  <a:cubicBezTo>
                    <a:pt x="7800" y="18786"/>
                    <a:pt x="7962" y="18786"/>
                    <a:pt x="8286" y="18786"/>
                  </a:cubicBezTo>
                  <a:cubicBezTo>
                    <a:pt x="8611" y="18786"/>
                    <a:pt x="8611" y="18786"/>
                    <a:pt x="8529" y="18730"/>
                  </a:cubicBezTo>
                  <a:cubicBezTo>
                    <a:pt x="8624" y="18713"/>
                    <a:pt x="8692" y="18706"/>
                    <a:pt x="8739" y="18706"/>
                  </a:cubicBezTo>
                  <a:cubicBezTo>
                    <a:pt x="8854" y="18706"/>
                    <a:pt x="8854" y="18746"/>
                    <a:pt x="8854" y="18786"/>
                  </a:cubicBezTo>
                  <a:cubicBezTo>
                    <a:pt x="8817" y="18837"/>
                    <a:pt x="8830" y="18866"/>
                    <a:pt x="8862" y="18866"/>
                  </a:cubicBezTo>
                  <a:cubicBezTo>
                    <a:pt x="8902" y="18866"/>
                    <a:pt x="8971" y="18823"/>
                    <a:pt x="9016" y="18730"/>
                  </a:cubicBezTo>
                  <a:cubicBezTo>
                    <a:pt x="9063" y="18669"/>
                    <a:pt x="9136" y="18643"/>
                    <a:pt x="9190" y="18643"/>
                  </a:cubicBezTo>
                  <a:cubicBezTo>
                    <a:pt x="9230" y="18643"/>
                    <a:pt x="9259" y="18657"/>
                    <a:pt x="9259" y="18681"/>
                  </a:cubicBezTo>
                  <a:cubicBezTo>
                    <a:pt x="9259" y="18722"/>
                    <a:pt x="9216" y="18734"/>
                    <a:pt x="9162" y="18734"/>
                  </a:cubicBezTo>
                  <a:cubicBezTo>
                    <a:pt x="9141" y="18734"/>
                    <a:pt x="9119" y="18732"/>
                    <a:pt x="9097" y="18730"/>
                  </a:cubicBezTo>
                  <a:cubicBezTo>
                    <a:pt x="9097" y="18730"/>
                    <a:pt x="9097" y="18795"/>
                    <a:pt x="9097" y="18851"/>
                  </a:cubicBezTo>
                  <a:cubicBezTo>
                    <a:pt x="9178" y="18851"/>
                    <a:pt x="9178" y="18851"/>
                    <a:pt x="9259" y="18795"/>
                  </a:cubicBezTo>
                  <a:cubicBezTo>
                    <a:pt x="9316" y="18786"/>
                    <a:pt x="9373" y="18770"/>
                    <a:pt x="9421" y="18738"/>
                  </a:cubicBezTo>
                  <a:cubicBezTo>
                    <a:pt x="9502" y="18681"/>
                    <a:pt x="9502" y="18624"/>
                    <a:pt x="9421" y="18568"/>
                  </a:cubicBezTo>
                  <a:cubicBezTo>
                    <a:pt x="9340" y="18511"/>
                    <a:pt x="9421" y="18511"/>
                    <a:pt x="9502" y="18511"/>
                  </a:cubicBezTo>
                  <a:cubicBezTo>
                    <a:pt x="9665" y="18568"/>
                    <a:pt x="9665" y="18624"/>
                    <a:pt x="9583" y="18681"/>
                  </a:cubicBezTo>
                  <a:cubicBezTo>
                    <a:pt x="9502" y="18681"/>
                    <a:pt x="9502" y="18738"/>
                    <a:pt x="9502" y="18795"/>
                  </a:cubicBezTo>
                  <a:cubicBezTo>
                    <a:pt x="9502" y="18805"/>
                    <a:pt x="9516" y="18810"/>
                    <a:pt x="9539" y="18810"/>
                  </a:cubicBezTo>
                  <a:cubicBezTo>
                    <a:pt x="9640" y="18810"/>
                    <a:pt x="9923" y="18717"/>
                    <a:pt x="9989" y="18624"/>
                  </a:cubicBezTo>
                  <a:cubicBezTo>
                    <a:pt x="9989" y="18639"/>
                    <a:pt x="9989" y="18657"/>
                    <a:pt x="9989" y="18681"/>
                  </a:cubicBezTo>
                  <a:cubicBezTo>
                    <a:pt x="9989" y="18738"/>
                    <a:pt x="10151" y="18738"/>
                    <a:pt x="10313" y="18738"/>
                  </a:cubicBezTo>
                  <a:cubicBezTo>
                    <a:pt x="10475" y="18738"/>
                    <a:pt x="10556" y="18738"/>
                    <a:pt x="10556" y="18681"/>
                  </a:cubicBezTo>
                  <a:cubicBezTo>
                    <a:pt x="10556" y="18624"/>
                    <a:pt x="10556" y="18568"/>
                    <a:pt x="10637" y="18568"/>
                  </a:cubicBezTo>
                  <a:cubicBezTo>
                    <a:pt x="10556" y="18568"/>
                    <a:pt x="10556" y="18511"/>
                    <a:pt x="10556" y="18454"/>
                  </a:cubicBezTo>
                  <a:lnTo>
                    <a:pt x="10556" y="18454"/>
                  </a:lnTo>
                  <a:cubicBezTo>
                    <a:pt x="10646" y="18486"/>
                    <a:pt x="10727" y="18527"/>
                    <a:pt x="10800" y="18576"/>
                  </a:cubicBezTo>
                  <a:cubicBezTo>
                    <a:pt x="10962" y="18689"/>
                    <a:pt x="11124" y="18746"/>
                    <a:pt x="11448" y="18746"/>
                  </a:cubicBezTo>
                  <a:cubicBezTo>
                    <a:pt x="11610" y="18746"/>
                    <a:pt x="11854" y="18746"/>
                    <a:pt x="11935" y="18803"/>
                  </a:cubicBezTo>
                  <a:cubicBezTo>
                    <a:pt x="12097" y="18803"/>
                    <a:pt x="12178" y="18803"/>
                    <a:pt x="12178" y="18746"/>
                  </a:cubicBezTo>
                  <a:lnTo>
                    <a:pt x="12340" y="18754"/>
                  </a:lnTo>
                  <a:cubicBezTo>
                    <a:pt x="12377" y="18782"/>
                    <a:pt x="12435" y="18797"/>
                    <a:pt x="12486" y="18797"/>
                  </a:cubicBezTo>
                  <a:cubicBezTo>
                    <a:pt x="12537" y="18797"/>
                    <a:pt x="12579" y="18782"/>
                    <a:pt x="12583" y="18754"/>
                  </a:cubicBezTo>
                  <a:cubicBezTo>
                    <a:pt x="12610" y="18735"/>
                    <a:pt x="12637" y="18729"/>
                    <a:pt x="12664" y="18729"/>
                  </a:cubicBezTo>
                  <a:cubicBezTo>
                    <a:pt x="12718" y="18729"/>
                    <a:pt x="12772" y="18754"/>
                    <a:pt x="12827" y="18754"/>
                  </a:cubicBezTo>
                  <a:cubicBezTo>
                    <a:pt x="12896" y="18805"/>
                    <a:pt x="12934" y="18833"/>
                    <a:pt x="12948" y="18833"/>
                  </a:cubicBezTo>
                  <a:cubicBezTo>
                    <a:pt x="12966" y="18833"/>
                    <a:pt x="12948" y="18791"/>
                    <a:pt x="12908" y="18697"/>
                  </a:cubicBezTo>
                  <a:cubicBezTo>
                    <a:pt x="12908" y="18641"/>
                    <a:pt x="12745" y="18584"/>
                    <a:pt x="12664" y="18584"/>
                  </a:cubicBezTo>
                  <a:lnTo>
                    <a:pt x="12421" y="18584"/>
                  </a:lnTo>
                  <a:lnTo>
                    <a:pt x="12664" y="18527"/>
                  </a:lnTo>
                  <a:cubicBezTo>
                    <a:pt x="12745" y="18527"/>
                    <a:pt x="12908" y="18470"/>
                    <a:pt x="12908" y="18414"/>
                  </a:cubicBezTo>
                  <a:cubicBezTo>
                    <a:pt x="12908" y="18414"/>
                    <a:pt x="12908" y="18357"/>
                    <a:pt x="12989" y="18357"/>
                  </a:cubicBezTo>
                  <a:lnTo>
                    <a:pt x="12989" y="18470"/>
                  </a:lnTo>
                  <a:cubicBezTo>
                    <a:pt x="12932" y="18503"/>
                    <a:pt x="12900" y="18576"/>
                    <a:pt x="12908" y="18641"/>
                  </a:cubicBezTo>
                  <a:cubicBezTo>
                    <a:pt x="12953" y="18711"/>
                    <a:pt x="13063" y="18759"/>
                    <a:pt x="13140" y="18759"/>
                  </a:cubicBezTo>
                  <a:cubicBezTo>
                    <a:pt x="13188" y="18759"/>
                    <a:pt x="13224" y="18741"/>
                    <a:pt x="13224" y="18697"/>
                  </a:cubicBezTo>
                  <a:cubicBezTo>
                    <a:pt x="13305" y="18697"/>
                    <a:pt x="13305" y="18697"/>
                    <a:pt x="13386" y="18754"/>
                  </a:cubicBezTo>
                  <a:cubicBezTo>
                    <a:pt x="13386" y="18778"/>
                    <a:pt x="13400" y="18791"/>
                    <a:pt x="13422" y="18791"/>
                  </a:cubicBezTo>
                  <a:cubicBezTo>
                    <a:pt x="13453" y="18791"/>
                    <a:pt x="13501" y="18764"/>
                    <a:pt x="13548" y="18697"/>
                  </a:cubicBezTo>
                  <a:cubicBezTo>
                    <a:pt x="13588" y="18642"/>
                    <a:pt x="13628" y="18613"/>
                    <a:pt x="13668" y="18613"/>
                  </a:cubicBezTo>
                  <a:cubicBezTo>
                    <a:pt x="13709" y="18613"/>
                    <a:pt x="13750" y="18644"/>
                    <a:pt x="13791" y="18705"/>
                  </a:cubicBezTo>
                  <a:cubicBezTo>
                    <a:pt x="13886" y="18772"/>
                    <a:pt x="14037" y="18799"/>
                    <a:pt x="14145" y="18799"/>
                  </a:cubicBezTo>
                  <a:cubicBezTo>
                    <a:pt x="14222" y="18799"/>
                    <a:pt x="14278" y="18786"/>
                    <a:pt x="14278" y="18762"/>
                  </a:cubicBezTo>
                  <a:cubicBezTo>
                    <a:pt x="14278" y="18696"/>
                    <a:pt x="14361" y="18668"/>
                    <a:pt x="14447" y="18668"/>
                  </a:cubicBezTo>
                  <a:cubicBezTo>
                    <a:pt x="14507" y="18668"/>
                    <a:pt x="14569" y="18682"/>
                    <a:pt x="14602" y="18705"/>
                  </a:cubicBezTo>
                  <a:cubicBezTo>
                    <a:pt x="14639" y="18734"/>
                    <a:pt x="14681" y="18748"/>
                    <a:pt x="14724" y="18748"/>
                  </a:cubicBezTo>
                  <a:cubicBezTo>
                    <a:pt x="14766" y="18748"/>
                    <a:pt x="14809" y="18734"/>
                    <a:pt x="14845" y="18705"/>
                  </a:cubicBezTo>
                  <a:cubicBezTo>
                    <a:pt x="14856" y="18758"/>
                    <a:pt x="14898" y="18791"/>
                    <a:pt x="14941" y="18791"/>
                  </a:cubicBezTo>
                  <a:cubicBezTo>
                    <a:pt x="14964" y="18791"/>
                    <a:pt x="14988" y="18782"/>
                    <a:pt x="15008" y="18762"/>
                  </a:cubicBezTo>
                  <a:cubicBezTo>
                    <a:pt x="15008" y="18762"/>
                    <a:pt x="15089" y="18762"/>
                    <a:pt x="15008" y="18705"/>
                  </a:cubicBezTo>
                  <a:lnTo>
                    <a:pt x="15170" y="18592"/>
                  </a:lnTo>
                  <a:cubicBezTo>
                    <a:pt x="15089" y="18592"/>
                    <a:pt x="15089" y="18535"/>
                    <a:pt x="15089" y="18478"/>
                  </a:cubicBezTo>
                  <a:cubicBezTo>
                    <a:pt x="15091" y="18465"/>
                    <a:pt x="15110" y="18458"/>
                    <a:pt x="15140" y="18458"/>
                  </a:cubicBezTo>
                  <a:cubicBezTo>
                    <a:pt x="15238" y="18458"/>
                    <a:pt x="15451" y="18527"/>
                    <a:pt x="15575" y="18657"/>
                  </a:cubicBezTo>
                  <a:lnTo>
                    <a:pt x="15737" y="18770"/>
                  </a:lnTo>
                  <a:lnTo>
                    <a:pt x="15737" y="18657"/>
                  </a:lnTo>
                  <a:cubicBezTo>
                    <a:pt x="15818" y="18657"/>
                    <a:pt x="15899" y="18657"/>
                    <a:pt x="15899" y="18714"/>
                  </a:cubicBezTo>
                  <a:cubicBezTo>
                    <a:pt x="15899" y="18770"/>
                    <a:pt x="15899" y="18770"/>
                    <a:pt x="15980" y="18770"/>
                  </a:cubicBezTo>
                  <a:cubicBezTo>
                    <a:pt x="15980" y="18770"/>
                    <a:pt x="16062" y="18770"/>
                    <a:pt x="16062" y="18714"/>
                  </a:cubicBezTo>
                  <a:cubicBezTo>
                    <a:pt x="16062" y="18647"/>
                    <a:pt x="16062" y="18619"/>
                    <a:pt x="16078" y="18619"/>
                  </a:cubicBezTo>
                  <a:cubicBezTo>
                    <a:pt x="16089" y="18619"/>
                    <a:pt x="16109" y="18633"/>
                    <a:pt x="16143" y="18657"/>
                  </a:cubicBezTo>
                  <a:cubicBezTo>
                    <a:pt x="16183" y="18714"/>
                    <a:pt x="16224" y="18742"/>
                    <a:pt x="16264" y="18742"/>
                  </a:cubicBezTo>
                  <a:cubicBezTo>
                    <a:pt x="16305" y="18742"/>
                    <a:pt x="16345" y="18714"/>
                    <a:pt x="16386" y="18657"/>
                  </a:cubicBezTo>
                  <a:cubicBezTo>
                    <a:pt x="16386" y="18600"/>
                    <a:pt x="16386" y="18572"/>
                    <a:pt x="16396" y="18572"/>
                  </a:cubicBezTo>
                  <a:cubicBezTo>
                    <a:pt x="16406" y="18572"/>
                    <a:pt x="16426" y="18600"/>
                    <a:pt x="16467" y="18657"/>
                  </a:cubicBezTo>
                  <a:cubicBezTo>
                    <a:pt x="16467" y="18714"/>
                    <a:pt x="16548" y="18770"/>
                    <a:pt x="16629" y="18770"/>
                  </a:cubicBezTo>
                  <a:lnTo>
                    <a:pt x="16629" y="18714"/>
                  </a:lnTo>
                  <a:cubicBezTo>
                    <a:pt x="16629" y="18647"/>
                    <a:pt x="16657" y="18619"/>
                    <a:pt x="16696" y="18619"/>
                  </a:cubicBezTo>
                  <a:cubicBezTo>
                    <a:pt x="16724" y="18619"/>
                    <a:pt x="16758" y="18633"/>
                    <a:pt x="16791" y="18657"/>
                  </a:cubicBezTo>
                  <a:cubicBezTo>
                    <a:pt x="16791" y="18686"/>
                    <a:pt x="16813" y="18700"/>
                    <a:pt x="16857" y="18700"/>
                  </a:cubicBezTo>
                  <a:cubicBezTo>
                    <a:pt x="16897" y="18700"/>
                    <a:pt x="16957" y="18688"/>
                    <a:pt x="17034" y="18665"/>
                  </a:cubicBezTo>
                  <a:cubicBezTo>
                    <a:pt x="17197" y="18665"/>
                    <a:pt x="17278" y="18665"/>
                    <a:pt x="17278" y="18722"/>
                  </a:cubicBezTo>
                  <a:cubicBezTo>
                    <a:pt x="17278" y="18778"/>
                    <a:pt x="17278" y="18807"/>
                    <a:pt x="17288" y="18807"/>
                  </a:cubicBezTo>
                  <a:cubicBezTo>
                    <a:pt x="17298" y="18807"/>
                    <a:pt x="17318" y="18778"/>
                    <a:pt x="17359" y="18722"/>
                  </a:cubicBezTo>
                  <a:cubicBezTo>
                    <a:pt x="17399" y="18693"/>
                    <a:pt x="17420" y="18679"/>
                    <a:pt x="17450" y="18679"/>
                  </a:cubicBezTo>
                  <a:cubicBezTo>
                    <a:pt x="17480" y="18679"/>
                    <a:pt x="17521" y="18693"/>
                    <a:pt x="17602" y="18722"/>
                  </a:cubicBezTo>
                  <a:cubicBezTo>
                    <a:pt x="17643" y="18750"/>
                    <a:pt x="17663" y="18764"/>
                    <a:pt x="17683" y="18764"/>
                  </a:cubicBezTo>
                  <a:cubicBezTo>
                    <a:pt x="17703" y="18764"/>
                    <a:pt x="17724" y="18750"/>
                    <a:pt x="17764" y="18722"/>
                  </a:cubicBezTo>
                  <a:cubicBezTo>
                    <a:pt x="17764" y="18608"/>
                    <a:pt x="17764" y="18551"/>
                    <a:pt x="17683" y="18551"/>
                  </a:cubicBezTo>
                  <a:cubicBezTo>
                    <a:pt x="17602" y="18551"/>
                    <a:pt x="17602" y="18551"/>
                    <a:pt x="17602" y="18495"/>
                  </a:cubicBezTo>
                  <a:lnTo>
                    <a:pt x="17764" y="18495"/>
                  </a:lnTo>
                  <a:cubicBezTo>
                    <a:pt x="17878" y="18495"/>
                    <a:pt x="17983" y="18478"/>
                    <a:pt x="18088" y="18438"/>
                  </a:cubicBezTo>
                  <a:cubicBezTo>
                    <a:pt x="18220" y="18392"/>
                    <a:pt x="18245" y="18309"/>
                    <a:pt x="18164" y="18309"/>
                  </a:cubicBezTo>
                  <a:cubicBezTo>
                    <a:pt x="18145" y="18309"/>
                    <a:pt x="18119" y="18313"/>
                    <a:pt x="18088" y="18324"/>
                  </a:cubicBezTo>
                  <a:lnTo>
                    <a:pt x="18007" y="18268"/>
                  </a:lnTo>
                  <a:cubicBezTo>
                    <a:pt x="18007" y="18182"/>
                    <a:pt x="17967" y="18140"/>
                    <a:pt x="17926" y="18140"/>
                  </a:cubicBezTo>
                  <a:cubicBezTo>
                    <a:pt x="17886" y="18140"/>
                    <a:pt x="17845" y="18182"/>
                    <a:pt x="17845" y="18268"/>
                  </a:cubicBezTo>
                  <a:cubicBezTo>
                    <a:pt x="17845" y="18361"/>
                    <a:pt x="17845" y="18403"/>
                    <a:pt x="17832" y="18403"/>
                  </a:cubicBezTo>
                  <a:cubicBezTo>
                    <a:pt x="17821" y="18403"/>
                    <a:pt x="17801" y="18375"/>
                    <a:pt x="17764" y="18324"/>
                  </a:cubicBezTo>
                  <a:cubicBezTo>
                    <a:pt x="17764" y="18211"/>
                    <a:pt x="17683" y="18211"/>
                    <a:pt x="17602" y="18211"/>
                  </a:cubicBezTo>
                  <a:cubicBezTo>
                    <a:pt x="17521" y="18211"/>
                    <a:pt x="17521" y="18211"/>
                    <a:pt x="17521" y="18154"/>
                  </a:cubicBezTo>
                  <a:cubicBezTo>
                    <a:pt x="17521" y="18097"/>
                    <a:pt x="17440" y="18041"/>
                    <a:pt x="17359" y="18041"/>
                  </a:cubicBezTo>
                  <a:cubicBezTo>
                    <a:pt x="17278" y="18041"/>
                    <a:pt x="17278" y="18041"/>
                    <a:pt x="17278" y="18097"/>
                  </a:cubicBezTo>
                  <a:cubicBezTo>
                    <a:pt x="17309" y="18119"/>
                    <a:pt x="17304" y="18132"/>
                    <a:pt x="17281" y="18132"/>
                  </a:cubicBezTo>
                  <a:cubicBezTo>
                    <a:pt x="17246" y="18132"/>
                    <a:pt x="17168" y="18102"/>
                    <a:pt x="17124" y="18032"/>
                  </a:cubicBezTo>
                  <a:cubicBezTo>
                    <a:pt x="17090" y="18009"/>
                    <a:pt x="17070" y="17995"/>
                    <a:pt x="17059" y="17995"/>
                  </a:cubicBezTo>
                  <a:cubicBezTo>
                    <a:pt x="17043" y="17995"/>
                    <a:pt x="17043" y="18023"/>
                    <a:pt x="17043" y="18089"/>
                  </a:cubicBezTo>
                  <a:cubicBezTo>
                    <a:pt x="17039" y="18146"/>
                    <a:pt x="16996" y="18174"/>
                    <a:pt x="16944" y="18174"/>
                  </a:cubicBezTo>
                  <a:cubicBezTo>
                    <a:pt x="16893" y="18174"/>
                    <a:pt x="16832" y="18146"/>
                    <a:pt x="16791" y="18089"/>
                  </a:cubicBezTo>
                  <a:lnTo>
                    <a:pt x="16637" y="18089"/>
                  </a:lnTo>
                  <a:cubicBezTo>
                    <a:pt x="16556" y="18089"/>
                    <a:pt x="16548" y="18146"/>
                    <a:pt x="16548" y="18203"/>
                  </a:cubicBezTo>
                  <a:cubicBezTo>
                    <a:pt x="16548" y="18269"/>
                    <a:pt x="16548" y="18297"/>
                    <a:pt x="16532" y="18297"/>
                  </a:cubicBezTo>
                  <a:cubicBezTo>
                    <a:pt x="16520" y="18297"/>
                    <a:pt x="16501" y="18283"/>
                    <a:pt x="16467" y="18259"/>
                  </a:cubicBezTo>
                  <a:cubicBezTo>
                    <a:pt x="16394" y="18203"/>
                    <a:pt x="16394" y="18146"/>
                    <a:pt x="16394" y="18146"/>
                  </a:cubicBezTo>
                  <a:cubicBezTo>
                    <a:pt x="16394" y="18089"/>
                    <a:pt x="16313" y="18089"/>
                    <a:pt x="16232" y="18089"/>
                  </a:cubicBezTo>
                  <a:cubicBezTo>
                    <a:pt x="16151" y="18089"/>
                    <a:pt x="15989" y="18089"/>
                    <a:pt x="15989" y="18146"/>
                  </a:cubicBezTo>
                  <a:lnTo>
                    <a:pt x="15989" y="18089"/>
                  </a:lnTo>
                  <a:cubicBezTo>
                    <a:pt x="15935" y="18089"/>
                    <a:pt x="15916" y="18064"/>
                    <a:pt x="15910" y="18064"/>
                  </a:cubicBezTo>
                  <a:cubicBezTo>
                    <a:pt x="15907" y="18064"/>
                    <a:pt x="15907" y="18070"/>
                    <a:pt x="15907" y="18089"/>
                  </a:cubicBezTo>
                  <a:cubicBezTo>
                    <a:pt x="15818" y="18081"/>
                    <a:pt x="15737" y="18057"/>
                    <a:pt x="15664" y="18032"/>
                  </a:cubicBezTo>
                  <a:cubicBezTo>
                    <a:pt x="15631" y="18019"/>
                    <a:pt x="15595" y="18014"/>
                    <a:pt x="15561" y="18014"/>
                  </a:cubicBezTo>
                  <a:cubicBezTo>
                    <a:pt x="15424" y="18014"/>
                    <a:pt x="15308" y="18104"/>
                    <a:pt x="15502" y="18195"/>
                  </a:cubicBezTo>
                  <a:lnTo>
                    <a:pt x="15421" y="18195"/>
                  </a:lnTo>
                  <a:cubicBezTo>
                    <a:pt x="15340" y="18195"/>
                    <a:pt x="15340" y="18251"/>
                    <a:pt x="15340" y="18251"/>
                  </a:cubicBezTo>
                  <a:cubicBezTo>
                    <a:pt x="15332" y="18308"/>
                    <a:pt x="15259" y="18308"/>
                    <a:pt x="15178" y="18308"/>
                  </a:cubicBezTo>
                  <a:lnTo>
                    <a:pt x="15178" y="18195"/>
                  </a:lnTo>
                  <a:cubicBezTo>
                    <a:pt x="15225" y="18096"/>
                    <a:pt x="15190" y="18035"/>
                    <a:pt x="15136" y="18035"/>
                  </a:cubicBezTo>
                  <a:cubicBezTo>
                    <a:pt x="15098" y="18035"/>
                    <a:pt x="15050" y="18067"/>
                    <a:pt x="15016" y="18138"/>
                  </a:cubicBezTo>
                  <a:lnTo>
                    <a:pt x="15016" y="18081"/>
                  </a:lnTo>
                  <a:cubicBezTo>
                    <a:pt x="15016" y="18053"/>
                    <a:pt x="14995" y="18039"/>
                    <a:pt x="14955" y="18039"/>
                  </a:cubicBezTo>
                  <a:cubicBezTo>
                    <a:pt x="14914" y="18039"/>
                    <a:pt x="14853" y="18053"/>
                    <a:pt x="14772" y="18081"/>
                  </a:cubicBezTo>
                  <a:cubicBezTo>
                    <a:pt x="14691" y="18081"/>
                    <a:pt x="14610" y="18195"/>
                    <a:pt x="14610" y="18251"/>
                  </a:cubicBezTo>
                  <a:cubicBezTo>
                    <a:pt x="14610" y="18308"/>
                    <a:pt x="14529" y="18308"/>
                    <a:pt x="14529" y="18308"/>
                  </a:cubicBezTo>
                  <a:cubicBezTo>
                    <a:pt x="14448" y="18308"/>
                    <a:pt x="14448" y="18308"/>
                    <a:pt x="14448" y="18251"/>
                  </a:cubicBezTo>
                  <a:cubicBezTo>
                    <a:pt x="14448" y="18195"/>
                    <a:pt x="14408" y="18166"/>
                    <a:pt x="14357" y="18166"/>
                  </a:cubicBezTo>
                  <a:cubicBezTo>
                    <a:pt x="14306" y="18166"/>
                    <a:pt x="14245" y="18195"/>
                    <a:pt x="14205" y="18251"/>
                  </a:cubicBezTo>
                  <a:lnTo>
                    <a:pt x="14205" y="18195"/>
                  </a:lnTo>
                  <a:cubicBezTo>
                    <a:pt x="14205" y="18153"/>
                    <a:pt x="14161" y="18111"/>
                    <a:pt x="13978" y="18111"/>
                  </a:cubicBezTo>
                  <a:cubicBezTo>
                    <a:pt x="13911" y="18111"/>
                    <a:pt x="13826" y="18117"/>
                    <a:pt x="13718" y="18130"/>
                  </a:cubicBezTo>
                  <a:cubicBezTo>
                    <a:pt x="13394" y="18130"/>
                    <a:pt x="13151" y="18130"/>
                    <a:pt x="13151" y="18073"/>
                  </a:cubicBezTo>
                  <a:cubicBezTo>
                    <a:pt x="13151" y="18063"/>
                    <a:pt x="13140" y="18058"/>
                    <a:pt x="13121" y="18058"/>
                  </a:cubicBezTo>
                  <a:cubicBezTo>
                    <a:pt x="13037" y="18058"/>
                    <a:pt x="12797" y="18151"/>
                    <a:pt x="12664" y="18243"/>
                  </a:cubicBezTo>
                  <a:cubicBezTo>
                    <a:pt x="12664" y="18187"/>
                    <a:pt x="12583" y="18187"/>
                    <a:pt x="12421" y="18187"/>
                  </a:cubicBezTo>
                  <a:cubicBezTo>
                    <a:pt x="12178" y="18178"/>
                    <a:pt x="12178" y="18178"/>
                    <a:pt x="12178" y="18122"/>
                  </a:cubicBezTo>
                  <a:cubicBezTo>
                    <a:pt x="12218" y="18065"/>
                    <a:pt x="12239" y="18037"/>
                    <a:pt x="12229" y="18037"/>
                  </a:cubicBezTo>
                  <a:cubicBezTo>
                    <a:pt x="12218" y="18037"/>
                    <a:pt x="12178" y="18065"/>
                    <a:pt x="12097" y="18122"/>
                  </a:cubicBezTo>
                  <a:cubicBezTo>
                    <a:pt x="12066" y="18165"/>
                    <a:pt x="12011" y="18184"/>
                    <a:pt x="11956" y="18184"/>
                  </a:cubicBezTo>
                  <a:cubicBezTo>
                    <a:pt x="11865" y="18184"/>
                    <a:pt x="11773" y="18135"/>
                    <a:pt x="11773" y="18065"/>
                  </a:cubicBezTo>
                  <a:cubicBezTo>
                    <a:pt x="11773" y="18008"/>
                    <a:pt x="11691" y="18008"/>
                    <a:pt x="11529" y="18008"/>
                  </a:cubicBezTo>
                  <a:cubicBezTo>
                    <a:pt x="11448" y="18065"/>
                    <a:pt x="11286" y="18065"/>
                    <a:pt x="11124" y="18065"/>
                  </a:cubicBezTo>
                  <a:cubicBezTo>
                    <a:pt x="10881" y="18065"/>
                    <a:pt x="10881" y="18065"/>
                    <a:pt x="10881" y="18178"/>
                  </a:cubicBezTo>
                  <a:cubicBezTo>
                    <a:pt x="10881" y="18268"/>
                    <a:pt x="10830" y="18287"/>
                    <a:pt x="10729" y="18287"/>
                  </a:cubicBezTo>
                  <a:cubicBezTo>
                    <a:pt x="10702" y="18287"/>
                    <a:pt x="10672" y="18286"/>
                    <a:pt x="10637" y="18284"/>
                  </a:cubicBezTo>
                  <a:cubicBezTo>
                    <a:pt x="10556" y="18284"/>
                    <a:pt x="10475" y="18284"/>
                    <a:pt x="10475" y="18227"/>
                  </a:cubicBezTo>
                  <a:cubicBezTo>
                    <a:pt x="10427" y="18195"/>
                    <a:pt x="10378" y="18178"/>
                    <a:pt x="10313" y="18170"/>
                  </a:cubicBezTo>
                  <a:cubicBezTo>
                    <a:pt x="10232" y="18170"/>
                    <a:pt x="10151" y="18170"/>
                    <a:pt x="10151" y="18114"/>
                  </a:cubicBezTo>
                  <a:cubicBezTo>
                    <a:pt x="10087" y="18078"/>
                    <a:pt x="10018" y="18055"/>
                    <a:pt x="9947" y="18055"/>
                  </a:cubicBezTo>
                  <a:cubicBezTo>
                    <a:pt x="9937" y="18055"/>
                    <a:pt x="9926" y="18056"/>
                    <a:pt x="9916" y="18057"/>
                  </a:cubicBezTo>
                  <a:cubicBezTo>
                    <a:pt x="9754" y="18057"/>
                    <a:pt x="9592" y="18057"/>
                    <a:pt x="9592" y="18000"/>
                  </a:cubicBezTo>
                  <a:cubicBezTo>
                    <a:pt x="9510" y="18000"/>
                    <a:pt x="9510" y="18000"/>
                    <a:pt x="9510" y="18057"/>
                  </a:cubicBezTo>
                  <a:cubicBezTo>
                    <a:pt x="9510" y="18096"/>
                    <a:pt x="9473" y="18134"/>
                    <a:pt x="9345" y="18134"/>
                  </a:cubicBezTo>
                  <a:cubicBezTo>
                    <a:pt x="9286" y="18134"/>
                    <a:pt x="9208" y="18126"/>
                    <a:pt x="9105" y="18105"/>
                  </a:cubicBezTo>
                  <a:cubicBezTo>
                    <a:pt x="8943" y="18105"/>
                    <a:pt x="8700" y="18105"/>
                    <a:pt x="8700" y="18162"/>
                  </a:cubicBezTo>
                  <a:cubicBezTo>
                    <a:pt x="8619" y="18162"/>
                    <a:pt x="8619" y="18162"/>
                    <a:pt x="8619" y="18105"/>
                  </a:cubicBezTo>
                  <a:cubicBezTo>
                    <a:pt x="8619" y="18049"/>
                    <a:pt x="8578" y="18020"/>
                    <a:pt x="8517" y="18020"/>
                  </a:cubicBezTo>
                  <a:cubicBezTo>
                    <a:pt x="8456" y="18020"/>
                    <a:pt x="8375" y="18049"/>
                    <a:pt x="8294" y="18105"/>
                  </a:cubicBezTo>
                  <a:cubicBezTo>
                    <a:pt x="8294" y="18134"/>
                    <a:pt x="8274" y="18148"/>
                    <a:pt x="8244" y="18148"/>
                  </a:cubicBezTo>
                  <a:cubicBezTo>
                    <a:pt x="8213" y="18148"/>
                    <a:pt x="8173" y="18134"/>
                    <a:pt x="8132" y="18105"/>
                  </a:cubicBezTo>
                  <a:cubicBezTo>
                    <a:pt x="8075" y="18105"/>
                    <a:pt x="8019" y="18130"/>
                    <a:pt x="7970" y="18162"/>
                  </a:cubicBezTo>
                  <a:cubicBezTo>
                    <a:pt x="7929" y="18191"/>
                    <a:pt x="7909" y="18205"/>
                    <a:pt x="7879" y="18205"/>
                  </a:cubicBezTo>
                  <a:cubicBezTo>
                    <a:pt x="7848" y="18205"/>
                    <a:pt x="7808" y="18191"/>
                    <a:pt x="7727" y="18162"/>
                  </a:cubicBezTo>
                  <a:cubicBezTo>
                    <a:pt x="7727" y="18105"/>
                    <a:pt x="7646" y="18097"/>
                    <a:pt x="7565" y="18097"/>
                  </a:cubicBezTo>
                  <a:cubicBezTo>
                    <a:pt x="7484" y="18126"/>
                    <a:pt x="7220" y="18140"/>
                    <a:pt x="6967" y="18140"/>
                  </a:cubicBezTo>
                  <a:cubicBezTo>
                    <a:pt x="6713" y="18140"/>
                    <a:pt x="6470" y="18126"/>
                    <a:pt x="6430" y="18097"/>
                  </a:cubicBezTo>
                  <a:cubicBezTo>
                    <a:pt x="6348" y="18154"/>
                    <a:pt x="6348" y="18154"/>
                    <a:pt x="6267" y="18154"/>
                  </a:cubicBezTo>
                  <a:cubicBezTo>
                    <a:pt x="6235" y="18109"/>
                    <a:pt x="6203" y="18089"/>
                    <a:pt x="6176" y="18089"/>
                  </a:cubicBezTo>
                  <a:cubicBezTo>
                    <a:pt x="6135" y="18089"/>
                    <a:pt x="6105" y="18134"/>
                    <a:pt x="6105" y="18203"/>
                  </a:cubicBezTo>
                  <a:lnTo>
                    <a:pt x="6267" y="18203"/>
                  </a:lnTo>
                  <a:cubicBezTo>
                    <a:pt x="6267" y="18254"/>
                    <a:pt x="6218" y="18282"/>
                    <a:pt x="6164" y="18282"/>
                  </a:cubicBezTo>
                  <a:cubicBezTo>
                    <a:pt x="6098" y="18282"/>
                    <a:pt x="6024" y="18240"/>
                    <a:pt x="6024" y="18146"/>
                  </a:cubicBezTo>
                  <a:cubicBezTo>
                    <a:pt x="5984" y="18089"/>
                    <a:pt x="5963" y="18061"/>
                    <a:pt x="5943" y="18061"/>
                  </a:cubicBezTo>
                  <a:cubicBezTo>
                    <a:pt x="5923" y="18061"/>
                    <a:pt x="5903" y="18089"/>
                    <a:pt x="5862" y="18146"/>
                  </a:cubicBezTo>
                  <a:cubicBezTo>
                    <a:pt x="5821" y="18203"/>
                    <a:pt x="5781" y="18231"/>
                    <a:pt x="5740" y="18231"/>
                  </a:cubicBezTo>
                  <a:cubicBezTo>
                    <a:pt x="5700" y="18231"/>
                    <a:pt x="5659" y="18203"/>
                    <a:pt x="5619" y="18146"/>
                  </a:cubicBezTo>
                  <a:cubicBezTo>
                    <a:pt x="5619" y="18089"/>
                    <a:pt x="5619" y="18061"/>
                    <a:pt x="5609" y="18061"/>
                  </a:cubicBezTo>
                  <a:cubicBezTo>
                    <a:pt x="5598" y="18061"/>
                    <a:pt x="5578" y="18089"/>
                    <a:pt x="5538" y="18146"/>
                  </a:cubicBezTo>
                  <a:cubicBezTo>
                    <a:pt x="5447" y="18273"/>
                    <a:pt x="5330" y="18347"/>
                    <a:pt x="5245" y="18347"/>
                  </a:cubicBezTo>
                  <a:cubicBezTo>
                    <a:pt x="5179" y="18347"/>
                    <a:pt x="5132" y="18302"/>
                    <a:pt x="5132" y="18203"/>
                  </a:cubicBezTo>
                  <a:cubicBezTo>
                    <a:pt x="5140" y="18105"/>
                    <a:pt x="5067" y="18032"/>
                    <a:pt x="4970" y="18032"/>
                  </a:cubicBezTo>
                  <a:cubicBezTo>
                    <a:pt x="4889" y="18032"/>
                    <a:pt x="4889" y="18089"/>
                    <a:pt x="4889" y="18146"/>
                  </a:cubicBezTo>
                  <a:cubicBezTo>
                    <a:pt x="4930" y="18203"/>
                    <a:pt x="4930" y="18231"/>
                    <a:pt x="4899" y="18231"/>
                  </a:cubicBezTo>
                  <a:cubicBezTo>
                    <a:pt x="4869" y="18231"/>
                    <a:pt x="4808" y="18203"/>
                    <a:pt x="4727" y="18146"/>
                  </a:cubicBezTo>
                  <a:cubicBezTo>
                    <a:pt x="4596" y="18047"/>
                    <a:pt x="4488" y="18003"/>
                    <a:pt x="4374" y="18003"/>
                  </a:cubicBezTo>
                  <a:cubicBezTo>
                    <a:pt x="4284" y="18003"/>
                    <a:pt x="4190" y="18031"/>
                    <a:pt x="4078" y="18081"/>
                  </a:cubicBezTo>
                  <a:cubicBezTo>
                    <a:pt x="3916" y="18138"/>
                    <a:pt x="3774" y="18166"/>
                    <a:pt x="3703" y="18166"/>
                  </a:cubicBezTo>
                  <a:cubicBezTo>
                    <a:pt x="3632" y="18166"/>
                    <a:pt x="3632" y="18138"/>
                    <a:pt x="3754" y="18081"/>
                  </a:cubicBezTo>
                  <a:cubicBezTo>
                    <a:pt x="3854" y="18015"/>
                    <a:pt x="3895" y="17987"/>
                    <a:pt x="3880" y="17987"/>
                  </a:cubicBezTo>
                  <a:cubicBezTo>
                    <a:pt x="3869" y="17987"/>
                    <a:pt x="3829" y="18001"/>
                    <a:pt x="3762" y="18024"/>
                  </a:cubicBezTo>
                  <a:lnTo>
                    <a:pt x="3357" y="18024"/>
                  </a:lnTo>
                  <a:cubicBezTo>
                    <a:pt x="3276" y="18024"/>
                    <a:pt x="3195" y="18081"/>
                    <a:pt x="3186" y="18138"/>
                  </a:cubicBezTo>
                  <a:cubicBezTo>
                    <a:pt x="3133" y="18056"/>
                    <a:pt x="3046" y="18014"/>
                    <a:pt x="2958" y="18014"/>
                  </a:cubicBezTo>
                  <a:cubicBezTo>
                    <a:pt x="2898" y="18014"/>
                    <a:pt x="2838" y="18034"/>
                    <a:pt x="2789" y="18073"/>
                  </a:cubicBezTo>
                  <a:lnTo>
                    <a:pt x="2627" y="18073"/>
                  </a:lnTo>
                  <a:cubicBezTo>
                    <a:pt x="2546" y="18073"/>
                    <a:pt x="2546" y="18073"/>
                    <a:pt x="2465" y="18130"/>
                  </a:cubicBezTo>
                  <a:cubicBezTo>
                    <a:pt x="2441" y="18146"/>
                    <a:pt x="2417" y="18153"/>
                    <a:pt x="2394" y="18153"/>
                  </a:cubicBezTo>
                  <a:cubicBezTo>
                    <a:pt x="2336" y="18153"/>
                    <a:pt x="2279" y="18113"/>
                    <a:pt x="2222" y="18073"/>
                  </a:cubicBezTo>
                  <a:cubicBezTo>
                    <a:pt x="2164" y="18033"/>
                    <a:pt x="2107" y="17993"/>
                    <a:pt x="2078" y="17993"/>
                  </a:cubicBezTo>
                  <a:cubicBezTo>
                    <a:pt x="2066" y="17993"/>
                    <a:pt x="2059" y="18000"/>
                    <a:pt x="2059" y="18016"/>
                  </a:cubicBezTo>
                  <a:cubicBezTo>
                    <a:pt x="2059" y="18073"/>
                    <a:pt x="1897" y="18130"/>
                    <a:pt x="1792" y="18187"/>
                  </a:cubicBezTo>
                  <a:cubicBezTo>
                    <a:pt x="1759" y="18203"/>
                    <a:pt x="1729" y="18210"/>
                    <a:pt x="1706" y="18210"/>
                  </a:cubicBezTo>
                  <a:cubicBezTo>
                    <a:pt x="1651" y="18210"/>
                    <a:pt x="1636" y="18170"/>
                    <a:pt x="1711" y="18130"/>
                  </a:cubicBezTo>
                  <a:cubicBezTo>
                    <a:pt x="1735" y="18073"/>
                    <a:pt x="1727" y="18073"/>
                    <a:pt x="1597" y="18016"/>
                  </a:cubicBezTo>
                  <a:cubicBezTo>
                    <a:pt x="1575" y="18014"/>
                    <a:pt x="1548" y="18012"/>
                    <a:pt x="1519" y="18012"/>
                  </a:cubicBezTo>
                  <a:cubicBezTo>
                    <a:pt x="1444" y="18012"/>
                    <a:pt x="1359" y="18024"/>
                    <a:pt x="1330" y="18065"/>
                  </a:cubicBezTo>
                  <a:cubicBezTo>
                    <a:pt x="1310" y="18092"/>
                    <a:pt x="1184" y="18107"/>
                    <a:pt x="1054" y="18107"/>
                  </a:cubicBezTo>
                  <a:cubicBezTo>
                    <a:pt x="1027" y="18107"/>
                    <a:pt x="999" y="18107"/>
                    <a:pt x="973" y="18105"/>
                  </a:cubicBezTo>
                  <a:cubicBezTo>
                    <a:pt x="965" y="18008"/>
                    <a:pt x="981" y="17911"/>
                    <a:pt x="1014" y="17814"/>
                  </a:cubicBezTo>
                  <a:cubicBezTo>
                    <a:pt x="1014" y="17814"/>
                    <a:pt x="1014" y="17732"/>
                    <a:pt x="1014" y="17651"/>
                  </a:cubicBezTo>
                  <a:cubicBezTo>
                    <a:pt x="1014" y="17570"/>
                    <a:pt x="957" y="17514"/>
                    <a:pt x="957" y="17432"/>
                  </a:cubicBezTo>
                  <a:cubicBezTo>
                    <a:pt x="957" y="17376"/>
                    <a:pt x="932" y="17319"/>
                    <a:pt x="900" y="17270"/>
                  </a:cubicBezTo>
                  <a:cubicBezTo>
                    <a:pt x="900" y="17181"/>
                    <a:pt x="900" y="17092"/>
                    <a:pt x="957" y="17092"/>
                  </a:cubicBezTo>
                  <a:cubicBezTo>
                    <a:pt x="843" y="17003"/>
                    <a:pt x="843" y="17003"/>
                    <a:pt x="957" y="16922"/>
                  </a:cubicBezTo>
                  <a:cubicBezTo>
                    <a:pt x="983" y="16924"/>
                    <a:pt x="1003" y="16925"/>
                    <a:pt x="1017" y="16925"/>
                  </a:cubicBezTo>
                  <a:cubicBezTo>
                    <a:pt x="1064" y="16925"/>
                    <a:pt x="1044" y="16909"/>
                    <a:pt x="957" y="16841"/>
                  </a:cubicBezTo>
                  <a:cubicBezTo>
                    <a:pt x="900" y="16760"/>
                    <a:pt x="900" y="16760"/>
                    <a:pt x="957" y="16678"/>
                  </a:cubicBezTo>
                  <a:cubicBezTo>
                    <a:pt x="1014" y="16678"/>
                    <a:pt x="1014" y="16597"/>
                    <a:pt x="957" y="16597"/>
                  </a:cubicBezTo>
                  <a:cubicBezTo>
                    <a:pt x="851" y="16516"/>
                    <a:pt x="795" y="16273"/>
                    <a:pt x="908" y="16273"/>
                  </a:cubicBezTo>
                  <a:cubicBezTo>
                    <a:pt x="900" y="16216"/>
                    <a:pt x="884" y="16160"/>
                    <a:pt x="851" y="16111"/>
                  </a:cubicBezTo>
                  <a:cubicBezTo>
                    <a:pt x="738" y="16030"/>
                    <a:pt x="738" y="16030"/>
                    <a:pt x="851" y="16030"/>
                  </a:cubicBezTo>
                  <a:cubicBezTo>
                    <a:pt x="965" y="15957"/>
                    <a:pt x="965" y="15876"/>
                    <a:pt x="851" y="15787"/>
                  </a:cubicBezTo>
                  <a:cubicBezTo>
                    <a:pt x="819" y="15738"/>
                    <a:pt x="819" y="15673"/>
                    <a:pt x="851" y="15624"/>
                  </a:cubicBezTo>
                  <a:cubicBezTo>
                    <a:pt x="904" y="15474"/>
                    <a:pt x="957" y="15049"/>
                    <a:pt x="873" y="15049"/>
                  </a:cubicBezTo>
                  <a:cubicBezTo>
                    <a:pt x="866" y="15049"/>
                    <a:pt x="859" y="15052"/>
                    <a:pt x="851" y="15057"/>
                  </a:cubicBezTo>
                  <a:lnTo>
                    <a:pt x="859" y="14895"/>
                  </a:lnTo>
                  <a:cubicBezTo>
                    <a:pt x="916" y="14741"/>
                    <a:pt x="916" y="14660"/>
                    <a:pt x="859" y="14570"/>
                  </a:cubicBezTo>
                  <a:lnTo>
                    <a:pt x="803" y="14489"/>
                  </a:lnTo>
                  <a:lnTo>
                    <a:pt x="803" y="14489"/>
                  </a:lnTo>
                  <a:cubicBezTo>
                    <a:pt x="805" y="14490"/>
                    <a:pt x="808" y="14490"/>
                    <a:pt x="811" y="14490"/>
                  </a:cubicBezTo>
                  <a:cubicBezTo>
                    <a:pt x="865" y="14490"/>
                    <a:pt x="916" y="14413"/>
                    <a:pt x="916" y="14335"/>
                  </a:cubicBezTo>
                  <a:cubicBezTo>
                    <a:pt x="916" y="14254"/>
                    <a:pt x="916" y="14254"/>
                    <a:pt x="859" y="14254"/>
                  </a:cubicBezTo>
                  <a:cubicBezTo>
                    <a:pt x="844" y="14274"/>
                    <a:pt x="832" y="14283"/>
                    <a:pt x="824" y="14283"/>
                  </a:cubicBezTo>
                  <a:cubicBezTo>
                    <a:pt x="803" y="14283"/>
                    <a:pt x="803" y="14226"/>
                    <a:pt x="803" y="14173"/>
                  </a:cubicBezTo>
                  <a:cubicBezTo>
                    <a:pt x="803" y="14092"/>
                    <a:pt x="859" y="14011"/>
                    <a:pt x="916" y="14011"/>
                  </a:cubicBezTo>
                  <a:lnTo>
                    <a:pt x="916" y="13930"/>
                  </a:lnTo>
                  <a:cubicBezTo>
                    <a:pt x="803" y="13930"/>
                    <a:pt x="803" y="13849"/>
                    <a:pt x="859" y="13849"/>
                  </a:cubicBezTo>
                  <a:cubicBezTo>
                    <a:pt x="908" y="13776"/>
                    <a:pt x="924" y="13687"/>
                    <a:pt x="916" y="13606"/>
                  </a:cubicBezTo>
                  <a:cubicBezTo>
                    <a:pt x="878" y="13606"/>
                    <a:pt x="891" y="13570"/>
                    <a:pt x="904" y="13570"/>
                  </a:cubicBezTo>
                  <a:cubicBezTo>
                    <a:pt x="910" y="13570"/>
                    <a:pt x="916" y="13579"/>
                    <a:pt x="916" y="13606"/>
                  </a:cubicBezTo>
                  <a:lnTo>
                    <a:pt x="973" y="13606"/>
                  </a:lnTo>
                  <a:cubicBezTo>
                    <a:pt x="1030" y="13525"/>
                    <a:pt x="973" y="13525"/>
                    <a:pt x="916" y="13525"/>
                  </a:cubicBezTo>
                  <a:lnTo>
                    <a:pt x="916" y="13362"/>
                  </a:lnTo>
                  <a:cubicBezTo>
                    <a:pt x="916" y="13305"/>
                    <a:pt x="920" y="13248"/>
                    <a:pt x="903" y="13248"/>
                  </a:cubicBezTo>
                  <a:cubicBezTo>
                    <a:pt x="895" y="13248"/>
                    <a:pt x="884" y="13258"/>
                    <a:pt x="868" y="13281"/>
                  </a:cubicBezTo>
                  <a:cubicBezTo>
                    <a:pt x="811" y="13281"/>
                    <a:pt x="754" y="13281"/>
                    <a:pt x="754" y="13200"/>
                  </a:cubicBezTo>
                  <a:cubicBezTo>
                    <a:pt x="716" y="13200"/>
                    <a:pt x="729" y="13164"/>
                    <a:pt x="741" y="13164"/>
                  </a:cubicBezTo>
                  <a:cubicBezTo>
                    <a:pt x="748" y="13164"/>
                    <a:pt x="754" y="13173"/>
                    <a:pt x="754" y="13200"/>
                  </a:cubicBezTo>
                  <a:cubicBezTo>
                    <a:pt x="811" y="13200"/>
                    <a:pt x="868" y="13200"/>
                    <a:pt x="868" y="13119"/>
                  </a:cubicBezTo>
                  <a:cubicBezTo>
                    <a:pt x="868" y="13038"/>
                    <a:pt x="924" y="13038"/>
                    <a:pt x="924" y="13038"/>
                  </a:cubicBezTo>
                  <a:cubicBezTo>
                    <a:pt x="937" y="13047"/>
                    <a:pt x="947" y="13051"/>
                    <a:pt x="956" y="13051"/>
                  </a:cubicBezTo>
                  <a:cubicBezTo>
                    <a:pt x="1025" y="13051"/>
                    <a:pt x="975" y="12786"/>
                    <a:pt x="924" y="12714"/>
                  </a:cubicBezTo>
                  <a:cubicBezTo>
                    <a:pt x="811" y="12552"/>
                    <a:pt x="811" y="12471"/>
                    <a:pt x="924" y="12471"/>
                  </a:cubicBezTo>
                  <a:cubicBezTo>
                    <a:pt x="1038" y="12471"/>
                    <a:pt x="924" y="12308"/>
                    <a:pt x="754" y="12227"/>
                  </a:cubicBezTo>
                  <a:lnTo>
                    <a:pt x="584" y="12138"/>
                  </a:lnTo>
                  <a:lnTo>
                    <a:pt x="754" y="12146"/>
                  </a:lnTo>
                  <a:cubicBezTo>
                    <a:pt x="981" y="12065"/>
                    <a:pt x="981" y="12065"/>
                    <a:pt x="868" y="11822"/>
                  </a:cubicBezTo>
                  <a:cubicBezTo>
                    <a:pt x="819" y="11660"/>
                    <a:pt x="819" y="11660"/>
                    <a:pt x="876" y="11660"/>
                  </a:cubicBezTo>
                  <a:cubicBezTo>
                    <a:pt x="932" y="11660"/>
                    <a:pt x="932" y="11579"/>
                    <a:pt x="932" y="11335"/>
                  </a:cubicBezTo>
                  <a:cubicBezTo>
                    <a:pt x="932" y="11092"/>
                    <a:pt x="932" y="11011"/>
                    <a:pt x="876" y="11011"/>
                  </a:cubicBezTo>
                  <a:lnTo>
                    <a:pt x="876" y="10849"/>
                  </a:lnTo>
                  <a:cubicBezTo>
                    <a:pt x="968" y="10783"/>
                    <a:pt x="948" y="10665"/>
                    <a:pt x="877" y="10665"/>
                  </a:cubicBezTo>
                  <a:cubicBezTo>
                    <a:pt x="860" y="10665"/>
                    <a:pt x="841" y="10671"/>
                    <a:pt x="819" y="10687"/>
                  </a:cubicBezTo>
                  <a:lnTo>
                    <a:pt x="819" y="10525"/>
                  </a:lnTo>
                  <a:lnTo>
                    <a:pt x="876" y="10525"/>
                  </a:lnTo>
                  <a:cubicBezTo>
                    <a:pt x="932" y="10525"/>
                    <a:pt x="932" y="10363"/>
                    <a:pt x="941" y="9714"/>
                  </a:cubicBezTo>
                  <a:cubicBezTo>
                    <a:pt x="941" y="8984"/>
                    <a:pt x="941" y="8903"/>
                    <a:pt x="827" y="8903"/>
                  </a:cubicBezTo>
                  <a:cubicBezTo>
                    <a:pt x="714" y="8822"/>
                    <a:pt x="714" y="8741"/>
                    <a:pt x="827" y="8741"/>
                  </a:cubicBezTo>
                  <a:cubicBezTo>
                    <a:pt x="884" y="8741"/>
                    <a:pt x="941" y="8660"/>
                    <a:pt x="884" y="8660"/>
                  </a:cubicBezTo>
                  <a:cubicBezTo>
                    <a:pt x="884" y="8579"/>
                    <a:pt x="908" y="8498"/>
                    <a:pt x="949" y="8425"/>
                  </a:cubicBezTo>
                  <a:cubicBezTo>
                    <a:pt x="1062" y="8182"/>
                    <a:pt x="1005" y="8100"/>
                    <a:pt x="949" y="8100"/>
                  </a:cubicBezTo>
                  <a:cubicBezTo>
                    <a:pt x="917" y="8121"/>
                    <a:pt x="899" y="8129"/>
                    <a:pt x="890" y="8129"/>
                  </a:cubicBezTo>
                  <a:cubicBezTo>
                    <a:pt x="867" y="8129"/>
                    <a:pt x="908" y="8072"/>
                    <a:pt x="949" y="8019"/>
                  </a:cubicBezTo>
                  <a:cubicBezTo>
                    <a:pt x="1005" y="7938"/>
                    <a:pt x="1062" y="7857"/>
                    <a:pt x="1005" y="7857"/>
                  </a:cubicBezTo>
                  <a:cubicBezTo>
                    <a:pt x="949" y="7776"/>
                    <a:pt x="892" y="7290"/>
                    <a:pt x="1005" y="7290"/>
                  </a:cubicBezTo>
                  <a:lnTo>
                    <a:pt x="1005" y="7128"/>
                  </a:lnTo>
                  <a:cubicBezTo>
                    <a:pt x="949" y="7128"/>
                    <a:pt x="957" y="6965"/>
                    <a:pt x="957" y="6803"/>
                  </a:cubicBezTo>
                  <a:cubicBezTo>
                    <a:pt x="957" y="6641"/>
                    <a:pt x="957" y="6560"/>
                    <a:pt x="1014" y="6560"/>
                  </a:cubicBezTo>
                  <a:cubicBezTo>
                    <a:pt x="1029" y="6582"/>
                    <a:pt x="1040" y="6592"/>
                    <a:pt x="1047" y="6592"/>
                  </a:cubicBezTo>
                  <a:cubicBezTo>
                    <a:pt x="1066" y="6592"/>
                    <a:pt x="1055" y="6517"/>
                    <a:pt x="1014" y="6398"/>
                  </a:cubicBezTo>
                  <a:cubicBezTo>
                    <a:pt x="1014" y="6317"/>
                    <a:pt x="900" y="6236"/>
                    <a:pt x="900" y="6155"/>
                  </a:cubicBezTo>
                  <a:cubicBezTo>
                    <a:pt x="843" y="6155"/>
                    <a:pt x="787" y="6074"/>
                    <a:pt x="787" y="5992"/>
                  </a:cubicBezTo>
                  <a:lnTo>
                    <a:pt x="957" y="5992"/>
                  </a:lnTo>
                  <a:cubicBezTo>
                    <a:pt x="957" y="5911"/>
                    <a:pt x="957" y="5830"/>
                    <a:pt x="900" y="5830"/>
                  </a:cubicBezTo>
                  <a:cubicBezTo>
                    <a:pt x="957" y="5749"/>
                    <a:pt x="957" y="5668"/>
                    <a:pt x="957" y="5506"/>
                  </a:cubicBezTo>
                  <a:cubicBezTo>
                    <a:pt x="965" y="5344"/>
                    <a:pt x="965" y="5182"/>
                    <a:pt x="908" y="5101"/>
                  </a:cubicBezTo>
                  <a:cubicBezTo>
                    <a:pt x="1022" y="5020"/>
                    <a:pt x="1022" y="4533"/>
                    <a:pt x="908" y="4452"/>
                  </a:cubicBezTo>
                  <a:cubicBezTo>
                    <a:pt x="851" y="4452"/>
                    <a:pt x="851" y="4371"/>
                    <a:pt x="908" y="4290"/>
                  </a:cubicBezTo>
                  <a:cubicBezTo>
                    <a:pt x="965" y="4209"/>
                    <a:pt x="965" y="4209"/>
                    <a:pt x="908" y="4128"/>
                  </a:cubicBezTo>
                  <a:cubicBezTo>
                    <a:pt x="851" y="4047"/>
                    <a:pt x="908" y="3966"/>
                    <a:pt x="965" y="3884"/>
                  </a:cubicBezTo>
                  <a:cubicBezTo>
                    <a:pt x="1086" y="3803"/>
                    <a:pt x="1086" y="3722"/>
                    <a:pt x="1030" y="3641"/>
                  </a:cubicBezTo>
                  <a:cubicBezTo>
                    <a:pt x="989" y="3512"/>
                    <a:pt x="965" y="3374"/>
                    <a:pt x="973" y="3236"/>
                  </a:cubicBezTo>
                  <a:cubicBezTo>
                    <a:pt x="931" y="3117"/>
                    <a:pt x="920" y="3042"/>
                    <a:pt x="895" y="3042"/>
                  </a:cubicBezTo>
                  <a:cubicBezTo>
                    <a:pt x="886" y="3042"/>
                    <a:pt x="875" y="3052"/>
                    <a:pt x="859" y="3074"/>
                  </a:cubicBezTo>
                  <a:cubicBezTo>
                    <a:pt x="803" y="3074"/>
                    <a:pt x="746" y="2993"/>
                    <a:pt x="746" y="2993"/>
                  </a:cubicBezTo>
                  <a:cubicBezTo>
                    <a:pt x="713" y="2898"/>
                    <a:pt x="718" y="2858"/>
                    <a:pt x="729" y="2858"/>
                  </a:cubicBezTo>
                  <a:cubicBezTo>
                    <a:pt x="736" y="2858"/>
                    <a:pt x="746" y="2878"/>
                    <a:pt x="746" y="2912"/>
                  </a:cubicBezTo>
                  <a:cubicBezTo>
                    <a:pt x="770" y="2980"/>
                    <a:pt x="784" y="3005"/>
                    <a:pt x="796" y="3005"/>
                  </a:cubicBezTo>
                  <a:cubicBezTo>
                    <a:pt x="813" y="3005"/>
                    <a:pt x="827" y="2958"/>
                    <a:pt x="859" y="2912"/>
                  </a:cubicBezTo>
                  <a:cubicBezTo>
                    <a:pt x="908" y="2814"/>
                    <a:pt x="924" y="2701"/>
                    <a:pt x="916" y="2587"/>
                  </a:cubicBezTo>
                  <a:lnTo>
                    <a:pt x="924" y="2263"/>
                  </a:lnTo>
                  <a:cubicBezTo>
                    <a:pt x="981" y="2020"/>
                    <a:pt x="981" y="1939"/>
                    <a:pt x="924" y="1939"/>
                  </a:cubicBezTo>
                  <a:lnTo>
                    <a:pt x="868" y="1939"/>
                  </a:lnTo>
                  <a:cubicBezTo>
                    <a:pt x="981" y="1841"/>
                    <a:pt x="981" y="966"/>
                    <a:pt x="868" y="755"/>
                  </a:cubicBezTo>
                  <a:lnTo>
                    <a:pt x="868" y="755"/>
                  </a:lnTo>
                  <a:cubicBezTo>
                    <a:pt x="883" y="770"/>
                    <a:pt x="904" y="791"/>
                    <a:pt x="924" y="812"/>
                  </a:cubicBezTo>
                  <a:cubicBezTo>
                    <a:pt x="939" y="821"/>
                    <a:pt x="947" y="825"/>
                    <a:pt x="954" y="825"/>
                  </a:cubicBezTo>
                  <a:cubicBezTo>
                    <a:pt x="958" y="825"/>
                    <a:pt x="962" y="823"/>
                    <a:pt x="965" y="820"/>
                  </a:cubicBezTo>
                  <a:cubicBezTo>
                    <a:pt x="1046" y="844"/>
                    <a:pt x="1127" y="844"/>
                    <a:pt x="1208" y="844"/>
                  </a:cubicBezTo>
                  <a:cubicBezTo>
                    <a:pt x="1289" y="844"/>
                    <a:pt x="1597" y="787"/>
                    <a:pt x="1865" y="787"/>
                  </a:cubicBezTo>
                  <a:cubicBezTo>
                    <a:pt x="1942" y="787"/>
                    <a:pt x="2014" y="788"/>
                    <a:pt x="2078" y="788"/>
                  </a:cubicBezTo>
                  <a:cubicBezTo>
                    <a:pt x="2303" y="788"/>
                    <a:pt x="2440" y="783"/>
                    <a:pt x="2440" y="739"/>
                  </a:cubicBezTo>
                  <a:cubicBezTo>
                    <a:pt x="2522" y="739"/>
                    <a:pt x="2522" y="739"/>
                    <a:pt x="2522" y="795"/>
                  </a:cubicBezTo>
                  <a:cubicBezTo>
                    <a:pt x="2440" y="852"/>
                    <a:pt x="2522" y="852"/>
                    <a:pt x="2603" y="852"/>
                  </a:cubicBezTo>
                  <a:cubicBezTo>
                    <a:pt x="2684" y="852"/>
                    <a:pt x="2684" y="795"/>
                    <a:pt x="2684" y="739"/>
                  </a:cubicBezTo>
                  <a:cubicBezTo>
                    <a:pt x="2684" y="710"/>
                    <a:pt x="2704" y="696"/>
                    <a:pt x="2745" y="696"/>
                  </a:cubicBezTo>
                  <a:cubicBezTo>
                    <a:pt x="2785" y="696"/>
                    <a:pt x="2846" y="710"/>
                    <a:pt x="2927" y="739"/>
                  </a:cubicBezTo>
                  <a:cubicBezTo>
                    <a:pt x="3032" y="767"/>
                    <a:pt x="3142" y="781"/>
                    <a:pt x="3251" y="781"/>
                  </a:cubicBezTo>
                  <a:cubicBezTo>
                    <a:pt x="3361" y="781"/>
                    <a:pt x="3470" y="767"/>
                    <a:pt x="3576" y="739"/>
                  </a:cubicBezTo>
                  <a:cubicBezTo>
                    <a:pt x="3657" y="739"/>
                    <a:pt x="3738" y="739"/>
                    <a:pt x="3738" y="795"/>
                  </a:cubicBezTo>
                  <a:cubicBezTo>
                    <a:pt x="3800" y="841"/>
                    <a:pt x="3873" y="863"/>
                    <a:pt x="3946" y="863"/>
                  </a:cubicBezTo>
                  <a:cubicBezTo>
                    <a:pt x="4015" y="863"/>
                    <a:pt x="4084" y="843"/>
                    <a:pt x="4143" y="804"/>
                  </a:cubicBezTo>
                  <a:cubicBezTo>
                    <a:pt x="4224" y="804"/>
                    <a:pt x="4224" y="804"/>
                    <a:pt x="4224" y="860"/>
                  </a:cubicBezTo>
                  <a:cubicBezTo>
                    <a:pt x="4271" y="893"/>
                    <a:pt x="4291" y="926"/>
                    <a:pt x="4315" y="926"/>
                  </a:cubicBezTo>
                  <a:cubicBezTo>
                    <a:pt x="4332" y="926"/>
                    <a:pt x="4352" y="908"/>
                    <a:pt x="4386" y="860"/>
                  </a:cubicBezTo>
                  <a:cubicBezTo>
                    <a:pt x="4480" y="832"/>
                    <a:pt x="4575" y="818"/>
                    <a:pt x="4670" y="818"/>
                  </a:cubicBezTo>
                  <a:cubicBezTo>
                    <a:pt x="4765" y="818"/>
                    <a:pt x="4861" y="832"/>
                    <a:pt x="4954" y="860"/>
                  </a:cubicBezTo>
                  <a:cubicBezTo>
                    <a:pt x="5035" y="860"/>
                    <a:pt x="5116" y="860"/>
                    <a:pt x="5116" y="804"/>
                  </a:cubicBezTo>
                  <a:lnTo>
                    <a:pt x="5116" y="747"/>
                  </a:lnTo>
                  <a:cubicBezTo>
                    <a:pt x="5157" y="804"/>
                    <a:pt x="5177" y="832"/>
                    <a:pt x="5197" y="832"/>
                  </a:cubicBezTo>
                  <a:cubicBezTo>
                    <a:pt x="5217" y="832"/>
                    <a:pt x="5238" y="804"/>
                    <a:pt x="5278" y="747"/>
                  </a:cubicBezTo>
                  <a:cubicBezTo>
                    <a:pt x="5278" y="722"/>
                    <a:pt x="5298" y="710"/>
                    <a:pt x="5319" y="710"/>
                  </a:cubicBezTo>
                  <a:cubicBezTo>
                    <a:pt x="5339" y="710"/>
                    <a:pt x="5359" y="722"/>
                    <a:pt x="5359" y="747"/>
                  </a:cubicBezTo>
                  <a:cubicBezTo>
                    <a:pt x="5408" y="787"/>
                    <a:pt x="5465" y="804"/>
                    <a:pt x="5521" y="804"/>
                  </a:cubicBezTo>
                  <a:cubicBezTo>
                    <a:pt x="5603" y="804"/>
                    <a:pt x="6008" y="755"/>
                    <a:pt x="6413" y="755"/>
                  </a:cubicBezTo>
                  <a:cubicBezTo>
                    <a:pt x="6557" y="755"/>
                    <a:pt x="6682" y="755"/>
                    <a:pt x="6787" y="755"/>
                  </a:cubicBezTo>
                  <a:cubicBezTo>
                    <a:pt x="7158" y="755"/>
                    <a:pt x="7305" y="750"/>
                    <a:pt x="7305" y="706"/>
                  </a:cubicBezTo>
                  <a:cubicBezTo>
                    <a:pt x="7346" y="678"/>
                    <a:pt x="7366" y="664"/>
                    <a:pt x="7386" y="664"/>
                  </a:cubicBezTo>
                  <a:cubicBezTo>
                    <a:pt x="7407" y="664"/>
                    <a:pt x="7427" y="678"/>
                    <a:pt x="7467" y="706"/>
                  </a:cubicBezTo>
                  <a:cubicBezTo>
                    <a:pt x="7531" y="742"/>
                    <a:pt x="7601" y="765"/>
                    <a:pt x="7676" y="765"/>
                  </a:cubicBezTo>
                  <a:cubicBezTo>
                    <a:pt x="7688" y="765"/>
                    <a:pt x="7699" y="764"/>
                    <a:pt x="7711" y="763"/>
                  </a:cubicBezTo>
                  <a:cubicBezTo>
                    <a:pt x="7792" y="763"/>
                    <a:pt x="7873" y="763"/>
                    <a:pt x="7873" y="820"/>
                  </a:cubicBezTo>
                  <a:cubicBezTo>
                    <a:pt x="7954" y="763"/>
                    <a:pt x="7954" y="763"/>
                    <a:pt x="8035" y="763"/>
                  </a:cubicBezTo>
                  <a:cubicBezTo>
                    <a:pt x="8035" y="791"/>
                    <a:pt x="8055" y="806"/>
                    <a:pt x="8086" y="806"/>
                  </a:cubicBezTo>
                  <a:cubicBezTo>
                    <a:pt x="8116" y="806"/>
                    <a:pt x="8156" y="791"/>
                    <a:pt x="8197" y="763"/>
                  </a:cubicBezTo>
                  <a:cubicBezTo>
                    <a:pt x="8238" y="706"/>
                    <a:pt x="8258" y="678"/>
                    <a:pt x="8268" y="678"/>
                  </a:cubicBezTo>
                  <a:cubicBezTo>
                    <a:pt x="8278" y="678"/>
                    <a:pt x="8278" y="706"/>
                    <a:pt x="8278" y="763"/>
                  </a:cubicBezTo>
                  <a:cubicBezTo>
                    <a:pt x="8278" y="803"/>
                    <a:pt x="8400" y="843"/>
                    <a:pt x="8442" y="843"/>
                  </a:cubicBezTo>
                  <a:cubicBezTo>
                    <a:pt x="8460" y="843"/>
                    <a:pt x="8464" y="836"/>
                    <a:pt x="8440" y="820"/>
                  </a:cubicBezTo>
                  <a:cubicBezTo>
                    <a:pt x="8440" y="763"/>
                    <a:pt x="8602" y="763"/>
                    <a:pt x="8683" y="706"/>
                  </a:cubicBezTo>
                  <a:cubicBezTo>
                    <a:pt x="8765" y="706"/>
                    <a:pt x="8846" y="714"/>
                    <a:pt x="8846" y="771"/>
                  </a:cubicBezTo>
                  <a:cubicBezTo>
                    <a:pt x="8869" y="788"/>
                    <a:pt x="8921" y="795"/>
                    <a:pt x="8984" y="795"/>
                  </a:cubicBezTo>
                  <a:cubicBezTo>
                    <a:pt x="9136" y="795"/>
                    <a:pt x="9356" y="754"/>
                    <a:pt x="9413" y="714"/>
                  </a:cubicBezTo>
                  <a:cubicBezTo>
                    <a:pt x="9413" y="686"/>
                    <a:pt x="9433" y="672"/>
                    <a:pt x="9454" y="672"/>
                  </a:cubicBezTo>
                  <a:cubicBezTo>
                    <a:pt x="9474" y="672"/>
                    <a:pt x="9494" y="686"/>
                    <a:pt x="9494" y="714"/>
                  </a:cubicBezTo>
                  <a:cubicBezTo>
                    <a:pt x="9494" y="771"/>
                    <a:pt x="9575" y="771"/>
                    <a:pt x="9656" y="771"/>
                  </a:cubicBezTo>
                  <a:cubicBezTo>
                    <a:pt x="9680" y="754"/>
                    <a:pt x="9697" y="748"/>
                    <a:pt x="9709" y="748"/>
                  </a:cubicBezTo>
                  <a:cubicBezTo>
                    <a:pt x="9737" y="748"/>
                    <a:pt x="9735" y="788"/>
                    <a:pt x="9729" y="828"/>
                  </a:cubicBezTo>
                  <a:cubicBezTo>
                    <a:pt x="9648" y="885"/>
                    <a:pt x="9729" y="885"/>
                    <a:pt x="9892" y="885"/>
                  </a:cubicBezTo>
                  <a:cubicBezTo>
                    <a:pt x="9950" y="843"/>
                    <a:pt x="10137" y="832"/>
                    <a:pt x="10328" y="832"/>
                  </a:cubicBezTo>
                  <a:cubicBezTo>
                    <a:pt x="10401" y="832"/>
                    <a:pt x="10473" y="834"/>
                    <a:pt x="10540" y="836"/>
                  </a:cubicBezTo>
                  <a:cubicBezTo>
                    <a:pt x="10946" y="836"/>
                    <a:pt x="11027" y="779"/>
                    <a:pt x="11189" y="666"/>
                  </a:cubicBezTo>
                  <a:lnTo>
                    <a:pt x="11278" y="552"/>
                  </a:lnTo>
                  <a:lnTo>
                    <a:pt x="11270" y="666"/>
                  </a:lnTo>
                  <a:cubicBezTo>
                    <a:pt x="11286" y="731"/>
                    <a:pt x="11318" y="787"/>
                    <a:pt x="11351" y="836"/>
                  </a:cubicBezTo>
                  <a:cubicBezTo>
                    <a:pt x="11432" y="836"/>
                    <a:pt x="11432" y="779"/>
                    <a:pt x="11432" y="722"/>
                  </a:cubicBezTo>
                  <a:cubicBezTo>
                    <a:pt x="11432" y="694"/>
                    <a:pt x="11452" y="680"/>
                    <a:pt x="11493" y="680"/>
                  </a:cubicBezTo>
                  <a:cubicBezTo>
                    <a:pt x="11533" y="680"/>
                    <a:pt x="11594" y="694"/>
                    <a:pt x="11675" y="722"/>
                  </a:cubicBezTo>
                  <a:cubicBezTo>
                    <a:pt x="11759" y="752"/>
                    <a:pt x="11822" y="766"/>
                    <a:pt x="11874" y="766"/>
                  </a:cubicBezTo>
                  <a:cubicBezTo>
                    <a:pt x="11922" y="766"/>
                    <a:pt x="11961" y="754"/>
                    <a:pt x="12000" y="731"/>
                  </a:cubicBezTo>
                  <a:cubicBezTo>
                    <a:pt x="12014" y="729"/>
                    <a:pt x="12028" y="729"/>
                    <a:pt x="12042" y="729"/>
                  </a:cubicBezTo>
                  <a:cubicBezTo>
                    <a:pt x="12115" y="729"/>
                    <a:pt x="12182" y="747"/>
                    <a:pt x="12243" y="787"/>
                  </a:cubicBezTo>
                  <a:cubicBezTo>
                    <a:pt x="12324" y="787"/>
                    <a:pt x="12324" y="787"/>
                    <a:pt x="12324" y="731"/>
                  </a:cubicBezTo>
                  <a:cubicBezTo>
                    <a:pt x="12324" y="702"/>
                    <a:pt x="12344" y="688"/>
                    <a:pt x="12375" y="688"/>
                  </a:cubicBezTo>
                  <a:cubicBezTo>
                    <a:pt x="12405" y="688"/>
                    <a:pt x="12445" y="702"/>
                    <a:pt x="12486" y="731"/>
                  </a:cubicBezTo>
                  <a:cubicBezTo>
                    <a:pt x="12534" y="797"/>
                    <a:pt x="12637" y="825"/>
                    <a:pt x="12714" y="825"/>
                  </a:cubicBezTo>
                  <a:cubicBezTo>
                    <a:pt x="12769" y="825"/>
                    <a:pt x="12810" y="811"/>
                    <a:pt x="12810" y="787"/>
                  </a:cubicBezTo>
                  <a:cubicBezTo>
                    <a:pt x="12810" y="731"/>
                    <a:pt x="12891" y="731"/>
                    <a:pt x="12972" y="731"/>
                  </a:cubicBezTo>
                  <a:cubicBezTo>
                    <a:pt x="12987" y="732"/>
                    <a:pt x="13001" y="733"/>
                    <a:pt x="13015" y="733"/>
                  </a:cubicBezTo>
                  <a:cubicBezTo>
                    <a:pt x="13088" y="733"/>
                    <a:pt x="13155" y="715"/>
                    <a:pt x="13216" y="674"/>
                  </a:cubicBezTo>
                  <a:lnTo>
                    <a:pt x="13378" y="674"/>
                  </a:lnTo>
                  <a:cubicBezTo>
                    <a:pt x="13459" y="674"/>
                    <a:pt x="13378" y="731"/>
                    <a:pt x="13297" y="731"/>
                  </a:cubicBezTo>
                  <a:lnTo>
                    <a:pt x="13378" y="787"/>
                  </a:lnTo>
                  <a:cubicBezTo>
                    <a:pt x="13422" y="790"/>
                    <a:pt x="13461" y="791"/>
                    <a:pt x="13495" y="791"/>
                  </a:cubicBezTo>
                  <a:cubicBezTo>
                    <a:pt x="13585" y="791"/>
                    <a:pt x="13643" y="780"/>
                    <a:pt x="13702" y="739"/>
                  </a:cubicBezTo>
                  <a:cubicBezTo>
                    <a:pt x="13743" y="682"/>
                    <a:pt x="13763" y="654"/>
                    <a:pt x="13773" y="654"/>
                  </a:cubicBezTo>
                  <a:cubicBezTo>
                    <a:pt x="13783" y="654"/>
                    <a:pt x="13783" y="682"/>
                    <a:pt x="13783" y="739"/>
                  </a:cubicBezTo>
                  <a:cubicBezTo>
                    <a:pt x="13789" y="788"/>
                    <a:pt x="13835" y="819"/>
                    <a:pt x="13881" y="819"/>
                  </a:cubicBezTo>
                  <a:cubicBezTo>
                    <a:pt x="13904" y="819"/>
                    <a:pt x="13927" y="811"/>
                    <a:pt x="13945" y="795"/>
                  </a:cubicBezTo>
                  <a:cubicBezTo>
                    <a:pt x="13980" y="747"/>
                    <a:pt x="14014" y="730"/>
                    <a:pt x="14042" y="730"/>
                  </a:cubicBezTo>
                  <a:cubicBezTo>
                    <a:pt x="14081" y="730"/>
                    <a:pt x="14108" y="763"/>
                    <a:pt x="14108" y="795"/>
                  </a:cubicBezTo>
                  <a:cubicBezTo>
                    <a:pt x="14067" y="852"/>
                    <a:pt x="14047" y="881"/>
                    <a:pt x="14077" y="881"/>
                  </a:cubicBezTo>
                  <a:cubicBezTo>
                    <a:pt x="14108" y="881"/>
                    <a:pt x="14189" y="852"/>
                    <a:pt x="14351" y="795"/>
                  </a:cubicBezTo>
                  <a:cubicBezTo>
                    <a:pt x="14513" y="795"/>
                    <a:pt x="14837" y="739"/>
                    <a:pt x="15080" y="739"/>
                  </a:cubicBezTo>
                  <a:cubicBezTo>
                    <a:pt x="15405" y="747"/>
                    <a:pt x="15567" y="747"/>
                    <a:pt x="15648" y="804"/>
                  </a:cubicBezTo>
                  <a:cubicBezTo>
                    <a:pt x="15648" y="814"/>
                    <a:pt x="15649" y="824"/>
                    <a:pt x="15650" y="833"/>
                  </a:cubicBezTo>
                  <a:lnTo>
                    <a:pt x="15650" y="833"/>
                  </a:lnTo>
                  <a:cubicBezTo>
                    <a:pt x="15664" y="747"/>
                    <a:pt x="15751" y="747"/>
                    <a:pt x="15972" y="747"/>
                  </a:cubicBezTo>
                  <a:cubicBezTo>
                    <a:pt x="16032" y="765"/>
                    <a:pt x="16093" y="774"/>
                    <a:pt x="16155" y="774"/>
                  </a:cubicBezTo>
                  <a:cubicBezTo>
                    <a:pt x="16261" y="774"/>
                    <a:pt x="16366" y="747"/>
                    <a:pt x="16459" y="690"/>
                  </a:cubicBezTo>
                  <a:lnTo>
                    <a:pt x="16297" y="690"/>
                  </a:lnTo>
                  <a:cubicBezTo>
                    <a:pt x="16297" y="624"/>
                    <a:pt x="16324" y="596"/>
                    <a:pt x="16380" y="596"/>
                  </a:cubicBezTo>
                  <a:cubicBezTo>
                    <a:pt x="16419" y="596"/>
                    <a:pt x="16473" y="610"/>
                    <a:pt x="16540" y="633"/>
                  </a:cubicBezTo>
                  <a:cubicBezTo>
                    <a:pt x="16621" y="633"/>
                    <a:pt x="16621" y="698"/>
                    <a:pt x="16621" y="755"/>
                  </a:cubicBezTo>
                  <a:cubicBezTo>
                    <a:pt x="16621" y="812"/>
                    <a:pt x="16694" y="868"/>
                    <a:pt x="16775" y="868"/>
                  </a:cubicBezTo>
                  <a:cubicBezTo>
                    <a:pt x="16856" y="868"/>
                    <a:pt x="16937" y="868"/>
                    <a:pt x="16856" y="812"/>
                  </a:cubicBezTo>
                  <a:cubicBezTo>
                    <a:pt x="16864" y="755"/>
                    <a:pt x="16864" y="755"/>
                    <a:pt x="16937" y="755"/>
                  </a:cubicBezTo>
                  <a:cubicBezTo>
                    <a:pt x="16949" y="756"/>
                    <a:pt x="16960" y="756"/>
                    <a:pt x="16972" y="756"/>
                  </a:cubicBezTo>
                  <a:cubicBezTo>
                    <a:pt x="17049" y="756"/>
                    <a:pt x="17124" y="733"/>
                    <a:pt x="17180" y="698"/>
                  </a:cubicBezTo>
                  <a:cubicBezTo>
                    <a:pt x="17180" y="641"/>
                    <a:pt x="17286" y="641"/>
                    <a:pt x="17383" y="641"/>
                  </a:cubicBezTo>
                  <a:cubicBezTo>
                    <a:pt x="17464" y="682"/>
                    <a:pt x="17561" y="698"/>
                    <a:pt x="17651" y="698"/>
                  </a:cubicBezTo>
                  <a:lnTo>
                    <a:pt x="17634" y="755"/>
                  </a:lnTo>
                  <a:cubicBezTo>
                    <a:pt x="17626" y="795"/>
                    <a:pt x="17634" y="844"/>
                    <a:pt x="17667" y="868"/>
                  </a:cubicBezTo>
                  <a:cubicBezTo>
                    <a:pt x="17707" y="868"/>
                    <a:pt x="17756" y="852"/>
                    <a:pt x="17780" y="812"/>
                  </a:cubicBezTo>
                  <a:cubicBezTo>
                    <a:pt x="17788" y="795"/>
                    <a:pt x="17999" y="787"/>
                    <a:pt x="18291" y="779"/>
                  </a:cubicBezTo>
                  <a:cubicBezTo>
                    <a:pt x="18299" y="1095"/>
                    <a:pt x="18299" y="1517"/>
                    <a:pt x="18307" y="1890"/>
                  </a:cubicBezTo>
                  <a:cubicBezTo>
                    <a:pt x="18307" y="2222"/>
                    <a:pt x="18307" y="2506"/>
                    <a:pt x="18307" y="2595"/>
                  </a:cubicBezTo>
                  <a:cubicBezTo>
                    <a:pt x="18258" y="2730"/>
                    <a:pt x="18245" y="2933"/>
                    <a:pt x="18281" y="2933"/>
                  </a:cubicBezTo>
                  <a:cubicBezTo>
                    <a:pt x="18286" y="2933"/>
                    <a:pt x="18292" y="2929"/>
                    <a:pt x="18299" y="2920"/>
                  </a:cubicBezTo>
                  <a:cubicBezTo>
                    <a:pt x="18356" y="2920"/>
                    <a:pt x="18356" y="3325"/>
                    <a:pt x="18356" y="3812"/>
                  </a:cubicBezTo>
                  <a:cubicBezTo>
                    <a:pt x="18348" y="4371"/>
                    <a:pt x="18348" y="4776"/>
                    <a:pt x="18405" y="4776"/>
                  </a:cubicBezTo>
                  <a:lnTo>
                    <a:pt x="18405" y="5020"/>
                  </a:lnTo>
                  <a:cubicBezTo>
                    <a:pt x="18405" y="5182"/>
                    <a:pt x="18461" y="5344"/>
                    <a:pt x="18461" y="5425"/>
                  </a:cubicBezTo>
                  <a:cubicBezTo>
                    <a:pt x="18502" y="5482"/>
                    <a:pt x="18513" y="5540"/>
                    <a:pt x="18497" y="5540"/>
                  </a:cubicBezTo>
                  <a:cubicBezTo>
                    <a:pt x="18490" y="5540"/>
                    <a:pt x="18478" y="5530"/>
                    <a:pt x="18461" y="5506"/>
                  </a:cubicBezTo>
                  <a:cubicBezTo>
                    <a:pt x="18405" y="5506"/>
                    <a:pt x="18348" y="5506"/>
                    <a:pt x="18348" y="5587"/>
                  </a:cubicBezTo>
                  <a:cubicBezTo>
                    <a:pt x="18348" y="5749"/>
                    <a:pt x="18405" y="5749"/>
                    <a:pt x="18461" y="5749"/>
                  </a:cubicBezTo>
                  <a:cubicBezTo>
                    <a:pt x="18518" y="5749"/>
                    <a:pt x="18518" y="5830"/>
                    <a:pt x="18518" y="5830"/>
                  </a:cubicBezTo>
                  <a:cubicBezTo>
                    <a:pt x="18518" y="5911"/>
                    <a:pt x="18518" y="5911"/>
                    <a:pt x="18461" y="5911"/>
                  </a:cubicBezTo>
                  <a:lnTo>
                    <a:pt x="18348" y="5911"/>
                  </a:lnTo>
                  <a:lnTo>
                    <a:pt x="18348" y="5992"/>
                  </a:lnTo>
                  <a:cubicBezTo>
                    <a:pt x="18405" y="5992"/>
                    <a:pt x="18397" y="6074"/>
                    <a:pt x="18397" y="6074"/>
                  </a:cubicBezTo>
                  <a:cubicBezTo>
                    <a:pt x="18397" y="6155"/>
                    <a:pt x="18397" y="6155"/>
                    <a:pt x="18283" y="6155"/>
                  </a:cubicBezTo>
                  <a:cubicBezTo>
                    <a:pt x="18170" y="6155"/>
                    <a:pt x="18170" y="6236"/>
                    <a:pt x="18283" y="6317"/>
                  </a:cubicBezTo>
                  <a:lnTo>
                    <a:pt x="18340" y="6479"/>
                  </a:lnTo>
                  <a:cubicBezTo>
                    <a:pt x="18226" y="6560"/>
                    <a:pt x="18340" y="6722"/>
                    <a:pt x="18397" y="6803"/>
                  </a:cubicBezTo>
                  <a:cubicBezTo>
                    <a:pt x="18283" y="6884"/>
                    <a:pt x="18283" y="6965"/>
                    <a:pt x="18397" y="7046"/>
                  </a:cubicBezTo>
                  <a:cubicBezTo>
                    <a:pt x="18453" y="7046"/>
                    <a:pt x="18453" y="7128"/>
                    <a:pt x="18397" y="7209"/>
                  </a:cubicBezTo>
                  <a:cubicBezTo>
                    <a:pt x="18340" y="7290"/>
                    <a:pt x="18340" y="7371"/>
                    <a:pt x="18340" y="7533"/>
                  </a:cubicBezTo>
                  <a:cubicBezTo>
                    <a:pt x="18388" y="7614"/>
                    <a:pt x="18388" y="8182"/>
                    <a:pt x="18388" y="8830"/>
                  </a:cubicBezTo>
                  <a:cubicBezTo>
                    <a:pt x="18380" y="9560"/>
                    <a:pt x="18380" y="10046"/>
                    <a:pt x="18437" y="10046"/>
                  </a:cubicBezTo>
                  <a:cubicBezTo>
                    <a:pt x="18437" y="10127"/>
                    <a:pt x="18437" y="10127"/>
                    <a:pt x="18380" y="10209"/>
                  </a:cubicBezTo>
                  <a:cubicBezTo>
                    <a:pt x="18378" y="10208"/>
                    <a:pt x="18375" y="10208"/>
                    <a:pt x="18373" y="10208"/>
                  </a:cubicBezTo>
                  <a:cubicBezTo>
                    <a:pt x="18324" y="10208"/>
                    <a:pt x="18329" y="10286"/>
                    <a:pt x="18437" y="10371"/>
                  </a:cubicBezTo>
                  <a:cubicBezTo>
                    <a:pt x="18494" y="10452"/>
                    <a:pt x="18551" y="10452"/>
                    <a:pt x="18437" y="10452"/>
                  </a:cubicBezTo>
                  <a:cubicBezTo>
                    <a:pt x="18436" y="10452"/>
                    <a:pt x="18434" y="10451"/>
                    <a:pt x="18433" y="10451"/>
                  </a:cubicBezTo>
                  <a:cubicBezTo>
                    <a:pt x="18380" y="10451"/>
                    <a:pt x="18380" y="10614"/>
                    <a:pt x="18372" y="10930"/>
                  </a:cubicBezTo>
                  <a:cubicBezTo>
                    <a:pt x="18372" y="11173"/>
                    <a:pt x="18372" y="11498"/>
                    <a:pt x="18429" y="11498"/>
                  </a:cubicBezTo>
                  <a:cubicBezTo>
                    <a:pt x="18462" y="11593"/>
                    <a:pt x="18476" y="11632"/>
                    <a:pt x="18470" y="11632"/>
                  </a:cubicBezTo>
                  <a:cubicBezTo>
                    <a:pt x="18466" y="11632"/>
                    <a:pt x="18453" y="11612"/>
                    <a:pt x="18429" y="11579"/>
                  </a:cubicBezTo>
                  <a:cubicBezTo>
                    <a:pt x="18419" y="11572"/>
                    <a:pt x="18409" y="11568"/>
                    <a:pt x="18400" y="11568"/>
                  </a:cubicBezTo>
                  <a:cubicBezTo>
                    <a:pt x="18307" y="11568"/>
                    <a:pt x="18269" y="11925"/>
                    <a:pt x="18372" y="12146"/>
                  </a:cubicBezTo>
                  <a:cubicBezTo>
                    <a:pt x="18372" y="12227"/>
                    <a:pt x="18372" y="12308"/>
                    <a:pt x="18315" y="12308"/>
                  </a:cubicBezTo>
                  <a:cubicBezTo>
                    <a:pt x="18315" y="12446"/>
                    <a:pt x="18332" y="12584"/>
                    <a:pt x="18364" y="12714"/>
                  </a:cubicBezTo>
                  <a:lnTo>
                    <a:pt x="18364" y="13281"/>
                  </a:lnTo>
                  <a:cubicBezTo>
                    <a:pt x="18364" y="13395"/>
                    <a:pt x="18388" y="13500"/>
                    <a:pt x="18421" y="13606"/>
                  </a:cubicBezTo>
                  <a:cubicBezTo>
                    <a:pt x="18421" y="13635"/>
                    <a:pt x="18421" y="13665"/>
                    <a:pt x="18421" y="13687"/>
                  </a:cubicBezTo>
                  <a:cubicBezTo>
                    <a:pt x="18364" y="13687"/>
                    <a:pt x="18356" y="14092"/>
                    <a:pt x="18356" y="14660"/>
                  </a:cubicBezTo>
                  <a:cubicBezTo>
                    <a:pt x="18356" y="15227"/>
                    <a:pt x="18348" y="15714"/>
                    <a:pt x="18291" y="15795"/>
                  </a:cubicBezTo>
                  <a:cubicBezTo>
                    <a:pt x="18299" y="15851"/>
                    <a:pt x="18315" y="15908"/>
                    <a:pt x="18348" y="15957"/>
                  </a:cubicBezTo>
                  <a:cubicBezTo>
                    <a:pt x="18461" y="16038"/>
                    <a:pt x="18461" y="16119"/>
                    <a:pt x="18405" y="16200"/>
                  </a:cubicBezTo>
                  <a:cubicBezTo>
                    <a:pt x="18291" y="16273"/>
                    <a:pt x="18291" y="16597"/>
                    <a:pt x="18405" y="16678"/>
                  </a:cubicBezTo>
                  <a:lnTo>
                    <a:pt x="18348" y="16678"/>
                  </a:lnTo>
                  <a:cubicBezTo>
                    <a:pt x="18234" y="16760"/>
                    <a:pt x="18291" y="17003"/>
                    <a:pt x="18405" y="17084"/>
                  </a:cubicBezTo>
                  <a:cubicBezTo>
                    <a:pt x="18348" y="17165"/>
                    <a:pt x="18283" y="17246"/>
                    <a:pt x="18340" y="17327"/>
                  </a:cubicBezTo>
                  <a:cubicBezTo>
                    <a:pt x="18340" y="17408"/>
                    <a:pt x="18340" y="17408"/>
                    <a:pt x="18226" y="17408"/>
                  </a:cubicBezTo>
                  <a:cubicBezTo>
                    <a:pt x="18170" y="17408"/>
                    <a:pt x="18113" y="17408"/>
                    <a:pt x="18113" y="17489"/>
                  </a:cubicBezTo>
                  <a:cubicBezTo>
                    <a:pt x="18113" y="17570"/>
                    <a:pt x="18170" y="17570"/>
                    <a:pt x="18226" y="17570"/>
                  </a:cubicBezTo>
                  <a:cubicBezTo>
                    <a:pt x="18226" y="17570"/>
                    <a:pt x="18226" y="17651"/>
                    <a:pt x="18226" y="17732"/>
                  </a:cubicBezTo>
                  <a:cubicBezTo>
                    <a:pt x="18226" y="17732"/>
                    <a:pt x="18226" y="17814"/>
                    <a:pt x="18283" y="17814"/>
                  </a:cubicBezTo>
                  <a:cubicBezTo>
                    <a:pt x="18340" y="17814"/>
                    <a:pt x="18340" y="17895"/>
                    <a:pt x="18340" y="17976"/>
                  </a:cubicBezTo>
                  <a:cubicBezTo>
                    <a:pt x="18302" y="17976"/>
                    <a:pt x="18315" y="18012"/>
                    <a:pt x="18344" y="18012"/>
                  </a:cubicBezTo>
                  <a:cubicBezTo>
                    <a:pt x="18359" y="18012"/>
                    <a:pt x="18378" y="18003"/>
                    <a:pt x="18397" y="17976"/>
                  </a:cubicBezTo>
                  <a:cubicBezTo>
                    <a:pt x="18453" y="17976"/>
                    <a:pt x="18510" y="17976"/>
                    <a:pt x="18510" y="18057"/>
                  </a:cubicBezTo>
                  <a:lnTo>
                    <a:pt x="18624" y="18057"/>
                  </a:lnTo>
                  <a:cubicBezTo>
                    <a:pt x="18644" y="18058"/>
                    <a:pt x="18663" y="18059"/>
                    <a:pt x="18680" y="18059"/>
                  </a:cubicBezTo>
                  <a:cubicBezTo>
                    <a:pt x="18758" y="18059"/>
                    <a:pt x="18804" y="18035"/>
                    <a:pt x="18851" y="17903"/>
                  </a:cubicBezTo>
                  <a:cubicBezTo>
                    <a:pt x="18907" y="17578"/>
                    <a:pt x="18964" y="17335"/>
                    <a:pt x="18851" y="17335"/>
                  </a:cubicBezTo>
                  <a:cubicBezTo>
                    <a:pt x="18778" y="17238"/>
                    <a:pt x="18778" y="17108"/>
                    <a:pt x="18859" y="17011"/>
                  </a:cubicBezTo>
                  <a:cubicBezTo>
                    <a:pt x="18915" y="17011"/>
                    <a:pt x="18915" y="16687"/>
                    <a:pt x="18915" y="16281"/>
                  </a:cubicBezTo>
                  <a:cubicBezTo>
                    <a:pt x="18915" y="15795"/>
                    <a:pt x="18924" y="15551"/>
                    <a:pt x="18980" y="15470"/>
                  </a:cubicBezTo>
                  <a:cubicBezTo>
                    <a:pt x="19013" y="15422"/>
                    <a:pt x="19029" y="15373"/>
                    <a:pt x="19037" y="15308"/>
                  </a:cubicBezTo>
                  <a:cubicBezTo>
                    <a:pt x="18980" y="15308"/>
                    <a:pt x="18980" y="14822"/>
                    <a:pt x="18980" y="14254"/>
                  </a:cubicBezTo>
                  <a:cubicBezTo>
                    <a:pt x="18988" y="13695"/>
                    <a:pt x="18988" y="13127"/>
                    <a:pt x="18932" y="13127"/>
                  </a:cubicBezTo>
                  <a:lnTo>
                    <a:pt x="18932" y="12965"/>
                  </a:lnTo>
                  <a:cubicBezTo>
                    <a:pt x="18988" y="12965"/>
                    <a:pt x="18988" y="12803"/>
                    <a:pt x="18988" y="12641"/>
                  </a:cubicBezTo>
                  <a:cubicBezTo>
                    <a:pt x="18956" y="12535"/>
                    <a:pt x="18940" y="12422"/>
                    <a:pt x="18940" y="12317"/>
                  </a:cubicBezTo>
                  <a:cubicBezTo>
                    <a:pt x="18997" y="12317"/>
                    <a:pt x="18997" y="12235"/>
                    <a:pt x="18997" y="12073"/>
                  </a:cubicBezTo>
                  <a:cubicBezTo>
                    <a:pt x="18997" y="11911"/>
                    <a:pt x="18997" y="11830"/>
                    <a:pt x="18940" y="11830"/>
                  </a:cubicBezTo>
                  <a:cubicBezTo>
                    <a:pt x="18940" y="11530"/>
                    <a:pt x="18956" y="11230"/>
                    <a:pt x="19005" y="10938"/>
                  </a:cubicBezTo>
                  <a:cubicBezTo>
                    <a:pt x="19061" y="10857"/>
                    <a:pt x="19005" y="10776"/>
                    <a:pt x="18948" y="10695"/>
                  </a:cubicBezTo>
                  <a:cubicBezTo>
                    <a:pt x="18891" y="10695"/>
                    <a:pt x="18834" y="10614"/>
                    <a:pt x="18834" y="10533"/>
                  </a:cubicBezTo>
                  <a:lnTo>
                    <a:pt x="18948" y="10533"/>
                  </a:lnTo>
                  <a:cubicBezTo>
                    <a:pt x="18971" y="10566"/>
                    <a:pt x="18985" y="10586"/>
                    <a:pt x="18993" y="10586"/>
                  </a:cubicBezTo>
                  <a:cubicBezTo>
                    <a:pt x="19005" y="10586"/>
                    <a:pt x="19005" y="10547"/>
                    <a:pt x="19005" y="10452"/>
                  </a:cubicBezTo>
                  <a:lnTo>
                    <a:pt x="19005" y="10290"/>
                  </a:lnTo>
                  <a:cubicBezTo>
                    <a:pt x="18948" y="10290"/>
                    <a:pt x="18948" y="9884"/>
                    <a:pt x="18956" y="9317"/>
                  </a:cubicBezTo>
                  <a:cubicBezTo>
                    <a:pt x="18956" y="8587"/>
                    <a:pt x="18956" y="8344"/>
                    <a:pt x="18899" y="8344"/>
                  </a:cubicBezTo>
                  <a:cubicBezTo>
                    <a:pt x="18843" y="8344"/>
                    <a:pt x="18843" y="8263"/>
                    <a:pt x="18899" y="8019"/>
                  </a:cubicBezTo>
                  <a:cubicBezTo>
                    <a:pt x="19078" y="7541"/>
                    <a:pt x="19078" y="7541"/>
                    <a:pt x="19021" y="7452"/>
                  </a:cubicBezTo>
                  <a:lnTo>
                    <a:pt x="19021" y="7452"/>
                  </a:lnTo>
                  <a:cubicBezTo>
                    <a:pt x="19021" y="7533"/>
                    <a:pt x="18964" y="7533"/>
                    <a:pt x="18907" y="7533"/>
                  </a:cubicBezTo>
                  <a:cubicBezTo>
                    <a:pt x="18794" y="7533"/>
                    <a:pt x="18794" y="7452"/>
                    <a:pt x="18907" y="7371"/>
                  </a:cubicBezTo>
                  <a:cubicBezTo>
                    <a:pt x="19021" y="7371"/>
                    <a:pt x="18972" y="6163"/>
                    <a:pt x="18859" y="6074"/>
                  </a:cubicBezTo>
                  <a:lnTo>
                    <a:pt x="18859" y="6074"/>
                  </a:lnTo>
                  <a:lnTo>
                    <a:pt x="18915" y="6082"/>
                  </a:lnTo>
                  <a:cubicBezTo>
                    <a:pt x="18972" y="6082"/>
                    <a:pt x="18972" y="6001"/>
                    <a:pt x="18972" y="5676"/>
                  </a:cubicBezTo>
                  <a:lnTo>
                    <a:pt x="18972" y="5433"/>
                  </a:lnTo>
                  <a:cubicBezTo>
                    <a:pt x="18859" y="5433"/>
                    <a:pt x="18915" y="4947"/>
                    <a:pt x="18972" y="4947"/>
                  </a:cubicBezTo>
                  <a:cubicBezTo>
                    <a:pt x="19029" y="4866"/>
                    <a:pt x="19029" y="4866"/>
                    <a:pt x="19037" y="4703"/>
                  </a:cubicBezTo>
                  <a:cubicBezTo>
                    <a:pt x="18924" y="4460"/>
                    <a:pt x="18980" y="4055"/>
                    <a:pt x="19037" y="4055"/>
                  </a:cubicBezTo>
                  <a:lnTo>
                    <a:pt x="19037" y="3893"/>
                  </a:lnTo>
                  <a:cubicBezTo>
                    <a:pt x="18988" y="3787"/>
                    <a:pt x="18972" y="3682"/>
                    <a:pt x="18980" y="3568"/>
                  </a:cubicBezTo>
                  <a:cubicBezTo>
                    <a:pt x="18980" y="3386"/>
                    <a:pt x="18980" y="3295"/>
                    <a:pt x="18956" y="3295"/>
                  </a:cubicBezTo>
                  <a:cubicBezTo>
                    <a:pt x="18948" y="3295"/>
                    <a:pt x="18938" y="3305"/>
                    <a:pt x="18924" y="3325"/>
                  </a:cubicBezTo>
                  <a:cubicBezTo>
                    <a:pt x="18867" y="3325"/>
                    <a:pt x="18810" y="3325"/>
                    <a:pt x="18810" y="3244"/>
                  </a:cubicBezTo>
                  <a:lnTo>
                    <a:pt x="18867" y="3244"/>
                  </a:lnTo>
                  <a:cubicBezTo>
                    <a:pt x="18924" y="3244"/>
                    <a:pt x="18932" y="3001"/>
                    <a:pt x="18932" y="2676"/>
                  </a:cubicBezTo>
                  <a:cubicBezTo>
                    <a:pt x="18932" y="2271"/>
                    <a:pt x="18932" y="2109"/>
                    <a:pt x="18988" y="2028"/>
                  </a:cubicBezTo>
                  <a:lnTo>
                    <a:pt x="18932" y="1947"/>
                  </a:lnTo>
                  <a:cubicBezTo>
                    <a:pt x="18876" y="1891"/>
                    <a:pt x="18875" y="1728"/>
                    <a:pt x="18928" y="1728"/>
                  </a:cubicBezTo>
                  <a:cubicBezTo>
                    <a:pt x="18929" y="1728"/>
                    <a:pt x="18930" y="1728"/>
                    <a:pt x="18932" y="1728"/>
                  </a:cubicBezTo>
                  <a:cubicBezTo>
                    <a:pt x="18988" y="1582"/>
                    <a:pt x="18997" y="990"/>
                    <a:pt x="18940" y="747"/>
                  </a:cubicBezTo>
                  <a:lnTo>
                    <a:pt x="18940" y="471"/>
                  </a:lnTo>
                  <a:cubicBezTo>
                    <a:pt x="18997" y="341"/>
                    <a:pt x="19029" y="195"/>
                    <a:pt x="19029" y="50"/>
                  </a:cubicBezTo>
                  <a:cubicBezTo>
                    <a:pt x="19013" y="49"/>
                    <a:pt x="18998" y="48"/>
                    <a:pt x="18982" y="48"/>
                  </a:cubicBezTo>
                  <a:cubicBezTo>
                    <a:pt x="18844" y="48"/>
                    <a:pt x="18707" y="80"/>
                    <a:pt x="18583" y="131"/>
                  </a:cubicBezTo>
                  <a:cubicBezTo>
                    <a:pt x="18632" y="74"/>
                    <a:pt x="18486" y="74"/>
                    <a:pt x="18340" y="74"/>
                  </a:cubicBezTo>
                  <a:cubicBezTo>
                    <a:pt x="18178" y="102"/>
                    <a:pt x="17961" y="116"/>
                    <a:pt x="17785" y="116"/>
                  </a:cubicBezTo>
                  <a:cubicBezTo>
                    <a:pt x="17610" y="116"/>
                    <a:pt x="17476" y="102"/>
                    <a:pt x="17480" y="74"/>
                  </a:cubicBezTo>
                  <a:lnTo>
                    <a:pt x="17334" y="74"/>
                  </a:lnTo>
                  <a:cubicBezTo>
                    <a:pt x="17237" y="114"/>
                    <a:pt x="17132" y="131"/>
                    <a:pt x="17034" y="131"/>
                  </a:cubicBezTo>
                  <a:cubicBezTo>
                    <a:pt x="17020" y="129"/>
                    <a:pt x="17005" y="129"/>
                    <a:pt x="16991" y="129"/>
                  </a:cubicBezTo>
                  <a:cubicBezTo>
                    <a:pt x="16918" y="129"/>
                    <a:pt x="16852" y="145"/>
                    <a:pt x="16791" y="179"/>
                  </a:cubicBezTo>
                  <a:cubicBezTo>
                    <a:pt x="16743" y="220"/>
                    <a:pt x="16686" y="236"/>
                    <a:pt x="16629" y="236"/>
                  </a:cubicBezTo>
                  <a:cubicBezTo>
                    <a:pt x="16548" y="236"/>
                    <a:pt x="16629" y="179"/>
                    <a:pt x="16710" y="122"/>
                  </a:cubicBezTo>
                  <a:cubicBezTo>
                    <a:pt x="16779" y="102"/>
                    <a:pt x="16775" y="89"/>
                    <a:pt x="16729" y="89"/>
                  </a:cubicBezTo>
                  <a:cubicBezTo>
                    <a:pt x="16667" y="89"/>
                    <a:pt x="16526" y="114"/>
                    <a:pt x="16386" y="179"/>
                  </a:cubicBezTo>
                  <a:cubicBezTo>
                    <a:pt x="16264" y="236"/>
                    <a:pt x="16203" y="264"/>
                    <a:pt x="16193" y="264"/>
                  </a:cubicBezTo>
                  <a:cubicBezTo>
                    <a:pt x="16183" y="264"/>
                    <a:pt x="16224" y="236"/>
                    <a:pt x="16305" y="179"/>
                  </a:cubicBezTo>
                  <a:cubicBezTo>
                    <a:pt x="16362" y="139"/>
                    <a:pt x="16419" y="99"/>
                    <a:pt x="16391" y="99"/>
                  </a:cubicBezTo>
                  <a:cubicBezTo>
                    <a:pt x="16379" y="99"/>
                    <a:pt x="16352" y="106"/>
                    <a:pt x="16305" y="122"/>
                  </a:cubicBezTo>
                  <a:cubicBezTo>
                    <a:pt x="16305" y="122"/>
                    <a:pt x="16143" y="122"/>
                    <a:pt x="16143" y="179"/>
                  </a:cubicBezTo>
                  <a:lnTo>
                    <a:pt x="15899" y="179"/>
                  </a:lnTo>
                  <a:cubicBezTo>
                    <a:pt x="15808" y="144"/>
                    <a:pt x="15716" y="121"/>
                    <a:pt x="15619" y="121"/>
                  </a:cubicBezTo>
                  <a:cubicBezTo>
                    <a:pt x="15604" y="121"/>
                    <a:pt x="15590" y="121"/>
                    <a:pt x="15575" y="122"/>
                  </a:cubicBezTo>
                  <a:cubicBezTo>
                    <a:pt x="15535" y="151"/>
                    <a:pt x="15514" y="165"/>
                    <a:pt x="15494" y="165"/>
                  </a:cubicBezTo>
                  <a:cubicBezTo>
                    <a:pt x="15474" y="165"/>
                    <a:pt x="15453" y="151"/>
                    <a:pt x="15413" y="122"/>
                  </a:cubicBezTo>
                  <a:cubicBezTo>
                    <a:pt x="15413" y="99"/>
                    <a:pt x="15399" y="85"/>
                    <a:pt x="15383" y="85"/>
                  </a:cubicBezTo>
                  <a:cubicBezTo>
                    <a:pt x="15360" y="85"/>
                    <a:pt x="15332" y="113"/>
                    <a:pt x="15332" y="179"/>
                  </a:cubicBezTo>
                  <a:cubicBezTo>
                    <a:pt x="15297" y="207"/>
                    <a:pt x="15256" y="221"/>
                    <a:pt x="15214" y="221"/>
                  </a:cubicBezTo>
                  <a:cubicBezTo>
                    <a:pt x="15171" y="221"/>
                    <a:pt x="15126" y="205"/>
                    <a:pt x="15089" y="171"/>
                  </a:cubicBezTo>
                  <a:cubicBezTo>
                    <a:pt x="15089" y="105"/>
                    <a:pt x="15061" y="77"/>
                    <a:pt x="15038" y="77"/>
                  </a:cubicBezTo>
                  <a:cubicBezTo>
                    <a:pt x="15021" y="77"/>
                    <a:pt x="15008" y="91"/>
                    <a:pt x="15008" y="114"/>
                  </a:cubicBezTo>
                  <a:cubicBezTo>
                    <a:pt x="14959" y="155"/>
                    <a:pt x="14902" y="171"/>
                    <a:pt x="14845" y="171"/>
                  </a:cubicBezTo>
                  <a:cubicBezTo>
                    <a:pt x="14845" y="114"/>
                    <a:pt x="14116" y="114"/>
                    <a:pt x="13386" y="106"/>
                  </a:cubicBezTo>
                  <a:cubicBezTo>
                    <a:pt x="13305" y="106"/>
                    <a:pt x="13224" y="163"/>
                    <a:pt x="13224" y="220"/>
                  </a:cubicBezTo>
                  <a:cubicBezTo>
                    <a:pt x="13224" y="268"/>
                    <a:pt x="13224" y="285"/>
                    <a:pt x="13218" y="285"/>
                  </a:cubicBezTo>
                  <a:cubicBezTo>
                    <a:pt x="13209" y="285"/>
                    <a:pt x="13190" y="253"/>
                    <a:pt x="13143" y="220"/>
                  </a:cubicBezTo>
                  <a:cubicBezTo>
                    <a:pt x="13102" y="135"/>
                    <a:pt x="13041" y="92"/>
                    <a:pt x="13001" y="92"/>
                  </a:cubicBezTo>
                  <a:cubicBezTo>
                    <a:pt x="12960" y="92"/>
                    <a:pt x="12940" y="135"/>
                    <a:pt x="12981" y="220"/>
                  </a:cubicBezTo>
                  <a:cubicBezTo>
                    <a:pt x="13021" y="277"/>
                    <a:pt x="13041" y="305"/>
                    <a:pt x="13031" y="305"/>
                  </a:cubicBezTo>
                  <a:cubicBezTo>
                    <a:pt x="13021" y="305"/>
                    <a:pt x="12981" y="277"/>
                    <a:pt x="12900" y="220"/>
                  </a:cubicBezTo>
                  <a:cubicBezTo>
                    <a:pt x="12859" y="191"/>
                    <a:pt x="12839" y="177"/>
                    <a:pt x="12818" y="177"/>
                  </a:cubicBezTo>
                  <a:cubicBezTo>
                    <a:pt x="12798" y="177"/>
                    <a:pt x="12778" y="191"/>
                    <a:pt x="12737" y="220"/>
                  </a:cubicBezTo>
                  <a:cubicBezTo>
                    <a:pt x="12737" y="248"/>
                    <a:pt x="12717" y="262"/>
                    <a:pt x="12697" y="262"/>
                  </a:cubicBezTo>
                  <a:cubicBezTo>
                    <a:pt x="12677" y="262"/>
                    <a:pt x="12656" y="248"/>
                    <a:pt x="12656" y="220"/>
                  </a:cubicBezTo>
                  <a:cubicBezTo>
                    <a:pt x="12599" y="180"/>
                    <a:pt x="12542" y="140"/>
                    <a:pt x="12513" y="140"/>
                  </a:cubicBezTo>
                  <a:cubicBezTo>
                    <a:pt x="12501" y="140"/>
                    <a:pt x="12494" y="146"/>
                    <a:pt x="12494" y="163"/>
                  </a:cubicBezTo>
                  <a:cubicBezTo>
                    <a:pt x="12437" y="155"/>
                    <a:pt x="12381" y="139"/>
                    <a:pt x="12332" y="106"/>
                  </a:cubicBezTo>
                  <a:cubicBezTo>
                    <a:pt x="12308" y="90"/>
                    <a:pt x="12284" y="83"/>
                    <a:pt x="12261" y="83"/>
                  </a:cubicBezTo>
                  <a:cubicBezTo>
                    <a:pt x="12203" y="83"/>
                    <a:pt x="12146" y="123"/>
                    <a:pt x="12089" y="163"/>
                  </a:cubicBezTo>
                  <a:cubicBezTo>
                    <a:pt x="11969" y="215"/>
                    <a:pt x="11889" y="241"/>
                    <a:pt x="11848" y="241"/>
                  </a:cubicBezTo>
                  <a:cubicBezTo>
                    <a:pt x="11805" y="241"/>
                    <a:pt x="11804" y="213"/>
                    <a:pt x="11846" y="155"/>
                  </a:cubicBezTo>
                  <a:cubicBezTo>
                    <a:pt x="11877" y="114"/>
                    <a:pt x="11836" y="97"/>
                    <a:pt x="11769" y="97"/>
                  </a:cubicBezTo>
                  <a:cubicBezTo>
                    <a:pt x="11662" y="97"/>
                    <a:pt x="11490" y="142"/>
                    <a:pt x="11440" y="212"/>
                  </a:cubicBezTo>
                  <a:cubicBezTo>
                    <a:pt x="11393" y="278"/>
                    <a:pt x="11373" y="306"/>
                    <a:pt x="11365" y="306"/>
                  </a:cubicBezTo>
                  <a:cubicBezTo>
                    <a:pt x="11359" y="306"/>
                    <a:pt x="11359" y="292"/>
                    <a:pt x="11359" y="268"/>
                  </a:cubicBezTo>
                  <a:cubicBezTo>
                    <a:pt x="11359" y="212"/>
                    <a:pt x="11278" y="212"/>
                    <a:pt x="11278" y="212"/>
                  </a:cubicBezTo>
                  <a:cubicBezTo>
                    <a:pt x="11197" y="212"/>
                    <a:pt x="11116" y="212"/>
                    <a:pt x="11116" y="155"/>
                  </a:cubicBezTo>
                  <a:cubicBezTo>
                    <a:pt x="11035" y="163"/>
                    <a:pt x="10954" y="179"/>
                    <a:pt x="10873" y="212"/>
                  </a:cubicBezTo>
                  <a:cubicBezTo>
                    <a:pt x="10809" y="252"/>
                    <a:pt x="10738" y="271"/>
                    <a:pt x="10667" y="271"/>
                  </a:cubicBezTo>
                  <a:cubicBezTo>
                    <a:pt x="10566" y="271"/>
                    <a:pt x="10466" y="231"/>
                    <a:pt x="10394" y="155"/>
                  </a:cubicBezTo>
                  <a:lnTo>
                    <a:pt x="10232" y="204"/>
                  </a:lnTo>
                  <a:cubicBezTo>
                    <a:pt x="10177" y="274"/>
                    <a:pt x="10125" y="322"/>
                    <a:pt x="10095" y="322"/>
                  </a:cubicBezTo>
                  <a:cubicBezTo>
                    <a:pt x="10077" y="322"/>
                    <a:pt x="10067" y="304"/>
                    <a:pt x="10070" y="260"/>
                  </a:cubicBezTo>
                  <a:lnTo>
                    <a:pt x="10070" y="204"/>
                  </a:lnTo>
                  <a:cubicBezTo>
                    <a:pt x="10039" y="247"/>
                    <a:pt x="9972" y="265"/>
                    <a:pt x="9902" y="265"/>
                  </a:cubicBezTo>
                  <a:cubicBezTo>
                    <a:pt x="9788" y="265"/>
                    <a:pt x="9665" y="217"/>
                    <a:pt x="9665" y="147"/>
                  </a:cubicBezTo>
                  <a:cubicBezTo>
                    <a:pt x="9665" y="90"/>
                    <a:pt x="9665" y="90"/>
                    <a:pt x="9583" y="90"/>
                  </a:cubicBezTo>
                  <a:lnTo>
                    <a:pt x="9583" y="147"/>
                  </a:lnTo>
                  <a:cubicBezTo>
                    <a:pt x="9583" y="204"/>
                    <a:pt x="9583" y="260"/>
                    <a:pt x="9502" y="260"/>
                  </a:cubicBezTo>
                  <a:cubicBezTo>
                    <a:pt x="9421" y="260"/>
                    <a:pt x="9340" y="260"/>
                    <a:pt x="9340" y="204"/>
                  </a:cubicBezTo>
                  <a:cubicBezTo>
                    <a:pt x="9283" y="163"/>
                    <a:pt x="9226" y="123"/>
                    <a:pt x="9197" y="123"/>
                  </a:cubicBezTo>
                  <a:cubicBezTo>
                    <a:pt x="9185" y="123"/>
                    <a:pt x="9178" y="130"/>
                    <a:pt x="9178" y="147"/>
                  </a:cubicBezTo>
                  <a:cubicBezTo>
                    <a:pt x="9121" y="139"/>
                    <a:pt x="9065" y="122"/>
                    <a:pt x="9016" y="90"/>
                  </a:cubicBezTo>
                  <a:lnTo>
                    <a:pt x="8692" y="82"/>
                  </a:lnTo>
                  <a:cubicBezTo>
                    <a:pt x="8651" y="110"/>
                    <a:pt x="8590" y="125"/>
                    <a:pt x="8540" y="125"/>
                  </a:cubicBezTo>
                  <a:cubicBezTo>
                    <a:pt x="8489" y="125"/>
                    <a:pt x="8448" y="110"/>
                    <a:pt x="8448" y="82"/>
                  </a:cubicBezTo>
                  <a:cubicBezTo>
                    <a:pt x="8367" y="82"/>
                    <a:pt x="8278" y="98"/>
                    <a:pt x="8205" y="139"/>
                  </a:cubicBezTo>
                  <a:cubicBezTo>
                    <a:pt x="8043" y="139"/>
                    <a:pt x="7962" y="139"/>
                    <a:pt x="7962" y="82"/>
                  </a:cubicBezTo>
                  <a:cubicBezTo>
                    <a:pt x="7962" y="54"/>
                    <a:pt x="7962" y="39"/>
                    <a:pt x="7952" y="39"/>
                  </a:cubicBezTo>
                  <a:cubicBezTo>
                    <a:pt x="7942" y="39"/>
                    <a:pt x="7921" y="54"/>
                    <a:pt x="7881" y="82"/>
                  </a:cubicBezTo>
                  <a:cubicBezTo>
                    <a:pt x="7881" y="139"/>
                    <a:pt x="7800" y="139"/>
                    <a:pt x="7719" y="139"/>
                  </a:cubicBezTo>
                  <a:lnTo>
                    <a:pt x="7556" y="139"/>
                  </a:lnTo>
                  <a:cubicBezTo>
                    <a:pt x="7556" y="195"/>
                    <a:pt x="7556" y="195"/>
                    <a:pt x="7475" y="195"/>
                  </a:cubicBezTo>
                  <a:cubicBezTo>
                    <a:pt x="7394" y="195"/>
                    <a:pt x="7151" y="139"/>
                    <a:pt x="7070" y="131"/>
                  </a:cubicBezTo>
                  <a:cubicBezTo>
                    <a:pt x="6827" y="131"/>
                    <a:pt x="6827" y="131"/>
                    <a:pt x="6908" y="187"/>
                  </a:cubicBezTo>
                  <a:cubicBezTo>
                    <a:pt x="6962" y="187"/>
                    <a:pt x="6980" y="213"/>
                    <a:pt x="6938" y="213"/>
                  </a:cubicBezTo>
                  <a:cubicBezTo>
                    <a:pt x="6917" y="213"/>
                    <a:pt x="6881" y="206"/>
                    <a:pt x="6827" y="187"/>
                  </a:cubicBezTo>
                  <a:cubicBezTo>
                    <a:pt x="6746" y="187"/>
                    <a:pt x="6502" y="131"/>
                    <a:pt x="6259" y="131"/>
                  </a:cubicBezTo>
                  <a:cubicBezTo>
                    <a:pt x="5935" y="131"/>
                    <a:pt x="5935" y="131"/>
                    <a:pt x="5935" y="187"/>
                  </a:cubicBezTo>
                  <a:cubicBezTo>
                    <a:pt x="5975" y="244"/>
                    <a:pt x="5975" y="272"/>
                    <a:pt x="5955" y="272"/>
                  </a:cubicBezTo>
                  <a:cubicBezTo>
                    <a:pt x="5935" y="272"/>
                    <a:pt x="5894" y="244"/>
                    <a:pt x="5854" y="187"/>
                  </a:cubicBezTo>
                  <a:cubicBezTo>
                    <a:pt x="5759" y="121"/>
                    <a:pt x="5692" y="93"/>
                    <a:pt x="5652" y="93"/>
                  </a:cubicBezTo>
                  <a:cubicBezTo>
                    <a:pt x="5625" y="93"/>
                    <a:pt x="5611" y="107"/>
                    <a:pt x="5611" y="131"/>
                  </a:cubicBezTo>
                  <a:cubicBezTo>
                    <a:pt x="5530" y="187"/>
                    <a:pt x="5530" y="187"/>
                    <a:pt x="5448" y="187"/>
                  </a:cubicBezTo>
                  <a:cubicBezTo>
                    <a:pt x="5448" y="157"/>
                    <a:pt x="5425" y="141"/>
                    <a:pt x="5379" y="141"/>
                  </a:cubicBezTo>
                  <a:cubicBezTo>
                    <a:pt x="5338" y="141"/>
                    <a:pt x="5281" y="153"/>
                    <a:pt x="5205" y="179"/>
                  </a:cubicBezTo>
                  <a:cubicBezTo>
                    <a:pt x="5124" y="179"/>
                    <a:pt x="5124" y="179"/>
                    <a:pt x="5124" y="122"/>
                  </a:cubicBezTo>
                  <a:lnTo>
                    <a:pt x="4962" y="122"/>
                  </a:lnTo>
                  <a:cubicBezTo>
                    <a:pt x="4893" y="170"/>
                    <a:pt x="4767" y="188"/>
                    <a:pt x="4638" y="188"/>
                  </a:cubicBezTo>
                  <a:cubicBezTo>
                    <a:pt x="4463" y="188"/>
                    <a:pt x="4283" y="155"/>
                    <a:pt x="4240" y="122"/>
                  </a:cubicBezTo>
                  <a:cubicBezTo>
                    <a:pt x="4176" y="122"/>
                    <a:pt x="4119" y="139"/>
                    <a:pt x="4078" y="179"/>
                  </a:cubicBezTo>
                  <a:cubicBezTo>
                    <a:pt x="4034" y="236"/>
                    <a:pt x="3991" y="264"/>
                    <a:pt x="3961" y="264"/>
                  </a:cubicBezTo>
                  <a:cubicBezTo>
                    <a:pt x="3930" y="264"/>
                    <a:pt x="3912" y="236"/>
                    <a:pt x="3916" y="179"/>
                  </a:cubicBezTo>
                  <a:cubicBezTo>
                    <a:pt x="3916" y="122"/>
                    <a:pt x="3916" y="94"/>
                    <a:pt x="3906" y="94"/>
                  </a:cubicBezTo>
                  <a:cubicBezTo>
                    <a:pt x="3896" y="94"/>
                    <a:pt x="3876" y="122"/>
                    <a:pt x="3835" y="179"/>
                  </a:cubicBezTo>
                  <a:cubicBezTo>
                    <a:pt x="3803" y="198"/>
                    <a:pt x="3720" y="210"/>
                    <a:pt x="3637" y="210"/>
                  </a:cubicBezTo>
                  <a:cubicBezTo>
                    <a:pt x="3509" y="210"/>
                    <a:pt x="3381" y="183"/>
                    <a:pt x="3430" y="114"/>
                  </a:cubicBezTo>
                  <a:lnTo>
                    <a:pt x="34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2"/>
            <p:cNvSpPr/>
            <p:nvPr/>
          </p:nvSpPr>
          <p:spPr>
            <a:xfrm>
              <a:off x="6650283" y="2252450"/>
              <a:ext cx="176064" cy="136642"/>
            </a:xfrm>
            <a:custGeom>
              <a:avLst/>
              <a:gdLst/>
              <a:ahLst/>
              <a:cxnLst/>
              <a:rect l="l" t="t" r="r" b="b"/>
              <a:pathLst>
                <a:path w="10214" h="7927" extrusionOk="0">
                  <a:moveTo>
                    <a:pt x="9390" y="0"/>
                  </a:moveTo>
                  <a:lnTo>
                    <a:pt x="9373" y="9"/>
                  </a:lnTo>
                  <a:cubicBezTo>
                    <a:pt x="9365" y="17"/>
                    <a:pt x="9398" y="57"/>
                    <a:pt x="9430" y="106"/>
                  </a:cubicBezTo>
                  <a:lnTo>
                    <a:pt x="9438" y="98"/>
                  </a:lnTo>
                  <a:cubicBezTo>
                    <a:pt x="9422" y="65"/>
                    <a:pt x="9406" y="33"/>
                    <a:pt x="9390" y="0"/>
                  </a:cubicBezTo>
                  <a:close/>
                  <a:moveTo>
                    <a:pt x="9844" y="714"/>
                  </a:moveTo>
                  <a:lnTo>
                    <a:pt x="9892" y="754"/>
                  </a:lnTo>
                  <a:cubicBezTo>
                    <a:pt x="9925" y="803"/>
                    <a:pt x="9908" y="803"/>
                    <a:pt x="9900" y="811"/>
                  </a:cubicBezTo>
                  <a:cubicBezTo>
                    <a:pt x="9898" y="814"/>
                    <a:pt x="9896" y="815"/>
                    <a:pt x="9894" y="815"/>
                  </a:cubicBezTo>
                  <a:cubicBezTo>
                    <a:pt x="9888" y="815"/>
                    <a:pt x="9880" y="807"/>
                    <a:pt x="9852" y="779"/>
                  </a:cubicBezTo>
                  <a:cubicBezTo>
                    <a:pt x="9852" y="779"/>
                    <a:pt x="9835" y="722"/>
                    <a:pt x="9844" y="714"/>
                  </a:cubicBezTo>
                  <a:close/>
                  <a:moveTo>
                    <a:pt x="9630" y="729"/>
                  </a:moveTo>
                  <a:cubicBezTo>
                    <a:pt x="9649" y="729"/>
                    <a:pt x="9685" y="759"/>
                    <a:pt x="9714" y="803"/>
                  </a:cubicBezTo>
                  <a:cubicBezTo>
                    <a:pt x="9795" y="884"/>
                    <a:pt x="9795" y="884"/>
                    <a:pt x="9771" y="900"/>
                  </a:cubicBezTo>
                  <a:cubicBezTo>
                    <a:pt x="9764" y="904"/>
                    <a:pt x="9759" y="907"/>
                    <a:pt x="9753" y="907"/>
                  </a:cubicBezTo>
                  <a:cubicBezTo>
                    <a:pt x="9744" y="907"/>
                    <a:pt x="9733" y="900"/>
                    <a:pt x="9714" y="876"/>
                  </a:cubicBezTo>
                  <a:lnTo>
                    <a:pt x="9722" y="868"/>
                  </a:lnTo>
                  <a:cubicBezTo>
                    <a:pt x="9731" y="879"/>
                    <a:pt x="9736" y="883"/>
                    <a:pt x="9738" y="883"/>
                  </a:cubicBezTo>
                  <a:cubicBezTo>
                    <a:pt x="9743" y="883"/>
                    <a:pt x="9725" y="849"/>
                    <a:pt x="9690" y="819"/>
                  </a:cubicBezTo>
                  <a:lnTo>
                    <a:pt x="9625" y="730"/>
                  </a:lnTo>
                  <a:cubicBezTo>
                    <a:pt x="9626" y="729"/>
                    <a:pt x="9628" y="729"/>
                    <a:pt x="9630" y="729"/>
                  </a:cubicBezTo>
                  <a:close/>
                  <a:moveTo>
                    <a:pt x="9868" y="1111"/>
                  </a:moveTo>
                  <a:lnTo>
                    <a:pt x="9852" y="1119"/>
                  </a:lnTo>
                  <a:cubicBezTo>
                    <a:pt x="9875" y="1154"/>
                    <a:pt x="9881" y="1164"/>
                    <a:pt x="9889" y="1164"/>
                  </a:cubicBezTo>
                  <a:cubicBezTo>
                    <a:pt x="9892" y="1164"/>
                    <a:pt x="9896" y="1162"/>
                    <a:pt x="9900" y="1160"/>
                  </a:cubicBezTo>
                  <a:lnTo>
                    <a:pt x="9908" y="1152"/>
                  </a:lnTo>
                  <a:lnTo>
                    <a:pt x="9868" y="1111"/>
                  </a:lnTo>
                  <a:close/>
                  <a:moveTo>
                    <a:pt x="8804" y="1082"/>
                  </a:moveTo>
                  <a:cubicBezTo>
                    <a:pt x="8796" y="1082"/>
                    <a:pt x="8788" y="1088"/>
                    <a:pt x="8781" y="1095"/>
                  </a:cubicBezTo>
                  <a:cubicBezTo>
                    <a:pt x="8765" y="1103"/>
                    <a:pt x="8790" y="1152"/>
                    <a:pt x="8790" y="1152"/>
                  </a:cubicBezTo>
                  <a:cubicBezTo>
                    <a:pt x="8810" y="1182"/>
                    <a:pt x="8820" y="1190"/>
                    <a:pt x="8830" y="1190"/>
                  </a:cubicBezTo>
                  <a:cubicBezTo>
                    <a:pt x="8835" y="1190"/>
                    <a:pt x="8840" y="1187"/>
                    <a:pt x="8846" y="1184"/>
                  </a:cubicBezTo>
                  <a:cubicBezTo>
                    <a:pt x="8858" y="1191"/>
                    <a:pt x="8866" y="1194"/>
                    <a:pt x="8872" y="1194"/>
                  </a:cubicBezTo>
                  <a:cubicBezTo>
                    <a:pt x="8893" y="1194"/>
                    <a:pt x="8872" y="1151"/>
                    <a:pt x="8846" y="1119"/>
                  </a:cubicBezTo>
                  <a:cubicBezTo>
                    <a:pt x="8828" y="1092"/>
                    <a:pt x="8815" y="1082"/>
                    <a:pt x="8804" y="1082"/>
                  </a:cubicBezTo>
                  <a:close/>
                  <a:moveTo>
                    <a:pt x="8952" y="1111"/>
                  </a:moveTo>
                  <a:cubicBezTo>
                    <a:pt x="8984" y="1160"/>
                    <a:pt x="8992" y="1225"/>
                    <a:pt x="8984" y="1233"/>
                  </a:cubicBezTo>
                  <a:cubicBezTo>
                    <a:pt x="8983" y="1233"/>
                    <a:pt x="8982" y="1234"/>
                    <a:pt x="8980" y="1234"/>
                  </a:cubicBezTo>
                  <a:cubicBezTo>
                    <a:pt x="8963" y="1234"/>
                    <a:pt x="8935" y="1188"/>
                    <a:pt x="8927" y="1127"/>
                  </a:cubicBezTo>
                  <a:lnTo>
                    <a:pt x="8952" y="1111"/>
                  </a:lnTo>
                  <a:close/>
                  <a:moveTo>
                    <a:pt x="6536" y="1469"/>
                  </a:moveTo>
                  <a:cubicBezTo>
                    <a:pt x="6529" y="1469"/>
                    <a:pt x="6537" y="1495"/>
                    <a:pt x="6568" y="1557"/>
                  </a:cubicBezTo>
                  <a:cubicBezTo>
                    <a:pt x="6591" y="1592"/>
                    <a:pt x="6598" y="1602"/>
                    <a:pt x="6605" y="1602"/>
                  </a:cubicBezTo>
                  <a:cubicBezTo>
                    <a:pt x="6609" y="1602"/>
                    <a:pt x="6612" y="1600"/>
                    <a:pt x="6617" y="1598"/>
                  </a:cubicBezTo>
                  <a:cubicBezTo>
                    <a:pt x="6600" y="1557"/>
                    <a:pt x="6584" y="1525"/>
                    <a:pt x="6560" y="1492"/>
                  </a:cubicBezTo>
                  <a:cubicBezTo>
                    <a:pt x="6548" y="1478"/>
                    <a:pt x="6540" y="1469"/>
                    <a:pt x="6536" y="1469"/>
                  </a:cubicBezTo>
                  <a:close/>
                  <a:moveTo>
                    <a:pt x="8368" y="1573"/>
                  </a:moveTo>
                  <a:cubicBezTo>
                    <a:pt x="8368" y="1573"/>
                    <a:pt x="8384" y="1630"/>
                    <a:pt x="8408" y="1687"/>
                  </a:cubicBezTo>
                  <a:cubicBezTo>
                    <a:pt x="8449" y="1773"/>
                    <a:pt x="8467" y="1811"/>
                    <a:pt x="8464" y="1811"/>
                  </a:cubicBezTo>
                  <a:cubicBezTo>
                    <a:pt x="8461" y="1811"/>
                    <a:pt x="8445" y="1787"/>
                    <a:pt x="8417" y="1744"/>
                  </a:cubicBezTo>
                  <a:cubicBezTo>
                    <a:pt x="8376" y="1703"/>
                    <a:pt x="8352" y="1646"/>
                    <a:pt x="8344" y="1590"/>
                  </a:cubicBezTo>
                  <a:lnTo>
                    <a:pt x="8368" y="1573"/>
                  </a:lnTo>
                  <a:close/>
                  <a:moveTo>
                    <a:pt x="8522" y="1744"/>
                  </a:moveTo>
                  <a:lnTo>
                    <a:pt x="8563" y="1784"/>
                  </a:lnTo>
                  <a:cubicBezTo>
                    <a:pt x="8603" y="1833"/>
                    <a:pt x="8587" y="1841"/>
                    <a:pt x="8579" y="1849"/>
                  </a:cubicBezTo>
                  <a:lnTo>
                    <a:pt x="8546" y="1800"/>
                  </a:lnTo>
                  <a:lnTo>
                    <a:pt x="8522" y="1744"/>
                  </a:lnTo>
                  <a:close/>
                  <a:moveTo>
                    <a:pt x="8019" y="1881"/>
                  </a:moveTo>
                  <a:cubicBezTo>
                    <a:pt x="8044" y="1914"/>
                    <a:pt x="8060" y="1946"/>
                    <a:pt x="8076" y="1979"/>
                  </a:cubicBezTo>
                  <a:lnTo>
                    <a:pt x="8060" y="1987"/>
                  </a:lnTo>
                  <a:cubicBezTo>
                    <a:pt x="8027" y="1938"/>
                    <a:pt x="7995" y="1898"/>
                    <a:pt x="8003" y="1890"/>
                  </a:cubicBezTo>
                  <a:lnTo>
                    <a:pt x="8019" y="1881"/>
                  </a:lnTo>
                  <a:close/>
                  <a:moveTo>
                    <a:pt x="7695" y="1927"/>
                  </a:moveTo>
                  <a:cubicBezTo>
                    <a:pt x="7697" y="1927"/>
                    <a:pt x="7702" y="1932"/>
                    <a:pt x="7711" y="1946"/>
                  </a:cubicBezTo>
                  <a:cubicBezTo>
                    <a:pt x="7712" y="1946"/>
                    <a:pt x="7713" y="1946"/>
                    <a:pt x="7714" y="1946"/>
                  </a:cubicBezTo>
                  <a:cubicBezTo>
                    <a:pt x="7728" y="1946"/>
                    <a:pt x="7735" y="2004"/>
                    <a:pt x="7727" y="2011"/>
                  </a:cubicBezTo>
                  <a:lnTo>
                    <a:pt x="7687" y="1963"/>
                  </a:lnTo>
                  <a:cubicBezTo>
                    <a:pt x="7698" y="1957"/>
                    <a:pt x="7690" y="1927"/>
                    <a:pt x="7695" y="1927"/>
                  </a:cubicBezTo>
                  <a:close/>
                  <a:moveTo>
                    <a:pt x="8216" y="1954"/>
                  </a:moveTo>
                  <a:cubicBezTo>
                    <a:pt x="8225" y="1954"/>
                    <a:pt x="8250" y="2009"/>
                    <a:pt x="8303" y="2100"/>
                  </a:cubicBezTo>
                  <a:cubicBezTo>
                    <a:pt x="8307" y="2129"/>
                    <a:pt x="8309" y="2145"/>
                    <a:pt x="8305" y="2145"/>
                  </a:cubicBezTo>
                  <a:cubicBezTo>
                    <a:pt x="8300" y="2145"/>
                    <a:pt x="8286" y="2119"/>
                    <a:pt x="8254" y="2060"/>
                  </a:cubicBezTo>
                  <a:lnTo>
                    <a:pt x="8214" y="1954"/>
                  </a:lnTo>
                  <a:cubicBezTo>
                    <a:pt x="8214" y="1954"/>
                    <a:pt x="8215" y="1954"/>
                    <a:pt x="8216" y="1954"/>
                  </a:cubicBezTo>
                  <a:close/>
                  <a:moveTo>
                    <a:pt x="7784" y="2246"/>
                  </a:moveTo>
                  <a:cubicBezTo>
                    <a:pt x="7817" y="2287"/>
                    <a:pt x="7849" y="2335"/>
                    <a:pt x="7841" y="2344"/>
                  </a:cubicBezTo>
                  <a:cubicBezTo>
                    <a:pt x="7846" y="2361"/>
                    <a:pt x="7846" y="2370"/>
                    <a:pt x="7841" y="2370"/>
                  </a:cubicBezTo>
                  <a:cubicBezTo>
                    <a:pt x="7830" y="2370"/>
                    <a:pt x="7799" y="2329"/>
                    <a:pt x="7760" y="2262"/>
                  </a:cubicBezTo>
                  <a:lnTo>
                    <a:pt x="7784" y="2246"/>
                  </a:lnTo>
                  <a:close/>
                  <a:moveTo>
                    <a:pt x="7703" y="2368"/>
                  </a:moveTo>
                  <a:lnTo>
                    <a:pt x="7744" y="2408"/>
                  </a:lnTo>
                  <a:lnTo>
                    <a:pt x="7736" y="2417"/>
                  </a:lnTo>
                  <a:cubicBezTo>
                    <a:pt x="7731" y="2419"/>
                    <a:pt x="7727" y="2421"/>
                    <a:pt x="7724" y="2421"/>
                  </a:cubicBezTo>
                  <a:cubicBezTo>
                    <a:pt x="7717" y="2421"/>
                    <a:pt x="7710" y="2411"/>
                    <a:pt x="7687" y="2376"/>
                  </a:cubicBezTo>
                  <a:lnTo>
                    <a:pt x="7703" y="2368"/>
                  </a:lnTo>
                  <a:close/>
                  <a:moveTo>
                    <a:pt x="7358" y="2326"/>
                  </a:moveTo>
                  <a:cubicBezTo>
                    <a:pt x="7371" y="2326"/>
                    <a:pt x="7411" y="2360"/>
                    <a:pt x="7411" y="2360"/>
                  </a:cubicBezTo>
                  <a:cubicBezTo>
                    <a:pt x="7444" y="2408"/>
                    <a:pt x="7427" y="2417"/>
                    <a:pt x="7427" y="2417"/>
                  </a:cubicBezTo>
                  <a:cubicBezTo>
                    <a:pt x="7424" y="2420"/>
                    <a:pt x="7420" y="2423"/>
                    <a:pt x="7414" y="2423"/>
                  </a:cubicBezTo>
                  <a:cubicBezTo>
                    <a:pt x="7405" y="2423"/>
                    <a:pt x="7391" y="2414"/>
                    <a:pt x="7371" y="2384"/>
                  </a:cubicBezTo>
                  <a:cubicBezTo>
                    <a:pt x="7371" y="2384"/>
                    <a:pt x="7338" y="2335"/>
                    <a:pt x="7354" y="2327"/>
                  </a:cubicBezTo>
                  <a:cubicBezTo>
                    <a:pt x="7355" y="2327"/>
                    <a:pt x="7356" y="2326"/>
                    <a:pt x="7358" y="2326"/>
                  </a:cubicBezTo>
                  <a:close/>
                  <a:moveTo>
                    <a:pt x="7149" y="2506"/>
                  </a:moveTo>
                  <a:cubicBezTo>
                    <a:pt x="7154" y="2506"/>
                    <a:pt x="7169" y="2515"/>
                    <a:pt x="7179" y="2515"/>
                  </a:cubicBezTo>
                  <a:cubicBezTo>
                    <a:pt x="7181" y="2515"/>
                    <a:pt x="7183" y="2515"/>
                    <a:pt x="7184" y="2514"/>
                  </a:cubicBezTo>
                  <a:cubicBezTo>
                    <a:pt x="7225" y="2546"/>
                    <a:pt x="7225" y="2546"/>
                    <a:pt x="7209" y="2562"/>
                  </a:cubicBezTo>
                  <a:cubicBezTo>
                    <a:pt x="7207" y="2563"/>
                    <a:pt x="7205" y="2564"/>
                    <a:pt x="7204" y="2564"/>
                  </a:cubicBezTo>
                  <a:cubicBezTo>
                    <a:pt x="7187" y="2564"/>
                    <a:pt x="7160" y="2530"/>
                    <a:pt x="7160" y="2530"/>
                  </a:cubicBezTo>
                  <a:cubicBezTo>
                    <a:pt x="7147" y="2511"/>
                    <a:pt x="7146" y="2506"/>
                    <a:pt x="7149" y="2506"/>
                  </a:cubicBezTo>
                  <a:close/>
                  <a:moveTo>
                    <a:pt x="6819" y="2619"/>
                  </a:moveTo>
                  <a:cubicBezTo>
                    <a:pt x="6831" y="2634"/>
                    <a:pt x="6833" y="2639"/>
                    <a:pt x="6832" y="2639"/>
                  </a:cubicBezTo>
                  <a:cubicBezTo>
                    <a:pt x="6829" y="2639"/>
                    <a:pt x="6814" y="2624"/>
                    <a:pt x="6819" y="2619"/>
                  </a:cubicBezTo>
                  <a:close/>
                  <a:moveTo>
                    <a:pt x="7630" y="2546"/>
                  </a:moveTo>
                  <a:cubicBezTo>
                    <a:pt x="7622" y="2554"/>
                    <a:pt x="7654" y="2603"/>
                    <a:pt x="7654" y="2603"/>
                  </a:cubicBezTo>
                  <a:cubicBezTo>
                    <a:pt x="7654" y="2603"/>
                    <a:pt x="7682" y="2644"/>
                    <a:pt x="7699" y="2644"/>
                  </a:cubicBezTo>
                  <a:cubicBezTo>
                    <a:pt x="7701" y="2644"/>
                    <a:pt x="7702" y="2644"/>
                    <a:pt x="7703" y="2644"/>
                  </a:cubicBezTo>
                  <a:lnTo>
                    <a:pt x="7711" y="2635"/>
                  </a:lnTo>
                  <a:cubicBezTo>
                    <a:pt x="7687" y="2603"/>
                    <a:pt x="7663" y="2571"/>
                    <a:pt x="7630" y="2546"/>
                  </a:cubicBezTo>
                  <a:close/>
                  <a:moveTo>
                    <a:pt x="6860" y="2798"/>
                  </a:moveTo>
                  <a:cubicBezTo>
                    <a:pt x="6872" y="2813"/>
                    <a:pt x="6873" y="2818"/>
                    <a:pt x="6870" y="2818"/>
                  </a:cubicBezTo>
                  <a:cubicBezTo>
                    <a:pt x="6865" y="2818"/>
                    <a:pt x="6850" y="2803"/>
                    <a:pt x="6860" y="2798"/>
                  </a:cubicBezTo>
                  <a:close/>
                  <a:moveTo>
                    <a:pt x="7006" y="2700"/>
                  </a:moveTo>
                  <a:cubicBezTo>
                    <a:pt x="7030" y="2725"/>
                    <a:pt x="7054" y="2757"/>
                    <a:pt x="7079" y="2790"/>
                  </a:cubicBezTo>
                  <a:cubicBezTo>
                    <a:pt x="7093" y="2808"/>
                    <a:pt x="7100" y="2819"/>
                    <a:pt x="7095" y="2819"/>
                  </a:cubicBezTo>
                  <a:cubicBezTo>
                    <a:pt x="7089" y="2819"/>
                    <a:pt x="7067" y="2802"/>
                    <a:pt x="7022" y="2757"/>
                  </a:cubicBezTo>
                  <a:cubicBezTo>
                    <a:pt x="6990" y="2708"/>
                    <a:pt x="6990" y="2708"/>
                    <a:pt x="7006" y="2700"/>
                  </a:cubicBezTo>
                  <a:close/>
                  <a:moveTo>
                    <a:pt x="6917" y="2757"/>
                  </a:moveTo>
                  <a:lnTo>
                    <a:pt x="6965" y="2798"/>
                  </a:lnTo>
                  <a:lnTo>
                    <a:pt x="6990" y="2846"/>
                  </a:lnTo>
                  <a:lnTo>
                    <a:pt x="6973" y="2854"/>
                  </a:lnTo>
                  <a:cubicBezTo>
                    <a:pt x="6941" y="2814"/>
                    <a:pt x="6909" y="2765"/>
                    <a:pt x="6917" y="2757"/>
                  </a:cubicBezTo>
                  <a:close/>
                  <a:moveTo>
                    <a:pt x="7695" y="3057"/>
                  </a:moveTo>
                  <a:lnTo>
                    <a:pt x="7671" y="3073"/>
                  </a:lnTo>
                  <a:cubicBezTo>
                    <a:pt x="7693" y="3101"/>
                    <a:pt x="7700" y="3110"/>
                    <a:pt x="7707" y="3110"/>
                  </a:cubicBezTo>
                  <a:cubicBezTo>
                    <a:pt x="7711" y="3110"/>
                    <a:pt x="7714" y="3108"/>
                    <a:pt x="7719" y="3106"/>
                  </a:cubicBezTo>
                  <a:cubicBezTo>
                    <a:pt x="7744" y="3098"/>
                    <a:pt x="7744" y="3098"/>
                    <a:pt x="7695" y="3057"/>
                  </a:cubicBezTo>
                  <a:close/>
                  <a:moveTo>
                    <a:pt x="6082" y="3187"/>
                  </a:moveTo>
                  <a:lnTo>
                    <a:pt x="6122" y="3227"/>
                  </a:lnTo>
                  <a:lnTo>
                    <a:pt x="6146" y="3276"/>
                  </a:lnTo>
                  <a:lnTo>
                    <a:pt x="6138" y="3284"/>
                  </a:lnTo>
                  <a:cubicBezTo>
                    <a:pt x="6106" y="3244"/>
                    <a:pt x="6065" y="3195"/>
                    <a:pt x="6082" y="3187"/>
                  </a:cubicBezTo>
                  <a:close/>
                  <a:moveTo>
                    <a:pt x="5799" y="3381"/>
                  </a:moveTo>
                  <a:cubicBezTo>
                    <a:pt x="5810" y="3381"/>
                    <a:pt x="5864" y="3472"/>
                    <a:pt x="5895" y="3519"/>
                  </a:cubicBezTo>
                  <a:cubicBezTo>
                    <a:pt x="5893" y="3522"/>
                    <a:pt x="5891" y="3523"/>
                    <a:pt x="5889" y="3523"/>
                  </a:cubicBezTo>
                  <a:cubicBezTo>
                    <a:pt x="5884" y="3523"/>
                    <a:pt x="5875" y="3513"/>
                    <a:pt x="5846" y="3479"/>
                  </a:cubicBezTo>
                  <a:cubicBezTo>
                    <a:pt x="5830" y="3446"/>
                    <a:pt x="5814" y="3414"/>
                    <a:pt x="5798" y="3381"/>
                  </a:cubicBezTo>
                  <a:cubicBezTo>
                    <a:pt x="5798" y="3381"/>
                    <a:pt x="5799" y="3381"/>
                    <a:pt x="5799" y="3381"/>
                  </a:cubicBezTo>
                  <a:close/>
                  <a:moveTo>
                    <a:pt x="5506" y="3714"/>
                  </a:moveTo>
                  <a:lnTo>
                    <a:pt x="5546" y="3754"/>
                  </a:lnTo>
                  <a:lnTo>
                    <a:pt x="5571" y="3803"/>
                  </a:lnTo>
                  <a:lnTo>
                    <a:pt x="5563" y="3811"/>
                  </a:lnTo>
                  <a:cubicBezTo>
                    <a:pt x="5530" y="3771"/>
                    <a:pt x="5490" y="3722"/>
                    <a:pt x="5506" y="3714"/>
                  </a:cubicBezTo>
                  <a:close/>
                  <a:moveTo>
                    <a:pt x="5871" y="3876"/>
                  </a:moveTo>
                  <a:cubicBezTo>
                    <a:pt x="5895" y="3908"/>
                    <a:pt x="5911" y="3941"/>
                    <a:pt x="5928" y="3981"/>
                  </a:cubicBezTo>
                  <a:lnTo>
                    <a:pt x="5911" y="3981"/>
                  </a:lnTo>
                  <a:cubicBezTo>
                    <a:pt x="5879" y="3941"/>
                    <a:pt x="5846" y="3892"/>
                    <a:pt x="5855" y="3884"/>
                  </a:cubicBezTo>
                  <a:lnTo>
                    <a:pt x="5871" y="3876"/>
                  </a:lnTo>
                  <a:close/>
                  <a:moveTo>
                    <a:pt x="4687" y="4265"/>
                  </a:moveTo>
                  <a:cubicBezTo>
                    <a:pt x="4728" y="4306"/>
                    <a:pt x="4752" y="4354"/>
                    <a:pt x="4736" y="4362"/>
                  </a:cubicBezTo>
                  <a:cubicBezTo>
                    <a:pt x="4729" y="4369"/>
                    <a:pt x="4726" y="4373"/>
                    <a:pt x="4721" y="4373"/>
                  </a:cubicBezTo>
                  <a:cubicBezTo>
                    <a:pt x="4713" y="4373"/>
                    <a:pt x="4704" y="4363"/>
                    <a:pt x="4679" y="4338"/>
                  </a:cubicBezTo>
                  <a:cubicBezTo>
                    <a:pt x="4646" y="4289"/>
                    <a:pt x="4671" y="4273"/>
                    <a:pt x="4687" y="4265"/>
                  </a:cubicBezTo>
                  <a:close/>
                  <a:moveTo>
                    <a:pt x="4233" y="4638"/>
                  </a:moveTo>
                  <a:cubicBezTo>
                    <a:pt x="4249" y="4670"/>
                    <a:pt x="4274" y="4703"/>
                    <a:pt x="4282" y="4743"/>
                  </a:cubicBezTo>
                  <a:lnTo>
                    <a:pt x="4274" y="4752"/>
                  </a:lnTo>
                  <a:cubicBezTo>
                    <a:pt x="4241" y="4703"/>
                    <a:pt x="4209" y="4654"/>
                    <a:pt x="4217" y="4646"/>
                  </a:cubicBezTo>
                  <a:lnTo>
                    <a:pt x="4233" y="4638"/>
                  </a:lnTo>
                  <a:close/>
                  <a:moveTo>
                    <a:pt x="3035" y="5521"/>
                  </a:moveTo>
                  <a:cubicBezTo>
                    <a:pt x="3043" y="5521"/>
                    <a:pt x="3047" y="5533"/>
                    <a:pt x="3057" y="5570"/>
                  </a:cubicBezTo>
                  <a:cubicBezTo>
                    <a:pt x="3071" y="5598"/>
                    <a:pt x="3075" y="5613"/>
                    <a:pt x="3069" y="5613"/>
                  </a:cubicBezTo>
                  <a:cubicBezTo>
                    <a:pt x="3065" y="5613"/>
                    <a:pt x="3055" y="5604"/>
                    <a:pt x="3041" y="5587"/>
                  </a:cubicBezTo>
                  <a:cubicBezTo>
                    <a:pt x="3001" y="5538"/>
                    <a:pt x="3001" y="5538"/>
                    <a:pt x="3017" y="5530"/>
                  </a:cubicBezTo>
                  <a:cubicBezTo>
                    <a:pt x="3025" y="5524"/>
                    <a:pt x="3031" y="5521"/>
                    <a:pt x="3035" y="5521"/>
                  </a:cubicBezTo>
                  <a:close/>
                  <a:moveTo>
                    <a:pt x="2814" y="5587"/>
                  </a:moveTo>
                  <a:cubicBezTo>
                    <a:pt x="2809" y="5592"/>
                    <a:pt x="2820" y="5614"/>
                    <a:pt x="2823" y="5614"/>
                  </a:cubicBezTo>
                  <a:cubicBezTo>
                    <a:pt x="2824" y="5614"/>
                    <a:pt x="2823" y="5607"/>
                    <a:pt x="2814" y="5587"/>
                  </a:cubicBezTo>
                  <a:close/>
                  <a:moveTo>
                    <a:pt x="2936" y="5587"/>
                  </a:moveTo>
                  <a:lnTo>
                    <a:pt x="2976" y="5627"/>
                  </a:lnTo>
                  <a:lnTo>
                    <a:pt x="2968" y="5635"/>
                  </a:lnTo>
                  <a:cubicBezTo>
                    <a:pt x="2963" y="5638"/>
                    <a:pt x="2960" y="5639"/>
                    <a:pt x="2957" y="5639"/>
                  </a:cubicBezTo>
                  <a:cubicBezTo>
                    <a:pt x="2949" y="5639"/>
                    <a:pt x="2943" y="5629"/>
                    <a:pt x="2920" y="5595"/>
                  </a:cubicBezTo>
                  <a:lnTo>
                    <a:pt x="2936" y="5587"/>
                  </a:lnTo>
                  <a:close/>
                  <a:moveTo>
                    <a:pt x="3422" y="5603"/>
                  </a:moveTo>
                  <a:lnTo>
                    <a:pt x="3463" y="5635"/>
                  </a:lnTo>
                  <a:cubicBezTo>
                    <a:pt x="3495" y="5684"/>
                    <a:pt x="3487" y="5692"/>
                    <a:pt x="3487" y="5692"/>
                  </a:cubicBezTo>
                  <a:cubicBezTo>
                    <a:pt x="3482" y="5694"/>
                    <a:pt x="3479" y="5696"/>
                    <a:pt x="3476" y="5696"/>
                  </a:cubicBezTo>
                  <a:cubicBezTo>
                    <a:pt x="3468" y="5696"/>
                    <a:pt x="3461" y="5686"/>
                    <a:pt x="3438" y="5652"/>
                  </a:cubicBezTo>
                  <a:cubicBezTo>
                    <a:pt x="3438" y="5652"/>
                    <a:pt x="3406" y="5611"/>
                    <a:pt x="3422" y="5603"/>
                  </a:cubicBezTo>
                  <a:close/>
                  <a:moveTo>
                    <a:pt x="2814" y="5668"/>
                  </a:moveTo>
                  <a:lnTo>
                    <a:pt x="2863" y="5700"/>
                  </a:lnTo>
                  <a:lnTo>
                    <a:pt x="2847" y="5708"/>
                  </a:lnTo>
                  <a:cubicBezTo>
                    <a:pt x="2844" y="5711"/>
                    <a:pt x="2842" y="5713"/>
                    <a:pt x="2840" y="5713"/>
                  </a:cubicBezTo>
                  <a:cubicBezTo>
                    <a:pt x="2835" y="5713"/>
                    <a:pt x="2828" y="5704"/>
                    <a:pt x="2806" y="5676"/>
                  </a:cubicBezTo>
                  <a:lnTo>
                    <a:pt x="2814" y="5668"/>
                  </a:lnTo>
                  <a:close/>
                  <a:moveTo>
                    <a:pt x="3309" y="5741"/>
                  </a:moveTo>
                  <a:lnTo>
                    <a:pt x="3357" y="5781"/>
                  </a:lnTo>
                  <a:lnTo>
                    <a:pt x="3374" y="5838"/>
                  </a:lnTo>
                  <a:lnTo>
                    <a:pt x="3365" y="5846"/>
                  </a:lnTo>
                  <a:cubicBezTo>
                    <a:pt x="3333" y="5797"/>
                    <a:pt x="3301" y="5749"/>
                    <a:pt x="3309" y="5741"/>
                  </a:cubicBezTo>
                  <a:close/>
                  <a:moveTo>
                    <a:pt x="2725" y="5789"/>
                  </a:moveTo>
                  <a:lnTo>
                    <a:pt x="2725" y="5789"/>
                  </a:lnTo>
                  <a:cubicBezTo>
                    <a:pt x="2757" y="5814"/>
                    <a:pt x="2782" y="5846"/>
                    <a:pt x="2806" y="5879"/>
                  </a:cubicBezTo>
                  <a:lnTo>
                    <a:pt x="2798" y="5887"/>
                  </a:lnTo>
                  <a:cubicBezTo>
                    <a:pt x="2797" y="5887"/>
                    <a:pt x="2795" y="5888"/>
                    <a:pt x="2794" y="5888"/>
                  </a:cubicBezTo>
                  <a:cubicBezTo>
                    <a:pt x="2777" y="5888"/>
                    <a:pt x="2749" y="5846"/>
                    <a:pt x="2749" y="5846"/>
                  </a:cubicBezTo>
                  <a:cubicBezTo>
                    <a:pt x="2749" y="5846"/>
                    <a:pt x="2717" y="5797"/>
                    <a:pt x="2725" y="5789"/>
                  </a:cubicBezTo>
                  <a:close/>
                  <a:moveTo>
                    <a:pt x="2247" y="6086"/>
                  </a:moveTo>
                  <a:lnTo>
                    <a:pt x="2247" y="6086"/>
                  </a:lnTo>
                  <a:cubicBezTo>
                    <a:pt x="2248" y="6086"/>
                    <a:pt x="2253" y="6091"/>
                    <a:pt x="2263" y="6106"/>
                  </a:cubicBezTo>
                  <a:lnTo>
                    <a:pt x="2295" y="6154"/>
                  </a:lnTo>
                  <a:cubicBezTo>
                    <a:pt x="2313" y="6190"/>
                    <a:pt x="2331" y="6230"/>
                    <a:pt x="2323" y="6230"/>
                  </a:cubicBezTo>
                  <a:cubicBezTo>
                    <a:pt x="2320" y="6230"/>
                    <a:pt x="2314" y="6224"/>
                    <a:pt x="2303" y="6211"/>
                  </a:cubicBezTo>
                  <a:cubicBezTo>
                    <a:pt x="2287" y="6179"/>
                    <a:pt x="2271" y="6146"/>
                    <a:pt x="2255" y="6114"/>
                  </a:cubicBezTo>
                  <a:cubicBezTo>
                    <a:pt x="2255" y="6114"/>
                    <a:pt x="2243" y="6086"/>
                    <a:pt x="2247" y="6086"/>
                  </a:cubicBezTo>
                  <a:close/>
                  <a:moveTo>
                    <a:pt x="1964" y="6519"/>
                  </a:moveTo>
                  <a:cubicBezTo>
                    <a:pt x="1976" y="6519"/>
                    <a:pt x="2036" y="6603"/>
                    <a:pt x="2044" y="6665"/>
                  </a:cubicBezTo>
                  <a:cubicBezTo>
                    <a:pt x="2042" y="6667"/>
                    <a:pt x="2040" y="6669"/>
                    <a:pt x="2038" y="6669"/>
                  </a:cubicBezTo>
                  <a:cubicBezTo>
                    <a:pt x="2033" y="6669"/>
                    <a:pt x="2026" y="6659"/>
                    <a:pt x="2003" y="6624"/>
                  </a:cubicBezTo>
                  <a:cubicBezTo>
                    <a:pt x="1971" y="6576"/>
                    <a:pt x="1947" y="6527"/>
                    <a:pt x="1963" y="6519"/>
                  </a:cubicBezTo>
                  <a:cubicBezTo>
                    <a:pt x="1963" y="6519"/>
                    <a:pt x="1964" y="6519"/>
                    <a:pt x="1964" y="6519"/>
                  </a:cubicBezTo>
                  <a:close/>
                  <a:moveTo>
                    <a:pt x="309" y="7661"/>
                  </a:moveTo>
                  <a:cubicBezTo>
                    <a:pt x="312" y="7661"/>
                    <a:pt x="330" y="7683"/>
                    <a:pt x="366" y="7727"/>
                  </a:cubicBezTo>
                  <a:cubicBezTo>
                    <a:pt x="398" y="7776"/>
                    <a:pt x="430" y="7824"/>
                    <a:pt x="414" y="7833"/>
                  </a:cubicBezTo>
                  <a:cubicBezTo>
                    <a:pt x="427" y="7866"/>
                    <a:pt x="429" y="7880"/>
                    <a:pt x="425" y="7880"/>
                  </a:cubicBezTo>
                  <a:cubicBezTo>
                    <a:pt x="416" y="7880"/>
                    <a:pt x="377" y="7813"/>
                    <a:pt x="349" y="7735"/>
                  </a:cubicBezTo>
                  <a:cubicBezTo>
                    <a:pt x="320" y="7686"/>
                    <a:pt x="306" y="7661"/>
                    <a:pt x="309" y="7661"/>
                  </a:cubicBezTo>
                  <a:close/>
                  <a:moveTo>
                    <a:pt x="9678" y="372"/>
                  </a:moveTo>
                  <a:cubicBezTo>
                    <a:pt x="9675" y="372"/>
                    <a:pt x="9691" y="395"/>
                    <a:pt x="9730" y="454"/>
                  </a:cubicBezTo>
                  <a:cubicBezTo>
                    <a:pt x="9766" y="504"/>
                    <a:pt x="9775" y="531"/>
                    <a:pt x="9761" y="531"/>
                  </a:cubicBezTo>
                  <a:cubicBezTo>
                    <a:pt x="9750" y="531"/>
                    <a:pt x="9725" y="515"/>
                    <a:pt x="9690" y="479"/>
                  </a:cubicBezTo>
                  <a:lnTo>
                    <a:pt x="9665" y="495"/>
                  </a:lnTo>
                  <a:cubicBezTo>
                    <a:pt x="9657" y="503"/>
                    <a:pt x="9690" y="544"/>
                    <a:pt x="9722" y="592"/>
                  </a:cubicBezTo>
                  <a:cubicBezTo>
                    <a:pt x="9762" y="648"/>
                    <a:pt x="9778" y="669"/>
                    <a:pt x="9774" y="669"/>
                  </a:cubicBezTo>
                  <a:cubicBezTo>
                    <a:pt x="9771" y="669"/>
                    <a:pt x="9762" y="661"/>
                    <a:pt x="9746" y="649"/>
                  </a:cubicBezTo>
                  <a:cubicBezTo>
                    <a:pt x="9714" y="625"/>
                    <a:pt x="9690" y="592"/>
                    <a:pt x="9665" y="560"/>
                  </a:cubicBezTo>
                  <a:cubicBezTo>
                    <a:pt x="9646" y="536"/>
                    <a:pt x="9635" y="529"/>
                    <a:pt x="9626" y="529"/>
                  </a:cubicBezTo>
                  <a:cubicBezTo>
                    <a:pt x="9620" y="529"/>
                    <a:pt x="9615" y="532"/>
                    <a:pt x="9608" y="536"/>
                  </a:cubicBezTo>
                  <a:cubicBezTo>
                    <a:pt x="9600" y="536"/>
                    <a:pt x="9576" y="552"/>
                    <a:pt x="9608" y="600"/>
                  </a:cubicBezTo>
                  <a:lnTo>
                    <a:pt x="9576" y="552"/>
                  </a:lnTo>
                  <a:cubicBezTo>
                    <a:pt x="9574" y="553"/>
                    <a:pt x="9573" y="553"/>
                    <a:pt x="9571" y="553"/>
                  </a:cubicBezTo>
                  <a:cubicBezTo>
                    <a:pt x="9561" y="553"/>
                    <a:pt x="9548" y="542"/>
                    <a:pt x="9546" y="542"/>
                  </a:cubicBezTo>
                  <a:lnTo>
                    <a:pt x="9546" y="542"/>
                  </a:lnTo>
                  <a:cubicBezTo>
                    <a:pt x="9545" y="542"/>
                    <a:pt x="9549" y="546"/>
                    <a:pt x="9560" y="560"/>
                  </a:cubicBezTo>
                  <a:cubicBezTo>
                    <a:pt x="9560" y="560"/>
                    <a:pt x="9558" y="561"/>
                    <a:pt x="9553" y="561"/>
                  </a:cubicBezTo>
                  <a:cubicBezTo>
                    <a:pt x="9546" y="561"/>
                    <a:pt x="9529" y="558"/>
                    <a:pt x="9495" y="544"/>
                  </a:cubicBezTo>
                  <a:cubicBezTo>
                    <a:pt x="9488" y="540"/>
                    <a:pt x="9483" y="538"/>
                    <a:pt x="9478" y="538"/>
                  </a:cubicBezTo>
                  <a:cubicBezTo>
                    <a:pt x="9447" y="538"/>
                    <a:pt x="9482" y="634"/>
                    <a:pt x="9568" y="698"/>
                  </a:cubicBezTo>
                  <a:lnTo>
                    <a:pt x="9560" y="706"/>
                  </a:lnTo>
                  <a:cubicBezTo>
                    <a:pt x="9544" y="714"/>
                    <a:pt x="9576" y="754"/>
                    <a:pt x="9576" y="754"/>
                  </a:cubicBezTo>
                  <a:cubicBezTo>
                    <a:pt x="9608" y="803"/>
                    <a:pt x="9600" y="811"/>
                    <a:pt x="9584" y="819"/>
                  </a:cubicBezTo>
                  <a:lnTo>
                    <a:pt x="9519" y="730"/>
                  </a:lnTo>
                  <a:cubicBezTo>
                    <a:pt x="9470" y="649"/>
                    <a:pt x="9430" y="603"/>
                    <a:pt x="9420" y="603"/>
                  </a:cubicBezTo>
                  <a:cubicBezTo>
                    <a:pt x="9412" y="603"/>
                    <a:pt x="9423" y="633"/>
                    <a:pt x="9462" y="698"/>
                  </a:cubicBezTo>
                  <a:lnTo>
                    <a:pt x="9430" y="649"/>
                  </a:lnTo>
                  <a:cubicBezTo>
                    <a:pt x="9417" y="632"/>
                    <a:pt x="9407" y="624"/>
                    <a:pt x="9402" y="624"/>
                  </a:cubicBezTo>
                  <a:cubicBezTo>
                    <a:pt x="9394" y="624"/>
                    <a:pt x="9393" y="640"/>
                    <a:pt x="9398" y="673"/>
                  </a:cubicBezTo>
                  <a:cubicBezTo>
                    <a:pt x="9381" y="681"/>
                    <a:pt x="9438" y="787"/>
                    <a:pt x="9471" y="827"/>
                  </a:cubicBezTo>
                  <a:cubicBezTo>
                    <a:pt x="9503" y="876"/>
                    <a:pt x="9495" y="884"/>
                    <a:pt x="9495" y="884"/>
                  </a:cubicBezTo>
                  <a:cubicBezTo>
                    <a:pt x="9490" y="887"/>
                    <a:pt x="9487" y="888"/>
                    <a:pt x="9484" y="888"/>
                  </a:cubicBezTo>
                  <a:cubicBezTo>
                    <a:pt x="9476" y="888"/>
                    <a:pt x="9469" y="878"/>
                    <a:pt x="9446" y="844"/>
                  </a:cubicBezTo>
                  <a:cubicBezTo>
                    <a:pt x="9417" y="804"/>
                    <a:pt x="9396" y="785"/>
                    <a:pt x="9387" y="785"/>
                  </a:cubicBezTo>
                  <a:cubicBezTo>
                    <a:pt x="9376" y="785"/>
                    <a:pt x="9382" y="814"/>
                    <a:pt x="9414" y="868"/>
                  </a:cubicBezTo>
                  <a:lnTo>
                    <a:pt x="9381" y="827"/>
                  </a:lnTo>
                  <a:cubicBezTo>
                    <a:pt x="9363" y="800"/>
                    <a:pt x="9339" y="775"/>
                    <a:pt x="9318" y="775"/>
                  </a:cubicBezTo>
                  <a:cubicBezTo>
                    <a:pt x="9301" y="775"/>
                    <a:pt x="9286" y="789"/>
                    <a:pt x="9276" y="827"/>
                  </a:cubicBezTo>
                  <a:cubicBezTo>
                    <a:pt x="9247" y="847"/>
                    <a:pt x="9224" y="863"/>
                    <a:pt x="9201" y="863"/>
                  </a:cubicBezTo>
                  <a:cubicBezTo>
                    <a:pt x="9186" y="863"/>
                    <a:pt x="9171" y="855"/>
                    <a:pt x="9154" y="836"/>
                  </a:cubicBezTo>
                  <a:cubicBezTo>
                    <a:pt x="9150" y="828"/>
                    <a:pt x="9146" y="825"/>
                    <a:pt x="9144" y="825"/>
                  </a:cubicBezTo>
                  <a:cubicBezTo>
                    <a:pt x="9130" y="825"/>
                    <a:pt x="9152" y="932"/>
                    <a:pt x="9187" y="1022"/>
                  </a:cubicBezTo>
                  <a:cubicBezTo>
                    <a:pt x="9168" y="994"/>
                    <a:pt x="9155" y="985"/>
                    <a:pt x="9143" y="985"/>
                  </a:cubicBezTo>
                  <a:cubicBezTo>
                    <a:pt x="9133" y="985"/>
                    <a:pt x="9124" y="991"/>
                    <a:pt x="9114" y="998"/>
                  </a:cubicBezTo>
                  <a:cubicBezTo>
                    <a:pt x="9100" y="1008"/>
                    <a:pt x="9092" y="1014"/>
                    <a:pt x="9085" y="1014"/>
                  </a:cubicBezTo>
                  <a:cubicBezTo>
                    <a:pt x="9075" y="1014"/>
                    <a:pt x="9067" y="1004"/>
                    <a:pt x="9049" y="981"/>
                  </a:cubicBezTo>
                  <a:cubicBezTo>
                    <a:pt x="9021" y="930"/>
                    <a:pt x="9007" y="903"/>
                    <a:pt x="9005" y="903"/>
                  </a:cubicBezTo>
                  <a:lnTo>
                    <a:pt x="9005" y="903"/>
                  </a:lnTo>
                  <a:cubicBezTo>
                    <a:pt x="9002" y="903"/>
                    <a:pt x="9012" y="932"/>
                    <a:pt x="9033" y="990"/>
                  </a:cubicBezTo>
                  <a:cubicBezTo>
                    <a:pt x="9058" y="1033"/>
                    <a:pt x="9059" y="1052"/>
                    <a:pt x="9046" y="1052"/>
                  </a:cubicBezTo>
                  <a:cubicBezTo>
                    <a:pt x="9030" y="1052"/>
                    <a:pt x="8992" y="1023"/>
                    <a:pt x="8952" y="973"/>
                  </a:cubicBezTo>
                  <a:cubicBezTo>
                    <a:pt x="8933" y="946"/>
                    <a:pt x="8923" y="936"/>
                    <a:pt x="8913" y="936"/>
                  </a:cubicBezTo>
                  <a:cubicBezTo>
                    <a:pt x="8905" y="936"/>
                    <a:pt x="8897" y="942"/>
                    <a:pt x="8887" y="949"/>
                  </a:cubicBezTo>
                  <a:cubicBezTo>
                    <a:pt x="8911" y="1006"/>
                    <a:pt x="8887" y="1022"/>
                    <a:pt x="8863" y="1038"/>
                  </a:cubicBezTo>
                  <a:cubicBezTo>
                    <a:pt x="8822" y="1063"/>
                    <a:pt x="8822" y="1063"/>
                    <a:pt x="8887" y="1152"/>
                  </a:cubicBezTo>
                  <a:cubicBezTo>
                    <a:pt x="8960" y="1249"/>
                    <a:pt x="8944" y="1257"/>
                    <a:pt x="8919" y="1273"/>
                  </a:cubicBezTo>
                  <a:cubicBezTo>
                    <a:pt x="8916" y="1276"/>
                    <a:pt x="8912" y="1279"/>
                    <a:pt x="8906" y="1279"/>
                  </a:cubicBezTo>
                  <a:cubicBezTo>
                    <a:pt x="8897" y="1279"/>
                    <a:pt x="8883" y="1271"/>
                    <a:pt x="8863" y="1241"/>
                  </a:cubicBezTo>
                  <a:cubicBezTo>
                    <a:pt x="8863" y="1241"/>
                    <a:pt x="8829" y="1207"/>
                    <a:pt x="8811" y="1207"/>
                  </a:cubicBezTo>
                  <a:cubicBezTo>
                    <a:pt x="8809" y="1207"/>
                    <a:pt x="8807" y="1208"/>
                    <a:pt x="8806" y="1208"/>
                  </a:cubicBezTo>
                  <a:cubicBezTo>
                    <a:pt x="8803" y="1212"/>
                    <a:pt x="8798" y="1215"/>
                    <a:pt x="8793" y="1215"/>
                  </a:cubicBezTo>
                  <a:cubicBezTo>
                    <a:pt x="8783" y="1215"/>
                    <a:pt x="8769" y="1206"/>
                    <a:pt x="8749" y="1176"/>
                  </a:cubicBezTo>
                  <a:cubicBezTo>
                    <a:pt x="8749" y="1176"/>
                    <a:pt x="8723" y="1155"/>
                    <a:pt x="8700" y="1155"/>
                  </a:cubicBezTo>
                  <a:cubicBezTo>
                    <a:pt x="8695" y="1155"/>
                    <a:pt x="8689" y="1157"/>
                    <a:pt x="8684" y="1160"/>
                  </a:cubicBezTo>
                  <a:cubicBezTo>
                    <a:pt x="8672" y="1168"/>
                    <a:pt x="8660" y="1176"/>
                    <a:pt x="8647" y="1176"/>
                  </a:cubicBezTo>
                  <a:cubicBezTo>
                    <a:pt x="8633" y="1176"/>
                    <a:pt x="8619" y="1168"/>
                    <a:pt x="8603" y="1144"/>
                  </a:cubicBezTo>
                  <a:lnTo>
                    <a:pt x="8603" y="1144"/>
                  </a:lnTo>
                  <a:cubicBezTo>
                    <a:pt x="8587" y="1152"/>
                    <a:pt x="8587" y="1152"/>
                    <a:pt x="8619" y="1200"/>
                  </a:cubicBezTo>
                  <a:cubicBezTo>
                    <a:pt x="8648" y="1236"/>
                    <a:pt x="8670" y="1284"/>
                    <a:pt x="8620" y="1284"/>
                  </a:cubicBezTo>
                  <a:cubicBezTo>
                    <a:pt x="8613" y="1284"/>
                    <a:pt x="8605" y="1283"/>
                    <a:pt x="8595" y="1281"/>
                  </a:cubicBezTo>
                  <a:cubicBezTo>
                    <a:pt x="8571" y="1298"/>
                    <a:pt x="8538" y="1322"/>
                    <a:pt x="8571" y="1371"/>
                  </a:cubicBezTo>
                  <a:cubicBezTo>
                    <a:pt x="8566" y="1373"/>
                    <a:pt x="8563" y="1375"/>
                    <a:pt x="8559" y="1375"/>
                  </a:cubicBezTo>
                  <a:cubicBezTo>
                    <a:pt x="8552" y="1375"/>
                    <a:pt x="8545" y="1365"/>
                    <a:pt x="8522" y="1330"/>
                  </a:cubicBezTo>
                  <a:cubicBezTo>
                    <a:pt x="8494" y="1291"/>
                    <a:pt x="8473" y="1272"/>
                    <a:pt x="8462" y="1272"/>
                  </a:cubicBezTo>
                  <a:cubicBezTo>
                    <a:pt x="8448" y="1272"/>
                    <a:pt x="8451" y="1303"/>
                    <a:pt x="8473" y="1363"/>
                  </a:cubicBezTo>
                  <a:cubicBezTo>
                    <a:pt x="8492" y="1390"/>
                    <a:pt x="8497" y="1405"/>
                    <a:pt x="8489" y="1405"/>
                  </a:cubicBezTo>
                  <a:cubicBezTo>
                    <a:pt x="8483" y="1405"/>
                    <a:pt x="8470" y="1396"/>
                    <a:pt x="8449" y="1379"/>
                  </a:cubicBezTo>
                  <a:lnTo>
                    <a:pt x="8449" y="1379"/>
                  </a:lnTo>
                  <a:cubicBezTo>
                    <a:pt x="8449" y="1379"/>
                    <a:pt x="8441" y="1387"/>
                    <a:pt x="8465" y="1444"/>
                  </a:cubicBezTo>
                  <a:cubicBezTo>
                    <a:pt x="8475" y="1472"/>
                    <a:pt x="8479" y="1484"/>
                    <a:pt x="8469" y="1484"/>
                  </a:cubicBezTo>
                  <a:cubicBezTo>
                    <a:pt x="8462" y="1484"/>
                    <a:pt x="8448" y="1478"/>
                    <a:pt x="8425" y="1468"/>
                  </a:cubicBezTo>
                  <a:cubicBezTo>
                    <a:pt x="8405" y="1438"/>
                    <a:pt x="8394" y="1429"/>
                    <a:pt x="8385" y="1429"/>
                  </a:cubicBezTo>
                  <a:cubicBezTo>
                    <a:pt x="8379" y="1429"/>
                    <a:pt x="8374" y="1432"/>
                    <a:pt x="8368" y="1436"/>
                  </a:cubicBezTo>
                  <a:cubicBezTo>
                    <a:pt x="8375" y="1490"/>
                    <a:pt x="8284" y="1556"/>
                    <a:pt x="8231" y="1556"/>
                  </a:cubicBezTo>
                  <a:cubicBezTo>
                    <a:pt x="8221" y="1556"/>
                    <a:pt x="8212" y="1554"/>
                    <a:pt x="8206" y="1549"/>
                  </a:cubicBezTo>
                  <a:lnTo>
                    <a:pt x="8206" y="1549"/>
                  </a:lnTo>
                  <a:cubicBezTo>
                    <a:pt x="8222" y="1598"/>
                    <a:pt x="8222" y="1598"/>
                    <a:pt x="8214" y="1606"/>
                  </a:cubicBezTo>
                  <a:cubicBezTo>
                    <a:pt x="8187" y="1578"/>
                    <a:pt x="8171" y="1567"/>
                    <a:pt x="8165" y="1567"/>
                  </a:cubicBezTo>
                  <a:cubicBezTo>
                    <a:pt x="8154" y="1567"/>
                    <a:pt x="8179" y="1612"/>
                    <a:pt x="8222" y="1671"/>
                  </a:cubicBezTo>
                  <a:lnTo>
                    <a:pt x="8230" y="1663"/>
                  </a:lnTo>
                  <a:lnTo>
                    <a:pt x="8246" y="1654"/>
                  </a:lnTo>
                  <a:cubicBezTo>
                    <a:pt x="8278" y="1702"/>
                    <a:pt x="8287" y="1730"/>
                    <a:pt x="8274" y="1730"/>
                  </a:cubicBezTo>
                  <a:cubicBezTo>
                    <a:pt x="8262" y="1730"/>
                    <a:pt x="8227" y="1700"/>
                    <a:pt x="8173" y="1630"/>
                  </a:cubicBezTo>
                  <a:cubicBezTo>
                    <a:pt x="8139" y="1591"/>
                    <a:pt x="8120" y="1571"/>
                    <a:pt x="8117" y="1571"/>
                  </a:cubicBezTo>
                  <a:lnTo>
                    <a:pt x="8117" y="1571"/>
                  </a:lnTo>
                  <a:cubicBezTo>
                    <a:pt x="8113" y="1571"/>
                    <a:pt x="8127" y="1595"/>
                    <a:pt x="8157" y="1646"/>
                  </a:cubicBezTo>
                  <a:cubicBezTo>
                    <a:pt x="8183" y="1703"/>
                    <a:pt x="8193" y="1732"/>
                    <a:pt x="8184" y="1732"/>
                  </a:cubicBezTo>
                  <a:cubicBezTo>
                    <a:pt x="8176" y="1732"/>
                    <a:pt x="8154" y="1712"/>
                    <a:pt x="8117" y="1671"/>
                  </a:cubicBezTo>
                  <a:cubicBezTo>
                    <a:pt x="8085" y="1627"/>
                    <a:pt x="8069" y="1605"/>
                    <a:pt x="8067" y="1605"/>
                  </a:cubicBezTo>
                  <a:lnTo>
                    <a:pt x="8067" y="1605"/>
                  </a:lnTo>
                  <a:cubicBezTo>
                    <a:pt x="8065" y="1605"/>
                    <a:pt x="8079" y="1629"/>
                    <a:pt x="8108" y="1679"/>
                  </a:cubicBezTo>
                  <a:cubicBezTo>
                    <a:pt x="8172" y="1801"/>
                    <a:pt x="8197" y="1875"/>
                    <a:pt x="8177" y="1875"/>
                  </a:cubicBezTo>
                  <a:cubicBezTo>
                    <a:pt x="8164" y="1875"/>
                    <a:pt x="8131" y="1842"/>
                    <a:pt x="8076" y="1768"/>
                  </a:cubicBezTo>
                  <a:cubicBezTo>
                    <a:pt x="8017" y="1686"/>
                    <a:pt x="7978" y="1645"/>
                    <a:pt x="7959" y="1645"/>
                  </a:cubicBezTo>
                  <a:cubicBezTo>
                    <a:pt x="7957" y="1645"/>
                    <a:pt x="7956" y="1646"/>
                    <a:pt x="7954" y="1646"/>
                  </a:cubicBezTo>
                  <a:cubicBezTo>
                    <a:pt x="7946" y="1654"/>
                    <a:pt x="7979" y="1703"/>
                    <a:pt x="8011" y="1744"/>
                  </a:cubicBezTo>
                  <a:cubicBezTo>
                    <a:pt x="8055" y="1791"/>
                    <a:pt x="8070" y="1816"/>
                    <a:pt x="8061" y="1816"/>
                  </a:cubicBezTo>
                  <a:cubicBezTo>
                    <a:pt x="8054" y="1816"/>
                    <a:pt x="8028" y="1797"/>
                    <a:pt x="7987" y="1760"/>
                  </a:cubicBezTo>
                  <a:cubicBezTo>
                    <a:pt x="7923" y="1707"/>
                    <a:pt x="7883" y="1682"/>
                    <a:pt x="7863" y="1682"/>
                  </a:cubicBezTo>
                  <a:cubicBezTo>
                    <a:pt x="7839" y="1682"/>
                    <a:pt x="7840" y="1715"/>
                    <a:pt x="7857" y="1776"/>
                  </a:cubicBezTo>
                  <a:cubicBezTo>
                    <a:pt x="7866" y="1848"/>
                    <a:pt x="7860" y="1888"/>
                    <a:pt x="7847" y="1888"/>
                  </a:cubicBezTo>
                  <a:cubicBezTo>
                    <a:pt x="7837" y="1888"/>
                    <a:pt x="7823" y="1862"/>
                    <a:pt x="7809" y="1808"/>
                  </a:cubicBezTo>
                  <a:cubicBezTo>
                    <a:pt x="7786" y="1749"/>
                    <a:pt x="7776" y="1723"/>
                    <a:pt x="7773" y="1723"/>
                  </a:cubicBezTo>
                  <a:lnTo>
                    <a:pt x="7773" y="1723"/>
                  </a:lnTo>
                  <a:cubicBezTo>
                    <a:pt x="7771" y="1723"/>
                    <a:pt x="7773" y="1739"/>
                    <a:pt x="7776" y="1768"/>
                  </a:cubicBezTo>
                  <a:cubicBezTo>
                    <a:pt x="7752" y="1784"/>
                    <a:pt x="7727" y="1800"/>
                    <a:pt x="7719" y="1808"/>
                  </a:cubicBezTo>
                  <a:cubicBezTo>
                    <a:pt x="7703" y="1817"/>
                    <a:pt x="7727" y="1865"/>
                    <a:pt x="7760" y="1914"/>
                  </a:cubicBezTo>
                  <a:cubicBezTo>
                    <a:pt x="7720" y="1869"/>
                    <a:pt x="7684" y="1839"/>
                    <a:pt x="7667" y="1839"/>
                  </a:cubicBezTo>
                  <a:cubicBezTo>
                    <a:pt x="7654" y="1839"/>
                    <a:pt x="7653" y="1859"/>
                    <a:pt x="7671" y="1906"/>
                  </a:cubicBezTo>
                  <a:lnTo>
                    <a:pt x="7646" y="1922"/>
                  </a:lnTo>
                  <a:cubicBezTo>
                    <a:pt x="7630" y="1930"/>
                    <a:pt x="7630" y="1930"/>
                    <a:pt x="7654" y="1987"/>
                  </a:cubicBezTo>
                  <a:cubicBezTo>
                    <a:pt x="7663" y="2007"/>
                    <a:pt x="7663" y="2015"/>
                    <a:pt x="7656" y="2015"/>
                  </a:cubicBezTo>
                  <a:cubicBezTo>
                    <a:pt x="7644" y="2015"/>
                    <a:pt x="7613" y="1989"/>
                    <a:pt x="7581" y="1963"/>
                  </a:cubicBezTo>
                  <a:cubicBezTo>
                    <a:pt x="7554" y="1941"/>
                    <a:pt x="7524" y="1916"/>
                    <a:pt x="7516" y="1916"/>
                  </a:cubicBezTo>
                  <a:cubicBezTo>
                    <a:pt x="7512" y="1916"/>
                    <a:pt x="7514" y="1922"/>
                    <a:pt x="7525" y="1938"/>
                  </a:cubicBezTo>
                  <a:cubicBezTo>
                    <a:pt x="7557" y="1987"/>
                    <a:pt x="7581" y="2044"/>
                    <a:pt x="7590" y="2100"/>
                  </a:cubicBezTo>
                  <a:cubicBezTo>
                    <a:pt x="7597" y="2116"/>
                    <a:pt x="7598" y="2122"/>
                    <a:pt x="7594" y="2122"/>
                  </a:cubicBezTo>
                  <a:cubicBezTo>
                    <a:pt x="7586" y="2122"/>
                    <a:pt x="7560" y="2093"/>
                    <a:pt x="7549" y="2060"/>
                  </a:cubicBezTo>
                  <a:cubicBezTo>
                    <a:pt x="7525" y="2019"/>
                    <a:pt x="7492" y="1995"/>
                    <a:pt x="7460" y="1979"/>
                  </a:cubicBezTo>
                  <a:cubicBezTo>
                    <a:pt x="7444" y="1987"/>
                    <a:pt x="7419" y="2003"/>
                    <a:pt x="7452" y="2052"/>
                  </a:cubicBezTo>
                  <a:cubicBezTo>
                    <a:pt x="7476" y="2088"/>
                    <a:pt x="7447" y="2124"/>
                    <a:pt x="7410" y="2124"/>
                  </a:cubicBezTo>
                  <a:cubicBezTo>
                    <a:pt x="7397" y="2124"/>
                    <a:pt x="7383" y="2119"/>
                    <a:pt x="7371" y="2108"/>
                  </a:cubicBezTo>
                  <a:lnTo>
                    <a:pt x="7346" y="2125"/>
                  </a:lnTo>
                  <a:cubicBezTo>
                    <a:pt x="7338" y="2133"/>
                    <a:pt x="7354" y="2190"/>
                    <a:pt x="7346" y="2198"/>
                  </a:cubicBezTo>
                  <a:cubicBezTo>
                    <a:pt x="7346" y="2198"/>
                    <a:pt x="7330" y="2206"/>
                    <a:pt x="7354" y="2254"/>
                  </a:cubicBezTo>
                  <a:cubicBezTo>
                    <a:pt x="7351" y="2258"/>
                    <a:pt x="7347" y="2261"/>
                    <a:pt x="7340" y="2261"/>
                  </a:cubicBezTo>
                  <a:cubicBezTo>
                    <a:pt x="7330" y="2261"/>
                    <a:pt x="7317" y="2254"/>
                    <a:pt x="7298" y="2230"/>
                  </a:cubicBezTo>
                  <a:lnTo>
                    <a:pt x="7298" y="2230"/>
                  </a:lnTo>
                  <a:cubicBezTo>
                    <a:pt x="7327" y="2281"/>
                    <a:pt x="7342" y="2305"/>
                    <a:pt x="7337" y="2305"/>
                  </a:cubicBezTo>
                  <a:cubicBezTo>
                    <a:pt x="7332" y="2305"/>
                    <a:pt x="7312" y="2285"/>
                    <a:pt x="7273" y="2246"/>
                  </a:cubicBezTo>
                  <a:cubicBezTo>
                    <a:pt x="7242" y="2199"/>
                    <a:pt x="7225" y="2174"/>
                    <a:pt x="7224" y="2174"/>
                  </a:cubicBezTo>
                  <a:lnTo>
                    <a:pt x="7224" y="2174"/>
                  </a:lnTo>
                  <a:cubicBezTo>
                    <a:pt x="7222" y="2174"/>
                    <a:pt x="7236" y="2201"/>
                    <a:pt x="7265" y="2254"/>
                  </a:cubicBezTo>
                  <a:cubicBezTo>
                    <a:pt x="7274" y="2280"/>
                    <a:pt x="7278" y="2292"/>
                    <a:pt x="7274" y="2292"/>
                  </a:cubicBezTo>
                  <a:cubicBezTo>
                    <a:pt x="7270" y="2292"/>
                    <a:pt x="7260" y="2282"/>
                    <a:pt x="7241" y="2262"/>
                  </a:cubicBezTo>
                  <a:cubicBezTo>
                    <a:pt x="7226" y="2244"/>
                    <a:pt x="7215" y="2236"/>
                    <a:pt x="7210" y="2236"/>
                  </a:cubicBezTo>
                  <a:cubicBezTo>
                    <a:pt x="7204" y="2236"/>
                    <a:pt x="7207" y="2248"/>
                    <a:pt x="7225" y="2271"/>
                  </a:cubicBezTo>
                  <a:cubicBezTo>
                    <a:pt x="7263" y="2341"/>
                    <a:pt x="7275" y="2397"/>
                    <a:pt x="7257" y="2397"/>
                  </a:cubicBezTo>
                  <a:cubicBezTo>
                    <a:pt x="7249" y="2397"/>
                    <a:pt x="7233" y="2384"/>
                    <a:pt x="7209" y="2352"/>
                  </a:cubicBezTo>
                  <a:lnTo>
                    <a:pt x="7209" y="2352"/>
                  </a:lnTo>
                  <a:cubicBezTo>
                    <a:pt x="7209" y="2352"/>
                    <a:pt x="7200" y="2360"/>
                    <a:pt x="7225" y="2417"/>
                  </a:cubicBezTo>
                  <a:cubicBezTo>
                    <a:pt x="7250" y="2466"/>
                    <a:pt x="7262" y="2491"/>
                    <a:pt x="7259" y="2491"/>
                  </a:cubicBezTo>
                  <a:cubicBezTo>
                    <a:pt x="7256" y="2491"/>
                    <a:pt x="7240" y="2468"/>
                    <a:pt x="7209" y="2425"/>
                  </a:cubicBezTo>
                  <a:cubicBezTo>
                    <a:pt x="7171" y="2384"/>
                    <a:pt x="7150" y="2363"/>
                    <a:pt x="7142" y="2363"/>
                  </a:cubicBezTo>
                  <a:cubicBezTo>
                    <a:pt x="7134" y="2363"/>
                    <a:pt x="7145" y="2392"/>
                    <a:pt x="7176" y="2449"/>
                  </a:cubicBezTo>
                  <a:cubicBezTo>
                    <a:pt x="7176" y="2449"/>
                    <a:pt x="7185" y="2476"/>
                    <a:pt x="7173" y="2476"/>
                  </a:cubicBezTo>
                  <a:cubicBezTo>
                    <a:pt x="7169" y="2476"/>
                    <a:pt x="7162" y="2473"/>
                    <a:pt x="7152" y="2465"/>
                  </a:cubicBezTo>
                  <a:cubicBezTo>
                    <a:pt x="7130" y="2453"/>
                    <a:pt x="7102" y="2445"/>
                    <a:pt x="7079" y="2445"/>
                  </a:cubicBezTo>
                  <a:cubicBezTo>
                    <a:pt x="7041" y="2445"/>
                    <a:pt x="7017" y="2466"/>
                    <a:pt x="7063" y="2522"/>
                  </a:cubicBezTo>
                  <a:lnTo>
                    <a:pt x="7046" y="2538"/>
                  </a:lnTo>
                  <a:cubicBezTo>
                    <a:pt x="7025" y="2526"/>
                    <a:pt x="7009" y="2519"/>
                    <a:pt x="6999" y="2519"/>
                  </a:cubicBezTo>
                  <a:cubicBezTo>
                    <a:pt x="6983" y="2519"/>
                    <a:pt x="6983" y="2536"/>
                    <a:pt x="6998" y="2571"/>
                  </a:cubicBezTo>
                  <a:lnTo>
                    <a:pt x="7014" y="2619"/>
                  </a:lnTo>
                  <a:cubicBezTo>
                    <a:pt x="6984" y="2582"/>
                    <a:pt x="6948" y="2545"/>
                    <a:pt x="6930" y="2545"/>
                  </a:cubicBezTo>
                  <a:cubicBezTo>
                    <a:pt x="6928" y="2545"/>
                    <a:pt x="6926" y="2546"/>
                    <a:pt x="6925" y="2546"/>
                  </a:cubicBezTo>
                  <a:cubicBezTo>
                    <a:pt x="6917" y="2554"/>
                    <a:pt x="6917" y="2554"/>
                    <a:pt x="6949" y="2603"/>
                  </a:cubicBezTo>
                  <a:cubicBezTo>
                    <a:pt x="6990" y="2635"/>
                    <a:pt x="6982" y="2644"/>
                    <a:pt x="6965" y="2652"/>
                  </a:cubicBezTo>
                  <a:cubicBezTo>
                    <a:pt x="6965" y="2652"/>
                    <a:pt x="6964" y="2653"/>
                    <a:pt x="6962" y="2653"/>
                  </a:cubicBezTo>
                  <a:cubicBezTo>
                    <a:pt x="6949" y="2653"/>
                    <a:pt x="6906" y="2616"/>
                    <a:pt x="6876" y="2579"/>
                  </a:cubicBezTo>
                  <a:lnTo>
                    <a:pt x="6868" y="2587"/>
                  </a:lnTo>
                  <a:cubicBezTo>
                    <a:pt x="6909" y="2643"/>
                    <a:pt x="6921" y="2667"/>
                    <a:pt x="6914" y="2667"/>
                  </a:cubicBezTo>
                  <a:cubicBezTo>
                    <a:pt x="6910" y="2667"/>
                    <a:pt x="6899" y="2659"/>
                    <a:pt x="6884" y="2644"/>
                  </a:cubicBezTo>
                  <a:cubicBezTo>
                    <a:pt x="6860" y="2620"/>
                    <a:pt x="6845" y="2613"/>
                    <a:pt x="6834" y="2613"/>
                  </a:cubicBezTo>
                  <a:cubicBezTo>
                    <a:pt x="6827" y="2613"/>
                    <a:pt x="6823" y="2616"/>
                    <a:pt x="6819" y="2619"/>
                  </a:cubicBezTo>
                  <a:lnTo>
                    <a:pt x="6787" y="2571"/>
                  </a:lnTo>
                  <a:cubicBezTo>
                    <a:pt x="6774" y="2560"/>
                    <a:pt x="6767" y="2555"/>
                    <a:pt x="6764" y="2555"/>
                  </a:cubicBezTo>
                  <a:cubicBezTo>
                    <a:pt x="6756" y="2555"/>
                    <a:pt x="6781" y="2591"/>
                    <a:pt x="6811" y="2627"/>
                  </a:cubicBezTo>
                  <a:lnTo>
                    <a:pt x="6787" y="2644"/>
                  </a:lnTo>
                  <a:cubicBezTo>
                    <a:pt x="6771" y="2652"/>
                    <a:pt x="6763" y="2660"/>
                    <a:pt x="6803" y="2692"/>
                  </a:cubicBezTo>
                  <a:cubicBezTo>
                    <a:pt x="6836" y="2741"/>
                    <a:pt x="6868" y="2790"/>
                    <a:pt x="6860" y="2798"/>
                  </a:cubicBezTo>
                  <a:cubicBezTo>
                    <a:pt x="6830" y="2753"/>
                    <a:pt x="6800" y="2708"/>
                    <a:pt x="6783" y="2708"/>
                  </a:cubicBezTo>
                  <a:cubicBezTo>
                    <a:pt x="6781" y="2708"/>
                    <a:pt x="6780" y="2708"/>
                    <a:pt x="6779" y="2708"/>
                  </a:cubicBezTo>
                  <a:cubicBezTo>
                    <a:pt x="6778" y="2709"/>
                    <a:pt x="6777" y="2709"/>
                    <a:pt x="6776" y="2709"/>
                  </a:cubicBezTo>
                  <a:cubicBezTo>
                    <a:pt x="6765" y="2709"/>
                    <a:pt x="6738" y="2676"/>
                    <a:pt x="6738" y="2676"/>
                  </a:cubicBezTo>
                  <a:cubicBezTo>
                    <a:pt x="6718" y="2639"/>
                    <a:pt x="6703" y="2625"/>
                    <a:pt x="6693" y="2625"/>
                  </a:cubicBezTo>
                  <a:cubicBezTo>
                    <a:pt x="6675" y="2625"/>
                    <a:pt x="6674" y="2672"/>
                    <a:pt x="6690" y="2708"/>
                  </a:cubicBezTo>
                  <a:cubicBezTo>
                    <a:pt x="6712" y="2766"/>
                    <a:pt x="6719" y="2794"/>
                    <a:pt x="6710" y="2794"/>
                  </a:cubicBezTo>
                  <a:cubicBezTo>
                    <a:pt x="6702" y="2794"/>
                    <a:pt x="6683" y="2774"/>
                    <a:pt x="6649" y="2733"/>
                  </a:cubicBezTo>
                  <a:cubicBezTo>
                    <a:pt x="6632" y="2708"/>
                    <a:pt x="6623" y="2696"/>
                    <a:pt x="6620" y="2696"/>
                  </a:cubicBezTo>
                  <a:lnTo>
                    <a:pt x="6620" y="2696"/>
                  </a:lnTo>
                  <a:cubicBezTo>
                    <a:pt x="6612" y="2696"/>
                    <a:pt x="6654" y="2787"/>
                    <a:pt x="6714" y="2895"/>
                  </a:cubicBezTo>
                  <a:lnTo>
                    <a:pt x="6803" y="3041"/>
                  </a:lnTo>
                  <a:lnTo>
                    <a:pt x="6706" y="2903"/>
                  </a:lnTo>
                  <a:cubicBezTo>
                    <a:pt x="6625" y="2804"/>
                    <a:pt x="6589" y="2760"/>
                    <a:pt x="6578" y="2760"/>
                  </a:cubicBezTo>
                  <a:cubicBezTo>
                    <a:pt x="6570" y="2760"/>
                    <a:pt x="6578" y="2788"/>
                    <a:pt x="6592" y="2838"/>
                  </a:cubicBezTo>
                  <a:cubicBezTo>
                    <a:pt x="6597" y="2873"/>
                    <a:pt x="6599" y="2889"/>
                    <a:pt x="6595" y="2889"/>
                  </a:cubicBezTo>
                  <a:cubicBezTo>
                    <a:pt x="6591" y="2889"/>
                    <a:pt x="6583" y="2877"/>
                    <a:pt x="6568" y="2854"/>
                  </a:cubicBezTo>
                  <a:cubicBezTo>
                    <a:pt x="6551" y="2829"/>
                    <a:pt x="6538" y="2819"/>
                    <a:pt x="6525" y="2819"/>
                  </a:cubicBezTo>
                  <a:cubicBezTo>
                    <a:pt x="6514" y="2819"/>
                    <a:pt x="6502" y="2827"/>
                    <a:pt x="6487" y="2838"/>
                  </a:cubicBezTo>
                  <a:cubicBezTo>
                    <a:pt x="6446" y="2862"/>
                    <a:pt x="6438" y="2871"/>
                    <a:pt x="6471" y="2919"/>
                  </a:cubicBezTo>
                  <a:lnTo>
                    <a:pt x="6446" y="2935"/>
                  </a:lnTo>
                  <a:cubicBezTo>
                    <a:pt x="6422" y="2908"/>
                    <a:pt x="6406" y="2896"/>
                    <a:pt x="6400" y="2896"/>
                  </a:cubicBezTo>
                  <a:cubicBezTo>
                    <a:pt x="6386" y="2896"/>
                    <a:pt x="6406" y="2941"/>
                    <a:pt x="6455" y="3000"/>
                  </a:cubicBezTo>
                  <a:lnTo>
                    <a:pt x="6430" y="3017"/>
                  </a:lnTo>
                  <a:lnTo>
                    <a:pt x="6398" y="2968"/>
                  </a:lnTo>
                  <a:cubicBezTo>
                    <a:pt x="6385" y="2949"/>
                    <a:pt x="6373" y="2940"/>
                    <a:pt x="6359" y="2940"/>
                  </a:cubicBezTo>
                  <a:cubicBezTo>
                    <a:pt x="6336" y="2940"/>
                    <a:pt x="6306" y="2961"/>
                    <a:pt x="6252" y="3000"/>
                  </a:cubicBezTo>
                  <a:cubicBezTo>
                    <a:pt x="6138" y="3073"/>
                    <a:pt x="6130" y="3081"/>
                    <a:pt x="6195" y="3171"/>
                  </a:cubicBezTo>
                  <a:cubicBezTo>
                    <a:pt x="6225" y="3226"/>
                    <a:pt x="6235" y="3255"/>
                    <a:pt x="6227" y="3255"/>
                  </a:cubicBezTo>
                  <a:cubicBezTo>
                    <a:pt x="6221" y="3255"/>
                    <a:pt x="6201" y="3233"/>
                    <a:pt x="6171" y="3187"/>
                  </a:cubicBezTo>
                  <a:cubicBezTo>
                    <a:pt x="6149" y="3159"/>
                    <a:pt x="6123" y="3132"/>
                    <a:pt x="6119" y="3132"/>
                  </a:cubicBezTo>
                  <a:lnTo>
                    <a:pt x="6119" y="3132"/>
                  </a:lnTo>
                  <a:cubicBezTo>
                    <a:pt x="6117" y="3132"/>
                    <a:pt x="6120" y="3138"/>
                    <a:pt x="6130" y="3154"/>
                  </a:cubicBezTo>
                  <a:cubicBezTo>
                    <a:pt x="6130" y="3154"/>
                    <a:pt x="6125" y="3158"/>
                    <a:pt x="6116" y="3158"/>
                  </a:cubicBezTo>
                  <a:cubicBezTo>
                    <a:pt x="6104" y="3158"/>
                    <a:pt x="6084" y="3153"/>
                    <a:pt x="6057" y="3130"/>
                  </a:cubicBezTo>
                  <a:cubicBezTo>
                    <a:pt x="6024" y="3108"/>
                    <a:pt x="6004" y="3099"/>
                    <a:pt x="5993" y="3099"/>
                  </a:cubicBezTo>
                  <a:cubicBezTo>
                    <a:pt x="5973" y="3099"/>
                    <a:pt x="5987" y="3131"/>
                    <a:pt x="6009" y="3162"/>
                  </a:cubicBezTo>
                  <a:cubicBezTo>
                    <a:pt x="6045" y="3199"/>
                    <a:pt x="6055" y="3213"/>
                    <a:pt x="6052" y="3213"/>
                  </a:cubicBezTo>
                  <a:cubicBezTo>
                    <a:pt x="6047" y="3213"/>
                    <a:pt x="6023" y="3193"/>
                    <a:pt x="6000" y="3171"/>
                  </a:cubicBezTo>
                  <a:cubicBezTo>
                    <a:pt x="5968" y="3143"/>
                    <a:pt x="5938" y="3120"/>
                    <a:pt x="5933" y="3120"/>
                  </a:cubicBezTo>
                  <a:lnTo>
                    <a:pt x="5933" y="3120"/>
                  </a:lnTo>
                  <a:cubicBezTo>
                    <a:pt x="5930" y="3120"/>
                    <a:pt x="5933" y="3125"/>
                    <a:pt x="5944" y="3138"/>
                  </a:cubicBezTo>
                  <a:cubicBezTo>
                    <a:pt x="5955" y="3177"/>
                    <a:pt x="5943" y="3236"/>
                    <a:pt x="5913" y="3236"/>
                  </a:cubicBezTo>
                  <a:cubicBezTo>
                    <a:pt x="5899" y="3236"/>
                    <a:pt x="5883" y="3225"/>
                    <a:pt x="5863" y="3195"/>
                  </a:cubicBezTo>
                  <a:lnTo>
                    <a:pt x="5838" y="3211"/>
                  </a:lnTo>
                  <a:cubicBezTo>
                    <a:pt x="5871" y="3260"/>
                    <a:pt x="5846" y="3276"/>
                    <a:pt x="5822" y="3292"/>
                  </a:cubicBezTo>
                  <a:cubicBezTo>
                    <a:pt x="5812" y="3299"/>
                    <a:pt x="5803" y="3305"/>
                    <a:pt x="5793" y="3305"/>
                  </a:cubicBezTo>
                  <a:cubicBezTo>
                    <a:pt x="5781" y="3305"/>
                    <a:pt x="5767" y="3295"/>
                    <a:pt x="5749" y="3268"/>
                  </a:cubicBezTo>
                  <a:cubicBezTo>
                    <a:pt x="5742" y="3242"/>
                    <a:pt x="5735" y="3230"/>
                    <a:pt x="5729" y="3230"/>
                  </a:cubicBezTo>
                  <a:cubicBezTo>
                    <a:pt x="5723" y="3230"/>
                    <a:pt x="5720" y="3248"/>
                    <a:pt x="5725" y="3284"/>
                  </a:cubicBezTo>
                  <a:cubicBezTo>
                    <a:pt x="5717" y="3292"/>
                    <a:pt x="5773" y="3389"/>
                    <a:pt x="5757" y="3398"/>
                  </a:cubicBezTo>
                  <a:cubicBezTo>
                    <a:pt x="5790" y="3446"/>
                    <a:pt x="5814" y="3503"/>
                    <a:pt x="5798" y="3511"/>
                  </a:cubicBezTo>
                  <a:lnTo>
                    <a:pt x="5765" y="3462"/>
                  </a:lnTo>
                  <a:lnTo>
                    <a:pt x="5700" y="3373"/>
                  </a:lnTo>
                  <a:lnTo>
                    <a:pt x="5700" y="3373"/>
                  </a:lnTo>
                  <a:cubicBezTo>
                    <a:pt x="5692" y="3381"/>
                    <a:pt x="5676" y="3389"/>
                    <a:pt x="5709" y="3430"/>
                  </a:cubicBezTo>
                  <a:cubicBezTo>
                    <a:pt x="5688" y="3414"/>
                    <a:pt x="5674" y="3408"/>
                    <a:pt x="5662" y="3408"/>
                  </a:cubicBezTo>
                  <a:cubicBezTo>
                    <a:pt x="5650" y="3408"/>
                    <a:pt x="5640" y="3414"/>
                    <a:pt x="5628" y="3422"/>
                  </a:cubicBezTo>
                  <a:cubicBezTo>
                    <a:pt x="5603" y="3438"/>
                    <a:pt x="5587" y="3454"/>
                    <a:pt x="5603" y="3503"/>
                  </a:cubicBezTo>
                  <a:cubicBezTo>
                    <a:pt x="5575" y="3475"/>
                    <a:pt x="5548" y="3462"/>
                    <a:pt x="5528" y="3462"/>
                  </a:cubicBezTo>
                  <a:cubicBezTo>
                    <a:pt x="5491" y="3462"/>
                    <a:pt x="5474" y="3505"/>
                    <a:pt x="5506" y="3568"/>
                  </a:cubicBezTo>
                  <a:cubicBezTo>
                    <a:pt x="5524" y="3595"/>
                    <a:pt x="5530" y="3610"/>
                    <a:pt x="5522" y="3610"/>
                  </a:cubicBezTo>
                  <a:cubicBezTo>
                    <a:pt x="5516" y="3610"/>
                    <a:pt x="5503" y="3602"/>
                    <a:pt x="5482" y="3584"/>
                  </a:cubicBezTo>
                  <a:cubicBezTo>
                    <a:pt x="5463" y="3565"/>
                    <a:pt x="5453" y="3555"/>
                    <a:pt x="5450" y="3555"/>
                  </a:cubicBezTo>
                  <a:lnTo>
                    <a:pt x="5450" y="3555"/>
                  </a:lnTo>
                  <a:cubicBezTo>
                    <a:pt x="5446" y="3555"/>
                    <a:pt x="5452" y="3570"/>
                    <a:pt x="5465" y="3600"/>
                  </a:cubicBezTo>
                  <a:cubicBezTo>
                    <a:pt x="5471" y="3620"/>
                    <a:pt x="5470" y="3628"/>
                    <a:pt x="5463" y="3628"/>
                  </a:cubicBezTo>
                  <a:cubicBezTo>
                    <a:pt x="5452" y="3628"/>
                    <a:pt x="5424" y="3602"/>
                    <a:pt x="5392" y="3576"/>
                  </a:cubicBezTo>
                  <a:cubicBezTo>
                    <a:pt x="5351" y="3534"/>
                    <a:pt x="5328" y="3516"/>
                    <a:pt x="5320" y="3516"/>
                  </a:cubicBezTo>
                  <a:cubicBezTo>
                    <a:pt x="5312" y="3516"/>
                    <a:pt x="5316" y="3532"/>
                    <a:pt x="5328" y="3560"/>
                  </a:cubicBezTo>
                  <a:cubicBezTo>
                    <a:pt x="5336" y="3616"/>
                    <a:pt x="5311" y="3633"/>
                    <a:pt x="5295" y="3641"/>
                  </a:cubicBezTo>
                  <a:cubicBezTo>
                    <a:pt x="5303" y="3706"/>
                    <a:pt x="5295" y="3714"/>
                    <a:pt x="5344" y="3754"/>
                  </a:cubicBezTo>
                  <a:cubicBezTo>
                    <a:pt x="5360" y="3787"/>
                    <a:pt x="5376" y="3819"/>
                    <a:pt x="5392" y="3852"/>
                  </a:cubicBezTo>
                  <a:cubicBezTo>
                    <a:pt x="5396" y="3877"/>
                    <a:pt x="5393" y="3885"/>
                    <a:pt x="5389" y="3885"/>
                  </a:cubicBezTo>
                  <a:cubicBezTo>
                    <a:pt x="5383" y="3885"/>
                    <a:pt x="5374" y="3865"/>
                    <a:pt x="5384" y="3860"/>
                  </a:cubicBezTo>
                  <a:cubicBezTo>
                    <a:pt x="5376" y="3795"/>
                    <a:pt x="5360" y="3803"/>
                    <a:pt x="5319" y="3771"/>
                  </a:cubicBezTo>
                  <a:cubicBezTo>
                    <a:pt x="5295" y="3750"/>
                    <a:pt x="5277" y="3744"/>
                    <a:pt x="5264" y="3744"/>
                  </a:cubicBezTo>
                  <a:cubicBezTo>
                    <a:pt x="5251" y="3744"/>
                    <a:pt x="5242" y="3750"/>
                    <a:pt x="5238" y="3754"/>
                  </a:cubicBezTo>
                  <a:lnTo>
                    <a:pt x="5190" y="3787"/>
                  </a:lnTo>
                  <a:cubicBezTo>
                    <a:pt x="5164" y="3778"/>
                    <a:pt x="5146" y="3773"/>
                    <a:pt x="5135" y="3773"/>
                  </a:cubicBezTo>
                  <a:cubicBezTo>
                    <a:pt x="5116" y="3773"/>
                    <a:pt x="5120" y="3788"/>
                    <a:pt x="5141" y="3819"/>
                  </a:cubicBezTo>
                  <a:lnTo>
                    <a:pt x="5173" y="3868"/>
                  </a:lnTo>
                  <a:cubicBezTo>
                    <a:pt x="5152" y="3842"/>
                    <a:pt x="5126" y="3831"/>
                    <a:pt x="5100" y="3831"/>
                  </a:cubicBezTo>
                  <a:cubicBezTo>
                    <a:pt x="5037" y="3831"/>
                    <a:pt x="4979" y="3896"/>
                    <a:pt x="5019" y="3965"/>
                  </a:cubicBezTo>
                  <a:cubicBezTo>
                    <a:pt x="5029" y="3980"/>
                    <a:pt x="5033" y="3985"/>
                    <a:pt x="5033" y="3985"/>
                  </a:cubicBezTo>
                  <a:cubicBezTo>
                    <a:pt x="5033" y="3985"/>
                    <a:pt x="5010" y="3953"/>
                    <a:pt x="4987" y="3925"/>
                  </a:cubicBezTo>
                  <a:cubicBezTo>
                    <a:pt x="4969" y="3897"/>
                    <a:pt x="4956" y="3888"/>
                    <a:pt x="4943" y="3888"/>
                  </a:cubicBezTo>
                  <a:cubicBezTo>
                    <a:pt x="4934" y="3888"/>
                    <a:pt x="4925" y="3893"/>
                    <a:pt x="4914" y="3900"/>
                  </a:cubicBezTo>
                  <a:cubicBezTo>
                    <a:pt x="4906" y="3908"/>
                    <a:pt x="4890" y="3989"/>
                    <a:pt x="4857" y="4014"/>
                  </a:cubicBezTo>
                  <a:cubicBezTo>
                    <a:pt x="4809" y="4046"/>
                    <a:pt x="4768" y="4071"/>
                    <a:pt x="4809" y="4111"/>
                  </a:cubicBezTo>
                  <a:cubicBezTo>
                    <a:pt x="4804" y="4113"/>
                    <a:pt x="4801" y="4115"/>
                    <a:pt x="4797" y="4115"/>
                  </a:cubicBezTo>
                  <a:cubicBezTo>
                    <a:pt x="4790" y="4115"/>
                    <a:pt x="4783" y="4105"/>
                    <a:pt x="4760" y="4071"/>
                  </a:cubicBezTo>
                  <a:cubicBezTo>
                    <a:pt x="4745" y="4040"/>
                    <a:pt x="4736" y="4032"/>
                    <a:pt x="4728" y="4032"/>
                  </a:cubicBezTo>
                  <a:cubicBezTo>
                    <a:pt x="4722" y="4032"/>
                    <a:pt x="4717" y="4035"/>
                    <a:pt x="4711" y="4038"/>
                  </a:cubicBezTo>
                  <a:cubicBezTo>
                    <a:pt x="4703" y="4046"/>
                    <a:pt x="4736" y="4087"/>
                    <a:pt x="4768" y="4135"/>
                  </a:cubicBezTo>
                  <a:cubicBezTo>
                    <a:pt x="4788" y="4165"/>
                    <a:pt x="4792" y="4179"/>
                    <a:pt x="4781" y="4179"/>
                  </a:cubicBezTo>
                  <a:cubicBezTo>
                    <a:pt x="4773" y="4179"/>
                    <a:pt x="4758" y="4173"/>
                    <a:pt x="4736" y="4160"/>
                  </a:cubicBezTo>
                  <a:cubicBezTo>
                    <a:pt x="4720" y="4151"/>
                    <a:pt x="4706" y="4147"/>
                    <a:pt x="4693" y="4147"/>
                  </a:cubicBezTo>
                  <a:cubicBezTo>
                    <a:pt x="4657" y="4147"/>
                    <a:pt x="4632" y="4177"/>
                    <a:pt x="4638" y="4225"/>
                  </a:cubicBezTo>
                  <a:cubicBezTo>
                    <a:pt x="4635" y="4228"/>
                    <a:pt x="4631" y="4231"/>
                    <a:pt x="4625" y="4231"/>
                  </a:cubicBezTo>
                  <a:cubicBezTo>
                    <a:pt x="4616" y="4231"/>
                    <a:pt x="4602" y="4222"/>
                    <a:pt x="4582" y="4192"/>
                  </a:cubicBezTo>
                  <a:cubicBezTo>
                    <a:pt x="4558" y="4176"/>
                    <a:pt x="4533" y="4161"/>
                    <a:pt x="4518" y="4161"/>
                  </a:cubicBezTo>
                  <a:cubicBezTo>
                    <a:pt x="4503" y="4161"/>
                    <a:pt x="4500" y="4178"/>
                    <a:pt x="4525" y="4233"/>
                  </a:cubicBezTo>
                  <a:cubicBezTo>
                    <a:pt x="4520" y="4235"/>
                    <a:pt x="4516" y="4237"/>
                    <a:pt x="4513" y="4237"/>
                  </a:cubicBezTo>
                  <a:cubicBezTo>
                    <a:pt x="4506" y="4237"/>
                    <a:pt x="4499" y="4228"/>
                    <a:pt x="4476" y="4200"/>
                  </a:cubicBezTo>
                  <a:cubicBezTo>
                    <a:pt x="4454" y="4178"/>
                    <a:pt x="4431" y="4153"/>
                    <a:pt x="4425" y="4153"/>
                  </a:cubicBezTo>
                  <a:cubicBezTo>
                    <a:pt x="4421" y="4153"/>
                    <a:pt x="4426" y="4169"/>
                    <a:pt x="4452" y="4216"/>
                  </a:cubicBezTo>
                  <a:cubicBezTo>
                    <a:pt x="4458" y="4256"/>
                    <a:pt x="4444" y="4280"/>
                    <a:pt x="4416" y="4280"/>
                  </a:cubicBezTo>
                  <a:cubicBezTo>
                    <a:pt x="4403" y="4280"/>
                    <a:pt x="4388" y="4275"/>
                    <a:pt x="4371" y="4265"/>
                  </a:cubicBezTo>
                  <a:lnTo>
                    <a:pt x="4371" y="4265"/>
                  </a:lnTo>
                  <a:cubicBezTo>
                    <a:pt x="4355" y="4273"/>
                    <a:pt x="4346" y="4281"/>
                    <a:pt x="4379" y="4330"/>
                  </a:cubicBezTo>
                  <a:cubicBezTo>
                    <a:pt x="4391" y="4348"/>
                    <a:pt x="4403" y="4366"/>
                    <a:pt x="4411" y="4379"/>
                  </a:cubicBezTo>
                  <a:lnTo>
                    <a:pt x="4411" y="4379"/>
                  </a:lnTo>
                  <a:cubicBezTo>
                    <a:pt x="4376" y="4336"/>
                    <a:pt x="4358" y="4314"/>
                    <a:pt x="4354" y="4314"/>
                  </a:cubicBezTo>
                  <a:lnTo>
                    <a:pt x="4354" y="4314"/>
                  </a:lnTo>
                  <a:cubicBezTo>
                    <a:pt x="4350" y="4314"/>
                    <a:pt x="4362" y="4340"/>
                    <a:pt x="4387" y="4395"/>
                  </a:cubicBezTo>
                  <a:cubicBezTo>
                    <a:pt x="4405" y="4417"/>
                    <a:pt x="4410" y="4430"/>
                    <a:pt x="4406" y="4430"/>
                  </a:cubicBezTo>
                  <a:cubicBezTo>
                    <a:pt x="4403" y="4430"/>
                    <a:pt x="4394" y="4421"/>
                    <a:pt x="4379" y="4403"/>
                  </a:cubicBezTo>
                  <a:cubicBezTo>
                    <a:pt x="4344" y="4374"/>
                    <a:pt x="4330" y="4370"/>
                    <a:pt x="4325" y="4370"/>
                  </a:cubicBezTo>
                  <a:cubicBezTo>
                    <a:pt x="4323" y="4370"/>
                    <a:pt x="4322" y="4371"/>
                    <a:pt x="4322" y="4371"/>
                  </a:cubicBezTo>
                  <a:cubicBezTo>
                    <a:pt x="4306" y="4379"/>
                    <a:pt x="4282" y="4468"/>
                    <a:pt x="4225" y="4508"/>
                  </a:cubicBezTo>
                  <a:cubicBezTo>
                    <a:pt x="4128" y="4573"/>
                    <a:pt x="4095" y="4589"/>
                    <a:pt x="4128" y="4638"/>
                  </a:cubicBezTo>
                  <a:cubicBezTo>
                    <a:pt x="4136" y="4669"/>
                    <a:pt x="4140" y="4683"/>
                    <a:pt x="4136" y="4683"/>
                  </a:cubicBezTo>
                  <a:cubicBezTo>
                    <a:pt x="4132" y="4683"/>
                    <a:pt x="4122" y="4673"/>
                    <a:pt x="4103" y="4654"/>
                  </a:cubicBezTo>
                  <a:cubicBezTo>
                    <a:pt x="4074" y="4630"/>
                    <a:pt x="4060" y="4623"/>
                    <a:pt x="4049" y="4623"/>
                  </a:cubicBezTo>
                  <a:cubicBezTo>
                    <a:pt x="4042" y="4623"/>
                    <a:pt x="4037" y="4627"/>
                    <a:pt x="4030" y="4630"/>
                  </a:cubicBezTo>
                  <a:cubicBezTo>
                    <a:pt x="4027" y="4633"/>
                    <a:pt x="4022" y="4637"/>
                    <a:pt x="4016" y="4637"/>
                  </a:cubicBezTo>
                  <a:cubicBezTo>
                    <a:pt x="4006" y="4637"/>
                    <a:pt x="3993" y="4630"/>
                    <a:pt x="3974" y="4606"/>
                  </a:cubicBezTo>
                  <a:lnTo>
                    <a:pt x="3974" y="4606"/>
                  </a:lnTo>
                  <a:cubicBezTo>
                    <a:pt x="3998" y="4654"/>
                    <a:pt x="3998" y="4654"/>
                    <a:pt x="3982" y="4662"/>
                  </a:cubicBezTo>
                  <a:cubicBezTo>
                    <a:pt x="3968" y="4645"/>
                    <a:pt x="3958" y="4636"/>
                    <a:pt x="3953" y="4636"/>
                  </a:cubicBezTo>
                  <a:cubicBezTo>
                    <a:pt x="3947" y="4636"/>
                    <a:pt x="3948" y="4651"/>
                    <a:pt x="3957" y="4679"/>
                  </a:cubicBezTo>
                  <a:cubicBezTo>
                    <a:pt x="3986" y="4732"/>
                    <a:pt x="4000" y="4759"/>
                    <a:pt x="3999" y="4759"/>
                  </a:cubicBezTo>
                  <a:cubicBezTo>
                    <a:pt x="3997" y="4759"/>
                    <a:pt x="3981" y="4734"/>
                    <a:pt x="3949" y="4687"/>
                  </a:cubicBezTo>
                  <a:cubicBezTo>
                    <a:pt x="3929" y="4661"/>
                    <a:pt x="3891" y="4642"/>
                    <a:pt x="3880" y="4642"/>
                  </a:cubicBezTo>
                  <a:cubicBezTo>
                    <a:pt x="3873" y="4642"/>
                    <a:pt x="3875" y="4648"/>
                    <a:pt x="3892" y="4662"/>
                  </a:cubicBezTo>
                  <a:cubicBezTo>
                    <a:pt x="3925" y="4703"/>
                    <a:pt x="3901" y="4719"/>
                    <a:pt x="3925" y="4776"/>
                  </a:cubicBezTo>
                  <a:cubicBezTo>
                    <a:pt x="3919" y="4779"/>
                    <a:pt x="3914" y="4782"/>
                    <a:pt x="3908" y="4782"/>
                  </a:cubicBezTo>
                  <a:cubicBezTo>
                    <a:pt x="3899" y="4782"/>
                    <a:pt x="3888" y="4774"/>
                    <a:pt x="3868" y="4743"/>
                  </a:cubicBezTo>
                  <a:cubicBezTo>
                    <a:pt x="3860" y="4736"/>
                    <a:pt x="3852" y="4733"/>
                    <a:pt x="3845" y="4733"/>
                  </a:cubicBezTo>
                  <a:cubicBezTo>
                    <a:pt x="3812" y="4733"/>
                    <a:pt x="3799" y="4802"/>
                    <a:pt x="3819" y="4849"/>
                  </a:cubicBezTo>
                  <a:cubicBezTo>
                    <a:pt x="3837" y="4871"/>
                    <a:pt x="3840" y="4884"/>
                    <a:pt x="3834" y="4884"/>
                  </a:cubicBezTo>
                  <a:cubicBezTo>
                    <a:pt x="3829" y="4884"/>
                    <a:pt x="3818" y="4875"/>
                    <a:pt x="3803" y="4857"/>
                  </a:cubicBezTo>
                  <a:cubicBezTo>
                    <a:pt x="3783" y="4827"/>
                    <a:pt x="3772" y="4818"/>
                    <a:pt x="3763" y="4818"/>
                  </a:cubicBezTo>
                  <a:cubicBezTo>
                    <a:pt x="3758" y="4818"/>
                    <a:pt x="3753" y="4821"/>
                    <a:pt x="3747" y="4825"/>
                  </a:cubicBezTo>
                  <a:cubicBezTo>
                    <a:pt x="3754" y="4843"/>
                    <a:pt x="3756" y="4850"/>
                    <a:pt x="3754" y="4850"/>
                  </a:cubicBezTo>
                  <a:cubicBezTo>
                    <a:pt x="3750" y="4850"/>
                    <a:pt x="3728" y="4817"/>
                    <a:pt x="3706" y="4784"/>
                  </a:cubicBezTo>
                  <a:cubicBezTo>
                    <a:pt x="3692" y="4756"/>
                    <a:pt x="3681" y="4747"/>
                    <a:pt x="3671" y="4747"/>
                  </a:cubicBezTo>
                  <a:cubicBezTo>
                    <a:pt x="3663" y="4747"/>
                    <a:pt x="3656" y="4753"/>
                    <a:pt x="3649" y="4760"/>
                  </a:cubicBezTo>
                  <a:cubicBezTo>
                    <a:pt x="3665" y="4808"/>
                    <a:pt x="3617" y="4841"/>
                    <a:pt x="3584" y="4865"/>
                  </a:cubicBezTo>
                  <a:cubicBezTo>
                    <a:pt x="3528" y="4906"/>
                    <a:pt x="3544" y="4962"/>
                    <a:pt x="3584" y="5068"/>
                  </a:cubicBezTo>
                  <a:lnTo>
                    <a:pt x="3641" y="5173"/>
                  </a:lnTo>
                  <a:lnTo>
                    <a:pt x="3576" y="5076"/>
                  </a:lnTo>
                  <a:cubicBezTo>
                    <a:pt x="3544" y="5027"/>
                    <a:pt x="3463" y="4946"/>
                    <a:pt x="3463" y="4946"/>
                  </a:cubicBezTo>
                  <a:lnTo>
                    <a:pt x="3463" y="4946"/>
                  </a:lnTo>
                  <a:cubicBezTo>
                    <a:pt x="3455" y="4954"/>
                    <a:pt x="3487" y="5003"/>
                    <a:pt x="3520" y="5043"/>
                  </a:cubicBezTo>
                  <a:cubicBezTo>
                    <a:pt x="3539" y="5073"/>
                    <a:pt x="3541" y="5087"/>
                    <a:pt x="3527" y="5087"/>
                  </a:cubicBezTo>
                  <a:cubicBezTo>
                    <a:pt x="3518" y="5087"/>
                    <a:pt x="3502" y="5081"/>
                    <a:pt x="3479" y="5068"/>
                  </a:cubicBezTo>
                  <a:cubicBezTo>
                    <a:pt x="3459" y="5059"/>
                    <a:pt x="3444" y="5054"/>
                    <a:pt x="3436" y="5054"/>
                  </a:cubicBezTo>
                  <a:cubicBezTo>
                    <a:pt x="3421" y="5054"/>
                    <a:pt x="3423" y="5069"/>
                    <a:pt x="3438" y="5100"/>
                  </a:cubicBezTo>
                  <a:cubicBezTo>
                    <a:pt x="3431" y="5104"/>
                    <a:pt x="3426" y="5107"/>
                    <a:pt x="3417" y="5107"/>
                  </a:cubicBezTo>
                  <a:cubicBezTo>
                    <a:pt x="3407" y="5107"/>
                    <a:pt x="3392" y="5102"/>
                    <a:pt x="3365" y="5084"/>
                  </a:cubicBezTo>
                  <a:lnTo>
                    <a:pt x="3365" y="5084"/>
                  </a:lnTo>
                  <a:cubicBezTo>
                    <a:pt x="3357" y="5092"/>
                    <a:pt x="3357" y="5092"/>
                    <a:pt x="3390" y="5133"/>
                  </a:cubicBezTo>
                  <a:cubicBezTo>
                    <a:pt x="3408" y="5160"/>
                    <a:pt x="3411" y="5175"/>
                    <a:pt x="3402" y="5175"/>
                  </a:cubicBezTo>
                  <a:cubicBezTo>
                    <a:pt x="3396" y="5175"/>
                    <a:pt x="3383" y="5166"/>
                    <a:pt x="3365" y="5149"/>
                  </a:cubicBezTo>
                  <a:cubicBezTo>
                    <a:pt x="3327" y="5111"/>
                    <a:pt x="3300" y="5096"/>
                    <a:pt x="3285" y="5096"/>
                  </a:cubicBezTo>
                  <a:cubicBezTo>
                    <a:pt x="3268" y="5096"/>
                    <a:pt x="3267" y="5115"/>
                    <a:pt x="3284" y="5141"/>
                  </a:cubicBezTo>
                  <a:cubicBezTo>
                    <a:pt x="3317" y="5181"/>
                    <a:pt x="3301" y="5189"/>
                    <a:pt x="3292" y="5197"/>
                  </a:cubicBezTo>
                  <a:cubicBezTo>
                    <a:pt x="3276" y="5206"/>
                    <a:pt x="3268" y="5214"/>
                    <a:pt x="3292" y="5270"/>
                  </a:cubicBezTo>
                  <a:lnTo>
                    <a:pt x="3268" y="5287"/>
                  </a:lnTo>
                  <a:cubicBezTo>
                    <a:pt x="3267" y="5287"/>
                    <a:pt x="3266" y="5287"/>
                    <a:pt x="3265" y="5287"/>
                  </a:cubicBezTo>
                  <a:cubicBezTo>
                    <a:pt x="3250" y="5287"/>
                    <a:pt x="3236" y="5237"/>
                    <a:pt x="3244" y="5230"/>
                  </a:cubicBezTo>
                  <a:lnTo>
                    <a:pt x="3203" y="5197"/>
                  </a:lnTo>
                  <a:cubicBezTo>
                    <a:pt x="3179" y="5206"/>
                    <a:pt x="3163" y="5214"/>
                    <a:pt x="3187" y="5270"/>
                  </a:cubicBezTo>
                  <a:cubicBezTo>
                    <a:pt x="3212" y="5324"/>
                    <a:pt x="3224" y="5351"/>
                    <a:pt x="3221" y="5351"/>
                  </a:cubicBezTo>
                  <a:cubicBezTo>
                    <a:pt x="3219" y="5351"/>
                    <a:pt x="3203" y="5326"/>
                    <a:pt x="3171" y="5279"/>
                  </a:cubicBezTo>
                  <a:cubicBezTo>
                    <a:pt x="3150" y="5247"/>
                    <a:pt x="3125" y="5222"/>
                    <a:pt x="3115" y="5222"/>
                  </a:cubicBezTo>
                  <a:cubicBezTo>
                    <a:pt x="3110" y="5222"/>
                    <a:pt x="3108" y="5229"/>
                    <a:pt x="3114" y="5246"/>
                  </a:cubicBezTo>
                  <a:cubicBezTo>
                    <a:pt x="3140" y="5295"/>
                    <a:pt x="3144" y="5312"/>
                    <a:pt x="3137" y="5312"/>
                  </a:cubicBezTo>
                  <a:cubicBezTo>
                    <a:pt x="3129" y="5312"/>
                    <a:pt x="3107" y="5289"/>
                    <a:pt x="3090" y="5262"/>
                  </a:cubicBezTo>
                  <a:cubicBezTo>
                    <a:pt x="3067" y="5216"/>
                    <a:pt x="3055" y="5192"/>
                    <a:pt x="3050" y="5192"/>
                  </a:cubicBezTo>
                  <a:lnTo>
                    <a:pt x="3050" y="5192"/>
                  </a:lnTo>
                  <a:cubicBezTo>
                    <a:pt x="3045" y="5192"/>
                    <a:pt x="3049" y="5222"/>
                    <a:pt x="3057" y="5287"/>
                  </a:cubicBezTo>
                  <a:cubicBezTo>
                    <a:pt x="3033" y="5303"/>
                    <a:pt x="3017" y="5384"/>
                    <a:pt x="2984" y="5408"/>
                  </a:cubicBezTo>
                  <a:cubicBezTo>
                    <a:pt x="2956" y="5427"/>
                    <a:pt x="2936" y="5440"/>
                    <a:pt x="2916" y="5440"/>
                  </a:cubicBezTo>
                  <a:cubicBezTo>
                    <a:pt x="2902" y="5440"/>
                    <a:pt x="2888" y="5433"/>
                    <a:pt x="2871" y="5416"/>
                  </a:cubicBezTo>
                  <a:cubicBezTo>
                    <a:pt x="2830" y="5366"/>
                    <a:pt x="2809" y="5347"/>
                    <a:pt x="2806" y="5347"/>
                  </a:cubicBezTo>
                  <a:lnTo>
                    <a:pt x="2806" y="5347"/>
                  </a:lnTo>
                  <a:cubicBezTo>
                    <a:pt x="2804" y="5347"/>
                    <a:pt x="2813" y="5358"/>
                    <a:pt x="2830" y="5376"/>
                  </a:cubicBezTo>
                  <a:cubicBezTo>
                    <a:pt x="2903" y="5465"/>
                    <a:pt x="2887" y="5473"/>
                    <a:pt x="2855" y="5497"/>
                  </a:cubicBezTo>
                  <a:cubicBezTo>
                    <a:pt x="2844" y="5494"/>
                    <a:pt x="2835" y="5492"/>
                    <a:pt x="2827" y="5492"/>
                  </a:cubicBezTo>
                  <a:cubicBezTo>
                    <a:pt x="2784" y="5492"/>
                    <a:pt x="2793" y="5545"/>
                    <a:pt x="2814" y="5587"/>
                  </a:cubicBezTo>
                  <a:lnTo>
                    <a:pt x="2838" y="5579"/>
                  </a:lnTo>
                  <a:cubicBezTo>
                    <a:pt x="2881" y="5637"/>
                    <a:pt x="2892" y="5661"/>
                    <a:pt x="2879" y="5661"/>
                  </a:cubicBezTo>
                  <a:cubicBezTo>
                    <a:pt x="2872" y="5661"/>
                    <a:pt x="2858" y="5655"/>
                    <a:pt x="2838" y="5643"/>
                  </a:cubicBezTo>
                  <a:cubicBezTo>
                    <a:pt x="2837" y="5644"/>
                    <a:pt x="2836" y="5644"/>
                    <a:pt x="2835" y="5644"/>
                  </a:cubicBezTo>
                  <a:cubicBezTo>
                    <a:pt x="2817" y="5644"/>
                    <a:pt x="2787" y="5600"/>
                    <a:pt x="2757" y="5562"/>
                  </a:cubicBezTo>
                  <a:cubicBezTo>
                    <a:pt x="2728" y="5518"/>
                    <a:pt x="2685" y="5480"/>
                    <a:pt x="2671" y="5480"/>
                  </a:cubicBezTo>
                  <a:cubicBezTo>
                    <a:pt x="2670" y="5480"/>
                    <a:pt x="2669" y="5481"/>
                    <a:pt x="2668" y="5481"/>
                  </a:cubicBezTo>
                  <a:cubicBezTo>
                    <a:pt x="2652" y="5489"/>
                    <a:pt x="2644" y="5497"/>
                    <a:pt x="2693" y="5538"/>
                  </a:cubicBezTo>
                  <a:cubicBezTo>
                    <a:pt x="2725" y="5587"/>
                    <a:pt x="2725" y="5587"/>
                    <a:pt x="2709" y="5595"/>
                  </a:cubicBezTo>
                  <a:cubicBezTo>
                    <a:pt x="2701" y="5603"/>
                    <a:pt x="2684" y="5611"/>
                    <a:pt x="2709" y="5660"/>
                  </a:cubicBezTo>
                  <a:cubicBezTo>
                    <a:pt x="2741" y="5708"/>
                    <a:pt x="2725" y="5716"/>
                    <a:pt x="2717" y="5724"/>
                  </a:cubicBezTo>
                  <a:cubicBezTo>
                    <a:pt x="2690" y="5702"/>
                    <a:pt x="2670" y="5697"/>
                    <a:pt x="2658" y="5697"/>
                  </a:cubicBezTo>
                  <a:cubicBezTo>
                    <a:pt x="2650" y="5697"/>
                    <a:pt x="2645" y="5699"/>
                    <a:pt x="2644" y="5700"/>
                  </a:cubicBezTo>
                  <a:lnTo>
                    <a:pt x="2644" y="5700"/>
                  </a:lnTo>
                  <a:cubicBezTo>
                    <a:pt x="2635" y="5688"/>
                    <a:pt x="2623" y="5674"/>
                    <a:pt x="2611" y="5660"/>
                  </a:cubicBezTo>
                  <a:cubicBezTo>
                    <a:pt x="2595" y="5627"/>
                    <a:pt x="2563" y="5595"/>
                    <a:pt x="2538" y="5570"/>
                  </a:cubicBezTo>
                  <a:lnTo>
                    <a:pt x="2538" y="5570"/>
                  </a:lnTo>
                  <a:cubicBezTo>
                    <a:pt x="2522" y="5579"/>
                    <a:pt x="2555" y="5627"/>
                    <a:pt x="2555" y="5627"/>
                  </a:cubicBezTo>
                  <a:cubicBezTo>
                    <a:pt x="2587" y="5676"/>
                    <a:pt x="2303" y="5862"/>
                    <a:pt x="2271" y="5887"/>
                  </a:cubicBezTo>
                  <a:cubicBezTo>
                    <a:pt x="2255" y="5880"/>
                    <a:pt x="2240" y="5877"/>
                    <a:pt x="2228" y="5877"/>
                  </a:cubicBezTo>
                  <a:cubicBezTo>
                    <a:pt x="2198" y="5877"/>
                    <a:pt x="2187" y="5896"/>
                    <a:pt x="2222" y="5919"/>
                  </a:cubicBezTo>
                  <a:cubicBezTo>
                    <a:pt x="2255" y="5968"/>
                    <a:pt x="2198" y="6008"/>
                    <a:pt x="2125" y="6057"/>
                  </a:cubicBezTo>
                  <a:cubicBezTo>
                    <a:pt x="2044" y="6114"/>
                    <a:pt x="1979" y="6154"/>
                    <a:pt x="2011" y="6195"/>
                  </a:cubicBezTo>
                  <a:lnTo>
                    <a:pt x="1979" y="6219"/>
                  </a:lnTo>
                  <a:cubicBezTo>
                    <a:pt x="1955" y="6235"/>
                    <a:pt x="1963" y="6300"/>
                    <a:pt x="1955" y="6308"/>
                  </a:cubicBezTo>
                  <a:cubicBezTo>
                    <a:pt x="1963" y="6339"/>
                    <a:pt x="1965" y="6355"/>
                    <a:pt x="1961" y="6355"/>
                  </a:cubicBezTo>
                  <a:cubicBezTo>
                    <a:pt x="1958" y="6355"/>
                    <a:pt x="1950" y="6343"/>
                    <a:pt x="1938" y="6316"/>
                  </a:cubicBezTo>
                  <a:cubicBezTo>
                    <a:pt x="1909" y="6272"/>
                    <a:pt x="1879" y="6234"/>
                    <a:pt x="1868" y="6234"/>
                  </a:cubicBezTo>
                  <a:cubicBezTo>
                    <a:pt x="1867" y="6234"/>
                    <a:pt x="1866" y="6235"/>
                    <a:pt x="1866" y="6235"/>
                  </a:cubicBezTo>
                  <a:cubicBezTo>
                    <a:pt x="1841" y="6251"/>
                    <a:pt x="1874" y="6292"/>
                    <a:pt x="1906" y="6341"/>
                  </a:cubicBezTo>
                  <a:cubicBezTo>
                    <a:pt x="1938" y="6389"/>
                    <a:pt x="1930" y="6397"/>
                    <a:pt x="1930" y="6397"/>
                  </a:cubicBezTo>
                  <a:cubicBezTo>
                    <a:pt x="1926" y="6400"/>
                    <a:pt x="1922" y="6401"/>
                    <a:pt x="1919" y="6401"/>
                  </a:cubicBezTo>
                  <a:cubicBezTo>
                    <a:pt x="1911" y="6401"/>
                    <a:pt x="1905" y="6391"/>
                    <a:pt x="1882" y="6357"/>
                  </a:cubicBezTo>
                  <a:lnTo>
                    <a:pt x="1817" y="6268"/>
                  </a:lnTo>
                  <a:lnTo>
                    <a:pt x="1801" y="6276"/>
                  </a:lnTo>
                  <a:cubicBezTo>
                    <a:pt x="1833" y="6316"/>
                    <a:pt x="1825" y="6324"/>
                    <a:pt x="1825" y="6324"/>
                  </a:cubicBezTo>
                  <a:cubicBezTo>
                    <a:pt x="1823" y="6326"/>
                    <a:pt x="1822" y="6328"/>
                    <a:pt x="1820" y="6328"/>
                  </a:cubicBezTo>
                  <a:cubicBezTo>
                    <a:pt x="1813" y="6328"/>
                    <a:pt x="1800" y="6312"/>
                    <a:pt x="1744" y="6243"/>
                  </a:cubicBezTo>
                  <a:cubicBezTo>
                    <a:pt x="1713" y="6198"/>
                    <a:pt x="1695" y="6175"/>
                    <a:pt x="1690" y="6175"/>
                  </a:cubicBezTo>
                  <a:lnTo>
                    <a:pt x="1690" y="6175"/>
                  </a:lnTo>
                  <a:cubicBezTo>
                    <a:pt x="1684" y="6175"/>
                    <a:pt x="1694" y="6204"/>
                    <a:pt x="1720" y="6260"/>
                  </a:cubicBezTo>
                  <a:lnTo>
                    <a:pt x="1736" y="6316"/>
                  </a:lnTo>
                  <a:cubicBezTo>
                    <a:pt x="1715" y="6295"/>
                    <a:pt x="1702" y="6287"/>
                    <a:pt x="1695" y="6287"/>
                  </a:cubicBezTo>
                  <a:cubicBezTo>
                    <a:pt x="1675" y="6287"/>
                    <a:pt x="1702" y="6355"/>
                    <a:pt x="1720" y="6397"/>
                  </a:cubicBezTo>
                  <a:cubicBezTo>
                    <a:pt x="1683" y="6361"/>
                    <a:pt x="1661" y="6342"/>
                    <a:pt x="1653" y="6342"/>
                  </a:cubicBezTo>
                  <a:cubicBezTo>
                    <a:pt x="1643" y="6342"/>
                    <a:pt x="1653" y="6369"/>
                    <a:pt x="1679" y="6422"/>
                  </a:cubicBezTo>
                  <a:cubicBezTo>
                    <a:pt x="1697" y="6449"/>
                    <a:pt x="1703" y="6464"/>
                    <a:pt x="1695" y="6464"/>
                  </a:cubicBezTo>
                  <a:cubicBezTo>
                    <a:pt x="1689" y="6464"/>
                    <a:pt x="1676" y="6455"/>
                    <a:pt x="1655" y="6438"/>
                  </a:cubicBezTo>
                  <a:cubicBezTo>
                    <a:pt x="1633" y="6416"/>
                    <a:pt x="1618" y="6408"/>
                    <a:pt x="1605" y="6408"/>
                  </a:cubicBezTo>
                  <a:cubicBezTo>
                    <a:pt x="1594" y="6408"/>
                    <a:pt x="1585" y="6414"/>
                    <a:pt x="1574" y="6422"/>
                  </a:cubicBezTo>
                  <a:cubicBezTo>
                    <a:pt x="1598" y="6479"/>
                    <a:pt x="1517" y="6535"/>
                    <a:pt x="1420" y="6600"/>
                  </a:cubicBezTo>
                  <a:cubicBezTo>
                    <a:pt x="1314" y="6673"/>
                    <a:pt x="1241" y="6722"/>
                    <a:pt x="1274" y="6762"/>
                  </a:cubicBezTo>
                  <a:cubicBezTo>
                    <a:pt x="1271" y="6765"/>
                    <a:pt x="1269" y="6767"/>
                    <a:pt x="1266" y="6767"/>
                  </a:cubicBezTo>
                  <a:cubicBezTo>
                    <a:pt x="1260" y="6767"/>
                    <a:pt x="1249" y="6760"/>
                    <a:pt x="1217" y="6738"/>
                  </a:cubicBezTo>
                  <a:cubicBezTo>
                    <a:pt x="1204" y="6719"/>
                    <a:pt x="1195" y="6709"/>
                    <a:pt x="1192" y="6709"/>
                  </a:cubicBezTo>
                  <a:lnTo>
                    <a:pt x="1192" y="6709"/>
                  </a:lnTo>
                  <a:cubicBezTo>
                    <a:pt x="1187" y="6709"/>
                    <a:pt x="1195" y="6735"/>
                    <a:pt x="1225" y="6795"/>
                  </a:cubicBezTo>
                  <a:cubicBezTo>
                    <a:pt x="1239" y="6828"/>
                    <a:pt x="1256" y="6858"/>
                    <a:pt x="1255" y="6858"/>
                  </a:cubicBezTo>
                  <a:cubicBezTo>
                    <a:pt x="1254" y="6858"/>
                    <a:pt x="1244" y="6843"/>
                    <a:pt x="1217" y="6803"/>
                  </a:cubicBezTo>
                  <a:cubicBezTo>
                    <a:pt x="1203" y="6786"/>
                    <a:pt x="1191" y="6779"/>
                    <a:pt x="1178" y="6779"/>
                  </a:cubicBezTo>
                  <a:cubicBezTo>
                    <a:pt x="1160" y="6779"/>
                    <a:pt x="1140" y="6792"/>
                    <a:pt x="1111" y="6811"/>
                  </a:cubicBezTo>
                  <a:cubicBezTo>
                    <a:pt x="1079" y="6827"/>
                    <a:pt x="1030" y="6860"/>
                    <a:pt x="1063" y="6908"/>
                  </a:cubicBezTo>
                  <a:cubicBezTo>
                    <a:pt x="1067" y="6942"/>
                    <a:pt x="1069" y="6958"/>
                    <a:pt x="1067" y="6958"/>
                  </a:cubicBezTo>
                  <a:cubicBezTo>
                    <a:pt x="1064" y="6958"/>
                    <a:pt x="1058" y="6944"/>
                    <a:pt x="1047" y="6916"/>
                  </a:cubicBezTo>
                  <a:cubicBezTo>
                    <a:pt x="1022" y="6868"/>
                    <a:pt x="986" y="6841"/>
                    <a:pt x="959" y="6841"/>
                  </a:cubicBezTo>
                  <a:cubicBezTo>
                    <a:pt x="933" y="6841"/>
                    <a:pt x="917" y="6868"/>
                    <a:pt x="933" y="6924"/>
                  </a:cubicBezTo>
                  <a:cubicBezTo>
                    <a:pt x="927" y="6928"/>
                    <a:pt x="921" y="6931"/>
                    <a:pt x="915" y="6931"/>
                  </a:cubicBezTo>
                  <a:cubicBezTo>
                    <a:pt x="906" y="6931"/>
                    <a:pt x="896" y="6924"/>
                    <a:pt x="876" y="6900"/>
                  </a:cubicBezTo>
                  <a:cubicBezTo>
                    <a:pt x="860" y="6908"/>
                    <a:pt x="852" y="6916"/>
                    <a:pt x="852" y="6981"/>
                  </a:cubicBezTo>
                  <a:lnTo>
                    <a:pt x="763" y="7038"/>
                  </a:lnTo>
                  <a:cubicBezTo>
                    <a:pt x="739" y="7054"/>
                    <a:pt x="755" y="7119"/>
                    <a:pt x="755" y="7119"/>
                  </a:cubicBezTo>
                  <a:lnTo>
                    <a:pt x="739" y="7127"/>
                  </a:lnTo>
                  <a:cubicBezTo>
                    <a:pt x="728" y="7112"/>
                    <a:pt x="716" y="7105"/>
                    <a:pt x="701" y="7105"/>
                  </a:cubicBezTo>
                  <a:cubicBezTo>
                    <a:pt x="667" y="7105"/>
                    <a:pt x="621" y="7137"/>
                    <a:pt x="560" y="7176"/>
                  </a:cubicBezTo>
                  <a:cubicBezTo>
                    <a:pt x="500" y="7218"/>
                    <a:pt x="444" y="7256"/>
                    <a:pt x="403" y="7256"/>
                  </a:cubicBezTo>
                  <a:cubicBezTo>
                    <a:pt x="389" y="7256"/>
                    <a:pt x="376" y="7251"/>
                    <a:pt x="366" y="7241"/>
                  </a:cubicBezTo>
                  <a:lnTo>
                    <a:pt x="366" y="7241"/>
                  </a:lnTo>
                  <a:cubicBezTo>
                    <a:pt x="366" y="7241"/>
                    <a:pt x="349" y="7249"/>
                    <a:pt x="374" y="7306"/>
                  </a:cubicBezTo>
                  <a:cubicBezTo>
                    <a:pt x="410" y="7368"/>
                    <a:pt x="416" y="7393"/>
                    <a:pt x="406" y="7393"/>
                  </a:cubicBezTo>
                  <a:cubicBezTo>
                    <a:pt x="400" y="7393"/>
                    <a:pt x="388" y="7385"/>
                    <a:pt x="374" y="7370"/>
                  </a:cubicBezTo>
                  <a:cubicBezTo>
                    <a:pt x="342" y="7339"/>
                    <a:pt x="315" y="7324"/>
                    <a:pt x="298" y="7324"/>
                  </a:cubicBezTo>
                  <a:cubicBezTo>
                    <a:pt x="271" y="7324"/>
                    <a:pt x="266" y="7360"/>
                    <a:pt x="301" y="7419"/>
                  </a:cubicBezTo>
                  <a:cubicBezTo>
                    <a:pt x="310" y="7434"/>
                    <a:pt x="314" y="7439"/>
                    <a:pt x="314" y="7439"/>
                  </a:cubicBezTo>
                  <a:cubicBezTo>
                    <a:pt x="314" y="7439"/>
                    <a:pt x="291" y="7407"/>
                    <a:pt x="268" y="7378"/>
                  </a:cubicBezTo>
                  <a:cubicBezTo>
                    <a:pt x="243" y="7350"/>
                    <a:pt x="225" y="7338"/>
                    <a:pt x="215" y="7338"/>
                  </a:cubicBezTo>
                  <a:cubicBezTo>
                    <a:pt x="193" y="7338"/>
                    <a:pt x="205" y="7393"/>
                    <a:pt x="244" y="7460"/>
                  </a:cubicBezTo>
                  <a:cubicBezTo>
                    <a:pt x="213" y="7439"/>
                    <a:pt x="185" y="7415"/>
                    <a:pt x="173" y="7415"/>
                  </a:cubicBezTo>
                  <a:cubicBezTo>
                    <a:pt x="167" y="7415"/>
                    <a:pt x="165" y="7423"/>
                    <a:pt x="171" y="7443"/>
                  </a:cubicBezTo>
                  <a:cubicBezTo>
                    <a:pt x="169" y="7445"/>
                    <a:pt x="168" y="7447"/>
                    <a:pt x="166" y="7447"/>
                  </a:cubicBezTo>
                  <a:cubicBezTo>
                    <a:pt x="160" y="7447"/>
                    <a:pt x="148" y="7430"/>
                    <a:pt x="98" y="7354"/>
                  </a:cubicBezTo>
                  <a:cubicBezTo>
                    <a:pt x="61" y="7317"/>
                    <a:pt x="30" y="7272"/>
                    <a:pt x="19" y="7272"/>
                  </a:cubicBezTo>
                  <a:cubicBezTo>
                    <a:pt x="18" y="7272"/>
                    <a:pt x="18" y="7272"/>
                    <a:pt x="17" y="7273"/>
                  </a:cubicBezTo>
                  <a:cubicBezTo>
                    <a:pt x="1" y="7281"/>
                    <a:pt x="41" y="7330"/>
                    <a:pt x="74" y="7370"/>
                  </a:cubicBezTo>
                  <a:lnTo>
                    <a:pt x="49" y="7387"/>
                  </a:lnTo>
                  <a:cubicBezTo>
                    <a:pt x="49" y="7387"/>
                    <a:pt x="33" y="7395"/>
                    <a:pt x="66" y="7443"/>
                  </a:cubicBezTo>
                  <a:cubicBezTo>
                    <a:pt x="98" y="7492"/>
                    <a:pt x="90" y="7500"/>
                    <a:pt x="74" y="7508"/>
                  </a:cubicBezTo>
                  <a:cubicBezTo>
                    <a:pt x="65" y="7495"/>
                    <a:pt x="60" y="7489"/>
                    <a:pt x="59" y="7489"/>
                  </a:cubicBezTo>
                  <a:lnTo>
                    <a:pt x="59" y="7489"/>
                  </a:lnTo>
                  <a:cubicBezTo>
                    <a:pt x="57" y="7489"/>
                    <a:pt x="79" y="7525"/>
                    <a:pt x="114" y="7549"/>
                  </a:cubicBezTo>
                  <a:cubicBezTo>
                    <a:pt x="147" y="7597"/>
                    <a:pt x="179" y="7646"/>
                    <a:pt x="163" y="7654"/>
                  </a:cubicBezTo>
                  <a:lnTo>
                    <a:pt x="228" y="7743"/>
                  </a:lnTo>
                  <a:cubicBezTo>
                    <a:pt x="268" y="7808"/>
                    <a:pt x="325" y="7865"/>
                    <a:pt x="390" y="7914"/>
                  </a:cubicBezTo>
                  <a:cubicBezTo>
                    <a:pt x="422" y="7920"/>
                    <a:pt x="451" y="7926"/>
                    <a:pt x="471" y="7926"/>
                  </a:cubicBezTo>
                  <a:cubicBezTo>
                    <a:pt x="502" y="7926"/>
                    <a:pt x="510" y="7911"/>
                    <a:pt x="471" y="7857"/>
                  </a:cubicBezTo>
                  <a:cubicBezTo>
                    <a:pt x="471" y="7857"/>
                    <a:pt x="447" y="7800"/>
                    <a:pt x="463" y="7792"/>
                  </a:cubicBezTo>
                  <a:cubicBezTo>
                    <a:pt x="464" y="7791"/>
                    <a:pt x="465" y="7791"/>
                    <a:pt x="466" y="7791"/>
                  </a:cubicBezTo>
                  <a:cubicBezTo>
                    <a:pt x="479" y="7791"/>
                    <a:pt x="520" y="7824"/>
                    <a:pt x="520" y="7824"/>
                  </a:cubicBezTo>
                  <a:cubicBezTo>
                    <a:pt x="531" y="7842"/>
                    <a:pt x="545" y="7849"/>
                    <a:pt x="560" y="7849"/>
                  </a:cubicBezTo>
                  <a:cubicBezTo>
                    <a:pt x="588" y="7849"/>
                    <a:pt x="621" y="7826"/>
                    <a:pt x="657" y="7800"/>
                  </a:cubicBezTo>
                  <a:cubicBezTo>
                    <a:pt x="705" y="7769"/>
                    <a:pt x="735" y="7747"/>
                    <a:pt x="764" y="7747"/>
                  </a:cubicBezTo>
                  <a:cubicBezTo>
                    <a:pt x="779" y="7747"/>
                    <a:pt x="794" y="7753"/>
                    <a:pt x="812" y="7768"/>
                  </a:cubicBezTo>
                  <a:cubicBezTo>
                    <a:pt x="839" y="7789"/>
                    <a:pt x="855" y="7793"/>
                    <a:pt x="863" y="7793"/>
                  </a:cubicBezTo>
                  <a:cubicBezTo>
                    <a:pt x="866" y="7793"/>
                    <a:pt x="868" y="7792"/>
                    <a:pt x="868" y="7792"/>
                  </a:cubicBezTo>
                  <a:cubicBezTo>
                    <a:pt x="836" y="7751"/>
                    <a:pt x="901" y="7703"/>
                    <a:pt x="990" y="7646"/>
                  </a:cubicBezTo>
                  <a:cubicBezTo>
                    <a:pt x="1071" y="7589"/>
                    <a:pt x="1152" y="7533"/>
                    <a:pt x="1120" y="7484"/>
                  </a:cubicBezTo>
                  <a:lnTo>
                    <a:pt x="1144" y="7468"/>
                  </a:lnTo>
                  <a:cubicBezTo>
                    <a:pt x="1160" y="7492"/>
                    <a:pt x="1174" y="7500"/>
                    <a:pt x="1188" y="7500"/>
                  </a:cubicBezTo>
                  <a:cubicBezTo>
                    <a:pt x="1201" y="7500"/>
                    <a:pt x="1213" y="7492"/>
                    <a:pt x="1225" y="7484"/>
                  </a:cubicBezTo>
                  <a:cubicBezTo>
                    <a:pt x="1217" y="7419"/>
                    <a:pt x="1241" y="7403"/>
                    <a:pt x="1241" y="7403"/>
                  </a:cubicBezTo>
                  <a:cubicBezTo>
                    <a:pt x="1260" y="7430"/>
                    <a:pt x="1270" y="7440"/>
                    <a:pt x="1280" y="7440"/>
                  </a:cubicBezTo>
                  <a:cubicBezTo>
                    <a:pt x="1288" y="7440"/>
                    <a:pt x="1296" y="7434"/>
                    <a:pt x="1306" y="7427"/>
                  </a:cubicBezTo>
                  <a:cubicBezTo>
                    <a:pt x="1330" y="7411"/>
                    <a:pt x="1347" y="7403"/>
                    <a:pt x="1314" y="7354"/>
                  </a:cubicBezTo>
                  <a:cubicBezTo>
                    <a:pt x="1348" y="7327"/>
                    <a:pt x="1398" y="7312"/>
                    <a:pt x="1447" y="7312"/>
                  </a:cubicBezTo>
                  <a:cubicBezTo>
                    <a:pt x="1457" y="7312"/>
                    <a:pt x="1467" y="7312"/>
                    <a:pt x="1476" y="7314"/>
                  </a:cubicBezTo>
                  <a:cubicBezTo>
                    <a:pt x="1486" y="7323"/>
                    <a:pt x="1492" y="7327"/>
                    <a:pt x="1496" y="7327"/>
                  </a:cubicBezTo>
                  <a:cubicBezTo>
                    <a:pt x="1509" y="7327"/>
                    <a:pt x="1495" y="7284"/>
                    <a:pt x="1476" y="7241"/>
                  </a:cubicBezTo>
                  <a:cubicBezTo>
                    <a:pt x="1444" y="7200"/>
                    <a:pt x="1428" y="7143"/>
                    <a:pt x="1436" y="7135"/>
                  </a:cubicBezTo>
                  <a:lnTo>
                    <a:pt x="1436" y="7135"/>
                  </a:lnTo>
                  <a:lnTo>
                    <a:pt x="1501" y="7233"/>
                  </a:lnTo>
                  <a:cubicBezTo>
                    <a:pt x="1516" y="7263"/>
                    <a:pt x="1522" y="7275"/>
                    <a:pt x="1530" y="7275"/>
                  </a:cubicBezTo>
                  <a:cubicBezTo>
                    <a:pt x="1535" y="7275"/>
                    <a:pt x="1540" y="7271"/>
                    <a:pt x="1549" y="7265"/>
                  </a:cubicBezTo>
                  <a:lnTo>
                    <a:pt x="1574" y="7249"/>
                  </a:lnTo>
                  <a:cubicBezTo>
                    <a:pt x="1541" y="7208"/>
                    <a:pt x="1598" y="7168"/>
                    <a:pt x="1679" y="7111"/>
                  </a:cubicBezTo>
                  <a:cubicBezTo>
                    <a:pt x="1784" y="7038"/>
                    <a:pt x="1825" y="7014"/>
                    <a:pt x="1793" y="6965"/>
                  </a:cubicBezTo>
                  <a:cubicBezTo>
                    <a:pt x="1770" y="6937"/>
                    <a:pt x="1767" y="6925"/>
                    <a:pt x="1791" y="6925"/>
                  </a:cubicBezTo>
                  <a:cubicBezTo>
                    <a:pt x="1801" y="6925"/>
                    <a:pt x="1818" y="6927"/>
                    <a:pt x="1841" y="6933"/>
                  </a:cubicBezTo>
                  <a:cubicBezTo>
                    <a:pt x="1939" y="6984"/>
                    <a:pt x="1981" y="7006"/>
                    <a:pt x="1994" y="7006"/>
                  </a:cubicBezTo>
                  <a:cubicBezTo>
                    <a:pt x="2003" y="7006"/>
                    <a:pt x="1997" y="6994"/>
                    <a:pt x="1987" y="6973"/>
                  </a:cubicBezTo>
                  <a:cubicBezTo>
                    <a:pt x="1986" y="6974"/>
                    <a:pt x="1985" y="6974"/>
                    <a:pt x="1983" y="6974"/>
                  </a:cubicBezTo>
                  <a:cubicBezTo>
                    <a:pt x="1966" y="6974"/>
                    <a:pt x="1936" y="6929"/>
                    <a:pt x="1906" y="6884"/>
                  </a:cubicBezTo>
                  <a:cubicBezTo>
                    <a:pt x="1871" y="6836"/>
                    <a:pt x="1860" y="6812"/>
                    <a:pt x="1868" y="6812"/>
                  </a:cubicBezTo>
                  <a:cubicBezTo>
                    <a:pt x="1875" y="6812"/>
                    <a:pt x="1896" y="6830"/>
                    <a:pt x="1930" y="6868"/>
                  </a:cubicBezTo>
                  <a:cubicBezTo>
                    <a:pt x="1944" y="6888"/>
                    <a:pt x="1961" y="6897"/>
                    <a:pt x="1979" y="6897"/>
                  </a:cubicBezTo>
                  <a:cubicBezTo>
                    <a:pt x="2048" y="6897"/>
                    <a:pt x="2131" y="6774"/>
                    <a:pt x="2093" y="6697"/>
                  </a:cubicBezTo>
                  <a:cubicBezTo>
                    <a:pt x="2079" y="6677"/>
                    <a:pt x="2071" y="6665"/>
                    <a:pt x="2071" y="6665"/>
                  </a:cubicBezTo>
                  <a:lnTo>
                    <a:pt x="2071" y="6665"/>
                  </a:lnTo>
                  <a:cubicBezTo>
                    <a:pt x="2072" y="6665"/>
                    <a:pt x="2088" y="6687"/>
                    <a:pt x="2125" y="6738"/>
                  </a:cubicBezTo>
                  <a:cubicBezTo>
                    <a:pt x="2141" y="6762"/>
                    <a:pt x="2151" y="6772"/>
                    <a:pt x="2163" y="6772"/>
                  </a:cubicBezTo>
                  <a:cubicBezTo>
                    <a:pt x="2176" y="6772"/>
                    <a:pt x="2190" y="6762"/>
                    <a:pt x="2214" y="6746"/>
                  </a:cubicBezTo>
                  <a:lnTo>
                    <a:pt x="2247" y="6722"/>
                  </a:lnTo>
                  <a:cubicBezTo>
                    <a:pt x="2208" y="6668"/>
                    <a:pt x="2230" y="6647"/>
                    <a:pt x="2261" y="6647"/>
                  </a:cubicBezTo>
                  <a:cubicBezTo>
                    <a:pt x="2282" y="6647"/>
                    <a:pt x="2306" y="6657"/>
                    <a:pt x="2320" y="6673"/>
                  </a:cubicBezTo>
                  <a:cubicBezTo>
                    <a:pt x="2349" y="6698"/>
                    <a:pt x="2361" y="6708"/>
                    <a:pt x="2371" y="6708"/>
                  </a:cubicBezTo>
                  <a:cubicBezTo>
                    <a:pt x="2377" y="6708"/>
                    <a:pt x="2383" y="6704"/>
                    <a:pt x="2393" y="6697"/>
                  </a:cubicBezTo>
                  <a:cubicBezTo>
                    <a:pt x="2373" y="6629"/>
                    <a:pt x="2398" y="6602"/>
                    <a:pt x="2428" y="6602"/>
                  </a:cubicBezTo>
                  <a:cubicBezTo>
                    <a:pt x="2447" y="6602"/>
                    <a:pt x="2469" y="6613"/>
                    <a:pt x="2482" y="6633"/>
                  </a:cubicBezTo>
                  <a:lnTo>
                    <a:pt x="2506" y="6616"/>
                  </a:lnTo>
                  <a:cubicBezTo>
                    <a:pt x="2490" y="6560"/>
                    <a:pt x="2514" y="6543"/>
                    <a:pt x="2522" y="6543"/>
                  </a:cubicBezTo>
                  <a:cubicBezTo>
                    <a:pt x="2563" y="6519"/>
                    <a:pt x="2571" y="6511"/>
                    <a:pt x="2522" y="6470"/>
                  </a:cubicBezTo>
                  <a:cubicBezTo>
                    <a:pt x="2490" y="6422"/>
                    <a:pt x="2457" y="6373"/>
                    <a:pt x="2474" y="6365"/>
                  </a:cubicBezTo>
                  <a:lnTo>
                    <a:pt x="2474" y="6365"/>
                  </a:lnTo>
                  <a:lnTo>
                    <a:pt x="2506" y="6414"/>
                  </a:lnTo>
                  <a:cubicBezTo>
                    <a:pt x="2519" y="6433"/>
                    <a:pt x="2532" y="6441"/>
                    <a:pt x="2547" y="6441"/>
                  </a:cubicBezTo>
                  <a:cubicBezTo>
                    <a:pt x="2568" y="6441"/>
                    <a:pt x="2591" y="6425"/>
                    <a:pt x="2620" y="6406"/>
                  </a:cubicBezTo>
                  <a:cubicBezTo>
                    <a:pt x="2658" y="6381"/>
                    <a:pt x="2680" y="6366"/>
                    <a:pt x="2701" y="6366"/>
                  </a:cubicBezTo>
                  <a:cubicBezTo>
                    <a:pt x="2715" y="6366"/>
                    <a:pt x="2730" y="6373"/>
                    <a:pt x="2749" y="6389"/>
                  </a:cubicBezTo>
                  <a:lnTo>
                    <a:pt x="2725" y="6333"/>
                  </a:lnTo>
                  <a:cubicBezTo>
                    <a:pt x="2716" y="6301"/>
                    <a:pt x="2714" y="6284"/>
                    <a:pt x="2720" y="6284"/>
                  </a:cubicBezTo>
                  <a:cubicBezTo>
                    <a:pt x="2725" y="6284"/>
                    <a:pt x="2735" y="6295"/>
                    <a:pt x="2749" y="6316"/>
                  </a:cubicBezTo>
                  <a:cubicBezTo>
                    <a:pt x="2764" y="6329"/>
                    <a:pt x="2779" y="6334"/>
                    <a:pt x="2792" y="6334"/>
                  </a:cubicBezTo>
                  <a:cubicBezTo>
                    <a:pt x="2822" y="6334"/>
                    <a:pt x="2844" y="6305"/>
                    <a:pt x="2838" y="6260"/>
                  </a:cubicBezTo>
                  <a:lnTo>
                    <a:pt x="2863" y="6243"/>
                  </a:lnTo>
                  <a:cubicBezTo>
                    <a:pt x="2893" y="6281"/>
                    <a:pt x="2918" y="6298"/>
                    <a:pt x="2933" y="6298"/>
                  </a:cubicBezTo>
                  <a:cubicBezTo>
                    <a:pt x="2953" y="6298"/>
                    <a:pt x="2953" y="6264"/>
                    <a:pt x="2920" y="6203"/>
                  </a:cubicBezTo>
                  <a:lnTo>
                    <a:pt x="2920" y="6203"/>
                  </a:lnTo>
                  <a:cubicBezTo>
                    <a:pt x="2940" y="6233"/>
                    <a:pt x="2950" y="6241"/>
                    <a:pt x="2960" y="6241"/>
                  </a:cubicBezTo>
                  <a:cubicBezTo>
                    <a:pt x="2965" y="6241"/>
                    <a:pt x="2970" y="6238"/>
                    <a:pt x="2976" y="6235"/>
                  </a:cubicBezTo>
                  <a:cubicBezTo>
                    <a:pt x="2971" y="6192"/>
                    <a:pt x="2991" y="6163"/>
                    <a:pt x="3014" y="6163"/>
                  </a:cubicBezTo>
                  <a:cubicBezTo>
                    <a:pt x="3026" y="6163"/>
                    <a:pt x="3038" y="6170"/>
                    <a:pt x="3049" y="6187"/>
                  </a:cubicBezTo>
                  <a:lnTo>
                    <a:pt x="3057" y="6179"/>
                  </a:lnTo>
                  <a:cubicBezTo>
                    <a:pt x="3033" y="6122"/>
                    <a:pt x="3049" y="6114"/>
                    <a:pt x="3057" y="6106"/>
                  </a:cubicBezTo>
                  <a:cubicBezTo>
                    <a:pt x="3074" y="6097"/>
                    <a:pt x="3082" y="6089"/>
                    <a:pt x="3065" y="6041"/>
                  </a:cubicBezTo>
                  <a:cubicBezTo>
                    <a:pt x="3041" y="5984"/>
                    <a:pt x="3057" y="5976"/>
                    <a:pt x="3057" y="5976"/>
                  </a:cubicBezTo>
                  <a:cubicBezTo>
                    <a:pt x="3058" y="5975"/>
                    <a:pt x="3058" y="5975"/>
                    <a:pt x="3059" y="5975"/>
                  </a:cubicBezTo>
                  <a:cubicBezTo>
                    <a:pt x="3069" y="5975"/>
                    <a:pt x="3091" y="6028"/>
                    <a:pt x="3106" y="6073"/>
                  </a:cubicBezTo>
                  <a:cubicBezTo>
                    <a:pt x="3109" y="6097"/>
                    <a:pt x="3116" y="6109"/>
                    <a:pt x="3123" y="6109"/>
                  </a:cubicBezTo>
                  <a:cubicBezTo>
                    <a:pt x="3134" y="6109"/>
                    <a:pt x="3143" y="6072"/>
                    <a:pt x="3122" y="6000"/>
                  </a:cubicBezTo>
                  <a:cubicBezTo>
                    <a:pt x="3106" y="5938"/>
                    <a:pt x="3098" y="5908"/>
                    <a:pt x="3100" y="5908"/>
                  </a:cubicBezTo>
                  <a:lnTo>
                    <a:pt x="3100" y="5908"/>
                  </a:lnTo>
                  <a:cubicBezTo>
                    <a:pt x="3102" y="5908"/>
                    <a:pt x="3115" y="5936"/>
                    <a:pt x="3138" y="5992"/>
                  </a:cubicBezTo>
                  <a:cubicBezTo>
                    <a:pt x="3149" y="6025"/>
                    <a:pt x="3164" y="6062"/>
                    <a:pt x="3170" y="6062"/>
                  </a:cubicBezTo>
                  <a:cubicBezTo>
                    <a:pt x="3173" y="6062"/>
                    <a:pt x="3173" y="6053"/>
                    <a:pt x="3171" y="6033"/>
                  </a:cubicBezTo>
                  <a:cubicBezTo>
                    <a:pt x="3171" y="6033"/>
                    <a:pt x="3195" y="6016"/>
                    <a:pt x="3155" y="5976"/>
                  </a:cubicBezTo>
                  <a:lnTo>
                    <a:pt x="3195" y="5952"/>
                  </a:lnTo>
                  <a:cubicBezTo>
                    <a:pt x="3221" y="5966"/>
                    <a:pt x="3237" y="5971"/>
                    <a:pt x="3248" y="5971"/>
                  </a:cubicBezTo>
                  <a:cubicBezTo>
                    <a:pt x="3261" y="5971"/>
                    <a:pt x="3267" y="5964"/>
                    <a:pt x="3276" y="5960"/>
                  </a:cubicBezTo>
                  <a:cubicBezTo>
                    <a:pt x="3264" y="5934"/>
                    <a:pt x="3257" y="5922"/>
                    <a:pt x="3262" y="5922"/>
                  </a:cubicBezTo>
                  <a:lnTo>
                    <a:pt x="3262" y="5922"/>
                  </a:lnTo>
                  <a:cubicBezTo>
                    <a:pt x="3265" y="5922"/>
                    <a:pt x="3277" y="5932"/>
                    <a:pt x="3301" y="5952"/>
                  </a:cubicBezTo>
                  <a:cubicBezTo>
                    <a:pt x="3313" y="5967"/>
                    <a:pt x="3321" y="5975"/>
                    <a:pt x="3324" y="5975"/>
                  </a:cubicBezTo>
                  <a:cubicBezTo>
                    <a:pt x="3329" y="5975"/>
                    <a:pt x="3317" y="5951"/>
                    <a:pt x="3276" y="5895"/>
                  </a:cubicBezTo>
                  <a:cubicBezTo>
                    <a:pt x="3267" y="5862"/>
                    <a:pt x="3266" y="5845"/>
                    <a:pt x="3276" y="5845"/>
                  </a:cubicBezTo>
                  <a:cubicBezTo>
                    <a:pt x="3283" y="5845"/>
                    <a:pt x="3297" y="5854"/>
                    <a:pt x="3317" y="5870"/>
                  </a:cubicBezTo>
                  <a:cubicBezTo>
                    <a:pt x="3353" y="5921"/>
                    <a:pt x="3372" y="5940"/>
                    <a:pt x="3375" y="5940"/>
                  </a:cubicBezTo>
                  <a:cubicBezTo>
                    <a:pt x="3378" y="5940"/>
                    <a:pt x="3371" y="5929"/>
                    <a:pt x="3357" y="5911"/>
                  </a:cubicBezTo>
                  <a:cubicBezTo>
                    <a:pt x="3341" y="5854"/>
                    <a:pt x="3349" y="5846"/>
                    <a:pt x="3349" y="5846"/>
                  </a:cubicBezTo>
                  <a:lnTo>
                    <a:pt x="3349" y="5846"/>
                  </a:lnTo>
                  <a:cubicBezTo>
                    <a:pt x="3357" y="5857"/>
                    <a:pt x="3368" y="5862"/>
                    <a:pt x="3381" y="5862"/>
                  </a:cubicBezTo>
                  <a:cubicBezTo>
                    <a:pt x="3429" y="5862"/>
                    <a:pt x="3511" y="5805"/>
                    <a:pt x="3592" y="5749"/>
                  </a:cubicBezTo>
                  <a:cubicBezTo>
                    <a:pt x="3609" y="5741"/>
                    <a:pt x="3584" y="5684"/>
                    <a:pt x="3552" y="5635"/>
                  </a:cubicBezTo>
                  <a:cubicBezTo>
                    <a:pt x="3524" y="5597"/>
                    <a:pt x="3514" y="5584"/>
                    <a:pt x="3516" y="5584"/>
                  </a:cubicBezTo>
                  <a:lnTo>
                    <a:pt x="3516" y="5584"/>
                  </a:lnTo>
                  <a:cubicBezTo>
                    <a:pt x="3517" y="5584"/>
                    <a:pt x="3540" y="5609"/>
                    <a:pt x="3568" y="5627"/>
                  </a:cubicBezTo>
                  <a:cubicBezTo>
                    <a:pt x="3618" y="5692"/>
                    <a:pt x="3649" y="5723"/>
                    <a:pt x="3658" y="5723"/>
                  </a:cubicBezTo>
                  <a:cubicBezTo>
                    <a:pt x="3668" y="5723"/>
                    <a:pt x="3648" y="5684"/>
                    <a:pt x="3592" y="5611"/>
                  </a:cubicBezTo>
                  <a:cubicBezTo>
                    <a:pt x="3551" y="5569"/>
                    <a:pt x="3531" y="5549"/>
                    <a:pt x="3533" y="5549"/>
                  </a:cubicBezTo>
                  <a:lnTo>
                    <a:pt x="3533" y="5549"/>
                  </a:lnTo>
                  <a:cubicBezTo>
                    <a:pt x="3535" y="5549"/>
                    <a:pt x="3557" y="5567"/>
                    <a:pt x="3601" y="5603"/>
                  </a:cubicBezTo>
                  <a:cubicBezTo>
                    <a:pt x="3623" y="5621"/>
                    <a:pt x="3635" y="5632"/>
                    <a:pt x="3639" y="5632"/>
                  </a:cubicBezTo>
                  <a:cubicBezTo>
                    <a:pt x="3644" y="5632"/>
                    <a:pt x="3638" y="5617"/>
                    <a:pt x="3625" y="5587"/>
                  </a:cubicBezTo>
                  <a:cubicBezTo>
                    <a:pt x="3607" y="5564"/>
                    <a:pt x="3601" y="5552"/>
                    <a:pt x="3605" y="5552"/>
                  </a:cubicBezTo>
                  <a:lnTo>
                    <a:pt x="3605" y="5552"/>
                  </a:lnTo>
                  <a:cubicBezTo>
                    <a:pt x="3609" y="5552"/>
                    <a:pt x="3618" y="5560"/>
                    <a:pt x="3633" y="5579"/>
                  </a:cubicBezTo>
                  <a:cubicBezTo>
                    <a:pt x="3666" y="5606"/>
                    <a:pt x="3699" y="5633"/>
                    <a:pt x="3704" y="5633"/>
                  </a:cubicBezTo>
                  <a:cubicBezTo>
                    <a:pt x="3707" y="5633"/>
                    <a:pt x="3703" y="5627"/>
                    <a:pt x="3690" y="5611"/>
                  </a:cubicBezTo>
                  <a:cubicBezTo>
                    <a:pt x="3690" y="5611"/>
                    <a:pt x="3691" y="5610"/>
                    <a:pt x="3694" y="5610"/>
                  </a:cubicBezTo>
                  <a:cubicBezTo>
                    <a:pt x="3701" y="5610"/>
                    <a:pt x="3718" y="5614"/>
                    <a:pt x="3747" y="5643"/>
                  </a:cubicBezTo>
                  <a:cubicBezTo>
                    <a:pt x="3758" y="5653"/>
                    <a:pt x="3765" y="5657"/>
                    <a:pt x="3770" y="5657"/>
                  </a:cubicBezTo>
                  <a:cubicBezTo>
                    <a:pt x="3784" y="5657"/>
                    <a:pt x="3767" y="5614"/>
                    <a:pt x="3755" y="5570"/>
                  </a:cubicBezTo>
                  <a:cubicBezTo>
                    <a:pt x="3737" y="5509"/>
                    <a:pt x="3734" y="5479"/>
                    <a:pt x="3742" y="5479"/>
                  </a:cubicBezTo>
                  <a:cubicBezTo>
                    <a:pt x="3749" y="5479"/>
                    <a:pt x="3765" y="5501"/>
                    <a:pt x="3787" y="5546"/>
                  </a:cubicBezTo>
                  <a:cubicBezTo>
                    <a:pt x="3805" y="5580"/>
                    <a:pt x="3820" y="5594"/>
                    <a:pt x="3830" y="5594"/>
                  </a:cubicBezTo>
                  <a:cubicBezTo>
                    <a:pt x="3851" y="5594"/>
                    <a:pt x="3850" y="5531"/>
                    <a:pt x="3811" y="5465"/>
                  </a:cubicBezTo>
                  <a:cubicBezTo>
                    <a:pt x="3782" y="5402"/>
                    <a:pt x="3771" y="5377"/>
                    <a:pt x="3773" y="5377"/>
                  </a:cubicBezTo>
                  <a:lnTo>
                    <a:pt x="3773" y="5377"/>
                  </a:lnTo>
                  <a:cubicBezTo>
                    <a:pt x="3774" y="5377"/>
                    <a:pt x="3782" y="5389"/>
                    <a:pt x="3795" y="5408"/>
                  </a:cubicBezTo>
                  <a:cubicBezTo>
                    <a:pt x="3819" y="5445"/>
                    <a:pt x="3830" y="5449"/>
                    <a:pt x="3834" y="5449"/>
                  </a:cubicBezTo>
                  <a:cubicBezTo>
                    <a:pt x="3835" y="5449"/>
                    <a:pt x="3836" y="5449"/>
                    <a:pt x="3836" y="5449"/>
                  </a:cubicBezTo>
                  <a:cubicBezTo>
                    <a:pt x="3842" y="5446"/>
                    <a:pt x="3847" y="5443"/>
                    <a:pt x="3852" y="5443"/>
                  </a:cubicBezTo>
                  <a:cubicBezTo>
                    <a:pt x="3862" y="5443"/>
                    <a:pt x="3872" y="5451"/>
                    <a:pt x="3892" y="5481"/>
                  </a:cubicBezTo>
                  <a:cubicBezTo>
                    <a:pt x="3892" y="5481"/>
                    <a:pt x="3909" y="5473"/>
                    <a:pt x="3901" y="5408"/>
                  </a:cubicBezTo>
                  <a:cubicBezTo>
                    <a:pt x="3881" y="5355"/>
                    <a:pt x="3886" y="5332"/>
                    <a:pt x="3904" y="5332"/>
                  </a:cubicBezTo>
                  <a:cubicBezTo>
                    <a:pt x="3925" y="5332"/>
                    <a:pt x="3963" y="5361"/>
                    <a:pt x="4006" y="5408"/>
                  </a:cubicBezTo>
                  <a:lnTo>
                    <a:pt x="3990" y="5343"/>
                  </a:lnTo>
                  <a:cubicBezTo>
                    <a:pt x="3958" y="5280"/>
                    <a:pt x="3937" y="5234"/>
                    <a:pt x="3944" y="5234"/>
                  </a:cubicBezTo>
                  <a:lnTo>
                    <a:pt x="3944" y="5234"/>
                  </a:lnTo>
                  <a:cubicBezTo>
                    <a:pt x="3947" y="5234"/>
                    <a:pt x="3959" y="5247"/>
                    <a:pt x="3982" y="5279"/>
                  </a:cubicBezTo>
                  <a:cubicBezTo>
                    <a:pt x="3994" y="5296"/>
                    <a:pt x="4005" y="5314"/>
                    <a:pt x="4014" y="5327"/>
                  </a:cubicBezTo>
                  <a:lnTo>
                    <a:pt x="4014" y="5327"/>
                  </a:lnTo>
                  <a:cubicBezTo>
                    <a:pt x="3991" y="5281"/>
                    <a:pt x="3997" y="5258"/>
                    <a:pt x="4017" y="5258"/>
                  </a:cubicBezTo>
                  <a:cubicBezTo>
                    <a:pt x="4039" y="5258"/>
                    <a:pt x="4078" y="5285"/>
                    <a:pt x="4111" y="5335"/>
                  </a:cubicBezTo>
                  <a:cubicBezTo>
                    <a:pt x="4134" y="5363"/>
                    <a:pt x="4141" y="5372"/>
                    <a:pt x="4146" y="5372"/>
                  </a:cubicBezTo>
                  <a:cubicBezTo>
                    <a:pt x="4148" y="5372"/>
                    <a:pt x="4149" y="5370"/>
                    <a:pt x="4152" y="5368"/>
                  </a:cubicBezTo>
                  <a:lnTo>
                    <a:pt x="4119" y="5327"/>
                  </a:lnTo>
                  <a:cubicBezTo>
                    <a:pt x="4087" y="5279"/>
                    <a:pt x="4055" y="5230"/>
                    <a:pt x="4071" y="5222"/>
                  </a:cubicBezTo>
                  <a:cubicBezTo>
                    <a:pt x="4074" y="5219"/>
                    <a:pt x="4078" y="5216"/>
                    <a:pt x="4084" y="5216"/>
                  </a:cubicBezTo>
                  <a:cubicBezTo>
                    <a:pt x="4094" y="5216"/>
                    <a:pt x="4107" y="5224"/>
                    <a:pt x="4128" y="5254"/>
                  </a:cubicBezTo>
                  <a:cubicBezTo>
                    <a:pt x="4155" y="5282"/>
                    <a:pt x="4186" y="5305"/>
                    <a:pt x="4193" y="5305"/>
                  </a:cubicBezTo>
                  <a:cubicBezTo>
                    <a:pt x="4197" y="5305"/>
                    <a:pt x="4195" y="5300"/>
                    <a:pt x="4184" y="5287"/>
                  </a:cubicBezTo>
                  <a:cubicBezTo>
                    <a:pt x="4184" y="5287"/>
                    <a:pt x="4185" y="5286"/>
                    <a:pt x="4187" y="5286"/>
                  </a:cubicBezTo>
                  <a:cubicBezTo>
                    <a:pt x="4192" y="5286"/>
                    <a:pt x="4206" y="5290"/>
                    <a:pt x="4241" y="5319"/>
                  </a:cubicBezTo>
                  <a:lnTo>
                    <a:pt x="4282" y="5287"/>
                  </a:lnTo>
                  <a:cubicBezTo>
                    <a:pt x="4272" y="5253"/>
                    <a:pt x="4277" y="5234"/>
                    <a:pt x="4289" y="5234"/>
                  </a:cubicBezTo>
                  <a:cubicBezTo>
                    <a:pt x="4297" y="5234"/>
                    <a:pt x="4309" y="5243"/>
                    <a:pt x="4322" y="5262"/>
                  </a:cubicBezTo>
                  <a:cubicBezTo>
                    <a:pt x="4322" y="5262"/>
                    <a:pt x="4346" y="5246"/>
                    <a:pt x="4322" y="5189"/>
                  </a:cubicBezTo>
                  <a:cubicBezTo>
                    <a:pt x="4333" y="5182"/>
                    <a:pt x="4342" y="5177"/>
                    <a:pt x="4351" y="5177"/>
                  </a:cubicBezTo>
                  <a:cubicBezTo>
                    <a:pt x="4364" y="5177"/>
                    <a:pt x="4377" y="5186"/>
                    <a:pt x="4395" y="5214"/>
                  </a:cubicBezTo>
                  <a:cubicBezTo>
                    <a:pt x="4411" y="5233"/>
                    <a:pt x="4419" y="5243"/>
                    <a:pt x="4420" y="5243"/>
                  </a:cubicBezTo>
                  <a:cubicBezTo>
                    <a:pt x="4422" y="5243"/>
                    <a:pt x="4416" y="5231"/>
                    <a:pt x="4403" y="5206"/>
                  </a:cubicBezTo>
                  <a:cubicBezTo>
                    <a:pt x="4371" y="5157"/>
                    <a:pt x="4387" y="5149"/>
                    <a:pt x="4395" y="5141"/>
                  </a:cubicBezTo>
                  <a:lnTo>
                    <a:pt x="4419" y="5125"/>
                  </a:lnTo>
                  <a:cubicBezTo>
                    <a:pt x="4387" y="5076"/>
                    <a:pt x="4387" y="5076"/>
                    <a:pt x="4395" y="5068"/>
                  </a:cubicBezTo>
                  <a:cubicBezTo>
                    <a:pt x="4398" y="5067"/>
                    <a:pt x="4401" y="5066"/>
                    <a:pt x="4405" y="5066"/>
                  </a:cubicBezTo>
                  <a:cubicBezTo>
                    <a:pt x="4425" y="5066"/>
                    <a:pt x="4462" y="5078"/>
                    <a:pt x="4482" y="5078"/>
                  </a:cubicBezTo>
                  <a:cubicBezTo>
                    <a:pt x="4487" y="5078"/>
                    <a:pt x="4490" y="5077"/>
                    <a:pt x="4492" y="5076"/>
                  </a:cubicBezTo>
                  <a:cubicBezTo>
                    <a:pt x="4525" y="5052"/>
                    <a:pt x="4525" y="5052"/>
                    <a:pt x="4484" y="5011"/>
                  </a:cubicBezTo>
                  <a:cubicBezTo>
                    <a:pt x="4483" y="5012"/>
                    <a:pt x="4481" y="5012"/>
                    <a:pt x="4479" y="5012"/>
                  </a:cubicBezTo>
                  <a:cubicBezTo>
                    <a:pt x="4467" y="5012"/>
                    <a:pt x="4452" y="4995"/>
                    <a:pt x="4466" y="4995"/>
                  </a:cubicBezTo>
                  <a:cubicBezTo>
                    <a:pt x="4471" y="4995"/>
                    <a:pt x="4479" y="4997"/>
                    <a:pt x="4492" y="5003"/>
                  </a:cubicBezTo>
                  <a:cubicBezTo>
                    <a:pt x="4497" y="5003"/>
                    <a:pt x="4523" y="5008"/>
                    <a:pt x="4550" y="5008"/>
                  </a:cubicBezTo>
                  <a:cubicBezTo>
                    <a:pt x="4571" y="5008"/>
                    <a:pt x="4592" y="5005"/>
                    <a:pt x="4606" y="4995"/>
                  </a:cubicBezTo>
                  <a:cubicBezTo>
                    <a:pt x="4655" y="4962"/>
                    <a:pt x="4655" y="4962"/>
                    <a:pt x="4622" y="4922"/>
                  </a:cubicBezTo>
                  <a:cubicBezTo>
                    <a:pt x="4584" y="4875"/>
                    <a:pt x="4568" y="4851"/>
                    <a:pt x="4573" y="4851"/>
                  </a:cubicBezTo>
                  <a:lnTo>
                    <a:pt x="4573" y="4851"/>
                  </a:lnTo>
                  <a:cubicBezTo>
                    <a:pt x="4578" y="4851"/>
                    <a:pt x="4600" y="4871"/>
                    <a:pt x="4638" y="4914"/>
                  </a:cubicBezTo>
                  <a:cubicBezTo>
                    <a:pt x="4684" y="4951"/>
                    <a:pt x="4709" y="4967"/>
                    <a:pt x="4717" y="4967"/>
                  </a:cubicBezTo>
                  <a:cubicBezTo>
                    <a:pt x="4725" y="4967"/>
                    <a:pt x="4719" y="4953"/>
                    <a:pt x="4703" y="4930"/>
                  </a:cubicBezTo>
                  <a:cubicBezTo>
                    <a:pt x="4679" y="4881"/>
                    <a:pt x="4679" y="4881"/>
                    <a:pt x="4695" y="4873"/>
                  </a:cubicBezTo>
                  <a:lnTo>
                    <a:pt x="4695" y="4873"/>
                  </a:lnTo>
                  <a:cubicBezTo>
                    <a:pt x="4709" y="4890"/>
                    <a:pt x="4718" y="4899"/>
                    <a:pt x="4724" y="4899"/>
                  </a:cubicBezTo>
                  <a:cubicBezTo>
                    <a:pt x="4731" y="4899"/>
                    <a:pt x="4732" y="4882"/>
                    <a:pt x="4728" y="4849"/>
                  </a:cubicBezTo>
                  <a:cubicBezTo>
                    <a:pt x="4733" y="4846"/>
                    <a:pt x="4736" y="4845"/>
                    <a:pt x="4739" y="4845"/>
                  </a:cubicBezTo>
                  <a:cubicBezTo>
                    <a:pt x="4747" y="4845"/>
                    <a:pt x="4754" y="4853"/>
                    <a:pt x="4776" y="4881"/>
                  </a:cubicBezTo>
                  <a:lnTo>
                    <a:pt x="4801" y="4865"/>
                  </a:lnTo>
                  <a:cubicBezTo>
                    <a:pt x="4776" y="4800"/>
                    <a:pt x="4803" y="4775"/>
                    <a:pt x="4839" y="4775"/>
                  </a:cubicBezTo>
                  <a:cubicBezTo>
                    <a:pt x="4862" y="4775"/>
                    <a:pt x="4887" y="4785"/>
                    <a:pt x="4906" y="4800"/>
                  </a:cubicBezTo>
                  <a:cubicBezTo>
                    <a:pt x="4906" y="4800"/>
                    <a:pt x="4914" y="4792"/>
                    <a:pt x="4898" y="4735"/>
                  </a:cubicBezTo>
                  <a:cubicBezTo>
                    <a:pt x="4868" y="4679"/>
                    <a:pt x="4858" y="4651"/>
                    <a:pt x="4865" y="4651"/>
                  </a:cubicBezTo>
                  <a:cubicBezTo>
                    <a:pt x="4872" y="4651"/>
                    <a:pt x="4892" y="4673"/>
                    <a:pt x="4922" y="4719"/>
                  </a:cubicBezTo>
                  <a:cubicBezTo>
                    <a:pt x="4954" y="4763"/>
                    <a:pt x="4970" y="4785"/>
                    <a:pt x="4972" y="4785"/>
                  </a:cubicBezTo>
                  <a:cubicBezTo>
                    <a:pt x="4973" y="4785"/>
                    <a:pt x="4959" y="4761"/>
                    <a:pt x="4930" y="4711"/>
                  </a:cubicBezTo>
                  <a:cubicBezTo>
                    <a:pt x="4921" y="4680"/>
                    <a:pt x="4934" y="4654"/>
                    <a:pt x="4957" y="4654"/>
                  </a:cubicBezTo>
                  <a:cubicBezTo>
                    <a:pt x="4976" y="4654"/>
                    <a:pt x="5002" y="4672"/>
                    <a:pt x="5028" y="4719"/>
                  </a:cubicBezTo>
                  <a:lnTo>
                    <a:pt x="5092" y="4808"/>
                  </a:lnTo>
                  <a:cubicBezTo>
                    <a:pt x="5068" y="4752"/>
                    <a:pt x="5084" y="4743"/>
                    <a:pt x="5084" y="4743"/>
                  </a:cubicBezTo>
                  <a:cubicBezTo>
                    <a:pt x="5052" y="4703"/>
                    <a:pt x="5060" y="4695"/>
                    <a:pt x="5092" y="4670"/>
                  </a:cubicBezTo>
                  <a:cubicBezTo>
                    <a:pt x="5117" y="4654"/>
                    <a:pt x="5133" y="4573"/>
                    <a:pt x="5157" y="4557"/>
                  </a:cubicBezTo>
                  <a:cubicBezTo>
                    <a:pt x="5175" y="4544"/>
                    <a:pt x="5194" y="4536"/>
                    <a:pt x="5214" y="4536"/>
                  </a:cubicBezTo>
                  <a:cubicBezTo>
                    <a:pt x="5231" y="4536"/>
                    <a:pt x="5248" y="4542"/>
                    <a:pt x="5263" y="4557"/>
                  </a:cubicBezTo>
                  <a:cubicBezTo>
                    <a:pt x="5271" y="4549"/>
                    <a:pt x="5287" y="4541"/>
                    <a:pt x="5279" y="4476"/>
                  </a:cubicBezTo>
                  <a:cubicBezTo>
                    <a:pt x="5264" y="4446"/>
                    <a:pt x="5267" y="4429"/>
                    <a:pt x="5279" y="4429"/>
                  </a:cubicBezTo>
                  <a:cubicBezTo>
                    <a:pt x="5287" y="4429"/>
                    <a:pt x="5299" y="4436"/>
                    <a:pt x="5311" y="4452"/>
                  </a:cubicBezTo>
                  <a:lnTo>
                    <a:pt x="5328" y="4443"/>
                  </a:lnTo>
                  <a:cubicBezTo>
                    <a:pt x="5319" y="4387"/>
                    <a:pt x="5328" y="4379"/>
                    <a:pt x="5328" y="4379"/>
                  </a:cubicBezTo>
                  <a:cubicBezTo>
                    <a:pt x="5348" y="4405"/>
                    <a:pt x="5376" y="4431"/>
                    <a:pt x="5387" y="4431"/>
                  </a:cubicBezTo>
                  <a:cubicBezTo>
                    <a:pt x="5392" y="4431"/>
                    <a:pt x="5393" y="4423"/>
                    <a:pt x="5384" y="4403"/>
                  </a:cubicBezTo>
                  <a:cubicBezTo>
                    <a:pt x="5352" y="4362"/>
                    <a:pt x="5360" y="4354"/>
                    <a:pt x="5384" y="4338"/>
                  </a:cubicBezTo>
                  <a:cubicBezTo>
                    <a:pt x="5387" y="4339"/>
                    <a:pt x="5390" y="4340"/>
                    <a:pt x="5394" y="4340"/>
                  </a:cubicBezTo>
                  <a:cubicBezTo>
                    <a:pt x="5476" y="4340"/>
                    <a:pt x="5837" y="4101"/>
                    <a:pt x="5806" y="4054"/>
                  </a:cubicBezTo>
                  <a:lnTo>
                    <a:pt x="5838" y="4030"/>
                  </a:lnTo>
                  <a:lnTo>
                    <a:pt x="5871" y="4006"/>
                  </a:lnTo>
                  <a:cubicBezTo>
                    <a:pt x="5894" y="4034"/>
                    <a:pt x="5912" y="4045"/>
                    <a:pt x="5926" y="4045"/>
                  </a:cubicBezTo>
                  <a:cubicBezTo>
                    <a:pt x="5957" y="4045"/>
                    <a:pt x="5968" y="3991"/>
                    <a:pt x="5968" y="3941"/>
                  </a:cubicBezTo>
                  <a:cubicBezTo>
                    <a:pt x="5952" y="3892"/>
                    <a:pt x="5960" y="3884"/>
                    <a:pt x="5968" y="3876"/>
                  </a:cubicBezTo>
                  <a:cubicBezTo>
                    <a:pt x="6002" y="3917"/>
                    <a:pt x="6027" y="3934"/>
                    <a:pt x="6043" y="3934"/>
                  </a:cubicBezTo>
                  <a:cubicBezTo>
                    <a:pt x="6062" y="3934"/>
                    <a:pt x="6070" y="3911"/>
                    <a:pt x="6065" y="3876"/>
                  </a:cubicBezTo>
                  <a:cubicBezTo>
                    <a:pt x="6035" y="3824"/>
                    <a:pt x="6026" y="3798"/>
                    <a:pt x="6033" y="3798"/>
                  </a:cubicBezTo>
                  <a:cubicBezTo>
                    <a:pt x="6040" y="3798"/>
                    <a:pt x="6059" y="3818"/>
                    <a:pt x="6090" y="3860"/>
                  </a:cubicBezTo>
                  <a:cubicBezTo>
                    <a:pt x="6116" y="3900"/>
                    <a:pt x="6136" y="3920"/>
                    <a:pt x="6145" y="3920"/>
                  </a:cubicBezTo>
                  <a:cubicBezTo>
                    <a:pt x="6158" y="3920"/>
                    <a:pt x="6149" y="3878"/>
                    <a:pt x="6106" y="3787"/>
                  </a:cubicBezTo>
                  <a:cubicBezTo>
                    <a:pt x="6093" y="3756"/>
                    <a:pt x="6087" y="3742"/>
                    <a:pt x="6092" y="3742"/>
                  </a:cubicBezTo>
                  <a:cubicBezTo>
                    <a:pt x="6096" y="3742"/>
                    <a:pt x="6108" y="3752"/>
                    <a:pt x="6130" y="3771"/>
                  </a:cubicBezTo>
                  <a:cubicBezTo>
                    <a:pt x="6169" y="3814"/>
                    <a:pt x="6192" y="3832"/>
                    <a:pt x="6200" y="3832"/>
                  </a:cubicBezTo>
                  <a:cubicBezTo>
                    <a:pt x="6207" y="3832"/>
                    <a:pt x="6202" y="3818"/>
                    <a:pt x="6187" y="3795"/>
                  </a:cubicBezTo>
                  <a:cubicBezTo>
                    <a:pt x="6156" y="3742"/>
                    <a:pt x="6144" y="3715"/>
                    <a:pt x="6153" y="3715"/>
                  </a:cubicBezTo>
                  <a:cubicBezTo>
                    <a:pt x="6161" y="3715"/>
                    <a:pt x="6183" y="3734"/>
                    <a:pt x="6219" y="3771"/>
                  </a:cubicBezTo>
                  <a:cubicBezTo>
                    <a:pt x="6261" y="3808"/>
                    <a:pt x="6283" y="3829"/>
                    <a:pt x="6289" y="3829"/>
                  </a:cubicBezTo>
                  <a:cubicBezTo>
                    <a:pt x="6296" y="3829"/>
                    <a:pt x="6282" y="3802"/>
                    <a:pt x="6252" y="3746"/>
                  </a:cubicBezTo>
                  <a:cubicBezTo>
                    <a:pt x="6223" y="3688"/>
                    <a:pt x="6226" y="3653"/>
                    <a:pt x="6249" y="3653"/>
                  </a:cubicBezTo>
                  <a:cubicBezTo>
                    <a:pt x="6266" y="3653"/>
                    <a:pt x="6292" y="3670"/>
                    <a:pt x="6325" y="3706"/>
                  </a:cubicBezTo>
                  <a:cubicBezTo>
                    <a:pt x="6327" y="3705"/>
                    <a:pt x="6329" y="3704"/>
                    <a:pt x="6332" y="3704"/>
                  </a:cubicBezTo>
                  <a:cubicBezTo>
                    <a:pt x="6341" y="3704"/>
                    <a:pt x="6354" y="3710"/>
                    <a:pt x="6359" y="3710"/>
                  </a:cubicBezTo>
                  <a:cubicBezTo>
                    <a:pt x="6363" y="3710"/>
                    <a:pt x="6362" y="3706"/>
                    <a:pt x="6349" y="3689"/>
                  </a:cubicBezTo>
                  <a:lnTo>
                    <a:pt x="6349" y="3689"/>
                  </a:lnTo>
                  <a:lnTo>
                    <a:pt x="6398" y="3722"/>
                  </a:lnTo>
                  <a:lnTo>
                    <a:pt x="6414" y="3706"/>
                  </a:lnTo>
                  <a:lnTo>
                    <a:pt x="6382" y="3665"/>
                  </a:lnTo>
                  <a:cubicBezTo>
                    <a:pt x="6455" y="3649"/>
                    <a:pt x="6519" y="3633"/>
                    <a:pt x="6584" y="3592"/>
                  </a:cubicBezTo>
                  <a:cubicBezTo>
                    <a:pt x="6714" y="3511"/>
                    <a:pt x="6738" y="3495"/>
                    <a:pt x="6690" y="3454"/>
                  </a:cubicBezTo>
                  <a:cubicBezTo>
                    <a:pt x="6650" y="3410"/>
                    <a:pt x="6639" y="3385"/>
                    <a:pt x="6649" y="3385"/>
                  </a:cubicBezTo>
                  <a:cubicBezTo>
                    <a:pt x="6658" y="3385"/>
                    <a:pt x="6681" y="3402"/>
                    <a:pt x="6714" y="3438"/>
                  </a:cubicBezTo>
                  <a:cubicBezTo>
                    <a:pt x="6716" y="3437"/>
                    <a:pt x="6718" y="3437"/>
                    <a:pt x="6721" y="3437"/>
                  </a:cubicBezTo>
                  <a:cubicBezTo>
                    <a:pt x="6738" y="3437"/>
                    <a:pt x="6769" y="3451"/>
                    <a:pt x="6793" y="3451"/>
                  </a:cubicBezTo>
                  <a:cubicBezTo>
                    <a:pt x="6800" y="3451"/>
                    <a:pt x="6806" y="3450"/>
                    <a:pt x="6811" y="3446"/>
                  </a:cubicBezTo>
                  <a:cubicBezTo>
                    <a:pt x="6824" y="3438"/>
                    <a:pt x="6837" y="3429"/>
                    <a:pt x="6851" y="3429"/>
                  </a:cubicBezTo>
                  <a:cubicBezTo>
                    <a:pt x="6864" y="3429"/>
                    <a:pt x="6877" y="3435"/>
                    <a:pt x="6892" y="3454"/>
                  </a:cubicBezTo>
                  <a:lnTo>
                    <a:pt x="6900" y="3446"/>
                  </a:lnTo>
                  <a:cubicBezTo>
                    <a:pt x="6867" y="3359"/>
                    <a:pt x="6911" y="3310"/>
                    <a:pt x="6965" y="3310"/>
                  </a:cubicBezTo>
                  <a:cubicBezTo>
                    <a:pt x="6975" y="3310"/>
                    <a:pt x="6987" y="3312"/>
                    <a:pt x="6998" y="3317"/>
                  </a:cubicBezTo>
                  <a:cubicBezTo>
                    <a:pt x="7022" y="3300"/>
                    <a:pt x="7038" y="3292"/>
                    <a:pt x="7030" y="3227"/>
                  </a:cubicBezTo>
                  <a:cubicBezTo>
                    <a:pt x="7021" y="3195"/>
                    <a:pt x="7017" y="3181"/>
                    <a:pt x="7024" y="3181"/>
                  </a:cubicBezTo>
                  <a:cubicBezTo>
                    <a:pt x="7030" y="3181"/>
                    <a:pt x="7042" y="3189"/>
                    <a:pt x="7063" y="3203"/>
                  </a:cubicBezTo>
                  <a:cubicBezTo>
                    <a:pt x="7076" y="3223"/>
                    <a:pt x="7102" y="3235"/>
                    <a:pt x="7123" y="3235"/>
                  </a:cubicBezTo>
                  <a:cubicBezTo>
                    <a:pt x="7153" y="3235"/>
                    <a:pt x="7174" y="3211"/>
                    <a:pt x="7136" y="3154"/>
                  </a:cubicBezTo>
                  <a:lnTo>
                    <a:pt x="7136" y="3154"/>
                  </a:lnTo>
                  <a:lnTo>
                    <a:pt x="7176" y="3195"/>
                  </a:lnTo>
                  <a:cubicBezTo>
                    <a:pt x="7188" y="3205"/>
                    <a:pt x="7195" y="3209"/>
                    <a:pt x="7199" y="3209"/>
                  </a:cubicBezTo>
                  <a:cubicBezTo>
                    <a:pt x="7213" y="3209"/>
                    <a:pt x="7193" y="3167"/>
                    <a:pt x="7168" y="3130"/>
                  </a:cubicBezTo>
                  <a:cubicBezTo>
                    <a:pt x="7137" y="3088"/>
                    <a:pt x="7123" y="3064"/>
                    <a:pt x="7128" y="3064"/>
                  </a:cubicBezTo>
                  <a:lnTo>
                    <a:pt x="7128" y="3064"/>
                  </a:lnTo>
                  <a:cubicBezTo>
                    <a:pt x="7134" y="3064"/>
                    <a:pt x="7165" y="3094"/>
                    <a:pt x="7225" y="3162"/>
                  </a:cubicBezTo>
                  <a:cubicBezTo>
                    <a:pt x="7262" y="3214"/>
                    <a:pt x="7283" y="3236"/>
                    <a:pt x="7288" y="3236"/>
                  </a:cubicBezTo>
                  <a:cubicBezTo>
                    <a:pt x="7292" y="3236"/>
                    <a:pt x="7287" y="3224"/>
                    <a:pt x="7273" y="3203"/>
                  </a:cubicBezTo>
                  <a:cubicBezTo>
                    <a:pt x="7255" y="3160"/>
                    <a:pt x="7236" y="3116"/>
                    <a:pt x="7250" y="3116"/>
                  </a:cubicBezTo>
                  <a:cubicBezTo>
                    <a:pt x="7254" y="3116"/>
                    <a:pt x="7262" y="3120"/>
                    <a:pt x="7273" y="3130"/>
                  </a:cubicBezTo>
                  <a:cubicBezTo>
                    <a:pt x="7282" y="3122"/>
                    <a:pt x="7298" y="3114"/>
                    <a:pt x="7233" y="3025"/>
                  </a:cubicBezTo>
                  <a:cubicBezTo>
                    <a:pt x="7200" y="2976"/>
                    <a:pt x="7209" y="2968"/>
                    <a:pt x="7225" y="2960"/>
                  </a:cubicBezTo>
                  <a:lnTo>
                    <a:pt x="7225" y="2960"/>
                  </a:lnTo>
                  <a:cubicBezTo>
                    <a:pt x="7249" y="2992"/>
                    <a:pt x="7265" y="3025"/>
                    <a:pt x="7273" y="3057"/>
                  </a:cubicBezTo>
                  <a:cubicBezTo>
                    <a:pt x="7271" y="3059"/>
                    <a:pt x="7270" y="3060"/>
                    <a:pt x="7270" y="3060"/>
                  </a:cubicBezTo>
                  <a:cubicBezTo>
                    <a:pt x="7271" y="3060"/>
                    <a:pt x="7281" y="3055"/>
                    <a:pt x="7298" y="3049"/>
                  </a:cubicBezTo>
                  <a:cubicBezTo>
                    <a:pt x="7300" y="3048"/>
                    <a:pt x="7302" y="3047"/>
                    <a:pt x="7306" y="3047"/>
                  </a:cubicBezTo>
                  <a:cubicBezTo>
                    <a:pt x="7328" y="3047"/>
                    <a:pt x="7375" y="3071"/>
                    <a:pt x="7403" y="3114"/>
                  </a:cubicBezTo>
                  <a:cubicBezTo>
                    <a:pt x="7418" y="3129"/>
                    <a:pt x="7430" y="3137"/>
                    <a:pt x="7434" y="3137"/>
                  </a:cubicBezTo>
                  <a:cubicBezTo>
                    <a:pt x="7442" y="3137"/>
                    <a:pt x="7430" y="3113"/>
                    <a:pt x="7379" y="3057"/>
                  </a:cubicBezTo>
                  <a:cubicBezTo>
                    <a:pt x="7314" y="2968"/>
                    <a:pt x="7314" y="2968"/>
                    <a:pt x="7338" y="2952"/>
                  </a:cubicBezTo>
                  <a:cubicBezTo>
                    <a:pt x="7341" y="2949"/>
                    <a:pt x="7346" y="2946"/>
                    <a:pt x="7351" y="2946"/>
                  </a:cubicBezTo>
                  <a:cubicBezTo>
                    <a:pt x="7361" y="2946"/>
                    <a:pt x="7375" y="2954"/>
                    <a:pt x="7395" y="2984"/>
                  </a:cubicBezTo>
                  <a:cubicBezTo>
                    <a:pt x="7415" y="3009"/>
                    <a:pt x="7423" y="3019"/>
                    <a:pt x="7431" y="3019"/>
                  </a:cubicBezTo>
                  <a:cubicBezTo>
                    <a:pt x="7437" y="3019"/>
                    <a:pt x="7442" y="3015"/>
                    <a:pt x="7452" y="3008"/>
                  </a:cubicBezTo>
                  <a:cubicBezTo>
                    <a:pt x="7484" y="2984"/>
                    <a:pt x="7427" y="2822"/>
                    <a:pt x="7371" y="2725"/>
                  </a:cubicBezTo>
                  <a:cubicBezTo>
                    <a:pt x="7337" y="2679"/>
                    <a:pt x="7321" y="2657"/>
                    <a:pt x="7323" y="2657"/>
                  </a:cubicBezTo>
                  <a:lnTo>
                    <a:pt x="7323" y="2657"/>
                  </a:lnTo>
                  <a:cubicBezTo>
                    <a:pt x="7325" y="2657"/>
                    <a:pt x="7343" y="2677"/>
                    <a:pt x="7379" y="2717"/>
                  </a:cubicBezTo>
                  <a:cubicBezTo>
                    <a:pt x="7399" y="2747"/>
                    <a:pt x="7413" y="2755"/>
                    <a:pt x="7422" y="2755"/>
                  </a:cubicBezTo>
                  <a:cubicBezTo>
                    <a:pt x="7428" y="2755"/>
                    <a:pt x="7432" y="2752"/>
                    <a:pt x="7436" y="2749"/>
                  </a:cubicBezTo>
                  <a:cubicBezTo>
                    <a:pt x="7424" y="2731"/>
                    <a:pt x="7423" y="2725"/>
                    <a:pt x="7425" y="2725"/>
                  </a:cubicBezTo>
                  <a:lnTo>
                    <a:pt x="7425" y="2725"/>
                  </a:lnTo>
                  <a:cubicBezTo>
                    <a:pt x="7430" y="2725"/>
                    <a:pt x="7446" y="2744"/>
                    <a:pt x="7436" y="2749"/>
                  </a:cubicBezTo>
                  <a:cubicBezTo>
                    <a:pt x="7468" y="2790"/>
                    <a:pt x="7460" y="2798"/>
                    <a:pt x="7444" y="2806"/>
                  </a:cubicBezTo>
                  <a:lnTo>
                    <a:pt x="7484" y="2854"/>
                  </a:lnTo>
                  <a:cubicBezTo>
                    <a:pt x="7518" y="2895"/>
                    <a:pt x="7539" y="2916"/>
                    <a:pt x="7547" y="2916"/>
                  </a:cubicBezTo>
                  <a:cubicBezTo>
                    <a:pt x="7557" y="2916"/>
                    <a:pt x="7547" y="2887"/>
                    <a:pt x="7517" y="2830"/>
                  </a:cubicBezTo>
                  <a:cubicBezTo>
                    <a:pt x="7503" y="2799"/>
                    <a:pt x="7497" y="2785"/>
                    <a:pt x="7502" y="2785"/>
                  </a:cubicBezTo>
                  <a:cubicBezTo>
                    <a:pt x="7507" y="2785"/>
                    <a:pt x="7519" y="2795"/>
                    <a:pt x="7541" y="2814"/>
                  </a:cubicBezTo>
                  <a:cubicBezTo>
                    <a:pt x="7568" y="2841"/>
                    <a:pt x="7599" y="2868"/>
                    <a:pt x="7607" y="2868"/>
                  </a:cubicBezTo>
                  <a:cubicBezTo>
                    <a:pt x="7610" y="2868"/>
                    <a:pt x="7608" y="2862"/>
                    <a:pt x="7598" y="2846"/>
                  </a:cubicBezTo>
                  <a:cubicBezTo>
                    <a:pt x="7598" y="2846"/>
                    <a:pt x="7603" y="2843"/>
                    <a:pt x="7611" y="2843"/>
                  </a:cubicBezTo>
                  <a:cubicBezTo>
                    <a:pt x="7623" y="2843"/>
                    <a:pt x="7640" y="2848"/>
                    <a:pt x="7663" y="2871"/>
                  </a:cubicBezTo>
                  <a:cubicBezTo>
                    <a:pt x="7687" y="2854"/>
                    <a:pt x="7703" y="2846"/>
                    <a:pt x="7671" y="2798"/>
                  </a:cubicBezTo>
                  <a:cubicBezTo>
                    <a:pt x="7638" y="2749"/>
                    <a:pt x="7646" y="2741"/>
                    <a:pt x="7663" y="2733"/>
                  </a:cubicBezTo>
                  <a:cubicBezTo>
                    <a:pt x="7671" y="2725"/>
                    <a:pt x="7679" y="2717"/>
                    <a:pt x="7646" y="2676"/>
                  </a:cubicBezTo>
                  <a:cubicBezTo>
                    <a:pt x="7614" y="2627"/>
                    <a:pt x="7598" y="2571"/>
                    <a:pt x="7622" y="2554"/>
                  </a:cubicBezTo>
                  <a:cubicBezTo>
                    <a:pt x="7615" y="2529"/>
                    <a:pt x="7611" y="2514"/>
                    <a:pt x="7616" y="2514"/>
                  </a:cubicBezTo>
                  <a:cubicBezTo>
                    <a:pt x="7623" y="2514"/>
                    <a:pt x="7643" y="2535"/>
                    <a:pt x="7687" y="2579"/>
                  </a:cubicBezTo>
                  <a:cubicBezTo>
                    <a:pt x="7707" y="2609"/>
                    <a:pt x="7721" y="2617"/>
                    <a:pt x="7731" y="2617"/>
                  </a:cubicBezTo>
                  <a:cubicBezTo>
                    <a:pt x="7736" y="2617"/>
                    <a:pt x="7741" y="2614"/>
                    <a:pt x="7744" y="2611"/>
                  </a:cubicBezTo>
                  <a:cubicBezTo>
                    <a:pt x="7744" y="2611"/>
                    <a:pt x="7745" y="2610"/>
                    <a:pt x="7748" y="2610"/>
                  </a:cubicBezTo>
                  <a:cubicBezTo>
                    <a:pt x="7755" y="2610"/>
                    <a:pt x="7771" y="2615"/>
                    <a:pt x="7800" y="2644"/>
                  </a:cubicBezTo>
                  <a:cubicBezTo>
                    <a:pt x="7813" y="2652"/>
                    <a:pt x="7820" y="2655"/>
                    <a:pt x="7823" y="2655"/>
                  </a:cubicBezTo>
                  <a:cubicBezTo>
                    <a:pt x="7832" y="2655"/>
                    <a:pt x="7806" y="2623"/>
                    <a:pt x="7776" y="2587"/>
                  </a:cubicBezTo>
                  <a:lnTo>
                    <a:pt x="7711" y="2490"/>
                  </a:lnTo>
                  <a:cubicBezTo>
                    <a:pt x="7712" y="2489"/>
                    <a:pt x="7713" y="2489"/>
                    <a:pt x="7714" y="2489"/>
                  </a:cubicBezTo>
                  <a:cubicBezTo>
                    <a:pt x="7734" y="2489"/>
                    <a:pt x="7802" y="2573"/>
                    <a:pt x="7841" y="2619"/>
                  </a:cubicBezTo>
                  <a:cubicBezTo>
                    <a:pt x="7877" y="2659"/>
                    <a:pt x="7895" y="2679"/>
                    <a:pt x="7897" y="2679"/>
                  </a:cubicBezTo>
                  <a:cubicBezTo>
                    <a:pt x="7898" y="2679"/>
                    <a:pt x="7882" y="2657"/>
                    <a:pt x="7849" y="2611"/>
                  </a:cubicBezTo>
                  <a:cubicBezTo>
                    <a:pt x="7823" y="2572"/>
                    <a:pt x="7803" y="2529"/>
                    <a:pt x="7824" y="2529"/>
                  </a:cubicBezTo>
                  <a:cubicBezTo>
                    <a:pt x="7829" y="2529"/>
                    <a:pt x="7837" y="2532"/>
                    <a:pt x="7849" y="2538"/>
                  </a:cubicBezTo>
                  <a:cubicBezTo>
                    <a:pt x="7861" y="2530"/>
                    <a:pt x="7873" y="2522"/>
                    <a:pt x="7887" y="2522"/>
                  </a:cubicBezTo>
                  <a:cubicBezTo>
                    <a:pt x="7900" y="2522"/>
                    <a:pt x="7914" y="2530"/>
                    <a:pt x="7930" y="2554"/>
                  </a:cubicBezTo>
                  <a:cubicBezTo>
                    <a:pt x="7942" y="2562"/>
                    <a:pt x="7950" y="2566"/>
                    <a:pt x="7954" y="2566"/>
                  </a:cubicBezTo>
                  <a:cubicBezTo>
                    <a:pt x="7968" y="2566"/>
                    <a:pt x="7954" y="2538"/>
                    <a:pt x="7954" y="2538"/>
                  </a:cubicBezTo>
                  <a:cubicBezTo>
                    <a:pt x="7944" y="2501"/>
                    <a:pt x="7944" y="2485"/>
                    <a:pt x="7963" y="2485"/>
                  </a:cubicBezTo>
                  <a:cubicBezTo>
                    <a:pt x="7973" y="2485"/>
                    <a:pt x="7989" y="2489"/>
                    <a:pt x="8011" y="2498"/>
                  </a:cubicBezTo>
                  <a:cubicBezTo>
                    <a:pt x="8066" y="2518"/>
                    <a:pt x="8098" y="2530"/>
                    <a:pt x="8111" y="2530"/>
                  </a:cubicBezTo>
                  <a:cubicBezTo>
                    <a:pt x="8129" y="2530"/>
                    <a:pt x="8113" y="2508"/>
                    <a:pt x="8076" y="2457"/>
                  </a:cubicBezTo>
                  <a:cubicBezTo>
                    <a:pt x="8057" y="2428"/>
                    <a:pt x="8038" y="2399"/>
                    <a:pt x="8040" y="2399"/>
                  </a:cubicBezTo>
                  <a:lnTo>
                    <a:pt x="8040" y="2399"/>
                  </a:lnTo>
                  <a:cubicBezTo>
                    <a:pt x="8042" y="2399"/>
                    <a:pt x="8055" y="2413"/>
                    <a:pt x="8084" y="2449"/>
                  </a:cubicBezTo>
                  <a:cubicBezTo>
                    <a:pt x="8095" y="2456"/>
                    <a:pt x="8102" y="2459"/>
                    <a:pt x="8107" y="2459"/>
                  </a:cubicBezTo>
                  <a:cubicBezTo>
                    <a:pt x="8123" y="2459"/>
                    <a:pt x="8107" y="2419"/>
                    <a:pt x="8100" y="2368"/>
                  </a:cubicBezTo>
                  <a:cubicBezTo>
                    <a:pt x="8068" y="2303"/>
                    <a:pt x="8027" y="2238"/>
                    <a:pt x="7979" y="2173"/>
                  </a:cubicBezTo>
                  <a:cubicBezTo>
                    <a:pt x="7938" y="2118"/>
                    <a:pt x="7923" y="2097"/>
                    <a:pt x="7931" y="2097"/>
                  </a:cubicBezTo>
                  <a:cubicBezTo>
                    <a:pt x="7936" y="2097"/>
                    <a:pt x="7949" y="2104"/>
                    <a:pt x="7971" y="2117"/>
                  </a:cubicBezTo>
                  <a:cubicBezTo>
                    <a:pt x="7972" y="2116"/>
                    <a:pt x="7974" y="2115"/>
                    <a:pt x="7976" y="2115"/>
                  </a:cubicBezTo>
                  <a:cubicBezTo>
                    <a:pt x="7995" y="2115"/>
                    <a:pt x="8031" y="2146"/>
                    <a:pt x="8060" y="2190"/>
                  </a:cubicBezTo>
                  <a:cubicBezTo>
                    <a:pt x="8092" y="2238"/>
                    <a:pt x="8084" y="2246"/>
                    <a:pt x="8084" y="2246"/>
                  </a:cubicBezTo>
                  <a:lnTo>
                    <a:pt x="8068" y="2254"/>
                  </a:lnTo>
                  <a:cubicBezTo>
                    <a:pt x="8096" y="2289"/>
                    <a:pt x="8124" y="2331"/>
                    <a:pt x="8147" y="2331"/>
                  </a:cubicBezTo>
                  <a:cubicBezTo>
                    <a:pt x="8150" y="2331"/>
                    <a:pt x="8154" y="2330"/>
                    <a:pt x="8157" y="2327"/>
                  </a:cubicBezTo>
                  <a:cubicBezTo>
                    <a:pt x="8178" y="2345"/>
                    <a:pt x="8192" y="2353"/>
                    <a:pt x="8197" y="2353"/>
                  </a:cubicBezTo>
                  <a:cubicBezTo>
                    <a:pt x="8205" y="2353"/>
                    <a:pt x="8200" y="2339"/>
                    <a:pt x="8181" y="2311"/>
                  </a:cubicBezTo>
                  <a:lnTo>
                    <a:pt x="8181" y="2311"/>
                  </a:lnTo>
                  <a:cubicBezTo>
                    <a:pt x="8194" y="2329"/>
                    <a:pt x="8212" y="2337"/>
                    <a:pt x="8231" y="2337"/>
                  </a:cubicBezTo>
                  <a:cubicBezTo>
                    <a:pt x="8247" y="2337"/>
                    <a:pt x="8264" y="2331"/>
                    <a:pt x="8279" y="2319"/>
                  </a:cubicBezTo>
                  <a:cubicBezTo>
                    <a:pt x="8291" y="2303"/>
                    <a:pt x="8309" y="2295"/>
                    <a:pt x="8328" y="2295"/>
                  </a:cubicBezTo>
                  <a:cubicBezTo>
                    <a:pt x="8348" y="2295"/>
                    <a:pt x="8368" y="2303"/>
                    <a:pt x="8384" y="2319"/>
                  </a:cubicBezTo>
                  <a:cubicBezTo>
                    <a:pt x="8408" y="2303"/>
                    <a:pt x="8417" y="2295"/>
                    <a:pt x="8384" y="2246"/>
                  </a:cubicBezTo>
                  <a:cubicBezTo>
                    <a:pt x="8343" y="2190"/>
                    <a:pt x="8331" y="2166"/>
                    <a:pt x="8336" y="2166"/>
                  </a:cubicBezTo>
                  <a:lnTo>
                    <a:pt x="8336" y="2166"/>
                  </a:lnTo>
                  <a:cubicBezTo>
                    <a:pt x="8339" y="2166"/>
                    <a:pt x="8348" y="2174"/>
                    <a:pt x="8360" y="2190"/>
                  </a:cubicBezTo>
                  <a:cubicBezTo>
                    <a:pt x="8388" y="2220"/>
                    <a:pt x="8428" y="2234"/>
                    <a:pt x="8467" y="2234"/>
                  </a:cubicBezTo>
                  <a:cubicBezTo>
                    <a:pt x="8541" y="2234"/>
                    <a:pt x="8608" y="2186"/>
                    <a:pt x="8571" y="2117"/>
                  </a:cubicBezTo>
                  <a:lnTo>
                    <a:pt x="8595" y="2100"/>
                  </a:lnTo>
                  <a:cubicBezTo>
                    <a:pt x="8608" y="2108"/>
                    <a:pt x="8621" y="2111"/>
                    <a:pt x="8634" y="2111"/>
                  </a:cubicBezTo>
                  <a:cubicBezTo>
                    <a:pt x="8680" y="2111"/>
                    <a:pt x="8721" y="2072"/>
                    <a:pt x="8708" y="2027"/>
                  </a:cubicBezTo>
                  <a:lnTo>
                    <a:pt x="8741" y="2003"/>
                  </a:lnTo>
                  <a:cubicBezTo>
                    <a:pt x="8763" y="2016"/>
                    <a:pt x="8777" y="2022"/>
                    <a:pt x="8786" y="2022"/>
                  </a:cubicBezTo>
                  <a:cubicBezTo>
                    <a:pt x="8800" y="2022"/>
                    <a:pt x="8800" y="2006"/>
                    <a:pt x="8790" y="1971"/>
                  </a:cubicBezTo>
                  <a:cubicBezTo>
                    <a:pt x="8772" y="1936"/>
                    <a:pt x="8751" y="1902"/>
                    <a:pt x="8752" y="1902"/>
                  </a:cubicBezTo>
                  <a:lnTo>
                    <a:pt x="8752" y="1902"/>
                  </a:lnTo>
                  <a:cubicBezTo>
                    <a:pt x="8752" y="1902"/>
                    <a:pt x="8756" y="1908"/>
                    <a:pt x="8765" y="1922"/>
                  </a:cubicBezTo>
                  <a:cubicBezTo>
                    <a:pt x="8779" y="1939"/>
                    <a:pt x="8791" y="1946"/>
                    <a:pt x="8804" y="1946"/>
                  </a:cubicBezTo>
                  <a:cubicBezTo>
                    <a:pt x="8822" y="1946"/>
                    <a:pt x="8842" y="1933"/>
                    <a:pt x="8871" y="1914"/>
                  </a:cubicBezTo>
                  <a:cubicBezTo>
                    <a:pt x="8919" y="1881"/>
                    <a:pt x="8919" y="1881"/>
                    <a:pt x="8871" y="1849"/>
                  </a:cubicBezTo>
                  <a:cubicBezTo>
                    <a:pt x="8877" y="1818"/>
                    <a:pt x="8886" y="1806"/>
                    <a:pt x="8896" y="1806"/>
                  </a:cubicBezTo>
                  <a:cubicBezTo>
                    <a:pt x="8912" y="1806"/>
                    <a:pt x="8932" y="1835"/>
                    <a:pt x="8952" y="1865"/>
                  </a:cubicBezTo>
                  <a:cubicBezTo>
                    <a:pt x="8975" y="1906"/>
                    <a:pt x="8993" y="1927"/>
                    <a:pt x="9000" y="1927"/>
                  </a:cubicBezTo>
                  <a:cubicBezTo>
                    <a:pt x="9009" y="1927"/>
                    <a:pt x="8996" y="1886"/>
                    <a:pt x="8944" y="1800"/>
                  </a:cubicBezTo>
                  <a:cubicBezTo>
                    <a:pt x="8912" y="1732"/>
                    <a:pt x="8908" y="1701"/>
                    <a:pt x="8920" y="1701"/>
                  </a:cubicBezTo>
                  <a:cubicBezTo>
                    <a:pt x="8926" y="1701"/>
                    <a:pt x="8937" y="1710"/>
                    <a:pt x="8952" y="1727"/>
                  </a:cubicBezTo>
                  <a:cubicBezTo>
                    <a:pt x="8984" y="1776"/>
                    <a:pt x="8968" y="1784"/>
                    <a:pt x="8960" y="1792"/>
                  </a:cubicBezTo>
                  <a:lnTo>
                    <a:pt x="9025" y="1881"/>
                  </a:lnTo>
                  <a:cubicBezTo>
                    <a:pt x="9033" y="1873"/>
                    <a:pt x="9033" y="1873"/>
                    <a:pt x="9017" y="1825"/>
                  </a:cubicBezTo>
                  <a:cubicBezTo>
                    <a:pt x="9017" y="1825"/>
                    <a:pt x="9025" y="1817"/>
                    <a:pt x="9008" y="1760"/>
                  </a:cubicBezTo>
                  <a:cubicBezTo>
                    <a:pt x="8984" y="1703"/>
                    <a:pt x="8952" y="1654"/>
                    <a:pt x="8903" y="1622"/>
                  </a:cubicBezTo>
                  <a:cubicBezTo>
                    <a:pt x="8863" y="1581"/>
                    <a:pt x="8871" y="1573"/>
                    <a:pt x="8887" y="1565"/>
                  </a:cubicBezTo>
                  <a:lnTo>
                    <a:pt x="8887" y="1565"/>
                  </a:lnTo>
                  <a:cubicBezTo>
                    <a:pt x="8935" y="1598"/>
                    <a:pt x="8976" y="1638"/>
                    <a:pt x="8992" y="1695"/>
                  </a:cubicBezTo>
                  <a:cubicBezTo>
                    <a:pt x="8984" y="1703"/>
                    <a:pt x="9017" y="1752"/>
                    <a:pt x="9049" y="1800"/>
                  </a:cubicBezTo>
                  <a:cubicBezTo>
                    <a:pt x="9053" y="1806"/>
                    <a:pt x="9057" y="1808"/>
                    <a:pt x="9060" y="1808"/>
                  </a:cubicBezTo>
                  <a:cubicBezTo>
                    <a:pt x="9079" y="1808"/>
                    <a:pt x="9067" y="1699"/>
                    <a:pt x="9025" y="1614"/>
                  </a:cubicBezTo>
                  <a:lnTo>
                    <a:pt x="9025" y="1614"/>
                  </a:lnTo>
                  <a:lnTo>
                    <a:pt x="9057" y="1654"/>
                  </a:lnTo>
                  <a:cubicBezTo>
                    <a:pt x="9073" y="1679"/>
                    <a:pt x="9088" y="1687"/>
                    <a:pt x="9101" y="1687"/>
                  </a:cubicBezTo>
                  <a:cubicBezTo>
                    <a:pt x="9114" y="1687"/>
                    <a:pt x="9126" y="1679"/>
                    <a:pt x="9138" y="1671"/>
                  </a:cubicBezTo>
                  <a:cubicBezTo>
                    <a:pt x="9163" y="1654"/>
                    <a:pt x="9171" y="1646"/>
                    <a:pt x="9138" y="1598"/>
                  </a:cubicBezTo>
                  <a:cubicBezTo>
                    <a:pt x="9106" y="1557"/>
                    <a:pt x="9073" y="1508"/>
                    <a:pt x="9081" y="1500"/>
                  </a:cubicBezTo>
                  <a:lnTo>
                    <a:pt x="9081" y="1500"/>
                  </a:lnTo>
                  <a:cubicBezTo>
                    <a:pt x="9081" y="1501"/>
                    <a:pt x="9080" y="1501"/>
                    <a:pt x="9079" y="1501"/>
                  </a:cubicBezTo>
                  <a:cubicBezTo>
                    <a:pt x="9068" y="1501"/>
                    <a:pt x="9038" y="1457"/>
                    <a:pt x="9008" y="1419"/>
                  </a:cubicBezTo>
                  <a:lnTo>
                    <a:pt x="9008" y="1419"/>
                  </a:lnTo>
                  <a:cubicBezTo>
                    <a:pt x="9041" y="1436"/>
                    <a:pt x="9073" y="1460"/>
                    <a:pt x="9106" y="1484"/>
                  </a:cubicBezTo>
                  <a:cubicBezTo>
                    <a:pt x="9171" y="1538"/>
                    <a:pt x="9220" y="1570"/>
                    <a:pt x="9260" y="1570"/>
                  </a:cubicBezTo>
                  <a:cubicBezTo>
                    <a:pt x="9274" y="1570"/>
                    <a:pt x="9288" y="1566"/>
                    <a:pt x="9300" y="1557"/>
                  </a:cubicBezTo>
                  <a:cubicBezTo>
                    <a:pt x="9317" y="1545"/>
                    <a:pt x="9335" y="1539"/>
                    <a:pt x="9353" y="1539"/>
                  </a:cubicBezTo>
                  <a:cubicBezTo>
                    <a:pt x="9371" y="1539"/>
                    <a:pt x="9390" y="1545"/>
                    <a:pt x="9406" y="1557"/>
                  </a:cubicBezTo>
                  <a:cubicBezTo>
                    <a:pt x="9430" y="1541"/>
                    <a:pt x="9446" y="1533"/>
                    <a:pt x="9406" y="1484"/>
                  </a:cubicBezTo>
                  <a:lnTo>
                    <a:pt x="9430" y="1468"/>
                  </a:lnTo>
                  <a:cubicBezTo>
                    <a:pt x="9449" y="1484"/>
                    <a:pt x="9464" y="1491"/>
                    <a:pt x="9474" y="1491"/>
                  </a:cubicBezTo>
                  <a:cubicBezTo>
                    <a:pt x="9489" y="1491"/>
                    <a:pt x="9490" y="1473"/>
                    <a:pt x="9471" y="1444"/>
                  </a:cubicBezTo>
                  <a:cubicBezTo>
                    <a:pt x="9460" y="1421"/>
                    <a:pt x="9464" y="1416"/>
                    <a:pt x="9472" y="1416"/>
                  </a:cubicBezTo>
                  <a:cubicBezTo>
                    <a:pt x="9480" y="1416"/>
                    <a:pt x="9492" y="1421"/>
                    <a:pt x="9498" y="1421"/>
                  </a:cubicBezTo>
                  <a:cubicBezTo>
                    <a:pt x="9500" y="1421"/>
                    <a:pt x="9502" y="1420"/>
                    <a:pt x="9503" y="1419"/>
                  </a:cubicBezTo>
                  <a:cubicBezTo>
                    <a:pt x="9542" y="1455"/>
                    <a:pt x="9564" y="1475"/>
                    <a:pt x="9568" y="1475"/>
                  </a:cubicBezTo>
                  <a:cubicBezTo>
                    <a:pt x="9572" y="1475"/>
                    <a:pt x="9546" y="1443"/>
                    <a:pt x="9487" y="1371"/>
                  </a:cubicBezTo>
                  <a:cubicBezTo>
                    <a:pt x="9458" y="1327"/>
                    <a:pt x="9409" y="1296"/>
                    <a:pt x="9388" y="1296"/>
                  </a:cubicBezTo>
                  <a:cubicBezTo>
                    <a:pt x="9385" y="1296"/>
                    <a:pt x="9383" y="1297"/>
                    <a:pt x="9381" y="1298"/>
                  </a:cubicBezTo>
                  <a:lnTo>
                    <a:pt x="9349" y="1322"/>
                  </a:lnTo>
                  <a:lnTo>
                    <a:pt x="9349" y="1257"/>
                  </a:lnTo>
                  <a:cubicBezTo>
                    <a:pt x="9357" y="1249"/>
                    <a:pt x="9349" y="1184"/>
                    <a:pt x="9317" y="1136"/>
                  </a:cubicBezTo>
                  <a:cubicBezTo>
                    <a:pt x="9317" y="1136"/>
                    <a:pt x="9284" y="1095"/>
                    <a:pt x="9300" y="1087"/>
                  </a:cubicBezTo>
                  <a:lnTo>
                    <a:pt x="9300" y="1087"/>
                  </a:lnTo>
                  <a:lnTo>
                    <a:pt x="9365" y="1176"/>
                  </a:lnTo>
                  <a:cubicBezTo>
                    <a:pt x="9390" y="1225"/>
                    <a:pt x="9414" y="1273"/>
                    <a:pt x="9454" y="1322"/>
                  </a:cubicBezTo>
                  <a:cubicBezTo>
                    <a:pt x="9495" y="1367"/>
                    <a:pt x="9536" y="1395"/>
                    <a:pt x="9553" y="1395"/>
                  </a:cubicBezTo>
                  <a:cubicBezTo>
                    <a:pt x="9566" y="1395"/>
                    <a:pt x="9564" y="1378"/>
                    <a:pt x="9535" y="1338"/>
                  </a:cubicBezTo>
                  <a:cubicBezTo>
                    <a:pt x="9538" y="1336"/>
                    <a:pt x="9540" y="1334"/>
                    <a:pt x="9543" y="1334"/>
                  </a:cubicBezTo>
                  <a:cubicBezTo>
                    <a:pt x="9549" y="1334"/>
                    <a:pt x="9560" y="1341"/>
                    <a:pt x="9592" y="1363"/>
                  </a:cubicBezTo>
                  <a:cubicBezTo>
                    <a:pt x="9605" y="1381"/>
                    <a:pt x="9614" y="1392"/>
                    <a:pt x="9617" y="1392"/>
                  </a:cubicBezTo>
                  <a:cubicBezTo>
                    <a:pt x="9621" y="1392"/>
                    <a:pt x="9611" y="1366"/>
                    <a:pt x="9576" y="1306"/>
                  </a:cubicBezTo>
                  <a:cubicBezTo>
                    <a:pt x="9550" y="1249"/>
                    <a:pt x="9540" y="1220"/>
                    <a:pt x="9549" y="1220"/>
                  </a:cubicBezTo>
                  <a:cubicBezTo>
                    <a:pt x="9558" y="1220"/>
                    <a:pt x="9579" y="1241"/>
                    <a:pt x="9617" y="1281"/>
                  </a:cubicBezTo>
                  <a:cubicBezTo>
                    <a:pt x="9655" y="1313"/>
                    <a:pt x="9686" y="1325"/>
                    <a:pt x="9706" y="1325"/>
                  </a:cubicBezTo>
                  <a:cubicBezTo>
                    <a:pt x="9733" y="1325"/>
                    <a:pt x="9740" y="1304"/>
                    <a:pt x="9722" y="1281"/>
                  </a:cubicBezTo>
                  <a:cubicBezTo>
                    <a:pt x="9677" y="1214"/>
                    <a:pt x="9679" y="1182"/>
                    <a:pt x="9698" y="1182"/>
                  </a:cubicBezTo>
                  <a:cubicBezTo>
                    <a:pt x="9706" y="1182"/>
                    <a:pt x="9718" y="1188"/>
                    <a:pt x="9730" y="1200"/>
                  </a:cubicBezTo>
                  <a:cubicBezTo>
                    <a:pt x="9750" y="1217"/>
                    <a:pt x="9764" y="1226"/>
                    <a:pt x="9771" y="1226"/>
                  </a:cubicBezTo>
                  <a:cubicBezTo>
                    <a:pt x="9781" y="1226"/>
                    <a:pt x="9780" y="1209"/>
                    <a:pt x="9771" y="1176"/>
                  </a:cubicBezTo>
                  <a:lnTo>
                    <a:pt x="9771" y="1176"/>
                  </a:lnTo>
                  <a:cubicBezTo>
                    <a:pt x="9792" y="1208"/>
                    <a:pt x="9816" y="1233"/>
                    <a:pt x="9826" y="1233"/>
                  </a:cubicBezTo>
                  <a:cubicBezTo>
                    <a:pt x="9832" y="1233"/>
                    <a:pt x="9833" y="1225"/>
                    <a:pt x="9827" y="1208"/>
                  </a:cubicBezTo>
                  <a:cubicBezTo>
                    <a:pt x="9827" y="1208"/>
                    <a:pt x="9835" y="1200"/>
                    <a:pt x="9795" y="1160"/>
                  </a:cubicBezTo>
                  <a:cubicBezTo>
                    <a:pt x="9795" y="1160"/>
                    <a:pt x="9771" y="1103"/>
                    <a:pt x="9754" y="1054"/>
                  </a:cubicBezTo>
                  <a:cubicBezTo>
                    <a:pt x="9753" y="1055"/>
                    <a:pt x="9752" y="1055"/>
                    <a:pt x="9751" y="1055"/>
                  </a:cubicBezTo>
                  <a:cubicBezTo>
                    <a:pt x="9733" y="1055"/>
                    <a:pt x="9703" y="1010"/>
                    <a:pt x="9673" y="965"/>
                  </a:cubicBezTo>
                  <a:cubicBezTo>
                    <a:pt x="9662" y="951"/>
                    <a:pt x="9664" y="943"/>
                    <a:pt x="9677" y="943"/>
                  </a:cubicBezTo>
                  <a:cubicBezTo>
                    <a:pt x="9701" y="943"/>
                    <a:pt x="9763" y="974"/>
                    <a:pt x="9844" y="1054"/>
                  </a:cubicBezTo>
                  <a:lnTo>
                    <a:pt x="9933" y="1136"/>
                  </a:lnTo>
                  <a:lnTo>
                    <a:pt x="9868" y="1038"/>
                  </a:lnTo>
                  <a:cubicBezTo>
                    <a:pt x="9871" y="1035"/>
                    <a:pt x="9875" y="1032"/>
                    <a:pt x="9881" y="1032"/>
                  </a:cubicBezTo>
                  <a:cubicBezTo>
                    <a:pt x="9891" y="1032"/>
                    <a:pt x="9904" y="1040"/>
                    <a:pt x="9925" y="1071"/>
                  </a:cubicBezTo>
                  <a:cubicBezTo>
                    <a:pt x="9948" y="1105"/>
                    <a:pt x="9954" y="1115"/>
                    <a:pt x="9959" y="1115"/>
                  </a:cubicBezTo>
                  <a:cubicBezTo>
                    <a:pt x="9961" y="1115"/>
                    <a:pt x="9963" y="1114"/>
                    <a:pt x="9965" y="1111"/>
                  </a:cubicBezTo>
                  <a:cubicBezTo>
                    <a:pt x="9965" y="1111"/>
                    <a:pt x="9981" y="1103"/>
                    <a:pt x="9949" y="1054"/>
                  </a:cubicBezTo>
                  <a:cubicBezTo>
                    <a:pt x="9910" y="1001"/>
                    <a:pt x="9895" y="980"/>
                    <a:pt x="9897" y="980"/>
                  </a:cubicBezTo>
                  <a:lnTo>
                    <a:pt x="9897" y="980"/>
                  </a:lnTo>
                  <a:cubicBezTo>
                    <a:pt x="9899" y="980"/>
                    <a:pt x="9908" y="989"/>
                    <a:pt x="9925" y="1006"/>
                  </a:cubicBezTo>
                  <a:cubicBezTo>
                    <a:pt x="9961" y="1043"/>
                    <a:pt x="9983" y="1061"/>
                    <a:pt x="9991" y="1061"/>
                  </a:cubicBezTo>
                  <a:cubicBezTo>
                    <a:pt x="10001" y="1061"/>
                    <a:pt x="9992" y="1035"/>
                    <a:pt x="9965" y="981"/>
                  </a:cubicBezTo>
                  <a:cubicBezTo>
                    <a:pt x="9932" y="932"/>
                    <a:pt x="9916" y="907"/>
                    <a:pt x="9918" y="907"/>
                  </a:cubicBezTo>
                  <a:lnTo>
                    <a:pt x="9918" y="907"/>
                  </a:lnTo>
                  <a:cubicBezTo>
                    <a:pt x="9919" y="907"/>
                    <a:pt x="9938" y="930"/>
                    <a:pt x="9973" y="973"/>
                  </a:cubicBezTo>
                  <a:cubicBezTo>
                    <a:pt x="10003" y="1010"/>
                    <a:pt x="10046" y="1047"/>
                    <a:pt x="10059" y="1047"/>
                  </a:cubicBezTo>
                  <a:cubicBezTo>
                    <a:pt x="10061" y="1047"/>
                    <a:pt x="10062" y="1047"/>
                    <a:pt x="10062" y="1046"/>
                  </a:cubicBezTo>
                  <a:lnTo>
                    <a:pt x="10030" y="998"/>
                  </a:lnTo>
                  <a:cubicBezTo>
                    <a:pt x="9989" y="942"/>
                    <a:pt x="9977" y="918"/>
                    <a:pt x="9986" y="918"/>
                  </a:cubicBezTo>
                  <a:cubicBezTo>
                    <a:pt x="9991" y="918"/>
                    <a:pt x="10004" y="926"/>
                    <a:pt x="10022" y="941"/>
                  </a:cubicBezTo>
                  <a:cubicBezTo>
                    <a:pt x="10035" y="958"/>
                    <a:pt x="10046" y="966"/>
                    <a:pt x="10053" y="966"/>
                  </a:cubicBezTo>
                  <a:cubicBezTo>
                    <a:pt x="10062" y="966"/>
                    <a:pt x="10064" y="950"/>
                    <a:pt x="10054" y="917"/>
                  </a:cubicBezTo>
                  <a:cubicBezTo>
                    <a:pt x="10066" y="909"/>
                    <a:pt x="10075" y="903"/>
                    <a:pt x="10085" y="903"/>
                  </a:cubicBezTo>
                  <a:cubicBezTo>
                    <a:pt x="10097" y="903"/>
                    <a:pt x="10110" y="911"/>
                    <a:pt x="10127" y="933"/>
                  </a:cubicBezTo>
                  <a:cubicBezTo>
                    <a:pt x="10159" y="981"/>
                    <a:pt x="10175" y="1005"/>
                    <a:pt x="10177" y="1005"/>
                  </a:cubicBezTo>
                  <a:cubicBezTo>
                    <a:pt x="10179" y="1005"/>
                    <a:pt x="10164" y="978"/>
                    <a:pt x="10135" y="925"/>
                  </a:cubicBezTo>
                  <a:cubicBezTo>
                    <a:pt x="10126" y="896"/>
                    <a:pt x="10122" y="884"/>
                    <a:pt x="10132" y="884"/>
                  </a:cubicBezTo>
                  <a:cubicBezTo>
                    <a:pt x="10139" y="884"/>
                    <a:pt x="10152" y="890"/>
                    <a:pt x="10176" y="900"/>
                  </a:cubicBezTo>
                  <a:cubicBezTo>
                    <a:pt x="10195" y="919"/>
                    <a:pt x="10205" y="929"/>
                    <a:pt x="10209" y="929"/>
                  </a:cubicBezTo>
                  <a:cubicBezTo>
                    <a:pt x="10213" y="929"/>
                    <a:pt x="10209" y="915"/>
                    <a:pt x="10200" y="884"/>
                  </a:cubicBezTo>
                  <a:cubicBezTo>
                    <a:pt x="10140" y="801"/>
                    <a:pt x="10101" y="754"/>
                    <a:pt x="10089" y="754"/>
                  </a:cubicBezTo>
                  <a:cubicBezTo>
                    <a:pt x="10088" y="754"/>
                    <a:pt x="10087" y="754"/>
                    <a:pt x="10087" y="754"/>
                  </a:cubicBezTo>
                  <a:cubicBezTo>
                    <a:pt x="10082" y="757"/>
                    <a:pt x="10078" y="759"/>
                    <a:pt x="10075" y="759"/>
                  </a:cubicBezTo>
                  <a:cubicBezTo>
                    <a:pt x="10067" y="759"/>
                    <a:pt x="10061" y="750"/>
                    <a:pt x="10038" y="722"/>
                  </a:cubicBezTo>
                  <a:lnTo>
                    <a:pt x="10062" y="706"/>
                  </a:lnTo>
                  <a:cubicBezTo>
                    <a:pt x="10079" y="698"/>
                    <a:pt x="10087" y="690"/>
                    <a:pt x="10079" y="625"/>
                  </a:cubicBezTo>
                  <a:cubicBezTo>
                    <a:pt x="10073" y="576"/>
                    <a:pt x="10034" y="513"/>
                    <a:pt x="10019" y="513"/>
                  </a:cubicBezTo>
                  <a:cubicBezTo>
                    <a:pt x="10014" y="513"/>
                    <a:pt x="10012" y="520"/>
                    <a:pt x="10014" y="536"/>
                  </a:cubicBezTo>
                  <a:lnTo>
                    <a:pt x="9973" y="495"/>
                  </a:lnTo>
                  <a:cubicBezTo>
                    <a:pt x="9924" y="430"/>
                    <a:pt x="9892" y="399"/>
                    <a:pt x="9883" y="399"/>
                  </a:cubicBezTo>
                  <a:cubicBezTo>
                    <a:pt x="9874" y="399"/>
                    <a:pt x="9893" y="438"/>
                    <a:pt x="9949" y="511"/>
                  </a:cubicBezTo>
                  <a:cubicBezTo>
                    <a:pt x="10004" y="589"/>
                    <a:pt x="10028" y="623"/>
                    <a:pt x="10024" y="623"/>
                  </a:cubicBezTo>
                  <a:cubicBezTo>
                    <a:pt x="10020" y="623"/>
                    <a:pt x="10000" y="603"/>
                    <a:pt x="9965" y="568"/>
                  </a:cubicBezTo>
                  <a:cubicBezTo>
                    <a:pt x="9918" y="498"/>
                    <a:pt x="9901" y="482"/>
                    <a:pt x="9889" y="482"/>
                  </a:cubicBezTo>
                  <a:cubicBezTo>
                    <a:pt x="9884" y="482"/>
                    <a:pt x="9880" y="485"/>
                    <a:pt x="9876" y="487"/>
                  </a:cubicBezTo>
                  <a:cubicBezTo>
                    <a:pt x="9874" y="489"/>
                    <a:pt x="9872" y="491"/>
                    <a:pt x="9870" y="491"/>
                  </a:cubicBezTo>
                  <a:cubicBezTo>
                    <a:pt x="9865" y="491"/>
                    <a:pt x="9858" y="481"/>
                    <a:pt x="9835" y="446"/>
                  </a:cubicBezTo>
                  <a:cubicBezTo>
                    <a:pt x="9806" y="409"/>
                    <a:pt x="9763" y="372"/>
                    <a:pt x="9749" y="372"/>
                  </a:cubicBezTo>
                  <a:cubicBezTo>
                    <a:pt x="9748" y="372"/>
                    <a:pt x="9747" y="373"/>
                    <a:pt x="9746" y="373"/>
                  </a:cubicBezTo>
                  <a:cubicBezTo>
                    <a:pt x="9730" y="382"/>
                    <a:pt x="9730" y="382"/>
                    <a:pt x="9762" y="430"/>
                  </a:cubicBezTo>
                  <a:cubicBezTo>
                    <a:pt x="9785" y="445"/>
                    <a:pt x="9792" y="457"/>
                    <a:pt x="9785" y="457"/>
                  </a:cubicBezTo>
                  <a:cubicBezTo>
                    <a:pt x="9776" y="457"/>
                    <a:pt x="9749" y="441"/>
                    <a:pt x="9706" y="398"/>
                  </a:cubicBezTo>
                  <a:cubicBezTo>
                    <a:pt x="9690" y="382"/>
                    <a:pt x="9680" y="372"/>
                    <a:pt x="9678" y="3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2"/>
            <p:cNvSpPr/>
            <p:nvPr/>
          </p:nvSpPr>
          <p:spPr>
            <a:xfrm>
              <a:off x="6935529" y="2271463"/>
              <a:ext cx="196283" cy="137366"/>
            </a:xfrm>
            <a:custGeom>
              <a:avLst/>
              <a:gdLst/>
              <a:ahLst/>
              <a:cxnLst/>
              <a:rect l="l" t="t" r="r" b="b"/>
              <a:pathLst>
                <a:path w="11387" h="7969" extrusionOk="0">
                  <a:moveTo>
                    <a:pt x="10581" y="0"/>
                  </a:moveTo>
                  <a:cubicBezTo>
                    <a:pt x="10573" y="8"/>
                    <a:pt x="10598" y="57"/>
                    <a:pt x="10630" y="105"/>
                  </a:cubicBezTo>
                  <a:lnTo>
                    <a:pt x="10646" y="97"/>
                  </a:lnTo>
                  <a:cubicBezTo>
                    <a:pt x="10630" y="65"/>
                    <a:pt x="10614" y="33"/>
                    <a:pt x="10598" y="0"/>
                  </a:cubicBezTo>
                  <a:close/>
                  <a:moveTo>
                    <a:pt x="11019" y="738"/>
                  </a:moveTo>
                  <a:lnTo>
                    <a:pt x="11060" y="778"/>
                  </a:lnTo>
                  <a:cubicBezTo>
                    <a:pt x="11092" y="827"/>
                    <a:pt x="11076" y="835"/>
                    <a:pt x="11060" y="843"/>
                  </a:cubicBezTo>
                  <a:cubicBezTo>
                    <a:pt x="11057" y="846"/>
                    <a:pt x="11056" y="847"/>
                    <a:pt x="11054" y="847"/>
                  </a:cubicBezTo>
                  <a:cubicBezTo>
                    <a:pt x="11049" y="847"/>
                    <a:pt x="11042" y="837"/>
                    <a:pt x="11019" y="803"/>
                  </a:cubicBezTo>
                  <a:cubicBezTo>
                    <a:pt x="11019" y="803"/>
                    <a:pt x="11003" y="746"/>
                    <a:pt x="11019" y="738"/>
                  </a:cubicBezTo>
                  <a:close/>
                  <a:moveTo>
                    <a:pt x="10787" y="745"/>
                  </a:moveTo>
                  <a:cubicBezTo>
                    <a:pt x="10800" y="745"/>
                    <a:pt x="10843" y="783"/>
                    <a:pt x="10865" y="827"/>
                  </a:cubicBezTo>
                  <a:cubicBezTo>
                    <a:pt x="10946" y="916"/>
                    <a:pt x="10946" y="916"/>
                    <a:pt x="10914" y="932"/>
                  </a:cubicBezTo>
                  <a:cubicBezTo>
                    <a:pt x="10911" y="936"/>
                    <a:pt x="10906" y="939"/>
                    <a:pt x="10901" y="939"/>
                  </a:cubicBezTo>
                  <a:cubicBezTo>
                    <a:pt x="10891" y="939"/>
                    <a:pt x="10877" y="930"/>
                    <a:pt x="10857" y="900"/>
                  </a:cubicBezTo>
                  <a:lnTo>
                    <a:pt x="10873" y="892"/>
                  </a:lnTo>
                  <a:cubicBezTo>
                    <a:pt x="10882" y="905"/>
                    <a:pt x="10887" y="911"/>
                    <a:pt x="10889" y="911"/>
                  </a:cubicBezTo>
                  <a:cubicBezTo>
                    <a:pt x="10894" y="911"/>
                    <a:pt x="10876" y="873"/>
                    <a:pt x="10841" y="843"/>
                  </a:cubicBezTo>
                  <a:cubicBezTo>
                    <a:pt x="10808" y="795"/>
                    <a:pt x="10784" y="746"/>
                    <a:pt x="10784" y="746"/>
                  </a:cubicBezTo>
                  <a:cubicBezTo>
                    <a:pt x="10785" y="745"/>
                    <a:pt x="10786" y="745"/>
                    <a:pt x="10787" y="745"/>
                  </a:cubicBezTo>
                  <a:close/>
                  <a:moveTo>
                    <a:pt x="10995" y="1143"/>
                  </a:moveTo>
                  <a:lnTo>
                    <a:pt x="10987" y="1151"/>
                  </a:lnTo>
                  <a:cubicBezTo>
                    <a:pt x="11004" y="1186"/>
                    <a:pt x="11009" y="1196"/>
                    <a:pt x="11016" y="1196"/>
                  </a:cubicBezTo>
                  <a:cubicBezTo>
                    <a:pt x="11019" y="1196"/>
                    <a:pt x="11023" y="1194"/>
                    <a:pt x="11027" y="1192"/>
                  </a:cubicBezTo>
                  <a:lnTo>
                    <a:pt x="11043" y="1184"/>
                  </a:lnTo>
                  <a:lnTo>
                    <a:pt x="10995" y="1143"/>
                  </a:lnTo>
                  <a:close/>
                  <a:moveTo>
                    <a:pt x="9881" y="1098"/>
                  </a:moveTo>
                  <a:cubicBezTo>
                    <a:pt x="9871" y="1098"/>
                    <a:pt x="9862" y="1104"/>
                    <a:pt x="9852" y="1111"/>
                  </a:cubicBezTo>
                  <a:cubicBezTo>
                    <a:pt x="9835" y="1119"/>
                    <a:pt x="9852" y="1168"/>
                    <a:pt x="9852" y="1168"/>
                  </a:cubicBezTo>
                  <a:cubicBezTo>
                    <a:pt x="9872" y="1198"/>
                    <a:pt x="9886" y="1206"/>
                    <a:pt x="9895" y="1206"/>
                  </a:cubicBezTo>
                  <a:cubicBezTo>
                    <a:pt x="9901" y="1206"/>
                    <a:pt x="9905" y="1203"/>
                    <a:pt x="9908" y="1200"/>
                  </a:cubicBezTo>
                  <a:cubicBezTo>
                    <a:pt x="9920" y="1207"/>
                    <a:pt x="9929" y="1210"/>
                    <a:pt x="9935" y="1210"/>
                  </a:cubicBezTo>
                  <a:cubicBezTo>
                    <a:pt x="9958" y="1210"/>
                    <a:pt x="9944" y="1167"/>
                    <a:pt x="9925" y="1135"/>
                  </a:cubicBezTo>
                  <a:cubicBezTo>
                    <a:pt x="9906" y="1108"/>
                    <a:pt x="9893" y="1098"/>
                    <a:pt x="9881" y="1098"/>
                  </a:cubicBezTo>
                  <a:close/>
                  <a:moveTo>
                    <a:pt x="10030" y="1127"/>
                  </a:moveTo>
                  <a:cubicBezTo>
                    <a:pt x="10062" y="1176"/>
                    <a:pt x="10071" y="1241"/>
                    <a:pt x="10054" y="1249"/>
                  </a:cubicBezTo>
                  <a:cubicBezTo>
                    <a:pt x="10053" y="1249"/>
                    <a:pt x="10052" y="1250"/>
                    <a:pt x="10050" y="1250"/>
                  </a:cubicBezTo>
                  <a:cubicBezTo>
                    <a:pt x="10034" y="1250"/>
                    <a:pt x="10006" y="1203"/>
                    <a:pt x="10006" y="1143"/>
                  </a:cubicBezTo>
                  <a:lnTo>
                    <a:pt x="10030" y="1127"/>
                  </a:lnTo>
                  <a:close/>
                  <a:moveTo>
                    <a:pt x="7449" y="1447"/>
                  </a:moveTo>
                  <a:cubicBezTo>
                    <a:pt x="7441" y="1447"/>
                    <a:pt x="7446" y="1475"/>
                    <a:pt x="7476" y="1541"/>
                  </a:cubicBezTo>
                  <a:cubicBezTo>
                    <a:pt x="7499" y="1575"/>
                    <a:pt x="7506" y="1585"/>
                    <a:pt x="7513" y="1585"/>
                  </a:cubicBezTo>
                  <a:cubicBezTo>
                    <a:pt x="7517" y="1585"/>
                    <a:pt x="7520" y="1583"/>
                    <a:pt x="7525" y="1581"/>
                  </a:cubicBezTo>
                  <a:cubicBezTo>
                    <a:pt x="7508" y="1549"/>
                    <a:pt x="7492" y="1508"/>
                    <a:pt x="7476" y="1476"/>
                  </a:cubicBezTo>
                  <a:cubicBezTo>
                    <a:pt x="7464" y="1457"/>
                    <a:pt x="7454" y="1447"/>
                    <a:pt x="7449" y="1447"/>
                  </a:cubicBezTo>
                  <a:close/>
                  <a:moveTo>
                    <a:pt x="9373" y="1597"/>
                  </a:moveTo>
                  <a:lnTo>
                    <a:pt x="9406" y="1711"/>
                  </a:lnTo>
                  <a:cubicBezTo>
                    <a:pt x="9442" y="1797"/>
                    <a:pt x="9458" y="1835"/>
                    <a:pt x="9454" y="1835"/>
                  </a:cubicBezTo>
                  <a:cubicBezTo>
                    <a:pt x="9450" y="1835"/>
                    <a:pt x="9434" y="1811"/>
                    <a:pt x="9406" y="1768"/>
                  </a:cubicBezTo>
                  <a:cubicBezTo>
                    <a:pt x="9373" y="1727"/>
                    <a:pt x="9349" y="1670"/>
                    <a:pt x="9341" y="1614"/>
                  </a:cubicBezTo>
                  <a:lnTo>
                    <a:pt x="9373" y="1597"/>
                  </a:lnTo>
                  <a:close/>
                  <a:moveTo>
                    <a:pt x="9519" y="1768"/>
                  </a:moveTo>
                  <a:lnTo>
                    <a:pt x="9560" y="1808"/>
                  </a:lnTo>
                  <a:cubicBezTo>
                    <a:pt x="9592" y="1857"/>
                    <a:pt x="9584" y="1865"/>
                    <a:pt x="9568" y="1873"/>
                  </a:cubicBezTo>
                  <a:lnTo>
                    <a:pt x="9535" y="1824"/>
                  </a:lnTo>
                  <a:lnTo>
                    <a:pt x="9519" y="1768"/>
                  </a:lnTo>
                  <a:close/>
                  <a:moveTo>
                    <a:pt x="8976" y="1897"/>
                  </a:moveTo>
                  <a:cubicBezTo>
                    <a:pt x="8992" y="1930"/>
                    <a:pt x="9008" y="1970"/>
                    <a:pt x="9025" y="2003"/>
                  </a:cubicBezTo>
                  <a:lnTo>
                    <a:pt x="9008" y="2011"/>
                  </a:lnTo>
                  <a:cubicBezTo>
                    <a:pt x="8976" y="1962"/>
                    <a:pt x="8952" y="1914"/>
                    <a:pt x="8960" y="1905"/>
                  </a:cubicBezTo>
                  <a:lnTo>
                    <a:pt x="8976" y="1897"/>
                  </a:lnTo>
                  <a:close/>
                  <a:moveTo>
                    <a:pt x="8631" y="1943"/>
                  </a:moveTo>
                  <a:cubicBezTo>
                    <a:pt x="8633" y="1943"/>
                    <a:pt x="8636" y="1948"/>
                    <a:pt x="8644" y="1962"/>
                  </a:cubicBezTo>
                  <a:cubicBezTo>
                    <a:pt x="8645" y="1962"/>
                    <a:pt x="8645" y="1961"/>
                    <a:pt x="8646" y="1961"/>
                  </a:cubicBezTo>
                  <a:cubicBezTo>
                    <a:pt x="8661" y="1961"/>
                    <a:pt x="8667" y="2019"/>
                    <a:pt x="8652" y="2027"/>
                  </a:cubicBezTo>
                  <a:lnTo>
                    <a:pt x="8619" y="1978"/>
                  </a:lnTo>
                  <a:cubicBezTo>
                    <a:pt x="8631" y="1973"/>
                    <a:pt x="8626" y="1943"/>
                    <a:pt x="8631" y="1943"/>
                  </a:cubicBezTo>
                  <a:close/>
                  <a:moveTo>
                    <a:pt x="9174" y="1978"/>
                  </a:moveTo>
                  <a:cubicBezTo>
                    <a:pt x="9189" y="1978"/>
                    <a:pt x="9206" y="2034"/>
                    <a:pt x="9252" y="2132"/>
                  </a:cubicBezTo>
                  <a:cubicBezTo>
                    <a:pt x="9252" y="2161"/>
                    <a:pt x="9252" y="2177"/>
                    <a:pt x="9248" y="2177"/>
                  </a:cubicBezTo>
                  <a:cubicBezTo>
                    <a:pt x="9242" y="2177"/>
                    <a:pt x="9230" y="2151"/>
                    <a:pt x="9203" y="2092"/>
                  </a:cubicBezTo>
                  <a:lnTo>
                    <a:pt x="9171" y="1978"/>
                  </a:lnTo>
                  <a:cubicBezTo>
                    <a:pt x="9172" y="1978"/>
                    <a:pt x="9173" y="1978"/>
                    <a:pt x="9174" y="1978"/>
                  </a:cubicBezTo>
                  <a:close/>
                  <a:moveTo>
                    <a:pt x="8692" y="2270"/>
                  </a:moveTo>
                  <a:cubicBezTo>
                    <a:pt x="8725" y="2319"/>
                    <a:pt x="8757" y="2359"/>
                    <a:pt x="8741" y="2368"/>
                  </a:cubicBezTo>
                  <a:cubicBezTo>
                    <a:pt x="8746" y="2385"/>
                    <a:pt x="8745" y="2393"/>
                    <a:pt x="8741" y="2393"/>
                  </a:cubicBezTo>
                  <a:cubicBezTo>
                    <a:pt x="8731" y="2393"/>
                    <a:pt x="8701" y="2353"/>
                    <a:pt x="8668" y="2286"/>
                  </a:cubicBezTo>
                  <a:lnTo>
                    <a:pt x="8692" y="2270"/>
                  </a:lnTo>
                  <a:close/>
                  <a:moveTo>
                    <a:pt x="8235" y="2350"/>
                  </a:moveTo>
                  <a:cubicBezTo>
                    <a:pt x="8253" y="2350"/>
                    <a:pt x="8287" y="2384"/>
                    <a:pt x="8287" y="2384"/>
                  </a:cubicBezTo>
                  <a:cubicBezTo>
                    <a:pt x="8319" y="2424"/>
                    <a:pt x="8303" y="2432"/>
                    <a:pt x="8303" y="2432"/>
                  </a:cubicBezTo>
                  <a:cubicBezTo>
                    <a:pt x="8297" y="2435"/>
                    <a:pt x="8292" y="2439"/>
                    <a:pt x="8286" y="2439"/>
                  </a:cubicBezTo>
                  <a:cubicBezTo>
                    <a:pt x="8277" y="2439"/>
                    <a:pt x="8266" y="2430"/>
                    <a:pt x="8246" y="2400"/>
                  </a:cubicBezTo>
                  <a:cubicBezTo>
                    <a:pt x="8246" y="2400"/>
                    <a:pt x="8214" y="2359"/>
                    <a:pt x="8230" y="2351"/>
                  </a:cubicBezTo>
                  <a:cubicBezTo>
                    <a:pt x="8232" y="2351"/>
                    <a:pt x="8233" y="2350"/>
                    <a:pt x="8235" y="2350"/>
                  </a:cubicBezTo>
                  <a:close/>
                  <a:moveTo>
                    <a:pt x="8587" y="2392"/>
                  </a:moveTo>
                  <a:lnTo>
                    <a:pt x="8635" y="2432"/>
                  </a:lnTo>
                  <a:lnTo>
                    <a:pt x="8619" y="2441"/>
                  </a:lnTo>
                  <a:cubicBezTo>
                    <a:pt x="8617" y="2443"/>
                    <a:pt x="8615" y="2445"/>
                    <a:pt x="8613" y="2445"/>
                  </a:cubicBezTo>
                  <a:cubicBezTo>
                    <a:pt x="8608" y="2445"/>
                    <a:pt x="8602" y="2435"/>
                    <a:pt x="8579" y="2400"/>
                  </a:cubicBezTo>
                  <a:lnTo>
                    <a:pt x="8587" y="2392"/>
                  </a:lnTo>
                  <a:close/>
                  <a:moveTo>
                    <a:pt x="9033" y="2392"/>
                  </a:moveTo>
                  <a:lnTo>
                    <a:pt x="9089" y="2489"/>
                  </a:lnTo>
                  <a:lnTo>
                    <a:pt x="9065" y="2441"/>
                  </a:lnTo>
                  <a:lnTo>
                    <a:pt x="9033" y="2392"/>
                  </a:lnTo>
                  <a:close/>
                  <a:moveTo>
                    <a:pt x="7999" y="2522"/>
                  </a:moveTo>
                  <a:cubicBezTo>
                    <a:pt x="8005" y="2522"/>
                    <a:pt x="8020" y="2531"/>
                    <a:pt x="8030" y="2531"/>
                  </a:cubicBezTo>
                  <a:cubicBezTo>
                    <a:pt x="8032" y="2531"/>
                    <a:pt x="8034" y="2530"/>
                    <a:pt x="8035" y="2530"/>
                  </a:cubicBezTo>
                  <a:cubicBezTo>
                    <a:pt x="8076" y="2570"/>
                    <a:pt x="8076" y="2570"/>
                    <a:pt x="8052" y="2586"/>
                  </a:cubicBezTo>
                  <a:cubicBezTo>
                    <a:pt x="8050" y="2587"/>
                    <a:pt x="8049" y="2587"/>
                    <a:pt x="8048" y="2587"/>
                  </a:cubicBezTo>
                  <a:cubicBezTo>
                    <a:pt x="8031" y="2587"/>
                    <a:pt x="8003" y="2546"/>
                    <a:pt x="8003" y="2546"/>
                  </a:cubicBezTo>
                  <a:cubicBezTo>
                    <a:pt x="7994" y="2527"/>
                    <a:pt x="7994" y="2522"/>
                    <a:pt x="7999" y="2522"/>
                  </a:cubicBezTo>
                  <a:close/>
                  <a:moveTo>
                    <a:pt x="7638" y="2635"/>
                  </a:moveTo>
                  <a:lnTo>
                    <a:pt x="7638" y="2635"/>
                  </a:lnTo>
                  <a:cubicBezTo>
                    <a:pt x="7650" y="2653"/>
                    <a:pt x="7652" y="2659"/>
                    <a:pt x="7650" y="2659"/>
                  </a:cubicBezTo>
                  <a:cubicBezTo>
                    <a:pt x="7648" y="2659"/>
                    <a:pt x="7633" y="2640"/>
                    <a:pt x="7638" y="2635"/>
                  </a:cubicBezTo>
                  <a:close/>
                  <a:moveTo>
                    <a:pt x="8506" y="2578"/>
                  </a:moveTo>
                  <a:lnTo>
                    <a:pt x="8506" y="2578"/>
                  </a:lnTo>
                  <a:cubicBezTo>
                    <a:pt x="8490" y="2586"/>
                    <a:pt x="8522" y="2635"/>
                    <a:pt x="8522" y="2635"/>
                  </a:cubicBezTo>
                  <a:cubicBezTo>
                    <a:pt x="8522" y="2635"/>
                    <a:pt x="8550" y="2677"/>
                    <a:pt x="8560" y="2677"/>
                  </a:cubicBezTo>
                  <a:cubicBezTo>
                    <a:pt x="8561" y="2677"/>
                    <a:pt x="8562" y="2676"/>
                    <a:pt x="8562" y="2676"/>
                  </a:cubicBezTo>
                  <a:lnTo>
                    <a:pt x="8579" y="2668"/>
                  </a:lnTo>
                  <a:cubicBezTo>
                    <a:pt x="8554" y="2635"/>
                    <a:pt x="8530" y="2603"/>
                    <a:pt x="8506" y="2578"/>
                  </a:cubicBezTo>
                  <a:close/>
                  <a:moveTo>
                    <a:pt x="7663" y="2822"/>
                  </a:moveTo>
                  <a:cubicBezTo>
                    <a:pt x="7674" y="2839"/>
                    <a:pt x="7676" y="2845"/>
                    <a:pt x="7675" y="2845"/>
                  </a:cubicBezTo>
                  <a:cubicBezTo>
                    <a:pt x="7672" y="2845"/>
                    <a:pt x="7657" y="2827"/>
                    <a:pt x="7663" y="2822"/>
                  </a:cubicBezTo>
                  <a:close/>
                  <a:moveTo>
                    <a:pt x="7825" y="2724"/>
                  </a:moveTo>
                  <a:lnTo>
                    <a:pt x="7825" y="2724"/>
                  </a:lnTo>
                  <a:cubicBezTo>
                    <a:pt x="7849" y="2749"/>
                    <a:pt x="7873" y="2781"/>
                    <a:pt x="7898" y="2813"/>
                  </a:cubicBezTo>
                  <a:cubicBezTo>
                    <a:pt x="7912" y="2836"/>
                    <a:pt x="7917" y="2849"/>
                    <a:pt x="7911" y="2849"/>
                  </a:cubicBezTo>
                  <a:cubicBezTo>
                    <a:pt x="7904" y="2849"/>
                    <a:pt x="7881" y="2830"/>
                    <a:pt x="7841" y="2781"/>
                  </a:cubicBezTo>
                  <a:cubicBezTo>
                    <a:pt x="7808" y="2732"/>
                    <a:pt x="7808" y="2732"/>
                    <a:pt x="7825" y="2724"/>
                  </a:cubicBezTo>
                  <a:close/>
                  <a:moveTo>
                    <a:pt x="7727" y="2781"/>
                  </a:moveTo>
                  <a:lnTo>
                    <a:pt x="7776" y="2822"/>
                  </a:lnTo>
                  <a:lnTo>
                    <a:pt x="7792" y="2878"/>
                  </a:lnTo>
                  <a:lnTo>
                    <a:pt x="7776" y="2886"/>
                  </a:lnTo>
                  <a:cubicBezTo>
                    <a:pt x="7752" y="2838"/>
                    <a:pt x="7719" y="2789"/>
                    <a:pt x="7727" y="2781"/>
                  </a:cubicBezTo>
                  <a:close/>
                  <a:moveTo>
                    <a:pt x="8522" y="3097"/>
                  </a:moveTo>
                  <a:lnTo>
                    <a:pt x="8498" y="3113"/>
                  </a:lnTo>
                  <a:cubicBezTo>
                    <a:pt x="8521" y="3148"/>
                    <a:pt x="8527" y="3158"/>
                    <a:pt x="8532" y="3158"/>
                  </a:cubicBezTo>
                  <a:cubicBezTo>
                    <a:pt x="8534" y="3158"/>
                    <a:pt x="8536" y="3156"/>
                    <a:pt x="8538" y="3154"/>
                  </a:cubicBezTo>
                  <a:cubicBezTo>
                    <a:pt x="8571" y="3138"/>
                    <a:pt x="8571" y="3138"/>
                    <a:pt x="8522" y="3097"/>
                  </a:cubicBezTo>
                  <a:close/>
                  <a:moveTo>
                    <a:pt x="6803" y="3203"/>
                  </a:moveTo>
                  <a:lnTo>
                    <a:pt x="6852" y="3243"/>
                  </a:lnTo>
                  <a:lnTo>
                    <a:pt x="6868" y="3300"/>
                  </a:lnTo>
                  <a:lnTo>
                    <a:pt x="6852" y="3308"/>
                  </a:lnTo>
                  <a:cubicBezTo>
                    <a:pt x="6819" y="3259"/>
                    <a:pt x="6795" y="3211"/>
                    <a:pt x="6803" y="3203"/>
                  </a:cubicBezTo>
                  <a:close/>
                  <a:moveTo>
                    <a:pt x="6488" y="3397"/>
                  </a:moveTo>
                  <a:cubicBezTo>
                    <a:pt x="6499" y="3397"/>
                    <a:pt x="6545" y="3496"/>
                    <a:pt x="6576" y="3543"/>
                  </a:cubicBezTo>
                  <a:cubicBezTo>
                    <a:pt x="6574" y="3546"/>
                    <a:pt x="6572" y="3547"/>
                    <a:pt x="6570" y="3547"/>
                  </a:cubicBezTo>
                  <a:cubicBezTo>
                    <a:pt x="6565" y="3547"/>
                    <a:pt x="6559" y="3537"/>
                    <a:pt x="6536" y="3503"/>
                  </a:cubicBezTo>
                  <a:cubicBezTo>
                    <a:pt x="6511" y="3470"/>
                    <a:pt x="6495" y="3430"/>
                    <a:pt x="6487" y="3397"/>
                  </a:cubicBezTo>
                  <a:cubicBezTo>
                    <a:pt x="6487" y="3397"/>
                    <a:pt x="6488" y="3397"/>
                    <a:pt x="6488" y="3397"/>
                  </a:cubicBezTo>
                  <a:close/>
                  <a:moveTo>
                    <a:pt x="6146" y="3730"/>
                  </a:moveTo>
                  <a:lnTo>
                    <a:pt x="6195" y="3770"/>
                  </a:lnTo>
                  <a:lnTo>
                    <a:pt x="6211" y="3827"/>
                  </a:lnTo>
                  <a:lnTo>
                    <a:pt x="6195" y="3835"/>
                  </a:lnTo>
                  <a:cubicBezTo>
                    <a:pt x="6163" y="3786"/>
                    <a:pt x="6130" y="3738"/>
                    <a:pt x="6146" y="3730"/>
                  </a:cubicBezTo>
                  <a:close/>
                  <a:moveTo>
                    <a:pt x="6519" y="3908"/>
                  </a:moveTo>
                  <a:cubicBezTo>
                    <a:pt x="6536" y="3940"/>
                    <a:pt x="6552" y="3973"/>
                    <a:pt x="6568" y="4013"/>
                  </a:cubicBezTo>
                  <a:lnTo>
                    <a:pt x="6552" y="4022"/>
                  </a:lnTo>
                  <a:cubicBezTo>
                    <a:pt x="6519" y="3973"/>
                    <a:pt x="6487" y="3924"/>
                    <a:pt x="6503" y="3916"/>
                  </a:cubicBezTo>
                  <a:lnTo>
                    <a:pt x="6519" y="3908"/>
                  </a:lnTo>
                  <a:close/>
                  <a:moveTo>
                    <a:pt x="5230" y="4289"/>
                  </a:moveTo>
                  <a:cubicBezTo>
                    <a:pt x="5271" y="4330"/>
                    <a:pt x="5287" y="4378"/>
                    <a:pt x="5279" y="4386"/>
                  </a:cubicBezTo>
                  <a:cubicBezTo>
                    <a:pt x="5267" y="4392"/>
                    <a:pt x="5259" y="4396"/>
                    <a:pt x="5253" y="4396"/>
                  </a:cubicBezTo>
                  <a:cubicBezTo>
                    <a:pt x="5243" y="4396"/>
                    <a:pt x="5237" y="4385"/>
                    <a:pt x="5222" y="4354"/>
                  </a:cubicBezTo>
                  <a:cubicBezTo>
                    <a:pt x="5190" y="4313"/>
                    <a:pt x="5214" y="4297"/>
                    <a:pt x="5230" y="4289"/>
                  </a:cubicBezTo>
                  <a:close/>
                  <a:moveTo>
                    <a:pt x="4711" y="4662"/>
                  </a:moveTo>
                  <a:cubicBezTo>
                    <a:pt x="4736" y="4694"/>
                    <a:pt x="4752" y="4727"/>
                    <a:pt x="4760" y="4767"/>
                  </a:cubicBezTo>
                  <a:lnTo>
                    <a:pt x="4752" y="4776"/>
                  </a:lnTo>
                  <a:cubicBezTo>
                    <a:pt x="4719" y="4727"/>
                    <a:pt x="4687" y="4678"/>
                    <a:pt x="4703" y="4670"/>
                  </a:cubicBezTo>
                  <a:lnTo>
                    <a:pt x="4711" y="4662"/>
                  </a:lnTo>
                  <a:close/>
                  <a:moveTo>
                    <a:pt x="3146" y="5363"/>
                  </a:moveTo>
                  <a:cubicBezTo>
                    <a:pt x="3145" y="5363"/>
                    <a:pt x="3152" y="5372"/>
                    <a:pt x="3165" y="5386"/>
                  </a:cubicBezTo>
                  <a:lnTo>
                    <a:pt x="3165" y="5386"/>
                  </a:lnTo>
                  <a:cubicBezTo>
                    <a:pt x="3153" y="5370"/>
                    <a:pt x="3147" y="5363"/>
                    <a:pt x="3146" y="5363"/>
                  </a:cubicBezTo>
                  <a:close/>
                  <a:moveTo>
                    <a:pt x="3165" y="5386"/>
                  </a:moveTo>
                  <a:cubicBezTo>
                    <a:pt x="3170" y="5393"/>
                    <a:pt x="3177" y="5402"/>
                    <a:pt x="3185" y="5413"/>
                  </a:cubicBezTo>
                  <a:lnTo>
                    <a:pt x="3185" y="5413"/>
                  </a:lnTo>
                  <a:cubicBezTo>
                    <a:pt x="3180" y="5406"/>
                    <a:pt x="3176" y="5399"/>
                    <a:pt x="3171" y="5392"/>
                  </a:cubicBezTo>
                  <a:cubicBezTo>
                    <a:pt x="3169" y="5390"/>
                    <a:pt x="3167" y="5387"/>
                    <a:pt x="3165" y="5386"/>
                  </a:cubicBezTo>
                  <a:close/>
                  <a:moveTo>
                    <a:pt x="3367" y="5545"/>
                  </a:moveTo>
                  <a:cubicBezTo>
                    <a:pt x="3375" y="5545"/>
                    <a:pt x="3379" y="5557"/>
                    <a:pt x="3390" y="5594"/>
                  </a:cubicBezTo>
                  <a:cubicBezTo>
                    <a:pt x="3398" y="5621"/>
                    <a:pt x="3400" y="5635"/>
                    <a:pt x="3395" y="5635"/>
                  </a:cubicBezTo>
                  <a:cubicBezTo>
                    <a:pt x="3390" y="5635"/>
                    <a:pt x="3380" y="5625"/>
                    <a:pt x="3365" y="5603"/>
                  </a:cubicBezTo>
                  <a:cubicBezTo>
                    <a:pt x="3333" y="5562"/>
                    <a:pt x="3333" y="5562"/>
                    <a:pt x="3349" y="5554"/>
                  </a:cubicBezTo>
                  <a:cubicBezTo>
                    <a:pt x="3358" y="5548"/>
                    <a:pt x="3363" y="5545"/>
                    <a:pt x="3367" y="5545"/>
                  </a:cubicBezTo>
                  <a:close/>
                  <a:moveTo>
                    <a:pt x="3130" y="5611"/>
                  </a:moveTo>
                  <a:lnTo>
                    <a:pt x="3130" y="5611"/>
                  </a:lnTo>
                  <a:cubicBezTo>
                    <a:pt x="3120" y="5616"/>
                    <a:pt x="3130" y="5638"/>
                    <a:pt x="3133" y="5638"/>
                  </a:cubicBezTo>
                  <a:cubicBezTo>
                    <a:pt x="3136" y="5638"/>
                    <a:pt x="3136" y="5631"/>
                    <a:pt x="3130" y="5611"/>
                  </a:cubicBezTo>
                  <a:close/>
                  <a:moveTo>
                    <a:pt x="3252" y="5611"/>
                  </a:moveTo>
                  <a:lnTo>
                    <a:pt x="3301" y="5643"/>
                  </a:lnTo>
                  <a:lnTo>
                    <a:pt x="3284" y="5651"/>
                  </a:lnTo>
                  <a:cubicBezTo>
                    <a:pt x="3279" y="5654"/>
                    <a:pt x="3276" y="5655"/>
                    <a:pt x="3273" y="5655"/>
                  </a:cubicBezTo>
                  <a:cubicBezTo>
                    <a:pt x="3266" y="5655"/>
                    <a:pt x="3261" y="5647"/>
                    <a:pt x="3244" y="5619"/>
                  </a:cubicBezTo>
                  <a:lnTo>
                    <a:pt x="3252" y="5611"/>
                  </a:lnTo>
                  <a:close/>
                  <a:moveTo>
                    <a:pt x="3763" y="5627"/>
                  </a:moveTo>
                  <a:lnTo>
                    <a:pt x="3811" y="5667"/>
                  </a:lnTo>
                  <a:cubicBezTo>
                    <a:pt x="3836" y="5716"/>
                    <a:pt x="3828" y="5724"/>
                    <a:pt x="3828" y="5724"/>
                  </a:cubicBezTo>
                  <a:cubicBezTo>
                    <a:pt x="3823" y="5726"/>
                    <a:pt x="3820" y="5728"/>
                    <a:pt x="3816" y="5728"/>
                  </a:cubicBezTo>
                  <a:cubicBezTo>
                    <a:pt x="3809" y="5728"/>
                    <a:pt x="3802" y="5718"/>
                    <a:pt x="3779" y="5684"/>
                  </a:cubicBezTo>
                  <a:cubicBezTo>
                    <a:pt x="3779" y="5684"/>
                    <a:pt x="3755" y="5635"/>
                    <a:pt x="3763" y="5627"/>
                  </a:cubicBezTo>
                  <a:close/>
                  <a:moveTo>
                    <a:pt x="3122" y="5684"/>
                  </a:moveTo>
                  <a:lnTo>
                    <a:pt x="3163" y="5724"/>
                  </a:lnTo>
                  <a:lnTo>
                    <a:pt x="3155" y="5732"/>
                  </a:lnTo>
                  <a:cubicBezTo>
                    <a:pt x="3150" y="5735"/>
                    <a:pt x="3147" y="5736"/>
                    <a:pt x="3143" y="5736"/>
                  </a:cubicBezTo>
                  <a:cubicBezTo>
                    <a:pt x="3136" y="5736"/>
                    <a:pt x="3129" y="5726"/>
                    <a:pt x="3106" y="5692"/>
                  </a:cubicBezTo>
                  <a:lnTo>
                    <a:pt x="3122" y="5684"/>
                  </a:lnTo>
                  <a:close/>
                  <a:moveTo>
                    <a:pt x="3633" y="5773"/>
                  </a:moveTo>
                  <a:lnTo>
                    <a:pt x="3682" y="5813"/>
                  </a:lnTo>
                  <a:lnTo>
                    <a:pt x="3698" y="5870"/>
                  </a:lnTo>
                  <a:lnTo>
                    <a:pt x="3682" y="5878"/>
                  </a:lnTo>
                  <a:cubicBezTo>
                    <a:pt x="3657" y="5830"/>
                    <a:pt x="3625" y="5781"/>
                    <a:pt x="3633" y="5773"/>
                  </a:cubicBezTo>
                  <a:close/>
                  <a:moveTo>
                    <a:pt x="3017" y="5813"/>
                  </a:moveTo>
                  <a:lnTo>
                    <a:pt x="3017" y="5813"/>
                  </a:lnTo>
                  <a:cubicBezTo>
                    <a:pt x="3049" y="5838"/>
                    <a:pt x="3074" y="5870"/>
                    <a:pt x="3090" y="5903"/>
                  </a:cubicBezTo>
                  <a:lnTo>
                    <a:pt x="3082" y="5911"/>
                  </a:lnTo>
                  <a:cubicBezTo>
                    <a:pt x="3080" y="5911"/>
                    <a:pt x="3079" y="5912"/>
                    <a:pt x="3078" y="5912"/>
                  </a:cubicBezTo>
                  <a:cubicBezTo>
                    <a:pt x="3061" y="5912"/>
                    <a:pt x="3033" y="5870"/>
                    <a:pt x="3033" y="5870"/>
                  </a:cubicBezTo>
                  <a:cubicBezTo>
                    <a:pt x="3033" y="5870"/>
                    <a:pt x="3009" y="5821"/>
                    <a:pt x="3017" y="5813"/>
                  </a:cubicBezTo>
                  <a:close/>
                  <a:moveTo>
                    <a:pt x="2480" y="6110"/>
                  </a:moveTo>
                  <a:lnTo>
                    <a:pt x="2480" y="6110"/>
                  </a:lnTo>
                  <a:cubicBezTo>
                    <a:pt x="2483" y="6110"/>
                    <a:pt x="2488" y="6115"/>
                    <a:pt x="2498" y="6130"/>
                  </a:cubicBezTo>
                  <a:lnTo>
                    <a:pt x="2530" y="6178"/>
                  </a:lnTo>
                  <a:cubicBezTo>
                    <a:pt x="2542" y="6214"/>
                    <a:pt x="2554" y="6254"/>
                    <a:pt x="2547" y="6254"/>
                  </a:cubicBezTo>
                  <a:cubicBezTo>
                    <a:pt x="2544" y="6254"/>
                    <a:pt x="2539" y="6248"/>
                    <a:pt x="2530" y="6235"/>
                  </a:cubicBezTo>
                  <a:cubicBezTo>
                    <a:pt x="2514" y="6203"/>
                    <a:pt x="2498" y="6170"/>
                    <a:pt x="2482" y="6138"/>
                  </a:cubicBezTo>
                  <a:cubicBezTo>
                    <a:pt x="2482" y="6138"/>
                    <a:pt x="2474" y="6110"/>
                    <a:pt x="2480" y="6110"/>
                  </a:cubicBezTo>
                  <a:close/>
                  <a:moveTo>
                    <a:pt x="2142" y="6543"/>
                  </a:moveTo>
                  <a:cubicBezTo>
                    <a:pt x="2154" y="6543"/>
                    <a:pt x="2214" y="6635"/>
                    <a:pt x="2214" y="6697"/>
                  </a:cubicBezTo>
                  <a:cubicBezTo>
                    <a:pt x="2212" y="6699"/>
                    <a:pt x="2210" y="6701"/>
                    <a:pt x="2208" y="6701"/>
                  </a:cubicBezTo>
                  <a:cubicBezTo>
                    <a:pt x="2203" y="6701"/>
                    <a:pt x="2197" y="6691"/>
                    <a:pt x="2174" y="6657"/>
                  </a:cubicBezTo>
                  <a:cubicBezTo>
                    <a:pt x="2141" y="6608"/>
                    <a:pt x="2125" y="6551"/>
                    <a:pt x="2141" y="6543"/>
                  </a:cubicBezTo>
                  <a:cubicBezTo>
                    <a:pt x="2141" y="6543"/>
                    <a:pt x="2142" y="6543"/>
                    <a:pt x="2142" y="6543"/>
                  </a:cubicBezTo>
                  <a:close/>
                  <a:moveTo>
                    <a:pt x="290" y="7687"/>
                  </a:moveTo>
                  <a:cubicBezTo>
                    <a:pt x="291" y="7687"/>
                    <a:pt x="305" y="7712"/>
                    <a:pt x="333" y="7759"/>
                  </a:cubicBezTo>
                  <a:cubicBezTo>
                    <a:pt x="366" y="7808"/>
                    <a:pt x="398" y="7856"/>
                    <a:pt x="382" y="7865"/>
                  </a:cubicBezTo>
                  <a:cubicBezTo>
                    <a:pt x="392" y="7900"/>
                    <a:pt x="393" y="7915"/>
                    <a:pt x="389" y="7915"/>
                  </a:cubicBezTo>
                  <a:cubicBezTo>
                    <a:pt x="381" y="7915"/>
                    <a:pt x="347" y="7845"/>
                    <a:pt x="325" y="7767"/>
                  </a:cubicBezTo>
                  <a:cubicBezTo>
                    <a:pt x="300" y="7714"/>
                    <a:pt x="288" y="7687"/>
                    <a:pt x="290" y="7687"/>
                  </a:cubicBezTo>
                  <a:close/>
                  <a:moveTo>
                    <a:pt x="10869" y="388"/>
                  </a:moveTo>
                  <a:cubicBezTo>
                    <a:pt x="10866" y="388"/>
                    <a:pt x="10879" y="411"/>
                    <a:pt x="10914" y="470"/>
                  </a:cubicBezTo>
                  <a:cubicBezTo>
                    <a:pt x="10950" y="520"/>
                    <a:pt x="10958" y="547"/>
                    <a:pt x="10945" y="547"/>
                  </a:cubicBezTo>
                  <a:cubicBezTo>
                    <a:pt x="10934" y="547"/>
                    <a:pt x="10909" y="530"/>
                    <a:pt x="10873" y="495"/>
                  </a:cubicBezTo>
                  <a:lnTo>
                    <a:pt x="10849" y="511"/>
                  </a:lnTo>
                  <a:cubicBezTo>
                    <a:pt x="10833" y="511"/>
                    <a:pt x="10865" y="560"/>
                    <a:pt x="10898" y="608"/>
                  </a:cubicBezTo>
                  <a:cubicBezTo>
                    <a:pt x="10932" y="667"/>
                    <a:pt x="10946" y="690"/>
                    <a:pt x="10942" y="690"/>
                  </a:cubicBezTo>
                  <a:cubicBezTo>
                    <a:pt x="10939" y="690"/>
                    <a:pt x="10930" y="681"/>
                    <a:pt x="10914" y="665"/>
                  </a:cubicBezTo>
                  <a:cubicBezTo>
                    <a:pt x="10889" y="641"/>
                    <a:pt x="10865" y="608"/>
                    <a:pt x="10841" y="576"/>
                  </a:cubicBezTo>
                  <a:cubicBezTo>
                    <a:pt x="10821" y="545"/>
                    <a:pt x="10810" y="537"/>
                    <a:pt x="10801" y="537"/>
                  </a:cubicBezTo>
                  <a:cubicBezTo>
                    <a:pt x="10795" y="537"/>
                    <a:pt x="10790" y="540"/>
                    <a:pt x="10784" y="543"/>
                  </a:cubicBezTo>
                  <a:cubicBezTo>
                    <a:pt x="10768" y="551"/>
                    <a:pt x="10743" y="568"/>
                    <a:pt x="10776" y="616"/>
                  </a:cubicBezTo>
                  <a:lnTo>
                    <a:pt x="10743" y="568"/>
                  </a:lnTo>
                  <a:cubicBezTo>
                    <a:pt x="10742" y="568"/>
                    <a:pt x="10741" y="569"/>
                    <a:pt x="10739" y="569"/>
                  </a:cubicBezTo>
                  <a:cubicBezTo>
                    <a:pt x="10730" y="569"/>
                    <a:pt x="10718" y="554"/>
                    <a:pt x="10717" y="554"/>
                  </a:cubicBezTo>
                  <a:lnTo>
                    <a:pt x="10717" y="554"/>
                  </a:lnTo>
                  <a:cubicBezTo>
                    <a:pt x="10716" y="554"/>
                    <a:pt x="10719" y="559"/>
                    <a:pt x="10727" y="576"/>
                  </a:cubicBezTo>
                  <a:cubicBezTo>
                    <a:pt x="10727" y="576"/>
                    <a:pt x="10726" y="577"/>
                    <a:pt x="10723" y="577"/>
                  </a:cubicBezTo>
                  <a:cubicBezTo>
                    <a:pt x="10716" y="577"/>
                    <a:pt x="10700" y="573"/>
                    <a:pt x="10662" y="551"/>
                  </a:cubicBezTo>
                  <a:cubicBezTo>
                    <a:pt x="10657" y="549"/>
                    <a:pt x="10652" y="548"/>
                    <a:pt x="10648" y="548"/>
                  </a:cubicBezTo>
                  <a:cubicBezTo>
                    <a:pt x="10609" y="548"/>
                    <a:pt x="10632" y="647"/>
                    <a:pt x="10727" y="714"/>
                  </a:cubicBezTo>
                  <a:lnTo>
                    <a:pt x="10711" y="722"/>
                  </a:lnTo>
                  <a:cubicBezTo>
                    <a:pt x="10695" y="730"/>
                    <a:pt x="10727" y="778"/>
                    <a:pt x="10727" y="778"/>
                  </a:cubicBezTo>
                  <a:cubicBezTo>
                    <a:pt x="10760" y="827"/>
                    <a:pt x="10743" y="835"/>
                    <a:pt x="10735" y="843"/>
                  </a:cubicBezTo>
                  <a:lnTo>
                    <a:pt x="10670" y="746"/>
                  </a:lnTo>
                  <a:cubicBezTo>
                    <a:pt x="10626" y="661"/>
                    <a:pt x="10588" y="613"/>
                    <a:pt x="10578" y="613"/>
                  </a:cubicBezTo>
                  <a:cubicBezTo>
                    <a:pt x="10569" y="613"/>
                    <a:pt x="10577" y="645"/>
                    <a:pt x="10614" y="714"/>
                  </a:cubicBezTo>
                  <a:lnTo>
                    <a:pt x="10581" y="665"/>
                  </a:lnTo>
                  <a:cubicBezTo>
                    <a:pt x="10571" y="644"/>
                    <a:pt x="10562" y="634"/>
                    <a:pt x="10555" y="634"/>
                  </a:cubicBezTo>
                  <a:cubicBezTo>
                    <a:pt x="10546" y="634"/>
                    <a:pt x="10541" y="652"/>
                    <a:pt x="10541" y="689"/>
                  </a:cubicBezTo>
                  <a:cubicBezTo>
                    <a:pt x="10533" y="697"/>
                    <a:pt x="10581" y="803"/>
                    <a:pt x="10606" y="851"/>
                  </a:cubicBezTo>
                  <a:cubicBezTo>
                    <a:pt x="10638" y="900"/>
                    <a:pt x="10622" y="908"/>
                    <a:pt x="10622" y="908"/>
                  </a:cubicBezTo>
                  <a:cubicBezTo>
                    <a:pt x="10619" y="911"/>
                    <a:pt x="10618" y="912"/>
                    <a:pt x="10616" y="912"/>
                  </a:cubicBezTo>
                  <a:cubicBezTo>
                    <a:pt x="10611" y="912"/>
                    <a:pt x="10604" y="902"/>
                    <a:pt x="10581" y="868"/>
                  </a:cubicBezTo>
                  <a:cubicBezTo>
                    <a:pt x="10556" y="824"/>
                    <a:pt x="10535" y="803"/>
                    <a:pt x="10525" y="803"/>
                  </a:cubicBezTo>
                  <a:cubicBezTo>
                    <a:pt x="10512" y="803"/>
                    <a:pt x="10514" y="834"/>
                    <a:pt x="10541" y="892"/>
                  </a:cubicBezTo>
                  <a:lnTo>
                    <a:pt x="10508" y="843"/>
                  </a:lnTo>
                  <a:cubicBezTo>
                    <a:pt x="10494" y="816"/>
                    <a:pt x="10473" y="791"/>
                    <a:pt x="10451" y="791"/>
                  </a:cubicBezTo>
                  <a:cubicBezTo>
                    <a:pt x="10434" y="791"/>
                    <a:pt x="10417" y="805"/>
                    <a:pt x="10403" y="843"/>
                  </a:cubicBezTo>
                  <a:cubicBezTo>
                    <a:pt x="10369" y="863"/>
                    <a:pt x="10341" y="879"/>
                    <a:pt x="10319" y="879"/>
                  </a:cubicBezTo>
                  <a:cubicBezTo>
                    <a:pt x="10304" y="879"/>
                    <a:pt x="10291" y="871"/>
                    <a:pt x="10281" y="851"/>
                  </a:cubicBezTo>
                  <a:cubicBezTo>
                    <a:pt x="10277" y="844"/>
                    <a:pt x="10273" y="841"/>
                    <a:pt x="10270" y="841"/>
                  </a:cubicBezTo>
                  <a:cubicBezTo>
                    <a:pt x="10252" y="841"/>
                    <a:pt x="10262" y="949"/>
                    <a:pt x="10289" y="1046"/>
                  </a:cubicBezTo>
                  <a:cubicBezTo>
                    <a:pt x="10271" y="1018"/>
                    <a:pt x="10261" y="1009"/>
                    <a:pt x="10249" y="1009"/>
                  </a:cubicBezTo>
                  <a:cubicBezTo>
                    <a:pt x="10240" y="1009"/>
                    <a:pt x="10231" y="1015"/>
                    <a:pt x="10216" y="1022"/>
                  </a:cubicBezTo>
                  <a:cubicBezTo>
                    <a:pt x="10200" y="1032"/>
                    <a:pt x="10190" y="1038"/>
                    <a:pt x="10182" y="1038"/>
                  </a:cubicBezTo>
                  <a:cubicBezTo>
                    <a:pt x="10172" y="1038"/>
                    <a:pt x="10166" y="1026"/>
                    <a:pt x="10152" y="997"/>
                  </a:cubicBezTo>
                  <a:cubicBezTo>
                    <a:pt x="10128" y="946"/>
                    <a:pt x="10116" y="919"/>
                    <a:pt x="10113" y="919"/>
                  </a:cubicBezTo>
                  <a:lnTo>
                    <a:pt x="10113" y="919"/>
                  </a:lnTo>
                  <a:cubicBezTo>
                    <a:pt x="10111" y="919"/>
                    <a:pt x="10119" y="948"/>
                    <a:pt x="10135" y="1005"/>
                  </a:cubicBezTo>
                  <a:cubicBezTo>
                    <a:pt x="10157" y="1053"/>
                    <a:pt x="10155" y="1074"/>
                    <a:pt x="10140" y="1074"/>
                  </a:cubicBezTo>
                  <a:cubicBezTo>
                    <a:pt x="10122" y="1074"/>
                    <a:pt x="10085" y="1043"/>
                    <a:pt x="10054" y="989"/>
                  </a:cubicBezTo>
                  <a:cubicBezTo>
                    <a:pt x="10036" y="962"/>
                    <a:pt x="10023" y="952"/>
                    <a:pt x="10010" y="952"/>
                  </a:cubicBezTo>
                  <a:cubicBezTo>
                    <a:pt x="10001" y="952"/>
                    <a:pt x="9992" y="958"/>
                    <a:pt x="9981" y="965"/>
                  </a:cubicBezTo>
                  <a:cubicBezTo>
                    <a:pt x="9998" y="997"/>
                    <a:pt x="9981" y="1038"/>
                    <a:pt x="9941" y="1054"/>
                  </a:cubicBezTo>
                  <a:cubicBezTo>
                    <a:pt x="9908" y="1078"/>
                    <a:pt x="9908" y="1078"/>
                    <a:pt x="9965" y="1168"/>
                  </a:cubicBezTo>
                  <a:cubicBezTo>
                    <a:pt x="10030" y="1265"/>
                    <a:pt x="10014" y="1273"/>
                    <a:pt x="9989" y="1289"/>
                  </a:cubicBezTo>
                  <a:cubicBezTo>
                    <a:pt x="9983" y="1292"/>
                    <a:pt x="9977" y="1295"/>
                    <a:pt x="9971" y="1295"/>
                  </a:cubicBezTo>
                  <a:cubicBezTo>
                    <a:pt x="9960" y="1295"/>
                    <a:pt x="9948" y="1287"/>
                    <a:pt x="9933" y="1257"/>
                  </a:cubicBezTo>
                  <a:cubicBezTo>
                    <a:pt x="9933" y="1257"/>
                    <a:pt x="9892" y="1223"/>
                    <a:pt x="9879" y="1223"/>
                  </a:cubicBezTo>
                  <a:cubicBezTo>
                    <a:pt x="9878" y="1223"/>
                    <a:pt x="9877" y="1224"/>
                    <a:pt x="9876" y="1224"/>
                  </a:cubicBezTo>
                  <a:cubicBezTo>
                    <a:pt x="9870" y="1227"/>
                    <a:pt x="9864" y="1230"/>
                    <a:pt x="9857" y="1230"/>
                  </a:cubicBezTo>
                  <a:cubicBezTo>
                    <a:pt x="9845" y="1230"/>
                    <a:pt x="9831" y="1222"/>
                    <a:pt x="9811" y="1192"/>
                  </a:cubicBezTo>
                  <a:cubicBezTo>
                    <a:pt x="9811" y="1192"/>
                    <a:pt x="9783" y="1164"/>
                    <a:pt x="9759" y="1164"/>
                  </a:cubicBezTo>
                  <a:cubicBezTo>
                    <a:pt x="9755" y="1164"/>
                    <a:pt x="9750" y="1165"/>
                    <a:pt x="9746" y="1168"/>
                  </a:cubicBezTo>
                  <a:cubicBezTo>
                    <a:pt x="9733" y="1176"/>
                    <a:pt x="9718" y="1185"/>
                    <a:pt x="9701" y="1185"/>
                  </a:cubicBezTo>
                  <a:cubicBezTo>
                    <a:pt x="9687" y="1185"/>
                    <a:pt x="9672" y="1178"/>
                    <a:pt x="9657" y="1159"/>
                  </a:cubicBezTo>
                  <a:cubicBezTo>
                    <a:pt x="9649" y="1159"/>
                    <a:pt x="9649" y="1159"/>
                    <a:pt x="9681" y="1208"/>
                  </a:cubicBezTo>
                  <a:cubicBezTo>
                    <a:pt x="9703" y="1251"/>
                    <a:pt x="9718" y="1300"/>
                    <a:pt x="9666" y="1300"/>
                  </a:cubicBezTo>
                  <a:cubicBezTo>
                    <a:pt x="9659" y="1300"/>
                    <a:pt x="9650" y="1299"/>
                    <a:pt x="9641" y="1297"/>
                  </a:cubicBezTo>
                  <a:cubicBezTo>
                    <a:pt x="9616" y="1314"/>
                    <a:pt x="9576" y="1338"/>
                    <a:pt x="9608" y="1387"/>
                  </a:cubicBezTo>
                  <a:cubicBezTo>
                    <a:pt x="9604" y="1389"/>
                    <a:pt x="9600" y="1391"/>
                    <a:pt x="9597" y="1391"/>
                  </a:cubicBezTo>
                  <a:cubicBezTo>
                    <a:pt x="9589" y="1391"/>
                    <a:pt x="9583" y="1381"/>
                    <a:pt x="9560" y="1346"/>
                  </a:cubicBezTo>
                  <a:cubicBezTo>
                    <a:pt x="9535" y="1303"/>
                    <a:pt x="9516" y="1282"/>
                    <a:pt x="9506" y="1282"/>
                  </a:cubicBezTo>
                  <a:cubicBezTo>
                    <a:pt x="9493" y="1282"/>
                    <a:pt x="9493" y="1315"/>
                    <a:pt x="9511" y="1378"/>
                  </a:cubicBezTo>
                  <a:cubicBezTo>
                    <a:pt x="9525" y="1406"/>
                    <a:pt x="9528" y="1421"/>
                    <a:pt x="9520" y="1421"/>
                  </a:cubicBezTo>
                  <a:cubicBezTo>
                    <a:pt x="9513" y="1421"/>
                    <a:pt x="9500" y="1412"/>
                    <a:pt x="9479" y="1395"/>
                  </a:cubicBezTo>
                  <a:lnTo>
                    <a:pt x="9479" y="1395"/>
                  </a:lnTo>
                  <a:cubicBezTo>
                    <a:pt x="9479" y="1395"/>
                    <a:pt x="9471" y="1403"/>
                    <a:pt x="9487" y="1459"/>
                  </a:cubicBezTo>
                  <a:cubicBezTo>
                    <a:pt x="9496" y="1492"/>
                    <a:pt x="9500" y="1506"/>
                    <a:pt x="9491" y="1506"/>
                  </a:cubicBezTo>
                  <a:cubicBezTo>
                    <a:pt x="9485" y="1506"/>
                    <a:pt x="9471" y="1498"/>
                    <a:pt x="9446" y="1484"/>
                  </a:cubicBezTo>
                  <a:cubicBezTo>
                    <a:pt x="9426" y="1454"/>
                    <a:pt x="9415" y="1445"/>
                    <a:pt x="9406" y="1445"/>
                  </a:cubicBezTo>
                  <a:cubicBezTo>
                    <a:pt x="9401" y="1445"/>
                    <a:pt x="9396" y="1448"/>
                    <a:pt x="9389" y="1451"/>
                  </a:cubicBezTo>
                  <a:cubicBezTo>
                    <a:pt x="9389" y="1505"/>
                    <a:pt x="9290" y="1575"/>
                    <a:pt x="9232" y="1575"/>
                  </a:cubicBezTo>
                  <a:cubicBezTo>
                    <a:pt x="9220" y="1575"/>
                    <a:pt x="9210" y="1572"/>
                    <a:pt x="9203" y="1565"/>
                  </a:cubicBezTo>
                  <a:lnTo>
                    <a:pt x="9203" y="1565"/>
                  </a:lnTo>
                  <a:cubicBezTo>
                    <a:pt x="9219" y="1622"/>
                    <a:pt x="9219" y="1622"/>
                    <a:pt x="9203" y="1630"/>
                  </a:cubicBezTo>
                  <a:cubicBezTo>
                    <a:pt x="9177" y="1599"/>
                    <a:pt x="9163" y="1585"/>
                    <a:pt x="9157" y="1585"/>
                  </a:cubicBezTo>
                  <a:cubicBezTo>
                    <a:pt x="9147" y="1585"/>
                    <a:pt x="9169" y="1631"/>
                    <a:pt x="9211" y="1695"/>
                  </a:cubicBezTo>
                  <a:lnTo>
                    <a:pt x="9227" y="1687"/>
                  </a:lnTo>
                  <a:lnTo>
                    <a:pt x="9235" y="1678"/>
                  </a:lnTo>
                  <a:cubicBezTo>
                    <a:pt x="9268" y="1723"/>
                    <a:pt x="9274" y="1751"/>
                    <a:pt x="9261" y="1751"/>
                  </a:cubicBezTo>
                  <a:cubicBezTo>
                    <a:pt x="9248" y="1751"/>
                    <a:pt x="9215" y="1723"/>
                    <a:pt x="9171" y="1654"/>
                  </a:cubicBezTo>
                  <a:cubicBezTo>
                    <a:pt x="9132" y="1611"/>
                    <a:pt x="9111" y="1589"/>
                    <a:pt x="9106" y="1589"/>
                  </a:cubicBezTo>
                  <a:lnTo>
                    <a:pt x="9106" y="1589"/>
                  </a:lnTo>
                  <a:cubicBezTo>
                    <a:pt x="9101" y="1589"/>
                    <a:pt x="9113" y="1615"/>
                    <a:pt x="9138" y="1670"/>
                  </a:cubicBezTo>
                  <a:cubicBezTo>
                    <a:pt x="9165" y="1723"/>
                    <a:pt x="9172" y="1750"/>
                    <a:pt x="9161" y="1750"/>
                  </a:cubicBezTo>
                  <a:cubicBezTo>
                    <a:pt x="9152" y="1750"/>
                    <a:pt x="9131" y="1731"/>
                    <a:pt x="9098" y="1695"/>
                  </a:cubicBezTo>
                  <a:cubicBezTo>
                    <a:pt x="9070" y="1647"/>
                    <a:pt x="9056" y="1623"/>
                    <a:pt x="9054" y="1623"/>
                  </a:cubicBezTo>
                  <a:lnTo>
                    <a:pt x="9054" y="1623"/>
                  </a:lnTo>
                  <a:cubicBezTo>
                    <a:pt x="9053" y="1623"/>
                    <a:pt x="9065" y="1649"/>
                    <a:pt x="9089" y="1703"/>
                  </a:cubicBezTo>
                  <a:cubicBezTo>
                    <a:pt x="9142" y="1823"/>
                    <a:pt x="9161" y="1898"/>
                    <a:pt x="9142" y="1898"/>
                  </a:cubicBezTo>
                  <a:cubicBezTo>
                    <a:pt x="9129" y="1898"/>
                    <a:pt x="9098" y="1863"/>
                    <a:pt x="9049" y="1784"/>
                  </a:cubicBezTo>
                  <a:cubicBezTo>
                    <a:pt x="8997" y="1702"/>
                    <a:pt x="8952" y="1661"/>
                    <a:pt x="8938" y="1661"/>
                  </a:cubicBezTo>
                  <a:cubicBezTo>
                    <a:pt x="8937" y="1661"/>
                    <a:pt x="8936" y="1662"/>
                    <a:pt x="8935" y="1662"/>
                  </a:cubicBezTo>
                  <a:cubicBezTo>
                    <a:pt x="8919" y="1670"/>
                    <a:pt x="8952" y="1719"/>
                    <a:pt x="8984" y="1768"/>
                  </a:cubicBezTo>
                  <a:cubicBezTo>
                    <a:pt x="9022" y="1810"/>
                    <a:pt x="9036" y="1833"/>
                    <a:pt x="9028" y="1833"/>
                  </a:cubicBezTo>
                  <a:cubicBezTo>
                    <a:pt x="9020" y="1833"/>
                    <a:pt x="8994" y="1814"/>
                    <a:pt x="8952" y="1776"/>
                  </a:cubicBezTo>
                  <a:cubicBezTo>
                    <a:pt x="8891" y="1723"/>
                    <a:pt x="8854" y="1698"/>
                    <a:pt x="8833" y="1698"/>
                  </a:cubicBezTo>
                  <a:cubicBezTo>
                    <a:pt x="8808" y="1698"/>
                    <a:pt x="8805" y="1731"/>
                    <a:pt x="8814" y="1792"/>
                  </a:cubicBezTo>
                  <a:cubicBezTo>
                    <a:pt x="8818" y="1864"/>
                    <a:pt x="8808" y="1904"/>
                    <a:pt x="8795" y="1904"/>
                  </a:cubicBezTo>
                  <a:cubicBezTo>
                    <a:pt x="8784" y="1904"/>
                    <a:pt x="8772" y="1878"/>
                    <a:pt x="8765" y="1824"/>
                  </a:cubicBezTo>
                  <a:cubicBezTo>
                    <a:pt x="8747" y="1765"/>
                    <a:pt x="8739" y="1739"/>
                    <a:pt x="8735" y="1739"/>
                  </a:cubicBezTo>
                  <a:cubicBezTo>
                    <a:pt x="8733" y="1739"/>
                    <a:pt x="8733" y="1755"/>
                    <a:pt x="8733" y="1784"/>
                  </a:cubicBezTo>
                  <a:lnTo>
                    <a:pt x="8668" y="1816"/>
                  </a:lnTo>
                  <a:cubicBezTo>
                    <a:pt x="8652" y="1824"/>
                    <a:pt x="8668" y="1881"/>
                    <a:pt x="8700" y="1930"/>
                  </a:cubicBezTo>
                  <a:cubicBezTo>
                    <a:pt x="8660" y="1881"/>
                    <a:pt x="8625" y="1849"/>
                    <a:pt x="8607" y="1849"/>
                  </a:cubicBezTo>
                  <a:cubicBezTo>
                    <a:pt x="8592" y="1849"/>
                    <a:pt x="8588" y="1870"/>
                    <a:pt x="8603" y="1922"/>
                  </a:cubicBezTo>
                  <a:lnTo>
                    <a:pt x="8579" y="1938"/>
                  </a:lnTo>
                  <a:cubicBezTo>
                    <a:pt x="8562" y="1946"/>
                    <a:pt x="8562" y="1946"/>
                    <a:pt x="8579" y="2003"/>
                  </a:cubicBezTo>
                  <a:cubicBezTo>
                    <a:pt x="8584" y="2023"/>
                    <a:pt x="8583" y="2031"/>
                    <a:pt x="8577" y="2031"/>
                  </a:cubicBezTo>
                  <a:cubicBezTo>
                    <a:pt x="8566" y="2031"/>
                    <a:pt x="8540" y="2005"/>
                    <a:pt x="8514" y="1978"/>
                  </a:cubicBezTo>
                  <a:cubicBezTo>
                    <a:pt x="8481" y="1951"/>
                    <a:pt x="8452" y="1924"/>
                    <a:pt x="8446" y="1924"/>
                  </a:cubicBezTo>
                  <a:lnTo>
                    <a:pt x="8446" y="1924"/>
                  </a:lnTo>
                  <a:cubicBezTo>
                    <a:pt x="8444" y="1924"/>
                    <a:pt x="8447" y="1930"/>
                    <a:pt x="8457" y="1946"/>
                  </a:cubicBezTo>
                  <a:cubicBezTo>
                    <a:pt x="8481" y="2003"/>
                    <a:pt x="8498" y="2059"/>
                    <a:pt x="8506" y="2116"/>
                  </a:cubicBezTo>
                  <a:cubicBezTo>
                    <a:pt x="8511" y="2135"/>
                    <a:pt x="8510" y="2144"/>
                    <a:pt x="8505" y="2144"/>
                  </a:cubicBezTo>
                  <a:cubicBezTo>
                    <a:pt x="8496" y="2144"/>
                    <a:pt x="8473" y="2113"/>
                    <a:pt x="8457" y="2076"/>
                  </a:cubicBezTo>
                  <a:cubicBezTo>
                    <a:pt x="8441" y="2035"/>
                    <a:pt x="8408" y="2011"/>
                    <a:pt x="8376" y="1995"/>
                  </a:cubicBezTo>
                  <a:cubicBezTo>
                    <a:pt x="8360" y="2003"/>
                    <a:pt x="8335" y="2019"/>
                    <a:pt x="8368" y="2068"/>
                  </a:cubicBezTo>
                  <a:cubicBezTo>
                    <a:pt x="8386" y="2103"/>
                    <a:pt x="8346" y="2139"/>
                    <a:pt x="8308" y="2139"/>
                  </a:cubicBezTo>
                  <a:cubicBezTo>
                    <a:pt x="8295" y="2139"/>
                    <a:pt x="8281" y="2135"/>
                    <a:pt x="8271" y="2124"/>
                  </a:cubicBezTo>
                  <a:lnTo>
                    <a:pt x="8246" y="2141"/>
                  </a:lnTo>
                  <a:cubicBezTo>
                    <a:pt x="8230" y="2149"/>
                    <a:pt x="8246" y="2205"/>
                    <a:pt x="8238" y="2214"/>
                  </a:cubicBezTo>
                  <a:cubicBezTo>
                    <a:pt x="8238" y="2214"/>
                    <a:pt x="8222" y="2222"/>
                    <a:pt x="8238" y="2278"/>
                  </a:cubicBezTo>
                  <a:cubicBezTo>
                    <a:pt x="8232" y="2281"/>
                    <a:pt x="8227" y="2284"/>
                    <a:pt x="8221" y="2284"/>
                  </a:cubicBezTo>
                  <a:cubicBezTo>
                    <a:pt x="8212" y="2284"/>
                    <a:pt x="8202" y="2276"/>
                    <a:pt x="8181" y="2246"/>
                  </a:cubicBezTo>
                  <a:lnTo>
                    <a:pt x="8181" y="2246"/>
                  </a:lnTo>
                  <a:cubicBezTo>
                    <a:pt x="8207" y="2301"/>
                    <a:pt x="8219" y="2327"/>
                    <a:pt x="8214" y="2327"/>
                  </a:cubicBezTo>
                  <a:cubicBezTo>
                    <a:pt x="8210" y="2327"/>
                    <a:pt x="8192" y="2305"/>
                    <a:pt x="8157" y="2262"/>
                  </a:cubicBezTo>
                  <a:cubicBezTo>
                    <a:pt x="8125" y="2214"/>
                    <a:pt x="8109" y="2190"/>
                    <a:pt x="8107" y="2190"/>
                  </a:cubicBezTo>
                  <a:lnTo>
                    <a:pt x="8107" y="2190"/>
                  </a:lnTo>
                  <a:cubicBezTo>
                    <a:pt x="8104" y="2190"/>
                    <a:pt x="8116" y="2217"/>
                    <a:pt x="8141" y="2270"/>
                  </a:cubicBezTo>
                  <a:cubicBezTo>
                    <a:pt x="8150" y="2301"/>
                    <a:pt x="8154" y="2315"/>
                    <a:pt x="8149" y="2315"/>
                  </a:cubicBezTo>
                  <a:cubicBezTo>
                    <a:pt x="8145" y="2315"/>
                    <a:pt x="8135" y="2305"/>
                    <a:pt x="8117" y="2286"/>
                  </a:cubicBezTo>
                  <a:cubicBezTo>
                    <a:pt x="8102" y="2264"/>
                    <a:pt x="8090" y="2254"/>
                    <a:pt x="8085" y="2254"/>
                  </a:cubicBezTo>
                  <a:cubicBezTo>
                    <a:pt x="8079" y="2254"/>
                    <a:pt x="8083" y="2268"/>
                    <a:pt x="8100" y="2295"/>
                  </a:cubicBezTo>
                  <a:cubicBezTo>
                    <a:pt x="8134" y="2361"/>
                    <a:pt x="8140" y="2416"/>
                    <a:pt x="8121" y="2416"/>
                  </a:cubicBezTo>
                  <a:cubicBezTo>
                    <a:pt x="8112" y="2416"/>
                    <a:pt x="8097" y="2404"/>
                    <a:pt x="8076" y="2376"/>
                  </a:cubicBezTo>
                  <a:lnTo>
                    <a:pt x="8076" y="2376"/>
                  </a:lnTo>
                  <a:cubicBezTo>
                    <a:pt x="8076" y="2376"/>
                    <a:pt x="8068" y="2384"/>
                    <a:pt x="8084" y="2432"/>
                  </a:cubicBezTo>
                  <a:cubicBezTo>
                    <a:pt x="8109" y="2486"/>
                    <a:pt x="8121" y="2513"/>
                    <a:pt x="8118" y="2513"/>
                  </a:cubicBezTo>
                  <a:cubicBezTo>
                    <a:pt x="8116" y="2513"/>
                    <a:pt x="8100" y="2488"/>
                    <a:pt x="8068" y="2441"/>
                  </a:cubicBezTo>
                  <a:cubicBezTo>
                    <a:pt x="8035" y="2404"/>
                    <a:pt x="8013" y="2385"/>
                    <a:pt x="8004" y="2385"/>
                  </a:cubicBezTo>
                  <a:cubicBezTo>
                    <a:pt x="7994" y="2385"/>
                    <a:pt x="8001" y="2412"/>
                    <a:pt x="8027" y="2465"/>
                  </a:cubicBezTo>
                  <a:cubicBezTo>
                    <a:pt x="8027" y="2465"/>
                    <a:pt x="8036" y="2496"/>
                    <a:pt x="8025" y="2496"/>
                  </a:cubicBezTo>
                  <a:cubicBezTo>
                    <a:pt x="8020" y="2496"/>
                    <a:pt x="8014" y="2492"/>
                    <a:pt x="8003" y="2481"/>
                  </a:cubicBezTo>
                  <a:cubicBezTo>
                    <a:pt x="7982" y="2469"/>
                    <a:pt x="7952" y="2461"/>
                    <a:pt x="7928" y="2461"/>
                  </a:cubicBezTo>
                  <a:cubicBezTo>
                    <a:pt x="7887" y="2461"/>
                    <a:pt x="7860" y="2482"/>
                    <a:pt x="7906" y="2538"/>
                  </a:cubicBezTo>
                  <a:lnTo>
                    <a:pt x="7881" y="2554"/>
                  </a:lnTo>
                  <a:cubicBezTo>
                    <a:pt x="7860" y="2542"/>
                    <a:pt x="7844" y="2535"/>
                    <a:pt x="7834" y="2535"/>
                  </a:cubicBezTo>
                  <a:cubicBezTo>
                    <a:pt x="7818" y="2535"/>
                    <a:pt x="7818" y="2552"/>
                    <a:pt x="7833" y="2586"/>
                  </a:cubicBezTo>
                  <a:lnTo>
                    <a:pt x="7849" y="2643"/>
                  </a:lnTo>
                  <a:cubicBezTo>
                    <a:pt x="7819" y="2599"/>
                    <a:pt x="7783" y="2561"/>
                    <a:pt x="7765" y="2561"/>
                  </a:cubicBezTo>
                  <a:cubicBezTo>
                    <a:pt x="7763" y="2561"/>
                    <a:pt x="7761" y="2561"/>
                    <a:pt x="7760" y="2562"/>
                  </a:cubicBezTo>
                  <a:cubicBezTo>
                    <a:pt x="7744" y="2570"/>
                    <a:pt x="7744" y="2570"/>
                    <a:pt x="7776" y="2619"/>
                  </a:cubicBezTo>
                  <a:cubicBezTo>
                    <a:pt x="7817" y="2659"/>
                    <a:pt x="7808" y="2668"/>
                    <a:pt x="7792" y="2676"/>
                  </a:cubicBezTo>
                  <a:cubicBezTo>
                    <a:pt x="7792" y="2676"/>
                    <a:pt x="7791" y="2677"/>
                    <a:pt x="7789" y="2677"/>
                  </a:cubicBezTo>
                  <a:cubicBezTo>
                    <a:pt x="7776" y="2677"/>
                    <a:pt x="7733" y="2639"/>
                    <a:pt x="7703" y="2595"/>
                  </a:cubicBezTo>
                  <a:lnTo>
                    <a:pt x="7695" y="2603"/>
                  </a:lnTo>
                  <a:cubicBezTo>
                    <a:pt x="7730" y="2662"/>
                    <a:pt x="7740" y="2689"/>
                    <a:pt x="7736" y="2689"/>
                  </a:cubicBezTo>
                  <a:cubicBezTo>
                    <a:pt x="7733" y="2689"/>
                    <a:pt x="7724" y="2678"/>
                    <a:pt x="7711" y="2659"/>
                  </a:cubicBezTo>
                  <a:cubicBezTo>
                    <a:pt x="7682" y="2635"/>
                    <a:pt x="7668" y="2628"/>
                    <a:pt x="7657" y="2628"/>
                  </a:cubicBezTo>
                  <a:cubicBezTo>
                    <a:pt x="7650" y="2628"/>
                    <a:pt x="7645" y="2632"/>
                    <a:pt x="7638" y="2635"/>
                  </a:cubicBezTo>
                  <a:lnTo>
                    <a:pt x="7606" y="2586"/>
                  </a:lnTo>
                  <a:cubicBezTo>
                    <a:pt x="7595" y="2576"/>
                    <a:pt x="7590" y="2571"/>
                    <a:pt x="7588" y="2571"/>
                  </a:cubicBezTo>
                  <a:lnTo>
                    <a:pt x="7588" y="2571"/>
                  </a:lnTo>
                  <a:cubicBezTo>
                    <a:pt x="7582" y="2571"/>
                    <a:pt x="7606" y="2607"/>
                    <a:pt x="7630" y="2643"/>
                  </a:cubicBezTo>
                  <a:lnTo>
                    <a:pt x="7598" y="2659"/>
                  </a:lnTo>
                  <a:cubicBezTo>
                    <a:pt x="7590" y="2668"/>
                    <a:pt x="7573" y="2676"/>
                    <a:pt x="7614" y="2716"/>
                  </a:cubicBezTo>
                  <a:cubicBezTo>
                    <a:pt x="7646" y="2765"/>
                    <a:pt x="7679" y="2813"/>
                    <a:pt x="7663" y="2822"/>
                  </a:cubicBezTo>
                  <a:cubicBezTo>
                    <a:pt x="7640" y="2777"/>
                    <a:pt x="7611" y="2732"/>
                    <a:pt x="7593" y="2732"/>
                  </a:cubicBezTo>
                  <a:cubicBezTo>
                    <a:pt x="7592" y="2732"/>
                    <a:pt x="7591" y="2732"/>
                    <a:pt x="7590" y="2732"/>
                  </a:cubicBezTo>
                  <a:cubicBezTo>
                    <a:pt x="7588" y="2733"/>
                    <a:pt x="7587" y="2733"/>
                    <a:pt x="7586" y="2733"/>
                  </a:cubicBezTo>
                  <a:cubicBezTo>
                    <a:pt x="7570" y="2733"/>
                    <a:pt x="7549" y="2692"/>
                    <a:pt x="7549" y="2692"/>
                  </a:cubicBezTo>
                  <a:cubicBezTo>
                    <a:pt x="7532" y="2655"/>
                    <a:pt x="7518" y="2641"/>
                    <a:pt x="7507" y="2641"/>
                  </a:cubicBezTo>
                  <a:cubicBezTo>
                    <a:pt x="7488" y="2641"/>
                    <a:pt x="7482" y="2688"/>
                    <a:pt x="7492" y="2724"/>
                  </a:cubicBezTo>
                  <a:cubicBezTo>
                    <a:pt x="7510" y="2785"/>
                    <a:pt x="7515" y="2816"/>
                    <a:pt x="7507" y="2816"/>
                  </a:cubicBezTo>
                  <a:cubicBezTo>
                    <a:pt x="7499" y="2816"/>
                    <a:pt x="7482" y="2794"/>
                    <a:pt x="7452" y="2749"/>
                  </a:cubicBezTo>
                  <a:cubicBezTo>
                    <a:pt x="7437" y="2724"/>
                    <a:pt x="7428" y="2712"/>
                    <a:pt x="7425" y="2712"/>
                  </a:cubicBezTo>
                  <a:lnTo>
                    <a:pt x="7425" y="2712"/>
                  </a:lnTo>
                  <a:cubicBezTo>
                    <a:pt x="7415" y="2712"/>
                    <a:pt x="7448" y="2805"/>
                    <a:pt x="7508" y="2919"/>
                  </a:cubicBezTo>
                  <a:lnTo>
                    <a:pt x="7581" y="3065"/>
                  </a:lnTo>
                  <a:lnTo>
                    <a:pt x="7492" y="2927"/>
                  </a:lnTo>
                  <a:cubicBezTo>
                    <a:pt x="7416" y="2824"/>
                    <a:pt x="7382" y="2778"/>
                    <a:pt x="7371" y="2778"/>
                  </a:cubicBezTo>
                  <a:cubicBezTo>
                    <a:pt x="7362" y="2778"/>
                    <a:pt x="7368" y="2808"/>
                    <a:pt x="7379" y="2862"/>
                  </a:cubicBezTo>
                  <a:cubicBezTo>
                    <a:pt x="7379" y="2897"/>
                    <a:pt x="7379" y="2913"/>
                    <a:pt x="7375" y="2913"/>
                  </a:cubicBezTo>
                  <a:cubicBezTo>
                    <a:pt x="7372" y="2913"/>
                    <a:pt x="7366" y="2901"/>
                    <a:pt x="7354" y="2878"/>
                  </a:cubicBezTo>
                  <a:cubicBezTo>
                    <a:pt x="7337" y="2853"/>
                    <a:pt x="7325" y="2843"/>
                    <a:pt x="7311" y="2843"/>
                  </a:cubicBezTo>
                  <a:cubicBezTo>
                    <a:pt x="7298" y="2843"/>
                    <a:pt x="7284" y="2851"/>
                    <a:pt x="7265" y="2862"/>
                  </a:cubicBezTo>
                  <a:cubicBezTo>
                    <a:pt x="7225" y="2886"/>
                    <a:pt x="7217" y="2895"/>
                    <a:pt x="7241" y="2943"/>
                  </a:cubicBezTo>
                  <a:lnTo>
                    <a:pt x="7217" y="2959"/>
                  </a:lnTo>
                  <a:cubicBezTo>
                    <a:pt x="7192" y="2929"/>
                    <a:pt x="7176" y="2917"/>
                    <a:pt x="7168" y="2917"/>
                  </a:cubicBezTo>
                  <a:cubicBezTo>
                    <a:pt x="7153" y="2917"/>
                    <a:pt x="7171" y="2965"/>
                    <a:pt x="7225" y="3024"/>
                  </a:cubicBezTo>
                  <a:lnTo>
                    <a:pt x="7192" y="3032"/>
                  </a:lnTo>
                  <a:lnTo>
                    <a:pt x="7168" y="2992"/>
                  </a:lnTo>
                  <a:cubicBezTo>
                    <a:pt x="7155" y="2973"/>
                    <a:pt x="7144" y="2964"/>
                    <a:pt x="7127" y="2964"/>
                  </a:cubicBezTo>
                  <a:cubicBezTo>
                    <a:pt x="7102" y="2964"/>
                    <a:pt x="7066" y="2985"/>
                    <a:pt x="6998" y="3024"/>
                  </a:cubicBezTo>
                  <a:cubicBezTo>
                    <a:pt x="6884" y="3089"/>
                    <a:pt x="6868" y="3097"/>
                    <a:pt x="6933" y="3195"/>
                  </a:cubicBezTo>
                  <a:cubicBezTo>
                    <a:pt x="6954" y="3250"/>
                    <a:pt x="6962" y="3279"/>
                    <a:pt x="6955" y="3279"/>
                  </a:cubicBezTo>
                  <a:cubicBezTo>
                    <a:pt x="6949" y="3279"/>
                    <a:pt x="6931" y="3256"/>
                    <a:pt x="6900" y="3211"/>
                  </a:cubicBezTo>
                  <a:cubicBezTo>
                    <a:pt x="6884" y="3178"/>
                    <a:pt x="6856" y="3148"/>
                    <a:pt x="6850" y="3148"/>
                  </a:cubicBezTo>
                  <a:lnTo>
                    <a:pt x="6850" y="3148"/>
                  </a:lnTo>
                  <a:cubicBezTo>
                    <a:pt x="6847" y="3148"/>
                    <a:pt x="6849" y="3155"/>
                    <a:pt x="6860" y="3170"/>
                  </a:cubicBezTo>
                  <a:cubicBezTo>
                    <a:pt x="6860" y="3170"/>
                    <a:pt x="6855" y="3173"/>
                    <a:pt x="6845" y="3173"/>
                  </a:cubicBezTo>
                  <a:cubicBezTo>
                    <a:pt x="6833" y="3173"/>
                    <a:pt x="6814" y="3168"/>
                    <a:pt x="6787" y="3146"/>
                  </a:cubicBezTo>
                  <a:cubicBezTo>
                    <a:pt x="6753" y="3123"/>
                    <a:pt x="6733" y="3115"/>
                    <a:pt x="6723" y="3115"/>
                  </a:cubicBezTo>
                  <a:cubicBezTo>
                    <a:pt x="6703" y="3115"/>
                    <a:pt x="6717" y="3146"/>
                    <a:pt x="6738" y="3178"/>
                  </a:cubicBezTo>
                  <a:cubicBezTo>
                    <a:pt x="6770" y="3218"/>
                    <a:pt x="6779" y="3232"/>
                    <a:pt x="6775" y="3232"/>
                  </a:cubicBezTo>
                  <a:cubicBezTo>
                    <a:pt x="6770" y="3232"/>
                    <a:pt x="6745" y="3209"/>
                    <a:pt x="6722" y="3186"/>
                  </a:cubicBezTo>
                  <a:cubicBezTo>
                    <a:pt x="6695" y="3159"/>
                    <a:pt x="6664" y="3132"/>
                    <a:pt x="6656" y="3132"/>
                  </a:cubicBezTo>
                  <a:cubicBezTo>
                    <a:pt x="6653" y="3132"/>
                    <a:pt x="6655" y="3138"/>
                    <a:pt x="6665" y="3154"/>
                  </a:cubicBezTo>
                  <a:cubicBezTo>
                    <a:pt x="6676" y="3193"/>
                    <a:pt x="6657" y="3252"/>
                    <a:pt x="6622" y="3252"/>
                  </a:cubicBezTo>
                  <a:cubicBezTo>
                    <a:pt x="6606" y="3252"/>
                    <a:pt x="6588" y="3241"/>
                    <a:pt x="6568" y="3211"/>
                  </a:cubicBezTo>
                  <a:lnTo>
                    <a:pt x="6544" y="3227"/>
                  </a:lnTo>
                  <a:cubicBezTo>
                    <a:pt x="6576" y="3276"/>
                    <a:pt x="6552" y="3292"/>
                    <a:pt x="6519" y="3308"/>
                  </a:cubicBezTo>
                  <a:cubicBezTo>
                    <a:pt x="6509" y="3315"/>
                    <a:pt x="6500" y="3321"/>
                    <a:pt x="6491" y="3321"/>
                  </a:cubicBezTo>
                  <a:cubicBezTo>
                    <a:pt x="6479" y="3321"/>
                    <a:pt x="6468" y="3311"/>
                    <a:pt x="6454" y="3284"/>
                  </a:cubicBezTo>
                  <a:cubicBezTo>
                    <a:pt x="6444" y="3258"/>
                    <a:pt x="6436" y="3246"/>
                    <a:pt x="6431" y="3246"/>
                  </a:cubicBezTo>
                  <a:cubicBezTo>
                    <a:pt x="6424" y="3246"/>
                    <a:pt x="6422" y="3264"/>
                    <a:pt x="6422" y="3300"/>
                  </a:cubicBezTo>
                  <a:cubicBezTo>
                    <a:pt x="6414" y="3308"/>
                    <a:pt x="6463" y="3413"/>
                    <a:pt x="6446" y="3422"/>
                  </a:cubicBezTo>
                  <a:cubicBezTo>
                    <a:pt x="6479" y="3470"/>
                    <a:pt x="6495" y="3527"/>
                    <a:pt x="6479" y="3535"/>
                  </a:cubicBezTo>
                  <a:lnTo>
                    <a:pt x="6446" y="3486"/>
                  </a:lnTo>
                  <a:cubicBezTo>
                    <a:pt x="6422" y="3438"/>
                    <a:pt x="6390" y="3389"/>
                    <a:pt x="6390" y="3389"/>
                  </a:cubicBezTo>
                  <a:cubicBezTo>
                    <a:pt x="6373" y="3397"/>
                    <a:pt x="6365" y="3405"/>
                    <a:pt x="6390" y="3454"/>
                  </a:cubicBezTo>
                  <a:cubicBezTo>
                    <a:pt x="6368" y="3432"/>
                    <a:pt x="6353" y="3424"/>
                    <a:pt x="6340" y="3424"/>
                  </a:cubicBezTo>
                  <a:cubicBezTo>
                    <a:pt x="6329" y="3424"/>
                    <a:pt x="6320" y="3430"/>
                    <a:pt x="6309" y="3438"/>
                  </a:cubicBezTo>
                  <a:cubicBezTo>
                    <a:pt x="6276" y="3446"/>
                    <a:pt x="6260" y="3495"/>
                    <a:pt x="6276" y="3527"/>
                  </a:cubicBezTo>
                  <a:cubicBezTo>
                    <a:pt x="6247" y="3495"/>
                    <a:pt x="6218" y="3480"/>
                    <a:pt x="6196" y="3480"/>
                  </a:cubicBezTo>
                  <a:cubicBezTo>
                    <a:pt x="6157" y="3480"/>
                    <a:pt x="6137" y="3525"/>
                    <a:pt x="6163" y="3592"/>
                  </a:cubicBezTo>
                  <a:cubicBezTo>
                    <a:pt x="6181" y="3619"/>
                    <a:pt x="6186" y="3634"/>
                    <a:pt x="6179" y="3634"/>
                  </a:cubicBezTo>
                  <a:cubicBezTo>
                    <a:pt x="6173" y="3634"/>
                    <a:pt x="6159" y="3626"/>
                    <a:pt x="6138" y="3608"/>
                  </a:cubicBezTo>
                  <a:cubicBezTo>
                    <a:pt x="6120" y="3589"/>
                    <a:pt x="6110" y="3579"/>
                    <a:pt x="6106" y="3579"/>
                  </a:cubicBezTo>
                  <a:lnTo>
                    <a:pt x="6106" y="3579"/>
                  </a:lnTo>
                  <a:cubicBezTo>
                    <a:pt x="6101" y="3579"/>
                    <a:pt x="6105" y="3593"/>
                    <a:pt x="6114" y="3624"/>
                  </a:cubicBezTo>
                  <a:cubicBezTo>
                    <a:pt x="6120" y="3642"/>
                    <a:pt x="6118" y="3649"/>
                    <a:pt x="6112" y="3649"/>
                  </a:cubicBezTo>
                  <a:cubicBezTo>
                    <a:pt x="6100" y="3649"/>
                    <a:pt x="6072" y="3626"/>
                    <a:pt x="6041" y="3600"/>
                  </a:cubicBezTo>
                  <a:cubicBezTo>
                    <a:pt x="6002" y="3553"/>
                    <a:pt x="5980" y="3533"/>
                    <a:pt x="5970" y="3533"/>
                  </a:cubicBezTo>
                  <a:cubicBezTo>
                    <a:pt x="5962" y="3533"/>
                    <a:pt x="5965" y="3549"/>
                    <a:pt x="5976" y="3576"/>
                  </a:cubicBezTo>
                  <a:cubicBezTo>
                    <a:pt x="5976" y="3640"/>
                    <a:pt x="5952" y="3657"/>
                    <a:pt x="5936" y="3665"/>
                  </a:cubicBezTo>
                  <a:cubicBezTo>
                    <a:pt x="5944" y="3722"/>
                    <a:pt x="5927" y="3730"/>
                    <a:pt x="5968" y="3770"/>
                  </a:cubicBezTo>
                  <a:cubicBezTo>
                    <a:pt x="5992" y="3803"/>
                    <a:pt x="6009" y="3843"/>
                    <a:pt x="6017" y="3876"/>
                  </a:cubicBezTo>
                  <a:cubicBezTo>
                    <a:pt x="6020" y="3901"/>
                    <a:pt x="6017" y="3909"/>
                    <a:pt x="6013" y="3909"/>
                  </a:cubicBezTo>
                  <a:cubicBezTo>
                    <a:pt x="6007" y="3909"/>
                    <a:pt x="5999" y="3889"/>
                    <a:pt x="6009" y="3884"/>
                  </a:cubicBezTo>
                  <a:cubicBezTo>
                    <a:pt x="6000" y="3819"/>
                    <a:pt x="5984" y="3827"/>
                    <a:pt x="5944" y="3786"/>
                  </a:cubicBezTo>
                  <a:cubicBezTo>
                    <a:pt x="5923" y="3766"/>
                    <a:pt x="5905" y="3760"/>
                    <a:pt x="5891" y="3760"/>
                  </a:cubicBezTo>
                  <a:cubicBezTo>
                    <a:pt x="5877" y="3760"/>
                    <a:pt x="5867" y="3766"/>
                    <a:pt x="5863" y="3770"/>
                  </a:cubicBezTo>
                  <a:lnTo>
                    <a:pt x="5806" y="3803"/>
                  </a:lnTo>
                  <a:cubicBezTo>
                    <a:pt x="5780" y="3794"/>
                    <a:pt x="5762" y="3789"/>
                    <a:pt x="5751" y="3789"/>
                  </a:cubicBezTo>
                  <a:cubicBezTo>
                    <a:pt x="5732" y="3789"/>
                    <a:pt x="5736" y="3804"/>
                    <a:pt x="5757" y="3835"/>
                  </a:cubicBezTo>
                  <a:lnTo>
                    <a:pt x="5782" y="3884"/>
                  </a:lnTo>
                  <a:cubicBezTo>
                    <a:pt x="5761" y="3858"/>
                    <a:pt x="5734" y="3847"/>
                    <a:pt x="5708" y="3847"/>
                  </a:cubicBezTo>
                  <a:cubicBezTo>
                    <a:pt x="5644" y="3847"/>
                    <a:pt x="5582" y="3914"/>
                    <a:pt x="5611" y="3989"/>
                  </a:cubicBezTo>
                  <a:lnTo>
                    <a:pt x="5611" y="3989"/>
                  </a:lnTo>
                  <a:cubicBezTo>
                    <a:pt x="5603" y="3976"/>
                    <a:pt x="5591" y="3958"/>
                    <a:pt x="5579" y="3940"/>
                  </a:cubicBezTo>
                  <a:cubicBezTo>
                    <a:pt x="5560" y="3913"/>
                    <a:pt x="5550" y="3904"/>
                    <a:pt x="5540" y="3904"/>
                  </a:cubicBezTo>
                  <a:cubicBezTo>
                    <a:pt x="5532" y="3904"/>
                    <a:pt x="5525" y="3909"/>
                    <a:pt x="5514" y="3916"/>
                  </a:cubicBezTo>
                  <a:cubicBezTo>
                    <a:pt x="5498" y="3924"/>
                    <a:pt x="5473" y="4005"/>
                    <a:pt x="5433" y="4030"/>
                  </a:cubicBezTo>
                  <a:cubicBezTo>
                    <a:pt x="5384" y="4062"/>
                    <a:pt x="5344" y="4086"/>
                    <a:pt x="5368" y="4135"/>
                  </a:cubicBezTo>
                  <a:cubicBezTo>
                    <a:pt x="5366" y="4137"/>
                    <a:pt x="5364" y="4139"/>
                    <a:pt x="5362" y="4139"/>
                  </a:cubicBezTo>
                  <a:cubicBezTo>
                    <a:pt x="5357" y="4139"/>
                    <a:pt x="5351" y="4129"/>
                    <a:pt x="5327" y="4094"/>
                  </a:cubicBezTo>
                  <a:cubicBezTo>
                    <a:pt x="5317" y="4058"/>
                    <a:pt x="5307" y="4048"/>
                    <a:pt x="5298" y="4048"/>
                  </a:cubicBezTo>
                  <a:cubicBezTo>
                    <a:pt x="5294" y="4048"/>
                    <a:pt x="5290" y="4051"/>
                    <a:pt x="5287" y="4054"/>
                  </a:cubicBezTo>
                  <a:cubicBezTo>
                    <a:pt x="5271" y="4062"/>
                    <a:pt x="5303" y="4111"/>
                    <a:pt x="5336" y="4159"/>
                  </a:cubicBezTo>
                  <a:cubicBezTo>
                    <a:pt x="5350" y="4189"/>
                    <a:pt x="5353" y="4203"/>
                    <a:pt x="5341" y="4203"/>
                  </a:cubicBezTo>
                  <a:cubicBezTo>
                    <a:pt x="5333" y="4203"/>
                    <a:pt x="5318" y="4197"/>
                    <a:pt x="5295" y="4184"/>
                  </a:cubicBezTo>
                  <a:cubicBezTo>
                    <a:pt x="5282" y="4172"/>
                    <a:pt x="5266" y="4167"/>
                    <a:pt x="5251" y="4167"/>
                  </a:cubicBezTo>
                  <a:cubicBezTo>
                    <a:pt x="5212" y="4167"/>
                    <a:pt x="5176" y="4202"/>
                    <a:pt x="5182" y="4249"/>
                  </a:cubicBezTo>
                  <a:cubicBezTo>
                    <a:pt x="5178" y="4252"/>
                    <a:pt x="5174" y="4255"/>
                    <a:pt x="5168" y="4255"/>
                  </a:cubicBezTo>
                  <a:cubicBezTo>
                    <a:pt x="5159" y="4255"/>
                    <a:pt x="5145" y="4246"/>
                    <a:pt x="5125" y="4216"/>
                  </a:cubicBezTo>
                  <a:cubicBezTo>
                    <a:pt x="5105" y="4196"/>
                    <a:pt x="5081" y="4179"/>
                    <a:pt x="5066" y="4179"/>
                  </a:cubicBezTo>
                  <a:cubicBezTo>
                    <a:pt x="5050" y="4179"/>
                    <a:pt x="5043" y="4198"/>
                    <a:pt x="5060" y="4257"/>
                  </a:cubicBezTo>
                  <a:cubicBezTo>
                    <a:pt x="5058" y="4259"/>
                    <a:pt x="5056" y="4261"/>
                    <a:pt x="5054" y="4261"/>
                  </a:cubicBezTo>
                  <a:cubicBezTo>
                    <a:pt x="5049" y="4261"/>
                    <a:pt x="5042" y="4251"/>
                    <a:pt x="5019" y="4216"/>
                  </a:cubicBezTo>
                  <a:cubicBezTo>
                    <a:pt x="4993" y="4194"/>
                    <a:pt x="4973" y="4169"/>
                    <a:pt x="4969" y="4169"/>
                  </a:cubicBezTo>
                  <a:lnTo>
                    <a:pt x="4969" y="4169"/>
                  </a:lnTo>
                  <a:cubicBezTo>
                    <a:pt x="4966" y="4169"/>
                    <a:pt x="4973" y="4185"/>
                    <a:pt x="4995" y="4232"/>
                  </a:cubicBezTo>
                  <a:cubicBezTo>
                    <a:pt x="4995" y="4278"/>
                    <a:pt x="4975" y="4303"/>
                    <a:pt x="4944" y="4303"/>
                  </a:cubicBezTo>
                  <a:cubicBezTo>
                    <a:pt x="4930" y="4303"/>
                    <a:pt x="4915" y="4299"/>
                    <a:pt x="4898" y="4289"/>
                  </a:cubicBezTo>
                  <a:lnTo>
                    <a:pt x="4898" y="4289"/>
                  </a:lnTo>
                  <a:cubicBezTo>
                    <a:pt x="4882" y="4297"/>
                    <a:pt x="4873" y="4305"/>
                    <a:pt x="4906" y="4346"/>
                  </a:cubicBezTo>
                  <a:cubicBezTo>
                    <a:pt x="4923" y="4380"/>
                    <a:pt x="4944" y="4415"/>
                    <a:pt x="4944" y="4415"/>
                  </a:cubicBezTo>
                  <a:cubicBezTo>
                    <a:pt x="4944" y="4415"/>
                    <a:pt x="4940" y="4409"/>
                    <a:pt x="4930" y="4394"/>
                  </a:cubicBezTo>
                  <a:cubicBezTo>
                    <a:pt x="4895" y="4356"/>
                    <a:pt x="4877" y="4336"/>
                    <a:pt x="4873" y="4336"/>
                  </a:cubicBezTo>
                  <a:lnTo>
                    <a:pt x="4873" y="4336"/>
                  </a:lnTo>
                  <a:cubicBezTo>
                    <a:pt x="4868" y="4336"/>
                    <a:pt x="4880" y="4360"/>
                    <a:pt x="4906" y="4411"/>
                  </a:cubicBezTo>
                  <a:cubicBezTo>
                    <a:pt x="4923" y="4437"/>
                    <a:pt x="4927" y="4451"/>
                    <a:pt x="4921" y="4451"/>
                  </a:cubicBezTo>
                  <a:cubicBezTo>
                    <a:pt x="4916" y="4451"/>
                    <a:pt x="4905" y="4441"/>
                    <a:pt x="4890" y="4419"/>
                  </a:cubicBezTo>
                  <a:cubicBezTo>
                    <a:pt x="4861" y="4390"/>
                    <a:pt x="4844" y="4386"/>
                    <a:pt x="4837" y="4386"/>
                  </a:cubicBezTo>
                  <a:cubicBezTo>
                    <a:pt x="4834" y="4386"/>
                    <a:pt x="4833" y="4386"/>
                    <a:pt x="4833" y="4386"/>
                  </a:cubicBezTo>
                  <a:cubicBezTo>
                    <a:pt x="4825" y="4394"/>
                    <a:pt x="4784" y="4484"/>
                    <a:pt x="4719" y="4524"/>
                  </a:cubicBezTo>
                  <a:cubicBezTo>
                    <a:pt x="4614" y="4589"/>
                    <a:pt x="4573" y="4613"/>
                    <a:pt x="4606" y="4662"/>
                  </a:cubicBezTo>
                  <a:cubicBezTo>
                    <a:pt x="4615" y="4693"/>
                    <a:pt x="4619" y="4707"/>
                    <a:pt x="4613" y="4707"/>
                  </a:cubicBezTo>
                  <a:cubicBezTo>
                    <a:pt x="4608" y="4707"/>
                    <a:pt x="4596" y="4697"/>
                    <a:pt x="4573" y="4678"/>
                  </a:cubicBezTo>
                  <a:cubicBezTo>
                    <a:pt x="4549" y="4654"/>
                    <a:pt x="4534" y="4647"/>
                    <a:pt x="4524" y="4647"/>
                  </a:cubicBezTo>
                  <a:cubicBezTo>
                    <a:pt x="4517" y="4647"/>
                    <a:pt x="4512" y="4651"/>
                    <a:pt x="4509" y="4654"/>
                  </a:cubicBezTo>
                  <a:cubicBezTo>
                    <a:pt x="4502" y="4657"/>
                    <a:pt x="4496" y="4660"/>
                    <a:pt x="4490" y="4660"/>
                  </a:cubicBezTo>
                  <a:cubicBezTo>
                    <a:pt x="4479" y="4660"/>
                    <a:pt x="4467" y="4652"/>
                    <a:pt x="4452" y="4621"/>
                  </a:cubicBezTo>
                  <a:lnTo>
                    <a:pt x="4452" y="4621"/>
                  </a:lnTo>
                  <a:cubicBezTo>
                    <a:pt x="4468" y="4678"/>
                    <a:pt x="4468" y="4678"/>
                    <a:pt x="4452" y="4686"/>
                  </a:cubicBezTo>
                  <a:cubicBezTo>
                    <a:pt x="4437" y="4665"/>
                    <a:pt x="4428" y="4654"/>
                    <a:pt x="4423" y="4654"/>
                  </a:cubicBezTo>
                  <a:cubicBezTo>
                    <a:pt x="4417" y="4654"/>
                    <a:pt x="4418" y="4671"/>
                    <a:pt x="4428" y="4703"/>
                  </a:cubicBezTo>
                  <a:cubicBezTo>
                    <a:pt x="4452" y="4756"/>
                    <a:pt x="4464" y="4783"/>
                    <a:pt x="4462" y="4783"/>
                  </a:cubicBezTo>
                  <a:cubicBezTo>
                    <a:pt x="4459" y="4783"/>
                    <a:pt x="4443" y="4758"/>
                    <a:pt x="4411" y="4711"/>
                  </a:cubicBezTo>
                  <a:cubicBezTo>
                    <a:pt x="4396" y="4679"/>
                    <a:pt x="4359" y="4658"/>
                    <a:pt x="4347" y="4658"/>
                  </a:cubicBezTo>
                  <a:cubicBezTo>
                    <a:pt x="4340" y="4658"/>
                    <a:pt x="4340" y="4664"/>
                    <a:pt x="4355" y="4678"/>
                  </a:cubicBezTo>
                  <a:cubicBezTo>
                    <a:pt x="4387" y="4727"/>
                    <a:pt x="4363" y="4743"/>
                    <a:pt x="4379" y="4800"/>
                  </a:cubicBezTo>
                  <a:cubicBezTo>
                    <a:pt x="4373" y="4803"/>
                    <a:pt x="4368" y="4806"/>
                    <a:pt x="4362" y="4806"/>
                  </a:cubicBezTo>
                  <a:cubicBezTo>
                    <a:pt x="4353" y="4806"/>
                    <a:pt x="4342" y="4798"/>
                    <a:pt x="4322" y="4767"/>
                  </a:cubicBezTo>
                  <a:cubicBezTo>
                    <a:pt x="4314" y="4760"/>
                    <a:pt x="4306" y="4757"/>
                    <a:pt x="4298" y="4757"/>
                  </a:cubicBezTo>
                  <a:cubicBezTo>
                    <a:pt x="4264" y="4757"/>
                    <a:pt x="4244" y="4826"/>
                    <a:pt x="4257" y="4873"/>
                  </a:cubicBezTo>
                  <a:cubicBezTo>
                    <a:pt x="4275" y="4899"/>
                    <a:pt x="4278" y="4914"/>
                    <a:pt x="4272" y="4914"/>
                  </a:cubicBezTo>
                  <a:cubicBezTo>
                    <a:pt x="4267" y="4914"/>
                    <a:pt x="4256" y="4903"/>
                    <a:pt x="4241" y="4881"/>
                  </a:cubicBezTo>
                  <a:cubicBezTo>
                    <a:pt x="4226" y="4851"/>
                    <a:pt x="4214" y="4842"/>
                    <a:pt x="4203" y="4842"/>
                  </a:cubicBezTo>
                  <a:cubicBezTo>
                    <a:pt x="4197" y="4842"/>
                    <a:pt x="4190" y="4845"/>
                    <a:pt x="4184" y="4849"/>
                  </a:cubicBezTo>
                  <a:cubicBezTo>
                    <a:pt x="4189" y="4867"/>
                    <a:pt x="4191" y="4874"/>
                    <a:pt x="4188" y="4874"/>
                  </a:cubicBezTo>
                  <a:cubicBezTo>
                    <a:pt x="4184" y="4874"/>
                    <a:pt x="4166" y="4841"/>
                    <a:pt x="4144" y="4808"/>
                  </a:cubicBezTo>
                  <a:cubicBezTo>
                    <a:pt x="4134" y="4775"/>
                    <a:pt x="4125" y="4764"/>
                    <a:pt x="4113" y="4764"/>
                  </a:cubicBezTo>
                  <a:cubicBezTo>
                    <a:pt x="4106" y="4764"/>
                    <a:pt x="4097" y="4769"/>
                    <a:pt x="4087" y="4776"/>
                  </a:cubicBezTo>
                  <a:cubicBezTo>
                    <a:pt x="4103" y="4832"/>
                    <a:pt x="4046" y="4865"/>
                    <a:pt x="4014" y="4889"/>
                  </a:cubicBezTo>
                  <a:cubicBezTo>
                    <a:pt x="3941" y="4930"/>
                    <a:pt x="3957" y="4978"/>
                    <a:pt x="3998" y="5092"/>
                  </a:cubicBezTo>
                  <a:lnTo>
                    <a:pt x="4046" y="5197"/>
                  </a:lnTo>
                  <a:lnTo>
                    <a:pt x="3982" y="5100"/>
                  </a:lnTo>
                  <a:cubicBezTo>
                    <a:pt x="3949" y="5051"/>
                    <a:pt x="3876" y="4970"/>
                    <a:pt x="3876" y="4970"/>
                  </a:cubicBezTo>
                  <a:lnTo>
                    <a:pt x="3876" y="4970"/>
                  </a:lnTo>
                  <a:cubicBezTo>
                    <a:pt x="3860" y="4978"/>
                    <a:pt x="3892" y="5019"/>
                    <a:pt x="3925" y="5067"/>
                  </a:cubicBezTo>
                  <a:cubicBezTo>
                    <a:pt x="3944" y="5097"/>
                    <a:pt x="3946" y="5111"/>
                    <a:pt x="3932" y="5111"/>
                  </a:cubicBezTo>
                  <a:cubicBezTo>
                    <a:pt x="3923" y="5111"/>
                    <a:pt x="3907" y="5105"/>
                    <a:pt x="3884" y="5092"/>
                  </a:cubicBezTo>
                  <a:cubicBezTo>
                    <a:pt x="3862" y="5079"/>
                    <a:pt x="3847" y="5073"/>
                    <a:pt x="3837" y="5073"/>
                  </a:cubicBezTo>
                  <a:cubicBezTo>
                    <a:pt x="3821" y="5073"/>
                    <a:pt x="3821" y="5089"/>
                    <a:pt x="3836" y="5124"/>
                  </a:cubicBezTo>
                  <a:cubicBezTo>
                    <a:pt x="3829" y="5127"/>
                    <a:pt x="3822" y="5131"/>
                    <a:pt x="3814" y="5131"/>
                  </a:cubicBezTo>
                  <a:cubicBezTo>
                    <a:pt x="3802" y="5131"/>
                    <a:pt x="3787" y="5124"/>
                    <a:pt x="3763" y="5100"/>
                  </a:cubicBezTo>
                  <a:lnTo>
                    <a:pt x="3763" y="5100"/>
                  </a:lnTo>
                  <a:cubicBezTo>
                    <a:pt x="3746" y="5108"/>
                    <a:pt x="3746" y="5108"/>
                    <a:pt x="3779" y="5157"/>
                  </a:cubicBezTo>
                  <a:cubicBezTo>
                    <a:pt x="3797" y="5184"/>
                    <a:pt x="3800" y="5199"/>
                    <a:pt x="3792" y="5199"/>
                  </a:cubicBezTo>
                  <a:cubicBezTo>
                    <a:pt x="3785" y="5199"/>
                    <a:pt x="3772" y="5190"/>
                    <a:pt x="3755" y="5173"/>
                  </a:cubicBezTo>
                  <a:cubicBezTo>
                    <a:pt x="3719" y="5130"/>
                    <a:pt x="3691" y="5113"/>
                    <a:pt x="3675" y="5113"/>
                  </a:cubicBezTo>
                  <a:cubicBezTo>
                    <a:pt x="3658" y="5113"/>
                    <a:pt x="3653" y="5132"/>
                    <a:pt x="3665" y="5157"/>
                  </a:cubicBezTo>
                  <a:cubicBezTo>
                    <a:pt x="3698" y="5205"/>
                    <a:pt x="3682" y="5213"/>
                    <a:pt x="3673" y="5221"/>
                  </a:cubicBezTo>
                  <a:cubicBezTo>
                    <a:pt x="3657" y="5230"/>
                    <a:pt x="3649" y="5238"/>
                    <a:pt x="3665" y="5294"/>
                  </a:cubicBezTo>
                  <a:lnTo>
                    <a:pt x="3633" y="5311"/>
                  </a:lnTo>
                  <a:cubicBezTo>
                    <a:pt x="3632" y="5311"/>
                    <a:pt x="3632" y="5311"/>
                    <a:pt x="3631" y="5311"/>
                  </a:cubicBezTo>
                  <a:cubicBezTo>
                    <a:pt x="3623" y="5311"/>
                    <a:pt x="3609" y="5261"/>
                    <a:pt x="3617" y="5254"/>
                  </a:cubicBezTo>
                  <a:lnTo>
                    <a:pt x="3576" y="5213"/>
                  </a:lnTo>
                  <a:cubicBezTo>
                    <a:pt x="3552" y="5230"/>
                    <a:pt x="3536" y="5238"/>
                    <a:pt x="3552" y="5294"/>
                  </a:cubicBezTo>
                  <a:cubicBezTo>
                    <a:pt x="3577" y="5348"/>
                    <a:pt x="3589" y="5375"/>
                    <a:pt x="3586" y="5375"/>
                  </a:cubicBezTo>
                  <a:cubicBezTo>
                    <a:pt x="3584" y="5375"/>
                    <a:pt x="3567" y="5350"/>
                    <a:pt x="3536" y="5303"/>
                  </a:cubicBezTo>
                  <a:cubicBezTo>
                    <a:pt x="3520" y="5271"/>
                    <a:pt x="3494" y="5242"/>
                    <a:pt x="3482" y="5242"/>
                  </a:cubicBezTo>
                  <a:cubicBezTo>
                    <a:pt x="3475" y="5242"/>
                    <a:pt x="3473" y="5250"/>
                    <a:pt x="3479" y="5270"/>
                  </a:cubicBezTo>
                  <a:cubicBezTo>
                    <a:pt x="3501" y="5319"/>
                    <a:pt x="3505" y="5336"/>
                    <a:pt x="3499" y="5336"/>
                  </a:cubicBezTo>
                  <a:cubicBezTo>
                    <a:pt x="3492" y="5336"/>
                    <a:pt x="3472" y="5313"/>
                    <a:pt x="3455" y="5286"/>
                  </a:cubicBezTo>
                  <a:cubicBezTo>
                    <a:pt x="3432" y="5236"/>
                    <a:pt x="3419" y="5210"/>
                    <a:pt x="3414" y="5210"/>
                  </a:cubicBezTo>
                  <a:lnTo>
                    <a:pt x="3414" y="5210"/>
                  </a:lnTo>
                  <a:cubicBezTo>
                    <a:pt x="3408" y="5210"/>
                    <a:pt x="3410" y="5242"/>
                    <a:pt x="3414" y="5311"/>
                  </a:cubicBezTo>
                  <a:cubicBezTo>
                    <a:pt x="3390" y="5327"/>
                    <a:pt x="3365" y="5408"/>
                    <a:pt x="3325" y="5432"/>
                  </a:cubicBezTo>
                  <a:cubicBezTo>
                    <a:pt x="3297" y="5451"/>
                    <a:pt x="3274" y="5464"/>
                    <a:pt x="3252" y="5464"/>
                  </a:cubicBezTo>
                  <a:cubicBezTo>
                    <a:pt x="3236" y="5464"/>
                    <a:pt x="3220" y="5457"/>
                    <a:pt x="3203" y="5440"/>
                  </a:cubicBezTo>
                  <a:cubicBezTo>
                    <a:pt x="3196" y="5430"/>
                    <a:pt x="3190" y="5421"/>
                    <a:pt x="3185" y="5413"/>
                  </a:cubicBezTo>
                  <a:lnTo>
                    <a:pt x="3185" y="5413"/>
                  </a:lnTo>
                  <a:cubicBezTo>
                    <a:pt x="3233" y="5490"/>
                    <a:pt x="3216" y="5499"/>
                    <a:pt x="3179" y="5521"/>
                  </a:cubicBezTo>
                  <a:cubicBezTo>
                    <a:pt x="3168" y="5518"/>
                    <a:pt x="3159" y="5516"/>
                    <a:pt x="3151" y="5516"/>
                  </a:cubicBezTo>
                  <a:cubicBezTo>
                    <a:pt x="3109" y="5516"/>
                    <a:pt x="3116" y="5569"/>
                    <a:pt x="3130" y="5611"/>
                  </a:cubicBezTo>
                  <a:lnTo>
                    <a:pt x="3155" y="5594"/>
                  </a:lnTo>
                  <a:cubicBezTo>
                    <a:pt x="3198" y="5659"/>
                    <a:pt x="3205" y="5685"/>
                    <a:pt x="3188" y="5685"/>
                  </a:cubicBezTo>
                  <a:cubicBezTo>
                    <a:pt x="3180" y="5685"/>
                    <a:pt x="3165" y="5678"/>
                    <a:pt x="3146" y="5667"/>
                  </a:cubicBezTo>
                  <a:cubicBezTo>
                    <a:pt x="3145" y="5668"/>
                    <a:pt x="3144" y="5668"/>
                    <a:pt x="3143" y="5668"/>
                  </a:cubicBezTo>
                  <a:cubicBezTo>
                    <a:pt x="3127" y="5668"/>
                    <a:pt x="3104" y="5624"/>
                    <a:pt x="3074" y="5586"/>
                  </a:cubicBezTo>
                  <a:cubicBezTo>
                    <a:pt x="3044" y="5542"/>
                    <a:pt x="3007" y="5504"/>
                    <a:pt x="2989" y="5504"/>
                  </a:cubicBezTo>
                  <a:cubicBezTo>
                    <a:pt x="2987" y="5504"/>
                    <a:pt x="2986" y="5505"/>
                    <a:pt x="2984" y="5505"/>
                  </a:cubicBezTo>
                  <a:cubicBezTo>
                    <a:pt x="2976" y="5513"/>
                    <a:pt x="2960" y="5521"/>
                    <a:pt x="3001" y="5562"/>
                  </a:cubicBezTo>
                  <a:cubicBezTo>
                    <a:pt x="3033" y="5611"/>
                    <a:pt x="3033" y="5611"/>
                    <a:pt x="3017" y="5611"/>
                  </a:cubicBezTo>
                  <a:cubicBezTo>
                    <a:pt x="3009" y="5619"/>
                    <a:pt x="2992" y="5627"/>
                    <a:pt x="3009" y="5684"/>
                  </a:cubicBezTo>
                  <a:cubicBezTo>
                    <a:pt x="3041" y="5732"/>
                    <a:pt x="3025" y="5740"/>
                    <a:pt x="3017" y="5748"/>
                  </a:cubicBezTo>
                  <a:cubicBezTo>
                    <a:pt x="2990" y="5726"/>
                    <a:pt x="2970" y="5721"/>
                    <a:pt x="2958" y="5721"/>
                  </a:cubicBezTo>
                  <a:cubicBezTo>
                    <a:pt x="2949" y="5721"/>
                    <a:pt x="2944" y="5724"/>
                    <a:pt x="2944" y="5724"/>
                  </a:cubicBezTo>
                  <a:lnTo>
                    <a:pt x="2944" y="5724"/>
                  </a:lnTo>
                  <a:cubicBezTo>
                    <a:pt x="2935" y="5711"/>
                    <a:pt x="2923" y="5693"/>
                    <a:pt x="2911" y="5676"/>
                  </a:cubicBezTo>
                  <a:cubicBezTo>
                    <a:pt x="2895" y="5643"/>
                    <a:pt x="2871" y="5619"/>
                    <a:pt x="2838" y="5594"/>
                  </a:cubicBezTo>
                  <a:lnTo>
                    <a:pt x="2838" y="5594"/>
                  </a:lnTo>
                  <a:cubicBezTo>
                    <a:pt x="2822" y="5603"/>
                    <a:pt x="2855" y="5643"/>
                    <a:pt x="2855" y="5643"/>
                  </a:cubicBezTo>
                  <a:cubicBezTo>
                    <a:pt x="2887" y="5692"/>
                    <a:pt x="2571" y="5886"/>
                    <a:pt x="2530" y="5911"/>
                  </a:cubicBezTo>
                  <a:cubicBezTo>
                    <a:pt x="2512" y="5900"/>
                    <a:pt x="2495" y="5896"/>
                    <a:pt x="2483" y="5896"/>
                  </a:cubicBezTo>
                  <a:cubicBezTo>
                    <a:pt x="2456" y="5896"/>
                    <a:pt x="2446" y="5916"/>
                    <a:pt x="2474" y="5943"/>
                  </a:cubicBezTo>
                  <a:cubicBezTo>
                    <a:pt x="2506" y="5992"/>
                    <a:pt x="2441" y="6032"/>
                    <a:pt x="2360" y="6081"/>
                  </a:cubicBezTo>
                  <a:cubicBezTo>
                    <a:pt x="2263" y="6138"/>
                    <a:pt x="2198" y="6178"/>
                    <a:pt x="2230" y="6227"/>
                  </a:cubicBezTo>
                  <a:lnTo>
                    <a:pt x="2190" y="6243"/>
                  </a:lnTo>
                  <a:cubicBezTo>
                    <a:pt x="2165" y="6259"/>
                    <a:pt x="2165" y="6324"/>
                    <a:pt x="2149" y="6332"/>
                  </a:cubicBezTo>
                  <a:cubicBezTo>
                    <a:pt x="2162" y="6363"/>
                    <a:pt x="2164" y="6379"/>
                    <a:pt x="2160" y="6379"/>
                  </a:cubicBezTo>
                  <a:cubicBezTo>
                    <a:pt x="2156" y="6379"/>
                    <a:pt x="2149" y="6367"/>
                    <a:pt x="2141" y="6340"/>
                  </a:cubicBezTo>
                  <a:cubicBezTo>
                    <a:pt x="2109" y="6292"/>
                    <a:pt x="2076" y="6251"/>
                    <a:pt x="2068" y="6251"/>
                  </a:cubicBezTo>
                  <a:lnTo>
                    <a:pt x="2068" y="6251"/>
                  </a:lnTo>
                  <a:cubicBezTo>
                    <a:pt x="2036" y="6267"/>
                    <a:pt x="2068" y="6316"/>
                    <a:pt x="2101" y="6365"/>
                  </a:cubicBezTo>
                  <a:cubicBezTo>
                    <a:pt x="2133" y="6413"/>
                    <a:pt x="2117" y="6421"/>
                    <a:pt x="2117" y="6421"/>
                  </a:cubicBezTo>
                  <a:cubicBezTo>
                    <a:pt x="2112" y="6424"/>
                    <a:pt x="2109" y="6425"/>
                    <a:pt x="2106" y="6425"/>
                  </a:cubicBezTo>
                  <a:cubicBezTo>
                    <a:pt x="2099" y="6425"/>
                    <a:pt x="2094" y="6415"/>
                    <a:pt x="2076" y="6381"/>
                  </a:cubicBezTo>
                  <a:cubicBezTo>
                    <a:pt x="2044" y="6332"/>
                    <a:pt x="2011" y="6284"/>
                    <a:pt x="2011" y="6284"/>
                  </a:cubicBezTo>
                  <a:lnTo>
                    <a:pt x="2003" y="6292"/>
                  </a:lnTo>
                  <a:cubicBezTo>
                    <a:pt x="2028" y="6340"/>
                    <a:pt x="2020" y="6348"/>
                    <a:pt x="2020" y="6348"/>
                  </a:cubicBezTo>
                  <a:cubicBezTo>
                    <a:pt x="2016" y="6350"/>
                    <a:pt x="2013" y="6352"/>
                    <a:pt x="2010" y="6352"/>
                  </a:cubicBezTo>
                  <a:cubicBezTo>
                    <a:pt x="2000" y="6352"/>
                    <a:pt x="1989" y="6335"/>
                    <a:pt x="1938" y="6259"/>
                  </a:cubicBezTo>
                  <a:cubicBezTo>
                    <a:pt x="1912" y="6218"/>
                    <a:pt x="1894" y="6197"/>
                    <a:pt x="1888" y="6197"/>
                  </a:cubicBezTo>
                  <a:lnTo>
                    <a:pt x="1888" y="6197"/>
                  </a:lnTo>
                  <a:cubicBezTo>
                    <a:pt x="1881" y="6197"/>
                    <a:pt x="1888" y="6224"/>
                    <a:pt x="1914" y="6275"/>
                  </a:cubicBezTo>
                  <a:lnTo>
                    <a:pt x="1922" y="6340"/>
                  </a:lnTo>
                  <a:cubicBezTo>
                    <a:pt x="1901" y="6319"/>
                    <a:pt x="1888" y="6311"/>
                    <a:pt x="1881" y="6311"/>
                  </a:cubicBezTo>
                  <a:cubicBezTo>
                    <a:pt x="1861" y="6311"/>
                    <a:pt x="1886" y="6379"/>
                    <a:pt x="1898" y="6421"/>
                  </a:cubicBezTo>
                  <a:cubicBezTo>
                    <a:pt x="1864" y="6381"/>
                    <a:pt x="1843" y="6360"/>
                    <a:pt x="1834" y="6360"/>
                  </a:cubicBezTo>
                  <a:cubicBezTo>
                    <a:pt x="1824" y="6360"/>
                    <a:pt x="1831" y="6389"/>
                    <a:pt x="1857" y="6446"/>
                  </a:cubicBezTo>
                  <a:cubicBezTo>
                    <a:pt x="1876" y="6473"/>
                    <a:pt x="1878" y="6488"/>
                    <a:pt x="1870" y="6488"/>
                  </a:cubicBezTo>
                  <a:cubicBezTo>
                    <a:pt x="1864" y="6488"/>
                    <a:pt x="1851" y="6479"/>
                    <a:pt x="1833" y="6462"/>
                  </a:cubicBezTo>
                  <a:cubicBezTo>
                    <a:pt x="1807" y="6440"/>
                    <a:pt x="1792" y="6432"/>
                    <a:pt x="1780" y="6432"/>
                  </a:cubicBezTo>
                  <a:cubicBezTo>
                    <a:pt x="1769" y="6432"/>
                    <a:pt x="1759" y="6438"/>
                    <a:pt x="1744" y="6446"/>
                  </a:cubicBezTo>
                  <a:cubicBezTo>
                    <a:pt x="1760" y="6502"/>
                    <a:pt x="1671" y="6559"/>
                    <a:pt x="1565" y="6624"/>
                  </a:cubicBezTo>
                  <a:cubicBezTo>
                    <a:pt x="1444" y="6697"/>
                    <a:pt x="1363" y="6746"/>
                    <a:pt x="1395" y="6794"/>
                  </a:cubicBezTo>
                  <a:cubicBezTo>
                    <a:pt x="1390" y="6797"/>
                    <a:pt x="1387" y="6799"/>
                    <a:pt x="1383" y="6799"/>
                  </a:cubicBezTo>
                  <a:cubicBezTo>
                    <a:pt x="1375" y="6799"/>
                    <a:pt x="1366" y="6790"/>
                    <a:pt x="1338" y="6762"/>
                  </a:cubicBezTo>
                  <a:cubicBezTo>
                    <a:pt x="1326" y="6744"/>
                    <a:pt x="1316" y="6733"/>
                    <a:pt x="1311" y="6733"/>
                  </a:cubicBezTo>
                  <a:cubicBezTo>
                    <a:pt x="1303" y="6733"/>
                    <a:pt x="1308" y="6761"/>
                    <a:pt x="1338" y="6827"/>
                  </a:cubicBezTo>
                  <a:cubicBezTo>
                    <a:pt x="1348" y="6856"/>
                    <a:pt x="1363" y="6885"/>
                    <a:pt x="1362" y="6885"/>
                  </a:cubicBezTo>
                  <a:cubicBezTo>
                    <a:pt x="1362" y="6885"/>
                    <a:pt x="1353" y="6871"/>
                    <a:pt x="1330" y="6835"/>
                  </a:cubicBezTo>
                  <a:cubicBezTo>
                    <a:pt x="1316" y="6813"/>
                    <a:pt x="1303" y="6804"/>
                    <a:pt x="1288" y="6804"/>
                  </a:cubicBezTo>
                  <a:cubicBezTo>
                    <a:pt x="1269" y="6804"/>
                    <a:pt x="1248" y="6817"/>
                    <a:pt x="1217" y="6835"/>
                  </a:cubicBezTo>
                  <a:cubicBezTo>
                    <a:pt x="1176" y="6851"/>
                    <a:pt x="1128" y="6884"/>
                    <a:pt x="1152" y="6932"/>
                  </a:cubicBezTo>
                  <a:cubicBezTo>
                    <a:pt x="1156" y="6966"/>
                    <a:pt x="1158" y="6982"/>
                    <a:pt x="1157" y="6982"/>
                  </a:cubicBezTo>
                  <a:cubicBezTo>
                    <a:pt x="1156" y="6982"/>
                    <a:pt x="1152" y="6968"/>
                    <a:pt x="1144" y="6940"/>
                  </a:cubicBezTo>
                  <a:cubicBezTo>
                    <a:pt x="1120" y="6892"/>
                    <a:pt x="1083" y="6865"/>
                    <a:pt x="1055" y="6865"/>
                  </a:cubicBezTo>
                  <a:cubicBezTo>
                    <a:pt x="1026" y="6865"/>
                    <a:pt x="1006" y="6892"/>
                    <a:pt x="1014" y="6948"/>
                  </a:cubicBezTo>
                  <a:cubicBezTo>
                    <a:pt x="1011" y="6951"/>
                    <a:pt x="1007" y="6955"/>
                    <a:pt x="1001" y="6955"/>
                  </a:cubicBezTo>
                  <a:cubicBezTo>
                    <a:pt x="991" y="6955"/>
                    <a:pt x="978" y="6946"/>
                    <a:pt x="957" y="6916"/>
                  </a:cubicBezTo>
                  <a:cubicBezTo>
                    <a:pt x="949" y="6924"/>
                    <a:pt x="933" y="6932"/>
                    <a:pt x="925" y="7005"/>
                  </a:cubicBezTo>
                  <a:lnTo>
                    <a:pt x="836" y="7062"/>
                  </a:lnTo>
                  <a:cubicBezTo>
                    <a:pt x="803" y="7078"/>
                    <a:pt x="811" y="7143"/>
                    <a:pt x="811" y="7143"/>
                  </a:cubicBezTo>
                  <a:lnTo>
                    <a:pt x="795" y="7151"/>
                  </a:lnTo>
                  <a:cubicBezTo>
                    <a:pt x="785" y="7136"/>
                    <a:pt x="772" y="7129"/>
                    <a:pt x="756" y="7129"/>
                  </a:cubicBezTo>
                  <a:cubicBezTo>
                    <a:pt x="720" y="7129"/>
                    <a:pt x="670" y="7161"/>
                    <a:pt x="609" y="7200"/>
                  </a:cubicBezTo>
                  <a:cubicBezTo>
                    <a:pt x="537" y="7242"/>
                    <a:pt x="473" y="7280"/>
                    <a:pt x="429" y="7280"/>
                  </a:cubicBezTo>
                  <a:cubicBezTo>
                    <a:pt x="413" y="7280"/>
                    <a:pt x="400" y="7275"/>
                    <a:pt x="390" y="7265"/>
                  </a:cubicBezTo>
                  <a:cubicBezTo>
                    <a:pt x="390" y="7265"/>
                    <a:pt x="374" y="7273"/>
                    <a:pt x="390" y="7329"/>
                  </a:cubicBezTo>
                  <a:cubicBezTo>
                    <a:pt x="421" y="7398"/>
                    <a:pt x="429" y="7425"/>
                    <a:pt x="417" y="7425"/>
                  </a:cubicBezTo>
                  <a:cubicBezTo>
                    <a:pt x="411" y="7425"/>
                    <a:pt x="399" y="7417"/>
                    <a:pt x="382" y="7402"/>
                  </a:cubicBezTo>
                  <a:cubicBezTo>
                    <a:pt x="353" y="7367"/>
                    <a:pt x="326" y="7351"/>
                    <a:pt x="308" y="7351"/>
                  </a:cubicBezTo>
                  <a:cubicBezTo>
                    <a:pt x="280" y="7351"/>
                    <a:pt x="271" y="7388"/>
                    <a:pt x="301" y="7451"/>
                  </a:cubicBezTo>
                  <a:lnTo>
                    <a:pt x="276" y="7402"/>
                  </a:lnTo>
                  <a:cubicBezTo>
                    <a:pt x="251" y="7374"/>
                    <a:pt x="233" y="7362"/>
                    <a:pt x="221" y="7362"/>
                  </a:cubicBezTo>
                  <a:cubicBezTo>
                    <a:pt x="196" y="7362"/>
                    <a:pt x="202" y="7419"/>
                    <a:pt x="236" y="7492"/>
                  </a:cubicBezTo>
                  <a:cubicBezTo>
                    <a:pt x="210" y="7465"/>
                    <a:pt x="180" y="7439"/>
                    <a:pt x="167" y="7439"/>
                  </a:cubicBezTo>
                  <a:cubicBezTo>
                    <a:pt x="159" y="7439"/>
                    <a:pt x="157" y="7447"/>
                    <a:pt x="163" y="7467"/>
                  </a:cubicBezTo>
                  <a:cubicBezTo>
                    <a:pt x="161" y="7469"/>
                    <a:pt x="160" y="7471"/>
                    <a:pt x="158" y="7471"/>
                  </a:cubicBezTo>
                  <a:cubicBezTo>
                    <a:pt x="151" y="7471"/>
                    <a:pt x="140" y="7454"/>
                    <a:pt x="90" y="7378"/>
                  </a:cubicBezTo>
                  <a:cubicBezTo>
                    <a:pt x="60" y="7333"/>
                    <a:pt x="37" y="7288"/>
                    <a:pt x="21" y="7288"/>
                  </a:cubicBezTo>
                  <a:cubicBezTo>
                    <a:pt x="19" y="7288"/>
                    <a:pt x="18" y="7288"/>
                    <a:pt x="17" y="7289"/>
                  </a:cubicBezTo>
                  <a:cubicBezTo>
                    <a:pt x="1" y="7297"/>
                    <a:pt x="33" y="7346"/>
                    <a:pt x="66" y="7394"/>
                  </a:cubicBezTo>
                  <a:lnTo>
                    <a:pt x="41" y="7411"/>
                  </a:lnTo>
                  <a:cubicBezTo>
                    <a:pt x="41" y="7411"/>
                    <a:pt x="25" y="7419"/>
                    <a:pt x="57" y="7467"/>
                  </a:cubicBezTo>
                  <a:cubicBezTo>
                    <a:pt x="90" y="7508"/>
                    <a:pt x="74" y="7516"/>
                    <a:pt x="57" y="7524"/>
                  </a:cubicBezTo>
                  <a:cubicBezTo>
                    <a:pt x="51" y="7513"/>
                    <a:pt x="47" y="7509"/>
                    <a:pt x="46" y="7509"/>
                  </a:cubicBezTo>
                  <a:lnTo>
                    <a:pt x="46" y="7509"/>
                  </a:lnTo>
                  <a:cubicBezTo>
                    <a:pt x="43" y="7509"/>
                    <a:pt x="60" y="7543"/>
                    <a:pt x="90" y="7573"/>
                  </a:cubicBezTo>
                  <a:cubicBezTo>
                    <a:pt x="122" y="7621"/>
                    <a:pt x="155" y="7670"/>
                    <a:pt x="139" y="7678"/>
                  </a:cubicBezTo>
                  <a:lnTo>
                    <a:pt x="195" y="7775"/>
                  </a:lnTo>
                  <a:cubicBezTo>
                    <a:pt x="236" y="7848"/>
                    <a:pt x="284" y="7905"/>
                    <a:pt x="349" y="7954"/>
                  </a:cubicBezTo>
                  <a:cubicBezTo>
                    <a:pt x="383" y="7961"/>
                    <a:pt x="416" y="7969"/>
                    <a:pt x="438" y="7969"/>
                  </a:cubicBezTo>
                  <a:cubicBezTo>
                    <a:pt x="467" y="7969"/>
                    <a:pt x="476" y="7953"/>
                    <a:pt x="438" y="7897"/>
                  </a:cubicBezTo>
                  <a:cubicBezTo>
                    <a:pt x="438" y="7897"/>
                    <a:pt x="422" y="7840"/>
                    <a:pt x="438" y="7832"/>
                  </a:cubicBezTo>
                  <a:cubicBezTo>
                    <a:pt x="439" y="7831"/>
                    <a:pt x="440" y="7831"/>
                    <a:pt x="442" y="7831"/>
                  </a:cubicBezTo>
                  <a:cubicBezTo>
                    <a:pt x="455" y="7831"/>
                    <a:pt x="495" y="7865"/>
                    <a:pt x="495" y="7865"/>
                  </a:cubicBezTo>
                  <a:cubicBezTo>
                    <a:pt x="507" y="7882"/>
                    <a:pt x="521" y="7889"/>
                    <a:pt x="536" y="7889"/>
                  </a:cubicBezTo>
                  <a:cubicBezTo>
                    <a:pt x="565" y="7889"/>
                    <a:pt x="600" y="7866"/>
                    <a:pt x="641" y="7840"/>
                  </a:cubicBezTo>
                  <a:cubicBezTo>
                    <a:pt x="694" y="7809"/>
                    <a:pt x="729" y="7787"/>
                    <a:pt x="759" y="7787"/>
                  </a:cubicBezTo>
                  <a:cubicBezTo>
                    <a:pt x="775" y="7787"/>
                    <a:pt x="789" y="7794"/>
                    <a:pt x="803" y="7808"/>
                  </a:cubicBezTo>
                  <a:cubicBezTo>
                    <a:pt x="838" y="7837"/>
                    <a:pt x="856" y="7841"/>
                    <a:pt x="864" y="7841"/>
                  </a:cubicBezTo>
                  <a:cubicBezTo>
                    <a:pt x="867" y="7841"/>
                    <a:pt x="868" y="7840"/>
                    <a:pt x="868" y="7840"/>
                  </a:cubicBezTo>
                  <a:cubicBezTo>
                    <a:pt x="836" y="7792"/>
                    <a:pt x="917" y="7743"/>
                    <a:pt x="1006" y="7686"/>
                  </a:cubicBezTo>
                  <a:cubicBezTo>
                    <a:pt x="1103" y="7629"/>
                    <a:pt x="1193" y="7573"/>
                    <a:pt x="1160" y="7524"/>
                  </a:cubicBezTo>
                  <a:lnTo>
                    <a:pt x="1193" y="7508"/>
                  </a:lnTo>
                  <a:cubicBezTo>
                    <a:pt x="1205" y="7532"/>
                    <a:pt x="1219" y="7540"/>
                    <a:pt x="1233" y="7540"/>
                  </a:cubicBezTo>
                  <a:cubicBezTo>
                    <a:pt x="1247" y="7540"/>
                    <a:pt x="1261" y="7532"/>
                    <a:pt x="1274" y="7524"/>
                  </a:cubicBezTo>
                  <a:cubicBezTo>
                    <a:pt x="1265" y="7459"/>
                    <a:pt x="1298" y="7443"/>
                    <a:pt x="1298" y="7443"/>
                  </a:cubicBezTo>
                  <a:cubicBezTo>
                    <a:pt x="1312" y="7471"/>
                    <a:pt x="1323" y="7480"/>
                    <a:pt x="1334" y="7480"/>
                  </a:cubicBezTo>
                  <a:cubicBezTo>
                    <a:pt x="1343" y="7480"/>
                    <a:pt x="1352" y="7474"/>
                    <a:pt x="1363" y="7467"/>
                  </a:cubicBezTo>
                  <a:cubicBezTo>
                    <a:pt x="1395" y="7451"/>
                    <a:pt x="1403" y="7443"/>
                    <a:pt x="1379" y="7394"/>
                  </a:cubicBezTo>
                  <a:cubicBezTo>
                    <a:pt x="1419" y="7367"/>
                    <a:pt x="1471" y="7352"/>
                    <a:pt x="1519" y="7352"/>
                  </a:cubicBezTo>
                  <a:cubicBezTo>
                    <a:pt x="1530" y="7352"/>
                    <a:pt x="1540" y="7352"/>
                    <a:pt x="1549" y="7354"/>
                  </a:cubicBezTo>
                  <a:cubicBezTo>
                    <a:pt x="1561" y="7364"/>
                    <a:pt x="1569" y="7368"/>
                    <a:pt x="1574" y="7368"/>
                  </a:cubicBezTo>
                  <a:cubicBezTo>
                    <a:pt x="1590" y="7368"/>
                    <a:pt x="1578" y="7326"/>
                    <a:pt x="1565" y="7289"/>
                  </a:cubicBezTo>
                  <a:cubicBezTo>
                    <a:pt x="1533" y="7240"/>
                    <a:pt x="1517" y="7184"/>
                    <a:pt x="1525" y="7175"/>
                  </a:cubicBezTo>
                  <a:lnTo>
                    <a:pt x="1525" y="7175"/>
                  </a:lnTo>
                  <a:lnTo>
                    <a:pt x="1590" y="7273"/>
                  </a:lnTo>
                  <a:cubicBezTo>
                    <a:pt x="1600" y="7310"/>
                    <a:pt x="1604" y="7323"/>
                    <a:pt x="1612" y="7323"/>
                  </a:cubicBezTo>
                  <a:cubicBezTo>
                    <a:pt x="1616" y="7323"/>
                    <a:pt x="1622" y="7319"/>
                    <a:pt x="1630" y="7313"/>
                  </a:cubicBezTo>
                  <a:lnTo>
                    <a:pt x="1655" y="7297"/>
                  </a:lnTo>
                  <a:cubicBezTo>
                    <a:pt x="1630" y="7248"/>
                    <a:pt x="1695" y="7208"/>
                    <a:pt x="1784" y="7151"/>
                  </a:cubicBezTo>
                  <a:cubicBezTo>
                    <a:pt x="1906" y="7078"/>
                    <a:pt x="1947" y="7054"/>
                    <a:pt x="1914" y="7005"/>
                  </a:cubicBezTo>
                  <a:cubicBezTo>
                    <a:pt x="1899" y="6974"/>
                    <a:pt x="1896" y="6959"/>
                    <a:pt x="1916" y="6959"/>
                  </a:cubicBezTo>
                  <a:cubicBezTo>
                    <a:pt x="1927" y="6959"/>
                    <a:pt x="1945" y="6964"/>
                    <a:pt x="1971" y="6973"/>
                  </a:cubicBezTo>
                  <a:cubicBezTo>
                    <a:pt x="2067" y="7028"/>
                    <a:pt x="2109" y="7052"/>
                    <a:pt x="2124" y="7052"/>
                  </a:cubicBezTo>
                  <a:cubicBezTo>
                    <a:pt x="2136" y="7052"/>
                    <a:pt x="2132" y="7038"/>
                    <a:pt x="2125" y="7013"/>
                  </a:cubicBezTo>
                  <a:lnTo>
                    <a:pt x="2125" y="7013"/>
                  </a:lnTo>
                  <a:cubicBezTo>
                    <a:pt x="2124" y="7014"/>
                    <a:pt x="2122" y="7014"/>
                    <a:pt x="2121" y="7014"/>
                  </a:cubicBezTo>
                  <a:cubicBezTo>
                    <a:pt x="2105" y="7014"/>
                    <a:pt x="2082" y="6969"/>
                    <a:pt x="2052" y="6924"/>
                  </a:cubicBezTo>
                  <a:cubicBezTo>
                    <a:pt x="2017" y="6872"/>
                    <a:pt x="2006" y="6846"/>
                    <a:pt x="2014" y="6846"/>
                  </a:cubicBezTo>
                  <a:cubicBezTo>
                    <a:pt x="2020" y="6846"/>
                    <a:pt x="2042" y="6866"/>
                    <a:pt x="2076" y="6908"/>
                  </a:cubicBezTo>
                  <a:cubicBezTo>
                    <a:pt x="2090" y="6928"/>
                    <a:pt x="2108" y="6937"/>
                    <a:pt x="2127" y="6937"/>
                  </a:cubicBezTo>
                  <a:cubicBezTo>
                    <a:pt x="2200" y="6937"/>
                    <a:pt x="2295" y="6813"/>
                    <a:pt x="2263" y="6730"/>
                  </a:cubicBezTo>
                  <a:lnTo>
                    <a:pt x="2263" y="6730"/>
                  </a:lnTo>
                  <a:lnTo>
                    <a:pt x="2287" y="6778"/>
                  </a:lnTo>
                  <a:cubicBezTo>
                    <a:pt x="2303" y="6802"/>
                    <a:pt x="2315" y="6813"/>
                    <a:pt x="2330" y="6813"/>
                  </a:cubicBezTo>
                  <a:cubicBezTo>
                    <a:pt x="2344" y="6813"/>
                    <a:pt x="2360" y="6802"/>
                    <a:pt x="2384" y="6786"/>
                  </a:cubicBezTo>
                  <a:lnTo>
                    <a:pt x="2425" y="6762"/>
                  </a:lnTo>
                  <a:cubicBezTo>
                    <a:pt x="2391" y="6709"/>
                    <a:pt x="2415" y="6687"/>
                    <a:pt x="2447" y="6687"/>
                  </a:cubicBezTo>
                  <a:cubicBezTo>
                    <a:pt x="2468" y="6687"/>
                    <a:pt x="2493" y="6697"/>
                    <a:pt x="2506" y="6713"/>
                  </a:cubicBezTo>
                  <a:cubicBezTo>
                    <a:pt x="2531" y="6738"/>
                    <a:pt x="2540" y="6748"/>
                    <a:pt x="2552" y="6748"/>
                  </a:cubicBezTo>
                  <a:cubicBezTo>
                    <a:pt x="2559" y="6748"/>
                    <a:pt x="2566" y="6744"/>
                    <a:pt x="2579" y="6738"/>
                  </a:cubicBezTo>
                  <a:cubicBezTo>
                    <a:pt x="2565" y="6672"/>
                    <a:pt x="2591" y="6647"/>
                    <a:pt x="2623" y="6647"/>
                  </a:cubicBezTo>
                  <a:cubicBezTo>
                    <a:pt x="2645" y="6647"/>
                    <a:pt x="2671" y="6660"/>
                    <a:pt x="2684" y="6681"/>
                  </a:cubicBezTo>
                  <a:lnTo>
                    <a:pt x="2709" y="6665"/>
                  </a:lnTo>
                  <a:cubicBezTo>
                    <a:pt x="2692" y="6608"/>
                    <a:pt x="2717" y="6592"/>
                    <a:pt x="2733" y="6584"/>
                  </a:cubicBezTo>
                  <a:cubicBezTo>
                    <a:pt x="2774" y="6559"/>
                    <a:pt x="2790" y="6551"/>
                    <a:pt x="2741" y="6511"/>
                  </a:cubicBezTo>
                  <a:cubicBezTo>
                    <a:pt x="2709" y="6462"/>
                    <a:pt x="2684" y="6413"/>
                    <a:pt x="2692" y="6405"/>
                  </a:cubicBezTo>
                  <a:lnTo>
                    <a:pt x="2692" y="6405"/>
                  </a:lnTo>
                  <a:lnTo>
                    <a:pt x="2725" y="6454"/>
                  </a:lnTo>
                  <a:cubicBezTo>
                    <a:pt x="2738" y="6474"/>
                    <a:pt x="2753" y="6481"/>
                    <a:pt x="2769" y="6481"/>
                  </a:cubicBezTo>
                  <a:cubicBezTo>
                    <a:pt x="2792" y="6481"/>
                    <a:pt x="2818" y="6465"/>
                    <a:pt x="2847" y="6446"/>
                  </a:cubicBezTo>
                  <a:cubicBezTo>
                    <a:pt x="2885" y="6422"/>
                    <a:pt x="2912" y="6406"/>
                    <a:pt x="2937" y="6406"/>
                  </a:cubicBezTo>
                  <a:cubicBezTo>
                    <a:pt x="2953" y="6406"/>
                    <a:pt x="2968" y="6413"/>
                    <a:pt x="2984" y="6430"/>
                  </a:cubicBezTo>
                  <a:lnTo>
                    <a:pt x="2968" y="6373"/>
                  </a:lnTo>
                  <a:cubicBezTo>
                    <a:pt x="2959" y="6341"/>
                    <a:pt x="2960" y="6325"/>
                    <a:pt x="2967" y="6325"/>
                  </a:cubicBezTo>
                  <a:cubicBezTo>
                    <a:pt x="2972" y="6325"/>
                    <a:pt x="2982" y="6335"/>
                    <a:pt x="2992" y="6357"/>
                  </a:cubicBezTo>
                  <a:cubicBezTo>
                    <a:pt x="3007" y="6369"/>
                    <a:pt x="3022" y="6374"/>
                    <a:pt x="3035" y="6374"/>
                  </a:cubicBezTo>
                  <a:cubicBezTo>
                    <a:pt x="3066" y="6374"/>
                    <a:pt x="3090" y="6345"/>
                    <a:pt x="3090" y="6300"/>
                  </a:cubicBezTo>
                  <a:lnTo>
                    <a:pt x="3114" y="6284"/>
                  </a:lnTo>
                  <a:cubicBezTo>
                    <a:pt x="3145" y="6321"/>
                    <a:pt x="3169" y="6338"/>
                    <a:pt x="3184" y="6338"/>
                  </a:cubicBezTo>
                  <a:cubicBezTo>
                    <a:pt x="3205" y="6338"/>
                    <a:pt x="3207" y="6304"/>
                    <a:pt x="3179" y="6243"/>
                  </a:cubicBezTo>
                  <a:lnTo>
                    <a:pt x="3179" y="6243"/>
                  </a:lnTo>
                  <a:cubicBezTo>
                    <a:pt x="3199" y="6273"/>
                    <a:pt x="3213" y="6282"/>
                    <a:pt x="3223" y="6282"/>
                  </a:cubicBezTo>
                  <a:cubicBezTo>
                    <a:pt x="3228" y="6282"/>
                    <a:pt x="3233" y="6279"/>
                    <a:pt x="3236" y="6275"/>
                  </a:cubicBezTo>
                  <a:cubicBezTo>
                    <a:pt x="3236" y="6232"/>
                    <a:pt x="3257" y="6203"/>
                    <a:pt x="3281" y="6203"/>
                  </a:cubicBezTo>
                  <a:cubicBezTo>
                    <a:pt x="3293" y="6203"/>
                    <a:pt x="3306" y="6211"/>
                    <a:pt x="3317" y="6227"/>
                  </a:cubicBezTo>
                  <a:lnTo>
                    <a:pt x="3333" y="6219"/>
                  </a:lnTo>
                  <a:cubicBezTo>
                    <a:pt x="3317" y="6162"/>
                    <a:pt x="3325" y="6154"/>
                    <a:pt x="3341" y="6146"/>
                  </a:cubicBezTo>
                  <a:cubicBezTo>
                    <a:pt x="3357" y="6138"/>
                    <a:pt x="3365" y="6130"/>
                    <a:pt x="3349" y="6081"/>
                  </a:cubicBezTo>
                  <a:cubicBezTo>
                    <a:pt x="3333" y="6024"/>
                    <a:pt x="3349" y="6016"/>
                    <a:pt x="3349" y="6016"/>
                  </a:cubicBezTo>
                  <a:cubicBezTo>
                    <a:pt x="3350" y="6016"/>
                    <a:pt x="3350" y="6015"/>
                    <a:pt x="3351" y="6015"/>
                  </a:cubicBezTo>
                  <a:cubicBezTo>
                    <a:pt x="3359" y="6015"/>
                    <a:pt x="3375" y="6068"/>
                    <a:pt x="3398" y="6113"/>
                  </a:cubicBezTo>
                  <a:cubicBezTo>
                    <a:pt x="3398" y="6137"/>
                    <a:pt x="3403" y="6149"/>
                    <a:pt x="3409" y="6149"/>
                  </a:cubicBezTo>
                  <a:cubicBezTo>
                    <a:pt x="3419" y="6149"/>
                    <a:pt x="3430" y="6113"/>
                    <a:pt x="3414" y="6040"/>
                  </a:cubicBezTo>
                  <a:cubicBezTo>
                    <a:pt x="3406" y="5978"/>
                    <a:pt x="3402" y="5948"/>
                    <a:pt x="3404" y="5948"/>
                  </a:cubicBezTo>
                  <a:lnTo>
                    <a:pt x="3404" y="5948"/>
                  </a:lnTo>
                  <a:cubicBezTo>
                    <a:pt x="3406" y="5948"/>
                    <a:pt x="3414" y="5976"/>
                    <a:pt x="3430" y="6032"/>
                  </a:cubicBezTo>
                  <a:cubicBezTo>
                    <a:pt x="3441" y="6065"/>
                    <a:pt x="3452" y="6102"/>
                    <a:pt x="3458" y="6102"/>
                  </a:cubicBezTo>
                  <a:cubicBezTo>
                    <a:pt x="3461" y="6102"/>
                    <a:pt x="3463" y="6094"/>
                    <a:pt x="3463" y="6073"/>
                  </a:cubicBezTo>
                  <a:cubicBezTo>
                    <a:pt x="3463" y="6073"/>
                    <a:pt x="3487" y="6065"/>
                    <a:pt x="3455" y="6016"/>
                  </a:cubicBezTo>
                  <a:lnTo>
                    <a:pt x="3495" y="5992"/>
                  </a:lnTo>
                  <a:cubicBezTo>
                    <a:pt x="3526" y="6010"/>
                    <a:pt x="3545" y="6015"/>
                    <a:pt x="3559" y="6015"/>
                  </a:cubicBezTo>
                  <a:cubicBezTo>
                    <a:pt x="3570" y="6015"/>
                    <a:pt x="3577" y="6012"/>
                    <a:pt x="3584" y="6008"/>
                  </a:cubicBezTo>
                  <a:cubicBezTo>
                    <a:pt x="3571" y="5977"/>
                    <a:pt x="3565" y="5963"/>
                    <a:pt x="3570" y="5963"/>
                  </a:cubicBezTo>
                  <a:cubicBezTo>
                    <a:pt x="3574" y="5963"/>
                    <a:pt x="3586" y="5973"/>
                    <a:pt x="3609" y="5992"/>
                  </a:cubicBezTo>
                  <a:cubicBezTo>
                    <a:pt x="3621" y="6010"/>
                    <a:pt x="3630" y="6021"/>
                    <a:pt x="3633" y="6021"/>
                  </a:cubicBezTo>
                  <a:cubicBezTo>
                    <a:pt x="3638" y="6021"/>
                    <a:pt x="3627" y="5995"/>
                    <a:pt x="3592" y="5935"/>
                  </a:cubicBezTo>
                  <a:cubicBezTo>
                    <a:pt x="3583" y="5902"/>
                    <a:pt x="3582" y="5885"/>
                    <a:pt x="3592" y="5885"/>
                  </a:cubicBezTo>
                  <a:cubicBezTo>
                    <a:pt x="3599" y="5885"/>
                    <a:pt x="3613" y="5894"/>
                    <a:pt x="3633" y="5911"/>
                  </a:cubicBezTo>
                  <a:cubicBezTo>
                    <a:pt x="3665" y="5965"/>
                    <a:pt x="3684" y="5986"/>
                    <a:pt x="3689" y="5986"/>
                  </a:cubicBezTo>
                  <a:cubicBezTo>
                    <a:pt x="3693" y="5986"/>
                    <a:pt x="3688" y="5973"/>
                    <a:pt x="3673" y="5951"/>
                  </a:cubicBezTo>
                  <a:cubicBezTo>
                    <a:pt x="3657" y="5894"/>
                    <a:pt x="3673" y="5886"/>
                    <a:pt x="3673" y="5886"/>
                  </a:cubicBezTo>
                  <a:cubicBezTo>
                    <a:pt x="3679" y="5897"/>
                    <a:pt x="3689" y="5902"/>
                    <a:pt x="3704" y="5902"/>
                  </a:cubicBezTo>
                  <a:cubicBezTo>
                    <a:pt x="3753" y="5902"/>
                    <a:pt x="3847" y="5846"/>
                    <a:pt x="3941" y="5789"/>
                  </a:cubicBezTo>
                  <a:cubicBezTo>
                    <a:pt x="3949" y="5781"/>
                    <a:pt x="3933" y="5724"/>
                    <a:pt x="3909" y="5676"/>
                  </a:cubicBezTo>
                  <a:cubicBezTo>
                    <a:pt x="3881" y="5634"/>
                    <a:pt x="3871" y="5619"/>
                    <a:pt x="3872" y="5619"/>
                  </a:cubicBezTo>
                  <a:lnTo>
                    <a:pt x="3872" y="5619"/>
                  </a:lnTo>
                  <a:cubicBezTo>
                    <a:pt x="3873" y="5619"/>
                    <a:pt x="3894" y="5644"/>
                    <a:pt x="3917" y="5667"/>
                  </a:cubicBezTo>
                  <a:cubicBezTo>
                    <a:pt x="3966" y="5732"/>
                    <a:pt x="4000" y="5763"/>
                    <a:pt x="4010" y="5763"/>
                  </a:cubicBezTo>
                  <a:cubicBezTo>
                    <a:pt x="4022" y="5763"/>
                    <a:pt x="4005" y="5724"/>
                    <a:pt x="3949" y="5651"/>
                  </a:cubicBezTo>
                  <a:cubicBezTo>
                    <a:pt x="3908" y="5606"/>
                    <a:pt x="3887" y="5583"/>
                    <a:pt x="3889" y="5583"/>
                  </a:cubicBezTo>
                  <a:lnTo>
                    <a:pt x="3889" y="5583"/>
                  </a:lnTo>
                  <a:cubicBezTo>
                    <a:pt x="3891" y="5583"/>
                    <a:pt x="3914" y="5603"/>
                    <a:pt x="3957" y="5643"/>
                  </a:cubicBezTo>
                  <a:cubicBezTo>
                    <a:pt x="3980" y="5662"/>
                    <a:pt x="3992" y="5672"/>
                    <a:pt x="3996" y="5672"/>
                  </a:cubicBezTo>
                  <a:cubicBezTo>
                    <a:pt x="4001" y="5672"/>
                    <a:pt x="3995" y="5658"/>
                    <a:pt x="3982" y="5627"/>
                  </a:cubicBezTo>
                  <a:cubicBezTo>
                    <a:pt x="3968" y="5601"/>
                    <a:pt x="3965" y="5586"/>
                    <a:pt x="3969" y="5586"/>
                  </a:cubicBezTo>
                  <a:lnTo>
                    <a:pt x="3969" y="5586"/>
                  </a:lnTo>
                  <a:cubicBezTo>
                    <a:pt x="3973" y="5586"/>
                    <a:pt x="3983" y="5596"/>
                    <a:pt x="3998" y="5619"/>
                  </a:cubicBezTo>
                  <a:cubicBezTo>
                    <a:pt x="4031" y="5646"/>
                    <a:pt x="4060" y="5673"/>
                    <a:pt x="4065" y="5673"/>
                  </a:cubicBezTo>
                  <a:cubicBezTo>
                    <a:pt x="4068" y="5673"/>
                    <a:pt x="4065" y="5667"/>
                    <a:pt x="4055" y="5651"/>
                  </a:cubicBezTo>
                  <a:cubicBezTo>
                    <a:pt x="4055" y="5651"/>
                    <a:pt x="4056" y="5651"/>
                    <a:pt x="4059" y="5651"/>
                  </a:cubicBezTo>
                  <a:cubicBezTo>
                    <a:pt x="4066" y="5651"/>
                    <a:pt x="4082" y="5655"/>
                    <a:pt x="4111" y="5684"/>
                  </a:cubicBezTo>
                  <a:cubicBezTo>
                    <a:pt x="4123" y="5693"/>
                    <a:pt x="4130" y="5697"/>
                    <a:pt x="4135" y="5697"/>
                  </a:cubicBezTo>
                  <a:cubicBezTo>
                    <a:pt x="4149" y="5697"/>
                    <a:pt x="4132" y="5654"/>
                    <a:pt x="4119" y="5611"/>
                  </a:cubicBezTo>
                  <a:cubicBezTo>
                    <a:pt x="4111" y="5545"/>
                    <a:pt x="4109" y="5513"/>
                    <a:pt x="4117" y="5513"/>
                  </a:cubicBezTo>
                  <a:cubicBezTo>
                    <a:pt x="4124" y="5513"/>
                    <a:pt x="4137" y="5537"/>
                    <a:pt x="4160" y="5586"/>
                  </a:cubicBezTo>
                  <a:cubicBezTo>
                    <a:pt x="4175" y="5620"/>
                    <a:pt x="4190" y="5634"/>
                    <a:pt x="4201" y="5634"/>
                  </a:cubicBezTo>
                  <a:cubicBezTo>
                    <a:pt x="4225" y="5634"/>
                    <a:pt x="4234" y="5569"/>
                    <a:pt x="4200" y="5497"/>
                  </a:cubicBezTo>
                  <a:cubicBezTo>
                    <a:pt x="4172" y="5440"/>
                    <a:pt x="4160" y="5417"/>
                    <a:pt x="4162" y="5417"/>
                  </a:cubicBezTo>
                  <a:lnTo>
                    <a:pt x="4162" y="5417"/>
                  </a:lnTo>
                  <a:cubicBezTo>
                    <a:pt x="4163" y="5417"/>
                    <a:pt x="4171" y="5428"/>
                    <a:pt x="4184" y="5448"/>
                  </a:cubicBezTo>
                  <a:cubicBezTo>
                    <a:pt x="4202" y="5477"/>
                    <a:pt x="4215" y="5482"/>
                    <a:pt x="4221" y="5482"/>
                  </a:cubicBezTo>
                  <a:cubicBezTo>
                    <a:pt x="4223" y="5482"/>
                    <a:pt x="4225" y="5481"/>
                    <a:pt x="4225" y="5481"/>
                  </a:cubicBezTo>
                  <a:cubicBezTo>
                    <a:pt x="4231" y="5478"/>
                    <a:pt x="4236" y="5475"/>
                    <a:pt x="4241" y="5475"/>
                  </a:cubicBezTo>
                  <a:cubicBezTo>
                    <a:pt x="4251" y="5475"/>
                    <a:pt x="4261" y="5483"/>
                    <a:pt x="4282" y="5513"/>
                  </a:cubicBezTo>
                  <a:cubicBezTo>
                    <a:pt x="4282" y="5513"/>
                    <a:pt x="4298" y="5505"/>
                    <a:pt x="4290" y="5448"/>
                  </a:cubicBezTo>
                  <a:cubicBezTo>
                    <a:pt x="4274" y="5395"/>
                    <a:pt x="4282" y="5372"/>
                    <a:pt x="4303" y="5372"/>
                  </a:cubicBezTo>
                  <a:cubicBezTo>
                    <a:pt x="4326" y="5372"/>
                    <a:pt x="4365" y="5401"/>
                    <a:pt x="4403" y="5448"/>
                  </a:cubicBezTo>
                  <a:lnTo>
                    <a:pt x="4395" y="5384"/>
                  </a:lnTo>
                  <a:cubicBezTo>
                    <a:pt x="4364" y="5316"/>
                    <a:pt x="4346" y="5269"/>
                    <a:pt x="4354" y="5269"/>
                  </a:cubicBezTo>
                  <a:lnTo>
                    <a:pt x="4354" y="5269"/>
                  </a:lnTo>
                  <a:cubicBezTo>
                    <a:pt x="4359" y="5269"/>
                    <a:pt x="4372" y="5284"/>
                    <a:pt x="4395" y="5319"/>
                  </a:cubicBezTo>
                  <a:cubicBezTo>
                    <a:pt x="4418" y="5353"/>
                    <a:pt x="4437" y="5388"/>
                    <a:pt x="4437" y="5388"/>
                  </a:cubicBezTo>
                  <a:cubicBezTo>
                    <a:pt x="4438" y="5388"/>
                    <a:pt x="4435" y="5382"/>
                    <a:pt x="4428" y="5367"/>
                  </a:cubicBezTo>
                  <a:cubicBezTo>
                    <a:pt x="4405" y="5318"/>
                    <a:pt x="4410" y="5295"/>
                    <a:pt x="4430" y="5295"/>
                  </a:cubicBezTo>
                  <a:cubicBezTo>
                    <a:pt x="4452" y="5295"/>
                    <a:pt x="4490" y="5324"/>
                    <a:pt x="4525" y="5376"/>
                  </a:cubicBezTo>
                  <a:cubicBezTo>
                    <a:pt x="4542" y="5410"/>
                    <a:pt x="4547" y="5420"/>
                    <a:pt x="4554" y="5420"/>
                  </a:cubicBezTo>
                  <a:cubicBezTo>
                    <a:pt x="4557" y="5420"/>
                    <a:pt x="4561" y="5418"/>
                    <a:pt x="4565" y="5416"/>
                  </a:cubicBezTo>
                  <a:lnTo>
                    <a:pt x="4533" y="5367"/>
                  </a:lnTo>
                  <a:cubicBezTo>
                    <a:pt x="4500" y="5319"/>
                    <a:pt x="4476" y="5270"/>
                    <a:pt x="4484" y="5262"/>
                  </a:cubicBezTo>
                  <a:cubicBezTo>
                    <a:pt x="4490" y="5259"/>
                    <a:pt x="4497" y="5256"/>
                    <a:pt x="4503" y="5256"/>
                  </a:cubicBezTo>
                  <a:cubicBezTo>
                    <a:pt x="4514" y="5256"/>
                    <a:pt x="4526" y="5264"/>
                    <a:pt x="4541" y="5294"/>
                  </a:cubicBezTo>
                  <a:cubicBezTo>
                    <a:pt x="4574" y="5322"/>
                    <a:pt x="4603" y="5349"/>
                    <a:pt x="4608" y="5349"/>
                  </a:cubicBezTo>
                  <a:cubicBezTo>
                    <a:pt x="4611" y="5349"/>
                    <a:pt x="4608" y="5343"/>
                    <a:pt x="4598" y="5327"/>
                  </a:cubicBezTo>
                  <a:cubicBezTo>
                    <a:pt x="4598" y="5327"/>
                    <a:pt x="4599" y="5326"/>
                    <a:pt x="4602" y="5326"/>
                  </a:cubicBezTo>
                  <a:cubicBezTo>
                    <a:pt x="4609" y="5326"/>
                    <a:pt x="4626" y="5330"/>
                    <a:pt x="4655" y="5359"/>
                  </a:cubicBezTo>
                  <a:lnTo>
                    <a:pt x="4711" y="5327"/>
                  </a:lnTo>
                  <a:cubicBezTo>
                    <a:pt x="4702" y="5293"/>
                    <a:pt x="4706" y="5274"/>
                    <a:pt x="4719" y="5274"/>
                  </a:cubicBezTo>
                  <a:cubicBezTo>
                    <a:pt x="4727" y="5274"/>
                    <a:pt x="4739" y="5283"/>
                    <a:pt x="4752" y="5303"/>
                  </a:cubicBezTo>
                  <a:cubicBezTo>
                    <a:pt x="4752" y="5303"/>
                    <a:pt x="4776" y="5286"/>
                    <a:pt x="4760" y="5230"/>
                  </a:cubicBezTo>
                  <a:cubicBezTo>
                    <a:pt x="4770" y="5223"/>
                    <a:pt x="4780" y="5217"/>
                    <a:pt x="4789" y="5217"/>
                  </a:cubicBezTo>
                  <a:cubicBezTo>
                    <a:pt x="4801" y="5217"/>
                    <a:pt x="4815" y="5226"/>
                    <a:pt x="4833" y="5254"/>
                  </a:cubicBezTo>
                  <a:cubicBezTo>
                    <a:pt x="4848" y="5277"/>
                    <a:pt x="4857" y="5289"/>
                    <a:pt x="4858" y="5289"/>
                  </a:cubicBezTo>
                  <a:cubicBezTo>
                    <a:pt x="4860" y="5289"/>
                    <a:pt x="4854" y="5275"/>
                    <a:pt x="4841" y="5246"/>
                  </a:cubicBezTo>
                  <a:cubicBezTo>
                    <a:pt x="4817" y="5197"/>
                    <a:pt x="4825" y="5189"/>
                    <a:pt x="4841" y="5181"/>
                  </a:cubicBezTo>
                  <a:lnTo>
                    <a:pt x="4865" y="5165"/>
                  </a:lnTo>
                  <a:cubicBezTo>
                    <a:pt x="4841" y="5116"/>
                    <a:pt x="4841" y="5116"/>
                    <a:pt x="4849" y="5108"/>
                  </a:cubicBezTo>
                  <a:cubicBezTo>
                    <a:pt x="4851" y="5107"/>
                    <a:pt x="4855" y="5106"/>
                    <a:pt x="4859" y="5106"/>
                  </a:cubicBezTo>
                  <a:cubicBezTo>
                    <a:pt x="4879" y="5106"/>
                    <a:pt x="4916" y="5118"/>
                    <a:pt x="4936" y="5118"/>
                  </a:cubicBezTo>
                  <a:cubicBezTo>
                    <a:pt x="4941" y="5118"/>
                    <a:pt x="4944" y="5117"/>
                    <a:pt x="4946" y="5116"/>
                  </a:cubicBezTo>
                  <a:cubicBezTo>
                    <a:pt x="4987" y="5092"/>
                    <a:pt x="4987" y="5092"/>
                    <a:pt x="4946" y="5051"/>
                  </a:cubicBezTo>
                  <a:cubicBezTo>
                    <a:pt x="4945" y="5052"/>
                    <a:pt x="4944" y="5052"/>
                    <a:pt x="4942" y="5052"/>
                  </a:cubicBezTo>
                  <a:cubicBezTo>
                    <a:pt x="4930" y="5052"/>
                    <a:pt x="4915" y="5032"/>
                    <a:pt x="4927" y="5032"/>
                  </a:cubicBezTo>
                  <a:cubicBezTo>
                    <a:pt x="4931" y="5032"/>
                    <a:pt x="4940" y="5035"/>
                    <a:pt x="4955" y="5043"/>
                  </a:cubicBezTo>
                  <a:cubicBezTo>
                    <a:pt x="4957" y="5042"/>
                    <a:pt x="4961" y="5041"/>
                    <a:pt x="4966" y="5041"/>
                  </a:cubicBezTo>
                  <a:cubicBezTo>
                    <a:pt x="4981" y="5041"/>
                    <a:pt x="5007" y="5046"/>
                    <a:pt x="5033" y="5046"/>
                  </a:cubicBezTo>
                  <a:cubicBezTo>
                    <a:pt x="5051" y="5046"/>
                    <a:pt x="5070" y="5044"/>
                    <a:pt x="5084" y="5035"/>
                  </a:cubicBezTo>
                  <a:cubicBezTo>
                    <a:pt x="5133" y="5003"/>
                    <a:pt x="5133" y="5003"/>
                    <a:pt x="5100" y="4954"/>
                  </a:cubicBezTo>
                  <a:cubicBezTo>
                    <a:pt x="5062" y="4907"/>
                    <a:pt x="5049" y="4883"/>
                    <a:pt x="5055" y="4883"/>
                  </a:cubicBezTo>
                  <a:lnTo>
                    <a:pt x="5055" y="4883"/>
                  </a:lnTo>
                  <a:cubicBezTo>
                    <a:pt x="5060" y="4883"/>
                    <a:pt x="5082" y="4903"/>
                    <a:pt x="5117" y="4946"/>
                  </a:cubicBezTo>
                  <a:cubicBezTo>
                    <a:pt x="5164" y="4989"/>
                    <a:pt x="5189" y="5007"/>
                    <a:pt x="5197" y="5007"/>
                  </a:cubicBezTo>
                  <a:cubicBezTo>
                    <a:pt x="5205" y="5007"/>
                    <a:pt x="5201" y="4993"/>
                    <a:pt x="5190" y="4970"/>
                  </a:cubicBezTo>
                  <a:cubicBezTo>
                    <a:pt x="5173" y="4913"/>
                    <a:pt x="5173" y="4913"/>
                    <a:pt x="5182" y="4905"/>
                  </a:cubicBezTo>
                  <a:lnTo>
                    <a:pt x="5182" y="4905"/>
                  </a:lnTo>
                  <a:cubicBezTo>
                    <a:pt x="5195" y="4926"/>
                    <a:pt x="5206" y="4937"/>
                    <a:pt x="5214" y="4937"/>
                  </a:cubicBezTo>
                  <a:cubicBezTo>
                    <a:pt x="5223" y="4937"/>
                    <a:pt x="5227" y="4918"/>
                    <a:pt x="5222" y="4881"/>
                  </a:cubicBezTo>
                  <a:cubicBezTo>
                    <a:pt x="5227" y="4879"/>
                    <a:pt x="5230" y="4877"/>
                    <a:pt x="5233" y="4877"/>
                  </a:cubicBezTo>
                  <a:cubicBezTo>
                    <a:pt x="5241" y="4877"/>
                    <a:pt x="5248" y="4887"/>
                    <a:pt x="5271" y="4921"/>
                  </a:cubicBezTo>
                  <a:lnTo>
                    <a:pt x="5295" y="4905"/>
                  </a:lnTo>
                  <a:cubicBezTo>
                    <a:pt x="5274" y="4837"/>
                    <a:pt x="5310" y="4813"/>
                    <a:pt x="5352" y="4813"/>
                  </a:cubicBezTo>
                  <a:cubicBezTo>
                    <a:pt x="5375" y="4813"/>
                    <a:pt x="5399" y="4821"/>
                    <a:pt x="5417" y="4832"/>
                  </a:cubicBezTo>
                  <a:cubicBezTo>
                    <a:pt x="5417" y="4832"/>
                    <a:pt x="5425" y="4824"/>
                    <a:pt x="5409" y="4776"/>
                  </a:cubicBezTo>
                  <a:cubicBezTo>
                    <a:pt x="5383" y="4720"/>
                    <a:pt x="5375" y="4691"/>
                    <a:pt x="5382" y="4691"/>
                  </a:cubicBezTo>
                  <a:lnTo>
                    <a:pt x="5382" y="4691"/>
                  </a:lnTo>
                  <a:cubicBezTo>
                    <a:pt x="5388" y="4691"/>
                    <a:pt x="5406" y="4714"/>
                    <a:pt x="5433" y="4759"/>
                  </a:cubicBezTo>
                  <a:cubicBezTo>
                    <a:pt x="5465" y="4803"/>
                    <a:pt x="5481" y="4825"/>
                    <a:pt x="5483" y="4825"/>
                  </a:cubicBezTo>
                  <a:cubicBezTo>
                    <a:pt x="5486" y="4825"/>
                    <a:pt x="5474" y="4801"/>
                    <a:pt x="5449" y="4751"/>
                  </a:cubicBezTo>
                  <a:cubicBezTo>
                    <a:pt x="5440" y="4720"/>
                    <a:pt x="5456" y="4694"/>
                    <a:pt x="5479" y="4694"/>
                  </a:cubicBezTo>
                  <a:cubicBezTo>
                    <a:pt x="5499" y="4694"/>
                    <a:pt x="5524" y="4712"/>
                    <a:pt x="5546" y="4759"/>
                  </a:cubicBezTo>
                  <a:lnTo>
                    <a:pt x="5603" y="4849"/>
                  </a:lnTo>
                  <a:cubicBezTo>
                    <a:pt x="5587" y="4800"/>
                    <a:pt x="5603" y="4792"/>
                    <a:pt x="5603" y="4792"/>
                  </a:cubicBezTo>
                  <a:cubicBezTo>
                    <a:pt x="5571" y="4743"/>
                    <a:pt x="5587" y="4735"/>
                    <a:pt x="5627" y="4711"/>
                  </a:cubicBezTo>
                  <a:cubicBezTo>
                    <a:pt x="5652" y="4694"/>
                    <a:pt x="5676" y="4613"/>
                    <a:pt x="5700" y="4597"/>
                  </a:cubicBezTo>
                  <a:cubicBezTo>
                    <a:pt x="5717" y="4581"/>
                    <a:pt x="5737" y="4573"/>
                    <a:pt x="5757" y="4573"/>
                  </a:cubicBezTo>
                  <a:cubicBezTo>
                    <a:pt x="5777" y="4573"/>
                    <a:pt x="5798" y="4581"/>
                    <a:pt x="5814" y="4597"/>
                  </a:cubicBezTo>
                  <a:cubicBezTo>
                    <a:pt x="5822" y="4589"/>
                    <a:pt x="5838" y="4581"/>
                    <a:pt x="5838" y="4516"/>
                  </a:cubicBezTo>
                  <a:cubicBezTo>
                    <a:pt x="5824" y="4482"/>
                    <a:pt x="5829" y="4463"/>
                    <a:pt x="5843" y="4463"/>
                  </a:cubicBezTo>
                  <a:cubicBezTo>
                    <a:pt x="5852" y="4463"/>
                    <a:pt x="5866" y="4472"/>
                    <a:pt x="5879" y="4492"/>
                  </a:cubicBezTo>
                  <a:lnTo>
                    <a:pt x="5887" y="4484"/>
                  </a:lnTo>
                  <a:cubicBezTo>
                    <a:pt x="5887" y="4419"/>
                    <a:pt x="5895" y="4411"/>
                    <a:pt x="5895" y="4411"/>
                  </a:cubicBezTo>
                  <a:cubicBezTo>
                    <a:pt x="5916" y="4442"/>
                    <a:pt x="5941" y="4471"/>
                    <a:pt x="5951" y="4471"/>
                  </a:cubicBezTo>
                  <a:cubicBezTo>
                    <a:pt x="5956" y="4471"/>
                    <a:pt x="5957" y="4463"/>
                    <a:pt x="5952" y="4443"/>
                  </a:cubicBezTo>
                  <a:cubicBezTo>
                    <a:pt x="5927" y="4394"/>
                    <a:pt x="5936" y="4386"/>
                    <a:pt x="5968" y="4370"/>
                  </a:cubicBezTo>
                  <a:cubicBezTo>
                    <a:pt x="5971" y="4372"/>
                    <a:pt x="5976" y="4373"/>
                    <a:pt x="5982" y="4373"/>
                  </a:cubicBezTo>
                  <a:cubicBezTo>
                    <a:pt x="6074" y="4373"/>
                    <a:pt x="6461" y="4140"/>
                    <a:pt x="6430" y="4094"/>
                  </a:cubicBezTo>
                  <a:lnTo>
                    <a:pt x="6471" y="4070"/>
                  </a:lnTo>
                  <a:lnTo>
                    <a:pt x="6511" y="4046"/>
                  </a:lnTo>
                  <a:cubicBezTo>
                    <a:pt x="6529" y="4076"/>
                    <a:pt x="6545" y="4089"/>
                    <a:pt x="6559" y="4089"/>
                  </a:cubicBezTo>
                  <a:cubicBezTo>
                    <a:pt x="6590" y="4089"/>
                    <a:pt x="6611" y="4031"/>
                    <a:pt x="6617" y="3981"/>
                  </a:cubicBezTo>
                  <a:cubicBezTo>
                    <a:pt x="6600" y="3924"/>
                    <a:pt x="6617" y="3916"/>
                    <a:pt x="6625" y="3908"/>
                  </a:cubicBezTo>
                  <a:cubicBezTo>
                    <a:pt x="6656" y="3954"/>
                    <a:pt x="6681" y="3973"/>
                    <a:pt x="6698" y="3973"/>
                  </a:cubicBezTo>
                  <a:cubicBezTo>
                    <a:pt x="6717" y="3973"/>
                    <a:pt x="6726" y="3950"/>
                    <a:pt x="6722" y="3916"/>
                  </a:cubicBezTo>
                  <a:cubicBezTo>
                    <a:pt x="6696" y="3860"/>
                    <a:pt x="6689" y="3832"/>
                    <a:pt x="6696" y="3832"/>
                  </a:cubicBezTo>
                  <a:lnTo>
                    <a:pt x="6696" y="3832"/>
                  </a:lnTo>
                  <a:cubicBezTo>
                    <a:pt x="6702" y="3832"/>
                    <a:pt x="6720" y="3854"/>
                    <a:pt x="6746" y="3900"/>
                  </a:cubicBezTo>
                  <a:cubicBezTo>
                    <a:pt x="6773" y="3939"/>
                    <a:pt x="6792" y="3960"/>
                    <a:pt x="6802" y="3960"/>
                  </a:cubicBezTo>
                  <a:cubicBezTo>
                    <a:pt x="6816" y="3960"/>
                    <a:pt x="6809" y="3915"/>
                    <a:pt x="6771" y="3819"/>
                  </a:cubicBezTo>
                  <a:cubicBezTo>
                    <a:pt x="6762" y="3788"/>
                    <a:pt x="6758" y="3774"/>
                    <a:pt x="6764" y="3774"/>
                  </a:cubicBezTo>
                  <a:cubicBezTo>
                    <a:pt x="6769" y="3774"/>
                    <a:pt x="6781" y="3784"/>
                    <a:pt x="6803" y="3803"/>
                  </a:cubicBezTo>
                  <a:cubicBezTo>
                    <a:pt x="6843" y="3851"/>
                    <a:pt x="6863" y="3871"/>
                    <a:pt x="6870" y="3871"/>
                  </a:cubicBezTo>
                  <a:cubicBezTo>
                    <a:pt x="6875" y="3871"/>
                    <a:pt x="6871" y="3857"/>
                    <a:pt x="6860" y="3835"/>
                  </a:cubicBezTo>
                  <a:cubicBezTo>
                    <a:pt x="6833" y="3778"/>
                    <a:pt x="6824" y="3749"/>
                    <a:pt x="6832" y="3749"/>
                  </a:cubicBezTo>
                  <a:cubicBezTo>
                    <a:pt x="6839" y="3749"/>
                    <a:pt x="6859" y="3770"/>
                    <a:pt x="6892" y="3811"/>
                  </a:cubicBezTo>
                  <a:cubicBezTo>
                    <a:pt x="6934" y="3849"/>
                    <a:pt x="6956" y="3869"/>
                    <a:pt x="6963" y="3869"/>
                  </a:cubicBezTo>
                  <a:cubicBezTo>
                    <a:pt x="6971" y="3869"/>
                    <a:pt x="6959" y="3843"/>
                    <a:pt x="6933" y="3786"/>
                  </a:cubicBezTo>
                  <a:cubicBezTo>
                    <a:pt x="6908" y="3723"/>
                    <a:pt x="6916" y="3686"/>
                    <a:pt x="6942" y="3686"/>
                  </a:cubicBezTo>
                  <a:cubicBezTo>
                    <a:pt x="6960" y="3686"/>
                    <a:pt x="6985" y="3702"/>
                    <a:pt x="7014" y="3738"/>
                  </a:cubicBezTo>
                  <a:cubicBezTo>
                    <a:pt x="7015" y="3737"/>
                    <a:pt x="7017" y="3737"/>
                    <a:pt x="7019" y="3737"/>
                  </a:cubicBezTo>
                  <a:cubicBezTo>
                    <a:pt x="7029" y="3737"/>
                    <a:pt x="7044" y="3746"/>
                    <a:pt x="7050" y="3746"/>
                  </a:cubicBezTo>
                  <a:cubicBezTo>
                    <a:pt x="7055" y="3746"/>
                    <a:pt x="7056" y="3741"/>
                    <a:pt x="7046" y="3722"/>
                  </a:cubicBezTo>
                  <a:lnTo>
                    <a:pt x="7046" y="3722"/>
                  </a:lnTo>
                  <a:lnTo>
                    <a:pt x="7087" y="3762"/>
                  </a:lnTo>
                  <a:lnTo>
                    <a:pt x="7111" y="3746"/>
                  </a:lnTo>
                  <a:lnTo>
                    <a:pt x="7079" y="3697"/>
                  </a:lnTo>
                  <a:cubicBezTo>
                    <a:pt x="7160" y="3689"/>
                    <a:pt x="7233" y="3673"/>
                    <a:pt x="7298" y="3632"/>
                  </a:cubicBezTo>
                  <a:cubicBezTo>
                    <a:pt x="7444" y="3551"/>
                    <a:pt x="7476" y="3535"/>
                    <a:pt x="7427" y="3495"/>
                  </a:cubicBezTo>
                  <a:cubicBezTo>
                    <a:pt x="7388" y="3446"/>
                    <a:pt x="7377" y="3419"/>
                    <a:pt x="7387" y="3419"/>
                  </a:cubicBezTo>
                  <a:cubicBezTo>
                    <a:pt x="7395" y="3419"/>
                    <a:pt x="7419" y="3438"/>
                    <a:pt x="7452" y="3478"/>
                  </a:cubicBezTo>
                  <a:cubicBezTo>
                    <a:pt x="7454" y="3477"/>
                    <a:pt x="7456" y="3477"/>
                    <a:pt x="7459" y="3477"/>
                  </a:cubicBezTo>
                  <a:cubicBezTo>
                    <a:pt x="7475" y="3477"/>
                    <a:pt x="7507" y="3491"/>
                    <a:pt x="7531" y="3491"/>
                  </a:cubicBezTo>
                  <a:cubicBezTo>
                    <a:pt x="7538" y="3491"/>
                    <a:pt x="7544" y="3490"/>
                    <a:pt x="7549" y="3486"/>
                  </a:cubicBezTo>
                  <a:cubicBezTo>
                    <a:pt x="7565" y="3478"/>
                    <a:pt x="7579" y="3470"/>
                    <a:pt x="7594" y="3470"/>
                  </a:cubicBezTo>
                  <a:cubicBezTo>
                    <a:pt x="7608" y="3470"/>
                    <a:pt x="7622" y="3478"/>
                    <a:pt x="7638" y="3503"/>
                  </a:cubicBezTo>
                  <a:lnTo>
                    <a:pt x="7646" y="3495"/>
                  </a:lnTo>
                  <a:cubicBezTo>
                    <a:pt x="7619" y="3400"/>
                    <a:pt x="7671" y="3351"/>
                    <a:pt x="7731" y="3351"/>
                  </a:cubicBezTo>
                  <a:cubicBezTo>
                    <a:pt x="7743" y="3351"/>
                    <a:pt x="7756" y="3353"/>
                    <a:pt x="7768" y="3357"/>
                  </a:cubicBezTo>
                  <a:cubicBezTo>
                    <a:pt x="7792" y="3340"/>
                    <a:pt x="7808" y="3332"/>
                    <a:pt x="7800" y="3268"/>
                  </a:cubicBezTo>
                  <a:cubicBezTo>
                    <a:pt x="7800" y="3231"/>
                    <a:pt x="7800" y="3215"/>
                    <a:pt x="7807" y="3215"/>
                  </a:cubicBezTo>
                  <a:cubicBezTo>
                    <a:pt x="7813" y="3215"/>
                    <a:pt x="7823" y="3225"/>
                    <a:pt x="7841" y="3243"/>
                  </a:cubicBezTo>
                  <a:cubicBezTo>
                    <a:pt x="7854" y="3263"/>
                    <a:pt x="7880" y="3275"/>
                    <a:pt x="7902" y="3275"/>
                  </a:cubicBezTo>
                  <a:cubicBezTo>
                    <a:pt x="7933" y="3275"/>
                    <a:pt x="7955" y="3252"/>
                    <a:pt x="7922" y="3195"/>
                  </a:cubicBezTo>
                  <a:lnTo>
                    <a:pt x="7922" y="3195"/>
                  </a:lnTo>
                  <a:lnTo>
                    <a:pt x="7962" y="3235"/>
                  </a:lnTo>
                  <a:cubicBezTo>
                    <a:pt x="7974" y="3245"/>
                    <a:pt x="7982" y="3249"/>
                    <a:pt x="7987" y="3249"/>
                  </a:cubicBezTo>
                  <a:cubicBezTo>
                    <a:pt x="8002" y="3249"/>
                    <a:pt x="7987" y="3207"/>
                    <a:pt x="7962" y="3170"/>
                  </a:cubicBezTo>
                  <a:cubicBezTo>
                    <a:pt x="7932" y="3124"/>
                    <a:pt x="7919" y="3098"/>
                    <a:pt x="7926" y="3098"/>
                  </a:cubicBezTo>
                  <a:lnTo>
                    <a:pt x="7926" y="3098"/>
                  </a:lnTo>
                  <a:cubicBezTo>
                    <a:pt x="7933" y="3098"/>
                    <a:pt x="7964" y="3130"/>
                    <a:pt x="8019" y="3203"/>
                  </a:cubicBezTo>
                  <a:cubicBezTo>
                    <a:pt x="8051" y="3257"/>
                    <a:pt x="8070" y="3278"/>
                    <a:pt x="8075" y="3278"/>
                  </a:cubicBezTo>
                  <a:cubicBezTo>
                    <a:pt x="8079" y="3278"/>
                    <a:pt x="8074" y="3265"/>
                    <a:pt x="8060" y="3243"/>
                  </a:cubicBezTo>
                  <a:cubicBezTo>
                    <a:pt x="8047" y="3200"/>
                    <a:pt x="8035" y="3156"/>
                    <a:pt x="8048" y="3156"/>
                  </a:cubicBezTo>
                  <a:cubicBezTo>
                    <a:pt x="8052" y="3156"/>
                    <a:pt x="8058" y="3161"/>
                    <a:pt x="8068" y="3170"/>
                  </a:cubicBezTo>
                  <a:cubicBezTo>
                    <a:pt x="8084" y="3162"/>
                    <a:pt x="8100" y="3154"/>
                    <a:pt x="8035" y="3057"/>
                  </a:cubicBezTo>
                  <a:cubicBezTo>
                    <a:pt x="8003" y="3008"/>
                    <a:pt x="8019" y="3000"/>
                    <a:pt x="8035" y="2992"/>
                  </a:cubicBezTo>
                  <a:cubicBezTo>
                    <a:pt x="8060" y="3024"/>
                    <a:pt x="8076" y="3065"/>
                    <a:pt x="8084" y="3097"/>
                  </a:cubicBezTo>
                  <a:lnTo>
                    <a:pt x="8108" y="3081"/>
                  </a:lnTo>
                  <a:cubicBezTo>
                    <a:pt x="8110" y="3080"/>
                    <a:pt x="8112" y="3080"/>
                    <a:pt x="8115" y="3080"/>
                  </a:cubicBezTo>
                  <a:cubicBezTo>
                    <a:pt x="8136" y="3080"/>
                    <a:pt x="8184" y="3110"/>
                    <a:pt x="8206" y="3154"/>
                  </a:cubicBezTo>
                  <a:cubicBezTo>
                    <a:pt x="8224" y="3169"/>
                    <a:pt x="8236" y="3177"/>
                    <a:pt x="8241" y="3177"/>
                  </a:cubicBezTo>
                  <a:cubicBezTo>
                    <a:pt x="8249" y="3177"/>
                    <a:pt x="8235" y="3153"/>
                    <a:pt x="8190" y="3097"/>
                  </a:cubicBezTo>
                  <a:cubicBezTo>
                    <a:pt x="8133" y="3000"/>
                    <a:pt x="8133" y="3000"/>
                    <a:pt x="8157" y="2992"/>
                  </a:cubicBezTo>
                  <a:cubicBezTo>
                    <a:pt x="8164" y="2989"/>
                    <a:pt x="8169" y="2985"/>
                    <a:pt x="8175" y="2985"/>
                  </a:cubicBezTo>
                  <a:cubicBezTo>
                    <a:pt x="8184" y="2985"/>
                    <a:pt x="8195" y="2992"/>
                    <a:pt x="8214" y="3016"/>
                  </a:cubicBezTo>
                  <a:cubicBezTo>
                    <a:pt x="8234" y="3047"/>
                    <a:pt x="8242" y="3058"/>
                    <a:pt x="8251" y="3058"/>
                  </a:cubicBezTo>
                  <a:cubicBezTo>
                    <a:pt x="8256" y="3058"/>
                    <a:pt x="8262" y="3055"/>
                    <a:pt x="8271" y="3049"/>
                  </a:cubicBezTo>
                  <a:cubicBezTo>
                    <a:pt x="8311" y="3024"/>
                    <a:pt x="8262" y="2862"/>
                    <a:pt x="8214" y="2757"/>
                  </a:cubicBezTo>
                  <a:cubicBezTo>
                    <a:pt x="8181" y="2707"/>
                    <a:pt x="8164" y="2683"/>
                    <a:pt x="8166" y="2683"/>
                  </a:cubicBezTo>
                  <a:lnTo>
                    <a:pt x="8166" y="2683"/>
                  </a:lnTo>
                  <a:cubicBezTo>
                    <a:pt x="8168" y="2683"/>
                    <a:pt x="8186" y="2705"/>
                    <a:pt x="8222" y="2749"/>
                  </a:cubicBezTo>
                  <a:cubicBezTo>
                    <a:pt x="8242" y="2779"/>
                    <a:pt x="8256" y="2787"/>
                    <a:pt x="8266" y="2787"/>
                  </a:cubicBezTo>
                  <a:cubicBezTo>
                    <a:pt x="8271" y="2787"/>
                    <a:pt x="8276" y="2784"/>
                    <a:pt x="8279" y="2781"/>
                  </a:cubicBezTo>
                  <a:cubicBezTo>
                    <a:pt x="8270" y="2763"/>
                    <a:pt x="8270" y="2758"/>
                    <a:pt x="8272" y="2758"/>
                  </a:cubicBezTo>
                  <a:lnTo>
                    <a:pt x="8272" y="2758"/>
                  </a:lnTo>
                  <a:cubicBezTo>
                    <a:pt x="8276" y="2758"/>
                    <a:pt x="8289" y="2776"/>
                    <a:pt x="8279" y="2781"/>
                  </a:cubicBezTo>
                  <a:cubicBezTo>
                    <a:pt x="8311" y="2830"/>
                    <a:pt x="8303" y="2838"/>
                    <a:pt x="8287" y="2846"/>
                  </a:cubicBezTo>
                  <a:lnTo>
                    <a:pt x="8319" y="2895"/>
                  </a:lnTo>
                  <a:cubicBezTo>
                    <a:pt x="8352" y="2931"/>
                    <a:pt x="8372" y="2950"/>
                    <a:pt x="8380" y="2950"/>
                  </a:cubicBezTo>
                  <a:cubicBezTo>
                    <a:pt x="8390" y="2950"/>
                    <a:pt x="8382" y="2923"/>
                    <a:pt x="8360" y="2870"/>
                  </a:cubicBezTo>
                  <a:cubicBezTo>
                    <a:pt x="8347" y="2839"/>
                    <a:pt x="8341" y="2825"/>
                    <a:pt x="8346" y="2825"/>
                  </a:cubicBezTo>
                  <a:lnTo>
                    <a:pt x="8346" y="2825"/>
                  </a:lnTo>
                  <a:cubicBezTo>
                    <a:pt x="8350" y="2825"/>
                    <a:pt x="8362" y="2835"/>
                    <a:pt x="8384" y="2854"/>
                  </a:cubicBezTo>
                  <a:cubicBezTo>
                    <a:pt x="8411" y="2881"/>
                    <a:pt x="8442" y="2909"/>
                    <a:pt x="8450" y="2909"/>
                  </a:cubicBezTo>
                  <a:cubicBezTo>
                    <a:pt x="8453" y="2909"/>
                    <a:pt x="8451" y="2902"/>
                    <a:pt x="8441" y="2886"/>
                  </a:cubicBezTo>
                  <a:cubicBezTo>
                    <a:pt x="8441" y="2886"/>
                    <a:pt x="8446" y="2883"/>
                    <a:pt x="8455" y="2883"/>
                  </a:cubicBezTo>
                  <a:cubicBezTo>
                    <a:pt x="8467" y="2883"/>
                    <a:pt x="8487" y="2888"/>
                    <a:pt x="8514" y="2911"/>
                  </a:cubicBezTo>
                  <a:cubicBezTo>
                    <a:pt x="8538" y="2895"/>
                    <a:pt x="8554" y="2886"/>
                    <a:pt x="8522" y="2838"/>
                  </a:cubicBezTo>
                  <a:cubicBezTo>
                    <a:pt x="8490" y="2789"/>
                    <a:pt x="8506" y="2781"/>
                    <a:pt x="8514" y="2773"/>
                  </a:cubicBezTo>
                  <a:cubicBezTo>
                    <a:pt x="8530" y="2765"/>
                    <a:pt x="8546" y="2757"/>
                    <a:pt x="8514" y="2708"/>
                  </a:cubicBezTo>
                  <a:cubicBezTo>
                    <a:pt x="8481" y="2659"/>
                    <a:pt x="8465" y="2603"/>
                    <a:pt x="8490" y="2586"/>
                  </a:cubicBezTo>
                  <a:cubicBezTo>
                    <a:pt x="8490" y="2557"/>
                    <a:pt x="8490" y="2540"/>
                    <a:pt x="8497" y="2540"/>
                  </a:cubicBezTo>
                  <a:cubicBezTo>
                    <a:pt x="8505" y="2540"/>
                    <a:pt x="8523" y="2563"/>
                    <a:pt x="8562" y="2611"/>
                  </a:cubicBezTo>
                  <a:cubicBezTo>
                    <a:pt x="8583" y="2641"/>
                    <a:pt x="8593" y="2649"/>
                    <a:pt x="8603" y="2649"/>
                  </a:cubicBezTo>
                  <a:cubicBezTo>
                    <a:pt x="8608" y="2649"/>
                    <a:pt x="8613" y="2646"/>
                    <a:pt x="8619" y="2643"/>
                  </a:cubicBezTo>
                  <a:cubicBezTo>
                    <a:pt x="8619" y="2643"/>
                    <a:pt x="8621" y="2643"/>
                    <a:pt x="8623" y="2643"/>
                  </a:cubicBezTo>
                  <a:cubicBezTo>
                    <a:pt x="8630" y="2643"/>
                    <a:pt x="8647" y="2647"/>
                    <a:pt x="8676" y="2676"/>
                  </a:cubicBezTo>
                  <a:cubicBezTo>
                    <a:pt x="8687" y="2686"/>
                    <a:pt x="8693" y="2691"/>
                    <a:pt x="8695" y="2691"/>
                  </a:cubicBezTo>
                  <a:cubicBezTo>
                    <a:pt x="8703" y="2691"/>
                    <a:pt x="8684" y="2655"/>
                    <a:pt x="8660" y="2619"/>
                  </a:cubicBezTo>
                  <a:lnTo>
                    <a:pt x="8595" y="2522"/>
                  </a:lnTo>
                  <a:cubicBezTo>
                    <a:pt x="8596" y="2521"/>
                    <a:pt x="8596" y="2521"/>
                    <a:pt x="8597" y="2521"/>
                  </a:cubicBezTo>
                  <a:cubicBezTo>
                    <a:pt x="8617" y="2521"/>
                    <a:pt x="8685" y="2605"/>
                    <a:pt x="8717" y="2651"/>
                  </a:cubicBezTo>
                  <a:cubicBezTo>
                    <a:pt x="8752" y="2695"/>
                    <a:pt x="8770" y="2717"/>
                    <a:pt x="8773" y="2717"/>
                  </a:cubicBezTo>
                  <a:cubicBezTo>
                    <a:pt x="8776" y="2717"/>
                    <a:pt x="8762" y="2693"/>
                    <a:pt x="8733" y="2643"/>
                  </a:cubicBezTo>
                  <a:cubicBezTo>
                    <a:pt x="8707" y="2605"/>
                    <a:pt x="8691" y="2561"/>
                    <a:pt x="8715" y="2561"/>
                  </a:cubicBezTo>
                  <a:cubicBezTo>
                    <a:pt x="8721" y="2561"/>
                    <a:pt x="8729" y="2564"/>
                    <a:pt x="8741" y="2570"/>
                  </a:cubicBezTo>
                  <a:cubicBezTo>
                    <a:pt x="8753" y="2562"/>
                    <a:pt x="8765" y="2554"/>
                    <a:pt x="8778" y="2554"/>
                  </a:cubicBezTo>
                  <a:cubicBezTo>
                    <a:pt x="8792" y="2554"/>
                    <a:pt x="8806" y="2562"/>
                    <a:pt x="8822" y="2586"/>
                  </a:cubicBezTo>
                  <a:cubicBezTo>
                    <a:pt x="8835" y="2597"/>
                    <a:pt x="8842" y="2601"/>
                    <a:pt x="8847" y="2601"/>
                  </a:cubicBezTo>
                  <a:cubicBezTo>
                    <a:pt x="8859" y="2601"/>
                    <a:pt x="8846" y="2570"/>
                    <a:pt x="8846" y="2570"/>
                  </a:cubicBezTo>
                  <a:cubicBezTo>
                    <a:pt x="8836" y="2533"/>
                    <a:pt x="8839" y="2517"/>
                    <a:pt x="8863" y="2517"/>
                  </a:cubicBezTo>
                  <a:cubicBezTo>
                    <a:pt x="8876" y="2517"/>
                    <a:pt x="8894" y="2521"/>
                    <a:pt x="8919" y="2530"/>
                  </a:cubicBezTo>
                  <a:cubicBezTo>
                    <a:pt x="8972" y="2554"/>
                    <a:pt x="9002" y="2568"/>
                    <a:pt x="9014" y="2568"/>
                  </a:cubicBezTo>
                  <a:cubicBezTo>
                    <a:pt x="9030" y="2568"/>
                    <a:pt x="9016" y="2544"/>
                    <a:pt x="8984" y="2489"/>
                  </a:cubicBezTo>
                  <a:cubicBezTo>
                    <a:pt x="8965" y="2460"/>
                    <a:pt x="8946" y="2431"/>
                    <a:pt x="8948" y="2431"/>
                  </a:cubicBezTo>
                  <a:lnTo>
                    <a:pt x="8948" y="2431"/>
                  </a:lnTo>
                  <a:cubicBezTo>
                    <a:pt x="8950" y="2431"/>
                    <a:pt x="8963" y="2445"/>
                    <a:pt x="8992" y="2481"/>
                  </a:cubicBezTo>
                  <a:cubicBezTo>
                    <a:pt x="9004" y="2491"/>
                    <a:pt x="9011" y="2495"/>
                    <a:pt x="9017" y="2495"/>
                  </a:cubicBezTo>
                  <a:cubicBezTo>
                    <a:pt x="9034" y="2495"/>
                    <a:pt x="9023" y="2450"/>
                    <a:pt x="9017" y="2400"/>
                  </a:cubicBezTo>
                  <a:cubicBezTo>
                    <a:pt x="8992" y="2335"/>
                    <a:pt x="8952" y="2262"/>
                    <a:pt x="8911" y="2205"/>
                  </a:cubicBezTo>
                  <a:cubicBezTo>
                    <a:pt x="8870" y="2144"/>
                    <a:pt x="8855" y="2121"/>
                    <a:pt x="8864" y="2121"/>
                  </a:cubicBezTo>
                  <a:cubicBezTo>
                    <a:pt x="8869" y="2121"/>
                    <a:pt x="8882" y="2129"/>
                    <a:pt x="8903" y="2141"/>
                  </a:cubicBezTo>
                  <a:cubicBezTo>
                    <a:pt x="8904" y="2140"/>
                    <a:pt x="8906" y="2139"/>
                    <a:pt x="8908" y="2139"/>
                  </a:cubicBezTo>
                  <a:cubicBezTo>
                    <a:pt x="8926" y="2139"/>
                    <a:pt x="8963" y="2177"/>
                    <a:pt x="8992" y="2222"/>
                  </a:cubicBezTo>
                  <a:cubicBezTo>
                    <a:pt x="9025" y="2270"/>
                    <a:pt x="9008" y="2278"/>
                    <a:pt x="9008" y="2278"/>
                  </a:cubicBezTo>
                  <a:lnTo>
                    <a:pt x="9000" y="2286"/>
                  </a:lnTo>
                  <a:cubicBezTo>
                    <a:pt x="9021" y="2322"/>
                    <a:pt x="9048" y="2363"/>
                    <a:pt x="9071" y="2363"/>
                  </a:cubicBezTo>
                  <a:cubicBezTo>
                    <a:pt x="9075" y="2363"/>
                    <a:pt x="9078" y="2362"/>
                    <a:pt x="9081" y="2359"/>
                  </a:cubicBezTo>
                  <a:cubicBezTo>
                    <a:pt x="9102" y="2377"/>
                    <a:pt x="9117" y="2385"/>
                    <a:pt x="9125" y="2385"/>
                  </a:cubicBezTo>
                  <a:cubicBezTo>
                    <a:pt x="9135" y="2385"/>
                    <a:pt x="9132" y="2371"/>
                    <a:pt x="9114" y="2343"/>
                  </a:cubicBezTo>
                  <a:lnTo>
                    <a:pt x="9114" y="2343"/>
                  </a:lnTo>
                  <a:cubicBezTo>
                    <a:pt x="9127" y="2361"/>
                    <a:pt x="9146" y="2372"/>
                    <a:pt x="9166" y="2372"/>
                  </a:cubicBezTo>
                  <a:cubicBezTo>
                    <a:pt x="9181" y="2372"/>
                    <a:pt x="9197" y="2366"/>
                    <a:pt x="9211" y="2351"/>
                  </a:cubicBezTo>
                  <a:cubicBezTo>
                    <a:pt x="9227" y="2339"/>
                    <a:pt x="9246" y="2333"/>
                    <a:pt x="9264" y="2333"/>
                  </a:cubicBezTo>
                  <a:cubicBezTo>
                    <a:pt x="9282" y="2333"/>
                    <a:pt x="9300" y="2339"/>
                    <a:pt x="9316" y="2351"/>
                  </a:cubicBezTo>
                  <a:cubicBezTo>
                    <a:pt x="9349" y="2335"/>
                    <a:pt x="9357" y="2327"/>
                    <a:pt x="9325" y="2286"/>
                  </a:cubicBezTo>
                  <a:cubicBezTo>
                    <a:pt x="9290" y="2227"/>
                    <a:pt x="9282" y="2201"/>
                    <a:pt x="9288" y="2201"/>
                  </a:cubicBezTo>
                  <a:lnTo>
                    <a:pt x="9288" y="2201"/>
                  </a:lnTo>
                  <a:cubicBezTo>
                    <a:pt x="9291" y="2201"/>
                    <a:pt x="9299" y="2211"/>
                    <a:pt x="9308" y="2230"/>
                  </a:cubicBezTo>
                  <a:cubicBezTo>
                    <a:pt x="9336" y="2258"/>
                    <a:pt x="9379" y="2270"/>
                    <a:pt x="9421" y="2270"/>
                  </a:cubicBezTo>
                  <a:cubicBezTo>
                    <a:pt x="9500" y="2270"/>
                    <a:pt x="9575" y="2226"/>
                    <a:pt x="9544" y="2157"/>
                  </a:cubicBezTo>
                  <a:lnTo>
                    <a:pt x="9568" y="2141"/>
                  </a:lnTo>
                  <a:cubicBezTo>
                    <a:pt x="9580" y="2148"/>
                    <a:pt x="9594" y="2151"/>
                    <a:pt x="9608" y="2151"/>
                  </a:cubicBezTo>
                  <a:cubicBezTo>
                    <a:pt x="9656" y="2151"/>
                    <a:pt x="9702" y="2112"/>
                    <a:pt x="9689" y="2068"/>
                  </a:cubicBezTo>
                  <a:lnTo>
                    <a:pt x="9730" y="2043"/>
                  </a:lnTo>
                  <a:cubicBezTo>
                    <a:pt x="9752" y="2056"/>
                    <a:pt x="9766" y="2062"/>
                    <a:pt x="9775" y="2062"/>
                  </a:cubicBezTo>
                  <a:cubicBezTo>
                    <a:pt x="9789" y="2062"/>
                    <a:pt x="9789" y="2046"/>
                    <a:pt x="9779" y="2011"/>
                  </a:cubicBezTo>
                  <a:cubicBezTo>
                    <a:pt x="9767" y="1970"/>
                    <a:pt x="9747" y="1934"/>
                    <a:pt x="9749" y="1934"/>
                  </a:cubicBezTo>
                  <a:lnTo>
                    <a:pt x="9749" y="1934"/>
                  </a:lnTo>
                  <a:cubicBezTo>
                    <a:pt x="9749" y="1934"/>
                    <a:pt x="9753" y="1940"/>
                    <a:pt x="9762" y="1954"/>
                  </a:cubicBezTo>
                  <a:cubicBezTo>
                    <a:pt x="9777" y="1976"/>
                    <a:pt x="9790" y="1985"/>
                    <a:pt x="9805" y="1985"/>
                  </a:cubicBezTo>
                  <a:cubicBezTo>
                    <a:pt x="9823" y="1985"/>
                    <a:pt x="9845" y="1972"/>
                    <a:pt x="9876" y="1954"/>
                  </a:cubicBezTo>
                  <a:cubicBezTo>
                    <a:pt x="9925" y="1922"/>
                    <a:pt x="9925" y="1922"/>
                    <a:pt x="9884" y="1881"/>
                  </a:cubicBezTo>
                  <a:cubicBezTo>
                    <a:pt x="9893" y="1850"/>
                    <a:pt x="9904" y="1838"/>
                    <a:pt x="9915" y="1838"/>
                  </a:cubicBezTo>
                  <a:cubicBezTo>
                    <a:pt x="9932" y="1838"/>
                    <a:pt x="9950" y="1868"/>
                    <a:pt x="9965" y="1897"/>
                  </a:cubicBezTo>
                  <a:cubicBezTo>
                    <a:pt x="9986" y="1942"/>
                    <a:pt x="10002" y="1965"/>
                    <a:pt x="10008" y="1965"/>
                  </a:cubicBezTo>
                  <a:cubicBezTo>
                    <a:pt x="10017" y="1965"/>
                    <a:pt x="10007" y="1922"/>
                    <a:pt x="9965" y="1832"/>
                  </a:cubicBezTo>
                  <a:cubicBezTo>
                    <a:pt x="9934" y="1764"/>
                    <a:pt x="9933" y="1733"/>
                    <a:pt x="9945" y="1733"/>
                  </a:cubicBezTo>
                  <a:cubicBezTo>
                    <a:pt x="9951" y="1733"/>
                    <a:pt x="9962" y="1742"/>
                    <a:pt x="9973" y="1759"/>
                  </a:cubicBezTo>
                  <a:cubicBezTo>
                    <a:pt x="10006" y="1808"/>
                    <a:pt x="9989" y="1816"/>
                    <a:pt x="9973" y="1824"/>
                  </a:cubicBezTo>
                  <a:lnTo>
                    <a:pt x="10038" y="1922"/>
                  </a:lnTo>
                  <a:cubicBezTo>
                    <a:pt x="10054" y="1914"/>
                    <a:pt x="10054" y="1914"/>
                    <a:pt x="10030" y="1857"/>
                  </a:cubicBezTo>
                  <a:cubicBezTo>
                    <a:pt x="10030" y="1857"/>
                    <a:pt x="10046" y="1849"/>
                    <a:pt x="10030" y="1792"/>
                  </a:cubicBezTo>
                  <a:cubicBezTo>
                    <a:pt x="10014" y="1735"/>
                    <a:pt x="9981" y="1687"/>
                    <a:pt x="9941" y="1654"/>
                  </a:cubicBezTo>
                  <a:cubicBezTo>
                    <a:pt x="9892" y="1614"/>
                    <a:pt x="9908" y="1605"/>
                    <a:pt x="9925" y="1597"/>
                  </a:cubicBezTo>
                  <a:lnTo>
                    <a:pt x="9925" y="1597"/>
                  </a:lnTo>
                  <a:cubicBezTo>
                    <a:pt x="9973" y="1622"/>
                    <a:pt x="10014" y="1670"/>
                    <a:pt x="10030" y="1727"/>
                  </a:cubicBezTo>
                  <a:cubicBezTo>
                    <a:pt x="10014" y="1735"/>
                    <a:pt x="10046" y="1784"/>
                    <a:pt x="10071" y="1832"/>
                  </a:cubicBezTo>
                  <a:cubicBezTo>
                    <a:pt x="10075" y="1839"/>
                    <a:pt x="10079" y="1843"/>
                    <a:pt x="10083" y="1843"/>
                  </a:cubicBezTo>
                  <a:cubicBezTo>
                    <a:pt x="10104" y="1843"/>
                    <a:pt x="10104" y="1729"/>
                    <a:pt x="10062" y="1646"/>
                  </a:cubicBezTo>
                  <a:cubicBezTo>
                    <a:pt x="10049" y="1625"/>
                    <a:pt x="10041" y="1613"/>
                    <a:pt x="10041" y="1613"/>
                  </a:cubicBezTo>
                  <a:lnTo>
                    <a:pt x="10041" y="1613"/>
                  </a:lnTo>
                  <a:cubicBezTo>
                    <a:pt x="10042" y="1613"/>
                    <a:pt x="10058" y="1635"/>
                    <a:pt x="10095" y="1687"/>
                  </a:cubicBezTo>
                  <a:cubicBezTo>
                    <a:pt x="10107" y="1711"/>
                    <a:pt x="10121" y="1719"/>
                    <a:pt x="10135" y="1719"/>
                  </a:cubicBezTo>
                  <a:cubicBezTo>
                    <a:pt x="10150" y="1719"/>
                    <a:pt x="10164" y="1711"/>
                    <a:pt x="10176" y="1703"/>
                  </a:cubicBezTo>
                  <a:cubicBezTo>
                    <a:pt x="10200" y="1687"/>
                    <a:pt x="10216" y="1678"/>
                    <a:pt x="10184" y="1638"/>
                  </a:cubicBezTo>
                  <a:cubicBezTo>
                    <a:pt x="10152" y="1589"/>
                    <a:pt x="10127" y="1541"/>
                    <a:pt x="10135" y="1532"/>
                  </a:cubicBezTo>
                  <a:lnTo>
                    <a:pt x="10135" y="1532"/>
                  </a:lnTo>
                  <a:cubicBezTo>
                    <a:pt x="10135" y="1533"/>
                    <a:pt x="10134" y="1533"/>
                    <a:pt x="10133" y="1533"/>
                  </a:cubicBezTo>
                  <a:cubicBezTo>
                    <a:pt x="10122" y="1533"/>
                    <a:pt x="10092" y="1488"/>
                    <a:pt x="10062" y="1443"/>
                  </a:cubicBezTo>
                  <a:lnTo>
                    <a:pt x="10062" y="1443"/>
                  </a:lnTo>
                  <a:cubicBezTo>
                    <a:pt x="10103" y="1459"/>
                    <a:pt x="10135" y="1484"/>
                    <a:pt x="10168" y="1516"/>
                  </a:cubicBezTo>
                  <a:cubicBezTo>
                    <a:pt x="10228" y="1576"/>
                    <a:pt x="10275" y="1610"/>
                    <a:pt x="10318" y="1610"/>
                  </a:cubicBezTo>
                  <a:cubicBezTo>
                    <a:pt x="10333" y="1610"/>
                    <a:pt x="10348" y="1606"/>
                    <a:pt x="10362" y="1597"/>
                  </a:cubicBezTo>
                  <a:cubicBezTo>
                    <a:pt x="10379" y="1581"/>
                    <a:pt x="10399" y="1573"/>
                    <a:pt x="10419" y="1573"/>
                  </a:cubicBezTo>
                  <a:cubicBezTo>
                    <a:pt x="10439" y="1573"/>
                    <a:pt x="10460" y="1581"/>
                    <a:pt x="10476" y="1597"/>
                  </a:cubicBezTo>
                  <a:cubicBezTo>
                    <a:pt x="10500" y="1581"/>
                    <a:pt x="10516" y="1573"/>
                    <a:pt x="10484" y="1524"/>
                  </a:cubicBezTo>
                  <a:lnTo>
                    <a:pt x="10508" y="1508"/>
                  </a:lnTo>
                  <a:cubicBezTo>
                    <a:pt x="10527" y="1524"/>
                    <a:pt x="10543" y="1531"/>
                    <a:pt x="10552" y="1531"/>
                  </a:cubicBezTo>
                  <a:cubicBezTo>
                    <a:pt x="10567" y="1531"/>
                    <a:pt x="10569" y="1513"/>
                    <a:pt x="10549" y="1484"/>
                  </a:cubicBezTo>
                  <a:cubicBezTo>
                    <a:pt x="10542" y="1459"/>
                    <a:pt x="10545" y="1453"/>
                    <a:pt x="10553" y="1453"/>
                  </a:cubicBezTo>
                  <a:cubicBezTo>
                    <a:pt x="10561" y="1453"/>
                    <a:pt x="10575" y="1461"/>
                    <a:pt x="10584" y="1461"/>
                  </a:cubicBezTo>
                  <a:cubicBezTo>
                    <a:pt x="10586" y="1461"/>
                    <a:pt x="10588" y="1460"/>
                    <a:pt x="10589" y="1459"/>
                  </a:cubicBezTo>
                  <a:cubicBezTo>
                    <a:pt x="10628" y="1495"/>
                    <a:pt x="10650" y="1515"/>
                    <a:pt x="10654" y="1515"/>
                  </a:cubicBezTo>
                  <a:cubicBezTo>
                    <a:pt x="10659" y="1515"/>
                    <a:pt x="10633" y="1481"/>
                    <a:pt x="10573" y="1403"/>
                  </a:cubicBezTo>
                  <a:cubicBezTo>
                    <a:pt x="10544" y="1359"/>
                    <a:pt x="10495" y="1329"/>
                    <a:pt x="10474" y="1329"/>
                  </a:cubicBezTo>
                  <a:cubicBezTo>
                    <a:pt x="10472" y="1329"/>
                    <a:pt x="10469" y="1329"/>
                    <a:pt x="10468" y="1330"/>
                  </a:cubicBezTo>
                  <a:lnTo>
                    <a:pt x="10427" y="1354"/>
                  </a:lnTo>
                  <a:lnTo>
                    <a:pt x="10443" y="1281"/>
                  </a:lnTo>
                  <a:cubicBezTo>
                    <a:pt x="10452" y="1273"/>
                    <a:pt x="10452" y="1208"/>
                    <a:pt x="10419" y="1159"/>
                  </a:cubicBezTo>
                  <a:cubicBezTo>
                    <a:pt x="10419" y="1159"/>
                    <a:pt x="10387" y="1119"/>
                    <a:pt x="10403" y="1111"/>
                  </a:cubicBezTo>
                  <a:lnTo>
                    <a:pt x="10403" y="1111"/>
                  </a:lnTo>
                  <a:lnTo>
                    <a:pt x="10460" y="1200"/>
                  </a:lnTo>
                  <a:cubicBezTo>
                    <a:pt x="10484" y="1257"/>
                    <a:pt x="10508" y="1305"/>
                    <a:pt x="10541" y="1354"/>
                  </a:cubicBezTo>
                  <a:cubicBezTo>
                    <a:pt x="10581" y="1403"/>
                    <a:pt x="10622" y="1433"/>
                    <a:pt x="10639" y="1433"/>
                  </a:cubicBezTo>
                  <a:cubicBezTo>
                    <a:pt x="10652" y="1433"/>
                    <a:pt x="10651" y="1414"/>
                    <a:pt x="10622" y="1370"/>
                  </a:cubicBezTo>
                  <a:cubicBezTo>
                    <a:pt x="10627" y="1368"/>
                    <a:pt x="10630" y="1366"/>
                    <a:pt x="10634" y="1366"/>
                  </a:cubicBezTo>
                  <a:cubicBezTo>
                    <a:pt x="10642" y="1366"/>
                    <a:pt x="10651" y="1375"/>
                    <a:pt x="10679" y="1403"/>
                  </a:cubicBezTo>
                  <a:cubicBezTo>
                    <a:pt x="10691" y="1421"/>
                    <a:pt x="10701" y="1431"/>
                    <a:pt x="10706" y="1431"/>
                  </a:cubicBezTo>
                  <a:cubicBezTo>
                    <a:pt x="10714" y="1431"/>
                    <a:pt x="10709" y="1403"/>
                    <a:pt x="10679" y="1338"/>
                  </a:cubicBezTo>
                  <a:cubicBezTo>
                    <a:pt x="10652" y="1281"/>
                    <a:pt x="10645" y="1252"/>
                    <a:pt x="10655" y="1252"/>
                  </a:cubicBezTo>
                  <a:cubicBezTo>
                    <a:pt x="10664" y="1252"/>
                    <a:pt x="10686" y="1273"/>
                    <a:pt x="10719" y="1314"/>
                  </a:cubicBezTo>
                  <a:cubicBezTo>
                    <a:pt x="10758" y="1349"/>
                    <a:pt x="10790" y="1363"/>
                    <a:pt x="10810" y="1363"/>
                  </a:cubicBezTo>
                  <a:cubicBezTo>
                    <a:pt x="10835" y="1363"/>
                    <a:pt x="10843" y="1341"/>
                    <a:pt x="10825" y="1314"/>
                  </a:cubicBezTo>
                  <a:cubicBezTo>
                    <a:pt x="10785" y="1246"/>
                    <a:pt x="10793" y="1214"/>
                    <a:pt x="10814" y="1214"/>
                  </a:cubicBezTo>
                  <a:cubicBezTo>
                    <a:pt x="10824" y="1214"/>
                    <a:pt x="10836" y="1220"/>
                    <a:pt x="10849" y="1232"/>
                  </a:cubicBezTo>
                  <a:cubicBezTo>
                    <a:pt x="10869" y="1249"/>
                    <a:pt x="10882" y="1258"/>
                    <a:pt x="10890" y="1258"/>
                  </a:cubicBezTo>
                  <a:cubicBezTo>
                    <a:pt x="10900" y="1258"/>
                    <a:pt x="10899" y="1241"/>
                    <a:pt x="10889" y="1208"/>
                  </a:cubicBezTo>
                  <a:lnTo>
                    <a:pt x="10889" y="1208"/>
                  </a:lnTo>
                  <a:cubicBezTo>
                    <a:pt x="10911" y="1240"/>
                    <a:pt x="10935" y="1268"/>
                    <a:pt x="10945" y="1268"/>
                  </a:cubicBezTo>
                  <a:cubicBezTo>
                    <a:pt x="10951" y="1268"/>
                    <a:pt x="10952" y="1260"/>
                    <a:pt x="10946" y="1241"/>
                  </a:cubicBezTo>
                  <a:cubicBezTo>
                    <a:pt x="10946" y="1241"/>
                    <a:pt x="10962" y="1232"/>
                    <a:pt x="10914" y="1192"/>
                  </a:cubicBezTo>
                  <a:lnTo>
                    <a:pt x="10881" y="1087"/>
                  </a:lnTo>
                  <a:cubicBezTo>
                    <a:pt x="10881" y="1087"/>
                    <a:pt x="10880" y="1087"/>
                    <a:pt x="10879" y="1087"/>
                  </a:cubicBezTo>
                  <a:cubicBezTo>
                    <a:pt x="10868" y="1087"/>
                    <a:pt x="10838" y="1042"/>
                    <a:pt x="10808" y="997"/>
                  </a:cubicBezTo>
                  <a:cubicBezTo>
                    <a:pt x="10798" y="981"/>
                    <a:pt x="10800" y="972"/>
                    <a:pt x="10813" y="972"/>
                  </a:cubicBezTo>
                  <a:cubicBezTo>
                    <a:pt x="10838" y="972"/>
                    <a:pt x="10903" y="1008"/>
                    <a:pt x="10979" y="1095"/>
                  </a:cubicBezTo>
                  <a:lnTo>
                    <a:pt x="11068" y="1168"/>
                  </a:lnTo>
                  <a:lnTo>
                    <a:pt x="11011" y="1078"/>
                  </a:lnTo>
                  <a:cubicBezTo>
                    <a:pt x="11014" y="1075"/>
                    <a:pt x="11018" y="1072"/>
                    <a:pt x="11024" y="1072"/>
                  </a:cubicBezTo>
                  <a:cubicBezTo>
                    <a:pt x="11034" y="1072"/>
                    <a:pt x="11048" y="1081"/>
                    <a:pt x="11068" y="1111"/>
                  </a:cubicBezTo>
                  <a:cubicBezTo>
                    <a:pt x="11085" y="1139"/>
                    <a:pt x="11090" y="1148"/>
                    <a:pt x="11097" y="1148"/>
                  </a:cubicBezTo>
                  <a:cubicBezTo>
                    <a:pt x="11100" y="1148"/>
                    <a:pt x="11103" y="1146"/>
                    <a:pt x="11108" y="1143"/>
                  </a:cubicBezTo>
                  <a:cubicBezTo>
                    <a:pt x="11108" y="1143"/>
                    <a:pt x="11125" y="1135"/>
                    <a:pt x="11092" y="1095"/>
                  </a:cubicBezTo>
                  <a:cubicBezTo>
                    <a:pt x="11053" y="1036"/>
                    <a:pt x="11037" y="1012"/>
                    <a:pt x="11042" y="1012"/>
                  </a:cubicBezTo>
                  <a:lnTo>
                    <a:pt x="11042" y="1012"/>
                  </a:lnTo>
                  <a:cubicBezTo>
                    <a:pt x="11045" y="1012"/>
                    <a:pt x="11057" y="1022"/>
                    <a:pt x="11076" y="1038"/>
                  </a:cubicBezTo>
                  <a:cubicBezTo>
                    <a:pt x="11109" y="1075"/>
                    <a:pt x="11130" y="1093"/>
                    <a:pt x="11139" y="1093"/>
                  </a:cubicBezTo>
                  <a:cubicBezTo>
                    <a:pt x="11150" y="1093"/>
                    <a:pt x="11143" y="1067"/>
                    <a:pt x="11116" y="1014"/>
                  </a:cubicBezTo>
                  <a:cubicBezTo>
                    <a:pt x="11083" y="964"/>
                    <a:pt x="11067" y="940"/>
                    <a:pt x="11069" y="940"/>
                  </a:cubicBezTo>
                  <a:lnTo>
                    <a:pt x="11069" y="940"/>
                  </a:lnTo>
                  <a:cubicBezTo>
                    <a:pt x="11071" y="940"/>
                    <a:pt x="11089" y="962"/>
                    <a:pt x="11125" y="1005"/>
                  </a:cubicBezTo>
                  <a:cubicBezTo>
                    <a:pt x="11154" y="1050"/>
                    <a:pt x="11191" y="1088"/>
                    <a:pt x="11209" y="1088"/>
                  </a:cubicBezTo>
                  <a:cubicBezTo>
                    <a:pt x="11211" y="1088"/>
                    <a:pt x="11212" y="1087"/>
                    <a:pt x="11214" y="1087"/>
                  </a:cubicBezTo>
                  <a:lnTo>
                    <a:pt x="11181" y="1038"/>
                  </a:lnTo>
                  <a:cubicBezTo>
                    <a:pt x="11145" y="976"/>
                    <a:pt x="11135" y="950"/>
                    <a:pt x="11146" y="950"/>
                  </a:cubicBezTo>
                  <a:cubicBezTo>
                    <a:pt x="11151" y="950"/>
                    <a:pt x="11164" y="958"/>
                    <a:pt x="11181" y="973"/>
                  </a:cubicBezTo>
                  <a:cubicBezTo>
                    <a:pt x="11195" y="994"/>
                    <a:pt x="11205" y="1004"/>
                    <a:pt x="11211" y="1004"/>
                  </a:cubicBezTo>
                  <a:cubicBezTo>
                    <a:pt x="11219" y="1004"/>
                    <a:pt x="11222" y="986"/>
                    <a:pt x="11222" y="949"/>
                  </a:cubicBezTo>
                  <a:cubicBezTo>
                    <a:pt x="11232" y="942"/>
                    <a:pt x="11241" y="936"/>
                    <a:pt x="11251" y="936"/>
                  </a:cubicBezTo>
                  <a:cubicBezTo>
                    <a:pt x="11263" y="936"/>
                    <a:pt x="11276" y="946"/>
                    <a:pt x="11295" y="973"/>
                  </a:cubicBezTo>
                  <a:cubicBezTo>
                    <a:pt x="11323" y="1021"/>
                    <a:pt x="11337" y="1045"/>
                    <a:pt x="11338" y="1045"/>
                  </a:cubicBezTo>
                  <a:cubicBezTo>
                    <a:pt x="11340" y="1045"/>
                    <a:pt x="11328" y="1019"/>
                    <a:pt x="11303" y="965"/>
                  </a:cubicBezTo>
                  <a:cubicBezTo>
                    <a:pt x="11294" y="933"/>
                    <a:pt x="11290" y="919"/>
                    <a:pt x="11298" y="919"/>
                  </a:cubicBezTo>
                  <a:cubicBezTo>
                    <a:pt x="11305" y="919"/>
                    <a:pt x="11319" y="927"/>
                    <a:pt x="11343" y="941"/>
                  </a:cubicBezTo>
                  <a:cubicBezTo>
                    <a:pt x="11366" y="959"/>
                    <a:pt x="11378" y="969"/>
                    <a:pt x="11382" y="969"/>
                  </a:cubicBezTo>
                  <a:cubicBezTo>
                    <a:pt x="11387" y="969"/>
                    <a:pt x="11381" y="955"/>
                    <a:pt x="11368" y="924"/>
                  </a:cubicBezTo>
                  <a:cubicBezTo>
                    <a:pt x="11315" y="834"/>
                    <a:pt x="11283" y="786"/>
                    <a:pt x="11266" y="786"/>
                  </a:cubicBezTo>
                  <a:cubicBezTo>
                    <a:pt x="11265" y="786"/>
                    <a:pt x="11264" y="786"/>
                    <a:pt x="11262" y="787"/>
                  </a:cubicBezTo>
                  <a:cubicBezTo>
                    <a:pt x="11260" y="789"/>
                    <a:pt x="11258" y="791"/>
                    <a:pt x="11256" y="791"/>
                  </a:cubicBezTo>
                  <a:cubicBezTo>
                    <a:pt x="11252" y="791"/>
                    <a:pt x="11245" y="781"/>
                    <a:pt x="11222" y="746"/>
                  </a:cubicBezTo>
                  <a:lnTo>
                    <a:pt x="11246" y="730"/>
                  </a:lnTo>
                  <a:cubicBezTo>
                    <a:pt x="11262" y="722"/>
                    <a:pt x="11279" y="714"/>
                    <a:pt x="11270" y="649"/>
                  </a:cubicBezTo>
                  <a:cubicBezTo>
                    <a:pt x="11270" y="599"/>
                    <a:pt x="11232" y="530"/>
                    <a:pt x="11218" y="530"/>
                  </a:cubicBezTo>
                  <a:cubicBezTo>
                    <a:pt x="11214" y="530"/>
                    <a:pt x="11212" y="536"/>
                    <a:pt x="11214" y="551"/>
                  </a:cubicBezTo>
                  <a:lnTo>
                    <a:pt x="11165" y="511"/>
                  </a:lnTo>
                  <a:cubicBezTo>
                    <a:pt x="11123" y="446"/>
                    <a:pt x="11095" y="415"/>
                    <a:pt x="11087" y="415"/>
                  </a:cubicBezTo>
                  <a:cubicBezTo>
                    <a:pt x="11078" y="415"/>
                    <a:pt x="11094" y="454"/>
                    <a:pt x="11141" y="527"/>
                  </a:cubicBezTo>
                  <a:cubicBezTo>
                    <a:pt x="11191" y="609"/>
                    <a:pt x="11213" y="645"/>
                    <a:pt x="11209" y="645"/>
                  </a:cubicBezTo>
                  <a:cubicBezTo>
                    <a:pt x="11207" y="645"/>
                    <a:pt x="11189" y="623"/>
                    <a:pt x="11157" y="584"/>
                  </a:cubicBezTo>
                  <a:cubicBezTo>
                    <a:pt x="11116" y="514"/>
                    <a:pt x="11096" y="498"/>
                    <a:pt x="11082" y="498"/>
                  </a:cubicBezTo>
                  <a:cubicBezTo>
                    <a:pt x="11077" y="498"/>
                    <a:pt x="11072" y="501"/>
                    <a:pt x="11068" y="503"/>
                  </a:cubicBezTo>
                  <a:cubicBezTo>
                    <a:pt x="11065" y="505"/>
                    <a:pt x="11064" y="507"/>
                    <a:pt x="11061" y="507"/>
                  </a:cubicBezTo>
                  <a:cubicBezTo>
                    <a:pt x="11057" y="507"/>
                    <a:pt x="11050" y="498"/>
                    <a:pt x="11027" y="470"/>
                  </a:cubicBezTo>
                  <a:cubicBezTo>
                    <a:pt x="10998" y="426"/>
                    <a:pt x="10961" y="388"/>
                    <a:pt x="10943" y="388"/>
                  </a:cubicBezTo>
                  <a:cubicBezTo>
                    <a:pt x="10941" y="388"/>
                    <a:pt x="10939" y="389"/>
                    <a:pt x="10938" y="389"/>
                  </a:cubicBezTo>
                  <a:cubicBezTo>
                    <a:pt x="10922" y="397"/>
                    <a:pt x="10922" y="397"/>
                    <a:pt x="10954" y="446"/>
                  </a:cubicBezTo>
                  <a:cubicBezTo>
                    <a:pt x="10976" y="464"/>
                    <a:pt x="10982" y="476"/>
                    <a:pt x="10974" y="476"/>
                  </a:cubicBezTo>
                  <a:cubicBezTo>
                    <a:pt x="10966" y="476"/>
                    <a:pt x="10938" y="458"/>
                    <a:pt x="10898" y="414"/>
                  </a:cubicBezTo>
                  <a:cubicBezTo>
                    <a:pt x="10882" y="398"/>
                    <a:pt x="10872" y="388"/>
                    <a:pt x="10869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2"/>
            <p:cNvSpPr/>
            <p:nvPr/>
          </p:nvSpPr>
          <p:spPr>
            <a:xfrm>
              <a:off x="6947130" y="2567465"/>
              <a:ext cx="193939" cy="128437"/>
            </a:xfrm>
            <a:custGeom>
              <a:avLst/>
              <a:gdLst/>
              <a:ahLst/>
              <a:cxnLst/>
              <a:rect l="l" t="t" r="r" b="b"/>
              <a:pathLst>
                <a:path w="11251" h="7451" extrusionOk="0">
                  <a:moveTo>
                    <a:pt x="10500" y="0"/>
                  </a:moveTo>
                  <a:lnTo>
                    <a:pt x="10484" y="8"/>
                  </a:lnTo>
                  <a:cubicBezTo>
                    <a:pt x="10476" y="16"/>
                    <a:pt x="10500" y="65"/>
                    <a:pt x="10533" y="114"/>
                  </a:cubicBezTo>
                  <a:lnTo>
                    <a:pt x="10549" y="106"/>
                  </a:lnTo>
                  <a:cubicBezTo>
                    <a:pt x="10533" y="73"/>
                    <a:pt x="10516" y="33"/>
                    <a:pt x="10500" y="0"/>
                  </a:cubicBezTo>
                  <a:close/>
                  <a:moveTo>
                    <a:pt x="10897" y="754"/>
                  </a:moveTo>
                  <a:lnTo>
                    <a:pt x="10938" y="803"/>
                  </a:lnTo>
                  <a:cubicBezTo>
                    <a:pt x="10962" y="852"/>
                    <a:pt x="10954" y="860"/>
                    <a:pt x="10938" y="860"/>
                  </a:cubicBezTo>
                  <a:cubicBezTo>
                    <a:pt x="10936" y="862"/>
                    <a:pt x="10934" y="864"/>
                    <a:pt x="10932" y="864"/>
                  </a:cubicBezTo>
                  <a:cubicBezTo>
                    <a:pt x="10927" y="864"/>
                    <a:pt x="10920" y="854"/>
                    <a:pt x="10897" y="819"/>
                  </a:cubicBezTo>
                  <a:cubicBezTo>
                    <a:pt x="10897" y="819"/>
                    <a:pt x="10881" y="762"/>
                    <a:pt x="10897" y="754"/>
                  </a:cubicBezTo>
                  <a:close/>
                  <a:moveTo>
                    <a:pt x="10667" y="753"/>
                  </a:moveTo>
                  <a:cubicBezTo>
                    <a:pt x="10685" y="753"/>
                    <a:pt x="10722" y="791"/>
                    <a:pt x="10752" y="835"/>
                  </a:cubicBezTo>
                  <a:cubicBezTo>
                    <a:pt x="10824" y="933"/>
                    <a:pt x="10824" y="933"/>
                    <a:pt x="10792" y="941"/>
                  </a:cubicBezTo>
                  <a:cubicBezTo>
                    <a:pt x="10789" y="944"/>
                    <a:pt x="10785" y="947"/>
                    <a:pt x="10779" y="947"/>
                  </a:cubicBezTo>
                  <a:cubicBezTo>
                    <a:pt x="10769" y="947"/>
                    <a:pt x="10755" y="939"/>
                    <a:pt x="10735" y="908"/>
                  </a:cubicBezTo>
                  <a:lnTo>
                    <a:pt x="10752" y="900"/>
                  </a:lnTo>
                  <a:cubicBezTo>
                    <a:pt x="10760" y="914"/>
                    <a:pt x="10766" y="919"/>
                    <a:pt x="10768" y="919"/>
                  </a:cubicBezTo>
                  <a:cubicBezTo>
                    <a:pt x="10773" y="919"/>
                    <a:pt x="10757" y="881"/>
                    <a:pt x="10727" y="852"/>
                  </a:cubicBezTo>
                  <a:lnTo>
                    <a:pt x="10662" y="754"/>
                  </a:lnTo>
                  <a:cubicBezTo>
                    <a:pt x="10664" y="754"/>
                    <a:pt x="10665" y="753"/>
                    <a:pt x="10667" y="753"/>
                  </a:cubicBezTo>
                  <a:close/>
                  <a:moveTo>
                    <a:pt x="9779" y="1058"/>
                  </a:moveTo>
                  <a:cubicBezTo>
                    <a:pt x="9770" y="1058"/>
                    <a:pt x="9760" y="1063"/>
                    <a:pt x="9746" y="1070"/>
                  </a:cubicBezTo>
                  <a:cubicBezTo>
                    <a:pt x="9738" y="1079"/>
                    <a:pt x="9754" y="1135"/>
                    <a:pt x="9754" y="1135"/>
                  </a:cubicBezTo>
                  <a:cubicBezTo>
                    <a:pt x="9769" y="1166"/>
                    <a:pt x="9781" y="1174"/>
                    <a:pt x="9790" y="1174"/>
                  </a:cubicBezTo>
                  <a:cubicBezTo>
                    <a:pt x="9796" y="1174"/>
                    <a:pt x="9800" y="1171"/>
                    <a:pt x="9803" y="1168"/>
                  </a:cubicBezTo>
                  <a:cubicBezTo>
                    <a:pt x="9815" y="1174"/>
                    <a:pt x="9823" y="1177"/>
                    <a:pt x="9829" y="1177"/>
                  </a:cubicBezTo>
                  <a:cubicBezTo>
                    <a:pt x="9853" y="1177"/>
                    <a:pt x="9838" y="1133"/>
                    <a:pt x="9819" y="1095"/>
                  </a:cubicBezTo>
                  <a:cubicBezTo>
                    <a:pt x="9801" y="1067"/>
                    <a:pt x="9790" y="1058"/>
                    <a:pt x="9779" y="1058"/>
                  </a:cubicBezTo>
                  <a:close/>
                  <a:moveTo>
                    <a:pt x="10873" y="1160"/>
                  </a:moveTo>
                  <a:lnTo>
                    <a:pt x="10857" y="1168"/>
                  </a:lnTo>
                  <a:cubicBezTo>
                    <a:pt x="10880" y="1202"/>
                    <a:pt x="10887" y="1212"/>
                    <a:pt x="10891" y="1212"/>
                  </a:cubicBezTo>
                  <a:cubicBezTo>
                    <a:pt x="10893" y="1212"/>
                    <a:pt x="10895" y="1211"/>
                    <a:pt x="10897" y="1208"/>
                  </a:cubicBezTo>
                  <a:lnTo>
                    <a:pt x="10914" y="1200"/>
                  </a:lnTo>
                  <a:lnTo>
                    <a:pt x="10873" y="1160"/>
                  </a:lnTo>
                  <a:close/>
                  <a:moveTo>
                    <a:pt x="9925" y="1103"/>
                  </a:moveTo>
                  <a:cubicBezTo>
                    <a:pt x="9957" y="1152"/>
                    <a:pt x="9957" y="1216"/>
                    <a:pt x="9941" y="1225"/>
                  </a:cubicBezTo>
                  <a:cubicBezTo>
                    <a:pt x="9940" y="1225"/>
                    <a:pt x="9939" y="1225"/>
                    <a:pt x="9939" y="1225"/>
                  </a:cubicBezTo>
                  <a:cubicBezTo>
                    <a:pt x="9928" y="1225"/>
                    <a:pt x="9900" y="1179"/>
                    <a:pt x="9900" y="1119"/>
                  </a:cubicBezTo>
                  <a:lnTo>
                    <a:pt x="9925" y="1103"/>
                  </a:lnTo>
                  <a:close/>
                  <a:moveTo>
                    <a:pt x="7392" y="1301"/>
                  </a:moveTo>
                  <a:cubicBezTo>
                    <a:pt x="7384" y="1301"/>
                    <a:pt x="7389" y="1329"/>
                    <a:pt x="7419" y="1395"/>
                  </a:cubicBezTo>
                  <a:cubicBezTo>
                    <a:pt x="7436" y="1429"/>
                    <a:pt x="7442" y="1439"/>
                    <a:pt x="7449" y="1439"/>
                  </a:cubicBezTo>
                  <a:cubicBezTo>
                    <a:pt x="7452" y="1439"/>
                    <a:pt x="7455" y="1438"/>
                    <a:pt x="7460" y="1435"/>
                  </a:cubicBezTo>
                  <a:cubicBezTo>
                    <a:pt x="7452" y="1403"/>
                    <a:pt x="7435" y="1362"/>
                    <a:pt x="7419" y="1330"/>
                  </a:cubicBezTo>
                  <a:cubicBezTo>
                    <a:pt x="7407" y="1312"/>
                    <a:pt x="7397" y="1301"/>
                    <a:pt x="7392" y="1301"/>
                  </a:cubicBezTo>
                  <a:close/>
                  <a:moveTo>
                    <a:pt x="9268" y="1533"/>
                  </a:moveTo>
                  <a:cubicBezTo>
                    <a:pt x="9268" y="1533"/>
                    <a:pt x="9284" y="1589"/>
                    <a:pt x="9300" y="1646"/>
                  </a:cubicBezTo>
                  <a:cubicBezTo>
                    <a:pt x="9337" y="1737"/>
                    <a:pt x="9353" y="1777"/>
                    <a:pt x="9348" y="1777"/>
                  </a:cubicBezTo>
                  <a:cubicBezTo>
                    <a:pt x="9344" y="1777"/>
                    <a:pt x="9329" y="1753"/>
                    <a:pt x="9300" y="1711"/>
                  </a:cubicBezTo>
                  <a:cubicBezTo>
                    <a:pt x="9268" y="1662"/>
                    <a:pt x="9252" y="1606"/>
                    <a:pt x="9243" y="1549"/>
                  </a:cubicBezTo>
                  <a:lnTo>
                    <a:pt x="9268" y="1533"/>
                  </a:lnTo>
                  <a:close/>
                  <a:moveTo>
                    <a:pt x="9414" y="1719"/>
                  </a:moveTo>
                  <a:lnTo>
                    <a:pt x="9454" y="1760"/>
                  </a:lnTo>
                  <a:cubicBezTo>
                    <a:pt x="9479" y="1808"/>
                    <a:pt x="9470" y="1816"/>
                    <a:pt x="9454" y="1816"/>
                  </a:cubicBezTo>
                  <a:lnTo>
                    <a:pt x="9430" y="1768"/>
                  </a:lnTo>
                  <a:lnTo>
                    <a:pt x="9414" y="1719"/>
                  </a:lnTo>
                  <a:close/>
                  <a:moveTo>
                    <a:pt x="8542" y="1846"/>
                  </a:moveTo>
                  <a:cubicBezTo>
                    <a:pt x="8544" y="1846"/>
                    <a:pt x="8547" y="1851"/>
                    <a:pt x="8554" y="1865"/>
                  </a:cubicBezTo>
                  <a:cubicBezTo>
                    <a:pt x="8555" y="1865"/>
                    <a:pt x="8556" y="1864"/>
                    <a:pt x="8557" y="1864"/>
                  </a:cubicBezTo>
                  <a:cubicBezTo>
                    <a:pt x="8570" y="1864"/>
                    <a:pt x="8570" y="1922"/>
                    <a:pt x="8554" y="1930"/>
                  </a:cubicBezTo>
                  <a:lnTo>
                    <a:pt x="8530" y="1881"/>
                  </a:lnTo>
                  <a:cubicBezTo>
                    <a:pt x="8541" y="1876"/>
                    <a:pt x="8537" y="1846"/>
                    <a:pt x="8542" y="1846"/>
                  </a:cubicBezTo>
                  <a:close/>
                  <a:moveTo>
                    <a:pt x="8879" y="1816"/>
                  </a:moveTo>
                  <a:cubicBezTo>
                    <a:pt x="8895" y="1849"/>
                    <a:pt x="8911" y="1889"/>
                    <a:pt x="8919" y="1922"/>
                  </a:cubicBezTo>
                  <a:lnTo>
                    <a:pt x="8911" y="1930"/>
                  </a:lnTo>
                  <a:cubicBezTo>
                    <a:pt x="8879" y="1881"/>
                    <a:pt x="8854" y="1833"/>
                    <a:pt x="8862" y="1824"/>
                  </a:cubicBezTo>
                  <a:lnTo>
                    <a:pt x="8879" y="1816"/>
                  </a:lnTo>
                  <a:close/>
                  <a:moveTo>
                    <a:pt x="9068" y="1905"/>
                  </a:moveTo>
                  <a:cubicBezTo>
                    <a:pt x="9083" y="1905"/>
                    <a:pt x="9101" y="1961"/>
                    <a:pt x="9146" y="2060"/>
                  </a:cubicBezTo>
                  <a:cubicBezTo>
                    <a:pt x="9146" y="2088"/>
                    <a:pt x="9146" y="2104"/>
                    <a:pt x="9142" y="2104"/>
                  </a:cubicBezTo>
                  <a:cubicBezTo>
                    <a:pt x="9137" y="2104"/>
                    <a:pt x="9125" y="2078"/>
                    <a:pt x="9098" y="2019"/>
                  </a:cubicBezTo>
                  <a:cubicBezTo>
                    <a:pt x="9081" y="1962"/>
                    <a:pt x="9065" y="1906"/>
                    <a:pt x="9065" y="1906"/>
                  </a:cubicBezTo>
                  <a:cubicBezTo>
                    <a:pt x="9066" y="1905"/>
                    <a:pt x="9067" y="1905"/>
                    <a:pt x="9068" y="1905"/>
                  </a:cubicBezTo>
                  <a:close/>
                  <a:moveTo>
                    <a:pt x="8595" y="2173"/>
                  </a:moveTo>
                  <a:cubicBezTo>
                    <a:pt x="8627" y="2222"/>
                    <a:pt x="8652" y="2270"/>
                    <a:pt x="8643" y="2279"/>
                  </a:cubicBezTo>
                  <a:cubicBezTo>
                    <a:pt x="8646" y="2295"/>
                    <a:pt x="8644" y="2302"/>
                    <a:pt x="8640" y="2302"/>
                  </a:cubicBezTo>
                  <a:cubicBezTo>
                    <a:pt x="8628" y="2302"/>
                    <a:pt x="8599" y="2256"/>
                    <a:pt x="8571" y="2181"/>
                  </a:cubicBezTo>
                  <a:lnTo>
                    <a:pt x="8595" y="2173"/>
                  </a:lnTo>
                  <a:close/>
                  <a:moveTo>
                    <a:pt x="8144" y="2229"/>
                  </a:moveTo>
                  <a:cubicBezTo>
                    <a:pt x="8157" y="2229"/>
                    <a:pt x="8198" y="2262"/>
                    <a:pt x="8198" y="2262"/>
                  </a:cubicBezTo>
                  <a:cubicBezTo>
                    <a:pt x="8222" y="2311"/>
                    <a:pt x="8214" y="2319"/>
                    <a:pt x="8214" y="2319"/>
                  </a:cubicBezTo>
                  <a:cubicBezTo>
                    <a:pt x="8208" y="2322"/>
                    <a:pt x="8202" y="2325"/>
                    <a:pt x="8195" y="2325"/>
                  </a:cubicBezTo>
                  <a:cubicBezTo>
                    <a:pt x="8184" y="2325"/>
                    <a:pt x="8172" y="2317"/>
                    <a:pt x="8157" y="2287"/>
                  </a:cubicBezTo>
                  <a:cubicBezTo>
                    <a:pt x="8157" y="2287"/>
                    <a:pt x="8125" y="2238"/>
                    <a:pt x="8141" y="2230"/>
                  </a:cubicBezTo>
                  <a:cubicBezTo>
                    <a:pt x="8142" y="2229"/>
                    <a:pt x="8143" y="2229"/>
                    <a:pt x="8144" y="2229"/>
                  </a:cubicBezTo>
                  <a:close/>
                  <a:moveTo>
                    <a:pt x="8489" y="2295"/>
                  </a:moveTo>
                  <a:lnTo>
                    <a:pt x="8530" y="2335"/>
                  </a:lnTo>
                  <a:lnTo>
                    <a:pt x="8522" y="2343"/>
                  </a:lnTo>
                  <a:cubicBezTo>
                    <a:pt x="8517" y="2346"/>
                    <a:pt x="8514" y="2347"/>
                    <a:pt x="8511" y="2347"/>
                  </a:cubicBezTo>
                  <a:cubicBezTo>
                    <a:pt x="8504" y="2347"/>
                    <a:pt x="8499" y="2337"/>
                    <a:pt x="8481" y="2303"/>
                  </a:cubicBezTo>
                  <a:lnTo>
                    <a:pt x="8489" y="2295"/>
                  </a:lnTo>
                  <a:close/>
                  <a:moveTo>
                    <a:pt x="8914" y="2291"/>
                  </a:moveTo>
                  <a:cubicBezTo>
                    <a:pt x="8913" y="2291"/>
                    <a:pt x="8934" y="2325"/>
                    <a:pt x="8952" y="2360"/>
                  </a:cubicBezTo>
                  <a:lnTo>
                    <a:pt x="8984" y="2408"/>
                  </a:lnTo>
                  <a:lnTo>
                    <a:pt x="8927" y="2311"/>
                  </a:lnTo>
                  <a:cubicBezTo>
                    <a:pt x="8918" y="2297"/>
                    <a:pt x="8914" y="2291"/>
                    <a:pt x="8914" y="2291"/>
                  </a:cubicBezTo>
                  <a:close/>
                  <a:moveTo>
                    <a:pt x="7912" y="2392"/>
                  </a:moveTo>
                  <a:cubicBezTo>
                    <a:pt x="7916" y="2392"/>
                    <a:pt x="7931" y="2401"/>
                    <a:pt x="7941" y="2401"/>
                  </a:cubicBezTo>
                  <a:cubicBezTo>
                    <a:pt x="7943" y="2401"/>
                    <a:pt x="7945" y="2401"/>
                    <a:pt x="7946" y="2400"/>
                  </a:cubicBezTo>
                  <a:cubicBezTo>
                    <a:pt x="7987" y="2441"/>
                    <a:pt x="7987" y="2441"/>
                    <a:pt x="7962" y="2457"/>
                  </a:cubicBezTo>
                  <a:cubicBezTo>
                    <a:pt x="7961" y="2458"/>
                    <a:pt x="7960" y="2458"/>
                    <a:pt x="7959" y="2458"/>
                  </a:cubicBezTo>
                  <a:cubicBezTo>
                    <a:pt x="7943" y="2458"/>
                    <a:pt x="7922" y="2416"/>
                    <a:pt x="7922" y="2416"/>
                  </a:cubicBezTo>
                  <a:cubicBezTo>
                    <a:pt x="7909" y="2397"/>
                    <a:pt x="7908" y="2392"/>
                    <a:pt x="7912" y="2392"/>
                  </a:cubicBezTo>
                  <a:close/>
                  <a:moveTo>
                    <a:pt x="7557" y="2489"/>
                  </a:moveTo>
                  <a:cubicBezTo>
                    <a:pt x="7569" y="2507"/>
                    <a:pt x="7571" y="2513"/>
                    <a:pt x="7569" y="2513"/>
                  </a:cubicBezTo>
                  <a:cubicBezTo>
                    <a:pt x="7567" y="2513"/>
                    <a:pt x="7552" y="2494"/>
                    <a:pt x="7557" y="2489"/>
                  </a:cubicBezTo>
                  <a:close/>
                  <a:moveTo>
                    <a:pt x="8408" y="2473"/>
                  </a:moveTo>
                  <a:lnTo>
                    <a:pt x="8408" y="2473"/>
                  </a:lnTo>
                  <a:cubicBezTo>
                    <a:pt x="8392" y="2481"/>
                    <a:pt x="8425" y="2530"/>
                    <a:pt x="8425" y="2530"/>
                  </a:cubicBezTo>
                  <a:cubicBezTo>
                    <a:pt x="8425" y="2530"/>
                    <a:pt x="8445" y="2571"/>
                    <a:pt x="8461" y="2571"/>
                  </a:cubicBezTo>
                  <a:cubicBezTo>
                    <a:pt x="8463" y="2571"/>
                    <a:pt x="8464" y="2571"/>
                    <a:pt x="8465" y="2570"/>
                  </a:cubicBezTo>
                  <a:lnTo>
                    <a:pt x="8473" y="2562"/>
                  </a:lnTo>
                  <a:cubicBezTo>
                    <a:pt x="8457" y="2530"/>
                    <a:pt x="8433" y="2497"/>
                    <a:pt x="8408" y="2473"/>
                  </a:cubicBezTo>
                  <a:close/>
                  <a:moveTo>
                    <a:pt x="7581" y="2676"/>
                  </a:moveTo>
                  <a:lnTo>
                    <a:pt x="7581" y="2676"/>
                  </a:lnTo>
                  <a:cubicBezTo>
                    <a:pt x="7590" y="2693"/>
                    <a:pt x="7590" y="2699"/>
                    <a:pt x="7588" y="2699"/>
                  </a:cubicBezTo>
                  <a:cubicBezTo>
                    <a:pt x="7584" y="2699"/>
                    <a:pt x="7571" y="2681"/>
                    <a:pt x="7581" y="2676"/>
                  </a:cubicBezTo>
                  <a:close/>
                  <a:moveTo>
                    <a:pt x="7735" y="2587"/>
                  </a:moveTo>
                  <a:lnTo>
                    <a:pt x="7735" y="2587"/>
                  </a:lnTo>
                  <a:cubicBezTo>
                    <a:pt x="7760" y="2611"/>
                    <a:pt x="7784" y="2643"/>
                    <a:pt x="7808" y="2676"/>
                  </a:cubicBezTo>
                  <a:cubicBezTo>
                    <a:pt x="7819" y="2698"/>
                    <a:pt x="7824" y="2712"/>
                    <a:pt x="7818" y="2712"/>
                  </a:cubicBezTo>
                  <a:cubicBezTo>
                    <a:pt x="7812" y="2712"/>
                    <a:pt x="7791" y="2692"/>
                    <a:pt x="7752" y="2643"/>
                  </a:cubicBezTo>
                  <a:cubicBezTo>
                    <a:pt x="7719" y="2595"/>
                    <a:pt x="7719" y="2595"/>
                    <a:pt x="7735" y="2587"/>
                  </a:cubicBezTo>
                  <a:close/>
                  <a:moveTo>
                    <a:pt x="7646" y="2635"/>
                  </a:moveTo>
                  <a:lnTo>
                    <a:pt x="7687" y="2676"/>
                  </a:lnTo>
                  <a:lnTo>
                    <a:pt x="7703" y="2733"/>
                  </a:lnTo>
                  <a:lnTo>
                    <a:pt x="7687" y="2741"/>
                  </a:lnTo>
                  <a:cubicBezTo>
                    <a:pt x="7662" y="2692"/>
                    <a:pt x="7630" y="2643"/>
                    <a:pt x="7646" y="2635"/>
                  </a:cubicBezTo>
                  <a:close/>
                  <a:moveTo>
                    <a:pt x="8416" y="2984"/>
                  </a:moveTo>
                  <a:lnTo>
                    <a:pt x="8384" y="3000"/>
                  </a:lnTo>
                  <a:cubicBezTo>
                    <a:pt x="8407" y="3035"/>
                    <a:pt x="8414" y="3045"/>
                    <a:pt x="8419" y="3045"/>
                  </a:cubicBezTo>
                  <a:cubicBezTo>
                    <a:pt x="8421" y="3045"/>
                    <a:pt x="8422" y="3043"/>
                    <a:pt x="8425" y="3041"/>
                  </a:cubicBezTo>
                  <a:cubicBezTo>
                    <a:pt x="8457" y="3024"/>
                    <a:pt x="8457" y="3024"/>
                    <a:pt x="8416" y="2984"/>
                  </a:cubicBezTo>
                  <a:close/>
                  <a:moveTo>
                    <a:pt x="6730" y="3016"/>
                  </a:moveTo>
                  <a:lnTo>
                    <a:pt x="6771" y="3057"/>
                  </a:lnTo>
                  <a:lnTo>
                    <a:pt x="6787" y="3114"/>
                  </a:lnTo>
                  <a:lnTo>
                    <a:pt x="6779" y="3122"/>
                  </a:lnTo>
                  <a:cubicBezTo>
                    <a:pt x="6746" y="3073"/>
                    <a:pt x="6714" y="3024"/>
                    <a:pt x="6730" y="3016"/>
                  </a:cubicBezTo>
                  <a:close/>
                  <a:moveTo>
                    <a:pt x="6416" y="3194"/>
                  </a:moveTo>
                  <a:cubicBezTo>
                    <a:pt x="6433" y="3194"/>
                    <a:pt x="6472" y="3294"/>
                    <a:pt x="6503" y="3341"/>
                  </a:cubicBezTo>
                  <a:cubicBezTo>
                    <a:pt x="6499" y="3343"/>
                    <a:pt x="6495" y="3344"/>
                    <a:pt x="6493" y="3344"/>
                  </a:cubicBezTo>
                  <a:cubicBezTo>
                    <a:pt x="6485" y="3344"/>
                    <a:pt x="6480" y="3333"/>
                    <a:pt x="6463" y="3292"/>
                  </a:cubicBezTo>
                  <a:cubicBezTo>
                    <a:pt x="6438" y="3260"/>
                    <a:pt x="6422" y="3227"/>
                    <a:pt x="6414" y="3195"/>
                  </a:cubicBezTo>
                  <a:cubicBezTo>
                    <a:pt x="6414" y="3194"/>
                    <a:pt x="6415" y="3194"/>
                    <a:pt x="6416" y="3194"/>
                  </a:cubicBezTo>
                  <a:close/>
                  <a:moveTo>
                    <a:pt x="6073" y="3511"/>
                  </a:moveTo>
                  <a:lnTo>
                    <a:pt x="6122" y="3551"/>
                  </a:lnTo>
                  <a:lnTo>
                    <a:pt x="6138" y="3608"/>
                  </a:lnTo>
                  <a:lnTo>
                    <a:pt x="6122" y="3616"/>
                  </a:lnTo>
                  <a:cubicBezTo>
                    <a:pt x="6090" y="3568"/>
                    <a:pt x="6065" y="3519"/>
                    <a:pt x="6073" y="3511"/>
                  </a:cubicBezTo>
                  <a:close/>
                  <a:moveTo>
                    <a:pt x="6438" y="3697"/>
                  </a:moveTo>
                  <a:cubicBezTo>
                    <a:pt x="6454" y="3730"/>
                    <a:pt x="6471" y="3770"/>
                    <a:pt x="6479" y="3803"/>
                  </a:cubicBezTo>
                  <a:lnTo>
                    <a:pt x="6463" y="3811"/>
                  </a:lnTo>
                  <a:cubicBezTo>
                    <a:pt x="6438" y="3762"/>
                    <a:pt x="6406" y="3714"/>
                    <a:pt x="6422" y="3705"/>
                  </a:cubicBezTo>
                  <a:lnTo>
                    <a:pt x="6438" y="3697"/>
                  </a:lnTo>
                  <a:close/>
                  <a:moveTo>
                    <a:pt x="5165" y="4014"/>
                  </a:moveTo>
                  <a:cubicBezTo>
                    <a:pt x="5214" y="4054"/>
                    <a:pt x="5222" y="4111"/>
                    <a:pt x="5214" y="4119"/>
                  </a:cubicBezTo>
                  <a:cubicBezTo>
                    <a:pt x="5205" y="4125"/>
                    <a:pt x="5199" y="4129"/>
                    <a:pt x="5194" y="4129"/>
                  </a:cubicBezTo>
                  <a:cubicBezTo>
                    <a:pt x="5185" y="4129"/>
                    <a:pt x="5178" y="4117"/>
                    <a:pt x="5157" y="4087"/>
                  </a:cubicBezTo>
                  <a:cubicBezTo>
                    <a:pt x="5125" y="4038"/>
                    <a:pt x="5157" y="4022"/>
                    <a:pt x="5165" y="4014"/>
                  </a:cubicBezTo>
                  <a:close/>
                  <a:moveTo>
                    <a:pt x="4654" y="4362"/>
                  </a:moveTo>
                  <a:cubicBezTo>
                    <a:pt x="4679" y="4403"/>
                    <a:pt x="4687" y="4435"/>
                    <a:pt x="4703" y="4468"/>
                  </a:cubicBezTo>
                  <a:lnTo>
                    <a:pt x="4687" y="4476"/>
                  </a:lnTo>
                  <a:cubicBezTo>
                    <a:pt x="4663" y="4427"/>
                    <a:pt x="4630" y="4378"/>
                    <a:pt x="4646" y="4370"/>
                  </a:cubicBezTo>
                  <a:lnTo>
                    <a:pt x="4654" y="4362"/>
                  </a:lnTo>
                  <a:close/>
                  <a:moveTo>
                    <a:pt x="3113" y="4990"/>
                  </a:moveTo>
                  <a:lnTo>
                    <a:pt x="3113" y="4990"/>
                  </a:lnTo>
                  <a:cubicBezTo>
                    <a:pt x="3113" y="4990"/>
                    <a:pt x="3115" y="4993"/>
                    <a:pt x="3118" y="4997"/>
                  </a:cubicBezTo>
                  <a:lnTo>
                    <a:pt x="3118" y="4997"/>
                  </a:lnTo>
                  <a:cubicBezTo>
                    <a:pt x="3115" y="4992"/>
                    <a:pt x="3113" y="4990"/>
                    <a:pt x="3113" y="4990"/>
                  </a:cubicBezTo>
                  <a:close/>
                  <a:moveTo>
                    <a:pt x="3118" y="4997"/>
                  </a:moveTo>
                  <a:cubicBezTo>
                    <a:pt x="3125" y="5007"/>
                    <a:pt x="3140" y="5029"/>
                    <a:pt x="3163" y="5068"/>
                  </a:cubicBezTo>
                  <a:cubicBezTo>
                    <a:pt x="3163" y="5068"/>
                    <a:pt x="3164" y="5069"/>
                    <a:pt x="3165" y="5069"/>
                  </a:cubicBezTo>
                  <a:lnTo>
                    <a:pt x="3165" y="5069"/>
                  </a:lnTo>
                  <a:cubicBezTo>
                    <a:pt x="3159" y="5056"/>
                    <a:pt x="3150" y="5039"/>
                    <a:pt x="3138" y="5019"/>
                  </a:cubicBezTo>
                  <a:cubicBezTo>
                    <a:pt x="3129" y="5010"/>
                    <a:pt x="3122" y="5002"/>
                    <a:pt x="3118" y="4997"/>
                  </a:cubicBezTo>
                  <a:close/>
                  <a:moveTo>
                    <a:pt x="3090" y="5238"/>
                  </a:moveTo>
                  <a:cubicBezTo>
                    <a:pt x="3084" y="5243"/>
                    <a:pt x="3093" y="5265"/>
                    <a:pt x="3095" y="5265"/>
                  </a:cubicBezTo>
                  <a:cubicBezTo>
                    <a:pt x="3096" y="5265"/>
                    <a:pt x="3095" y="5258"/>
                    <a:pt x="3090" y="5238"/>
                  </a:cubicBezTo>
                  <a:close/>
                  <a:moveTo>
                    <a:pt x="3325" y="5180"/>
                  </a:moveTo>
                  <a:cubicBezTo>
                    <a:pt x="3335" y="5180"/>
                    <a:pt x="3339" y="5193"/>
                    <a:pt x="3349" y="5230"/>
                  </a:cubicBezTo>
                  <a:cubicBezTo>
                    <a:pt x="3353" y="5259"/>
                    <a:pt x="3353" y="5273"/>
                    <a:pt x="3348" y="5273"/>
                  </a:cubicBezTo>
                  <a:cubicBezTo>
                    <a:pt x="3342" y="5273"/>
                    <a:pt x="3332" y="5261"/>
                    <a:pt x="3317" y="5238"/>
                  </a:cubicBezTo>
                  <a:cubicBezTo>
                    <a:pt x="3292" y="5189"/>
                    <a:pt x="3292" y="5189"/>
                    <a:pt x="3300" y="5189"/>
                  </a:cubicBezTo>
                  <a:cubicBezTo>
                    <a:pt x="3312" y="5184"/>
                    <a:pt x="3319" y="5180"/>
                    <a:pt x="3325" y="5180"/>
                  </a:cubicBezTo>
                  <a:close/>
                  <a:moveTo>
                    <a:pt x="3211" y="5238"/>
                  </a:moveTo>
                  <a:lnTo>
                    <a:pt x="3252" y="5278"/>
                  </a:lnTo>
                  <a:lnTo>
                    <a:pt x="3244" y="5286"/>
                  </a:lnTo>
                  <a:cubicBezTo>
                    <a:pt x="3239" y="5289"/>
                    <a:pt x="3236" y="5291"/>
                    <a:pt x="3233" y="5291"/>
                  </a:cubicBezTo>
                  <a:cubicBezTo>
                    <a:pt x="3225" y="5291"/>
                    <a:pt x="3218" y="5280"/>
                    <a:pt x="3195" y="5246"/>
                  </a:cubicBezTo>
                  <a:lnTo>
                    <a:pt x="3211" y="5238"/>
                  </a:lnTo>
                  <a:close/>
                  <a:moveTo>
                    <a:pt x="3082" y="5311"/>
                  </a:moveTo>
                  <a:lnTo>
                    <a:pt x="3122" y="5351"/>
                  </a:lnTo>
                  <a:lnTo>
                    <a:pt x="3106" y="5359"/>
                  </a:lnTo>
                  <a:cubicBezTo>
                    <a:pt x="3104" y="5362"/>
                    <a:pt x="3102" y="5363"/>
                    <a:pt x="3100" y="5363"/>
                  </a:cubicBezTo>
                  <a:cubicBezTo>
                    <a:pt x="3095" y="5363"/>
                    <a:pt x="3088" y="5353"/>
                    <a:pt x="3065" y="5319"/>
                  </a:cubicBezTo>
                  <a:lnTo>
                    <a:pt x="3082" y="5311"/>
                  </a:lnTo>
                  <a:close/>
                  <a:moveTo>
                    <a:pt x="3714" y="5286"/>
                  </a:moveTo>
                  <a:lnTo>
                    <a:pt x="3755" y="5327"/>
                  </a:lnTo>
                  <a:cubicBezTo>
                    <a:pt x="3779" y="5376"/>
                    <a:pt x="3771" y="5384"/>
                    <a:pt x="3771" y="5384"/>
                  </a:cubicBezTo>
                  <a:cubicBezTo>
                    <a:pt x="3755" y="5384"/>
                    <a:pt x="3755" y="5384"/>
                    <a:pt x="3730" y="5335"/>
                  </a:cubicBezTo>
                  <a:cubicBezTo>
                    <a:pt x="3730" y="5335"/>
                    <a:pt x="3698" y="5286"/>
                    <a:pt x="3714" y="5286"/>
                  </a:cubicBezTo>
                  <a:close/>
                  <a:moveTo>
                    <a:pt x="3584" y="5416"/>
                  </a:moveTo>
                  <a:lnTo>
                    <a:pt x="3625" y="5465"/>
                  </a:lnTo>
                  <a:lnTo>
                    <a:pt x="3641" y="5514"/>
                  </a:lnTo>
                  <a:lnTo>
                    <a:pt x="3625" y="5522"/>
                  </a:lnTo>
                  <a:cubicBezTo>
                    <a:pt x="3600" y="5473"/>
                    <a:pt x="3568" y="5424"/>
                    <a:pt x="3584" y="5416"/>
                  </a:cubicBezTo>
                  <a:close/>
                  <a:moveTo>
                    <a:pt x="2976" y="5432"/>
                  </a:moveTo>
                  <a:lnTo>
                    <a:pt x="2976" y="5432"/>
                  </a:lnTo>
                  <a:cubicBezTo>
                    <a:pt x="3000" y="5457"/>
                    <a:pt x="3025" y="5489"/>
                    <a:pt x="3049" y="5522"/>
                  </a:cubicBezTo>
                  <a:lnTo>
                    <a:pt x="3033" y="5530"/>
                  </a:lnTo>
                  <a:cubicBezTo>
                    <a:pt x="3032" y="5530"/>
                    <a:pt x="3032" y="5531"/>
                    <a:pt x="3031" y="5531"/>
                  </a:cubicBezTo>
                  <a:cubicBezTo>
                    <a:pt x="3020" y="5531"/>
                    <a:pt x="2992" y="5489"/>
                    <a:pt x="2992" y="5489"/>
                  </a:cubicBezTo>
                  <a:cubicBezTo>
                    <a:pt x="2992" y="5489"/>
                    <a:pt x="2960" y="5441"/>
                    <a:pt x="2976" y="5432"/>
                  </a:cubicBezTo>
                  <a:close/>
                  <a:moveTo>
                    <a:pt x="2448" y="5696"/>
                  </a:moveTo>
                  <a:lnTo>
                    <a:pt x="2448" y="5696"/>
                  </a:lnTo>
                  <a:cubicBezTo>
                    <a:pt x="2450" y="5696"/>
                    <a:pt x="2456" y="5702"/>
                    <a:pt x="2465" y="5716"/>
                  </a:cubicBezTo>
                  <a:lnTo>
                    <a:pt x="2490" y="5765"/>
                  </a:lnTo>
                  <a:cubicBezTo>
                    <a:pt x="2502" y="5806"/>
                    <a:pt x="2514" y="5848"/>
                    <a:pt x="2509" y="5848"/>
                  </a:cubicBezTo>
                  <a:cubicBezTo>
                    <a:pt x="2508" y="5848"/>
                    <a:pt x="2504" y="5843"/>
                    <a:pt x="2498" y="5830"/>
                  </a:cubicBezTo>
                  <a:cubicBezTo>
                    <a:pt x="2473" y="5797"/>
                    <a:pt x="2457" y="5765"/>
                    <a:pt x="2449" y="5724"/>
                  </a:cubicBezTo>
                  <a:cubicBezTo>
                    <a:pt x="2449" y="5724"/>
                    <a:pt x="2441" y="5696"/>
                    <a:pt x="2448" y="5696"/>
                  </a:cubicBezTo>
                  <a:close/>
                  <a:moveTo>
                    <a:pt x="2103" y="6113"/>
                  </a:moveTo>
                  <a:cubicBezTo>
                    <a:pt x="2121" y="6113"/>
                    <a:pt x="2174" y="6205"/>
                    <a:pt x="2174" y="6268"/>
                  </a:cubicBezTo>
                  <a:cubicBezTo>
                    <a:pt x="2171" y="6270"/>
                    <a:pt x="2169" y="6272"/>
                    <a:pt x="2168" y="6272"/>
                  </a:cubicBezTo>
                  <a:cubicBezTo>
                    <a:pt x="2163" y="6272"/>
                    <a:pt x="2156" y="6262"/>
                    <a:pt x="2133" y="6227"/>
                  </a:cubicBezTo>
                  <a:cubicBezTo>
                    <a:pt x="2101" y="6178"/>
                    <a:pt x="2092" y="6122"/>
                    <a:pt x="2101" y="6113"/>
                  </a:cubicBezTo>
                  <a:cubicBezTo>
                    <a:pt x="2101" y="6113"/>
                    <a:pt x="2102" y="6113"/>
                    <a:pt x="2103" y="6113"/>
                  </a:cubicBezTo>
                  <a:close/>
                  <a:moveTo>
                    <a:pt x="272" y="7168"/>
                  </a:moveTo>
                  <a:cubicBezTo>
                    <a:pt x="275" y="7168"/>
                    <a:pt x="289" y="7193"/>
                    <a:pt x="317" y="7240"/>
                  </a:cubicBezTo>
                  <a:cubicBezTo>
                    <a:pt x="341" y="7289"/>
                    <a:pt x="374" y="7338"/>
                    <a:pt x="357" y="7346"/>
                  </a:cubicBezTo>
                  <a:cubicBezTo>
                    <a:pt x="368" y="7382"/>
                    <a:pt x="369" y="7396"/>
                    <a:pt x="365" y="7396"/>
                  </a:cubicBezTo>
                  <a:cubicBezTo>
                    <a:pt x="356" y="7396"/>
                    <a:pt x="323" y="7326"/>
                    <a:pt x="301" y="7249"/>
                  </a:cubicBezTo>
                  <a:cubicBezTo>
                    <a:pt x="280" y="7195"/>
                    <a:pt x="270" y="7168"/>
                    <a:pt x="272" y="7168"/>
                  </a:cubicBezTo>
                  <a:close/>
                  <a:moveTo>
                    <a:pt x="10756" y="404"/>
                  </a:moveTo>
                  <a:cubicBezTo>
                    <a:pt x="10752" y="404"/>
                    <a:pt x="10766" y="428"/>
                    <a:pt x="10800" y="487"/>
                  </a:cubicBezTo>
                  <a:cubicBezTo>
                    <a:pt x="10831" y="539"/>
                    <a:pt x="10838" y="568"/>
                    <a:pt x="10826" y="568"/>
                  </a:cubicBezTo>
                  <a:cubicBezTo>
                    <a:pt x="10816" y="568"/>
                    <a:pt x="10793" y="548"/>
                    <a:pt x="10760" y="503"/>
                  </a:cubicBezTo>
                  <a:lnTo>
                    <a:pt x="10735" y="519"/>
                  </a:lnTo>
                  <a:cubicBezTo>
                    <a:pt x="10727" y="527"/>
                    <a:pt x="10752" y="576"/>
                    <a:pt x="10784" y="625"/>
                  </a:cubicBezTo>
                  <a:cubicBezTo>
                    <a:pt x="10818" y="684"/>
                    <a:pt x="10832" y="707"/>
                    <a:pt x="10828" y="707"/>
                  </a:cubicBezTo>
                  <a:cubicBezTo>
                    <a:pt x="10826" y="707"/>
                    <a:pt x="10816" y="697"/>
                    <a:pt x="10800" y="681"/>
                  </a:cubicBezTo>
                  <a:cubicBezTo>
                    <a:pt x="10768" y="657"/>
                    <a:pt x="10743" y="625"/>
                    <a:pt x="10727" y="592"/>
                  </a:cubicBezTo>
                  <a:cubicBezTo>
                    <a:pt x="10707" y="562"/>
                    <a:pt x="10696" y="554"/>
                    <a:pt x="10687" y="554"/>
                  </a:cubicBezTo>
                  <a:cubicBezTo>
                    <a:pt x="10682" y="554"/>
                    <a:pt x="10677" y="557"/>
                    <a:pt x="10670" y="560"/>
                  </a:cubicBezTo>
                  <a:cubicBezTo>
                    <a:pt x="10654" y="568"/>
                    <a:pt x="10630" y="584"/>
                    <a:pt x="10662" y="633"/>
                  </a:cubicBezTo>
                  <a:cubicBezTo>
                    <a:pt x="10669" y="647"/>
                    <a:pt x="10672" y="653"/>
                    <a:pt x="10672" y="653"/>
                  </a:cubicBezTo>
                  <a:cubicBezTo>
                    <a:pt x="10672" y="653"/>
                    <a:pt x="10653" y="618"/>
                    <a:pt x="10630" y="584"/>
                  </a:cubicBezTo>
                  <a:cubicBezTo>
                    <a:pt x="10624" y="584"/>
                    <a:pt x="10608" y="562"/>
                    <a:pt x="10608" y="562"/>
                  </a:cubicBezTo>
                  <a:lnTo>
                    <a:pt x="10608" y="562"/>
                  </a:lnTo>
                  <a:cubicBezTo>
                    <a:pt x="10607" y="562"/>
                    <a:pt x="10611" y="568"/>
                    <a:pt x="10622" y="584"/>
                  </a:cubicBezTo>
                  <a:cubicBezTo>
                    <a:pt x="10622" y="584"/>
                    <a:pt x="10620" y="585"/>
                    <a:pt x="10615" y="585"/>
                  </a:cubicBezTo>
                  <a:cubicBezTo>
                    <a:pt x="10606" y="585"/>
                    <a:pt x="10587" y="581"/>
                    <a:pt x="10549" y="560"/>
                  </a:cubicBezTo>
                  <a:cubicBezTo>
                    <a:pt x="10542" y="556"/>
                    <a:pt x="10537" y="554"/>
                    <a:pt x="10533" y="554"/>
                  </a:cubicBezTo>
                  <a:cubicBezTo>
                    <a:pt x="10499" y="554"/>
                    <a:pt x="10527" y="656"/>
                    <a:pt x="10612" y="720"/>
                  </a:cubicBezTo>
                  <a:lnTo>
                    <a:pt x="10612" y="720"/>
                  </a:lnTo>
                  <a:cubicBezTo>
                    <a:pt x="10608" y="723"/>
                    <a:pt x="10604" y="726"/>
                    <a:pt x="10597" y="730"/>
                  </a:cubicBezTo>
                  <a:cubicBezTo>
                    <a:pt x="10581" y="738"/>
                    <a:pt x="10614" y="787"/>
                    <a:pt x="10614" y="787"/>
                  </a:cubicBezTo>
                  <a:cubicBezTo>
                    <a:pt x="10646" y="835"/>
                    <a:pt x="10630" y="843"/>
                    <a:pt x="10614" y="852"/>
                  </a:cubicBezTo>
                  <a:lnTo>
                    <a:pt x="10557" y="754"/>
                  </a:lnTo>
                  <a:cubicBezTo>
                    <a:pt x="10516" y="667"/>
                    <a:pt x="10480" y="616"/>
                    <a:pt x="10469" y="616"/>
                  </a:cubicBezTo>
                  <a:cubicBezTo>
                    <a:pt x="10461" y="616"/>
                    <a:pt x="10468" y="647"/>
                    <a:pt x="10500" y="714"/>
                  </a:cubicBezTo>
                  <a:lnTo>
                    <a:pt x="10476" y="665"/>
                  </a:lnTo>
                  <a:cubicBezTo>
                    <a:pt x="10462" y="644"/>
                    <a:pt x="10453" y="634"/>
                    <a:pt x="10446" y="634"/>
                  </a:cubicBezTo>
                  <a:cubicBezTo>
                    <a:pt x="10438" y="634"/>
                    <a:pt x="10435" y="652"/>
                    <a:pt x="10435" y="689"/>
                  </a:cubicBezTo>
                  <a:cubicBezTo>
                    <a:pt x="10419" y="698"/>
                    <a:pt x="10468" y="803"/>
                    <a:pt x="10492" y="852"/>
                  </a:cubicBezTo>
                  <a:cubicBezTo>
                    <a:pt x="10524" y="900"/>
                    <a:pt x="10508" y="908"/>
                    <a:pt x="10508" y="908"/>
                  </a:cubicBezTo>
                  <a:cubicBezTo>
                    <a:pt x="10506" y="911"/>
                    <a:pt x="10504" y="912"/>
                    <a:pt x="10502" y="912"/>
                  </a:cubicBezTo>
                  <a:cubicBezTo>
                    <a:pt x="10497" y="912"/>
                    <a:pt x="10491" y="902"/>
                    <a:pt x="10468" y="868"/>
                  </a:cubicBezTo>
                  <a:cubicBezTo>
                    <a:pt x="10442" y="824"/>
                    <a:pt x="10423" y="803"/>
                    <a:pt x="10414" y="803"/>
                  </a:cubicBezTo>
                  <a:cubicBezTo>
                    <a:pt x="10402" y="803"/>
                    <a:pt x="10405" y="834"/>
                    <a:pt x="10427" y="892"/>
                  </a:cubicBezTo>
                  <a:lnTo>
                    <a:pt x="10403" y="843"/>
                  </a:lnTo>
                  <a:cubicBezTo>
                    <a:pt x="10384" y="811"/>
                    <a:pt x="10363" y="783"/>
                    <a:pt x="10340" y="783"/>
                  </a:cubicBezTo>
                  <a:cubicBezTo>
                    <a:pt x="10324" y="783"/>
                    <a:pt x="10306" y="798"/>
                    <a:pt x="10289" y="835"/>
                  </a:cubicBezTo>
                  <a:cubicBezTo>
                    <a:pt x="10263" y="853"/>
                    <a:pt x="10238" y="866"/>
                    <a:pt x="10217" y="866"/>
                  </a:cubicBezTo>
                  <a:cubicBezTo>
                    <a:pt x="10199" y="866"/>
                    <a:pt x="10182" y="857"/>
                    <a:pt x="10168" y="835"/>
                  </a:cubicBezTo>
                  <a:cubicBezTo>
                    <a:pt x="10164" y="828"/>
                    <a:pt x="10161" y="825"/>
                    <a:pt x="10159" y="825"/>
                  </a:cubicBezTo>
                  <a:cubicBezTo>
                    <a:pt x="10144" y="825"/>
                    <a:pt x="10148" y="933"/>
                    <a:pt x="10176" y="1030"/>
                  </a:cubicBezTo>
                  <a:cubicBezTo>
                    <a:pt x="10161" y="1000"/>
                    <a:pt x="10149" y="991"/>
                    <a:pt x="10136" y="991"/>
                  </a:cubicBezTo>
                  <a:cubicBezTo>
                    <a:pt x="10128" y="991"/>
                    <a:pt x="10120" y="994"/>
                    <a:pt x="10111" y="998"/>
                  </a:cubicBezTo>
                  <a:cubicBezTo>
                    <a:pt x="10094" y="1008"/>
                    <a:pt x="10084" y="1013"/>
                    <a:pt x="10076" y="1013"/>
                  </a:cubicBezTo>
                  <a:cubicBezTo>
                    <a:pt x="10065" y="1013"/>
                    <a:pt x="10057" y="1002"/>
                    <a:pt x="10038" y="973"/>
                  </a:cubicBezTo>
                  <a:cubicBezTo>
                    <a:pt x="10018" y="921"/>
                    <a:pt x="10008" y="895"/>
                    <a:pt x="10007" y="895"/>
                  </a:cubicBezTo>
                  <a:lnTo>
                    <a:pt x="10007" y="895"/>
                  </a:lnTo>
                  <a:cubicBezTo>
                    <a:pt x="10005" y="895"/>
                    <a:pt x="10013" y="923"/>
                    <a:pt x="10030" y="981"/>
                  </a:cubicBezTo>
                  <a:cubicBezTo>
                    <a:pt x="10048" y="1029"/>
                    <a:pt x="10045" y="1050"/>
                    <a:pt x="10031" y="1050"/>
                  </a:cubicBezTo>
                  <a:cubicBezTo>
                    <a:pt x="10014" y="1050"/>
                    <a:pt x="9980" y="1019"/>
                    <a:pt x="9949" y="965"/>
                  </a:cubicBezTo>
                  <a:cubicBezTo>
                    <a:pt x="9929" y="935"/>
                    <a:pt x="9918" y="927"/>
                    <a:pt x="9905" y="927"/>
                  </a:cubicBezTo>
                  <a:cubicBezTo>
                    <a:pt x="9897" y="927"/>
                    <a:pt x="9888" y="930"/>
                    <a:pt x="9876" y="933"/>
                  </a:cubicBezTo>
                  <a:cubicBezTo>
                    <a:pt x="9892" y="965"/>
                    <a:pt x="9876" y="1006"/>
                    <a:pt x="9843" y="1022"/>
                  </a:cubicBezTo>
                  <a:cubicBezTo>
                    <a:pt x="9803" y="1046"/>
                    <a:pt x="9803" y="1046"/>
                    <a:pt x="9860" y="1143"/>
                  </a:cubicBezTo>
                  <a:cubicBezTo>
                    <a:pt x="9916" y="1241"/>
                    <a:pt x="9908" y="1249"/>
                    <a:pt x="9876" y="1257"/>
                  </a:cubicBezTo>
                  <a:cubicBezTo>
                    <a:pt x="9873" y="1260"/>
                    <a:pt x="9869" y="1263"/>
                    <a:pt x="9863" y="1263"/>
                  </a:cubicBezTo>
                  <a:cubicBezTo>
                    <a:pt x="9854" y="1263"/>
                    <a:pt x="9842" y="1255"/>
                    <a:pt x="9827" y="1225"/>
                  </a:cubicBezTo>
                  <a:cubicBezTo>
                    <a:pt x="9827" y="1225"/>
                    <a:pt x="9787" y="1191"/>
                    <a:pt x="9774" y="1191"/>
                  </a:cubicBezTo>
                  <a:cubicBezTo>
                    <a:pt x="9772" y="1191"/>
                    <a:pt x="9771" y="1191"/>
                    <a:pt x="9770" y="1192"/>
                  </a:cubicBezTo>
                  <a:cubicBezTo>
                    <a:pt x="9764" y="1195"/>
                    <a:pt x="9758" y="1198"/>
                    <a:pt x="9752" y="1198"/>
                  </a:cubicBezTo>
                  <a:cubicBezTo>
                    <a:pt x="9741" y="1198"/>
                    <a:pt x="9729" y="1190"/>
                    <a:pt x="9714" y="1160"/>
                  </a:cubicBezTo>
                  <a:cubicBezTo>
                    <a:pt x="9714" y="1160"/>
                    <a:pt x="9680" y="1126"/>
                    <a:pt x="9650" y="1126"/>
                  </a:cubicBezTo>
                  <a:cubicBezTo>
                    <a:pt x="9647" y="1126"/>
                    <a:pt x="9644" y="1126"/>
                    <a:pt x="9641" y="1127"/>
                  </a:cubicBezTo>
                  <a:cubicBezTo>
                    <a:pt x="9629" y="1135"/>
                    <a:pt x="9616" y="1143"/>
                    <a:pt x="9603" y="1143"/>
                  </a:cubicBezTo>
                  <a:cubicBezTo>
                    <a:pt x="9590" y="1143"/>
                    <a:pt x="9576" y="1135"/>
                    <a:pt x="9560" y="1111"/>
                  </a:cubicBezTo>
                  <a:lnTo>
                    <a:pt x="9560" y="1111"/>
                  </a:lnTo>
                  <a:cubicBezTo>
                    <a:pt x="9552" y="1119"/>
                    <a:pt x="9552" y="1119"/>
                    <a:pt x="9576" y="1168"/>
                  </a:cubicBezTo>
                  <a:cubicBezTo>
                    <a:pt x="9604" y="1211"/>
                    <a:pt x="9620" y="1260"/>
                    <a:pt x="9568" y="1260"/>
                  </a:cubicBezTo>
                  <a:cubicBezTo>
                    <a:pt x="9561" y="1260"/>
                    <a:pt x="9553" y="1259"/>
                    <a:pt x="9543" y="1257"/>
                  </a:cubicBezTo>
                  <a:cubicBezTo>
                    <a:pt x="9519" y="1265"/>
                    <a:pt x="9479" y="1289"/>
                    <a:pt x="9503" y="1338"/>
                  </a:cubicBezTo>
                  <a:cubicBezTo>
                    <a:pt x="9501" y="1340"/>
                    <a:pt x="9499" y="1342"/>
                    <a:pt x="9497" y="1342"/>
                  </a:cubicBezTo>
                  <a:cubicBezTo>
                    <a:pt x="9492" y="1342"/>
                    <a:pt x="9485" y="1332"/>
                    <a:pt x="9462" y="1297"/>
                  </a:cubicBezTo>
                  <a:cubicBezTo>
                    <a:pt x="9437" y="1254"/>
                    <a:pt x="9418" y="1234"/>
                    <a:pt x="9408" y="1234"/>
                  </a:cubicBezTo>
                  <a:cubicBezTo>
                    <a:pt x="9395" y="1234"/>
                    <a:pt x="9396" y="1267"/>
                    <a:pt x="9414" y="1330"/>
                  </a:cubicBezTo>
                  <a:cubicBezTo>
                    <a:pt x="9427" y="1356"/>
                    <a:pt x="9431" y="1371"/>
                    <a:pt x="9423" y="1371"/>
                  </a:cubicBezTo>
                  <a:cubicBezTo>
                    <a:pt x="9417" y="1371"/>
                    <a:pt x="9404" y="1360"/>
                    <a:pt x="9381" y="1338"/>
                  </a:cubicBezTo>
                  <a:lnTo>
                    <a:pt x="9381" y="1338"/>
                  </a:lnTo>
                  <a:cubicBezTo>
                    <a:pt x="9381" y="1338"/>
                    <a:pt x="9373" y="1346"/>
                    <a:pt x="9389" y="1403"/>
                  </a:cubicBezTo>
                  <a:cubicBezTo>
                    <a:pt x="9399" y="1435"/>
                    <a:pt x="9403" y="1449"/>
                    <a:pt x="9394" y="1449"/>
                  </a:cubicBezTo>
                  <a:cubicBezTo>
                    <a:pt x="9387" y="1449"/>
                    <a:pt x="9373" y="1441"/>
                    <a:pt x="9349" y="1427"/>
                  </a:cubicBezTo>
                  <a:cubicBezTo>
                    <a:pt x="9329" y="1397"/>
                    <a:pt x="9318" y="1389"/>
                    <a:pt x="9309" y="1389"/>
                  </a:cubicBezTo>
                  <a:cubicBezTo>
                    <a:pt x="9303" y="1389"/>
                    <a:pt x="9298" y="1392"/>
                    <a:pt x="9292" y="1395"/>
                  </a:cubicBezTo>
                  <a:cubicBezTo>
                    <a:pt x="9292" y="1446"/>
                    <a:pt x="9202" y="1507"/>
                    <a:pt x="9143" y="1507"/>
                  </a:cubicBezTo>
                  <a:cubicBezTo>
                    <a:pt x="9128" y="1507"/>
                    <a:pt x="9114" y="1502"/>
                    <a:pt x="9106" y="1492"/>
                  </a:cubicBezTo>
                  <a:lnTo>
                    <a:pt x="9106" y="1492"/>
                  </a:lnTo>
                  <a:cubicBezTo>
                    <a:pt x="9122" y="1549"/>
                    <a:pt x="9122" y="1549"/>
                    <a:pt x="9114" y="1557"/>
                  </a:cubicBezTo>
                  <a:cubicBezTo>
                    <a:pt x="9088" y="1526"/>
                    <a:pt x="9074" y="1512"/>
                    <a:pt x="9068" y="1512"/>
                  </a:cubicBezTo>
                  <a:cubicBezTo>
                    <a:pt x="9057" y="1512"/>
                    <a:pt x="9077" y="1559"/>
                    <a:pt x="9114" y="1622"/>
                  </a:cubicBezTo>
                  <a:lnTo>
                    <a:pt x="9122" y="1614"/>
                  </a:lnTo>
                  <a:lnTo>
                    <a:pt x="9138" y="1606"/>
                  </a:lnTo>
                  <a:cubicBezTo>
                    <a:pt x="9166" y="1654"/>
                    <a:pt x="9170" y="1685"/>
                    <a:pt x="9157" y="1685"/>
                  </a:cubicBezTo>
                  <a:cubicBezTo>
                    <a:pt x="9144" y="1685"/>
                    <a:pt x="9114" y="1654"/>
                    <a:pt x="9073" y="1581"/>
                  </a:cubicBezTo>
                  <a:cubicBezTo>
                    <a:pt x="9038" y="1539"/>
                    <a:pt x="9020" y="1516"/>
                    <a:pt x="9015" y="1516"/>
                  </a:cubicBezTo>
                  <a:lnTo>
                    <a:pt x="9015" y="1516"/>
                  </a:lnTo>
                  <a:cubicBezTo>
                    <a:pt x="9010" y="1516"/>
                    <a:pt x="9020" y="1543"/>
                    <a:pt x="9041" y="1597"/>
                  </a:cubicBezTo>
                  <a:cubicBezTo>
                    <a:pt x="9067" y="1655"/>
                    <a:pt x="9074" y="1683"/>
                    <a:pt x="9065" y="1683"/>
                  </a:cubicBezTo>
                  <a:cubicBezTo>
                    <a:pt x="9058" y="1683"/>
                    <a:pt x="9038" y="1663"/>
                    <a:pt x="9008" y="1622"/>
                  </a:cubicBezTo>
                  <a:cubicBezTo>
                    <a:pt x="8976" y="1569"/>
                    <a:pt x="8960" y="1543"/>
                    <a:pt x="8958" y="1543"/>
                  </a:cubicBezTo>
                  <a:lnTo>
                    <a:pt x="8958" y="1543"/>
                  </a:lnTo>
                  <a:cubicBezTo>
                    <a:pt x="8956" y="1543"/>
                    <a:pt x="8968" y="1569"/>
                    <a:pt x="8992" y="1622"/>
                  </a:cubicBezTo>
                  <a:cubicBezTo>
                    <a:pt x="9045" y="1748"/>
                    <a:pt x="9064" y="1824"/>
                    <a:pt x="9044" y="1824"/>
                  </a:cubicBezTo>
                  <a:cubicBezTo>
                    <a:pt x="9031" y="1824"/>
                    <a:pt x="9001" y="1789"/>
                    <a:pt x="8952" y="1711"/>
                  </a:cubicBezTo>
                  <a:cubicBezTo>
                    <a:pt x="8900" y="1622"/>
                    <a:pt x="8861" y="1580"/>
                    <a:pt x="8843" y="1580"/>
                  </a:cubicBezTo>
                  <a:cubicBezTo>
                    <a:pt x="8841" y="1580"/>
                    <a:pt x="8839" y="1581"/>
                    <a:pt x="8838" y="1581"/>
                  </a:cubicBezTo>
                  <a:cubicBezTo>
                    <a:pt x="8830" y="1589"/>
                    <a:pt x="8854" y="1638"/>
                    <a:pt x="8887" y="1687"/>
                  </a:cubicBezTo>
                  <a:cubicBezTo>
                    <a:pt x="8925" y="1733"/>
                    <a:pt x="8939" y="1758"/>
                    <a:pt x="8932" y="1758"/>
                  </a:cubicBezTo>
                  <a:cubicBezTo>
                    <a:pt x="8925" y="1758"/>
                    <a:pt x="8901" y="1737"/>
                    <a:pt x="8862" y="1695"/>
                  </a:cubicBezTo>
                  <a:cubicBezTo>
                    <a:pt x="8802" y="1638"/>
                    <a:pt x="8764" y="1611"/>
                    <a:pt x="8743" y="1611"/>
                  </a:cubicBezTo>
                  <a:cubicBezTo>
                    <a:pt x="8719" y="1611"/>
                    <a:pt x="8716" y="1646"/>
                    <a:pt x="8725" y="1711"/>
                  </a:cubicBezTo>
                  <a:cubicBezTo>
                    <a:pt x="8729" y="1778"/>
                    <a:pt x="8719" y="1815"/>
                    <a:pt x="8706" y="1815"/>
                  </a:cubicBezTo>
                  <a:cubicBezTo>
                    <a:pt x="8695" y="1815"/>
                    <a:pt x="8683" y="1790"/>
                    <a:pt x="8676" y="1735"/>
                  </a:cubicBezTo>
                  <a:cubicBezTo>
                    <a:pt x="8657" y="1675"/>
                    <a:pt x="8649" y="1649"/>
                    <a:pt x="8646" y="1649"/>
                  </a:cubicBezTo>
                  <a:cubicBezTo>
                    <a:pt x="8643" y="1649"/>
                    <a:pt x="8643" y="1663"/>
                    <a:pt x="8643" y="1687"/>
                  </a:cubicBezTo>
                  <a:lnTo>
                    <a:pt x="8579" y="1727"/>
                  </a:lnTo>
                  <a:cubicBezTo>
                    <a:pt x="8562" y="1735"/>
                    <a:pt x="8579" y="1792"/>
                    <a:pt x="8611" y="1841"/>
                  </a:cubicBezTo>
                  <a:cubicBezTo>
                    <a:pt x="8570" y="1790"/>
                    <a:pt x="8533" y="1755"/>
                    <a:pt x="8516" y="1755"/>
                  </a:cubicBezTo>
                  <a:cubicBezTo>
                    <a:pt x="8502" y="1755"/>
                    <a:pt x="8500" y="1775"/>
                    <a:pt x="8514" y="1824"/>
                  </a:cubicBezTo>
                  <a:lnTo>
                    <a:pt x="8489" y="1841"/>
                  </a:lnTo>
                  <a:cubicBezTo>
                    <a:pt x="8473" y="1849"/>
                    <a:pt x="8473" y="1849"/>
                    <a:pt x="8489" y="1906"/>
                  </a:cubicBezTo>
                  <a:cubicBezTo>
                    <a:pt x="8495" y="1926"/>
                    <a:pt x="8494" y="1934"/>
                    <a:pt x="8488" y="1934"/>
                  </a:cubicBezTo>
                  <a:cubicBezTo>
                    <a:pt x="8477" y="1934"/>
                    <a:pt x="8451" y="1907"/>
                    <a:pt x="8425" y="1881"/>
                  </a:cubicBezTo>
                  <a:cubicBezTo>
                    <a:pt x="8397" y="1848"/>
                    <a:pt x="8366" y="1819"/>
                    <a:pt x="8359" y="1819"/>
                  </a:cubicBezTo>
                  <a:lnTo>
                    <a:pt x="8359" y="1819"/>
                  </a:lnTo>
                  <a:cubicBezTo>
                    <a:pt x="8355" y="1819"/>
                    <a:pt x="8357" y="1825"/>
                    <a:pt x="8368" y="1841"/>
                  </a:cubicBezTo>
                  <a:cubicBezTo>
                    <a:pt x="8392" y="1897"/>
                    <a:pt x="8408" y="1954"/>
                    <a:pt x="8416" y="2011"/>
                  </a:cubicBezTo>
                  <a:cubicBezTo>
                    <a:pt x="8422" y="2030"/>
                    <a:pt x="8421" y="2038"/>
                    <a:pt x="8417" y="2038"/>
                  </a:cubicBezTo>
                  <a:cubicBezTo>
                    <a:pt x="8408" y="2038"/>
                    <a:pt x="8387" y="2008"/>
                    <a:pt x="8376" y="1970"/>
                  </a:cubicBezTo>
                  <a:cubicBezTo>
                    <a:pt x="8352" y="1930"/>
                    <a:pt x="8327" y="1906"/>
                    <a:pt x="8287" y="1889"/>
                  </a:cubicBezTo>
                  <a:cubicBezTo>
                    <a:pt x="8279" y="1897"/>
                    <a:pt x="8246" y="1914"/>
                    <a:pt x="8279" y="1962"/>
                  </a:cubicBezTo>
                  <a:cubicBezTo>
                    <a:pt x="8296" y="1997"/>
                    <a:pt x="8264" y="2028"/>
                    <a:pt x="8229" y="2028"/>
                  </a:cubicBezTo>
                  <a:cubicBezTo>
                    <a:pt x="8215" y="2028"/>
                    <a:pt x="8201" y="2023"/>
                    <a:pt x="8189" y="2011"/>
                  </a:cubicBezTo>
                  <a:lnTo>
                    <a:pt x="8157" y="2027"/>
                  </a:lnTo>
                  <a:cubicBezTo>
                    <a:pt x="8149" y="2035"/>
                    <a:pt x="8165" y="2092"/>
                    <a:pt x="8149" y="2092"/>
                  </a:cubicBezTo>
                  <a:cubicBezTo>
                    <a:pt x="8149" y="2092"/>
                    <a:pt x="8133" y="2100"/>
                    <a:pt x="8149" y="2157"/>
                  </a:cubicBezTo>
                  <a:cubicBezTo>
                    <a:pt x="8146" y="2160"/>
                    <a:pt x="8142" y="2163"/>
                    <a:pt x="8136" y="2163"/>
                  </a:cubicBezTo>
                  <a:cubicBezTo>
                    <a:pt x="8126" y="2163"/>
                    <a:pt x="8112" y="2155"/>
                    <a:pt x="8092" y="2124"/>
                  </a:cubicBezTo>
                  <a:lnTo>
                    <a:pt x="8092" y="2124"/>
                  </a:lnTo>
                  <a:cubicBezTo>
                    <a:pt x="8118" y="2179"/>
                    <a:pt x="8130" y="2206"/>
                    <a:pt x="8125" y="2206"/>
                  </a:cubicBezTo>
                  <a:cubicBezTo>
                    <a:pt x="8121" y="2206"/>
                    <a:pt x="8103" y="2183"/>
                    <a:pt x="8068" y="2141"/>
                  </a:cubicBezTo>
                  <a:cubicBezTo>
                    <a:pt x="8040" y="2093"/>
                    <a:pt x="8026" y="2069"/>
                    <a:pt x="8024" y="2069"/>
                  </a:cubicBezTo>
                  <a:lnTo>
                    <a:pt x="8024" y="2069"/>
                  </a:lnTo>
                  <a:cubicBezTo>
                    <a:pt x="8023" y="2069"/>
                    <a:pt x="8035" y="2095"/>
                    <a:pt x="8060" y="2149"/>
                  </a:cubicBezTo>
                  <a:cubicBezTo>
                    <a:pt x="8069" y="2180"/>
                    <a:pt x="8073" y="2194"/>
                    <a:pt x="8067" y="2194"/>
                  </a:cubicBezTo>
                  <a:cubicBezTo>
                    <a:pt x="8062" y="2194"/>
                    <a:pt x="8050" y="2184"/>
                    <a:pt x="8027" y="2165"/>
                  </a:cubicBezTo>
                  <a:cubicBezTo>
                    <a:pt x="8016" y="2142"/>
                    <a:pt x="8006" y="2129"/>
                    <a:pt x="8002" y="2129"/>
                  </a:cubicBezTo>
                  <a:lnTo>
                    <a:pt x="8002" y="2129"/>
                  </a:lnTo>
                  <a:cubicBezTo>
                    <a:pt x="7999" y="2129"/>
                    <a:pt x="8002" y="2144"/>
                    <a:pt x="8019" y="2173"/>
                  </a:cubicBezTo>
                  <a:cubicBezTo>
                    <a:pt x="8046" y="2238"/>
                    <a:pt x="8052" y="2292"/>
                    <a:pt x="8035" y="2292"/>
                  </a:cubicBezTo>
                  <a:cubicBezTo>
                    <a:pt x="8027" y="2292"/>
                    <a:pt x="8014" y="2279"/>
                    <a:pt x="7995" y="2246"/>
                  </a:cubicBezTo>
                  <a:cubicBezTo>
                    <a:pt x="7995" y="2246"/>
                    <a:pt x="7979" y="2254"/>
                    <a:pt x="7995" y="2311"/>
                  </a:cubicBezTo>
                  <a:cubicBezTo>
                    <a:pt x="8020" y="2365"/>
                    <a:pt x="8032" y="2391"/>
                    <a:pt x="8029" y="2391"/>
                  </a:cubicBezTo>
                  <a:cubicBezTo>
                    <a:pt x="8027" y="2391"/>
                    <a:pt x="8010" y="2367"/>
                    <a:pt x="7979" y="2319"/>
                  </a:cubicBezTo>
                  <a:cubicBezTo>
                    <a:pt x="7949" y="2278"/>
                    <a:pt x="7929" y="2258"/>
                    <a:pt x="7922" y="2258"/>
                  </a:cubicBezTo>
                  <a:cubicBezTo>
                    <a:pt x="7913" y="2258"/>
                    <a:pt x="7920" y="2286"/>
                    <a:pt x="7946" y="2343"/>
                  </a:cubicBezTo>
                  <a:cubicBezTo>
                    <a:pt x="7946" y="2343"/>
                    <a:pt x="7954" y="2371"/>
                    <a:pt x="7942" y="2371"/>
                  </a:cubicBezTo>
                  <a:cubicBezTo>
                    <a:pt x="7937" y="2371"/>
                    <a:pt x="7928" y="2366"/>
                    <a:pt x="7914" y="2351"/>
                  </a:cubicBezTo>
                  <a:cubicBezTo>
                    <a:pt x="7895" y="2339"/>
                    <a:pt x="7868" y="2332"/>
                    <a:pt x="7845" y="2332"/>
                  </a:cubicBezTo>
                  <a:cubicBezTo>
                    <a:pt x="7806" y="2332"/>
                    <a:pt x="7779" y="2353"/>
                    <a:pt x="7825" y="2408"/>
                  </a:cubicBezTo>
                  <a:lnTo>
                    <a:pt x="7800" y="2424"/>
                  </a:lnTo>
                  <a:cubicBezTo>
                    <a:pt x="7777" y="2408"/>
                    <a:pt x="7760" y="2399"/>
                    <a:pt x="7750" y="2399"/>
                  </a:cubicBezTo>
                  <a:cubicBezTo>
                    <a:pt x="7736" y="2399"/>
                    <a:pt x="7734" y="2416"/>
                    <a:pt x="7744" y="2449"/>
                  </a:cubicBezTo>
                  <a:lnTo>
                    <a:pt x="7760" y="2506"/>
                  </a:lnTo>
                  <a:cubicBezTo>
                    <a:pt x="7738" y="2461"/>
                    <a:pt x="7695" y="2423"/>
                    <a:pt x="7682" y="2423"/>
                  </a:cubicBezTo>
                  <a:cubicBezTo>
                    <a:pt x="7680" y="2423"/>
                    <a:pt x="7679" y="2424"/>
                    <a:pt x="7679" y="2424"/>
                  </a:cubicBezTo>
                  <a:cubicBezTo>
                    <a:pt x="7662" y="2433"/>
                    <a:pt x="7662" y="2433"/>
                    <a:pt x="7695" y="2481"/>
                  </a:cubicBezTo>
                  <a:cubicBezTo>
                    <a:pt x="7735" y="2522"/>
                    <a:pt x="7719" y="2530"/>
                    <a:pt x="7711" y="2538"/>
                  </a:cubicBezTo>
                  <a:cubicBezTo>
                    <a:pt x="7710" y="2539"/>
                    <a:pt x="7708" y="2539"/>
                    <a:pt x="7706" y="2539"/>
                  </a:cubicBezTo>
                  <a:cubicBezTo>
                    <a:pt x="7688" y="2539"/>
                    <a:pt x="7652" y="2501"/>
                    <a:pt x="7622" y="2449"/>
                  </a:cubicBezTo>
                  <a:lnTo>
                    <a:pt x="7614" y="2457"/>
                  </a:lnTo>
                  <a:cubicBezTo>
                    <a:pt x="7649" y="2517"/>
                    <a:pt x="7656" y="2543"/>
                    <a:pt x="7651" y="2543"/>
                  </a:cubicBezTo>
                  <a:cubicBezTo>
                    <a:pt x="7648" y="2543"/>
                    <a:pt x="7639" y="2532"/>
                    <a:pt x="7630" y="2514"/>
                  </a:cubicBezTo>
                  <a:cubicBezTo>
                    <a:pt x="7601" y="2490"/>
                    <a:pt x="7587" y="2483"/>
                    <a:pt x="7576" y="2483"/>
                  </a:cubicBezTo>
                  <a:cubicBezTo>
                    <a:pt x="7569" y="2483"/>
                    <a:pt x="7564" y="2486"/>
                    <a:pt x="7557" y="2489"/>
                  </a:cubicBezTo>
                  <a:lnTo>
                    <a:pt x="7533" y="2441"/>
                  </a:lnTo>
                  <a:cubicBezTo>
                    <a:pt x="7520" y="2430"/>
                    <a:pt x="7513" y="2426"/>
                    <a:pt x="7510" y="2426"/>
                  </a:cubicBezTo>
                  <a:cubicBezTo>
                    <a:pt x="7501" y="2426"/>
                    <a:pt x="7525" y="2462"/>
                    <a:pt x="7549" y="2497"/>
                  </a:cubicBezTo>
                  <a:lnTo>
                    <a:pt x="7517" y="2514"/>
                  </a:lnTo>
                  <a:cubicBezTo>
                    <a:pt x="7508" y="2522"/>
                    <a:pt x="7492" y="2530"/>
                    <a:pt x="7533" y="2570"/>
                  </a:cubicBezTo>
                  <a:cubicBezTo>
                    <a:pt x="7565" y="2619"/>
                    <a:pt x="7589" y="2668"/>
                    <a:pt x="7581" y="2676"/>
                  </a:cubicBezTo>
                  <a:cubicBezTo>
                    <a:pt x="7549" y="2627"/>
                    <a:pt x="7525" y="2579"/>
                    <a:pt x="7508" y="2579"/>
                  </a:cubicBezTo>
                  <a:cubicBezTo>
                    <a:pt x="7507" y="2579"/>
                    <a:pt x="7506" y="2579"/>
                    <a:pt x="7505" y="2579"/>
                  </a:cubicBezTo>
                  <a:cubicBezTo>
                    <a:pt x="7489" y="2579"/>
                    <a:pt x="7468" y="2538"/>
                    <a:pt x="7468" y="2538"/>
                  </a:cubicBezTo>
                  <a:cubicBezTo>
                    <a:pt x="7451" y="2501"/>
                    <a:pt x="7437" y="2487"/>
                    <a:pt x="7426" y="2487"/>
                  </a:cubicBezTo>
                  <a:cubicBezTo>
                    <a:pt x="7407" y="2487"/>
                    <a:pt x="7401" y="2534"/>
                    <a:pt x="7411" y="2570"/>
                  </a:cubicBezTo>
                  <a:cubicBezTo>
                    <a:pt x="7429" y="2632"/>
                    <a:pt x="7434" y="2662"/>
                    <a:pt x="7426" y="2662"/>
                  </a:cubicBezTo>
                  <a:cubicBezTo>
                    <a:pt x="7418" y="2662"/>
                    <a:pt x="7401" y="2640"/>
                    <a:pt x="7371" y="2595"/>
                  </a:cubicBezTo>
                  <a:cubicBezTo>
                    <a:pt x="7356" y="2570"/>
                    <a:pt x="7347" y="2558"/>
                    <a:pt x="7344" y="2558"/>
                  </a:cubicBezTo>
                  <a:lnTo>
                    <a:pt x="7344" y="2558"/>
                  </a:lnTo>
                  <a:cubicBezTo>
                    <a:pt x="7333" y="2558"/>
                    <a:pt x="7365" y="2649"/>
                    <a:pt x="7419" y="2757"/>
                  </a:cubicBezTo>
                  <a:lnTo>
                    <a:pt x="7492" y="2911"/>
                  </a:lnTo>
                  <a:lnTo>
                    <a:pt x="7492" y="2911"/>
                  </a:lnTo>
                  <a:lnTo>
                    <a:pt x="7411" y="2765"/>
                  </a:lnTo>
                  <a:cubicBezTo>
                    <a:pt x="7339" y="2662"/>
                    <a:pt x="7307" y="2616"/>
                    <a:pt x="7296" y="2616"/>
                  </a:cubicBezTo>
                  <a:cubicBezTo>
                    <a:pt x="7286" y="2616"/>
                    <a:pt x="7290" y="2646"/>
                    <a:pt x="7298" y="2700"/>
                  </a:cubicBezTo>
                  <a:cubicBezTo>
                    <a:pt x="7298" y="2735"/>
                    <a:pt x="7298" y="2751"/>
                    <a:pt x="7294" y="2751"/>
                  </a:cubicBezTo>
                  <a:cubicBezTo>
                    <a:pt x="7291" y="2751"/>
                    <a:pt x="7285" y="2739"/>
                    <a:pt x="7273" y="2716"/>
                  </a:cubicBezTo>
                  <a:cubicBezTo>
                    <a:pt x="7255" y="2689"/>
                    <a:pt x="7244" y="2679"/>
                    <a:pt x="7231" y="2679"/>
                  </a:cubicBezTo>
                  <a:cubicBezTo>
                    <a:pt x="7221" y="2679"/>
                    <a:pt x="7210" y="2685"/>
                    <a:pt x="7192" y="2692"/>
                  </a:cubicBezTo>
                  <a:cubicBezTo>
                    <a:pt x="7152" y="2716"/>
                    <a:pt x="7135" y="2724"/>
                    <a:pt x="7168" y="2773"/>
                  </a:cubicBezTo>
                  <a:lnTo>
                    <a:pt x="7144" y="2789"/>
                  </a:lnTo>
                  <a:cubicBezTo>
                    <a:pt x="7119" y="2759"/>
                    <a:pt x="7103" y="2747"/>
                    <a:pt x="7095" y="2747"/>
                  </a:cubicBezTo>
                  <a:cubicBezTo>
                    <a:pt x="7079" y="2747"/>
                    <a:pt x="7095" y="2795"/>
                    <a:pt x="7144" y="2854"/>
                  </a:cubicBezTo>
                  <a:lnTo>
                    <a:pt x="7119" y="2862"/>
                  </a:lnTo>
                  <a:lnTo>
                    <a:pt x="7087" y="2814"/>
                  </a:lnTo>
                  <a:cubicBezTo>
                    <a:pt x="7074" y="2794"/>
                    <a:pt x="7062" y="2785"/>
                    <a:pt x="7045" y="2785"/>
                  </a:cubicBezTo>
                  <a:cubicBezTo>
                    <a:pt x="7021" y="2785"/>
                    <a:pt x="6987" y="2804"/>
                    <a:pt x="6925" y="2838"/>
                  </a:cubicBezTo>
                  <a:cubicBezTo>
                    <a:pt x="6811" y="2911"/>
                    <a:pt x="6795" y="2919"/>
                    <a:pt x="6852" y="3016"/>
                  </a:cubicBezTo>
                  <a:cubicBezTo>
                    <a:pt x="6876" y="3070"/>
                    <a:pt x="6884" y="3096"/>
                    <a:pt x="6879" y="3096"/>
                  </a:cubicBezTo>
                  <a:cubicBezTo>
                    <a:pt x="6873" y="3096"/>
                    <a:pt x="6855" y="3072"/>
                    <a:pt x="6827" y="3024"/>
                  </a:cubicBezTo>
                  <a:cubicBezTo>
                    <a:pt x="6805" y="2991"/>
                    <a:pt x="6779" y="2962"/>
                    <a:pt x="6775" y="2962"/>
                  </a:cubicBezTo>
                  <a:lnTo>
                    <a:pt x="6775" y="2962"/>
                  </a:lnTo>
                  <a:cubicBezTo>
                    <a:pt x="6774" y="2962"/>
                    <a:pt x="6776" y="2968"/>
                    <a:pt x="6787" y="2984"/>
                  </a:cubicBezTo>
                  <a:cubicBezTo>
                    <a:pt x="6787" y="2984"/>
                    <a:pt x="6780" y="2987"/>
                    <a:pt x="6770" y="2987"/>
                  </a:cubicBezTo>
                  <a:cubicBezTo>
                    <a:pt x="6756" y="2987"/>
                    <a:pt x="6736" y="2982"/>
                    <a:pt x="6714" y="2960"/>
                  </a:cubicBezTo>
                  <a:cubicBezTo>
                    <a:pt x="6680" y="2934"/>
                    <a:pt x="6660" y="2925"/>
                    <a:pt x="6650" y="2925"/>
                  </a:cubicBezTo>
                  <a:cubicBezTo>
                    <a:pt x="6630" y="2925"/>
                    <a:pt x="6644" y="2960"/>
                    <a:pt x="6665" y="2992"/>
                  </a:cubicBezTo>
                  <a:cubicBezTo>
                    <a:pt x="6694" y="3031"/>
                    <a:pt x="6702" y="3045"/>
                    <a:pt x="6699" y="3045"/>
                  </a:cubicBezTo>
                  <a:cubicBezTo>
                    <a:pt x="6694" y="3045"/>
                    <a:pt x="6672" y="3023"/>
                    <a:pt x="6649" y="3000"/>
                  </a:cubicBezTo>
                  <a:cubicBezTo>
                    <a:pt x="6621" y="2967"/>
                    <a:pt x="6594" y="2938"/>
                    <a:pt x="6587" y="2938"/>
                  </a:cubicBezTo>
                  <a:lnTo>
                    <a:pt x="6587" y="2938"/>
                  </a:lnTo>
                  <a:cubicBezTo>
                    <a:pt x="6583" y="2938"/>
                    <a:pt x="6584" y="2944"/>
                    <a:pt x="6592" y="2960"/>
                  </a:cubicBezTo>
                  <a:cubicBezTo>
                    <a:pt x="6603" y="2999"/>
                    <a:pt x="6584" y="3058"/>
                    <a:pt x="6551" y="3058"/>
                  </a:cubicBezTo>
                  <a:cubicBezTo>
                    <a:pt x="6537" y="3058"/>
                    <a:pt x="6520" y="3046"/>
                    <a:pt x="6503" y="3016"/>
                  </a:cubicBezTo>
                  <a:lnTo>
                    <a:pt x="6479" y="3024"/>
                  </a:lnTo>
                  <a:cubicBezTo>
                    <a:pt x="6503" y="3073"/>
                    <a:pt x="6479" y="3089"/>
                    <a:pt x="6454" y="3106"/>
                  </a:cubicBezTo>
                  <a:cubicBezTo>
                    <a:pt x="6440" y="3113"/>
                    <a:pt x="6431" y="3118"/>
                    <a:pt x="6422" y="3118"/>
                  </a:cubicBezTo>
                  <a:cubicBezTo>
                    <a:pt x="6410" y="3118"/>
                    <a:pt x="6400" y="3109"/>
                    <a:pt x="6381" y="3081"/>
                  </a:cubicBezTo>
                  <a:cubicBezTo>
                    <a:pt x="6374" y="3056"/>
                    <a:pt x="6368" y="3043"/>
                    <a:pt x="6364" y="3043"/>
                  </a:cubicBezTo>
                  <a:cubicBezTo>
                    <a:pt x="6360" y="3043"/>
                    <a:pt x="6357" y="3062"/>
                    <a:pt x="6357" y="3097"/>
                  </a:cubicBezTo>
                  <a:cubicBezTo>
                    <a:pt x="6341" y="3106"/>
                    <a:pt x="6390" y="3203"/>
                    <a:pt x="6373" y="3211"/>
                  </a:cubicBezTo>
                  <a:cubicBezTo>
                    <a:pt x="6406" y="3260"/>
                    <a:pt x="6422" y="3316"/>
                    <a:pt x="6406" y="3324"/>
                  </a:cubicBezTo>
                  <a:lnTo>
                    <a:pt x="6381" y="3276"/>
                  </a:lnTo>
                  <a:cubicBezTo>
                    <a:pt x="6349" y="3227"/>
                    <a:pt x="6317" y="3179"/>
                    <a:pt x="6317" y="3178"/>
                  </a:cubicBezTo>
                  <a:lnTo>
                    <a:pt x="6317" y="3178"/>
                  </a:lnTo>
                  <a:cubicBezTo>
                    <a:pt x="6308" y="3187"/>
                    <a:pt x="6292" y="3195"/>
                    <a:pt x="6325" y="3243"/>
                  </a:cubicBezTo>
                  <a:cubicBezTo>
                    <a:pt x="6303" y="3222"/>
                    <a:pt x="6288" y="3214"/>
                    <a:pt x="6275" y="3214"/>
                  </a:cubicBezTo>
                  <a:cubicBezTo>
                    <a:pt x="6264" y="3214"/>
                    <a:pt x="6255" y="3220"/>
                    <a:pt x="6244" y="3227"/>
                  </a:cubicBezTo>
                  <a:cubicBezTo>
                    <a:pt x="6203" y="3235"/>
                    <a:pt x="6187" y="3276"/>
                    <a:pt x="6203" y="3308"/>
                  </a:cubicBezTo>
                  <a:cubicBezTo>
                    <a:pt x="6175" y="3274"/>
                    <a:pt x="6148" y="3259"/>
                    <a:pt x="6126" y="3259"/>
                  </a:cubicBezTo>
                  <a:cubicBezTo>
                    <a:pt x="6091" y="3259"/>
                    <a:pt x="6073" y="3300"/>
                    <a:pt x="6098" y="3365"/>
                  </a:cubicBezTo>
                  <a:cubicBezTo>
                    <a:pt x="6116" y="3393"/>
                    <a:pt x="6119" y="3407"/>
                    <a:pt x="6110" y="3407"/>
                  </a:cubicBezTo>
                  <a:cubicBezTo>
                    <a:pt x="6104" y="3407"/>
                    <a:pt x="6091" y="3399"/>
                    <a:pt x="6073" y="3381"/>
                  </a:cubicBezTo>
                  <a:cubicBezTo>
                    <a:pt x="6055" y="3363"/>
                    <a:pt x="6045" y="3353"/>
                    <a:pt x="6041" y="3353"/>
                  </a:cubicBezTo>
                  <a:lnTo>
                    <a:pt x="6041" y="3353"/>
                  </a:lnTo>
                  <a:cubicBezTo>
                    <a:pt x="6036" y="3353"/>
                    <a:pt x="6040" y="3367"/>
                    <a:pt x="6049" y="3397"/>
                  </a:cubicBezTo>
                  <a:cubicBezTo>
                    <a:pt x="6055" y="3418"/>
                    <a:pt x="6052" y="3425"/>
                    <a:pt x="6045" y="3425"/>
                  </a:cubicBezTo>
                  <a:cubicBezTo>
                    <a:pt x="6032" y="3425"/>
                    <a:pt x="6002" y="3399"/>
                    <a:pt x="5976" y="3373"/>
                  </a:cubicBezTo>
                  <a:cubicBezTo>
                    <a:pt x="5940" y="3323"/>
                    <a:pt x="5919" y="3301"/>
                    <a:pt x="5910" y="3301"/>
                  </a:cubicBezTo>
                  <a:cubicBezTo>
                    <a:pt x="5903" y="3301"/>
                    <a:pt x="5904" y="3315"/>
                    <a:pt x="5911" y="3341"/>
                  </a:cubicBezTo>
                  <a:cubicBezTo>
                    <a:pt x="5911" y="3405"/>
                    <a:pt x="5887" y="3422"/>
                    <a:pt x="5871" y="3430"/>
                  </a:cubicBezTo>
                  <a:cubicBezTo>
                    <a:pt x="5879" y="3495"/>
                    <a:pt x="5863" y="3503"/>
                    <a:pt x="5903" y="3543"/>
                  </a:cubicBezTo>
                  <a:cubicBezTo>
                    <a:pt x="5919" y="3576"/>
                    <a:pt x="5936" y="3608"/>
                    <a:pt x="5952" y="3649"/>
                  </a:cubicBezTo>
                  <a:cubicBezTo>
                    <a:pt x="5952" y="3674"/>
                    <a:pt x="5947" y="3682"/>
                    <a:pt x="5942" y="3682"/>
                  </a:cubicBezTo>
                  <a:cubicBezTo>
                    <a:pt x="5934" y="3682"/>
                    <a:pt x="5926" y="3662"/>
                    <a:pt x="5936" y="3657"/>
                  </a:cubicBezTo>
                  <a:cubicBezTo>
                    <a:pt x="5936" y="3592"/>
                    <a:pt x="5919" y="3600"/>
                    <a:pt x="5879" y="3560"/>
                  </a:cubicBezTo>
                  <a:cubicBezTo>
                    <a:pt x="5857" y="3533"/>
                    <a:pt x="5838" y="3526"/>
                    <a:pt x="5823" y="3526"/>
                  </a:cubicBezTo>
                  <a:cubicBezTo>
                    <a:pt x="5810" y="3526"/>
                    <a:pt x="5801" y="3531"/>
                    <a:pt x="5798" y="3535"/>
                  </a:cubicBezTo>
                  <a:lnTo>
                    <a:pt x="5741" y="3568"/>
                  </a:lnTo>
                  <a:cubicBezTo>
                    <a:pt x="5714" y="3558"/>
                    <a:pt x="5696" y="3552"/>
                    <a:pt x="5685" y="3552"/>
                  </a:cubicBezTo>
                  <a:cubicBezTo>
                    <a:pt x="5671" y="3552"/>
                    <a:pt x="5673" y="3563"/>
                    <a:pt x="5692" y="3592"/>
                  </a:cubicBezTo>
                  <a:cubicBezTo>
                    <a:pt x="5725" y="3653"/>
                    <a:pt x="5739" y="3678"/>
                    <a:pt x="5738" y="3678"/>
                  </a:cubicBezTo>
                  <a:cubicBezTo>
                    <a:pt x="5738" y="3678"/>
                    <a:pt x="5730" y="3665"/>
                    <a:pt x="5717" y="3641"/>
                  </a:cubicBezTo>
                  <a:cubicBezTo>
                    <a:pt x="5697" y="3614"/>
                    <a:pt x="5670" y="3602"/>
                    <a:pt x="5643" y="3602"/>
                  </a:cubicBezTo>
                  <a:cubicBezTo>
                    <a:pt x="5583" y="3602"/>
                    <a:pt x="5523" y="3659"/>
                    <a:pt x="5543" y="3729"/>
                  </a:cubicBezTo>
                  <a:lnTo>
                    <a:pt x="5543" y="3729"/>
                  </a:lnTo>
                  <a:cubicBezTo>
                    <a:pt x="5537" y="3717"/>
                    <a:pt x="5529" y="3703"/>
                    <a:pt x="5522" y="3689"/>
                  </a:cubicBezTo>
                  <a:cubicBezTo>
                    <a:pt x="5504" y="3662"/>
                    <a:pt x="5493" y="3652"/>
                    <a:pt x="5482" y="3652"/>
                  </a:cubicBezTo>
                  <a:cubicBezTo>
                    <a:pt x="5473" y="3652"/>
                    <a:pt x="5463" y="3658"/>
                    <a:pt x="5449" y="3665"/>
                  </a:cubicBezTo>
                  <a:cubicBezTo>
                    <a:pt x="5441" y="3673"/>
                    <a:pt x="5417" y="3746"/>
                    <a:pt x="5376" y="3770"/>
                  </a:cubicBezTo>
                  <a:cubicBezTo>
                    <a:pt x="5319" y="3803"/>
                    <a:pt x="5287" y="3827"/>
                    <a:pt x="5311" y="3876"/>
                  </a:cubicBezTo>
                  <a:cubicBezTo>
                    <a:pt x="5303" y="3876"/>
                    <a:pt x="5303" y="3876"/>
                    <a:pt x="5271" y="3827"/>
                  </a:cubicBezTo>
                  <a:cubicBezTo>
                    <a:pt x="5259" y="3793"/>
                    <a:pt x="5248" y="3783"/>
                    <a:pt x="5239" y="3783"/>
                  </a:cubicBezTo>
                  <a:cubicBezTo>
                    <a:pt x="5236" y="3783"/>
                    <a:pt x="5232" y="3784"/>
                    <a:pt x="5230" y="3787"/>
                  </a:cubicBezTo>
                  <a:cubicBezTo>
                    <a:pt x="5214" y="3795"/>
                    <a:pt x="5246" y="3843"/>
                    <a:pt x="5271" y="3892"/>
                  </a:cubicBezTo>
                  <a:cubicBezTo>
                    <a:pt x="5290" y="3921"/>
                    <a:pt x="5292" y="3936"/>
                    <a:pt x="5278" y="3936"/>
                  </a:cubicBezTo>
                  <a:cubicBezTo>
                    <a:pt x="5269" y="3936"/>
                    <a:pt x="5253" y="3929"/>
                    <a:pt x="5230" y="3916"/>
                  </a:cubicBezTo>
                  <a:cubicBezTo>
                    <a:pt x="5219" y="3905"/>
                    <a:pt x="5205" y="3900"/>
                    <a:pt x="5191" y="3900"/>
                  </a:cubicBezTo>
                  <a:cubicBezTo>
                    <a:pt x="5155" y="3900"/>
                    <a:pt x="5119" y="3932"/>
                    <a:pt x="5125" y="3973"/>
                  </a:cubicBezTo>
                  <a:cubicBezTo>
                    <a:pt x="5122" y="3976"/>
                    <a:pt x="5117" y="3979"/>
                    <a:pt x="5112" y="3979"/>
                  </a:cubicBezTo>
                  <a:cubicBezTo>
                    <a:pt x="5103" y="3979"/>
                    <a:pt x="5091" y="3971"/>
                    <a:pt x="5076" y="3941"/>
                  </a:cubicBezTo>
                  <a:cubicBezTo>
                    <a:pt x="5052" y="3921"/>
                    <a:pt x="5029" y="3903"/>
                    <a:pt x="5013" y="3903"/>
                  </a:cubicBezTo>
                  <a:cubicBezTo>
                    <a:pt x="4997" y="3903"/>
                    <a:pt x="4991" y="3923"/>
                    <a:pt x="5003" y="3981"/>
                  </a:cubicBezTo>
                  <a:cubicBezTo>
                    <a:pt x="4995" y="3981"/>
                    <a:pt x="4995" y="3981"/>
                    <a:pt x="4963" y="3933"/>
                  </a:cubicBezTo>
                  <a:cubicBezTo>
                    <a:pt x="4940" y="3910"/>
                    <a:pt x="4920" y="3885"/>
                    <a:pt x="4915" y="3885"/>
                  </a:cubicBezTo>
                  <a:lnTo>
                    <a:pt x="4915" y="3885"/>
                  </a:lnTo>
                  <a:cubicBezTo>
                    <a:pt x="4911" y="3885"/>
                    <a:pt x="4916" y="3902"/>
                    <a:pt x="4938" y="3949"/>
                  </a:cubicBezTo>
                  <a:cubicBezTo>
                    <a:pt x="4938" y="3994"/>
                    <a:pt x="4918" y="4020"/>
                    <a:pt x="4890" y="4020"/>
                  </a:cubicBezTo>
                  <a:cubicBezTo>
                    <a:pt x="4877" y="4020"/>
                    <a:pt x="4864" y="4015"/>
                    <a:pt x="4849" y="4005"/>
                  </a:cubicBezTo>
                  <a:cubicBezTo>
                    <a:pt x="4833" y="4014"/>
                    <a:pt x="4817" y="4014"/>
                    <a:pt x="4849" y="4062"/>
                  </a:cubicBezTo>
                  <a:lnTo>
                    <a:pt x="4881" y="4111"/>
                  </a:lnTo>
                  <a:cubicBezTo>
                    <a:pt x="4847" y="4068"/>
                    <a:pt x="4828" y="4046"/>
                    <a:pt x="4823" y="4046"/>
                  </a:cubicBezTo>
                  <a:lnTo>
                    <a:pt x="4823" y="4046"/>
                  </a:lnTo>
                  <a:cubicBezTo>
                    <a:pt x="4818" y="4046"/>
                    <a:pt x="4828" y="4072"/>
                    <a:pt x="4849" y="4127"/>
                  </a:cubicBezTo>
                  <a:cubicBezTo>
                    <a:pt x="4867" y="4153"/>
                    <a:pt x="4870" y="4168"/>
                    <a:pt x="4865" y="4168"/>
                  </a:cubicBezTo>
                  <a:cubicBezTo>
                    <a:pt x="4862" y="4168"/>
                    <a:pt x="4852" y="4158"/>
                    <a:pt x="4841" y="4135"/>
                  </a:cubicBezTo>
                  <a:cubicBezTo>
                    <a:pt x="4806" y="4106"/>
                    <a:pt x="4792" y="4102"/>
                    <a:pt x="4787" y="4102"/>
                  </a:cubicBezTo>
                  <a:cubicBezTo>
                    <a:pt x="4785" y="4102"/>
                    <a:pt x="4784" y="4103"/>
                    <a:pt x="4784" y="4103"/>
                  </a:cubicBezTo>
                  <a:cubicBezTo>
                    <a:pt x="4768" y="4111"/>
                    <a:pt x="4736" y="4192"/>
                    <a:pt x="4671" y="4232"/>
                  </a:cubicBezTo>
                  <a:cubicBezTo>
                    <a:pt x="4565" y="4289"/>
                    <a:pt x="4525" y="4314"/>
                    <a:pt x="4549" y="4362"/>
                  </a:cubicBezTo>
                  <a:cubicBezTo>
                    <a:pt x="4558" y="4393"/>
                    <a:pt x="4562" y="4407"/>
                    <a:pt x="4557" y="4407"/>
                  </a:cubicBezTo>
                  <a:cubicBezTo>
                    <a:pt x="4553" y="4407"/>
                    <a:pt x="4543" y="4397"/>
                    <a:pt x="4525" y="4378"/>
                  </a:cubicBezTo>
                  <a:cubicBezTo>
                    <a:pt x="4496" y="4349"/>
                    <a:pt x="4479" y="4345"/>
                    <a:pt x="4469" y="4345"/>
                  </a:cubicBezTo>
                  <a:cubicBezTo>
                    <a:pt x="4465" y="4345"/>
                    <a:pt x="4462" y="4346"/>
                    <a:pt x="4460" y="4346"/>
                  </a:cubicBezTo>
                  <a:cubicBezTo>
                    <a:pt x="4454" y="4349"/>
                    <a:pt x="4448" y="4352"/>
                    <a:pt x="4441" y="4352"/>
                  </a:cubicBezTo>
                  <a:cubicBezTo>
                    <a:pt x="4430" y="4352"/>
                    <a:pt x="4418" y="4344"/>
                    <a:pt x="4403" y="4314"/>
                  </a:cubicBezTo>
                  <a:lnTo>
                    <a:pt x="4403" y="4314"/>
                  </a:lnTo>
                  <a:cubicBezTo>
                    <a:pt x="4419" y="4370"/>
                    <a:pt x="4419" y="4370"/>
                    <a:pt x="4403" y="4378"/>
                  </a:cubicBezTo>
                  <a:cubicBezTo>
                    <a:pt x="4389" y="4357"/>
                    <a:pt x="4379" y="4346"/>
                    <a:pt x="4374" y="4346"/>
                  </a:cubicBezTo>
                  <a:cubicBezTo>
                    <a:pt x="4368" y="4346"/>
                    <a:pt x="4370" y="4363"/>
                    <a:pt x="4379" y="4395"/>
                  </a:cubicBezTo>
                  <a:cubicBezTo>
                    <a:pt x="4399" y="4448"/>
                    <a:pt x="4410" y="4475"/>
                    <a:pt x="4407" y="4475"/>
                  </a:cubicBezTo>
                  <a:cubicBezTo>
                    <a:pt x="4405" y="4475"/>
                    <a:pt x="4390" y="4450"/>
                    <a:pt x="4363" y="4403"/>
                  </a:cubicBezTo>
                  <a:cubicBezTo>
                    <a:pt x="4347" y="4371"/>
                    <a:pt x="4310" y="4346"/>
                    <a:pt x="4298" y="4346"/>
                  </a:cubicBezTo>
                  <a:cubicBezTo>
                    <a:pt x="4291" y="4346"/>
                    <a:pt x="4292" y="4353"/>
                    <a:pt x="4306" y="4370"/>
                  </a:cubicBezTo>
                  <a:cubicBezTo>
                    <a:pt x="4338" y="4419"/>
                    <a:pt x="4314" y="4427"/>
                    <a:pt x="4330" y="4484"/>
                  </a:cubicBezTo>
                  <a:cubicBezTo>
                    <a:pt x="4324" y="4487"/>
                    <a:pt x="4318" y="4490"/>
                    <a:pt x="4311" y="4490"/>
                  </a:cubicBezTo>
                  <a:cubicBezTo>
                    <a:pt x="4301" y="4490"/>
                    <a:pt x="4289" y="4482"/>
                    <a:pt x="4273" y="4451"/>
                  </a:cubicBezTo>
                  <a:cubicBezTo>
                    <a:pt x="4266" y="4444"/>
                    <a:pt x="4259" y="4441"/>
                    <a:pt x="4252" y="4441"/>
                  </a:cubicBezTo>
                  <a:cubicBezTo>
                    <a:pt x="4220" y="4441"/>
                    <a:pt x="4195" y="4509"/>
                    <a:pt x="4209" y="4549"/>
                  </a:cubicBezTo>
                  <a:cubicBezTo>
                    <a:pt x="4225" y="4578"/>
                    <a:pt x="4229" y="4592"/>
                    <a:pt x="4224" y="4592"/>
                  </a:cubicBezTo>
                  <a:cubicBezTo>
                    <a:pt x="4220" y="4592"/>
                    <a:pt x="4208" y="4580"/>
                    <a:pt x="4192" y="4557"/>
                  </a:cubicBezTo>
                  <a:cubicBezTo>
                    <a:pt x="4177" y="4527"/>
                    <a:pt x="4165" y="4518"/>
                    <a:pt x="4156" y="4518"/>
                  </a:cubicBezTo>
                  <a:cubicBezTo>
                    <a:pt x="4151" y="4518"/>
                    <a:pt x="4147" y="4521"/>
                    <a:pt x="4144" y="4524"/>
                  </a:cubicBezTo>
                  <a:cubicBezTo>
                    <a:pt x="4149" y="4543"/>
                    <a:pt x="4149" y="4550"/>
                    <a:pt x="4146" y="4550"/>
                  </a:cubicBezTo>
                  <a:cubicBezTo>
                    <a:pt x="4139" y="4550"/>
                    <a:pt x="4117" y="4517"/>
                    <a:pt x="4095" y="4484"/>
                  </a:cubicBezTo>
                  <a:cubicBezTo>
                    <a:pt x="4085" y="4450"/>
                    <a:pt x="4079" y="4439"/>
                    <a:pt x="4070" y="4439"/>
                  </a:cubicBezTo>
                  <a:cubicBezTo>
                    <a:pt x="4064" y="4439"/>
                    <a:pt x="4056" y="4445"/>
                    <a:pt x="4046" y="4451"/>
                  </a:cubicBezTo>
                  <a:cubicBezTo>
                    <a:pt x="4055" y="4508"/>
                    <a:pt x="4006" y="4532"/>
                    <a:pt x="3965" y="4557"/>
                  </a:cubicBezTo>
                  <a:cubicBezTo>
                    <a:pt x="3900" y="4597"/>
                    <a:pt x="3917" y="4654"/>
                    <a:pt x="3949" y="4759"/>
                  </a:cubicBezTo>
                  <a:lnTo>
                    <a:pt x="3990" y="4865"/>
                  </a:lnTo>
                  <a:lnTo>
                    <a:pt x="3933" y="4768"/>
                  </a:lnTo>
                  <a:cubicBezTo>
                    <a:pt x="3909" y="4719"/>
                    <a:pt x="3836" y="4630"/>
                    <a:pt x="3836" y="4630"/>
                  </a:cubicBezTo>
                  <a:lnTo>
                    <a:pt x="3836" y="4630"/>
                  </a:lnTo>
                  <a:cubicBezTo>
                    <a:pt x="3819" y="4638"/>
                    <a:pt x="3852" y="4687"/>
                    <a:pt x="3876" y="4735"/>
                  </a:cubicBezTo>
                  <a:cubicBezTo>
                    <a:pt x="3896" y="4764"/>
                    <a:pt x="3898" y="4779"/>
                    <a:pt x="3885" y="4779"/>
                  </a:cubicBezTo>
                  <a:cubicBezTo>
                    <a:pt x="3877" y="4779"/>
                    <a:pt x="3863" y="4772"/>
                    <a:pt x="3844" y="4759"/>
                  </a:cubicBezTo>
                  <a:cubicBezTo>
                    <a:pt x="3821" y="4747"/>
                    <a:pt x="3805" y="4740"/>
                    <a:pt x="3795" y="4740"/>
                  </a:cubicBezTo>
                  <a:cubicBezTo>
                    <a:pt x="3779" y="4740"/>
                    <a:pt x="3777" y="4755"/>
                    <a:pt x="3787" y="4784"/>
                  </a:cubicBezTo>
                  <a:cubicBezTo>
                    <a:pt x="3780" y="4787"/>
                    <a:pt x="3775" y="4790"/>
                    <a:pt x="3768" y="4790"/>
                  </a:cubicBezTo>
                  <a:cubicBezTo>
                    <a:pt x="3759" y="4790"/>
                    <a:pt x="3746" y="4783"/>
                    <a:pt x="3722" y="4759"/>
                  </a:cubicBezTo>
                  <a:lnTo>
                    <a:pt x="3722" y="4759"/>
                  </a:lnTo>
                  <a:cubicBezTo>
                    <a:pt x="3706" y="4768"/>
                    <a:pt x="3706" y="4768"/>
                    <a:pt x="3738" y="4816"/>
                  </a:cubicBezTo>
                  <a:cubicBezTo>
                    <a:pt x="3752" y="4844"/>
                    <a:pt x="3753" y="4858"/>
                    <a:pt x="3743" y="4858"/>
                  </a:cubicBezTo>
                  <a:cubicBezTo>
                    <a:pt x="3736" y="4858"/>
                    <a:pt x="3723" y="4850"/>
                    <a:pt x="3706" y="4832"/>
                  </a:cubicBezTo>
                  <a:cubicBezTo>
                    <a:pt x="3673" y="4788"/>
                    <a:pt x="3647" y="4770"/>
                    <a:pt x="3632" y="4770"/>
                  </a:cubicBezTo>
                  <a:cubicBezTo>
                    <a:pt x="3617" y="4770"/>
                    <a:pt x="3613" y="4788"/>
                    <a:pt x="3625" y="4816"/>
                  </a:cubicBezTo>
                  <a:cubicBezTo>
                    <a:pt x="3657" y="4865"/>
                    <a:pt x="3641" y="4865"/>
                    <a:pt x="3633" y="4873"/>
                  </a:cubicBezTo>
                  <a:cubicBezTo>
                    <a:pt x="3617" y="4881"/>
                    <a:pt x="3600" y="4889"/>
                    <a:pt x="3617" y="4946"/>
                  </a:cubicBezTo>
                  <a:lnTo>
                    <a:pt x="3592" y="4962"/>
                  </a:lnTo>
                  <a:cubicBezTo>
                    <a:pt x="3591" y="4963"/>
                    <a:pt x="3590" y="4963"/>
                    <a:pt x="3589" y="4963"/>
                  </a:cubicBezTo>
                  <a:cubicBezTo>
                    <a:pt x="3574" y="4963"/>
                    <a:pt x="3561" y="4913"/>
                    <a:pt x="3576" y="4905"/>
                  </a:cubicBezTo>
                  <a:lnTo>
                    <a:pt x="3536" y="4865"/>
                  </a:lnTo>
                  <a:cubicBezTo>
                    <a:pt x="3511" y="4881"/>
                    <a:pt x="3495" y="4889"/>
                    <a:pt x="3511" y="4946"/>
                  </a:cubicBezTo>
                  <a:cubicBezTo>
                    <a:pt x="3532" y="4995"/>
                    <a:pt x="3542" y="5019"/>
                    <a:pt x="3540" y="5019"/>
                  </a:cubicBezTo>
                  <a:cubicBezTo>
                    <a:pt x="3538" y="5019"/>
                    <a:pt x="3523" y="4995"/>
                    <a:pt x="3495" y="4946"/>
                  </a:cubicBezTo>
                  <a:cubicBezTo>
                    <a:pt x="3479" y="4914"/>
                    <a:pt x="3456" y="4886"/>
                    <a:pt x="3445" y="4886"/>
                  </a:cubicBezTo>
                  <a:cubicBezTo>
                    <a:pt x="3439" y="4886"/>
                    <a:pt x="3435" y="4894"/>
                    <a:pt x="3438" y="4914"/>
                  </a:cubicBezTo>
                  <a:cubicBezTo>
                    <a:pt x="3461" y="4962"/>
                    <a:pt x="3464" y="4980"/>
                    <a:pt x="3458" y="4980"/>
                  </a:cubicBezTo>
                  <a:cubicBezTo>
                    <a:pt x="3451" y="4980"/>
                    <a:pt x="3431" y="4956"/>
                    <a:pt x="3414" y="4930"/>
                  </a:cubicBezTo>
                  <a:cubicBezTo>
                    <a:pt x="3395" y="4880"/>
                    <a:pt x="3385" y="4854"/>
                    <a:pt x="3379" y="4854"/>
                  </a:cubicBezTo>
                  <a:cubicBezTo>
                    <a:pt x="3373" y="4854"/>
                    <a:pt x="3373" y="4886"/>
                    <a:pt x="3373" y="4954"/>
                  </a:cubicBezTo>
                  <a:cubicBezTo>
                    <a:pt x="3349" y="4970"/>
                    <a:pt x="3325" y="5043"/>
                    <a:pt x="3284" y="5068"/>
                  </a:cubicBezTo>
                  <a:cubicBezTo>
                    <a:pt x="3259" y="5085"/>
                    <a:pt x="3240" y="5095"/>
                    <a:pt x="3220" y="5095"/>
                  </a:cubicBezTo>
                  <a:cubicBezTo>
                    <a:pt x="3204" y="5095"/>
                    <a:pt x="3187" y="5087"/>
                    <a:pt x="3165" y="5069"/>
                  </a:cubicBezTo>
                  <a:lnTo>
                    <a:pt x="3165" y="5069"/>
                  </a:lnTo>
                  <a:cubicBezTo>
                    <a:pt x="3187" y="5120"/>
                    <a:pt x="3170" y="5129"/>
                    <a:pt x="3138" y="5149"/>
                  </a:cubicBezTo>
                  <a:cubicBezTo>
                    <a:pt x="3128" y="5145"/>
                    <a:pt x="3119" y="5143"/>
                    <a:pt x="3112" y="5143"/>
                  </a:cubicBezTo>
                  <a:cubicBezTo>
                    <a:pt x="3074" y="5143"/>
                    <a:pt x="3076" y="5190"/>
                    <a:pt x="3090" y="5238"/>
                  </a:cubicBezTo>
                  <a:lnTo>
                    <a:pt x="3114" y="5230"/>
                  </a:lnTo>
                  <a:cubicBezTo>
                    <a:pt x="3155" y="5291"/>
                    <a:pt x="3164" y="5314"/>
                    <a:pt x="3150" y="5314"/>
                  </a:cubicBezTo>
                  <a:cubicBezTo>
                    <a:pt x="3142" y="5314"/>
                    <a:pt x="3127" y="5306"/>
                    <a:pt x="3106" y="5295"/>
                  </a:cubicBezTo>
                  <a:cubicBezTo>
                    <a:pt x="3105" y="5295"/>
                    <a:pt x="3105" y="5295"/>
                    <a:pt x="3104" y="5295"/>
                  </a:cubicBezTo>
                  <a:cubicBezTo>
                    <a:pt x="3093" y="5295"/>
                    <a:pt x="3063" y="5250"/>
                    <a:pt x="3033" y="5205"/>
                  </a:cubicBezTo>
                  <a:cubicBezTo>
                    <a:pt x="3011" y="5161"/>
                    <a:pt x="2975" y="5123"/>
                    <a:pt x="2957" y="5123"/>
                  </a:cubicBezTo>
                  <a:cubicBezTo>
                    <a:pt x="2955" y="5123"/>
                    <a:pt x="2953" y="5124"/>
                    <a:pt x="2952" y="5124"/>
                  </a:cubicBezTo>
                  <a:cubicBezTo>
                    <a:pt x="2936" y="5132"/>
                    <a:pt x="2928" y="5141"/>
                    <a:pt x="2968" y="5181"/>
                  </a:cubicBezTo>
                  <a:cubicBezTo>
                    <a:pt x="3000" y="5230"/>
                    <a:pt x="3000" y="5230"/>
                    <a:pt x="2984" y="5238"/>
                  </a:cubicBezTo>
                  <a:cubicBezTo>
                    <a:pt x="2968" y="5246"/>
                    <a:pt x="2960" y="5254"/>
                    <a:pt x="2976" y="5303"/>
                  </a:cubicBezTo>
                  <a:cubicBezTo>
                    <a:pt x="3000" y="5359"/>
                    <a:pt x="2992" y="5359"/>
                    <a:pt x="2976" y="5368"/>
                  </a:cubicBezTo>
                  <a:cubicBezTo>
                    <a:pt x="2954" y="5345"/>
                    <a:pt x="2936" y="5340"/>
                    <a:pt x="2925" y="5340"/>
                  </a:cubicBezTo>
                  <a:cubicBezTo>
                    <a:pt x="2916" y="5340"/>
                    <a:pt x="2911" y="5343"/>
                    <a:pt x="2911" y="5343"/>
                  </a:cubicBezTo>
                  <a:lnTo>
                    <a:pt x="2879" y="5295"/>
                  </a:lnTo>
                  <a:cubicBezTo>
                    <a:pt x="2863" y="5262"/>
                    <a:pt x="2838" y="5230"/>
                    <a:pt x="2806" y="5205"/>
                  </a:cubicBezTo>
                  <a:lnTo>
                    <a:pt x="2806" y="5205"/>
                  </a:lnTo>
                  <a:cubicBezTo>
                    <a:pt x="2798" y="5214"/>
                    <a:pt x="2822" y="5262"/>
                    <a:pt x="2822" y="5262"/>
                  </a:cubicBezTo>
                  <a:cubicBezTo>
                    <a:pt x="2855" y="5311"/>
                    <a:pt x="2538" y="5489"/>
                    <a:pt x="2498" y="5505"/>
                  </a:cubicBezTo>
                  <a:cubicBezTo>
                    <a:pt x="2479" y="5495"/>
                    <a:pt x="2463" y="5490"/>
                    <a:pt x="2450" y="5490"/>
                  </a:cubicBezTo>
                  <a:cubicBezTo>
                    <a:pt x="2423" y="5490"/>
                    <a:pt x="2414" y="5510"/>
                    <a:pt x="2441" y="5538"/>
                  </a:cubicBezTo>
                  <a:cubicBezTo>
                    <a:pt x="2473" y="5586"/>
                    <a:pt x="2409" y="5619"/>
                    <a:pt x="2328" y="5668"/>
                  </a:cubicBezTo>
                  <a:cubicBezTo>
                    <a:pt x="2238" y="5716"/>
                    <a:pt x="2174" y="5757"/>
                    <a:pt x="2198" y="5805"/>
                  </a:cubicBezTo>
                  <a:lnTo>
                    <a:pt x="2157" y="5822"/>
                  </a:lnTo>
                  <a:cubicBezTo>
                    <a:pt x="2133" y="5838"/>
                    <a:pt x="2133" y="5903"/>
                    <a:pt x="2125" y="5911"/>
                  </a:cubicBezTo>
                  <a:cubicBezTo>
                    <a:pt x="2134" y="5941"/>
                    <a:pt x="2133" y="5958"/>
                    <a:pt x="2128" y="5958"/>
                  </a:cubicBezTo>
                  <a:cubicBezTo>
                    <a:pt x="2124" y="5958"/>
                    <a:pt x="2116" y="5945"/>
                    <a:pt x="2109" y="5919"/>
                  </a:cubicBezTo>
                  <a:cubicBezTo>
                    <a:pt x="2086" y="5874"/>
                    <a:pt x="2057" y="5829"/>
                    <a:pt x="2040" y="5829"/>
                  </a:cubicBezTo>
                  <a:cubicBezTo>
                    <a:pt x="2038" y="5829"/>
                    <a:pt x="2037" y="5829"/>
                    <a:pt x="2036" y="5830"/>
                  </a:cubicBezTo>
                  <a:cubicBezTo>
                    <a:pt x="2011" y="5846"/>
                    <a:pt x="2044" y="5895"/>
                    <a:pt x="2068" y="5943"/>
                  </a:cubicBezTo>
                  <a:cubicBezTo>
                    <a:pt x="2101" y="5992"/>
                    <a:pt x="2084" y="6000"/>
                    <a:pt x="2084" y="6000"/>
                  </a:cubicBezTo>
                  <a:cubicBezTo>
                    <a:pt x="2076" y="6000"/>
                    <a:pt x="2076" y="6000"/>
                    <a:pt x="2044" y="5951"/>
                  </a:cubicBezTo>
                  <a:lnTo>
                    <a:pt x="1987" y="5854"/>
                  </a:lnTo>
                  <a:lnTo>
                    <a:pt x="1971" y="5862"/>
                  </a:lnTo>
                  <a:cubicBezTo>
                    <a:pt x="2003" y="5911"/>
                    <a:pt x="1987" y="5919"/>
                    <a:pt x="1987" y="5919"/>
                  </a:cubicBezTo>
                  <a:cubicBezTo>
                    <a:pt x="1985" y="5921"/>
                    <a:pt x="1984" y="5922"/>
                    <a:pt x="1982" y="5922"/>
                  </a:cubicBezTo>
                  <a:cubicBezTo>
                    <a:pt x="1976" y="5922"/>
                    <a:pt x="1964" y="5905"/>
                    <a:pt x="1914" y="5830"/>
                  </a:cubicBezTo>
                  <a:cubicBezTo>
                    <a:pt x="1887" y="5784"/>
                    <a:pt x="1871" y="5762"/>
                    <a:pt x="1866" y="5762"/>
                  </a:cubicBezTo>
                  <a:lnTo>
                    <a:pt x="1866" y="5762"/>
                  </a:lnTo>
                  <a:cubicBezTo>
                    <a:pt x="1860" y="5762"/>
                    <a:pt x="1868" y="5790"/>
                    <a:pt x="1890" y="5846"/>
                  </a:cubicBezTo>
                  <a:lnTo>
                    <a:pt x="1898" y="5911"/>
                  </a:lnTo>
                  <a:cubicBezTo>
                    <a:pt x="1878" y="5886"/>
                    <a:pt x="1865" y="5876"/>
                    <a:pt x="1859" y="5876"/>
                  </a:cubicBezTo>
                  <a:cubicBezTo>
                    <a:pt x="1842" y="5876"/>
                    <a:pt x="1862" y="5943"/>
                    <a:pt x="1874" y="5984"/>
                  </a:cubicBezTo>
                  <a:cubicBezTo>
                    <a:pt x="1840" y="5943"/>
                    <a:pt x="1819" y="5922"/>
                    <a:pt x="1810" y="5922"/>
                  </a:cubicBezTo>
                  <a:cubicBezTo>
                    <a:pt x="1799" y="5922"/>
                    <a:pt x="1807" y="5951"/>
                    <a:pt x="1833" y="6008"/>
                  </a:cubicBezTo>
                  <a:cubicBezTo>
                    <a:pt x="1847" y="6036"/>
                    <a:pt x="1850" y="6050"/>
                    <a:pt x="1842" y="6050"/>
                  </a:cubicBezTo>
                  <a:cubicBezTo>
                    <a:pt x="1835" y="6050"/>
                    <a:pt x="1822" y="6042"/>
                    <a:pt x="1801" y="6024"/>
                  </a:cubicBezTo>
                  <a:cubicBezTo>
                    <a:pt x="1779" y="6003"/>
                    <a:pt x="1766" y="5995"/>
                    <a:pt x="1755" y="5995"/>
                  </a:cubicBezTo>
                  <a:cubicBezTo>
                    <a:pt x="1744" y="5995"/>
                    <a:pt x="1734" y="6001"/>
                    <a:pt x="1719" y="6008"/>
                  </a:cubicBezTo>
                  <a:cubicBezTo>
                    <a:pt x="1736" y="6057"/>
                    <a:pt x="1646" y="6113"/>
                    <a:pt x="1541" y="6170"/>
                  </a:cubicBezTo>
                  <a:cubicBezTo>
                    <a:pt x="1419" y="6235"/>
                    <a:pt x="1347" y="6284"/>
                    <a:pt x="1371" y="6332"/>
                  </a:cubicBezTo>
                  <a:cubicBezTo>
                    <a:pt x="1368" y="6335"/>
                    <a:pt x="1367" y="6336"/>
                    <a:pt x="1364" y="6336"/>
                  </a:cubicBezTo>
                  <a:cubicBezTo>
                    <a:pt x="1359" y="6336"/>
                    <a:pt x="1349" y="6326"/>
                    <a:pt x="1314" y="6292"/>
                  </a:cubicBezTo>
                  <a:cubicBezTo>
                    <a:pt x="1305" y="6273"/>
                    <a:pt x="1297" y="6263"/>
                    <a:pt x="1293" y="6263"/>
                  </a:cubicBezTo>
                  <a:lnTo>
                    <a:pt x="1293" y="6263"/>
                  </a:lnTo>
                  <a:cubicBezTo>
                    <a:pt x="1287" y="6263"/>
                    <a:pt x="1292" y="6291"/>
                    <a:pt x="1322" y="6357"/>
                  </a:cubicBezTo>
                  <a:cubicBezTo>
                    <a:pt x="1332" y="6390"/>
                    <a:pt x="1344" y="6420"/>
                    <a:pt x="1341" y="6420"/>
                  </a:cubicBezTo>
                  <a:cubicBezTo>
                    <a:pt x="1339" y="6420"/>
                    <a:pt x="1329" y="6405"/>
                    <a:pt x="1306" y="6365"/>
                  </a:cubicBezTo>
                  <a:cubicBezTo>
                    <a:pt x="1291" y="6343"/>
                    <a:pt x="1278" y="6334"/>
                    <a:pt x="1264" y="6334"/>
                  </a:cubicBezTo>
                  <a:cubicBezTo>
                    <a:pt x="1247" y="6334"/>
                    <a:pt x="1227" y="6347"/>
                    <a:pt x="1201" y="6365"/>
                  </a:cubicBezTo>
                  <a:cubicBezTo>
                    <a:pt x="1160" y="6381"/>
                    <a:pt x="1103" y="6413"/>
                    <a:pt x="1136" y="6462"/>
                  </a:cubicBezTo>
                  <a:cubicBezTo>
                    <a:pt x="1136" y="6496"/>
                    <a:pt x="1136" y="6512"/>
                    <a:pt x="1133" y="6512"/>
                  </a:cubicBezTo>
                  <a:cubicBezTo>
                    <a:pt x="1131" y="6512"/>
                    <a:pt x="1127" y="6498"/>
                    <a:pt x="1119" y="6470"/>
                  </a:cubicBezTo>
                  <a:cubicBezTo>
                    <a:pt x="1099" y="6416"/>
                    <a:pt x="1062" y="6385"/>
                    <a:pt x="1035" y="6385"/>
                  </a:cubicBezTo>
                  <a:cubicBezTo>
                    <a:pt x="1009" y="6385"/>
                    <a:pt x="990" y="6412"/>
                    <a:pt x="998" y="6470"/>
                  </a:cubicBezTo>
                  <a:cubicBezTo>
                    <a:pt x="995" y="6473"/>
                    <a:pt x="991" y="6476"/>
                    <a:pt x="985" y="6476"/>
                  </a:cubicBezTo>
                  <a:cubicBezTo>
                    <a:pt x="975" y="6476"/>
                    <a:pt x="961" y="6468"/>
                    <a:pt x="941" y="6438"/>
                  </a:cubicBezTo>
                  <a:cubicBezTo>
                    <a:pt x="933" y="6446"/>
                    <a:pt x="917" y="6454"/>
                    <a:pt x="909" y="6527"/>
                  </a:cubicBezTo>
                  <a:lnTo>
                    <a:pt x="820" y="6576"/>
                  </a:lnTo>
                  <a:cubicBezTo>
                    <a:pt x="787" y="6592"/>
                    <a:pt x="795" y="6657"/>
                    <a:pt x="795" y="6657"/>
                  </a:cubicBezTo>
                  <a:lnTo>
                    <a:pt x="779" y="6657"/>
                  </a:lnTo>
                  <a:cubicBezTo>
                    <a:pt x="769" y="6641"/>
                    <a:pt x="755" y="6635"/>
                    <a:pt x="738" y="6635"/>
                  </a:cubicBezTo>
                  <a:cubicBezTo>
                    <a:pt x="703" y="6635"/>
                    <a:pt x="653" y="6664"/>
                    <a:pt x="592" y="6697"/>
                  </a:cubicBezTo>
                  <a:cubicBezTo>
                    <a:pt x="528" y="6738"/>
                    <a:pt x="469" y="6770"/>
                    <a:pt x="425" y="6770"/>
                  </a:cubicBezTo>
                  <a:cubicBezTo>
                    <a:pt x="408" y="6770"/>
                    <a:pt x="393" y="6765"/>
                    <a:pt x="382" y="6754"/>
                  </a:cubicBezTo>
                  <a:cubicBezTo>
                    <a:pt x="382" y="6754"/>
                    <a:pt x="365" y="6762"/>
                    <a:pt x="382" y="6819"/>
                  </a:cubicBezTo>
                  <a:cubicBezTo>
                    <a:pt x="413" y="6887"/>
                    <a:pt x="417" y="6914"/>
                    <a:pt x="406" y="6914"/>
                  </a:cubicBezTo>
                  <a:cubicBezTo>
                    <a:pt x="399" y="6914"/>
                    <a:pt x="388" y="6906"/>
                    <a:pt x="374" y="6892"/>
                  </a:cubicBezTo>
                  <a:cubicBezTo>
                    <a:pt x="344" y="6852"/>
                    <a:pt x="318" y="6834"/>
                    <a:pt x="300" y="6834"/>
                  </a:cubicBezTo>
                  <a:cubicBezTo>
                    <a:pt x="276" y="6834"/>
                    <a:pt x="269" y="6870"/>
                    <a:pt x="292" y="6932"/>
                  </a:cubicBezTo>
                  <a:lnTo>
                    <a:pt x="292" y="6932"/>
                  </a:lnTo>
                  <a:cubicBezTo>
                    <a:pt x="284" y="6919"/>
                    <a:pt x="272" y="6902"/>
                    <a:pt x="260" y="6884"/>
                  </a:cubicBezTo>
                  <a:cubicBezTo>
                    <a:pt x="239" y="6855"/>
                    <a:pt x="224" y="6843"/>
                    <a:pt x="213" y="6843"/>
                  </a:cubicBezTo>
                  <a:cubicBezTo>
                    <a:pt x="191" y="6843"/>
                    <a:pt x="194" y="6898"/>
                    <a:pt x="228" y="6965"/>
                  </a:cubicBezTo>
                  <a:cubicBezTo>
                    <a:pt x="201" y="6939"/>
                    <a:pt x="175" y="6912"/>
                    <a:pt x="162" y="6912"/>
                  </a:cubicBezTo>
                  <a:cubicBezTo>
                    <a:pt x="155" y="6912"/>
                    <a:pt x="152" y="6920"/>
                    <a:pt x="155" y="6940"/>
                  </a:cubicBezTo>
                  <a:cubicBezTo>
                    <a:pt x="153" y="6942"/>
                    <a:pt x="151" y="6944"/>
                    <a:pt x="150" y="6944"/>
                  </a:cubicBezTo>
                  <a:cubicBezTo>
                    <a:pt x="144" y="6944"/>
                    <a:pt x="134" y="6927"/>
                    <a:pt x="90" y="6851"/>
                  </a:cubicBezTo>
                  <a:cubicBezTo>
                    <a:pt x="60" y="6806"/>
                    <a:pt x="37" y="6761"/>
                    <a:pt x="21" y="6761"/>
                  </a:cubicBezTo>
                  <a:cubicBezTo>
                    <a:pt x="19" y="6761"/>
                    <a:pt x="18" y="6761"/>
                    <a:pt x="17" y="6762"/>
                  </a:cubicBezTo>
                  <a:cubicBezTo>
                    <a:pt x="1" y="6770"/>
                    <a:pt x="33" y="6819"/>
                    <a:pt x="57" y="6867"/>
                  </a:cubicBezTo>
                  <a:lnTo>
                    <a:pt x="33" y="6884"/>
                  </a:lnTo>
                  <a:cubicBezTo>
                    <a:pt x="33" y="6884"/>
                    <a:pt x="25" y="6892"/>
                    <a:pt x="49" y="6940"/>
                  </a:cubicBezTo>
                  <a:cubicBezTo>
                    <a:pt x="82" y="6989"/>
                    <a:pt x="65" y="6997"/>
                    <a:pt x="49" y="6997"/>
                  </a:cubicBezTo>
                  <a:cubicBezTo>
                    <a:pt x="43" y="6984"/>
                    <a:pt x="39" y="6978"/>
                    <a:pt x="38" y="6978"/>
                  </a:cubicBezTo>
                  <a:lnTo>
                    <a:pt x="38" y="6978"/>
                  </a:lnTo>
                  <a:cubicBezTo>
                    <a:pt x="36" y="6978"/>
                    <a:pt x="52" y="7016"/>
                    <a:pt x="82" y="7046"/>
                  </a:cubicBezTo>
                  <a:cubicBezTo>
                    <a:pt x="114" y="7095"/>
                    <a:pt x="138" y="7143"/>
                    <a:pt x="130" y="7151"/>
                  </a:cubicBezTo>
                  <a:lnTo>
                    <a:pt x="187" y="7249"/>
                  </a:lnTo>
                  <a:cubicBezTo>
                    <a:pt x="220" y="7322"/>
                    <a:pt x="268" y="7386"/>
                    <a:pt x="325" y="7435"/>
                  </a:cubicBezTo>
                  <a:cubicBezTo>
                    <a:pt x="359" y="7442"/>
                    <a:pt x="392" y="7450"/>
                    <a:pt x="414" y="7450"/>
                  </a:cubicBezTo>
                  <a:cubicBezTo>
                    <a:pt x="444" y="7450"/>
                    <a:pt x="455" y="7435"/>
                    <a:pt x="422" y="7378"/>
                  </a:cubicBezTo>
                  <a:cubicBezTo>
                    <a:pt x="422" y="7378"/>
                    <a:pt x="406" y="7322"/>
                    <a:pt x="414" y="7322"/>
                  </a:cubicBezTo>
                  <a:cubicBezTo>
                    <a:pt x="416" y="7321"/>
                    <a:pt x="417" y="7320"/>
                    <a:pt x="419" y="7320"/>
                  </a:cubicBezTo>
                  <a:cubicBezTo>
                    <a:pt x="437" y="7320"/>
                    <a:pt x="471" y="7354"/>
                    <a:pt x="471" y="7354"/>
                  </a:cubicBezTo>
                  <a:cubicBezTo>
                    <a:pt x="483" y="7372"/>
                    <a:pt x="497" y="7379"/>
                    <a:pt x="513" y="7379"/>
                  </a:cubicBezTo>
                  <a:cubicBezTo>
                    <a:pt x="541" y="7379"/>
                    <a:pt x="576" y="7358"/>
                    <a:pt x="617" y="7338"/>
                  </a:cubicBezTo>
                  <a:cubicBezTo>
                    <a:pt x="667" y="7308"/>
                    <a:pt x="702" y="7287"/>
                    <a:pt x="730" y="7287"/>
                  </a:cubicBezTo>
                  <a:cubicBezTo>
                    <a:pt x="748" y="7287"/>
                    <a:pt x="763" y="7295"/>
                    <a:pt x="779" y="7313"/>
                  </a:cubicBezTo>
                  <a:cubicBezTo>
                    <a:pt x="808" y="7342"/>
                    <a:pt x="824" y="7347"/>
                    <a:pt x="832" y="7347"/>
                  </a:cubicBezTo>
                  <a:cubicBezTo>
                    <a:pt x="834" y="7347"/>
                    <a:pt x="836" y="7346"/>
                    <a:pt x="836" y="7346"/>
                  </a:cubicBezTo>
                  <a:cubicBezTo>
                    <a:pt x="803" y="7297"/>
                    <a:pt x="884" y="7249"/>
                    <a:pt x="974" y="7200"/>
                  </a:cubicBezTo>
                  <a:cubicBezTo>
                    <a:pt x="1071" y="7151"/>
                    <a:pt x="1160" y="7095"/>
                    <a:pt x="1136" y="7046"/>
                  </a:cubicBezTo>
                  <a:lnTo>
                    <a:pt x="1160" y="7030"/>
                  </a:lnTo>
                  <a:cubicBezTo>
                    <a:pt x="1174" y="7057"/>
                    <a:pt x="1190" y="7067"/>
                    <a:pt x="1206" y="7067"/>
                  </a:cubicBezTo>
                  <a:cubicBezTo>
                    <a:pt x="1218" y="7067"/>
                    <a:pt x="1231" y="7061"/>
                    <a:pt x="1241" y="7054"/>
                  </a:cubicBezTo>
                  <a:cubicBezTo>
                    <a:pt x="1241" y="6989"/>
                    <a:pt x="1265" y="6973"/>
                    <a:pt x="1265" y="6973"/>
                  </a:cubicBezTo>
                  <a:cubicBezTo>
                    <a:pt x="1281" y="7003"/>
                    <a:pt x="1293" y="7011"/>
                    <a:pt x="1305" y="7011"/>
                  </a:cubicBezTo>
                  <a:cubicBezTo>
                    <a:pt x="1313" y="7011"/>
                    <a:pt x="1321" y="7008"/>
                    <a:pt x="1330" y="7005"/>
                  </a:cubicBezTo>
                  <a:cubicBezTo>
                    <a:pt x="1355" y="6989"/>
                    <a:pt x="1371" y="6981"/>
                    <a:pt x="1338" y="6932"/>
                  </a:cubicBezTo>
                  <a:cubicBezTo>
                    <a:pt x="1380" y="6909"/>
                    <a:pt x="1426" y="6894"/>
                    <a:pt x="1470" y="6894"/>
                  </a:cubicBezTo>
                  <a:cubicBezTo>
                    <a:pt x="1486" y="6894"/>
                    <a:pt x="1502" y="6896"/>
                    <a:pt x="1517" y="6900"/>
                  </a:cubicBezTo>
                  <a:cubicBezTo>
                    <a:pt x="1526" y="6910"/>
                    <a:pt x="1533" y="6914"/>
                    <a:pt x="1537" y="6914"/>
                  </a:cubicBezTo>
                  <a:cubicBezTo>
                    <a:pt x="1550" y="6914"/>
                    <a:pt x="1537" y="6870"/>
                    <a:pt x="1525" y="6827"/>
                  </a:cubicBezTo>
                  <a:cubicBezTo>
                    <a:pt x="1501" y="6778"/>
                    <a:pt x="1484" y="6722"/>
                    <a:pt x="1492" y="6713"/>
                  </a:cubicBezTo>
                  <a:lnTo>
                    <a:pt x="1492" y="6713"/>
                  </a:lnTo>
                  <a:cubicBezTo>
                    <a:pt x="1492" y="6713"/>
                    <a:pt x="1525" y="6762"/>
                    <a:pt x="1549" y="6811"/>
                  </a:cubicBezTo>
                  <a:cubicBezTo>
                    <a:pt x="1560" y="6848"/>
                    <a:pt x="1563" y="6861"/>
                    <a:pt x="1574" y="6861"/>
                  </a:cubicBezTo>
                  <a:cubicBezTo>
                    <a:pt x="1579" y="6861"/>
                    <a:pt x="1587" y="6857"/>
                    <a:pt x="1598" y="6851"/>
                  </a:cubicBezTo>
                  <a:lnTo>
                    <a:pt x="1622" y="6843"/>
                  </a:lnTo>
                  <a:cubicBezTo>
                    <a:pt x="1590" y="6795"/>
                    <a:pt x="1655" y="6754"/>
                    <a:pt x="1752" y="6705"/>
                  </a:cubicBezTo>
                  <a:cubicBezTo>
                    <a:pt x="1865" y="6640"/>
                    <a:pt x="1906" y="6616"/>
                    <a:pt x="1882" y="6568"/>
                  </a:cubicBezTo>
                  <a:cubicBezTo>
                    <a:pt x="1861" y="6536"/>
                    <a:pt x="1860" y="6522"/>
                    <a:pt x="1879" y="6522"/>
                  </a:cubicBezTo>
                  <a:cubicBezTo>
                    <a:pt x="1890" y="6522"/>
                    <a:pt x="1907" y="6526"/>
                    <a:pt x="1930" y="6535"/>
                  </a:cubicBezTo>
                  <a:cubicBezTo>
                    <a:pt x="2028" y="6596"/>
                    <a:pt x="2070" y="6622"/>
                    <a:pt x="2085" y="6622"/>
                  </a:cubicBezTo>
                  <a:cubicBezTo>
                    <a:pt x="2095" y="6622"/>
                    <a:pt x="2091" y="6608"/>
                    <a:pt x="2084" y="6584"/>
                  </a:cubicBezTo>
                  <a:cubicBezTo>
                    <a:pt x="2083" y="6584"/>
                    <a:pt x="2082" y="6585"/>
                    <a:pt x="2081" y="6585"/>
                  </a:cubicBezTo>
                  <a:cubicBezTo>
                    <a:pt x="2064" y="6585"/>
                    <a:pt x="2041" y="6540"/>
                    <a:pt x="2011" y="6495"/>
                  </a:cubicBezTo>
                  <a:cubicBezTo>
                    <a:pt x="1981" y="6443"/>
                    <a:pt x="1972" y="6416"/>
                    <a:pt x="1979" y="6416"/>
                  </a:cubicBezTo>
                  <a:lnTo>
                    <a:pt x="1979" y="6416"/>
                  </a:lnTo>
                  <a:cubicBezTo>
                    <a:pt x="1986" y="6416"/>
                    <a:pt x="2005" y="6437"/>
                    <a:pt x="2036" y="6478"/>
                  </a:cubicBezTo>
                  <a:cubicBezTo>
                    <a:pt x="2048" y="6499"/>
                    <a:pt x="2065" y="6508"/>
                    <a:pt x="2085" y="6508"/>
                  </a:cubicBezTo>
                  <a:cubicBezTo>
                    <a:pt x="2156" y="6508"/>
                    <a:pt x="2254" y="6391"/>
                    <a:pt x="2222" y="6308"/>
                  </a:cubicBezTo>
                  <a:lnTo>
                    <a:pt x="2222" y="6308"/>
                  </a:lnTo>
                  <a:lnTo>
                    <a:pt x="2246" y="6357"/>
                  </a:lnTo>
                  <a:cubicBezTo>
                    <a:pt x="2264" y="6383"/>
                    <a:pt x="2275" y="6396"/>
                    <a:pt x="2290" y="6396"/>
                  </a:cubicBezTo>
                  <a:cubicBezTo>
                    <a:pt x="2303" y="6396"/>
                    <a:pt x="2318" y="6388"/>
                    <a:pt x="2344" y="6373"/>
                  </a:cubicBezTo>
                  <a:lnTo>
                    <a:pt x="2384" y="6349"/>
                  </a:lnTo>
                  <a:cubicBezTo>
                    <a:pt x="2353" y="6294"/>
                    <a:pt x="2371" y="6273"/>
                    <a:pt x="2400" y="6273"/>
                  </a:cubicBezTo>
                  <a:cubicBezTo>
                    <a:pt x="2422" y="6273"/>
                    <a:pt x="2451" y="6287"/>
                    <a:pt x="2465" y="6308"/>
                  </a:cubicBezTo>
                  <a:cubicBezTo>
                    <a:pt x="2490" y="6333"/>
                    <a:pt x="2500" y="6343"/>
                    <a:pt x="2509" y="6343"/>
                  </a:cubicBezTo>
                  <a:cubicBezTo>
                    <a:pt x="2515" y="6343"/>
                    <a:pt x="2521" y="6339"/>
                    <a:pt x="2530" y="6332"/>
                  </a:cubicBezTo>
                  <a:cubicBezTo>
                    <a:pt x="2521" y="6264"/>
                    <a:pt x="2545" y="6239"/>
                    <a:pt x="2574" y="6239"/>
                  </a:cubicBezTo>
                  <a:cubicBezTo>
                    <a:pt x="2596" y="6239"/>
                    <a:pt x="2621" y="6254"/>
                    <a:pt x="2636" y="6276"/>
                  </a:cubicBezTo>
                  <a:lnTo>
                    <a:pt x="2660" y="6259"/>
                  </a:lnTo>
                  <a:cubicBezTo>
                    <a:pt x="2644" y="6203"/>
                    <a:pt x="2676" y="6186"/>
                    <a:pt x="2684" y="6178"/>
                  </a:cubicBezTo>
                  <a:cubicBezTo>
                    <a:pt x="2725" y="6162"/>
                    <a:pt x="2741" y="6154"/>
                    <a:pt x="2692" y="6113"/>
                  </a:cubicBezTo>
                  <a:cubicBezTo>
                    <a:pt x="2668" y="6065"/>
                    <a:pt x="2636" y="6016"/>
                    <a:pt x="2652" y="6008"/>
                  </a:cubicBezTo>
                  <a:lnTo>
                    <a:pt x="2652" y="6008"/>
                  </a:lnTo>
                  <a:lnTo>
                    <a:pt x="2684" y="6057"/>
                  </a:lnTo>
                  <a:cubicBezTo>
                    <a:pt x="2694" y="6077"/>
                    <a:pt x="2707" y="6084"/>
                    <a:pt x="2722" y="6084"/>
                  </a:cubicBezTo>
                  <a:cubicBezTo>
                    <a:pt x="2744" y="6084"/>
                    <a:pt x="2772" y="6068"/>
                    <a:pt x="2806" y="6049"/>
                  </a:cubicBezTo>
                  <a:cubicBezTo>
                    <a:pt x="2844" y="6030"/>
                    <a:pt x="2867" y="6016"/>
                    <a:pt x="2889" y="6016"/>
                  </a:cubicBezTo>
                  <a:cubicBezTo>
                    <a:pt x="2904" y="6016"/>
                    <a:pt x="2919" y="6023"/>
                    <a:pt x="2936" y="6041"/>
                  </a:cubicBezTo>
                  <a:lnTo>
                    <a:pt x="2919" y="5984"/>
                  </a:lnTo>
                  <a:cubicBezTo>
                    <a:pt x="2910" y="5952"/>
                    <a:pt x="2911" y="5936"/>
                    <a:pt x="2918" y="5936"/>
                  </a:cubicBezTo>
                  <a:cubicBezTo>
                    <a:pt x="2924" y="5936"/>
                    <a:pt x="2933" y="5946"/>
                    <a:pt x="2944" y="5968"/>
                  </a:cubicBezTo>
                  <a:cubicBezTo>
                    <a:pt x="2960" y="5984"/>
                    <a:pt x="2976" y="5991"/>
                    <a:pt x="2991" y="5991"/>
                  </a:cubicBezTo>
                  <a:cubicBezTo>
                    <a:pt x="3019" y="5991"/>
                    <a:pt x="3041" y="5962"/>
                    <a:pt x="3041" y="5919"/>
                  </a:cubicBezTo>
                  <a:lnTo>
                    <a:pt x="3065" y="5903"/>
                  </a:lnTo>
                  <a:cubicBezTo>
                    <a:pt x="3097" y="5942"/>
                    <a:pt x="3123" y="5961"/>
                    <a:pt x="3138" y="5961"/>
                  </a:cubicBezTo>
                  <a:cubicBezTo>
                    <a:pt x="3157" y="5961"/>
                    <a:pt x="3158" y="5930"/>
                    <a:pt x="3130" y="5870"/>
                  </a:cubicBezTo>
                  <a:lnTo>
                    <a:pt x="3130" y="5870"/>
                  </a:lnTo>
                  <a:cubicBezTo>
                    <a:pt x="3150" y="5901"/>
                    <a:pt x="3161" y="5909"/>
                    <a:pt x="3170" y="5909"/>
                  </a:cubicBezTo>
                  <a:cubicBezTo>
                    <a:pt x="3176" y="5909"/>
                    <a:pt x="3181" y="5906"/>
                    <a:pt x="3187" y="5903"/>
                  </a:cubicBezTo>
                  <a:cubicBezTo>
                    <a:pt x="3187" y="5859"/>
                    <a:pt x="3209" y="5831"/>
                    <a:pt x="3233" y="5831"/>
                  </a:cubicBezTo>
                  <a:cubicBezTo>
                    <a:pt x="3245" y="5831"/>
                    <a:pt x="3257" y="5838"/>
                    <a:pt x="3268" y="5854"/>
                  </a:cubicBezTo>
                  <a:lnTo>
                    <a:pt x="3276" y="5854"/>
                  </a:lnTo>
                  <a:cubicBezTo>
                    <a:pt x="3260" y="5797"/>
                    <a:pt x="3276" y="5789"/>
                    <a:pt x="3292" y="5781"/>
                  </a:cubicBezTo>
                  <a:cubicBezTo>
                    <a:pt x="3300" y="5773"/>
                    <a:pt x="3317" y="5765"/>
                    <a:pt x="3300" y="5708"/>
                  </a:cubicBezTo>
                  <a:cubicBezTo>
                    <a:pt x="3284" y="5651"/>
                    <a:pt x="3300" y="5643"/>
                    <a:pt x="3300" y="5643"/>
                  </a:cubicBezTo>
                  <a:cubicBezTo>
                    <a:pt x="3301" y="5643"/>
                    <a:pt x="3302" y="5642"/>
                    <a:pt x="3302" y="5642"/>
                  </a:cubicBezTo>
                  <a:cubicBezTo>
                    <a:pt x="3311" y="5642"/>
                    <a:pt x="3326" y="5696"/>
                    <a:pt x="3341" y="5749"/>
                  </a:cubicBezTo>
                  <a:cubicBezTo>
                    <a:pt x="3341" y="5772"/>
                    <a:pt x="3346" y="5784"/>
                    <a:pt x="3352" y="5784"/>
                  </a:cubicBezTo>
                  <a:cubicBezTo>
                    <a:pt x="3363" y="5784"/>
                    <a:pt x="3376" y="5748"/>
                    <a:pt x="3365" y="5676"/>
                  </a:cubicBezTo>
                  <a:cubicBezTo>
                    <a:pt x="3357" y="5614"/>
                    <a:pt x="3353" y="5583"/>
                    <a:pt x="3355" y="5583"/>
                  </a:cubicBezTo>
                  <a:lnTo>
                    <a:pt x="3355" y="5583"/>
                  </a:lnTo>
                  <a:cubicBezTo>
                    <a:pt x="3358" y="5583"/>
                    <a:pt x="3366" y="5612"/>
                    <a:pt x="3382" y="5668"/>
                  </a:cubicBezTo>
                  <a:cubicBezTo>
                    <a:pt x="3393" y="5706"/>
                    <a:pt x="3400" y="5745"/>
                    <a:pt x="3403" y="5745"/>
                  </a:cubicBezTo>
                  <a:cubicBezTo>
                    <a:pt x="3405" y="5745"/>
                    <a:pt x="3406" y="5737"/>
                    <a:pt x="3406" y="5716"/>
                  </a:cubicBezTo>
                  <a:cubicBezTo>
                    <a:pt x="3406" y="5716"/>
                    <a:pt x="3430" y="5700"/>
                    <a:pt x="3406" y="5651"/>
                  </a:cubicBezTo>
                  <a:lnTo>
                    <a:pt x="3446" y="5627"/>
                  </a:lnTo>
                  <a:cubicBezTo>
                    <a:pt x="3484" y="5649"/>
                    <a:pt x="3500" y="5652"/>
                    <a:pt x="3512" y="5652"/>
                  </a:cubicBezTo>
                  <a:cubicBezTo>
                    <a:pt x="3518" y="5652"/>
                    <a:pt x="3522" y="5651"/>
                    <a:pt x="3527" y="5651"/>
                  </a:cubicBezTo>
                  <a:cubicBezTo>
                    <a:pt x="3519" y="5621"/>
                    <a:pt x="3515" y="5606"/>
                    <a:pt x="3519" y="5606"/>
                  </a:cubicBezTo>
                  <a:lnTo>
                    <a:pt x="3519" y="5606"/>
                  </a:lnTo>
                  <a:cubicBezTo>
                    <a:pt x="3523" y="5606"/>
                    <a:pt x="3533" y="5617"/>
                    <a:pt x="3552" y="5635"/>
                  </a:cubicBezTo>
                  <a:cubicBezTo>
                    <a:pt x="3564" y="5654"/>
                    <a:pt x="3573" y="5664"/>
                    <a:pt x="3576" y="5664"/>
                  </a:cubicBezTo>
                  <a:cubicBezTo>
                    <a:pt x="3581" y="5664"/>
                    <a:pt x="3570" y="5638"/>
                    <a:pt x="3536" y="5578"/>
                  </a:cubicBezTo>
                  <a:cubicBezTo>
                    <a:pt x="3526" y="5545"/>
                    <a:pt x="3528" y="5529"/>
                    <a:pt x="3539" y="5529"/>
                  </a:cubicBezTo>
                  <a:cubicBezTo>
                    <a:pt x="3547" y="5529"/>
                    <a:pt x="3559" y="5537"/>
                    <a:pt x="3576" y="5554"/>
                  </a:cubicBezTo>
                  <a:cubicBezTo>
                    <a:pt x="3608" y="5608"/>
                    <a:pt x="3627" y="5630"/>
                    <a:pt x="3632" y="5630"/>
                  </a:cubicBezTo>
                  <a:cubicBezTo>
                    <a:pt x="3636" y="5630"/>
                    <a:pt x="3631" y="5616"/>
                    <a:pt x="3617" y="5595"/>
                  </a:cubicBezTo>
                  <a:cubicBezTo>
                    <a:pt x="3600" y="5538"/>
                    <a:pt x="3617" y="5530"/>
                    <a:pt x="3617" y="5530"/>
                  </a:cubicBezTo>
                  <a:cubicBezTo>
                    <a:pt x="3623" y="5542"/>
                    <a:pt x="3634" y="5547"/>
                    <a:pt x="3650" y="5547"/>
                  </a:cubicBezTo>
                  <a:cubicBezTo>
                    <a:pt x="3700" y="5547"/>
                    <a:pt x="3792" y="5498"/>
                    <a:pt x="3884" y="5449"/>
                  </a:cubicBezTo>
                  <a:cubicBezTo>
                    <a:pt x="3892" y="5441"/>
                    <a:pt x="3876" y="5384"/>
                    <a:pt x="3852" y="5335"/>
                  </a:cubicBezTo>
                  <a:cubicBezTo>
                    <a:pt x="3827" y="5293"/>
                    <a:pt x="3818" y="5278"/>
                    <a:pt x="3818" y="5278"/>
                  </a:cubicBezTo>
                  <a:lnTo>
                    <a:pt x="3818" y="5278"/>
                  </a:lnTo>
                  <a:cubicBezTo>
                    <a:pt x="3819" y="5278"/>
                    <a:pt x="3837" y="5304"/>
                    <a:pt x="3860" y="5327"/>
                  </a:cubicBezTo>
                  <a:cubicBezTo>
                    <a:pt x="3910" y="5393"/>
                    <a:pt x="3942" y="5426"/>
                    <a:pt x="3951" y="5426"/>
                  </a:cubicBezTo>
                  <a:cubicBezTo>
                    <a:pt x="3961" y="5426"/>
                    <a:pt x="3943" y="5387"/>
                    <a:pt x="3892" y="5311"/>
                  </a:cubicBezTo>
                  <a:cubicBezTo>
                    <a:pt x="3856" y="5266"/>
                    <a:pt x="3838" y="5244"/>
                    <a:pt x="3839" y="5244"/>
                  </a:cubicBezTo>
                  <a:lnTo>
                    <a:pt x="3839" y="5244"/>
                  </a:lnTo>
                  <a:cubicBezTo>
                    <a:pt x="3840" y="5244"/>
                    <a:pt x="3860" y="5266"/>
                    <a:pt x="3900" y="5311"/>
                  </a:cubicBezTo>
                  <a:cubicBezTo>
                    <a:pt x="3919" y="5329"/>
                    <a:pt x="3929" y="5339"/>
                    <a:pt x="3934" y="5339"/>
                  </a:cubicBezTo>
                  <a:cubicBezTo>
                    <a:pt x="3939" y="5339"/>
                    <a:pt x="3937" y="5325"/>
                    <a:pt x="3933" y="5295"/>
                  </a:cubicBezTo>
                  <a:cubicBezTo>
                    <a:pt x="3915" y="5268"/>
                    <a:pt x="3912" y="5254"/>
                    <a:pt x="3917" y="5254"/>
                  </a:cubicBezTo>
                  <a:lnTo>
                    <a:pt x="3917" y="5254"/>
                  </a:lnTo>
                  <a:cubicBezTo>
                    <a:pt x="3920" y="5254"/>
                    <a:pt x="3930" y="5264"/>
                    <a:pt x="3941" y="5286"/>
                  </a:cubicBezTo>
                  <a:cubicBezTo>
                    <a:pt x="3968" y="5314"/>
                    <a:pt x="3999" y="5341"/>
                    <a:pt x="4007" y="5341"/>
                  </a:cubicBezTo>
                  <a:cubicBezTo>
                    <a:pt x="4010" y="5341"/>
                    <a:pt x="4008" y="5335"/>
                    <a:pt x="3998" y="5319"/>
                  </a:cubicBezTo>
                  <a:cubicBezTo>
                    <a:pt x="3998" y="5319"/>
                    <a:pt x="3999" y="5318"/>
                    <a:pt x="4002" y="5318"/>
                  </a:cubicBezTo>
                  <a:cubicBezTo>
                    <a:pt x="4009" y="5318"/>
                    <a:pt x="4026" y="5322"/>
                    <a:pt x="4055" y="5351"/>
                  </a:cubicBezTo>
                  <a:cubicBezTo>
                    <a:pt x="4064" y="5361"/>
                    <a:pt x="4071" y="5365"/>
                    <a:pt x="4075" y="5365"/>
                  </a:cubicBezTo>
                  <a:cubicBezTo>
                    <a:pt x="4087" y="5365"/>
                    <a:pt x="4075" y="5323"/>
                    <a:pt x="4063" y="5286"/>
                  </a:cubicBezTo>
                  <a:cubicBezTo>
                    <a:pt x="4054" y="5221"/>
                    <a:pt x="4052" y="5189"/>
                    <a:pt x="4060" y="5189"/>
                  </a:cubicBezTo>
                  <a:cubicBezTo>
                    <a:pt x="4067" y="5189"/>
                    <a:pt x="4081" y="5213"/>
                    <a:pt x="4103" y="5262"/>
                  </a:cubicBezTo>
                  <a:cubicBezTo>
                    <a:pt x="4116" y="5296"/>
                    <a:pt x="4129" y="5309"/>
                    <a:pt x="4139" y="5309"/>
                  </a:cubicBezTo>
                  <a:cubicBezTo>
                    <a:pt x="4160" y="5309"/>
                    <a:pt x="4169" y="5245"/>
                    <a:pt x="4136" y="5173"/>
                  </a:cubicBezTo>
                  <a:cubicBezTo>
                    <a:pt x="4111" y="5110"/>
                    <a:pt x="4102" y="5085"/>
                    <a:pt x="4105" y="5085"/>
                  </a:cubicBezTo>
                  <a:lnTo>
                    <a:pt x="4105" y="5085"/>
                  </a:lnTo>
                  <a:cubicBezTo>
                    <a:pt x="4107" y="5085"/>
                    <a:pt x="4114" y="5097"/>
                    <a:pt x="4127" y="5116"/>
                  </a:cubicBezTo>
                  <a:cubicBezTo>
                    <a:pt x="4146" y="5153"/>
                    <a:pt x="4159" y="5157"/>
                    <a:pt x="4165" y="5157"/>
                  </a:cubicBezTo>
                  <a:cubicBezTo>
                    <a:pt x="4167" y="5157"/>
                    <a:pt x="4168" y="5157"/>
                    <a:pt x="4168" y="5157"/>
                  </a:cubicBezTo>
                  <a:cubicBezTo>
                    <a:pt x="4170" y="5157"/>
                    <a:pt x="4173" y="5156"/>
                    <a:pt x="4176" y="5156"/>
                  </a:cubicBezTo>
                  <a:cubicBezTo>
                    <a:pt x="4185" y="5156"/>
                    <a:pt x="4200" y="5161"/>
                    <a:pt x="4225" y="5197"/>
                  </a:cubicBezTo>
                  <a:cubicBezTo>
                    <a:pt x="4225" y="5197"/>
                    <a:pt x="4233" y="5189"/>
                    <a:pt x="4233" y="5124"/>
                  </a:cubicBezTo>
                  <a:cubicBezTo>
                    <a:pt x="4218" y="5072"/>
                    <a:pt x="4224" y="5049"/>
                    <a:pt x="4241" y="5049"/>
                  </a:cubicBezTo>
                  <a:cubicBezTo>
                    <a:pt x="4262" y="5049"/>
                    <a:pt x="4299" y="5080"/>
                    <a:pt x="4338" y="5132"/>
                  </a:cubicBezTo>
                  <a:lnTo>
                    <a:pt x="4338" y="5068"/>
                  </a:lnTo>
                  <a:cubicBezTo>
                    <a:pt x="4307" y="5000"/>
                    <a:pt x="4289" y="4953"/>
                    <a:pt x="4295" y="4953"/>
                  </a:cubicBezTo>
                  <a:lnTo>
                    <a:pt x="4295" y="4953"/>
                  </a:lnTo>
                  <a:cubicBezTo>
                    <a:pt x="4299" y="4953"/>
                    <a:pt x="4310" y="4968"/>
                    <a:pt x="4330" y="5003"/>
                  </a:cubicBezTo>
                  <a:lnTo>
                    <a:pt x="4363" y="5051"/>
                  </a:lnTo>
                  <a:cubicBezTo>
                    <a:pt x="4344" y="5002"/>
                    <a:pt x="4351" y="4979"/>
                    <a:pt x="4371" y="4979"/>
                  </a:cubicBezTo>
                  <a:cubicBezTo>
                    <a:pt x="4393" y="4979"/>
                    <a:pt x="4430" y="5008"/>
                    <a:pt x="4460" y="5059"/>
                  </a:cubicBezTo>
                  <a:cubicBezTo>
                    <a:pt x="4477" y="5094"/>
                    <a:pt x="4482" y="5104"/>
                    <a:pt x="4489" y="5104"/>
                  </a:cubicBezTo>
                  <a:cubicBezTo>
                    <a:pt x="4492" y="5104"/>
                    <a:pt x="4496" y="5102"/>
                    <a:pt x="4500" y="5100"/>
                  </a:cubicBezTo>
                  <a:lnTo>
                    <a:pt x="4468" y="5051"/>
                  </a:lnTo>
                  <a:cubicBezTo>
                    <a:pt x="4444" y="5003"/>
                    <a:pt x="4411" y="4954"/>
                    <a:pt x="4427" y="4954"/>
                  </a:cubicBezTo>
                  <a:cubicBezTo>
                    <a:pt x="4431" y="4951"/>
                    <a:pt x="4435" y="4948"/>
                    <a:pt x="4441" y="4948"/>
                  </a:cubicBezTo>
                  <a:cubicBezTo>
                    <a:pt x="4450" y="4948"/>
                    <a:pt x="4464" y="4956"/>
                    <a:pt x="4484" y="4987"/>
                  </a:cubicBezTo>
                  <a:cubicBezTo>
                    <a:pt x="4512" y="5014"/>
                    <a:pt x="4539" y="5041"/>
                    <a:pt x="4544" y="5041"/>
                  </a:cubicBezTo>
                  <a:cubicBezTo>
                    <a:pt x="4546" y="5041"/>
                    <a:pt x="4543" y="5035"/>
                    <a:pt x="4533" y="5019"/>
                  </a:cubicBezTo>
                  <a:cubicBezTo>
                    <a:pt x="4533" y="5019"/>
                    <a:pt x="4534" y="5018"/>
                    <a:pt x="4537" y="5018"/>
                  </a:cubicBezTo>
                  <a:cubicBezTo>
                    <a:pt x="4544" y="5018"/>
                    <a:pt x="4561" y="5022"/>
                    <a:pt x="4590" y="5051"/>
                  </a:cubicBezTo>
                  <a:lnTo>
                    <a:pt x="4646" y="5027"/>
                  </a:lnTo>
                  <a:cubicBezTo>
                    <a:pt x="4637" y="4993"/>
                    <a:pt x="4641" y="4974"/>
                    <a:pt x="4654" y="4974"/>
                  </a:cubicBezTo>
                  <a:cubicBezTo>
                    <a:pt x="4662" y="4974"/>
                    <a:pt x="4674" y="4983"/>
                    <a:pt x="4687" y="5003"/>
                  </a:cubicBezTo>
                  <a:cubicBezTo>
                    <a:pt x="4687" y="5003"/>
                    <a:pt x="4711" y="4987"/>
                    <a:pt x="4695" y="4930"/>
                  </a:cubicBezTo>
                  <a:cubicBezTo>
                    <a:pt x="4706" y="4923"/>
                    <a:pt x="4715" y="4917"/>
                    <a:pt x="4723" y="4917"/>
                  </a:cubicBezTo>
                  <a:cubicBezTo>
                    <a:pt x="4735" y="4917"/>
                    <a:pt x="4746" y="4927"/>
                    <a:pt x="4760" y="4954"/>
                  </a:cubicBezTo>
                  <a:cubicBezTo>
                    <a:pt x="4775" y="4977"/>
                    <a:pt x="4784" y="4990"/>
                    <a:pt x="4786" y="4990"/>
                  </a:cubicBezTo>
                  <a:cubicBezTo>
                    <a:pt x="4789" y="4990"/>
                    <a:pt x="4785" y="4975"/>
                    <a:pt x="4776" y="4946"/>
                  </a:cubicBezTo>
                  <a:cubicBezTo>
                    <a:pt x="4744" y="4897"/>
                    <a:pt x="4760" y="4897"/>
                    <a:pt x="4776" y="4889"/>
                  </a:cubicBezTo>
                  <a:cubicBezTo>
                    <a:pt x="4784" y="4881"/>
                    <a:pt x="4800" y="4873"/>
                    <a:pt x="4800" y="4873"/>
                  </a:cubicBezTo>
                  <a:cubicBezTo>
                    <a:pt x="4768" y="4824"/>
                    <a:pt x="4768" y="4824"/>
                    <a:pt x="4784" y="4816"/>
                  </a:cubicBezTo>
                  <a:cubicBezTo>
                    <a:pt x="4787" y="4815"/>
                    <a:pt x="4790" y="4815"/>
                    <a:pt x="4794" y="4815"/>
                  </a:cubicBezTo>
                  <a:cubicBezTo>
                    <a:pt x="4814" y="4815"/>
                    <a:pt x="4851" y="4826"/>
                    <a:pt x="4872" y="4826"/>
                  </a:cubicBezTo>
                  <a:cubicBezTo>
                    <a:pt x="4876" y="4826"/>
                    <a:pt x="4879" y="4826"/>
                    <a:pt x="4881" y="4824"/>
                  </a:cubicBezTo>
                  <a:cubicBezTo>
                    <a:pt x="4922" y="4808"/>
                    <a:pt x="4922" y="4808"/>
                    <a:pt x="4873" y="4768"/>
                  </a:cubicBezTo>
                  <a:cubicBezTo>
                    <a:pt x="4868" y="4768"/>
                    <a:pt x="4850" y="4743"/>
                    <a:pt x="4860" y="4743"/>
                  </a:cubicBezTo>
                  <a:cubicBezTo>
                    <a:pt x="4864" y="4743"/>
                    <a:pt x="4873" y="4748"/>
                    <a:pt x="4890" y="4759"/>
                  </a:cubicBezTo>
                  <a:cubicBezTo>
                    <a:pt x="4892" y="4758"/>
                    <a:pt x="4896" y="4758"/>
                    <a:pt x="4900" y="4758"/>
                  </a:cubicBezTo>
                  <a:cubicBezTo>
                    <a:pt x="4915" y="4758"/>
                    <a:pt x="4938" y="4763"/>
                    <a:pt x="4962" y="4763"/>
                  </a:cubicBezTo>
                  <a:cubicBezTo>
                    <a:pt x="4979" y="4763"/>
                    <a:pt x="4997" y="4760"/>
                    <a:pt x="5011" y="4751"/>
                  </a:cubicBezTo>
                  <a:cubicBezTo>
                    <a:pt x="5060" y="4727"/>
                    <a:pt x="5060" y="4727"/>
                    <a:pt x="5036" y="4678"/>
                  </a:cubicBezTo>
                  <a:cubicBezTo>
                    <a:pt x="4997" y="4632"/>
                    <a:pt x="4984" y="4607"/>
                    <a:pt x="4990" y="4607"/>
                  </a:cubicBezTo>
                  <a:lnTo>
                    <a:pt x="4990" y="4607"/>
                  </a:lnTo>
                  <a:cubicBezTo>
                    <a:pt x="4995" y="4607"/>
                    <a:pt x="5017" y="4628"/>
                    <a:pt x="5052" y="4670"/>
                  </a:cubicBezTo>
                  <a:cubicBezTo>
                    <a:pt x="5095" y="4713"/>
                    <a:pt x="5120" y="4731"/>
                    <a:pt x="5129" y="4731"/>
                  </a:cubicBezTo>
                  <a:cubicBezTo>
                    <a:pt x="5136" y="4731"/>
                    <a:pt x="5132" y="4717"/>
                    <a:pt x="5117" y="4695"/>
                  </a:cubicBezTo>
                  <a:cubicBezTo>
                    <a:pt x="5100" y="4638"/>
                    <a:pt x="5100" y="4638"/>
                    <a:pt x="5117" y="4630"/>
                  </a:cubicBezTo>
                  <a:cubicBezTo>
                    <a:pt x="5127" y="4651"/>
                    <a:pt x="5137" y="4662"/>
                    <a:pt x="5143" y="4662"/>
                  </a:cubicBezTo>
                  <a:cubicBezTo>
                    <a:pt x="5152" y="4662"/>
                    <a:pt x="5157" y="4645"/>
                    <a:pt x="5157" y="4614"/>
                  </a:cubicBezTo>
                  <a:cubicBezTo>
                    <a:pt x="5160" y="4611"/>
                    <a:pt x="5161" y="4610"/>
                    <a:pt x="5163" y="4610"/>
                  </a:cubicBezTo>
                  <a:cubicBezTo>
                    <a:pt x="5168" y="4610"/>
                    <a:pt x="5175" y="4620"/>
                    <a:pt x="5198" y="4654"/>
                  </a:cubicBezTo>
                  <a:lnTo>
                    <a:pt x="5222" y="4638"/>
                  </a:lnTo>
                  <a:cubicBezTo>
                    <a:pt x="5203" y="4570"/>
                    <a:pt x="5232" y="4546"/>
                    <a:pt x="5270" y="4546"/>
                  </a:cubicBezTo>
                  <a:cubicBezTo>
                    <a:pt x="5295" y="4546"/>
                    <a:pt x="5324" y="4557"/>
                    <a:pt x="5344" y="4573"/>
                  </a:cubicBezTo>
                  <a:cubicBezTo>
                    <a:pt x="5344" y="4573"/>
                    <a:pt x="5352" y="4565"/>
                    <a:pt x="5336" y="4508"/>
                  </a:cubicBezTo>
                  <a:cubicBezTo>
                    <a:pt x="5314" y="4452"/>
                    <a:pt x="5306" y="4424"/>
                    <a:pt x="5313" y="4424"/>
                  </a:cubicBezTo>
                  <a:lnTo>
                    <a:pt x="5313" y="4424"/>
                  </a:lnTo>
                  <a:cubicBezTo>
                    <a:pt x="5320" y="4424"/>
                    <a:pt x="5337" y="4446"/>
                    <a:pt x="5368" y="4492"/>
                  </a:cubicBezTo>
                  <a:cubicBezTo>
                    <a:pt x="5396" y="4540"/>
                    <a:pt x="5410" y="4564"/>
                    <a:pt x="5411" y="4564"/>
                  </a:cubicBezTo>
                  <a:cubicBezTo>
                    <a:pt x="5413" y="4564"/>
                    <a:pt x="5401" y="4538"/>
                    <a:pt x="5376" y="4484"/>
                  </a:cubicBezTo>
                  <a:cubicBezTo>
                    <a:pt x="5368" y="4454"/>
                    <a:pt x="5381" y="4431"/>
                    <a:pt x="5403" y="4431"/>
                  </a:cubicBezTo>
                  <a:cubicBezTo>
                    <a:pt x="5423" y="4431"/>
                    <a:pt x="5450" y="4450"/>
                    <a:pt x="5473" y="4500"/>
                  </a:cubicBezTo>
                  <a:lnTo>
                    <a:pt x="5530" y="4597"/>
                  </a:lnTo>
                  <a:cubicBezTo>
                    <a:pt x="5514" y="4541"/>
                    <a:pt x="5530" y="4532"/>
                    <a:pt x="5530" y="4532"/>
                  </a:cubicBezTo>
                  <a:cubicBezTo>
                    <a:pt x="5498" y="4484"/>
                    <a:pt x="5514" y="4476"/>
                    <a:pt x="5554" y="4451"/>
                  </a:cubicBezTo>
                  <a:cubicBezTo>
                    <a:pt x="5579" y="4435"/>
                    <a:pt x="5603" y="4362"/>
                    <a:pt x="5627" y="4346"/>
                  </a:cubicBezTo>
                  <a:cubicBezTo>
                    <a:pt x="5642" y="4335"/>
                    <a:pt x="5661" y="4329"/>
                    <a:pt x="5679" y="4329"/>
                  </a:cubicBezTo>
                  <a:cubicBezTo>
                    <a:pt x="5700" y="4329"/>
                    <a:pt x="5720" y="4337"/>
                    <a:pt x="5733" y="4354"/>
                  </a:cubicBezTo>
                  <a:cubicBezTo>
                    <a:pt x="5749" y="4346"/>
                    <a:pt x="5765" y="4338"/>
                    <a:pt x="5757" y="4273"/>
                  </a:cubicBezTo>
                  <a:cubicBezTo>
                    <a:pt x="5747" y="4239"/>
                    <a:pt x="5755" y="4220"/>
                    <a:pt x="5768" y="4220"/>
                  </a:cubicBezTo>
                  <a:cubicBezTo>
                    <a:pt x="5777" y="4220"/>
                    <a:pt x="5788" y="4229"/>
                    <a:pt x="5798" y="4249"/>
                  </a:cubicBezTo>
                  <a:lnTo>
                    <a:pt x="5814" y="4241"/>
                  </a:lnTo>
                  <a:cubicBezTo>
                    <a:pt x="5806" y="4176"/>
                    <a:pt x="5822" y="4168"/>
                    <a:pt x="5822" y="4168"/>
                  </a:cubicBezTo>
                  <a:cubicBezTo>
                    <a:pt x="5843" y="4205"/>
                    <a:pt x="5868" y="4235"/>
                    <a:pt x="5878" y="4235"/>
                  </a:cubicBezTo>
                  <a:cubicBezTo>
                    <a:pt x="5883" y="4235"/>
                    <a:pt x="5884" y="4227"/>
                    <a:pt x="5879" y="4208"/>
                  </a:cubicBezTo>
                  <a:cubicBezTo>
                    <a:pt x="5846" y="4160"/>
                    <a:pt x="5863" y="4151"/>
                    <a:pt x="5887" y="4135"/>
                  </a:cubicBezTo>
                  <a:cubicBezTo>
                    <a:pt x="5890" y="4137"/>
                    <a:pt x="5895" y="4138"/>
                    <a:pt x="5902" y="4138"/>
                  </a:cubicBezTo>
                  <a:cubicBezTo>
                    <a:pt x="5996" y="4138"/>
                    <a:pt x="6379" y="3921"/>
                    <a:pt x="6349" y="3876"/>
                  </a:cubicBezTo>
                  <a:lnTo>
                    <a:pt x="6390" y="3860"/>
                  </a:lnTo>
                  <a:lnTo>
                    <a:pt x="6430" y="3835"/>
                  </a:lnTo>
                  <a:cubicBezTo>
                    <a:pt x="6448" y="3866"/>
                    <a:pt x="6464" y="3878"/>
                    <a:pt x="6477" y="3878"/>
                  </a:cubicBezTo>
                  <a:cubicBezTo>
                    <a:pt x="6506" y="3878"/>
                    <a:pt x="6524" y="3823"/>
                    <a:pt x="6535" y="3778"/>
                  </a:cubicBezTo>
                  <a:cubicBezTo>
                    <a:pt x="6519" y="3722"/>
                    <a:pt x="6527" y="3714"/>
                    <a:pt x="6544" y="3705"/>
                  </a:cubicBezTo>
                  <a:cubicBezTo>
                    <a:pt x="6571" y="3752"/>
                    <a:pt x="6594" y="3770"/>
                    <a:pt x="6611" y="3770"/>
                  </a:cubicBezTo>
                  <a:cubicBezTo>
                    <a:pt x="6630" y="3770"/>
                    <a:pt x="6641" y="3748"/>
                    <a:pt x="6641" y="3714"/>
                  </a:cubicBezTo>
                  <a:cubicBezTo>
                    <a:pt x="6615" y="3658"/>
                    <a:pt x="6608" y="3629"/>
                    <a:pt x="6615" y="3629"/>
                  </a:cubicBezTo>
                  <a:lnTo>
                    <a:pt x="6615" y="3629"/>
                  </a:lnTo>
                  <a:cubicBezTo>
                    <a:pt x="6621" y="3629"/>
                    <a:pt x="6639" y="3652"/>
                    <a:pt x="6665" y="3697"/>
                  </a:cubicBezTo>
                  <a:cubicBezTo>
                    <a:pt x="6689" y="3741"/>
                    <a:pt x="6707" y="3764"/>
                    <a:pt x="6716" y="3764"/>
                  </a:cubicBezTo>
                  <a:cubicBezTo>
                    <a:pt x="6728" y="3764"/>
                    <a:pt x="6723" y="3719"/>
                    <a:pt x="6690" y="3624"/>
                  </a:cubicBezTo>
                  <a:cubicBezTo>
                    <a:pt x="6681" y="3594"/>
                    <a:pt x="6677" y="3580"/>
                    <a:pt x="6681" y="3580"/>
                  </a:cubicBezTo>
                  <a:lnTo>
                    <a:pt x="6681" y="3580"/>
                  </a:lnTo>
                  <a:cubicBezTo>
                    <a:pt x="6685" y="3580"/>
                    <a:pt x="6695" y="3590"/>
                    <a:pt x="6714" y="3608"/>
                  </a:cubicBezTo>
                  <a:cubicBezTo>
                    <a:pt x="6754" y="3657"/>
                    <a:pt x="6777" y="3677"/>
                    <a:pt x="6784" y="3677"/>
                  </a:cubicBezTo>
                  <a:cubicBezTo>
                    <a:pt x="6790" y="3677"/>
                    <a:pt x="6785" y="3663"/>
                    <a:pt x="6771" y="3641"/>
                  </a:cubicBezTo>
                  <a:cubicBezTo>
                    <a:pt x="6745" y="3585"/>
                    <a:pt x="6737" y="3556"/>
                    <a:pt x="6747" y="3556"/>
                  </a:cubicBezTo>
                  <a:cubicBezTo>
                    <a:pt x="6755" y="3556"/>
                    <a:pt x="6777" y="3579"/>
                    <a:pt x="6811" y="3624"/>
                  </a:cubicBezTo>
                  <a:cubicBezTo>
                    <a:pt x="6849" y="3662"/>
                    <a:pt x="6869" y="3682"/>
                    <a:pt x="6876" y="3682"/>
                  </a:cubicBezTo>
                  <a:cubicBezTo>
                    <a:pt x="6883" y="3682"/>
                    <a:pt x="6873" y="3656"/>
                    <a:pt x="6852" y="3600"/>
                  </a:cubicBezTo>
                  <a:cubicBezTo>
                    <a:pt x="6822" y="3537"/>
                    <a:pt x="6831" y="3500"/>
                    <a:pt x="6857" y="3500"/>
                  </a:cubicBezTo>
                  <a:cubicBezTo>
                    <a:pt x="6874" y="3500"/>
                    <a:pt x="6899" y="3516"/>
                    <a:pt x="6925" y="3551"/>
                  </a:cubicBezTo>
                  <a:cubicBezTo>
                    <a:pt x="6926" y="3551"/>
                    <a:pt x="6927" y="3551"/>
                    <a:pt x="6929" y="3551"/>
                  </a:cubicBezTo>
                  <a:cubicBezTo>
                    <a:pt x="6940" y="3551"/>
                    <a:pt x="6957" y="3565"/>
                    <a:pt x="6963" y="3565"/>
                  </a:cubicBezTo>
                  <a:cubicBezTo>
                    <a:pt x="6966" y="3565"/>
                    <a:pt x="6965" y="3560"/>
                    <a:pt x="6957" y="3543"/>
                  </a:cubicBezTo>
                  <a:lnTo>
                    <a:pt x="6957" y="3543"/>
                  </a:lnTo>
                  <a:lnTo>
                    <a:pt x="6998" y="3584"/>
                  </a:lnTo>
                  <a:lnTo>
                    <a:pt x="7022" y="3568"/>
                  </a:lnTo>
                  <a:lnTo>
                    <a:pt x="6998" y="3519"/>
                  </a:lnTo>
                  <a:cubicBezTo>
                    <a:pt x="7071" y="3511"/>
                    <a:pt x="7144" y="3495"/>
                    <a:pt x="7208" y="3462"/>
                  </a:cubicBezTo>
                  <a:cubicBezTo>
                    <a:pt x="7354" y="3381"/>
                    <a:pt x="7379" y="3365"/>
                    <a:pt x="7338" y="3324"/>
                  </a:cubicBezTo>
                  <a:cubicBezTo>
                    <a:pt x="7298" y="3276"/>
                    <a:pt x="7288" y="3249"/>
                    <a:pt x="7298" y="3249"/>
                  </a:cubicBezTo>
                  <a:cubicBezTo>
                    <a:pt x="7306" y="3249"/>
                    <a:pt x="7329" y="3268"/>
                    <a:pt x="7362" y="3308"/>
                  </a:cubicBezTo>
                  <a:cubicBezTo>
                    <a:pt x="7375" y="3308"/>
                    <a:pt x="7409" y="3329"/>
                    <a:pt x="7439" y="3329"/>
                  </a:cubicBezTo>
                  <a:cubicBezTo>
                    <a:pt x="7446" y="3329"/>
                    <a:pt x="7453" y="3328"/>
                    <a:pt x="7460" y="3324"/>
                  </a:cubicBezTo>
                  <a:cubicBezTo>
                    <a:pt x="7472" y="3316"/>
                    <a:pt x="7484" y="3308"/>
                    <a:pt x="7497" y="3308"/>
                  </a:cubicBezTo>
                  <a:cubicBezTo>
                    <a:pt x="7510" y="3308"/>
                    <a:pt x="7525" y="3316"/>
                    <a:pt x="7541" y="3341"/>
                  </a:cubicBezTo>
                  <a:lnTo>
                    <a:pt x="7549" y="3333"/>
                  </a:lnTo>
                  <a:cubicBezTo>
                    <a:pt x="7523" y="3249"/>
                    <a:pt x="7569" y="3201"/>
                    <a:pt x="7625" y="3201"/>
                  </a:cubicBezTo>
                  <a:cubicBezTo>
                    <a:pt x="7640" y="3201"/>
                    <a:pt x="7656" y="3204"/>
                    <a:pt x="7671" y="3211"/>
                  </a:cubicBezTo>
                  <a:cubicBezTo>
                    <a:pt x="7695" y="3195"/>
                    <a:pt x="7703" y="3187"/>
                    <a:pt x="7703" y="3122"/>
                  </a:cubicBezTo>
                  <a:cubicBezTo>
                    <a:pt x="7703" y="3086"/>
                    <a:pt x="7703" y="3070"/>
                    <a:pt x="7710" y="3070"/>
                  </a:cubicBezTo>
                  <a:cubicBezTo>
                    <a:pt x="7716" y="3070"/>
                    <a:pt x="7726" y="3080"/>
                    <a:pt x="7744" y="3097"/>
                  </a:cubicBezTo>
                  <a:cubicBezTo>
                    <a:pt x="7758" y="3119"/>
                    <a:pt x="7787" y="3133"/>
                    <a:pt x="7809" y="3133"/>
                  </a:cubicBezTo>
                  <a:cubicBezTo>
                    <a:pt x="7838" y="3133"/>
                    <a:pt x="7856" y="3111"/>
                    <a:pt x="7825" y="3057"/>
                  </a:cubicBezTo>
                  <a:lnTo>
                    <a:pt x="7825" y="3057"/>
                  </a:lnTo>
                  <a:lnTo>
                    <a:pt x="7865" y="3097"/>
                  </a:lnTo>
                  <a:cubicBezTo>
                    <a:pt x="7875" y="3107"/>
                    <a:pt x="7881" y="3111"/>
                    <a:pt x="7885" y="3111"/>
                  </a:cubicBezTo>
                  <a:cubicBezTo>
                    <a:pt x="7897" y="3111"/>
                    <a:pt x="7884" y="3070"/>
                    <a:pt x="7865" y="3033"/>
                  </a:cubicBezTo>
                  <a:cubicBezTo>
                    <a:pt x="7838" y="2986"/>
                    <a:pt x="7826" y="2960"/>
                    <a:pt x="7831" y="2960"/>
                  </a:cubicBezTo>
                  <a:lnTo>
                    <a:pt x="7831" y="2960"/>
                  </a:lnTo>
                  <a:cubicBezTo>
                    <a:pt x="7836" y="2960"/>
                    <a:pt x="7863" y="2992"/>
                    <a:pt x="7914" y="3065"/>
                  </a:cubicBezTo>
                  <a:cubicBezTo>
                    <a:pt x="7950" y="3119"/>
                    <a:pt x="7968" y="3141"/>
                    <a:pt x="7974" y="3141"/>
                  </a:cubicBezTo>
                  <a:cubicBezTo>
                    <a:pt x="7978" y="3141"/>
                    <a:pt x="7973" y="3127"/>
                    <a:pt x="7962" y="3106"/>
                  </a:cubicBezTo>
                  <a:cubicBezTo>
                    <a:pt x="7950" y="3063"/>
                    <a:pt x="7938" y="3026"/>
                    <a:pt x="7950" y="3026"/>
                  </a:cubicBezTo>
                  <a:cubicBezTo>
                    <a:pt x="7953" y="3026"/>
                    <a:pt x="7960" y="3030"/>
                    <a:pt x="7971" y="3041"/>
                  </a:cubicBezTo>
                  <a:cubicBezTo>
                    <a:pt x="7987" y="3033"/>
                    <a:pt x="7995" y="3024"/>
                    <a:pt x="7938" y="2927"/>
                  </a:cubicBezTo>
                  <a:cubicBezTo>
                    <a:pt x="7906" y="2878"/>
                    <a:pt x="7922" y="2870"/>
                    <a:pt x="7938" y="2862"/>
                  </a:cubicBezTo>
                  <a:cubicBezTo>
                    <a:pt x="7954" y="2895"/>
                    <a:pt x="7971" y="2927"/>
                    <a:pt x="7979" y="2968"/>
                  </a:cubicBezTo>
                  <a:lnTo>
                    <a:pt x="8003" y="2951"/>
                  </a:lnTo>
                  <a:cubicBezTo>
                    <a:pt x="8005" y="2951"/>
                    <a:pt x="8007" y="2950"/>
                    <a:pt x="8009" y="2950"/>
                  </a:cubicBezTo>
                  <a:cubicBezTo>
                    <a:pt x="8031" y="2950"/>
                    <a:pt x="8078" y="2981"/>
                    <a:pt x="8100" y="3024"/>
                  </a:cubicBezTo>
                  <a:cubicBezTo>
                    <a:pt x="8119" y="3044"/>
                    <a:pt x="8132" y="3054"/>
                    <a:pt x="8137" y="3054"/>
                  </a:cubicBezTo>
                  <a:cubicBezTo>
                    <a:pt x="8144" y="3054"/>
                    <a:pt x="8131" y="3030"/>
                    <a:pt x="8092" y="2976"/>
                  </a:cubicBezTo>
                  <a:cubicBezTo>
                    <a:pt x="8027" y="2870"/>
                    <a:pt x="8027" y="2870"/>
                    <a:pt x="8060" y="2862"/>
                  </a:cubicBezTo>
                  <a:cubicBezTo>
                    <a:pt x="8063" y="2859"/>
                    <a:pt x="8067" y="2856"/>
                    <a:pt x="8072" y="2856"/>
                  </a:cubicBezTo>
                  <a:cubicBezTo>
                    <a:pt x="8081" y="2856"/>
                    <a:pt x="8093" y="2864"/>
                    <a:pt x="8108" y="2895"/>
                  </a:cubicBezTo>
                  <a:cubicBezTo>
                    <a:pt x="8129" y="2926"/>
                    <a:pt x="8136" y="2937"/>
                    <a:pt x="8145" y="2937"/>
                  </a:cubicBezTo>
                  <a:cubicBezTo>
                    <a:pt x="8151" y="2937"/>
                    <a:pt x="8156" y="2933"/>
                    <a:pt x="8165" y="2927"/>
                  </a:cubicBezTo>
                  <a:cubicBezTo>
                    <a:pt x="8206" y="2903"/>
                    <a:pt x="8157" y="2741"/>
                    <a:pt x="8116" y="2635"/>
                  </a:cubicBezTo>
                  <a:cubicBezTo>
                    <a:pt x="8087" y="2586"/>
                    <a:pt x="8073" y="2561"/>
                    <a:pt x="8075" y="2561"/>
                  </a:cubicBezTo>
                  <a:lnTo>
                    <a:pt x="8075" y="2561"/>
                  </a:lnTo>
                  <a:cubicBezTo>
                    <a:pt x="8077" y="2561"/>
                    <a:pt x="8093" y="2584"/>
                    <a:pt x="8125" y="2627"/>
                  </a:cubicBezTo>
                  <a:cubicBezTo>
                    <a:pt x="8145" y="2657"/>
                    <a:pt x="8159" y="2666"/>
                    <a:pt x="8168" y="2666"/>
                  </a:cubicBezTo>
                  <a:cubicBezTo>
                    <a:pt x="8174" y="2666"/>
                    <a:pt x="8178" y="2663"/>
                    <a:pt x="8181" y="2660"/>
                  </a:cubicBezTo>
                  <a:cubicBezTo>
                    <a:pt x="8173" y="2642"/>
                    <a:pt x="8172" y="2636"/>
                    <a:pt x="8175" y="2636"/>
                  </a:cubicBezTo>
                  <a:lnTo>
                    <a:pt x="8175" y="2636"/>
                  </a:lnTo>
                  <a:cubicBezTo>
                    <a:pt x="8179" y="2636"/>
                    <a:pt x="8192" y="2654"/>
                    <a:pt x="8181" y="2660"/>
                  </a:cubicBezTo>
                  <a:cubicBezTo>
                    <a:pt x="8214" y="2708"/>
                    <a:pt x="8198" y="2716"/>
                    <a:pt x="8189" y="2724"/>
                  </a:cubicBezTo>
                  <a:lnTo>
                    <a:pt x="8214" y="2773"/>
                  </a:lnTo>
                  <a:cubicBezTo>
                    <a:pt x="8247" y="2814"/>
                    <a:pt x="8269" y="2834"/>
                    <a:pt x="8278" y="2834"/>
                  </a:cubicBezTo>
                  <a:cubicBezTo>
                    <a:pt x="8288" y="2834"/>
                    <a:pt x="8281" y="2806"/>
                    <a:pt x="8254" y="2749"/>
                  </a:cubicBezTo>
                  <a:cubicBezTo>
                    <a:pt x="8246" y="2718"/>
                    <a:pt x="8242" y="2704"/>
                    <a:pt x="8246" y="2704"/>
                  </a:cubicBezTo>
                  <a:lnTo>
                    <a:pt x="8246" y="2704"/>
                  </a:lnTo>
                  <a:cubicBezTo>
                    <a:pt x="8250" y="2704"/>
                    <a:pt x="8260" y="2714"/>
                    <a:pt x="8279" y="2733"/>
                  </a:cubicBezTo>
                  <a:cubicBezTo>
                    <a:pt x="8306" y="2760"/>
                    <a:pt x="8337" y="2787"/>
                    <a:pt x="8344" y="2787"/>
                  </a:cubicBezTo>
                  <a:cubicBezTo>
                    <a:pt x="8348" y="2787"/>
                    <a:pt x="8346" y="2781"/>
                    <a:pt x="8335" y="2765"/>
                  </a:cubicBezTo>
                  <a:cubicBezTo>
                    <a:pt x="8335" y="2765"/>
                    <a:pt x="8337" y="2764"/>
                    <a:pt x="8341" y="2764"/>
                  </a:cubicBezTo>
                  <a:cubicBezTo>
                    <a:pt x="8351" y="2764"/>
                    <a:pt x="8374" y="2768"/>
                    <a:pt x="8408" y="2797"/>
                  </a:cubicBezTo>
                  <a:cubicBezTo>
                    <a:pt x="8433" y="2781"/>
                    <a:pt x="8441" y="2773"/>
                    <a:pt x="8416" y="2724"/>
                  </a:cubicBezTo>
                  <a:cubicBezTo>
                    <a:pt x="8384" y="2676"/>
                    <a:pt x="8400" y="2668"/>
                    <a:pt x="8416" y="2660"/>
                  </a:cubicBezTo>
                  <a:cubicBezTo>
                    <a:pt x="8425" y="2651"/>
                    <a:pt x="8441" y="2643"/>
                    <a:pt x="8408" y="2595"/>
                  </a:cubicBezTo>
                  <a:cubicBezTo>
                    <a:pt x="8384" y="2546"/>
                    <a:pt x="8368" y="2489"/>
                    <a:pt x="8392" y="2481"/>
                  </a:cubicBezTo>
                  <a:cubicBezTo>
                    <a:pt x="8392" y="2451"/>
                    <a:pt x="8392" y="2435"/>
                    <a:pt x="8398" y="2435"/>
                  </a:cubicBezTo>
                  <a:cubicBezTo>
                    <a:pt x="8406" y="2435"/>
                    <a:pt x="8422" y="2457"/>
                    <a:pt x="8457" y="2506"/>
                  </a:cubicBezTo>
                  <a:cubicBezTo>
                    <a:pt x="8477" y="2536"/>
                    <a:pt x="8491" y="2544"/>
                    <a:pt x="8501" y="2544"/>
                  </a:cubicBezTo>
                  <a:cubicBezTo>
                    <a:pt x="8506" y="2544"/>
                    <a:pt x="8511" y="2541"/>
                    <a:pt x="8514" y="2538"/>
                  </a:cubicBezTo>
                  <a:cubicBezTo>
                    <a:pt x="8514" y="2538"/>
                    <a:pt x="8515" y="2537"/>
                    <a:pt x="8518" y="2537"/>
                  </a:cubicBezTo>
                  <a:cubicBezTo>
                    <a:pt x="8525" y="2537"/>
                    <a:pt x="8542" y="2541"/>
                    <a:pt x="8571" y="2570"/>
                  </a:cubicBezTo>
                  <a:cubicBezTo>
                    <a:pt x="8581" y="2581"/>
                    <a:pt x="8587" y="2586"/>
                    <a:pt x="8590" y="2586"/>
                  </a:cubicBezTo>
                  <a:cubicBezTo>
                    <a:pt x="8598" y="2586"/>
                    <a:pt x="8578" y="2550"/>
                    <a:pt x="8554" y="2514"/>
                  </a:cubicBezTo>
                  <a:cubicBezTo>
                    <a:pt x="8522" y="2465"/>
                    <a:pt x="8498" y="2416"/>
                    <a:pt x="8498" y="2416"/>
                  </a:cubicBezTo>
                  <a:cubicBezTo>
                    <a:pt x="8498" y="2416"/>
                    <a:pt x="8499" y="2416"/>
                    <a:pt x="8500" y="2416"/>
                  </a:cubicBezTo>
                  <a:cubicBezTo>
                    <a:pt x="8519" y="2416"/>
                    <a:pt x="8580" y="2507"/>
                    <a:pt x="8611" y="2554"/>
                  </a:cubicBezTo>
                  <a:cubicBezTo>
                    <a:pt x="8647" y="2598"/>
                    <a:pt x="8665" y="2620"/>
                    <a:pt x="8668" y="2620"/>
                  </a:cubicBezTo>
                  <a:cubicBezTo>
                    <a:pt x="8670" y="2620"/>
                    <a:pt x="8656" y="2596"/>
                    <a:pt x="8627" y="2546"/>
                  </a:cubicBezTo>
                  <a:cubicBezTo>
                    <a:pt x="8601" y="2507"/>
                    <a:pt x="8586" y="2464"/>
                    <a:pt x="8609" y="2464"/>
                  </a:cubicBezTo>
                  <a:cubicBezTo>
                    <a:pt x="8615" y="2464"/>
                    <a:pt x="8624" y="2466"/>
                    <a:pt x="8635" y="2473"/>
                  </a:cubicBezTo>
                  <a:cubicBezTo>
                    <a:pt x="8648" y="2465"/>
                    <a:pt x="8660" y="2457"/>
                    <a:pt x="8673" y="2457"/>
                  </a:cubicBezTo>
                  <a:cubicBezTo>
                    <a:pt x="8686" y="2457"/>
                    <a:pt x="8700" y="2465"/>
                    <a:pt x="8716" y="2489"/>
                  </a:cubicBezTo>
                  <a:cubicBezTo>
                    <a:pt x="8728" y="2501"/>
                    <a:pt x="8735" y="2505"/>
                    <a:pt x="8739" y="2505"/>
                  </a:cubicBezTo>
                  <a:cubicBezTo>
                    <a:pt x="8749" y="2505"/>
                    <a:pt x="8741" y="2481"/>
                    <a:pt x="8741" y="2481"/>
                  </a:cubicBezTo>
                  <a:cubicBezTo>
                    <a:pt x="8730" y="2444"/>
                    <a:pt x="8733" y="2428"/>
                    <a:pt x="8755" y="2428"/>
                  </a:cubicBezTo>
                  <a:cubicBezTo>
                    <a:pt x="8767" y="2428"/>
                    <a:pt x="8783" y="2432"/>
                    <a:pt x="8806" y="2441"/>
                  </a:cubicBezTo>
                  <a:cubicBezTo>
                    <a:pt x="8863" y="2469"/>
                    <a:pt x="8895" y="2485"/>
                    <a:pt x="8907" y="2485"/>
                  </a:cubicBezTo>
                  <a:cubicBezTo>
                    <a:pt x="8923" y="2485"/>
                    <a:pt x="8907" y="2459"/>
                    <a:pt x="8871" y="2400"/>
                  </a:cubicBezTo>
                  <a:cubicBezTo>
                    <a:pt x="8856" y="2372"/>
                    <a:pt x="8840" y="2344"/>
                    <a:pt x="8842" y="2344"/>
                  </a:cubicBezTo>
                  <a:lnTo>
                    <a:pt x="8842" y="2344"/>
                  </a:lnTo>
                  <a:cubicBezTo>
                    <a:pt x="8844" y="2344"/>
                    <a:pt x="8856" y="2359"/>
                    <a:pt x="8887" y="2400"/>
                  </a:cubicBezTo>
                  <a:cubicBezTo>
                    <a:pt x="8896" y="2410"/>
                    <a:pt x="8903" y="2414"/>
                    <a:pt x="8907" y="2414"/>
                  </a:cubicBezTo>
                  <a:cubicBezTo>
                    <a:pt x="8921" y="2414"/>
                    <a:pt x="8911" y="2369"/>
                    <a:pt x="8911" y="2319"/>
                  </a:cubicBezTo>
                  <a:cubicBezTo>
                    <a:pt x="8887" y="2246"/>
                    <a:pt x="8846" y="2181"/>
                    <a:pt x="8806" y="2116"/>
                  </a:cubicBezTo>
                  <a:cubicBezTo>
                    <a:pt x="8770" y="2055"/>
                    <a:pt x="8756" y="2032"/>
                    <a:pt x="8766" y="2032"/>
                  </a:cubicBezTo>
                  <a:cubicBezTo>
                    <a:pt x="8772" y="2032"/>
                    <a:pt x="8785" y="2040"/>
                    <a:pt x="8806" y="2052"/>
                  </a:cubicBezTo>
                  <a:cubicBezTo>
                    <a:pt x="8807" y="2051"/>
                    <a:pt x="8809" y="2050"/>
                    <a:pt x="8810" y="2050"/>
                  </a:cubicBezTo>
                  <a:cubicBezTo>
                    <a:pt x="8829" y="2050"/>
                    <a:pt x="8865" y="2088"/>
                    <a:pt x="8887" y="2133"/>
                  </a:cubicBezTo>
                  <a:cubicBezTo>
                    <a:pt x="8919" y="2181"/>
                    <a:pt x="8903" y="2189"/>
                    <a:pt x="8903" y="2189"/>
                  </a:cubicBezTo>
                  <a:lnTo>
                    <a:pt x="8895" y="2197"/>
                  </a:lnTo>
                  <a:cubicBezTo>
                    <a:pt x="8916" y="2240"/>
                    <a:pt x="8943" y="2282"/>
                    <a:pt x="8966" y="2282"/>
                  </a:cubicBezTo>
                  <a:cubicBezTo>
                    <a:pt x="8969" y="2282"/>
                    <a:pt x="8973" y="2281"/>
                    <a:pt x="8976" y="2279"/>
                  </a:cubicBezTo>
                  <a:cubicBezTo>
                    <a:pt x="8995" y="2301"/>
                    <a:pt x="9008" y="2311"/>
                    <a:pt x="9014" y="2311"/>
                  </a:cubicBezTo>
                  <a:cubicBezTo>
                    <a:pt x="9021" y="2311"/>
                    <a:pt x="9018" y="2297"/>
                    <a:pt x="9000" y="2270"/>
                  </a:cubicBezTo>
                  <a:lnTo>
                    <a:pt x="9000" y="2270"/>
                  </a:lnTo>
                  <a:cubicBezTo>
                    <a:pt x="9014" y="2285"/>
                    <a:pt x="9034" y="2293"/>
                    <a:pt x="9054" y="2293"/>
                  </a:cubicBezTo>
                  <a:cubicBezTo>
                    <a:pt x="9069" y="2293"/>
                    <a:pt x="9084" y="2289"/>
                    <a:pt x="9098" y="2279"/>
                  </a:cubicBezTo>
                  <a:cubicBezTo>
                    <a:pt x="9113" y="2267"/>
                    <a:pt x="9131" y="2261"/>
                    <a:pt x="9149" y="2261"/>
                  </a:cubicBezTo>
                  <a:cubicBezTo>
                    <a:pt x="9170" y="2261"/>
                    <a:pt x="9190" y="2269"/>
                    <a:pt x="9203" y="2287"/>
                  </a:cubicBezTo>
                  <a:cubicBezTo>
                    <a:pt x="9235" y="2270"/>
                    <a:pt x="9243" y="2262"/>
                    <a:pt x="9219" y="2214"/>
                  </a:cubicBezTo>
                  <a:cubicBezTo>
                    <a:pt x="9179" y="2154"/>
                    <a:pt x="9170" y="2128"/>
                    <a:pt x="9176" y="2128"/>
                  </a:cubicBezTo>
                  <a:lnTo>
                    <a:pt x="9176" y="2128"/>
                  </a:lnTo>
                  <a:cubicBezTo>
                    <a:pt x="9180" y="2128"/>
                    <a:pt x="9190" y="2138"/>
                    <a:pt x="9203" y="2157"/>
                  </a:cubicBezTo>
                  <a:cubicBezTo>
                    <a:pt x="9226" y="2189"/>
                    <a:pt x="9268" y="2203"/>
                    <a:pt x="9310" y="2203"/>
                  </a:cubicBezTo>
                  <a:cubicBezTo>
                    <a:pt x="9383" y="2203"/>
                    <a:pt x="9456" y="2159"/>
                    <a:pt x="9430" y="2092"/>
                  </a:cubicBezTo>
                  <a:lnTo>
                    <a:pt x="9454" y="2084"/>
                  </a:lnTo>
                  <a:cubicBezTo>
                    <a:pt x="9467" y="2091"/>
                    <a:pt x="9480" y="2094"/>
                    <a:pt x="9493" y="2094"/>
                  </a:cubicBezTo>
                  <a:cubicBezTo>
                    <a:pt x="9539" y="2094"/>
                    <a:pt x="9580" y="2055"/>
                    <a:pt x="9568" y="2011"/>
                  </a:cubicBezTo>
                  <a:lnTo>
                    <a:pt x="9608" y="1995"/>
                  </a:lnTo>
                  <a:cubicBezTo>
                    <a:pt x="9630" y="2007"/>
                    <a:pt x="9646" y="2014"/>
                    <a:pt x="9656" y="2014"/>
                  </a:cubicBezTo>
                  <a:cubicBezTo>
                    <a:pt x="9673" y="2014"/>
                    <a:pt x="9675" y="1997"/>
                    <a:pt x="9665" y="1962"/>
                  </a:cubicBezTo>
                  <a:cubicBezTo>
                    <a:pt x="9654" y="1922"/>
                    <a:pt x="9634" y="1886"/>
                    <a:pt x="9635" y="1886"/>
                  </a:cubicBezTo>
                  <a:lnTo>
                    <a:pt x="9635" y="1886"/>
                  </a:lnTo>
                  <a:cubicBezTo>
                    <a:pt x="9636" y="1886"/>
                    <a:pt x="9640" y="1892"/>
                    <a:pt x="9649" y="1906"/>
                  </a:cubicBezTo>
                  <a:cubicBezTo>
                    <a:pt x="9660" y="1929"/>
                    <a:pt x="9674" y="1937"/>
                    <a:pt x="9690" y="1937"/>
                  </a:cubicBezTo>
                  <a:cubicBezTo>
                    <a:pt x="9707" y="1937"/>
                    <a:pt x="9729" y="1927"/>
                    <a:pt x="9754" y="1914"/>
                  </a:cubicBezTo>
                  <a:cubicBezTo>
                    <a:pt x="9811" y="1881"/>
                    <a:pt x="9811" y="1881"/>
                    <a:pt x="9762" y="1841"/>
                  </a:cubicBezTo>
                  <a:cubicBezTo>
                    <a:pt x="9772" y="1809"/>
                    <a:pt x="9782" y="1797"/>
                    <a:pt x="9793" y="1797"/>
                  </a:cubicBezTo>
                  <a:cubicBezTo>
                    <a:pt x="9811" y="1797"/>
                    <a:pt x="9829" y="1827"/>
                    <a:pt x="9843" y="1857"/>
                  </a:cubicBezTo>
                  <a:cubicBezTo>
                    <a:pt x="9865" y="1903"/>
                    <a:pt x="9881" y="1927"/>
                    <a:pt x="9887" y="1927"/>
                  </a:cubicBezTo>
                  <a:cubicBezTo>
                    <a:pt x="9895" y="1927"/>
                    <a:pt x="9885" y="1887"/>
                    <a:pt x="9843" y="1800"/>
                  </a:cubicBezTo>
                  <a:cubicBezTo>
                    <a:pt x="9817" y="1732"/>
                    <a:pt x="9818" y="1701"/>
                    <a:pt x="9829" y="1701"/>
                  </a:cubicBezTo>
                  <a:cubicBezTo>
                    <a:pt x="9834" y="1701"/>
                    <a:pt x="9843" y="1710"/>
                    <a:pt x="9852" y="1727"/>
                  </a:cubicBezTo>
                  <a:cubicBezTo>
                    <a:pt x="9884" y="1776"/>
                    <a:pt x="9868" y="1784"/>
                    <a:pt x="9860" y="1792"/>
                  </a:cubicBezTo>
                  <a:cubicBezTo>
                    <a:pt x="9860" y="1792"/>
                    <a:pt x="9884" y="1841"/>
                    <a:pt x="9916" y="1889"/>
                  </a:cubicBezTo>
                  <a:cubicBezTo>
                    <a:pt x="9925" y="1881"/>
                    <a:pt x="9925" y="1881"/>
                    <a:pt x="9916" y="1824"/>
                  </a:cubicBezTo>
                  <a:cubicBezTo>
                    <a:pt x="9916" y="1824"/>
                    <a:pt x="9925" y="1816"/>
                    <a:pt x="9908" y="1760"/>
                  </a:cubicBezTo>
                  <a:cubicBezTo>
                    <a:pt x="9892" y="1703"/>
                    <a:pt x="9868" y="1654"/>
                    <a:pt x="9827" y="1614"/>
                  </a:cubicBezTo>
                  <a:cubicBezTo>
                    <a:pt x="9779" y="1573"/>
                    <a:pt x="9795" y="1565"/>
                    <a:pt x="9811" y="1557"/>
                  </a:cubicBezTo>
                  <a:lnTo>
                    <a:pt x="9811" y="1557"/>
                  </a:lnTo>
                  <a:cubicBezTo>
                    <a:pt x="9860" y="1589"/>
                    <a:pt x="9892" y="1638"/>
                    <a:pt x="9908" y="1695"/>
                  </a:cubicBezTo>
                  <a:cubicBezTo>
                    <a:pt x="9892" y="1703"/>
                    <a:pt x="9925" y="1752"/>
                    <a:pt x="9949" y="1800"/>
                  </a:cubicBezTo>
                  <a:cubicBezTo>
                    <a:pt x="9954" y="1807"/>
                    <a:pt x="9958" y="1811"/>
                    <a:pt x="9962" y="1811"/>
                  </a:cubicBezTo>
                  <a:cubicBezTo>
                    <a:pt x="9982" y="1811"/>
                    <a:pt x="9982" y="1703"/>
                    <a:pt x="9941" y="1614"/>
                  </a:cubicBezTo>
                  <a:lnTo>
                    <a:pt x="9941" y="1614"/>
                  </a:lnTo>
                  <a:lnTo>
                    <a:pt x="9973" y="1662"/>
                  </a:lnTo>
                  <a:cubicBezTo>
                    <a:pt x="9989" y="1687"/>
                    <a:pt x="10004" y="1695"/>
                    <a:pt x="10017" y="1695"/>
                  </a:cubicBezTo>
                  <a:cubicBezTo>
                    <a:pt x="10030" y="1695"/>
                    <a:pt x="10042" y="1687"/>
                    <a:pt x="10054" y="1679"/>
                  </a:cubicBezTo>
                  <a:cubicBezTo>
                    <a:pt x="10079" y="1662"/>
                    <a:pt x="10095" y="1654"/>
                    <a:pt x="10062" y="1606"/>
                  </a:cubicBezTo>
                  <a:cubicBezTo>
                    <a:pt x="10038" y="1557"/>
                    <a:pt x="10006" y="1508"/>
                    <a:pt x="10022" y="1500"/>
                  </a:cubicBezTo>
                  <a:lnTo>
                    <a:pt x="10022" y="1500"/>
                  </a:lnTo>
                  <a:cubicBezTo>
                    <a:pt x="10021" y="1501"/>
                    <a:pt x="10019" y="1501"/>
                    <a:pt x="10018" y="1501"/>
                  </a:cubicBezTo>
                  <a:cubicBezTo>
                    <a:pt x="10002" y="1501"/>
                    <a:pt x="9979" y="1456"/>
                    <a:pt x="9949" y="1411"/>
                  </a:cubicBezTo>
                  <a:lnTo>
                    <a:pt x="9949" y="1411"/>
                  </a:lnTo>
                  <a:cubicBezTo>
                    <a:pt x="9981" y="1435"/>
                    <a:pt x="10014" y="1460"/>
                    <a:pt x="10046" y="1492"/>
                  </a:cubicBezTo>
                  <a:cubicBezTo>
                    <a:pt x="10106" y="1552"/>
                    <a:pt x="10153" y="1586"/>
                    <a:pt x="10196" y="1586"/>
                  </a:cubicBezTo>
                  <a:cubicBezTo>
                    <a:pt x="10211" y="1586"/>
                    <a:pt x="10226" y="1582"/>
                    <a:pt x="10241" y="1573"/>
                  </a:cubicBezTo>
                  <a:cubicBezTo>
                    <a:pt x="10256" y="1562"/>
                    <a:pt x="10274" y="1556"/>
                    <a:pt x="10292" y="1556"/>
                  </a:cubicBezTo>
                  <a:cubicBezTo>
                    <a:pt x="10313" y="1556"/>
                    <a:pt x="10333" y="1564"/>
                    <a:pt x="10346" y="1581"/>
                  </a:cubicBezTo>
                  <a:cubicBezTo>
                    <a:pt x="10370" y="1565"/>
                    <a:pt x="10387" y="1557"/>
                    <a:pt x="10354" y="1508"/>
                  </a:cubicBezTo>
                  <a:lnTo>
                    <a:pt x="10387" y="1492"/>
                  </a:lnTo>
                  <a:cubicBezTo>
                    <a:pt x="10404" y="1512"/>
                    <a:pt x="10418" y="1521"/>
                    <a:pt x="10427" y="1521"/>
                  </a:cubicBezTo>
                  <a:cubicBezTo>
                    <a:pt x="10439" y="1521"/>
                    <a:pt x="10441" y="1504"/>
                    <a:pt x="10427" y="1476"/>
                  </a:cubicBezTo>
                  <a:cubicBezTo>
                    <a:pt x="10420" y="1451"/>
                    <a:pt x="10424" y="1445"/>
                    <a:pt x="10431" y="1445"/>
                  </a:cubicBezTo>
                  <a:cubicBezTo>
                    <a:pt x="10438" y="1445"/>
                    <a:pt x="10450" y="1453"/>
                    <a:pt x="10456" y="1453"/>
                  </a:cubicBezTo>
                  <a:cubicBezTo>
                    <a:pt x="10458" y="1453"/>
                    <a:pt x="10459" y="1452"/>
                    <a:pt x="10460" y="1452"/>
                  </a:cubicBezTo>
                  <a:cubicBezTo>
                    <a:pt x="10498" y="1487"/>
                    <a:pt x="10520" y="1507"/>
                    <a:pt x="10525" y="1507"/>
                  </a:cubicBezTo>
                  <a:cubicBezTo>
                    <a:pt x="10530" y="1507"/>
                    <a:pt x="10507" y="1473"/>
                    <a:pt x="10452" y="1395"/>
                  </a:cubicBezTo>
                  <a:cubicBezTo>
                    <a:pt x="10422" y="1351"/>
                    <a:pt x="10374" y="1321"/>
                    <a:pt x="10352" y="1321"/>
                  </a:cubicBezTo>
                  <a:cubicBezTo>
                    <a:pt x="10350" y="1321"/>
                    <a:pt x="10348" y="1321"/>
                    <a:pt x="10346" y="1322"/>
                  </a:cubicBezTo>
                  <a:lnTo>
                    <a:pt x="10314" y="1338"/>
                  </a:lnTo>
                  <a:lnTo>
                    <a:pt x="10314" y="1338"/>
                  </a:lnTo>
                  <a:lnTo>
                    <a:pt x="10322" y="1273"/>
                  </a:lnTo>
                  <a:cubicBezTo>
                    <a:pt x="10338" y="1265"/>
                    <a:pt x="10330" y="1200"/>
                    <a:pt x="10306" y="1152"/>
                  </a:cubicBezTo>
                  <a:cubicBezTo>
                    <a:pt x="10306" y="1152"/>
                    <a:pt x="10273" y="1103"/>
                    <a:pt x="10289" y="1095"/>
                  </a:cubicBezTo>
                  <a:lnTo>
                    <a:pt x="10289" y="1095"/>
                  </a:lnTo>
                  <a:lnTo>
                    <a:pt x="10346" y="1192"/>
                  </a:lnTo>
                  <a:cubicBezTo>
                    <a:pt x="10362" y="1249"/>
                    <a:pt x="10387" y="1297"/>
                    <a:pt x="10419" y="1346"/>
                  </a:cubicBezTo>
                  <a:cubicBezTo>
                    <a:pt x="10459" y="1395"/>
                    <a:pt x="10497" y="1425"/>
                    <a:pt x="10514" y="1425"/>
                  </a:cubicBezTo>
                  <a:cubicBezTo>
                    <a:pt x="10527" y="1425"/>
                    <a:pt x="10526" y="1406"/>
                    <a:pt x="10500" y="1362"/>
                  </a:cubicBezTo>
                  <a:cubicBezTo>
                    <a:pt x="10516" y="1362"/>
                    <a:pt x="10516" y="1362"/>
                    <a:pt x="10557" y="1403"/>
                  </a:cubicBezTo>
                  <a:cubicBezTo>
                    <a:pt x="10566" y="1421"/>
                    <a:pt x="10574" y="1432"/>
                    <a:pt x="10578" y="1432"/>
                  </a:cubicBezTo>
                  <a:cubicBezTo>
                    <a:pt x="10584" y="1432"/>
                    <a:pt x="10579" y="1404"/>
                    <a:pt x="10549" y="1338"/>
                  </a:cubicBezTo>
                  <a:cubicBezTo>
                    <a:pt x="10527" y="1281"/>
                    <a:pt x="10522" y="1252"/>
                    <a:pt x="10532" y="1252"/>
                  </a:cubicBezTo>
                  <a:cubicBezTo>
                    <a:pt x="10540" y="1252"/>
                    <a:pt x="10560" y="1273"/>
                    <a:pt x="10589" y="1314"/>
                  </a:cubicBezTo>
                  <a:cubicBezTo>
                    <a:pt x="10631" y="1352"/>
                    <a:pt x="10664" y="1367"/>
                    <a:pt x="10685" y="1367"/>
                  </a:cubicBezTo>
                  <a:cubicBezTo>
                    <a:pt x="10708" y="1367"/>
                    <a:pt x="10716" y="1348"/>
                    <a:pt x="10703" y="1322"/>
                  </a:cubicBezTo>
                  <a:cubicBezTo>
                    <a:pt x="10664" y="1254"/>
                    <a:pt x="10667" y="1222"/>
                    <a:pt x="10689" y="1222"/>
                  </a:cubicBezTo>
                  <a:cubicBezTo>
                    <a:pt x="10699" y="1222"/>
                    <a:pt x="10712" y="1228"/>
                    <a:pt x="10727" y="1241"/>
                  </a:cubicBezTo>
                  <a:cubicBezTo>
                    <a:pt x="10744" y="1258"/>
                    <a:pt x="10755" y="1266"/>
                    <a:pt x="10762" y="1266"/>
                  </a:cubicBezTo>
                  <a:cubicBezTo>
                    <a:pt x="10770" y="1266"/>
                    <a:pt x="10769" y="1250"/>
                    <a:pt x="10760" y="1216"/>
                  </a:cubicBezTo>
                  <a:lnTo>
                    <a:pt x="10760" y="1216"/>
                  </a:lnTo>
                  <a:cubicBezTo>
                    <a:pt x="10782" y="1250"/>
                    <a:pt x="10808" y="1279"/>
                    <a:pt x="10817" y="1279"/>
                  </a:cubicBezTo>
                  <a:cubicBezTo>
                    <a:pt x="10821" y="1279"/>
                    <a:pt x="10822" y="1272"/>
                    <a:pt x="10816" y="1257"/>
                  </a:cubicBezTo>
                  <a:cubicBezTo>
                    <a:pt x="10816" y="1257"/>
                    <a:pt x="10833" y="1249"/>
                    <a:pt x="10792" y="1208"/>
                  </a:cubicBezTo>
                  <a:lnTo>
                    <a:pt x="10760" y="1095"/>
                  </a:lnTo>
                  <a:cubicBezTo>
                    <a:pt x="10758" y="1095"/>
                    <a:pt x="10757" y="1096"/>
                    <a:pt x="10756" y="1096"/>
                  </a:cubicBezTo>
                  <a:cubicBezTo>
                    <a:pt x="10740" y="1096"/>
                    <a:pt x="10717" y="1051"/>
                    <a:pt x="10687" y="1006"/>
                  </a:cubicBezTo>
                  <a:cubicBezTo>
                    <a:pt x="10679" y="987"/>
                    <a:pt x="10682" y="977"/>
                    <a:pt x="10695" y="977"/>
                  </a:cubicBezTo>
                  <a:cubicBezTo>
                    <a:pt x="10720" y="977"/>
                    <a:pt x="10781" y="1016"/>
                    <a:pt x="10857" y="1103"/>
                  </a:cubicBezTo>
                  <a:lnTo>
                    <a:pt x="10938" y="1184"/>
                  </a:lnTo>
                  <a:lnTo>
                    <a:pt x="10881" y="1087"/>
                  </a:lnTo>
                  <a:cubicBezTo>
                    <a:pt x="10884" y="1084"/>
                    <a:pt x="10887" y="1083"/>
                    <a:pt x="10891" y="1083"/>
                  </a:cubicBezTo>
                  <a:cubicBezTo>
                    <a:pt x="10900" y="1083"/>
                    <a:pt x="10915" y="1093"/>
                    <a:pt x="10938" y="1127"/>
                  </a:cubicBezTo>
                  <a:cubicBezTo>
                    <a:pt x="10955" y="1162"/>
                    <a:pt x="10960" y="1172"/>
                    <a:pt x="10968" y="1172"/>
                  </a:cubicBezTo>
                  <a:cubicBezTo>
                    <a:pt x="10970" y="1172"/>
                    <a:pt x="10974" y="1170"/>
                    <a:pt x="10979" y="1168"/>
                  </a:cubicBezTo>
                  <a:cubicBezTo>
                    <a:pt x="10979" y="1168"/>
                    <a:pt x="10987" y="1160"/>
                    <a:pt x="10962" y="1111"/>
                  </a:cubicBezTo>
                  <a:cubicBezTo>
                    <a:pt x="10928" y="1052"/>
                    <a:pt x="10914" y="1029"/>
                    <a:pt x="10918" y="1029"/>
                  </a:cubicBezTo>
                  <a:lnTo>
                    <a:pt x="10918" y="1029"/>
                  </a:lnTo>
                  <a:cubicBezTo>
                    <a:pt x="10921" y="1029"/>
                    <a:pt x="10930" y="1038"/>
                    <a:pt x="10946" y="1054"/>
                  </a:cubicBezTo>
                  <a:cubicBezTo>
                    <a:pt x="10980" y="1095"/>
                    <a:pt x="10999" y="1116"/>
                    <a:pt x="11007" y="1116"/>
                  </a:cubicBezTo>
                  <a:cubicBezTo>
                    <a:pt x="11016" y="1116"/>
                    <a:pt x="11009" y="1087"/>
                    <a:pt x="10987" y="1030"/>
                  </a:cubicBezTo>
                  <a:cubicBezTo>
                    <a:pt x="10958" y="980"/>
                    <a:pt x="10943" y="956"/>
                    <a:pt x="10945" y="956"/>
                  </a:cubicBezTo>
                  <a:lnTo>
                    <a:pt x="10945" y="956"/>
                  </a:lnTo>
                  <a:cubicBezTo>
                    <a:pt x="10947" y="956"/>
                    <a:pt x="10963" y="978"/>
                    <a:pt x="10995" y="1022"/>
                  </a:cubicBezTo>
                  <a:cubicBezTo>
                    <a:pt x="11024" y="1066"/>
                    <a:pt x="11061" y="1104"/>
                    <a:pt x="11079" y="1104"/>
                  </a:cubicBezTo>
                  <a:cubicBezTo>
                    <a:pt x="11081" y="1104"/>
                    <a:pt x="11083" y="1104"/>
                    <a:pt x="11084" y="1103"/>
                  </a:cubicBezTo>
                  <a:lnTo>
                    <a:pt x="11052" y="1054"/>
                  </a:lnTo>
                  <a:cubicBezTo>
                    <a:pt x="11017" y="995"/>
                    <a:pt x="11009" y="968"/>
                    <a:pt x="11018" y="968"/>
                  </a:cubicBezTo>
                  <a:cubicBezTo>
                    <a:pt x="11024" y="968"/>
                    <a:pt x="11036" y="979"/>
                    <a:pt x="11052" y="998"/>
                  </a:cubicBezTo>
                  <a:cubicBezTo>
                    <a:pt x="11062" y="1018"/>
                    <a:pt x="11071" y="1029"/>
                    <a:pt x="11078" y="1029"/>
                  </a:cubicBezTo>
                  <a:cubicBezTo>
                    <a:pt x="11087" y="1029"/>
                    <a:pt x="11092" y="1010"/>
                    <a:pt x="11092" y="973"/>
                  </a:cubicBezTo>
                  <a:cubicBezTo>
                    <a:pt x="11103" y="966"/>
                    <a:pt x="11112" y="961"/>
                    <a:pt x="11120" y="961"/>
                  </a:cubicBezTo>
                  <a:cubicBezTo>
                    <a:pt x="11132" y="961"/>
                    <a:pt x="11143" y="970"/>
                    <a:pt x="11157" y="998"/>
                  </a:cubicBezTo>
                  <a:cubicBezTo>
                    <a:pt x="11185" y="1045"/>
                    <a:pt x="11199" y="1069"/>
                    <a:pt x="11201" y="1069"/>
                  </a:cubicBezTo>
                  <a:cubicBezTo>
                    <a:pt x="11204" y="1069"/>
                    <a:pt x="11194" y="1043"/>
                    <a:pt x="11173" y="989"/>
                  </a:cubicBezTo>
                  <a:cubicBezTo>
                    <a:pt x="11164" y="959"/>
                    <a:pt x="11160" y="945"/>
                    <a:pt x="11167" y="945"/>
                  </a:cubicBezTo>
                  <a:cubicBezTo>
                    <a:pt x="11174" y="945"/>
                    <a:pt x="11188" y="955"/>
                    <a:pt x="11214" y="973"/>
                  </a:cubicBezTo>
                  <a:cubicBezTo>
                    <a:pt x="11232" y="992"/>
                    <a:pt x="11242" y="1002"/>
                    <a:pt x="11246" y="1002"/>
                  </a:cubicBezTo>
                  <a:cubicBezTo>
                    <a:pt x="11251" y="1002"/>
                    <a:pt x="11247" y="988"/>
                    <a:pt x="11238" y="957"/>
                  </a:cubicBezTo>
                  <a:cubicBezTo>
                    <a:pt x="11185" y="867"/>
                    <a:pt x="11154" y="818"/>
                    <a:pt x="11143" y="818"/>
                  </a:cubicBezTo>
                  <a:cubicBezTo>
                    <a:pt x="11142" y="818"/>
                    <a:pt x="11141" y="819"/>
                    <a:pt x="11141" y="819"/>
                  </a:cubicBezTo>
                  <a:cubicBezTo>
                    <a:pt x="11124" y="819"/>
                    <a:pt x="11124" y="819"/>
                    <a:pt x="11092" y="770"/>
                  </a:cubicBezTo>
                  <a:lnTo>
                    <a:pt x="11124" y="762"/>
                  </a:lnTo>
                  <a:cubicBezTo>
                    <a:pt x="11133" y="754"/>
                    <a:pt x="11149" y="746"/>
                    <a:pt x="11149" y="681"/>
                  </a:cubicBezTo>
                  <a:cubicBezTo>
                    <a:pt x="11143" y="632"/>
                    <a:pt x="11108" y="563"/>
                    <a:pt x="11095" y="563"/>
                  </a:cubicBezTo>
                  <a:cubicBezTo>
                    <a:pt x="11092" y="563"/>
                    <a:pt x="11090" y="569"/>
                    <a:pt x="11092" y="584"/>
                  </a:cubicBezTo>
                  <a:lnTo>
                    <a:pt x="11043" y="543"/>
                  </a:lnTo>
                  <a:cubicBezTo>
                    <a:pt x="11005" y="475"/>
                    <a:pt x="10979" y="442"/>
                    <a:pt x="10972" y="442"/>
                  </a:cubicBezTo>
                  <a:cubicBezTo>
                    <a:pt x="10963" y="442"/>
                    <a:pt x="10976" y="483"/>
                    <a:pt x="11019" y="560"/>
                  </a:cubicBezTo>
                  <a:cubicBezTo>
                    <a:pt x="11069" y="642"/>
                    <a:pt x="11091" y="678"/>
                    <a:pt x="11088" y="678"/>
                  </a:cubicBezTo>
                  <a:cubicBezTo>
                    <a:pt x="11085" y="678"/>
                    <a:pt x="11067" y="656"/>
                    <a:pt x="11035" y="616"/>
                  </a:cubicBezTo>
                  <a:cubicBezTo>
                    <a:pt x="10987" y="533"/>
                    <a:pt x="10968" y="527"/>
                    <a:pt x="10958" y="527"/>
                  </a:cubicBezTo>
                  <a:cubicBezTo>
                    <a:pt x="10957" y="527"/>
                    <a:pt x="10955" y="527"/>
                    <a:pt x="10954" y="527"/>
                  </a:cubicBezTo>
                  <a:cubicBezTo>
                    <a:pt x="10950" y="530"/>
                    <a:pt x="10946" y="531"/>
                    <a:pt x="10943" y="531"/>
                  </a:cubicBezTo>
                  <a:cubicBezTo>
                    <a:pt x="10936" y="531"/>
                    <a:pt x="10931" y="521"/>
                    <a:pt x="10914" y="487"/>
                  </a:cubicBezTo>
                  <a:cubicBezTo>
                    <a:pt x="10884" y="442"/>
                    <a:pt x="10848" y="405"/>
                    <a:pt x="10829" y="405"/>
                  </a:cubicBezTo>
                  <a:cubicBezTo>
                    <a:pt x="10827" y="405"/>
                    <a:pt x="10826" y="405"/>
                    <a:pt x="10824" y="406"/>
                  </a:cubicBezTo>
                  <a:cubicBezTo>
                    <a:pt x="10816" y="414"/>
                    <a:pt x="10816" y="414"/>
                    <a:pt x="10841" y="462"/>
                  </a:cubicBezTo>
                  <a:cubicBezTo>
                    <a:pt x="10860" y="481"/>
                    <a:pt x="10864" y="495"/>
                    <a:pt x="10857" y="495"/>
                  </a:cubicBezTo>
                  <a:cubicBezTo>
                    <a:pt x="10848" y="495"/>
                    <a:pt x="10823" y="477"/>
                    <a:pt x="10784" y="430"/>
                  </a:cubicBezTo>
                  <a:cubicBezTo>
                    <a:pt x="10768" y="414"/>
                    <a:pt x="10758" y="404"/>
                    <a:pt x="10756" y="4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2"/>
            <p:cNvSpPr/>
            <p:nvPr/>
          </p:nvSpPr>
          <p:spPr>
            <a:xfrm>
              <a:off x="6650145" y="2380180"/>
              <a:ext cx="306086" cy="315877"/>
            </a:xfrm>
            <a:custGeom>
              <a:avLst/>
              <a:gdLst/>
              <a:ahLst/>
              <a:cxnLst/>
              <a:rect l="l" t="t" r="r" b="b"/>
              <a:pathLst>
                <a:path w="17757" h="18325" extrusionOk="0">
                  <a:moveTo>
                    <a:pt x="1" y="1"/>
                  </a:moveTo>
                  <a:lnTo>
                    <a:pt x="1" y="18324"/>
                  </a:lnTo>
                  <a:lnTo>
                    <a:pt x="17757" y="18324"/>
                  </a:lnTo>
                  <a:lnTo>
                    <a:pt x="17757" y="1"/>
                  </a:ln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2"/>
            <p:cNvSpPr/>
            <p:nvPr/>
          </p:nvSpPr>
          <p:spPr>
            <a:xfrm>
              <a:off x="7272074" y="2739547"/>
              <a:ext cx="275335" cy="271129"/>
            </a:xfrm>
            <a:custGeom>
              <a:avLst/>
              <a:gdLst/>
              <a:ahLst/>
              <a:cxnLst/>
              <a:rect l="l" t="t" r="r" b="b"/>
              <a:pathLst>
                <a:path w="15973" h="15729" extrusionOk="0">
                  <a:moveTo>
                    <a:pt x="12235" y="192"/>
                  </a:moveTo>
                  <a:cubicBezTo>
                    <a:pt x="12235" y="249"/>
                    <a:pt x="12235" y="306"/>
                    <a:pt x="12162" y="306"/>
                  </a:cubicBezTo>
                  <a:lnTo>
                    <a:pt x="12097" y="249"/>
                  </a:lnTo>
                  <a:lnTo>
                    <a:pt x="12170" y="192"/>
                  </a:lnTo>
                  <a:close/>
                  <a:moveTo>
                    <a:pt x="11367" y="249"/>
                  </a:moveTo>
                  <a:cubicBezTo>
                    <a:pt x="11372" y="249"/>
                    <a:pt x="11375" y="249"/>
                    <a:pt x="11375" y="249"/>
                  </a:cubicBezTo>
                  <a:cubicBezTo>
                    <a:pt x="11440" y="249"/>
                    <a:pt x="11440" y="249"/>
                    <a:pt x="11440" y="306"/>
                  </a:cubicBezTo>
                  <a:cubicBezTo>
                    <a:pt x="11440" y="338"/>
                    <a:pt x="11408" y="363"/>
                    <a:pt x="11375" y="363"/>
                  </a:cubicBezTo>
                  <a:lnTo>
                    <a:pt x="11310" y="298"/>
                  </a:lnTo>
                  <a:cubicBezTo>
                    <a:pt x="11310" y="254"/>
                    <a:pt x="11350" y="249"/>
                    <a:pt x="11367" y="249"/>
                  </a:cubicBezTo>
                  <a:close/>
                  <a:moveTo>
                    <a:pt x="14651" y="492"/>
                  </a:moveTo>
                  <a:cubicBezTo>
                    <a:pt x="14740" y="492"/>
                    <a:pt x="14708" y="549"/>
                    <a:pt x="14708" y="549"/>
                  </a:cubicBezTo>
                  <a:cubicBezTo>
                    <a:pt x="14683" y="590"/>
                    <a:pt x="14643" y="606"/>
                    <a:pt x="14594" y="606"/>
                  </a:cubicBezTo>
                  <a:cubicBezTo>
                    <a:pt x="14594" y="606"/>
                    <a:pt x="14537" y="549"/>
                    <a:pt x="14554" y="492"/>
                  </a:cubicBezTo>
                  <a:close/>
                  <a:moveTo>
                    <a:pt x="12717" y="555"/>
                  </a:moveTo>
                  <a:cubicBezTo>
                    <a:pt x="12744" y="555"/>
                    <a:pt x="12762" y="569"/>
                    <a:pt x="12762" y="598"/>
                  </a:cubicBezTo>
                  <a:cubicBezTo>
                    <a:pt x="12754" y="655"/>
                    <a:pt x="12754" y="655"/>
                    <a:pt x="12689" y="655"/>
                  </a:cubicBezTo>
                  <a:cubicBezTo>
                    <a:pt x="12559" y="646"/>
                    <a:pt x="12559" y="646"/>
                    <a:pt x="12624" y="598"/>
                  </a:cubicBezTo>
                  <a:cubicBezTo>
                    <a:pt x="12656" y="569"/>
                    <a:pt x="12691" y="555"/>
                    <a:pt x="12717" y="555"/>
                  </a:cubicBezTo>
                  <a:close/>
                  <a:moveTo>
                    <a:pt x="13151" y="598"/>
                  </a:moveTo>
                  <a:cubicBezTo>
                    <a:pt x="13224" y="598"/>
                    <a:pt x="13224" y="598"/>
                    <a:pt x="13224" y="655"/>
                  </a:cubicBezTo>
                  <a:lnTo>
                    <a:pt x="13151" y="655"/>
                  </a:lnTo>
                  <a:lnTo>
                    <a:pt x="13086" y="598"/>
                  </a:lnTo>
                  <a:close/>
                  <a:moveTo>
                    <a:pt x="13816" y="598"/>
                  </a:moveTo>
                  <a:cubicBezTo>
                    <a:pt x="13881" y="598"/>
                    <a:pt x="13881" y="598"/>
                    <a:pt x="13881" y="655"/>
                  </a:cubicBezTo>
                  <a:lnTo>
                    <a:pt x="13816" y="655"/>
                  </a:lnTo>
                  <a:lnTo>
                    <a:pt x="13751" y="598"/>
                  </a:lnTo>
                  <a:close/>
                  <a:moveTo>
                    <a:pt x="5886" y="549"/>
                  </a:moveTo>
                  <a:cubicBezTo>
                    <a:pt x="5886" y="606"/>
                    <a:pt x="5886" y="663"/>
                    <a:pt x="5813" y="663"/>
                  </a:cubicBezTo>
                  <a:lnTo>
                    <a:pt x="5749" y="663"/>
                  </a:lnTo>
                  <a:cubicBezTo>
                    <a:pt x="5757" y="622"/>
                    <a:pt x="5781" y="582"/>
                    <a:pt x="5822" y="549"/>
                  </a:cubicBezTo>
                  <a:close/>
                  <a:moveTo>
                    <a:pt x="3105" y="590"/>
                  </a:moveTo>
                  <a:cubicBezTo>
                    <a:pt x="3235" y="590"/>
                    <a:pt x="3235" y="590"/>
                    <a:pt x="3235" y="646"/>
                  </a:cubicBezTo>
                  <a:cubicBezTo>
                    <a:pt x="3235" y="703"/>
                    <a:pt x="3105" y="703"/>
                    <a:pt x="3041" y="703"/>
                  </a:cubicBezTo>
                  <a:cubicBezTo>
                    <a:pt x="2976" y="646"/>
                    <a:pt x="3041" y="590"/>
                    <a:pt x="3105" y="590"/>
                  </a:cubicBezTo>
                  <a:close/>
                  <a:moveTo>
                    <a:pt x="13656" y="694"/>
                  </a:moveTo>
                  <a:cubicBezTo>
                    <a:pt x="13649" y="694"/>
                    <a:pt x="13635" y="701"/>
                    <a:pt x="13613" y="719"/>
                  </a:cubicBezTo>
                  <a:cubicBezTo>
                    <a:pt x="13656" y="719"/>
                    <a:pt x="13671" y="694"/>
                    <a:pt x="13656" y="694"/>
                  </a:cubicBezTo>
                  <a:close/>
                  <a:moveTo>
                    <a:pt x="12950" y="855"/>
                  </a:moveTo>
                  <a:lnTo>
                    <a:pt x="12950" y="855"/>
                  </a:lnTo>
                  <a:cubicBezTo>
                    <a:pt x="12949" y="863"/>
                    <a:pt x="12948" y="872"/>
                    <a:pt x="12948" y="882"/>
                  </a:cubicBezTo>
                  <a:cubicBezTo>
                    <a:pt x="12952" y="885"/>
                    <a:pt x="12955" y="888"/>
                    <a:pt x="12958" y="890"/>
                  </a:cubicBezTo>
                  <a:lnTo>
                    <a:pt x="12958" y="890"/>
                  </a:lnTo>
                  <a:cubicBezTo>
                    <a:pt x="12954" y="881"/>
                    <a:pt x="12952" y="869"/>
                    <a:pt x="12950" y="855"/>
                  </a:cubicBezTo>
                  <a:close/>
                  <a:moveTo>
                    <a:pt x="12958" y="890"/>
                  </a:moveTo>
                  <a:cubicBezTo>
                    <a:pt x="12964" y="910"/>
                    <a:pt x="12973" y="919"/>
                    <a:pt x="12976" y="919"/>
                  </a:cubicBezTo>
                  <a:cubicBezTo>
                    <a:pt x="12979" y="919"/>
                    <a:pt x="12976" y="908"/>
                    <a:pt x="12958" y="890"/>
                  </a:cubicBezTo>
                  <a:close/>
                  <a:moveTo>
                    <a:pt x="15364" y="2892"/>
                  </a:moveTo>
                  <a:cubicBezTo>
                    <a:pt x="15421" y="2957"/>
                    <a:pt x="15478" y="3022"/>
                    <a:pt x="15421" y="3022"/>
                  </a:cubicBezTo>
                  <a:cubicBezTo>
                    <a:pt x="15381" y="3014"/>
                    <a:pt x="15340" y="2990"/>
                    <a:pt x="15308" y="2957"/>
                  </a:cubicBezTo>
                  <a:cubicBezTo>
                    <a:pt x="15308" y="2957"/>
                    <a:pt x="15251" y="2892"/>
                    <a:pt x="15308" y="2892"/>
                  </a:cubicBezTo>
                  <a:close/>
                  <a:moveTo>
                    <a:pt x="681" y="3346"/>
                  </a:moveTo>
                  <a:cubicBezTo>
                    <a:pt x="738" y="3346"/>
                    <a:pt x="795" y="3346"/>
                    <a:pt x="795" y="3411"/>
                  </a:cubicBezTo>
                  <a:lnTo>
                    <a:pt x="738" y="3476"/>
                  </a:lnTo>
                  <a:lnTo>
                    <a:pt x="681" y="3411"/>
                  </a:lnTo>
                  <a:lnTo>
                    <a:pt x="681" y="3346"/>
                  </a:lnTo>
                  <a:close/>
                  <a:moveTo>
                    <a:pt x="341" y="4206"/>
                  </a:moveTo>
                  <a:cubicBezTo>
                    <a:pt x="397" y="4206"/>
                    <a:pt x="454" y="4206"/>
                    <a:pt x="454" y="4271"/>
                  </a:cubicBezTo>
                  <a:lnTo>
                    <a:pt x="454" y="4335"/>
                  </a:lnTo>
                  <a:cubicBezTo>
                    <a:pt x="406" y="4327"/>
                    <a:pt x="365" y="4303"/>
                    <a:pt x="341" y="4271"/>
                  </a:cubicBezTo>
                  <a:lnTo>
                    <a:pt x="341" y="4206"/>
                  </a:lnTo>
                  <a:close/>
                  <a:moveTo>
                    <a:pt x="15514" y="5096"/>
                  </a:moveTo>
                  <a:cubicBezTo>
                    <a:pt x="15553" y="5096"/>
                    <a:pt x="15603" y="5127"/>
                    <a:pt x="15632" y="5203"/>
                  </a:cubicBezTo>
                  <a:cubicBezTo>
                    <a:pt x="15632" y="5276"/>
                    <a:pt x="15632" y="5276"/>
                    <a:pt x="15575" y="5276"/>
                  </a:cubicBezTo>
                  <a:cubicBezTo>
                    <a:pt x="15510" y="5260"/>
                    <a:pt x="15462" y="5203"/>
                    <a:pt x="15462" y="5138"/>
                  </a:cubicBezTo>
                  <a:cubicBezTo>
                    <a:pt x="15465" y="5111"/>
                    <a:pt x="15486" y="5096"/>
                    <a:pt x="15514" y="5096"/>
                  </a:cubicBezTo>
                  <a:close/>
                  <a:moveTo>
                    <a:pt x="787" y="5333"/>
                  </a:moveTo>
                  <a:cubicBezTo>
                    <a:pt x="827" y="5341"/>
                    <a:pt x="868" y="5365"/>
                    <a:pt x="900" y="5398"/>
                  </a:cubicBezTo>
                  <a:cubicBezTo>
                    <a:pt x="900" y="5419"/>
                    <a:pt x="888" y="5426"/>
                    <a:pt x="869" y="5426"/>
                  </a:cubicBezTo>
                  <a:cubicBezTo>
                    <a:pt x="831" y="5426"/>
                    <a:pt x="768" y="5398"/>
                    <a:pt x="730" y="5398"/>
                  </a:cubicBezTo>
                  <a:cubicBezTo>
                    <a:pt x="730" y="5333"/>
                    <a:pt x="730" y="5333"/>
                    <a:pt x="787" y="5333"/>
                  </a:cubicBezTo>
                  <a:close/>
                  <a:moveTo>
                    <a:pt x="779" y="6914"/>
                  </a:moveTo>
                  <a:cubicBezTo>
                    <a:pt x="835" y="6914"/>
                    <a:pt x="892" y="6914"/>
                    <a:pt x="892" y="6987"/>
                  </a:cubicBezTo>
                  <a:lnTo>
                    <a:pt x="835" y="7052"/>
                  </a:lnTo>
                  <a:lnTo>
                    <a:pt x="779" y="6987"/>
                  </a:lnTo>
                  <a:lnTo>
                    <a:pt x="779" y="6914"/>
                  </a:lnTo>
                  <a:close/>
                  <a:moveTo>
                    <a:pt x="633" y="11211"/>
                  </a:moveTo>
                  <a:cubicBezTo>
                    <a:pt x="689" y="11211"/>
                    <a:pt x="746" y="11211"/>
                    <a:pt x="746" y="11276"/>
                  </a:cubicBezTo>
                  <a:lnTo>
                    <a:pt x="689" y="11349"/>
                  </a:lnTo>
                  <a:lnTo>
                    <a:pt x="633" y="11276"/>
                  </a:lnTo>
                  <a:lnTo>
                    <a:pt x="633" y="11211"/>
                  </a:lnTo>
                  <a:close/>
                  <a:moveTo>
                    <a:pt x="689" y="11673"/>
                  </a:moveTo>
                  <a:cubicBezTo>
                    <a:pt x="746" y="11673"/>
                    <a:pt x="746" y="11673"/>
                    <a:pt x="746" y="11738"/>
                  </a:cubicBezTo>
                  <a:cubicBezTo>
                    <a:pt x="714" y="11778"/>
                    <a:pt x="673" y="11803"/>
                    <a:pt x="633" y="11811"/>
                  </a:cubicBezTo>
                  <a:cubicBezTo>
                    <a:pt x="576" y="11803"/>
                    <a:pt x="576" y="11738"/>
                    <a:pt x="689" y="11673"/>
                  </a:cubicBezTo>
                  <a:close/>
                  <a:moveTo>
                    <a:pt x="795" y="12800"/>
                  </a:moveTo>
                  <a:cubicBezTo>
                    <a:pt x="851" y="12800"/>
                    <a:pt x="795" y="12865"/>
                    <a:pt x="795" y="12930"/>
                  </a:cubicBezTo>
                  <a:cubicBezTo>
                    <a:pt x="771" y="12957"/>
                    <a:pt x="757" y="12972"/>
                    <a:pt x="749" y="12972"/>
                  </a:cubicBezTo>
                  <a:cubicBezTo>
                    <a:pt x="738" y="12972"/>
                    <a:pt x="738" y="12941"/>
                    <a:pt x="738" y="12865"/>
                  </a:cubicBezTo>
                  <a:cubicBezTo>
                    <a:pt x="738" y="12832"/>
                    <a:pt x="762" y="12800"/>
                    <a:pt x="795" y="12800"/>
                  </a:cubicBezTo>
                  <a:close/>
                  <a:moveTo>
                    <a:pt x="1930" y="13205"/>
                  </a:moveTo>
                  <a:cubicBezTo>
                    <a:pt x="1873" y="13205"/>
                    <a:pt x="1873" y="13205"/>
                    <a:pt x="1873" y="13270"/>
                  </a:cubicBezTo>
                  <a:cubicBezTo>
                    <a:pt x="1897" y="13311"/>
                    <a:pt x="1938" y="13327"/>
                    <a:pt x="1987" y="13343"/>
                  </a:cubicBezTo>
                  <a:cubicBezTo>
                    <a:pt x="2043" y="13343"/>
                    <a:pt x="2043" y="13270"/>
                    <a:pt x="1930" y="13205"/>
                  </a:cubicBezTo>
                  <a:close/>
                  <a:moveTo>
                    <a:pt x="57" y="13254"/>
                  </a:moveTo>
                  <a:cubicBezTo>
                    <a:pt x="0" y="13254"/>
                    <a:pt x="0" y="13254"/>
                    <a:pt x="0" y="13319"/>
                  </a:cubicBezTo>
                  <a:cubicBezTo>
                    <a:pt x="0" y="13401"/>
                    <a:pt x="0" y="13434"/>
                    <a:pt x="12" y="13434"/>
                  </a:cubicBezTo>
                  <a:cubicBezTo>
                    <a:pt x="20" y="13434"/>
                    <a:pt x="34" y="13418"/>
                    <a:pt x="57" y="13392"/>
                  </a:cubicBezTo>
                  <a:lnTo>
                    <a:pt x="57" y="13254"/>
                  </a:lnTo>
                  <a:close/>
                  <a:moveTo>
                    <a:pt x="787" y="14008"/>
                  </a:moveTo>
                  <a:cubicBezTo>
                    <a:pt x="787" y="14008"/>
                    <a:pt x="843" y="14008"/>
                    <a:pt x="843" y="14081"/>
                  </a:cubicBezTo>
                  <a:cubicBezTo>
                    <a:pt x="835" y="14138"/>
                    <a:pt x="819" y="14194"/>
                    <a:pt x="787" y="14251"/>
                  </a:cubicBezTo>
                  <a:cubicBezTo>
                    <a:pt x="782" y="14253"/>
                    <a:pt x="778" y="14253"/>
                    <a:pt x="774" y="14253"/>
                  </a:cubicBezTo>
                  <a:cubicBezTo>
                    <a:pt x="730" y="14253"/>
                    <a:pt x="730" y="14178"/>
                    <a:pt x="730" y="14178"/>
                  </a:cubicBezTo>
                  <a:cubicBezTo>
                    <a:pt x="730" y="14097"/>
                    <a:pt x="730" y="14008"/>
                    <a:pt x="787" y="14008"/>
                  </a:cubicBezTo>
                  <a:close/>
                  <a:moveTo>
                    <a:pt x="13962" y="14381"/>
                  </a:moveTo>
                  <a:cubicBezTo>
                    <a:pt x="13897" y="14381"/>
                    <a:pt x="13897" y="14438"/>
                    <a:pt x="13897" y="14494"/>
                  </a:cubicBezTo>
                  <a:lnTo>
                    <a:pt x="13962" y="14494"/>
                  </a:lnTo>
                  <a:cubicBezTo>
                    <a:pt x="14002" y="14470"/>
                    <a:pt x="14018" y="14430"/>
                    <a:pt x="14027" y="14381"/>
                  </a:cubicBezTo>
                  <a:close/>
                  <a:moveTo>
                    <a:pt x="15518" y="14397"/>
                  </a:moveTo>
                  <a:cubicBezTo>
                    <a:pt x="15575" y="14397"/>
                    <a:pt x="15632" y="14397"/>
                    <a:pt x="15632" y="14462"/>
                  </a:cubicBezTo>
                  <a:cubicBezTo>
                    <a:pt x="15689" y="14527"/>
                    <a:pt x="15689" y="14559"/>
                    <a:pt x="15660" y="14559"/>
                  </a:cubicBezTo>
                  <a:cubicBezTo>
                    <a:pt x="15632" y="14559"/>
                    <a:pt x="15575" y="14527"/>
                    <a:pt x="15518" y="14462"/>
                  </a:cubicBezTo>
                  <a:cubicBezTo>
                    <a:pt x="15405" y="14397"/>
                    <a:pt x="15405" y="14397"/>
                    <a:pt x="15518" y="14397"/>
                  </a:cubicBezTo>
                  <a:close/>
                  <a:moveTo>
                    <a:pt x="466" y="14749"/>
                  </a:moveTo>
                  <a:cubicBezTo>
                    <a:pt x="455" y="14749"/>
                    <a:pt x="446" y="14754"/>
                    <a:pt x="446" y="14754"/>
                  </a:cubicBezTo>
                  <a:cubicBezTo>
                    <a:pt x="446" y="14754"/>
                    <a:pt x="389" y="14778"/>
                    <a:pt x="389" y="14884"/>
                  </a:cubicBezTo>
                  <a:lnTo>
                    <a:pt x="389" y="14997"/>
                  </a:lnTo>
                  <a:cubicBezTo>
                    <a:pt x="438" y="14940"/>
                    <a:pt x="470" y="14884"/>
                    <a:pt x="503" y="14819"/>
                  </a:cubicBezTo>
                  <a:cubicBezTo>
                    <a:pt x="503" y="14760"/>
                    <a:pt x="482" y="14749"/>
                    <a:pt x="466" y="14749"/>
                  </a:cubicBezTo>
                  <a:close/>
                  <a:moveTo>
                    <a:pt x="2502" y="14964"/>
                  </a:moveTo>
                  <a:cubicBezTo>
                    <a:pt x="2514" y="14964"/>
                    <a:pt x="2522" y="14970"/>
                    <a:pt x="2522" y="14989"/>
                  </a:cubicBezTo>
                  <a:cubicBezTo>
                    <a:pt x="2587" y="14989"/>
                    <a:pt x="2457" y="15046"/>
                    <a:pt x="2392" y="15046"/>
                  </a:cubicBezTo>
                  <a:lnTo>
                    <a:pt x="2392" y="14989"/>
                  </a:lnTo>
                  <a:cubicBezTo>
                    <a:pt x="2435" y="14989"/>
                    <a:pt x="2478" y="14964"/>
                    <a:pt x="2502" y="14964"/>
                  </a:cubicBezTo>
                  <a:close/>
                  <a:moveTo>
                    <a:pt x="8805" y="14916"/>
                  </a:moveTo>
                  <a:cubicBezTo>
                    <a:pt x="8757" y="14924"/>
                    <a:pt x="8708" y="14940"/>
                    <a:pt x="8667" y="14973"/>
                  </a:cubicBezTo>
                  <a:cubicBezTo>
                    <a:pt x="8667" y="15030"/>
                    <a:pt x="8740" y="15030"/>
                    <a:pt x="8805" y="15030"/>
                  </a:cubicBezTo>
                  <a:cubicBezTo>
                    <a:pt x="8843" y="15046"/>
                    <a:pt x="8876" y="15053"/>
                    <a:pt x="8902" y="15053"/>
                  </a:cubicBezTo>
                  <a:cubicBezTo>
                    <a:pt x="8967" y="15053"/>
                    <a:pt x="9000" y="15013"/>
                    <a:pt x="9000" y="14973"/>
                  </a:cubicBezTo>
                  <a:cubicBezTo>
                    <a:pt x="9000" y="14916"/>
                    <a:pt x="8935" y="14916"/>
                    <a:pt x="8805" y="14916"/>
                  </a:cubicBezTo>
                  <a:close/>
                  <a:moveTo>
                    <a:pt x="9397" y="15030"/>
                  </a:moveTo>
                  <a:cubicBezTo>
                    <a:pt x="9397" y="15086"/>
                    <a:pt x="9267" y="15143"/>
                    <a:pt x="9194" y="15143"/>
                  </a:cubicBezTo>
                  <a:cubicBezTo>
                    <a:pt x="9130" y="15143"/>
                    <a:pt x="9130" y="15086"/>
                    <a:pt x="9267" y="15030"/>
                  </a:cubicBezTo>
                  <a:close/>
                  <a:moveTo>
                    <a:pt x="3843" y="15111"/>
                  </a:moveTo>
                  <a:cubicBezTo>
                    <a:pt x="3835" y="15159"/>
                    <a:pt x="3811" y="15200"/>
                    <a:pt x="3778" y="15224"/>
                  </a:cubicBezTo>
                  <a:lnTo>
                    <a:pt x="3714" y="15224"/>
                  </a:lnTo>
                  <a:cubicBezTo>
                    <a:pt x="3714" y="15167"/>
                    <a:pt x="3714" y="15111"/>
                    <a:pt x="3778" y="15111"/>
                  </a:cubicBezTo>
                  <a:close/>
                  <a:moveTo>
                    <a:pt x="5959" y="15070"/>
                  </a:moveTo>
                  <a:lnTo>
                    <a:pt x="5830" y="15184"/>
                  </a:lnTo>
                  <a:cubicBezTo>
                    <a:pt x="5754" y="15277"/>
                    <a:pt x="5720" y="15319"/>
                    <a:pt x="5704" y="15319"/>
                  </a:cubicBezTo>
                  <a:cubicBezTo>
                    <a:pt x="5692" y="15319"/>
                    <a:pt x="5692" y="15291"/>
                    <a:pt x="5692" y="15240"/>
                  </a:cubicBezTo>
                  <a:cubicBezTo>
                    <a:pt x="5692" y="15184"/>
                    <a:pt x="5692" y="15127"/>
                    <a:pt x="5830" y="15070"/>
                  </a:cubicBezTo>
                  <a:close/>
                  <a:moveTo>
                    <a:pt x="12964" y="15111"/>
                  </a:moveTo>
                  <a:cubicBezTo>
                    <a:pt x="13029" y="15111"/>
                    <a:pt x="13086" y="15159"/>
                    <a:pt x="13094" y="15224"/>
                  </a:cubicBezTo>
                  <a:cubicBezTo>
                    <a:pt x="13159" y="15338"/>
                    <a:pt x="13159" y="15338"/>
                    <a:pt x="13029" y="15338"/>
                  </a:cubicBezTo>
                  <a:cubicBezTo>
                    <a:pt x="12964" y="15338"/>
                    <a:pt x="12900" y="15338"/>
                    <a:pt x="12900" y="15281"/>
                  </a:cubicBezTo>
                  <a:lnTo>
                    <a:pt x="12964" y="15281"/>
                  </a:lnTo>
                  <a:cubicBezTo>
                    <a:pt x="12964" y="15298"/>
                    <a:pt x="12970" y="15304"/>
                    <a:pt x="12976" y="15304"/>
                  </a:cubicBezTo>
                  <a:cubicBezTo>
                    <a:pt x="12991" y="15304"/>
                    <a:pt x="13010" y="15264"/>
                    <a:pt x="12964" y="15224"/>
                  </a:cubicBezTo>
                  <a:cubicBezTo>
                    <a:pt x="12964" y="15167"/>
                    <a:pt x="12964" y="15111"/>
                    <a:pt x="12964" y="15111"/>
                  </a:cubicBezTo>
                  <a:close/>
                  <a:moveTo>
                    <a:pt x="13824" y="15232"/>
                  </a:moveTo>
                  <a:lnTo>
                    <a:pt x="13889" y="15289"/>
                  </a:lnTo>
                  <a:cubicBezTo>
                    <a:pt x="13889" y="15346"/>
                    <a:pt x="13824" y="15346"/>
                    <a:pt x="13759" y="15346"/>
                  </a:cubicBezTo>
                  <a:cubicBezTo>
                    <a:pt x="13694" y="15346"/>
                    <a:pt x="13694" y="15346"/>
                    <a:pt x="13694" y="15289"/>
                  </a:cubicBezTo>
                  <a:cubicBezTo>
                    <a:pt x="13727" y="15257"/>
                    <a:pt x="13775" y="15240"/>
                    <a:pt x="13824" y="15232"/>
                  </a:cubicBezTo>
                  <a:close/>
                  <a:moveTo>
                    <a:pt x="1054" y="15321"/>
                  </a:moveTo>
                  <a:lnTo>
                    <a:pt x="1111" y="15378"/>
                  </a:lnTo>
                  <a:lnTo>
                    <a:pt x="1022" y="15378"/>
                  </a:lnTo>
                  <a:cubicBezTo>
                    <a:pt x="924" y="15378"/>
                    <a:pt x="924" y="15378"/>
                    <a:pt x="965" y="15321"/>
                  </a:cubicBezTo>
                  <a:close/>
                  <a:moveTo>
                    <a:pt x="1978" y="15273"/>
                  </a:moveTo>
                  <a:cubicBezTo>
                    <a:pt x="1978" y="15330"/>
                    <a:pt x="1978" y="15386"/>
                    <a:pt x="1881" y="15386"/>
                  </a:cubicBezTo>
                  <a:cubicBezTo>
                    <a:pt x="1853" y="15402"/>
                    <a:pt x="1826" y="15409"/>
                    <a:pt x="1804" y="15409"/>
                  </a:cubicBezTo>
                  <a:cubicBezTo>
                    <a:pt x="1743" y="15409"/>
                    <a:pt x="1719" y="15356"/>
                    <a:pt x="1808" y="15273"/>
                  </a:cubicBezTo>
                  <a:close/>
                  <a:moveTo>
                    <a:pt x="6089" y="15297"/>
                  </a:moveTo>
                  <a:lnTo>
                    <a:pt x="6154" y="15354"/>
                  </a:lnTo>
                  <a:cubicBezTo>
                    <a:pt x="6154" y="15411"/>
                    <a:pt x="6089" y="15411"/>
                    <a:pt x="6024" y="15411"/>
                  </a:cubicBezTo>
                  <a:lnTo>
                    <a:pt x="6024" y="15354"/>
                  </a:lnTo>
                  <a:lnTo>
                    <a:pt x="6089" y="15297"/>
                  </a:lnTo>
                  <a:close/>
                  <a:moveTo>
                    <a:pt x="4370" y="15289"/>
                  </a:moveTo>
                  <a:cubicBezTo>
                    <a:pt x="4435" y="15289"/>
                    <a:pt x="4370" y="15346"/>
                    <a:pt x="4305" y="15459"/>
                  </a:cubicBezTo>
                  <a:lnTo>
                    <a:pt x="4305" y="15451"/>
                  </a:lnTo>
                  <a:cubicBezTo>
                    <a:pt x="4248" y="15475"/>
                    <a:pt x="4215" y="15488"/>
                    <a:pt x="4200" y="15488"/>
                  </a:cubicBezTo>
                  <a:cubicBezTo>
                    <a:pt x="4180" y="15488"/>
                    <a:pt x="4198" y="15461"/>
                    <a:pt x="4241" y="15394"/>
                  </a:cubicBezTo>
                  <a:lnTo>
                    <a:pt x="4370" y="15289"/>
                  </a:lnTo>
                  <a:close/>
                  <a:moveTo>
                    <a:pt x="12762" y="15565"/>
                  </a:moveTo>
                  <a:cubicBezTo>
                    <a:pt x="12762" y="15621"/>
                    <a:pt x="12762" y="15621"/>
                    <a:pt x="12827" y="15621"/>
                  </a:cubicBezTo>
                  <a:lnTo>
                    <a:pt x="12900" y="15621"/>
                  </a:lnTo>
                  <a:lnTo>
                    <a:pt x="12827" y="15565"/>
                  </a:lnTo>
                  <a:close/>
                  <a:moveTo>
                    <a:pt x="2919" y="15533"/>
                  </a:moveTo>
                  <a:cubicBezTo>
                    <a:pt x="2918" y="15533"/>
                    <a:pt x="2917" y="15573"/>
                    <a:pt x="2911" y="15613"/>
                  </a:cubicBezTo>
                  <a:lnTo>
                    <a:pt x="2911" y="15670"/>
                  </a:lnTo>
                  <a:lnTo>
                    <a:pt x="2919" y="15557"/>
                  </a:lnTo>
                  <a:cubicBezTo>
                    <a:pt x="2919" y="15540"/>
                    <a:pt x="2919" y="15533"/>
                    <a:pt x="2919" y="15533"/>
                  </a:cubicBezTo>
                  <a:close/>
                  <a:moveTo>
                    <a:pt x="15697" y="1"/>
                  </a:moveTo>
                  <a:cubicBezTo>
                    <a:pt x="15614" y="1"/>
                    <a:pt x="15533" y="48"/>
                    <a:pt x="15496" y="132"/>
                  </a:cubicBezTo>
                  <a:lnTo>
                    <a:pt x="15496" y="132"/>
                  </a:lnTo>
                  <a:cubicBezTo>
                    <a:pt x="15486" y="103"/>
                    <a:pt x="15390" y="102"/>
                    <a:pt x="15300" y="95"/>
                  </a:cubicBezTo>
                  <a:cubicBezTo>
                    <a:pt x="15162" y="124"/>
                    <a:pt x="14981" y="138"/>
                    <a:pt x="14837" y="138"/>
                  </a:cubicBezTo>
                  <a:cubicBezTo>
                    <a:pt x="14693" y="138"/>
                    <a:pt x="14586" y="124"/>
                    <a:pt x="14594" y="95"/>
                  </a:cubicBezTo>
                  <a:lnTo>
                    <a:pt x="14473" y="95"/>
                  </a:lnTo>
                  <a:cubicBezTo>
                    <a:pt x="14377" y="136"/>
                    <a:pt x="14277" y="154"/>
                    <a:pt x="14175" y="154"/>
                  </a:cubicBezTo>
                  <a:cubicBezTo>
                    <a:pt x="14155" y="154"/>
                    <a:pt x="14136" y="153"/>
                    <a:pt x="14116" y="152"/>
                  </a:cubicBezTo>
                  <a:lnTo>
                    <a:pt x="14035" y="152"/>
                  </a:lnTo>
                  <a:cubicBezTo>
                    <a:pt x="14018" y="152"/>
                    <a:pt x="14002" y="152"/>
                    <a:pt x="13986" y="160"/>
                  </a:cubicBezTo>
                  <a:cubicBezTo>
                    <a:pt x="13946" y="168"/>
                    <a:pt x="13913" y="184"/>
                    <a:pt x="13889" y="209"/>
                  </a:cubicBezTo>
                  <a:cubicBezTo>
                    <a:pt x="13848" y="241"/>
                    <a:pt x="13800" y="257"/>
                    <a:pt x="13751" y="265"/>
                  </a:cubicBezTo>
                  <a:cubicBezTo>
                    <a:pt x="13686" y="265"/>
                    <a:pt x="13751" y="209"/>
                    <a:pt x="13816" y="152"/>
                  </a:cubicBezTo>
                  <a:cubicBezTo>
                    <a:pt x="13873" y="128"/>
                    <a:pt x="13872" y="115"/>
                    <a:pt x="13837" y="115"/>
                  </a:cubicBezTo>
                  <a:cubicBezTo>
                    <a:pt x="13787" y="115"/>
                    <a:pt x="13670" y="142"/>
                    <a:pt x="13556" y="209"/>
                  </a:cubicBezTo>
                  <a:cubicBezTo>
                    <a:pt x="13455" y="261"/>
                    <a:pt x="13404" y="288"/>
                    <a:pt x="13396" y="288"/>
                  </a:cubicBezTo>
                  <a:cubicBezTo>
                    <a:pt x="13388" y="288"/>
                    <a:pt x="13423" y="261"/>
                    <a:pt x="13491" y="209"/>
                  </a:cubicBezTo>
                  <a:cubicBezTo>
                    <a:pt x="13537" y="169"/>
                    <a:pt x="13583" y="128"/>
                    <a:pt x="13560" y="128"/>
                  </a:cubicBezTo>
                  <a:cubicBezTo>
                    <a:pt x="13551" y="128"/>
                    <a:pt x="13529" y="135"/>
                    <a:pt x="13491" y="152"/>
                  </a:cubicBezTo>
                  <a:cubicBezTo>
                    <a:pt x="13491" y="152"/>
                    <a:pt x="13486" y="152"/>
                    <a:pt x="13477" y="152"/>
                  </a:cubicBezTo>
                  <a:cubicBezTo>
                    <a:pt x="13442" y="152"/>
                    <a:pt x="13354" y="157"/>
                    <a:pt x="13354" y="209"/>
                  </a:cubicBezTo>
                  <a:lnTo>
                    <a:pt x="13159" y="201"/>
                  </a:lnTo>
                  <a:cubicBezTo>
                    <a:pt x="13078" y="160"/>
                    <a:pt x="12989" y="144"/>
                    <a:pt x="12892" y="144"/>
                  </a:cubicBezTo>
                  <a:cubicBezTo>
                    <a:pt x="12859" y="172"/>
                    <a:pt x="12843" y="186"/>
                    <a:pt x="12827" y="186"/>
                  </a:cubicBezTo>
                  <a:cubicBezTo>
                    <a:pt x="12810" y="186"/>
                    <a:pt x="12794" y="172"/>
                    <a:pt x="12762" y="144"/>
                  </a:cubicBezTo>
                  <a:cubicBezTo>
                    <a:pt x="12762" y="120"/>
                    <a:pt x="12751" y="107"/>
                    <a:pt x="12738" y="107"/>
                  </a:cubicBezTo>
                  <a:cubicBezTo>
                    <a:pt x="12719" y="107"/>
                    <a:pt x="12697" y="134"/>
                    <a:pt x="12697" y="201"/>
                  </a:cubicBezTo>
                  <a:cubicBezTo>
                    <a:pt x="12669" y="229"/>
                    <a:pt x="12632" y="243"/>
                    <a:pt x="12596" y="243"/>
                  </a:cubicBezTo>
                  <a:cubicBezTo>
                    <a:pt x="12559" y="243"/>
                    <a:pt x="12523" y="229"/>
                    <a:pt x="12494" y="201"/>
                  </a:cubicBezTo>
                  <a:cubicBezTo>
                    <a:pt x="12499" y="134"/>
                    <a:pt x="12476" y="107"/>
                    <a:pt x="12456" y="107"/>
                  </a:cubicBezTo>
                  <a:cubicBezTo>
                    <a:pt x="12442" y="107"/>
                    <a:pt x="12429" y="120"/>
                    <a:pt x="12429" y="144"/>
                  </a:cubicBezTo>
                  <a:cubicBezTo>
                    <a:pt x="12397" y="176"/>
                    <a:pt x="12348" y="192"/>
                    <a:pt x="12300" y="201"/>
                  </a:cubicBezTo>
                  <a:cubicBezTo>
                    <a:pt x="12300" y="144"/>
                    <a:pt x="11708" y="136"/>
                    <a:pt x="11108" y="136"/>
                  </a:cubicBezTo>
                  <a:cubicBezTo>
                    <a:pt x="11043" y="136"/>
                    <a:pt x="10986" y="184"/>
                    <a:pt x="10978" y="249"/>
                  </a:cubicBezTo>
                  <a:cubicBezTo>
                    <a:pt x="10978" y="297"/>
                    <a:pt x="10978" y="315"/>
                    <a:pt x="10973" y="315"/>
                  </a:cubicBezTo>
                  <a:cubicBezTo>
                    <a:pt x="10966" y="315"/>
                    <a:pt x="10951" y="282"/>
                    <a:pt x="10913" y="249"/>
                  </a:cubicBezTo>
                  <a:cubicBezTo>
                    <a:pt x="10880" y="163"/>
                    <a:pt x="10829" y="118"/>
                    <a:pt x="10794" y="118"/>
                  </a:cubicBezTo>
                  <a:cubicBezTo>
                    <a:pt x="10761" y="118"/>
                    <a:pt x="10743" y="161"/>
                    <a:pt x="10775" y="249"/>
                  </a:cubicBezTo>
                  <a:cubicBezTo>
                    <a:pt x="10808" y="306"/>
                    <a:pt x="10824" y="334"/>
                    <a:pt x="10816" y="334"/>
                  </a:cubicBezTo>
                  <a:cubicBezTo>
                    <a:pt x="10808" y="334"/>
                    <a:pt x="10775" y="306"/>
                    <a:pt x="10711" y="249"/>
                  </a:cubicBezTo>
                  <a:cubicBezTo>
                    <a:pt x="10677" y="216"/>
                    <a:pt x="10661" y="199"/>
                    <a:pt x="10644" y="199"/>
                  </a:cubicBezTo>
                  <a:cubicBezTo>
                    <a:pt x="10628" y="199"/>
                    <a:pt x="10612" y="214"/>
                    <a:pt x="10581" y="241"/>
                  </a:cubicBezTo>
                  <a:cubicBezTo>
                    <a:pt x="10581" y="269"/>
                    <a:pt x="10565" y="284"/>
                    <a:pt x="10548" y="284"/>
                  </a:cubicBezTo>
                  <a:cubicBezTo>
                    <a:pt x="10532" y="284"/>
                    <a:pt x="10516" y="269"/>
                    <a:pt x="10516" y="241"/>
                  </a:cubicBezTo>
                  <a:cubicBezTo>
                    <a:pt x="10470" y="201"/>
                    <a:pt x="10424" y="161"/>
                    <a:pt x="10401" y="161"/>
                  </a:cubicBezTo>
                  <a:cubicBezTo>
                    <a:pt x="10392" y="161"/>
                    <a:pt x="10386" y="168"/>
                    <a:pt x="10386" y="184"/>
                  </a:cubicBezTo>
                  <a:cubicBezTo>
                    <a:pt x="10338" y="184"/>
                    <a:pt x="10289" y="160"/>
                    <a:pt x="10248" y="128"/>
                  </a:cubicBezTo>
                  <a:cubicBezTo>
                    <a:pt x="10229" y="111"/>
                    <a:pt x="10210" y="104"/>
                    <a:pt x="10191" y="104"/>
                  </a:cubicBezTo>
                  <a:cubicBezTo>
                    <a:pt x="10146" y="104"/>
                    <a:pt x="10100" y="144"/>
                    <a:pt x="10054" y="184"/>
                  </a:cubicBezTo>
                  <a:cubicBezTo>
                    <a:pt x="9952" y="241"/>
                    <a:pt x="9886" y="269"/>
                    <a:pt x="9852" y="269"/>
                  </a:cubicBezTo>
                  <a:cubicBezTo>
                    <a:pt x="9819" y="269"/>
                    <a:pt x="9819" y="241"/>
                    <a:pt x="9851" y="184"/>
                  </a:cubicBezTo>
                  <a:cubicBezTo>
                    <a:pt x="9879" y="141"/>
                    <a:pt x="9848" y="122"/>
                    <a:pt x="9795" y="122"/>
                  </a:cubicBezTo>
                  <a:cubicBezTo>
                    <a:pt x="9709" y="122"/>
                    <a:pt x="9567" y="171"/>
                    <a:pt x="9527" y="241"/>
                  </a:cubicBezTo>
                  <a:cubicBezTo>
                    <a:pt x="9484" y="308"/>
                    <a:pt x="9466" y="335"/>
                    <a:pt x="9459" y="335"/>
                  </a:cubicBezTo>
                  <a:cubicBezTo>
                    <a:pt x="9454" y="335"/>
                    <a:pt x="9454" y="321"/>
                    <a:pt x="9454" y="298"/>
                  </a:cubicBezTo>
                  <a:cubicBezTo>
                    <a:pt x="9454" y="241"/>
                    <a:pt x="9389" y="241"/>
                    <a:pt x="9389" y="241"/>
                  </a:cubicBezTo>
                  <a:cubicBezTo>
                    <a:pt x="9324" y="241"/>
                    <a:pt x="9259" y="233"/>
                    <a:pt x="9259" y="176"/>
                  </a:cubicBezTo>
                  <a:cubicBezTo>
                    <a:pt x="9186" y="184"/>
                    <a:pt x="9121" y="209"/>
                    <a:pt x="9057" y="233"/>
                  </a:cubicBezTo>
                  <a:cubicBezTo>
                    <a:pt x="9007" y="276"/>
                    <a:pt x="8948" y="296"/>
                    <a:pt x="8890" y="296"/>
                  </a:cubicBezTo>
                  <a:cubicBezTo>
                    <a:pt x="8805" y="296"/>
                    <a:pt x="8720" y="253"/>
                    <a:pt x="8667" y="176"/>
                  </a:cubicBezTo>
                  <a:lnTo>
                    <a:pt x="8530" y="233"/>
                  </a:lnTo>
                  <a:cubicBezTo>
                    <a:pt x="8489" y="303"/>
                    <a:pt x="8449" y="352"/>
                    <a:pt x="8425" y="352"/>
                  </a:cubicBezTo>
                  <a:cubicBezTo>
                    <a:pt x="8409" y="352"/>
                    <a:pt x="8400" y="333"/>
                    <a:pt x="8400" y="290"/>
                  </a:cubicBezTo>
                  <a:lnTo>
                    <a:pt x="8400" y="233"/>
                  </a:lnTo>
                  <a:cubicBezTo>
                    <a:pt x="8376" y="275"/>
                    <a:pt x="8325" y="292"/>
                    <a:pt x="8270" y="292"/>
                  </a:cubicBezTo>
                  <a:cubicBezTo>
                    <a:pt x="8175" y="292"/>
                    <a:pt x="8067" y="240"/>
                    <a:pt x="8067" y="168"/>
                  </a:cubicBezTo>
                  <a:cubicBezTo>
                    <a:pt x="8067" y="111"/>
                    <a:pt x="8067" y="111"/>
                    <a:pt x="8003" y="111"/>
                  </a:cubicBezTo>
                  <a:lnTo>
                    <a:pt x="8003" y="168"/>
                  </a:lnTo>
                  <a:cubicBezTo>
                    <a:pt x="8003" y="225"/>
                    <a:pt x="8003" y="282"/>
                    <a:pt x="7938" y="282"/>
                  </a:cubicBezTo>
                  <a:cubicBezTo>
                    <a:pt x="7873" y="282"/>
                    <a:pt x="7808" y="282"/>
                    <a:pt x="7808" y="225"/>
                  </a:cubicBezTo>
                  <a:cubicBezTo>
                    <a:pt x="7762" y="185"/>
                    <a:pt x="7712" y="145"/>
                    <a:pt x="7687" y="145"/>
                  </a:cubicBezTo>
                  <a:cubicBezTo>
                    <a:pt x="7676" y="145"/>
                    <a:pt x="7670" y="152"/>
                    <a:pt x="7670" y="168"/>
                  </a:cubicBezTo>
                  <a:cubicBezTo>
                    <a:pt x="7621" y="168"/>
                    <a:pt x="7581" y="144"/>
                    <a:pt x="7540" y="111"/>
                  </a:cubicBezTo>
                  <a:lnTo>
                    <a:pt x="7281" y="111"/>
                  </a:lnTo>
                  <a:cubicBezTo>
                    <a:pt x="7244" y="140"/>
                    <a:pt x="7194" y="154"/>
                    <a:pt x="7152" y="154"/>
                  </a:cubicBezTo>
                  <a:cubicBezTo>
                    <a:pt x="7111" y="154"/>
                    <a:pt x="7078" y="140"/>
                    <a:pt x="7078" y="111"/>
                  </a:cubicBezTo>
                  <a:cubicBezTo>
                    <a:pt x="7005" y="111"/>
                    <a:pt x="6940" y="128"/>
                    <a:pt x="6884" y="168"/>
                  </a:cubicBezTo>
                  <a:cubicBezTo>
                    <a:pt x="6746" y="160"/>
                    <a:pt x="6681" y="160"/>
                    <a:pt x="6681" y="103"/>
                  </a:cubicBezTo>
                  <a:cubicBezTo>
                    <a:pt x="6681" y="75"/>
                    <a:pt x="6681" y="61"/>
                    <a:pt x="6673" y="61"/>
                  </a:cubicBezTo>
                  <a:cubicBezTo>
                    <a:pt x="6665" y="61"/>
                    <a:pt x="6649" y="75"/>
                    <a:pt x="6616" y="103"/>
                  </a:cubicBezTo>
                  <a:cubicBezTo>
                    <a:pt x="6616" y="160"/>
                    <a:pt x="6551" y="160"/>
                    <a:pt x="6486" y="160"/>
                  </a:cubicBezTo>
                  <a:lnTo>
                    <a:pt x="6349" y="160"/>
                  </a:lnTo>
                  <a:cubicBezTo>
                    <a:pt x="6349" y="217"/>
                    <a:pt x="6349" y="217"/>
                    <a:pt x="6284" y="217"/>
                  </a:cubicBezTo>
                  <a:cubicBezTo>
                    <a:pt x="6219" y="217"/>
                    <a:pt x="6024" y="160"/>
                    <a:pt x="5951" y="160"/>
                  </a:cubicBezTo>
                  <a:cubicBezTo>
                    <a:pt x="5757" y="160"/>
                    <a:pt x="5757" y="160"/>
                    <a:pt x="5822" y="217"/>
                  </a:cubicBezTo>
                  <a:cubicBezTo>
                    <a:pt x="5865" y="217"/>
                    <a:pt x="5879" y="242"/>
                    <a:pt x="5846" y="242"/>
                  </a:cubicBezTo>
                  <a:cubicBezTo>
                    <a:pt x="5829" y="242"/>
                    <a:pt x="5800" y="236"/>
                    <a:pt x="5757" y="217"/>
                  </a:cubicBezTo>
                  <a:cubicBezTo>
                    <a:pt x="5603" y="184"/>
                    <a:pt x="5449" y="168"/>
                    <a:pt x="5295" y="152"/>
                  </a:cubicBezTo>
                  <a:cubicBezTo>
                    <a:pt x="5027" y="152"/>
                    <a:pt x="5027" y="152"/>
                    <a:pt x="5027" y="209"/>
                  </a:cubicBezTo>
                  <a:cubicBezTo>
                    <a:pt x="5059" y="265"/>
                    <a:pt x="5059" y="294"/>
                    <a:pt x="5043" y="294"/>
                  </a:cubicBezTo>
                  <a:cubicBezTo>
                    <a:pt x="5027" y="294"/>
                    <a:pt x="4995" y="265"/>
                    <a:pt x="4962" y="209"/>
                  </a:cubicBezTo>
                  <a:cubicBezTo>
                    <a:pt x="4886" y="142"/>
                    <a:pt x="4832" y="115"/>
                    <a:pt x="4801" y="115"/>
                  </a:cubicBezTo>
                  <a:cubicBezTo>
                    <a:pt x="4779" y="115"/>
                    <a:pt x="4768" y="128"/>
                    <a:pt x="4768" y="152"/>
                  </a:cubicBezTo>
                  <a:cubicBezTo>
                    <a:pt x="4695" y="209"/>
                    <a:pt x="4695" y="209"/>
                    <a:pt x="4630" y="209"/>
                  </a:cubicBezTo>
                  <a:cubicBezTo>
                    <a:pt x="4630" y="180"/>
                    <a:pt x="4613" y="166"/>
                    <a:pt x="4581" y="166"/>
                  </a:cubicBezTo>
                  <a:cubicBezTo>
                    <a:pt x="4549" y="166"/>
                    <a:pt x="4500" y="180"/>
                    <a:pt x="4435" y="209"/>
                  </a:cubicBezTo>
                  <a:cubicBezTo>
                    <a:pt x="4370" y="209"/>
                    <a:pt x="4370" y="209"/>
                    <a:pt x="4370" y="152"/>
                  </a:cubicBezTo>
                  <a:lnTo>
                    <a:pt x="4241" y="152"/>
                  </a:lnTo>
                  <a:cubicBezTo>
                    <a:pt x="4184" y="195"/>
                    <a:pt x="4085" y="211"/>
                    <a:pt x="3982" y="211"/>
                  </a:cubicBezTo>
                  <a:cubicBezTo>
                    <a:pt x="3834" y="211"/>
                    <a:pt x="3679" y="177"/>
                    <a:pt x="3641" y="144"/>
                  </a:cubicBezTo>
                  <a:cubicBezTo>
                    <a:pt x="3592" y="152"/>
                    <a:pt x="3543" y="168"/>
                    <a:pt x="3511" y="201"/>
                  </a:cubicBezTo>
                  <a:cubicBezTo>
                    <a:pt x="3474" y="257"/>
                    <a:pt x="3440" y="286"/>
                    <a:pt x="3415" y="286"/>
                  </a:cubicBezTo>
                  <a:cubicBezTo>
                    <a:pt x="3389" y="286"/>
                    <a:pt x="3373" y="257"/>
                    <a:pt x="3373" y="201"/>
                  </a:cubicBezTo>
                  <a:cubicBezTo>
                    <a:pt x="3377" y="144"/>
                    <a:pt x="3379" y="115"/>
                    <a:pt x="3371" y="115"/>
                  </a:cubicBezTo>
                  <a:cubicBezTo>
                    <a:pt x="3363" y="115"/>
                    <a:pt x="3345" y="144"/>
                    <a:pt x="3308" y="201"/>
                  </a:cubicBezTo>
                  <a:cubicBezTo>
                    <a:pt x="3281" y="224"/>
                    <a:pt x="3208" y="238"/>
                    <a:pt x="3138" y="238"/>
                  </a:cubicBezTo>
                  <a:cubicBezTo>
                    <a:pt x="3037" y="238"/>
                    <a:pt x="2941" y="210"/>
                    <a:pt x="2984" y="144"/>
                  </a:cubicBezTo>
                  <a:lnTo>
                    <a:pt x="2984" y="30"/>
                  </a:lnTo>
                  <a:cubicBezTo>
                    <a:pt x="2943" y="63"/>
                    <a:pt x="2895" y="79"/>
                    <a:pt x="2846" y="87"/>
                  </a:cubicBezTo>
                  <a:cubicBezTo>
                    <a:pt x="2846" y="131"/>
                    <a:pt x="2807" y="136"/>
                    <a:pt x="2698" y="136"/>
                  </a:cubicBezTo>
                  <a:cubicBezTo>
                    <a:pt x="2667" y="136"/>
                    <a:pt x="2630" y="136"/>
                    <a:pt x="2587" y="136"/>
                  </a:cubicBezTo>
                  <a:cubicBezTo>
                    <a:pt x="2449" y="136"/>
                    <a:pt x="2189" y="192"/>
                    <a:pt x="2051" y="192"/>
                  </a:cubicBezTo>
                  <a:cubicBezTo>
                    <a:pt x="1873" y="192"/>
                    <a:pt x="1508" y="192"/>
                    <a:pt x="1387" y="136"/>
                  </a:cubicBezTo>
                  <a:cubicBezTo>
                    <a:pt x="1362" y="134"/>
                    <a:pt x="1338" y="134"/>
                    <a:pt x="1314" y="134"/>
                  </a:cubicBezTo>
                  <a:cubicBezTo>
                    <a:pt x="1192" y="134"/>
                    <a:pt x="1072" y="151"/>
                    <a:pt x="957" y="184"/>
                  </a:cubicBezTo>
                  <a:cubicBezTo>
                    <a:pt x="916" y="213"/>
                    <a:pt x="843" y="227"/>
                    <a:pt x="774" y="227"/>
                  </a:cubicBezTo>
                  <a:cubicBezTo>
                    <a:pt x="706" y="227"/>
                    <a:pt x="641" y="213"/>
                    <a:pt x="616" y="184"/>
                  </a:cubicBezTo>
                  <a:lnTo>
                    <a:pt x="511" y="184"/>
                  </a:lnTo>
                  <a:lnTo>
                    <a:pt x="349" y="233"/>
                  </a:lnTo>
                  <a:cubicBezTo>
                    <a:pt x="365" y="338"/>
                    <a:pt x="365" y="371"/>
                    <a:pt x="365" y="371"/>
                  </a:cubicBezTo>
                  <a:cubicBezTo>
                    <a:pt x="352" y="358"/>
                    <a:pt x="339" y="352"/>
                    <a:pt x="327" y="352"/>
                  </a:cubicBezTo>
                  <a:cubicBezTo>
                    <a:pt x="288" y="352"/>
                    <a:pt x="263" y="422"/>
                    <a:pt x="300" y="541"/>
                  </a:cubicBezTo>
                  <a:cubicBezTo>
                    <a:pt x="357" y="590"/>
                    <a:pt x="357" y="695"/>
                    <a:pt x="357" y="914"/>
                  </a:cubicBezTo>
                  <a:cubicBezTo>
                    <a:pt x="333" y="1141"/>
                    <a:pt x="324" y="1368"/>
                    <a:pt x="324" y="1595"/>
                  </a:cubicBezTo>
                  <a:cubicBezTo>
                    <a:pt x="316" y="1855"/>
                    <a:pt x="316" y="2179"/>
                    <a:pt x="308" y="2503"/>
                  </a:cubicBezTo>
                  <a:cubicBezTo>
                    <a:pt x="308" y="3071"/>
                    <a:pt x="316" y="3614"/>
                    <a:pt x="341" y="3614"/>
                  </a:cubicBezTo>
                  <a:lnTo>
                    <a:pt x="341" y="3817"/>
                  </a:lnTo>
                  <a:cubicBezTo>
                    <a:pt x="341" y="3881"/>
                    <a:pt x="341" y="4011"/>
                    <a:pt x="341" y="4011"/>
                  </a:cubicBezTo>
                  <a:cubicBezTo>
                    <a:pt x="227" y="4011"/>
                    <a:pt x="284" y="4344"/>
                    <a:pt x="341" y="4538"/>
                  </a:cubicBezTo>
                  <a:cubicBezTo>
                    <a:pt x="381" y="4595"/>
                    <a:pt x="406" y="4668"/>
                    <a:pt x="397" y="4741"/>
                  </a:cubicBezTo>
                  <a:cubicBezTo>
                    <a:pt x="284" y="4741"/>
                    <a:pt x="276" y="4935"/>
                    <a:pt x="333" y="5065"/>
                  </a:cubicBezTo>
                  <a:cubicBezTo>
                    <a:pt x="446" y="5138"/>
                    <a:pt x="446" y="5203"/>
                    <a:pt x="333" y="5203"/>
                  </a:cubicBezTo>
                  <a:cubicBezTo>
                    <a:pt x="219" y="5203"/>
                    <a:pt x="219" y="5333"/>
                    <a:pt x="389" y="5462"/>
                  </a:cubicBezTo>
                  <a:cubicBezTo>
                    <a:pt x="446" y="5535"/>
                    <a:pt x="446" y="5535"/>
                    <a:pt x="389" y="5600"/>
                  </a:cubicBezTo>
                  <a:cubicBezTo>
                    <a:pt x="276" y="5665"/>
                    <a:pt x="276" y="5730"/>
                    <a:pt x="333" y="5730"/>
                  </a:cubicBezTo>
                  <a:cubicBezTo>
                    <a:pt x="446" y="5795"/>
                    <a:pt x="446" y="5860"/>
                    <a:pt x="333" y="5925"/>
                  </a:cubicBezTo>
                  <a:cubicBezTo>
                    <a:pt x="219" y="6054"/>
                    <a:pt x="219" y="6054"/>
                    <a:pt x="324" y="6127"/>
                  </a:cubicBezTo>
                  <a:cubicBezTo>
                    <a:pt x="438" y="6192"/>
                    <a:pt x="438" y="6460"/>
                    <a:pt x="324" y="6525"/>
                  </a:cubicBezTo>
                  <a:cubicBezTo>
                    <a:pt x="324" y="6589"/>
                    <a:pt x="268" y="6654"/>
                    <a:pt x="324" y="6654"/>
                  </a:cubicBezTo>
                  <a:lnTo>
                    <a:pt x="268" y="6719"/>
                  </a:lnTo>
                  <a:lnTo>
                    <a:pt x="268" y="6849"/>
                  </a:lnTo>
                  <a:lnTo>
                    <a:pt x="324" y="6849"/>
                  </a:lnTo>
                  <a:cubicBezTo>
                    <a:pt x="324" y="6914"/>
                    <a:pt x="268" y="7311"/>
                    <a:pt x="260" y="7773"/>
                  </a:cubicBezTo>
                  <a:cubicBezTo>
                    <a:pt x="260" y="8397"/>
                    <a:pt x="260" y="8582"/>
                    <a:pt x="295" y="8582"/>
                  </a:cubicBezTo>
                  <a:cubicBezTo>
                    <a:pt x="301" y="8582"/>
                    <a:pt x="308" y="8577"/>
                    <a:pt x="316" y="8568"/>
                  </a:cubicBezTo>
                  <a:cubicBezTo>
                    <a:pt x="337" y="8556"/>
                    <a:pt x="354" y="8551"/>
                    <a:pt x="367" y="8551"/>
                  </a:cubicBezTo>
                  <a:cubicBezTo>
                    <a:pt x="426" y="8551"/>
                    <a:pt x="408" y="8653"/>
                    <a:pt x="308" y="8706"/>
                  </a:cubicBezTo>
                  <a:cubicBezTo>
                    <a:pt x="284" y="8811"/>
                    <a:pt x="268" y="8924"/>
                    <a:pt x="252" y="9030"/>
                  </a:cubicBezTo>
                  <a:cubicBezTo>
                    <a:pt x="252" y="9160"/>
                    <a:pt x="252" y="9297"/>
                    <a:pt x="195" y="9297"/>
                  </a:cubicBezTo>
                  <a:lnTo>
                    <a:pt x="195" y="9362"/>
                  </a:lnTo>
                  <a:cubicBezTo>
                    <a:pt x="308" y="9492"/>
                    <a:pt x="308" y="9889"/>
                    <a:pt x="243" y="10092"/>
                  </a:cubicBezTo>
                  <a:cubicBezTo>
                    <a:pt x="235" y="10205"/>
                    <a:pt x="260" y="10319"/>
                    <a:pt x="300" y="10416"/>
                  </a:cubicBezTo>
                  <a:cubicBezTo>
                    <a:pt x="357" y="10554"/>
                    <a:pt x="357" y="10554"/>
                    <a:pt x="300" y="10619"/>
                  </a:cubicBezTo>
                  <a:cubicBezTo>
                    <a:pt x="243" y="10619"/>
                    <a:pt x="187" y="11016"/>
                    <a:pt x="300" y="11016"/>
                  </a:cubicBezTo>
                  <a:lnTo>
                    <a:pt x="243" y="11081"/>
                  </a:lnTo>
                  <a:cubicBezTo>
                    <a:pt x="187" y="11130"/>
                    <a:pt x="227" y="11211"/>
                    <a:pt x="300" y="11211"/>
                  </a:cubicBezTo>
                  <a:cubicBezTo>
                    <a:pt x="414" y="11211"/>
                    <a:pt x="406" y="11284"/>
                    <a:pt x="235" y="11349"/>
                  </a:cubicBezTo>
                  <a:cubicBezTo>
                    <a:pt x="229" y="11348"/>
                    <a:pt x="224" y="11348"/>
                    <a:pt x="218" y="11348"/>
                  </a:cubicBezTo>
                  <a:cubicBezTo>
                    <a:pt x="122" y="11348"/>
                    <a:pt x="125" y="11414"/>
                    <a:pt x="179" y="11414"/>
                  </a:cubicBezTo>
                  <a:cubicBezTo>
                    <a:pt x="235" y="11478"/>
                    <a:pt x="292" y="11543"/>
                    <a:pt x="235" y="11608"/>
                  </a:cubicBezTo>
                  <a:cubicBezTo>
                    <a:pt x="235" y="11673"/>
                    <a:pt x="235" y="11738"/>
                    <a:pt x="349" y="11746"/>
                  </a:cubicBezTo>
                  <a:cubicBezTo>
                    <a:pt x="406" y="11746"/>
                    <a:pt x="406" y="11811"/>
                    <a:pt x="406" y="11876"/>
                  </a:cubicBezTo>
                  <a:cubicBezTo>
                    <a:pt x="349" y="11876"/>
                    <a:pt x="349" y="11876"/>
                    <a:pt x="292" y="11811"/>
                  </a:cubicBezTo>
                  <a:lnTo>
                    <a:pt x="292" y="11941"/>
                  </a:lnTo>
                  <a:cubicBezTo>
                    <a:pt x="292" y="12005"/>
                    <a:pt x="235" y="12135"/>
                    <a:pt x="179" y="12135"/>
                  </a:cubicBezTo>
                  <a:cubicBezTo>
                    <a:pt x="139" y="12181"/>
                    <a:pt x="127" y="12230"/>
                    <a:pt x="163" y="12230"/>
                  </a:cubicBezTo>
                  <a:cubicBezTo>
                    <a:pt x="178" y="12230"/>
                    <a:pt x="202" y="12222"/>
                    <a:pt x="235" y="12200"/>
                  </a:cubicBezTo>
                  <a:cubicBezTo>
                    <a:pt x="349" y="12208"/>
                    <a:pt x="349" y="12208"/>
                    <a:pt x="349" y="12338"/>
                  </a:cubicBezTo>
                  <a:cubicBezTo>
                    <a:pt x="349" y="12403"/>
                    <a:pt x="349" y="12468"/>
                    <a:pt x="292" y="12468"/>
                  </a:cubicBezTo>
                  <a:cubicBezTo>
                    <a:pt x="235" y="12468"/>
                    <a:pt x="235" y="12468"/>
                    <a:pt x="227" y="12597"/>
                  </a:cubicBezTo>
                  <a:cubicBezTo>
                    <a:pt x="252" y="12792"/>
                    <a:pt x="349" y="12962"/>
                    <a:pt x="511" y="13068"/>
                  </a:cubicBezTo>
                  <a:cubicBezTo>
                    <a:pt x="624" y="13068"/>
                    <a:pt x="624" y="13068"/>
                    <a:pt x="511" y="13132"/>
                  </a:cubicBezTo>
                  <a:cubicBezTo>
                    <a:pt x="454" y="13132"/>
                    <a:pt x="454" y="13197"/>
                    <a:pt x="454" y="13262"/>
                  </a:cubicBezTo>
                  <a:cubicBezTo>
                    <a:pt x="492" y="13262"/>
                    <a:pt x="479" y="13291"/>
                    <a:pt x="467" y="13291"/>
                  </a:cubicBezTo>
                  <a:cubicBezTo>
                    <a:pt x="461" y="13291"/>
                    <a:pt x="454" y="13284"/>
                    <a:pt x="454" y="13262"/>
                  </a:cubicBezTo>
                  <a:cubicBezTo>
                    <a:pt x="397" y="13262"/>
                    <a:pt x="397" y="13197"/>
                    <a:pt x="397" y="13132"/>
                  </a:cubicBezTo>
                  <a:lnTo>
                    <a:pt x="341" y="13132"/>
                  </a:lnTo>
                  <a:cubicBezTo>
                    <a:pt x="227" y="13197"/>
                    <a:pt x="227" y="13262"/>
                    <a:pt x="341" y="13327"/>
                  </a:cubicBezTo>
                  <a:cubicBezTo>
                    <a:pt x="397" y="13392"/>
                    <a:pt x="397" y="13392"/>
                    <a:pt x="341" y="13465"/>
                  </a:cubicBezTo>
                  <a:cubicBezTo>
                    <a:pt x="284" y="13530"/>
                    <a:pt x="227" y="13595"/>
                    <a:pt x="284" y="13595"/>
                  </a:cubicBezTo>
                  <a:cubicBezTo>
                    <a:pt x="284" y="13659"/>
                    <a:pt x="260" y="13732"/>
                    <a:pt x="219" y="13789"/>
                  </a:cubicBezTo>
                  <a:cubicBezTo>
                    <a:pt x="219" y="13892"/>
                    <a:pt x="219" y="14041"/>
                    <a:pt x="272" y="14041"/>
                  </a:cubicBezTo>
                  <a:cubicBezTo>
                    <a:pt x="273" y="14041"/>
                    <a:pt x="274" y="14041"/>
                    <a:pt x="276" y="14040"/>
                  </a:cubicBezTo>
                  <a:cubicBezTo>
                    <a:pt x="333" y="14040"/>
                    <a:pt x="333" y="14154"/>
                    <a:pt x="333" y="14259"/>
                  </a:cubicBezTo>
                  <a:cubicBezTo>
                    <a:pt x="333" y="14362"/>
                    <a:pt x="333" y="14465"/>
                    <a:pt x="375" y="14465"/>
                  </a:cubicBezTo>
                  <a:cubicBezTo>
                    <a:pt x="379" y="14465"/>
                    <a:pt x="384" y="14464"/>
                    <a:pt x="389" y="14462"/>
                  </a:cubicBezTo>
                  <a:cubicBezTo>
                    <a:pt x="394" y="14461"/>
                    <a:pt x="399" y="14460"/>
                    <a:pt x="403" y="14460"/>
                  </a:cubicBezTo>
                  <a:cubicBezTo>
                    <a:pt x="455" y="14460"/>
                    <a:pt x="503" y="14543"/>
                    <a:pt x="503" y="14721"/>
                  </a:cubicBezTo>
                  <a:cubicBezTo>
                    <a:pt x="560" y="14892"/>
                    <a:pt x="560" y="14884"/>
                    <a:pt x="446" y="15062"/>
                  </a:cubicBezTo>
                  <a:cubicBezTo>
                    <a:pt x="389" y="15103"/>
                    <a:pt x="389" y="15216"/>
                    <a:pt x="389" y="15321"/>
                  </a:cubicBezTo>
                  <a:cubicBezTo>
                    <a:pt x="381" y="15411"/>
                    <a:pt x="365" y="15500"/>
                    <a:pt x="333" y="15589"/>
                  </a:cubicBezTo>
                  <a:lnTo>
                    <a:pt x="316" y="15621"/>
                  </a:lnTo>
                  <a:cubicBezTo>
                    <a:pt x="330" y="15631"/>
                    <a:pt x="343" y="15635"/>
                    <a:pt x="355" y="15635"/>
                  </a:cubicBezTo>
                  <a:cubicBezTo>
                    <a:pt x="396" y="15635"/>
                    <a:pt x="433" y="15592"/>
                    <a:pt x="470" y="15548"/>
                  </a:cubicBezTo>
                  <a:lnTo>
                    <a:pt x="584" y="15435"/>
                  </a:lnTo>
                  <a:cubicBezTo>
                    <a:pt x="681" y="15435"/>
                    <a:pt x="681" y="15557"/>
                    <a:pt x="641" y="15613"/>
                  </a:cubicBezTo>
                  <a:cubicBezTo>
                    <a:pt x="649" y="15670"/>
                    <a:pt x="655" y="15698"/>
                    <a:pt x="670" y="15698"/>
                  </a:cubicBezTo>
                  <a:cubicBezTo>
                    <a:pt x="685" y="15698"/>
                    <a:pt x="710" y="15670"/>
                    <a:pt x="754" y="15613"/>
                  </a:cubicBezTo>
                  <a:cubicBezTo>
                    <a:pt x="816" y="15557"/>
                    <a:pt x="895" y="15526"/>
                    <a:pt x="975" y="15526"/>
                  </a:cubicBezTo>
                  <a:cubicBezTo>
                    <a:pt x="1020" y="15526"/>
                    <a:pt x="1067" y="15536"/>
                    <a:pt x="1111" y="15557"/>
                  </a:cubicBezTo>
                  <a:cubicBezTo>
                    <a:pt x="1330" y="15557"/>
                    <a:pt x="1541" y="15557"/>
                    <a:pt x="1524" y="15613"/>
                  </a:cubicBezTo>
                  <a:cubicBezTo>
                    <a:pt x="1561" y="15630"/>
                    <a:pt x="1599" y="15638"/>
                    <a:pt x="1637" y="15638"/>
                  </a:cubicBezTo>
                  <a:cubicBezTo>
                    <a:pt x="1674" y="15638"/>
                    <a:pt x="1711" y="15630"/>
                    <a:pt x="1743" y="15613"/>
                  </a:cubicBezTo>
                  <a:cubicBezTo>
                    <a:pt x="1816" y="15585"/>
                    <a:pt x="1891" y="15571"/>
                    <a:pt x="1966" y="15571"/>
                  </a:cubicBezTo>
                  <a:cubicBezTo>
                    <a:pt x="2041" y="15571"/>
                    <a:pt x="2116" y="15585"/>
                    <a:pt x="2189" y="15613"/>
                  </a:cubicBezTo>
                  <a:cubicBezTo>
                    <a:pt x="2358" y="15675"/>
                    <a:pt x="2441" y="15706"/>
                    <a:pt x="2482" y="15706"/>
                  </a:cubicBezTo>
                  <a:cubicBezTo>
                    <a:pt x="2522" y="15706"/>
                    <a:pt x="2522" y="15677"/>
                    <a:pt x="2522" y="15621"/>
                  </a:cubicBezTo>
                  <a:cubicBezTo>
                    <a:pt x="2522" y="15589"/>
                    <a:pt x="2522" y="15556"/>
                    <a:pt x="2534" y="15556"/>
                  </a:cubicBezTo>
                  <a:cubicBezTo>
                    <a:pt x="2543" y="15556"/>
                    <a:pt x="2559" y="15573"/>
                    <a:pt x="2587" y="15621"/>
                  </a:cubicBezTo>
                  <a:cubicBezTo>
                    <a:pt x="2606" y="15638"/>
                    <a:pt x="2625" y="15645"/>
                    <a:pt x="2645" y="15645"/>
                  </a:cubicBezTo>
                  <a:cubicBezTo>
                    <a:pt x="2696" y="15645"/>
                    <a:pt x="2757" y="15605"/>
                    <a:pt x="2854" y="15565"/>
                  </a:cubicBezTo>
                  <a:cubicBezTo>
                    <a:pt x="2903" y="15500"/>
                    <a:pt x="2927" y="15419"/>
                    <a:pt x="2919" y="15338"/>
                  </a:cubicBezTo>
                  <a:cubicBezTo>
                    <a:pt x="2919" y="15271"/>
                    <a:pt x="2919" y="15244"/>
                    <a:pt x="2945" y="15244"/>
                  </a:cubicBezTo>
                  <a:cubicBezTo>
                    <a:pt x="2963" y="15244"/>
                    <a:pt x="2995" y="15257"/>
                    <a:pt x="3049" y="15281"/>
                  </a:cubicBezTo>
                  <a:cubicBezTo>
                    <a:pt x="3114" y="15281"/>
                    <a:pt x="3170" y="15330"/>
                    <a:pt x="3187" y="15394"/>
                  </a:cubicBezTo>
                  <a:cubicBezTo>
                    <a:pt x="3178" y="15451"/>
                    <a:pt x="3114" y="15451"/>
                    <a:pt x="3114" y="15451"/>
                  </a:cubicBezTo>
                  <a:lnTo>
                    <a:pt x="3049" y="15451"/>
                  </a:lnTo>
                  <a:cubicBezTo>
                    <a:pt x="3049" y="15508"/>
                    <a:pt x="3049" y="15565"/>
                    <a:pt x="3178" y="15565"/>
                  </a:cubicBezTo>
                  <a:cubicBezTo>
                    <a:pt x="3211" y="15593"/>
                    <a:pt x="3245" y="15607"/>
                    <a:pt x="3272" y="15607"/>
                  </a:cubicBezTo>
                  <a:cubicBezTo>
                    <a:pt x="3298" y="15607"/>
                    <a:pt x="3316" y="15593"/>
                    <a:pt x="3316" y="15565"/>
                  </a:cubicBezTo>
                  <a:cubicBezTo>
                    <a:pt x="3381" y="15621"/>
                    <a:pt x="3511" y="15621"/>
                    <a:pt x="3641" y="15621"/>
                  </a:cubicBezTo>
                  <a:cubicBezTo>
                    <a:pt x="3778" y="15630"/>
                    <a:pt x="3973" y="15630"/>
                    <a:pt x="4038" y="15686"/>
                  </a:cubicBezTo>
                  <a:cubicBezTo>
                    <a:pt x="4168" y="15686"/>
                    <a:pt x="4241" y="15686"/>
                    <a:pt x="4241" y="15630"/>
                  </a:cubicBezTo>
                  <a:cubicBezTo>
                    <a:pt x="4241" y="15563"/>
                    <a:pt x="4263" y="15536"/>
                    <a:pt x="4281" y="15536"/>
                  </a:cubicBezTo>
                  <a:cubicBezTo>
                    <a:pt x="4294" y="15536"/>
                    <a:pt x="4305" y="15549"/>
                    <a:pt x="4305" y="15573"/>
                  </a:cubicBezTo>
                  <a:cubicBezTo>
                    <a:pt x="4346" y="15645"/>
                    <a:pt x="4706" y="15697"/>
                    <a:pt x="4980" y="15697"/>
                  </a:cubicBezTo>
                  <a:cubicBezTo>
                    <a:pt x="5140" y="15697"/>
                    <a:pt x="5271" y="15679"/>
                    <a:pt x="5295" y="15638"/>
                  </a:cubicBezTo>
                  <a:lnTo>
                    <a:pt x="5424" y="15638"/>
                  </a:lnTo>
                  <a:cubicBezTo>
                    <a:pt x="5493" y="15666"/>
                    <a:pt x="5627" y="15680"/>
                    <a:pt x="5752" y="15680"/>
                  </a:cubicBezTo>
                  <a:cubicBezTo>
                    <a:pt x="5876" y="15680"/>
                    <a:pt x="5992" y="15666"/>
                    <a:pt x="6024" y="15638"/>
                  </a:cubicBezTo>
                  <a:lnTo>
                    <a:pt x="6219" y="15646"/>
                  </a:lnTo>
                  <a:cubicBezTo>
                    <a:pt x="6284" y="15674"/>
                    <a:pt x="6334" y="15688"/>
                    <a:pt x="6377" y="15688"/>
                  </a:cubicBezTo>
                  <a:cubicBezTo>
                    <a:pt x="6419" y="15688"/>
                    <a:pt x="6454" y="15674"/>
                    <a:pt x="6486" y="15646"/>
                  </a:cubicBezTo>
                  <a:cubicBezTo>
                    <a:pt x="6532" y="15606"/>
                    <a:pt x="6546" y="15566"/>
                    <a:pt x="6550" y="15566"/>
                  </a:cubicBezTo>
                  <a:cubicBezTo>
                    <a:pt x="6551" y="15566"/>
                    <a:pt x="6551" y="15572"/>
                    <a:pt x="6551" y="15589"/>
                  </a:cubicBezTo>
                  <a:cubicBezTo>
                    <a:pt x="6551" y="15646"/>
                    <a:pt x="6681" y="15646"/>
                    <a:pt x="6949" y="15646"/>
                  </a:cubicBezTo>
                  <a:cubicBezTo>
                    <a:pt x="7208" y="15646"/>
                    <a:pt x="7208" y="15646"/>
                    <a:pt x="7143" y="15589"/>
                  </a:cubicBezTo>
                  <a:cubicBezTo>
                    <a:pt x="7221" y="15572"/>
                    <a:pt x="7277" y="15566"/>
                    <a:pt x="7316" y="15566"/>
                  </a:cubicBezTo>
                  <a:cubicBezTo>
                    <a:pt x="7411" y="15566"/>
                    <a:pt x="7411" y="15606"/>
                    <a:pt x="7411" y="15646"/>
                  </a:cubicBezTo>
                  <a:cubicBezTo>
                    <a:pt x="7381" y="15698"/>
                    <a:pt x="7392" y="15728"/>
                    <a:pt x="7420" y="15728"/>
                  </a:cubicBezTo>
                  <a:cubicBezTo>
                    <a:pt x="7452" y="15728"/>
                    <a:pt x="7506" y="15688"/>
                    <a:pt x="7540" y="15597"/>
                  </a:cubicBezTo>
                  <a:cubicBezTo>
                    <a:pt x="7583" y="15531"/>
                    <a:pt x="7645" y="15503"/>
                    <a:pt x="7690" y="15503"/>
                  </a:cubicBezTo>
                  <a:cubicBezTo>
                    <a:pt x="7721" y="15503"/>
                    <a:pt x="7743" y="15517"/>
                    <a:pt x="7743" y="15540"/>
                  </a:cubicBezTo>
                  <a:cubicBezTo>
                    <a:pt x="7743" y="15597"/>
                    <a:pt x="7678" y="15597"/>
                    <a:pt x="7605" y="15597"/>
                  </a:cubicBezTo>
                  <a:lnTo>
                    <a:pt x="7605" y="15711"/>
                  </a:lnTo>
                  <a:cubicBezTo>
                    <a:pt x="7670" y="15711"/>
                    <a:pt x="7670" y="15711"/>
                    <a:pt x="7743" y="15654"/>
                  </a:cubicBezTo>
                  <a:cubicBezTo>
                    <a:pt x="7792" y="15646"/>
                    <a:pt x="7832" y="15630"/>
                    <a:pt x="7873" y="15597"/>
                  </a:cubicBezTo>
                  <a:cubicBezTo>
                    <a:pt x="7938" y="15557"/>
                    <a:pt x="7938" y="15467"/>
                    <a:pt x="7873" y="15427"/>
                  </a:cubicBezTo>
                  <a:cubicBezTo>
                    <a:pt x="7808" y="15370"/>
                    <a:pt x="7873" y="15370"/>
                    <a:pt x="7938" y="15370"/>
                  </a:cubicBezTo>
                  <a:cubicBezTo>
                    <a:pt x="8076" y="15427"/>
                    <a:pt x="8076" y="15484"/>
                    <a:pt x="8003" y="15540"/>
                  </a:cubicBezTo>
                  <a:cubicBezTo>
                    <a:pt x="7938" y="15540"/>
                    <a:pt x="7938" y="15597"/>
                    <a:pt x="7938" y="15654"/>
                  </a:cubicBezTo>
                  <a:cubicBezTo>
                    <a:pt x="7938" y="15664"/>
                    <a:pt x="7949" y="15669"/>
                    <a:pt x="7968" y="15669"/>
                  </a:cubicBezTo>
                  <a:cubicBezTo>
                    <a:pt x="8051" y="15669"/>
                    <a:pt x="8282" y="15576"/>
                    <a:pt x="8335" y="15484"/>
                  </a:cubicBezTo>
                  <a:lnTo>
                    <a:pt x="8335" y="15540"/>
                  </a:lnTo>
                  <a:cubicBezTo>
                    <a:pt x="8335" y="15597"/>
                    <a:pt x="8465" y="15597"/>
                    <a:pt x="8603" y="15597"/>
                  </a:cubicBezTo>
                  <a:cubicBezTo>
                    <a:pt x="8638" y="15599"/>
                    <a:pt x="8669" y="15601"/>
                    <a:pt x="8695" y="15601"/>
                  </a:cubicBezTo>
                  <a:cubicBezTo>
                    <a:pt x="8763" y="15601"/>
                    <a:pt x="8797" y="15590"/>
                    <a:pt x="8797" y="15548"/>
                  </a:cubicBezTo>
                  <a:cubicBezTo>
                    <a:pt x="8797" y="15492"/>
                    <a:pt x="8797" y="15435"/>
                    <a:pt x="8862" y="15435"/>
                  </a:cubicBezTo>
                  <a:cubicBezTo>
                    <a:pt x="8797" y="15435"/>
                    <a:pt x="8797" y="15378"/>
                    <a:pt x="8797" y="15321"/>
                  </a:cubicBezTo>
                  <a:lnTo>
                    <a:pt x="8797" y="15321"/>
                  </a:lnTo>
                  <a:cubicBezTo>
                    <a:pt x="8870" y="15346"/>
                    <a:pt x="8935" y="15386"/>
                    <a:pt x="9000" y="15435"/>
                  </a:cubicBezTo>
                  <a:cubicBezTo>
                    <a:pt x="9130" y="15548"/>
                    <a:pt x="9259" y="15605"/>
                    <a:pt x="9527" y="15605"/>
                  </a:cubicBezTo>
                  <a:cubicBezTo>
                    <a:pt x="9657" y="15605"/>
                    <a:pt x="9859" y="15605"/>
                    <a:pt x="9924" y="15662"/>
                  </a:cubicBezTo>
                  <a:cubicBezTo>
                    <a:pt x="9960" y="15664"/>
                    <a:pt x="9990" y="15666"/>
                    <a:pt x="10016" y="15666"/>
                  </a:cubicBezTo>
                  <a:cubicBezTo>
                    <a:pt x="10084" y="15666"/>
                    <a:pt x="10119" y="15655"/>
                    <a:pt x="10119" y="15613"/>
                  </a:cubicBezTo>
                  <a:lnTo>
                    <a:pt x="10248" y="15613"/>
                  </a:lnTo>
                  <a:cubicBezTo>
                    <a:pt x="10285" y="15642"/>
                    <a:pt x="10336" y="15656"/>
                    <a:pt x="10377" y="15656"/>
                  </a:cubicBezTo>
                  <a:cubicBezTo>
                    <a:pt x="10419" y="15656"/>
                    <a:pt x="10451" y="15642"/>
                    <a:pt x="10451" y="15613"/>
                  </a:cubicBezTo>
                  <a:cubicBezTo>
                    <a:pt x="10473" y="15594"/>
                    <a:pt x="10494" y="15588"/>
                    <a:pt x="10516" y="15588"/>
                  </a:cubicBezTo>
                  <a:cubicBezTo>
                    <a:pt x="10559" y="15588"/>
                    <a:pt x="10602" y="15613"/>
                    <a:pt x="10646" y="15613"/>
                  </a:cubicBezTo>
                  <a:cubicBezTo>
                    <a:pt x="10708" y="15664"/>
                    <a:pt x="10742" y="15692"/>
                    <a:pt x="10755" y="15692"/>
                  </a:cubicBezTo>
                  <a:cubicBezTo>
                    <a:pt x="10770" y="15692"/>
                    <a:pt x="10754" y="15650"/>
                    <a:pt x="10719" y="15557"/>
                  </a:cubicBezTo>
                  <a:cubicBezTo>
                    <a:pt x="10719" y="15500"/>
                    <a:pt x="10581" y="15443"/>
                    <a:pt x="10516" y="15443"/>
                  </a:cubicBezTo>
                  <a:lnTo>
                    <a:pt x="10321" y="15443"/>
                  </a:lnTo>
                  <a:lnTo>
                    <a:pt x="10516" y="15386"/>
                  </a:lnTo>
                  <a:cubicBezTo>
                    <a:pt x="10581" y="15386"/>
                    <a:pt x="10719" y="15330"/>
                    <a:pt x="10719" y="15273"/>
                  </a:cubicBezTo>
                  <a:cubicBezTo>
                    <a:pt x="10719" y="15240"/>
                    <a:pt x="10751" y="15216"/>
                    <a:pt x="10783" y="15216"/>
                  </a:cubicBezTo>
                  <a:lnTo>
                    <a:pt x="10783" y="15330"/>
                  </a:lnTo>
                  <a:cubicBezTo>
                    <a:pt x="10735" y="15370"/>
                    <a:pt x="10711" y="15435"/>
                    <a:pt x="10719" y="15500"/>
                  </a:cubicBezTo>
                  <a:cubicBezTo>
                    <a:pt x="10759" y="15570"/>
                    <a:pt x="10848" y="15618"/>
                    <a:pt x="10911" y="15618"/>
                  </a:cubicBezTo>
                  <a:cubicBezTo>
                    <a:pt x="10950" y="15618"/>
                    <a:pt x="10978" y="15600"/>
                    <a:pt x="10978" y="15557"/>
                  </a:cubicBezTo>
                  <a:cubicBezTo>
                    <a:pt x="11043" y="15557"/>
                    <a:pt x="11043" y="15557"/>
                    <a:pt x="11108" y="15613"/>
                  </a:cubicBezTo>
                  <a:cubicBezTo>
                    <a:pt x="11108" y="15637"/>
                    <a:pt x="11119" y="15651"/>
                    <a:pt x="11137" y="15651"/>
                  </a:cubicBezTo>
                  <a:cubicBezTo>
                    <a:pt x="11163" y="15651"/>
                    <a:pt x="11203" y="15623"/>
                    <a:pt x="11246" y="15557"/>
                  </a:cubicBezTo>
                  <a:cubicBezTo>
                    <a:pt x="11277" y="15505"/>
                    <a:pt x="11309" y="15479"/>
                    <a:pt x="11341" y="15479"/>
                  </a:cubicBezTo>
                  <a:cubicBezTo>
                    <a:pt x="11374" y="15479"/>
                    <a:pt x="11407" y="15507"/>
                    <a:pt x="11440" y="15565"/>
                  </a:cubicBezTo>
                  <a:cubicBezTo>
                    <a:pt x="11516" y="15631"/>
                    <a:pt x="11640" y="15659"/>
                    <a:pt x="11729" y="15659"/>
                  </a:cubicBezTo>
                  <a:cubicBezTo>
                    <a:pt x="11792" y="15659"/>
                    <a:pt x="11838" y="15645"/>
                    <a:pt x="11838" y="15621"/>
                  </a:cubicBezTo>
                  <a:cubicBezTo>
                    <a:pt x="11838" y="15555"/>
                    <a:pt x="11907" y="15527"/>
                    <a:pt x="11978" y="15527"/>
                  </a:cubicBezTo>
                  <a:cubicBezTo>
                    <a:pt x="12028" y="15527"/>
                    <a:pt x="12078" y="15541"/>
                    <a:pt x="12105" y="15565"/>
                  </a:cubicBezTo>
                  <a:cubicBezTo>
                    <a:pt x="12129" y="15593"/>
                    <a:pt x="12164" y="15607"/>
                    <a:pt x="12199" y="15607"/>
                  </a:cubicBezTo>
                  <a:cubicBezTo>
                    <a:pt x="12235" y="15607"/>
                    <a:pt x="12271" y="15593"/>
                    <a:pt x="12300" y="15565"/>
                  </a:cubicBezTo>
                  <a:cubicBezTo>
                    <a:pt x="12300" y="15614"/>
                    <a:pt x="12336" y="15648"/>
                    <a:pt x="12375" y="15648"/>
                  </a:cubicBezTo>
                  <a:cubicBezTo>
                    <a:pt x="12394" y="15648"/>
                    <a:pt x="12413" y="15640"/>
                    <a:pt x="12429" y="15621"/>
                  </a:cubicBezTo>
                  <a:cubicBezTo>
                    <a:pt x="12429" y="15621"/>
                    <a:pt x="12502" y="15621"/>
                    <a:pt x="12429" y="15565"/>
                  </a:cubicBezTo>
                  <a:lnTo>
                    <a:pt x="12567" y="15459"/>
                  </a:lnTo>
                  <a:cubicBezTo>
                    <a:pt x="12502" y="15451"/>
                    <a:pt x="12502" y="15394"/>
                    <a:pt x="12502" y="15338"/>
                  </a:cubicBezTo>
                  <a:cubicBezTo>
                    <a:pt x="12502" y="15324"/>
                    <a:pt x="12517" y="15318"/>
                    <a:pt x="12541" y="15318"/>
                  </a:cubicBezTo>
                  <a:cubicBezTo>
                    <a:pt x="12619" y="15318"/>
                    <a:pt x="12794" y="15386"/>
                    <a:pt x="12900" y="15516"/>
                  </a:cubicBezTo>
                  <a:lnTo>
                    <a:pt x="13029" y="15630"/>
                  </a:lnTo>
                  <a:cubicBezTo>
                    <a:pt x="13029" y="15573"/>
                    <a:pt x="13029" y="15516"/>
                    <a:pt x="13029" y="15516"/>
                  </a:cubicBezTo>
                  <a:cubicBezTo>
                    <a:pt x="13094" y="15516"/>
                    <a:pt x="13159" y="15516"/>
                    <a:pt x="13159" y="15573"/>
                  </a:cubicBezTo>
                  <a:cubicBezTo>
                    <a:pt x="13159" y="15630"/>
                    <a:pt x="13159" y="15630"/>
                    <a:pt x="13224" y="15630"/>
                  </a:cubicBezTo>
                  <a:cubicBezTo>
                    <a:pt x="13224" y="15630"/>
                    <a:pt x="13289" y="15630"/>
                    <a:pt x="13297" y="15573"/>
                  </a:cubicBezTo>
                  <a:cubicBezTo>
                    <a:pt x="13297" y="15506"/>
                    <a:pt x="13297" y="15479"/>
                    <a:pt x="13310" y="15479"/>
                  </a:cubicBezTo>
                  <a:cubicBezTo>
                    <a:pt x="13319" y="15479"/>
                    <a:pt x="13335" y="15493"/>
                    <a:pt x="13362" y="15516"/>
                  </a:cubicBezTo>
                  <a:cubicBezTo>
                    <a:pt x="13394" y="15573"/>
                    <a:pt x="13427" y="15601"/>
                    <a:pt x="13459" y="15601"/>
                  </a:cubicBezTo>
                  <a:cubicBezTo>
                    <a:pt x="13491" y="15601"/>
                    <a:pt x="13524" y="15573"/>
                    <a:pt x="13556" y="15516"/>
                  </a:cubicBezTo>
                  <a:cubicBezTo>
                    <a:pt x="13556" y="15459"/>
                    <a:pt x="13556" y="15431"/>
                    <a:pt x="13564" y="15431"/>
                  </a:cubicBezTo>
                  <a:cubicBezTo>
                    <a:pt x="13573" y="15431"/>
                    <a:pt x="13589" y="15459"/>
                    <a:pt x="13621" y="15516"/>
                  </a:cubicBezTo>
                  <a:cubicBezTo>
                    <a:pt x="13629" y="15581"/>
                    <a:pt x="13686" y="15630"/>
                    <a:pt x="13759" y="15630"/>
                  </a:cubicBezTo>
                  <a:lnTo>
                    <a:pt x="13759" y="15573"/>
                  </a:lnTo>
                  <a:cubicBezTo>
                    <a:pt x="13759" y="15509"/>
                    <a:pt x="13779" y="15484"/>
                    <a:pt x="13809" y="15484"/>
                  </a:cubicBezTo>
                  <a:cubicBezTo>
                    <a:pt x="13832" y="15484"/>
                    <a:pt x="13860" y="15499"/>
                    <a:pt x="13889" y="15524"/>
                  </a:cubicBezTo>
                  <a:cubicBezTo>
                    <a:pt x="13889" y="15553"/>
                    <a:pt x="13905" y="15567"/>
                    <a:pt x="13937" y="15567"/>
                  </a:cubicBezTo>
                  <a:cubicBezTo>
                    <a:pt x="13970" y="15567"/>
                    <a:pt x="14018" y="15553"/>
                    <a:pt x="14083" y="15524"/>
                  </a:cubicBezTo>
                  <a:cubicBezTo>
                    <a:pt x="14221" y="15524"/>
                    <a:pt x="14286" y="15524"/>
                    <a:pt x="14286" y="15581"/>
                  </a:cubicBezTo>
                  <a:cubicBezTo>
                    <a:pt x="14286" y="15638"/>
                    <a:pt x="14286" y="15666"/>
                    <a:pt x="14294" y="15666"/>
                  </a:cubicBezTo>
                  <a:cubicBezTo>
                    <a:pt x="14302" y="15666"/>
                    <a:pt x="14318" y="15638"/>
                    <a:pt x="14351" y="15581"/>
                  </a:cubicBezTo>
                  <a:cubicBezTo>
                    <a:pt x="14383" y="15553"/>
                    <a:pt x="14400" y="15538"/>
                    <a:pt x="14424" y="15538"/>
                  </a:cubicBezTo>
                  <a:cubicBezTo>
                    <a:pt x="14448" y="15538"/>
                    <a:pt x="14481" y="15553"/>
                    <a:pt x="14545" y="15581"/>
                  </a:cubicBezTo>
                  <a:cubicBezTo>
                    <a:pt x="14582" y="15609"/>
                    <a:pt x="14600" y="15623"/>
                    <a:pt x="14617" y="15623"/>
                  </a:cubicBezTo>
                  <a:cubicBezTo>
                    <a:pt x="14635" y="15623"/>
                    <a:pt x="14651" y="15609"/>
                    <a:pt x="14683" y="15581"/>
                  </a:cubicBezTo>
                  <a:cubicBezTo>
                    <a:pt x="14683" y="15467"/>
                    <a:pt x="14683" y="15411"/>
                    <a:pt x="14618" y="15411"/>
                  </a:cubicBezTo>
                  <a:cubicBezTo>
                    <a:pt x="14554" y="15411"/>
                    <a:pt x="14554" y="15411"/>
                    <a:pt x="14554" y="15354"/>
                  </a:cubicBezTo>
                  <a:lnTo>
                    <a:pt x="14683" y="15354"/>
                  </a:lnTo>
                  <a:cubicBezTo>
                    <a:pt x="14695" y="15355"/>
                    <a:pt x="14706" y="15355"/>
                    <a:pt x="14718" y="15355"/>
                  </a:cubicBezTo>
                  <a:cubicBezTo>
                    <a:pt x="14796" y="15355"/>
                    <a:pt x="14873" y="15332"/>
                    <a:pt x="14951" y="15297"/>
                  </a:cubicBezTo>
                  <a:cubicBezTo>
                    <a:pt x="15056" y="15251"/>
                    <a:pt x="15076" y="15168"/>
                    <a:pt x="15011" y="15168"/>
                  </a:cubicBezTo>
                  <a:cubicBezTo>
                    <a:pt x="14996" y="15168"/>
                    <a:pt x="14976" y="15173"/>
                    <a:pt x="14951" y="15184"/>
                  </a:cubicBezTo>
                  <a:lnTo>
                    <a:pt x="14886" y="15127"/>
                  </a:lnTo>
                  <a:cubicBezTo>
                    <a:pt x="14886" y="15042"/>
                    <a:pt x="14854" y="14999"/>
                    <a:pt x="14820" y="14999"/>
                  </a:cubicBezTo>
                  <a:cubicBezTo>
                    <a:pt x="14787" y="14999"/>
                    <a:pt x="14752" y="15042"/>
                    <a:pt x="14748" y="15127"/>
                  </a:cubicBezTo>
                  <a:cubicBezTo>
                    <a:pt x="14748" y="15221"/>
                    <a:pt x="14748" y="15263"/>
                    <a:pt x="14737" y="15263"/>
                  </a:cubicBezTo>
                  <a:cubicBezTo>
                    <a:pt x="14729" y="15263"/>
                    <a:pt x="14712" y="15235"/>
                    <a:pt x="14683" y="15184"/>
                  </a:cubicBezTo>
                  <a:cubicBezTo>
                    <a:pt x="14683" y="15070"/>
                    <a:pt x="14618" y="15070"/>
                    <a:pt x="14554" y="15070"/>
                  </a:cubicBezTo>
                  <a:cubicBezTo>
                    <a:pt x="14489" y="15070"/>
                    <a:pt x="14489" y="15070"/>
                    <a:pt x="14489" y="15013"/>
                  </a:cubicBezTo>
                  <a:cubicBezTo>
                    <a:pt x="14481" y="14940"/>
                    <a:pt x="14424" y="14892"/>
                    <a:pt x="14359" y="14892"/>
                  </a:cubicBezTo>
                  <a:cubicBezTo>
                    <a:pt x="14294" y="14892"/>
                    <a:pt x="14294" y="14892"/>
                    <a:pt x="14294" y="14949"/>
                  </a:cubicBezTo>
                  <a:cubicBezTo>
                    <a:pt x="14321" y="14972"/>
                    <a:pt x="14313" y="14986"/>
                    <a:pt x="14290" y="14986"/>
                  </a:cubicBezTo>
                  <a:cubicBezTo>
                    <a:pt x="14257" y="14986"/>
                    <a:pt x="14194" y="14958"/>
                    <a:pt x="14156" y="14892"/>
                  </a:cubicBezTo>
                  <a:cubicBezTo>
                    <a:pt x="14129" y="14868"/>
                    <a:pt x="14114" y="14854"/>
                    <a:pt x="14104" y="14854"/>
                  </a:cubicBezTo>
                  <a:cubicBezTo>
                    <a:pt x="14091" y="14854"/>
                    <a:pt x="14091" y="14882"/>
                    <a:pt x="14091" y="14949"/>
                  </a:cubicBezTo>
                  <a:cubicBezTo>
                    <a:pt x="14091" y="15005"/>
                    <a:pt x="14059" y="15034"/>
                    <a:pt x="14018" y="15034"/>
                  </a:cubicBezTo>
                  <a:cubicBezTo>
                    <a:pt x="13978" y="15034"/>
                    <a:pt x="13929" y="15005"/>
                    <a:pt x="13897" y="14949"/>
                  </a:cubicBezTo>
                  <a:lnTo>
                    <a:pt x="13759" y="14949"/>
                  </a:lnTo>
                  <a:cubicBezTo>
                    <a:pt x="13694" y="14949"/>
                    <a:pt x="13694" y="15005"/>
                    <a:pt x="13694" y="15062"/>
                  </a:cubicBezTo>
                  <a:cubicBezTo>
                    <a:pt x="13694" y="15129"/>
                    <a:pt x="13694" y="15156"/>
                    <a:pt x="13681" y="15156"/>
                  </a:cubicBezTo>
                  <a:cubicBezTo>
                    <a:pt x="13672" y="15156"/>
                    <a:pt x="13656" y="15142"/>
                    <a:pt x="13629" y="15119"/>
                  </a:cubicBezTo>
                  <a:cubicBezTo>
                    <a:pt x="13589" y="15086"/>
                    <a:pt x="13564" y="15046"/>
                    <a:pt x="13564" y="15005"/>
                  </a:cubicBezTo>
                  <a:cubicBezTo>
                    <a:pt x="13564" y="14949"/>
                    <a:pt x="13500" y="14949"/>
                    <a:pt x="13435" y="14949"/>
                  </a:cubicBezTo>
                  <a:cubicBezTo>
                    <a:pt x="13362" y="14949"/>
                    <a:pt x="13232" y="14949"/>
                    <a:pt x="13232" y="15005"/>
                  </a:cubicBezTo>
                  <a:cubicBezTo>
                    <a:pt x="13232" y="14990"/>
                    <a:pt x="13232" y="14969"/>
                    <a:pt x="13232" y="14949"/>
                  </a:cubicBezTo>
                  <a:cubicBezTo>
                    <a:pt x="13189" y="14949"/>
                    <a:pt x="13174" y="14920"/>
                    <a:pt x="13170" y="14920"/>
                  </a:cubicBezTo>
                  <a:cubicBezTo>
                    <a:pt x="13167" y="14920"/>
                    <a:pt x="13167" y="14927"/>
                    <a:pt x="13167" y="14949"/>
                  </a:cubicBezTo>
                  <a:cubicBezTo>
                    <a:pt x="13094" y="14940"/>
                    <a:pt x="13029" y="14916"/>
                    <a:pt x="12973" y="14884"/>
                  </a:cubicBezTo>
                  <a:cubicBezTo>
                    <a:pt x="12947" y="14873"/>
                    <a:pt x="12920" y="14869"/>
                    <a:pt x="12894" y="14869"/>
                  </a:cubicBezTo>
                  <a:cubicBezTo>
                    <a:pt x="12776" y="14869"/>
                    <a:pt x="12676" y="14961"/>
                    <a:pt x="12835" y="15054"/>
                  </a:cubicBezTo>
                  <a:lnTo>
                    <a:pt x="12770" y="15054"/>
                  </a:lnTo>
                  <a:cubicBezTo>
                    <a:pt x="12737" y="15054"/>
                    <a:pt x="12705" y="15078"/>
                    <a:pt x="12705" y="15111"/>
                  </a:cubicBezTo>
                  <a:cubicBezTo>
                    <a:pt x="12705" y="15167"/>
                    <a:pt x="12632" y="15167"/>
                    <a:pt x="12567" y="15167"/>
                  </a:cubicBezTo>
                  <a:lnTo>
                    <a:pt x="12567" y="15054"/>
                  </a:lnTo>
                  <a:cubicBezTo>
                    <a:pt x="12610" y="14955"/>
                    <a:pt x="12584" y="14894"/>
                    <a:pt x="12540" y="14894"/>
                  </a:cubicBezTo>
                  <a:cubicBezTo>
                    <a:pt x="12509" y="14894"/>
                    <a:pt x="12468" y="14926"/>
                    <a:pt x="12437" y="14997"/>
                  </a:cubicBezTo>
                  <a:lnTo>
                    <a:pt x="12437" y="14940"/>
                  </a:lnTo>
                  <a:cubicBezTo>
                    <a:pt x="12437" y="14912"/>
                    <a:pt x="12421" y="14898"/>
                    <a:pt x="12389" y="14898"/>
                  </a:cubicBezTo>
                  <a:cubicBezTo>
                    <a:pt x="12356" y="14898"/>
                    <a:pt x="12308" y="14912"/>
                    <a:pt x="12243" y="14940"/>
                  </a:cubicBezTo>
                  <a:cubicBezTo>
                    <a:pt x="12178" y="14940"/>
                    <a:pt x="12105" y="15054"/>
                    <a:pt x="12105" y="15111"/>
                  </a:cubicBezTo>
                  <a:cubicBezTo>
                    <a:pt x="12105" y="15167"/>
                    <a:pt x="12040" y="15167"/>
                    <a:pt x="12040" y="15167"/>
                  </a:cubicBezTo>
                  <a:cubicBezTo>
                    <a:pt x="11975" y="15167"/>
                    <a:pt x="11975" y="15167"/>
                    <a:pt x="11975" y="15111"/>
                  </a:cubicBezTo>
                  <a:cubicBezTo>
                    <a:pt x="11975" y="15053"/>
                    <a:pt x="11942" y="15024"/>
                    <a:pt x="11900" y="15024"/>
                  </a:cubicBezTo>
                  <a:cubicBezTo>
                    <a:pt x="11860" y="15024"/>
                    <a:pt x="11813" y="15051"/>
                    <a:pt x="11781" y="15103"/>
                  </a:cubicBezTo>
                  <a:lnTo>
                    <a:pt x="11781" y="15046"/>
                  </a:lnTo>
                  <a:cubicBezTo>
                    <a:pt x="11781" y="15006"/>
                    <a:pt x="11744" y="14966"/>
                    <a:pt x="11608" y="14966"/>
                  </a:cubicBezTo>
                  <a:cubicBezTo>
                    <a:pt x="11552" y="14966"/>
                    <a:pt x="11478" y="14972"/>
                    <a:pt x="11383" y="14989"/>
                  </a:cubicBezTo>
                  <a:cubicBezTo>
                    <a:pt x="11116" y="14989"/>
                    <a:pt x="10921" y="14989"/>
                    <a:pt x="10921" y="14932"/>
                  </a:cubicBezTo>
                  <a:cubicBezTo>
                    <a:pt x="10921" y="14922"/>
                    <a:pt x="10912" y="14917"/>
                    <a:pt x="10897" y="14917"/>
                  </a:cubicBezTo>
                  <a:cubicBezTo>
                    <a:pt x="10827" y="14917"/>
                    <a:pt x="10630" y="15008"/>
                    <a:pt x="10524" y="15094"/>
                  </a:cubicBezTo>
                  <a:cubicBezTo>
                    <a:pt x="10524" y="15038"/>
                    <a:pt x="10451" y="15038"/>
                    <a:pt x="10321" y="15038"/>
                  </a:cubicBezTo>
                  <a:cubicBezTo>
                    <a:pt x="10127" y="15038"/>
                    <a:pt x="10127" y="15038"/>
                    <a:pt x="10127" y="14981"/>
                  </a:cubicBezTo>
                  <a:cubicBezTo>
                    <a:pt x="10159" y="14924"/>
                    <a:pt x="10175" y="14896"/>
                    <a:pt x="10167" y="14896"/>
                  </a:cubicBezTo>
                  <a:cubicBezTo>
                    <a:pt x="10159" y="14896"/>
                    <a:pt x="10127" y="14924"/>
                    <a:pt x="10062" y="14981"/>
                  </a:cubicBezTo>
                  <a:cubicBezTo>
                    <a:pt x="10034" y="15024"/>
                    <a:pt x="9988" y="15043"/>
                    <a:pt x="9943" y="15043"/>
                  </a:cubicBezTo>
                  <a:cubicBezTo>
                    <a:pt x="9869" y="15043"/>
                    <a:pt x="9794" y="14994"/>
                    <a:pt x="9794" y="14924"/>
                  </a:cubicBezTo>
                  <a:cubicBezTo>
                    <a:pt x="9794" y="14867"/>
                    <a:pt x="9729" y="14867"/>
                    <a:pt x="9600" y="14867"/>
                  </a:cubicBezTo>
                  <a:cubicBezTo>
                    <a:pt x="9535" y="14924"/>
                    <a:pt x="9397" y="14924"/>
                    <a:pt x="9267" y="14924"/>
                  </a:cubicBezTo>
                  <a:cubicBezTo>
                    <a:pt x="9225" y="14922"/>
                    <a:pt x="9191" y="14921"/>
                    <a:pt x="9164" y="14921"/>
                  </a:cubicBezTo>
                  <a:cubicBezTo>
                    <a:pt x="9065" y="14921"/>
                    <a:pt x="9065" y="14940"/>
                    <a:pt x="9065" y="15030"/>
                  </a:cubicBezTo>
                  <a:cubicBezTo>
                    <a:pt x="9065" y="15143"/>
                    <a:pt x="9000" y="15143"/>
                    <a:pt x="8870" y="15143"/>
                  </a:cubicBezTo>
                  <a:cubicBezTo>
                    <a:pt x="8805" y="15143"/>
                    <a:pt x="8732" y="15143"/>
                    <a:pt x="8732" y="15086"/>
                  </a:cubicBezTo>
                  <a:cubicBezTo>
                    <a:pt x="8700" y="15054"/>
                    <a:pt x="8651" y="15038"/>
                    <a:pt x="8603" y="15030"/>
                  </a:cubicBezTo>
                  <a:cubicBezTo>
                    <a:pt x="8538" y="15030"/>
                    <a:pt x="8473" y="15030"/>
                    <a:pt x="8473" y="14973"/>
                  </a:cubicBezTo>
                  <a:cubicBezTo>
                    <a:pt x="8423" y="14938"/>
                    <a:pt x="8362" y="14915"/>
                    <a:pt x="8304" y="14915"/>
                  </a:cubicBezTo>
                  <a:cubicBezTo>
                    <a:pt x="8295" y="14915"/>
                    <a:pt x="8287" y="14915"/>
                    <a:pt x="8278" y="14916"/>
                  </a:cubicBezTo>
                  <a:cubicBezTo>
                    <a:pt x="8140" y="14916"/>
                    <a:pt x="8011" y="14916"/>
                    <a:pt x="8011" y="14859"/>
                  </a:cubicBezTo>
                  <a:cubicBezTo>
                    <a:pt x="7946" y="14859"/>
                    <a:pt x="7946" y="14859"/>
                    <a:pt x="7946" y="14908"/>
                  </a:cubicBezTo>
                  <a:cubicBezTo>
                    <a:pt x="7946" y="14948"/>
                    <a:pt x="7913" y="14988"/>
                    <a:pt x="7800" y="14988"/>
                  </a:cubicBezTo>
                  <a:cubicBezTo>
                    <a:pt x="7753" y="14988"/>
                    <a:pt x="7692" y="14981"/>
                    <a:pt x="7613" y="14965"/>
                  </a:cubicBezTo>
                  <a:cubicBezTo>
                    <a:pt x="7484" y="14965"/>
                    <a:pt x="7281" y="14965"/>
                    <a:pt x="7281" y="15021"/>
                  </a:cubicBezTo>
                  <a:cubicBezTo>
                    <a:pt x="7216" y="15021"/>
                    <a:pt x="7216" y="15021"/>
                    <a:pt x="7216" y="14965"/>
                  </a:cubicBezTo>
                  <a:cubicBezTo>
                    <a:pt x="7216" y="14908"/>
                    <a:pt x="7184" y="14880"/>
                    <a:pt x="7135" y="14880"/>
                  </a:cubicBezTo>
                  <a:cubicBezTo>
                    <a:pt x="7086" y="14880"/>
                    <a:pt x="7021" y="14908"/>
                    <a:pt x="6957" y="14965"/>
                  </a:cubicBezTo>
                  <a:cubicBezTo>
                    <a:pt x="6953" y="14993"/>
                    <a:pt x="6934" y="15007"/>
                    <a:pt x="6909" y="15007"/>
                  </a:cubicBezTo>
                  <a:cubicBezTo>
                    <a:pt x="6884" y="15007"/>
                    <a:pt x="6851" y="14993"/>
                    <a:pt x="6819" y="14965"/>
                  </a:cubicBezTo>
                  <a:cubicBezTo>
                    <a:pt x="6770" y="14965"/>
                    <a:pt x="6722" y="14981"/>
                    <a:pt x="6689" y="15013"/>
                  </a:cubicBezTo>
                  <a:cubicBezTo>
                    <a:pt x="6657" y="15042"/>
                    <a:pt x="6640" y="15056"/>
                    <a:pt x="6615" y="15056"/>
                  </a:cubicBezTo>
                  <a:cubicBezTo>
                    <a:pt x="6590" y="15056"/>
                    <a:pt x="6555" y="15042"/>
                    <a:pt x="6486" y="15013"/>
                  </a:cubicBezTo>
                  <a:cubicBezTo>
                    <a:pt x="6486" y="14957"/>
                    <a:pt x="6422" y="14957"/>
                    <a:pt x="6357" y="14957"/>
                  </a:cubicBezTo>
                  <a:cubicBezTo>
                    <a:pt x="6292" y="14985"/>
                    <a:pt x="6077" y="14999"/>
                    <a:pt x="5870" y="14999"/>
                  </a:cubicBezTo>
                  <a:cubicBezTo>
                    <a:pt x="5663" y="14999"/>
                    <a:pt x="5465" y="14985"/>
                    <a:pt x="5432" y="14957"/>
                  </a:cubicBezTo>
                  <a:cubicBezTo>
                    <a:pt x="5368" y="15005"/>
                    <a:pt x="5368" y="15005"/>
                    <a:pt x="5303" y="15005"/>
                  </a:cubicBezTo>
                  <a:cubicBezTo>
                    <a:pt x="5278" y="14962"/>
                    <a:pt x="5252" y="14943"/>
                    <a:pt x="5229" y="14943"/>
                  </a:cubicBezTo>
                  <a:cubicBezTo>
                    <a:pt x="5193" y="14943"/>
                    <a:pt x="5165" y="14992"/>
                    <a:pt x="5165" y="15062"/>
                  </a:cubicBezTo>
                  <a:lnTo>
                    <a:pt x="5303" y="15062"/>
                  </a:lnTo>
                  <a:cubicBezTo>
                    <a:pt x="5303" y="15113"/>
                    <a:pt x="5262" y="15141"/>
                    <a:pt x="5217" y="15141"/>
                  </a:cubicBezTo>
                  <a:cubicBezTo>
                    <a:pt x="5161" y="15141"/>
                    <a:pt x="5100" y="15099"/>
                    <a:pt x="5100" y="15005"/>
                  </a:cubicBezTo>
                  <a:cubicBezTo>
                    <a:pt x="5068" y="14949"/>
                    <a:pt x="5051" y="14920"/>
                    <a:pt x="5035" y="14920"/>
                  </a:cubicBezTo>
                  <a:cubicBezTo>
                    <a:pt x="5019" y="14920"/>
                    <a:pt x="5003" y="14949"/>
                    <a:pt x="4970" y="15005"/>
                  </a:cubicBezTo>
                  <a:cubicBezTo>
                    <a:pt x="4938" y="15062"/>
                    <a:pt x="4905" y="15090"/>
                    <a:pt x="4873" y="15090"/>
                  </a:cubicBezTo>
                  <a:cubicBezTo>
                    <a:pt x="4841" y="15090"/>
                    <a:pt x="4808" y="15062"/>
                    <a:pt x="4776" y="15005"/>
                  </a:cubicBezTo>
                  <a:cubicBezTo>
                    <a:pt x="4776" y="14949"/>
                    <a:pt x="4776" y="14920"/>
                    <a:pt x="4767" y="14920"/>
                  </a:cubicBezTo>
                  <a:cubicBezTo>
                    <a:pt x="4757" y="14920"/>
                    <a:pt x="4739" y="14949"/>
                    <a:pt x="4703" y="15005"/>
                  </a:cubicBezTo>
                  <a:cubicBezTo>
                    <a:pt x="4630" y="15133"/>
                    <a:pt x="4534" y="15207"/>
                    <a:pt x="4465" y="15207"/>
                  </a:cubicBezTo>
                  <a:cubicBezTo>
                    <a:pt x="4412" y="15207"/>
                    <a:pt x="4375" y="15162"/>
                    <a:pt x="4378" y="15062"/>
                  </a:cubicBezTo>
                  <a:cubicBezTo>
                    <a:pt x="4378" y="14949"/>
                    <a:pt x="4313" y="14892"/>
                    <a:pt x="4241" y="14884"/>
                  </a:cubicBezTo>
                  <a:cubicBezTo>
                    <a:pt x="4176" y="14884"/>
                    <a:pt x="4176" y="14940"/>
                    <a:pt x="4176" y="14997"/>
                  </a:cubicBezTo>
                  <a:cubicBezTo>
                    <a:pt x="4208" y="15054"/>
                    <a:pt x="4208" y="15082"/>
                    <a:pt x="4184" y="15082"/>
                  </a:cubicBezTo>
                  <a:cubicBezTo>
                    <a:pt x="4159" y="15082"/>
                    <a:pt x="4111" y="15054"/>
                    <a:pt x="4046" y="14997"/>
                  </a:cubicBezTo>
                  <a:cubicBezTo>
                    <a:pt x="3939" y="14903"/>
                    <a:pt x="3849" y="14861"/>
                    <a:pt x="3757" y="14861"/>
                  </a:cubicBezTo>
                  <a:cubicBezTo>
                    <a:pt x="3682" y="14861"/>
                    <a:pt x="3606" y="14889"/>
                    <a:pt x="3519" y="14940"/>
                  </a:cubicBezTo>
                  <a:cubicBezTo>
                    <a:pt x="3385" y="14997"/>
                    <a:pt x="3270" y="15026"/>
                    <a:pt x="3212" y="15026"/>
                  </a:cubicBezTo>
                  <a:cubicBezTo>
                    <a:pt x="3154" y="15026"/>
                    <a:pt x="3154" y="14997"/>
                    <a:pt x="3251" y="14940"/>
                  </a:cubicBezTo>
                  <a:cubicBezTo>
                    <a:pt x="3332" y="14874"/>
                    <a:pt x="3366" y="14846"/>
                    <a:pt x="3352" y="14846"/>
                  </a:cubicBezTo>
                  <a:cubicBezTo>
                    <a:pt x="3342" y="14846"/>
                    <a:pt x="3308" y="14860"/>
                    <a:pt x="3251" y="14884"/>
                  </a:cubicBezTo>
                  <a:lnTo>
                    <a:pt x="2919" y="14876"/>
                  </a:lnTo>
                  <a:cubicBezTo>
                    <a:pt x="2854" y="14876"/>
                    <a:pt x="2797" y="14924"/>
                    <a:pt x="2789" y="14989"/>
                  </a:cubicBezTo>
                  <a:cubicBezTo>
                    <a:pt x="2756" y="14912"/>
                    <a:pt x="2682" y="14869"/>
                    <a:pt x="2606" y="14869"/>
                  </a:cubicBezTo>
                  <a:cubicBezTo>
                    <a:pt x="2553" y="14869"/>
                    <a:pt x="2500" y="14889"/>
                    <a:pt x="2457" y="14932"/>
                  </a:cubicBezTo>
                  <a:lnTo>
                    <a:pt x="2327" y="14932"/>
                  </a:lnTo>
                  <a:cubicBezTo>
                    <a:pt x="2262" y="14932"/>
                    <a:pt x="2262" y="14932"/>
                    <a:pt x="2197" y="14989"/>
                  </a:cubicBezTo>
                  <a:cubicBezTo>
                    <a:pt x="2176" y="15006"/>
                    <a:pt x="2155" y="15013"/>
                    <a:pt x="2135" y="15013"/>
                  </a:cubicBezTo>
                  <a:cubicBezTo>
                    <a:pt x="2086" y="15013"/>
                    <a:pt x="2041" y="14972"/>
                    <a:pt x="1995" y="14932"/>
                  </a:cubicBezTo>
                  <a:cubicBezTo>
                    <a:pt x="1949" y="14892"/>
                    <a:pt x="1911" y="14852"/>
                    <a:pt x="1890" y="14852"/>
                  </a:cubicBezTo>
                  <a:cubicBezTo>
                    <a:pt x="1881" y="14852"/>
                    <a:pt x="1875" y="14859"/>
                    <a:pt x="1873" y="14876"/>
                  </a:cubicBezTo>
                  <a:cubicBezTo>
                    <a:pt x="1865" y="14932"/>
                    <a:pt x="1719" y="14989"/>
                    <a:pt x="1622" y="15038"/>
                  </a:cubicBezTo>
                  <a:cubicBezTo>
                    <a:pt x="1593" y="15054"/>
                    <a:pt x="1569" y="15061"/>
                    <a:pt x="1551" y="15061"/>
                  </a:cubicBezTo>
                  <a:cubicBezTo>
                    <a:pt x="1508" y="15061"/>
                    <a:pt x="1504" y="15021"/>
                    <a:pt x="1573" y="14981"/>
                  </a:cubicBezTo>
                  <a:cubicBezTo>
                    <a:pt x="1597" y="14924"/>
                    <a:pt x="1589" y="14924"/>
                    <a:pt x="1500" y="14867"/>
                  </a:cubicBezTo>
                  <a:cubicBezTo>
                    <a:pt x="1435" y="14867"/>
                    <a:pt x="1314" y="14867"/>
                    <a:pt x="1265" y="14924"/>
                  </a:cubicBezTo>
                  <a:cubicBezTo>
                    <a:pt x="1245" y="14951"/>
                    <a:pt x="1141" y="14967"/>
                    <a:pt x="1032" y="14967"/>
                  </a:cubicBezTo>
                  <a:cubicBezTo>
                    <a:pt x="1010" y="14967"/>
                    <a:pt x="987" y="14966"/>
                    <a:pt x="965" y="14965"/>
                  </a:cubicBezTo>
                  <a:cubicBezTo>
                    <a:pt x="965" y="14884"/>
                    <a:pt x="981" y="14794"/>
                    <a:pt x="1014" y="14721"/>
                  </a:cubicBezTo>
                  <a:lnTo>
                    <a:pt x="1014" y="14584"/>
                  </a:lnTo>
                  <a:cubicBezTo>
                    <a:pt x="1014" y="14519"/>
                    <a:pt x="957" y="14486"/>
                    <a:pt x="957" y="14413"/>
                  </a:cubicBezTo>
                  <a:cubicBezTo>
                    <a:pt x="957" y="14365"/>
                    <a:pt x="933" y="14324"/>
                    <a:pt x="900" y="14292"/>
                  </a:cubicBezTo>
                  <a:cubicBezTo>
                    <a:pt x="900" y="14219"/>
                    <a:pt x="900" y="14146"/>
                    <a:pt x="957" y="14138"/>
                  </a:cubicBezTo>
                  <a:cubicBezTo>
                    <a:pt x="843" y="14089"/>
                    <a:pt x="843" y="14073"/>
                    <a:pt x="957" y="14000"/>
                  </a:cubicBezTo>
                  <a:cubicBezTo>
                    <a:pt x="1070" y="13984"/>
                    <a:pt x="1070" y="13992"/>
                    <a:pt x="957" y="13927"/>
                  </a:cubicBezTo>
                  <a:cubicBezTo>
                    <a:pt x="900" y="13862"/>
                    <a:pt x="900" y="13862"/>
                    <a:pt x="957" y="13797"/>
                  </a:cubicBezTo>
                  <a:cubicBezTo>
                    <a:pt x="1014" y="13797"/>
                    <a:pt x="1014" y="13724"/>
                    <a:pt x="957" y="13724"/>
                  </a:cubicBezTo>
                  <a:cubicBezTo>
                    <a:pt x="843" y="13659"/>
                    <a:pt x="795" y="13465"/>
                    <a:pt x="908" y="13465"/>
                  </a:cubicBezTo>
                  <a:cubicBezTo>
                    <a:pt x="900" y="13416"/>
                    <a:pt x="884" y="13368"/>
                    <a:pt x="851" y="13327"/>
                  </a:cubicBezTo>
                  <a:cubicBezTo>
                    <a:pt x="738" y="13262"/>
                    <a:pt x="738" y="13262"/>
                    <a:pt x="851" y="13262"/>
                  </a:cubicBezTo>
                  <a:cubicBezTo>
                    <a:pt x="965" y="13197"/>
                    <a:pt x="965" y="13132"/>
                    <a:pt x="851" y="13068"/>
                  </a:cubicBezTo>
                  <a:cubicBezTo>
                    <a:pt x="819" y="13027"/>
                    <a:pt x="819" y="12970"/>
                    <a:pt x="851" y="12930"/>
                  </a:cubicBezTo>
                  <a:cubicBezTo>
                    <a:pt x="904" y="12810"/>
                    <a:pt x="957" y="12460"/>
                    <a:pt x="874" y="12460"/>
                  </a:cubicBezTo>
                  <a:cubicBezTo>
                    <a:pt x="867" y="12460"/>
                    <a:pt x="860" y="12463"/>
                    <a:pt x="851" y="12468"/>
                  </a:cubicBezTo>
                  <a:lnTo>
                    <a:pt x="851" y="12338"/>
                  </a:lnTo>
                  <a:cubicBezTo>
                    <a:pt x="916" y="12208"/>
                    <a:pt x="916" y="12143"/>
                    <a:pt x="860" y="12070"/>
                  </a:cubicBezTo>
                  <a:lnTo>
                    <a:pt x="803" y="12005"/>
                  </a:lnTo>
                  <a:cubicBezTo>
                    <a:pt x="868" y="11997"/>
                    <a:pt x="916" y="11941"/>
                    <a:pt x="916" y="11876"/>
                  </a:cubicBezTo>
                  <a:cubicBezTo>
                    <a:pt x="916" y="11811"/>
                    <a:pt x="916" y="11811"/>
                    <a:pt x="860" y="11811"/>
                  </a:cubicBezTo>
                  <a:cubicBezTo>
                    <a:pt x="843" y="11830"/>
                    <a:pt x="831" y="11838"/>
                    <a:pt x="823" y="11838"/>
                  </a:cubicBezTo>
                  <a:cubicBezTo>
                    <a:pt x="803" y="11838"/>
                    <a:pt x="803" y="11792"/>
                    <a:pt x="803" y="11746"/>
                  </a:cubicBezTo>
                  <a:cubicBezTo>
                    <a:pt x="803" y="11673"/>
                    <a:pt x="851" y="11624"/>
                    <a:pt x="916" y="11608"/>
                  </a:cubicBezTo>
                  <a:lnTo>
                    <a:pt x="916" y="11543"/>
                  </a:lnTo>
                  <a:cubicBezTo>
                    <a:pt x="803" y="11543"/>
                    <a:pt x="803" y="11478"/>
                    <a:pt x="860" y="11478"/>
                  </a:cubicBezTo>
                  <a:cubicBezTo>
                    <a:pt x="908" y="11422"/>
                    <a:pt x="924" y="11349"/>
                    <a:pt x="916" y="11284"/>
                  </a:cubicBezTo>
                  <a:cubicBezTo>
                    <a:pt x="879" y="11284"/>
                    <a:pt x="891" y="11251"/>
                    <a:pt x="904" y="11251"/>
                  </a:cubicBezTo>
                  <a:cubicBezTo>
                    <a:pt x="910" y="11251"/>
                    <a:pt x="916" y="11259"/>
                    <a:pt x="916" y="11284"/>
                  </a:cubicBezTo>
                  <a:lnTo>
                    <a:pt x="973" y="11284"/>
                  </a:lnTo>
                  <a:cubicBezTo>
                    <a:pt x="1030" y="11219"/>
                    <a:pt x="973" y="11219"/>
                    <a:pt x="916" y="11211"/>
                  </a:cubicBezTo>
                  <a:lnTo>
                    <a:pt x="916" y="11081"/>
                  </a:lnTo>
                  <a:cubicBezTo>
                    <a:pt x="916" y="11035"/>
                    <a:pt x="920" y="10989"/>
                    <a:pt x="900" y="10989"/>
                  </a:cubicBezTo>
                  <a:cubicBezTo>
                    <a:pt x="891" y="10989"/>
                    <a:pt x="879" y="10997"/>
                    <a:pt x="860" y="11016"/>
                  </a:cubicBezTo>
                  <a:cubicBezTo>
                    <a:pt x="803" y="11016"/>
                    <a:pt x="746" y="11016"/>
                    <a:pt x="754" y="10951"/>
                  </a:cubicBezTo>
                  <a:cubicBezTo>
                    <a:pt x="716" y="10951"/>
                    <a:pt x="729" y="10923"/>
                    <a:pt x="742" y="10923"/>
                  </a:cubicBezTo>
                  <a:cubicBezTo>
                    <a:pt x="748" y="10923"/>
                    <a:pt x="754" y="10930"/>
                    <a:pt x="754" y="10951"/>
                  </a:cubicBezTo>
                  <a:cubicBezTo>
                    <a:pt x="811" y="10951"/>
                    <a:pt x="868" y="10951"/>
                    <a:pt x="868" y="10887"/>
                  </a:cubicBezTo>
                  <a:cubicBezTo>
                    <a:pt x="860" y="10846"/>
                    <a:pt x="884" y="10822"/>
                    <a:pt x="924" y="10822"/>
                  </a:cubicBezTo>
                  <a:cubicBezTo>
                    <a:pt x="937" y="10829"/>
                    <a:pt x="947" y="10832"/>
                    <a:pt x="955" y="10832"/>
                  </a:cubicBezTo>
                  <a:cubicBezTo>
                    <a:pt x="1026" y="10832"/>
                    <a:pt x="975" y="10612"/>
                    <a:pt x="924" y="10554"/>
                  </a:cubicBezTo>
                  <a:cubicBezTo>
                    <a:pt x="811" y="10424"/>
                    <a:pt x="811" y="10351"/>
                    <a:pt x="924" y="10351"/>
                  </a:cubicBezTo>
                  <a:cubicBezTo>
                    <a:pt x="928" y="10352"/>
                    <a:pt x="931" y="10352"/>
                    <a:pt x="934" y="10352"/>
                  </a:cubicBezTo>
                  <a:cubicBezTo>
                    <a:pt x="1031" y="10352"/>
                    <a:pt x="920" y="10220"/>
                    <a:pt x="754" y="10157"/>
                  </a:cubicBezTo>
                  <a:lnTo>
                    <a:pt x="584" y="10092"/>
                  </a:lnTo>
                  <a:lnTo>
                    <a:pt x="754" y="10092"/>
                  </a:lnTo>
                  <a:cubicBezTo>
                    <a:pt x="981" y="10027"/>
                    <a:pt x="981" y="10027"/>
                    <a:pt x="868" y="9824"/>
                  </a:cubicBezTo>
                  <a:cubicBezTo>
                    <a:pt x="819" y="9695"/>
                    <a:pt x="819" y="9695"/>
                    <a:pt x="876" y="9695"/>
                  </a:cubicBezTo>
                  <a:cubicBezTo>
                    <a:pt x="933" y="9695"/>
                    <a:pt x="933" y="9630"/>
                    <a:pt x="933" y="9427"/>
                  </a:cubicBezTo>
                  <a:cubicBezTo>
                    <a:pt x="933" y="9233"/>
                    <a:pt x="933" y="9168"/>
                    <a:pt x="876" y="9168"/>
                  </a:cubicBezTo>
                  <a:cubicBezTo>
                    <a:pt x="876" y="9168"/>
                    <a:pt x="876" y="9103"/>
                    <a:pt x="876" y="9038"/>
                  </a:cubicBezTo>
                  <a:cubicBezTo>
                    <a:pt x="969" y="8985"/>
                    <a:pt x="948" y="8883"/>
                    <a:pt x="875" y="8883"/>
                  </a:cubicBezTo>
                  <a:cubicBezTo>
                    <a:pt x="859" y="8883"/>
                    <a:pt x="840" y="8888"/>
                    <a:pt x="819" y="8900"/>
                  </a:cubicBezTo>
                  <a:lnTo>
                    <a:pt x="819" y="8770"/>
                  </a:lnTo>
                  <a:lnTo>
                    <a:pt x="876" y="8770"/>
                  </a:lnTo>
                  <a:cubicBezTo>
                    <a:pt x="933" y="8770"/>
                    <a:pt x="933" y="8641"/>
                    <a:pt x="941" y="8106"/>
                  </a:cubicBezTo>
                  <a:cubicBezTo>
                    <a:pt x="941" y="7514"/>
                    <a:pt x="941" y="7449"/>
                    <a:pt x="827" y="7449"/>
                  </a:cubicBezTo>
                  <a:cubicBezTo>
                    <a:pt x="719" y="7387"/>
                    <a:pt x="714" y="7319"/>
                    <a:pt x="811" y="7319"/>
                  </a:cubicBezTo>
                  <a:cubicBezTo>
                    <a:pt x="816" y="7319"/>
                    <a:pt x="821" y="7319"/>
                    <a:pt x="827" y="7319"/>
                  </a:cubicBezTo>
                  <a:cubicBezTo>
                    <a:pt x="884" y="7319"/>
                    <a:pt x="941" y="7254"/>
                    <a:pt x="884" y="7246"/>
                  </a:cubicBezTo>
                  <a:cubicBezTo>
                    <a:pt x="884" y="7181"/>
                    <a:pt x="908" y="7108"/>
                    <a:pt x="949" y="7052"/>
                  </a:cubicBezTo>
                  <a:cubicBezTo>
                    <a:pt x="1062" y="6857"/>
                    <a:pt x="1006" y="6792"/>
                    <a:pt x="949" y="6784"/>
                  </a:cubicBezTo>
                  <a:cubicBezTo>
                    <a:pt x="915" y="6806"/>
                    <a:pt x="896" y="6814"/>
                    <a:pt x="888" y="6814"/>
                  </a:cubicBezTo>
                  <a:cubicBezTo>
                    <a:pt x="869" y="6814"/>
                    <a:pt x="909" y="6765"/>
                    <a:pt x="949" y="6719"/>
                  </a:cubicBezTo>
                  <a:cubicBezTo>
                    <a:pt x="1006" y="6654"/>
                    <a:pt x="1062" y="6589"/>
                    <a:pt x="1006" y="6589"/>
                  </a:cubicBezTo>
                  <a:cubicBezTo>
                    <a:pt x="949" y="6525"/>
                    <a:pt x="892" y="6127"/>
                    <a:pt x="1006" y="6127"/>
                  </a:cubicBezTo>
                  <a:lnTo>
                    <a:pt x="1006" y="5998"/>
                  </a:lnTo>
                  <a:cubicBezTo>
                    <a:pt x="949" y="5998"/>
                    <a:pt x="949" y="5860"/>
                    <a:pt x="957" y="5730"/>
                  </a:cubicBezTo>
                  <a:cubicBezTo>
                    <a:pt x="957" y="5600"/>
                    <a:pt x="957" y="5535"/>
                    <a:pt x="1014" y="5535"/>
                  </a:cubicBezTo>
                  <a:cubicBezTo>
                    <a:pt x="1029" y="5553"/>
                    <a:pt x="1040" y="5561"/>
                    <a:pt x="1047" y="5561"/>
                  </a:cubicBezTo>
                  <a:cubicBezTo>
                    <a:pt x="1066" y="5561"/>
                    <a:pt x="1055" y="5499"/>
                    <a:pt x="1014" y="5398"/>
                  </a:cubicBezTo>
                  <a:cubicBezTo>
                    <a:pt x="1014" y="5333"/>
                    <a:pt x="900" y="5268"/>
                    <a:pt x="900" y="5203"/>
                  </a:cubicBezTo>
                  <a:cubicBezTo>
                    <a:pt x="835" y="5195"/>
                    <a:pt x="787" y="5138"/>
                    <a:pt x="787" y="5065"/>
                  </a:cubicBezTo>
                  <a:lnTo>
                    <a:pt x="843" y="5065"/>
                  </a:lnTo>
                  <a:lnTo>
                    <a:pt x="957" y="5073"/>
                  </a:lnTo>
                  <a:cubicBezTo>
                    <a:pt x="957" y="5000"/>
                    <a:pt x="957" y="4935"/>
                    <a:pt x="900" y="4935"/>
                  </a:cubicBezTo>
                  <a:cubicBezTo>
                    <a:pt x="957" y="4871"/>
                    <a:pt x="957" y="4806"/>
                    <a:pt x="957" y="4676"/>
                  </a:cubicBezTo>
                  <a:cubicBezTo>
                    <a:pt x="965" y="4538"/>
                    <a:pt x="965" y="4408"/>
                    <a:pt x="908" y="4344"/>
                  </a:cubicBezTo>
                  <a:cubicBezTo>
                    <a:pt x="1022" y="4279"/>
                    <a:pt x="1022" y="3881"/>
                    <a:pt x="908" y="3817"/>
                  </a:cubicBezTo>
                  <a:cubicBezTo>
                    <a:pt x="851" y="3817"/>
                    <a:pt x="851" y="3744"/>
                    <a:pt x="908" y="3679"/>
                  </a:cubicBezTo>
                  <a:cubicBezTo>
                    <a:pt x="965" y="3614"/>
                    <a:pt x="965" y="3614"/>
                    <a:pt x="908" y="3549"/>
                  </a:cubicBezTo>
                  <a:cubicBezTo>
                    <a:pt x="851" y="3484"/>
                    <a:pt x="908" y="3419"/>
                    <a:pt x="965" y="3354"/>
                  </a:cubicBezTo>
                  <a:cubicBezTo>
                    <a:pt x="1087" y="3290"/>
                    <a:pt x="1087" y="3225"/>
                    <a:pt x="1030" y="3152"/>
                  </a:cubicBezTo>
                  <a:cubicBezTo>
                    <a:pt x="989" y="3046"/>
                    <a:pt x="965" y="2933"/>
                    <a:pt x="973" y="2827"/>
                  </a:cubicBezTo>
                  <a:cubicBezTo>
                    <a:pt x="931" y="2726"/>
                    <a:pt x="920" y="2664"/>
                    <a:pt x="895" y="2664"/>
                  </a:cubicBezTo>
                  <a:cubicBezTo>
                    <a:pt x="886" y="2664"/>
                    <a:pt x="875" y="2672"/>
                    <a:pt x="860" y="2690"/>
                  </a:cubicBezTo>
                  <a:cubicBezTo>
                    <a:pt x="819" y="2682"/>
                    <a:pt x="779" y="2657"/>
                    <a:pt x="746" y="2625"/>
                  </a:cubicBezTo>
                  <a:cubicBezTo>
                    <a:pt x="714" y="2546"/>
                    <a:pt x="718" y="2515"/>
                    <a:pt x="728" y="2515"/>
                  </a:cubicBezTo>
                  <a:cubicBezTo>
                    <a:pt x="736" y="2515"/>
                    <a:pt x="746" y="2532"/>
                    <a:pt x="746" y="2560"/>
                  </a:cubicBezTo>
                  <a:cubicBezTo>
                    <a:pt x="770" y="2615"/>
                    <a:pt x="784" y="2635"/>
                    <a:pt x="796" y="2635"/>
                  </a:cubicBezTo>
                  <a:cubicBezTo>
                    <a:pt x="813" y="2635"/>
                    <a:pt x="827" y="2597"/>
                    <a:pt x="860" y="2560"/>
                  </a:cubicBezTo>
                  <a:cubicBezTo>
                    <a:pt x="908" y="2479"/>
                    <a:pt x="924" y="2390"/>
                    <a:pt x="916" y="2292"/>
                  </a:cubicBezTo>
                  <a:cubicBezTo>
                    <a:pt x="916" y="2227"/>
                    <a:pt x="916" y="2098"/>
                    <a:pt x="916" y="2033"/>
                  </a:cubicBezTo>
                  <a:cubicBezTo>
                    <a:pt x="981" y="1830"/>
                    <a:pt x="981" y="1765"/>
                    <a:pt x="924" y="1757"/>
                  </a:cubicBezTo>
                  <a:lnTo>
                    <a:pt x="868" y="1749"/>
                  </a:lnTo>
                  <a:cubicBezTo>
                    <a:pt x="981" y="1676"/>
                    <a:pt x="981" y="971"/>
                    <a:pt x="868" y="768"/>
                  </a:cubicBezTo>
                  <a:lnTo>
                    <a:pt x="868" y="768"/>
                  </a:lnTo>
                  <a:lnTo>
                    <a:pt x="924" y="825"/>
                  </a:lnTo>
                  <a:cubicBezTo>
                    <a:pt x="936" y="837"/>
                    <a:pt x="948" y="844"/>
                    <a:pt x="957" y="844"/>
                  </a:cubicBezTo>
                  <a:cubicBezTo>
                    <a:pt x="960" y="844"/>
                    <a:pt x="963" y="843"/>
                    <a:pt x="965" y="841"/>
                  </a:cubicBezTo>
                  <a:cubicBezTo>
                    <a:pt x="1014" y="859"/>
                    <a:pt x="1067" y="868"/>
                    <a:pt x="1118" y="868"/>
                  </a:cubicBezTo>
                  <a:cubicBezTo>
                    <a:pt x="1135" y="868"/>
                    <a:pt x="1151" y="867"/>
                    <a:pt x="1168" y="865"/>
                  </a:cubicBezTo>
                  <a:cubicBezTo>
                    <a:pt x="1233" y="865"/>
                    <a:pt x="1476" y="809"/>
                    <a:pt x="1695" y="809"/>
                  </a:cubicBezTo>
                  <a:cubicBezTo>
                    <a:pt x="1775" y="811"/>
                    <a:pt x="1847" y="812"/>
                    <a:pt x="1911" y="812"/>
                  </a:cubicBezTo>
                  <a:cubicBezTo>
                    <a:pt x="2079" y="812"/>
                    <a:pt x="2181" y="801"/>
                    <a:pt x="2181" y="760"/>
                  </a:cubicBezTo>
                  <a:cubicBezTo>
                    <a:pt x="2246" y="760"/>
                    <a:pt x="2246" y="760"/>
                    <a:pt x="2246" y="817"/>
                  </a:cubicBezTo>
                  <a:cubicBezTo>
                    <a:pt x="2181" y="873"/>
                    <a:pt x="2246" y="873"/>
                    <a:pt x="2311" y="873"/>
                  </a:cubicBezTo>
                  <a:cubicBezTo>
                    <a:pt x="2376" y="873"/>
                    <a:pt x="2376" y="817"/>
                    <a:pt x="2376" y="760"/>
                  </a:cubicBezTo>
                  <a:cubicBezTo>
                    <a:pt x="2376" y="732"/>
                    <a:pt x="2392" y="717"/>
                    <a:pt x="2425" y="717"/>
                  </a:cubicBezTo>
                  <a:cubicBezTo>
                    <a:pt x="2459" y="717"/>
                    <a:pt x="2510" y="732"/>
                    <a:pt x="2578" y="760"/>
                  </a:cubicBezTo>
                  <a:cubicBezTo>
                    <a:pt x="2664" y="788"/>
                    <a:pt x="2753" y="803"/>
                    <a:pt x="2842" y="803"/>
                  </a:cubicBezTo>
                  <a:cubicBezTo>
                    <a:pt x="2931" y="803"/>
                    <a:pt x="3020" y="788"/>
                    <a:pt x="3105" y="760"/>
                  </a:cubicBezTo>
                  <a:cubicBezTo>
                    <a:pt x="3170" y="760"/>
                    <a:pt x="3235" y="768"/>
                    <a:pt x="3235" y="825"/>
                  </a:cubicBezTo>
                  <a:cubicBezTo>
                    <a:pt x="3284" y="865"/>
                    <a:pt x="3343" y="886"/>
                    <a:pt x="3401" y="886"/>
                  </a:cubicBezTo>
                  <a:cubicBezTo>
                    <a:pt x="3460" y="886"/>
                    <a:pt x="3519" y="865"/>
                    <a:pt x="3568" y="825"/>
                  </a:cubicBezTo>
                  <a:cubicBezTo>
                    <a:pt x="3632" y="825"/>
                    <a:pt x="3632" y="825"/>
                    <a:pt x="3632" y="882"/>
                  </a:cubicBezTo>
                  <a:cubicBezTo>
                    <a:pt x="3670" y="914"/>
                    <a:pt x="3686" y="947"/>
                    <a:pt x="3705" y="947"/>
                  </a:cubicBezTo>
                  <a:cubicBezTo>
                    <a:pt x="3719" y="947"/>
                    <a:pt x="3735" y="930"/>
                    <a:pt x="3762" y="882"/>
                  </a:cubicBezTo>
                  <a:cubicBezTo>
                    <a:pt x="3839" y="853"/>
                    <a:pt x="3918" y="839"/>
                    <a:pt x="3996" y="839"/>
                  </a:cubicBezTo>
                  <a:cubicBezTo>
                    <a:pt x="4074" y="839"/>
                    <a:pt x="4151" y="853"/>
                    <a:pt x="4224" y="882"/>
                  </a:cubicBezTo>
                  <a:cubicBezTo>
                    <a:pt x="4297" y="882"/>
                    <a:pt x="4362" y="882"/>
                    <a:pt x="4362" y="825"/>
                  </a:cubicBezTo>
                  <a:cubicBezTo>
                    <a:pt x="4362" y="804"/>
                    <a:pt x="4362" y="783"/>
                    <a:pt x="4362" y="768"/>
                  </a:cubicBezTo>
                  <a:cubicBezTo>
                    <a:pt x="4395" y="830"/>
                    <a:pt x="4411" y="860"/>
                    <a:pt x="4428" y="860"/>
                  </a:cubicBezTo>
                  <a:cubicBezTo>
                    <a:pt x="4444" y="860"/>
                    <a:pt x="4460" y="832"/>
                    <a:pt x="4492" y="776"/>
                  </a:cubicBezTo>
                  <a:cubicBezTo>
                    <a:pt x="4492" y="748"/>
                    <a:pt x="4508" y="734"/>
                    <a:pt x="4524" y="734"/>
                  </a:cubicBezTo>
                  <a:cubicBezTo>
                    <a:pt x="4541" y="734"/>
                    <a:pt x="4557" y="748"/>
                    <a:pt x="4557" y="776"/>
                  </a:cubicBezTo>
                  <a:cubicBezTo>
                    <a:pt x="4597" y="809"/>
                    <a:pt x="4638" y="825"/>
                    <a:pt x="4686" y="833"/>
                  </a:cubicBezTo>
                  <a:cubicBezTo>
                    <a:pt x="4759" y="833"/>
                    <a:pt x="5084" y="776"/>
                    <a:pt x="5416" y="776"/>
                  </a:cubicBezTo>
                  <a:cubicBezTo>
                    <a:pt x="5561" y="778"/>
                    <a:pt x="5681" y="780"/>
                    <a:pt x="5779" y="780"/>
                  </a:cubicBezTo>
                  <a:cubicBezTo>
                    <a:pt x="6039" y="780"/>
                    <a:pt x="6146" y="769"/>
                    <a:pt x="6146" y="728"/>
                  </a:cubicBezTo>
                  <a:cubicBezTo>
                    <a:pt x="6178" y="699"/>
                    <a:pt x="6194" y="685"/>
                    <a:pt x="6211" y="685"/>
                  </a:cubicBezTo>
                  <a:cubicBezTo>
                    <a:pt x="6227" y="685"/>
                    <a:pt x="6243" y="699"/>
                    <a:pt x="6276" y="728"/>
                  </a:cubicBezTo>
                  <a:cubicBezTo>
                    <a:pt x="6325" y="763"/>
                    <a:pt x="6387" y="786"/>
                    <a:pt x="6450" y="786"/>
                  </a:cubicBezTo>
                  <a:cubicBezTo>
                    <a:pt x="6459" y="786"/>
                    <a:pt x="6469" y="785"/>
                    <a:pt x="6478" y="784"/>
                  </a:cubicBezTo>
                  <a:cubicBezTo>
                    <a:pt x="6543" y="784"/>
                    <a:pt x="6608" y="784"/>
                    <a:pt x="6608" y="841"/>
                  </a:cubicBezTo>
                  <a:cubicBezTo>
                    <a:pt x="6673" y="784"/>
                    <a:pt x="6673" y="784"/>
                    <a:pt x="6738" y="784"/>
                  </a:cubicBezTo>
                  <a:cubicBezTo>
                    <a:pt x="6738" y="813"/>
                    <a:pt x="6754" y="827"/>
                    <a:pt x="6778" y="827"/>
                  </a:cubicBezTo>
                  <a:cubicBezTo>
                    <a:pt x="6803" y="827"/>
                    <a:pt x="6835" y="813"/>
                    <a:pt x="6867" y="784"/>
                  </a:cubicBezTo>
                  <a:cubicBezTo>
                    <a:pt x="6904" y="728"/>
                    <a:pt x="6922" y="699"/>
                    <a:pt x="6931" y="699"/>
                  </a:cubicBezTo>
                  <a:cubicBezTo>
                    <a:pt x="6940" y="699"/>
                    <a:pt x="6940" y="728"/>
                    <a:pt x="6940" y="784"/>
                  </a:cubicBezTo>
                  <a:cubicBezTo>
                    <a:pt x="6940" y="826"/>
                    <a:pt x="7043" y="871"/>
                    <a:pt x="7074" y="871"/>
                  </a:cubicBezTo>
                  <a:cubicBezTo>
                    <a:pt x="7086" y="871"/>
                    <a:pt x="7088" y="865"/>
                    <a:pt x="7070" y="849"/>
                  </a:cubicBezTo>
                  <a:cubicBezTo>
                    <a:pt x="7070" y="792"/>
                    <a:pt x="7200" y="792"/>
                    <a:pt x="7265" y="736"/>
                  </a:cubicBezTo>
                  <a:cubicBezTo>
                    <a:pt x="7338" y="736"/>
                    <a:pt x="7403" y="736"/>
                    <a:pt x="7403" y="792"/>
                  </a:cubicBezTo>
                  <a:cubicBezTo>
                    <a:pt x="7422" y="809"/>
                    <a:pt x="7464" y="816"/>
                    <a:pt x="7515" y="816"/>
                  </a:cubicBezTo>
                  <a:cubicBezTo>
                    <a:pt x="7639" y="816"/>
                    <a:pt x="7819" y="776"/>
                    <a:pt x="7865" y="736"/>
                  </a:cubicBezTo>
                  <a:cubicBezTo>
                    <a:pt x="7865" y="707"/>
                    <a:pt x="7881" y="693"/>
                    <a:pt x="7897" y="693"/>
                  </a:cubicBezTo>
                  <a:cubicBezTo>
                    <a:pt x="7913" y="693"/>
                    <a:pt x="7930" y="707"/>
                    <a:pt x="7930" y="736"/>
                  </a:cubicBezTo>
                  <a:cubicBezTo>
                    <a:pt x="7930" y="792"/>
                    <a:pt x="7994" y="792"/>
                    <a:pt x="8059" y="792"/>
                  </a:cubicBezTo>
                  <a:cubicBezTo>
                    <a:pt x="8078" y="776"/>
                    <a:pt x="8092" y="769"/>
                    <a:pt x="8101" y="769"/>
                  </a:cubicBezTo>
                  <a:cubicBezTo>
                    <a:pt x="8124" y="769"/>
                    <a:pt x="8124" y="809"/>
                    <a:pt x="8124" y="849"/>
                  </a:cubicBezTo>
                  <a:cubicBezTo>
                    <a:pt x="8059" y="906"/>
                    <a:pt x="8124" y="906"/>
                    <a:pt x="8262" y="906"/>
                  </a:cubicBezTo>
                  <a:cubicBezTo>
                    <a:pt x="8312" y="862"/>
                    <a:pt x="8481" y="857"/>
                    <a:pt x="8648" y="857"/>
                  </a:cubicBezTo>
                  <a:cubicBezTo>
                    <a:pt x="8696" y="857"/>
                    <a:pt x="8744" y="857"/>
                    <a:pt x="8789" y="857"/>
                  </a:cubicBezTo>
                  <a:cubicBezTo>
                    <a:pt x="9121" y="857"/>
                    <a:pt x="9186" y="801"/>
                    <a:pt x="9316" y="687"/>
                  </a:cubicBezTo>
                  <a:lnTo>
                    <a:pt x="9381" y="574"/>
                  </a:lnTo>
                  <a:lnTo>
                    <a:pt x="9381" y="687"/>
                  </a:lnTo>
                  <a:cubicBezTo>
                    <a:pt x="9397" y="752"/>
                    <a:pt x="9413" y="809"/>
                    <a:pt x="9446" y="857"/>
                  </a:cubicBezTo>
                  <a:cubicBezTo>
                    <a:pt x="9511" y="857"/>
                    <a:pt x="9519" y="801"/>
                    <a:pt x="9519" y="744"/>
                  </a:cubicBezTo>
                  <a:cubicBezTo>
                    <a:pt x="9519" y="716"/>
                    <a:pt x="9534" y="702"/>
                    <a:pt x="9564" y="702"/>
                  </a:cubicBezTo>
                  <a:cubicBezTo>
                    <a:pt x="9597" y="702"/>
                    <a:pt x="9646" y="718"/>
                    <a:pt x="9713" y="752"/>
                  </a:cubicBezTo>
                  <a:cubicBezTo>
                    <a:pt x="9778" y="780"/>
                    <a:pt x="9827" y="794"/>
                    <a:pt x="9868" y="794"/>
                  </a:cubicBezTo>
                  <a:cubicBezTo>
                    <a:pt x="9910" y="794"/>
                    <a:pt x="9944" y="780"/>
                    <a:pt x="9981" y="752"/>
                  </a:cubicBezTo>
                  <a:cubicBezTo>
                    <a:pt x="9991" y="751"/>
                    <a:pt x="10002" y="750"/>
                    <a:pt x="10013" y="750"/>
                  </a:cubicBezTo>
                  <a:cubicBezTo>
                    <a:pt x="10069" y="750"/>
                    <a:pt x="10128" y="768"/>
                    <a:pt x="10175" y="809"/>
                  </a:cubicBezTo>
                  <a:cubicBezTo>
                    <a:pt x="10240" y="809"/>
                    <a:pt x="10240" y="809"/>
                    <a:pt x="10240" y="752"/>
                  </a:cubicBezTo>
                  <a:cubicBezTo>
                    <a:pt x="10240" y="724"/>
                    <a:pt x="10256" y="709"/>
                    <a:pt x="10282" y="709"/>
                  </a:cubicBezTo>
                  <a:cubicBezTo>
                    <a:pt x="10307" y="709"/>
                    <a:pt x="10342" y="724"/>
                    <a:pt x="10378" y="752"/>
                  </a:cubicBezTo>
                  <a:cubicBezTo>
                    <a:pt x="10416" y="818"/>
                    <a:pt x="10499" y="846"/>
                    <a:pt x="10560" y="846"/>
                  </a:cubicBezTo>
                  <a:cubicBezTo>
                    <a:pt x="10604" y="846"/>
                    <a:pt x="10638" y="832"/>
                    <a:pt x="10638" y="809"/>
                  </a:cubicBezTo>
                  <a:cubicBezTo>
                    <a:pt x="10638" y="752"/>
                    <a:pt x="10702" y="752"/>
                    <a:pt x="10767" y="752"/>
                  </a:cubicBezTo>
                  <a:cubicBezTo>
                    <a:pt x="10779" y="753"/>
                    <a:pt x="10792" y="754"/>
                    <a:pt x="10804" y="754"/>
                  </a:cubicBezTo>
                  <a:cubicBezTo>
                    <a:pt x="10864" y="754"/>
                    <a:pt x="10923" y="737"/>
                    <a:pt x="10970" y="703"/>
                  </a:cubicBezTo>
                  <a:lnTo>
                    <a:pt x="11100" y="703"/>
                  </a:lnTo>
                  <a:cubicBezTo>
                    <a:pt x="11165" y="703"/>
                    <a:pt x="11100" y="760"/>
                    <a:pt x="11035" y="760"/>
                  </a:cubicBezTo>
                  <a:lnTo>
                    <a:pt x="11100" y="817"/>
                  </a:lnTo>
                  <a:cubicBezTo>
                    <a:pt x="11229" y="817"/>
                    <a:pt x="11302" y="817"/>
                    <a:pt x="11367" y="760"/>
                  </a:cubicBezTo>
                  <a:cubicBezTo>
                    <a:pt x="11400" y="703"/>
                    <a:pt x="11416" y="675"/>
                    <a:pt x="11424" y="675"/>
                  </a:cubicBezTo>
                  <a:cubicBezTo>
                    <a:pt x="11432" y="675"/>
                    <a:pt x="11432" y="703"/>
                    <a:pt x="11432" y="760"/>
                  </a:cubicBezTo>
                  <a:cubicBezTo>
                    <a:pt x="11432" y="809"/>
                    <a:pt x="11469" y="840"/>
                    <a:pt x="11508" y="840"/>
                  </a:cubicBezTo>
                  <a:cubicBezTo>
                    <a:pt x="11527" y="840"/>
                    <a:pt x="11546" y="833"/>
                    <a:pt x="11562" y="817"/>
                  </a:cubicBezTo>
                  <a:cubicBezTo>
                    <a:pt x="11589" y="769"/>
                    <a:pt x="11618" y="751"/>
                    <a:pt x="11642" y="751"/>
                  </a:cubicBezTo>
                  <a:cubicBezTo>
                    <a:pt x="11674" y="751"/>
                    <a:pt x="11696" y="784"/>
                    <a:pt x="11692" y="817"/>
                  </a:cubicBezTo>
                  <a:cubicBezTo>
                    <a:pt x="11659" y="873"/>
                    <a:pt x="11643" y="902"/>
                    <a:pt x="11668" y="902"/>
                  </a:cubicBezTo>
                  <a:cubicBezTo>
                    <a:pt x="11694" y="902"/>
                    <a:pt x="11760" y="873"/>
                    <a:pt x="11894" y="817"/>
                  </a:cubicBezTo>
                  <a:cubicBezTo>
                    <a:pt x="12024" y="817"/>
                    <a:pt x="12292" y="768"/>
                    <a:pt x="12486" y="768"/>
                  </a:cubicBezTo>
                  <a:cubicBezTo>
                    <a:pt x="12754" y="768"/>
                    <a:pt x="12883" y="768"/>
                    <a:pt x="12948" y="825"/>
                  </a:cubicBezTo>
                  <a:cubicBezTo>
                    <a:pt x="12948" y="836"/>
                    <a:pt x="12949" y="846"/>
                    <a:pt x="12950" y="855"/>
                  </a:cubicBezTo>
                  <a:lnTo>
                    <a:pt x="12950" y="855"/>
                  </a:lnTo>
                  <a:cubicBezTo>
                    <a:pt x="12962" y="768"/>
                    <a:pt x="13038" y="768"/>
                    <a:pt x="13216" y="768"/>
                  </a:cubicBezTo>
                  <a:cubicBezTo>
                    <a:pt x="13264" y="789"/>
                    <a:pt x="13315" y="799"/>
                    <a:pt x="13367" y="799"/>
                  </a:cubicBezTo>
                  <a:cubicBezTo>
                    <a:pt x="13454" y="799"/>
                    <a:pt x="13542" y="770"/>
                    <a:pt x="13613" y="719"/>
                  </a:cubicBezTo>
                  <a:lnTo>
                    <a:pt x="13483" y="719"/>
                  </a:lnTo>
                  <a:cubicBezTo>
                    <a:pt x="13483" y="653"/>
                    <a:pt x="13506" y="625"/>
                    <a:pt x="13550" y="625"/>
                  </a:cubicBezTo>
                  <a:cubicBezTo>
                    <a:pt x="13582" y="625"/>
                    <a:pt x="13624" y="639"/>
                    <a:pt x="13678" y="663"/>
                  </a:cubicBezTo>
                  <a:cubicBezTo>
                    <a:pt x="13743" y="663"/>
                    <a:pt x="13743" y="719"/>
                    <a:pt x="13743" y="776"/>
                  </a:cubicBezTo>
                  <a:cubicBezTo>
                    <a:pt x="13751" y="841"/>
                    <a:pt x="13808" y="890"/>
                    <a:pt x="13881" y="890"/>
                  </a:cubicBezTo>
                  <a:cubicBezTo>
                    <a:pt x="13946" y="890"/>
                    <a:pt x="14010" y="890"/>
                    <a:pt x="13946" y="833"/>
                  </a:cubicBezTo>
                  <a:cubicBezTo>
                    <a:pt x="13946" y="776"/>
                    <a:pt x="13946" y="776"/>
                    <a:pt x="14010" y="776"/>
                  </a:cubicBezTo>
                  <a:cubicBezTo>
                    <a:pt x="14021" y="777"/>
                    <a:pt x="14031" y="778"/>
                    <a:pt x="14042" y="778"/>
                  </a:cubicBezTo>
                  <a:cubicBezTo>
                    <a:pt x="14112" y="778"/>
                    <a:pt x="14181" y="755"/>
                    <a:pt x="14237" y="719"/>
                  </a:cubicBezTo>
                  <a:cubicBezTo>
                    <a:pt x="14246" y="663"/>
                    <a:pt x="14327" y="663"/>
                    <a:pt x="14408" y="663"/>
                  </a:cubicBezTo>
                  <a:cubicBezTo>
                    <a:pt x="14473" y="703"/>
                    <a:pt x="14545" y="719"/>
                    <a:pt x="14618" y="719"/>
                  </a:cubicBezTo>
                  <a:cubicBezTo>
                    <a:pt x="14628" y="703"/>
                    <a:pt x="14632" y="696"/>
                    <a:pt x="14632" y="696"/>
                  </a:cubicBezTo>
                  <a:lnTo>
                    <a:pt x="14632" y="696"/>
                  </a:lnTo>
                  <a:cubicBezTo>
                    <a:pt x="14633" y="696"/>
                    <a:pt x="14611" y="736"/>
                    <a:pt x="14594" y="776"/>
                  </a:cubicBezTo>
                  <a:cubicBezTo>
                    <a:pt x="14578" y="817"/>
                    <a:pt x="14578" y="857"/>
                    <a:pt x="14602" y="890"/>
                  </a:cubicBezTo>
                  <a:cubicBezTo>
                    <a:pt x="14643" y="890"/>
                    <a:pt x="14675" y="873"/>
                    <a:pt x="14700" y="833"/>
                  </a:cubicBezTo>
                  <a:cubicBezTo>
                    <a:pt x="14820" y="813"/>
                    <a:pt x="14934" y="798"/>
                    <a:pt x="15052" y="798"/>
                  </a:cubicBezTo>
                  <a:cubicBezTo>
                    <a:pt x="15078" y="798"/>
                    <a:pt x="15103" y="799"/>
                    <a:pt x="15129" y="801"/>
                  </a:cubicBezTo>
                  <a:cubicBezTo>
                    <a:pt x="15137" y="1060"/>
                    <a:pt x="15137" y="1409"/>
                    <a:pt x="15137" y="1700"/>
                  </a:cubicBezTo>
                  <a:cubicBezTo>
                    <a:pt x="15137" y="1984"/>
                    <a:pt x="15137" y="2227"/>
                    <a:pt x="15137" y="2300"/>
                  </a:cubicBezTo>
                  <a:cubicBezTo>
                    <a:pt x="15088" y="2412"/>
                    <a:pt x="15082" y="2573"/>
                    <a:pt x="15117" y="2573"/>
                  </a:cubicBezTo>
                  <a:cubicBezTo>
                    <a:pt x="15123" y="2573"/>
                    <a:pt x="15130" y="2569"/>
                    <a:pt x="15137" y="2560"/>
                  </a:cubicBezTo>
                  <a:cubicBezTo>
                    <a:pt x="15194" y="2560"/>
                    <a:pt x="15194" y="2892"/>
                    <a:pt x="15194" y="3290"/>
                  </a:cubicBezTo>
                  <a:cubicBezTo>
                    <a:pt x="15186" y="3752"/>
                    <a:pt x="15186" y="4084"/>
                    <a:pt x="15243" y="4084"/>
                  </a:cubicBezTo>
                  <a:lnTo>
                    <a:pt x="15243" y="4279"/>
                  </a:lnTo>
                  <a:cubicBezTo>
                    <a:pt x="15251" y="4392"/>
                    <a:pt x="15275" y="4506"/>
                    <a:pt x="15291" y="4611"/>
                  </a:cubicBezTo>
                  <a:cubicBezTo>
                    <a:pt x="15332" y="4657"/>
                    <a:pt x="15343" y="4703"/>
                    <a:pt x="15327" y="4703"/>
                  </a:cubicBezTo>
                  <a:cubicBezTo>
                    <a:pt x="15320" y="4703"/>
                    <a:pt x="15308" y="4695"/>
                    <a:pt x="15291" y="4676"/>
                  </a:cubicBezTo>
                  <a:cubicBezTo>
                    <a:pt x="15235" y="4676"/>
                    <a:pt x="15178" y="4676"/>
                    <a:pt x="15178" y="4741"/>
                  </a:cubicBezTo>
                  <a:cubicBezTo>
                    <a:pt x="15178" y="4879"/>
                    <a:pt x="15235" y="4879"/>
                    <a:pt x="15291" y="4879"/>
                  </a:cubicBezTo>
                  <a:cubicBezTo>
                    <a:pt x="15348" y="4879"/>
                    <a:pt x="15348" y="4944"/>
                    <a:pt x="15348" y="4944"/>
                  </a:cubicBezTo>
                  <a:cubicBezTo>
                    <a:pt x="15348" y="5008"/>
                    <a:pt x="15348" y="5008"/>
                    <a:pt x="15291" y="5008"/>
                  </a:cubicBezTo>
                  <a:lnTo>
                    <a:pt x="15178" y="5008"/>
                  </a:lnTo>
                  <a:lnTo>
                    <a:pt x="15178" y="5073"/>
                  </a:lnTo>
                  <a:cubicBezTo>
                    <a:pt x="15235" y="5073"/>
                    <a:pt x="15235" y="5138"/>
                    <a:pt x="15235" y="5138"/>
                  </a:cubicBezTo>
                  <a:cubicBezTo>
                    <a:pt x="15235" y="5203"/>
                    <a:pt x="15235" y="5203"/>
                    <a:pt x="15121" y="5203"/>
                  </a:cubicBezTo>
                  <a:cubicBezTo>
                    <a:pt x="15008" y="5203"/>
                    <a:pt x="15008" y="5268"/>
                    <a:pt x="15121" y="5341"/>
                  </a:cubicBezTo>
                  <a:lnTo>
                    <a:pt x="15178" y="5471"/>
                  </a:lnTo>
                  <a:cubicBezTo>
                    <a:pt x="15064" y="5535"/>
                    <a:pt x="15178" y="5665"/>
                    <a:pt x="15235" y="5738"/>
                  </a:cubicBezTo>
                  <a:cubicBezTo>
                    <a:pt x="15121" y="5803"/>
                    <a:pt x="15121" y="5868"/>
                    <a:pt x="15235" y="5933"/>
                  </a:cubicBezTo>
                  <a:cubicBezTo>
                    <a:pt x="15291" y="5933"/>
                    <a:pt x="15291" y="5998"/>
                    <a:pt x="15227" y="6062"/>
                  </a:cubicBezTo>
                  <a:cubicBezTo>
                    <a:pt x="15170" y="6127"/>
                    <a:pt x="15170" y="6200"/>
                    <a:pt x="15170" y="6330"/>
                  </a:cubicBezTo>
                  <a:cubicBezTo>
                    <a:pt x="15227" y="6395"/>
                    <a:pt x="15227" y="6857"/>
                    <a:pt x="15218" y="7384"/>
                  </a:cubicBezTo>
                  <a:cubicBezTo>
                    <a:pt x="15218" y="7984"/>
                    <a:pt x="15218" y="8381"/>
                    <a:pt x="15275" y="8381"/>
                  </a:cubicBezTo>
                  <a:cubicBezTo>
                    <a:pt x="15275" y="8446"/>
                    <a:pt x="15275" y="8446"/>
                    <a:pt x="15218" y="8511"/>
                  </a:cubicBezTo>
                  <a:cubicBezTo>
                    <a:pt x="15162" y="8511"/>
                    <a:pt x="15162" y="8576"/>
                    <a:pt x="15267" y="8641"/>
                  </a:cubicBezTo>
                  <a:cubicBezTo>
                    <a:pt x="15324" y="8706"/>
                    <a:pt x="15381" y="8706"/>
                    <a:pt x="15267" y="8706"/>
                  </a:cubicBezTo>
                  <a:cubicBezTo>
                    <a:pt x="15210" y="8706"/>
                    <a:pt x="15210" y="8843"/>
                    <a:pt x="15210" y="9103"/>
                  </a:cubicBezTo>
                  <a:cubicBezTo>
                    <a:pt x="15210" y="9306"/>
                    <a:pt x="15210" y="9565"/>
                    <a:pt x="15267" y="9565"/>
                  </a:cubicBezTo>
                  <a:cubicBezTo>
                    <a:pt x="15301" y="9647"/>
                    <a:pt x="15314" y="9680"/>
                    <a:pt x="15308" y="9680"/>
                  </a:cubicBezTo>
                  <a:cubicBezTo>
                    <a:pt x="15304" y="9680"/>
                    <a:pt x="15290" y="9664"/>
                    <a:pt x="15267" y="9638"/>
                  </a:cubicBezTo>
                  <a:cubicBezTo>
                    <a:pt x="15256" y="9631"/>
                    <a:pt x="15246" y="9628"/>
                    <a:pt x="15236" y="9628"/>
                  </a:cubicBezTo>
                  <a:cubicBezTo>
                    <a:pt x="15144" y="9628"/>
                    <a:pt x="15107" y="9917"/>
                    <a:pt x="15202" y="10100"/>
                  </a:cubicBezTo>
                  <a:cubicBezTo>
                    <a:pt x="15202" y="10165"/>
                    <a:pt x="15202" y="10230"/>
                    <a:pt x="15145" y="10230"/>
                  </a:cubicBezTo>
                  <a:cubicBezTo>
                    <a:pt x="15145" y="10343"/>
                    <a:pt x="15170" y="10449"/>
                    <a:pt x="15202" y="10562"/>
                  </a:cubicBezTo>
                  <a:lnTo>
                    <a:pt x="15202" y="11024"/>
                  </a:lnTo>
                  <a:cubicBezTo>
                    <a:pt x="15202" y="11114"/>
                    <a:pt x="15218" y="11203"/>
                    <a:pt x="15251" y="11284"/>
                  </a:cubicBezTo>
                  <a:cubicBezTo>
                    <a:pt x="15251" y="11307"/>
                    <a:pt x="15251" y="11331"/>
                    <a:pt x="15251" y="11349"/>
                  </a:cubicBezTo>
                  <a:cubicBezTo>
                    <a:pt x="15194" y="11349"/>
                    <a:pt x="15194" y="11681"/>
                    <a:pt x="15194" y="12143"/>
                  </a:cubicBezTo>
                  <a:cubicBezTo>
                    <a:pt x="15186" y="12605"/>
                    <a:pt x="15186" y="13003"/>
                    <a:pt x="15129" y="13068"/>
                  </a:cubicBezTo>
                  <a:cubicBezTo>
                    <a:pt x="15137" y="13116"/>
                    <a:pt x="15154" y="13165"/>
                    <a:pt x="15186" y="13205"/>
                  </a:cubicBezTo>
                  <a:cubicBezTo>
                    <a:pt x="15300" y="13270"/>
                    <a:pt x="15300" y="13335"/>
                    <a:pt x="15243" y="13400"/>
                  </a:cubicBezTo>
                  <a:cubicBezTo>
                    <a:pt x="15129" y="13465"/>
                    <a:pt x="15129" y="13732"/>
                    <a:pt x="15243" y="13797"/>
                  </a:cubicBezTo>
                  <a:lnTo>
                    <a:pt x="15186" y="13797"/>
                  </a:lnTo>
                  <a:cubicBezTo>
                    <a:pt x="15064" y="13862"/>
                    <a:pt x="15121" y="14065"/>
                    <a:pt x="15235" y="14130"/>
                  </a:cubicBezTo>
                  <a:cubicBezTo>
                    <a:pt x="15178" y="14194"/>
                    <a:pt x="15121" y="14259"/>
                    <a:pt x="15178" y="14324"/>
                  </a:cubicBezTo>
                  <a:cubicBezTo>
                    <a:pt x="15178" y="14389"/>
                    <a:pt x="15178" y="14389"/>
                    <a:pt x="15064" y="14389"/>
                  </a:cubicBezTo>
                  <a:cubicBezTo>
                    <a:pt x="15008" y="14389"/>
                    <a:pt x="14951" y="14389"/>
                    <a:pt x="14951" y="14454"/>
                  </a:cubicBezTo>
                  <a:cubicBezTo>
                    <a:pt x="14951" y="14519"/>
                    <a:pt x="15008" y="14527"/>
                    <a:pt x="15064" y="14527"/>
                  </a:cubicBezTo>
                  <a:lnTo>
                    <a:pt x="15064" y="14657"/>
                  </a:lnTo>
                  <a:cubicBezTo>
                    <a:pt x="15064" y="14657"/>
                    <a:pt x="15064" y="14721"/>
                    <a:pt x="15121" y="14721"/>
                  </a:cubicBezTo>
                  <a:cubicBezTo>
                    <a:pt x="15178" y="14721"/>
                    <a:pt x="15178" y="14786"/>
                    <a:pt x="15178" y="14859"/>
                  </a:cubicBezTo>
                  <a:cubicBezTo>
                    <a:pt x="15140" y="14859"/>
                    <a:pt x="15153" y="14888"/>
                    <a:pt x="15182" y="14888"/>
                  </a:cubicBezTo>
                  <a:cubicBezTo>
                    <a:pt x="15197" y="14888"/>
                    <a:pt x="15216" y="14881"/>
                    <a:pt x="15235" y="14859"/>
                  </a:cubicBezTo>
                  <a:cubicBezTo>
                    <a:pt x="15291" y="14859"/>
                    <a:pt x="15348" y="14859"/>
                    <a:pt x="15348" y="14924"/>
                  </a:cubicBezTo>
                  <a:lnTo>
                    <a:pt x="15462" y="14924"/>
                  </a:lnTo>
                  <a:cubicBezTo>
                    <a:pt x="15575" y="14924"/>
                    <a:pt x="15632" y="14924"/>
                    <a:pt x="15689" y="14794"/>
                  </a:cubicBezTo>
                  <a:cubicBezTo>
                    <a:pt x="15745" y="14527"/>
                    <a:pt x="15802" y="14332"/>
                    <a:pt x="15689" y="14332"/>
                  </a:cubicBezTo>
                  <a:cubicBezTo>
                    <a:pt x="15616" y="14259"/>
                    <a:pt x="15616" y="14138"/>
                    <a:pt x="15689" y="14065"/>
                  </a:cubicBezTo>
                  <a:cubicBezTo>
                    <a:pt x="15745" y="14065"/>
                    <a:pt x="15754" y="13805"/>
                    <a:pt x="15754" y="13473"/>
                  </a:cubicBezTo>
                  <a:cubicBezTo>
                    <a:pt x="15754" y="13076"/>
                    <a:pt x="15754" y="12881"/>
                    <a:pt x="15810" y="12808"/>
                  </a:cubicBezTo>
                  <a:cubicBezTo>
                    <a:pt x="15843" y="12776"/>
                    <a:pt x="15867" y="12727"/>
                    <a:pt x="15867" y="12678"/>
                  </a:cubicBezTo>
                  <a:cubicBezTo>
                    <a:pt x="15810" y="12678"/>
                    <a:pt x="15818" y="12281"/>
                    <a:pt x="15818" y="11819"/>
                  </a:cubicBezTo>
                  <a:cubicBezTo>
                    <a:pt x="15818" y="11357"/>
                    <a:pt x="15827" y="10895"/>
                    <a:pt x="15770" y="10895"/>
                  </a:cubicBezTo>
                  <a:lnTo>
                    <a:pt x="15770" y="10765"/>
                  </a:lnTo>
                  <a:cubicBezTo>
                    <a:pt x="15827" y="10765"/>
                    <a:pt x="15827" y="10627"/>
                    <a:pt x="15827" y="10497"/>
                  </a:cubicBezTo>
                  <a:cubicBezTo>
                    <a:pt x="15794" y="10416"/>
                    <a:pt x="15778" y="10327"/>
                    <a:pt x="15770" y="10238"/>
                  </a:cubicBezTo>
                  <a:cubicBezTo>
                    <a:pt x="15827" y="10238"/>
                    <a:pt x="15827" y="10165"/>
                    <a:pt x="15835" y="10035"/>
                  </a:cubicBezTo>
                  <a:cubicBezTo>
                    <a:pt x="15835" y="9906"/>
                    <a:pt x="15835" y="9841"/>
                    <a:pt x="15778" y="9841"/>
                  </a:cubicBezTo>
                  <a:cubicBezTo>
                    <a:pt x="15770" y="9597"/>
                    <a:pt x="15794" y="9354"/>
                    <a:pt x="15835" y="9111"/>
                  </a:cubicBezTo>
                  <a:cubicBezTo>
                    <a:pt x="15891" y="9046"/>
                    <a:pt x="15835" y="8981"/>
                    <a:pt x="15778" y="8908"/>
                  </a:cubicBezTo>
                  <a:cubicBezTo>
                    <a:pt x="15713" y="8900"/>
                    <a:pt x="15664" y="8843"/>
                    <a:pt x="15672" y="8779"/>
                  </a:cubicBezTo>
                  <a:lnTo>
                    <a:pt x="15786" y="8779"/>
                  </a:lnTo>
                  <a:cubicBezTo>
                    <a:pt x="15806" y="8805"/>
                    <a:pt x="15818" y="8821"/>
                    <a:pt x="15825" y="8821"/>
                  </a:cubicBezTo>
                  <a:cubicBezTo>
                    <a:pt x="15836" y="8821"/>
                    <a:pt x="15838" y="8790"/>
                    <a:pt x="15843" y="8714"/>
                  </a:cubicBezTo>
                  <a:cubicBezTo>
                    <a:pt x="15843" y="8649"/>
                    <a:pt x="15843" y="8584"/>
                    <a:pt x="15843" y="8584"/>
                  </a:cubicBezTo>
                  <a:cubicBezTo>
                    <a:pt x="15786" y="8584"/>
                    <a:pt x="15786" y="8252"/>
                    <a:pt x="15786" y="7789"/>
                  </a:cubicBezTo>
                  <a:cubicBezTo>
                    <a:pt x="15794" y="7198"/>
                    <a:pt x="15794" y="6995"/>
                    <a:pt x="15737" y="6995"/>
                  </a:cubicBezTo>
                  <a:cubicBezTo>
                    <a:pt x="15681" y="6995"/>
                    <a:pt x="15681" y="6930"/>
                    <a:pt x="15737" y="6727"/>
                  </a:cubicBezTo>
                  <a:cubicBezTo>
                    <a:pt x="15908" y="6338"/>
                    <a:pt x="15908" y="6338"/>
                    <a:pt x="15859" y="6273"/>
                  </a:cubicBezTo>
                  <a:lnTo>
                    <a:pt x="15859" y="6273"/>
                  </a:lnTo>
                  <a:cubicBezTo>
                    <a:pt x="15859" y="6338"/>
                    <a:pt x="15794" y="6338"/>
                    <a:pt x="15737" y="6338"/>
                  </a:cubicBezTo>
                  <a:cubicBezTo>
                    <a:pt x="15624" y="6330"/>
                    <a:pt x="15632" y="6265"/>
                    <a:pt x="15745" y="6200"/>
                  </a:cubicBezTo>
                  <a:cubicBezTo>
                    <a:pt x="15859" y="6200"/>
                    <a:pt x="15802" y="5211"/>
                    <a:pt x="15689" y="5146"/>
                  </a:cubicBezTo>
                  <a:lnTo>
                    <a:pt x="15745" y="5146"/>
                  </a:lnTo>
                  <a:cubicBezTo>
                    <a:pt x="15802" y="5146"/>
                    <a:pt x="15802" y="5081"/>
                    <a:pt x="15810" y="4814"/>
                  </a:cubicBezTo>
                  <a:lnTo>
                    <a:pt x="15810" y="4619"/>
                  </a:lnTo>
                  <a:cubicBezTo>
                    <a:pt x="15697" y="4619"/>
                    <a:pt x="15754" y="4222"/>
                    <a:pt x="15810" y="4222"/>
                  </a:cubicBezTo>
                  <a:cubicBezTo>
                    <a:pt x="15867" y="4157"/>
                    <a:pt x="15867" y="4157"/>
                    <a:pt x="15867" y="4019"/>
                  </a:cubicBezTo>
                  <a:cubicBezTo>
                    <a:pt x="15754" y="3825"/>
                    <a:pt x="15818" y="3492"/>
                    <a:pt x="15875" y="3492"/>
                  </a:cubicBezTo>
                  <a:lnTo>
                    <a:pt x="15875" y="3363"/>
                  </a:lnTo>
                  <a:cubicBezTo>
                    <a:pt x="15827" y="3281"/>
                    <a:pt x="15810" y="3192"/>
                    <a:pt x="15818" y="3095"/>
                  </a:cubicBezTo>
                  <a:cubicBezTo>
                    <a:pt x="15818" y="2949"/>
                    <a:pt x="15818" y="2876"/>
                    <a:pt x="15794" y="2876"/>
                  </a:cubicBezTo>
                  <a:cubicBezTo>
                    <a:pt x="15786" y="2876"/>
                    <a:pt x="15776" y="2884"/>
                    <a:pt x="15762" y="2900"/>
                  </a:cubicBezTo>
                  <a:cubicBezTo>
                    <a:pt x="15705" y="2900"/>
                    <a:pt x="15648" y="2900"/>
                    <a:pt x="15648" y="2827"/>
                  </a:cubicBezTo>
                  <a:lnTo>
                    <a:pt x="15705" y="2827"/>
                  </a:lnTo>
                  <a:cubicBezTo>
                    <a:pt x="15762" y="2827"/>
                    <a:pt x="15762" y="2633"/>
                    <a:pt x="15770" y="2365"/>
                  </a:cubicBezTo>
                  <a:cubicBezTo>
                    <a:pt x="15770" y="2203"/>
                    <a:pt x="15770" y="2090"/>
                    <a:pt x="15778" y="2009"/>
                  </a:cubicBezTo>
                  <a:cubicBezTo>
                    <a:pt x="15778" y="1968"/>
                    <a:pt x="15786" y="1936"/>
                    <a:pt x="15794" y="1903"/>
                  </a:cubicBezTo>
                  <a:cubicBezTo>
                    <a:pt x="15802" y="1863"/>
                    <a:pt x="15810" y="1830"/>
                    <a:pt x="15827" y="1798"/>
                  </a:cubicBezTo>
                  <a:lnTo>
                    <a:pt x="15770" y="1684"/>
                  </a:lnTo>
                  <a:cubicBezTo>
                    <a:pt x="15713" y="1579"/>
                    <a:pt x="15713" y="1473"/>
                    <a:pt x="15770" y="1457"/>
                  </a:cubicBezTo>
                  <a:cubicBezTo>
                    <a:pt x="15827" y="1336"/>
                    <a:pt x="15827" y="849"/>
                    <a:pt x="15778" y="663"/>
                  </a:cubicBezTo>
                  <a:lnTo>
                    <a:pt x="15778" y="436"/>
                  </a:lnTo>
                  <a:cubicBezTo>
                    <a:pt x="15932" y="379"/>
                    <a:pt x="15972" y="176"/>
                    <a:pt x="15851" y="63"/>
                  </a:cubicBezTo>
                  <a:cubicBezTo>
                    <a:pt x="15806" y="21"/>
                    <a:pt x="15751" y="1"/>
                    <a:pt x="15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2"/>
            <p:cNvSpPr/>
            <p:nvPr/>
          </p:nvSpPr>
          <p:spPr>
            <a:xfrm>
              <a:off x="7142379" y="2733359"/>
              <a:ext cx="145278" cy="114716"/>
            </a:xfrm>
            <a:custGeom>
              <a:avLst/>
              <a:gdLst/>
              <a:ahLst/>
              <a:cxnLst/>
              <a:rect l="l" t="t" r="r" b="b"/>
              <a:pathLst>
                <a:path w="8428" h="6655" extrusionOk="0">
                  <a:moveTo>
                    <a:pt x="7605" y="0"/>
                  </a:moveTo>
                  <a:cubicBezTo>
                    <a:pt x="7597" y="8"/>
                    <a:pt x="7630" y="57"/>
                    <a:pt x="7662" y="106"/>
                  </a:cubicBezTo>
                  <a:lnTo>
                    <a:pt x="7670" y="97"/>
                  </a:lnTo>
                  <a:cubicBezTo>
                    <a:pt x="7654" y="65"/>
                    <a:pt x="7638" y="24"/>
                    <a:pt x="7613" y="0"/>
                  </a:cubicBezTo>
                  <a:close/>
                  <a:moveTo>
                    <a:pt x="8084" y="705"/>
                  </a:moveTo>
                  <a:lnTo>
                    <a:pt x="8124" y="746"/>
                  </a:lnTo>
                  <a:cubicBezTo>
                    <a:pt x="8157" y="795"/>
                    <a:pt x="8148" y="803"/>
                    <a:pt x="8140" y="811"/>
                  </a:cubicBezTo>
                  <a:cubicBezTo>
                    <a:pt x="8132" y="811"/>
                    <a:pt x="8132" y="811"/>
                    <a:pt x="8092" y="770"/>
                  </a:cubicBezTo>
                  <a:cubicBezTo>
                    <a:pt x="8092" y="770"/>
                    <a:pt x="8075" y="714"/>
                    <a:pt x="8084" y="705"/>
                  </a:cubicBezTo>
                  <a:close/>
                  <a:moveTo>
                    <a:pt x="7889" y="697"/>
                  </a:moveTo>
                  <a:cubicBezTo>
                    <a:pt x="7897" y="697"/>
                    <a:pt x="7946" y="738"/>
                    <a:pt x="7978" y="778"/>
                  </a:cubicBezTo>
                  <a:cubicBezTo>
                    <a:pt x="8051" y="868"/>
                    <a:pt x="8051" y="868"/>
                    <a:pt x="8035" y="876"/>
                  </a:cubicBezTo>
                  <a:cubicBezTo>
                    <a:pt x="8029" y="879"/>
                    <a:pt x="8024" y="882"/>
                    <a:pt x="8018" y="882"/>
                  </a:cubicBezTo>
                  <a:cubicBezTo>
                    <a:pt x="8009" y="882"/>
                    <a:pt x="7998" y="874"/>
                    <a:pt x="7978" y="843"/>
                  </a:cubicBezTo>
                  <a:lnTo>
                    <a:pt x="7986" y="835"/>
                  </a:lnTo>
                  <a:cubicBezTo>
                    <a:pt x="7996" y="850"/>
                    <a:pt x="8001" y="856"/>
                    <a:pt x="8003" y="856"/>
                  </a:cubicBezTo>
                  <a:cubicBezTo>
                    <a:pt x="8006" y="856"/>
                    <a:pt x="7988" y="823"/>
                    <a:pt x="7954" y="795"/>
                  </a:cubicBezTo>
                  <a:lnTo>
                    <a:pt x="7889" y="697"/>
                  </a:lnTo>
                  <a:close/>
                  <a:moveTo>
                    <a:pt x="7201" y="960"/>
                  </a:moveTo>
                  <a:cubicBezTo>
                    <a:pt x="7194" y="960"/>
                    <a:pt x="7186" y="966"/>
                    <a:pt x="7176" y="973"/>
                  </a:cubicBezTo>
                  <a:cubicBezTo>
                    <a:pt x="7167" y="981"/>
                    <a:pt x="7192" y="1030"/>
                    <a:pt x="7192" y="1030"/>
                  </a:cubicBezTo>
                  <a:cubicBezTo>
                    <a:pt x="7212" y="1060"/>
                    <a:pt x="7223" y="1068"/>
                    <a:pt x="7230" y="1068"/>
                  </a:cubicBezTo>
                  <a:cubicBezTo>
                    <a:pt x="7234" y="1068"/>
                    <a:pt x="7237" y="1065"/>
                    <a:pt x="7240" y="1062"/>
                  </a:cubicBezTo>
                  <a:cubicBezTo>
                    <a:pt x="7253" y="1070"/>
                    <a:pt x="7262" y="1073"/>
                    <a:pt x="7267" y="1073"/>
                  </a:cubicBezTo>
                  <a:cubicBezTo>
                    <a:pt x="7286" y="1073"/>
                    <a:pt x="7266" y="1035"/>
                    <a:pt x="7240" y="997"/>
                  </a:cubicBezTo>
                  <a:cubicBezTo>
                    <a:pt x="7222" y="970"/>
                    <a:pt x="7211" y="960"/>
                    <a:pt x="7201" y="960"/>
                  </a:cubicBezTo>
                  <a:close/>
                  <a:moveTo>
                    <a:pt x="7330" y="1005"/>
                  </a:moveTo>
                  <a:cubicBezTo>
                    <a:pt x="7362" y="1054"/>
                    <a:pt x="7378" y="1111"/>
                    <a:pt x="7370" y="1119"/>
                  </a:cubicBezTo>
                  <a:cubicBezTo>
                    <a:pt x="7354" y="1119"/>
                    <a:pt x="7321" y="1078"/>
                    <a:pt x="7313" y="1014"/>
                  </a:cubicBezTo>
                  <a:lnTo>
                    <a:pt x="7330" y="1005"/>
                  </a:lnTo>
                  <a:close/>
                  <a:moveTo>
                    <a:pt x="8124" y="1087"/>
                  </a:moveTo>
                  <a:cubicBezTo>
                    <a:pt x="8147" y="1121"/>
                    <a:pt x="8154" y="1131"/>
                    <a:pt x="8159" y="1131"/>
                  </a:cubicBezTo>
                  <a:cubicBezTo>
                    <a:pt x="8161" y="1131"/>
                    <a:pt x="8162" y="1129"/>
                    <a:pt x="8165" y="1127"/>
                  </a:cubicBezTo>
                  <a:lnTo>
                    <a:pt x="8181" y="1119"/>
                  </a:lnTo>
                  <a:lnTo>
                    <a:pt x="8132" y="1087"/>
                  </a:lnTo>
                  <a:close/>
                  <a:moveTo>
                    <a:pt x="5238" y="1126"/>
                  </a:moveTo>
                  <a:cubicBezTo>
                    <a:pt x="5233" y="1126"/>
                    <a:pt x="5243" y="1151"/>
                    <a:pt x="5278" y="1216"/>
                  </a:cubicBezTo>
                  <a:cubicBezTo>
                    <a:pt x="5301" y="1244"/>
                    <a:pt x="5308" y="1253"/>
                    <a:pt x="5312" y="1253"/>
                  </a:cubicBezTo>
                  <a:cubicBezTo>
                    <a:pt x="5315" y="1253"/>
                    <a:pt x="5316" y="1251"/>
                    <a:pt x="5319" y="1249"/>
                  </a:cubicBezTo>
                  <a:cubicBezTo>
                    <a:pt x="5303" y="1216"/>
                    <a:pt x="5286" y="1184"/>
                    <a:pt x="5262" y="1151"/>
                  </a:cubicBezTo>
                  <a:cubicBezTo>
                    <a:pt x="5250" y="1136"/>
                    <a:pt x="5241" y="1126"/>
                    <a:pt x="5238" y="1126"/>
                  </a:cubicBezTo>
                  <a:close/>
                  <a:moveTo>
                    <a:pt x="6859" y="1387"/>
                  </a:moveTo>
                  <a:lnTo>
                    <a:pt x="6900" y="1492"/>
                  </a:lnTo>
                  <a:cubicBezTo>
                    <a:pt x="6945" y="1578"/>
                    <a:pt x="6965" y="1616"/>
                    <a:pt x="6963" y="1616"/>
                  </a:cubicBezTo>
                  <a:cubicBezTo>
                    <a:pt x="6961" y="1616"/>
                    <a:pt x="6945" y="1592"/>
                    <a:pt x="6916" y="1549"/>
                  </a:cubicBezTo>
                  <a:cubicBezTo>
                    <a:pt x="6876" y="1508"/>
                    <a:pt x="6851" y="1460"/>
                    <a:pt x="6835" y="1403"/>
                  </a:cubicBezTo>
                  <a:lnTo>
                    <a:pt x="6859" y="1387"/>
                  </a:lnTo>
                  <a:close/>
                  <a:moveTo>
                    <a:pt x="7005" y="1557"/>
                  </a:moveTo>
                  <a:lnTo>
                    <a:pt x="7054" y="1597"/>
                  </a:lnTo>
                  <a:cubicBezTo>
                    <a:pt x="7086" y="1646"/>
                    <a:pt x="7070" y="1654"/>
                    <a:pt x="7062" y="1654"/>
                  </a:cubicBezTo>
                  <a:lnTo>
                    <a:pt x="7030" y="1614"/>
                  </a:lnTo>
                  <a:lnTo>
                    <a:pt x="7005" y="1557"/>
                  </a:lnTo>
                  <a:close/>
                  <a:moveTo>
                    <a:pt x="6300" y="1659"/>
                  </a:moveTo>
                  <a:cubicBezTo>
                    <a:pt x="6302" y="1659"/>
                    <a:pt x="6307" y="1664"/>
                    <a:pt x="6316" y="1678"/>
                  </a:cubicBezTo>
                  <a:cubicBezTo>
                    <a:pt x="6317" y="1678"/>
                    <a:pt x="6317" y="1678"/>
                    <a:pt x="6318" y="1678"/>
                  </a:cubicBezTo>
                  <a:cubicBezTo>
                    <a:pt x="6326" y="1678"/>
                    <a:pt x="6340" y="1735"/>
                    <a:pt x="6332" y="1735"/>
                  </a:cubicBezTo>
                  <a:lnTo>
                    <a:pt x="6300" y="1695"/>
                  </a:lnTo>
                  <a:cubicBezTo>
                    <a:pt x="6306" y="1689"/>
                    <a:pt x="6295" y="1659"/>
                    <a:pt x="6300" y="1659"/>
                  </a:cubicBezTo>
                  <a:close/>
                  <a:moveTo>
                    <a:pt x="6576" y="1638"/>
                  </a:moveTo>
                  <a:cubicBezTo>
                    <a:pt x="6600" y="1670"/>
                    <a:pt x="6616" y="1703"/>
                    <a:pt x="6632" y="1743"/>
                  </a:cubicBezTo>
                  <a:lnTo>
                    <a:pt x="6624" y="1743"/>
                  </a:lnTo>
                  <a:cubicBezTo>
                    <a:pt x="6592" y="1703"/>
                    <a:pt x="6559" y="1654"/>
                    <a:pt x="6567" y="1646"/>
                  </a:cubicBezTo>
                  <a:lnTo>
                    <a:pt x="6576" y="1638"/>
                  </a:lnTo>
                  <a:close/>
                  <a:moveTo>
                    <a:pt x="6756" y="1726"/>
                  </a:moveTo>
                  <a:cubicBezTo>
                    <a:pt x="6765" y="1726"/>
                    <a:pt x="6790" y="1782"/>
                    <a:pt x="6843" y="1873"/>
                  </a:cubicBezTo>
                  <a:cubicBezTo>
                    <a:pt x="6850" y="1898"/>
                    <a:pt x="6854" y="1912"/>
                    <a:pt x="6852" y="1912"/>
                  </a:cubicBezTo>
                  <a:cubicBezTo>
                    <a:pt x="6849" y="1912"/>
                    <a:pt x="6835" y="1888"/>
                    <a:pt x="6803" y="1832"/>
                  </a:cubicBezTo>
                  <a:lnTo>
                    <a:pt x="6754" y="1727"/>
                  </a:lnTo>
                  <a:cubicBezTo>
                    <a:pt x="6754" y="1727"/>
                    <a:pt x="6755" y="1726"/>
                    <a:pt x="6756" y="1726"/>
                  </a:cubicBezTo>
                  <a:close/>
                  <a:moveTo>
                    <a:pt x="6405" y="1962"/>
                  </a:moveTo>
                  <a:cubicBezTo>
                    <a:pt x="6438" y="2011"/>
                    <a:pt x="6470" y="2051"/>
                    <a:pt x="6462" y="2059"/>
                  </a:cubicBezTo>
                  <a:cubicBezTo>
                    <a:pt x="6470" y="2077"/>
                    <a:pt x="6470" y="2085"/>
                    <a:pt x="6465" y="2085"/>
                  </a:cubicBezTo>
                  <a:cubicBezTo>
                    <a:pt x="6455" y="2085"/>
                    <a:pt x="6420" y="2045"/>
                    <a:pt x="6381" y="1978"/>
                  </a:cubicBezTo>
                  <a:lnTo>
                    <a:pt x="6405" y="1962"/>
                  </a:lnTo>
                  <a:close/>
                  <a:moveTo>
                    <a:pt x="6035" y="2002"/>
                  </a:moveTo>
                  <a:cubicBezTo>
                    <a:pt x="6047" y="2002"/>
                    <a:pt x="6081" y="2035"/>
                    <a:pt x="6081" y="2035"/>
                  </a:cubicBezTo>
                  <a:cubicBezTo>
                    <a:pt x="6113" y="2084"/>
                    <a:pt x="6105" y="2092"/>
                    <a:pt x="6105" y="2092"/>
                  </a:cubicBezTo>
                  <a:cubicBezTo>
                    <a:pt x="6103" y="2094"/>
                    <a:pt x="6100" y="2096"/>
                    <a:pt x="6097" y="2096"/>
                  </a:cubicBezTo>
                  <a:cubicBezTo>
                    <a:pt x="6090" y="2096"/>
                    <a:pt x="6079" y="2087"/>
                    <a:pt x="6057" y="2059"/>
                  </a:cubicBezTo>
                  <a:cubicBezTo>
                    <a:pt x="6057" y="2059"/>
                    <a:pt x="6024" y="2011"/>
                    <a:pt x="6032" y="2003"/>
                  </a:cubicBezTo>
                  <a:cubicBezTo>
                    <a:pt x="6033" y="2002"/>
                    <a:pt x="6034" y="2002"/>
                    <a:pt x="6035" y="2002"/>
                  </a:cubicBezTo>
                  <a:close/>
                  <a:moveTo>
                    <a:pt x="6340" y="2076"/>
                  </a:moveTo>
                  <a:lnTo>
                    <a:pt x="6381" y="2108"/>
                  </a:lnTo>
                  <a:lnTo>
                    <a:pt x="6373" y="2116"/>
                  </a:lnTo>
                  <a:cubicBezTo>
                    <a:pt x="6371" y="2119"/>
                    <a:pt x="6369" y="2120"/>
                    <a:pt x="6367" y="2120"/>
                  </a:cubicBezTo>
                  <a:cubicBezTo>
                    <a:pt x="6362" y="2120"/>
                    <a:pt x="6355" y="2110"/>
                    <a:pt x="6332" y="2076"/>
                  </a:cubicBezTo>
                  <a:close/>
                  <a:moveTo>
                    <a:pt x="6692" y="2083"/>
                  </a:moveTo>
                  <a:cubicBezTo>
                    <a:pt x="6691" y="2083"/>
                    <a:pt x="6715" y="2114"/>
                    <a:pt x="6738" y="2149"/>
                  </a:cubicBezTo>
                  <a:lnTo>
                    <a:pt x="6705" y="2100"/>
                  </a:lnTo>
                  <a:cubicBezTo>
                    <a:pt x="6696" y="2088"/>
                    <a:pt x="6692" y="2083"/>
                    <a:pt x="6692" y="2083"/>
                  </a:cubicBezTo>
                  <a:close/>
                  <a:moveTo>
                    <a:pt x="5867" y="2149"/>
                  </a:moveTo>
                  <a:lnTo>
                    <a:pt x="5867" y="2149"/>
                  </a:lnTo>
                  <a:cubicBezTo>
                    <a:pt x="5873" y="2149"/>
                    <a:pt x="5892" y="2165"/>
                    <a:pt x="5903" y="2165"/>
                  </a:cubicBezTo>
                  <a:cubicBezTo>
                    <a:pt x="5943" y="2197"/>
                    <a:pt x="5943" y="2197"/>
                    <a:pt x="5919" y="2214"/>
                  </a:cubicBezTo>
                  <a:cubicBezTo>
                    <a:pt x="5918" y="2214"/>
                    <a:pt x="5917" y="2214"/>
                    <a:pt x="5917" y="2214"/>
                  </a:cubicBezTo>
                  <a:cubicBezTo>
                    <a:pt x="5906" y="2214"/>
                    <a:pt x="5878" y="2173"/>
                    <a:pt x="5878" y="2173"/>
                  </a:cubicBezTo>
                  <a:cubicBezTo>
                    <a:pt x="5866" y="2155"/>
                    <a:pt x="5864" y="2149"/>
                    <a:pt x="5867" y="2149"/>
                  </a:cubicBezTo>
                  <a:close/>
                  <a:moveTo>
                    <a:pt x="5586" y="2230"/>
                  </a:moveTo>
                  <a:lnTo>
                    <a:pt x="5586" y="2230"/>
                  </a:lnTo>
                  <a:cubicBezTo>
                    <a:pt x="5598" y="2247"/>
                    <a:pt x="5600" y="2253"/>
                    <a:pt x="5599" y="2253"/>
                  </a:cubicBezTo>
                  <a:cubicBezTo>
                    <a:pt x="5596" y="2253"/>
                    <a:pt x="5581" y="2235"/>
                    <a:pt x="5586" y="2230"/>
                  </a:cubicBezTo>
                  <a:close/>
                  <a:moveTo>
                    <a:pt x="6300" y="2238"/>
                  </a:moveTo>
                  <a:cubicBezTo>
                    <a:pt x="6292" y="2246"/>
                    <a:pt x="6324" y="2287"/>
                    <a:pt x="6324" y="2287"/>
                  </a:cubicBezTo>
                  <a:cubicBezTo>
                    <a:pt x="6324" y="2287"/>
                    <a:pt x="6352" y="2328"/>
                    <a:pt x="6362" y="2328"/>
                  </a:cubicBezTo>
                  <a:cubicBezTo>
                    <a:pt x="6363" y="2328"/>
                    <a:pt x="6364" y="2328"/>
                    <a:pt x="6365" y="2327"/>
                  </a:cubicBezTo>
                  <a:lnTo>
                    <a:pt x="6373" y="2319"/>
                  </a:lnTo>
                  <a:cubicBezTo>
                    <a:pt x="6349" y="2295"/>
                    <a:pt x="6324" y="2262"/>
                    <a:pt x="6300" y="2238"/>
                  </a:cubicBezTo>
                  <a:close/>
                  <a:moveTo>
                    <a:pt x="5635" y="2400"/>
                  </a:moveTo>
                  <a:lnTo>
                    <a:pt x="5635" y="2400"/>
                  </a:lnTo>
                  <a:cubicBezTo>
                    <a:pt x="5647" y="2418"/>
                    <a:pt x="5649" y="2424"/>
                    <a:pt x="5647" y="2424"/>
                  </a:cubicBezTo>
                  <a:cubicBezTo>
                    <a:pt x="5645" y="2424"/>
                    <a:pt x="5630" y="2405"/>
                    <a:pt x="5635" y="2400"/>
                  </a:cubicBezTo>
                  <a:close/>
                  <a:moveTo>
                    <a:pt x="5757" y="2327"/>
                  </a:moveTo>
                  <a:cubicBezTo>
                    <a:pt x="5781" y="2351"/>
                    <a:pt x="5813" y="2376"/>
                    <a:pt x="5830" y="2408"/>
                  </a:cubicBezTo>
                  <a:cubicBezTo>
                    <a:pt x="5844" y="2430"/>
                    <a:pt x="5851" y="2444"/>
                    <a:pt x="5846" y="2444"/>
                  </a:cubicBezTo>
                  <a:cubicBezTo>
                    <a:pt x="5841" y="2444"/>
                    <a:pt x="5821" y="2424"/>
                    <a:pt x="5781" y="2376"/>
                  </a:cubicBezTo>
                  <a:cubicBezTo>
                    <a:pt x="5749" y="2327"/>
                    <a:pt x="5749" y="2327"/>
                    <a:pt x="5757" y="2327"/>
                  </a:cubicBezTo>
                  <a:close/>
                  <a:moveTo>
                    <a:pt x="5684" y="2368"/>
                  </a:moveTo>
                  <a:lnTo>
                    <a:pt x="5732" y="2408"/>
                  </a:lnTo>
                  <a:lnTo>
                    <a:pt x="5757" y="2465"/>
                  </a:lnTo>
                  <a:lnTo>
                    <a:pt x="5740" y="2465"/>
                  </a:lnTo>
                  <a:cubicBezTo>
                    <a:pt x="5708" y="2424"/>
                    <a:pt x="5676" y="2376"/>
                    <a:pt x="5684" y="2368"/>
                  </a:cubicBezTo>
                  <a:close/>
                  <a:moveTo>
                    <a:pt x="6397" y="2716"/>
                  </a:moveTo>
                  <a:lnTo>
                    <a:pt x="6381" y="2732"/>
                  </a:lnTo>
                  <a:cubicBezTo>
                    <a:pt x="6403" y="2760"/>
                    <a:pt x="6410" y="2769"/>
                    <a:pt x="6415" y="2769"/>
                  </a:cubicBezTo>
                  <a:cubicBezTo>
                    <a:pt x="6417" y="2769"/>
                    <a:pt x="6419" y="2767"/>
                    <a:pt x="6422" y="2765"/>
                  </a:cubicBezTo>
                  <a:cubicBezTo>
                    <a:pt x="6438" y="2757"/>
                    <a:pt x="6438" y="2757"/>
                    <a:pt x="6397" y="2716"/>
                  </a:cubicBezTo>
                  <a:close/>
                  <a:moveTo>
                    <a:pt x="4986" y="2700"/>
                  </a:moveTo>
                  <a:lnTo>
                    <a:pt x="5035" y="2741"/>
                  </a:lnTo>
                  <a:lnTo>
                    <a:pt x="5051" y="2789"/>
                  </a:lnTo>
                  <a:lnTo>
                    <a:pt x="5043" y="2797"/>
                  </a:lnTo>
                  <a:cubicBezTo>
                    <a:pt x="5011" y="2749"/>
                    <a:pt x="4978" y="2708"/>
                    <a:pt x="4986" y="2700"/>
                  </a:cubicBezTo>
                  <a:close/>
                  <a:moveTo>
                    <a:pt x="4753" y="2854"/>
                  </a:moveTo>
                  <a:cubicBezTo>
                    <a:pt x="4772" y="2854"/>
                    <a:pt x="4826" y="2945"/>
                    <a:pt x="4857" y="2992"/>
                  </a:cubicBezTo>
                  <a:cubicBezTo>
                    <a:pt x="4852" y="2994"/>
                    <a:pt x="4849" y="2996"/>
                    <a:pt x="4846" y="2996"/>
                  </a:cubicBezTo>
                  <a:cubicBezTo>
                    <a:pt x="4838" y="2996"/>
                    <a:pt x="4831" y="2986"/>
                    <a:pt x="4808" y="2951"/>
                  </a:cubicBezTo>
                  <a:cubicBezTo>
                    <a:pt x="4792" y="2919"/>
                    <a:pt x="4768" y="2886"/>
                    <a:pt x="4751" y="2854"/>
                  </a:cubicBezTo>
                  <a:cubicBezTo>
                    <a:pt x="4752" y="2854"/>
                    <a:pt x="4753" y="2854"/>
                    <a:pt x="4753" y="2854"/>
                  </a:cubicBezTo>
                  <a:close/>
                  <a:moveTo>
                    <a:pt x="4524" y="3138"/>
                  </a:moveTo>
                  <a:lnTo>
                    <a:pt x="4573" y="3178"/>
                  </a:lnTo>
                  <a:lnTo>
                    <a:pt x="4597" y="3235"/>
                  </a:lnTo>
                  <a:lnTo>
                    <a:pt x="4581" y="3243"/>
                  </a:lnTo>
                  <a:cubicBezTo>
                    <a:pt x="4549" y="3195"/>
                    <a:pt x="4516" y="3146"/>
                    <a:pt x="4524" y="3138"/>
                  </a:cubicBezTo>
                  <a:close/>
                  <a:moveTo>
                    <a:pt x="4865" y="3324"/>
                  </a:moveTo>
                  <a:cubicBezTo>
                    <a:pt x="4881" y="3357"/>
                    <a:pt x="4905" y="3389"/>
                    <a:pt x="4922" y="3422"/>
                  </a:cubicBezTo>
                  <a:lnTo>
                    <a:pt x="4913" y="3430"/>
                  </a:lnTo>
                  <a:cubicBezTo>
                    <a:pt x="4873" y="3389"/>
                    <a:pt x="4840" y="3341"/>
                    <a:pt x="4857" y="3332"/>
                  </a:cubicBezTo>
                  <a:lnTo>
                    <a:pt x="4865" y="3324"/>
                  </a:lnTo>
                  <a:close/>
                  <a:moveTo>
                    <a:pt x="3859" y="3592"/>
                  </a:moveTo>
                  <a:cubicBezTo>
                    <a:pt x="3900" y="3624"/>
                    <a:pt x="3924" y="3681"/>
                    <a:pt x="3908" y="3689"/>
                  </a:cubicBezTo>
                  <a:lnTo>
                    <a:pt x="3916" y="3689"/>
                  </a:lnTo>
                  <a:cubicBezTo>
                    <a:pt x="3909" y="3692"/>
                    <a:pt x="3904" y="3693"/>
                    <a:pt x="3899" y="3693"/>
                  </a:cubicBezTo>
                  <a:cubicBezTo>
                    <a:pt x="3889" y="3693"/>
                    <a:pt x="3882" y="3685"/>
                    <a:pt x="3859" y="3657"/>
                  </a:cubicBezTo>
                  <a:cubicBezTo>
                    <a:pt x="3827" y="3608"/>
                    <a:pt x="3843" y="3592"/>
                    <a:pt x="3859" y="3592"/>
                  </a:cubicBezTo>
                  <a:close/>
                  <a:moveTo>
                    <a:pt x="3487" y="3900"/>
                  </a:moveTo>
                  <a:cubicBezTo>
                    <a:pt x="3511" y="3932"/>
                    <a:pt x="3527" y="3965"/>
                    <a:pt x="3543" y="3997"/>
                  </a:cubicBezTo>
                  <a:lnTo>
                    <a:pt x="3535" y="4005"/>
                  </a:lnTo>
                  <a:cubicBezTo>
                    <a:pt x="3503" y="3957"/>
                    <a:pt x="3470" y="3916"/>
                    <a:pt x="3478" y="3908"/>
                  </a:cubicBezTo>
                  <a:lnTo>
                    <a:pt x="3487" y="3900"/>
                  </a:lnTo>
                  <a:close/>
                  <a:moveTo>
                    <a:pt x="2327" y="4670"/>
                  </a:moveTo>
                  <a:cubicBezTo>
                    <a:pt x="2317" y="4675"/>
                    <a:pt x="2330" y="4697"/>
                    <a:pt x="2334" y="4697"/>
                  </a:cubicBezTo>
                  <a:cubicBezTo>
                    <a:pt x="2336" y="4697"/>
                    <a:pt x="2336" y="4690"/>
                    <a:pt x="2327" y="4670"/>
                  </a:cubicBezTo>
                  <a:close/>
                  <a:moveTo>
                    <a:pt x="2516" y="4620"/>
                  </a:moveTo>
                  <a:cubicBezTo>
                    <a:pt x="2524" y="4620"/>
                    <a:pt x="2527" y="4633"/>
                    <a:pt x="2538" y="4670"/>
                  </a:cubicBezTo>
                  <a:cubicBezTo>
                    <a:pt x="2551" y="4697"/>
                    <a:pt x="2555" y="4711"/>
                    <a:pt x="2550" y="4711"/>
                  </a:cubicBezTo>
                  <a:cubicBezTo>
                    <a:pt x="2546" y="4711"/>
                    <a:pt x="2537" y="4701"/>
                    <a:pt x="2522" y="4678"/>
                  </a:cubicBezTo>
                  <a:cubicBezTo>
                    <a:pt x="2489" y="4630"/>
                    <a:pt x="2489" y="4630"/>
                    <a:pt x="2497" y="4630"/>
                  </a:cubicBezTo>
                  <a:cubicBezTo>
                    <a:pt x="2506" y="4624"/>
                    <a:pt x="2511" y="4620"/>
                    <a:pt x="2516" y="4620"/>
                  </a:cubicBezTo>
                  <a:close/>
                  <a:moveTo>
                    <a:pt x="2432" y="4670"/>
                  </a:moveTo>
                  <a:lnTo>
                    <a:pt x="2473" y="4711"/>
                  </a:lnTo>
                  <a:lnTo>
                    <a:pt x="2465" y="4719"/>
                  </a:lnTo>
                  <a:cubicBezTo>
                    <a:pt x="2463" y="4721"/>
                    <a:pt x="2461" y="4723"/>
                    <a:pt x="2459" y="4723"/>
                  </a:cubicBezTo>
                  <a:cubicBezTo>
                    <a:pt x="2454" y="4723"/>
                    <a:pt x="2447" y="4713"/>
                    <a:pt x="2424" y="4678"/>
                  </a:cubicBezTo>
                  <a:lnTo>
                    <a:pt x="2432" y="4670"/>
                  </a:lnTo>
                  <a:close/>
                  <a:moveTo>
                    <a:pt x="2335" y="4735"/>
                  </a:moveTo>
                  <a:lnTo>
                    <a:pt x="2376" y="4776"/>
                  </a:lnTo>
                  <a:lnTo>
                    <a:pt x="2368" y="4784"/>
                  </a:lnTo>
                  <a:cubicBezTo>
                    <a:pt x="2365" y="4786"/>
                    <a:pt x="2364" y="4788"/>
                    <a:pt x="2361" y="4788"/>
                  </a:cubicBezTo>
                  <a:cubicBezTo>
                    <a:pt x="2356" y="4788"/>
                    <a:pt x="2348" y="4778"/>
                    <a:pt x="2319" y="4743"/>
                  </a:cubicBezTo>
                  <a:lnTo>
                    <a:pt x="2335" y="4735"/>
                  </a:lnTo>
                  <a:close/>
                  <a:moveTo>
                    <a:pt x="2862" y="4727"/>
                  </a:moveTo>
                  <a:lnTo>
                    <a:pt x="2903" y="4767"/>
                  </a:lnTo>
                  <a:cubicBezTo>
                    <a:pt x="2935" y="4816"/>
                    <a:pt x="2927" y="4824"/>
                    <a:pt x="2927" y="4824"/>
                  </a:cubicBezTo>
                  <a:cubicBezTo>
                    <a:pt x="2919" y="4824"/>
                    <a:pt x="2919" y="4824"/>
                    <a:pt x="2878" y="4784"/>
                  </a:cubicBezTo>
                  <a:cubicBezTo>
                    <a:pt x="2878" y="4784"/>
                    <a:pt x="2846" y="4735"/>
                    <a:pt x="2862" y="4727"/>
                  </a:cubicBezTo>
                  <a:close/>
                  <a:moveTo>
                    <a:pt x="2270" y="4849"/>
                  </a:moveTo>
                  <a:cubicBezTo>
                    <a:pt x="2295" y="4873"/>
                    <a:pt x="2319" y="4905"/>
                    <a:pt x="2343" y="4938"/>
                  </a:cubicBezTo>
                  <a:lnTo>
                    <a:pt x="2335" y="4938"/>
                  </a:lnTo>
                  <a:cubicBezTo>
                    <a:pt x="2335" y="4938"/>
                    <a:pt x="2334" y="4939"/>
                    <a:pt x="2333" y="4939"/>
                  </a:cubicBezTo>
                  <a:cubicBezTo>
                    <a:pt x="2322" y="4939"/>
                    <a:pt x="2295" y="4897"/>
                    <a:pt x="2295" y="4897"/>
                  </a:cubicBezTo>
                  <a:cubicBezTo>
                    <a:pt x="2295" y="4897"/>
                    <a:pt x="2262" y="4857"/>
                    <a:pt x="2270" y="4849"/>
                  </a:cubicBezTo>
                  <a:close/>
                  <a:moveTo>
                    <a:pt x="2773" y="4849"/>
                  </a:moveTo>
                  <a:lnTo>
                    <a:pt x="2822" y="4889"/>
                  </a:lnTo>
                  <a:lnTo>
                    <a:pt x="2838" y="4946"/>
                  </a:lnTo>
                  <a:lnTo>
                    <a:pt x="2830" y="4954"/>
                  </a:lnTo>
                  <a:cubicBezTo>
                    <a:pt x="2797" y="4905"/>
                    <a:pt x="2765" y="4857"/>
                    <a:pt x="2773" y="4849"/>
                  </a:cubicBezTo>
                  <a:close/>
                  <a:moveTo>
                    <a:pt x="1873" y="5084"/>
                  </a:moveTo>
                  <a:cubicBezTo>
                    <a:pt x="1875" y="5084"/>
                    <a:pt x="1880" y="5088"/>
                    <a:pt x="1889" y="5100"/>
                  </a:cubicBezTo>
                  <a:lnTo>
                    <a:pt x="1922" y="5149"/>
                  </a:lnTo>
                  <a:cubicBezTo>
                    <a:pt x="1939" y="5184"/>
                    <a:pt x="1957" y="5224"/>
                    <a:pt x="1953" y="5224"/>
                  </a:cubicBezTo>
                  <a:cubicBezTo>
                    <a:pt x="1951" y="5224"/>
                    <a:pt x="1947" y="5218"/>
                    <a:pt x="1938" y="5205"/>
                  </a:cubicBezTo>
                  <a:cubicBezTo>
                    <a:pt x="1914" y="5173"/>
                    <a:pt x="1897" y="5140"/>
                    <a:pt x="1881" y="5108"/>
                  </a:cubicBezTo>
                  <a:cubicBezTo>
                    <a:pt x="1881" y="5108"/>
                    <a:pt x="1869" y="5084"/>
                    <a:pt x="1873" y="5084"/>
                  </a:cubicBezTo>
                  <a:close/>
                  <a:moveTo>
                    <a:pt x="1654" y="5457"/>
                  </a:moveTo>
                  <a:lnTo>
                    <a:pt x="1654" y="5457"/>
                  </a:lnTo>
                  <a:cubicBezTo>
                    <a:pt x="1662" y="5457"/>
                    <a:pt x="1735" y="5546"/>
                    <a:pt x="1743" y="5603"/>
                  </a:cubicBezTo>
                  <a:cubicBezTo>
                    <a:pt x="1741" y="5605"/>
                    <a:pt x="1739" y="5607"/>
                    <a:pt x="1737" y="5607"/>
                  </a:cubicBezTo>
                  <a:cubicBezTo>
                    <a:pt x="1733" y="5607"/>
                    <a:pt x="1726" y="5597"/>
                    <a:pt x="1703" y="5562"/>
                  </a:cubicBezTo>
                  <a:cubicBezTo>
                    <a:pt x="1670" y="5521"/>
                    <a:pt x="1646" y="5465"/>
                    <a:pt x="1654" y="5457"/>
                  </a:cubicBezTo>
                  <a:close/>
                  <a:moveTo>
                    <a:pt x="307" y="6390"/>
                  </a:moveTo>
                  <a:cubicBezTo>
                    <a:pt x="309" y="6390"/>
                    <a:pt x="325" y="6414"/>
                    <a:pt x="357" y="6462"/>
                  </a:cubicBezTo>
                  <a:cubicBezTo>
                    <a:pt x="389" y="6503"/>
                    <a:pt x="422" y="6551"/>
                    <a:pt x="414" y="6559"/>
                  </a:cubicBezTo>
                  <a:cubicBezTo>
                    <a:pt x="429" y="6593"/>
                    <a:pt x="433" y="6607"/>
                    <a:pt x="430" y="6607"/>
                  </a:cubicBezTo>
                  <a:cubicBezTo>
                    <a:pt x="423" y="6607"/>
                    <a:pt x="382" y="6542"/>
                    <a:pt x="349" y="6470"/>
                  </a:cubicBezTo>
                  <a:cubicBezTo>
                    <a:pt x="320" y="6416"/>
                    <a:pt x="306" y="6390"/>
                    <a:pt x="307" y="6390"/>
                  </a:cubicBezTo>
                  <a:close/>
                  <a:moveTo>
                    <a:pt x="7902" y="372"/>
                  </a:moveTo>
                  <a:cubicBezTo>
                    <a:pt x="7899" y="372"/>
                    <a:pt x="7914" y="395"/>
                    <a:pt x="7954" y="454"/>
                  </a:cubicBezTo>
                  <a:cubicBezTo>
                    <a:pt x="7989" y="503"/>
                    <a:pt x="8001" y="530"/>
                    <a:pt x="7992" y="530"/>
                  </a:cubicBezTo>
                  <a:cubicBezTo>
                    <a:pt x="7984" y="530"/>
                    <a:pt x="7963" y="511"/>
                    <a:pt x="7930" y="470"/>
                  </a:cubicBezTo>
                  <a:lnTo>
                    <a:pt x="7905" y="487"/>
                  </a:lnTo>
                  <a:cubicBezTo>
                    <a:pt x="7897" y="495"/>
                    <a:pt x="7930" y="535"/>
                    <a:pt x="7962" y="584"/>
                  </a:cubicBezTo>
                  <a:cubicBezTo>
                    <a:pt x="8001" y="637"/>
                    <a:pt x="8016" y="659"/>
                    <a:pt x="8014" y="659"/>
                  </a:cubicBezTo>
                  <a:cubicBezTo>
                    <a:pt x="8012" y="659"/>
                    <a:pt x="8003" y="649"/>
                    <a:pt x="7986" y="633"/>
                  </a:cubicBezTo>
                  <a:cubicBezTo>
                    <a:pt x="7962" y="608"/>
                    <a:pt x="7930" y="584"/>
                    <a:pt x="7913" y="551"/>
                  </a:cubicBezTo>
                  <a:cubicBezTo>
                    <a:pt x="7893" y="521"/>
                    <a:pt x="7879" y="513"/>
                    <a:pt x="7870" y="513"/>
                  </a:cubicBezTo>
                  <a:cubicBezTo>
                    <a:pt x="7864" y="513"/>
                    <a:pt x="7860" y="516"/>
                    <a:pt x="7857" y="519"/>
                  </a:cubicBezTo>
                  <a:cubicBezTo>
                    <a:pt x="7848" y="527"/>
                    <a:pt x="7832" y="535"/>
                    <a:pt x="7865" y="584"/>
                  </a:cubicBezTo>
                  <a:lnTo>
                    <a:pt x="7832" y="535"/>
                  </a:lnTo>
                  <a:cubicBezTo>
                    <a:pt x="7831" y="536"/>
                    <a:pt x="7830" y="536"/>
                    <a:pt x="7828" y="536"/>
                  </a:cubicBezTo>
                  <a:cubicBezTo>
                    <a:pt x="7818" y="536"/>
                    <a:pt x="7804" y="521"/>
                    <a:pt x="7802" y="521"/>
                  </a:cubicBezTo>
                  <a:lnTo>
                    <a:pt x="7802" y="521"/>
                  </a:lnTo>
                  <a:cubicBezTo>
                    <a:pt x="7801" y="521"/>
                    <a:pt x="7805" y="527"/>
                    <a:pt x="7816" y="543"/>
                  </a:cubicBezTo>
                  <a:cubicBezTo>
                    <a:pt x="7816" y="543"/>
                    <a:pt x="7815" y="544"/>
                    <a:pt x="7812" y="544"/>
                  </a:cubicBezTo>
                  <a:cubicBezTo>
                    <a:pt x="7806" y="544"/>
                    <a:pt x="7792" y="541"/>
                    <a:pt x="7759" y="519"/>
                  </a:cubicBezTo>
                  <a:cubicBezTo>
                    <a:pt x="7752" y="515"/>
                    <a:pt x="7746" y="513"/>
                    <a:pt x="7742" y="513"/>
                  </a:cubicBezTo>
                  <a:cubicBezTo>
                    <a:pt x="7714" y="513"/>
                    <a:pt x="7754" y="601"/>
                    <a:pt x="7832" y="665"/>
                  </a:cubicBezTo>
                  <a:lnTo>
                    <a:pt x="7824" y="673"/>
                  </a:lnTo>
                  <a:cubicBezTo>
                    <a:pt x="7816" y="681"/>
                    <a:pt x="7848" y="730"/>
                    <a:pt x="7848" y="730"/>
                  </a:cubicBezTo>
                  <a:cubicBezTo>
                    <a:pt x="7881" y="770"/>
                    <a:pt x="7873" y="778"/>
                    <a:pt x="7865" y="787"/>
                  </a:cubicBezTo>
                  <a:cubicBezTo>
                    <a:pt x="7865" y="787"/>
                    <a:pt x="7832" y="738"/>
                    <a:pt x="7800" y="689"/>
                  </a:cubicBezTo>
                  <a:cubicBezTo>
                    <a:pt x="7750" y="612"/>
                    <a:pt x="7710" y="568"/>
                    <a:pt x="7701" y="568"/>
                  </a:cubicBezTo>
                  <a:cubicBezTo>
                    <a:pt x="7693" y="568"/>
                    <a:pt x="7704" y="596"/>
                    <a:pt x="7743" y="657"/>
                  </a:cubicBezTo>
                  <a:lnTo>
                    <a:pt x="7711" y="616"/>
                  </a:lnTo>
                  <a:cubicBezTo>
                    <a:pt x="7696" y="595"/>
                    <a:pt x="7687" y="584"/>
                    <a:pt x="7681" y="584"/>
                  </a:cubicBezTo>
                  <a:cubicBezTo>
                    <a:pt x="7674" y="584"/>
                    <a:pt x="7674" y="601"/>
                    <a:pt x="7678" y="633"/>
                  </a:cubicBezTo>
                  <a:cubicBezTo>
                    <a:pt x="7703" y="689"/>
                    <a:pt x="7727" y="738"/>
                    <a:pt x="7759" y="787"/>
                  </a:cubicBezTo>
                  <a:cubicBezTo>
                    <a:pt x="7792" y="827"/>
                    <a:pt x="7784" y="835"/>
                    <a:pt x="7784" y="835"/>
                  </a:cubicBezTo>
                  <a:cubicBezTo>
                    <a:pt x="7781" y="838"/>
                    <a:pt x="7780" y="839"/>
                    <a:pt x="7778" y="839"/>
                  </a:cubicBezTo>
                  <a:cubicBezTo>
                    <a:pt x="7773" y="839"/>
                    <a:pt x="7766" y="829"/>
                    <a:pt x="7743" y="795"/>
                  </a:cubicBezTo>
                  <a:cubicBezTo>
                    <a:pt x="7714" y="755"/>
                    <a:pt x="7693" y="736"/>
                    <a:pt x="7684" y="736"/>
                  </a:cubicBezTo>
                  <a:cubicBezTo>
                    <a:pt x="7673" y="736"/>
                    <a:pt x="7679" y="765"/>
                    <a:pt x="7711" y="819"/>
                  </a:cubicBezTo>
                  <a:lnTo>
                    <a:pt x="7678" y="770"/>
                  </a:lnTo>
                  <a:cubicBezTo>
                    <a:pt x="7659" y="742"/>
                    <a:pt x="7638" y="719"/>
                    <a:pt x="7620" y="719"/>
                  </a:cubicBezTo>
                  <a:cubicBezTo>
                    <a:pt x="7607" y="719"/>
                    <a:pt x="7596" y="732"/>
                    <a:pt x="7589" y="762"/>
                  </a:cubicBezTo>
                  <a:cubicBezTo>
                    <a:pt x="7566" y="776"/>
                    <a:pt x="7548" y="790"/>
                    <a:pt x="7529" y="790"/>
                  </a:cubicBezTo>
                  <a:cubicBezTo>
                    <a:pt x="7515" y="790"/>
                    <a:pt x="7501" y="783"/>
                    <a:pt x="7484" y="762"/>
                  </a:cubicBezTo>
                  <a:cubicBezTo>
                    <a:pt x="7479" y="755"/>
                    <a:pt x="7475" y="751"/>
                    <a:pt x="7473" y="751"/>
                  </a:cubicBezTo>
                  <a:lnTo>
                    <a:pt x="7473" y="751"/>
                  </a:lnTo>
                  <a:cubicBezTo>
                    <a:pt x="7462" y="751"/>
                    <a:pt x="7490" y="852"/>
                    <a:pt x="7524" y="941"/>
                  </a:cubicBezTo>
                  <a:cubicBezTo>
                    <a:pt x="7506" y="913"/>
                    <a:pt x="7495" y="904"/>
                    <a:pt x="7487" y="904"/>
                  </a:cubicBezTo>
                  <a:cubicBezTo>
                    <a:pt x="7480" y="904"/>
                    <a:pt x="7474" y="909"/>
                    <a:pt x="7467" y="916"/>
                  </a:cubicBezTo>
                  <a:cubicBezTo>
                    <a:pt x="7456" y="922"/>
                    <a:pt x="7448" y="926"/>
                    <a:pt x="7442" y="926"/>
                  </a:cubicBezTo>
                  <a:cubicBezTo>
                    <a:pt x="7431" y="926"/>
                    <a:pt x="7423" y="915"/>
                    <a:pt x="7403" y="884"/>
                  </a:cubicBezTo>
                  <a:cubicBezTo>
                    <a:pt x="7375" y="836"/>
                    <a:pt x="7361" y="812"/>
                    <a:pt x="7359" y="812"/>
                  </a:cubicBezTo>
                  <a:lnTo>
                    <a:pt x="7359" y="812"/>
                  </a:lnTo>
                  <a:cubicBezTo>
                    <a:pt x="7357" y="812"/>
                    <a:pt x="7370" y="838"/>
                    <a:pt x="7394" y="892"/>
                  </a:cubicBezTo>
                  <a:cubicBezTo>
                    <a:pt x="7420" y="935"/>
                    <a:pt x="7421" y="955"/>
                    <a:pt x="7409" y="955"/>
                  </a:cubicBezTo>
                  <a:cubicBezTo>
                    <a:pt x="7393" y="955"/>
                    <a:pt x="7357" y="925"/>
                    <a:pt x="7321" y="876"/>
                  </a:cubicBezTo>
                  <a:cubicBezTo>
                    <a:pt x="7301" y="845"/>
                    <a:pt x="7291" y="837"/>
                    <a:pt x="7279" y="837"/>
                  </a:cubicBezTo>
                  <a:cubicBezTo>
                    <a:pt x="7273" y="837"/>
                    <a:pt x="7266" y="840"/>
                    <a:pt x="7257" y="843"/>
                  </a:cubicBezTo>
                  <a:cubicBezTo>
                    <a:pt x="7281" y="900"/>
                    <a:pt x="7265" y="908"/>
                    <a:pt x="7240" y="924"/>
                  </a:cubicBezTo>
                  <a:cubicBezTo>
                    <a:pt x="7216" y="941"/>
                    <a:pt x="7216" y="941"/>
                    <a:pt x="7281" y="1038"/>
                  </a:cubicBezTo>
                  <a:cubicBezTo>
                    <a:pt x="7346" y="1127"/>
                    <a:pt x="7338" y="1135"/>
                    <a:pt x="7313" y="1151"/>
                  </a:cubicBezTo>
                  <a:cubicBezTo>
                    <a:pt x="7311" y="1151"/>
                    <a:pt x="7309" y="1152"/>
                    <a:pt x="7306" y="1152"/>
                  </a:cubicBezTo>
                  <a:cubicBezTo>
                    <a:pt x="7299" y="1152"/>
                    <a:pt x="7288" y="1148"/>
                    <a:pt x="7265" y="1119"/>
                  </a:cubicBezTo>
                  <a:cubicBezTo>
                    <a:pt x="7265" y="1119"/>
                    <a:pt x="7224" y="1078"/>
                    <a:pt x="7208" y="1078"/>
                  </a:cubicBezTo>
                  <a:cubicBezTo>
                    <a:pt x="7205" y="1082"/>
                    <a:pt x="7202" y="1085"/>
                    <a:pt x="7197" y="1085"/>
                  </a:cubicBezTo>
                  <a:cubicBezTo>
                    <a:pt x="7190" y="1085"/>
                    <a:pt x="7179" y="1076"/>
                    <a:pt x="7159" y="1046"/>
                  </a:cubicBezTo>
                  <a:cubicBezTo>
                    <a:pt x="7159" y="1046"/>
                    <a:pt x="7131" y="1018"/>
                    <a:pt x="7108" y="1018"/>
                  </a:cubicBezTo>
                  <a:cubicBezTo>
                    <a:pt x="7103" y="1018"/>
                    <a:pt x="7099" y="1019"/>
                    <a:pt x="7094" y="1022"/>
                  </a:cubicBezTo>
                  <a:cubicBezTo>
                    <a:pt x="7087" y="1029"/>
                    <a:pt x="7078" y="1035"/>
                    <a:pt x="7067" y="1035"/>
                  </a:cubicBezTo>
                  <a:cubicBezTo>
                    <a:pt x="7054" y="1035"/>
                    <a:pt x="7039" y="1027"/>
                    <a:pt x="7021" y="1005"/>
                  </a:cubicBezTo>
                  <a:cubicBezTo>
                    <a:pt x="7013" y="1005"/>
                    <a:pt x="7013" y="1005"/>
                    <a:pt x="7046" y="1054"/>
                  </a:cubicBezTo>
                  <a:cubicBezTo>
                    <a:pt x="7074" y="1096"/>
                    <a:pt x="7096" y="1138"/>
                    <a:pt x="7054" y="1138"/>
                  </a:cubicBezTo>
                  <a:cubicBezTo>
                    <a:pt x="7047" y="1138"/>
                    <a:pt x="7039" y="1137"/>
                    <a:pt x="7030" y="1135"/>
                  </a:cubicBezTo>
                  <a:cubicBezTo>
                    <a:pt x="7013" y="1143"/>
                    <a:pt x="6981" y="1168"/>
                    <a:pt x="7013" y="1208"/>
                  </a:cubicBezTo>
                  <a:cubicBezTo>
                    <a:pt x="7011" y="1211"/>
                    <a:pt x="7009" y="1212"/>
                    <a:pt x="7007" y="1212"/>
                  </a:cubicBezTo>
                  <a:cubicBezTo>
                    <a:pt x="7002" y="1212"/>
                    <a:pt x="6995" y="1204"/>
                    <a:pt x="6973" y="1176"/>
                  </a:cubicBezTo>
                  <a:cubicBezTo>
                    <a:pt x="6944" y="1132"/>
                    <a:pt x="6924" y="1111"/>
                    <a:pt x="6916" y="1111"/>
                  </a:cubicBezTo>
                  <a:cubicBezTo>
                    <a:pt x="6905" y="1111"/>
                    <a:pt x="6910" y="1142"/>
                    <a:pt x="6932" y="1200"/>
                  </a:cubicBezTo>
                  <a:cubicBezTo>
                    <a:pt x="6950" y="1222"/>
                    <a:pt x="6956" y="1235"/>
                    <a:pt x="6950" y="1235"/>
                  </a:cubicBezTo>
                  <a:cubicBezTo>
                    <a:pt x="6946" y="1235"/>
                    <a:pt x="6934" y="1226"/>
                    <a:pt x="6916" y="1208"/>
                  </a:cubicBezTo>
                  <a:lnTo>
                    <a:pt x="6916" y="1208"/>
                  </a:lnTo>
                  <a:cubicBezTo>
                    <a:pt x="6916" y="1208"/>
                    <a:pt x="6908" y="1216"/>
                    <a:pt x="6932" y="1273"/>
                  </a:cubicBezTo>
                  <a:cubicBezTo>
                    <a:pt x="6946" y="1300"/>
                    <a:pt x="6949" y="1312"/>
                    <a:pt x="6942" y="1312"/>
                  </a:cubicBezTo>
                  <a:cubicBezTo>
                    <a:pt x="6935" y="1312"/>
                    <a:pt x="6922" y="1304"/>
                    <a:pt x="6900" y="1289"/>
                  </a:cubicBezTo>
                  <a:cubicBezTo>
                    <a:pt x="6880" y="1259"/>
                    <a:pt x="6869" y="1251"/>
                    <a:pt x="6862" y="1251"/>
                  </a:cubicBezTo>
                  <a:cubicBezTo>
                    <a:pt x="6857" y="1251"/>
                    <a:pt x="6854" y="1254"/>
                    <a:pt x="6851" y="1257"/>
                  </a:cubicBezTo>
                  <a:cubicBezTo>
                    <a:pt x="6858" y="1302"/>
                    <a:pt x="6792" y="1358"/>
                    <a:pt x="6744" y="1358"/>
                  </a:cubicBezTo>
                  <a:cubicBezTo>
                    <a:pt x="6732" y="1358"/>
                    <a:pt x="6722" y="1354"/>
                    <a:pt x="6713" y="1346"/>
                  </a:cubicBezTo>
                  <a:lnTo>
                    <a:pt x="6713" y="1346"/>
                  </a:lnTo>
                  <a:cubicBezTo>
                    <a:pt x="6738" y="1403"/>
                    <a:pt x="6738" y="1403"/>
                    <a:pt x="6722" y="1403"/>
                  </a:cubicBezTo>
                  <a:cubicBezTo>
                    <a:pt x="6696" y="1374"/>
                    <a:pt x="6682" y="1362"/>
                    <a:pt x="6678" y="1362"/>
                  </a:cubicBezTo>
                  <a:lnTo>
                    <a:pt x="6678" y="1362"/>
                  </a:lnTo>
                  <a:cubicBezTo>
                    <a:pt x="6671" y="1362"/>
                    <a:pt x="6696" y="1404"/>
                    <a:pt x="6738" y="1468"/>
                  </a:cubicBezTo>
                  <a:lnTo>
                    <a:pt x="6746" y="1460"/>
                  </a:lnTo>
                  <a:lnTo>
                    <a:pt x="6762" y="1451"/>
                  </a:lnTo>
                  <a:cubicBezTo>
                    <a:pt x="6794" y="1499"/>
                    <a:pt x="6802" y="1527"/>
                    <a:pt x="6791" y="1527"/>
                  </a:cubicBezTo>
                  <a:cubicBezTo>
                    <a:pt x="6779" y="1527"/>
                    <a:pt x="6747" y="1497"/>
                    <a:pt x="6697" y="1427"/>
                  </a:cubicBezTo>
                  <a:cubicBezTo>
                    <a:pt x="6658" y="1383"/>
                    <a:pt x="6637" y="1361"/>
                    <a:pt x="6634" y="1361"/>
                  </a:cubicBezTo>
                  <a:lnTo>
                    <a:pt x="6634" y="1361"/>
                  </a:lnTo>
                  <a:cubicBezTo>
                    <a:pt x="6630" y="1361"/>
                    <a:pt x="6644" y="1385"/>
                    <a:pt x="6673" y="1435"/>
                  </a:cubicBezTo>
                  <a:cubicBezTo>
                    <a:pt x="6703" y="1491"/>
                    <a:pt x="6715" y="1518"/>
                    <a:pt x="6708" y="1518"/>
                  </a:cubicBezTo>
                  <a:cubicBezTo>
                    <a:pt x="6703" y="1518"/>
                    <a:pt x="6683" y="1497"/>
                    <a:pt x="6649" y="1460"/>
                  </a:cubicBezTo>
                  <a:cubicBezTo>
                    <a:pt x="6617" y="1412"/>
                    <a:pt x="6601" y="1388"/>
                    <a:pt x="6599" y="1388"/>
                  </a:cubicBezTo>
                  <a:lnTo>
                    <a:pt x="6599" y="1388"/>
                  </a:lnTo>
                  <a:cubicBezTo>
                    <a:pt x="6597" y="1388"/>
                    <a:pt x="6611" y="1414"/>
                    <a:pt x="6640" y="1468"/>
                  </a:cubicBezTo>
                  <a:cubicBezTo>
                    <a:pt x="6702" y="1582"/>
                    <a:pt x="6731" y="1652"/>
                    <a:pt x="6717" y="1652"/>
                  </a:cubicBezTo>
                  <a:cubicBezTo>
                    <a:pt x="6708" y="1652"/>
                    <a:pt x="6678" y="1617"/>
                    <a:pt x="6624" y="1541"/>
                  </a:cubicBezTo>
                  <a:cubicBezTo>
                    <a:pt x="6565" y="1459"/>
                    <a:pt x="6519" y="1418"/>
                    <a:pt x="6505" y="1418"/>
                  </a:cubicBezTo>
                  <a:cubicBezTo>
                    <a:pt x="6504" y="1418"/>
                    <a:pt x="6503" y="1418"/>
                    <a:pt x="6503" y="1419"/>
                  </a:cubicBezTo>
                  <a:cubicBezTo>
                    <a:pt x="6494" y="1427"/>
                    <a:pt x="6527" y="1468"/>
                    <a:pt x="6559" y="1516"/>
                  </a:cubicBezTo>
                  <a:cubicBezTo>
                    <a:pt x="6598" y="1563"/>
                    <a:pt x="6614" y="1585"/>
                    <a:pt x="6608" y="1585"/>
                  </a:cubicBezTo>
                  <a:cubicBezTo>
                    <a:pt x="6604" y="1585"/>
                    <a:pt x="6582" y="1567"/>
                    <a:pt x="6543" y="1532"/>
                  </a:cubicBezTo>
                  <a:cubicBezTo>
                    <a:pt x="6481" y="1474"/>
                    <a:pt x="6443" y="1447"/>
                    <a:pt x="6424" y="1447"/>
                  </a:cubicBezTo>
                  <a:cubicBezTo>
                    <a:pt x="6405" y="1447"/>
                    <a:pt x="6409" y="1478"/>
                    <a:pt x="6430" y="1532"/>
                  </a:cubicBezTo>
                  <a:cubicBezTo>
                    <a:pt x="6443" y="1600"/>
                    <a:pt x="6442" y="1635"/>
                    <a:pt x="6431" y="1635"/>
                  </a:cubicBezTo>
                  <a:cubicBezTo>
                    <a:pt x="6422" y="1635"/>
                    <a:pt x="6407" y="1612"/>
                    <a:pt x="6389" y="1565"/>
                  </a:cubicBezTo>
                  <a:cubicBezTo>
                    <a:pt x="6361" y="1504"/>
                    <a:pt x="6349" y="1478"/>
                    <a:pt x="6347" y="1478"/>
                  </a:cubicBezTo>
                  <a:lnTo>
                    <a:pt x="6347" y="1478"/>
                  </a:lnTo>
                  <a:cubicBezTo>
                    <a:pt x="6346" y="1478"/>
                    <a:pt x="6350" y="1492"/>
                    <a:pt x="6357" y="1516"/>
                  </a:cubicBezTo>
                  <a:lnTo>
                    <a:pt x="6308" y="1549"/>
                  </a:lnTo>
                  <a:cubicBezTo>
                    <a:pt x="6300" y="1557"/>
                    <a:pt x="6324" y="1605"/>
                    <a:pt x="6357" y="1654"/>
                  </a:cubicBezTo>
                  <a:cubicBezTo>
                    <a:pt x="6311" y="1604"/>
                    <a:pt x="6276" y="1572"/>
                    <a:pt x="6262" y="1572"/>
                  </a:cubicBezTo>
                  <a:cubicBezTo>
                    <a:pt x="6252" y="1572"/>
                    <a:pt x="6254" y="1592"/>
                    <a:pt x="6276" y="1638"/>
                  </a:cubicBezTo>
                  <a:lnTo>
                    <a:pt x="6251" y="1654"/>
                  </a:lnTo>
                  <a:cubicBezTo>
                    <a:pt x="6243" y="1662"/>
                    <a:pt x="6243" y="1662"/>
                    <a:pt x="6267" y="1711"/>
                  </a:cubicBezTo>
                  <a:cubicBezTo>
                    <a:pt x="6276" y="1731"/>
                    <a:pt x="6276" y="1739"/>
                    <a:pt x="6269" y="1739"/>
                  </a:cubicBezTo>
                  <a:cubicBezTo>
                    <a:pt x="6258" y="1739"/>
                    <a:pt x="6229" y="1713"/>
                    <a:pt x="6203" y="1687"/>
                  </a:cubicBezTo>
                  <a:cubicBezTo>
                    <a:pt x="6175" y="1659"/>
                    <a:pt x="6148" y="1632"/>
                    <a:pt x="6143" y="1632"/>
                  </a:cubicBezTo>
                  <a:lnTo>
                    <a:pt x="6143" y="1632"/>
                  </a:lnTo>
                  <a:cubicBezTo>
                    <a:pt x="6141" y="1632"/>
                    <a:pt x="6143" y="1638"/>
                    <a:pt x="6154" y="1654"/>
                  </a:cubicBezTo>
                  <a:cubicBezTo>
                    <a:pt x="6178" y="1703"/>
                    <a:pt x="6203" y="1751"/>
                    <a:pt x="6219" y="1808"/>
                  </a:cubicBezTo>
                  <a:cubicBezTo>
                    <a:pt x="6227" y="1827"/>
                    <a:pt x="6228" y="1835"/>
                    <a:pt x="6224" y="1835"/>
                  </a:cubicBezTo>
                  <a:cubicBezTo>
                    <a:pt x="6217" y="1835"/>
                    <a:pt x="6194" y="1805"/>
                    <a:pt x="6178" y="1768"/>
                  </a:cubicBezTo>
                  <a:cubicBezTo>
                    <a:pt x="6162" y="1735"/>
                    <a:pt x="6130" y="1711"/>
                    <a:pt x="6089" y="1687"/>
                  </a:cubicBezTo>
                  <a:lnTo>
                    <a:pt x="6089" y="1687"/>
                  </a:lnTo>
                  <a:cubicBezTo>
                    <a:pt x="6081" y="1695"/>
                    <a:pt x="6065" y="1711"/>
                    <a:pt x="6097" y="1760"/>
                  </a:cubicBezTo>
                  <a:cubicBezTo>
                    <a:pt x="6120" y="1788"/>
                    <a:pt x="6098" y="1817"/>
                    <a:pt x="6069" y="1817"/>
                  </a:cubicBezTo>
                  <a:cubicBezTo>
                    <a:pt x="6057" y="1817"/>
                    <a:pt x="6044" y="1812"/>
                    <a:pt x="6032" y="1800"/>
                  </a:cubicBezTo>
                  <a:lnTo>
                    <a:pt x="6008" y="1816"/>
                  </a:lnTo>
                  <a:cubicBezTo>
                    <a:pt x="6000" y="1824"/>
                    <a:pt x="6024" y="1873"/>
                    <a:pt x="6016" y="1881"/>
                  </a:cubicBezTo>
                  <a:cubicBezTo>
                    <a:pt x="6016" y="1881"/>
                    <a:pt x="6000" y="1889"/>
                    <a:pt x="6024" y="1938"/>
                  </a:cubicBezTo>
                  <a:cubicBezTo>
                    <a:pt x="6021" y="1941"/>
                    <a:pt x="6018" y="1944"/>
                    <a:pt x="6014" y="1944"/>
                  </a:cubicBezTo>
                  <a:cubicBezTo>
                    <a:pt x="6007" y="1944"/>
                    <a:pt x="5996" y="1936"/>
                    <a:pt x="5976" y="1905"/>
                  </a:cubicBezTo>
                  <a:lnTo>
                    <a:pt x="5976" y="1905"/>
                  </a:lnTo>
                  <a:cubicBezTo>
                    <a:pt x="6005" y="1956"/>
                    <a:pt x="6019" y="1981"/>
                    <a:pt x="6015" y="1981"/>
                  </a:cubicBezTo>
                  <a:cubicBezTo>
                    <a:pt x="6010" y="1981"/>
                    <a:pt x="5990" y="1960"/>
                    <a:pt x="5951" y="1922"/>
                  </a:cubicBezTo>
                  <a:cubicBezTo>
                    <a:pt x="5919" y="1873"/>
                    <a:pt x="5903" y="1849"/>
                    <a:pt x="5902" y="1849"/>
                  </a:cubicBezTo>
                  <a:lnTo>
                    <a:pt x="5902" y="1849"/>
                  </a:lnTo>
                  <a:cubicBezTo>
                    <a:pt x="5901" y="1849"/>
                    <a:pt x="5915" y="1873"/>
                    <a:pt x="5943" y="1922"/>
                  </a:cubicBezTo>
                  <a:cubicBezTo>
                    <a:pt x="5956" y="1952"/>
                    <a:pt x="5962" y="1967"/>
                    <a:pt x="5959" y="1967"/>
                  </a:cubicBezTo>
                  <a:cubicBezTo>
                    <a:pt x="5956" y="1967"/>
                    <a:pt x="5946" y="1956"/>
                    <a:pt x="5927" y="1938"/>
                  </a:cubicBezTo>
                  <a:cubicBezTo>
                    <a:pt x="5912" y="1916"/>
                    <a:pt x="5901" y="1905"/>
                    <a:pt x="5896" y="1905"/>
                  </a:cubicBezTo>
                  <a:cubicBezTo>
                    <a:pt x="5890" y="1905"/>
                    <a:pt x="5893" y="1920"/>
                    <a:pt x="5911" y="1946"/>
                  </a:cubicBezTo>
                  <a:cubicBezTo>
                    <a:pt x="5949" y="2011"/>
                    <a:pt x="5965" y="2061"/>
                    <a:pt x="5952" y="2061"/>
                  </a:cubicBezTo>
                  <a:cubicBezTo>
                    <a:pt x="5946" y="2061"/>
                    <a:pt x="5932" y="2049"/>
                    <a:pt x="5911" y="2019"/>
                  </a:cubicBezTo>
                  <a:lnTo>
                    <a:pt x="5911" y="2019"/>
                  </a:lnTo>
                  <a:cubicBezTo>
                    <a:pt x="5911" y="2019"/>
                    <a:pt x="5903" y="2027"/>
                    <a:pt x="5919" y="2076"/>
                  </a:cubicBezTo>
                  <a:cubicBezTo>
                    <a:pt x="5948" y="2125"/>
                    <a:pt x="5962" y="2150"/>
                    <a:pt x="5960" y="2150"/>
                  </a:cubicBezTo>
                  <a:cubicBezTo>
                    <a:pt x="5959" y="2150"/>
                    <a:pt x="5942" y="2127"/>
                    <a:pt x="5911" y="2084"/>
                  </a:cubicBezTo>
                  <a:cubicBezTo>
                    <a:pt x="5877" y="2042"/>
                    <a:pt x="5857" y="2022"/>
                    <a:pt x="5851" y="2022"/>
                  </a:cubicBezTo>
                  <a:lnTo>
                    <a:pt x="5851" y="2022"/>
                  </a:lnTo>
                  <a:cubicBezTo>
                    <a:pt x="5844" y="2022"/>
                    <a:pt x="5856" y="2048"/>
                    <a:pt x="5886" y="2100"/>
                  </a:cubicBezTo>
                  <a:cubicBezTo>
                    <a:pt x="5886" y="2100"/>
                    <a:pt x="5895" y="2131"/>
                    <a:pt x="5884" y="2131"/>
                  </a:cubicBezTo>
                  <a:cubicBezTo>
                    <a:pt x="5879" y="2131"/>
                    <a:pt x="5873" y="2127"/>
                    <a:pt x="5862" y="2116"/>
                  </a:cubicBezTo>
                  <a:cubicBezTo>
                    <a:pt x="5841" y="2102"/>
                    <a:pt x="5812" y="2093"/>
                    <a:pt x="5791" y="2093"/>
                  </a:cubicBezTo>
                  <a:cubicBezTo>
                    <a:pt x="5763" y="2093"/>
                    <a:pt x="5751" y="2110"/>
                    <a:pt x="5797" y="2157"/>
                  </a:cubicBezTo>
                  <a:lnTo>
                    <a:pt x="5773" y="2173"/>
                  </a:lnTo>
                  <a:cubicBezTo>
                    <a:pt x="5753" y="2160"/>
                    <a:pt x="5740" y="2154"/>
                    <a:pt x="5733" y="2154"/>
                  </a:cubicBezTo>
                  <a:cubicBezTo>
                    <a:pt x="5723" y="2154"/>
                    <a:pt x="5726" y="2168"/>
                    <a:pt x="5740" y="2197"/>
                  </a:cubicBezTo>
                  <a:lnTo>
                    <a:pt x="5757" y="2254"/>
                  </a:lnTo>
                  <a:cubicBezTo>
                    <a:pt x="5727" y="2210"/>
                    <a:pt x="5691" y="2172"/>
                    <a:pt x="5678" y="2172"/>
                  </a:cubicBezTo>
                  <a:cubicBezTo>
                    <a:pt x="5677" y="2172"/>
                    <a:pt x="5676" y="2172"/>
                    <a:pt x="5676" y="2173"/>
                  </a:cubicBezTo>
                  <a:cubicBezTo>
                    <a:pt x="5667" y="2181"/>
                    <a:pt x="5667" y="2181"/>
                    <a:pt x="5700" y="2222"/>
                  </a:cubicBezTo>
                  <a:cubicBezTo>
                    <a:pt x="5740" y="2262"/>
                    <a:pt x="5732" y="2270"/>
                    <a:pt x="5724" y="2278"/>
                  </a:cubicBezTo>
                  <a:cubicBezTo>
                    <a:pt x="5723" y="2279"/>
                    <a:pt x="5721" y="2279"/>
                    <a:pt x="5720" y="2279"/>
                  </a:cubicBezTo>
                  <a:cubicBezTo>
                    <a:pt x="5701" y="2279"/>
                    <a:pt x="5665" y="2242"/>
                    <a:pt x="5635" y="2197"/>
                  </a:cubicBezTo>
                  <a:lnTo>
                    <a:pt x="5627" y="2205"/>
                  </a:lnTo>
                  <a:cubicBezTo>
                    <a:pt x="5666" y="2259"/>
                    <a:pt x="5679" y="2284"/>
                    <a:pt x="5675" y="2284"/>
                  </a:cubicBezTo>
                  <a:cubicBezTo>
                    <a:pt x="5673" y="2284"/>
                    <a:pt x="5664" y="2273"/>
                    <a:pt x="5651" y="2254"/>
                  </a:cubicBezTo>
                  <a:cubicBezTo>
                    <a:pt x="5622" y="2230"/>
                    <a:pt x="5608" y="2223"/>
                    <a:pt x="5599" y="2223"/>
                  </a:cubicBezTo>
                  <a:cubicBezTo>
                    <a:pt x="5593" y="2223"/>
                    <a:pt x="5590" y="2226"/>
                    <a:pt x="5586" y="2230"/>
                  </a:cubicBezTo>
                  <a:lnTo>
                    <a:pt x="5554" y="2181"/>
                  </a:lnTo>
                  <a:cubicBezTo>
                    <a:pt x="5544" y="2173"/>
                    <a:pt x="5538" y="2169"/>
                    <a:pt x="5536" y="2169"/>
                  </a:cubicBezTo>
                  <a:lnTo>
                    <a:pt x="5536" y="2169"/>
                  </a:lnTo>
                  <a:cubicBezTo>
                    <a:pt x="5530" y="2169"/>
                    <a:pt x="5554" y="2201"/>
                    <a:pt x="5578" y="2238"/>
                  </a:cubicBezTo>
                  <a:lnTo>
                    <a:pt x="5554" y="2246"/>
                  </a:lnTo>
                  <a:cubicBezTo>
                    <a:pt x="5546" y="2254"/>
                    <a:pt x="5538" y="2262"/>
                    <a:pt x="5578" y="2303"/>
                  </a:cubicBezTo>
                  <a:cubicBezTo>
                    <a:pt x="5611" y="2351"/>
                    <a:pt x="5643" y="2392"/>
                    <a:pt x="5635" y="2400"/>
                  </a:cubicBezTo>
                  <a:cubicBezTo>
                    <a:pt x="5605" y="2356"/>
                    <a:pt x="5576" y="2318"/>
                    <a:pt x="5565" y="2318"/>
                  </a:cubicBezTo>
                  <a:cubicBezTo>
                    <a:pt x="5564" y="2318"/>
                    <a:pt x="5563" y="2318"/>
                    <a:pt x="5562" y="2319"/>
                  </a:cubicBezTo>
                  <a:cubicBezTo>
                    <a:pt x="5554" y="2319"/>
                    <a:pt x="5522" y="2278"/>
                    <a:pt x="5522" y="2278"/>
                  </a:cubicBezTo>
                  <a:cubicBezTo>
                    <a:pt x="5500" y="2242"/>
                    <a:pt x="5486" y="2228"/>
                    <a:pt x="5478" y="2228"/>
                  </a:cubicBezTo>
                  <a:cubicBezTo>
                    <a:pt x="5463" y="2228"/>
                    <a:pt x="5466" y="2267"/>
                    <a:pt x="5481" y="2303"/>
                  </a:cubicBezTo>
                  <a:cubicBezTo>
                    <a:pt x="5507" y="2359"/>
                    <a:pt x="5514" y="2387"/>
                    <a:pt x="5506" y="2387"/>
                  </a:cubicBezTo>
                  <a:cubicBezTo>
                    <a:pt x="5499" y="2387"/>
                    <a:pt x="5479" y="2365"/>
                    <a:pt x="5449" y="2319"/>
                  </a:cubicBezTo>
                  <a:cubicBezTo>
                    <a:pt x="5432" y="2296"/>
                    <a:pt x="5423" y="2286"/>
                    <a:pt x="5420" y="2286"/>
                  </a:cubicBezTo>
                  <a:lnTo>
                    <a:pt x="5420" y="2286"/>
                  </a:lnTo>
                  <a:cubicBezTo>
                    <a:pt x="5411" y="2286"/>
                    <a:pt x="5455" y="2372"/>
                    <a:pt x="5522" y="2481"/>
                  </a:cubicBezTo>
                  <a:lnTo>
                    <a:pt x="5611" y="2627"/>
                  </a:lnTo>
                  <a:lnTo>
                    <a:pt x="5513" y="2489"/>
                  </a:lnTo>
                  <a:cubicBezTo>
                    <a:pt x="5431" y="2388"/>
                    <a:pt x="5395" y="2345"/>
                    <a:pt x="5387" y="2345"/>
                  </a:cubicBezTo>
                  <a:lnTo>
                    <a:pt x="5387" y="2345"/>
                  </a:lnTo>
                  <a:cubicBezTo>
                    <a:pt x="5380" y="2345"/>
                    <a:pt x="5390" y="2370"/>
                    <a:pt x="5408" y="2416"/>
                  </a:cubicBezTo>
                  <a:cubicBezTo>
                    <a:pt x="5412" y="2451"/>
                    <a:pt x="5414" y="2467"/>
                    <a:pt x="5410" y="2467"/>
                  </a:cubicBezTo>
                  <a:cubicBezTo>
                    <a:pt x="5407" y="2467"/>
                    <a:pt x="5399" y="2455"/>
                    <a:pt x="5384" y="2432"/>
                  </a:cubicBezTo>
                  <a:cubicBezTo>
                    <a:pt x="5365" y="2405"/>
                    <a:pt x="5355" y="2396"/>
                    <a:pt x="5343" y="2396"/>
                  </a:cubicBezTo>
                  <a:cubicBezTo>
                    <a:pt x="5334" y="2396"/>
                    <a:pt x="5325" y="2401"/>
                    <a:pt x="5311" y="2408"/>
                  </a:cubicBezTo>
                  <a:cubicBezTo>
                    <a:pt x="5286" y="2432"/>
                    <a:pt x="5278" y="2441"/>
                    <a:pt x="5311" y="2481"/>
                  </a:cubicBezTo>
                  <a:lnTo>
                    <a:pt x="5286" y="2497"/>
                  </a:lnTo>
                  <a:cubicBezTo>
                    <a:pt x="5261" y="2467"/>
                    <a:pt x="5247" y="2454"/>
                    <a:pt x="5242" y="2454"/>
                  </a:cubicBezTo>
                  <a:cubicBezTo>
                    <a:pt x="5231" y="2454"/>
                    <a:pt x="5255" y="2501"/>
                    <a:pt x="5303" y="2554"/>
                  </a:cubicBezTo>
                  <a:cubicBezTo>
                    <a:pt x="5303" y="2554"/>
                    <a:pt x="5295" y="2562"/>
                    <a:pt x="5278" y="2570"/>
                  </a:cubicBezTo>
                  <a:lnTo>
                    <a:pt x="5246" y="2522"/>
                  </a:lnTo>
                  <a:cubicBezTo>
                    <a:pt x="5232" y="2501"/>
                    <a:pt x="5222" y="2492"/>
                    <a:pt x="5208" y="2492"/>
                  </a:cubicBezTo>
                  <a:cubicBezTo>
                    <a:pt x="5188" y="2492"/>
                    <a:pt x="5163" y="2510"/>
                    <a:pt x="5116" y="2538"/>
                  </a:cubicBezTo>
                  <a:cubicBezTo>
                    <a:pt x="5027" y="2603"/>
                    <a:pt x="5019" y="2603"/>
                    <a:pt x="5084" y="2700"/>
                  </a:cubicBezTo>
                  <a:cubicBezTo>
                    <a:pt x="5113" y="2751"/>
                    <a:pt x="5125" y="2777"/>
                    <a:pt x="5121" y="2777"/>
                  </a:cubicBezTo>
                  <a:cubicBezTo>
                    <a:pt x="5117" y="2777"/>
                    <a:pt x="5099" y="2755"/>
                    <a:pt x="5068" y="2708"/>
                  </a:cubicBezTo>
                  <a:cubicBezTo>
                    <a:pt x="5046" y="2681"/>
                    <a:pt x="5020" y="2653"/>
                    <a:pt x="5016" y="2653"/>
                  </a:cubicBezTo>
                  <a:lnTo>
                    <a:pt x="5016" y="2653"/>
                  </a:lnTo>
                  <a:cubicBezTo>
                    <a:pt x="5014" y="2653"/>
                    <a:pt x="5016" y="2660"/>
                    <a:pt x="5027" y="2676"/>
                  </a:cubicBezTo>
                  <a:cubicBezTo>
                    <a:pt x="5027" y="2676"/>
                    <a:pt x="5025" y="2676"/>
                    <a:pt x="5021" y="2676"/>
                  </a:cubicBezTo>
                  <a:cubicBezTo>
                    <a:pt x="5012" y="2676"/>
                    <a:pt x="4991" y="2672"/>
                    <a:pt x="4962" y="2643"/>
                  </a:cubicBezTo>
                  <a:cubicBezTo>
                    <a:pt x="4928" y="2618"/>
                    <a:pt x="4909" y="2608"/>
                    <a:pt x="4900" y="2608"/>
                  </a:cubicBezTo>
                  <a:cubicBezTo>
                    <a:pt x="4883" y="2608"/>
                    <a:pt x="4901" y="2641"/>
                    <a:pt x="4922" y="2668"/>
                  </a:cubicBezTo>
                  <a:cubicBezTo>
                    <a:pt x="4957" y="2707"/>
                    <a:pt x="4968" y="2721"/>
                    <a:pt x="4965" y="2721"/>
                  </a:cubicBezTo>
                  <a:cubicBezTo>
                    <a:pt x="4961" y="2721"/>
                    <a:pt x="4936" y="2698"/>
                    <a:pt x="4913" y="2676"/>
                  </a:cubicBezTo>
                  <a:cubicBezTo>
                    <a:pt x="4886" y="2648"/>
                    <a:pt x="4855" y="2621"/>
                    <a:pt x="4850" y="2621"/>
                  </a:cubicBezTo>
                  <a:lnTo>
                    <a:pt x="4850" y="2621"/>
                  </a:lnTo>
                  <a:cubicBezTo>
                    <a:pt x="4848" y="2621"/>
                    <a:pt x="4852" y="2627"/>
                    <a:pt x="4865" y="2643"/>
                  </a:cubicBezTo>
                  <a:cubicBezTo>
                    <a:pt x="4876" y="2682"/>
                    <a:pt x="4868" y="2732"/>
                    <a:pt x="4842" y="2732"/>
                  </a:cubicBezTo>
                  <a:cubicBezTo>
                    <a:pt x="4829" y="2732"/>
                    <a:pt x="4813" y="2720"/>
                    <a:pt x="4792" y="2692"/>
                  </a:cubicBezTo>
                  <a:lnTo>
                    <a:pt x="4776" y="2700"/>
                  </a:lnTo>
                  <a:cubicBezTo>
                    <a:pt x="4808" y="2749"/>
                    <a:pt x="4784" y="2765"/>
                    <a:pt x="4768" y="2773"/>
                  </a:cubicBezTo>
                  <a:cubicBezTo>
                    <a:pt x="4760" y="2780"/>
                    <a:pt x="4753" y="2786"/>
                    <a:pt x="4745" y="2786"/>
                  </a:cubicBezTo>
                  <a:cubicBezTo>
                    <a:pt x="4734" y="2786"/>
                    <a:pt x="4721" y="2776"/>
                    <a:pt x="4703" y="2749"/>
                  </a:cubicBezTo>
                  <a:cubicBezTo>
                    <a:pt x="4692" y="2723"/>
                    <a:pt x="4684" y="2711"/>
                    <a:pt x="4680" y="2711"/>
                  </a:cubicBezTo>
                  <a:lnTo>
                    <a:pt x="4680" y="2711"/>
                  </a:lnTo>
                  <a:cubicBezTo>
                    <a:pt x="4676" y="2711"/>
                    <a:pt x="4678" y="2729"/>
                    <a:pt x="4686" y="2765"/>
                  </a:cubicBezTo>
                  <a:cubicBezTo>
                    <a:pt x="4678" y="2765"/>
                    <a:pt x="4735" y="2870"/>
                    <a:pt x="4719" y="2870"/>
                  </a:cubicBezTo>
                  <a:cubicBezTo>
                    <a:pt x="4751" y="2919"/>
                    <a:pt x="4776" y="2976"/>
                    <a:pt x="4768" y="2976"/>
                  </a:cubicBezTo>
                  <a:lnTo>
                    <a:pt x="4735" y="2935"/>
                  </a:lnTo>
                  <a:lnTo>
                    <a:pt x="4670" y="2838"/>
                  </a:lnTo>
                  <a:lnTo>
                    <a:pt x="4670" y="2838"/>
                  </a:lnTo>
                  <a:cubicBezTo>
                    <a:pt x="4662" y="2846"/>
                    <a:pt x="4654" y="2854"/>
                    <a:pt x="4686" y="2903"/>
                  </a:cubicBezTo>
                  <a:cubicBezTo>
                    <a:pt x="4657" y="2878"/>
                    <a:pt x="4642" y="2868"/>
                    <a:pt x="4632" y="2868"/>
                  </a:cubicBezTo>
                  <a:cubicBezTo>
                    <a:pt x="4625" y="2868"/>
                    <a:pt x="4620" y="2872"/>
                    <a:pt x="4613" y="2878"/>
                  </a:cubicBezTo>
                  <a:cubicBezTo>
                    <a:pt x="4589" y="2895"/>
                    <a:pt x="4573" y="2903"/>
                    <a:pt x="4597" y="2959"/>
                  </a:cubicBezTo>
                  <a:cubicBezTo>
                    <a:pt x="4566" y="2925"/>
                    <a:pt x="4538" y="2910"/>
                    <a:pt x="4519" y="2910"/>
                  </a:cubicBezTo>
                  <a:cubicBezTo>
                    <a:pt x="4489" y="2910"/>
                    <a:pt x="4481" y="2948"/>
                    <a:pt x="4516" y="3008"/>
                  </a:cubicBezTo>
                  <a:cubicBezTo>
                    <a:pt x="4535" y="3036"/>
                    <a:pt x="4540" y="3050"/>
                    <a:pt x="4534" y="3050"/>
                  </a:cubicBezTo>
                  <a:cubicBezTo>
                    <a:pt x="4529" y="3050"/>
                    <a:pt x="4517" y="3042"/>
                    <a:pt x="4500" y="3024"/>
                  </a:cubicBezTo>
                  <a:cubicBezTo>
                    <a:pt x="4477" y="3005"/>
                    <a:pt x="4465" y="2995"/>
                    <a:pt x="4461" y="2995"/>
                  </a:cubicBezTo>
                  <a:lnTo>
                    <a:pt x="4461" y="2995"/>
                  </a:lnTo>
                  <a:cubicBezTo>
                    <a:pt x="4457" y="2995"/>
                    <a:pt x="4463" y="3007"/>
                    <a:pt x="4476" y="3032"/>
                  </a:cubicBezTo>
                  <a:cubicBezTo>
                    <a:pt x="4484" y="3053"/>
                    <a:pt x="4485" y="3060"/>
                    <a:pt x="4480" y="3060"/>
                  </a:cubicBezTo>
                  <a:cubicBezTo>
                    <a:pt x="4471" y="3060"/>
                    <a:pt x="4445" y="3034"/>
                    <a:pt x="4419" y="3008"/>
                  </a:cubicBezTo>
                  <a:cubicBezTo>
                    <a:pt x="4376" y="2961"/>
                    <a:pt x="4354" y="2941"/>
                    <a:pt x="4346" y="2941"/>
                  </a:cubicBezTo>
                  <a:cubicBezTo>
                    <a:pt x="4338" y="2941"/>
                    <a:pt x="4343" y="2957"/>
                    <a:pt x="4354" y="2984"/>
                  </a:cubicBezTo>
                  <a:cubicBezTo>
                    <a:pt x="4370" y="3041"/>
                    <a:pt x="4346" y="3057"/>
                    <a:pt x="4338" y="3057"/>
                  </a:cubicBezTo>
                  <a:cubicBezTo>
                    <a:pt x="4354" y="3122"/>
                    <a:pt x="4346" y="3130"/>
                    <a:pt x="4386" y="3162"/>
                  </a:cubicBezTo>
                  <a:cubicBezTo>
                    <a:pt x="4403" y="3195"/>
                    <a:pt x="4427" y="3227"/>
                    <a:pt x="4443" y="3268"/>
                  </a:cubicBezTo>
                  <a:cubicBezTo>
                    <a:pt x="4446" y="3288"/>
                    <a:pt x="4444" y="3295"/>
                    <a:pt x="4440" y="3295"/>
                  </a:cubicBezTo>
                  <a:cubicBezTo>
                    <a:pt x="4434" y="3295"/>
                    <a:pt x="4425" y="3273"/>
                    <a:pt x="4435" y="3268"/>
                  </a:cubicBezTo>
                  <a:cubicBezTo>
                    <a:pt x="4419" y="3211"/>
                    <a:pt x="4411" y="3219"/>
                    <a:pt x="4362" y="3178"/>
                  </a:cubicBezTo>
                  <a:cubicBezTo>
                    <a:pt x="4342" y="3158"/>
                    <a:pt x="4328" y="3152"/>
                    <a:pt x="4317" y="3152"/>
                  </a:cubicBezTo>
                  <a:cubicBezTo>
                    <a:pt x="4305" y="3152"/>
                    <a:pt x="4297" y="3158"/>
                    <a:pt x="4289" y="3162"/>
                  </a:cubicBezTo>
                  <a:lnTo>
                    <a:pt x="4257" y="3186"/>
                  </a:lnTo>
                  <a:cubicBezTo>
                    <a:pt x="4231" y="3173"/>
                    <a:pt x="4214" y="3167"/>
                    <a:pt x="4205" y="3167"/>
                  </a:cubicBezTo>
                  <a:cubicBezTo>
                    <a:pt x="4192" y="3167"/>
                    <a:pt x="4197" y="3182"/>
                    <a:pt x="4216" y="3211"/>
                  </a:cubicBezTo>
                  <a:lnTo>
                    <a:pt x="4249" y="3259"/>
                  </a:lnTo>
                  <a:cubicBezTo>
                    <a:pt x="4225" y="3231"/>
                    <a:pt x="4198" y="3219"/>
                    <a:pt x="4174" y="3219"/>
                  </a:cubicBezTo>
                  <a:cubicBezTo>
                    <a:pt x="4121" y="3219"/>
                    <a:pt x="4080" y="3274"/>
                    <a:pt x="4119" y="3341"/>
                  </a:cubicBezTo>
                  <a:lnTo>
                    <a:pt x="4086" y="3292"/>
                  </a:lnTo>
                  <a:cubicBezTo>
                    <a:pt x="4067" y="3267"/>
                    <a:pt x="4056" y="3257"/>
                    <a:pt x="4047" y="3257"/>
                  </a:cubicBezTo>
                  <a:cubicBezTo>
                    <a:pt x="4041" y="3257"/>
                    <a:pt x="4036" y="3261"/>
                    <a:pt x="4030" y="3268"/>
                  </a:cubicBezTo>
                  <a:cubicBezTo>
                    <a:pt x="4014" y="3276"/>
                    <a:pt x="4014" y="3349"/>
                    <a:pt x="3981" y="3365"/>
                  </a:cubicBezTo>
                  <a:cubicBezTo>
                    <a:pt x="3941" y="3389"/>
                    <a:pt x="3916" y="3413"/>
                    <a:pt x="3949" y="3454"/>
                  </a:cubicBezTo>
                  <a:cubicBezTo>
                    <a:pt x="3944" y="3456"/>
                    <a:pt x="3941" y="3458"/>
                    <a:pt x="3937" y="3458"/>
                  </a:cubicBezTo>
                  <a:cubicBezTo>
                    <a:pt x="3930" y="3458"/>
                    <a:pt x="3923" y="3448"/>
                    <a:pt x="3900" y="3413"/>
                  </a:cubicBezTo>
                  <a:cubicBezTo>
                    <a:pt x="3890" y="3383"/>
                    <a:pt x="3880" y="3375"/>
                    <a:pt x="3872" y="3375"/>
                  </a:cubicBezTo>
                  <a:cubicBezTo>
                    <a:pt x="3867" y="3375"/>
                    <a:pt x="3863" y="3378"/>
                    <a:pt x="3859" y="3381"/>
                  </a:cubicBezTo>
                  <a:cubicBezTo>
                    <a:pt x="3851" y="3381"/>
                    <a:pt x="3884" y="3430"/>
                    <a:pt x="3916" y="3478"/>
                  </a:cubicBezTo>
                  <a:cubicBezTo>
                    <a:pt x="3935" y="3502"/>
                    <a:pt x="3940" y="3515"/>
                    <a:pt x="3930" y="3515"/>
                  </a:cubicBezTo>
                  <a:cubicBezTo>
                    <a:pt x="3923" y="3515"/>
                    <a:pt x="3907" y="3508"/>
                    <a:pt x="3884" y="3495"/>
                  </a:cubicBezTo>
                  <a:cubicBezTo>
                    <a:pt x="3869" y="3485"/>
                    <a:pt x="3855" y="3480"/>
                    <a:pt x="3844" y="3480"/>
                  </a:cubicBezTo>
                  <a:cubicBezTo>
                    <a:pt x="3816" y="3480"/>
                    <a:pt x="3799" y="3506"/>
                    <a:pt x="3811" y="3551"/>
                  </a:cubicBezTo>
                  <a:cubicBezTo>
                    <a:pt x="3809" y="3551"/>
                    <a:pt x="3806" y="3552"/>
                    <a:pt x="3803" y="3552"/>
                  </a:cubicBezTo>
                  <a:cubicBezTo>
                    <a:pt x="3794" y="3552"/>
                    <a:pt x="3778" y="3547"/>
                    <a:pt x="3754" y="3511"/>
                  </a:cubicBezTo>
                  <a:cubicBezTo>
                    <a:pt x="3733" y="3494"/>
                    <a:pt x="3710" y="3475"/>
                    <a:pt x="3698" y="3475"/>
                  </a:cubicBezTo>
                  <a:cubicBezTo>
                    <a:pt x="3687" y="3475"/>
                    <a:pt x="3686" y="3492"/>
                    <a:pt x="3705" y="3543"/>
                  </a:cubicBezTo>
                  <a:cubicBezTo>
                    <a:pt x="3703" y="3546"/>
                    <a:pt x="3701" y="3547"/>
                    <a:pt x="3699" y="3547"/>
                  </a:cubicBezTo>
                  <a:cubicBezTo>
                    <a:pt x="3694" y="3547"/>
                    <a:pt x="3687" y="3539"/>
                    <a:pt x="3665" y="3511"/>
                  </a:cubicBezTo>
                  <a:cubicBezTo>
                    <a:pt x="3642" y="3488"/>
                    <a:pt x="3621" y="3462"/>
                    <a:pt x="3618" y="3462"/>
                  </a:cubicBezTo>
                  <a:lnTo>
                    <a:pt x="3618" y="3462"/>
                  </a:lnTo>
                  <a:cubicBezTo>
                    <a:pt x="3616" y="3462"/>
                    <a:pt x="3624" y="3477"/>
                    <a:pt x="3649" y="3519"/>
                  </a:cubicBezTo>
                  <a:cubicBezTo>
                    <a:pt x="3654" y="3558"/>
                    <a:pt x="3644" y="3582"/>
                    <a:pt x="3619" y="3582"/>
                  </a:cubicBezTo>
                  <a:cubicBezTo>
                    <a:pt x="3607" y="3582"/>
                    <a:pt x="3593" y="3577"/>
                    <a:pt x="3576" y="3568"/>
                  </a:cubicBezTo>
                  <a:lnTo>
                    <a:pt x="3576" y="3568"/>
                  </a:lnTo>
                  <a:cubicBezTo>
                    <a:pt x="3568" y="3576"/>
                    <a:pt x="3559" y="3576"/>
                    <a:pt x="3592" y="3624"/>
                  </a:cubicBezTo>
                  <a:lnTo>
                    <a:pt x="3624" y="3673"/>
                  </a:lnTo>
                  <a:cubicBezTo>
                    <a:pt x="3589" y="3629"/>
                    <a:pt x="3570" y="3607"/>
                    <a:pt x="3568" y="3607"/>
                  </a:cubicBezTo>
                  <a:lnTo>
                    <a:pt x="3568" y="3607"/>
                  </a:lnTo>
                  <a:cubicBezTo>
                    <a:pt x="3565" y="3607"/>
                    <a:pt x="3579" y="3631"/>
                    <a:pt x="3608" y="3681"/>
                  </a:cubicBezTo>
                  <a:cubicBezTo>
                    <a:pt x="3626" y="3707"/>
                    <a:pt x="3629" y="3722"/>
                    <a:pt x="3623" y="3722"/>
                  </a:cubicBezTo>
                  <a:cubicBezTo>
                    <a:pt x="3618" y="3722"/>
                    <a:pt x="3607" y="3711"/>
                    <a:pt x="3592" y="3689"/>
                  </a:cubicBezTo>
                  <a:cubicBezTo>
                    <a:pt x="3563" y="3660"/>
                    <a:pt x="3551" y="3656"/>
                    <a:pt x="3546" y="3656"/>
                  </a:cubicBezTo>
                  <a:cubicBezTo>
                    <a:pt x="3544" y="3656"/>
                    <a:pt x="3543" y="3657"/>
                    <a:pt x="3543" y="3657"/>
                  </a:cubicBezTo>
                  <a:cubicBezTo>
                    <a:pt x="3535" y="3665"/>
                    <a:pt x="3519" y="3746"/>
                    <a:pt x="3470" y="3778"/>
                  </a:cubicBezTo>
                  <a:cubicBezTo>
                    <a:pt x="3389" y="3827"/>
                    <a:pt x="3357" y="3843"/>
                    <a:pt x="3397" y="3892"/>
                  </a:cubicBezTo>
                  <a:cubicBezTo>
                    <a:pt x="3406" y="3923"/>
                    <a:pt x="3410" y="3937"/>
                    <a:pt x="3406" y="3937"/>
                  </a:cubicBezTo>
                  <a:cubicBezTo>
                    <a:pt x="3402" y="3937"/>
                    <a:pt x="3392" y="3927"/>
                    <a:pt x="3373" y="3908"/>
                  </a:cubicBezTo>
                  <a:cubicBezTo>
                    <a:pt x="3344" y="3879"/>
                    <a:pt x="3332" y="3875"/>
                    <a:pt x="3321" y="3875"/>
                  </a:cubicBezTo>
                  <a:cubicBezTo>
                    <a:pt x="3317" y="3875"/>
                    <a:pt x="3313" y="3876"/>
                    <a:pt x="3308" y="3876"/>
                  </a:cubicBezTo>
                  <a:cubicBezTo>
                    <a:pt x="3305" y="3879"/>
                    <a:pt x="3302" y="3882"/>
                    <a:pt x="3298" y="3882"/>
                  </a:cubicBezTo>
                  <a:cubicBezTo>
                    <a:pt x="3290" y="3882"/>
                    <a:pt x="3280" y="3873"/>
                    <a:pt x="3259" y="3843"/>
                  </a:cubicBezTo>
                  <a:lnTo>
                    <a:pt x="3259" y="3843"/>
                  </a:lnTo>
                  <a:cubicBezTo>
                    <a:pt x="3284" y="3900"/>
                    <a:pt x="3284" y="3900"/>
                    <a:pt x="3276" y="3908"/>
                  </a:cubicBezTo>
                  <a:cubicBezTo>
                    <a:pt x="3261" y="3886"/>
                    <a:pt x="3249" y="3875"/>
                    <a:pt x="3244" y="3875"/>
                  </a:cubicBezTo>
                  <a:cubicBezTo>
                    <a:pt x="3237" y="3875"/>
                    <a:pt x="3238" y="3890"/>
                    <a:pt x="3251" y="3916"/>
                  </a:cubicBezTo>
                  <a:cubicBezTo>
                    <a:pt x="3280" y="3966"/>
                    <a:pt x="3295" y="3990"/>
                    <a:pt x="3293" y="3990"/>
                  </a:cubicBezTo>
                  <a:cubicBezTo>
                    <a:pt x="3291" y="3990"/>
                    <a:pt x="3275" y="3968"/>
                    <a:pt x="3243" y="3924"/>
                  </a:cubicBezTo>
                  <a:cubicBezTo>
                    <a:pt x="3222" y="3893"/>
                    <a:pt x="3188" y="3871"/>
                    <a:pt x="3179" y="3871"/>
                  </a:cubicBezTo>
                  <a:cubicBezTo>
                    <a:pt x="3174" y="3871"/>
                    <a:pt x="3178" y="3878"/>
                    <a:pt x="3195" y="3892"/>
                  </a:cubicBezTo>
                  <a:cubicBezTo>
                    <a:pt x="3227" y="3940"/>
                    <a:pt x="3203" y="3949"/>
                    <a:pt x="3227" y="4005"/>
                  </a:cubicBezTo>
                  <a:cubicBezTo>
                    <a:pt x="3225" y="4005"/>
                    <a:pt x="3223" y="4006"/>
                    <a:pt x="3221" y="4006"/>
                  </a:cubicBezTo>
                  <a:cubicBezTo>
                    <a:pt x="3213" y="4006"/>
                    <a:pt x="3203" y="4001"/>
                    <a:pt x="3178" y="3965"/>
                  </a:cubicBezTo>
                  <a:cubicBezTo>
                    <a:pt x="3170" y="3959"/>
                    <a:pt x="3163" y="3957"/>
                    <a:pt x="3156" y="3957"/>
                  </a:cubicBezTo>
                  <a:cubicBezTo>
                    <a:pt x="3125" y="3957"/>
                    <a:pt x="3118" y="4015"/>
                    <a:pt x="3138" y="4062"/>
                  </a:cubicBezTo>
                  <a:cubicBezTo>
                    <a:pt x="3156" y="4084"/>
                    <a:pt x="3161" y="4097"/>
                    <a:pt x="3157" y="4097"/>
                  </a:cubicBezTo>
                  <a:cubicBezTo>
                    <a:pt x="3154" y="4097"/>
                    <a:pt x="3144" y="4088"/>
                    <a:pt x="3130" y="4070"/>
                  </a:cubicBezTo>
                  <a:cubicBezTo>
                    <a:pt x="3105" y="4034"/>
                    <a:pt x="3095" y="4029"/>
                    <a:pt x="3088" y="4029"/>
                  </a:cubicBezTo>
                  <a:cubicBezTo>
                    <a:pt x="3085" y="4029"/>
                    <a:pt x="3083" y="4030"/>
                    <a:pt x="3081" y="4030"/>
                  </a:cubicBezTo>
                  <a:cubicBezTo>
                    <a:pt x="3086" y="4048"/>
                    <a:pt x="3087" y="4055"/>
                    <a:pt x="3083" y="4055"/>
                  </a:cubicBezTo>
                  <a:cubicBezTo>
                    <a:pt x="3076" y="4055"/>
                    <a:pt x="3054" y="4025"/>
                    <a:pt x="3032" y="3997"/>
                  </a:cubicBezTo>
                  <a:cubicBezTo>
                    <a:pt x="3017" y="3961"/>
                    <a:pt x="3008" y="3951"/>
                    <a:pt x="2999" y="3951"/>
                  </a:cubicBezTo>
                  <a:cubicBezTo>
                    <a:pt x="2994" y="3951"/>
                    <a:pt x="2990" y="3954"/>
                    <a:pt x="2984" y="3957"/>
                  </a:cubicBezTo>
                  <a:cubicBezTo>
                    <a:pt x="3008" y="4013"/>
                    <a:pt x="2968" y="4038"/>
                    <a:pt x="2935" y="4062"/>
                  </a:cubicBezTo>
                  <a:cubicBezTo>
                    <a:pt x="2887" y="4095"/>
                    <a:pt x="2911" y="4143"/>
                    <a:pt x="2959" y="4249"/>
                  </a:cubicBezTo>
                  <a:lnTo>
                    <a:pt x="3016" y="4346"/>
                  </a:lnTo>
                  <a:lnTo>
                    <a:pt x="2951" y="4257"/>
                  </a:lnTo>
                  <a:cubicBezTo>
                    <a:pt x="2919" y="4208"/>
                    <a:pt x="2838" y="4127"/>
                    <a:pt x="2838" y="4127"/>
                  </a:cubicBezTo>
                  <a:lnTo>
                    <a:pt x="2838" y="4127"/>
                  </a:lnTo>
                  <a:cubicBezTo>
                    <a:pt x="2830" y="4127"/>
                    <a:pt x="2862" y="4176"/>
                    <a:pt x="2895" y="4224"/>
                  </a:cubicBezTo>
                  <a:cubicBezTo>
                    <a:pt x="2914" y="4248"/>
                    <a:pt x="2919" y="4260"/>
                    <a:pt x="2910" y="4260"/>
                  </a:cubicBezTo>
                  <a:cubicBezTo>
                    <a:pt x="2904" y="4260"/>
                    <a:pt x="2891" y="4254"/>
                    <a:pt x="2870" y="4240"/>
                  </a:cubicBezTo>
                  <a:cubicBezTo>
                    <a:pt x="2848" y="4227"/>
                    <a:pt x="2833" y="4221"/>
                    <a:pt x="2825" y="4221"/>
                  </a:cubicBezTo>
                  <a:cubicBezTo>
                    <a:pt x="2812" y="4221"/>
                    <a:pt x="2815" y="4236"/>
                    <a:pt x="2830" y="4265"/>
                  </a:cubicBezTo>
                  <a:cubicBezTo>
                    <a:pt x="2823" y="4268"/>
                    <a:pt x="2818" y="4271"/>
                    <a:pt x="2811" y="4271"/>
                  </a:cubicBezTo>
                  <a:cubicBezTo>
                    <a:pt x="2802" y="4271"/>
                    <a:pt x="2789" y="4264"/>
                    <a:pt x="2765" y="4240"/>
                  </a:cubicBezTo>
                  <a:lnTo>
                    <a:pt x="2765" y="4240"/>
                  </a:lnTo>
                  <a:cubicBezTo>
                    <a:pt x="2757" y="4249"/>
                    <a:pt x="2757" y="4249"/>
                    <a:pt x="2789" y="4297"/>
                  </a:cubicBezTo>
                  <a:cubicBezTo>
                    <a:pt x="2807" y="4319"/>
                    <a:pt x="2813" y="4332"/>
                    <a:pt x="2807" y="4332"/>
                  </a:cubicBezTo>
                  <a:cubicBezTo>
                    <a:pt x="2803" y="4332"/>
                    <a:pt x="2791" y="4324"/>
                    <a:pt x="2773" y="4305"/>
                  </a:cubicBezTo>
                  <a:cubicBezTo>
                    <a:pt x="2732" y="4265"/>
                    <a:pt x="2706" y="4249"/>
                    <a:pt x="2694" y="4249"/>
                  </a:cubicBezTo>
                  <a:cubicBezTo>
                    <a:pt x="2682" y="4249"/>
                    <a:pt x="2684" y="4265"/>
                    <a:pt x="2700" y="4289"/>
                  </a:cubicBezTo>
                  <a:cubicBezTo>
                    <a:pt x="2732" y="4330"/>
                    <a:pt x="2724" y="4338"/>
                    <a:pt x="2708" y="4346"/>
                  </a:cubicBezTo>
                  <a:cubicBezTo>
                    <a:pt x="2700" y="4354"/>
                    <a:pt x="2692" y="4362"/>
                    <a:pt x="2716" y="4411"/>
                  </a:cubicBezTo>
                  <a:lnTo>
                    <a:pt x="2692" y="4427"/>
                  </a:lnTo>
                  <a:cubicBezTo>
                    <a:pt x="2684" y="4427"/>
                    <a:pt x="2660" y="4378"/>
                    <a:pt x="2676" y="4370"/>
                  </a:cubicBezTo>
                  <a:lnTo>
                    <a:pt x="2627" y="4330"/>
                  </a:lnTo>
                  <a:cubicBezTo>
                    <a:pt x="2611" y="4346"/>
                    <a:pt x="2603" y="4354"/>
                    <a:pt x="2619" y="4403"/>
                  </a:cubicBezTo>
                  <a:cubicBezTo>
                    <a:pt x="2648" y="4452"/>
                    <a:pt x="2662" y="4477"/>
                    <a:pt x="2660" y="4477"/>
                  </a:cubicBezTo>
                  <a:cubicBezTo>
                    <a:pt x="2659" y="4477"/>
                    <a:pt x="2643" y="4454"/>
                    <a:pt x="2611" y="4411"/>
                  </a:cubicBezTo>
                  <a:cubicBezTo>
                    <a:pt x="2590" y="4379"/>
                    <a:pt x="2565" y="4351"/>
                    <a:pt x="2557" y="4351"/>
                  </a:cubicBezTo>
                  <a:cubicBezTo>
                    <a:pt x="2553" y="4351"/>
                    <a:pt x="2554" y="4359"/>
                    <a:pt x="2562" y="4378"/>
                  </a:cubicBezTo>
                  <a:cubicBezTo>
                    <a:pt x="2588" y="4422"/>
                    <a:pt x="2592" y="4438"/>
                    <a:pt x="2586" y="4438"/>
                  </a:cubicBezTo>
                  <a:cubicBezTo>
                    <a:pt x="2579" y="4438"/>
                    <a:pt x="2556" y="4413"/>
                    <a:pt x="2538" y="4386"/>
                  </a:cubicBezTo>
                  <a:cubicBezTo>
                    <a:pt x="2511" y="4340"/>
                    <a:pt x="2497" y="4316"/>
                    <a:pt x="2493" y="4316"/>
                  </a:cubicBezTo>
                  <a:lnTo>
                    <a:pt x="2493" y="4316"/>
                  </a:lnTo>
                  <a:cubicBezTo>
                    <a:pt x="2488" y="4316"/>
                    <a:pt x="2496" y="4347"/>
                    <a:pt x="2514" y="4411"/>
                  </a:cubicBezTo>
                  <a:cubicBezTo>
                    <a:pt x="2489" y="4419"/>
                    <a:pt x="2489" y="4492"/>
                    <a:pt x="2457" y="4516"/>
                  </a:cubicBezTo>
                  <a:cubicBezTo>
                    <a:pt x="2434" y="4530"/>
                    <a:pt x="2419" y="4541"/>
                    <a:pt x="2403" y="4541"/>
                  </a:cubicBezTo>
                  <a:cubicBezTo>
                    <a:pt x="2390" y="4541"/>
                    <a:pt x="2377" y="4534"/>
                    <a:pt x="2360" y="4516"/>
                  </a:cubicBezTo>
                  <a:cubicBezTo>
                    <a:pt x="2317" y="4460"/>
                    <a:pt x="2297" y="4439"/>
                    <a:pt x="2295" y="4439"/>
                  </a:cubicBezTo>
                  <a:lnTo>
                    <a:pt x="2295" y="4439"/>
                  </a:lnTo>
                  <a:cubicBezTo>
                    <a:pt x="2293" y="4439"/>
                    <a:pt x="2302" y="4450"/>
                    <a:pt x="2319" y="4467"/>
                  </a:cubicBezTo>
                  <a:cubicBezTo>
                    <a:pt x="2392" y="4557"/>
                    <a:pt x="2376" y="4565"/>
                    <a:pt x="2351" y="4589"/>
                  </a:cubicBezTo>
                  <a:cubicBezTo>
                    <a:pt x="2339" y="4583"/>
                    <a:pt x="2330" y="4580"/>
                    <a:pt x="2323" y="4580"/>
                  </a:cubicBezTo>
                  <a:cubicBezTo>
                    <a:pt x="2293" y="4580"/>
                    <a:pt x="2307" y="4631"/>
                    <a:pt x="2327" y="4670"/>
                  </a:cubicBezTo>
                  <a:lnTo>
                    <a:pt x="2343" y="4654"/>
                  </a:lnTo>
                  <a:cubicBezTo>
                    <a:pt x="2387" y="4719"/>
                    <a:pt x="2397" y="4744"/>
                    <a:pt x="2385" y="4744"/>
                  </a:cubicBezTo>
                  <a:cubicBezTo>
                    <a:pt x="2379" y="4744"/>
                    <a:pt x="2368" y="4738"/>
                    <a:pt x="2351" y="4727"/>
                  </a:cubicBezTo>
                  <a:cubicBezTo>
                    <a:pt x="2335" y="4727"/>
                    <a:pt x="2303" y="4686"/>
                    <a:pt x="2270" y="4638"/>
                  </a:cubicBezTo>
                  <a:cubicBezTo>
                    <a:pt x="2241" y="4593"/>
                    <a:pt x="2204" y="4556"/>
                    <a:pt x="2192" y="4556"/>
                  </a:cubicBezTo>
                  <a:cubicBezTo>
                    <a:pt x="2191" y="4556"/>
                    <a:pt x="2190" y="4556"/>
                    <a:pt x="2189" y="4557"/>
                  </a:cubicBezTo>
                  <a:cubicBezTo>
                    <a:pt x="2173" y="4565"/>
                    <a:pt x="2165" y="4573"/>
                    <a:pt x="2205" y="4613"/>
                  </a:cubicBezTo>
                  <a:cubicBezTo>
                    <a:pt x="2246" y="4654"/>
                    <a:pt x="2246" y="4654"/>
                    <a:pt x="2230" y="4662"/>
                  </a:cubicBezTo>
                  <a:cubicBezTo>
                    <a:pt x="2222" y="4670"/>
                    <a:pt x="2214" y="4678"/>
                    <a:pt x="2238" y="4727"/>
                  </a:cubicBezTo>
                  <a:cubicBezTo>
                    <a:pt x="2270" y="4776"/>
                    <a:pt x="2262" y="4784"/>
                    <a:pt x="2246" y="4792"/>
                  </a:cubicBezTo>
                  <a:cubicBezTo>
                    <a:pt x="2217" y="4763"/>
                    <a:pt x="2201" y="4759"/>
                    <a:pt x="2193" y="4759"/>
                  </a:cubicBezTo>
                  <a:cubicBezTo>
                    <a:pt x="2191" y="4759"/>
                    <a:pt x="2189" y="4759"/>
                    <a:pt x="2189" y="4759"/>
                  </a:cubicBezTo>
                  <a:lnTo>
                    <a:pt x="2157" y="4719"/>
                  </a:lnTo>
                  <a:cubicBezTo>
                    <a:pt x="2133" y="4686"/>
                    <a:pt x="2108" y="4654"/>
                    <a:pt x="2076" y="4630"/>
                  </a:cubicBezTo>
                  <a:lnTo>
                    <a:pt x="2076" y="4630"/>
                  </a:lnTo>
                  <a:cubicBezTo>
                    <a:pt x="2068" y="4638"/>
                    <a:pt x="2100" y="4678"/>
                    <a:pt x="2100" y="4678"/>
                  </a:cubicBezTo>
                  <a:cubicBezTo>
                    <a:pt x="2133" y="4727"/>
                    <a:pt x="1897" y="4881"/>
                    <a:pt x="1873" y="4905"/>
                  </a:cubicBezTo>
                  <a:cubicBezTo>
                    <a:pt x="1852" y="4893"/>
                    <a:pt x="1836" y="4888"/>
                    <a:pt x="1825" y="4888"/>
                  </a:cubicBezTo>
                  <a:cubicBezTo>
                    <a:pt x="1807" y="4888"/>
                    <a:pt x="1807" y="4904"/>
                    <a:pt x="1833" y="4930"/>
                  </a:cubicBezTo>
                  <a:cubicBezTo>
                    <a:pt x="1865" y="4978"/>
                    <a:pt x="1816" y="5011"/>
                    <a:pt x="1760" y="5043"/>
                  </a:cubicBezTo>
                  <a:cubicBezTo>
                    <a:pt x="1687" y="5092"/>
                    <a:pt x="1638" y="5124"/>
                    <a:pt x="1678" y="5173"/>
                  </a:cubicBezTo>
                  <a:cubicBezTo>
                    <a:pt x="1678" y="5173"/>
                    <a:pt x="1662" y="5181"/>
                    <a:pt x="1646" y="5189"/>
                  </a:cubicBezTo>
                  <a:cubicBezTo>
                    <a:pt x="1630" y="5205"/>
                    <a:pt x="1638" y="5262"/>
                    <a:pt x="1630" y="5270"/>
                  </a:cubicBezTo>
                  <a:cubicBezTo>
                    <a:pt x="1643" y="5296"/>
                    <a:pt x="1647" y="5311"/>
                    <a:pt x="1643" y="5311"/>
                  </a:cubicBezTo>
                  <a:cubicBezTo>
                    <a:pt x="1641" y="5311"/>
                    <a:pt x="1633" y="5301"/>
                    <a:pt x="1622" y="5278"/>
                  </a:cubicBezTo>
                  <a:cubicBezTo>
                    <a:pt x="1592" y="5233"/>
                    <a:pt x="1562" y="5188"/>
                    <a:pt x="1545" y="5188"/>
                  </a:cubicBezTo>
                  <a:cubicBezTo>
                    <a:pt x="1543" y="5188"/>
                    <a:pt x="1542" y="5188"/>
                    <a:pt x="1541" y="5189"/>
                  </a:cubicBezTo>
                  <a:cubicBezTo>
                    <a:pt x="1524" y="5205"/>
                    <a:pt x="1557" y="5246"/>
                    <a:pt x="1589" y="5294"/>
                  </a:cubicBezTo>
                  <a:cubicBezTo>
                    <a:pt x="1622" y="5343"/>
                    <a:pt x="1614" y="5343"/>
                    <a:pt x="1614" y="5343"/>
                  </a:cubicBezTo>
                  <a:cubicBezTo>
                    <a:pt x="1611" y="5346"/>
                    <a:pt x="1609" y="5347"/>
                    <a:pt x="1607" y="5347"/>
                  </a:cubicBezTo>
                  <a:cubicBezTo>
                    <a:pt x="1602" y="5347"/>
                    <a:pt x="1595" y="5339"/>
                    <a:pt x="1573" y="5311"/>
                  </a:cubicBezTo>
                  <a:cubicBezTo>
                    <a:pt x="1541" y="5262"/>
                    <a:pt x="1508" y="5213"/>
                    <a:pt x="1508" y="5213"/>
                  </a:cubicBezTo>
                  <a:lnTo>
                    <a:pt x="1492" y="5221"/>
                  </a:lnTo>
                  <a:cubicBezTo>
                    <a:pt x="1524" y="5270"/>
                    <a:pt x="1516" y="5278"/>
                    <a:pt x="1516" y="5278"/>
                  </a:cubicBezTo>
                  <a:cubicBezTo>
                    <a:pt x="1508" y="5278"/>
                    <a:pt x="1508" y="5278"/>
                    <a:pt x="1443" y="5189"/>
                  </a:cubicBezTo>
                  <a:cubicBezTo>
                    <a:pt x="1412" y="5146"/>
                    <a:pt x="1394" y="5124"/>
                    <a:pt x="1389" y="5124"/>
                  </a:cubicBezTo>
                  <a:lnTo>
                    <a:pt x="1389" y="5124"/>
                  </a:lnTo>
                  <a:cubicBezTo>
                    <a:pt x="1384" y="5124"/>
                    <a:pt x="1394" y="5150"/>
                    <a:pt x="1419" y="5205"/>
                  </a:cubicBezTo>
                  <a:lnTo>
                    <a:pt x="1435" y="5262"/>
                  </a:lnTo>
                  <a:cubicBezTo>
                    <a:pt x="1415" y="5237"/>
                    <a:pt x="1404" y="5228"/>
                    <a:pt x="1399" y="5228"/>
                  </a:cubicBezTo>
                  <a:cubicBezTo>
                    <a:pt x="1387" y="5228"/>
                    <a:pt x="1415" y="5294"/>
                    <a:pt x="1427" y="5335"/>
                  </a:cubicBezTo>
                  <a:cubicBezTo>
                    <a:pt x="1393" y="5293"/>
                    <a:pt x="1373" y="5273"/>
                    <a:pt x="1367" y="5273"/>
                  </a:cubicBezTo>
                  <a:lnTo>
                    <a:pt x="1367" y="5273"/>
                  </a:lnTo>
                  <a:cubicBezTo>
                    <a:pt x="1361" y="5273"/>
                    <a:pt x="1373" y="5299"/>
                    <a:pt x="1403" y="5351"/>
                  </a:cubicBezTo>
                  <a:cubicBezTo>
                    <a:pt x="1421" y="5379"/>
                    <a:pt x="1427" y="5393"/>
                    <a:pt x="1419" y="5393"/>
                  </a:cubicBezTo>
                  <a:cubicBezTo>
                    <a:pt x="1413" y="5393"/>
                    <a:pt x="1400" y="5385"/>
                    <a:pt x="1378" y="5367"/>
                  </a:cubicBezTo>
                  <a:cubicBezTo>
                    <a:pt x="1354" y="5343"/>
                    <a:pt x="1342" y="5336"/>
                    <a:pt x="1332" y="5336"/>
                  </a:cubicBezTo>
                  <a:cubicBezTo>
                    <a:pt x="1326" y="5336"/>
                    <a:pt x="1320" y="5340"/>
                    <a:pt x="1314" y="5343"/>
                  </a:cubicBezTo>
                  <a:cubicBezTo>
                    <a:pt x="1330" y="5400"/>
                    <a:pt x="1265" y="5440"/>
                    <a:pt x="1184" y="5497"/>
                  </a:cubicBezTo>
                  <a:cubicBezTo>
                    <a:pt x="1103" y="5554"/>
                    <a:pt x="1038" y="5594"/>
                    <a:pt x="1070" y="5635"/>
                  </a:cubicBezTo>
                  <a:cubicBezTo>
                    <a:pt x="1068" y="5637"/>
                    <a:pt x="1066" y="5639"/>
                    <a:pt x="1064" y="5639"/>
                  </a:cubicBezTo>
                  <a:cubicBezTo>
                    <a:pt x="1058" y="5639"/>
                    <a:pt x="1050" y="5631"/>
                    <a:pt x="1022" y="5603"/>
                  </a:cubicBezTo>
                  <a:cubicBezTo>
                    <a:pt x="1009" y="5587"/>
                    <a:pt x="1000" y="5577"/>
                    <a:pt x="997" y="5577"/>
                  </a:cubicBezTo>
                  <a:lnTo>
                    <a:pt x="997" y="5577"/>
                  </a:lnTo>
                  <a:cubicBezTo>
                    <a:pt x="993" y="5577"/>
                    <a:pt x="1003" y="5602"/>
                    <a:pt x="1038" y="5667"/>
                  </a:cubicBezTo>
                  <a:cubicBezTo>
                    <a:pt x="1047" y="5696"/>
                    <a:pt x="1065" y="5724"/>
                    <a:pt x="1064" y="5724"/>
                  </a:cubicBezTo>
                  <a:cubicBezTo>
                    <a:pt x="1063" y="5724"/>
                    <a:pt x="1053" y="5709"/>
                    <a:pt x="1022" y="5667"/>
                  </a:cubicBezTo>
                  <a:cubicBezTo>
                    <a:pt x="1006" y="5647"/>
                    <a:pt x="993" y="5639"/>
                    <a:pt x="980" y="5639"/>
                  </a:cubicBezTo>
                  <a:cubicBezTo>
                    <a:pt x="967" y="5639"/>
                    <a:pt x="953" y="5647"/>
                    <a:pt x="933" y="5659"/>
                  </a:cubicBezTo>
                  <a:cubicBezTo>
                    <a:pt x="900" y="5684"/>
                    <a:pt x="868" y="5708"/>
                    <a:pt x="900" y="5757"/>
                  </a:cubicBezTo>
                  <a:cubicBezTo>
                    <a:pt x="904" y="5786"/>
                    <a:pt x="906" y="5800"/>
                    <a:pt x="905" y="5800"/>
                  </a:cubicBezTo>
                  <a:cubicBezTo>
                    <a:pt x="904" y="5800"/>
                    <a:pt x="900" y="5788"/>
                    <a:pt x="892" y="5765"/>
                  </a:cubicBezTo>
                  <a:cubicBezTo>
                    <a:pt x="863" y="5710"/>
                    <a:pt x="824" y="5681"/>
                    <a:pt x="800" y="5681"/>
                  </a:cubicBezTo>
                  <a:cubicBezTo>
                    <a:pt x="778" y="5681"/>
                    <a:pt x="767" y="5706"/>
                    <a:pt x="787" y="5757"/>
                  </a:cubicBezTo>
                  <a:cubicBezTo>
                    <a:pt x="784" y="5760"/>
                    <a:pt x="780" y="5763"/>
                    <a:pt x="776" y="5763"/>
                  </a:cubicBezTo>
                  <a:cubicBezTo>
                    <a:pt x="769" y="5763"/>
                    <a:pt x="758" y="5754"/>
                    <a:pt x="738" y="5724"/>
                  </a:cubicBezTo>
                  <a:cubicBezTo>
                    <a:pt x="722" y="5732"/>
                    <a:pt x="714" y="5740"/>
                    <a:pt x="722" y="5805"/>
                  </a:cubicBezTo>
                  <a:lnTo>
                    <a:pt x="649" y="5854"/>
                  </a:lnTo>
                  <a:cubicBezTo>
                    <a:pt x="633" y="5862"/>
                    <a:pt x="641" y="5927"/>
                    <a:pt x="641" y="5927"/>
                  </a:cubicBezTo>
                  <a:lnTo>
                    <a:pt x="633" y="5927"/>
                  </a:lnTo>
                  <a:cubicBezTo>
                    <a:pt x="622" y="5914"/>
                    <a:pt x="610" y="5908"/>
                    <a:pt x="596" y="5908"/>
                  </a:cubicBezTo>
                  <a:cubicBezTo>
                    <a:pt x="567" y="5908"/>
                    <a:pt x="530" y="5932"/>
                    <a:pt x="487" y="5959"/>
                  </a:cubicBezTo>
                  <a:cubicBezTo>
                    <a:pt x="435" y="5994"/>
                    <a:pt x="391" y="6025"/>
                    <a:pt x="355" y="6025"/>
                  </a:cubicBezTo>
                  <a:cubicBezTo>
                    <a:pt x="341" y="6025"/>
                    <a:pt x="328" y="6020"/>
                    <a:pt x="316" y="6008"/>
                  </a:cubicBezTo>
                  <a:lnTo>
                    <a:pt x="316" y="6008"/>
                  </a:lnTo>
                  <a:cubicBezTo>
                    <a:pt x="316" y="6008"/>
                    <a:pt x="308" y="6016"/>
                    <a:pt x="324" y="6065"/>
                  </a:cubicBezTo>
                  <a:cubicBezTo>
                    <a:pt x="361" y="6127"/>
                    <a:pt x="370" y="6153"/>
                    <a:pt x="362" y="6153"/>
                  </a:cubicBezTo>
                  <a:cubicBezTo>
                    <a:pt x="358" y="6153"/>
                    <a:pt x="347" y="6144"/>
                    <a:pt x="333" y="6130"/>
                  </a:cubicBezTo>
                  <a:cubicBezTo>
                    <a:pt x="303" y="6096"/>
                    <a:pt x="278" y="6081"/>
                    <a:pt x="264" y="6081"/>
                  </a:cubicBezTo>
                  <a:cubicBezTo>
                    <a:pt x="243" y="6081"/>
                    <a:pt x="242" y="6113"/>
                    <a:pt x="276" y="6170"/>
                  </a:cubicBezTo>
                  <a:lnTo>
                    <a:pt x="243" y="6121"/>
                  </a:lnTo>
                  <a:cubicBezTo>
                    <a:pt x="218" y="6096"/>
                    <a:pt x="201" y="6085"/>
                    <a:pt x="192" y="6085"/>
                  </a:cubicBezTo>
                  <a:cubicBezTo>
                    <a:pt x="172" y="6085"/>
                    <a:pt x="188" y="6136"/>
                    <a:pt x="227" y="6203"/>
                  </a:cubicBezTo>
                  <a:cubicBezTo>
                    <a:pt x="196" y="6176"/>
                    <a:pt x="168" y="6150"/>
                    <a:pt x="158" y="6150"/>
                  </a:cubicBezTo>
                  <a:cubicBezTo>
                    <a:pt x="153" y="6150"/>
                    <a:pt x="154" y="6158"/>
                    <a:pt x="162" y="6178"/>
                  </a:cubicBezTo>
                  <a:cubicBezTo>
                    <a:pt x="154" y="6178"/>
                    <a:pt x="154" y="6178"/>
                    <a:pt x="89" y="6089"/>
                  </a:cubicBezTo>
                  <a:cubicBezTo>
                    <a:pt x="57" y="6040"/>
                    <a:pt x="24" y="6000"/>
                    <a:pt x="8" y="6000"/>
                  </a:cubicBezTo>
                  <a:lnTo>
                    <a:pt x="8" y="6000"/>
                  </a:lnTo>
                  <a:cubicBezTo>
                    <a:pt x="0" y="6008"/>
                    <a:pt x="33" y="6057"/>
                    <a:pt x="65" y="6105"/>
                  </a:cubicBezTo>
                  <a:lnTo>
                    <a:pt x="49" y="6113"/>
                  </a:lnTo>
                  <a:cubicBezTo>
                    <a:pt x="49" y="6113"/>
                    <a:pt x="41" y="6121"/>
                    <a:pt x="73" y="6170"/>
                  </a:cubicBezTo>
                  <a:cubicBezTo>
                    <a:pt x="106" y="6211"/>
                    <a:pt x="97" y="6219"/>
                    <a:pt x="81" y="6227"/>
                  </a:cubicBezTo>
                  <a:cubicBezTo>
                    <a:pt x="72" y="6214"/>
                    <a:pt x="68" y="6208"/>
                    <a:pt x="67" y="6208"/>
                  </a:cubicBezTo>
                  <a:lnTo>
                    <a:pt x="67" y="6208"/>
                  </a:lnTo>
                  <a:cubicBezTo>
                    <a:pt x="63" y="6208"/>
                    <a:pt x="84" y="6246"/>
                    <a:pt x="114" y="6276"/>
                  </a:cubicBezTo>
                  <a:cubicBezTo>
                    <a:pt x="154" y="6316"/>
                    <a:pt x="187" y="6365"/>
                    <a:pt x="170" y="6373"/>
                  </a:cubicBezTo>
                  <a:lnTo>
                    <a:pt x="243" y="6462"/>
                  </a:lnTo>
                  <a:cubicBezTo>
                    <a:pt x="276" y="6535"/>
                    <a:pt x="333" y="6592"/>
                    <a:pt x="389" y="6632"/>
                  </a:cubicBezTo>
                  <a:cubicBezTo>
                    <a:pt x="423" y="6644"/>
                    <a:pt x="455" y="6655"/>
                    <a:pt x="473" y="6655"/>
                  </a:cubicBezTo>
                  <a:cubicBezTo>
                    <a:pt x="495" y="6655"/>
                    <a:pt x="497" y="6640"/>
                    <a:pt x="462" y="6592"/>
                  </a:cubicBezTo>
                  <a:cubicBezTo>
                    <a:pt x="462" y="6592"/>
                    <a:pt x="438" y="6535"/>
                    <a:pt x="446" y="6535"/>
                  </a:cubicBezTo>
                  <a:cubicBezTo>
                    <a:pt x="447" y="6534"/>
                    <a:pt x="448" y="6534"/>
                    <a:pt x="449" y="6534"/>
                  </a:cubicBezTo>
                  <a:cubicBezTo>
                    <a:pt x="463" y="6534"/>
                    <a:pt x="503" y="6567"/>
                    <a:pt x="503" y="6567"/>
                  </a:cubicBezTo>
                  <a:cubicBezTo>
                    <a:pt x="515" y="6583"/>
                    <a:pt x="527" y="6589"/>
                    <a:pt x="540" y="6589"/>
                  </a:cubicBezTo>
                  <a:cubicBezTo>
                    <a:pt x="562" y="6589"/>
                    <a:pt x="586" y="6571"/>
                    <a:pt x="616" y="6551"/>
                  </a:cubicBezTo>
                  <a:cubicBezTo>
                    <a:pt x="655" y="6527"/>
                    <a:pt x="679" y="6511"/>
                    <a:pt x="703" y="6511"/>
                  </a:cubicBezTo>
                  <a:cubicBezTo>
                    <a:pt x="719" y="6511"/>
                    <a:pt x="735" y="6519"/>
                    <a:pt x="754" y="6535"/>
                  </a:cubicBezTo>
                  <a:cubicBezTo>
                    <a:pt x="783" y="6564"/>
                    <a:pt x="796" y="6568"/>
                    <a:pt x="800" y="6568"/>
                  </a:cubicBezTo>
                  <a:cubicBezTo>
                    <a:pt x="802" y="6568"/>
                    <a:pt x="803" y="6567"/>
                    <a:pt x="803" y="6567"/>
                  </a:cubicBezTo>
                  <a:cubicBezTo>
                    <a:pt x="770" y="6519"/>
                    <a:pt x="827" y="6478"/>
                    <a:pt x="900" y="6438"/>
                  </a:cubicBezTo>
                  <a:cubicBezTo>
                    <a:pt x="965" y="6389"/>
                    <a:pt x="1030" y="6348"/>
                    <a:pt x="997" y="6300"/>
                  </a:cubicBezTo>
                  <a:lnTo>
                    <a:pt x="1022" y="6284"/>
                  </a:lnTo>
                  <a:cubicBezTo>
                    <a:pt x="1039" y="6310"/>
                    <a:pt x="1052" y="6317"/>
                    <a:pt x="1064" y="6317"/>
                  </a:cubicBezTo>
                  <a:cubicBezTo>
                    <a:pt x="1074" y="6317"/>
                    <a:pt x="1083" y="6312"/>
                    <a:pt x="1095" y="6308"/>
                  </a:cubicBezTo>
                  <a:cubicBezTo>
                    <a:pt x="1078" y="6251"/>
                    <a:pt x="1095" y="6235"/>
                    <a:pt x="1095" y="6235"/>
                  </a:cubicBezTo>
                  <a:cubicBezTo>
                    <a:pt x="1113" y="6262"/>
                    <a:pt x="1126" y="6272"/>
                    <a:pt x="1137" y="6272"/>
                  </a:cubicBezTo>
                  <a:cubicBezTo>
                    <a:pt x="1145" y="6272"/>
                    <a:pt x="1153" y="6266"/>
                    <a:pt x="1160" y="6259"/>
                  </a:cubicBezTo>
                  <a:cubicBezTo>
                    <a:pt x="1176" y="6251"/>
                    <a:pt x="1192" y="6243"/>
                    <a:pt x="1160" y="6194"/>
                  </a:cubicBezTo>
                  <a:cubicBezTo>
                    <a:pt x="1189" y="6177"/>
                    <a:pt x="1222" y="6164"/>
                    <a:pt x="1257" y="6164"/>
                  </a:cubicBezTo>
                  <a:cubicBezTo>
                    <a:pt x="1270" y="6164"/>
                    <a:pt x="1284" y="6166"/>
                    <a:pt x="1297" y="6170"/>
                  </a:cubicBezTo>
                  <a:cubicBezTo>
                    <a:pt x="1307" y="6180"/>
                    <a:pt x="1313" y="6184"/>
                    <a:pt x="1316" y="6184"/>
                  </a:cubicBezTo>
                  <a:cubicBezTo>
                    <a:pt x="1326" y="6184"/>
                    <a:pt x="1308" y="6142"/>
                    <a:pt x="1289" y="6105"/>
                  </a:cubicBezTo>
                  <a:cubicBezTo>
                    <a:pt x="1257" y="6057"/>
                    <a:pt x="1233" y="6008"/>
                    <a:pt x="1249" y="6000"/>
                  </a:cubicBezTo>
                  <a:lnTo>
                    <a:pt x="1249" y="6000"/>
                  </a:lnTo>
                  <a:lnTo>
                    <a:pt x="1314" y="6089"/>
                  </a:lnTo>
                  <a:cubicBezTo>
                    <a:pt x="1329" y="6126"/>
                    <a:pt x="1335" y="6139"/>
                    <a:pt x="1341" y="6139"/>
                  </a:cubicBezTo>
                  <a:cubicBezTo>
                    <a:pt x="1345" y="6139"/>
                    <a:pt x="1349" y="6135"/>
                    <a:pt x="1354" y="6130"/>
                  </a:cubicBezTo>
                  <a:lnTo>
                    <a:pt x="1370" y="6121"/>
                  </a:lnTo>
                  <a:cubicBezTo>
                    <a:pt x="1338" y="6073"/>
                    <a:pt x="1387" y="6040"/>
                    <a:pt x="1460" y="5992"/>
                  </a:cubicBezTo>
                  <a:cubicBezTo>
                    <a:pt x="1549" y="5935"/>
                    <a:pt x="1573" y="5919"/>
                    <a:pt x="1541" y="5870"/>
                  </a:cubicBezTo>
                  <a:cubicBezTo>
                    <a:pt x="1522" y="5842"/>
                    <a:pt x="1517" y="5830"/>
                    <a:pt x="1529" y="5830"/>
                  </a:cubicBezTo>
                  <a:cubicBezTo>
                    <a:pt x="1537" y="5830"/>
                    <a:pt x="1554" y="5836"/>
                    <a:pt x="1581" y="5846"/>
                  </a:cubicBezTo>
                  <a:cubicBezTo>
                    <a:pt x="1671" y="5903"/>
                    <a:pt x="1709" y="5926"/>
                    <a:pt x="1721" y="5926"/>
                  </a:cubicBezTo>
                  <a:cubicBezTo>
                    <a:pt x="1730" y="5926"/>
                    <a:pt x="1726" y="5915"/>
                    <a:pt x="1719" y="5894"/>
                  </a:cubicBezTo>
                  <a:cubicBezTo>
                    <a:pt x="1703" y="5894"/>
                    <a:pt x="1670" y="5854"/>
                    <a:pt x="1638" y="5805"/>
                  </a:cubicBezTo>
                  <a:cubicBezTo>
                    <a:pt x="1603" y="5757"/>
                    <a:pt x="1589" y="5733"/>
                    <a:pt x="1597" y="5733"/>
                  </a:cubicBezTo>
                  <a:cubicBezTo>
                    <a:pt x="1603" y="5733"/>
                    <a:pt x="1625" y="5751"/>
                    <a:pt x="1662" y="5789"/>
                  </a:cubicBezTo>
                  <a:cubicBezTo>
                    <a:pt x="1677" y="5812"/>
                    <a:pt x="1695" y="5821"/>
                    <a:pt x="1713" y="5821"/>
                  </a:cubicBezTo>
                  <a:cubicBezTo>
                    <a:pt x="1771" y="5821"/>
                    <a:pt x="1827" y="5718"/>
                    <a:pt x="1784" y="5643"/>
                  </a:cubicBezTo>
                  <a:lnTo>
                    <a:pt x="1784" y="5643"/>
                  </a:lnTo>
                  <a:lnTo>
                    <a:pt x="1816" y="5692"/>
                  </a:lnTo>
                  <a:cubicBezTo>
                    <a:pt x="1833" y="5713"/>
                    <a:pt x="1844" y="5723"/>
                    <a:pt x="1856" y="5723"/>
                  </a:cubicBezTo>
                  <a:cubicBezTo>
                    <a:pt x="1866" y="5723"/>
                    <a:pt x="1878" y="5715"/>
                    <a:pt x="1897" y="5700"/>
                  </a:cubicBezTo>
                  <a:lnTo>
                    <a:pt x="1930" y="5684"/>
                  </a:lnTo>
                  <a:cubicBezTo>
                    <a:pt x="1888" y="5632"/>
                    <a:pt x="1902" y="5611"/>
                    <a:pt x="1928" y="5611"/>
                  </a:cubicBezTo>
                  <a:cubicBezTo>
                    <a:pt x="1947" y="5611"/>
                    <a:pt x="1973" y="5622"/>
                    <a:pt x="1987" y="5643"/>
                  </a:cubicBezTo>
                  <a:cubicBezTo>
                    <a:pt x="2011" y="5668"/>
                    <a:pt x="2021" y="5678"/>
                    <a:pt x="2028" y="5678"/>
                  </a:cubicBezTo>
                  <a:cubicBezTo>
                    <a:pt x="2033" y="5678"/>
                    <a:pt x="2037" y="5674"/>
                    <a:pt x="2043" y="5667"/>
                  </a:cubicBezTo>
                  <a:cubicBezTo>
                    <a:pt x="2025" y="5608"/>
                    <a:pt x="2043" y="5584"/>
                    <a:pt x="2068" y="5584"/>
                  </a:cubicBezTo>
                  <a:cubicBezTo>
                    <a:pt x="2087" y="5584"/>
                    <a:pt x="2110" y="5598"/>
                    <a:pt x="2124" y="5619"/>
                  </a:cubicBezTo>
                  <a:lnTo>
                    <a:pt x="2141" y="5603"/>
                  </a:lnTo>
                  <a:cubicBezTo>
                    <a:pt x="2124" y="5554"/>
                    <a:pt x="2141" y="5538"/>
                    <a:pt x="2149" y="5538"/>
                  </a:cubicBezTo>
                  <a:cubicBezTo>
                    <a:pt x="2181" y="5513"/>
                    <a:pt x="2189" y="5505"/>
                    <a:pt x="2149" y="5473"/>
                  </a:cubicBezTo>
                  <a:cubicBezTo>
                    <a:pt x="2116" y="5424"/>
                    <a:pt x="2084" y="5376"/>
                    <a:pt x="2092" y="5367"/>
                  </a:cubicBezTo>
                  <a:lnTo>
                    <a:pt x="2092" y="5367"/>
                  </a:lnTo>
                  <a:lnTo>
                    <a:pt x="2124" y="5416"/>
                  </a:lnTo>
                  <a:cubicBezTo>
                    <a:pt x="2138" y="5437"/>
                    <a:pt x="2152" y="5444"/>
                    <a:pt x="2166" y="5444"/>
                  </a:cubicBezTo>
                  <a:cubicBezTo>
                    <a:pt x="2184" y="5444"/>
                    <a:pt x="2203" y="5430"/>
                    <a:pt x="2222" y="5416"/>
                  </a:cubicBezTo>
                  <a:cubicBezTo>
                    <a:pt x="2249" y="5398"/>
                    <a:pt x="2269" y="5387"/>
                    <a:pt x="2288" y="5387"/>
                  </a:cubicBezTo>
                  <a:cubicBezTo>
                    <a:pt x="2303" y="5387"/>
                    <a:pt x="2317" y="5394"/>
                    <a:pt x="2335" y="5408"/>
                  </a:cubicBezTo>
                  <a:lnTo>
                    <a:pt x="2311" y="5359"/>
                  </a:lnTo>
                  <a:cubicBezTo>
                    <a:pt x="2298" y="5329"/>
                    <a:pt x="2296" y="5314"/>
                    <a:pt x="2303" y="5314"/>
                  </a:cubicBezTo>
                  <a:cubicBezTo>
                    <a:pt x="2309" y="5314"/>
                    <a:pt x="2320" y="5325"/>
                    <a:pt x="2335" y="5343"/>
                  </a:cubicBezTo>
                  <a:cubicBezTo>
                    <a:pt x="2349" y="5357"/>
                    <a:pt x="2363" y="5363"/>
                    <a:pt x="2374" y="5363"/>
                  </a:cubicBezTo>
                  <a:cubicBezTo>
                    <a:pt x="2397" y="5363"/>
                    <a:pt x="2411" y="5340"/>
                    <a:pt x="2400" y="5303"/>
                  </a:cubicBezTo>
                  <a:lnTo>
                    <a:pt x="2416" y="5286"/>
                  </a:lnTo>
                  <a:cubicBezTo>
                    <a:pt x="2451" y="5324"/>
                    <a:pt x="2475" y="5342"/>
                    <a:pt x="2487" y="5342"/>
                  </a:cubicBezTo>
                  <a:cubicBezTo>
                    <a:pt x="2503" y="5342"/>
                    <a:pt x="2498" y="5310"/>
                    <a:pt x="2465" y="5254"/>
                  </a:cubicBezTo>
                  <a:lnTo>
                    <a:pt x="2465" y="5254"/>
                  </a:lnTo>
                  <a:cubicBezTo>
                    <a:pt x="2490" y="5284"/>
                    <a:pt x="2503" y="5292"/>
                    <a:pt x="2511" y="5292"/>
                  </a:cubicBezTo>
                  <a:cubicBezTo>
                    <a:pt x="2516" y="5292"/>
                    <a:pt x="2519" y="5289"/>
                    <a:pt x="2522" y="5286"/>
                  </a:cubicBezTo>
                  <a:cubicBezTo>
                    <a:pt x="2511" y="5249"/>
                    <a:pt x="2525" y="5226"/>
                    <a:pt x="2545" y="5226"/>
                  </a:cubicBezTo>
                  <a:cubicBezTo>
                    <a:pt x="2555" y="5226"/>
                    <a:pt x="2567" y="5232"/>
                    <a:pt x="2578" y="5246"/>
                  </a:cubicBezTo>
                  <a:lnTo>
                    <a:pt x="2587" y="5246"/>
                  </a:lnTo>
                  <a:cubicBezTo>
                    <a:pt x="2570" y="5189"/>
                    <a:pt x="2578" y="5181"/>
                    <a:pt x="2587" y="5181"/>
                  </a:cubicBezTo>
                  <a:cubicBezTo>
                    <a:pt x="2595" y="5173"/>
                    <a:pt x="2603" y="5165"/>
                    <a:pt x="2578" y="5108"/>
                  </a:cubicBezTo>
                  <a:cubicBezTo>
                    <a:pt x="2562" y="5059"/>
                    <a:pt x="2570" y="5051"/>
                    <a:pt x="2570" y="5051"/>
                  </a:cubicBezTo>
                  <a:cubicBezTo>
                    <a:pt x="2571" y="5051"/>
                    <a:pt x="2571" y="5050"/>
                    <a:pt x="2572" y="5050"/>
                  </a:cubicBezTo>
                  <a:cubicBezTo>
                    <a:pt x="2582" y="5050"/>
                    <a:pt x="2604" y="5103"/>
                    <a:pt x="2627" y="5149"/>
                  </a:cubicBezTo>
                  <a:cubicBezTo>
                    <a:pt x="2630" y="5172"/>
                    <a:pt x="2636" y="5184"/>
                    <a:pt x="2641" y="5184"/>
                  </a:cubicBezTo>
                  <a:cubicBezTo>
                    <a:pt x="2649" y="5184"/>
                    <a:pt x="2653" y="5148"/>
                    <a:pt x="2627" y="5076"/>
                  </a:cubicBezTo>
                  <a:cubicBezTo>
                    <a:pt x="2611" y="5023"/>
                    <a:pt x="2603" y="4997"/>
                    <a:pt x="2605" y="4997"/>
                  </a:cubicBezTo>
                  <a:lnTo>
                    <a:pt x="2605" y="4997"/>
                  </a:lnTo>
                  <a:cubicBezTo>
                    <a:pt x="2607" y="4997"/>
                    <a:pt x="2619" y="5023"/>
                    <a:pt x="2643" y="5076"/>
                  </a:cubicBezTo>
                  <a:cubicBezTo>
                    <a:pt x="2660" y="5109"/>
                    <a:pt x="2673" y="5145"/>
                    <a:pt x="2677" y="5145"/>
                  </a:cubicBezTo>
                  <a:cubicBezTo>
                    <a:pt x="2678" y="5145"/>
                    <a:pt x="2678" y="5137"/>
                    <a:pt x="2676" y="5116"/>
                  </a:cubicBezTo>
                  <a:cubicBezTo>
                    <a:pt x="2676" y="5116"/>
                    <a:pt x="2692" y="5108"/>
                    <a:pt x="2660" y="5059"/>
                  </a:cubicBezTo>
                  <a:lnTo>
                    <a:pt x="2692" y="5043"/>
                  </a:lnTo>
                  <a:cubicBezTo>
                    <a:pt x="2719" y="5061"/>
                    <a:pt x="2733" y="5067"/>
                    <a:pt x="2744" y="5067"/>
                  </a:cubicBezTo>
                  <a:cubicBezTo>
                    <a:pt x="2752" y="5067"/>
                    <a:pt x="2758" y="5063"/>
                    <a:pt x="2765" y="5059"/>
                  </a:cubicBezTo>
                  <a:cubicBezTo>
                    <a:pt x="2752" y="5034"/>
                    <a:pt x="2746" y="5022"/>
                    <a:pt x="2749" y="5022"/>
                  </a:cubicBezTo>
                  <a:lnTo>
                    <a:pt x="2749" y="5022"/>
                  </a:lnTo>
                  <a:cubicBezTo>
                    <a:pt x="2752" y="5022"/>
                    <a:pt x="2762" y="5032"/>
                    <a:pt x="2781" y="5051"/>
                  </a:cubicBezTo>
                  <a:cubicBezTo>
                    <a:pt x="2793" y="5066"/>
                    <a:pt x="2802" y="5075"/>
                    <a:pt x="2805" y="5075"/>
                  </a:cubicBezTo>
                  <a:cubicBezTo>
                    <a:pt x="2810" y="5075"/>
                    <a:pt x="2798" y="5051"/>
                    <a:pt x="2757" y="4994"/>
                  </a:cubicBezTo>
                  <a:cubicBezTo>
                    <a:pt x="2743" y="4967"/>
                    <a:pt x="2740" y="4952"/>
                    <a:pt x="2748" y="4952"/>
                  </a:cubicBezTo>
                  <a:cubicBezTo>
                    <a:pt x="2755" y="4952"/>
                    <a:pt x="2768" y="4961"/>
                    <a:pt x="2789" y="4978"/>
                  </a:cubicBezTo>
                  <a:cubicBezTo>
                    <a:pt x="2826" y="5029"/>
                    <a:pt x="2844" y="5048"/>
                    <a:pt x="2848" y="5048"/>
                  </a:cubicBezTo>
                  <a:cubicBezTo>
                    <a:pt x="2850" y="5048"/>
                    <a:pt x="2844" y="5036"/>
                    <a:pt x="2830" y="5019"/>
                  </a:cubicBezTo>
                  <a:cubicBezTo>
                    <a:pt x="2805" y="4962"/>
                    <a:pt x="2814" y="4954"/>
                    <a:pt x="2814" y="4954"/>
                  </a:cubicBezTo>
                  <a:lnTo>
                    <a:pt x="2814" y="4954"/>
                  </a:lnTo>
                  <a:cubicBezTo>
                    <a:pt x="2822" y="4967"/>
                    <a:pt x="2835" y="4972"/>
                    <a:pt x="2850" y="4972"/>
                  </a:cubicBezTo>
                  <a:cubicBezTo>
                    <a:pt x="2893" y="4972"/>
                    <a:pt x="2959" y="4929"/>
                    <a:pt x="3024" y="4881"/>
                  </a:cubicBezTo>
                  <a:cubicBezTo>
                    <a:pt x="3032" y="4881"/>
                    <a:pt x="3008" y="4824"/>
                    <a:pt x="2976" y="4784"/>
                  </a:cubicBezTo>
                  <a:cubicBezTo>
                    <a:pt x="2948" y="4742"/>
                    <a:pt x="2938" y="4727"/>
                    <a:pt x="2940" y="4727"/>
                  </a:cubicBezTo>
                  <a:lnTo>
                    <a:pt x="2940" y="4727"/>
                  </a:lnTo>
                  <a:cubicBezTo>
                    <a:pt x="2942" y="4727"/>
                    <a:pt x="2964" y="4753"/>
                    <a:pt x="2992" y="4776"/>
                  </a:cubicBezTo>
                  <a:cubicBezTo>
                    <a:pt x="3041" y="4836"/>
                    <a:pt x="3071" y="4865"/>
                    <a:pt x="3078" y="4865"/>
                  </a:cubicBezTo>
                  <a:cubicBezTo>
                    <a:pt x="3086" y="4865"/>
                    <a:pt x="3064" y="4828"/>
                    <a:pt x="3008" y="4759"/>
                  </a:cubicBezTo>
                  <a:cubicBezTo>
                    <a:pt x="2971" y="4718"/>
                    <a:pt x="2952" y="4697"/>
                    <a:pt x="2955" y="4697"/>
                  </a:cubicBezTo>
                  <a:lnTo>
                    <a:pt x="2955" y="4697"/>
                  </a:lnTo>
                  <a:cubicBezTo>
                    <a:pt x="2957" y="4697"/>
                    <a:pt x="2977" y="4716"/>
                    <a:pt x="3016" y="4751"/>
                  </a:cubicBezTo>
                  <a:cubicBezTo>
                    <a:pt x="3036" y="4771"/>
                    <a:pt x="3046" y="4781"/>
                    <a:pt x="3049" y="4781"/>
                  </a:cubicBezTo>
                  <a:cubicBezTo>
                    <a:pt x="3053" y="4781"/>
                    <a:pt x="3049" y="4769"/>
                    <a:pt x="3041" y="4743"/>
                  </a:cubicBezTo>
                  <a:cubicBezTo>
                    <a:pt x="3023" y="4717"/>
                    <a:pt x="3017" y="4702"/>
                    <a:pt x="3021" y="4702"/>
                  </a:cubicBezTo>
                  <a:lnTo>
                    <a:pt x="3021" y="4702"/>
                  </a:lnTo>
                  <a:cubicBezTo>
                    <a:pt x="3024" y="4702"/>
                    <a:pt x="3034" y="4713"/>
                    <a:pt x="3049" y="4735"/>
                  </a:cubicBezTo>
                  <a:cubicBezTo>
                    <a:pt x="3076" y="4762"/>
                    <a:pt x="3103" y="4790"/>
                    <a:pt x="3108" y="4790"/>
                  </a:cubicBezTo>
                  <a:cubicBezTo>
                    <a:pt x="3111" y="4790"/>
                    <a:pt x="3108" y="4783"/>
                    <a:pt x="3097" y="4767"/>
                  </a:cubicBezTo>
                  <a:cubicBezTo>
                    <a:pt x="3097" y="4767"/>
                    <a:pt x="3099" y="4767"/>
                    <a:pt x="3101" y="4767"/>
                  </a:cubicBezTo>
                  <a:cubicBezTo>
                    <a:pt x="3109" y="4767"/>
                    <a:pt x="3125" y="4771"/>
                    <a:pt x="3154" y="4800"/>
                  </a:cubicBezTo>
                  <a:cubicBezTo>
                    <a:pt x="3164" y="4810"/>
                    <a:pt x="3170" y="4814"/>
                    <a:pt x="3173" y="4814"/>
                  </a:cubicBezTo>
                  <a:cubicBezTo>
                    <a:pt x="3183" y="4814"/>
                    <a:pt x="3164" y="4772"/>
                    <a:pt x="3146" y="4735"/>
                  </a:cubicBezTo>
                  <a:cubicBezTo>
                    <a:pt x="3129" y="4675"/>
                    <a:pt x="3123" y="4645"/>
                    <a:pt x="3130" y="4645"/>
                  </a:cubicBezTo>
                  <a:lnTo>
                    <a:pt x="3130" y="4645"/>
                  </a:lnTo>
                  <a:cubicBezTo>
                    <a:pt x="3136" y="4645"/>
                    <a:pt x="3152" y="4669"/>
                    <a:pt x="3178" y="4719"/>
                  </a:cubicBezTo>
                  <a:cubicBezTo>
                    <a:pt x="3197" y="4750"/>
                    <a:pt x="3210" y="4763"/>
                    <a:pt x="3219" y="4763"/>
                  </a:cubicBezTo>
                  <a:cubicBezTo>
                    <a:pt x="3238" y="4763"/>
                    <a:pt x="3233" y="4704"/>
                    <a:pt x="3195" y="4638"/>
                  </a:cubicBezTo>
                  <a:cubicBezTo>
                    <a:pt x="3160" y="4579"/>
                    <a:pt x="3147" y="4555"/>
                    <a:pt x="3149" y="4555"/>
                  </a:cubicBezTo>
                  <a:lnTo>
                    <a:pt x="3149" y="4555"/>
                  </a:lnTo>
                  <a:cubicBezTo>
                    <a:pt x="3150" y="4555"/>
                    <a:pt x="3158" y="4565"/>
                    <a:pt x="3170" y="4581"/>
                  </a:cubicBezTo>
                  <a:cubicBezTo>
                    <a:pt x="3195" y="4617"/>
                    <a:pt x="3205" y="4622"/>
                    <a:pt x="3209" y="4622"/>
                  </a:cubicBezTo>
                  <a:cubicBezTo>
                    <a:pt x="3210" y="4622"/>
                    <a:pt x="3211" y="4622"/>
                    <a:pt x="3211" y="4622"/>
                  </a:cubicBezTo>
                  <a:cubicBezTo>
                    <a:pt x="3215" y="4622"/>
                    <a:pt x="3219" y="4621"/>
                    <a:pt x="3224" y="4621"/>
                  </a:cubicBezTo>
                  <a:cubicBezTo>
                    <a:pt x="3234" y="4621"/>
                    <a:pt x="3244" y="4625"/>
                    <a:pt x="3268" y="4654"/>
                  </a:cubicBezTo>
                  <a:cubicBezTo>
                    <a:pt x="3268" y="4654"/>
                    <a:pt x="3276" y="4654"/>
                    <a:pt x="3259" y="4589"/>
                  </a:cubicBezTo>
                  <a:cubicBezTo>
                    <a:pt x="3241" y="4542"/>
                    <a:pt x="3243" y="4522"/>
                    <a:pt x="3257" y="4522"/>
                  </a:cubicBezTo>
                  <a:cubicBezTo>
                    <a:pt x="3275" y="4522"/>
                    <a:pt x="3312" y="4552"/>
                    <a:pt x="3357" y="4597"/>
                  </a:cubicBezTo>
                  <a:lnTo>
                    <a:pt x="3341" y="4540"/>
                  </a:lnTo>
                  <a:cubicBezTo>
                    <a:pt x="3305" y="4479"/>
                    <a:pt x="3282" y="4433"/>
                    <a:pt x="3286" y="4433"/>
                  </a:cubicBezTo>
                  <a:lnTo>
                    <a:pt x="3286" y="4433"/>
                  </a:lnTo>
                  <a:cubicBezTo>
                    <a:pt x="3289" y="4433"/>
                    <a:pt x="3301" y="4448"/>
                    <a:pt x="3324" y="4484"/>
                  </a:cubicBezTo>
                  <a:lnTo>
                    <a:pt x="3357" y="4524"/>
                  </a:lnTo>
                  <a:cubicBezTo>
                    <a:pt x="3331" y="4481"/>
                    <a:pt x="3332" y="4462"/>
                    <a:pt x="3346" y="4462"/>
                  </a:cubicBezTo>
                  <a:cubicBezTo>
                    <a:pt x="3364" y="4462"/>
                    <a:pt x="3402" y="4491"/>
                    <a:pt x="3438" y="4540"/>
                  </a:cubicBezTo>
                  <a:cubicBezTo>
                    <a:pt x="3461" y="4575"/>
                    <a:pt x="3468" y="4585"/>
                    <a:pt x="3475" y="4585"/>
                  </a:cubicBezTo>
                  <a:cubicBezTo>
                    <a:pt x="3478" y="4585"/>
                    <a:pt x="3482" y="4583"/>
                    <a:pt x="3487" y="4581"/>
                  </a:cubicBezTo>
                  <a:lnTo>
                    <a:pt x="3454" y="4532"/>
                  </a:lnTo>
                  <a:cubicBezTo>
                    <a:pt x="3414" y="4492"/>
                    <a:pt x="3381" y="4443"/>
                    <a:pt x="3397" y="4435"/>
                  </a:cubicBezTo>
                  <a:cubicBezTo>
                    <a:pt x="3400" y="4432"/>
                    <a:pt x="3403" y="4429"/>
                    <a:pt x="3408" y="4429"/>
                  </a:cubicBezTo>
                  <a:cubicBezTo>
                    <a:pt x="3415" y="4429"/>
                    <a:pt x="3426" y="4437"/>
                    <a:pt x="3446" y="4467"/>
                  </a:cubicBezTo>
                  <a:cubicBezTo>
                    <a:pt x="3473" y="4495"/>
                    <a:pt x="3504" y="4522"/>
                    <a:pt x="3512" y="4522"/>
                  </a:cubicBezTo>
                  <a:cubicBezTo>
                    <a:pt x="3515" y="4522"/>
                    <a:pt x="3513" y="4516"/>
                    <a:pt x="3503" y="4500"/>
                  </a:cubicBezTo>
                  <a:cubicBezTo>
                    <a:pt x="3503" y="4500"/>
                    <a:pt x="3503" y="4499"/>
                    <a:pt x="3505" y="4499"/>
                  </a:cubicBezTo>
                  <a:cubicBezTo>
                    <a:pt x="3510" y="4499"/>
                    <a:pt x="3522" y="4503"/>
                    <a:pt x="3551" y="4532"/>
                  </a:cubicBezTo>
                  <a:lnTo>
                    <a:pt x="3592" y="4508"/>
                  </a:lnTo>
                  <a:cubicBezTo>
                    <a:pt x="3578" y="4480"/>
                    <a:pt x="3577" y="4462"/>
                    <a:pt x="3586" y="4462"/>
                  </a:cubicBezTo>
                  <a:cubicBezTo>
                    <a:pt x="3592" y="4462"/>
                    <a:pt x="3603" y="4471"/>
                    <a:pt x="3616" y="4492"/>
                  </a:cubicBezTo>
                  <a:cubicBezTo>
                    <a:pt x="3616" y="4492"/>
                    <a:pt x="3641" y="4476"/>
                    <a:pt x="3616" y="4427"/>
                  </a:cubicBezTo>
                  <a:cubicBezTo>
                    <a:pt x="3623" y="4420"/>
                    <a:pt x="3630" y="4414"/>
                    <a:pt x="3639" y="4414"/>
                  </a:cubicBezTo>
                  <a:cubicBezTo>
                    <a:pt x="3650" y="4414"/>
                    <a:pt x="3663" y="4424"/>
                    <a:pt x="3681" y="4451"/>
                  </a:cubicBezTo>
                  <a:cubicBezTo>
                    <a:pt x="3697" y="4475"/>
                    <a:pt x="3705" y="4487"/>
                    <a:pt x="3706" y="4487"/>
                  </a:cubicBezTo>
                  <a:cubicBezTo>
                    <a:pt x="3708" y="4487"/>
                    <a:pt x="3702" y="4473"/>
                    <a:pt x="3689" y="4443"/>
                  </a:cubicBezTo>
                  <a:cubicBezTo>
                    <a:pt x="3657" y="4395"/>
                    <a:pt x="3665" y="4395"/>
                    <a:pt x="3673" y="4386"/>
                  </a:cubicBezTo>
                  <a:lnTo>
                    <a:pt x="3697" y="4370"/>
                  </a:lnTo>
                  <a:cubicBezTo>
                    <a:pt x="3665" y="4330"/>
                    <a:pt x="3665" y="4330"/>
                    <a:pt x="3673" y="4322"/>
                  </a:cubicBezTo>
                  <a:cubicBezTo>
                    <a:pt x="3674" y="4320"/>
                    <a:pt x="3677" y="4320"/>
                    <a:pt x="3680" y="4320"/>
                  </a:cubicBezTo>
                  <a:cubicBezTo>
                    <a:pt x="3696" y="4320"/>
                    <a:pt x="3731" y="4331"/>
                    <a:pt x="3747" y="4331"/>
                  </a:cubicBezTo>
                  <a:cubicBezTo>
                    <a:pt x="3750" y="4331"/>
                    <a:pt x="3753" y="4331"/>
                    <a:pt x="3754" y="4330"/>
                  </a:cubicBezTo>
                  <a:cubicBezTo>
                    <a:pt x="3778" y="4313"/>
                    <a:pt x="3778" y="4313"/>
                    <a:pt x="3738" y="4273"/>
                  </a:cubicBezTo>
                  <a:cubicBezTo>
                    <a:pt x="3737" y="4274"/>
                    <a:pt x="3736" y="4274"/>
                    <a:pt x="3736" y="4274"/>
                  </a:cubicBezTo>
                  <a:cubicBezTo>
                    <a:pt x="3728" y="4274"/>
                    <a:pt x="3713" y="4254"/>
                    <a:pt x="3723" y="4254"/>
                  </a:cubicBezTo>
                  <a:cubicBezTo>
                    <a:pt x="3726" y="4254"/>
                    <a:pt x="3734" y="4257"/>
                    <a:pt x="3746" y="4265"/>
                  </a:cubicBezTo>
                  <a:cubicBezTo>
                    <a:pt x="3757" y="4265"/>
                    <a:pt x="3786" y="4276"/>
                    <a:pt x="3813" y="4276"/>
                  </a:cubicBezTo>
                  <a:cubicBezTo>
                    <a:pt x="3827" y="4276"/>
                    <a:pt x="3841" y="4273"/>
                    <a:pt x="3851" y="4265"/>
                  </a:cubicBezTo>
                  <a:cubicBezTo>
                    <a:pt x="3892" y="4240"/>
                    <a:pt x="3892" y="4240"/>
                    <a:pt x="3859" y="4200"/>
                  </a:cubicBezTo>
                  <a:cubicBezTo>
                    <a:pt x="3817" y="4153"/>
                    <a:pt x="3801" y="4129"/>
                    <a:pt x="3806" y="4129"/>
                  </a:cubicBezTo>
                  <a:lnTo>
                    <a:pt x="3806" y="4129"/>
                  </a:lnTo>
                  <a:cubicBezTo>
                    <a:pt x="3811" y="4129"/>
                    <a:pt x="3833" y="4149"/>
                    <a:pt x="3868" y="4192"/>
                  </a:cubicBezTo>
                  <a:cubicBezTo>
                    <a:pt x="3911" y="4235"/>
                    <a:pt x="3935" y="4253"/>
                    <a:pt x="3944" y="4253"/>
                  </a:cubicBezTo>
                  <a:cubicBezTo>
                    <a:pt x="3952" y="4253"/>
                    <a:pt x="3948" y="4239"/>
                    <a:pt x="3932" y="4216"/>
                  </a:cubicBezTo>
                  <a:cubicBezTo>
                    <a:pt x="3908" y="4167"/>
                    <a:pt x="3908" y="4167"/>
                    <a:pt x="3916" y="4159"/>
                  </a:cubicBezTo>
                  <a:lnTo>
                    <a:pt x="3916" y="4159"/>
                  </a:lnTo>
                  <a:cubicBezTo>
                    <a:pt x="3931" y="4177"/>
                    <a:pt x="3940" y="4187"/>
                    <a:pt x="3946" y="4187"/>
                  </a:cubicBezTo>
                  <a:cubicBezTo>
                    <a:pt x="3953" y="4187"/>
                    <a:pt x="3953" y="4171"/>
                    <a:pt x="3949" y="4135"/>
                  </a:cubicBezTo>
                  <a:cubicBezTo>
                    <a:pt x="3957" y="4135"/>
                    <a:pt x="3957" y="4135"/>
                    <a:pt x="3989" y="4176"/>
                  </a:cubicBezTo>
                  <a:lnTo>
                    <a:pt x="4005" y="4167"/>
                  </a:lnTo>
                  <a:cubicBezTo>
                    <a:pt x="3976" y="4103"/>
                    <a:pt x="4000" y="4081"/>
                    <a:pt x="4033" y="4081"/>
                  </a:cubicBezTo>
                  <a:cubicBezTo>
                    <a:pt x="4054" y="4081"/>
                    <a:pt x="4079" y="4090"/>
                    <a:pt x="4095" y="4103"/>
                  </a:cubicBezTo>
                  <a:cubicBezTo>
                    <a:pt x="4095" y="4103"/>
                    <a:pt x="4103" y="4103"/>
                    <a:pt x="4078" y="4046"/>
                  </a:cubicBezTo>
                  <a:cubicBezTo>
                    <a:pt x="4049" y="3995"/>
                    <a:pt x="4039" y="3969"/>
                    <a:pt x="4046" y="3969"/>
                  </a:cubicBezTo>
                  <a:lnTo>
                    <a:pt x="4046" y="3969"/>
                  </a:lnTo>
                  <a:cubicBezTo>
                    <a:pt x="4052" y="3969"/>
                    <a:pt x="4072" y="3991"/>
                    <a:pt x="4103" y="4038"/>
                  </a:cubicBezTo>
                  <a:cubicBezTo>
                    <a:pt x="4134" y="4081"/>
                    <a:pt x="4151" y="4104"/>
                    <a:pt x="4152" y="4104"/>
                  </a:cubicBezTo>
                  <a:cubicBezTo>
                    <a:pt x="4154" y="4104"/>
                    <a:pt x="4140" y="4079"/>
                    <a:pt x="4111" y="4030"/>
                  </a:cubicBezTo>
                  <a:cubicBezTo>
                    <a:pt x="4098" y="3999"/>
                    <a:pt x="4106" y="3976"/>
                    <a:pt x="4125" y="3976"/>
                  </a:cubicBezTo>
                  <a:cubicBezTo>
                    <a:pt x="4141" y="3976"/>
                    <a:pt x="4166" y="3993"/>
                    <a:pt x="4192" y="4038"/>
                  </a:cubicBezTo>
                  <a:lnTo>
                    <a:pt x="4257" y="4135"/>
                  </a:lnTo>
                  <a:cubicBezTo>
                    <a:pt x="4232" y="4078"/>
                    <a:pt x="4249" y="4078"/>
                    <a:pt x="4249" y="4078"/>
                  </a:cubicBezTo>
                  <a:cubicBezTo>
                    <a:pt x="4216" y="4030"/>
                    <a:pt x="4224" y="4022"/>
                    <a:pt x="4249" y="4005"/>
                  </a:cubicBezTo>
                  <a:cubicBezTo>
                    <a:pt x="4273" y="3989"/>
                    <a:pt x="4273" y="3916"/>
                    <a:pt x="4297" y="3908"/>
                  </a:cubicBezTo>
                  <a:cubicBezTo>
                    <a:pt x="4309" y="3896"/>
                    <a:pt x="4326" y="3890"/>
                    <a:pt x="4342" y="3890"/>
                  </a:cubicBezTo>
                  <a:cubicBezTo>
                    <a:pt x="4358" y="3890"/>
                    <a:pt x="4374" y="3896"/>
                    <a:pt x="4386" y="3908"/>
                  </a:cubicBezTo>
                  <a:cubicBezTo>
                    <a:pt x="4395" y="3908"/>
                    <a:pt x="4411" y="3900"/>
                    <a:pt x="4395" y="3843"/>
                  </a:cubicBezTo>
                  <a:cubicBezTo>
                    <a:pt x="4380" y="3809"/>
                    <a:pt x="4380" y="3790"/>
                    <a:pt x="4389" y="3790"/>
                  </a:cubicBezTo>
                  <a:cubicBezTo>
                    <a:pt x="4395" y="3790"/>
                    <a:pt x="4406" y="3799"/>
                    <a:pt x="4419" y="3819"/>
                  </a:cubicBezTo>
                  <a:lnTo>
                    <a:pt x="4435" y="3811"/>
                  </a:lnTo>
                  <a:cubicBezTo>
                    <a:pt x="4419" y="3754"/>
                    <a:pt x="4427" y="3746"/>
                    <a:pt x="4427" y="3746"/>
                  </a:cubicBezTo>
                  <a:lnTo>
                    <a:pt x="4427" y="3746"/>
                  </a:lnTo>
                  <a:cubicBezTo>
                    <a:pt x="4448" y="3778"/>
                    <a:pt x="4476" y="3806"/>
                    <a:pt x="4486" y="3806"/>
                  </a:cubicBezTo>
                  <a:cubicBezTo>
                    <a:pt x="4492" y="3806"/>
                    <a:pt x="4492" y="3798"/>
                    <a:pt x="4484" y="3778"/>
                  </a:cubicBezTo>
                  <a:cubicBezTo>
                    <a:pt x="4451" y="3738"/>
                    <a:pt x="4459" y="3730"/>
                    <a:pt x="4476" y="3713"/>
                  </a:cubicBezTo>
                  <a:lnTo>
                    <a:pt x="4476" y="3713"/>
                  </a:lnTo>
                  <a:cubicBezTo>
                    <a:pt x="4480" y="3716"/>
                    <a:pt x="4485" y="3717"/>
                    <a:pt x="4491" y="3717"/>
                  </a:cubicBezTo>
                  <a:cubicBezTo>
                    <a:pt x="4575" y="3717"/>
                    <a:pt x="4846" y="3532"/>
                    <a:pt x="4816" y="3486"/>
                  </a:cubicBezTo>
                  <a:lnTo>
                    <a:pt x="4849" y="3470"/>
                  </a:lnTo>
                  <a:lnTo>
                    <a:pt x="4881" y="3446"/>
                  </a:lnTo>
                  <a:cubicBezTo>
                    <a:pt x="4903" y="3478"/>
                    <a:pt x="4919" y="3491"/>
                    <a:pt x="4931" y="3491"/>
                  </a:cubicBezTo>
                  <a:cubicBezTo>
                    <a:pt x="4954" y="3491"/>
                    <a:pt x="4959" y="3441"/>
                    <a:pt x="4954" y="3397"/>
                  </a:cubicBezTo>
                  <a:cubicBezTo>
                    <a:pt x="4930" y="3349"/>
                    <a:pt x="4938" y="3341"/>
                    <a:pt x="4954" y="3332"/>
                  </a:cubicBezTo>
                  <a:cubicBezTo>
                    <a:pt x="4986" y="3377"/>
                    <a:pt x="5009" y="3395"/>
                    <a:pt x="5022" y="3395"/>
                  </a:cubicBezTo>
                  <a:cubicBezTo>
                    <a:pt x="5035" y="3395"/>
                    <a:pt x="5039" y="3377"/>
                    <a:pt x="5035" y="3349"/>
                  </a:cubicBezTo>
                  <a:cubicBezTo>
                    <a:pt x="5006" y="3294"/>
                    <a:pt x="4994" y="3267"/>
                    <a:pt x="4998" y="3267"/>
                  </a:cubicBezTo>
                  <a:lnTo>
                    <a:pt x="4998" y="3267"/>
                  </a:lnTo>
                  <a:cubicBezTo>
                    <a:pt x="5002" y="3267"/>
                    <a:pt x="5020" y="3290"/>
                    <a:pt x="5051" y="3332"/>
                  </a:cubicBezTo>
                  <a:cubicBezTo>
                    <a:pt x="5078" y="3369"/>
                    <a:pt x="5098" y="3390"/>
                    <a:pt x="5106" y="3390"/>
                  </a:cubicBezTo>
                  <a:cubicBezTo>
                    <a:pt x="5118" y="3390"/>
                    <a:pt x="5107" y="3350"/>
                    <a:pt x="5059" y="3259"/>
                  </a:cubicBezTo>
                  <a:cubicBezTo>
                    <a:pt x="5047" y="3234"/>
                    <a:pt x="5041" y="3222"/>
                    <a:pt x="5044" y="3222"/>
                  </a:cubicBezTo>
                  <a:lnTo>
                    <a:pt x="5044" y="3222"/>
                  </a:lnTo>
                  <a:cubicBezTo>
                    <a:pt x="5046" y="3222"/>
                    <a:pt x="5056" y="3232"/>
                    <a:pt x="5076" y="3251"/>
                  </a:cubicBezTo>
                  <a:cubicBezTo>
                    <a:pt x="5120" y="3296"/>
                    <a:pt x="5143" y="3314"/>
                    <a:pt x="5149" y="3314"/>
                  </a:cubicBezTo>
                  <a:cubicBezTo>
                    <a:pt x="5153" y="3314"/>
                    <a:pt x="5147" y="3302"/>
                    <a:pt x="5132" y="3284"/>
                  </a:cubicBezTo>
                  <a:cubicBezTo>
                    <a:pt x="5101" y="3231"/>
                    <a:pt x="5090" y="3204"/>
                    <a:pt x="5097" y="3204"/>
                  </a:cubicBezTo>
                  <a:cubicBezTo>
                    <a:pt x="5104" y="3204"/>
                    <a:pt x="5124" y="3223"/>
                    <a:pt x="5157" y="3259"/>
                  </a:cubicBezTo>
                  <a:cubicBezTo>
                    <a:pt x="5199" y="3298"/>
                    <a:pt x="5222" y="3318"/>
                    <a:pt x="5227" y="3318"/>
                  </a:cubicBezTo>
                  <a:cubicBezTo>
                    <a:pt x="5233" y="3318"/>
                    <a:pt x="5219" y="3294"/>
                    <a:pt x="5189" y="3243"/>
                  </a:cubicBezTo>
                  <a:cubicBezTo>
                    <a:pt x="5156" y="3186"/>
                    <a:pt x="5156" y="3154"/>
                    <a:pt x="5177" y="3154"/>
                  </a:cubicBezTo>
                  <a:cubicBezTo>
                    <a:pt x="5191" y="3154"/>
                    <a:pt x="5216" y="3169"/>
                    <a:pt x="5246" y="3203"/>
                  </a:cubicBezTo>
                  <a:cubicBezTo>
                    <a:pt x="5247" y="3202"/>
                    <a:pt x="5248" y="3202"/>
                    <a:pt x="5249" y="3202"/>
                  </a:cubicBezTo>
                  <a:cubicBezTo>
                    <a:pt x="5257" y="3202"/>
                    <a:pt x="5272" y="3211"/>
                    <a:pt x="5278" y="3211"/>
                  </a:cubicBezTo>
                  <a:cubicBezTo>
                    <a:pt x="5283" y="3211"/>
                    <a:pt x="5283" y="3205"/>
                    <a:pt x="5270" y="3186"/>
                  </a:cubicBezTo>
                  <a:lnTo>
                    <a:pt x="5270" y="3186"/>
                  </a:lnTo>
                  <a:lnTo>
                    <a:pt x="5311" y="3227"/>
                  </a:lnTo>
                  <a:lnTo>
                    <a:pt x="5327" y="3219"/>
                  </a:lnTo>
                  <a:lnTo>
                    <a:pt x="5295" y="3170"/>
                  </a:lnTo>
                  <a:cubicBezTo>
                    <a:pt x="5359" y="3170"/>
                    <a:pt x="5416" y="3154"/>
                    <a:pt x="5465" y="3130"/>
                  </a:cubicBezTo>
                  <a:cubicBezTo>
                    <a:pt x="5570" y="3057"/>
                    <a:pt x="5595" y="3041"/>
                    <a:pt x="5554" y="3000"/>
                  </a:cubicBezTo>
                  <a:cubicBezTo>
                    <a:pt x="5511" y="2957"/>
                    <a:pt x="5497" y="2932"/>
                    <a:pt x="5506" y="2932"/>
                  </a:cubicBezTo>
                  <a:cubicBezTo>
                    <a:pt x="5513" y="2932"/>
                    <a:pt x="5536" y="2950"/>
                    <a:pt x="5570" y="2992"/>
                  </a:cubicBezTo>
                  <a:cubicBezTo>
                    <a:pt x="5571" y="2991"/>
                    <a:pt x="5573" y="2991"/>
                    <a:pt x="5575" y="2991"/>
                  </a:cubicBezTo>
                  <a:cubicBezTo>
                    <a:pt x="5587" y="2991"/>
                    <a:pt x="5617" y="3005"/>
                    <a:pt x="5637" y="3005"/>
                  </a:cubicBezTo>
                  <a:cubicBezTo>
                    <a:pt x="5643" y="3005"/>
                    <a:pt x="5648" y="3003"/>
                    <a:pt x="5651" y="3000"/>
                  </a:cubicBezTo>
                  <a:cubicBezTo>
                    <a:pt x="5659" y="2996"/>
                    <a:pt x="5668" y="2991"/>
                    <a:pt x="5679" y="2991"/>
                  </a:cubicBezTo>
                  <a:cubicBezTo>
                    <a:pt x="5692" y="2991"/>
                    <a:pt x="5707" y="2998"/>
                    <a:pt x="5724" y="3024"/>
                  </a:cubicBezTo>
                  <a:lnTo>
                    <a:pt x="5732" y="3016"/>
                  </a:lnTo>
                  <a:cubicBezTo>
                    <a:pt x="5695" y="2935"/>
                    <a:pt x="5725" y="2892"/>
                    <a:pt x="5767" y="2892"/>
                  </a:cubicBezTo>
                  <a:cubicBezTo>
                    <a:pt x="5779" y="2892"/>
                    <a:pt x="5793" y="2895"/>
                    <a:pt x="5805" y="2903"/>
                  </a:cubicBezTo>
                  <a:cubicBezTo>
                    <a:pt x="5830" y="2886"/>
                    <a:pt x="5838" y="2878"/>
                    <a:pt x="5822" y="2822"/>
                  </a:cubicBezTo>
                  <a:cubicBezTo>
                    <a:pt x="5817" y="2791"/>
                    <a:pt x="5815" y="2777"/>
                    <a:pt x="5821" y="2777"/>
                  </a:cubicBezTo>
                  <a:cubicBezTo>
                    <a:pt x="5825" y="2777"/>
                    <a:pt x="5835" y="2787"/>
                    <a:pt x="5854" y="2805"/>
                  </a:cubicBezTo>
                  <a:cubicBezTo>
                    <a:pt x="5868" y="2823"/>
                    <a:pt x="5893" y="2835"/>
                    <a:pt x="5911" y="2835"/>
                  </a:cubicBezTo>
                  <a:cubicBezTo>
                    <a:pt x="5935" y="2835"/>
                    <a:pt x="5947" y="2815"/>
                    <a:pt x="5911" y="2765"/>
                  </a:cubicBezTo>
                  <a:lnTo>
                    <a:pt x="5911" y="2765"/>
                  </a:lnTo>
                  <a:lnTo>
                    <a:pt x="5951" y="2805"/>
                  </a:lnTo>
                  <a:cubicBezTo>
                    <a:pt x="5962" y="2813"/>
                    <a:pt x="5969" y="2816"/>
                    <a:pt x="5974" y="2816"/>
                  </a:cubicBezTo>
                  <a:cubicBezTo>
                    <a:pt x="5989" y="2816"/>
                    <a:pt x="5968" y="2778"/>
                    <a:pt x="5943" y="2741"/>
                  </a:cubicBezTo>
                  <a:cubicBezTo>
                    <a:pt x="5909" y="2698"/>
                    <a:pt x="5894" y="2674"/>
                    <a:pt x="5899" y="2674"/>
                  </a:cubicBezTo>
                  <a:lnTo>
                    <a:pt x="5899" y="2674"/>
                  </a:lnTo>
                  <a:cubicBezTo>
                    <a:pt x="5905" y="2674"/>
                    <a:pt x="5936" y="2704"/>
                    <a:pt x="5992" y="2773"/>
                  </a:cubicBezTo>
                  <a:cubicBezTo>
                    <a:pt x="6028" y="2827"/>
                    <a:pt x="6046" y="2849"/>
                    <a:pt x="6050" y="2849"/>
                  </a:cubicBezTo>
                  <a:cubicBezTo>
                    <a:pt x="6053" y="2849"/>
                    <a:pt x="6047" y="2835"/>
                    <a:pt x="6032" y="2814"/>
                  </a:cubicBezTo>
                  <a:cubicBezTo>
                    <a:pt x="6020" y="2777"/>
                    <a:pt x="6003" y="2735"/>
                    <a:pt x="6013" y="2735"/>
                  </a:cubicBezTo>
                  <a:cubicBezTo>
                    <a:pt x="6017" y="2735"/>
                    <a:pt x="6023" y="2739"/>
                    <a:pt x="6032" y="2749"/>
                  </a:cubicBezTo>
                  <a:cubicBezTo>
                    <a:pt x="6040" y="2741"/>
                    <a:pt x="6049" y="2741"/>
                    <a:pt x="5984" y="2643"/>
                  </a:cubicBezTo>
                  <a:cubicBezTo>
                    <a:pt x="5951" y="2603"/>
                    <a:pt x="5959" y="2595"/>
                    <a:pt x="5976" y="2586"/>
                  </a:cubicBezTo>
                  <a:lnTo>
                    <a:pt x="5976" y="2586"/>
                  </a:lnTo>
                  <a:cubicBezTo>
                    <a:pt x="5992" y="2619"/>
                    <a:pt x="6016" y="2651"/>
                    <a:pt x="6024" y="2684"/>
                  </a:cubicBezTo>
                  <a:lnTo>
                    <a:pt x="6049" y="2676"/>
                  </a:lnTo>
                  <a:cubicBezTo>
                    <a:pt x="6049" y="2675"/>
                    <a:pt x="6051" y="2674"/>
                    <a:pt x="6053" y="2674"/>
                  </a:cubicBezTo>
                  <a:cubicBezTo>
                    <a:pt x="6068" y="2674"/>
                    <a:pt x="6117" y="2704"/>
                    <a:pt x="6146" y="2741"/>
                  </a:cubicBezTo>
                  <a:cubicBezTo>
                    <a:pt x="6162" y="2757"/>
                    <a:pt x="6173" y="2767"/>
                    <a:pt x="6176" y="2767"/>
                  </a:cubicBezTo>
                  <a:cubicBezTo>
                    <a:pt x="6180" y="2767"/>
                    <a:pt x="6165" y="2745"/>
                    <a:pt x="6122" y="2692"/>
                  </a:cubicBezTo>
                  <a:cubicBezTo>
                    <a:pt x="6057" y="2603"/>
                    <a:pt x="6057" y="2603"/>
                    <a:pt x="6073" y="2586"/>
                  </a:cubicBezTo>
                  <a:cubicBezTo>
                    <a:pt x="6076" y="2583"/>
                    <a:pt x="6079" y="2580"/>
                    <a:pt x="6083" y="2580"/>
                  </a:cubicBezTo>
                  <a:cubicBezTo>
                    <a:pt x="6091" y="2580"/>
                    <a:pt x="6101" y="2589"/>
                    <a:pt x="6122" y="2619"/>
                  </a:cubicBezTo>
                  <a:cubicBezTo>
                    <a:pt x="6147" y="2650"/>
                    <a:pt x="6157" y="2661"/>
                    <a:pt x="6164" y="2661"/>
                  </a:cubicBezTo>
                  <a:cubicBezTo>
                    <a:pt x="6169" y="2661"/>
                    <a:pt x="6172" y="2657"/>
                    <a:pt x="6178" y="2651"/>
                  </a:cubicBezTo>
                  <a:cubicBezTo>
                    <a:pt x="6211" y="2635"/>
                    <a:pt x="6138" y="2473"/>
                    <a:pt x="6081" y="2376"/>
                  </a:cubicBezTo>
                  <a:cubicBezTo>
                    <a:pt x="6048" y="2330"/>
                    <a:pt x="6032" y="2308"/>
                    <a:pt x="6033" y="2308"/>
                  </a:cubicBezTo>
                  <a:lnTo>
                    <a:pt x="6033" y="2308"/>
                  </a:lnTo>
                  <a:cubicBezTo>
                    <a:pt x="6035" y="2308"/>
                    <a:pt x="6053" y="2328"/>
                    <a:pt x="6089" y="2368"/>
                  </a:cubicBezTo>
                  <a:cubicBezTo>
                    <a:pt x="6109" y="2398"/>
                    <a:pt x="6123" y="2406"/>
                    <a:pt x="6133" y="2406"/>
                  </a:cubicBezTo>
                  <a:cubicBezTo>
                    <a:pt x="6139" y="2406"/>
                    <a:pt x="6143" y="2403"/>
                    <a:pt x="6146" y="2400"/>
                  </a:cubicBezTo>
                  <a:cubicBezTo>
                    <a:pt x="6135" y="2386"/>
                    <a:pt x="6132" y="2382"/>
                    <a:pt x="6133" y="2382"/>
                  </a:cubicBezTo>
                  <a:lnTo>
                    <a:pt x="6133" y="2382"/>
                  </a:lnTo>
                  <a:cubicBezTo>
                    <a:pt x="6135" y="2382"/>
                    <a:pt x="6151" y="2400"/>
                    <a:pt x="6146" y="2400"/>
                  </a:cubicBezTo>
                  <a:cubicBezTo>
                    <a:pt x="6178" y="2449"/>
                    <a:pt x="6170" y="2457"/>
                    <a:pt x="6154" y="2465"/>
                  </a:cubicBezTo>
                  <a:lnTo>
                    <a:pt x="6186" y="2505"/>
                  </a:lnTo>
                  <a:cubicBezTo>
                    <a:pt x="6224" y="2547"/>
                    <a:pt x="6246" y="2568"/>
                    <a:pt x="6253" y="2568"/>
                  </a:cubicBezTo>
                  <a:cubicBezTo>
                    <a:pt x="6261" y="2568"/>
                    <a:pt x="6249" y="2541"/>
                    <a:pt x="6219" y="2489"/>
                  </a:cubicBezTo>
                  <a:cubicBezTo>
                    <a:pt x="6205" y="2462"/>
                    <a:pt x="6199" y="2450"/>
                    <a:pt x="6203" y="2450"/>
                  </a:cubicBezTo>
                  <a:lnTo>
                    <a:pt x="6203" y="2450"/>
                  </a:lnTo>
                  <a:cubicBezTo>
                    <a:pt x="6207" y="2450"/>
                    <a:pt x="6217" y="2458"/>
                    <a:pt x="6235" y="2473"/>
                  </a:cubicBezTo>
                  <a:cubicBezTo>
                    <a:pt x="6269" y="2502"/>
                    <a:pt x="6300" y="2530"/>
                    <a:pt x="6303" y="2530"/>
                  </a:cubicBezTo>
                  <a:cubicBezTo>
                    <a:pt x="6305" y="2530"/>
                    <a:pt x="6301" y="2525"/>
                    <a:pt x="6292" y="2514"/>
                  </a:cubicBezTo>
                  <a:cubicBezTo>
                    <a:pt x="6292" y="2514"/>
                    <a:pt x="6295" y="2510"/>
                    <a:pt x="6303" y="2510"/>
                  </a:cubicBezTo>
                  <a:cubicBezTo>
                    <a:pt x="6313" y="2510"/>
                    <a:pt x="6330" y="2515"/>
                    <a:pt x="6357" y="2538"/>
                  </a:cubicBezTo>
                  <a:cubicBezTo>
                    <a:pt x="6373" y="2522"/>
                    <a:pt x="6381" y="2514"/>
                    <a:pt x="6349" y="2473"/>
                  </a:cubicBezTo>
                  <a:cubicBezTo>
                    <a:pt x="6316" y="2424"/>
                    <a:pt x="6324" y="2416"/>
                    <a:pt x="6340" y="2408"/>
                  </a:cubicBezTo>
                  <a:cubicBezTo>
                    <a:pt x="6349" y="2408"/>
                    <a:pt x="6357" y="2400"/>
                    <a:pt x="6324" y="2351"/>
                  </a:cubicBezTo>
                  <a:cubicBezTo>
                    <a:pt x="6292" y="2303"/>
                    <a:pt x="6267" y="2254"/>
                    <a:pt x="6284" y="2238"/>
                  </a:cubicBezTo>
                  <a:cubicBezTo>
                    <a:pt x="6280" y="2213"/>
                    <a:pt x="6278" y="2199"/>
                    <a:pt x="6283" y="2199"/>
                  </a:cubicBezTo>
                  <a:cubicBezTo>
                    <a:pt x="6290" y="2199"/>
                    <a:pt x="6308" y="2221"/>
                    <a:pt x="6349" y="2270"/>
                  </a:cubicBezTo>
                  <a:cubicBezTo>
                    <a:pt x="6371" y="2298"/>
                    <a:pt x="6382" y="2307"/>
                    <a:pt x="6389" y="2307"/>
                  </a:cubicBezTo>
                  <a:cubicBezTo>
                    <a:pt x="6392" y="2307"/>
                    <a:pt x="6395" y="2305"/>
                    <a:pt x="6397" y="2303"/>
                  </a:cubicBezTo>
                  <a:cubicBezTo>
                    <a:pt x="6397" y="2303"/>
                    <a:pt x="6399" y="2302"/>
                    <a:pt x="6401" y="2302"/>
                  </a:cubicBezTo>
                  <a:cubicBezTo>
                    <a:pt x="6408" y="2302"/>
                    <a:pt x="6425" y="2306"/>
                    <a:pt x="6454" y="2335"/>
                  </a:cubicBezTo>
                  <a:cubicBezTo>
                    <a:pt x="6465" y="2346"/>
                    <a:pt x="6470" y="2350"/>
                    <a:pt x="6472" y="2350"/>
                  </a:cubicBezTo>
                  <a:cubicBezTo>
                    <a:pt x="6478" y="2350"/>
                    <a:pt x="6454" y="2314"/>
                    <a:pt x="6430" y="2278"/>
                  </a:cubicBezTo>
                  <a:lnTo>
                    <a:pt x="6365" y="2189"/>
                  </a:lnTo>
                  <a:cubicBezTo>
                    <a:pt x="6365" y="2189"/>
                    <a:pt x="6366" y="2189"/>
                    <a:pt x="6366" y="2189"/>
                  </a:cubicBezTo>
                  <a:cubicBezTo>
                    <a:pt x="6379" y="2189"/>
                    <a:pt x="6448" y="2272"/>
                    <a:pt x="6486" y="2311"/>
                  </a:cubicBezTo>
                  <a:cubicBezTo>
                    <a:pt x="6523" y="2355"/>
                    <a:pt x="6541" y="2378"/>
                    <a:pt x="6542" y="2378"/>
                  </a:cubicBezTo>
                  <a:cubicBezTo>
                    <a:pt x="6543" y="2378"/>
                    <a:pt x="6527" y="2355"/>
                    <a:pt x="6494" y="2311"/>
                  </a:cubicBezTo>
                  <a:cubicBezTo>
                    <a:pt x="6470" y="2274"/>
                    <a:pt x="6450" y="2232"/>
                    <a:pt x="6463" y="2232"/>
                  </a:cubicBezTo>
                  <a:cubicBezTo>
                    <a:pt x="6467" y="2232"/>
                    <a:pt x="6475" y="2236"/>
                    <a:pt x="6486" y="2246"/>
                  </a:cubicBezTo>
                  <a:cubicBezTo>
                    <a:pt x="6499" y="2238"/>
                    <a:pt x="6509" y="2230"/>
                    <a:pt x="6520" y="2230"/>
                  </a:cubicBezTo>
                  <a:cubicBezTo>
                    <a:pt x="6531" y="2230"/>
                    <a:pt x="6543" y="2238"/>
                    <a:pt x="6559" y="2262"/>
                  </a:cubicBezTo>
                  <a:cubicBezTo>
                    <a:pt x="6570" y="2273"/>
                    <a:pt x="6577" y="2277"/>
                    <a:pt x="6581" y="2277"/>
                  </a:cubicBezTo>
                  <a:cubicBezTo>
                    <a:pt x="6592" y="2277"/>
                    <a:pt x="6584" y="2246"/>
                    <a:pt x="6584" y="2246"/>
                  </a:cubicBezTo>
                  <a:cubicBezTo>
                    <a:pt x="6568" y="2215"/>
                    <a:pt x="6566" y="2200"/>
                    <a:pt x="6583" y="2200"/>
                  </a:cubicBezTo>
                  <a:cubicBezTo>
                    <a:pt x="6593" y="2200"/>
                    <a:pt x="6609" y="2205"/>
                    <a:pt x="6632" y="2214"/>
                  </a:cubicBezTo>
                  <a:cubicBezTo>
                    <a:pt x="6683" y="2243"/>
                    <a:pt x="6711" y="2259"/>
                    <a:pt x="6721" y="2259"/>
                  </a:cubicBezTo>
                  <a:cubicBezTo>
                    <a:pt x="6733" y="2259"/>
                    <a:pt x="6717" y="2235"/>
                    <a:pt x="6681" y="2181"/>
                  </a:cubicBezTo>
                  <a:cubicBezTo>
                    <a:pt x="6662" y="2157"/>
                    <a:pt x="6640" y="2131"/>
                    <a:pt x="6642" y="2131"/>
                  </a:cubicBezTo>
                  <a:lnTo>
                    <a:pt x="6642" y="2131"/>
                  </a:lnTo>
                  <a:cubicBezTo>
                    <a:pt x="6643" y="2131"/>
                    <a:pt x="6655" y="2144"/>
                    <a:pt x="6689" y="2181"/>
                  </a:cubicBezTo>
                  <a:cubicBezTo>
                    <a:pt x="6699" y="2191"/>
                    <a:pt x="6705" y="2195"/>
                    <a:pt x="6708" y="2195"/>
                  </a:cubicBezTo>
                  <a:cubicBezTo>
                    <a:pt x="6719" y="2195"/>
                    <a:pt x="6703" y="2151"/>
                    <a:pt x="6697" y="2108"/>
                  </a:cubicBezTo>
                  <a:cubicBezTo>
                    <a:pt x="6657" y="2043"/>
                    <a:pt x="6616" y="1978"/>
                    <a:pt x="6576" y="1914"/>
                  </a:cubicBezTo>
                  <a:cubicBezTo>
                    <a:pt x="6530" y="1858"/>
                    <a:pt x="6513" y="1837"/>
                    <a:pt x="6520" y="1837"/>
                  </a:cubicBezTo>
                  <a:cubicBezTo>
                    <a:pt x="6525" y="1837"/>
                    <a:pt x="6538" y="1845"/>
                    <a:pt x="6559" y="1857"/>
                  </a:cubicBezTo>
                  <a:cubicBezTo>
                    <a:pt x="6560" y="1856"/>
                    <a:pt x="6561" y="1856"/>
                    <a:pt x="6562" y="1856"/>
                  </a:cubicBezTo>
                  <a:cubicBezTo>
                    <a:pt x="6574" y="1856"/>
                    <a:pt x="6611" y="1893"/>
                    <a:pt x="6640" y="1938"/>
                  </a:cubicBezTo>
                  <a:cubicBezTo>
                    <a:pt x="6673" y="1978"/>
                    <a:pt x="6665" y="1987"/>
                    <a:pt x="6665" y="1987"/>
                  </a:cubicBezTo>
                  <a:lnTo>
                    <a:pt x="6657" y="1995"/>
                  </a:lnTo>
                  <a:cubicBezTo>
                    <a:pt x="6686" y="2039"/>
                    <a:pt x="6716" y="2077"/>
                    <a:pt x="6739" y="2077"/>
                  </a:cubicBezTo>
                  <a:cubicBezTo>
                    <a:pt x="6742" y="2077"/>
                    <a:pt x="6744" y="2076"/>
                    <a:pt x="6746" y="2076"/>
                  </a:cubicBezTo>
                  <a:cubicBezTo>
                    <a:pt x="6763" y="2093"/>
                    <a:pt x="6775" y="2102"/>
                    <a:pt x="6780" y="2102"/>
                  </a:cubicBezTo>
                  <a:cubicBezTo>
                    <a:pt x="6786" y="2102"/>
                    <a:pt x="6780" y="2087"/>
                    <a:pt x="6762" y="2059"/>
                  </a:cubicBezTo>
                  <a:lnTo>
                    <a:pt x="6762" y="2059"/>
                  </a:lnTo>
                  <a:cubicBezTo>
                    <a:pt x="6782" y="2080"/>
                    <a:pt x="6799" y="2086"/>
                    <a:pt x="6812" y="2086"/>
                  </a:cubicBezTo>
                  <a:cubicBezTo>
                    <a:pt x="6825" y="2086"/>
                    <a:pt x="6835" y="2080"/>
                    <a:pt x="6843" y="2076"/>
                  </a:cubicBezTo>
                  <a:cubicBezTo>
                    <a:pt x="6854" y="2064"/>
                    <a:pt x="6871" y="2058"/>
                    <a:pt x="6887" y="2058"/>
                  </a:cubicBezTo>
                  <a:cubicBezTo>
                    <a:pt x="6906" y="2058"/>
                    <a:pt x="6924" y="2066"/>
                    <a:pt x="6932" y="2084"/>
                  </a:cubicBezTo>
                  <a:cubicBezTo>
                    <a:pt x="6957" y="2068"/>
                    <a:pt x="6965" y="2059"/>
                    <a:pt x="6932" y="2019"/>
                  </a:cubicBezTo>
                  <a:cubicBezTo>
                    <a:pt x="6892" y="1959"/>
                    <a:pt x="6880" y="1933"/>
                    <a:pt x="6884" y="1933"/>
                  </a:cubicBezTo>
                  <a:lnTo>
                    <a:pt x="6884" y="1933"/>
                  </a:lnTo>
                  <a:cubicBezTo>
                    <a:pt x="6887" y="1933"/>
                    <a:pt x="6895" y="1943"/>
                    <a:pt x="6908" y="1962"/>
                  </a:cubicBezTo>
                  <a:cubicBezTo>
                    <a:pt x="6936" y="1997"/>
                    <a:pt x="6978" y="2012"/>
                    <a:pt x="7014" y="2012"/>
                  </a:cubicBezTo>
                  <a:cubicBezTo>
                    <a:pt x="7073" y="2012"/>
                    <a:pt x="7121" y="1973"/>
                    <a:pt x="7086" y="1914"/>
                  </a:cubicBezTo>
                  <a:lnTo>
                    <a:pt x="7103" y="1897"/>
                  </a:lnTo>
                  <a:cubicBezTo>
                    <a:pt x="7118" y="1906"/>
                    <a:pt x="7134" y="1910"/>
                    <a:pt x="7147" y="1910"/>
                  </a:cubicBezTo>
                  <a:cubicBezTo>
                    <a:pt x="7184" y="1910"/>
                    <a:pt x="7209" y="1882"/>
                    <a:pt x="7192" y="1841"/>
                  </a:cubicBezTo>
                  <a:lnTo>
                    <a:pt x="7224" y="1824"/>
                  </a:lnTo>
                  <a:cubicBezTo>
                    <a:pt x="7244" y="1837"/>
                    <a:pt x="7258" y="1844"/>
                    <a:pt x="7266" y="1844"/>
                  </a:cubicBezTo>
                  <a:cubicBezTo>
                    <a:pt x="7279" y="1844"/>
                    <a:pt x="7279" y="1829"/>
                    <a:pt x="7265" y="1800"/>
                  </a:cubicBezTo>
                  <a:cubicBezTo>
                    <a:pt x="7247" y="1760"/>
                    <a:pt x="7226" y="1723"/>
                    <a:pt x="7227" y="1723"/>
                  </a:cubicBezTo>
                  <a:lnTo>
                    <a:pt x="7227" y="1723"/>
                  </a:lnTo>
                  <a:cubicBezTo>
                    <a:pt x="7227" y="1723"/>
                    <a:pt x="7231" y="1729"/>
                    <a:pt x="7240" y="1743"/>
                  </a:cubicBezTo>
                  <a:cubicBezTo>
                    <a:pt x="7256" y="1766"/>
                    <a:pt x="7267" y="1775"/>
                    <a:pt x="7280" y="1775"/>
                  </a:cubicBezTo>
                  <a:cubicBezTo>
                    <a:pt x="7294" y="1775"/>
                    <a:pt x="7308" y="1764"/>
                    <a:pt x="7330" y="1751"/>
                  </a:cubicBezTo>
                  <a:cubicBezTo>
                    <a:pt x="7370" y="1727"/>
                    <a:pt x="7370" y="1727"/>
                    <a:pt x="7330" y="1687"/>
                  </a:cubicBezTo>
                  <a:cubicBezTo>
                    <a:pt x="7330" y="1659"/>
                    <a:pt x="7334" y="1649"/>
                    <a:pt x="7342" y="1649"/>
                  </a:cubicBezTo>
                  <a:cubicBezTo>
                    <a:pt x="7355" y="1649"/>
                    <a:pt x="7377" y="1677"/>
                    <a:pt x="7403" y="1703"/>
                  </a:cubicBezTo>
                  <a:cubicBezTo>
                    <a:pt x="7423" y="1748"/>
                    <a:pt x="7440" y="1771"/>
                    <a:pt x="7445" y="1771"/>
                  </a:cubicBezTo>
                  <a:cubicBezTo>
                    <a:pt x="7451" y="1771"/>
                    <a:pt x="7437" y="1730"/>
                    <a:pt x="7386" y="1646"/>
                  </a:cubicBezTo>
                  <a:cubicBezTo>
                    <a:pt x="7350" y="1584"/>
                    <a:pt x="7344" y="1555"/>
                    <a:pt x="7352" y="1555"/>
                  </a:cubicBezTo>
                  <a:cubicBezTo>
                    <a:pt x="7357" y="1555"/>
                    <a:pt x="7367" y="1564"/>
                    <a:pt x="7378" y="1581"/>
                  </a:cubicBezTo>
                  <a:cubicBezTo>
                    <a:pt x="7411" y="1630"/>
                    <a:pt x="7403" y="1630"/>
                    <a:pt x="7394" y="1638"/>
                  </a:cubicBezTo>
                  <a:lnTo>
                    <a:pt x="7459" y="1735"/>
                  </a:lnTo>
                  <a:cubicBezTo>
                    <a:pt x="7467" y="1727"/>
                    <a:pt x="7467" y="1727"/>
                    <a:pt x="7451" y="1670"/>
                  </a:cubicBezTo>
                  <a:cubicBezTo>
                    <a:pt x="7451" y="1670"/>
                    <a:pt x="7459" y="1670"/>
                    <a:pt x="7435" y="1614"/>
                  </a:cubicBezTo>
                  <a:cubicBezTo>
                    <a:pt x="7411" y="1565"/>
                    <a:pt x="7378" y="1516"/>
                    <a:pt x="7338" y="1476"/>
                  </a:cubicBezTo>
                  <a:cubicBezTo>
                    <a:pt x="7289" y="1435"/>
                    <a:pt x="7305" y="1427"/>
                    <a:pt x="7313" y="1419"/>
                  </a:cubicBezTo>
                  <a:lnTo>
                    <a:pt x="7313" y="1419"/>
                  </a:lnTo>
                  <a:cubicBezTo>
                    <a:pt x="7362" y="1451"/>
                    <a:pt x="7394" y="1500"/>
                    <a:pt x="7419" y="1557"/>
                  </a:cubicBezTo>
                  <a:cubicBezTo>
                    <a:pt x="7411" y="1565"/>
                    <a:pt x="7443" y="1605"/>
                    <a:pt x="7476" y="1654"/>
                  </a:cubicBezTo>
                  <a:cubicBezTo>
                    <a:pt x="7480" y="1661"/>
                    <a:pt x="7484" y="1665"/>
                    <a:pt x="7487" y="1665"/>
                  </a:cubicBezTo>
                  <a:cubicBezTo>
                    <a:pt x="7502" y="1665"/>
                    <a:pt x="7483" y="1558"/>
                    <a:pt x="7435" y="1476"/>
                  </a:cubicBezTo>
                  <a:lnTo>
                    <a:pt x="7435" y="1476"/>
                  </a:lnTo>
                  <a:cubicBezTo>
                    <a:pt x="7443" y="1488"/>
                    <a:pt x="7454" y="1504"/>
                    <a:pt x="7467" y="1524"/>
                  </a:cubicBezTo>
                  <a:cubicBezTo>
                    <a:pt x="7485" y="1546"/>
                    <a:pt x="7500" y="1554"/>
                    <a:pt x="7513" y="1554"/>
                  </a:cubicBezTo>
                  <a:cubicBezTo>
                    <a:pt x="7524" y="1554"/>
                    <a:pt x="7533" y="1548"/>
                    <a:pt x="7540" y="1541"/>
                  </a:cubicBezTo>
                  <a:cubicBezTo>
                    <a:pt x="7565" y="1532"/>
                    <a:pt x="7573" y="1524"/>
                    <a:pt x="7540" y="1476"/>
                  </a:cubicBezTo>
                  <a:cubicBezTo>
                    <a:pt x="7508" y="1427"/>
                    <a:pt x="7467" y="1387"/>
                    <a:pt x="7484" y="1378"/>
                  </a:cubicBezTo>
                  <a:lnTo>
                    <a:pt x="7484" y="1378"/>
                  </a:lnTo>
                  <a:cubicBezTo>
                    <a:pt x="7482" y="1379"/>
                    <a:pt x="7481" y="1379"/>
                    <a:pt x="7480" y="1379"/>
                  </a:cubicBezTo>
                  <a:cubicBezTo>
                    <a:pt x="7463" y="1379"/>
                    <a:pt x="7433" y="1334"/>
                    <a:pt x="7403" y="1289"/>
                  </a:cubicBezTo>
                  <a:lnTo>
                    <a:pt x="7403" y="1289"/>
                  </a:lnTo>
                  <a:cubicBezTo>
                    <a:pt x="7435" y="1314"/>
                    <a:pt x="7467" y="1338"/>
                    <a:pt x="7500" y="1362"/>
                  </a:cubicBezTo>
                  <a:cubicBezTo>
                    <a:pt x="7570" y="1426"/>
                    <a:pt x="7615" y="1459"/>
                    <a:pt x="7650" y="1459"/>
                  </a:cubicBezTo>
                  <a:cubicBezTo>
                    <a:pt x="7660" y="1459"/>
                    <a:pt x="7669" y="1457"/>
                    <a:pt x="7678" y="1451"/>
                  </a:cubicBezTo>
                  <a:cubicBezTo>
                    <a:pt x="7690" y="1440"/>
                    <a:pt x="7704" y="1434"/>
                    <a:pt x="7719" y="1434"/>
                  </a:cubicBezTo>
                  <a:cubicBezTo>
                    <a:pt x="7737" y="1434"/>
                    <a:pt x="7754" y="1442"/>
                    <a:pt x="7767" y="1460"/>
                  </a:cubicBezTo>
                  <a:cubicBezTo>
                    <a:pt x="7792" y="1443"/>
                    <a:pt x="7800" y="1443"/>
                    <a:pt x="7767" y="1395"/>
                  </a:cubicBezTo>
                  <a:lnTo>
                    <a:pt x="7784" y="1378"/>
                  </a:lnTo>
                  <a:cubicBezTo>
                    <a:pt x="7801" y="1396"/>
                    <a:pt x="7816" y="1404"/>
                    <a:pt x="7824" y="1404"/>
                  </a:cubicBezTo>
                  <a:cubicBezTo>
                    <a:pt x="7835" y="1404"/>
                    <a:pt x="7834" y="1390"/>
                    <a:pt x="7816" y="1362"/>
                  </a:cubicBezTo>
                  <a:cubicBezTo>
                    <a:pt x="7806" y="1338"/>
                    <a:pt x="7807" y="1331"/>
                    <a:pt x="7813" y="1331"/>
                  </a:cubicBezTo>
                  <a:cubicBezTo>
                    <a:pt x="7819" y="1331"/>
                    <a:pt x="7831" y="1339"/>
                    <a:pt x="7837" y="1339"/>
                  </a:cubicBezTo>
                  <a:cubicBezTo>
                    <a:pt x="7838" y="1339"/>
                    <a:pt x="7840" y="1339"/>
                    <a:pt x="7840" y="1338"/>
                  </a:cubicBezTo>
                  <a:cubicBezTo>
                    <a:pt x="7880" y="1374"/>
                    <a:pt x="7902" y="1394"/>
                    <a:pt x="7904" y="1394"/>
                  </a:cubicBezTo>
                  <a:cubicBezTo>
                    <a:pt x="7907" y="1394"/>
                    <a:pt x="7879" y="1362"/>
                    <a:pt x="7816" y="1289"/>
                  </a:cubicBezTo>
                  <a:cubicBezTo>
                    <a:pt x="7787" y="1246"/>
                    <a:pt x="7745" y="1215"/>
                    <a:pt x="7731" y="1215"/>
                  </a:cubicBezTo>
                  <a:cubicBezTo>
                    <a:pt x="7729" y="1215"/>
                    <a:pt x="7728" y="1215"/>
                    <a:pt x="7727" y="1216"/>
                  </a:cubicBezTo>
                  <a:lnTo>
                    <a:pt x="7694" y="1232"/>
                  </a:lnTo>
                  <a:lnTo>
                    <a:pt x="7694" y="1168"/>
                  </a:lnTo>
                  <a:cubicBezTo>
                    <a:pt x="7703" y="1160"/>
                    <a:pt x="7686" y="1103"/>
                    <a:pt x="7654" y="1062"/>
                  </a:cubicBezTo>
                  <a:cubicBezTo>
                    <a:pt x="7654" y="1062"/>
                    <a:pt x="7621" y="1014"/>
                    <a:pt x="7630" y="1005"/>
                  </a:cubicBezTo>
                  <a:lnTo>
                    <a:pt x="7630" y="1005"/>
                  </a:lnTo>
                  <a:lnTo>
                    <a:pt x="7694" y="1095"/>
                  </a:lnTo>
                  <a:cubicBezTo>
                    <a:pt x="7719" y="1151"/>
                    <a:pt x="7751" y="1200"/>
                    <a:pt x="7784" y="1241"/>
                  </a:cubicBezTo>
                  <a:cubicBezTo>
                    <a:pt x="7830" y="1291"/>
                    <a:pt x="7868" y="1321"/>
                    <a:pt x="7880" y="1321"/>
                  </a:cubicBezTo>
                  <a:cubicBezTo>
                    <a:pt x="7890" y="1321"/>
                    <a:pt x="7885" y="1304"/>
                    <a:pt x="7857" y="1265"/>
                  </a:cubicBezTo>
                  <a:cubicBezTo>
                    <a:pt x="7862" y="1262"/>
                    <a:pt x="7865" y="1261"/>
                    <a:pt x="7869" y="1261"/>
                  </a:cubicBezTo>
                  <a:cubicBezTo>
                    <a:pt x="7877" y="1261"/>
                    <a:pt x="7885" y="1269"/>
                    <a:pt x="7913" y="1297"/>
                  </a:cubicBezTo>
                  <a:cubicBezTo>
                    <a:pt x="7926" y="1316"/>
                    <a:pt x="7935" y="1326"/>
                    <a:pt x="7938" y="1326"/>
                  </a:cubicBezTo>
                  <a:cubicBezTo>
                    <a:pt x="7942" y="1326"/>
                    <a:pt x="7932" y="1300"/>
                    <a:pt x="7897" y="1241"/>
                  </a:cubicBezTo>
                  <a:cubicBezTo>
                    <a:pt x="7867" y="1184"/>
                    <a:pt x="7855" y="1158"/>
                    <a:pt x="7863" y="1158"/>
                  </a:cubicBezTo>
                  <a:cubicBezTo>
                    <a:pt x="7870" y="1158"/>
                    <a:pt x="7892" y="1178"/>
                    <a:pt x="7930" y="1216"/>
                  </a:cubicBezTo>
                  <a:cubicBezTo>
                    <a:pt x="7968" y="1254"/>
                    <a:pt x="7997" y="1269"/>
                    <a:pt x="8014" y="1269"/>
                  </a:cubicBezTo>
                  <a:cubicBezTo>
                    <a:pt x="8033" y="1269"/>
                    <a:pt x="8036" y="1250"/>
                    <a:pt x="8019" y="1224"/>
                  </a:cubicBezTo>
                  <a:cubicBezTo>
                    <a:pt x="7974" y="1163"/>
                    <a:pt x="7972" y="1132"/>
                    <a:pt x="7990" y="1132"/>
                  </a:cubicBezTo>
                  <a:cubicBezTo>
                    <a:pt x="7999" y="1132"/>
                    <a:pt x="8012" y="1139"/>
                    <a:pt x="8027" y="1151"/>
                  </a:cubicBezTo>
                  <a:cubicBezTo>
                    <a:pt x="8044" y="1169"/>
                    <a:pt x="8056" y="1177"/>
                    <a:pt x="8061" y="1177"/>
                  </a:cubicBezTo>
                  <a:cubicBezTo>
                    <a:pt x="8068" y="1177"/>
                    <a:pt x="8065" y="1163"/>
                    <a:pt x="8051" y="1135"/>
                  </a:cubicBezTo>
                  <a:lnTo>
                    <a:pt x="8051" y="1135"/>
                  </a:lnTo>
                  <a:cubicBezTo>
                    <a:pt x="8073" y="1163"/>
                    <a:pt x="8102" y="1190"/>
                    <a:pt x="8112" y="1190"/>
                  </a:cubicBezTo>
                  <a:cubicBezTo>
                    <a:pt x="8116" y="1190"/>
                    <a:pt x="8116" y="1183"/>
                    <a:pt x="8108" y="1168"/>
                  </a:cubicBezTo>
                  <a:cubicBezTo>
                    <a:pt x="8108" y="1168"/>
                    <a:pt x="8116" y="1160"/>
                    <a:pt x="8075" y="1119"/>
                  </a:cubicBezTo>
                  <a:lnTo>
                    <a:pt x="8027" y="1014"/>
                  </a:lnTo>
                  <a:cubicBezTo>
                    <a:pt x="8026" y="1014"/>
                    <a:pt x="8026" y="1014"/>
                    <a:pt x="8025" y="1014"/>
                  </a:cubicBezTo>
                  <a:cubicBezTo>
                    <a:pt x="8014" y="1014"/>
                    <a:pt x="7984" y="970"/>
                    <a:pt x="7954" y="933"/>
                  </a:cubicBezTo>
                  <a:cubicBezTo>
                    <a:pt x="7943" y="916"/>
                    <a:pt x="7943" y="907"/>
                    <a:pt x="7952" y="907"/>
                  </a:cubicBezTo>
                  <a:cubicBezTo>
                    <a:pt x="7971" y="907"/>
                    <a:pt x="8027" y="943"/>
                    <a:pt x="8108" y="1030"/>
                  </a:cubicBezTo>
                  <a:lnTo>
                    <a:pt x="8197" y="1111"/>
                  </a:lnTo>
                  <a:lnTo>
                    <a:pt x="8124" y="1014"/>
                  </a:lnTo>
                  <a:cubicBezTo>
                    <a:pt x="8129" y="1011"/>
                    <a:pt x="8133" y="1009"/>
                    <a:pt x="8138" y="1009"/>
                  </a:cubicBezTo>
                  <a:cubicBezTo>
                    <a:pt x="8148" y="1009"/>
                    <a:pt x="8158" y="1018"/>
                    <a:pt x="8181" y="1046"/>
                  </a:cubicBezTo>
                  <a:cubicBezTo>
                    <a:pt x="8204" y="1081"/>
                    <a:pt x="8211" y="1091"/>
                    <a:pt x="8215" y="1091"/>
                  </a:cubicBezTo>
                  <a:cubicBezTo>
                    <a:pt x="8217" y="1091"/>
                    <a:pt x="8219" y="1089"/>
                    <a:pt x="8221" y="1087"/>
                  </a:cubicBezTo>
                  <a:cubicBezTo>
                    <a:pt x="8221" y="1087"/>
                    <a:pt x="8230" y="1078"/>
                    <a:pt x="8197" y="1038"/>
                  </a:cubicBezTo>
                  <a:cubicBezTo>
                    <a:pt x="8158" y="979"/>
                    <a:pt x="8142" y="956"/>
                    <a:pt x="8145" y="956"/>
                  </a:cubicBezTo>
                  <a:lnTo>
                    <a:pt x="8145" y="956"/>
                  </a:lnTo>
                  <a:cubicBezTo>
                    <a:pt x="8147" y="956"/>
                    <a:pt x="8157" y="965"/>
                    <a:pt x="8173" y="981"/>
                  </a:cubicBezTo>
                  <a:cubicBezTo>
                    <a:pt x="8211" y="1023"/>
                    <a:pt x="8233" y="1043"/>
                    <a:pt x="8239" y="1043"/>
                  </a:cubicBezTo>
                  <a:cubicBezTo>
                    <a:pt x="8247" y="1043"/>
                    <a:pt x="8235" y="1017"/>
                    <a:pt x="8205" y="965"/>
                  </a:cubicBezTo>
                  <a:cubicBezTo>
                    <a:pt x="8172" y="919"/>
                    <a:pt x="8156" y="897"/>
                    <a:pt x="8158" y="897"/>
                  </a:cubicBezTo>
                  <a:lnTo>
                    <a:pt x="8158" y="897"/>
                  </a:lnTo>
                  <a:cubicBezTo>
                    <a:pt x="8159" y="897"/>
                    <a:pt x="8178" y="917"/>
                    <a:pt x="8213" y="957"/>
                  </a:cubicBezTo>
                  <a:cubicBezTo>
                    <a:pt x="8243" y="1001"/>
                    <a:pt x="8286" y="1039"/>
                    <a:pt x="8300" y="1039"/>
                  </a:cubicBezTo>
                  <a:cubicBezTo>
                    <a:pt x="8301" y="1039"/>
                    <a:pt x="8302" y="1039"/>
                    <a:pt x="8303" y="1038"/>
                  </a:cubicBezTo>
                  <a:lnTo>
                    <a:pt x="8270" y="989"/>
                  </a:lnTo>
                  <a:cubicBezTo>
                    <a:pt x="8229" y="933"/>
                    <a:pt x="8217" y="909"/>
                    <a:pt x="8224" y="909"/>
                  </a:cubicBezTo>
                  <a:lnTo>
                    <a:pt x="8224" y="909"/>
                  </a:lnTo>
                  <a:cubicBezTo>
                    <a:pt x="8228" y="909"/>
                    <a:pt x="8239" y="917"/>
                    <a:pt x="8254" y="933"/>
                  </a:cubicBezTo>
                  <a:cubicBezTo>
                    <a:pt x="8268" y="954"/>
                    <a:pt x="8278" y="964"/>
                    <a:pt x="8283" y="964"/>
                  </a:cubicBezTo>
                  <a:cubicBezTo>
                    <a:pt x="8290" y="964"/>
                    <a:pt x="8291" y="948"/>
                    <a:pt x="8286" y="916"/>
                  </a:cubicBezTo>
                  <a:cubicBezTo>
                    <a:pt x="8293" y="909"/>
                    <a:pt x="8299" y="904"/>
                    <a:pt x="8305" y="904"/>
                  </a:cubicBezTo>
                  <a:cubicBezTo>
                    <a:pt x="8314" y="904"/>
                    <a:pt x="8325" y="913"/>
                    <a:pt x="8343" y="941"/>
                  </a:cubicBezTo>
                  <a:cubicBezTo>
                    <a:pt x="8379" y="984"/>
                    <a:pt x="8397" y="1007"/>
                    <a:pt x="8400" y="1007"/>
                  </a:cubicBezTo>
                  <a:cubicBezTo>
                    <a:pt x="8402" y="1007"/>
                    <a:pt x="8388" y="982"/>
                    <a:pt x="8359" y="933"/>
                  </a:cubicBezTo>
                  <a:cubicBezTo>
                    <a:pt x="8346" y="906"/>
                    <a:pt x="8340" y="894"/>
                    <a:pt x="8345" y="894"/>
                  </a:cubicBezTo>
                  <a:cubicBezTo>
                    <a:pt x="8350" y="894"/>
                    <a:pt x="8362" y="902"/>
                    <a:pt x="8384" y="916"/>
                  </a:cubicBezTo>
                  <a:cubicBezTo>
                    <a:pt x="8405" y="931"/>
                    <a:pt x="8417" y="939"/>
                    <a:pt x="8422" y="939"/>
                  </a:cubicBezTo>
                  <a:cubicBezTo>
                    <a:pt x="8427" y="939"/>
                    <a:pt x="8421" y="927"/>
                    <a:pt x="8408" y="900"/>
                  </a:cubicBezTo>
                  <a:cubicBezTo>
                    <a:pt x="8340" y="817"/>
                    <a:pt x="8307" y="769"/>
                    <a:pt x="8297" y="769"/>
                  </a:cubicBezTo>
                  <a:cubicBezTo>
                    <a:pt x="8296" y="769"/>
                    <a:pt x="8295" y="770"/>
                    <a:pt x="8294" y="770"/>
                  </a:cubicBezTo>
                  <a:cubicBezTo>
                    <a:pt x="8292" y="773"/>
                    <a:pt x="8290" y="774"/>
                    <a:pt x="8288" y="774"/>
                  </a:cubicBezTo>
                  <a:cubicBezTo>
                    <a:pt x="8284" y="774"/>
                    <a:pt x="8277" y="764"/>
                    <a:pt x="8254" y="730"/>
                  </a:cubicBezTo>
                  <a:lnTo>
                    <a:pt x="8270" y="714"/>
                  </a:lnTo>
                  <a:cubicBezTo>
                    <a:pt x="8286" y="705"/>
                    <a:pt x="8294" y="705"/>
                    <a:pt x="8278" y="641"/>
                  </a:cubicBezTo>
                  <a:cubicBezTo>
                    <a:pt x="8266" y="597"/>
                    <a:pt x="8229" y="533"/>
                    <a:pt x="8217" y="533"/>
                  </a:cubicBezTo>
                  <a:cubicBezTo>
                    <a:pt x="8213" y="533"/>
                    <a:pt x="8212" y="539"/>
                    <a:pt x="8213" y="551"/>
                  </a:cubicBezTo>
                  <a:lnTo>
                    <a:pt x="8173" y="511"/>
                  </a:lnTo>
                  <a:cubicBezTo>
                    <a:pt x="8127" y="446"/>
                    <a:pt x="8097" y="415"/>
                    <a:pt x="8089" y="415"/>
                  </a:cubicBezTo>
                  <a:cubicBezTo>
                    <a:pt x="8080" y="415"/>
                    <a:pt x="8097" y="454"/>
                    <a:pt x="8148" y="527"/>
                  </a:cubicBezTo>
                  <a:cubicBezTo>
                    <a:pt x="8207" y="604"/>
                    <a:pt x="8233" y="638"/>
                    <a:pt x="8231" y="638"/>
                  </a:cubicBezTo>
                  <a:cubicBezTo>
                    <a:pt x="8229" y="638"/>
                    <a:pt x="8209" y="616"/>
                    <a:pt x="8173" y="576"/>
                  </a:cubicBezTo>
                  <a:cubicBezTo>
                    <a:pt x="8118" y="500"/>
                    <a:pt x="8104" y="495"/>
                    <a:pt x="8096" y="495"/>
                  </a:cubicBezTo>
                  <a:cubicBezTo>
                    <a:pt x="8094" y="495"/>
                    <a:pt x="8093" y="495"/>
                    <a:pt x="8092" y="495"/>
                  </a:cubicBezTo>
                  <a:cubicBezTo>
                    <a:pt x="8089" y="497"/>
                    <a:pt x="8087" y="499"/>
                    <a:pt x="8085" y="499"/>
                  </a:cubicBezTo>
                  <a:cubicBezTo>
                    <a:pt x="8081" y="499"/>
                    <a:pt x="8074" y="490"/>
                    <a:pt x="8051" y="462"/>
                  </a:cubicBezTo>
                  <a:cubicBezTo>
                    <a:pt x="8014" y="418"/>
                    <a:pt x="7977" y="380"/>
                    <a:pt x="7965" y="380"/>
                  </a:cubicBezTo>
                  <a:cubicBezTo>
                    <a:pt x="7964" y="380"/>
                    <a:pt x="7963" y="380"/>
                    <a:pt x="7962" y="381"/>
                  </a:cubicBezTo>
                  <a:cubicBezTo>
                    <a:pt x="7954" y="389"/>
                    <a:pt x="7954" y="389"/>
                    <a:pt x="7986" y="430"/>
                  </a:cubicBezTo>
                  <a:cubicBezTo>
                    <a:pt x="8005" y="449"/>
                    <a:pt x="8012" y="462"/>
                    <a:pt x="8005" y="462"/>
                  </a:cubicBezTo>
                  <a:cubicBezTo>
                    <a:pt x="7997" y="462"/>
                    <a:pt x="7973" y="445"/>
                    <a:pt x="7930" y="397"/>
                  </a:cubicBezTo>
                  <a:cubicBezTo>
                    <a:pt x="7914" y="382"/>
                    <a:pt x="7904" y="372"/>
                    <a:pt x="7902" y="3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2"/>
            <p:cNvSpPr/>
            <p:nvPr/>
          </p:nvSpPr>
          <p:spPr>
            <a:xfrm>
              <a:off x="7375344" y="2748718"/>
              <a:ext cx="161498" cy="115508"/>
            </a:xfrm>
            <a:custGeom>
              <a:avLst/>
              <a:gdLst/>
              <a:ahLst/>
              <a:cxnLst/>
              <a:rect l="l" t="t" r="r" b="b"/>
              <a:pathLst>
                <a:path w="9369" h="6701" extrusionOk="0">
                  <a:moveTo>
                    <a:pt x="8603" y="1"/>
                  </a:moveTo>
                  <a:lnTo>
                    <a:pt x="8595" y="9"/>
                  </a:lnTo>
                  <a:cubicBezTo>
                    <a:pt x="8579" y="17"/>
                    <a:pt x="8611" y="66"/>
                    <a:pt x="8644" y="114"/>
                  </a:cubicBezTo>
                  <a:lnTo>
                    <a:pt x="8652" y="106"/>
                  </a:lnTo>
                  <a:cubicBezTo>
                    <a:pt x="8636" y="66"/>
                    <a:pt x="8619" y="33"/>
                    <a:pt x="8603" y="1"/>
                  </a:cubicBezTo>
                  <a:close/>
                  <a:moveTo>
                    <a:pt x="9025" y="739"/>
                  </a:moveTo>
                  <a:lnTo>
                    <a:pt x="9065" y="779"/>
                  </a:lnTo>
                  <a:cubicBezTo>
                    <a:pt x="9098" y="828"/>
                    <a:pt x="9090" y="836"/>
                    <a:pt x="9073" y="844"/>
                  </a:cubicBezTo>
                  <a:cubicBezTo>
                    <a:pt x="9071" y="847"/>
                    <a:pt x="9069" y="848"/>
                    <a:pt x="9067" y="848"/>
                  </a:cubicBezTo>
                  <a:cubicBezTo>
                    <a:pt x="9063" y="848"/>
                    <a:pt x="9056" y="838"/>
                    <a:pt x="9033" y="804"/>
                  </a:cubicBezTo>
                  <a:cubicBezTo>
                    <a:pt x="9033" y="804"/>
                    <a:pt x="9017" y="747"/>
                    <a:pt x="9025" y="739"/>
                  </a:cubicBezTo>
                  <a:close/>
                  <a:moveTo>
                    <a:pt x="8827" y="730"/>
                  </a:moveTo>
                  <a:cubicBezTo>
                    <a:pt x="8845" y="730"/>
                    <a:pt x="8881" y="767"/>
                    <a:pt x="8903" y="812"/>
                  </a:cubicBezTo>
                  <a:cubicBezTo>
                    <a:pt x="8976" y="901"/>
                    <a:pt x="8976" y="901"/>
                    <a:pt x="8960" y="917"/>
                  </a:cubicBezTo>
                  <a:cubicBezTo>
                    <a:pt x="8956" y="917"/>
                    <a:pt x="8952" y="918"/>
                    <a:pt x="8949" y="918"/>
                  </a:cubicBezTo>
                  <a:cubicBezTo>
                    <a:pt x="8938" y="918"/>
                    <a:pt x="8927" y="913"/>
                    <a:pt x="8903" y="877"/>
                  </a:cubicBezTo>
                  <a:lnTo>
                    <a:pt x="8919" y="869"/>
                  </a:lnTo>
                  <a:cubicBezTo>
                    <a:pt x="8927" y="883"/>
                    <a:pt x="8930" y="889"/>
                    <a:pt x="8931" y="889"/>
                  </a:cubicBezTo>
                  <a:cubicBezTo>
                    <a:pt x="8932" y="889"/>
                    <a:pt x="8915" y="856"/>
                    <a:pt x="8887" y="828"/>
                  </a:cubicBezTo>
                  <a:lnTo>
                    <a:pt x="8822" y="731"/>
                  </a:lnTo>
                  <a:cubicBezTo>
                    <a:pt x="8823" y="730"/>
                    <a:pt x="8825" y="730"/>
                    <a:pt x="8827" y="730"/>
                  </a:cubicBezTo>
                  <a:close/>
                  <a:moveTo>
                    <a:pt x="8067" y="984"/>
                  </a:moveTo>
                  <a:cubicBezTo>
                    <a:pt x="8060" y="984"/>
                    <a:pt x="8053" y="987"/>
                    <a:pt x="8044" y="990"/>
                  </a:cubicBezTo>
                  <a:cubicBezTo>
                    <a:pt x="8036" y="998"/>
                    <a:pt x="8052" y="1055"/>
                    <a:pt x="8052" y="1055"/>
                  </a:cubicBezTo>
                  <a:cubicBezTo>
                    <a:pt x="8072" y="1085"/>
                    <a:pt x="8083" y="1094"/>
                    <a:pt x="8092" y="1094"/>
                  </a:cubicBezTo>
                  <a:cubicBezTo>
                    <a:pt x="8097" y="1094"/>
                    <a:pt x="8102" y="1090"/>
                    <a:pt x="8109" y="1087"/>
                  </a:cubicBezTo>
                  <a:cubicBezTo>
                    <a:pt x="8120" y="1095"/>
                    <a:pt x="8127" y="1098"/>
                    <a:pt x="8132" y="1098"/>
                  </a:cubicBezTo>
                  <a:cubicBezTo>
                    <a:pt x="8149" y="1098"/>
                    <a:pt x="8134" y="1060"/>
                    <a:pt x="8109" y="1023"/>
                  </a:cubicBezTo>
                  <a:cubicBezTo>
                    <a:pt x="8088" y="992"/>
                    <a:pt x="8078" y="984"/>
                    <a:pt x="8067" y="984"/>
                  </a:cubicBezTo>
                  <a:close/>
                  <a:moveTo>
                    <a:pt x="8206" y="1031"/>
                  </a:moveTo>
                  <a:cubicBezTo>
                    <a:pt x="8238" y="1079"/>
                    <a:pt x="8246" y="1136"/>
                    <a:pt x="8230" y="1144"/>
                  </a:cubicBezTo>
                  <a:cubicBezTo>
                    <a:pt x="8230" y="1145"/>
                    <a:pt x="8229" y="1145"/>
                    <a:pt x="8228" y="1145"/>
                  </a:cubicBezTo>
                  <a:cubicBezTo>
                    <a:pt x="8217" y="1145"/>
                    <a:pt x="8189" y="1099"/>
                    <a:pt x="8182" y="1039"/>
                  </a:cubicBezTo>
                  <a:lnTo>
                    <a:pt x="8206" y="1031"/>
                  </a:lnTo>
                  <a:close/>
                  <a:moveTo>
                    <a:pt x="9049" y="1120"/>
                  </a:moveTo>
                  <a:lnTo>
                    <a:pt x="9033" y="1128"/>
                  </a:lnTo>
                  <a:cubicBezTo>
                    <a:pt x="9056" y="1162"/>
                    <a:pt x="9063" y="1173"/>
                    <a:pt x="9067" y="1173"/>
                  </a:cubicBezTo>
                  <a:cubicBezTo>
                    <a:pt x="9069" y="1173"/>
                    <a:pt x="9071" y="1171"/>
                    <a:pt x="9073" y="1168"/>
                  </a:cubicBezTo>
                  <a:lnTo>
                    <a:pt x="9090" y="1168"/>
                  </a:lnTo>
                  <a:lnTo>
                    <a:pt x="9049" y="1120"/>
                  </a:lnTo>
                  <a:close/>
                  <a:moveTo>
                    <a:pt x="5984" y="1116"/>
                  </a:moveTo>
                  <a:cubicBezTo>
                    <a:pt x="5978" y="1116"/>
                    <a:pt x="5986" y="1143"/>
                    <a:pt x="6017" y="1209"/>
                  </a:cubicBezTo>
                  <a:cubicBezTo>
                    <a:pt x="6049" y="1250"/>
                    <a:pt x="6049" y="1250"/>
                    <a:pt x="6057" y="1250"/>
                  </a:cubicBezTo>
                  <a:cubicBezTo>
                    <a:pt x="6049" y="1209"/>
                    <a:pt x="6025" y="1177"/>
                    <a:pt x="6009" y="1144"/>
                  </a:cubicBezTo>
                  <a:cubicBezTo>
                    <a:pt x="5996" y="1126"/>
                    <a:pt x="5988" y="1116"/>
                    <a:pt x="5984" y="1116"/>
                  </a:cubicBezTo>
                  <a:close/>
                  <a:moveTo>
                    <a:pt x="7671" y="1412"/>
                  </a:moveTo>
                  <a:lnTo>
                    <a:pt x="7703" y="1525"/>
                  </a:lnTo>
                  <a:cubicBezTo>
                    <a:pt x="7744" y="1611"/>
                    <a:pt x="7762" y="1649"/>
                    <a:pt x="7760" y="1649"/>
                  </a:cubicBezTo>
                  <a:cubicBezTo>
                    <a:pt x="7759" y="1649"/>
                    <a:pt x="7745" y="1625"/>
                    <a:pt x="7719" y="1582"/>
                  </a:cubicBezTo>
                  <a:cubicBezTo>
                    <a:pt x="7679" y="1533"/>
                    <a:pt x="7655" y="1485"/>
                    <a:pt x="7646" y="1428"/>
                  </a:cubicBezTo>
                  <a:lnTo>
                    <a:pt x="7671" y="1412"/>
                  </a:lnTo>
                  <a:close/>
                  <a:moveTo>
                    <a:pt x="7809" y="1590"/>
                  </a:moveTo>
                  <a:lnTo>
                    <a:pt x="7849" y="1631"/>
                  </a:lnTo>
                  <a:cubicBezTo>
                    <a:pt x="7882" y="1679"/>
                    <a:pt x="7873" y="1687"/>
                    <a:pt x="7865" y="1695"/>
                  </a:cubicBezTo>
                  <a:lnTo>
                    <a:pt x="7833" y="1647"/>
                  </a:lnTo>
                  <a:lnTo>
                    <a:pt x="7809" y="1590"/>
                  </a:lnTo>
                  <a:close/>
                  <a:moveTo>
                    <a:pt x="7054" y="1684"/>
                  </a:moveTo>
                  <a:lnTo>
                    <a:pt x="7054" y="1684"/>
                  </a:lnTo>
                  <a:cubicBezTo>
                    <a:pt x="7056" y="1684"/>
                    <a:pt x="7061" y="1689"/>
                    <a:pt x="7071" y="1704"/>
                  </a:cubicBezTo>
                  <a:cubicBezTo>
                    <a:pt x="7071" y="1703"/>
                    <a:pt x="7072" y="1703"/>
                    <a:pt x="7072" y="1703"/>
                  </a:cubicBezTo>
                  <a:cubicBezTo>
                    <a:pt x="7080" y="1703"/>
                    <a:pt x="7087" y="1760"/>
                    <a:pt x="7079" y="1760"/>
                  </a:cubicBezTo>
                  <a:lnTo>
                    <a:pt x="7046" y="1712"/>
                  </a:lnTo>
                  <a:cubicBezTo>
                    <a:pt x="7058" y="1712"/>
                    <a:pt x="7049" y="1684"/>
                    <a:pt x="7054" y="1684"/>
                  </a:cubicBezTo>
                  <a:close/>
                  <a:moveTo>
                    <a:pt x="7346" y="1671"/>
                  </a:moveTo>
                  <a:cubicBezTo>
                    <a:pt x="7371" y="1704"/>
                    <a:pt x="7387" y="1736"/>
                    <a:pt x="7403" y="1768"/>
                  </a:cubicBezTo>
                  <a:lnTo>
                    <a:pt x="7387" y="1777"/>
                  </a:lnTo>
                  <a:cubicBezTo>
                    <a:pt x="7355" y="1728"/>
                    <a:pt x="7330" y="1679"/>
                    <a:pt x="7338" y="1679"/>
                  </a:cubicBezTo>
                  <a:lnTo>
                    <a:pt x="7346" y="1671"/>
                  </a:lnTo>
                  <a:close/>
                  <a:moveTo>
                    <a:pt x="7528" y="1760"/>
                  </a:moveTo>
                  <a:cubicBezTo>
                    <a:pt x="7543" y="1760"/>
                    <a:pt x="7560" y="1816"/>
                    <a:pt x="7606" y="1914"/>
                  </a:cubicBezTo>
                  <a:cubicBezTo>
                    <a:pt x="7609" y="1938"/>
                    <a:pt x="7611" y="1952"/>
                    <a:pt x="7609" y="1952"/>
                  </a:cubicBezTo>
                  <a:cubicBezTo>
                    <a:pt x="7605" y="1952"/>
                    <a:pt x="7593" y="1927"/>
                    <a:pt x="7565" y="1866"/>
                  </a:cubicBezTo>
                  <a:lnTo>
                    <a:pt x="7525" y="1760"/>
                  </a:lnTo>
                  <a:cubicBezTo>
                    <a:pt x="7526" y="1760"/>
                    <a:pt x="7527" y="1760"/>
                    <a:pt x="7528" y="1760"/>
                  </a:cubicBezTo>
                  <a:close/>
                  <a:moveTo>
                    <a:pt x="7136" y="1995"/>
                  </a:moveTo>
                  <a:cubicBezTo>
                    <a:pt x="7168" y="2044"/>
                    <a:pt x="7192" y="2093"/>
                    <a:pt x="7184" y="2093"/>
                  </a:cubicBezTo>
                  <a:cubicBezTo>
                    <a:pt x="7192" y="2110"/>
                    <a:pt x="7192" y="2118"/>
                    <a:pt x="7188" y="2118"/>
                  </a:cubicBezTo>
                  <a:cubicBezTo>
                    <a:pt x="7179" y="2118"/>
                    <a:pt x="7145" y="2077"/>
                    <a:pt x="7111" y="2004"/>
                  </a:cubicBezTo>
                  <a:lnTo>
                    <a:pt x="7136" y="1995"/>
                  </a:lnTo>
                  <a:close/>
                  <a:moveTo>
                    <a:pt x="6738" y="2028"/>
                  </a:moveTo>
                  <a:cubicBezTo>
                    <a:pt x="6746" y="2028"/>
                    <a:pt x="6787" y="2068"/>
                    <a:pt x="6787" y="2068"/>
                  </a:cubicBezTo>
                  <a:cubicBezTo>
                    <a:pt x="6819" y="2117"/>
                    <a:pt x="6811" y="2117"/>
                    <a:pt x="6811" y="2117"/>
                  </a:cubicBezTo>
                  <a:cubicBezTo>
                    <a:pt x="6808" y="2120"/>
                    <a:pt x="6804" y="2123"/>
                    <a:pt x="6798" y="2123"/>
                  </a:cubicBezTo>
                  <a:cubicBezTo>
                    <a:pt x="6789" y="2123"/>
                    <a:pt x="6775" y="2115"/>
                    <a:pt x="6755" y="2085"/>
                  </a:cubicBezTo>
                  <a:cubicBezTo>
                    <a:pt x="6755" y="2085"/>
                    <a:pt x="6730" y="2036"/>
                    <a:pt x="6738" y="2028"/>
                  </a:cubicBezTo>
                  <a:close/>
                  <a:moveTo>
                    <a:pt x="7055" y="2109"/>
                  </a:moveTo>
                  <a:lnTo>
                    <a:pt x="7095" y="2150"/>
                  </a:lnTo>
                  <a:lnTo>
                    <a:pt x="7087" y="2158"/>
                  </a:lnTo>
                  <a:cubicBezTo>
                    <a:pt x="7079" y="2158"/>
                    <a:pt x="7079" y="2158"/>
                    <a:pt x="7046" y="2109"/>
                  </a:cubicBezTo>
                  <a:close/>
                  <a:moveTo>
                    <a:pt x="7430" y="2121"/>
                  </a:moveTo>
                  <a:cubicBezTo>
                    <a:pt x="7430" y="2121"/>
                    <a:pt x="7451" y="2156"/>
                    <a:pt x="7468" y="2190"/>
                  </a:cubicBezTo>
                  <a:lnTo>
                    <a:pt x="7500" y="2239"/>
                  </a:lnTo>
                  <a:lnTo>
                    <a:pt x="7444" y="2141"/>
                  </a:lnTo>
                  <a:cubicBezTo>
                    <a:pt x="7434" y="2127"/>
                    <a:pt x="7430" y="2121"/>
                    <a:pt x="7430" y="2121"/>
                  </a:cubicBezTo>
                  <a:close/>
                  <a:moveTo>
                    <a:pt x="6552" y="2182"/>
                  </a:moveTo>
                  <a:cubicBezTo>
                    <a:pt x="6558" y="2182"/>
                    <a:pt x="6573" y="2191"/>
                    <a:pt x="6581" y="2191"/>
                  </a:cubicBezTo>
                  <a:cubicBezTo>
                    <a:pt x="6582" y="2191"/>
                    <a:pt x="6584" y="2191"/>
                    <a:pt x="6584" y="2190"/>
                  </a:cubicBezTo>
                  <a:cubicBezTo>
                    <a:pt x="6625" y="2231"/>
                    <a:pt x="6625" y="2231"/>
                    <a:pt x="6601" y="2247"/>
                  </a:cubicBezTo>
                  <a:cubicBezTo>
                    <a:pt x="6592" y="2247"/>
                    <a:pt x="6560" y="2206"/>
                    <a:pt x="6560" y="2206"/>
                  </a:cubicBezTo>
                  <a:cubicBezTo>
                    <a:pt x="6547" y="2187"/>
                    <a:pt x="6547" y="2182"/>
                    <a:pt x="6552" y="2182"/>
                  </a:cubicBezTo>
                  <a:close/>
                  <a:moveTo>
                    <a:pt x="6252" y="2255"/>
                  </a:moveTo>
                  <a:lnTo>
                    <a:pt x="6252" y="2255"/>
                  </a:lnTo>
                  <a:cubicBezTo>
                    <a:pt x="6264" y="2273"/>
                    <a:pt x="6265" y="2278"/>
                    <a:pt x="6262" y="2278"/>
                  </a:cubicBezTo>
                  <a:cubicBezTo>
                    <a:pt x="6258" y="2278"/>
                    <a:pt x="6242" y="2260"/>
                    <a:pt x="6252" y="2255"/>
                  </a:cubicBezTo>
                  <a:close/>
                  <a:moveTo>
                    <a:pt x="6998" y="2271"/>
                  </a:moveTo>
                  <a:cubicBezTo>
                    <a:pt x="6990" y="2279"/>
                    <a:pt x="7014" y="2328"/>
                    <a:pt x="7014" y="2328"/>
                  </a:cubicBezTo>
                  <a:cubicBezTo>
                    <a:pt x="7014" y="2328"/>
                    <a:pt x="7042" y="2369"/>
                    <a:pt x="7059" y="2369"/>
                  </a:cubicBezTo>
                  <a:cubicBezTo>
                    <a:pt x="7060" y="2369"/>
                    <a:pt x="7061" y="2369"/>
                    <a:pt x="7063" y="2368"/>
                  </a:cubicBezTo>
                  <a:lnTo>
                    <a:pt x="7071" y="2360"/>
                  </a:lnTo>
                  <a:cubicBezTo>
                    <a:pt x="7046" y="2328"/>
                    <a:pt x="7022" y="2304"/>
                    <a:pt x="6998" y="2271"/>
                  </a:cubicBezTo>
                  <a:close/>
                  <a:moveTo>
                    <a:pt x="6284" y="2433"/>
                  </a:moveTo>
                  <a:cubicBezTo>
                    <a:pt x="6296" y="2451"/>
                    <a:pt x="6298" y="2457"/>
                    <a:pt x="6297" y="2457"/>
                  </a:cubicBezTo>
                  <a:cubicBezTo>
                    <a:pt x="6294" y="2457"/>
                    <a:pt x="6279" y="2438"/>
                    <a:pt x="6284" y="2433"/>
                  </a:cubicBezTo>
                  <a:close/>
                  <a:moveTo>
                    <a:pt x="6414" y="2352"/>
                  </a:moveTo>
                  <a:lnTo>
                    <a:pt x="6414" y="2352"/>
                  </a:lnTo>
                  <a:cubicBezTo>
                    <a:pt x="6446" y="2385"/>
                    <a:pt x="6471" y="2409"/>
                    <a:pt x="6487" y="2441"/>
                  </a:cubicBezTo>
                  <a:cubicBezTo>
                    <a:pt x="6502" y="2464"/>
                    <a:pt x="6508" y="2477"/>
                    <a:pt x="6504" y="2477"/>
                  </a:cubicBezTo>
                  <a:cubicBezTo>
                    <a:pt x="6499" y="2477"/>
                    <a:pt x="6478" y="2458"/>
                    <a:pt x="6438" y="2409"/>
                  </a:cubicBezTo>
                  <a:cubicBezTo>
                    <a:pt x="6406" y="2360"/>
                    <a:pt x="6406" y="2360"/>
                    <a:pt x="6414" y="2352"/>
                  </a:cubicBezTo>
                  <a:close/>
                  <a:moveTo>
                    <a:pt x="6341" y="2401"/>
                  </a:moveTo>
                  <a:lnTo>
                    <a:pt x="6382" y="2441"/>
                  </a:lnTo>
                  <a:lnTo>
                    <a:pt x="6406" y="2498"/>
                  </a:lnTo>
                  <a:lnTo>
                    <a:pt x="6390" y="2498"/>
                  </a:lnTo>
                  <a:cubicBezTo>
                    <a:pt x="6357" y="2450"/>
                    <a:pt x="6333" y="2409"/>
                    <a:pt x="6341" y="2401"/>
                  </a:cubicBezTo>
                  <a:close/>
                  <a:moveTo>
                    <a:pt x="5571" y="2725"/>
                  </a:moveTo>
                  <a:lnTo>
                    <a:pt x="5611" y="2766"/>
                  </a:lnTo>
                  <a:lnTo>
                    <a:pt x="5636" y="2822"/>
                  </a:lnTo>
                  <a:lnTo>
                    <a:pt x="5619" y="2822"/>
                  </a:lnTo>
                  <a:cubicBezTo>
                    <a:pt x="5587" y="2782"/>
                    <a:pt x="5563" y="2733"/>
                    <a:pt x="5571" y="2725"/>
                  </a:cubicBezTo>
                  <a:close/>
                  <a:moveTo>
                    <a:pt x="7055" y="2766"/>
                  </a:moveTo>
                  <a:lnTo>
                    <a:pt x="7038" y="2782"/>
                  </a:lnTo>
                  <a:cubicBezTo>
                    <a:pt x="7056" y="2816"/>
                    <a:pt x="7061" y="2826"/>
                    <a:pt x="7068" y="2826"/>
                  </a:cubicBezTo>
                  <a:cubicBezTo>
                    <a:pt x="7071" y="2826"/>
                    <a:pt x="7074" y="2825"/>
                    <a:pt x="7079" y="2822"/>
                  </a:cubicBezTo>
                  <a:cubicBezTo>
                    <a:pt x="7095" y="2806"/>
                    <a:pt x="7095" y="2806"/>
                    <a:pt x="7055" y="2766"/>
                  </a:cubicBezTo>
                  <a:close/>
                  <a:moveTo>
                    <a:pt x="5312" y="2879"/>
                  </a:moveTo>
                  <a:cubicBezTo>
                    <a:pt x="5323" y="2879"/>
                    <a:pt x="5369" y="2978"/>
                    <a:pt x="5401" y="3025"/>
                  </a:cubicBezTo>
                  <a:cubicBezTo>
                    <a:pt x="5398" y="3028"/>
                    <a:pt x="5397" y="3029"/>
                    <a:pt x="5395" y="3029"/>
                  </a:cubicBezTo>
                  <a:cubicBezTo>
                    <a:pt x="5390" y="3029"/>
                    <a:pt x="5383" y="3019"/>
                    <a:pt x="5360" y="2985"/>
                  </a:cubicBezTo>
                  <a:cubicBezTo>
                    <a:pt x="5336" y="2952"/>
                    <a:pt x="5319" y="2912"/>
                    <a:pt x="5311" y="2879"/>
                  </a:cubicBezTo>
                  <a:cubicBezTo>
                    <a:pt x="5312" y="2879"/>
                    <a:pt x="5312" y="2879"/>
                    <a:pt x="5312" y="2879"/>
                  </a:cubicBezTo>
                  <a:close/>
                  <a:moveTo>
                    <a:pt x="5044" y="3171"/>
                  </a:moveTo>
                  <a:lnTo>
                    <a:pt x="5084" y="3212"/>
                  </a:lnTo>
                  <a:lnTo>
                    <a:pt x="5109" y="3268"/>
                  </a:lnTo>
                  <a:lnTo>
                    <a:pt x="5092" y="3268"/>
                  </a:lnTo>
                  <a:cubicBezTo>
                    <a:pt x="5060" y="3220"/>
                    <a:pt x="5036" y="3179"/>
                    <a:pt x="5044" y="3171"/>
                  </a:cubicBezTo>
                  <a:close/>
                  <a:moveTo>
                    <a:pt x="5376" y="3366"/>
                  </a:moveTo>
                  <a:cubicBezTo>
                    <a:pt x="5401" y="3398"/>
                    <a:pt x="5417" y="3431"/>
                    <a:pt x="5433" y="3471"/>
                  </a:cubicBezTo>
                  <a:lnTo>
                    <a:pt x="5417" y="3471"/>
                  </a:lnTo>
                  <a:cubicBezTo>
                    <a:pt x="5384" y="3431"/>
                    <a:pt x="5360" y="3382"/>
                    <a:pt x="5368" y="3374"/>
                  </a:cubicBezTo>
                  <a:lnTo>
                    <a:pt x="5376" y="3366"/>
                  </a:lnTo>
                  <a:close/>
                  <a:moveTo>
                    <a:pt x="4290" y="3617"/>
                  </a:moveTo>
                  <a:cubicBezTo>
                    <a:pt x="4330" y="3658"/>
                    <a:pt x="4355" y="3714"/>
                    <a:pt x="4338" y="3714"/>
                  </a:cubicBezTo>
                  <a:cubicBezTo>
                    <a:pt x="4333" y="3720"/>
                    <a:pt x="4329" y="3724"/>
                    <a:pt x="4325" y="3724"/>
                  </a:cubicBezTo>
                  <a:cubicBezTo>
                    <a:pt x="4318" y="3724"/>
                    <a:pt x="4310" y="3713"/>
                    <a:pt x="4290" y="3682"/>
                  </a:cubicBezTo>
                  <a:cubicBezTo>
                    <a:pt x="4257" y="3633"/>
                    <a:pt x="4282" y="3625"/>
                    <a:pt x="4290" y="3617"/>
                  </a:cubicBezTo>
                  <a:close/>
                  <a:moveTo>
                    <a:pt x="3876" y="3925"/>
                  </a:moveTo>
                  <a:cubicBezTo>
                    <a:pt x="3893" y="3958"/>
                    <a:pt x="3909" y="3998"/>
                    <a:pt x="3925" y="4031"/>
                  </a:cubicBezTo>
                  <a:lnTo>
                    <a:pt x="3917" y="4039"/>
                  </a:lnTo>
                  <a:cubicBezTo>
                    <a:pt x="3884" y="3990"/>
                    <a:pt x="3852" y="3941"/>
                    <a:pt x="3860" y="3933"/>
                  </a:cubicBezTo>
                  <a:lnTo>
                    <a:pt x="3876" y="3925"/>
                  </a:lnTo>
                  <a:close/>
                  <a:moveTo>
                    <a:pt x="2571" y="4464"/>
                  </a:moveTo>
                  <a:cubicBezTo>
                    <a:pt x="2570" y="4464"/>
                    <a:pt x="2576" y="4473"/>
                    <a:pt x="2589" y="4486"/>
                  </a:cubicBezTo>
                  <a:lnTo>
                    <a:pt x="2589" y="4486"/>
                  </a:lnTo>
                  <a:cubicBezTo>
                    <a:pt x="2577" y="4471"/>
                    <a:pt x="2571" y="4464"/>
                    <a:pt x="2571" y="4464"/>
                  </a:cubicBezTo>
                  <a:close/>
                  <a:moveTo>
                    <a:pt x="2589" y="4486"/>
                  </a:moveTo>
                  <a:lnTo>
                    <a:pt x="2589" y="4486"/>
                  </a:lnTo>
                  <a:cubicBezTo>
                    <a:pt x="2595" y="4494"/>
                    <a:pt x="2602" y="4503"/>
                    <a:pt x="2610" y="4515"/>
                  </a:cubicBezTo>
                  <a:lnTo>
                    <a:pt x="2610" y="4515"/>
                  </a:lnTo>
                  <a:cubicBezTo>
                    <a:pt x="2606" y="4508"/>
                    <a:pt x="2601" y="4501"/>
                    <a:pt x="2595" y="4493"/>
                  </a:cubicBezTo>
                  <a:cubicBezTo>
                    <a:pt x="2593" y="4490"/>
                    <a:pt x="2591" y="4488"/>
                    <a:pt x="2589" y="4486"/>
                  </a:cubicBezTo>
                  <a:close/>
                  <a:moveTo>
                    <a:pt x="2579" y="4695"/>
                  </a:moveTo>
                  <a:cubicBezTo>
                    <a:pt x="2574" y="4701"/>
                    <a:pt x="2582" y="4722"/>
                    <a:pt x="2584" y="4722"/>
                  </a:cubicBezTo>
                  <a:cubicBezTo>
                    <a:pt x="2585" y="4722"/>
                    <a:pt x="2585" y="4716"/>
                    <a:pt x="2579" y="4695"/>
                  </a:cubicBezTo>
                  <a:close/>
                  <a:moveTo>
                    <a:pt x="2776" y="4645"/>
                  </a:moveTo>
                  <a:cubicBezTo>
                    <a:pt x="2784" y="4645"/>
                    <a:pt x="2787" y="4658"/>
                    <a:pt x="2798" y="4695"/>
                  </a:cubicBezTo>
                  <a:cubicBezTo>
                    <a:pt x="2812" y="4727"/>
                    <a:pt x="2813" y="4744"/>
                    <a:pt x="2806" y="4744"/>
                  </a:cubicBezTo>
                  <a:cubicBezTo>
                    <a:pt x="2802" y="4744"/>
                    <a:pt x="2793" y="4733"/>
                    <a:pt x="2782" y="4712"/>
                  </a:cubicBezTo>
                  <a:cubicBezTo>
                    <a:pt x="2749" y="4663"/>
                    <a:pt x="2749" y="4663"/>
                    <a:pt x="2757" y="4655"/>
                  </a:cubicBezTo>
                  <a:cubicBezTo>
                    <a:pt x="2766" y="4649"/>
                    <a:pt x="2771" y="4645"/>
                    <a:pt x="2776" y="4645"/>
                  </a:cubicBezTo>
                  <a:close/>
                  <a:moveTo>
                    <a:pt x="2684" y="4703"/>
                  </a:moveTo>
                  <a:lnTo>
                    <a:pt x="2725" y="4744"/>
                  </a:lnTo>
                  <a:lnTo>
                    <a:pt x="2717" y="4752"/>
                  </a:lnTo>
                  <a:cubicBezTo>
                    <a:pt x="2701" y="4752"/>
                    <a:pt x="2701" y="4752"/>
                    <a:pt x="2676" y="4712"/>
                  </a:cubicBezTo>
                  <a:lnTo>
                    <a:pt x="2684" y="4703"/>
                  </a:lnTo>
                  <a:close/>
                  <a:moveTo>
                    <a:pt x="2571" y="4768"/>
                  </a:moveTo>
                  <a:lnTo>
                    <a:pt x="2620" y="4809"/>
                  </a:lnTo>
                  <a:lnTo>
                    <a:pt x="2603" y="4817"/>
                  </a:lnTo>
                  <a:cubicBezTo>
                    <a:pt x="2595" y="4817"/>
                    <a:pt x="2595" y="4817"/>
                    <a:pt x="2563" y="4776"/>
                  </a:cubicBezTo>
                  <a:lnTo>
                    <a:pt x="2571" y="4768"/>
                  </a:lnTo>
                  <a:close/>
                  <a:moveTo>
                    <a:pt x="3130" y="4768"/>
                  </a:moveTo>
                  <a:lnTo>
                    <a:pt x="3171" y="4809"/>
                  </a:lnTo>
                  <a:cubicBezTo>
                    <a:pt x="3203" y="4858"/>
                    <a:pt x="3195" y="4866"/>
                    <a:pt x="3195" y="4866"/>
                  </a:cubicBezTo>
                  <a:cubicBezTo>
                    <a:pt x="3179" y="4866"/>
                    <a:pt x="3179" y="4866"/>
                    <a:pt x="3147" y="4817"/>
                  </a:cubicBezTo>
                  <a:cubicBezTo>
                    <a:pt x="3147" y="4817"/>
                    <a:pt x="3122" y="4776"/>
                    <a:pt x="3130" y="4768"/>
                  </a:cubicBezTo>
                  <a:close/>
                  <a:moveTo>
                    <a:pt x="2498" y="4882"/>
                  </a:moveTo>
                  <a:cubicBezTo>
                    <a:pt x="2522" y="4906"/>
                    <a:pt x="2547" y="4939"/>
                    <a:pt x="2571" y="4971"/>
                  </a:cubicBezTo>
                  <a:lnTo>
                    <a:pt x="2555" y="4971"/>
                  </a:lnTo>
                  <a:cubicBezTo>
                    <a:pt x="2554" y="4972"/>
                    <a:pt x="2553" y="4972"/>
                    <a:pt x="2552" y="4972"/>
                  </a:cubicBezTo>
                  <a:cubicBezTo>
                    <a:pt x="2542" y="4972"/>
                    <a:pt x="2514" y="4930"/>
                    <a:pt x="2514" y="4930"/>
                  </a:cubicBezTo>
                  <a:cubicBezTo>
                    <a:pt x="2514" y="4930"/>
                    <a:pt x="2482" y="4882"/>
                    <a:pt x="2498" y="4882"/>
                  </a:cubicBezTo>
                  <a:close/>
                  <a:moveTo>
                    <a:pt x="3033" y="4890"/>
                  </a:moveTo>
                  <a:lnTo>
                    <a:pt x="3074" y="4930"/>
                  </a:lnTo>
                  <a:lnTo>
                    <a:pt x="3090" y="4987"/>
                  </a:lnTo>
                  <a:lnTo>
                    <a:pt x="3082" y="4995"/>
                  </a:lnTo>
                  <a:cubicBezTo>
                    <a:pt x="3049" y="4947"/>
                    <a:pt x="3017" y="4898"/>
                    <a:pt x="3033" y="4890"/>
                  </a:cubicBezTo>
                  <a:close/>
                  <a:moveTo>
                    <a:pt x="2052" y="5113"/>
                  </a:moveTo>
                  <a:cubicBezTo>
                    <a:pt x="2054" y="5113"/>
                    <a:pt x="2059" y="5119"/>
                    <a:pt x="2068" y="5133"/>
                  </a:cubicBezTo>
                  <a:lnTo>
                    <a:pt x="2101" y="5182"/>
                  </a:lnTo>
                  <a:cubicBezTo>
                    <a:pt x="2113" y="5217"/>
                    <a:pt x="2129" y="5257"/>
                    <a:pt x="2124" y="5257"/>
                  </a:cubicBezTo>
                  <a:cubicBezTo>
                    <a:pt x="2122" y="5257"/>
                    <a:pt x="2118" y="5252"/>
                    <a:pt x="2109" y="5239"/>
                  </a:cubicBezTo>
                  <a:cubicBezTo>
                    <a:pt x="2093" y="5206"/>
                    <a:pt x="2076" y="5174"/>
                    <a:pt x="2060" y="5141"/>
                  </a:cubicBezTo>
                  <a:cubicBezTo>
                    <a:pt x="2060" y="5141"/>
                    <a:pt x="2048" y="5113"/>
                    <a:pt x="2052" y="5113"/>
                  </a:cubicBezTo>
                  <a:close/>
                  <a:moveTo>
                    <a:pt x="1794" y="5498"/>
                  </a:moveTo>
                  <a:cubicBezTo>
                    <a:pt x="1806" y="5498"/>
                    <a:pt x="1866" y="5589"/>
                    <a:pt x="1874" y="5644"/>
                  </a:cubicBezTo>
                  <a:cubicBezTo>
                    <a:pt x="1869" y="5646"/>
                    <a:pt x="1866" y="5648"/>
                    <a:pt x="1863" y="5648"/>
                  </a:cubicBezTo>
                  <a:cubicBezTo>
                    <a:pt x="1855" y="5648"/>
                    <a:pt x="1850" y="5638"/>
                    <a:pt x="1833" y="5603"/>
                  </a:cubicBezTo>
                  <a:cubicBezTo>
                    <a:pt x="1801" y="5555"/>
                    <a:pt x="1776" y="5498"/>
                    <a:pt x="1793" y="5498"/>
                  </a:cubicBezTo>
                  <a:cubicBezTo>
                    <a:pt x="1793" y="5498"/>
                    <a:pt x="1793" y="5498"/>
                    <a:pt x="1794" y="5498"/>
                  </a:cubicBezTo>
                  <a:close/>
                  <a:moveTo>
                    <a:pt x="276" y="6423"/>
                  </a:moveTo>
                  <a:lnTo>
                    <a:pt x="276" y="6423"/>
                  </a:lnTo>
                  <a:cubicBezTo>
                    <a:pt x="277" y="6423"/>
                    <a:pt x="293" y="6448"/>
                    <a:pt x="325" y="6495"/>
                  </a:cubicBezTo>
                  <a:cubicBezTo>
                    <a:pt x="358" y="6544"/>
                    <a:pt x="390" y="6593"/>
                    <a:pt x="374" y="6601"/>
                  </a:cubicBezTo>
                  <a:cubicBezTo>
                    <a:pt x="386" y="6633"/>
                    <a:pt x="389" y="6646"/>
                    <a:pt x="387" y="6646"/>
                  </a:cubicBezTo>
                  <a:cubicBezTo>
                    <a:pt x="381" y="6646"/>
                    <a:pt x="345" y="6577"/>
                    <a:pt x="317" y="6503"/>
                  </a:cubicBezTo>
                  <a:cubicBezTo>
                    <a:pt x="288" y="6450"/>
                    <a:pt x="274" y="6423"/>
                    <a:pt x="276" y="6423"/>
                  </a:cubicBezTo>
                  <a:close/>
                  <a:moveTo>
                    <a:pt x="8867" y="397"/>
                  </a:moveTo>
                  <a:cubicBezTo>
                    <a:pt x="8865" y="397"/>
                    <a:pt x="8881" y="418"/>
                    <a:pt x="8919" y="471"/>
                  </a:cubicBezTo>
                  <a:cubicBezTo>
                    <a:pt x="8951" y="525"/>
                    <a:pt x="8960" y="554"/>
                    <a:pt x="8949" y="554"/>
                  </a:cubicBezTo>
                  <a:cubicBezTo>
                    <a:pt x="8941" y="554"/>
                    <a:pt x="8919" y="535"/>
                    <a:pt x="8887" y="496"/>
                  </a:cubicBezTo>
                  <a:lnTo>
                    <a:pt x="8863" y="504"/>
                  </a:lnTo>
                  <a:cubicBezTo>
                    <a:pt x="8854" y="512"/>
                    <a:pt x="8879" y="560"/>
                    <a:pt x="8911" y="609"/>
                  </a:cubicBezTo>
                  <a:cubicBezTo>
                    <a:pt x="8951" y="668"/>
                    <a:pt x="8966" y="691"/>
                    <a:pt x="8963" y="691"/>
                  </a:cubicBezTo>
                  <a:cubicBezTo>
                    <a:pt x="8961" y="691"/>
                    <a:pt x="8951" y="682"/>
                    <a:pt x="8936" y="666"/>
                  </a:cubicBezTo>
                  <a:cubicBezTo>
                    <a:pt x="8903" y="633"/>
                    <a:pt x="8879" y="609"/>
                    <a:pt x="8863" y="577"/>
                  </a:cubicBezTo>
                  <a:cubicBezTo>
                    <a:pt x="8838" y="540"/>
                    <a:pt x="8828" y="536"/>
                    <a:pt x="8817" y="536"/>
                  </a:cubicBezTo>
                  <a:cubicBezTo>
                    <a:pt x="8813" y="536"/>
                    <a:pt x="8810" y="536"/>
                    <a:pt x="8806" y="536"/>
                  </a:cubicBezTo>
                  <a:cubicBezTo>
                    <a:pt x="8798" y="544"/>
                    <a:pt x="8773" y="560"/>
                    <a:pt x="8806" y="609"/>
                  </a:cubicBezTo>
                  <a:lnTo>
                    <a:pt x="8773" y="560"/>
                  </a:lnTo>
                  <a:cubicBezTo>
                    <a:pt x="8773" y="561"/>
                    <a:pt x="8772" y="561"/>
                    <a:pt x="8771" y="561"/>
                  </a:cubicBezTo>
                  <a:cubicBezTo>
                    <a:pt x="8764" y="561"/>
                    <a:pt x="8752" y="547"/>
                    <a:pt x="8751" y="547"/>
                  </a:cubicBezTo>
                  <a:lnTo>
                    <a:pt x="8751" y="547"/>
                  </a:lnTo>
                  <a:cubicBezTo>
                    <a:pt x="8751" y="547"/>
                    <a:pt x="8754" y="552"/>
                    <a:pt x="8765" y="569"/>
                  </a:cubicBezTo>
                  <a:cubicBezTo>
                    <a:pt x="8765" y="569"/>
                    <a:pt x="8757" y="569"/>
                    <a:pt x="8700" y="536"/>
                  </a:cubicBezTo>
                  <a:cubicBezTo>
                    <a:pt x="8695" y="532"/>
                    <a:pt x="8690" y="530"/>
                    <a:pt x="8686" y="530"/>
                  </a:cubicBezTo>
                  <a:cubicBezTo>
                    <a:pt x="8659" y="530"/>
                    <a:pt x="8688" y="626"/>
                    <a:pt x="8773" y="690"/>
                  </a:cubicBezTo>
                  <a:lnTo>
                    <a:pt x="8757" y="698"/>
                  </a:lnTo>
                  <a:cubicBezTo>
                    <a:pt x="8749" y="706"/>
                    <a:pt x="8782" y="755"/>
                    <a:pt x="8782" y="755"/>
                  </a:cubicBezTo>
                  <a:cubicBezTo>
                    <a:pt x="8814" y="804"/>
                    <a:pt x="8798" y="812"/>
                    <a:pt x="8790" y="812"/>
                  </a:cubicBezTo>
                  <a:lnTo>
                    <a:pt x="8725" y="723"/>
                  </a:lnTo>
                  <a:cubicBezTo>
                    <a:pt x="8679" y="636"/>
                    <a:pt x="8644" y="588"/>
                    <a:pt x="8636" y="588"/>
                  </a:cubicBezTo>
                  <a:lnTo>
                    <a:pt x="8636" y="588"/>
                  </a:lnTo>
                  <a:cubicBezTo>
                    <a:pt x="8630" y="588"/>
                    <a:pt x="8640" y="618"/>
                    <a:pt x="8676" y="682"/>
                  </a:cubicBezTo>
                  <a:lnTo>
                    <a:pt x="8644" y="633"/>
                  </a:lnTo>
                  <a:cubicBezTo>
                    <a:pt x="8630" y="613"/>
                    <a:pt x="8620" y="602"/>
                    <a:pt x="8615" y="602"/>
                  </a:cubicBezTo>
                  <a:cubicBezTo>
                    <a:pt x="8607" y="602"/>
                    <a:pt x="8607" y="621"/>
                    <a:pt x="8611" y="658"/>
                  </a:cubicBezTo>
                  <a:cubicBezTo>
                    <a:pt x="8603" y="666"/>
                    <a:pt x="8652" y="763"/>
                    <a:pt x="8684" y="812"/>
                  </a:cubicBezTo>
                  <a:cubicBezTo>
                    <a:pt x="8717" y="860"/>
                    <a:pt x="8700" y="869"/>
                    <a:pt x="8700" y="869"/>
                  </a:cubicBezTo>
                  <a:cubicBezTo>
                    <a:pt x="8698" y="871"/>
                    <a:pt x="8696" y="873"/>
                    <a:pt x="8694" y="873"/>
                  </a:cubicBezTo>
                  <a:cubicBezTo>
                    <a:pt x="8690" y="873"/>
                    <a:pt x="8683" y="863"/>
                    <a:pt x="8660" y="828"/>
                  </a:cubicBezTo>
                  <a:cubicBezTo>
                    <a:pt x="8633" y="782"/>
                    <a:pt x="8614" y="760"/>
                    <a:pt x="8606" y="760"/>
                  </a:cubicBezTo>
                  <a:cubicBezTo>
                    <a:pt x="8596" y="760"/>
                    <a:pt x="8602" y="788"/>
                    <a:pt x="8627" y="844"/>
                  </a:cubicBezTo>
                  <a:lnTo>
                    <a:pt x="8595" y="796"/>
                  </a:lnTo>
                  <a:cubicBezTo>
                    <a:pt x="8581" y="767"/>
                    <a:pt x="8558" y="741"/>
                    <a:pt x="8537" y="741"/>
                  </a:cubicBezTo>
                  <a:cubicBezTo>
                    <a:pt x="8522" y="741"/>
                    <a:pt x="8508" y="754"/>
                    <a:pt x="8498" y="787"/>
                  </a:cubicBezTo>
                  <a:cubicBezTo>
                    <a:pt x="8474" y="801"/>
                    <a:pt x="8454" y="816"/>
                    <a:pt x="8434" y="816"/>
                  </a:cubicBezTo>
                  <a:cubicBezTo>
                    <a:pt x="8420" y="816"/>
                    <a:pt x="8406" y="808"/>
                    <a:pt x="8392" y="787"/>
                  </a:cubicBezTo>
                  <a:cubicBezTo>
                    <a:pt x="8389" y="780"/>
                    <a:pt x="8386" y="776"/>
                    <a:pt x="8384" y="776"/>
                  </a:cubicBezTo>
                  <a:lnTo>
                    <a:pt x="8384" y="776"/>
                  </a:lnTo>
                  <a:cubicBezTo>
                    <a:pt x="8374" y="776"/>
                    <a:pt x="8391" y="877"/>
                    <a:pt x="8425" y="966"/>
                  </a:cubicBezTo>
                  <a:cubicBezTo>
                    <a:pt x="8406" y="938"/>
                    <a:pt x="8393" y="929"/>
                    <a:pt x="8382" y="929"/>
                  </a:cubicBezTo>
                  <a:cubicBezTo>
                    <a:pt x="8374" y="929"/>
                    <a:pt x="8367" y="934"/>
                    <a:pt x="8360" y="941"/>
                  </a:cubicBezTo>
                  <a:cubicBezTo>
                    <a:pt x="8348" y="947"/>
                    <a:pt x="8341" y="951"/>
                    <a:pt x="8334" y="951"/>
                  </a:cubicBezTo>
                  <a:cubicBezTo>
                    <a:pt x="8323" y="951"/>
                    <a:pt x="8316" y="940"/>
                    <a:pt x="8295" y="909"/>
                  </a:cubicBezTo>
                  <a:cubicBezTo>
                    <a:pt x="8271" y="861"/>
                    <a:pt x="8259" y="837"/>
                    <a:pt x="8258" y="837"/>
                  </a:cubicBezTo>
                  <a:lnTo>
                    <a:pt x="8258" y="837"/>
                  </a:lnTo>
                  <a:cubicBezTo>
                    <a:pt x="8256" y="837"/>
                    <a:pt x="8266" y="863"/>
                    <a:pt x="8287" y="917"/>
                  </a:cubicBezTo>
                  <a:cubicBezTo>
                    <a:pt x="8308" y="963"/>
                    <a:pt x="8308" y="982"/>
                    <a:pt x="8296" y="982"/>
                  </a:cubicBezTo>
                  <a:cubicBezTo>
                    <a:pt x="8280" y="982"/>
                    <a:pt x="8243" y="948"/>
                    <a:pt x="8206" y="893"/>
                  </a:cubicBezTo>
                  <a:cubicBezTo>
                    <a:pt x="8192" y="865"/>
                    <a:pt x="8181" y="856"/>
                    <a:pt x="8171" y="856"/>
                  </a:cubicBezTo>
                  <a:cubicBezTo>
                    <a:pt x="8163" y="856"/>
                    <a:pt x="8156" y="861"/>
                    <a:pt x="8149" y="869"/>
                  </a:cubicBezTo>
                  <a:cubicBezTo>
                    <a:pt x="8165" y="917"/>
                    <a:pt x="8141" y="933"/>
                    <a:pt x="8125" y="950"/>
                  </a:cubicBezTo>
                  <a:cubicBezTo>
                    <a:pt x="8092" y="966"/>
                    <a:pt x="8092" y="966"/>
                    <a:pt x="8149" y="1063"/>
                  </a:cubicBezTo>
                  <a:cubicBezTo>
                    <a:pt x="8214" y="1160"/>
                    <a:pt x="8198" y="1160"/>
                    <a:pt x="8182" y="1177"/>
                  </a:cubicBezTo>
                  <a:cubicBezTo>
                    <a:pt x="8175" y="1180"/>
                    <a:pt x="8170" y="1183"/>
                    <a:pt x="8165" y="1183"/>
                  </a:cubicBezTo>
                  <a:cubicBezTo>
                    <a:pt x="8156" y="1183"/>
                    <a:pt x="8145" y="1174"/>
                    <a:pt x="8125" y="1144"/>
                  </a:cubicBezTo>
                  <a:cubicBezTo>
                    <a:pt x="8125" y="1144"/>
                    <a:pt x="8084" y="1104"/>
                    <a:pt x="8076" y="1104"/>
                  </a:cubicBezTo>
                  <a:cubicBezTo>
                    <a:pt x="8070" y="1107"/>
                    <a:pt x="8065" y="1110"/>
                    <a:pt x="8059" y="1110"/>
                  </a:cubicBezTo>
                  <a:cubicBezTo>
                    <a:pt x="8050" y="1110"/>
                    <a:pt x="8040" y="1101"/>
                    <a:pt x="8019" y="1071"/>
                  </a:cubicBezTo>
                  <a:cubicBezTo>
                    <a:pt x="8019" y="1071"/>
                    <a:pt x="7991" y="1043"/>
                    <a:pt x="7968" y="1043"/>
                  </a:cubicBezTo>
                  <a:cubicBezTo>
                    <a:pt x="7963" y="1043"/>
                    <a:pt x="7959" y="1044"/>
                    <a:pt x="7955" y="1047"/>
                  </a:cubicBezTo>
                  <a:cubicBezTo>
                    <a:pt x="7947" y="1051"/>
                    <a:pt x="7938" y="1056"/>
                    <a:pt x="7927" y="1056"/>
                  </a:cubicBezTo>
                  <a:cubicBezTo>
                    <a:pt x="7914" y="1056"/>
                    <a:pt x="7899" y="1049"/>
                    <a:pt x="7882" y="1023"/>
                  </a:cubicBezTo>
                  <a:lnTo>
                    <a:pt x="7882" y="1023"/>
                  </a:lnTo>
                  <a:cubicBezTo>
                    <a:pt x="7873" y="1031"/>
                    <a:pt x="7873" y="1031"/>
                    <a:pt x="7906" y="1079"/>
                  </a:cubicBezTo>
                  <a:cubicBezTo>
                    <a:pt x="7934" y="1121"/>
                    <a:pt x="7950" y="1164"/>
                    <a:pt x="7906" y="1164"/>
                  </a:cubicBezTo>
                  <a:cubicBezTo>
                    <a:pt x="7900" y="1164"/>
                    <a:pt x="7891" y="1163"/>
                    <a:pt x="7882" y="1160"/>
                  </a:cubicBezTo>
                  <a:cubicBezTo>
                    <a:pt x="7857" y="1168"/>
                    <a:pt x="7825" y="1193"/>
                    <a:pt x="7857" y="1233"/>
                  </a:cubicBezTo>
                  <a:cubicBezTo>
                    <a:pt x="7853" y="1236"/>
                    <a:pt x="7849" y="1237"/>
                    <a:pt x="7846" y="1237"/>
                  </a:cubicBezTo>
                  <a:cubicBezTo>
                    <a:pt x="7839" y="1237"/>
                    <a:pt x="7834" y="1227"/>
                    <a:pt x="7817" y="1193"/>
                  </a:cubicBezTo>
                  <a:cubicBezTo>
                    <a:pt x="7788" y="1153"/>
                    <a:pt x="7768" y="1132"/>
                    <a:pt x="7759" y="1132"/>
                  </a:cubicBezTo>
                  <a:cubicBezTo>
                    <a:pt x="7747" y="1132"/>
                    <a:pt x="7750" y="1163"/>
                    <a:pt x="7768" y="1225"/>
                  </a:cubicBezTo>
                  <a:cubicBezTo>
                    <a:pt x="7786" y="1248"/>
                    <a:pt x="7791" y="1260"/>
                    <a:pt x="7786" y="1260"/>
                  </a:cubicBezTo>
                  <a:cubicBezTo>
                    <a:pt x="7782" y="1260"/>
                    <a:pt x="7770" y="1252"/>
                    <a:pt x="7752" y="1233"/>
                  </a:cubicBezTo>
                  <a:lnTo>
                    <a:pt x="7752" y="1233"/>
                  </a:lnTo>
                  <a:cubicBezTo>
                    <a:pt x="7752" y="1233"/>
                    <a:pt x="7736" y="1241"/>
                    <a:pt x="7760" y="1298"/>
                  </a:cubicBezTo>
                  <a:cubicBezTo>
                    <a:pt x="7769" y="1325"/>
                    <a:pt x="7773" y="1337"/>
                    <a:pt x="7767" y="1337"/>
                  </a:cubicBezTo>
                  <a:cubicBezTo>
                    <a:pt x="7761" y="1337"/>
                    <a:pt x="7749" y="1329"/>
                    <a:pt x="7728" y="1314"/>
                  </a:cubicBezTo>
                  <a:cubicBezTo>
                    <a:pt x="7707" y="1284"/>
                    <a:pt x="7697" y="1276"/>
                    <a:pt x="7687" y="1276"/>
                  </a:cubicBezTo>
                  <a:cubicBezTo>
                    <a:pt x="7682" y="1276"/>
                    <a:pt x="7677" y="1279"/>
                    <a:pt x="7671" y="1282"/>
                  </a:cubicBezTo>
                  <a:cubicBezTo>
                    <a:pt x="7677" y="1327"/>
                    <a:pt x="7601" y="1383"/>
                    <a:pt x="7549" y="1383"/>
                  </a:cubicBezTo>
                  <a:cubicBezTo>
                    <a:pt x="7536" y="1383"/>
                    <a:pt x="7525" y="1379"/>
                    <a:pt x="7517" y="1371"/>
                  </a:cubicBezTo>
                  <a:lnTo>
                    <a:pt x="7517" y="1371"/>
                  </a:lnTo>
                  <a:cubicBezTo>
                    <a:pt x="7541" y="1428"/>
                    <a:pt x="7541" y="1428"/>
                    <a:pt x="7525" y="1428"/>
                  </a:cubicBezTo>
                  <a:cubicBezTo>
                    <a:pt x="7502" y="1397"/>
                    <a:pt x="7489" y="1383"/>
                    <a:pt x="7485" y="1383"/>
                  </a:cubicBezTo>
                  <a:lnTo>
                    <a:pt x="7485" y="1383"/>
                  </a:lnTo>
                  <a:cubicBezTo>
                    <a:pt x="7477" y="1383"/>
                    <a:pt x="7499" y="1430"/>
                    <a:pt x="7541" y="1493"/>
                  </a:cubicBezTo>
                  <a:lnTo>
                    <a:pt x="7549" y="1485"/>
                  </a:lnTo>
                  <a:lnTo>
                    <a:pt x="7557" y="1477"/>
                  </a:lnTo>
                  <a:cubicBezTo>
                    <a:pt x="7589" y="1524"/>
                    <a:pt x="7597" y="1553"/>
                    <a:pt x="7586" y="1553"/>
                  </a:cubicBezTo>
                  <a:cubicBezTo>
                    <a:pt x="7575" y="1553"/>
                    <a:pt x="7542" y="1522"/>
                    <a:pt x="7492" y="1452"/>
                  </a:cubicBezTo>
                  <a:cubicBezTo>
                    <a:pt x="7461" y="1409"/>
                    <a:pt x="7444" y="1386"/>
                    <a:pt x="7442" y="1386"/>
                  </a:cubicBezTo>
                  <a:lnTo>
                    <a:pt x="7442" y="1386"/>
                  </a:lnTo>
                  <a:cubicBezTo>
                    <a:pt x="7439" y="1386"/>
                    <a:pt x="7451" y="1411"/>
                    <a:pt x="7476" y="1460"/>
                  </a:cubicBezTo>
                  <a:cubicBezTo>
                    <a:pt x="7503" y="1517"/>
                    <a:pt x="7512" y="1546"/>
                    <a:pt x="7504" y="1546"/>
                  </a:cubicBezTo>
                  <a:cubicBezTo>
                    <a:pt x="7497" y="1546"/>
                    <a:pt x="7477" y="1526"/>
                    <a:pt x="7444" y="1485"/>
                  </a:cubicBezTo>
                  <a:cubicBezTo>
                    <a:pt x="7412" y="1437"/>
                    <a:pt x="7396" y="1413"/>
                    <a:pt x="7393" y="1413"/>
                  </a:cubicBezTo>
                  <a:lnTo>
                    <a:pt x="7393" y="1413"/>
                  </a:lnTo>
                  <a:cubicBezTo>
                    <a:pt x="7391" y="1413"/>
                    <a:pt x="7403" y="1439"/>
                    <a:pt x="7428" y="1493"/>
                  </a:cubicBezTo>
                  <a:cubicBezTo>
                    <a:pt x="7489" y="1611"/>
                    <a:pt x="7512" y="1683"/>
                    <a:pt x="7496" y="1683"/>
                  </a:cubicBezTo>
                  <a:cubicBezTo>
                    <a:pt x="7485" y="1683"/>
                    <a:pt x="7454" y="1647"/>
                    <a:pt x="7403" y="1566"/>
                  </a:cubicBezTo>
                  <a:cubicBezTo>
                    <a:pt x="7346" y="1477"/>
                    <a:pt x="7306" y="1436"/>
                    <a:pt x="7290" y="1436"/>
                  </a:cubicBezTo>
                  <a:lnTo>
                    <a:pt x="7290" y="1436"/>
                  </a:lnTo>
                  <a:cubicBezTo>
                    <a:pt x="7282" y="1444"/>
                    <a:pt x="7314" y="1493"/>
                    <a:pt x="7346" y="1541"/>
                  </a:cubicBezTo>
                  <a:cubicBezTo>
                    <a:pt x="7381" y="1589"/>
                    <a:pt x="7395" y="1614"/>
                    <a:pt x="7388" y="1614"/>
                  </a:cubicBezTo>
                  <a:cubicBezTo>
                    <a:pt x="7382" y="1614"/>
                    <a:pt x="7360" y="1595"/>
                    <a:pt x="7322" y="1558"/>
                  </a:cubicBezTo>
                  <a:cubicBezTo>
                    <a:pt x="7263" y="1495"/>
                    <a:pt x="7227" y="1466"/>
                    <a:pt x="7208" y="1466"/>
                  </a:cubicBezTo>
                  <a:cubicBezTo>
                    <a:pt x="7188" y="1466"/>
                    <a:pt x="7188" y="1499"/>
                    <a:pt x="7200" y="1558"/>
                  </a:cubicBezTo>
                  <a:cubicBezTo>
                    <a:pt x="7214" y="1624"/>
                    <a:pt x="7210" y="1659"/>
                    <a:pt x="7199" y="1659"/>
                  </a:cubicBezTo>
                  <a:cubicBezTo>
                    <a:pt x="7190" y="1659"/>
                    <a:pt x="7175" y="1634"/>
                    <a:pt x="7160" y="1582"/>
                  </a:cubicBezTo>
                  <a:cubicBezTo>
                    <a:pt x="7137" y="1521"/>
                    <a:pt x="7127" y="1495"/>
                    <a:pt x="7124" y="1495"/>
                  </a:cubicBezTo>
                  <a:lnTo>
                    <a:pt x="7124" y="1495"/>
                  </a:lnTo>
                  <a:cubicBezTo>
                    <a:pt x="7122" y="1495"/>
                    <a:pt x="7124" y="1509"/>
                    <a:pt x="7128" y="1533"/>
                  </a:cubicBezTo>
                  <a:lnTo>
                    <a:pt x="7079" y="1566"/>
                  </a:lnTo>
                  <a:cubicBezTo>
                    <a:pt x="7063" y="1574"/>
                    <a:pt x="7087" y="1631"/>
                    <a:pt x="7111" y="1679"/>
                  </a:cubicBezTo>
                  <a:cubicBezTo>
                    <a:pt x="7074" y="1629"/>
                    <a:pt x="7040" y="1594"/>
                    <a:pt x="7025" y="1594"/>
                  </a:cubicBezTo>
                  <a:cubicBezTo>
                    <a:pt x="7013" y="1594"/>
                    <a:pt x="7013" y="1614"/>
                    <a:pt x="7030" y="1663"/>
                  </a:cubicBezTo>
                  <a:lnTo>
                    <a:pt x="7006" y="1671"/>
                  </a:lnTo>
                  <a:cubicBezTo>
                    <a:pt x="6998" y="1679"/>
                    <a:pt x="6998" y="1679"/>
                    <a:pt x="7014" y="1736"/>
                  </a:cubicBezTo>
                  <a:cubicBezTo>
                    <a:pt x="7022" y="1755"/>
                    <a:pt x="7023" y="1762"/>
                    <a:pt x="7019" y="1762"/>
                  </a:cubicBezTo>
                  <a:cubicBezTo>
                    <a:pt x="7011" y="1762"/>
                    <a:pt x="6982" y="1731"/>
                    <a:pt x="6949" y="1704"/>
                  </a:cubicBezTo>
                  <a:cubicBezTo>
                    <a:pt x="6922" y="1676"/>
                    <a:pt x="6894" y="1649"/>
                    <a:pt x="6890" y="1649"/>
                  </a:cubicBezTo>
                  <a:lnTo>
                    <a:pt x="6890" y="1649"/>
                  </a:lnTo>
                  <a:cubicBezTo>
                    <a:pt x="6887" y="1649"/>
                    <a:pt x="6890" y="1655"/>
                    <a:pt x="6901" y="1671"/>
                  </a:cubicBezTo>
                  <a:cubicBezTo>
                    <a:pt x="6925" y="1720"/>
                    <a:pt x="6949" y="1777"/>
                    <a:pt x="6957" y="1833"/>
                  </a:cubicBezTo>
                  <a:cubicBezTo>
                    <a:pt x="6966" y="1853"/>
                    <a:pt x="6966" y="1861"/>
                    <a:pt x="6963" y="1861"/>
                  </a:cubicBezTo>
                  <a:cubicBezTo>
                    <a:pt x="6956" y="1861"/>
                    <a:pt x="6933" y="1830"/>
                    <a:pt x="6917" y="1793"/>
                  </a:cubicBezTo>
                  <a:cubicBezTo>
                    <a:pt x="6901" y="1760"/>
                    <a:pt x="6868" y="1728"/>
                    <a:pt x="6836" y="1712"/>
                  </a:cubicBezTo>
                  <a:cubicBezTo>
                    <a:pt x="6828" y="1720"/>
                    <a:pt x="6803" y="1728"/>
                    <a:pt x="6836" y="1777"/>
                  </a:cubicBezTo>
                  <a:cubicBezTo>
                    <a:pt x="6853" y="1811"/>
                    <a:pt x="6825" y="1842"/>
                    <a:pt x="6793" y="1842"/>
                  </a:cubicBezTo>
                  <a:cubicBezTo>
                    <a:pt x="6780" y="1842"/>
                    <a:pt x="6766" y="1837"/>
                    <a:pt x="6755" y="1825"/>
                  </a:cubicBezTo>
                  <a:cubicBezTo>
                    <a:pt x="6755" y="1825"/>
                    <a:pt x="6746" y="1833"/>
                    <a:pt x="6738" y="1833"/>
                  </a:cubicBezTo>
                  <a:cubicBezTo>
                    <a:pt x="6722" y="1841"/>
                    <a:pt x="6746" y="1898"/>
                    <a:pt x="6730" y="1906"/>
                  </a:cubicBezTo>
                  <a:cubicBezTo>
                    <a:pt x="6730" y="1906"/>
                    <a:pt x="6722" y="1906"/>
                    <a:pt x="6738" y="1963"/>
                  </a:cubicBezTo>
                  <a:cubicBezTo>
                    <a:pt x="6735" y="1966"/>
                    <a:pt x="6732" y="1969"/>
                    <a:pt x="6728" y="1969"/>
                  </a:cubicBezTo>
                  <a:cubicBezTo>
                    <a:pt x="6721" y="1969"/>
                    <a:pt x="6710" y="1961"/>
                    <a:pt x="6690" y="1931"/>
                  </a:cubicBezTo>
                  <a:lnTo>
                    <a:pt x="6690" y="1931"/>
                  </a:lnTo>
                  <a:cubicBezTo>
                    <a:pt x="6715" y="1980"/>
                    <a:pt x="6727" y="2005"/>
                    <a:pt x="6723" y="2005"/>
                  </a:cubicBezTo>
                  <a:cubicBezTo>
                    <a:pt x="6719" y="2005"/>
                    <a:pt x="6701" y="1982"/>
                    <a:pt x="6665" y="1939"/>
                  </a:cubicBezTo>
                  <a:cubicBezTo>
                    <a:pt x="6638" y="1895"/>
                    <a:pt x="6623" y="1873"/>
                    <a:pt x="6622" y="1873"/>
                  </a:cubicBezTo>
                  <a:lnTo>
                    <a:pt x="6622" y="1873"/>
                  </a:lnTo>
                  <a:cubicBezTo>
                    <a:pt x="6620" y="1873"/>
                    <a:pt x="6632" y="1897"/>
                    <a:pt x="6657" y="1947"/>
                  </a:cubicBezTo>
                  <a:cubicBezTo>
                    <a:pt x="6666" y="1978"/>
                    <a:pt x="6670" y="1992"/>
                    <a:pt x="6665" y="1992"/>
                  </a:cubicBezTo>
                  <a:cubicBezTo>
                    <a:pt x="6662" y="1992"/>
                    <a:pt x="6652" y="1982"/>
                    <a:pt x="6633" y="1963"/>
                  </a:cubicBezTo>
                  <a:cubicBezTo>
                    <a:pt x="6618" y="1941"/>
                    <a:pt x="6608" y="1930"/>
                    <a:pt x="6605" y="1930"/>
                  </a:cubicBezTo>
                  <a:lnTo>
                    <a:pt x="6605" y="1930"/>
                  </a:lnTo>
                  <a:cubicBezTo>
                    <a:pt x="6602" y="1930"/>
                    <a:pt x="6607" y="1945"/>
                    <a:pt x="6625" y="1971"/>
                  </a:cubicBezTo>
                  <a:cubicBezTo>
                    <a:pt x="6657" y="2036"/>
                    <a:pt x="6668" y="2090"/>
                    <a:pt x="6652" y="2090"/>
                  </a:cubicBezTo>
                  <a:cubicBezTo>
                    <a:pt x="6645" y="2090"/>
                    <a:pt x="6630" y="2077"/>
                    <a:pt x="6609" y="2044"/>
                  </a:cubicBezTo>
                  <a:lnTo>
                    <a:pt x="6609" y="2044"/>
                  </a:lnTo>
                  <a:cubicBezTo>
                    <a:pt x="6609" y="2044"/>
                    <a:pt x="6601" y="2052"/>
                    <a:pt x="6617" y="2101"/>
                  </a:cubicBezTo>
                  <a:cubicBezTo>
                    <a:pt x="6642" y="2155"/>
                    <a:pt x="6654" y="2181"/>
                    <a:pt x="6652" y="2181"/>
                  </a:cubicBezTo>
                  <a:cubicBezTo>
                    <a:pt x="6651" y="2181"/>
                    <a:pt x="6636" y="2157"/>
                    <a:pt x="6609" y="2109"/>
                  </a:cubicBezTo>
                  <a:cubicBezTo>
                    <a:pt x="6575" y="2067"/>
                    <a:pt x="6555" y="2047"/>
                    <a:pt x="6548" y="2047"/>
                  </a:cubicBezTo>
                  <a:lnTo>
                    <a:pt x="6548" y="2047"/>
                  </a:lnTo>
                  <a:cubicBezTo>
                    <a:pt x="6540" y="2047"/>
                    <a:pt x="6550" y="2073"/>
                    <a:pt x="6576" y="2125"/>
                  </a:cubicBezTo>
                  <a:cubicBezTo>
                    <a:pt x="6576" y="2125"/>
                    <a:pt x="6585" y="2156"/>
                    <a:pt x="6573" y="2156"/>
                  </a:cubicBezTo>
                  <a:cubicBezTo>
                    <a:pt x="6569" y="2156"/>
                    <a:pt x="6563" y="2152"/>
                    <a:pt x="6552" y="2141"/>
                  </a:cubicBezTo>
                  <a:cubicBezTo>
                    <a:pt x="6532" y="2128"/>
                    <a:pt x="6504" y="2119"/>
                    <a:pt x="6482" y="2119"/>
                  </a:cubicBezTo>
                  <a:cubicBezTo>
                    <a:pt x="6452" y="2119"/>
                    <a:pt x="6436" y="2138"/>
                    <a:pt x="6479" y="2190"/>
                  </a:cubicBezTo>
                  <a:lnTo>
                    <a:pt x="6455" y="2198"/>
                  </a:lnTo>
                  <a:cubicBezTo>
                    <a:pt x="6435" y="2185"/>
                    <a:pt x="6421" y="2179"/>
                    <a:pt x="6412" y="2179"/>
                  </a:cubicBezTo>
                  <a:cubicBezTo>
                    <a:pt x="6399" y="2179"/>
                    <a:pt x="6399" y="2193"/>
                    <a:pt x="6414" y="2222"/>
                  </a:cubicBezTo>
                  <a:lnTo>
                    <a:pt x="6430" y="2279"/>
                  </a:lnTo>
                  <a:cubicBezTo>
                    <a:pt x="6401" y="2235"/>
                    <a:pt x="6364" y="2197"/>
                    <a:pt x="6352" y="2197"/>
                  </a:cubicBezTo>
                  <a:cubicBezTo>
                    <a:pt x="6351" y="2197"/>
                    <a:pt x="6350" y="2197"/>
                    <a:pt x="6349" y="2198"/>
                  </a:cubicBezTo>
                  <a:cubicBezTo>
                    <a:pt x="6341" y="2206"/>
                    <a:pt x="6341" y="2206"/>
                    <a:pt x="6365" y="2255"/>
                  </a:cubicBezTo>
                  <a:cubicBezTo>
                    <a:pt x="6406" y="2295"/>
                    <a:pt x="6398" y="2295"/>
                    <a:pt x="6390" y="2304"/>
                  </a:cubicBezTo>
                  <a:cubicBezTo>
                    <a:pt x="6388" y="2304"/>
                    <a:pt x="6387" y="2305"/>
                    <a:pt x="6385" y="2305"/>
                  </a:cubicBezTo>
                  <a:cubicBezTo>
                    <a:pt x="6367" y="2305"/>
                    <a:pt x="6331" y="2267"/>
                    <a:pt x="6309" y="2222"/>
                  </a:cubicBezTo>
                  <a:lnTo>
                    <a:pt x="6292" y="2231"/>
                  </a:lnTo>
                  <a:cubicBezTo>
                    <a:pt x="6332" y="2290"/>
                    <a:pt x="6341" y="2313"/>
                    <a:pt x="6337" y="2313"/>
                  </a:cubicBezTo>
                  <a:cubicBezTo>
                    <a:pt x="6335" y="2313"/>
                    <a:pt x="6326" y="2303"/>
                    <a:pt x="6317" y="2287"/>
                  </a:cubicBezTo>
                  <a:cubicBezTo>
                    <a:pt x="6292" y="2257"/>
                    <a:pt x="6276" y="2249"/>
                    <a:pt x="6265" y="2249"/>
                  </a:cubicBezTo>
                  <a:cubicBezTo>
                    <a:pt x="6259" y="2249"/>
                    <a:pt x="6255" y="2252"/>
                    <a:pt x="6252" y="2255"/>
                  </a:cubicBezTo>
                  <a:lnTo>
                    <a:pt x="6219" y="2206"/>
                  </a:lnTo>
                  <a:cubicBezTo>
                    <a:pt x="6209" y="2196"/>
                    <a:pt x="6203" y="2191"/>
                    <a:pt x="6201" y="2191"/>
                  </a:cubicBezTo>
                  <a:lnTo>
                    <a:pt x="6201" y="2191"/>
                  </a:lnTo>
                  <a:cubicBezTo>
                    <a:pt x="6195" y="2191"/>
                    <a:pt x="6218" y="2227"/>
                    <a:pt x="6236" y="2263"/>
                  </a:cubicBezTo>
                  <a:lnTo>
                    <a:pt x="6219" y="2271"/>
                  </a:lnTo>
                  <a:cubicBezTo>
                    <a:pt x="6203" y="2279"/>
                    <a:pt x="6195" y="2287"/>
                    <a:pt x="6236" y="2328"/>
                  </a:cubicBezTo>
                  <a:cubicBezTo>
                    <a:pt x="6268" y="2377"/>
                    <a:pt x="6301" y="2425"/>
                    <a:pt x="6284" y="2433"/>
                  </a:cubicBezTo>
                  <a:cubicBezTo>
                    <a:pt x="6262" y="2388"/>
                    <a:pt x="6232" y="2343"/>
                    <a:pt x="6222" y="2343"/>
                  </a:cubicBezTo>
                  <a:cubicBezTo>
                    <a:pt x="6221" y="2343"/>
                    <a:pt x="6220" y="2344"/>
                    <a:pt x="6219" y="2344"/>
                  </a:cubicBezTo>
                  <a:cubicBezTo>
                    <a:pt x="6218" y="2345"/>
                    <a:pt x="6217" y="2345"/>
                    <a:pt x="6215" y="2345"/>
                  </a:cubicBezTo>
                  <a:cubicBezTo>
                    <a:pt x="6198" y="2345"/>
                    <a:pt x="6171" y="2304"/>
                    <a:pt x="6171" y="2304"/>
                  </a:cubicBezTo>
                  <a:cubicBezTo>
                    <a:pt x="6153" y="2265"/>
                    <a:pt x="6140" y="2250"/>
                    <a:pt x="6133" y="2250"/>
                  </a:cubicBezTo>
                  <a:cubicBezTo>
                    <a:pt x="6119" y="2250"/>
                    <a:pt x="6120" y="2292"/>
                    <a:pt x="6130" y="2328"/>
                  </a:cubicBezTo>
                  <a:cubicBezTo>
                    <a:pt x="6152" y="2384"/>
                    <a:pt x="6160" y="2412"/>
                    <a:pt x="6153" y="2412"/>
                  </a:cubicBezTo>
                  <a:cubicBezTo>
                    <a:pt x="6146" y="2412"/>
                    <a:pt x="6128" y="2390"/>
                    <a:pt x="6098" y="2344"/>
                  </a:cubicBezTo>
                  <a:cubicBezTo>
                    <a:pt x="6083" y="2319"/>
                    <a:pt x="6074" y="2308"/>
                    <a:pt x="6071" y="2308"/>
                  </a:cubicBezTo>
                  <a:lnTo>
                    <a:pt x="6071" y="2308"/>
                  </a:lnTo>
                  <a:cubicBezTo>
                    <a:pt x="6061" y="2308"/>
                    <a:pt x="6095" y="2398"/>
                    <a:pt x="6155" y="2506"/>
                  </a:cubicBezTo>
                  <a:lnTo>
                    <a:pt x="6236" y="2660"/>
                  </a:lnTo>
                  <a:lnTo>
                    <a:pt x="6146" y="2514"/>
                  </a:lnTo>
                  <a:cubicBezTo>
                    <a:pt x="6075" y="2411"/>
                    <a:pt x="6043" y="2365"/>
                    <a:pt x="6032" y="2365"/>
                  </a:cubicBezTo>
                  <a:cubicBezTo>
                    <a:pt x="6024" y="2365"/>
                    <a:pt x="6030" y="2395"/>
                    <a:pt x="6041" y="2450"/>
                  </a:cubicBezTo>
                  <a:cubicBezTo>
                    <a:pt x="6045" y="2479"/>
                    <a:pt x="6047" y="2493"/>
                    <a:pt x="6044" y="2493"/>
                  </a:cubicBezTo>
                  <a:cubicBezTo>
                    <a:pt x="6040" y="2493"/>
                    <a:pt x="6032" y="2481"/>
                    <a:pt x="6017" y="2458"/>
                  </a:cubicBezTo>
                  <a:cubicBezTo>
                    <a:pt x="6003" y="2430"/>
                    <a:pt x="5992" y="2421"/>
                    <a:pt x="5979" y="2421"/>
                  </a:cubicBezTo>
                  <a:cubicBezTo>
                    <a:pt x="5969" y="2421"/>
                    <a:pt x="5958" y="2426"/>
                    <a:pt x="5944" y="2433"/>
                  </a:cubicBezTo>
                  <a:cubicBezTo>
                    <a:pt x="5911" y="2458"/>
                    <a:pt x="5903" y="2466"/>
                    <a:pt x="5936" y="2506"/>
                  </a:cubicBezTo>
                  <a:lnTo>
                    <a:pt x="5911" y="2522"/>
                  </a:lnTo>
                  <a:cubicBezTo>
                    <a:pt x="5887" y="2492"/>
                    <a:pt x="5871" y="2480"/>
                    <a:pt x="5865" y="2480"/>
                  </a:cubicBezTo>
                  <a:cubicBezTo>
                    <a:pt x="5851" y="2480"/>
                    <a:pt x="5871" y="2528"/>
                    <a:pt x="5919" y="2587"/>
                  </a:cubicBezTo>
                  <a:lnTo>
                    <a:pt x="5895" y="2595"/>
                  </a:lnTo>
                  <a:lnTo>
                    <a:pt x="5871" y="2547"/>
                  </a:lnTo>
                  <a:cubicBezTo>
                    <a:pt x="5857" y="2526"/>
                    <a:pt x="5845" y="2517"/>
                    <a:pt x="5829" y="2517"/>
                  </a:cubicBezTo>
                  <a:cubicBezTo>
                    <a:pt x="5807" y="2517"/>
                    <a:pt x="5777" y="2535"/>
                    <a:pt x="5725" y="2563"/>
                  </a:cubicBezTo>
                  <a:cubicBezTo>
                    <a:pt x="5628" y="2628"/>
                    <a:pt x="5619" y="2628"/>
                    <a:pt x="5676" y="2725"/>
                  </a:cubicBezTo>
                  <a:cubicBezTo>
                    <a:pt x="5706" y="2781"/>
                    <a:pt x="5716" y="2810"/>
                    <a:pt x="5710" y="2810"/>
                  </a:cubicBezTo>
                  <a:cubicBezTo>
                    <a:pt x="5704" y="2810"/>
                    <a:pt x="5687" y="2787"/>
                    <a:pt x="5660" y="2741"/>
                  </a:cubicBezTo>
                  <a:cubicBezTo>
                    <a:pt x="5638" y="2708"/>
                    <a:pt x="5612" y="2679"/>
                    <a:pt x="5608" y="2679"/>
                  </a:cubicBezTo>
                  <a:lnTo>
                    <a:pt x="5608" y="2679"/>
                  </a:lnTo>
                  <a:cubicBezTo>
                    <a:pt x="5606" y="2679"/>
                    <a:pt x="5609" y="2685"/>
                    <a:pt x="5619" y="2701"/>
                  </a:cubicBezTo>
                  <a:cubicBezTo>
                    <a:pt x="5619" y="2701"/>
                    <a:pt x="5617" y="2702"/>
                    <a:pt x="5614" y="2702"/>
                  </a:cubicBezTo>
                  <a:cubicBezTo>
                    <a:pt x="5604" y="2702"/>
                    <a:pt x="5584" y="2697"/>
                    <a:pt x="5555" y="2668"/>
                  </a:cubicBezTo>
                  <a:cubicBezTo>
                    <a:pt x="5519" y="2642"/>
                    <a:pt x="5500" y="2631"/>
                    <a:pt x="5491" y="2631"/>
                  </a:cubicBezTo>
                  <a:cubicBezTo>
                    <a:pt x="5475" y="2631"/>
                    <a:pt x="5491" y="2662"/>
                    <a:pt x="5506" y="2693"/>
                  </a:cubicBezTo>
                  <a:cubicBezTo>
                    <a:pt x="5538" y="2732"/>
                    <a:pt x="5548" y="2746"/>
                    <a:pt x="5546" y="2746"/>
                  </a:cubicBezTo>
                  <a:cubicBezTo>
                    <a:pt x="5543" y="2746"/>
                    <a:pt x="5521" y="2724"/>
                    <a:pt x="5498" y="2701"/>
                  </a:cubicBezTo>
                  <a:cubicBezTo>
                    <a:pt x="5471" y="2674"/>
                    <a:pt x="5443" y="2646"/>
                    <a:pt x="5438" y="2646"/>
                  </a:cubicBezTo>
                  <a:lnTo>
                    <a:pt x="5438" y="2646"/>
                  </a:lnTo>
                  <a:cubicBezTo>
                    <a:pt x="5436" y="2646"/>
                    <a:pt x="5439" y="2653"/>
                    <a:pt x="5449" y="2668"/>
                  </a:cubicBezTo>
                  <a:cubicBezTo>
                    <a:pt x="5460" y="2706"/>
                    <a:pt x="5449" y="2754"/>
                    <a:pt x="5422" y="2754"/>
                  </a:cubicBezTo>
                  <a:cubicBezTo>
                    <a:pt x="5408" y="2754"/>
                    <a:pt x="5390" y="2742"/>
                    <a:pt x="5368" y="2709"/>
                  </a:cubicBezTo>
                  <a:lnTo>
                    <a:pt x="5352" y="2725"/>
                  </a:lnTo>
                  <a:cubicBezTo>
                    <a:pt x="5376" y="2774"/>
                    <a:pt x="5360" y="2782"/>
                    <a:pt x="5336" y="2798"/>
                  </a:cubicBezTo>
                  <a:cubicBezTo>
                    <a:pt x="5326" y="2804"/>
                    <a:pt x="5319" y="2808"/>
                    <a:pt x="5312" y="2808"/>
                  </a:cubicBezTo>
                  <a:cubicBezTo>
                    <a:pt x="5301" y="2808"/>
                    <a:pt x="5291" y="2799"/>
                    <a:pt x="5271" y="2774"/>
                  </a:cubicBezTo>
                  <a:cubicBezTo>
                    <a:pt x="5263" y="2747"/>
                    <a:pt x="5256" y="2735"/>
                    <a:pt x="5251" y="2735"/>
                  </a:cubicBezTo>
                  <a:cubicBezTo>
                    <a:pt x="5245" y="2735"/>
                    <a:pt x="5242" y="2752"/>
                    <a:pt x="5247" y="2782"/>
                  </a:cubicBezTo>
                  <a:cubicBezTo>
                    <a:pt x="5238" y="2790"/>
                    <a:pt x="5287" y="2895"/>
                    <a:pt x="5279" y="2895"/>
                  </a:cubicBezTo>
                  <a:cubicBezTo>
                    <a:pt x="5311" y="2944"/>
                    <a:pt x="5328" y="3001"/>
                    <a:pt x="5319" y="3009"/>
                  </a:cubicBezTo>
                  <a:lnTo>
                    <a:pt x="5287" y="2960"/>
                  </a:lnTo>
                  <a:lnTo>
                    <a:pt x="5230" y="2863"/>
                  </a:lnTo>
                  <a:lnTo>
                    <a:pt x="5230" y="2863"/>
                  </a:lnTo>
                  <a:cubicBezTo>
                    <a:pt x="5214" y="2871"/>
                    <a:pt x="5206" y="2879"/>
                    <a:pt x="5238" y="2928"/>
                  </a:cubicBezTo>
                  <a:cubicBezTo>
                    <a:pt x="5215" y="2900"/>
                    <a:pt x="5200" y="2891"/>
                    <a:pt x="5187" y="2891"/>
                  </a:cubicBezTo>
                  <a:cubicBezTo>
                    <a:pt x="5177" y="2891"/>
                    <a:pt x="5168" y="2896"/>
                    <a:pt x="5157" y="2904"/>
                  </a:cubicBezTo>
                  <a:cubicBezTo>
                    <a:pt x="5141" y="2912"/>
                    <a:pt x="5117" y="2928"/>
                    <a:pt x="5141" y="2985"/>
                  </a:cubicBezTo>
                  <a:cubicBezTo>
                    <a:pt x="5112" y="2949"/>
                    <a:pt x="5084" y="2933"/>
                    <a:pt x="5064" y="2933"/>
                  </a:cubicBezTo>
                  <a:cubicBezTo>
                    <a:pt x="5034" y="2933"/>
                    <a:pt x="5023" y="2970"/>
                    <a:pt x="5052" y="3033"/>
                  </a:cubicBezTo>
                  <a:cubicBezTo>
                    <a:pt x="5070" y="3061"/>
                    <a:pt x="5073" y="3075"/>
                    <a:pt x="5065" y="3075"/>
                  </a:cubicBezTo>
                  <a:cubicBezTo>
                    <a:pt x="5058" y="3075"/>
                    <a:pt x="5045" y="3067"/>
                    <a:pt x="5028" y="3049"/>
                  </a:cubicBezTo>
                  <a:cubicBezTo>
                    <a:pt x="5008" y="3030"/>
                    <a:pt x="4998" y="3020"/>
                    <a:pt x="4995" y="3020"/>
                  </a:cubicBezTo>
                  <a:lnTo>
                    <a:pt x="4995" y="3020"/>
                  </a:lnTo>
                  <a:cubicBezTo>
                    <a:pt x="4991" y="3020"/>
                    <a:pt x="4995" y="3032"/>
                    <a:pt x="5003" y="3058"/>
                  </a:cubicBezTo>
                  <a:cubicBezTo>
                    <a:pt x="5012" y="3078"/>
                    <a:pt x="5012" y="3086"/>
                    <a:pt x="5008" y="3086"/>
                  </a:cubicBezTo>
                  <a:cubicBezTo>
                    <a:pt x="4999" y="3086"/>
                    <a:pt x="4973" y="3059"/>
                    <a:pt x="4947" y="3033"/>
                  </a:cubicBezTo>
                  <a:cubicBezTo>
                    <a:pt x="4907" y="2985"/>
                    <a:pt x="4884" y="2965"/>
                    <a:pt x="4875" y="2965"/>
                  </a:cubicBezTo>
                  <a:cubicBezTo>
                    <a:pt x="4868" y="2965"/>
                    <a:pt x="4871" y="2979"/>
                    <a:pt x="4882" y="3001"/>
                  </a:cubicBezTo>
                  <a:cubicBezTo>
                    <a:pt x="4890" y="3066"/>
                    <a:pt x="4865" y="3074"/>
                    <a:pt x="4857" y="3082"/>
                  </a:cubicBezTo>
                  <a:cubicBezTo>
                    <a:pt x="4865" y="3147"/>
                    <a:pt x="4857" y="3155"/>
                    <a:pt x="4898" y="3195"/>
                  </a:cubicBezTo>
                  <a:cubicBezTo>
                    <a:pt x="4914" y="3228"/>
                    <a:pt x="4930" y="3260"/>
                    <a:pt x="4947" y="3293"/>
                  </a:cubicBezTo>
                  <a:cubicBezTo>
                    <a:pt x="4950" y="3318"/>
                    <a:pt x="4947" y="3326"/>
                    <a:pt x="4942" y="3326"/>
                  </a:cubicBezTo>
                  <a:cubicBezTo>
                    <a:pt x="4936" y="3326"/>
                    <a:pt x="4925" y="3306"/>
                    <a:pt x="4930" y="3301"/>
                  </a:cubicBezTo>
                  <a:cubicBezTo>
                    <a:pt x="4922" y="3244"/>
                    <a:pt x="4914" y="3244"/>
                    <a:pt x="4874" y="3204"/>
                  </a:cubicBezTo>
                  <a:cubicBezTo>
                    <a:pt x="4851" y="3181"/>
                    <a:pt x="4834" y="3176"/>
                    <a:pt x="4821" y="3176"/>
                  </a:cubicBezTo>
                  <a:cubicBezTo>
                    <a:pt x="4811" y="3176"/>
                    <a:pt x="4804" y="3179"/>
                    <a:pt x="4801" y="3179"/>
                  </a:cubicBezTo>
                  <a:lnTo>
                    <a:pt x="4752" y="3212"/>
                  </a:lnTo>
                  <a:cubicBezTo>
                    <a:pt x="4729" y="3199"/>
                    <a:pt x="4713" y="3192"/>
                    <a:pt x="4704" y="3192"/>
                  </a:cubicBezTo>
                  <a:cubicBezTo>
                    <a:pt x="4690" y="3192"/>
                    <a:pt x="4692" y="3207"/>
                    <a:pt x="4711" y="3236"/>
                  </a:cubicBezTo>
                  <a:lnTo>
                    <a:pt x="4744" y="3285"/>
                  </a:lnTo>
                  <a:cubicBezTo>
                    <a:pt x="4721" y="3256"/>
                    <a:pt x="4693" y="3244"/>
                    <a:pt x="4667" y="3244"/>
                  </a:cubicBezTo>
                  <a:cubicBezTo>
                    <a:pt x="4611" y="3244"/>
                    <a:pt x="4565" y="3299"/>
                    <a:pt x="4598" y="3366"/>
                  </a:cubicBezTo>
                  <a:lnTo>
                    <a:pt x="4574" y="3317"/>
                  </a:lnTo>
                  <a:cubicBezTo>
                    <a:pt x="4555" y="3290"/>
                    <a:pt x="4542" y="3280"/>
                    <a:pt x="4531" y="3280"/>
                  </a:cubicBezTo>
                  <a:cubicBezTo>
                    <a:pt x="4523" y="3280"/>
                    <a:pt x="4516" y="3286"/>
                    <a:pt x="4509" y="3293"/>
                  </a:cubicBezTo>
                  <a:cubicBezTo>
                    <a:pt x="4493" y="3301"/>
                    <a:pt x="4484" y="3374"/>
                    <a:pt x="4452" y="3390"/>
                  </a:cubicBezTo>
                  <a:cubicBezTo>
                    <a:pt x="4403" y="3414"/>
                    <a:pt x="4371" y="3439"/>
                    <a:pt x="4403" y="3487"/>
                  </a:cubicBezTo>
                  <a:cubicBezTo>
                    <a:pt x="4395" y="3487"/>
                    <a:pt x="4395" y="3487"/>
                    <a:pt x="4363" y="3439"/>
                  </a:cubicBezTo>
                  <a:cubicBezTo>
                    <a:pt x="4351" y="3402"/>
                    <a:pt x="4338" y="3398"/>
                    <a:pt x="4330" y="3398"/>
                  </a:cubicBezTo>
                  <a:cubicBezTo>
                    <a:pt x="4327" y="3398"/>
                    <a:pt x="4324" y="3398"/>
                    <a:pt x="4322" y="3398"/>
                  </a:cubicBezTo>
                  <a:cubicBezTo>
                    <a:pt x="4314" y="3406"/>
                    <a:pt x="4338" y="3455"/>
                    <a:pt x="4371" y="3504"/>
                  </a:cubicBezTo>
                  <a:cubicBezTo>
                    <a:pt x="4389" y="3531"/>
                    <a:pt x="4395" y="3546"/>
                    <a:pt x="4385" y="3546"/>
                  </a:cubicBezTo>
                  <a:cubicBezTo>
                    <a:pt x="4378" y="3546"/>
                    <a:pt x="4363" y="3537"/>
                    <a:pt x="4338" y="3520"/>
                  </a:cubicBezTo>
                  <a:cubicBezTo>
                    <a:pt x="4324" y="3510"/>
                    <a:pt x="4309" y="3505"/>
                    <a:pt x="4296" y="3505"/>
                  </a:cubicBezTo>
                  <a:cubicBezTo>
                    <a:pt x="4266" y="3505"/>
                    <a:pt x="4244" y="3531"/>
                    <a:pt x="4249" y="3576"/>
                  </a:cubicBezTo>
                  <a:cubicBezTo>
                    <a:pt x="4247" y="3576"/>
                    <a:pt x="4245" y="3577"/>
                    <a:pt x="4243" y="3577"/>
                  </a:cubicBezTo>
                  <a:cubicBezTo>
                    <a:pt x="4236" y="3577"/>
                    <a:pt x="4225" y="3572"/>
                    <a:pt x="4201" y="3536"/>
                  </a:cubicBezTo>
                  <a:cubicBezTo>
                    <a:pt x="4180" y="3516"/>
                    <a:pt x="4156" y="3497"/>
                    <a:pt x="4142" y="3497"/>
                  </a:cubicBezTo>
                  <a:cubicBezTo>
                    <a:pt x="4128" y="3497"/>
                    <a:pt x="4124" y="3516"/>
                    <a:pt x="4144" y="3568"/>
                  </a:cubicBezTo>
                  <a:cubicBezTo>
                    <a:pt x="4142" y="3571"/>
                    <a:pt x="4140" y="3572"/>
                    <a:pt x="4138" y="3572"/>
                  </a:cubicBezTo>
                  <a:cubicBezTo>
                    <a:pt x="4133" y="3572"/>
                    <a:pt x="4126" y="3562"/>
                    <a:pt x="4103" y="3528"/>
                  </a:cubicBezTo>
                  <a:cubicBezTo>
                    <a:pt x="4081" y="3505"/>
                    <a:pt x="4061" y="3481"/>
                    <a:pt x="4056" y="3481"/>
                  </a:cubicBezTo>
                  <a:lnTo>
                    <a:pt x="4056" y="3481"/>
                  </a:lnTo>
                  <a:cubicBezTo>
                    <a:pt x="4052" y="3481"/>
                    <a:pt x="4057" y="3497"/>
                    <a:pt x="4079" y="3544"/>
                  </a:cubicBezTo>
                  <a:cubicBezTo>
                    <a:pt x="4084" y="3581"/>
                    <a:pt x="4072" y="3605"/>
                    <a:pt x="4049" y="3605"/>
                  </a:cubicBezTo>
                  <a:cubicBezTo>
                    <a:pt x="4037" y="3605"/>
                    <a:pt x="4023" y="3598"/>
                    <a:pt x="4006" y="3585"/>
                  </a:cubicBezTo>
                  <a:lnTo>
                    <a:pt x="4006" y="3585"/>
                  </a:lnTo>
                  <a:cubicBezTo>
                    <a:pt x="3998" y="3593"/>
                    <a:pt x="3982" y="3601"/>
                    <a:pt x="4014" y="3649"/>
                  </a:cubicBezTo>
                  <a:lnTo>
                    <a:pt x="4047" y="3698"/>
                  </a:lnTo>
                  <a:cubicBezTo>
                    <a:pt x="4011" y="3654"/>
                    <a:pt x="3993" y="3632"/>
                    <a:pt x="3989" y="3632"/>
                  </a:cubicBezTo>
                  <a:lnTo>
                    <a:pt x="3989" y="3632"/>
                  </a:lnTo>
                  <a:cubicBezTo>
                    <a:pt x="3985" y="3632"/>
                    <a:pt x="3997" y="3657"/>
                    <a:pt x="4022" y="3706"/>
                  </a:cubicBezTo>
                  <a:cubicBezTo>
                    <a:pt x="4040" y="3733"/>
                    <a:pt x="4043" y="3747"/>
                    <a:pt x="4039" y="3747"/>
                  </a:cubicBezTo>
                  <a:cubicBezTo>
                    <a:pt x="4035" y="3747"/>
                    <a:pt x="4025" y="3737"/>
                    <a:pt x="4014" y="3714"/>
                  </a:cubicBezTo>
                  <a:cubicBezTo>
                    <a:pt x="3985" y="3685"/>
                    <a:pt x="3969" y="3681"/>
                    <a:pt x="3962" y="3681"/>
                  </a:cubicBezTo>
                  <a:cubicBezTo>
                    <a:pt x="3959" y="3681"/>
                    <a:pt x="3957" y="3682"/>
                    <a:pt x="3957" y="3682"/>
                  </a:cubicBezTo>
                  <a:cubicBezTo>
                    <a:pt x="3949" y="3690"/>
                    <a:pt x="3925" y="3771"/>
                    <a:pt x="3868" y="3803"/>
                  </a:cubicBezTo>
                  <a:cubicBezTo>
                    <a:pt x="3779" y="3852"/>
                    <a:pt x="3747" y="3868"/>
                    <a:pt x="3779" y="3917"/>
                  </a:cubicBezTo>
                  <a:cubicBezTo>
                    <a:pt x="3792" y="3948"/>
                    <a:pt x="3798" y="3962"/>
                    <a:pt x="3793" y="3962"/>
                  </a:cubicBezTo>
                  <a:cubicBezTo>
                    <a:pt x="3789" y="3962"/>
                    <a:pt x="3777" y="3952"/>
                    <a:pt x="3755" y="3933"/>
                  </a:cubicBezTo>
                  <a:cubicBezTo>
                    <a:pt x="3726" y="3904"/>
                    <a:pt x="3713" y="3900"/>
                    <a:pt x="3706" y="3900"/>
                  </a:cubicBezTo>
                  <a:cubicBezTo>
                    <a:pt x="3703" y="3900"/>
                    <a:pt x="3700" y="3901"/>
                    <a:pt x="3698" y="3901"/>
                  </a:cubicBezTo>
                  <a:cubicBezTo>
                    <a:pt x="3692" y="3904"/>
                    <a:pt x="3687" y="3907"/>
                    <a:pt x="3681" y="3907"/>
                  </a:cubicBezTo>
                  <a:cubicBezTo>
                    <a:pt x="3672" y="3907"/>
                    <a:pt x="3661" y="3899"/>
                    <a:pt x="3641" y="3868"/>
                  </a:cubicBezTo>
                  <a:lnTo>
                    <a:pt x="3641" y="3868"/>
                  </a:lnTo>
                  <a:cubicBezTo>
                    <a:pt x="3666" y="3925"/>
                    <a:pt x="3666" y="3925"/>
                    <a:pt x="3649" y="3933"/>
                  </a:cubicBezTo>
                  <a:cubicBezTo>
                    <a:pt x="3638" y="3910"/>
                    <a:pt x="3628" y="3898"/>
                    <a:pt x="3623" y="3898"/>
                  </a:cubicBezTo>
                  <a:lnTo>
                    <a:pt x="3623" y="3898"/>
                  </a:lnTo>
                  <a:cubicBezTo>
                    <a:pt x="3619" y="3898"/>
                    <a:pt x="3620" y="3912"/>
                    <a:pt x="3633" y="3941"/>
                  </a:cubicBezTo>
                  <a:cubicBezTo>
                    <a:pt x="3658" y="3995"/>
                    <a:pt x="3670" y="4021"/>
                    <a:pt x="3667" y="4021"/>
                  </a:cubicBezTo>
                  <a:cubicBezTo>
                    <a:pt x="3665" y="4021"/>
                    <a:pt x="3649" y="3997"/>
                    <a:pt x="3617" y="3949"/>
                  </a:cubicBezTo>
                  <a:cubicBezTo>
                    <a:pt x="3601" y="3918"/>
                    <a:pt x="3568" y="3897"/>
                    <a:pt x="3558" y="3897"/>
                  </a:cubicBezTo>
                  <a:cubicBezTo>
                    <a:pt x="3553" y="3897"/>
                    <a:pt x="3554" y="3903"/>
                    <a:pt x="3568" y="3917"/>
                  </a:cubicBezTo>
                  <a:cubicBezTo>
                    <a:pt x="3601" y="3966"/>
                    <a:pt x="3576" y="3974"/>
                    <a:pt x="3593" y="4031"/>
                  </a:cubicBezTo>
                  <a:cubicBezTo>
                    <a:pt x="3590" y="4033"/>
                    <a:pt x="3588" y="4035"/>
                    <a:pt x="3584" y="4035"/>
                  </a:cubicBezTo>
                  <a:cubicBezTo>
                    <a:pt x="3577" y="4035"/>
                    <a:pt x="3566" y="4026"/>
                    <a:pt x="3544" y="3998"/>
                  </a:cubicBezTo>
                  <a:cubicBezTo>
                    <a:pt x="3535" y="3988"/>
                    <a:pt x="3527" y="3983"/>
                    <a:pt x="3520" y="3983"/>
                  </a:cubicBezTo>
                  <a:cubicBezTo>
                    <a:pt x="3495" y="3983"/>
                    <a:pt x="3483" y="4043"/>
                    <a:pt x="3495" y="4087"/>
                  </a:cubicBezTo>
                  <a:cubicBezTo>
                    <a:pt x="3513" y="4114"/>
                    <a:pt x="3518" y="4128"/>
                    <a:pt x="3515" y="4128"/>
                  </a:cubicBezTo>
                  <a:cubicBezTo>
                    <a:pt x="3512" y="4128"/>
                    <a:pt x="3502" y="4118"/>
                    <a:pt x="3487" y="4095"/>
                  </a:cubicBezTo>
                  <a:cubicBezTo>
                    <a:pt x="3467" y="4065"/>
                    <a:pt x="3456" y="4057"/>
                    <a:pt x="3447" y="4057"/>
                  </a:cubicBezTo>
                  <a:cubicBezTo>
                    <a:pt x="3441" y="4057"/>
                    <a:pt x="3437" y="4060"/>
                    <a:pt x="3430" y="4063"/>
                  </a:cubicBezTo>
                  <a:cubicBezTo>
                    <a:pt x="3438" y="4077"/>
                    <a:pt x="3440" y="4083"/>
                    <a:pt x="3439" y="4083"/>
                  </a:cubicBezTo>
                  <a:cubicBezTo>
                    <a:pt x="3436" y="4083"/>
                    <a:pt x="3413" y="4049"/>
                    <a:pt x="3390" y="4014"/>
                  </a:cubicBezTo>
                  <a:cubicBezTo>
                    <a:pt x="3380" y="3984"/>
                    <a:pt x="3373" y="3976"/>
                    <a:pt x="3363" y="3976"/>
                  </a:cubicBezTo>
                  <a:cubicBezTo>
                    <a:pt x="3357" y="3976"/>
                    <a:pt x="3350" y="3979"/>
                    <a:pt x="3341" y="3982"/>
                  </a:cubicBezTo>
                  <a:cubicBezTo>
                    <a:pt x="3357" y="4039"/>
                    <a:pt x="3317" y="4063"/>
                    <a:pt x="3284" y="4079"/>
                  </a:cubicBezTo>
                  <a:cubicBezTo>
                    <a:pt x="3228" y="4112"/>
                    <a:pt x="3252" y="4168"/>
                    <a:pt x="3284" y="4282"/>
                  </a:cubicBezTo>
                  <a:lnTo>
                    <a:pt x="3341" y="4379"/>
                  </a:lnTo>
                  <a:lnTo>
                    <a:pt x="3276" y="4282"/>
                  </a:lnTo>
                  <a:cubicBezTo>
                    <a:pt x="3244" y="4233"/>
                    <a:pt x="3171" y="4144"/>
                    <a:pt x="3171" y="4144"/>
                  </a:cubicBezTo>
                  <a:lnTo>
                    <a:pt x="3171" y="4144"/>
                  </a:lnTo>
                  <a:cubicBezTo>
                    <a:pt x="3163" y="4152"/>
                    <a:pt x="3195" y="4201"/>
                    <a:pt x="3228" y="4249"/>
                  </a:cubicBezTo>
                  <a:cubicBezTo>
                    <a:pt x="3242" y="4277"/>
                    <a:pt x="3245" y="4292"/>
                    <a:pt x="3236" y="4292"/>
                  </a:cubicBezTo>
                  <a:cubicBezTo>
                    <a:pt x="3230" y="4292"/>
                    <a:pt x="3216" y="4283"/>
                    <a:pt x="3195" y="4266"/>
                  </a:cubicBezTo>
                  <a:cubicBezTo>
                    <a:pt x="3173" y="4253"/>
                    <a:pt x="3159" y="4247"/>
                    <a:pt x="3150" y="4247"/>
                  </a:cubicBezTo>
                  <a:cubicBezTo>
                    <a:pt x="3136" y="4247"/>
                    <a:pt x="3137" y="4263"/>
                    <a:pt x="3147" y="4298"/>
                  </a:cubicBezTo>
                  <a:cubicBezTo>
                    <a:pt x="3144" y="4298"/>
                    <a:pt x="3141" y="4299"/>
                    <a:pt x="3137" y="4299"/>
                  </a:cubicBezTo>
                  <a:cubicBezTo>
                    <a:pt x="3127" y="4299"/>
                    <a:pt x="3111" y="4295"/>
                    <a:pt x="3082" y="4266"/>
                  </a:cubicBezTo>
                  <a:lnTo>
                    <a:pt x="3082" y="4266"/>
                  </a:lnTo>
                  <a:cubicBezTo>
                    <a:pt x="3074" y="4274"/>
                    <a:pt x="3074" y="4274"/>
                    <a:pt x="3106" y="4322"/>
                  </a:cubicBezTo>
                  <a:cubicBezTo>
                    <a:pt x="3124" y="4349"/>
                    <a:pt x="3127" y="4363"/>
                    <a:pt x="3120" y="4363"/>
                  </a:cubicBezTo>
                  <a:cubicBezTo>
                    <a:pt x="3114" y="4363"/>
                    <a:pt x="3100" y="4353"/>
                    <a:pt x="3082" y="4330"/>
                  </a:cubicBezTo>
                  <a:cubicBezTo>
                    <a:pt x="3046" y="4287"/>
                    <a:pt x="3020" y="4271"/>
                    <a:pt x="3007" y="4271"/>
                  </a:cubicBezTo>
                  <a:cubicBezTo>
                    <a:pt x="2993" y="4271"/>
                    <a:pt x="2992" y="4289"/>
                    <a:pt x="3009" y="4314"/>
                  </a:cubicBezTo>
                  <a:cubicBezTo>
                    <a:pt x="3041" y="4363"/>
                    <a:pt x="3025" y="4363"/>
                    <a:pt x="3017" y="4371"/>
                  </a:cubicBezTo>
                  <a:cubicBezTo>
                    <a:pt x="3009" y="4379"/>
                    <a:pt x="2993" y="4387"/>
                    <a:pt x="3017" y="4436"/>
                  </a:cubicBezTo>
                  <a:lnTo>
                    <a:pt x="2993" y="4452"/>
                  </a:lnTo>
                  <a:cubicBezTo>
                    <a:pt x="2992" y="4453"/>
                    <a:pt x="2991" y="4453"/>
                    <a:pt x="2991" y="4453"/>
                  </a:cubicBezTo>
                  <a:cubicBezTo>
                    <a:pt x="2981" y="4453"/>
                    <a:pt x="2961" y="4403"/>
                    <a:pt x="2976" y="4395"/>
                  </a:cubicBezTo>
                  <a:lnTo>
                    <a:pt x="2936" y="4355"/>
                  </a:lnTo>
                  <a:cubicBezTo>
                    <a:pt x="2911" y="4371"/>
                    <a:pt x="2903" y="4379"/>
                    <a:pt x="2920" y="4428"/>
                  </a:cubicBezTo>
                  <a:cubicBezTo>
                    <a:pt x="2944" y="4482"/>
                    <a:pt x="2957" y="4508"/>
                    <a:pt x="2955" y="4508"/>
                  </a:cubicBezTo>
                  <a:cubicBezTo>
                    <a:pt x="2953" y="4508"/>
                    <a:pt x="2939" y="4484"/>
                    <a:pt x="2911" y="4436"/>
                  </a:cubicBezTo>
                  <a:cubicBezTo>
                    <a:pt x="2890" y="4404"/>
                    <a:pt x="2866" y="4376"/>
                    <a:pt x="2856" y="4376"/>
                  </a:cubicBezTo>
                  <a:cubicBezTo>
                    <a:pt x="2850" y="4376"/>
                    <a:pt x="2849" y="4384"/>
                    <a:pt x="2855" y="4403"/>
                  </a:cubicBezTo>
                  <a:cubicBezTo>
                    <a:pt x="2876" y="4447"/>
                    <a:pt x="2880" y="4463"/>
                    <a:pt x="2875" y="4463"/>
                  </a:cubicBezTo>
                  <a:cubicBezTo>
                    <a:pt x="2869" y="4463"/>
                    <a:pt x="2848" y="4438"/>
                    <a:pt x="2830" y="4412"/>
                  </a:cubicBezTo>
                  <a:cubicBezTo>
                    <a:pt x="2807" y="4366"/>
                    <a:pt x="2795" y="4341"/>
                    <a:pt x="2791" y="4341"/>
                  </a:cubicBezTo>
                  <a:lnTo>
                    <a:pt x="2791" y="4341"/>
                  </a:lnTo>
                  <a:cubicBezTo>
                    <a:pt x="2785" y="4341"/>
                    <a:pt x="2789" y="4372"/>
                    <a:pt x="2798" y="4436"/>
                  </a:cubicBezTo>
                  <a:cubicBezTo>
                    <a:pt x="2782" y="4444"/>
                    <a:pt x="2766" y="4525"/>
                    <a:pt x="2733" y="4541"/>
                  </a:cubicBezTo>
                  <a:cubicBezTo>
                    <a:pt x="2710" y="4555"/>
                    <a:pt x="2693" y="4566"/>
                    <a:pt x="2675" y="4566"/>
                  </a:cubicBezTo>
                  <a:cubicBezTo>
                    <a:pt x="2660" y="4566"/>
                    <a:pt x="2646" y="4559"/>
                    <a:pt x="2628" y="4541"/>
                  </a:cubicBezTo>
                  <a:cubicBezTo>
                    <a:pt x="2621" y="4532"/>
                    <a:pt x="2615" y="4523"/>
                    <a:pt x="2610" y="4515"/>
                  </a:cubicBezTo>
                  <a:lnTo>
                    <a:pt x="2610" y="4515"/>
                  </a:lnTo>
                  <a:cubicBezTo>
                    <a:pt x="2657" y="4590"/>
                    <a:pt x="2641" y="4592"/>
                    <a:pt x="2612" y="4614"/>
                  </a:cubicBezTo>
                  <a:cubicBezTo>
                    <a:pt x="2599" y="4608"/>
                    <a:pt x="2590" y="4606"/>
                    <a:pt x="2583" y="4606"/>
                  </a:cubicBezTo>
                  <a:cubicBezTo>
                    <a:pt x="2553" y="4606"/>
                    <a:pt x="2566" y="4656"/>
                    <a:pt x="2579" y="4695"/>
                  </a:cubicBezTo>
                  <a:lnTo>
                    <a:pt x="2603" y="4687"/>
                  </a:lnTo>
                  <a:cubicBezTo>
                    <a:pt x="2639" y="4749"/>
                    <a:pt x="2649" y="4771"/>
                    <a:pt x="2637" y="4771"/>
                  </a:cubicBezTo>
                  <a:cubicBezTo>
                    <a:pt x="2630" y="4771"/>
                    <a:pt x="2616" y="4764"/>
                    <a:pt x="2595" y="4752"/>
                  </a:cubicBezTo>
                  <a:cubicBezTo>
                    <a:pt x="2595" y="4753"/>
                    <a:pt x="2594" y="4753"/>
                    <a:pt x="2593" y="4753"/>
                  </a:cubicBezTo>
                  <a:cubicBezTo>
                    <a:pt x="2582" y="4753"/>
                    <a:pt x="2553" y="4708"/>
                    <a:pt x="2530" y="4663"/>
                  </a:cubicBezTo>
                  <a:cubicBezTo>
                    <a:pt x="2501" y="4618"/>
                    <a:pt x="2464" y="4581"/>
                    <a:pt x="2446" y="4581"/>
                  </a:cubicBezTo>
                  <a:cubicBezTo>
                    <a:pt x="2444" y="4581"/>
                    <a:pt x="2443" y="4581"/>
                    <a:pt x="2441" y="4582"/>
                  </a:cubicBezTo>
                  <a:cubicBezTo>
                    <a:pt x="2433" y="4590"/>
                    <a:pt x="2425" y="4590"/>
                    <a:pt x="2466" y="4639"/>
                  </a:cubicBezTo>
                  <a:cubicBezTo>
                    <a:pt x="2490" y="4679"/>
                    <a:pt x="2490" y="4679"/>
                    <a:pt x="2482" y="4687"/>
                  </a:cubicBezTo>
                  <a:cubicBezTo>
                    <a:pt x="2474" y="4695"/>
                    <a:pt x="2457" y="4703"/>
                    <a:pt x="2482" y="4760"/>
                  </a:cubicBezTo>
                  <a:cubicBezTo>
                    <a:pt x="2514" y="4801"/>
                    <a:pt x="2498" y="4809"/>
                    <a:pt x="2490" y="4817"/>
                  </a:cubicBezTo>
                  <a:cubicBezTo>
                    <a:pt x="2467" y="4794"/>
                    <a:pt x="2450" y="4789"/>
                    <a:pt x="2439" y="4789"/>
                  </a:cubicBezTo>
                  <a:cubicBezTo>
                    <a:pt x="2430" y="4789"/>
                    <a:pt x="2425" y="4793"/>
                    <a:pt x="2425" y="4793"/>
                  </a:cubicBezTo>
                  <a:lnTo>
                    <a:pt x="2393" y="4744"/>
                  </a:lnTo>
                  <a:cubicBezTo>
                    <a:pt x="2376" y="4712"/>
                    <a:pt x="2352" y="4679"/>
                    <a:pt x="2328" y="4655"/>
                  </a:cubicBezTo>
                  <a:lnTo>
                    <a:pt x="2328" y="4655"/>
                  </a:lnTo>
                  <a:cubicBezTo>
                    <a:pt x="2312" y="4655"/>
                    <a:pt x="2344" y="4703"/>
                    <a:pt x="2344" y="4703"/>
                  </a:cubicBezTo>
                  <a:cubicBezTo>
                    <a:pt x="2376" y="4752"/>
                    <a:pt x="2109" y="4906"/>
                    <a:pt x="2076" y="4930"/>
                  </a:cubicBezTo>
                  <a:cubicBezTo>
                    <a:pt x="2059" y="4919"/>
                    <a:pt x="2043" y="4913"/>
                    <a:pt x="2032" y="4913"/>
                  </a:cubicBezTo>
                  <a:cubicBezTo>
                    <a:pt x="2014" y="4913"/>
                    <a:pt x="2010" y="4929"/>
                    <a:pt x="2036" y="4955"/>
                  </a:cubicBezTo>
                  <a:cubicBezTo>
                    <a:pt x="2068" y="5003"/>
                    <a:pt x="2012" y="5036"/>
                    <a:pt x="1947" y="5076"/>
                  </a:cubicBezTo>
                  <a:cubicBezTo>
                    <a:pt x="1874" y="5117"/>
                    <a:pt x="1817" y="5149"/>
                    <a:pt x="1849" y="5198"/>
                  </a:cubicBezTo>
                  <a:lnTo>
                    <a:pt x="1817" y="5222"/>
                  </a:lnTo>
                  <a:cubicBezTo>
                    <a:pt x="1793" y="5230"/>
                    <a:pt x="1801" y="5295"/>
                    <a:pt x="1793" y="5303"/>
                  </a:cubicBezTo>
                  <a:cubicBezTo>
                    <a:pt x="1801" y="5329"/>
                    <a:pt x="1803" y="5343"/>
                    <a:pt x="1799" y="5343"/>
                  </a:cubicBezTo>
                  <a:cubicBezTo>
                    <a:pt x="1796" y="5343"/>
                    <a:pt x="1788" y="5331"/>
                    <a:pt x="1776" y="5303"/>
                  </a:cubicBezTo>
                  <a:cubicBezTo>
                    <a:pt x="1754" y="5258"/>
                    <a:pt x="1724" y="5213"/>
                    <a:pt x="1707" y="5213"/>
                  </a:cubicBezTo>
                  <a:cubicBezTo>
                    <a:pt x="1706" y="5213"/>
                    <a:pt x="1705" y="5214"/>
                    <a:pt x="1703" y="5214"/>
                  </a:cubicBezTo>
                  <a:cubicBezTo>
                    <a:pt x="1687" y="5230"/>
                    <a:pt x="1712" y="5279"/>
                    <a:pt x="1744" y="5328"/>
                  </a:cubicBezTo>
                  <a:cubicBezTo>
                    <a:pt x="1776" y="5376"/>
                    <a:pt x="1768" y="5376"/>
                    <a:pt x="1768" y="5376"/>
                  </a:cubicBezTo>
                  <a:cubicBezTo>
                    <a:pt x="1764" y="5379"/>
                    <a:pt x="1760" y="5380"/>
                    <a:pt x="1757" y="5380"/>
                  </a:cubicBezTo>
                  <a:cubicBezTo>
                    <a:pt x="1750" y="5380"/>
                    <a:pt x="1745" y="5370"/>
                    <a:pt x="1728" y="5336"/>
                  </a:cubicBezTo>
                  <a:lnTo>
                    <a:pt x="1663" y="5239"/>
                  </a:lnTo>
                  <a:lnTo>
                    <a:pt x="1655" y="5247"/>
                  </a:lnTo>
                  <a:cubicBezTo>
                    <a:pt x="1679" y="5295"/>
                    <a:pt x="1671" y="5303"/>
                    <a:pt x="1671" y="5303"/>
                  </a:cubicBezTo>
                  <a:cubicBezTo>
                    <a:pt x="1669" y="5305"/>
                    <a:pt x="1668" y="5307"/>
                    <a:pt x="1666" y="5307"/>
                  </a:cubicBezTo>
                  <a:cubicBezTo>
                    <a:pt x="1660" y="5307"/>
                    <a:pt x="1648" y="5290"/>
                    <a:pt x="1598" y="5214"/>
                  </a:cubicBezTo>
                  <a:cubicBezTo>
                    <a:pt x="1571" y="5169"/>
                    <a:pt x="1554" y="5146"/>
                    <a:pt x="1548" y="5146"/>
                  </a:cubicBezTo>
                  <a:lnTo>
                    <a:pt x="1548" y="5146"/>
                  </a:lnTo>
                  <a:cubicBezTo>
                    <a:pt x="1542" y="5146"/>
                    <a:pt x="1552" y="5175"/>
                    <a:pt x="1582" y="5230"/>
                  </a:cubicBezTo>
                  <a:lnTo>
                    <a:pt x="1590" y="5287"/>
                  </a:lnTo>
                  <a:cubicBezTo>
                    <a:pt x="1570" y="5262"/>
                    <a:pt x="1558" y="5253"/>
                    <a:pt x="1552" y="5253"/>
                  </a:cubicBezTo>
                  <a:cubicBezTo>
                    <a:pt x="1538" y="5253"/>
                    <a:pt x="1562" y="5319"/>
                    <a:pt x="1574" y="5360"/>
                  </a:cubicBezTo>
                  <a:cubicBezTo>
                    <a:pt x="1540" y="5319"/>
                    <a:pt x="1520" y="5299"/>
                    <a:pt x="1513" y="5299"/>
                  </a:cubicBezTo>
                  <a:cubicBezTo>
                    <a:pt x="1505" y="5299"/>
                    <a:pt x="1515" y="5327"/>
                    <a:pt x="1541" y="5385"/>
                  </a:cubicBezTo>
                  <a:cubicBezTo>
                    <a:pt x="1559" y="5407"/>
                    <a:pt x="1562" y="5419"/>
                    <a:pt x="1555" y="5419"/>
                  </a:cubicBezTo>
                  <a:cubicBezTo>
                    <a:pt x="1549" y="5419"/>
                    <a:pt x="1535" y="5411"/>
                    <a:pt x="1517" y="5393"/>
                  </a:cubicBezTo>
                  <a:cubicBezTo>
                    <a:pt x="1493" y="5369"/>
                    <a:pt x="1480" y="5362"/>
                    <a:pt x="1469" y="5362"/>
                  </a:cubicBezTo>
                  <a:cubicBezTo>
                    <a:pt x="1461" y="5362"/>
                    <a:pt x="1454" y="5365"/>
                    <a:pt x="1444" y="5368"/>
                  </a:cubicBezTo>
                  <a:cubicBezTo>
                    <a:pt x="1468" y="5425"/>
                    <a:pt x="1387" y="5474"/>
                    <a:pt x="1298" y="5522"/>
                  </a:cubicBezTo>
                  <a:cubicBezTo>
                    <a:pt x="1201" y="5579"/>
                    <a:pt x="1136" y="5620"/>
                    <a:pt x="1168" y="5668"/>
                  </a:cubicBezTo>
                  <a:cubicBezTo>
                    <a:pt x="1166" y="5671"/>
                    <a:pt x="1164" y="5673"/>
                    <a:pt x="1162" y="5673"/>
                  </a:cubicBezTo>
                  <a:cubicBezTo>
                    <a:pt x="1156" y="5673"/>
                    <a:pt x="1148" y="5664"/>
                    <a:pt x="1120" y="5636"/>
                  </a:cubicBezTo>
                  <a:cubicBezTo>
                    <a:pt x="1107" y="5617"/>
                    <a:pt x="1097" y="5607"/>
                    <a:pt x="1093" y="5607"/>
                  </a:cubicBezTo>
                  <a:lnTo>
                    <a:pt x="1093" y="5607"/>
                  </a:lnTo>
                  <a:cubicBezTo>
                    <a:pt x="1086" y="5607"/>
                    <a:pt x="1093" y="5633"/>
                    <a:pt x="1128" y="5693"/>
                  </a:cubicBezTo>
                  <a:cubicBezTo>
                    <a:pt x="1137" y="5726"/>
                    <a:pt x="1152" y="5756"/>
                    <a:pt x="1150" y="5756"/>
                  </a:cubicBezTo>
                  <a:cubicBezTo>
                    <a:pt x="1149" y="5756"/>
                    <a:pt x="1138" y="5741"/>
                    <a:pt x="1112" y="5701"/>
                  </a:cubicBezTo>
                  <a:cubicBezTo>
                    <a:pt x="1100" y="5678"/>
                    <a:pt x="1089" y="5669"/>
                    <a:pt x="1074" y="5669"/>
                  </a:cubicBezTo>
                  <a:cubicBezTo>
                    <a:pt x="1059" y="5669"/>
                    <a:pt x="1040" y="5680"/>
                    <a:pt x="1014" y="5693"/>
                  </a:cubicBezTo>
                  <a:cubicBezTo>
                    <a:pt x="982" y="5709"/>
                    <a:pt x="941" y="5733"/>
                    <a:pt x="974" y="5782"/>
                  </a:cubicBezTo>
                  <a:cubicBezTo>
                    <a:pt x="978" y="5815"/>
                    <a:pt x="980" y="5831"/>
                    <a:pt x="978" y="5831"/>
                  </a:cubicBezTo>
                  <a:cubicBezTo>
                    <a:pt x="975" y="5831"/>
                    <a:pt x="969" y="5817"/>
                    <a:pt x="958" y="5790"/>
                  </a:cubicBezTo>
                  <a:cubicBezTo>
                    <a:pt x="932" y="5739"/>
                    <a:pt x="898" y="5711"/>
                    <a:pt x="875" y="5711"/>
                  </a:cubicBezTo>
                  <a:cubicBezTo>
                    <a:pt x="853" y="5711"/>
                    <a:pt x="840" y="5735"/>
                    <a:pt x="852" y="5790"/>
                  </a:cubicBezTo>
                  <a:cubicBezTo>
                    <a:pt x="850" y="5792"/>
                    <a:pt x="847" y="5794"/>
                    <a:pt x="844" y="5794"/>
                  </a:cubicBezTo>
                  <a:cubicBezTo>
                    <a:pt x="837" y="5794"/>
                    <a:pt x="826" y="5785"/>
                    <a:pt x="803" y="5757"/>
                  </a:cubicBezTo>
                  <a:cubicBezTo>
                    <a:pt x="787" y="5757"/>
                    <a:pt x="779" y="5766"/>
                    <a:pt x="779" y="5830"/>
                  </a:cubicBezTo>
                  <a:cubicBezTo>
                    <a:pt x="763" y="5839"/>
                    <a:pt x="722" y="5863"/>
                    <a:pt x="698" y="5879"/>
                  </a:cubicBezTo>
                  <a:cubicBezTo>
                    <a:pt x="682" y="5895"/>
                    <a:pt x="690" y="5952"/>
                    <a:pt x="690" y="5952"/>
                  </a:cubicBezTo>
                  <a:lnTo>
                    <a:pt x="674" y="5960"/>
                  </a:lnTo>
                  <a:cubicBezTo>
                    <a:pt x="665" y="5943"/>
                    <a:pt x="653" y="5936"/>
                    <a:pt x="637" y="5936"/>
                  </a:cubicBezTo>
                  <a:cubicBezTo>
                    <a:pt x="608" y="5936"/>
                    <a:pt x="567" y="5961"/>
                    <a:pt x="520" y="5993"/>
                  </a:cubicBezTo>
                  <a:cubicBezTo>
                    <a:pt x="462" y="6021"/>
                    <a:pt x="413" y="6050"/>
                    <a:pt x="375" y="6050"/>
                  </a:cubicBezTo>
                  <a:cubicBezTo>
                    <a:pt x="359" y="6050"/>
                    <a:pt x="345" y="6045"/>
                    <a:pt x="333" y="6033"/>
                  </a:cubicBezTo>
                  <a:lnTo>
                    <a:pt x="333" y="6033"/>
                  </a:lnTo>
                  <a:cubicBezTo>
                    <a:pt x="333" y="6033"/>
                    <a:pt x="325" y="6041"/>
                    <a:pt x="341" y="6090"/>
                  </a:cubicBezTo>
                  <a:cubicBezTo>
                    <a:pt x="373" y="6158"/>
                    <a:pt x="380" y="6185"/>
                    <a:pt x="371" y="6185"/>
                  </a:cubicBezTo>
                  <a:cubicBezTo>
                    <a:pt x="366" y="6185"/>
                    <a:pt x="356" y="6177"/>
                    <a:pt x="341" y="6163"/>
                  </a:cubicBezTo>
                  <a:cubicBezTo>
                    <a:pt x="310" y="6125"/>
                    <a:pt x="285" y="6108"/>
                    <a:pt x="270" y="6108"/>
                  </a:cubicBezTo>
                  <a:cubicBezTo>
                    <a:pt x="250" y="6108"/>
                    <a:pt x="249" y="6139"/>
                    <a:pt x="276" y="6195"/>
                  </a:cubicBezTo>
                  <a:lnTo>
                    <a:pt x="244" y="6155"/>
                  </a:lnTo>
                  <a:cubicBezTo>
                    <a:pt x="220" y="6125"/>
                    <a:pt x="203" y="6112"/>
                    <a:pt x="194" y="6112"/>
                  </a:cubicBezTo>
                  <a:cubicBezTo>
                    <a:pt x="176" y="6112"/>
                    <a:pt x="187" y="6163"/>
                    <a:pt x="220" y="6228"/>
                  </a:cubicBezTo>
                  <a:cubicBezTo>
                    <a:pt x="194" y="6202"/>
                    <a:pt x="167" y="6175"/>
                    <a:pt x="156" y="6175"/>
                  </a:cubicBezTo>
                  <a:cubicBezTo>
                    <a:pt x="150" y="6175"/>
                    <a:pt x="149" y="6183"/>
                    <a:pt x="155" y="6203"/>
                  </a:cubicBezTo>
                  <a:cubicBezTo>
                    <a:pt x="153" y="6205"/>
                    <a:pt x="152" y="6207"/>
                    <a:pt x="150" y="6207"/>
                  </a:cubicBezTo>
                  <a:cubicBezTo>
                    <a:pt x="143" y="6207"/>
                    <a:pt x="132" y="6190"/>
                    <a:pt x="82" y="6114"/>
                  </a:cubicBezTo>
                  <a:cubicBezTo>
                    <a:pt x="59" y="6069"/>
                    <a:pt x="30" y="6024"/>
                    <a:pt x="13" y="6024"/>
                  </a:cubicBezTo>
                  <a:cubicBezTo>
                    <a:pt x="11" y="6024"/>
                    <a:pt x="10" y="6024"/>
                    <a:pt x="9" y="6025"/>
                  </a:cubicBezTo>
                  <a:cubicBezTo>
                    <a:pt x="1" y="6033"/>
                    <a:pt x="33" y="6082"/>
                    <a:pt x="66" y="6130"/>
                  </a:cubicBezTo>
                  <a:lnTo>
                    <a:pt x="41" y="6139"/>
                  </a:lnTo>
                  <a:cubicBezTo>
                    <a:pt x="41" y="6139"/>
                    <a:pt x="33" y="6147"/>
                    <a:pt x="58" y="6195"/>
                  </a:cubicBezTo>
                  <a:cubicBezTo>
                    <a:pt x="90" y="6244"/>
                    <a:pt x="82" y="6252"/>
                    <a:pt x="66" y="6252"/>
                  </a:cubicBezTo>
                  <a:cubicBezTo>
                    <a:pt x="59" y="6239"/>
                    <a:pt x="55" y="6233"/>
                    <a:pt x="54" y="6233"/>
                  </a:cubicBezTo>
                  <a:lnTo>
                    <a:pt x="54" y="6233"/>
                  </a:lnTo>
                  <a:cubicBezTo>
                    <a:pt x="52" y="6233"/>
                    <a:pt x="69" y="6271"/>
                    <a:pt x="98" y="6301"/>
                  </a:cubicBezTo>
                  <a:cubicBezTo>
                    <a:pt x="131" y="6349"/>
                    <a:pt x="163" y="6398"/>
                    <a:pt x="147" y="6406"/>
                  </a:cubicBezTo>
                  <a:lnTo>
                    <a:pt x="212" y="6503"/>
                  </a:lnTo>
                  <a:cubicBezTo>
                    <a:pt x="244" y="6568"/>
                    <a:pt x="293" y="6633"/>
                    <a:pt x="358" y="6682"/>
                  </a:cubicBezTo>
                  <a:cubicBezTo>
                    <a:pt x="391" y="6689"/>
                    <a:pt x="423" y="6700"/>
                    <a:pt x="442" y="6700"/>
                  </a:cubicBezTo>
                  <a:cubicBezTo>
                    <a:pt x="463" y="6700"/>
                    <a:pt x="465" y="6685"/>
                    <a:pt x="431" y="6633"/>
                  </a:cubicBezTo>
                  <a:cubicBezTo>
                    <a:pt x="431" y="6633"/>
                    <a:pt x="414" y="6576"/>
                    <a:pt x="422" y="6576"/>
                  </a:cubicBezTo>
                  <a:cubicBezTo>
                    <a:pt x="423" y="6576"/>
                    <a:pt x="424" y="6575"/>
                    <a:pt x="425" y="6575"/>
                  </a:cubicBezTo>
                  <a:cubicBezTo>
                    <a:pt x="438" y="6575"/>
                    <a:pt x="471" y="6609"/>
                    <a:pt x="471" y="6609"/>
                  </a:cubicBezTo>
                  <a:cubicBezTo>
                    <a:pt x="484" y="6629"/>
                    <a:pt x="500" y="6636"/>
                    <a:pt x="518" y="6636"/>
                  </a:cubicBezTo>
                  <a:cubicBezTo>
                    <a:pt x="543" y="6636"/>
                    <a:pt x="572" y="6620"/>
                    <a:pt x="601" y="6601"/>
                  </a:cubicBezTo>
                  <a:cubicBezTo>
                    <a:pt x="640" y="6576"/>
                    <a:pt x="668" y="6557"/>
                    <a:pt x="692" y="6557"/>
                  </a:cubicBezTo>
                  <a:cubicBezTo>
                    <a:pt x="708" y="6557"/>
                    <a:pt x="723" y="6565"/>
                    <a:pt x="739" y="6584"/>
                  </a:cubicBezTo>
                  <a:cubicBezTo>
                    <a:pt x="773" y="6613"/>
                    <a:pt x="787" y="6618"/>
                    <a:pt x="793" y="6618"/>
                  </a:cubicBezTo>
                  <a:cubicBezTo>
                    <a:pt x="795" y="6618"/>
                    <a:pt x="795" y="6617"/>
                    <a:pt x="795" y="6617"/>
                  </a:cubicBezTo>
                  <a:cubicBezTo>
                    <a:pt x="763" y="6568"/>
                    <a:pt x="828" y="6528"/>
                    <a:pt x="909" y="6487"/>
                  </a:cubicBezTo>
                  <a:cubicBezTo>
                    <a:pt x="982" y="6439"/>
                    <a:pt x="1055" y="6390"/>
                    <a:pt x="1030" y="6349"/>
                  </a:cubicBezTo>
                  <a:lnTo>
                    <a:pt x="1047" y="6333"/>
                  </a:lnTo>
                  <a:cubicBezTo>
                    <a:pt x="1064" y="6359"/>
                    <a:pt x="1079" y="6367"/>
                    <a:pt x="1092" y="6367"/>
                  </a:cubicBezTo>
                  <a:cubicBezTo>
                    <a:pt x="1103" y="6367"/>
                    <a:pt x="1112" y="6361"/>
                    <a:pt x="1120" y="6357"/>
                  </a:cubicBezTo>
                  <a:cubicBezTo>
                    <a:pt x="1112" y="6293"/>
                    <a:pt x="1136" y="6284"/>
                    <a:pt x="1136" y="6284"/>
                  </a:cubicBezTo>
                  <a:cubicBezTo>
                    <a:pt x="1156" y="6309"/>
                    <a:pt x="1166" y="6319"/>
                    <a:pt x="1177" y="6319"/>
                  </a:cubicBezTo>
                  <a:cubicBezTo>
                    <a:pt x="1184" y="6319"/>
                    <a:pt x="1191" y="6315"/>
                    <a:pt x="1201" y="6309"/>
                  </a:cubicBezTo>
                  <a:cubicBezTo>
                    <a:pt x="1225" y="6293"/>
                    <a:pt x="1233" y="6293"/>
                    <a:pt x="1201" y="6244"/>
                  </a:cubicBezTo>
                  <a:cubicBezTo>
                    <a:pt x="1233" y="6222"/>
                    <a:pt x="1266" y="6211"/>
                    <a:pt x="1300" y="6211"/>
                  </a:cubicBezTo>
                  <a:cubicBezTo>
                    <a:pt x="1318" y="6211"/>
                    <a:pt x="1336" y="6214"/>
                    <a:pt x="1355" y="6220"/>
                  </a:cubicBezTo>
                  <a:cubicBezTo>
                    <a:pt x="1365" y="6229"/>
                    <a:pt x="1370" y="6233"/>
                    <a:pt x="1374" y="6233"/>
                  </a:cubicBezTo>
                  <a:cubicBezTo>
                    <a:pt x="1384" y="6233"/>
                    <a:pt x="1367" y="6192"/>
                    <a:pt x="1355" y="6155"/>
                  </a:cubicBezTo>
                  <a:cubicBezTo>
                    <a:pt x="1322" y="6106"/>
                    <a:pt x="1306" y="6049"/>
                    <a:pt x="1314" y="6041"/>
                  </a:cubicBezTo>
                  <a:lnTo>
                    <a:pt x="1314" y="6041"/>
                  </a:lnTo>
                  <a:cubicBezTo>
                    <a:pt x="1314" y="6041"/>
                    <a:pt x="1347" y="6090"/>
                    <a:pt x="1379" y="6139"/>
                  </a:cubicBezTo>
                  <a:cubicBezTo>
                    <a:pt x="1390" y="6176"/>
                    <a:pt x="1393" y="6188"/>
                    <a:pt x="1401" y="6188"/>
                  </a:cubicBezTo>
                  <a:cubicBezTo>
                    <a:pt x="1406" y="6188"/>
                    <a:pt x="1411" y="6185"/>
                    <a:pt x="1420" y="6179"/>
                  </a:cubicBezTo>
                  <a:lnTo>
                    <a:pt x="1436" y="6163"/>
                  </a:lnTo>
                  <a:cubicBezTo>
                    <a:pt x="1412" y="6122"/>
                    <a:pt x="1460" y="6090"/>
                    <a:pt x="1541" y="6041"/>
                  </a:cubicBezTo>
                  <a:cubicBezTo>
                    <a:pt x="1639" y="5984"/>
                    <a:pt x="1671" y="5960"/>
                    <a:pt x="1639" y="5920"/>
                  </a:cubicBezTo>
                  <a:cubicBezTo>
                    <a:pt x="1618" y="5888"/>
                    <a:pt x="1617" y="5874"/>
                    <a:pt x="1636" y="5874"/>
                  </a:cubicBezTo>
                  <a:cubicBezTo>
                    <a:pt x="1647" y="5874"/>
                    <a:pt x="1664" y="5878"/>
                    <a:pt x="1687" y="5887"/>
                  </a:cubicBezTo>
                  <a:cubicBezTo>
                    <a:pt x="1779" y="5950"/>
                    <a:pt x="1816" y="5975"/>
                    <a:pt x="1828" y="5975"/>
                  </a:cubicBezTo>
                  <a:cubicBezTo>
                    <a:pt x="1836" y="5975"/>
                    <a:pt x="1832" y="5964"/>
                    <a:pt x="1825" y="5944"/>
                  </a:cubicBezTo>
                  <a:cubicBezTo>
                    <a:pt x="1809" y="5944"/>
                    <a:pt x="1776" y="5895"/>
                    <a:pt x="1752" y="5855"/>
                  </a:cubicBezTo>
                  <a:cubicBezTo>
                    <a:pt x="1718" y="5803"/>
                    <a:pt x="1704" y="5776"/>
                    <a:pt x="1709" y="5776"/>
                  </a:cubicBezTo>
                  <a:lnTo>
                    <a:pt x="1709" y="5776"/>
                  </a:lnTo>
                  <a:cubicBezTo>
                    <a:pt x="1714" y="5776"/>
                    <a:pt x="1734" y="5797"/>
                    <a:pt x="1768" y="5839"/>
                  </a:cubicBezTo>
                  <a:cubicBezTo>
                    <a:pt x="1783" y="5861"/>
                    <a:pt x="1802" y="5871"/>
                    <a:pt x="1821" y="5871"/>
                  </a:cubicBezTo>
                  <a:cubicBezTo>
                    <a:pt x="1884" y="5871"/>
                    <a:pt x="1952" y="5766"/>
                    <a:pt x="1914" y="5684"/>
                  </a:cubicBezTo>
                  <a:lnTo>
                    <a:pt x="1914" y="5684"/>
                  </a:lnTo>
                  <a:cubicBezTo>
                    <a:pt x="1922" y="5697"/>
                    <a:pt x="1933" y="5713"/>
                    <a:pt x="1947" y="5733"/>
                  </a:cubicBezTo>
                  <a:cubicBezTo>
                    <a:pt x="1964" y="5759"/>
                    <a:pt x="1974" y="5769"/>
                    <a:pt x="1986" y="5769"/>
                  </a:cubicBezTo>
                  <a:cubicBezTo>
                    <a:pt x="1997" y="5769"/>
                    <a:pt x="2009" y="5761"/>
                    <a:pt x="2028" y="5749"/>
                  </a:cubicBezTo>
                  <a:lnTo>
                    <a:pt x="2060" y="5733"/>
                  </a:lnTo>
                  <a:cubicBezTo>
                    <a:pt x="2029" y="5679"/>
                    <a:pt x="2045" y="5657"/>
                    <a:pt x="2069" y="5657"/>
                  </a:cubicBezTo>
                  <a:cubicBezTo>
                    <a:pt x="2089" y="5657"/>
                    <a:pt x="2114" y="5671"/>
                    <a:pt x="2125" y="5693"/>
                  </a:cubicBezTo>
                  <a:cubicBezTo>
                    <a:pt x="2155" y="5717"/>
                    <a:pt x="2166" y="5727"/>
                    <a:pt x="2175" y="5727"/>
                  </a:cubicBezTo>
                  <a:cubicBezTo>
                    <a:pt x="2180" y="5727"/>
                    <a:pt x="2184" y="5723"/>
                    <a:pt x="2190" y="5717"/>
                  </a:cubicBezTo>
                  <a:cubicBezTo>
                    <a:pt x="2176" y="5654"/>
                    <a:pt x="2195" y="5631"/>
                    <a:pt x="2220" y="5631"/>
                  </a:cubicBezTo>
                  <a:cubicBezTo>
                    <a:pt x="2240" y="5631"/>
                    <a:pt x="2265" y="5646"/>
                    <a:pt x="2279" y="5668"/>
                  </a:cubicBezTo>
                  <a:lnTo>
                    <a:pt x="2303" y="5652"/>
                  </a:lnTo>
                  <a:cubicBezTo>
                    <a:pt x="2279" y="5603"/>
                    <a:pt x="2303" y="5587"/>
                    <a:pt x="2312" y="5579"/>
                  </a:cubicBezTo>
                  <a:cubicBezTo>
                    <a:pt x="2344" y="5563"/>
                    <a:pt x="2360" y="5555"/>
                    <a:pt x="2320" y="5514"/>
                  </a:cubicBezTo>
                  <a:cubicBezTo>
                    <a:pt x="2287" y="5466"/>
                    <a:pt x="2255" y="5417"/>
                    <a:pt x="2263" y="5409"/>
                  </a:cubicBezTo>
                  <a:lnTo>
                    <a:pt x="2263" y="5409"/>
                  </a:lnTo>
                  <a:lnTo>
                    <a:pt x="2295" y="5457"/>
                  </a:lnTo>
                  <a:cubicBezTo>
                    <a:pt x="2311" y="5480"/>
                    <a:pt x="2326" y="5489"/>
                    <a:pt x="2342" y="5489"/>
                  </a:cubicBezTo>
                  <a:cubicBezTo>
                    <a:pt x="2360" y="5489"/>
                    <a:pt x="2379" y="5478"/>
                    <a:pt x="2401" y="5466"/>
                  </a:cubicBezTo>
                  <a:cubicBezTo>
                    <a:pt x="2434" y="5447"/>
                    <a:pt x="2456" y="5433"/>
                    <a:pt x="2476" y="5433"/>
                  </a:cubicBezTo>
                  <a:cubicBezTo>
                    <a:pt x="2491" y="5433"/>
                    <a:pt x="2505" y="5440"/>
                    <a:pt x="2522" y="5457"/>
                  </a:cubicBezTo>
                  <a:lnTo>
                    <a:pt x="2498" y="5409"/>
                  </a:lnTo>
                  <a:cubicBezTo>
                    <a:pt x="2489" y="5377"/>
                    <a:pt x="2487" y="5361"/>
                    <a:pt x="2494" y="5361"/>
                  </a:cubicBezTo>
                  <a:lnTo>
                    <a:pt x="2494" y="5361"/>
                  </a:lnTo>
                  <a:cubicBezTo>
                    <a:pt x="2498" y="5361"/>
                    <a:pt x="2508" y="5371"/>
                    <a:pt x="2522" y="5393"/>
                  </a:cubicBezTo>
                  <a:cubicBezTo>
                    <a:pt x="2536" y="5406"/>
                    <a:pt x="2550" y="5412"/>
                    <a:pt x="2563" y="5412"/>
                  </a:cubicBezTo>
                  <a:cubicBezTo>
                    <a:pt x="2589" y="5412"/>
                    <a:pt x="2609" y="5387"/>
                    <a:pt x="2603" y="5344"/>
                  </a:cubicBezTo>
                  <a:lnTo>
                    <a:pt x="2620" y="5336"/>
                  </a:lnTo>
                  <a:cubicBezTo>
                    <a:pt x="2651" y="5374"/>
                    <a:pt x="2674" y="5391"/>
                    <a:pt x="2688" y="5391"/>
                  </a:cubicBezTo>
                  <a:cubicBezTo>
                    <a:pt x="2706" y="5391"/>
                    <a:pt x="2704" y="5359"/>
                    <a:pt x="2676" y="5303"/>
                  </a:cubicBezTo>
                  <a:lnTo>
                    <a:pt x="2676" y="5303"/>
                  </a:lnTo>
                  <a:cubicBezTo>
                    <a:pt x="2697" y="5334"/>
                    <a:pt x="2707" y="5342"/>
                    <a:pt x="2715" y="5342"/>
                  </a:cubicBezTo>
                  <a:cubicBezTo>
                    <a:pt x="2719" y="5342"/>
                    <a:pt x="2722" y="5339"/>
                    <a:pt x="2725" y="5336"/>
                  </a:cubicBezTo>
                  <a:cubicBezTo>
                    <a:pt x="2720" y="5298"/>
                    <a:pt x="2739" y="5272"/>
                    <a:pt x="2762" y="5272"/>
                  </a:cubicBezTo>
                  <a:cubicBezTo>
                    <a:pt x="2774" y="5272"/>
                    <a:pt x="2787" y="5279"/>
                    <a:pt x="2798" y="5295"/>
                  </a:cubicBezTo>
                  <a:lnTo>
                    <a:pt x="2806" y="5287"/>
                  </a:lnTo>
                  <a:cubicBezTo>
                    <a:pt x="2782" y="5239"/>
                    <a:pt x="2798" y="5230"/>
                    <a:pt x="2806" y="5222"/>
                  </a:cubicBezTo>
                  <a:cubicBezTo>
                    <a:pt x="2814" y="5214"/>
                    <a:pt x="2830" y="5214"/>
                    <a:pt x="2806" y="5157"/>
                  </a:cubicBezTo>
                  <a:cubicBezTo>
                    <a:pt x="2790" y="5101"/>
                    <a:pt x="2798" y="5093"/>
                    <a:pt x="2798" y="5093"/>
                  </a:cubicBezTo>
                  <a:lnTo>
                    <a:pt x="2798" y="5093"/>
                  </a:lnTo>
                  <a:cubicBezTo>
                    <a:pt x="2814" y="5093"/>
                    <a:pt x="2830" y="5141"/>
                    <a:pt x="2855" y="5198"/>
                  </a:cubicBezTo>
                  <a:cubicBezTo>
                    <a:pt x="2858" y="5219"/>
                    <a:pt x="2864" y="5230"/>
                    <a:pt x="2869" y="5230"/>
                  </a:cubicBezTo>
                  <a:cubicBezTo>
                    <a:pt x="2878" y="5230"/>
                    <a:pt x="2883" y="5197"/>
                    <a:pt x="2863" y="5125"/>
                  </a:cubicBezTo>
                  <a:cubicBezTo>
                    <a:pt x="2850" y="5067"/>
                    <a:pt x="2844" y="5039"/>
                    <a:pt x="2846" y="5039"/>
                  </a:cubicBezTo>
                  <a:lnTo>
                    <a:pt x="2846" y="5039"/>
                  </a:lnTo>
                  <a:cubicBezTo>
                    <a:pt x="2847" y="5039"/>
                    <a:pt x="2855" y="5065"/>
                    <a:pt x="2871" y="5117"/>
                  </a:cubicBezTo>
                  <a:cubicBezTo>
                    <a:pt x="2888" y="5156"/>
                    <a:pt x="2900" y="5191"/>
                    <a:pt x="2904" y="5191"/>
                  </a:cubicBezTo>
                  <a:cubicBezTo>
                    <a:pt x="2906" y="5191"/>
                    <a:pt x="2906" y="5183"/>
                    <a:pt x="2903" y="5166"/>
                  </a:cubicBezTo>
                  <a:cubicBezTo>
                    <a:pt x="2903" y="5166"/>
                    <a:pt x="2928" y="5149"/>
                    <a:pt x="2895" y="5101"/>
                  </a:cubicBezTo>
                  <a:lnTo>
                    <a:pt x="2928" y="5085"/>
                  </a:lnTo>
                  <a:cubicBezTo>
                    <a:pt x="2966" y="5106"/>
                    <a:pt x="2982" y="5113"/>
                    <a:pt x="2991" y="5113"/>
                  </a:cubicBezTo>
                  <a:cubicBezTo>
                    <a:pt x="2995" y="5113"/>
                    <a:pt x="2998" y="5112"/>
                    <a:pt x="3001" y="5109"/>
                  </a:cubicBezTo>
                  <a:cubicBezTo>
                    <a:pt x="2992" y="5078"/>
                    <a:pt x="2988" y="5064"/>
                    <a:pt x="2992" y="5064"/>
                  </a:cubicBezTo>
                  <a:lnTo>
                    <a:pt x="2992" y="5064"/>
                  </a:lnTo>
                  <a:cubicBezTo>
                    <a:pt x="2996" y="5064"/>
                    <a:pt x="3006" y="5074"/>
                    <a:pt x="3025" y="5093"/>
                  </a:cubicBezTo>
                  <a:cubicBezTo>
                    <a:pt x="3038" y="5112"/>
                    <a:pt x="3047" y="5122"/>
                    <a:pt x="3050" y="5122"/>
                  </a:cubicBezTo>
                  <a:cubicBezTo>
                    <a:pt x="3054" y="5122"/>
                    <a:pt x="3043" y="5098"/>
                    <a:pt x="3009" y="5044"/>
                  </a:cubicBezTo>
                  <a:cubicBezTo>
                    <a:pt x="2995" y="5011"/>
                    <a:pt x="2994" y="4994"/>
                    <a:pt x="3004" y="4994"/>
                  </a:cubicBezTo>
                  <a:cubicBezTo>
                    <a:pt x="3012" y="4994"/>
                    <a:pt x="3024" y="5003"/>
                    <a:pt x="3041" y="5020"/>
                  </a:cubicBezTo>
                  <a:cubicBezTo>
                    <a:pt x="3073" y="5074"/>
                    <a:pt x="3092" y="5095"/>
                    <a:pt x="3097" y="5095"/>
                  </a:cubicBezTo>
                  <a:cubicBezTo>
                    <a:pt x="3101" y="5095"/>
                    <a:pt x="3096" y="5082"/>
                    <a:pt x="3082" y="5060"/>
                  </a:cubicBezTo>
                  <a:cubicBezTo>
                    <a:pt x="3057" y="5012"/>
                    <a:pt x="3074" y="5003"/>
                    <a:pt x="3074" y="5003"/>
                  </a:cubicBezTo>
                  <a:lnTo>
                    <a:pt x="3074" y="5003"/>
                  </a:lnTo>
                  <a:cubicBezTo>
                    <a:pt x="3080" y="5015"/>
                    <a:pt x="3091" y="5021"/>
                    <a:pt x="3105" y="5021"/>
                  </a:cubicBezTo>
                  <a:cubicBezTo>
                    <a:pt x="3150" y="5021"/>
                    <a:pt x="3227" y="4973"/>
                    <a:pt x="3301" y="4930"/>
                  </a:cubicBezTo>
                  <a:cubicBezTo>
                    <a:pt x="3309" y="4922"/>
                    <a:pt x="3293" y="4874"/>
                    <a:pt x="3260" y="4825"/>
                  </a:cubicBezTo>
                  <a:cubicBezTo>
                    <a:pt x="3232" y="4783"/>
                    <a:pt x="3222" y="4768"/>
                    <a:pt x="3223" y="4768"/>
                  </a:cubicBezTo>
                  <a:lnTo>
                    <a:pt x="3223" y="4768"/>
                  </a:lnTo>
                  <a:cubicBezTo>
                    <a:pt x="3225" y="4768"/>
                    <a:pt x="3245" y="4794"/>
                    <a:pt x="3268" y="4817"/>
                  </a:cubicBezTo>
                  <a:cubicBezTo>
                    <a:pt x="3318" y="4882"/>
                    <a:pt x="3348" y="4913"/>
                    <a:pt x="3355" y="4913"/>
                  </a:cubicBezTo>
                  <a:cubicBezTo>
                    <a:pt x="3364" y="4913"/>
                    <a:pt x="3344" y="4874"/>
                    <a:pt x="3293" y="4801"/>
                  </a:cubicBezTo>
                  <a:cubicBezTo>
                    <a:pt x="3256" y="4756"/>
                    <a:pt x="3238" y="4734"/>
                    <a:pt x="3239" y="4734"/>
                  </a:cubicBezTo>
                  <a:lnTo>
                    <a:pt x="3239" y="4734"/>
                  </a:lnTo>
                  <a:cubicBezTo>
                    <a:pt x="3240" y="4734"/>
                    <a:pt x="3260" y="4756"/>
                    <a:pt x="3301" y="4801"/>
                  </a:cubicBezTo>
                  <a:cubicBezTo>
                    <a:pt x="3319" y="4819"/>
                    <a:pt x="3329" y="4829"/>
                    <a:pt x="3333" y="4829"/>
                  </a:cubicBezTo>
                  <a:cubicBezTo>
                    <a:pt x="3338" y="4829"/>
                    <a:pt x="3334" y="4815"/>
                    <a:pt x="3325" y="4785"/>
                  </a:cubicBezTo>
                  <a:cubicBezTo>
                    <a:pt x="3307" y="4758"/>
                    <a:pt x="3302" y="4744"/>
                    <a:pt x="3305" y="4744"/>
                  </a:cubicBezTo>
                  <a:lnTo>
                    <a:pt x="3305" y="4744"/>
                  </a:lnTo>
                  <a:cubicBezTo>
                    <a:pt x="3308" y="4744"/>
                    <a:pt x="3318" y="4754"/>
                    <a:pt x="3333" y="4776"/>
                  </a:cubicBezTo>
                  <a:cubicBezTo>
                    <a:pt x="3362" y="4805"/>
                    <a:pt x="3390" y="4834"/>
                    <a:pt x="3396" y="4834"/>
                  </a:cubicBezTo>
                  <a:cubicBezTo>
                    <a:pt x="3399" y="4834"/>
                    <a:pt x="3397" y="4829"/>
                    <a:pt x="3390" y="4817"/>
                  </a:cubicBezTo>
                  <a:cubicBezTo>
                    <a:pt x="3390" y="4817"/>
                    <a:pt x="3391" y="4816"/>
                    <a:pt x="3392" y="4816"/>
                  </a:cubicBezTo>
                  <a:cubicBezTo>
                    <a:pt x="3397" y="4816"/>
                    <a:pt x="3410" y="4820"/>
                    <a:pt x="3438" y="4849"/>
                  </a:cubicBezTo>
                  <a:cubicBezTo>
                    <a:pt x="3448" y="4859"/>
                    <a:pt x="3455" y="4863"/>
                    <a:pt x="3459" y="4863"/>
                  </a:cubicBezTo>
                  <a:cubicBezTo>
                    <a:pt x="3471" y="4863"/>
                    <a:pt x="3457" y="4822"/>
                    <a:pt x="3438" y="4785"/>
                  </a:cubicBezTo>
                  <a:cubicBezTo>
                    <a:pt x="3426" y="4720"/>
                    <a:pt x="3422" y="4690"/>
                    <a:pt x="3428" y="4690"/>
                  </a:cubicBezTo>
                  <a:lnTo>
                    <a:pt x="3428" y="4690"/>
                  </a:lnTo>
                  <a:cubicBezTo>
                    <a:pt x="3434" y="4690"/>
                    <a:pt x="3448" y="4714"/>
                    <a:pt x="3471" y="4760"/>
                  </a:cubicBezTo>
                  <a:cubicBezTo>
                    <a:pt x="3490" y="4795"/>
                    <a:pt x="3505" y="4809"/>
                    <a:pt x="3515" y="4809"/>
                  </a:cubicBezTo>
                  <a:cubicBezTo>
                    <a:pt x="3535" y="4809"/>
                    <a:pt x="3533" y="4750"/>
                    <a:pt x="3495" y="4679"/>
                  </a:cubicBezTo>
                  <a:cubicBezTo>
                    <a:pt x="3467" y="4622"/>
                    <a:pt x="3455" y="4599"/>
                    <a:pt x="3457" y="4599"/>
                  </a:cubicBezTo>
                  <a:lnTo>
                    <a:pt x="3457" y="4599"/>
                  </a:lnTo>
                  <a:cubicBezTo>
                    <a:pt x="3458" y="4599"/>
                    <a:pt x="3466" y="4610"/>
                    <a:pt x="3479" y="4630"/>
                  </a:cubicBezTo>
                  <a:cubicBezTo>
                    <a:pt x="3511" y="4671"/>
                    <a:pt x="3520" y="4671"/>
                    <a:pt x="3520" y="4671"/>
                  </a:cubicBezTo>
                  <a:cubicBezTo>
                    <a:pt x="3523" y="4668"/>
                    <a:pt x="3527" y="4665"/>
                    <a:pt x="3533" y="4665"/>
                  </a:cubicBezTo>
                  <a:cubicBezTo>
                    <a:pt x="3542" y="4665"/>
                    <a:pt x="3556" y="4673"/>
                    <a:pt x="3576" y="4703"/>
                  </a:cubicBezTo>
                  <a:cubicBezTo>
                    <a:pt x="3576" y="4703"/>
                    <a:pt x="3584" y="4695"/>
                    <a:pt x="3576" y="4639"/>
                  </a:cubicBezTo>
                  <a:cubicBezTo>
                    <a:pt x="3558" y="4587"/>
                    <a:pt x="3561" y="4566"/>
                    <a:pt x="3577" y="4566"/>
                  </a:cubicBezTo>
                  <a:cubicBezTo>
                    <a:pt x="3596" y="4566"/>
                    <a:pt x="3634" y="4598"/>
                    <a:pt x="3674" y="4647"/>
                  </a:cubicBezTo>
                  <a:lnTo>
                    <a:pt x="3666" y="4582"/>
                  </a:lnTo>
                  <a:cubicBezTo>
                    <a:pt x="3629" y="4520"/>
                    <a:pt x="3610" y="4475"/>
                    <a:pt x="3617" y="4475"/>
                  </a:cubicBezTo>
                  <a:lnTo>
                    <a:pt x="3617" y="4475"/>
                  </a:lnTo>
                  <a:cubicBezTo>
                    <a:pt x="3621" y="4475"/>
                    <a:pt x="3634" y="4490"/>
                    <a:pt x="3657" y="4525"/>
                  </a:cubicBezTo>
                  <a:lnTo>
                    <a:pt x="3682" y="4574"/>
                  </a:lnTo>
                  <a:cubicBezTo>
                    <a:pt x="3660" y="4526"/>
                    <a:pt x="3663" y="4505"/>
                    <a:pt x="3678" y="4505"/>
                  </a:cubicBezTo>
                  <a:cubicBezTo>
                    <a:pt x="3697" y="4505"/>
                    <a:pt x="3735" y="4537"/>
                    <a:pt x="3771" y="4590"/>
                  </a:cubicBezTo>
                  <a:cubicBezTo>
                    <a:pt x="3794" y="4624"/>
                    <a:pt x="3801" y="4635"/>
                    <a:pt x="3805" y="4635"/>
                  </a:cubicBezTo>
                  <a:cubicBezTo>
                    <a:pt x="3807" y="4635"/>
                    <a:pt x="3809" y="4633"/>
                    <a:pt x="3811" y="4630"/>
                  </a:cubicBezTo>
                  <a:lnTo>
                    <a:pt x="3779" y="4582"/>
                  </a:lnTo>
                  <a:cubicBezTo>
                    <a:pt x="3747" y="4533"/>
                    <a:pt x="3722" y="4485"/>
                    <a:pt x="3730" y="4476"/>
                  </a:cubicBezTo>
                  <a:cubicBezTo>
                    <a:pt x="3733" y="4474"/>
                    <a:pt x="3736" y="4472"/>
                    <a:pt x="3739" y="4472"/>
                  </a:cubicBezTo>
                  <a:cubicBezTo>
                    <a:pt x="3749" y="4472"/>
                    <a:pt x="3762" y="4482"/>
                    <a:pt x="3779" y="4517"/>
                  </a:cubicBezTo>
                  <a:cubicBezTo>
                    <a:pt x="3806" y="4544"/>
                    <a:pt x="3837" y="4572"/>
                    <a:pt x="3845" y="4572"/>
                  </a:cubicBezTo>
                  <a:cubicBezTo>
                    <a:pt x="3848" y="4572"/>
                    <a:pt x="3846" y="4565"/>
                    <a:pt x="3836" y="4549"/>
                  </a:cubicBezTo>
                  <a:cubicBezTo>
                    <a:pt x="3836" y="4549"/>
                    <a:pt x="3836" y="4549"/>
                    <a:pt x="3838" y="4549"/>
                  </a:cubicBezTo>
                  <a:cubicBezTo>
                    <a:pt x="3843" y="4549"/>
                    <a:pt x="3855" y="4553"/>
                    <a:pt x="3884" y="4582"/>
                  </a:cubicBezTo>
                  <a:lnTo>
                    <a:pt x="3933" y="4558"/>
                  </a:lnTo>
                  <a:cubicBezTo>
                    <a:pt x="3920" y="4526"/>
                    <a:pt x="3921" y="4509"/>
                    <a:pt x="3931" y="4509"/>
                  </a:cubicBezTo>
                  <a:cubicBezTo>
                    <a:pt x="3938" y="4509"/>
                    <a:pt x="3951" y="4520"/>
                    <a:pt x="3966" y="4541"/>
                  </a:cubicBezTo>
                  <a:cubicBezTo>
                    <a:pt x="3966" y="4541"/>
                    <a:pt x="3982" y="4525"/>
                    <a:pt x="3966" y="4468"/>
                  </a:cubicBezTo>
                  <a:cubicBezTo>
                    <a:pt x="3975" y="4465"/>
                    <a:pt x="3982" y="4462"/>
                    <a:pt x="3988" y="4462"/>
                  </a:cubicBezTo>
                  <a:cubicBezTo>
                    <a:pt x="3999" y="4462"/>
                    <a:pt x="4010" y="4471"/>
                    <a:pt x="4030" y="4501"/>
                  </a:cubicBezTo>
                  <a:cubicBezTo>
                    <a:pt x="4046" y="4524"/>
                    <a:pt x="4054" y="4536"/>
                    <a:pt x="4056" y="4536"/>
                  </a:cubicBezTo>
                  <a:cubicBezTo>
                    <a:pt x="4057" y="4536"/>
                    <a:pt x="4051" y="4522"/>
                    <a:pt x="4038" y="4493"/>
                  </a:cubicBezTo>
                  <a:cubicBezTo>
                    <a:pt x="4006" y="4444"/>
                    <a:pt x="4022" y="4436"/>
                    <a:pt x="4030" y="4428"/>
                  </a:cubicBezTo>
                  <a:lnTo>
                    <a:pt x="4055" y="4420"/>
                  </a:lnTo>
                  <a:cubicBezTo>
                    <a:pt x="4022" y="4371"/>
                    <a:pt x="4022" y="4371"/>
                    <a:pt x="4030" y="4363"/>
                  </a:cubicBezTo>
                  <a:cubicBezTo>
                    <a:pt x="4032" y="4362"/>
                    <a:pt x="4035" y="4362"/>
                    <a:pt x="4037" y="4362"/>
                  </a:cubicBezTo>
                  <a:cubicBezTo>
                    <a:pt x="4056" y="4362"/>
                    <a:pt x="4094" y="4380"/>
                    <a:pt x="4113" y="4380"/>
                  </a:cubicBezTo>
                  <a:cubicBezTo>
                    <a:pt x="4115" y="4380"/>
                    <a:pt x="4118" y="4380"/>
                    <a:pt x="4120" y="4379"/>
                  </a:cubicBezTo>
                  <a:cubicBezTo>
                    <a:pt x="4152" y="4363"/>
                    <a:pt x="4152" y="4363"/>
                    <a:pt x="4111" y="4322"/>
                  </a:cubicBezTo>
                  <a:cubicBezTo>
                    <a:pt x="4100" y="4322"/>
                    <a:pt x="4085" y="4298"/>
                    <a:pt x="4093" y="4298"/>
                  </a:cubicBezTo>
                  <a:cubicBezTo>
                    <a:pt x="4097" y="4298"/>
                    <a:pt x="4105" y="4302"/>
                    <a:pt x="4120" y="4314"/>
                  </a:cubicBezTo>
                  <a:cubicBezTo>
                    <a:pt x="4120" y="4313"/>
                    <a:pt x="4122" y="4313"/>
                    <a:pt x="4125" y="4313"/>
                  </a:cubicBezTo>
                  <a:cubicBezTo>
                    <a:pt x="4137" y="4313"/>
                    <a:pt x="4165" y="4324"/>
                    <a:pt x="4192" y="4324"/>
                  </a:cubicBezTo>
                  <a:cubicBezTo>
                    <a:pt x="4204" y="4324"/>
                    <a:pt x="4216" y="4321"/>
                    <a:pt x="4225" y="4314"/>
                  </a:cubicBezTo>
                  <a:cubicBezTo>
                    <a:pt x="4274" y="4290"/>
                    <a:pt x="4274" y="4290"/>
                    <a:pt x="4241" y="4241"/>
                  </a:cubicBezTo>
                  <a:cubicBezTo>
                    <a:pt x="4203" y="4195"/>
                    <a:pt x="4187" y="4170"/>
                    <a:pt x="4191" y="4170"/>
                  </a:cubicBezTo>
                  <a:lnTo>
                    <a:pt x="4191" y="4170"/>
                  </a:lnTo>
                  <a:cubicBezTo>
                    <a:pt x="4194" y="4170"/>
                    <a:pt x="4214" y="4191"/>
                    <a:pt x="4249" y="4233"/>
                  </a:cubicBezTo>
                  <a:cubicBezTo>
                    <a:pt x="4295" y="4279"/>
                    <a:pt x="4320" y="4299"/>
                    <a:pt x="4327" y="4299"/>
                  </a:cubicBezTo>
                  <a:cubicBezTo>
                    <a:pt x="4333" y="4299"/>
                    <a:pt x="4328" y="4287"/>
                    <a:pt x="4314" y="4266"/>
                  </a:cubicBezTo>
                  <a:cubicBezTo>
                    <a:pt x="4298" y="4209"/>
                    <a:pt x="4298" y="4209"/>
                    <a:pt x="4306" y="4201"/>
                  </a:cubicBezTo>
                  <a:lnTo>
                    <a:pt x="4306" y="4201"/>
                  </a:lnTo>
                  <a:cubicBezTo>
                    <a:pt x="4320" y="4222"/>
                    <a:pt x="4330" y="4233"/>
                    <a:pt x="4335" y="4233"/>
                  </a:cubicBezTo>
                  <a:cubicBezTo>
                    <a:pt x="4342" y="4233"/>
                    <a:pt x="4343" y="4216"/>
                    <a:pt x="4338" y="4185"/>
                  </a:cubicBezTo>
                  <a:cubicBezTo>
                    <a:pt x="4341" y="4182"/>
                    <a:pt x="4342" y="4181"/>
                    <a:pt x="4344" y="4181"/>
                  </a:cubicBezTo>
                  <a:cubicBezTo>
                    <a:pt x="4349" y="4181"/>
                    <a:pt x="4356" y="4191"/>
                    <a:pt x="4379" y="4225"/>
                  </a:cubicBezTo>
                  <a:lnTo>
                    <a:pt x="4403" y="4209"/>
                  </a:lnTo>
                  <a:cubicBezTo>
                    <a:pt x="4380" y="4147"/>
                    <a:pt x="4403" y="4124"/>
                    <a:pt x="4435" y="4124"/>
                  </a:cubicBezTo>
                  <a:cubicBezTo>
                    <a:pt x="4458" y="4124"/>
                    <a:pt x="4484" y="4135"/>
                    <a:pt x="4501" y="4152"/>
                  </a:cubicBezTo>
                  <a:cubicBezTo>
                    <a:pt x="4501" y="4152"/>
                    <a:pt x="4509" y="4144"/>
                    <a:pt x="4493" y="4095"/>
                  </a:cubicBezTo>
                  <a:cubicBezTo>
                    <a:pt x="4467" y="4040"/>
                    <a:pt x="4457" y="4011"/>
                    <a:pt x="4463" y="4011"/>
                  </a:cubicBezTo>
                  <a:lnTo>
                    <a:pt x="4463" y="4011"/>
                  </a:lnTo>
                  <a:cubicBezTo>
                    <a:pt x="4468" y="4011"/>
                    <a:pt x="4486" y="4033"/>
                    <a:pt x="4517" y="4079"/>
                  </a:cubicBezTo>
                  <a:cubicBezTo>
                    <a:pt x="4545" y="4127"/>
                    <a:pt x="4559" y="4151"/>
                    <a:pt x="4560" y="4151"/>
                  </a:cubicBezTo>
                  <a:cubicBezTo>
                    <a:pt x="4562" y="4151"/>
                    <a:pt x="4550" y="4125"/>
                    <a:pt x="4525" y="4071"/>
                  </a:cubicBezTo>
                  <a:cubicBezTo>
                    <a:pt x="4512" y="4045"/>
                    <a:pt x="4522" y="4024"/>
                    <a:pt x="4541" y="4024"/>
                  </a:cubicBezTo>
                  <a:cubicBezTo>
                    <a:pt x="4558" y="4024"/>
                    <a:pt x="4583" y="4041"/>
                    <a:pt x="4606" y="4087"/>
                  </a:cubicBezTo>
                  <a:lnTo>
                    <a:pt x="4671" y="4185"/>
                  </a:lnTo>
                  <a:cubicBezTo>
                    <a:pt x="4647" y="4128"/>
                    <a:pt x="4663" y="4120"/>
                    <a:pt x="4663" y="4120"/>
                  </a:cubicBezTo>
                  <a:cubicBezTo>
                    <a:pt x="4630" y="4079"/>
                    <a:pt x="4638" y="4071"/>
                    <a:pt x="4671" y="4047"/>
                  </a:cubicBezTo>
                  <a:cubicBezTo>
                    <a:pt x="4695" y="4039"/>
                    <a:pt x="4711" y="3966"/>
                    <a:pt x="4728" y="3949"/>
                  </a:cubicBezTo>
                  <a:cubicBezTo>
                    <a:pt x="4741" y="3939"/>
                    <a:pt x="4756" y="3935"/>
                    <a:pt x="4771" y="3935"/>
                  </a:cubicBezTo>
                  <a:cubicBezTo>
                    <a:pt x="4791" y="3935"/>
                    <a:pt x="4811" y="3943"/>
                    <a:pt x="4825" y="3958"/>
                  </a:cubicBezTo>
                  <a:cubicBezTo>
                    <a:pt x="4841" y="3949"/>
                    <a:pt x="4849" y="3949"/>
                    <a:pt x="4841" y="3885"/>
                  </a:cubicBezTo>
                  <a:cubicBezTo>
                    <a:pt x="4828" y="3853"/>
                    <a:pt x="4829" y="3836"/>
                    <a:pt x="4839" y="3836"/>
                  </a:cubicBezTo>
                  <a:cubicBezTo>
                    <a:pt x="4846" y="3836"/>
                    <a:pt x="4859" y="3847"/>
                    <a:pt x="4874" y="3868"/>
                  </a:cubicBezTo>
                  <a:lnTo>
                    <a:pt x="4882" y="3860"/>
                  </a:lnTo>
                  <a:cubicBezTo>
                    <a:pt x="4874" y="3795"/>
                    <a:pt x="4890" y="3795"/>
                    <a:pt x="4890" y="3795"/>
                  </a:cubicBezTo>
                  <a:cubicBezTo>
                    <a:pt x="4906" y="3827"/>
                    <a:pt x="4928" y="3855"/>
                    <a:pt x="4938" y="3855"/>
                  </a:cubicBezTo>
                  <a:cubicBezTo>
                    <a:pt x="4943" y="3855"/>
                    <a:pt x="4944" y="3848"/>
                    <a:pt x="4938" y="3828"/>
                  </a:cubicBezTo>
                  <a:cubicBezTo>
                    <a:pt x="4906" y="3779"/>
                    <a:pt x="4922" y="3771"/>
                    <a:pt x="4938" y="3763"/>
                  </a:cubicBezTo>
                  <a:cubicBezTo>
                    <a:pt x="4942" y="3765"/>
                    <a:pt x="4948" y="3766"/>
                    <a:pt x="4955" y="3766"/>
                  </a:cubicBezTo>
                  <a:cubicBezTo>
                    <a:pt x="5044" y="3766"/>
                    <a:pt x="5350" y="3581"/>
                    <a:pt x="5319" y="3536"/>
                  </a:cubicBezTo>
                  <a:lnTo>
                    <a:pt x="5352" y="3512"/>
                  </a:lnTo>
                  <a:lnTo>
                    <a:pt x="5384" y="3495"/>
                  </a:lnTo>
                  <a:cubicBezTo>
                    <a:pt x="5406" y="3528"/>
                    <a:pt x="5423" y="3540"/>
                    <a:pt x="5436" y="3540"/>
                  </a:cubicBezTo>
                  <a:cubicBezTo>
                    <a:pt x="5463" y="3540"/>
                    <a:pt x="5474" y="3490"/>
                    <a:pt x="5474" y="3447"/>
                  </a:cubicBezTo>
                  <a:cubicBezTo>
                    <a:pt x="5457" y="3390"/>
                    <a:pt x="5465" y="3382"/>
                    <a:pt x="5474" y="3374"/>
                  </a:cubicBezTo>
                  <a:cubicBezTo>
                    <a:pt x="5506" y="3422"/>
                    <a:pt x="5530" y="3443"/>
                    <a:pt x="5546" y="3443"/>
                  </a:cubicBezTo>
                  <a:cubicBezTo>
                    <a:pt x="5561" y="3443"/>
                    <a:pt x="5567" y="3422"/>
                    <a:pt x="5563" y="3390"/>
                  </a:cubicBezTo>
                  <a:cubicBezTo>
                    <a:pt x="5537" y="3339"/>
                    <a:pt x="5527" y="3313"/>
                    <a:pt x="5533" y="3313"/>
                  </a:cubicBezTo>
                  <a:lnTo>
                    <a:pt x="5533" y="3313"/>
                  </a:lnTo>
                  <a:cubicBezTo>
                    <a:pt x="5538" y="3313"/>
                    <a:pt x="5556" y="3335"/>
                    <a:pt x="5587" y="3382"/>
                  </a:cubicBezTo>
                  <a:cubicBezTo>
                    <a:pt x="5610" y="3418"/>
                    <a:pt x="5628" y="3439"/>
                    <a:pt x="5636" y="3439"/>
                  </a:cubicBezTo>
                  <a:cubicBezTo>
                    <a:pt x="5647" y="3439"/>
                    <a:pt x="5638" y="3397"/>
                    <a:pt x="5595" y="3301"/>
                  </a:cubicBezTo>
                  <a:cubicBezTo>
                    <a:pt x="5587" y="3275"/>
                    <a:pt x="5583" y="3263"/>
                    <a:pt x="5587" y="3263"/>
                  </a:cubicBezTo>
                  <a:lnTo>
                    <a:pt x="5587" y="3263"/>
                  </a:lnTo>
                  <a:cubicBezTo>
                    <a:pt x="5590" y="3263"/>
                    <a:pt x="5600" y="3273"/>
                    <a:pt x="5619" y="3293"/>
                  </a:cubicBezTo>
                  <a:cubicBezTo>
                    <a:pt x="5659" y="3341"/>
                    <a:pt x="5680" y="3361"/>
                    <a:pt x="5685" y="3361"/>
                  </a:cubicBezTo>
                  <a:cubicBezTo>
                    <a:pt x="5689" y="3361"/>
                    <a:pt x="5683" y="3347"/>
                    <a:pt x="5668" y="3325"/>
                  </a:cubicBezTo>
                  <a:cubicBezTo>
                    <a:pt x="5642" y="3273"/>
                    <a:pt x="5635" y="3247"/>
                    <a:pt x="5643" y="3247"/>
                  </a:cubicBezTo>
                  <a:lnTo>
                    <a:pt x="5643" y="3247"/>
                  </a:lnTo>
                  <a:cubicBezTo>
                    <a:pt x="5651" y="3247"/>
                    <a:pt x="5670" y="3267"/>
                    <a:pt x="5701" y="3309"/>
                  </a:cubicBezTo>
                  <a:cubicBezTo>
                    <a:pt x="5742" y="3347"/>
                    <a:pt x="5764" y="3367"/>
                    <a:pt x="5770" y="3367"/>
                  </a:cubicBezTo>
                  <a:cubicBezTo>
                    <a:pt x="5777" y="3367"/>
                    <a:pt x="5763" y="3341"/>
                    <a:pt x="5733" y="3285"/>
                  </a:cubicBezTo>
                  <a:cubicBezTo>
                    <a:pt x="5705" y="3229"/>
                    <a:pt x="5709" y="3197"/>
                    <a:pt x="5730" y="3197"/>
                  </a:cubicBezTo>
                  <a:cubicBezTo>
                    <a:pt x="5746" y="3197"/>
                    <a:pt x="5770" y="3214"/>
                    <a:pt x="5798" y="3252"/>
                  </a:cubicBezTo>
                  <a:cubicBezTo>
                    <a:pt x="5799" y="3251"/>
                    <a:pt x="5801" y="3251"/>
                    <a:pt x="5803" y="3251"/>
                  </a:cubicBezTo>
                  <a:cubicBezTo>
                    <a:pt x="5813" y="3251"/>
                    <a:pt x="5828" y="3260"/>
                    <a:pt x="5833" y="3260"/>
                  </a:cubicBezTo>
                  <a:cubicBezTo>
                    <a:pt x="5836" y="3260"/>
                    <a:pt x="5835" y="3255"/>
                    <a:pt x="5822" y="3236"/>
                  </a:cubicBezTo>
                  <a:lnTo>
                    <a:pt x="5822" y="3236"/>
                  </a:lnTo>
                  <a:lnTo>
                    <a:pt x="5863" y="3276"/>
                  </a:lnTo>
                  <a:lnTo>
                    <a:pt x="5887" y="3260"/>
                  </a:lnTo>
                  <a:lnTo>
                    <a:pt x="5855" y="3220"/>
                  </a:lnTo>
                  <a:cubicBezTo>
                    <a:pt x="5919" y="3212"/>
                    <a:pt x="5984" y="3204"/>
                    <a:pt x="6041" y="3171"/>
                  </a:cubicBezTo>
                  <a:cubicBezTo>
                    <a:pt x="6163" y="3106"/>
                    <a:pt x="6179" y="3090"/>
                    <a:pt x="6138" y="3049"/>
                  </a:cubicBezTo>
                  <a:cubicBezTo>
                    <a:pt x="6099" y="3001"/>
                    <a:pt x="6088" y="2974"/>
                    <a:pt x="6098" y="2974"/>
                  </a:cubicBezTo>
                  <a:cubicBezTo>
                    <a:pt x="6106" y="2974"/>
                    <a:pt x="6130" y="2993"/>
                    <a:pt x="6163" y="3033"/>
                  </a:cubicBezTo>
                  <a:cubicBezTo>
                    <a:pt x="6163" y="3033"/>
                    <a:pt x="6165" y="3032"/>
                    <a:pt x="6166" y="3032"/>
                  </a:cubicBezTo>
                  <a:cubicBezTo>
                    <a:pt x="6178" y="3032"/>
                    <a:pt x="6212" y="3053"/>
                    <a:pt x="6232" y="3053"/>
                  </a:cubicBezTo>
                  <a:cubicBezTo>
                    <a:pt x="6237" y="3053"/>
                    <a:pt x="6241" y="3052"/>
                    <a:pt x="6244" y="3049"/>
                  </a:cubicBezTo>
                  <a:cubicBezTo>
                    <a:pt x="6255" y="3046"/>
                    <a:pt x="6266" y="3040"/>
                    <a:pt x="6278" y="3040"/>
                  </a:cubicBezTo>
                  <a:cubicBezTo>
                    <a:pt x="6292" y="3040"/>
                    <a:pt x="6307" y="3048"/>
                    <a:pt x="6325" y="3074"/>
                  </a:cubicBezTo>
                  <a:lnTo>
                    <a:pt x="6333" y="3066"/>
                  </a:lnTo>
                  <a:cubicBezTo>
                    <a:pt x="6300" y="2980"/>
                    <a:pt x="6337" y="2937"/>
                    <a:pt x="6386" y="2937"/>
                  </a:cubicBezTo>
                  <a:cubicBezTo>
                    <a:pt x="6398" y="2937"/>
                    <a:pt x="6410" y="2940"/>
                    <a:pt x="6422" y="2944"/>
                  </a:cubicBezTo>
                  <a:cubicBezTo>
                    <a:pt x="6446" y="2936"/>
                    <a:pt x="6455" y="2928"/>
                    <a:pt x="6446" y="2863"/>
                  </a:cubicBezTo>
                  <a:cubicBezTo>
                    <a:pt x="6442" y="2832"/>
                    <a:pt x="6440" y="2818"/>
                    <a:pt x="6446" y="2818"/>
                  </a:cubicBezTo>
                  <a:lnTo>
                    <a:pt x="6446" y="2818"/>
                  </a:lnTo>
                  <a:cubicBezTo>
                    <a:pt x="6450" y="2818"/>
                    <a:pt x="6460" y="2828"/>
                    <a:pt x="6479" y="2847"/>
                  </a:cubicBezTo>
                  <a:cubicBezTo>
                    <a:pt x="6493" y="2868"/>
                    <a:pt x="6520" y="2882"/>
                    <a:pt x="6540" y="2882"/>
                  </a:cubicBezTo>
                  <a:cubicBezTo>
                    <a:pt x="6566" y="2882"/>
                    <a:pt x="6580" y="2860"/>
                    <a:pt x="6544" y="2806"/>
                  </a:cubicBezTo>
                  <a:lnTo>
                    <a:pt x="6544" y="2806"/>
                  </a:lnTo>
                  <a:lnTo>
                    <a:pt x="6584" y="2847"/>
                  </a:lnTo>
                  <a:cubicBezTo>
                    <a:pt x="6595" y="2860"/>
                    <a:pt x="6602" y="2865"/>
                    <a:pt x="6606" y="2865"/>
                  </a:cubicBezTo>
                  <a:cubicBezTo>
                    <a:pt x="6615" y="2865"/>
                    <a:pt x="6600" y="2826"/>
                    <a:pt x="6576" y="2790"/>
                  </a:cubicBezTo>
                  <a:cubicBezTo>
                    <a:pt x="6549" y="2744"/>
                    <a:pt x="6537" y="2718"/>
                    <a:pt x="6542" y="2718"/>
                  </a:cubicBezTo>
                  <a:lnTo>
                    <a:pt x="6542" y="2718"/>
                  </a:lnTo>
                  <a:cubicBezTo>
                    <a:pt x="6547" y="2718"/>
                    <a:pt x="6574" y="2750"/>
                    <a:pt x="6625" y="2822"/>
                  </a:cubicBezTo>
                  <a:cubicBezTo>
                    <a:pt x="6661" y="2877"/>
                    <a:pt x="6679" y="2898"/>
                    <a:pt x="6685" y="2898"/>
                  </a:cubicBezTo>
                  <a:cubicBezTo>
                    <a:pt x="6689" y="2898"/>
                    <a:pt x="6684" y="2885"/>
                    <a:pt x="6673" y="2863"/>
                  </a:cubicBezTo>
                  <a:cubicBezTo>
                    <a:pt x="6655" y="2826"/>
                    <a:pt x="6641" y="2784"/>
                    <a:pt x="6653" y="2784"/>
                  </a:cubicBezTo>
                  <a:cubicBezTo>
                    <a:pt x="6657" y="2784"/>
                    <a:pt x="6664" y="2788"/>
                    <a:pt x="6673" y="2798"/>
                  </a:cubicBezTo>
                  <a:cubicBezTo>
                    <a:pt x="6682" y="2790"/>
                    <a:pt x="6698" y="2782"/>
                    <a:pt x="6633" y="2693"/>
                  </a:cubicBezTo>
                  <a:cubicBezTo>
                    <a:pt x="6601" y="2644"/>
                    <a:pt x="6617" y="2636"/>
                    <a:pt x="6625" y="2628"/>
                  </a:cubicBezTo>
                  <a:lnTo>
                    <a:pt x="6625" y="2628"/>
                  </a:lnTo>
                  <a:cubicBezTo>
                    <a:pt x="6649" y="2660"/>
                    <a:pt x="6665" y="2693"/>
                    <a:pt x="6673" y="2733"/>
                  </a:cubicBezTo>
                  <a:lnTo>
                    <a:pt x="6698" y="2717"/>
                  </a:lnTo>
                  <a:cubicBezTo>
                    <a:pt x="6699" y="2716"/>
                    <a:pt x="6700" y="2716"/>
                    <a:pt x="6701" y="2716"/>
                  </a:cubicBezTo>
                  <a:cubicBezTo>
                    <a:pt x="6715" y="2716"/>
                    <a:pt x="6765" y="2754"/>
                    <a:pt x="6787" y="2798"/>
                  </a:cubicBezTo>
                  <a:cubicBezTo>
                    <a:pt x="6802" y="2813"/>
                    <a:pt x="6814" y="2822"/>
                    <a:pt x="6819" y="2822"/>
                  </a:cubicBezTo>
                  <a:cubicBezTo>
                    <a:pt x="6827" y="2822"/>
                    <a:pt x="6817" y="2797"/>
                    <a:pt x="6771" y="2741"/>
                  </a:cubicBezTo>
                  <a:cubicBezTo>
                    <a:pt x="6706" y="2644"/>
                    <a:pt x="6706" y="2644"/>
                    <a:pt x="6730" y="2628"/>
                  </a:cubicBezTo>
                  <a:cubicBezTo>
                    <a:pt x="6732" y="2628"/>
                    <a:pt x="6735" y="2627"/>
                    <a:pt x="6738" y="2627"/>
                  </a:cubicBezTo>
                  <a:cubicBezTo>
                    <a:pt x="6747" y="2627"/>
                    <a:pt x="6763" y="2632"/>
                    <a:pt x="6787" y="2668"/>
                  </a:cubicBezTo>
                  <a:cubicBezTo>
                    <a:pt x="6802" y="2699"/>
                    <a:pt x="6808" y="2711"/>
                    <a:pt x="6816" y="2711"/>
                  </a:cubicBezTo>
                  <a:cubicBezTo>
                    <a:pt x="6821" y="2711"/>
                    <a:pt x="6827" y="2707"/>
                    <a:pt x="6836" y="2701"/>
                  </a:cubicBezTo>
                  <a:cubicBezTo>
                    <a:pt x="6868" y="2685"/>
                    <a:pt x="6811" y="2522"/>
                    <a:pt x="6763" y="2417"/>
                  </a:cubicBezTo>
                  <a:cubicBezTo>
                    <a:pt x="6730" y="2367"/>
                    <a:pt x="6713" y="2343"/>
                    <a:pt x="6715" y="2343"/>
                  </a:cubicBezTo>
                  <a:lnTo>
                    <a:pt x="6715" y="2343"/>
                  </a:lnTo>
                  <a:cubicBezTo>
                    <a:pt x="6717" y="2343"/>
                    <a:pt x="6735" y="2365"/>
                    <a:pt x="6771" y="2409"/>
                  </a:cubicBezTo>
                  <a:cubicBezTo>
                    <a:pt x="6791" y="2439"/>
                    <a:pt x="6802" y="2448"/>
                    <a:pt x="6809" y="2448"/>
                  </a:cubicBezTo>
                  <a:cubicBezTo>
                    <a:pt x="6813" y="2448"/>
                    <a:pt x="6816" y="2444"/>
                    <a:pt x="6819" y="2441"/>
                  </a:cubicBezTo>
                  <a:cubicBezTo>
                    <a:pt x="6811" y="2428"/>
                    <a:pt x="6810" y="2423"/>
                    <a:pt x="6812" y="2423"/>
                  </a:cubicBezTo>
                  <a:lnTo>
                    <a:pt x="6812" y="2423"/>
                  </a:lnTo>
                  <a:cubicBezTo>
                    <a:pt x="6816" y="2423"/>
                    <a:pt x="6830" y="2441"/>
                    <a:pt x="6819" y="2441"/>
                  </a:cubicBezTo>
                  <a:cubicBezTo>
                    <a:pt x="6852" y="2490"/>
                    <a:pt x="6844" y="2498"/>
                    <a:pt x="6828" y="2506"/>
                  </a:cubicBezTo>
                  <a:lnTo>
                    <a:pt x="6860" y="2555"/>
                  </a:lnTo>
                  <a:cubicBezTo>
                    <a:pt x="6893" y="2596"/>
                    <a:pt x="6913" y="2616"/>
                    <a:pt x="6920" y="2616"/>
                  </a:cubicBezTo>
                  <a:cubicBezTo>
                    <a:pt x="6928" y="2616"/>
                    <a:pt x="6919" y="2588"/>
                    <a:pt x="6892" y="2531"/>
                  </a:cubicBezTo>
                  <a:cubicBezTo>
                    <a:pt x="6884" y="2505"/>
                    <a:pt x="6880" y="2493"/>
                    <a:pt x="6884" y="2493"/>
                  </a:cubicBezTo>
                  <a:lnTo>
                    <a:pt x="6884" y="2493"/>
                  </a:lnTo>
                  <a:cubicBezTo>
                    <a:pt x="6887" y="2493"/>
                    <a:pt x="6897" y="2503"/>
                    <a:pt x="6917" y="2522"/>
                  </a:cubicBezTo>
                  <a:cubicBezTo>
                    <a:pt x="6944" y="2550"/>
                    <a:pt x="6971" y="2577"/>
                    <a:pt x="6976" y="2577"/>
                  </a:cubicBezTo>
                  <a:cubicBezTo>
                    <a:pt x="6979" y="2577"/>
                    <a:pt x="6976" y="2571"/>
                    <a:pt x="6965" y="2555"/>
                  </a:cubicBezTo>
                  <a:cubicBezTo>
                    <a:pt x="6965" y="2555"/>
                    <a:pt x="6967" y="2554"/>
                    <a:pt x="6971" y="2554"/>
                  </a:cubicBezTo>
                  <a:cubicBezTo>
                    <a:pt x="6981" y="2554"/>
                    <a:pt x="7001" y="2558"/>
                    <a:pt x="7030" y="2587"/>
                  </a:cubicBezTo>
                  <a:cubicBezTo>
                    <a:pt x="7055" y="2571"/>
                    <a:pt x="7063" y="2563"/>
                    <a:pt x="7030" y="2514"/>
                  </a:cubicBezTo>
                  <a:cubicBezTo>
                    <a:pt x="7006" y="2466"/>
                    <a:pt x="7014" y="2466"/>
                    <a:pt x="7022" y="2458"/>
                  </a:cubicBezTo>
                  <a:cubicBezTo>
                    <a:pt x="7038" y="2450"/>
                    <a:pt x="7046" y="2441"/>
                    <a:pt x="7014" y="2393"/>
                  </a:cubicBezTo>
                  <a:cubicBezTo>
                    <a:pt x="6990" y="2344"/>
                    <a:pt x="6965" y="2295"/>
                    <a:pt x="6990" y="2279"/>
                  </a:cubicBezTo>
                  <a:cubicBezTo>
                    <a:pt x="6986" y="2254"/>
                    <a:pt x="6984" y="2240"/>
                    <a:pt x="6989" y="2240"/>
                  </a:cubicBezTo>
                  <a:lnTo>
                    <a:pt x="6989" y="2240"/>
                  </a:lnTo>
                  <a:cubicBezTo>
                    <a:pt x="6996" y="2240"/>
                    <a:pt x="7014" y="2262"/>
                    <a:pt x="7055" y="2312"/>
                  </a:cubicBezTo>
                  <a:cubicBezTo>
                    <a:pt x="7070" y="2342"/>
                    <a:pt x="7082" y="2350"/>
                    <a:pt x="7091" y="2350"/>
                  </a:cubicBezTo>
                  <a:cubicBezTo>
                    <a:pt x="7096" y="2350"/>
                    <a:pt x="7100" y="2347"/>
                    <a:pt x="7103" y="2344"/>
                  </a:cubicBezTo>
                  <a:cubicBezTo>
                    <a:pt x="7103" y="2344"/>
                    <a:pt x="7104" y="2343"/>
                    <a:pt x="7106" y="2343"/>
                  </a:cubicBezTo>
                  <a:cubicBezTo>
                    <a:pt x="7111" y="2343"/>
                    <a:pt x="7125" y="2348"/>
                    <a:pt x="7160" y="2377"/>
                  </a:cubicBezTo>
                  <a:cubicBezTo>
                    <a:pt x="7172" y="2388"/>
                    <a:pt x="7177" y="2393"/>
                    <a:pt x="7179" y="2393"/>
                  </a:cubicBezTo>
                  <a:cubicBezTo>
                    <a:pt x="7182" y="2393"/>
                    <a:pt x="7159" y="2363"/>
                    <a:pt x="7136" y="2328"/>
                  </a:cubicBezTo>
                  <a:lnTo>
                    <a:pt x="7079" y="2231"/>
                  </a:lnTo>
                  <a:cubicBezTo>
                    <a:pt x="7079" y="2230"/>
                    <a:pt x="7080" y="2230"/>
                    <a:pt x="7080" y="2230"/>
                  </a:cubicBezTo>
                  <a:cubicBezTo>
                    <a:pt x="7093" y="2230"/>
                    <a:pt x="7161" y="2314"/>
                    <a:pt x="7192" y="2360"/>
                  </a:cubicBezTo>
                  <a:cubicBezTo>
                    <a:pt x="7224" y="2404"/>
                    <a:pt x="7240" y="2426"/>
                    <a:pt x="7242" y="2426"/>
                  </a:cubicBezTo>
                  <a:cubicBezTo>
                    <a:pt x="7244" y="2426"/>
                    <a:pt x="7229" y="2402"/>
                    <a:pt x="7200" y="2352"/>
                  </a:cubicBezTo>
                  <a:cubicBezTo>
                    <a:pt x="7175" y="2315"/>
                    <a:pt x="7160" y="2277"/>
                    <a:pt x="7177" y="2277"/>
                  </a:cubicBezTo>
                  <a:cubicBezTo>
                    <a:pt x="7182" y="2277"/>
                    <a:pt x="7190" y="2280"/>
                    <a:pt x="7200" y="2287"/>
                  </a:cubicBezTo>
                  <a:cubicBezTo>
                    <a:pt x="7211" y="2280"/>
                    <a:pt x="7222" y="2275"/>
                    <a:pt x="7232" y="2275"/>
                  </a:cubicBezTo>
                  <a:cubicBezTo>
                    <a:pt x="7246" y="2275"/>
                    <a:pt x="7260" y="2284"/>
                    <a:pt x="7273" y="2312"/>
                  </a:cubicBezTo>
                  <a:cubicBezTo>
                    <a:pt x="7284" y="2322"/>
                    <a:pt x="7291" y="2326"/>
                    <a:pt x="7295" y="2326"/>
                  </a:cubicBezTo>
                  <a:cubicBezTo>
                    <a:pt x="7307" y="2326"/>
                    <a:pt x="7298" y="2295"/>
                    <a:pt x="7298" y="2295"/>
                  </a:cubicBezTo>
                  <a:cubicBezTo>
                    <a:pt x="7288" y="2261"/>
                    <a:pt x="7287" y="2244"/>
                    <a:pt x="7303" y="2244"/>
                  </a:cubicBezTo>
                  <a:cubicBezTo>
                    <a:pt x="7313" y="2244"/>
                    <a:pt x="7330" y="2251"/>
                    <a:pt x="7355" y="2263"/>
                  </a:cubicBezTo>
                  <a:cubicBezTo>
                    <a:pt x="7406" y="2292"/>
                    <a:pt x="7434" y="2308"/>
                    <a:pt x="7444" y="2308"/>
                  </a:cubicBezTo>
                  <a:cubicBezTo>
                    <a:pt x="7457" y="2308"/>
                    <a:pt x="7443" y="2284"/>
                    <a:pt x="7411" y="2231"/>
                  </a:cubicBezTo>
                  <a:cubicBezTo>
                    <a:pt x="7392" y="2202"/>
                    <a:pt x="7373" y="2173"/>
                    <a:pt x="7376" y="2173"/>
                  </a:cubicBezTo>
                  <a:lnTo>
                    <a:pt x="7376" y="2173"/>
                  </a:lnTo>
                  <a:cubicBezTo>
                    <a:pt x="7378" y="2173"/>
                    <a:pt x="7390" y="2186"/>
                    <a:pt x="7419" y="2222"/>
                  </a:cubicBezTo>
                  <a:cubicBezTo>
                    <a:pt x="7430" y="2233"/>
                    <a:pt x="7436" y="2237"/>
                    <a:pt x="7440" y="2237"/>
                  </a:cubicBezTo>
                  <a:cubicBezTo>
                    <a:pt x="7452" y="2237"/>
                    <a:pt x="7440" y="2198"/>
                    <a:pt x="7428" y="2150"/>
                  </a:cubicBezTo>
                  <a:cubicBezTo>
                    <a:pt x="7403" y="2085"/>
                    <a:pt x="7363" y="2012"/>
                    <a:pt x="7322" y="1955"/>
                  </a:cubicBezTo>
                  <a:cubicBezTo>
                    <a:pt x="7281" y="1893"/>
                    <a:pt x="7266" y="1871"/>
                    <a:pt x="7275" y="1871"/>
                  </a:cubicBezTo>
                  <a:cubicBezTo>
                    <a:pt x="7280" y="1871"/>
                    <a:pt x="7293" y="1878"/>
                    <a:pt x="7314" y="1890"/>
                  </a:cubicBezTo>
                  <a:cubicBezTo>
                    <a:pt x="7315" y="1889"/>
                    <a:pt x="7316" y="1889"/>
                    <a:pt x="7317" y="1889"/>
                  </a:cubicBezTo>
                  <a:cubicBezTo>
                    <a:pt x="7329" y="1889"/>
                    <a:pt x="7365" y="1927"/>
                    <a:pt x="7395" y="1971"/>
                  </a:cubicBezTo>
                  <a:cubicBezTo>
                    <a:pt x="7428" y="2020"/>
                    <a:pt x="7411" y="2028"/>
                    <a:pt x="7411" y="2028"/>
                  </a:cubicBezTo>
                  <a:lnTo>
                    <a:pt x="7403" y="2036"/>
                  </a:lnTo>
                  <a:cubicBezTo>
                    <a:pt x="7431" y="2078"/>
                    <a:pt x="7453" y="2120"/>
                    <a:pt x="7474" y="2120"/>
                  </a:cubicBezTo>
                  <a:cubicBezTo>
                    <a:pt x="7478" y="2120"/>
                    <a:pt x="7481" y="2119"/>
                    <a:pt x="7484" y="2117"/>
                  </a:cubicBezTo>
                  <a:cubicBezTo>
                    <a:pt x="7502" y="2135"/>
                    <a:pt x="7515" y="2143"/>
                    <a:pt x="7521" y="2143"/>
                  </a:cubicBezTo>
                  <a:cubicBezTo>
                    <a:pt x="7530" y="2143"/>
                    <a:pt x="7527" y="2128"/>
                    <a:pt x="7509" y="2101"/>
                  </a:cubicBezTo>
                  <a:lnTo>
                    <a:pt x="7509" y="2101"/>
                  </a:lnTo>
                  <a:cubicBezTo>
                    <a:pt x="7529" y="2125"/>
                    <a:pt x="7545" y="2133"/>
                    <a:pt x="7558" y="2133"/>
                  </a:cubicBezTo>
                  <a:cubicBezTo>
                    <a:pt x="7571" y="2133"/>
                    <a:pt x="7582" y="2125"/>
                    <a:pt x="7590" y="2117"/>
                  </a:cubicBezTo>
                  <a:cubicBezTo>
                    <a:pt x="7603" y="2107"/>
                    <a:pt x="7618" y="2102"/>
                    <a:pt x="7633" y="2102"/>
                  </a:cubicBezTo>
                  <a:cubicBezTo>
                    <a:pt x="7653" y="2102"/>
                    <a:pt x="7673" y="2111"/>
                    <a:pt x="7687" y="2125"/>
                  </a:cubicBezTo>
                  <a:cubicBezTo>
                    <a:pt x="7711" y="2117"/>
                    <a:pt x="7719" y="2109"/>
                    <a:pt x="7687" y="2060"/>
                  </a:cubicBezTo>
                  <a:cubicBezTo>
                    <a:pt x="7652" y="2001"/>
                    <a:pt x="7642" y="1978"/>
                    <a:pt x="7646" y="1978"/>
                  </a:cubicBezTo>
                  <a:lnTo>
                    <a:pt x="7646" y="1978"/>
                  </a:lnTo>
                  <a:cubicBezTo>
                    <a:pt x="7649" y="1978"/>
                    <a:pt x="7658" y="1988"/>
                    <a:pt x="7671" y="2004"/>
                  </a:cubicBezTo>
                  <a:cubicBezTo>
                    <a:pt x="7700" y="2042"/>
                    <a:pt x="7743" y="2059"/>
                    <a:pt x="7783" y="2059"/>
                  </a:cubicBezTo>
                  <a:cubicBezTo>
                    <a:pt x="7844" y="2059"/>
                    <a:pt x="7895" y="2019"/>
                    <a:pt x="7865" y="1955"/>
                  </a:cubicBezTo>
                  <a:lnTo>
                    <a:pt x="7890" y="1947"/>
                  </a:lnTo>
                  <a:cubicBezTo>
                    <a:pt x="7902" y="1955"/>
                    <a:pt x="7915" y="1958"/>
                    <a:pt x="7928" y="1958"/>
                  </a:cubicBezTo>
                  <a:cubicBezTo>
                    <a:pt x="7966" y="1958"/>
                    <a:pt x="7999" y="1927"/>
                    <a:pt x="7987" y="1890"/>
                  </a:cubicBezTo>
                  <a:lnTo>
                    <a:pt x="8019" y="1866"/>
                  </a:lnTo>
                  <a:cubicBezTo>
                    <a:pt x="8040" y="1883"/>
                    <a:pt x="8054" y="1891"/>
                    <a:pt x="8063" y="1891"/>
                  </a:cubicBezTo>
                  <a:cubicBezTo>
                    <a:pt x="8075" y="1891"/>
                    <a:pt x="8074" y="1875"/>
                    <a:pt x="8060" y="1841"/>
                  </a:cubicBezTo>
                  <a:cubicBezTo>
                    <a:pt x="8048" y="1801"/>
                    <a:pt x="8029" y="1765"/>
                    <a:pt x="8030" y="1765"/>
                  </a:cubicBezTo>
                  <a:lnTo>
                    <a:pt x="8030" y="1765"/>
                  </a:lnTo>
                  <a:cubicBezTo>
                    <a:pt x="8030" y="1765"/>
                    <a:pt x="8034" y="1771"/>
                    <a:pt x="8044" y="1785"/>
                  </a:cubicBezTo>
                  <a:cubicBezTo>
                    <a:pt x="8060" y="1809"/>
                    <a:pt x="8072" y="1819"/>
                    <a:pt x="8086" y="1819"/>
                  </a:cubicBezTo>
                  <a:cubicBezTo>
                    <a:pt x="8100" y="1819"/>
                    <a:pt x="8117" y="1809"/>
                    <a:pt x="8141" y="1793"/>
                  </a:cubicBezTo>
                  <a:cubicBezTo>
                    <a:pt x="8182" y="1768"/>
                    <a:pt x="8182" y="1768"/>
                    <a:pt x="8141" y="1728"/>
                  </a:cubicBezTo>
                  <a:cubicBezTo>
                    <a:pt x="8144" y="1701"/>
                    <a:pt x="8150" y="1691"/>
                    <a:pt x="8159" y="1691"/>
                  </a:cubicBezTo>
                  <a:cubicBezTo>
                    <a:pt x="8173" y="1691"/>
                    <a:pt x="8193" y="1721"/>
                    <a:pt x="8214" y="1752"/>
                  </a:cubicBezTo>
                  <a:cubicBezTo>
                    <a:pt x="8235" y="1794"/>
                    <a:pt x="8251" y="1816"/>
                    <a:pt x="8257" y="1816"/>
                  </a:cubicBezTo>
                  <a:cubicBezTo>
                    <a:pt x="8264" y="1816"/>
                    <a:pt x="8252" y="1776"/>
                    <a:pt x="8206" y="1687"/>
                  </a:cubicBezTo>
                  <a:cubicBezTo>
                    <a:pt x="8175" y="1625"/>
                    <a:pt x="8170" y="1596"/>
                    <a:pt x="8179" y="1596"/>
                  </a:cubicBezTo>
                  <a:cubicBezTo>
                    <a:pt x="8185" y="1596"/>
                    <a:pt x="8194" y="1605"/>
                    <a:pt x="8206" y="1623"/>
                  </a:cubicBezTo>
                  <a:cubicBezTo>
                    <a:pt x="8238" y="1671"/>
                    <a:pt x="8230" y="1679"/>
                    <a:pt x="8214" y="1687"/>
                  </a:cubicBezTo>
                  <a:lnTo>
                    <a:pt x="8279" y="1777"/>
                  </a:lnTo>
                  <a:cubicBezTo>
                    <a:pt x="8287" y="1777"/>
                    <a:pt x="8287" y="1777"/>
                    <a:pt x="8271" y="1720"/>
                  </a:cubicBezTo>
                  <a:cubicBezTo>
                    <a:pt x="8271" y="1720"/>
                    <a:pt x="8279" y="1712"/>
                    <a:pt x="8263" y="1655"/>
                  </a:cubicBezTo>
                  <a:cubicBezTo>
                    <a:pt x="8238" y="1606"/>
                    <a:pt x="8206" y="1558"/>
                    <a:pt x="8165" y="1517"/>
                  </a:cubicBezTo>
                  <a:cubicBezTo>
                    <a:pt x="8125" y="1477"/>
                    <a:pt x="8141" y="1468"/>
                    <a:pt x="8149" y="1460"/>
                  </a:cubicBezTo>
                  <a:lnTo>
                    <a:pt x="8149" y="1460"/>
                  </a:lnTo>
                  <a:cubicBezTo>
                    <a:pt x="8198" y="1493"/>
                    <a:pt x="8230" y="1541"/>
                    <a:pt x="8255" y="1598"/>
                  </a:cubicBezTo>
                  <a:cubicBezTo>
                    <a:pt x="8238" y="1606"/>
                    <a:pt x="8271" y="1655"/>
                    <a:pt x="8303" y="1704"/>
                  </a:cubicBezTo>
                  <a:cubicBezTo>
                    <a:pt x="8308" y="1709"/>
                    <a:pt x="8311" y="1712"/>
                    <a:pt x="8314" y="1712"/>
                  </a:cubicBezTo>
                  <a:cubicBezTo>
                    <a:pt x="8333" y="1712"/>
                    <a:pt x="8321" y="1608"/>
                    <a:pt x="8279" y="1517"/>
                  </a:cubicBezTo>
                  <a:lnTo>
                    <a:pt x="8279" y="1517"/>
                  </a:lnTo>
                  <a:lnTo>
                    <a:pt x="8303" y="1566"/>
                  </a:lnTo>
                  <a:cubicBezTo>
                    <a:pt x="8321" y="1592"/>
                    <a:pt x="8336" y="1599"/>
                    <a:pt x="8348" y="1599"/>
                  </a:cubicBezTo>
                  <a:cubicBezTo>
                    <a:pt x="8359" y="1599"/>
                    <a:pt x="8369" y="1594"/>
                    <a:pt x="8376" y="1590"/>
                  </a:cubicBezTo>
                  <a:cubicBezTo>
                    <a:pt x="8400" y="1574"/>
                    <a:pt x="8417" y="1566"/>
                    <a:pt x="8384" y="1517"/>
                  </a:cubicBezTo>
                  <a:cubicBezTo>
                    <a:pt x="8352" y="1468"/>
                    <a:pt x="8319" y="1428"/>
                    <a:pt x="8336" y="1420"/>
                  </a:cubicBezTo>
                  <a:lnTo>
                    <a:pt x="8336" y="1420"/>
                  </a:lnTo>
                  <a:cubicBezTo>
                    <a:pt x="8334" y="1420"/>
                    <a:pt x="8333" y="1421"/>
                    <a:pt x="8332" y="1421"/>
                  </a:cubicBezTo>
                  <a:cubicBezTo>
                    <a:pt x="8315" y="1421"/>
                    <a:pt x="8285" y="1376"/>
                    <a:pt x="8263" y="1331"/>
                  </a:cubicBezTo>
                  <a:lnTo>
                    <a:pt x="8263" y="1331"/>
                  </a:lnTo>
                  <a:cubicBezTo>
                    <a:pt x="8295" y="1355"/>
                    <a:pt x="8327" y="1379"/>
                    <a:pt x="8352" y="1404"/>
                  </a:cubicBezTo>
                  <a:cubicBezTo>
                    <a:pt x="8414" y="1466"/>
                    <a:pt x="8462" y="1504"/>
                    <a:pt x="8499" y="1504"/>
                  </a:cubicBezTo>
                  <a:cubicBezTo>
                    <a:pt x="8510" y="1504"/>
                    <a:pt x="8521" y="1500"/>
                    <a:pt x="8530" y="1493"/>
                  </a:cubicBezTo>
                  <a:cubicBezTo>
                    <a:pt x="8543" y="1483"/>
                    <a:pt x="8557" y="1479"/>
                    <a:pt x="8571" y="1479"/>
                  </a:cubicBezTo>
                  <a:cubicBezTo>
                    <a:pt x="8592" y="1479"/>
                    <a:pt x="8613" y="1489"/>
                    <a:pt x="8627" y="1509"/>
                  </a:cubicBezTo>
                  <a:cubicBezTo>
                    <a:pt x="8652" y="1493"/>
                    <a:pt x="8660" y="1485"/>
                    <a:pt x="8627" y="1436"/>
                  </a:cubicBezTo>
                  <a:lnTo>
                    <a:pt x="8652" y="1428"/>
                  </a:lnTo>
                  <a:cubicBezTo>
                    <a:pt x="8668" y="1444"/>
                    <a:pt x="8681" y="1451"/>
                    <a:pt x="8689" y="1451"/>
                  </a:cubicBezTo>
                  <a:cubicBezTo>
                    <a:pt x="8703" y="1451"/>
                    <a:pt x="8704" y="1433"/>
                    <a:pt x="8684" y="1404"/>
                  </a:cubicBezTo>
                  <a:cubicBezTo>
                    <a:pt x="8678" y="1385"/>
                    <a:pt x="8680" y="1379"/>
                    <a:pt x="8686" y="1379"/>
                  </a:cubicBezTo>
                  <a:cubicBezTo>
                    <a:pt x="8693" y="1379"/>
                    <a:pt x="8707" y="1389"/>
                    <a:pt x="8713" y="1389"/>
                  </a:cubicBezTo>
                  <a:cubicBezTo>
                    <a:pt x="8715" y="1389"/>
                    <a:pt x="8716" y="1388"/>
                    <a:pt x="8717" y="1387"/>
                  </a:cubicBezTo>
                  <a:cubicBezTo>
                    <a:pt x="8752" y="1423"/>
                    <a:pt x="8772" y="1443"/>
                    <a:pt x="8775" y="1443"/>
                  </a:cubicBezTo>
                  <a:cubicBezTo>
                    <a:pt x="8779" y="1443"/>
                    <a:pt x="8755" y="1409"/>
                    <a:pt x="8700" y="1331"/>
                  </a:cubicBezTo>
                  <a:cubicBezTo>
                    <a:pt x="8671" y="1287"/>
                    <a:pt x="8629" y="1256"/>
                    <a:pt x="8609" y="1256"/>
                  </a:cubicBezTo>
                  <a:cubicBezTo>
                    <a:pt x="8607" y="1256"/>
                    <a:pt x="8605" y="1257"/>
                    <a:pt x="8603" y="1258"/>
                  </a:cubicBezTo>
                  <a:lnTo>
                    <a:pt x="8571" y="1274"/>
                  </a:lnTo>
                  <a:lnTo>
                    <a:pt x="8571" y="1209"/>
                  </a:lnTo>
                  <a:cubicBezTo>
                    <a:pt x="8587" y="1201"/>
                    <a:pt x="8579" y="1144"/>
                    <a:pt x="8546" y="1096"/>
                  </a:cubicBezTo>
                  <a:cubicBezTo>
                    <a:pt x="8546" y="1096"/>
                    <a:pt x="8514" y="1047"/>
                    <a:pt x="8530" y="1039"/>
                  </a:cubicBezTo>
                  <a:lnTo>
                    <a:pt x="8530" y="1039"/>
                  </a:lnTo>
                  <a:lnTo>
                    <a:pt x="8587" y="1136"/>
                  </a:lnTo>
                  <a:cubicBezTo>
                    <a:pt x="8611" y="1185"/>
                    <a:pt x="8636" y="1233"/>
                    <a:pt x="8668" y="1282"/>
                  </a:cubicBezTo>
                  <a:cubicBezTo>
                    <a:pt x="8710" y="1333"/>
                    <a:pt x="8749" y="1366"/>
                    <a:pt x="8763" y="1366"/>
                  </a:cubicBezTo>
                  <a:cubicBezTo>
                    <a:pt x="8773" y="1366"/>
                    <a:pt x="8769" y="1348"/>
                    <a:pt x="8741" y="1306"/>
                  </a:cubicBezTo>
                  <a:cubicBezTo>
                    <a:pt x="8743" y="1304"/>
                    <a:pt x="8745" y="1302"/>
                    <a:pt x="8748" y="1302"/>
                  </a:cubicBezTo>
                  <a:cubicBezTo>
                    <a:pt x="8754" y="1302"/>
                    <a:pt x="8764" y="1311"/>
                    <a:pt x="8798" y="1339"/>
                  </a:cubicBezTo>
                  <a:cubicBezTo>
                    <a:pt x="8807" y="1358"/>
                    <a:pt x="8815" y="1368"/>
                    <a:pt x="8819" y="1368"/>
                  </a:cubicBezTo>
                  <a:cubicBezTo>
                    <a:pt x="8824" y="1368"/>
                    <a:pt x="8816" y="1342"/>
                    <a:pt x="8782" y="1282"/>
                  </a:cubicBezTo>
                  <a:cubicBezTo>
                    <a:pt x="8755" y="1225"/>
                    <a:pt x="8748" y="1196"/>
                    <a:pt x="8758" y="1196"/>
                  </a:cubicBezTo>
                  <a:cubicBezTo>
                    <a:pt x="8767" y="1196"/>
                    <a:pt x="8789" y="1217"/>
                    <a:pt x="8822" y="1258"/>
                  </a:cubicBezTo>
                  <a:cubicBezTo>
                    <a:pt x="8860" y="1300"/>
                    <a:pt x="8889" y="1315"/>
                    <a:pt x="8906" y="1315"/>
                  </a:cubicBezTo>
                  <a:cubicBezTo>
                    <a:pt x="8925" y="1315"/>
                    <a:pt x="8928" y="1295"/>
                    <a:pt x="8911" y="1274"/>
                  </a:cubicBezTo>
                  <a:cubicBezTo>
                    <a:pt x="8872" y="1206"/>
                    <a:pt x="8875" y="1174"/>
                    <a:pt x="8895" y="1174"/>
                  </a:cubicBezTo>
                  <a:cubicBezTo>
                    <a:pt x="8903" y="1174"/>
                    <a:pt x="8915" y="1180"/>
                    <a:pt x="8927" y="1193"/>
                  </a:cubicBezTo>
                  <a:cubicBezTo>
                    <a:pt x="8945" y="1214"/>
                    <a:pt x="8957" y="1225"/>
                    <a:pt x="8963" y="1225"/>
                  </a:cubicBezTo>
                  <a:cubicBezTo>
                    <a:pt x="8970" y="1225"/>
                    <a:pt x="8969" y="1208"/>
                    <a:pt x="8960" y="1177"/>
                  </a:cubicBezTo>
                  <a:lnTo>
                    <a:pt x="8960" y="1177"/>
                  </a:lnTo>
                  <a:cubicBezTo>
                    <a:pt x="8981" y="1208"/>
                    <a:pt x="9006" y="1237"/>
                    <a:pt x="9013" y="1237"/>
                  </a:cubicBezTo>
                  <a:cubicBezTo>
                    <a:pt x="9018" y="1237"/>
                    <a:pt x="9017" y="1229"/>
                    <a:pt x="9009" y="1209"/>
                  </a:cubicBezTo>
                  <a:cubicBezTo>
                    <a:pt x="9009" y="1209"/>
                    <a:pt x="9025" y="1209"/>
                    <a:pt x="8984" y="1160"/>
                  </a:cubicBezTo>
                  <a:lnTo>
                    <a:pt x="8944" y="1055"/>
                  </a:lnTo>
                  <a:cubicBezTo>
                    <a:pt x="8943" y="1056"/>
                    <a:pt x="8942" y="1056"/>
                    <a:pt x="8941" y="1056"/>
                  </a:cubicBezTo>
                  <a:cubicBezTo>
                    <a:pt x="8931" y="1056"/>
                    <a:pt x="8901" y="1011"/>
                    <a:pt x="8871" y="966"/>
                  </a:cubicBezTo>
                  <a:cubicBezTo>
                    <a:pt x="8861" y="951"/>
                    <a:pt x="8861" y="943"/>
                    <a:pt x="8869" y="943"/>
                  </a:cubicBezTo>
                  <a:cubicBezTo>
                    <a:pt x="8888" y="943"/>
                    <a:pt x="8947" y="982"/>
                    <a:pt x="9025" y="1071"/>
                  </a:cubicBezTo>
                  <a:lnTo>
                    <a:pt x="9114" y="1152"/>
                  </a:lnTo>
                  <a:lnTo>
                    <a:pt x="9114" y="1152"/>
                  </a:lnTo>
                  <a:lnTo>
                    <a:pt x="9049" y="1055"/>
                  </a:lnTo>
                  <a:cubicBezTo>
                    <a:pt x="9051" y="1055"/>
                    <a:pt x="9054" y="1054"/>
                    <a:pt x="9057" y="1054"/>
                  </a:cubicBezTo>
                  <a:cubicBezTo>
                    <a:pt x="9066" y="1054"/>
                    <a:pt x="9082" y="1059"/>
                    <a:pt x="9106" y="1096"/>
                  </a:cubicBezTo>
                  <a:cubicBezTo>
                    <a:pt x="9123" y="1130"/>
                    <a:pt x="9128" y="1140"/>
                    <a:pt x="9135" y="1140"/>
                  </a:cubicBezTo>
                  <a:cubicBezTo>
                    <a:pt x="9138" y="1140"/>
                    <a:pt x="9142" y="1138"/>
                    <a:pt x="9146" y="1136"/>
                  </a:cubicBezTo>
                  <a:cubicBezTo>
                    <a:pt x="9146" y="1136"/>
                    <a:pt x="9154" y="1128"/>
                    <a:pt x="9122" y="1079"/>
                  </a:cubicBezTo>
                  <a:cubicBezTo>
                    <a:pt x="9088" y="1020"/>
                    <a:pt x="9074" y="997"/>
                    <a:pt x="9078" y="997"/>
                  </a:cubicBezTo>
                  <a:lnTo>
                    <a:pt x="9078" y="997"/>
                  </a:lnTo>
                  <a:cubicBezTo>
                    <a:pt x="9080" y="997"/>
                    <a:pt x="9090" y="1007"/>
                    <a:pt x="9106" y="1023"/>
                  </a:cubicBezTo>
                  <a:cubicBezTo>
                    <a:pt x="9141" y="1065"/>
                    <a:pt x="9161" y="1088"/>
                    <a:pt x="9167" y="1088"/>
                  </a:cubicBezTo>
                  <a:cubicBezTo>
                    <a:pt x="9174" y="1088"/>
                    <a:pt x="9164" y="1061"/>
                    <a:pt x="9138" y="1006"/>
                  </a:cubicBezTo>
                  <a:cubicBezTo>
                    <a:pt x="9105" y="957"/>
                    <a:pt x="9089" y="932"/>
                    <a:pt x="9091" y="932"/>
                  </a:cubicBezTo>
                  <a:lnTo>
                    <a:pt x="9091" y="932"/>
                  </a:lnTo>
                  <a:cubicBezTo>
                    <a:pt x="9092" y="932"/>
                    <a:pt x="9111" y="955"/>
                    <a:pt x="9146" y="998"/>
                  </a:cubicBezTo>
                  <a:cubicBezTo>
                    <a:pt x="9176" y="1043"/>
                    <a:pt x="9212" y="1080"/>
                    <a:pt x="9225" y="1080"/>
                  </a:cubicBezTo>
                  <a:cubicBezTo>
                    <a:pt x="9226" y="1080"/>
                    <a:pt x="9227" y="1080"/>
                    <a:pt x="9227" y="1079"/>
                  </a:cubicBezTo>
                  <a:lnTo>
                    <a:pt x="9203" y="1031"/>
                  </a:lnTo>
                  <a:cubicBezTo>
                    <a:pt x="9162" y="975"/>
                    <a:pt x="9150" y="951"/>
                    <a:pt x="9159" y="951"/>
                  </a:cubicBezTo>
                  <a:cubicBezTo>
                    <a:pt x="9165" y="951"/>
                    <a:pt x="9177" y="959"/>
                    <a:pt x="9195" y="974"/>
                  </a:cubicBezTo>
                  <a:cubicBezTo>
                    <a:pt x="9206" y="995"/>
                    <a:pt x="9215" y="1006"/>
                    <a:pt x="9221" y="1006"/>
                  </a:cubicBezTo>
                  <a:cubicBezTo>
                    <a:pt x="9229" y="1006"/>
                    <a:pt x="9232" y="989"/>
                    <a:pt x="9227" y="958"/>
                  </a:cubicBezTo>
                  <a:cubicBezTo>
                    <a:pt x="9234" y="951"/>
                    <a:pt x="9242" y="945"/>
                    <a:pt x="9249" y="945"/>
                  </a:cubicBezTo>
                  <a:cubicBezTo>
                    <a:pt x="9259" y="945"/>
                    <a:pt x="9270" y="954"/>
                    <a:pt x="9284" y="982"/>
                  </a:cubicBezTo>
                  <a:cubicBezTo>
                    <a:pt x="9316" y="1030"/>
                    <a:pt x="9332" y="1054"/>
                    <a:pt x="9335" y="1054"/>
                  </a:cubicBezTo>
                  <a:cubicBezTo>
                    <a:pt x="9337" y="1054"/>
                    <a:pt x="9325" y="1028"/>
                    <a:pt x="9300" y="974"/>
                  </a:cubicBezTo>
                  <a:cubicBezTo>
                    <a:pt x="9287" y="947"/>
                    <a:pt x="9281" y="935"/>
                    <a:pt x="9288" y="935"/>
                  </a:cubicBezTo>
                  <a:cubicBezTo>
                    <a:pt x="9293" y="935"/>
                    <a:pt x="9307" y="943"/>
                    <a:pt x="9333" y="958"/>
                  </a:cubicBezTo>
                  <a:cubicBezTo>
                    <a:pt x="9351" y="976"/>
                    <a:pt x="9361" y="986"/>
                    <a:pt x="9365" y="986"/>
                  </a:cubicBezTo>
                  <a:cubicBezTo>
                    <a:pt x="9368" y="986"/>
                    <a:pt x="9362" y="972"/>
                    <a:pt x="9349" y="941"/>
                  </a:cubicBezTo>
                  <a:cubicBezTo>
                    <a:pt x="9292" y="844"/>
                    <a:pt x="9260" y="804"/>
                    <a:pt x="9252" y="804"/>
                  </a:cubicBezTo>
                  <a:cubicBezTo>
                    <a:pt x="9247" y="806"/>
                    <a:pt x="9244" y="808"/>
                    <a:pt x="9242" y="808"/>
                  </a:cubicBezTo>
                  <a:cubicBezTo>
                    <a:pt x="9237" y="808"/>
                    <a:pt x="9234" y="798"/>
                    <a:pt x="9211" y="763"/>
                  </a:cubicBezTo>
                  <a:lnTo>
                    <a:pt x="9227" y="755"/>
                  </a:lnTo>
                  <a:cubicBezTo>
                    <a:pt x="9244" y="747"/>
                    <a:pt x="9252" y="739"/>
                    <a:pt x="9244" y="682"/>
                  </a:cubicBezTo>
                  <a:cubicBezTo>
                    <a:pt x="9237" y="632"/>
                    <a:pt x="9198" y="563"/>
                    <a:pt x="9183" y="563"/>
                  </a:cubicBezTo>
                  <a:cubicBezTo>
                    <a:pt x="9179" y="563"/>
                    <a:pt x="9177" y="570"/>
                    <a:pt x="9179" y="585"/>
                  </a:cubicBezTo>
                  <a:lnTo>
                    <a:pt x="9138" y="544"/>
                  </a:lnTo>
                  <a:cubicBezTo>
                    <a:pt x="9095" y="473"/>
                    <a:pt x="9067" y="439"/>
                    <a:pt x="9061" y="439"/>
                  </a:cubicBezTo>
                  <a:lnTo>
                    <a:pt x="9061" y="439"/>
                  </a:lnTo>
                  <a:cubicBezTo>
                    <a:pt x="9054" y="439"/>
                    <a:pt x="9072" y="477"/>
                    <a:pt x="9122" y="552"/>
                  </a:cubicBezTo>
                  <a:cubicBezTo>
                    <a:pt x="9172" y="634"/>
                    <a:pt x="9194" y="670"/>
                    <a:pt x="9191" y="670"/>
                  </a:cubicBezTo>
                  <a:cubicBezTo>
                    <a:pt x="9188" y="670"/>
                    <a:pt x="9170" y="648"/>
                    <a:pt x="9138" y="609"/>
                  </a:cubicBezTo>
                  <a:cubicBezTo>
                    <a:pt x="9091" y="539"/>
                    <a:pt x="9074" y="523"/>
                    <a:pt x="9065" y="523"/>
                  </a:cubicBezTo>
                  <a:cubicBezTo>
                    <a:pt x="9062" y="523"/>
                    <a:pt x="9059" y="526"/>
                    <a:pt x="9057" y="528"/>
                  </a:cubicBezTo>
                  <a:cubicBezTo>
                    <a:pt x="9041" y="528"/>
                    <a:pt x="9041" y="528"/>
                    <a:pt x="9017" y="487"/>
                  </a:cubicBezTo>
                  <a:cubicBezTo>
                    <a:pt x="8984" y="439"/>
                    <a:pt x="8944" y="398"/>
                    <a:pt x="8927" y="398"/>
                  </a:cubicBezTo>
                  <a:lnTo>
                    <a:pt x="8927" y="398"/>
                  </a:lnTo>
                  <a:cubicBezTo>
                    <a:pt x="8919" y="406"/>
                    <a:pt x="8919" y="406"/>
                    <a:pt x="8952" y="455"/>
                  </a:cubicBezTo>
                  <a:cubicBezTo>
                    <a:pt x="8971" y="474"/>
                    <a:pt x="8976" y="488"/>
                    <a:pt x="8968" y="488"/>
                  </a:cubicBezTo>
                  <a:cubicBezTo>
                    <a:pt x="8959" y="488"/>
                    <a:pt x="8934" y="470"/>
                    <a:pt x="8895" y="423"/>
                  </a:cubicBezTo>
                  <a:cubicBezTo>
                    <a:pt x="8879" y="406"/>
                    <a:pt x="8869" y="397"/>
                    <a:pt x="8867" y="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2"/>
            <p:cNvSpPr/>
            <p:nvPr/>
          </p:nvSpPr>
          <p:spPr>
            <a:xfrm>
              <a:off x="7384721" y="2990370"/>
              <a:ext cx="159654" cy="108338"/>
            </a:xfrm>
            <a:custGeom>
              <a:avLst/>
              <a:gdLst/>
              <a:ahLst/>
              <a:cxnLst/>
              <a:rect l="l" t="t" r="r" b="b"/>
              <a:pathLst>
                <a:path w="9262" h="6285" extrusionOk="0">
                  <a:moveTo>
                    <a:pt x="8529" y="0"/>
                  </a:moveTo>
                  <a:lnTo>
                    <a:pt x="8521" y="8"/>
                  </a:lnTo>
                  <a:cubicBezTo>
                    <a:pt x="8505" y="16"/>
                    <a:pt x="8538" y="65"/>
                    <a:pt x="8562" y="114"/>
                  </a:cubicBezTo>
                  <a:lnTo>
                    <a:pt x="8578" y="106"/>
                  </a:lnTo>
                  <a:cubicBezTo>
                    <a:pt x="8562" y="73"/>
                    <a:pt x="8546" y="41"/>
                    <a:pt x="8529" y="0"/>
                  </a:cubicBezTo>
                  <a:close/>
                  <a:moveTo>
                    <a:pt x="8935" y="754"/>
                  </a:moveTo>
                  <a:lnTo>
                    <a:pt x="8967" y="795"/>
                  </a:lnTo>
                  <a:cubicBezTo>
                    <a:pt x="9000" y="843"/>
                    <a:pt x="8992" y="852"/>
                    <a:pt x="8975" y="860"/>
                  </a:cubicBezTo>
                  <a:cubicBezTo>
                    <a:pt x="8974" y="861"/>
                    <a:pt x="8972" y="862"/>
                    <a:pt x="8971" y="862"/>
                  </a:cubicBezTo>
                  <a:cubicBezTo>
                    <a:pt x="8966" y="862"/>
                    <a:pt x="8960" y="849"/>
                    <a:pt x="8935" y="811"/>
                  </a:cubicBezTo>
                  <a:cubicBezTo>
                    <a:pt x="8935" y="811"/>
                    <a:pt x="8919" y="762"/>
                    <a:pt x="8935" y="754"/>
                  </a:cubicBezTo>
                  <a:close/>
                  <a:moveTo>
                    <a:pt x="8732" y="730"/>
                  </a:moveTo>
                  <a:cubicBezTo>
                    <a:pt x="8748" y="730"/>
                    <a:pt x="8781" y="770"/>
                    <a:pt x="8813" y="819"/>
                  </a:cubicBezTo>
                  <a:cubicBezTo>
                    <a:pt x="8878" y="908"/>
                    <a:pt x="8878" y="908"/>
                    <a:pt x="8862" y="925"/>
                  </a:cubicBezTo>
                  <a:cubicBezTo>
                    <a:pt x="8857" y="927"/>
                    <a:pt x="8853" y="929"/>
                    <a:pt x="8849" y="929"/>
                  </a:cubicBezTo>
                  <a:cubicBezTo>
                    <a:pt x="8839" y="929"/>
                    <a:pt x="8828" y="919"/>
                    <a:pt x="8805" y="884"/>
                  </a:cubicBezTo>
                  <a:lnTo>
                    <a:pt x="8821" y="884"/>
                  </a:lnTo>
                  <a:cubicBezTo>
                    <a:pt x="8828" y="897"/>
                    <a:pt x="8831" y="903"/>
                    <a:pt x="8832" y="903"/>
                  </a:cubicBezTo>
                  <a:cubicBezTo>
                    <a:pt x="8835" y="903"/>
                    <a:pt x="8818" y="863"/>
                    <a:pt x="8789" y="827"/>
                  </a:cubicBezTo>
                  <a:lnTo>
                    <a:pt x="8732" y="730"/>
                  </a:lnTo>
                  <a:close/>
                  <a:moveTo>
                    <a:pt x="7989" y="951"/>
                  </a:moveTo>
                  <a:cubicBezTo>
                    <a:pt x="7982" y="951"/>
                    <a:pt x="7976" y="954"/>
                    <a:pt x="7970" y="957"/>
                  </a:cubicBezTo>
                  <a:cubicBezTo>
                    <a:pt x="7954" y="965"/>
                    <a:pt x="7970" y="1022"/>
                    <a:pt x="7970" y="1022"/>
                  </a:cubicBezTo>
                  <a:cubicBezTo>
                    <a:pt x="7990" y="1052"/>
                    <a:pt x="8001" y="1060"/>
                    <a:pt x="8010" y="1060"/>
                  </a:cubicBezTo>
                  <a:cubicBezTo>
                    <a:pt x="8016" y="1060"/>
                    <a:pt x="8021" y="1057"/>
                    <a:pt x="8027" y="1054"/>
                  </a:cubicBezTo>
                  <a:cubicBezTo>
                    <a:pt x="8038" y="1064"/>
                    <a:pt x="8046" y="1068"/>
                    <a:pt x="8051" y="1068"/>
                  </a:cubicBezTo>
                  <a:cubicBezTo>
                    <a:pt x="8067" y="1068"/>
                    <a:pt x="8051" y="1026"/>
                    <a:pt x="8027" y="989"/>
                  </a:cubicBezTo>
                  <a:cubicBezTo>
                    <a:pt x="8012" y="959"/>
                    <a:pt x="8000" y="951"/>
                    <a:pt x="7989" y="951"/>
                  </a:cubicBezTo>
                  <a:close/>
                  <a:moveTo>
                    <a:pt x="8124" y="1006"/>
                  </a:moveTo>
                  <a:cubicBezTo>
                    <a:pt x="8148" y="1054"/>
                    <a:pt x="8156" y="1111"/>
                    <a:pt x="8148" y="1119"/>
                  </a:cubicBezTo>
                  <a:cubicBezTo>
                    <a:pt x="8147" y="1120"/>
                    <a:pt x="8146" y="1120"/>
                    <a:pt x="8145" y="1120"/>
                  </a:cubicBezTo>
                  <a:cubicBezTo>
                    <a:pt x="8129" y="1120"/>
                    <a:pt x="8107" y="1074"/>
                    <a:pt x="8100" y="1014"/>
                  </a:cubicBezTo>
                  <a:lnTo>
                    <a:pt x="8124" y="1006"/>
                  </a:lnTo>
                  <a:close/>
                  <a:moveTo>
                    <a:pt x="5950" y="993"/>
                  </a:moveTo>
                  <a:lnTo>
                    <a:pt x="5950" y="993"/>
                  </a:lnTo>
                  <a:cubicBezTo>
                    <a:pt x="5944" y="993"/>
                    <a:pt x="5951" y="1019"/>
                    <a:pt x="5975" y="1079"/>
                  </a:cubicBezTo>
                  <a:cubicBezTo>
                    <a:pt x="6008" y="1127"/>
                    <a:pt x="6008" y="1127"/>
                    <a:pt x="6016" y="1127"/>
                  </a:cubicBezTo>
                  <a:cubicBezTo>
                    <a:pt x="6008" y="1087"/>
                    <a:pt x="5992" y="1054"/>
                    <a:pt x="5975" y="1022"/>
                  </a:cubicBezTo>
                  <a:cubicBezTo>
                    <a:pt x="5963" y="1003"/>
                    <a:pt x="5954" y="993"/>
                    <a:pt x="5950" y="993"/>
                  </a:cubicBezTo>
                  <a:close/>
                  <a:moveTo>
                    <a:pt x="8943" y="1135"/>
                  </a:moveTo>
                  <a:lnTo>
                    <a:pt x="8935" y="1143"/>
                  </a:lnTo>
                  <a:cubicBezTo>
                    <a:pt x="8952" y="1178"/>
                    <a:pt x="8957" y="1188"/>
                    <a:pt x="8964" y="1188"/>
                  </a:cubicBezTo>
                  <a:cubicBezTo>
                    <a:pt x="8967" y="1188"/>
                    <a:pt x="8971" y="1186"/>
                    <a:pt x="8975" y="1184"/>
                  </a:cubicBezTo>
                  <a:lnTo>
                    <a:pt x="8983" y="1176"/>
                  </a:lnTo>
                  <a:lnTo>
                    <a:pt x="8943" y="1135"/>
                  </a:lnTo>
                  <a:close/>
                  <a:moveTo>
                    <a:pt x="7589" y="1362"/>
                  </a:moveTo>
                  <a:cubicBezTo>
                    <a:pt x="7589" y="1362"/>
                    <a:pt x="7605" y="1419"/>
                    <a:pt x="7629" y="1468"/>
                  </a:cubicBezTo>
                  <a:cubicBezTo>
                    <a:pt x="7666" y="1559"/>
                    <a:pt x="7682" y="1599"/>
                    <a:pt x="7677" y="1599"/>
                  </a:cubicBezTo>
                  <a:cubicBezTo>
                    <a:pt x="7674" y="1599"/>
                    <a:pt x="7658" y="1575"/>
                    <a:pt x="7629" y="1533"/>
                  </a:cubicBezTo>
                  <a:cubicBezTo>
                    <a:pt x="7597" y="1484"/>
                    <a:pt x="7581" y="1427"/>
                    <a:pt x="7565" y="1370"/>
                  </a:cubicBezTo>
                  <a:lnTo>
                    <a:pt x="7589" y="1362"/>
                  </a:lnTo>
                  <a:close/>
                  <a:moveTo>
                    <a:pt x="7727" y="1549"/>
                  </a:moveTo>
                  <a:lnTo>
                    <a:pt x="7767" y="1589"/>
                  </a:lnTo>
                  <a:cubicBezTo>
                    <a:pt x="7792" y="1638"/>
                    <a:pt x="7783" y="1646"/>
                    <a:pt x="7775" y="1646"/>
                  </a:cubicBezTo>
                  <a:lnTo>
                    <a:pt x="7743" y="1597"/>
                  </a:lnTo>
                  <a:lnTo>
                    <a:pt x="7727" y="1549"/>
                  </a:lnTo>
                  <a:close/>
                  <a:moveTo>
                    <a:pt x="6984" y="1602"/>
                  </a:moveTo>
                  <a:lnTo>
                    <a:pt x="6984" y="1602"/>
                  </a:lnTo>
                  <a:cubicBezTo>
                    <a:pt x="6986" y="1602"/>
                    <a:pt x="6990" y="1607"/>
                    <a:pt x="6997" y="1622"/>
                  </a:cubicBezTo>
                  <a:cubicBezTo>
                    <a:pt x="6998" y="1621"/>
                    <a:pt x="6999" y="1621"/>
                    <a:pt x="7000" y="1621"/>
                  </a:cubicBezTo>
                  <a:cubicBezTo>
                    <a:pt x="7014" y="1621"/>
                    <a:pt x="7020" y="1679"/>
                    <a:pt x="7005" y="1679"/>
                  </a:cubicBezTo>
                  <a:lnTo>
                    <a:pt x="6981" y="1630"/>
                  </a:lnTo>
                  <a:cubicBezTo>
                    <a:pt x="6986" y="1630"/>
                    <a:pt x="6980" y="1602"/>
                    <a:pt x="6984" y="1602"/>
                  </a:cubicBezTo>
                  <a:close/>
                  <a:moveTo>
                    <a:pt x="7273" y="1597"/>
                  </a:moveTo>
                  <a:cubicBezTo>
                    <a:pt x="7289" y="1630"/>
                    <a:pt x="7305" y="1670"/>
                    <a:pt x="7321" y="1703"/>
                  </a:cubicBezTo>
                  <a:lnTo>
                    <a:pt x="7305" y="1711"/>
                  </a:lnTo>
                  <a:cubicBezTo>
                    <a:pt x="7281" y="1662"/>
                    <a:pt x="7248" y="1614"/>
                    <a:pt x="7265" y="1606"/>
                  </a:cubicBezTo>
                  <a:lnTo>
                    <a:pt x="7273" y="1597"/>
                  </a:lnTo>
                  <a:close/>
                  <a:moveTo>
                    <a:pt x="7446" y="1702"/>
                  </a:moveTo>
                  <a:cubicBezTo>
                    <a:pt x="7461" y="1702"/>
                    <a:pt x="7478" y="1758"/>
                    <a:pt x="7524" y="1849"/>
                  </a:cubicBezTo>
                  <a:cubicBezTo>
                    <a:pt x="7528" y="1877"/>
                    <a:pt x="7530" y="1893"/>
                    <a:pt x="7527" y="1893"/>
                  </a:cubicBezTo>
                  <a:cubicBezTo>
                    <a:pt x="7523" y="1893"/>
                    <a:pt x="7511" y="1867"/>
                    <a:pt x="7483" y="1808"/>
                  </a:cubicBezTo>
                  <a:lnTo>
                    <a:pt x="7443" y="1703"/>
                  </a:lnTo>
                  <a:cubicBezTo>
                    <a:pt x="7444" y="1702"/>
                    <a:pt x="7445" y="1702"/>
                    <a:pt x="7446" y="1702"/>
                  </a:cubicBezTo>
                  <a:close/>
                  <a:moveTo>
                    <a:pt x="6665" y="1930"/>
                  </a:moveTo>
                  <a:lnTo>
                    <a:pt x="6665" y="1930"/>
                  </a:lnTo>
                  <a:cubicBezTo>
                    <a:pt x="6681" y="1930"/>
                    <a:pt x="6721" y="1970"/>
                    <a:pt x="6721" y="1970"/>
                  </a:cubicBezTo>
                  <a:cubicBezTo>
                    <a:pt x="6746" y="2019"/>
                    <a:pt x="6738" y="2027"/>
                    <a:pt x="6738" y="2027"/>
                  </a:cubicBezTo>
                  <a:cubicBezTo>
                    <a:pt x="6736" y="2027"/>
                    <a:pt x="6733" y="2028"/>
                    <a:pt x="6730" y="2028"/>
                  </a:cubicBezTo>
                  <a:cubicBezTo>
                    <a:pt x="6721" y="2028"/>
                    <a:pt x="6707" y="2023"/>
                    <a:pt x="6689" y="1987"/>
                  </a:cubicBezTo>
                  <a:cubicBezTo>
                    <a:pt x="6689" y="1987"/>
                    <a:pt x="6656" y="1938"/>
                    <a:pt x="6665" y="1930"/>
                  </a:cubicBezTo>
                  <a:close/>
                  <a:moveTo>
                    <a:pt x="7054" y="1914"/>
                  </a:moveTo>
                  <a:cubicBezTo>
                    <a:pt x="7086" y="1962"/>
                    <a:pt x="7119" y="2011"/>
                    <a:pt x="7102" y="2019"/>
                  </a:cubicBezTo>
                  <a:cubicBezTo>
                    <a:pt x="7109" y="2033"/>
                    <a:pt x="7111" y="2039"/>
                    <a:pt x="7109" y="2039"/>
                  </a:cubicBezTo>
                  <a:cubicBezTo>
                    <a:pt x="7103" y="2039"/>
                    <a:pt x="7072" y="1997"/>
                    <a:pt x="7038" y="1922"/>
                  </a:cubicBezTo>
                  <a:lnTo>
                    <a:pt x="7054" y="1914"/>
                  </a:lnTo>
                  <a:close/>
                  <a:moveTo>
                    <a:pt x="6981" y="2019"/>
                  </a:moveTo>
                  <a:lnTo>
                    <a:pt x="7021" y="2068"/>
                  </a:lnTo>
                  <a:lnTo>
                    <a:pt x="7005" y="2068"/>
                  </a:lnTo>
                  <a:cubicBezTo>
                    <a:pt x="7003" y="2070"/>
                    <a:pt x="7001" y="2072"/>
                    <a:pt x="6999" y="2072"/>
                  </a:cubicBezTo>
                  <a:cubicBezTo>
                    <a:pt x="6994" y="2072"/>
                    <a:pt x="6988" y="2062"/>
                    <a:pt x="6965" y="2027"/>
                  </a:cubicBezTo>
                  <a:lnTo>
                    <a:pt x="6981" y="2019"/>
                  </a:lnTo>
                  <a:close/>
                  <a:moveTo>
                    <a:pt x="6484" y="2068"/>
                  </a:moveTo>
                  <a:lnTo>
                    <a:pt x="6484" y="2068"/>
                  </a:lnTo>
                  <a:cubicBezTo>
                    <a:pt x="6489" y="2068"/>
                    <a:pt x="6509" y="2084"/>
                    <a:pt x="6519" y="2084"/>
                  </a:cubicBezTo>
                  <a:lnTo>
                    <a:pt x="6511" y="2084"/>
                  </a:lnTo>
                  <a:cubicBezTo>
                    <a:pt x="6551" y="2124"/>
                    <a:pt x="6551" y="2124"/>
                    <a:pt x="6535" y="2133"/>
                  </a:cubicBezTo>
                  <a:cubicBezTo>
                    <a:pt x="6534" y="2133"/>
                    <a:pt x="6532" y="2133"/>
                    <a:pt x="6531" y="2133"/>
                  </a:cubicBezTo>
                  <a:cubicBezTo>
                    <a:pt x="6515" y="2133"/>
                    <a:pt x="6494" y="2092"/>
                    <a:pt x="6494" y="2092"/>
                  </a:cubicBezTo>
                  <a:cubicBezTo>
                    <a:pt x="6482" y="2074"/>
                    <a:pt x="6480" y="2068"/>
                    <a:pt x="6484" y="2068"/>
                  </a:cubicBezTo>
                  <a:close/>
                  <a:moveTo>
                    <a:pt x="6186" y="2133"/>
                  </a:moveTo>
                  <a:cubicBezTo>
                    <a:pt x="6198" y="2150"/>
                    <a:pt x="6200" y="2156"/>
                    <a:pt x="6199" y="2156"/>
                  </a:cubicBezTo>
                  <a:cubicBezTo>
                    <a:pt x="6196" y="2156"/>
                    <a:pt x="6181" y="2138"/>
                    <a:pt x="6186" y="2133"/>
                  </a:cubicBezTo>
                  <a:close/>
                  <a:moveTo>
                    <a:pt x="7354" y="2076"/>
                  </a:moveTo>
                  <a:lnTo>
                    <a:pt x="7411" y="2173"/>
                  </a:lnTo>
                  <a:lnTo>
                    <a:pt x="7386" y="2124"/>
                  </a:lnTo>
                  <a:cubicBezTo>
                    <a:pt x="7374" y="2107"/>
                    <a:pt x="7362" y="2089"/>
                    <a:pt x="7354" y="2076"/>
                  </a:cubicBezTo>
                  <a:close/>
                  <a:moveTo>
                    <a:pt x="6916" y="2181"/>
                  </a:moveTo>
                  <a:cubicBezTo>
                    <a:pt x="6908" y="2189"/>
                    <a:pt x="6932" y="2238"/>
                    <a:pt x="6932" y="2238"/>
                  </a:cubicBezTo>
                  <a:cubicBezTo>
                    <a:pt x="6932" y="2238"/>
                    <a:pt x="6960" y="2279"/>
                    <a:pt x="6970" y="2279"/>
                  </a:cubicBezTo>
                  <a:cubicBezTo>
                    <a:pt x="6971" y="2279"/>
                    <a:pt x="6972" y="2279"/>
                    <a:pt x="6973" y="2279"/>
                  </a:cubicBezTo>
                  <a:lnTo>
                    <a:pt x="6989" y="2279"/>
                  </a:lnTo>
                  <a:cubicBezTo>
                    <a:pt x="6965" y="2246"/>
                    <a:pt x="6940" y="2214"/>
                    <a:pt x="6916" y="2181"/>
                  </a:cubicBezTo>
                  <a:close/>
                  <a:moveTo>
                    <a:pt x="6219" y="2311"/>
                  </a:moveTo>
                  <a:cubicBezTo>
                    <a:pt x="6230" y="2329"/>
                    <a:pt x="6233" y="2334"/>
                    <a:pt x="6231" y="2334"/>
                  </a:cubicBezTo>
                  <a:cubicBezTo>
                    <a:pt x="6228" y="2334"/>
                    <a:pt x="6214" y="2316"/>
                    <a:pt x="6219" y="2311"/>
                  </a:cubicBezTo>
                  <a:close/>
                  <a:moveTo>
                    <a:pt x="6348" y="2238"/>
                  </a:moveTo>
                  <a:lnTo>
                    <a:pt x="6348" y="2238"/>
                  </a:lnTo>
                  <a:cubicBezTo>
                    <a:pt x="6373" y="2262"/>
                    <a:pt x="6397" y="2295"/>
                    <a:pt x="6421" y="2327"/>
                  </a:cubicBezTo>
                  <a:cubicBezTo>
                    <a:pt x="6432" y="2349"/>
                    <a:pt x="6437" y="2363"/>
                    <a:pt x="6431" y="2363"/>
                  </a:cubicBezTo>
                  <a:cubicBezTo>
                    <a:pt x="6425" y="2363"/>
                    <a:pt x="6404" y="2343"/>
                    <a:pt x="6365" y="2295"/>
                  </a:cubicBezTo>
                  <a:cubicBezTo>
                    <a:pt x="6340" y="2246"/>
                    <a:pt x="6340" y="2246"/>
                    <a:pt x="6348" y="2238"/>
                  </a:cubicBezTo>
                  <a:close/>
                  <a:moveTo>
                    <a:pt x="6275" y="2279"/>
                  </a:moveTo>
                  <a:lnTo>
                    <a:pt x="6316" y="2319"/>
                  </a:lnTo>
                  <a:lnTo>
                    <a:pt x="6332" y="2376"/>
                  </a:lnTo>
                  <a:lnTo>
                    <a:pt x="6324" y="2384"/>
                  </a:lnTo>
                  <a:cubicBezTo>
                    <a:pt x="6292" y="2335"/>
                    <a:pt x="6259" y="2287"/>
                    <a:pt x="6275" y="2279"/>
                  </a:cubicBezTo>
                  <a:close/>
                  <a:moveTo>
                    <a:pt x="5513" y="2570"/>
                  </a:moveTo>
                  <a:lnTo>
                    <a:pt x="5554" y="2611"/>
                  </a:lnTo>
                  <a:lnTo>
                    <a:pt x="5570" y="2668"/>
                  </a:lnTo>
                  <a:lnTo>
                    <a:pt x="5562" y="2668"/>
                  </a:lnTo>
                  <a:cubicBezTo>
                    <a:pt x="5530" y="2619"/>
                    <a:pt x="5505" y="2570"/>
                    <a:pt x="5513" y="2570"/>
                  </a:cubicBezTo>
                  <a:close/>
                  <a:moveTo>
                    <a:pt x="6965" y="2676"/>
                  </a:moveTo>
                  <a:lnTo>
                    <a:pt x="6948" y="2684"/>
                  </a:lnTo>
                  <a:cubicBezTo>
                    <a:pt x="6973" y="2733"/>
                    <a:pt x="6973" y="2733"/>
                    <a:pt x="6981" y="2733"/>
                  </a:cubicBezTo>
                  <a:cubicBezTo>
                    <a:pt x="7005" y="2716"/>
                    <a:pt x="7005" y="2716"/>
                    <a:pt x="6965" y="2676"/>
                  </a:cubicBezTo>
                  <a:close/>
                  <a:moveTo>
                    <a:pt x="5256" y="2708"/>
                  </a:moveTo>
                  <a:cubicBezTo>
                    <a:pt x="5273" y="2708"/>
                    <a:pt x="5312" y="2807"/>
                    <a:pt x="5343" y="2854"/>
                  </a:cubicBezTo>
                  <a:cubicBezTo>
                    <a:pt x="5341" y="2857"/>
                    <a:pt x="5339" y="2858"/>
                    <a:pt x="5337" y="2858"/>
                  </a:cubicBezTo>
                  <a:cubicBezTo>
                    <a:pt x="5332" y="2858"/>
                    <a:pt x="5326" y="2848"/>
                    <a:pt x="5303" y="2814"/>
                  </a:cubicBezTo>
                  <a:cubicBezTo>
                    <a:pt x="5286" y="2781"/>
                    <a:pt x="5270" y="2741"/>
                    <a:pt x="5254" y="2708"/>
                  </a:cubicBezTo>
                  <a:cubicBezTo>
                    <a:pt x="5254" y="2708"/>
                    <a:pt x="5255" y="2708"/>
                    <a:pt x="5256" y="2708"/>
                  </a:cubicBezTo>
                  <a:close/>
                  <a:moveTo>
                    <a:pt x="4986" y="2984"/>
                  </a:moveTo>
                  <a:lnTo>
                    <a:pt x="5027" y="3024"/>
                  </a:lnTo>
                  <a:lnTo>
                    <a:pt x="5051" y="3081"/>
                  </a:lnTo>
                  <a:lnTo>
                    <a:pt x="5035" y="3089"/>
                  </a:lnTo>
                  <a:cubicBezTo>
                    <a:pt x="5011" y="3041"/>
                    <a:pt x="4978" y="2992"/>
                    <a:pt x="4986" y="2984"/>
                  </a:cubicBezTo>
                  <a:close/>
                  <a:moveTo>
                    <a:pt x="5311" y="3195"/>
                  </a:moveTo>
                  <a:cubicBezTo>
                    <a:pt x="5335" y="3227"/>
                    <a:pt x="5351" y="3260"/>
                    <a:pt x="5359" y="3300"/>
                  </a:cubicBezTo>
                  <a:lnTo>
                    <a:pt x="5351" y="3300"/>
                  </a:lnTo>
                  <a:cubicBezTo>
                    <a:pt x="5319" y="3251"/>
                    <a:pt x="5294" y="3203"/>
                    <a:pt x="5303" y="3203"/>
                  </a:cubicBezTo>
                  <a:lnTo>
                    <a:pt x="5311" y="3195"/>
                  </a:lnTo>
                  <a:close/>
                  <a:moveTo>
                    <a:pt x="4248" y="3389"/>
                  </a:moveTo>
                  <a:cubicBezTo>
                    <a:pt x="4289" y="3438"/>
                    <a:pt x="4305" y="3495"/>
                    <a:pt x="4289" y="3495"/>
                  </a:cubicBezTo>
                  <a:cubicBezTo>
                    <a:pt x="4283" y="3501"/>
                    <a:pt x="4279" y="3504"/>
                    <a:pt x="4275" y="3504"/>
                  </a:cubicBezTo>
                  <a:cubicBezTo>
                    <a:pt x="4268" y="3504"/>
                    <a:pt x="4261" y="3493"/>
                    <a:pt x="4240" y="3462"/>
                  </a:cubicBezTo>
                  <a:cubicBezTo>
                    <a:pt x="4216" y="3414"/>
                    <a:pt x="4232" y="3397"/>
                    <a:pt x="4248" y="3389"/>
                  </a:cubicBezTo>
                  <a:close/>
                  <a:moveTo>
                    <a:pt x="3835" y="3681"/>
                  </a:moveTo>
                  <a:cubicBezTo>
                    <a:pt x="3851" y="3722"/>
                    <a:pt x="3867" y="3754"/>
                    <a:pt x="3876" y="3787"/>
                  </a:cubicBezTo>
                  <a:lnTo>
                    <a:pt x="3867" y="3795"/>
                  </a:lnTo>
                  <a:cubicBezTo>
                    <a:pt x="3835" y="3746"/>
                    <a:pt x="3811" y="3697"/>
                    <a:pt x="3819" y="3689"/>
                  </a:cubicBezTo>
                  <a:lnTo>
                    <a:pt x="3835" y="3681"/>
                  </a:lnTo>
                  <a:close/>
                  <a:moveTo>
                    <a:pt x="2545" y="4155"/>
                  </a:moveTo>
                  <a:cubicBezTo>
                    <a:pt x="2545" y="4155"/>
                    <a:pt x="2546" y="4158"/>
                    <a:pt x="2550" y="4162"/>
                  </a:cubicBezTo>
                  <a:lnTo>
                    <a:pt x="2550" y="4162"/>
                  </a:lnTo>
                  <a:cubicBezTo>
                    <a:pt x="2547" y="4157"/>
                    <a:pt x="2545" y="4155"/>
                    <a:pt x="2545" y="4155"/>
                  </a:cubicBezTo>
                  <a:close/>
                  <a:moveTo>
                    <a:pt x="2550" y="4162"/>
                  </a:moveTo>
                  <a:cubicBezTo>
                    <a:pt x="2557" y="4172"/>
                    <a:pt x="2572" y="4194"/>
                    <a:pt x="2595" y="4232"/>
                  </a:cubicBezTo>
                  <a:cubicBezTo>
                    <a:pt x="2596" y="4234"/>
                    <a:pt x="2597" y="4235"/>
                    <a:pt x="2598" y="4236"/>
                  </a:cubicBezTo>
                  <a:lnTo>
                    <a:pt x="2598" y="4236"/>
                  </a:lnTo>
                  <a:cubicBezTo>
                    <a:pt x="2592" y="4222"/>
                    <a:pt x="2583" y="4205"/>
                    <a:pt x="2570" y="4184"/>
                  </a:cubicBezTo>
                  <a:cubicBezTo>
                    <a:pt x="2561" y="4174"/>
                    <a:pt x="2554" y="4167"/>
                    <a:pt x="2550" y="4162"/>
                  </a:cubicBezTo>
                  <a:close/>
                  <a:moveTo>
                    <a:pt x="2546" y="4395"/>
                  </a:moveTo>
                  <a:cubicBezTo>
                    <a:pt x="2541" y="4400"/>
                    <a:pt x="2549" y="4422"/>
                    <a:pt x="2551" y="4422"/>
                  </a:cubicBezTo>
                  <a:cubicBezTo>
                    <a:pt x="2552" y="4422"/>
                    <a:pt x="2552" y="4415"/>
                    <a:pt x="2546" y="4395"/>
                  </a:cubicBezTo>
                  <a:close/>
                  <a:moveTo>
                    <a:pt x="2740" y="4350"/>
                  </a:moveTo>
                  <a:cubicBezTo>
                    <a:pt x="2750" y="4350"/>
                    <a:pt x="2753" y="4362"/>
                    <a:pt x="2765" y="4403"/>
                  </a:cubicBezTo>
                  <a:cubicBezTo>
                    <a:pt x="2778" y="4429"/>
                    <a:pt x="2779" y="4444"/>
                    <a:pt x="2774" y="4444"/>
                  </a:cubicBezTo>
                  <a:cubicBezTo>
                    <a:pt x="2769" y="4444"/>
                    <a:pt x="2760" y="4433"/>
                    <a:pt x="2749" y="4411"/>
                  </a:cubicBezTo>
                  <a:cubicBezTo>
                    <a:pt x="2716" y="4362"/>
                    <a:pt x="2716" y="4362"/>
                    <a:pt x="2724" y="4354"/>
                  </a:cubicBezTo>
                  <a:cubicBezTo>
                    <a:pt x="2731" y="4352"/>
                    <a:pt x="2736" y="4350"/>
                    <a:pt x="2740" y="4350"/>
                  </a:cubicBezTo>
                  <a:close/>
                  <a:moveTo>
                    <a:pt x="2651" y="4395"/>
                  </a:moveTo>
                  <a:lnTo>
                    <a:pt x="2692" y="4443"/>
                  </a:lnTo>
                  <a:lnTo>
                    <a:pt x="2684" y="4443"/>
                  </a:lnTo>
                  <a:cubicBezTo>
                    <a:pt x="2679" y="4446"/>
                    <a:pt x="2676" y="4447"/>
                    <a:pt x="2673" y="4447"/>
                  </a:cubicBezTo>
                  <a:cubicBezTo>
                    <a:pt x="2665" y="4447"/>
                    <a:pt x="2660" y="4437"/>
                    <a:pt x="2643" y="4403"/>
                  </a:cubicBezTo>
                  <a:lnTo>
                    <a:pt x="2651" y="4395"/>
                  </a:lnTo>
                  <a:close/>
                  <a:moveTo>
                    <a:pt x="2546" y="4459"/>
                  </a:moveTo>
                  <a:lnTo>
                    <a:pt x="2586" y="4500"/>
                  </a:lnTo>
                  <a:lnTo>
                    <a:pt x="2570" y="4508"/>
                  </a:lnTo>
                  <a:cubicBezTo>
                    <a:pt x="2562" y="4508"/>
                    <a:pt x="2562" y="4508"/>
                    <a:pt x="2530" y="4459"/>
                  </a:cubicBezTo>
                  <a:close/>
                  <a:moveTo>
                    <a:pt x="3089" y="4484"/>
                  </a:moveTo>
                  <a:lnTo>
                    <a:pt x="3130" y="4524"/>
                  </a:lnTo>
                  <a:cubicBezTo>
                    <a:pt x="3154" y="4573"/>
                    <a:pt x="3146" y="4581"/>
                    <a:pt x="3146" y="4581"/>
                  </a:cubicBezTo>
                  <a:cubicBezTo>
                    <a:pt x="3144" y="4583"/>
                    <a:pt x="3142" y="4585"/>
                    <a:pt x="3140" y="4585"/>
                  </a:cubicBezTo>
                  <a:cubicBezTo>
                    <a:pt x="3135" y="4585"/>
                    <a:pt x="3129" y="4574"/>
                    <a:pt x="3105" y="4532"/>
                  </a:cubicBezTo>
                  <a:cubicBezTo>
                    <a:pt x="3105" y="4532"/>
                    <a:pt x="3081" y="4484"/>
                    <a:pt x="3089" y="4484"/>
                  </a:cubicBezTo>
                  <a:close/>
                  <a:moveTo>
                    <a:pt x="2465" y="4565"/>
                  </a:moveTo>
                  <a:cubicBezTo>
                    <a:pt x="2489" y="4597"/>
                    <a:pt x="2513" y="4622"/>
                    <a:pt x="2538" y="4654"/>
                  </a:cubicBezTo>
                  <a:lnTo>
                    <a:pt x="2522" y="4662"/>
                  </a:lnTo>
                  <a:cubicBezTo>
                    <a:pt x="2521" y="4663"/>
                    <a:pt x="2520" y="4663"/>
                    <a:pt x="2519" y="4663"/>
                  </a:cubicBezTo>
                  <a:cubicBezTo>
                    <a:pt x="2509" y="4663"/>
                    <a:pt x="2481" y="4622"/>
                    <a:pt x="2481" y="4622"/>
                  </a:cubicBezTo>
                  <a:cubicBezTo>
                    <a:pt x="2481" y="4622"/>
                    <a:pt x="2457" y="4573"/>
                    <a:pt x="2465" y="4565"/>
                  </a:cubicBezTo>
                  <a:close/>
                  <a:moveTo>
                    <a:pt x="2984" y="4605"/>
                  </a:moveTo>
                  <a:lnTo>
                    <a:pt x="3024" y="4646"/>
                  </a:lnTo>
                  <a:lnTo>
                    <a:pt x="3049" y="4703"/>
                  </a:lnTo>
                  <a:lnTo>
                    <a:pt x="3032" y="4703"/>
                  </a:lnTo>
                  <a:cubicBezTo>
                    <a:pt x="3008" y="4654"/>
                    <a:pt x="2976" y="4605"/>
                    <a:pt x="2984" y="4605"/>
                  </a:cubicBezTo>
                  <a:close/>
                  <a:moveTo>
                    <a:pt x="2030" y="4778"/>
                  </a:moveTo>
                  <a:cubicBezTo>
                    <a:pt x="2031" y="4778"/>
                    <a:pt x="2035" y="4784"/>
                    <a:pt x="2043" y="4800"/>
                  </a:cubicBezTo>
                  <a:lnTo>
                    <a:pt x="2076" y="4849"/>
                  </a:lnTo>
                  <a:cubicBezTo>
                    <a:pt x="2087" y="4884"/>
                    <a:pt x="2099" y="4924"/>
                    <a:pt x="2095" y="4924"/>
                  </a:cubicBezTo>
                  <a:cubicBezTo>
                    <a:pt x="2094" y="4924"/>
                    <a:pt x="2090" y="4919"/>
                    <a:pt x="2084" y="4905"/>
                  </a:cubicBezTo>
                  <a:cubicBezTo>
                    <a:pt x="2059" y="4873"/>
                    <a:pt x="2043" y="4841"/>
                    <a:pt x="2035" y="4800"/>
                  </a:cubicBezTo>
                  <a:cubicBezTo>
                    <a:pt x="2035" y="4800"/>
                    <a:pt x="2028" y="4778"/>
                    <a:pt x="2030" y="4778"/>
                  </a:cubicBezTo>
                  <a:close/>
                  <a:moveTo>
                    <a:pt x="1768" y="5141"/>
                  </a:moveTo>
                  <a:lnTo>
                    <a:pt x="1768" y="5141"/>
                  </a:lnTo>
                  <a:cubicBezTo>
                    <a:pt x="1776" y="5141"/>
                    <a:pt x="1832" y="5238"/>
                    <a:pt x="1840" y="5295"/>
                  </a:cubicBezTo>
                  <a:cubicBezTo>
                    <a:pt x="1838" y="5297"/>
                    <a:pt x="1836" y="5299"/>
                    <a:pt x="1834" y="5299"/>
                  </a:cubicBezTo>
                  <a:cubicBezTo>
                    <a:pt x="1830" y="5299"/>
                    <a:pt x="1823" y="5289"/>
                    <a:pt x="1800" y="5254"/>
                  </a:cubicBezTo>
                  <a:cubicBezTo>
                    <a:pt x="1768" y="5205"/>
                    <a:pt x="1751" y="5149"/>
                    <a:pt x="1768" y="5141"/>
                  </a:cubicBezTo>
                  <a:close/>
                  <a:moveTo>
                    <a:pt x="265" y="6001"/>
                  </a:moveTo>
                  <a:cubicBezTo>
                    <a:pt x="266" y="6001"/>
                    <a:pt x="280" y="6025"/>
                    <a:pt x="308" y="6073"/>
                  </a:cubicBezTo>
                  <a:cubicBezTo>
                    <a:pt x="341" y="6122"/>
                    <a:pt x="373" y="6170"/>
                    <a:pt x="357" y="6178"/>
                  </a:cubicBezTo>
                  <a:cubicBezTo>
                    <a:pt x="369" y="6210"/>
                    <a:pt x="372" y="6224"/>
                    <a:pt x="370" y="6224"/>
                  </a:cubicBezTo>
                  <a:cubicBezTo>
                    <a:pt x="364" y="6224"/>
                    <a:pt x="328" y="6154"/>
                    <a:pt x="300" y="6081"/>
                  </a:cubicBezTo>
                  <a:cubicBezTo>
                    <a:pt x="275" y="6027"/>
                    <a:pt x="263" y="6001"/>
                    <a:pt x="265" y="6001"/>
                  </a:cubicBezTo>
                  <a:close/>
                  <a:moveTo>
                    <a:pt x="8785" y="404"/>
                  </a:moveTo>
                  <a:cubicBezTo>
                    <a:pt x="8781" y="404"/>
                    <a:pt x="8795" y="428"/>
                    <a:pt x="8829" y="487"/>
                  </a:cubicBezTo>
                  <a:cubicBezTo>
                    <a:pt x="8860" y="539"/>
                    <a:pt x="8867" y="565"/>
                    <a:pt x="8857" y="565"/>
                  </a:cubicBezTo>
                  <a:cubicBezTo>
                    <a:pt x="8849" y="565"/>
                    <a:pt x="8827" y="545"/>
                    <a:pt x="8797" y="503"/>
                  </a:cubicBezTo>
                  <a:lnTo>
                    <a:pt x="8773" y="519"/>
                  </a:lnTo>
                  <a:cubicBezTo>
                    <a:pt x="8765" y="519"/>
                    <a:pt x="8797" y="568"/>
                    <a:pt x="8821" y="616"/>
                  </a:cubicBezTo>
                  <a:cubicBezTo>
                    <a:pt x="8856" y="676"/>
                    <a:pt x="8869" y="699"/>
                    <a:pt x="8866" y="699"/>
                  </a:cubicBezTo>
                  <a:cubicBezTo>
                    <a:pt x="8863" y="699"/>
                    <a:pt x="8853" y="689"/>
                    <a:pt x="8837" y="673"/>
                  </a:cubicBezTo>
                  <a:cubicBezTo>
                    <a:pt x="8813" y="649"/>
                    <a:pt x="8789" y="616"/>
                    <a:pt x="8773" y="584"/>
                  </a:cubicBezTo>
                  <a:cubicBezTo>
                    <a:pt x="8748" y="548"/>
                    <a:pt x="8738" y="543"/>
                    <a:pt x="8730" y="543"/>
                  </a:cubicBezTo>
                  <a:cubicBezTo>
                    <a:pt x="8728" y="543"/>
                    <a:pt x="8726" y="543"/>
                    <a:pt x="8724" y="543"/>
                  </a:cubicBezTo>
                  <a:cubicBezTo>
                    <a:pt x="8708" y="552"/>
                    <a:pt x="8692" y="568"/>
                    <a:pt x="8716" y="616"/>
                  </a:cubicBezTo>
                  <a:lnTo>
                    <a:pt x="8692" y="568"/>
                  </a:lnTo>
                  <a:cubicBezTo>
                    <a:pt x="8681" y="568"/>
                    <a:pt x="8666" y="546"/>
                    <a:pt x="8665" y="546"/>
                  </a:cubicBezTo>
                  <a:lnTo>
                    <a:pt x="8665" y="546"/>
                  </a:lnTo>
                  <a:cubicBezTo>
                    <a:pt x="8665" y="546"/>
                    <a:pt x="8667" y="552"/>
                    <a:pt x="8675" y="568"/>
                  </a:cubicBezTo>
                  <a:cubicBezTo>
                    <a:pt x="8675" y="568"/>
                    <a:pt x="8675" y="568"/>
                    <a:pt x="8673" y="568"/>
                  </a:cubicBezTo>
                  <a:cubicBezTo>
                    <a:pt x="8667" y="568"/>
                    <a:pt x="8653" y="564"/>
                    <a:pt x="8619" y="535"/>
                  </a:cubicBezTo>
                  <a:cubicBezTo>
                    <a:pt x="8613" y="531"/>
                    <a:pt x="8608" y="530"/>
                    <a:pt x="8604" y="530"/>
                  </a:cubicBezTo>
                  <a:cubicBezTo>
                    <a:pt x="8577" y="530"/>
                    <a:pt x="8605" y="625"/>
                    <a:pt x="8682" y="696"/>
                  </a:cubicBezTo>
                  <a:lnTo>
                    <a:pt x="8682" y="696"/>
                  </a:lnTo>
                  <a:cubicBezTo>
                    <a:pt x="8678" y="698"/>
                    <a:pt x="8674" y="701"/>
                    <a:pt x="8667" y="706"/>
                  </a:cubicBezTo>
                  <a:cubicBezTo>
                    <a:pt x="8659" y="706"/>
                    <a:pt x="8692" y="754"/>
                    <a:pt x="8692" y="754"/>
                  </a:cubicBezTo>
                  <a:cubicBezTo>
                    <a:pt x="8716" y="803"/>
                    <a:pt x="8708" y="811"/>
                    <a:pt x="8700" y="819"/>
                  </a:cubicBezTo>
                  <a:lnTo>
                    <a:pt x="8635" y="722"/>
                  </a:lnTo>
                  <a:cubicBezTo>
                    <a:pt x="8594" y="636"/>
                    <a:pt x="8561" y="587"/>
                    <a:pt x="8552" y="587"/>
                  </a:cubicBezTo>
                  <a:lnTo>
                    <a:pt x="8552" y="587"/>
                  </a:lnTo>
                  <a:cubicBezTo>
                    <a:pt x="8547" y="587"/>
                    <a:pt x="8552" y="609"/>
                    <a:pt x="8573" y="654"/>
                  </a:cubicBezTo>
                  <a:lnTo>
                    <a:pt x="8573" y="654"/>
                  </a:lnTo>
                  <a:cubicBezTo>
                    <a:pt x="8569" y="647"/>
                    <a:pt x="8565" y="640"/>
                    <a:pt x="8562" y="633"/>
                  </a:cubicBezTo>
                  <a:cubicBezTo>
                    <a:pt x="8547" y="611"/>
                    <a:pt x="8538" y="601"/>
                    <a:pt x="8532" y="601"/>
                  </a:cubicBezTo>
                  <a:cubicBezTo>
                    <a:pt x="8525" y="601"/>
                    <a:pt x="8525" y="617"/>
                    <a:pt x="8529" y="649"/>
                  </a:cubicBezTo>
                  <a:cubicBezTo>
                    <a:pt x="8513" y="657"/>
                    <a:pt x="8562" y="762"/>
                    <a:pt x="8594" y="811"/>
                  </a:cubicBezTo>
                  <a:cubicBezTo>
                    <a:pt x="8619" y="860"/>
                    <a:pt x="8610" y="868"/>
                    <a:pt x="8610" y="868"/>
                  </a:cubicBezTo>
                  <a:cubicBezTo>
                    <a:pt x="8602" y="868"/>
                    <a:pt x="8602" y="868"/>
                    <a:pt x="8570" y="819"/>
                  </a:cubicBezTo>
                  <a:cubicBezTo>
                    <a:pt x="8544" y="775"/>
                    <a:pt x="8525" y="755"/>
                    <a:pt x="8517" y="755"/>
                  </a:cubicBezTo>
                  <a:cubicBezTo>
                    <a:pt x="8506" y="755"/>
                    <a:pt x="8511" y="785"/>
                    <a:pt x="8538" y="843"/>
                  </a:cubicBezTo>
                  <a:lnTo>
                    <a:pt x="8505" y="795"/>
                  </a:lnTo>
                  <a:cubicBezTo>
                    <a:pt x="8490" y="765"/>
                    <a:pt x="8469" y="735"/>
                    <a:pt x="8450" y="735"/>
                  </a:cubicBezTo>
                  <a:cubicBezTo>
                    <a:pt x="8437" y="735"/>
                    <a:pt x="8425" y="747"/>
                    <a:pt x="8416" y="779"/>
                  </a:cubicBezTo>
                  <a:cubicBezTo>
                    <a:pt x="8395" y="791"/>
                    <a:pt x="8375" y="802"/>
                    <a:pt x="8357" y="802"/>
                  </a:cubicBezTo>
                  <a:cubicBezTo>
                    <a:pt x="8341" y="802"/>
                    <a:pt x="8326" y="793"/>
                    <a:pt x="8310" y="770"/>
                  </a:cubicBezTo>
                  <a:cubicBezTo>
                    <a:pt x="8305" y="763"/>
                    <a:pt x="8302" y="759"/>
                    <a:pt x="8299" y="759"/>
                  </a:cubicBezTo>
                  <a:lnTo>
                    <a:pt x="8299" y="759"/>
                  </a:lnTo>
                  <a:cubicBezTo>
                    <a:pt x="8284" y="759"/>
                    <a:pt x="8301" y="861"/>
                    <a:pt x="8335" y="957"/>
                  </a:cubicBezTo>
                  <a:cubicBezTo>
                    <a:pt x="8314" y="926"/>
                    <a:pt x="8303" y="915"/>
                    <a:pt x="8292" y="915"/>
                  </a:cubicBezTo>
                  <a:cubicBezTo>
                    <a:pt x="8286" y="915"/>
                    <a:pt x="8279" y="919"/>
                    <a:pt x="8270" y="925"/>
                  </a:cubicBezTo>
                  <a:cubicBezTo>
                    <a:pt x="8258" y="930"/>
                    <a:pt x="8251" y="934"/>
                    <a:pt x="8245" y="934"/>
                  </a:cubicBezTo>
                  <a:cubicBezTo>
                    <a:pt x="8234" y="934"/>
                    <a:pt x="8229" y="923"/>
                    <a:pt x="8213" y="892"/>
                  </a:cubicBezTo>
                  <a:cubicBezTo>
                    <a:pt x="8189" y="840"/>
                    <a:pt x="8177" y="814"/>
                    <a:pt x="8175" y="814"/>
                  </a:cubicBezTo>
                  <a:lnTo>
                    <a:pt x="8175" y="814"/>
                  </a:lnTo>
                  <a:cubicBezTo>
                    <a:pt x="8172" y="814"/>
                    <a:pt x="8180" y="842"/>
                    <a:pt x="8197" y="900"/>
                  </a:cubicBezTo>
                  <a:cubicBezTo>
                    <a:pt x="8218" y="943"/>
                    <a:pt x="8219" y="962"/>
                    <a:pt x="8208" y="962"/>
                  </a:cubicBezTo>
                  <a:cubicBezTo>
                    <a:pt x="8194" y="962"/>
                    <a:pt x="8160" y="930"/>
                    <a:pt x="8124" y="876"/>
                  </a:cubicBezTo>
                  <a:cubicBezTo>
                    <a:pt x="8109" y="845"/>
                    <a:pt x="8100" y="834"/>
                    <a:pt x="8089" y="834"/>
                  </a:cubicBezTo>
                  <a:cubicBezTo>
                    <a:pt x="8083" y="834"/>
                    <a:pt x="8076" y="837"/>
                    <a:pt x="8067" y="843"/>
                  </a:cubicBezTo>
                  <a:cubicBezTo>
                    <a:pt x="8083" y="900"/>
                    <a:pt x="8059" y="908"/>
                    <a:pt x="8043" y="916"/>
                  </a:cubicBezTo>
                  <a:cubicBezTo>
                    <a:pt x="8010" y="941"/>
                    <a:pt x="8010" y="941"/>
                    <a:pt x="8067" y="1038"/>
                  </a:cubicBezTo>
                  <a:cubicBezTo>
                    <a:pt x="8124" y="1135"/>
                    <a:pt x="8116" y="1135"/>
                    <a:pt x="8092" y="1152"/>
                  </a:cubicBezTo>
                  <a:cubicBezTo>
                    <a:pt x="8089" y="1154"/>
                    <a:pt x="8086" y="1156"/>
                    <a:pt x="8082" y="1156"/>
                  </a:cubicBezTo>
                  <a:cubicBezTo>
                    <a:pt x="8073" y="1156"/>
                    <a:pt x="8060" y="1146"/>
                    <a:pt x="8043" y="1111"/>
                  </a:cubicBezTo>
                  <a:cubicBezTo>
                    <a:pt x="8043" y="1111"/>
                    <a:pt x="8009" y="1077"/>
                    <a:pt x="7997" y="1077"/>
                  </a:cubicBezTo>
                  <a:cubicBezTo>
                    <a:pt x="7996" y="1077"/>
                    <a:pt x="7995" y="1078"/>
                    <a:pt x="7994" y="1079"/>
                  </a:cubicBezTo>
                  <a:cubicBezTo>
                    <a:pt x="7990" y="1081"/>
                    <a:pt x="7986" y="1083"/>
                    <a:pt x="7981" y="1083"/>
                  </a:cubicBezTo>
                  <a:cubicBezTo>
                    <a:pt x="7971" y="1083"/>
                    <a:pt x="7961" y="1073"/>
                    <a:pt x="7938" y="1038"/>
                  </a:cubicBezTo>
                  <a:cubicBezTo>
                    <a:pt x="7938" y="1038"/>
                    <a:pt x="7904" y="1005"/>
                    <a:pt x="7886" y="1005"/>
                  </a:cubicBezTo>
                  <a:cubicBezTo>
                    <a:pt x="7884" y="1005"/>
                    <a:pt x="7882" y="1005"/>
                    <a:pt x="7881" y="1006"/>
                  </a:cubicBezTo>
                  <a:cubicBezTo>
                    <a:pt x="7870" y="1013"/>
                    <a:pt x="7860" y="1018"/>
                    <a:pt x="7849" y="1018"/>
                  </a:cubicBezTo>
                  <a:cubicBezTo>
                    <a:pt x="7835" y="1018"/>
                    <a:pt x="7822" y="1009"/>
                    <a:pt x="7808" y="981"/>
                  </a:cubicBezTo>
                  <a:lnTo>
                    <a:pt x="7808" y="981"/>
                  </a:lnTo>
                  <a:cubicBezTo>
                    <a:pt x="7800" y="989"/>
                    <a:pt x="7800" y="989"/>
                    <a:pt x="7824" y="1038"/>
                  </a:cubicBezTo>
                  <a:cubicBezTo>
                    <a:pt x="7851" y="1079"/>
                    <a:pt x="7867" y="1125"/>
                    <a:pt x="7829" y="1125"/>
                  </a:cubicBezTo>
                  <a:cubicBezTo>
                    <a:pt x="7821" y="1125"/>
                    <a:pt x="7812" y="1123"/>
                    <a:pt x="7800" y="1119"/>
                  </a:cubicBezTo>
                  <a:cubicBezTo>
                    <a:pt x="7775" y="1127"/>
                    <a:pt x="7743" y="1143"/>
                    <a:pt x="7775" y="1192"/>
                  </a:cubicBezTo>
                  <a:cubicBezTo>
                    <a:pt x="7773" y="1194"/>
                    <a:pt x="7771" y="1196"/>
                    <a:pt x="7769" y="1196"/>
                  </a:cubicBezTo>
                  <a:cubicBezTo>
                    <a:pt x="7765" y="1196"/>
                    <a:pt x="7758" y="1186"/>
                    <a:pt x="7735" y="1152"/>
                  </a:cubicBezTo>
                  <a:cubicBezTo>
                    <a:pt x="7709" y="1108"/>
                    <a:pt x="7690" y="1087"/>
                    <a:pt x="7681" y="1087"/>
                  </a:cubicBezTo>
                  <a:cubicBezTo>
                    <a:pt x="7669" y="1087"/>
                    <a:pt x="7672" y="1118"/>
                    <a:pt x="7694" y="1176"/>
                  </a:cubicBezTo>
                  <a:cubicBezTo>
                    <a:pt x="7708" y="1203"/>
                    <a:pt x="7711" y="1218"/>
                    <a:pt x="7704" y="1218"/>
                  </a:cubicBezTo>
                  <a:cubicBezTo>
                    <a:pt x="7699" y="1218"/>
                    <a:pt x="7687" y="1210"/>
                    <a:pt x="7670" y="1192"/>
                  </a:cubicBezTo>
                  <a:lnTo>
                    <a:pt x="7670" y="1192"/>
                  </a:lnTo>
                  <a:cubicBezTo>
                    <a:pt x="7670" y="1192"/>
                    <a:pt x="7662" y="1192"/>
                    <a:pt x="7678" y="1249"/>
                  </a:cubicBezTo>
                  <a:cubicBezTo>
                    <a:pt x="7687" y="1280"/>
                    <a:pt x="7691" y="1294"/>
                    <a:pt x="7685" y="1294"/>
                  </a:cubicBezTo>
                  <a:cubicBezTo>
                    <a:pt x="7680" y="1294"/>
                    <a:pt x="7668" y="1284"/>
                    <a:pt x="7646" y="1265"/>
                  </a:cubicBezTo>
                  <a:cubicBezTo>
                    <a:pt x="7625" y="1235"/>
                    <a:pt x="7615" y="1226"/>
                    <a:pt x="7608" y="1226"/>
                  </a:cubicBezTo>
                  <a:cubicBezTo>
                    <a:pt x="7603" y="1226"/>
                    <a:pt x="7600" y="1230"/>
                    <a:pt x="7597" y="1233"/>
                  </a:cubicBezTo>
                  <a:cubicBezTo>
                    <a:pt x="7603" y="1277"/>
                    <a:pt x="7530" y="1326"/>
                    <a:pt x="7479" y="1326"/>
                  </a:cubicBezTo>
                  <a:cubicBezTo>
                    <a:pt x="7464" y="1326"/>
                    <a:pt x="7452" y="1323"/>
                    <a:pt x="7443" y="1314"/>
                  </a:cubicBezTo>
                  <a:lnTo>
                    <a:pt x="7443" y="1314"/>
                  </a:lnTo>
                  <a:cubicBezTo>
                    <a:pt x="7459" y="1370"/>
                    <a:pt x="7459" y="1370"/>
                    <a:pt x="7451" y="1370"/>
                  </a:cubicBezTo>
                  <a:cubicBezTo>
                    <a:pt x="7428" y="1339"/>
                    <a:pt x="7416" y="1326"/>
                    <a:pt x="7411" y="1326"/>
                  </a:cubicBezTo>
                  <a:lnTo>
                    <a:pt x="7411" y="1326"/>
                  </a:lnTo>
                  <a:cubicBezTo>
                    <a:pt x="7402" y="1326"/>
                    <a:pt x="7422" y="1372"/>
                    <a:pt x="7459" y="1435"/>
                  </a:cubicBezTo>
                  <a:lnTo>
                    <a:pt x="7467" y="1427"/>
                  </a:lnTo>
                  <a:lnTo>
                    <a:pt x="7483" y="1419"/>
                  </a:lnTo>
                  <a:cubicBezTo>
                    <a:pt x="7512" y="1468"/>
                    <a:pt x="7518" y="1498"/>
                    <a:pt x="7506" y="1498"/>
                  </a:cubicBezTo>
                  <a:cubicBezTo>
                    <a:pt x="7494" y="1498"/>
                    <a:pt x="7463" y="1468"/>
                    <a:pt x="7419" y="1395"/>
                  </a:cubicBezTo>
                  <a:cubicBezTo>
                    <a:pt x="7387" y="1347"/>
                    <a:pt x="7371" y="1323"/>
                    <a:pt x="7367" y="1323"/>
                  </a:cubicBezTo>
                  <a:lnTo>
                    <a:pt x="7367" y="1323"/>
                  </a:lnTo>
                  <a:cubicBezTo>
                    <a:pt x="7363" y="1323"/>
                    <a:pt x="7374" y="1349"/>
                    <a:pt x="7394" y="1403"/>
                  </a:cubicBezTo>
                  <a:cubicBezTo>
                    <a:pt x="7420" y="1459"/>
                    <a:pt x="7430" y="1487"/>
                    <a:pt x="7423" y="1487"/>
                  </a:cubicBezTo>
                  <a:cubicBezTo>
                    <a:pt x="7416" y="1487"/>
                    <a:pt x="7396" y="1465"/>
                    <a:pt x="7362" y="1419"/>
                  </a:cubicBezTo>
                  <a:cubicBezTo>
                    <a:pt x="7334" y="1371"/>
                    <a:pt x="7320" y="1347"/>
                    <a:pt x="7318" y="1347"/>
                  </a:cubicBezTo>
                  <a:lnTo>
                    <a:pt x="7318" y="1347"/>
                  </a:lnTo>
                  <a:cubicBezTo>
                    <a:pt x="7317" y="1347"/>
                    <a:pt x="7329" y="1373"/>
                    <a:pt x="7354" y="1427"/>
                  </a:cubicBezTo>
                  <a:cubicBezTo>
                    <a:pt x="7411" y="1551"/>
                    <a:pt x="7432" y="1625"/>
                    <a:pt x="7416" y="1625"/>
                  </a:cubicBezTo>
                  <a:cubicBezTo>
                    <a:pt x="7405" y="1625"/>
                    <a:pt x="7376" y="1588"/>
                    <a:pt x="7329" y="1508"/>
                  </a:cubicBezTo>
                  <a:cubicBezTo>
                    <a:pt x="7277" y="1418"/>
                    <a:pt x="7238" y="1370"/>
                    <a:pt x="7226" y="1370"/>
                  </a:cubicBezTo>
                  <a:cubicBezTo>
                    <a:pt x="7225" y="1370"/>
                    <a:pt x="7225" y="1370"/>
                    <a:pt x="7224" y="1370"/>
                  </a:cubicBezTo>
                  <a:cubicBezTo>
                    <a:pt x="7208" y="1379"/>
                    <a:pt x="7240" y="1427"/>
                    <a:pt x="7265" y="1476"/>
                  </a:cubicBezTo>
                  <a:cubicBezTo>
                    <a:pt x="7303" y="1522"/>
                    <a:pt x="7319" y="1547"/>
                    <a:pt x="7314" y="1547"/>
                  </a:cubicBezTo>
                  <a:cubicBezTo>
                    <a:pt x="7309" y="1547"/>
                    <a:pt x="7287" y="1527"/>
                    <a:pt x="7248" y="1484"/>
                  </a:cubicBezTo>
                  <a:cubicBezTo>
                    <a:pt x="7190" y="1421"/>
                    <a:pt x="7154" y="1393"/>
                    <a:pt x="7136" y="1393"/>
                  </a:cubicBezTo>
                  <a:cubicBezTo>
                    <a:pt x="7116" y="1393"/>
                    <a:pt x="7118" y="1425"/>
                    <a:pt x="7135" y="1484"/>
                  </a:cubicBezTo>
                  <a:cubicBezTo>
                    <a:pt x="7139" y="1550"/>
                    <a:pt x="7132" y="1585"/>
                    <a:pt x="7120" y="1585"/>
                  </a:cubicBezTo>
                  <a:cubicBezTo>
                    <a:pt x="7110" y="1585"/>
                    <a:pt x="7097" y="1560"/>
                    <a:pt x="7086" y="1508"/>
                  </a:cubicBezTo>
                  <a:cubicBezTo>
                    <a:pt x="7068" y="1447"/>
                    <a:pt x="7060" y="1422"/>
                    <a:pt x="7058" y="1422"/>
                  </a:cubicBezTo>
                  <a:lnTo>
                    <a:pt x="7058" y="1422"/>
                  </a:lnTo>
                  <a:cubicBezTo>
                    <a:pt x="7056" y="1422"/>
                    <a:pt x="7058" y="1436"/>
                    <a:pt x="7062" y="1460"/>
                  </a:cubicBezTo>
                  <a:lnTo>
                    <a:pt x="7005" y="1492"/>
                  </a:lnTo>
                  <a:cubicBezTo>
                    <a:pt x="6997" y="1492"/>
                    <a:pt x="7013" y="1549"/>
                    <a:pt x="7038" y="1597"/>
                  </a:cubicBezTo>
                  <a:cubicBezTo>
                    <a:pt x="7001" y="1547"/>
                    <a:pt x="6969" y="1512"/>
                    <a:pt x="6955" y="1512"/>
                  </a:cubicBezTo>
                  <a:cubicBezTo>
                    <a:pt x="6944" y="1512"/>
                    <a:pt x="6942" y="1532"/>
                    <a:pt x="6956" y="1581"/>
                  </a:cubicBezTo>
                  <a:lnTo>
                    <a:pt x="6940" y="1589"/>
                  </a:lnTo>
                  <a:cubicBezTo>
                    <a:pt x="6924" y="1597"/>
                    <a:pt x="6924" y="1597"/>
                    <a:pt x="6948" y="1654"/>
                  </a:cubicBezTo>
                  <a:cubicBezTo>
                    <a:pt x="6954" y="1673"/>
                    <a:pt x="6953" y="1680"/>
                    <a:pt x="6948" y="1680"/>
                  </a:cubicBezTo>
                  <a:cubicBezTo>
                    <a:pt x="6938" y="1680"/>
                    <a:pt x="6911" y="1649"/>
                    <a:pt x="6884" y="1622"/>
                  </a:cubicBezTo>
                  <a:cubicBezTo>
                    <a:pt x="6855" y="1593"/>
                    <a:pt x="6827" y="1561"/>
                    <a:pt x="6823" y="1561"/>
                  </a:cubicBezTo>
                  <a:lnTo>
                    <a:pt x="6823" y="1561"/>
                  </a:lnTo>
                  <a:cubicBezTo>
                    <a:pt x="6822" y="1561"/>
                    <a:pt x="6825" y="1567"/>
                    <a:pt x="6835" y="1581"/>
                  </a:cubicBezTo>
                  <a:cubicBezTo>
                    <a:pt x="6859" y="1638"/>
                    <a:pt x="6875" y="1695"/>
                    <a:pt x="6884" y="1751"/>
                  </a:cubicBezTo>
                  <a:cubicBezTo>
                    <a:pt x="6891" y="1767"/>
                    <a:pt x="6892" y="1773"/>
                    <a:pt x="6890" y="1773"/>
                  </a:cubicBezTo>
                  <a:cubicBezTo>
                    <a:pt x="6885" y="1773"/>
                    <a:pt x="6862" y="1742"/>
                    <a:pt x="6851" y="1703"/>
                  </a:cubicBezTo>
                  <a:cubicBezTo>
                    <a:pt x="6827" y="1670"/>
                    <a:pt x="6802" y="1638"/>
                    <a:pt x="6770" y="1622"/>
                  </a:cubicBezTo>
                  <a:cubicBezTo>
                    <a:pt x="6754" y="1630"/>
                    <a:pt x="6738" y="1638"/>
                    <a:pt x="6762" y="1687"/>
                  </a:cubicBezTo>
                  <a:cubicBezTo>
                    <a:pt x="6784" y="1720"/>
                    <a:pt x="6761" y="1746"/>
                    <a:pt x="6731" y="1746"/>
                  </a:cubicBezTo>
                  <a:cubicBezTo>
                    <a:pt x="6717" y="1746"/>
                    <a:pt x="6702" y="1740"/>
                    <a:pt x="6689" y="1727"/>
                  </a:cubicBezTo>
                  <a:lnTo>
                    <a:pt x="6665" y="1743"/>
                  </a:lnTo>
                  <a:cubicBezTo>
                    <a:pt x="6656" y="1743"/>
                    <a:pt x="6673" y="1800"/>
                    <a:pt x="6665" y="1808"/>
                  </a:cubicBezTo>
                  <a:cubicBezTo>
                    <a:pt x="6665" y="1808"/>
                    <a:pt x="6656" y="1816"/>
                    <a:pt x="6673" y="1865"/>
                  </a:cubicBezTo>
                  <a:cubicBezTo>
                    <a:pt x="6667" y="1868"/>
                    <a:pt x="6662" y="1871"/>
                    <a:pt x="6656" y="1871"/>
                  </a:cubicBezTo>
                  <a:cubicBezTo>
                    <a:pt x="6648" y="1871"/>
                    <a:pt x="6639" y="1863"/>
                    <a:pt x="6624" y="1833"/>
                  </a:cubicBezTo>
                  <a:lnTo>
                    <a:pt x="6624" y="1833"/>
                  </a:lnTo>
                  <a:cubicBezTo>
                    <a:pt x="6645" y="1882"/>
                    <a:pt x="6655" y="1907"/>
                    <a:pt x="6651" y="1907"/>
                  </a:cubicBezTo>
                  <a:cubicBezTo>
                    <a:pt x="6648" y="1907"/>
                    <a:pt x="6631" y="1884"/>
                    <a:pt x="6600" y="1841"/>
                  </a:cubicBezTo>
                  <a:cubicBezTo>
                    <a:pt x="6572" y="1793"/>
                    <a:pt x="6558" y="1769"/>
                    <a:pt x="6556" y="1769"/>
                  </a:cubicBezTo>
                  <a:lnTo>
                    <a:pt x="6556" y="1769"/>
                  </a:lnTo>
                  <a:cubicBezTo>
                    <a:pt x="6555" y="1769"/>
                    <a:pt x="6567" y="1795"/>
                    <a:pt x="6592" y="1849"/>
                  </a:cubicBezTo>
                  <a:cubicBezTo>
                    <a:pt x="6600" y="1878"/>
                    <a:pt x="6604" y="1892"/>
                    <a:pt x="6600" y="1892"/>
                  </a:cubicBezTo>
                  <a:cubicBezTo>
                    <a:pt x="6597" y="1892"/>
                    <a:pt x="6587" y="1880"/>
                    <a:pt x="6567" y="1857"/>
                  </a:cubicBezTo>
                  <a:cubicBezTo>
                    <a:pt x="6552" y="1835"/>
                    <a:pt x="6543" y="1824"/>
                    <a:pt x="6540" y="1824"/>
                  </a:cubicBezTo>
                  <a:lnTo>
                    <a:pt x="6540" y="1824"/>
                  </a:lnTo>
                  <a:cubicBezTo>
                    <a:pt x="6536" y="1824"/>
                    <a:pt x="6542" y="1839"/>
                    <a:pt x="6559" y="1865"/>
                  </a:cubicBezTo>
                  <a:cubicBezTo>
                    <a:pt x="6586" y="1934"/>
                    <a:pt x="6595" y="1986"/>
                    <a:pt x="6582" y="1986"/>
                  </a:cubicBezTo>
                  <a:cubicBezTo>
                    <a:pt x="6575" y="1986"/>
                    <a:pt x="6563" y="1971"/>
                    <a:pt x="6543" y="1938"/>
                  </a:cubicBezTo>
                  <a:lnTo>
                    <a:pt x="6543" y="1938"/>
                  </a:lnTo>
                  <a:cubicBezTo>
                    <a:pt x="6543" y="1938"/>
                    <a:pt x="6527" y="1946"/>
                    <a:pt x="6551" y="2003"/>
                  </a:cubicBezTo>
                  <a:cubicBezTo>
                    <a:pt x="6575" y="2051"/>
                    <a:pt x="6588" y="2076"/>
                    <a:pt x="6586" y="2076"/>
                  </a:cubicBezTo>
                  <a:cubicBezTo>
                    <a:pt x="6584" y="2076"/>
                    <a:pt x="6567" y="2051"/>
                    <a:pt x="6535" y="2003"/>
                  </a:cubicBezTo>
                  <a:cubicBezTo>
                    <a:pt x="6505" y="1961"/>
                    <a:pt x="6487" y="1941"/>
                    <a:pt x="6480" y="1941"/>
                  </a:cubicBezTo>
                  <a:lnTo>
                    <a:pt x="6480" y="1941"/>
                  </a:lnTo>
                  <a:cubicBezTo>
                    <a:pt x="6473" y="1941"/>
                    <a:pt x="6481" y="1967"/>
                    <a:pt x="6502" y="2019"/>
                  </a:cubicBezTo>
                  <a:cubicBezTo>
                    <a:pt x="6502" y="2019"/>
                    <a:pt x="6516" y="2050"/>
                    <a:pt x="6506" y="2050"/>
                  </a:cubicBezTo>
                  <a:cubicBezTo>
                    <a:pt x="6503" y="2050"/>
                    <a:pt x="6497" y="2046"/>
                    <a:pt x="6486" y="2035"/>
                  </a:cubicBezTo>
                  <a:cubicBezTo>
                    <a:pt x="6462" y="2018"/>
                    <a:pt x="6431" y="2006"/>
                    <a:pt x="6409" y="2006"/>
                  </a:cubicBezTo>
                  <a:cubicBezTo>
                    <a:pt x="6381" y="2006"/>
                    <a:pt x="6369" y="2025"/>
                    <a:pt x="6405" y="2076"/>
                  </a:cubicBezTo>
                  <a:lnTo>
                    <a:pt x="6389" y="2092"/>
                  </a:lnTo>
                  <a:cubicBezTo>
                    <a:pt x="6368" y="2075"/>
                    <a:pt x="6353" y="2066"/>
                    <a:pt x="6344" y="2066"/>
                  </a:cubicBezTo>
                  <a:cubicBezTo>
                    <a:pt x="6332" y="2066"/>
                    <a:pt x="6331" y="2081"/>
                    <a:pt x="6340" y="2108"/>
                  </a:cubicBezTo>
                  <a:lnTo>
                    <a:pt x="6365" y="2165"/>
                  </a:lnTo>
                  <a:cubicBezTo>
                    <a:pt x="6335" y="2121"/>
                    <a:pt x="6299" y="2083"/>
                    <a:pt x="6286" y="2083"/>
                  </a:cubicBezTo>
                  <a:cubicBezTo>
                    <a:pt x="6285" y="2083"/>
                    <a:pt x="6284" y="2083"/>
                    <a:pt x="6284" y="2084"/>
                  </a:cubicBezTo>
                  <a:cubicBezTo>
                    <a:pt x="6275" y="2084"/>
                    <a:pt x="6275" y="2084"/>
                    <a:pt x="6300" y="2133"/>
                  </a:cubicBezTo>
                  <a:cubicBezTo>
                    <a:pt x="6340" y="2181"/>
                    <a:pt x="6332" y="2181"/>
                    <a:pt x="6316" y="2189"/>
                  </a:cubicBezTo>
                  <a:cubicBezTo>
                    <a:pt x="6315" y="2190"/>
                    <a:pt x="6314" y="2190"/>
                    <a:pt x="6313" y="2190"/>
                  </a:cubicBezTo>
                  <a:cubicBezTo>
                    <a:pt x="6301" y="2190"/>
                    <a:pt x="6265" y="2153"/>
                    <a:pt x="6243" y="2108"/>
                  </a:cubicBezTo>
                  <a:lnTo>
                    <a:pt x="6227" y="2108"/>
                  </a:lnTo>
                  <a:cubicBezTo>
                    <a:pt x="6262" y="2168"/>
                    <a:pt x="6272" y="2194"/>
                    <a:pt x="6267" y="2194"/>
                  </a:cubicBezTo>
                  <a:cubicBezTo>
                    <a:pt x="6264" y="2194"/>
                    <a:pt x="6256" y="2184"/>
                    <a:pt x="6243" y="2165"/>
                  </a:cubicBezTo>
                  <a:cubicBezTo>
                    <a:pt x="6221" y="2137"/>
                    <a:pt x="6206" y="2128"/>
                    <a:pt x="6196" y="2128"/>
                  </a:cubicBezTo>
                  <a:cubicBezTo>
                    <a:pt x="6192" y="2128"/>
                    <a:pt x="6189" y="2130"/>
                    <a:pt x="6186" y="2133"/>
                  </a:cubicBezTo>
                  <a:lnTo>
                    <a:pt x="6154" y="2084"/>
                  </a:lnTo>
                  <a:cubicBezTo>
                    <a:pt x="6143" y="2073"/>
                    <a:pt x="6138" y="2069"/>
                    <a:pt x="6136" y="2069"/>
                  </a:cubicBezTo>
                  <a:lnTo>
                    <a:pt x="6136" y="2069"/>
                  </a:lnTo>
                  <a:cubicBezTo>
                    <a:pt x="6130" y="2069"/>
                    <a:pt x="6154" y="2105"/>
                    <a:pt x="6178" y="2141"/>
                  </a:cubicBezTo>
                  <a:lnTo>
                    <a:pt x="6154" y="2149"/>
                  </a:lnTo>
                  <a:cubicBezTo>
                    <a:pt x="6146" y="2157"/>
                    <a:pt x="6129" y="2165"/>
                    <a:pt x="6170" y="2206"/>
                  </a:cubicBezTo>
                  <a:cubicBezTo>
                    <a:pt x="6202" y="2254"/>
                    <a:pt x="6227" y="2303"/>
                    <a:pt x="6219" y="2311"/>
                  </a:cubicBezTo>
                  <a:cubicBezTo>
                    <a:pt x="6189" y="2266"/>
                    <a:pt x="6166" y="2221"/>
                    <a:pt x="6156" y="2221"/>
                  </a:cubicBezTo>
                  <a:cubicBezTo>
                    <a:pt x="6155" y="2221"/>
                    <a:pt x="6154" y="2221"/>
                    <a:pt x="6154" y="2222"/>
                  </a:cubicBezTo>
                  <a:cubicBezTo>
                    <a:pt x="6138" y="2222"/>
                    <a:pt x="6113" y="2173"/>
                    <a:pt x="6113" y="2173"/>
                  </a:cubicBezTo>
                  <a:cubicBezTo>
                    <a:pt x="6096" y="2138"/>
                    <a:pt x="6082" y="2125"/>
                    <a:pt x="6073" y="2125"/>
                  </a:cubicBezTo>
                  <a:cubicBezTo>
                    <a:pt x="6057" y="2125"/>
                    <a:pt x="6054" y="2166"/>
                    <a:pt x="6065" y="2197"/>
                  </a:cubicBezTo>
                  <a:cubicBezTo>
                    <a:pt x="6086" y="2257"/>
                    <a:pt x="6092" y="2288"/>
                    <a:pt x="6084" y="2288"/>
                  </a:cubicBezTo>
                  <a:cubicBezTo>
                    <a:pt x="6077" y="2288"/>
                    <a:pt x="6059" y="2263"/>
                    <a:pt x="6032" y="2214"/>
                  </a:cubicBezTo>
                  <a:cubicBezTo>
                    <a:pt x="6018" y="2189"/>
                    <a:pt x="6009" y="2178"/>
                    <a:pt x="6007" y="2178"/>
                  </a:cubicBezTo>
                  <a:lnTo>
                    <a:pt x="6007" y="2178"/>
                  </a:lnTo>
                  <a:cubicBezTo>
                    <a:pt x="5998" y="2178"/>
                    <a:pt x="6035" y="2270"/>
                    <a:pt x="6089" y="2384"/>
                  </a:cubicBezTo>
                  <a:lnTo>
                    <a:pt x="6162" y="2530"/>
                  </a:lnTo>
                  <a:lnTo>
                    <a:pt x="6081" y="2384"/>
                  </a:lnTo>
                  <a:cubicBezTo>
                    <a:pt x="6008" y="2279"/>
                    <a:pt x="5976" y="2233"/>
                    <a:pt x="5966" y="2233"/>
                  </a:cubicBezTo>
                  <a:lnTo>
                    <a:pt x="5966" y="2233"/>
                  </a:lnTo>
                  <a:cubicBezTo>
                    <a:pt x="5959" y="2233"/>
                    <a:pt x="5965" y="2261"/>
                    <a:pt x="5975" y="2311"/>
                  </a:cubicBezTo>
                  <a:cubicBezTo>
                    <a:pt x="5980" y="2346"/>
                    <a:pt x="5982" y="2362"/>
                    <a:pt x="5979" y="2362"/>
                  </a:cubicBezTo>
                  <a:cubicBezTo>
                    <a:pt x="5977" y="2362"/>
                    <a:pt x="5971" y="2350"/>
                    <a:pt x="5959" y="2327"/>
                  </a:cubicBezTo>
                  <a:cubicBezTo>
                    <a:pt x="5940" y="2299"/>
                    <a:pt x="5930" y="2287"/>
                    <a:pt x="5917" y="2287"/>
                  </a:cubicBezTo>
                  <a:cubicBezTo>
                    <a:pt x="5909" y="2287"/>
                    <a:pt x="5900" y="2293"/>
                    <a:pt x="5886" y="2303"/>
                  </a:cubicBezTo>
                  <a:cubicBezTo>
                    <a:pt x="5854" y="2319"/>
                    <a:pt x="5838" y="2327"/>
                    <a:pt x="5870" y="2376"/>
                  </a:cubicBezTo>
                  <a:lnTo>
                    <a:pt x="5846" y="2384"/>
                  </a:lnTo>
                  <a:cubicBezTo>
                    <a:pt x="5823" y="2353"/>
                    <a:pt x="5809" y="2339"/>
                    <a:pt x="5804" y="2339"/>
                  </a:cubicBezTo>
                  <a:cubicBezTo>
                    <a:pt x="5793" y="2339"/>
                    <a:pt x="5812" y="2385"/>
                    <a:pt x="5854" y="2449"/>
                  </a:cubicBezTo>
                  <a:lnTo>
                    <a:pt x="5830" y="2457"/>
                  </a:lnTo>
                  <a:lnTo>
                    <a:pt x="5805" y="2408"/>
                  </a:lnTo>
                  <a:cubicBezTo>
                    <a:pt x="5790" y="2386"/>
                    <a:pt x="5779" y="2376"/>
                    <a:pt x="5762" y="2376"/>
                  </a:cubicBezTo>
                  <a:cubicBezTo>
                    <a:pt x="5743" y="2376"/>
                    <a:pt x="5716" y="2390"/>
                    <a:pt x="5667" y="2416"/>
                  </a:cubicBezTo>
                  <a:cubicBezTo>
                    <a:pt x="5570" y="2473"/>
                    <a:pt x="5562" y="2481"/>
                    <a:pt x="5619" y="2578"/>
                  </a:cubicBezTo>
                  <a:cubicBezTo>
                    <a:pt x="5644" y="2629"/>
                    <a:pt x="5652" y="2656"/>
                    <a:pt x="5645" y="2656"/>
                  </a:cubicBezTo>
                  <a:cubicBezTo>
                    <a:pt x="5639" y="2656"/>
                    <a:pt x="5622" y="2633"/>
                    <a:pt x="5594" y="2587"/>
                  </a:cubicBezTo>
                  <a:cubicBezTo>
                    <a:pt x="5578" y="2553"/>
                    <a:pt x="5554" y="2524"/>
                    <a:pt x="5548" y="2524"/>
                  </a:cubicBezTo>
                  <a:cubicBezTo>
                    <a:pt x="5545" y="2524"/>
                    <a:pt x="5546" y="2531"/>
                    <a:pt x="5554" y="2546"/>
                  </a:cubicBezTo>
                  <a:cubicBezTo>
                    <a:pt x="5554" y="2546"/>
                    <a:pt x="5553" y="2547"/>
                    <a:pt x="5550" y="2547"/>
                  </a:cubicBezTo>
                  <a:cubicBezTo>
                    <a:pt x="5543" y="2547"/>
                    <a:pt x="5526" y="2543"/>
                    <a:pt x="5497" y="2514"/>
                  </a:cubicBezTo>
                  <a:cubicBezTo>
                    <a:pt x="5465" y="2484"/>
                    <a:pt x="5446" y="2473"/>
                    <a:pt x="5437" y="2473"/>
                  </a:cubicBezTo>
                  <a:cubicBezTo>
                    <a:pt x="5421" y="2473"/>
                    <a:pt x="5433" y="2507"/>
                    <a:pt x="5448" y="2538"/>
                  </a:cubicBezTo>
                  <a:cubicBezTo>
                    <a:pt x="5481" y="2577"/>
                    <a:pt x="5491" y="2591"/>
                    <a:pt x="5488" y="2591"/>
                  </a:cubicBezTo>
                  <a:cubicBezTo>
                    <a:pt x="5486" y="2591"/>
                    <a:pt x="5463" y="2569"/>
                    <a:pt x="5440" y="2546"/>
                  </a:cubicBezTo>
                  <a:cubicBezTo>
                    <a:pt x="5413" y="2513"/>
                    <a:pt x="5385" y="2484"/>
                    <a:pt x="5381" y="2484"/>
                  </a:cubicBezTo>
                  <a:lnTo>
                    <a:pt x="5381" y="2484"/>
                  </a:lnTo>
                  <a:cubicBezTo>
                    <a:pt x="5378" y="2484"/>
                    <a:pt x="5381" y="2490"/>
                    <a:pt x="5392" y="2506"/>
                  </a:cubicBezTo>
                  <a:cubicBezTo>
                    <a:pt x="5402" y="2543"/>
                    <a:pt x="5392" y="2591"/>
                    <a:pt x="5367" y="2591"/>
                  </a:cubicBezTo>
                  <a:cubicBezTo>
                    <a:pt x="5354" y="2591"/>
                    <a:pt x="5338" y="2579"/>
                    <a:pt x="5319" y="2546"/>
                  </a:cubicBezTo>
                  <a:lnTo>
                    <a:pt x="5294" y="2562"/>
                  </a:lnTo>
                  <a:cubicBezTo>
                    <a:pt x="5319" y="2611"/>
                    <a:pt x="5303" y="2619"/>
                    <a:pt x="5278" y="2635"/>
                  </a:cubicBezTo>
                  <a:cubicBezTo>
                    <a:pt x="5269" y="2638"/>
                    <a:pt x="5262" y="2641"/>
                    <a:pt x="5256" y="2641"/>
                  </a:cubicBezTo>
                  <a:cubicBezTo>
                    <a:pt x="5245" y="2641"/>
                    <a:pt x="5237" y="2633"/>
                    <a:pt x="5221" y="2603"/>
                  </a:cubicBezTo>
                  <a:cubicBezTo>
                    <a:pt x="5210" y="2576"/>
                    <a:pt x="5202" y="2564"/>
                    <a:pt x="5198" y="2564"/>
                  </a:cubicBezTo>
                  <a:cubicBezTo>
                    <a:pt x="5193" y="2564"/>
                    <a:pt x="5193" y="2581"/>
                    <a:pt x="5197" y="2611"/>
                  </a:cubicBezTo>
                  <a:cubicBezTo>
                    <a:pt x="5189" y="2619"/>
                    <a:pt x="5230" y="2724"/>
                    <a:pt x="5221" y="2724"/>
                  </a:cubicBezTo>
                  <a:cubicBezTo>
                    <a:pt x="5254" y="2773"/>
                    <a:pt x="5270" y="2830"/>
                    <a:pt x="5262" y="2838"/>
                  </a:cubicBezTo>
                  <a:lnTo>
                    <a:pt x="5230" y="2789"/>
                  </a:lnTo>
                  <a:lnTo>
                    <a:pt x="5173" y="2692"/>
                  </a:lnTo>
                  <a:lnTo>
                    <a:pt x="5173" y="2692"/>
                  </a:lnTo>
                  <a:cubicBezTo>
                    <a:pt x="5165" y="2700"/>
                    <a:pt x="5148" y="2700"/>
                    <a:pt x="5181" y="2749"/>
                  </a:cubicBezTo>
                  <a:cubicBezTo>
                    <a:pt x="5157" y="2725"/>
                    <a:pt x="5144" y="2718"/>
                    <a:pt x="5133" y="2718"/>
                  </a:cubicBezTo>
                  <a:cubicBezTo>
                    <a:pt x="5125" y="2718"/>
                    <a:pt x="5118" y="2721"/>
                    <a:pt x="5108" y="2724"/>
                  </a:cubicBezTo>
                  <a:cubicBezTo>
                    <a:pt x="5084" y="2741"/>
                    <a:pt x="5067" y="2749"/>
                    <a:pt x="5084" y="2806"/>
                  </a:cubicBezTo>
                  <a:cubicBezTo>
                    <a:pt x="5055" y="2770"/>
                    <a:pt x="5027" y="2754"/>
                    <a:pt x="5007" y="2754"/>
                  </a:cubicBezTo>
                  <a:cubicBezTo>
                    <a:pt x="4977" y="2754"/>
                    <a:pt x="4965" y="2791"/>
                    <a:pt x="4994" y="2854"/>
                  </a:cubicBezTo>
                  <a:cubicBezTo>
                    <a:pt x="5012" y="2880"/>
                    <a:pt x="5015" y="2895"/>
                    <a:pt x="5008" y="2895"/>
                  </a:cubicBezTo>
                  <a:cubicBezTo>
                    <a:pt x="5002" y="2895"/>
                    <a:pt x="4989" y="2885"/>
                    <a:pt x="4970" y="2862"/>
                  </a:cubicBezTo>
                  <a:cubicBezTo>
                    <a:pt x="4955" y="2844"/>
                    <a:pt x="4947" y="2834"/>
                    <a:pt x="4944" y="2834"/>
                  </a:cubicBezTo>
                  <a:lnTo>
                    <a:pt x="4944" y="2834"/>
                  </a:lnTo>
                  <a:cubicBezTo>
                    <a:pt x="4941" y="2834"/>
                    <a:pt x="4945" y="2848"/>
                    <a:pt x="4954" y="2878"/>
                  </a:cubicBezTo>
                  <a:cubicBezTo>
                    <a:pt x="4959" y="2897"/>
                    <a:pt x="4958" y="2904"/>
                    <a:pt x="4954" y="2904"/>
                  </a:cubicBezTo>
                  <a:cubicBezTo>
                    <a:pt x="4944" y="2904"/>
                    <a:pt x="4916" y="2873"/>
                    <a:pt x="4889" y="2846"/>
                  </a:cubicBezTo>
                  <a:cubicBezTo>
                    <a:pt x="4853" y="2796"/>
                    <a:pt x="4832" y="2774"/>
                    <a:pt x="4825" y="2774"/>
                  </a:cubicBezTo>
                  <a:cubicBezTo>
                    <a:pt x="4819" y="2774"/>
                    <a:pt x="4821" y="2788"/>
                    <a:pt x="4832" y="2814"/>
                  </a:cubicBezTo>
                  <a:cubicBezTo>
                    <a:pt x="4840" y="2878"/>
                    <a:pt x="4816" y="2887"/>
                    <a:pt x="4808" y="2895"/>
                  </a:cubicBezTo>
                  <a:cubicBezTo>
                    <a:pt x="4816" y="2951"/>
                    <a:pt x="4800" y="2960"/>
                    <a:pt x="4840" y="3000"/>
                  </a:cubicBezTo>
                  <a:cubicBezTo>
                    <a:pt x="4857" y="3033"/>
                    <a:pt x="4873" y="3073"/>
                    <a:pt x="4889" y="3105"/>
                  </a:cubicBezTo>
                  <a:cubicBezTo>
                    <a:pt x="4892" y="3131"/>
                    <a:pt x="4889" y="3139"/>
                    <a:pt x="4885" y="3139"/>
                  </a:cubicBezTo>
                  <a:cubicBezTo>
                    <a:pt x="4879" y="3139"/>
                    <a:pt x="4871" y="3119"/>
                    <a:pt x="4881" y="3114"/>
                  </a:cubicBezTo>
                  <a:cubicBezTo>
                    <a:pt x="4873" y="3049"/>
                    <a:pt x="4857" y="3057"/>
                    <a:pt x="4816" y="3016"/>
                  </a:cubicBezTo>
                  <a:cubicBezTo>
                    <a:pt x="4799" y="2990"/>
                    <a:pt x="4784" y="2983"/>
                    <a:pt x="4772" y="2983"/>
                  </a:cubicBezTo>
                  <a:cubicBezTo>
                    <a:pt x="4762" y="2983"/>
                    <a:pt x="4755" y="2988"/>
                    <a:pt x="4751" y="2992"/>
                  </a:cubicBezTo>
                  <a:lnTo>
                    <a:pt x="4703" y="3016"/>
                  </a:lnTo>
                  <a:cubicBezTo>
                    <a:pt x="4677" y="3002"/>
                    <a:pt x="4660" y="2994"/>
                    <a:pt x="4651" y="2994"/>
                  </a:cubicBezTo>
                  <a:cubicBezTo>
                    <a:pt x="4641" y="2994"/>
                    <a:pt x="4644" y="3006"/>
                    <a:pt x="4662" y="3033"/>
                  </a:cubicBezTo>
                  <a:cubicBezTo>
                    <a:pt x="4696" y="3095"/>
                    <a:pt x="4709" y="3121"/>
                    <a:pt x="4708" y="3121"/>
                  </a:cubicBezTo>
                  <a:cubicBezTo>
                    <a:pt x="4707" y="3121"/>
                    <a:pt x="4699" y="3109"/>
                    <a:pt x="4686" y="3089"/>
                  </a:cubicBezTo>
                  <a:cubicBezTo>
                    <a:pt x="4664" y="3056"/>
                    <a:pt x="4635" y="3041"/>
                    <a:pt x="4608" y="3041"/>
                  </a:cubicBezTo>
                  <a:cubicBezTo>
                    <a:pt x="4558" y="3041"/>
                    <a:pt x="4517" y="3093"/>
                    <a:pt x="4548" y="3162"/>
                  </a:cubicBezTo>
                  <a:lnTo>
                    <a:pt x="4524" y="3114"/>
                  </a:lnTo>
                  <a:cubicBezTo>
                    <a:pt x="4504" y="3083"/>
                    <a:pt x="4493" y="3075"/>
                    <a:pt x="4482" y="3075"/>
                  </a:cubicBezTo>
                  <a:cubicBezTo>
                    <a:pt x="4475" y="3075"/>
                    <a:pt x="4468" y="3078"/>
                    <a:pt x="4459" y="3081"/>
                  </a:cubicBezTo>
                  <a:cubicBezTo>
                    <a:pt x="4451" y="3089"/>
                    <a:pt x="4435" y="3162"/>
                    <a:pt x="4403" y="3178"/>
                  </a:cubicBezTo>
                  <a:cubicBezTo>
                    <a:pt x="4362" y="3203"/>
                    <a:pt x="4330" y="3219"/>
                    <a:pt x="4354" y="3268"/>
                  </a:cubicBezTo>
                  <a:cubicBezTo>
                    <a:pt x="4352" y="3270"/>
                    <a:pt x="4350" y="3272"/>
                    <a:pt x="4348" y="3272"/>
                  </a:cubicBezTo>
                  <a:cubicBezTo>
                    <a:pt x="4343" y="3272"/>
                    <a:pt x="4336" y="3262"/>
                    <a:pt x="4313" y="3227"/>
                  </a:cubicBezTo>
                  <a:cubicBezTo>
                    <a:pt x="4303" y="3190"/>
                    <a:pt x="4296" y="3181"/>
                    <a:pt x="4288" y="3181"/>
                  </a:cubicBezTo>
                  <a:cubicBezTo>
                    <a:pt x="4283" y="3181"/>
                    <a:pt x="4279" y="3184"/>
                    <a:pt x="4273" y="3187"/>
                  </a:cubicBezTo>
                  <a:cubicBezTo>
                    <a:pt x="4265" y="3187"/>
                    <a:pt x="4297" y="3235"/>
                    <a:pt x="4321" y="3284"/>
                  </a:cubicBezTo>
                  <a:cubicBezTo>
                    <a:pt x="4341" y="3313"/>
                    <a:pt x="4346" y="3328"/>
                    <a:pt x="4334" y="3328"/>
                  </a:cubicBezTo>
                  <a:cubicBezTo>
                    <a:pt x="4327" y="3328"/>
                    <a:pt x="4312" y="3321"/>
                    <a:pt x="4289" y="3308"/>
                  </a:cubicBezTo>
                  <a:cubicBezTo>
                    <a:pt x="4272" y="3294"/>
                    <a:pt x="4257" y="3288"/>
                    <a:pt x="4244" y="3288"/>
                  </a:cubicBezTo>
                  <a:cubicBezTo>
                    <a:pt x="4218" y="3288"/>
                    <a:pt x="4203" y="3311"/>
                    <a:pt x="4208" y="3349"/>
                  </a:cubicBezTo>
                  <a:cubicBezTo>
                    <a:pt x="4202" y="3352"/>
                    <a:pt x="4197" y="3355"/>
                    <a:pt x="4191" y="3355"/>
                  </a:cubicBezTo>
                  <a:cubicBezTo>
                    <a:pt x="4182" y="3355"/>
                    <a:pt x="4171" y="3347"/>
                    <a:pt x="4151" y="3316"/>
                  </a:cubicBezTo>
                  <a:cubicBezTo>
                    <a:pt x="4130" y="3295"/>
                    <a:pt x="4107" y="3275"/>
                    <a:pt x="4096" y="3275"/>
                  </a:cubicBezTo>
                  <a:cubicBezTo>
                    <a:pt x="4084" y="3275"/>
                    <a:pt x="4083" y="3293"/>
                    <a:pt x="4103" y="3349"/>
                  </a:cubicBezTo>
                  <a:cubicBezTo>
                    <a:pt x="4086" y="3349"/>
                    <a:pt x="4086" y="3349"/>
                    <a:pt x="4062" y="3300"/>
                  </a:cubicBezTo>
                  <a:cubicBezTo>
                    <a:pt x="4040" y="3278"/>
                    <a:pt x="4020" y="3253"/>
                    <a:pt x="4015" y="3253"/>
                  </a:cubicBezTo>
                  <a:lnTo>
                    <a:pt x="4015" y="3253"/>
                  </a:lnTo>
                  <a:cubicBezTo>
                    <a:pt x="4010" y="3253"/>
                    <a:pt x="4016" y="3269"/>
                    <a:pt x="4038" y="3316"/>
                  </a:cubicBezTo>
                  <a:cubicBezTo>
                    <a:pt x="4043" y="3354"/>
                    <a:pt x="4031" y="3373"/>
                    <a:pt x="4008" y="3373"/>
                  </a:cubicBezTo>
                  <a:cubicBezTo>
                    <a:pt x="3996" y="3373"/>
                    <a:pt x="3981" y="3368"/>
                    <a:pt x="3965" y="3357"/>
                  </a:cubicBezTo>
                  <a:lnTo>
                    <a:pt x="3965" y="3357"/>
                  </a:lnTo>
                  <a:cubicBezTo>
                    <a:pt x="3957" y="3365"/>
                    <a:pt x="3940" y="3365"/>
                    <a:pt x="3973" y="3414"/>
                  </a:cubicBezTo>
                  <a:lnTo>
                    <a:pt x="3997" y="3462"/>
                  </a:lnTo>
                  <a:cubicBezTo>
                    <a:pt x="3966" y="3420"/>
                    <a:pt x="3950" y="3397"/>
                    <a:pt x="3947" y="3397"/>
                  </a:cubicBezTo>
                  <a:lnTo>
                    <a:pt x="3947" y="3397"/>
                  </a:lnTo>
                  <a:cubicBezTo>
                    <a:pt x="3943" y="3397"/>
                    <a:pt x="3956" y="3424"/>
                    <a:pt x="3981" y="3478"/>
                  </a:cubicBezTo>
                  <a:cubicBezTo>
                    <a:pt x="3994" y="3505"/>
                    <a:pt x="3998" y="3519"/>
                    <a:pt x="3993" y="3519"/>
                  </a:cubicBezTo>
                  <a:cubicBezTo>
                    <a:pt x="3989" y="3519"/>
                    <a:pt x="3980" y="3509"/>
                    <a:pt x="3965" y="3487"/>
                  </a:cubicBezTo>
                  <a:cubicBezTo>
                    <a:pt x="3934" y="3450"/>
                    <a:pt x="3922" y="3446"/>
                    <a:pt x="3918" y="3446"/>
                  </a:cubicBezTo>
                  <a:cubicBezTo>
                    <a:pt x="3917" y="3446"/>
                    <a:pt x="3916" y="3446"/>
                    <a:pt x="3916" y="3446"/>
                  </a:cubicBezTo>
                  <a:cubicBezTo>
                    <a:pt x="3908" y="3454"/>
                    <a:pt x="3884" y="3527"/>
                    <a:pt x="3827" y="3560"/>
                  </a:cubicBezTo>
                  <a:cubicBezTo>
                    <a:pt x="3738" y="3608"/>
                    <a:pt x="3705" y="3624"/>
                    <a:pt x="3738" y="3673"/>
                  </a:cubicBezTo>
                  <a:cubicBezTo>
                    <a:pt x="3746" y="3704"/>
                    <a:pt x="3751" y="3718"/>
                    <a:pt x="3746" y="3718"/>
                  </a:cubicBezTo>
                  <a:cubicBezTo>
                    <a:pt x="3742" y="3718"/>
                    <a:pt x="3732" y="3708"/>
                    <a:pt x="3713" y="3689"/>
                  </a:cubicBezTo>
                  <a:cubicBezTo>
                    <a:pt x="3688" y="3659"/>
                    <a:pt x="3675" y="3651"/>
                    <a:pt x="3668" y="3651"/>
                  </a:cubicBezTo>
                  <a:cubicBezTo>
                    <a:pt x="3663" y="3651"/>
                    <a:pt x="3660" y="3654"/>
                    <a:pt x="3657" y="3657"/>
                  </a:cubicBezTo>
                  <a:cubicBezTo>
                    <a:pt x="3653" y="3657"/>
                    <a:pt x="3649" y="3657"/>
                    <a:pt x="3645" y="3657"/>
                  </a:cubicBezTo>
                  <a:cubicBezTo>
                    <a:pt x="3635" y="3657"/>
                    <a:pt x="3624" y="3653"/>
                    <a:pt x="3600" y="3616"/>
                  </a:cubicBezTo>
                  <a:lnTo>
                    <a:pt x="3600" y="3616"/>
                  </a:lnTo>
                  <a:cubicBezTo>
                    <a:pt x="3624" y="3673"/>
                    <a:pt x="3624" y="3673"/>
                    <a:pt x="3608" y="3681"/>
                  </a:cubicBezTo>
                  <a:cubicBezTo>
                    <a:pt x="3596" y="3658"/>
                    <a:pt x="3586" y="3646"/>
                    <a:pt x="3582" y="3646"/>
                  </a:cubicBezTo>
                  <a:cubicBezTo>
                    <a:pt x="3577" y="3646"/>
                    <a:pt x="3579" y="3660"/>
                    <a:pt x="3592" y="3689"/>
                  </a:cubicBezTo>
                  <a:cubicBezTo>
                    <a:pt x="3617" y="3743"/>
                    <a:pt x="3629" y="3769"/>
                    <a:pt x="3626" y="3769"/>
                  </a:cubicBezTo>
                  <a:cubicBezTo>
                    <a:pt x="3624" y="3769"/>
                    <a:pt x="3607" y="3745"/>
                    <a:pt x="3576" y="3697"/>
                  </a:cubicBezTo>
                  <a:cubicBezTo>
                    <a:pt x="3559" y="3664"/>
                    <a:pt x="3523" y="3638"/>
                    <a:pt x="3515" y="3638"/>
                  </a:cubicBezTo>
                  <a:cubicBezTo>
                    <a:pt x="3512" y="3638"/>
                    <a:pt x="3514" y="3644"/>
                    <a:pt x="3527" y="3657"/>
                  </a:cubicBezTo>
                  <a:cubicBezTo>
                    <a:pt x="3559" y="3705"/>
                    <a:pt x="3535" y="3722"/>
                    <a:pt x="3551" y="3778"/>
                  </a:cubicBezTo>
                  <a:cubicBezTo>
                    <a:pt x="3549" y="3778"/>
                    <a:pt x="3547" y="3779"/>
                    <a:pt x="3545" y="3779"/>
                  </a:cubicBezTo>
                  <a:cubicBezTo>
                    <a:pt x="3538" y="3779"/>
                    <a:pt x="3527" y="3774"/>
                    <a:pt x="3503" y="3738"/>
                  </a:cubicBezTo>
                  <a:cubicBezTo>
                    <a:pt x="3494" y="3730"/>
                    <a:pt x="3487" y="3726"/>
                    <a:pt x="3480" y="3726"/>
                  </a:cubicBezTo>
                  <a:cubicBezTo>
                    <a:pt x="3454" y="3726"/>
                    <a:pt x="3441" y="3782"/>
                    <a:pt x="3454" y="3827"/>
                  </a:cubicBezTo>
                  <a:cubicBezTo>
                    <a:pt x="3471" y="3853"/>
                    <a:pt x="3477" y="3868"/>
                    <a:pt x="3474" y="3868"/>
                  </a:cubicBezTo>
                  <a:cubicBezTo>
                    <a:pt x="3470" y="3868"/>
                    <a:pt x="3461" y="3857"/>
                    <a:pt x="3446" y="3835"/>
                  </a:cubicBezTo>
                  <a:cubicBezTo>
                    <a:pt x="3422" y="3799"/>
                    <a:pt x="3411" y="3794"/>
                    <a:pt x="3404" y="3794"/>
                  </a:cubicBezTo>
                  <a:cubicBezTo>
                    <a:pt x="3401" y="3794"/>
                    <a:pt x="3399" y="3795"/>
                    <a:pt x="3397" y="3795"/>
                  </a:cubicBezTo>
                  <a:cubicBezTo>
                    <a:pt x="3402" y="3813"/>
                    <a:pt x="3403" y="3820"/>
                    <a:pt x="3400" y="3820"/>
                  </a:cubicBezTo>
                  <a:cubicBezTo>
                    <a:pt x="3393" y="3820"/>
                    <a:pt x="3373" y="3787"/>
                    <a:pt x="3357" y="3754"/>
                  </a:cubicBezTo>
                  <a:cubicBezTo>
                    <a:pt x="3346" y="3717"/>
                    <a:pt x="3336" y="3708"/>
                    <a:pt x="3325" y="3708"/>
                  </a:cubicBezTo>
                  <a:cubicBezTo>
                    <a:pt x="3319" y="3708"/>
                    <a:pt x="3314" y="3711"/>
                    <a:pt x="3308" y="3714"/>
                  </a:cubicBezTo>
                  <a:cubicBezTo>
                    <a:pt x="3324" y="3770"/>
                    <a:pt x="3276" y="3795"/>
                    <a:pt x="3243" y="3811"/>
                  </a:cubicBezTo>
                  <a:cubicBezTo>
                    <a:pt x="3194" y="3843"/>
                    <a:pt x="3211" y="3900"/>
                    <a:pt x="3251" y="4005"/>
                  </a:cubicBezTo>
                  <a:lnTo>
                    <a:pt x="3292" y="4111"/>
                  </a:lnTo>
                  <a:lnTo>
                    <a:pt x="3235" y="4014"/>
                  </a:lnTo>
                  <a:cubicBezTo>
                    <a:pt x="3211" y="3965"/>
                    <a:pt x="3138" y="3876"/>
                    <a:pt x="3138" y="3876"/>
                  </a:cubicBezTo>
                  <a:lnTo>
                    <a:pt x="3138" y="3876"/>
                  </a:lnTo>
                  <a:cubicBezTo>
                    <a:pt x="3130" y="3876"/>
                    <a:pt x="3154" y="3924"/>
                    <a:pt x="3186" y="3973"/>
                  </a:cubicBezTo>
                  <a:cubicBezTo>
                    <a:pt x="3206" y="4002"/>
                    <a:pt x="3208" y="4017"/>
                    <a:pt x="3196" y="4017"/>
                  </a:cubicBezTo>
                  <a:cubicBezTo>
                    <a:pt x="3188" y="4017"/>
                    <a:pt x="3173" y="4010"/>
                    <a:pt x="3154" y="3997"/>
                  </a:cubicBezTo>
                  <a:cubicBezTo>
                    <a:pt x="3133" y="3980"/>
                    <a:pt x="3118" y="3971"/>
                    <a:pt x="3110" y="3971"/>
                  </a:cubicBezTo>
                  <a:cubicBezTo>
                    <a:pt x="3099" y="3971"/>
                    <a:pt x="3100" y="3986"/>
                    <a:pt x="3113" y="4014"/>
                  </a:cubicBezTo>
                  <a:cubicBezTo>
                    <a:pt x="3107" y="4017"/>
                    <a:pt x="3102" y="4020"/>
                    <a:pt x="3095" y="4020"/>
                  </a:cubicBezTo>
                  <a:cubicBezTo>
                    <a:pt x="3085" y="4020"/>
                    <a:pt x="3073" y="4013"/>
                    <a:pt x="3049" y="3989"/>
                  </a:cubicBezTo>
                  <a:cubicBezTo>
                    <a:pt x="3040" y="3989"/>
                    <a:pt x="3040" y="3989"/>
                    <a:pt x="3065" y="4038"/>
                  </a:cubicBezTo>
                  <a:cubicBezTo>
                    <a:pt x="3083" y="4066"/>
                    <a:pt x="3089" y="4080"/>
                    <a:pt x="3082" y="4080"/>
                  </a:cubicBezTo>
                  <a:cubicBezTo>
                    <a:pt x="3078" y="4080"/>
                    <a:pt x="3066" y="4072"/>
                    <a:pt x="3049" y="4054"/>
                  </a:cubicBezTo>
                  <a:cubicBezTo>
                    <a:pt x="3011" y="4008"/>
                    <a:pt x="2984" y="3990"/>
                    <a:pt x="2971" y="3990"/>
                  </a:cubicBezTo>
                  <a:cubicBezTo>
                    <a:pt x="2959" y="3990"/>
                    <a:pt x="2960" y="4006"/>
                    <a:pt x="2976" y="4030"/>
                  </a:cubicBezTo>
                  <a:cubicBezTo>
                    <a:pt x="3000" y="4078"/>
                    <a:pt x="2992" y="4087"/>
                    <a:pt x="2984" y="4087"/>
                  </a:cubicBezTo>
                  <a:cubicBezTo>
                    <a:pt x="2967" y="4095"/>
                    <a:pt x="2959" y="4103"/>
                    <a:pt x="2976" y="4151"/>
                  </a:cubicBezTo>
                  <a:lnTo>
                    <a:pt x="2959" y="4168"/>
                  </a:lnTo>
                  <a:cubicBezTo>
                    <a:pt x="2958" y="4168"/>
                    <a:pt x="2957" y="4168"/>
                    <a:pt x="2956" y="4168"/>
                  </a:cubicBezTo>
                  <a:cubicBezTo>
                    <a:pt x="2941" y="4168"/>
                    <a:pt x="2927" y="4118"/>
                    <a:pt x="2935" y="4111"/>
                  </a:cubicBezTo>
                  <a:lnTo>
                    <a:pt x="2894" y="4070"/>
                  </a:lnTo>
                  <a:cubicBezTo>
                    <a:pt x="2878" y="4078"/>
                    <a:pt x="2862" y="4087"/>
                    <a:pt x="2886" y="4143"/>
                  </a:cubicBezTo>
                  <a:cubicBezTo>
                    <a:pt x="2911" y="4197"/>
                    <a:pt x="2923" y="4223"/>
                    <a:pt x="2921" y="4223"/>
                  </a:cubicBezTo>
                  <a:cubicBezTo>
                    <a:pt x="2918" y="4223"/>
                    <a:pt x="2902" y="4199"/>
                    <a:pt x="2870" y="4151"/>
                  </a:cubicBezTo>
                  <a:cubicBezTo>
                    <a:pt x="2854" y="4118"/>
                    <a:pt x="2830" y="4085"/>
                    <a:pt x="2821" y="4085"/>
                  </a:cubicBezTo>
                  <a:cubicBezTo>
                    <a:pt x="2817" y="4085"/>
                    <a:pt x="2816" y="4093"/>
                    <a:pt x="2822" y="4111"/>
                  </a:cubicBezTo>
                  <a:cubicBezTo>
                    <a:pt x="2844" y="4158"/>
                    <a:pt x="2847" y="4176"/>
                    <a:pt x="2842" y="4176"/>
                  </a:cubicBezTo>
                  <a:cubicBezTo>
                    <a:pt x="2835" y="4176"/>
                    <a:pt x="2815" y="4150"/>
                    <a:pt x="2797" y="4119"/>
                  </a:cubicBezTo>
                  <a:cubicBezTo>
                    <a:pt x="2778" y="4073"/>
                    <a:pt x="2768" y="4049"/>
                    <a:pt x="2763" y="4049"/>
                  </a:cubicBezTo>
                  <a:lnTo>
                    <a:pt x="2763" y="4049"/>
                  </a:lnTo>
                  <a:cubicBezTo>
                    <a:pt x="2758" y="4049"/>
                    <a:pt x="2760" y="4079"/>
                    <a:pt x="2765" y="4143"/>
                  </a:cubicBezTo>
                  <a:cubicBezTo>
                    <a:pt x="2749" y="4151"/>
                    <a:pt x="2732" y="4224"/>
                    <a:pt x="2700" y="4241"/>
                  </a:cubicBezTo>
                  <a:cubicBezTo>
                    <a:pt x="2679" y="4253"/>
                    <a:pt x="2662" y="4264"/>
                    <a:pt x="2645" y="4264"/>
                  </a:cubicBezTo>
                  <a:cubicBezTo>
                    <a:pt x="2630" y="4264"/>
                    <a:pt x="2615" y="4256"/>
                    <a:pt x="2598" y="4236"/>
                  </a:cubicBezTo>
                  <a:lnTo>
                    <a:pt x="2598" y="4236"/>
                  </a:lnTo>
                  <a:cubicBezTo>
                    <a:pt x="2619" y="4285"/>
                    <a:pt x="2604" y="4293"/>
                    <a:pt x="2578" y="4305"/>
                  </a:cubicBezTo>
                  <a:cubicBezTo>
                    <a:pt x="2569" y="4301"/>
                    <a:pt x="2561" y="4300"/>
                    <a:pt x="2555" y="4300"/>
                  </a:cubicBezTo>
                  <a:cubicBezTo>
                    <a:pt x="2524" y="4300"/>
                    <a:pt x="2532" y="4347"/>
                    <a:pt x="2546" y="4395"/>
                  </a:cubicBezTo>
                  <a:lnTo>
                    <a:pt x="2570" y="4378"/>
                  </a:lnTo>
                  <a:cubicBezTo>
                    <a:pt x="2608" y="4443"/>
                    <a:pt x="2613" y="4468"/>
                    <a:pt x="2598" y="4468"/>
                  </a:cubicBezTo>
                  <a:cubicBezTo>
                    <a:pt x="2591" y="4468"/>
                    <a:pt x="2578" y="4462"/>
                    <a:pt x="2562" y="4451"/>
                  </a:cubicBezTo>
                  <a:cubicBezTo>
                    <a:pt x="2554" y="4451"/>
                    <a:pt x="2522" y="4403"/>
                    <a:pt x="2497" y="4354"/>
                  </a:cubicBezTo>
                  <a:cubicBezTo>
                    <a:pt x="2468" y="4310"/>
                    <a:pt x="2431" y="4272"/>
                    <a:pt x="2419" y="4272"/>
                  </a:cubicBezTo>
                  <a:cubicBezTo>
                    <a:pt x="2418" y="4272"/>
                    <a:pt x="2417" y="4272"/>
                    <a:pt x="2416" y="4273"/>
                  </a:cubicBezTo>
                  <a:cubicBezTo>
                    <a:pt x="2408" y="4273"/>
                    <a:pt x="2392" y="4281"/>
                    <a:pt x="2432" y="4322"/>
                  </a:cubicBezTo>
                  <a:cubicBezTo>
                    <a:pt x="2465" y="4370"/>
                    <a:pt x="2465" y="4370"/>
                    <a:pt x="2449" y="4378"/>
                  </a:cubicBezTo>
                  <a:cubicBezTo>
                    <a:pt x="2440" y="4387"/>
                    <a:pt x="2432" y="4395"/>
                    <a:pt x="2449" y="4443"/>
                  </a:cubicBezTo>
                  <a:cubicBezTo>
                    <a:pt x="2481" y="4492"/>
                    <a:pt x="2465" y="4500"/>
                    <a:pt x="2457" y="4508"/>
                  </a:cubicBezTo>
                  <a:cubicBezTo>
                    <a:pt x="2428" y="4479"/>
                    <a:pt x="2407" y="4475"/>
                    <a:pt x="2398" y="4475"/>
                  </a:cubicBezTo>
                  <a:cubicBezTo>
                    <a:pt x="2396" y="4475"/>
                    <a:pt x="2395" y="4475"/>
                    <a:pt x="2394" y="4475"/>
                  </a:cubicBezTo>
                  <a:lnTo>
                    <a:pt x="2394" y="4475"/>
                  </a:lnTo>
                  <a:cubicBezTo>
                    <a:pt x="2386" y="4462"/>
                    <a:pt x="2376" y="4445"/>
                    <a:pt x="2367" y="4427"/>
                  </a:cubicBezTo>
                  <a:cubicBezTo>
                    <a:pt x="2343" y="4395"/>
                    <a:pt x="2319" y="4362"/>
                    <a:pt x="2295" y="4338"/>
                  </a:cubicBezTo>
                  <a:lnTo>
                    <a:pt x="2295" y="4338"/>
                  </a:lnTo>
                  <a:cubicBezTo>
                    <a:pt x="2286" y="4346"/>
                    <a:pt x="2319" y="4395"/>
                    <a:pt x="2319" y="4395"/>
                  </a:cubicBezTo>
                  <a:cubicBezTo>
                    <a:pt x="2343" y="4443"/>
                    <a:pt x="2084" y="4581"/>
                    <a:pt x="2051" y="4597"/>
                  </a:cubicBezTo>
                  <a:cubicBezTo>
                    <a:pt x="2033" y="4585"/>
                    <a:pt x="2018" y="4580"/>
                    <a:pt x="2007" y="4580"/>
                  </a:cubicBezTo>
                  <a:cubicBezTo>
                    <a:pt x="1989" y="4580"/>
                    <a:pt x="1985" y="4596"/>
                    <a:pt x="2011" y="4622"/>
                  </a:cubicBezTo>
                  <a:cubicBezTo>
                    <a:pt x="2035" y="4670"/>
                    <a:pt x="1986" y="4703"/>
                    <a:pt x="1922" y="4735"/>
                  </a:cubicBezTo>
                  <a:cubicBezTo>
                    <a:pt x="1849" y="4776"/>
                    <a:pt x="1792" y="4808"/>
                    <a:pt x="1816" y="4857"/>
                  </a:cubicBezTo>
                  <a:lnTo>
                    <a:pt x="1784" y="4873"/>
                  </a:lnTo>
                  <a:cubicBezTo>
                    <a:pt x="1768" y="4889"/>
                    <a:pt x="1776" y="4946"/>
                    <a:pt x="1759" y="4954"/>
                  </a:cubicBezTo>
                  <a:cubicBezTo>
                    <a:pt x="1772" y="4984"/>
                    <a:pt x="1774" y="4998"/>
                    <a:pt x="1770" y="4998"/>
                  </a:cubicBezTo>
                  <a:cubicBezTo>
                    <a:pt x="1767" y="4998"/>
                    <a:pt x="1759" y="4986"/>
                    <a:pt x="1751" y="4962"/>
                  </a:cubicBezTo>
                  <a:cubicBezTo>
                    <a:pt x="1719" y="4914"/>
                    <a:pt x="1695" y="4865"/>
                    <a:pt x="1686" y="4865"/>
                  </a:cubicBezTo>
                  <a:lnTo>
                    <a:pt x="1686" y="4865"/>
                  </a:lnTo>
                  <a:cubicBezTo>
                    <a:pt x="1662" y="4881"/>
                    <a:pt x="1686" y="4930"/>
                    <a:pt x="1719" y="4978"/>
                  </a:cubicBezTo>
                  <a:cubicBezTo>
                    <a:pt x="1751" y="5027"/>
                    <a:pt x="1735" y="5035"/>
                    <a:pt x="1735" y="5035"/>
                  </a:cubicBezTo>
                  <a:cubicBezTo>
                    <a:pt x="1727" y="5035"/>
                    <a:pt x="1727" y="5035"/>
                    <a:pt x="1695" y="4986"/>
                  </a:cubicBezTo>
                  <a:lnTo>
                    <a:pt x="1638" y="4889"/>
                  </a:lnTo>
                  <a:lnTo>
                    <a:pt x="1630" y="4897"/>
                  </a:lnTo>
                  <a:cubicBezTo>
                    <a:pt x="1654" y="4946"/>
                    <a:pt x="1646" y="4954"/>
                    <a:pt x="1646" y="4954"/>
                  </a:cubicBezTo>
                  <a:cubicBezTo>
                    <a:pt x="1644" y="4956"/>
                    <a:pt x="1643" y="4957"/>
                    <a:pt x="1641" y="4957"/>
                  </a:cubicBezTo>
                  <a:cubicBezTo>
                    <a:pt x="1635" y="4957"/>
                    <a:pt x="1625" y="4940"/>
                    <a:pt x="1581" y="4865"/>
                  </a:cubicBezTo>
                  <a:cubicBezTo>
                    <a:pt x="1553" y="4817"/>
                    <a:pt x="1535" y="4793"/>
                    <a:pt x="1530" y="4793"/>
                  </a:cubicBezTo>
                  <a:cubicBezTo>
                    <a:pt x="1524" y="4793"/>
                    <a:pt x="1532" y="4819"/>
                    <a:pt x="1557" y="4873"/>
                  </a:cubicBezTo>
                  <a:lnTo>
                    <a:pt x="1565" y="4938"/>
                  </a:lnTo>
                  <a:cubicBezTo>
                    <a:pt x="1544" y="4911"/>
                    <a:pt x="1533" y="4900"/>
                    <a:pt x="1527" y="4900"/>
                  </a:cubicBezTo>
                  <a:cubicBezTo>
                    <a:pt x="1513" y="4900"/>
                    <a:pt x="1537" y="4970"/>
                    <a:pt x="1549" y="5011"/>
                  </a:cubicBezTo>
                  <a:cubicBezTo>
                    <a:pt x="1518" y="4965"/>
                    <a:pt x="1498" y="4943"/>
                    <a:pt x="1491" y="4943"/>
                  </a:cubicBezTo>
                  <a:cubicBezTo>
                    <a:pt x="1483" y="4943"/>
                    <a:pt x="1490" y="4971"/>
                    <a:pt x="1516" y="5027"/>
                  </a:cubicBezTo>
                  <a:cubicBezTo>
                    <a:pt x="1533" y="5052"/>
                    <a:pt x="1537" y="5065"/>
                    <a:pt x="1532" y="5065"/>
                  </a:cubicBezTo>
                  <a:cubicBezTo>
                    <a:pt x="1527" y="5065"/>
                    <a:pt x="1515" y="5054"/>
                    <a:pt x="1500" y="5035"/>
                  </a:cubicBezTo>
                  <a:cubicBezTo>
                    <a:pt x="1476" y="5011"/>
                    <a:pt x="1461" y="5004"/>
                    <a:pt x="1449" y="5004"/>
                  </a:cubicBezTo>
                  <a:cubicBezTo>
                    <a:pt x="1440" y="5004"/>
                    <a:pt x="1434" y="5007"/>
                    <a:pt x="1427" y="5011"/>
                  </a:cubicBezTo>
                  <a:cubicBezTo>
                    <a:pt x="1443" y="5068"/>
                    <a:pt x="1370" y="5108"/>
                    <a:pt x="1281" y="5157"/>
                  </a:cubicBezTo>
                  <a:cubicBezTo>
                    <a:pt x="1184" y="5205"/>
                    <a:pt x="1119" y="5246"/>
                    <a:pt x="1143" y="5295"/>
                  </a:cubicBezTo>
                  <a:cubicBezTo>
                    <a:pt x="1141" y="5297"/>
                    <a:pt x="1139" y="5299"/>
                    <a:pt x="1137" y="5299"/>
                  </a:cubicBezTo>
                  <a:cubicBezTo>
                    <a:pt x="1132" y="5299"/>
                    <a:pt x="1123" y="5289"/>
                    <a:pt x="1095" y="5254"/>
                  </a:cubicBezTo>
                  <a:cubicBezTo>
                    <a:pt x="1085" y="5236"/>
                    <a:pt x="1077" y="5225"/>
                    <a:pt x="1074" y="5225"/>
                  </a:cubicBezTo>
                  <a:cubicBezTo>
                    <a:pt x="1067" y="5225"/>
                    <a:pt x="1072" y="5253"/>
                    <a:pt x="1103" y="5319"/>
                  </a:cubicBezTo>
                  <a:cubicBezTo>
                    <a:pt x="1112" y="5347"/>
                    <a:pt x="1127" y="5379"/>
                    <a:pt x="1127" y="5379"/>
                  </a:cubicBezTo>
                  <a:cubicBezTo>
                    <a:pt x="1126" y="5379"/>
                    <a:pt x="1118" y="5363"/>
                    <a:pt x="1095" y="5319"/>
                  </a:cubicBezTo>
                  <a:cubicBezTo>
                    <a:pt x="1079" y="5296"/>
                    <a:pt x="1068" y="5287"/>
                    <a:pt x="1054" y="5287"/>
                  </a:cubicBezTo>
                  <a:cubicBezTo>
                    <a:pt x="1040" y="5287"/>
                    <a:pt x="1023" y="5298"/>
                    <a:pt x="997" y="5311"/>
                  </a:cubicBezTo>
                  <a:cubicBezTo>
                    <a:pt x="965" y="5327"/>
                    <a:pt x="924" y="5351"/>
                    <a:pt x="957" y="5400"/>
                  </a:cubicBezTo>
                  <a:cubicBezTo>
                    <a:pt x="957" y="5429"/>
                    <a:pt x="957" y="5444"/>
                    <a:pt x="954" y="5444"/>
                  </a:cubicBezTo>
                  <a:cubicBezTo>
                    <a:pt x="952" y="5444"/>
                    <a:pt x="948" y="5431"/>
                    <a:pt x="941" y="5408"/>
                  </a:cubicBezTo>
                  <a:cubicBezTo>
                    <a:pt x="915" y="5352"/>
                    <a:pt x="880" y="5322"/>
                    <a:pt x="857" y="5322"/>
                  </a:cubicBezTo>
                  <a:cubicBezTo>
                    <a:pt x="836" y="5322"/>
                    <a:pt x="824" y="5346"/>
                    <a:pt x="835" y="5400"/>
                  </a:cubicBezTo>
                  <a:cubicBezTo>
                    <a:pt x="833" y="5402"/>
                    <a:pt x="830" y="5404"/>
                    <a:pt x="827" y="5404"/>
                  </a:cubicBezTo>
                  <a:cubicBezTo>
                    <a:pt x="820" y="5404"/>
                    <a:pt x="810" y="5394"/>
                    <a:pt x="786" y="5359"/>
                  </a:cubicBezTo>
                  <a:cubicBezTo>
                    <a:pt x="778" y="5368"/>
                    <a:pt x="762" y="5376"/>
                    <a:pt x="762" y="5441"/>
                  </a:cubicBezTo>
                  <a:lnTo>
                    <a:pt x="689" y="5481"/>
                  </a:lnTo>
                  <a:cubicBezTo>
                    <a:pt x="665" y="5489"/>
                    <a:pt x="673" y="5554"/>
                    <a:pt x="673" y="5554"/>
                  </a:cubicBezTo>
                  <a:cubicBezTo>
                    <a:pt x="670" y="5557"/>
                    <a:pt x="666" y="5559"/>
                    <a:pt x="663" y="5560"/>
                  </a:cubicBezTo>
                  <a:lnTo>
                    <a:pt x="663" y="5560"/>
                  </a:lnTo>
                  <a:cubicBezTo>
                    <a:pt x="651" y="5542"/>
                    <a:pt x="635" y="5535"/>
                    <a:pt x="616" y="5535"/>
                  </a:cubicBezTo>
                  <a:cubicBezTo>
                    <a:pt x="585" y="5535"/>
                    <a:pt x="547" y="5554"/>
                    <a:pt x="503" y="5578"/>
                  </a:cubicBezTo>
                  <a:cubicBezTo>
                    <a:pt x="453" y="5612"/>
                    <a:pt x="407" y="5637"/>
                    <a:pt x="370" y="5637"/>
                  </a:cubicBezTo>
                  <a:cubicBezTo>
                    <a:pt x="352" y="5637"/>
                    <a:pt x="337" y="5632"/>
                    <a:pt x="324" y="5619"/>
                  </a:cubicBezTo>
                  <a:lnTo>
                    <a:pt x="324" y="5619"/>
                  </a:lnTo>
                  <a:cubicBezTo>
                    <a:pt x="324" y="5619"/>
                    <a:pt x="316" y="5619"/>
                    <a:pt x="332" y="5676"/>
                  </a:cubicBezTo>
                  <a:cubicBezTo>
                    <a:pt x="363" y="5741"/>
                    <a:pt x="368" y="5769"/>
                    <a:pt x="358" y="5769"/>
                  </a:cubicBezTo>
                  <a:cubicBezTo>
                    <a:pt x="351" y="5769"/>
                    <a:pt x="340" y="5759"/>
                    <a:pt x="324" y="5741"/>
                  </a:cubicBezTo>
                  <a:cubicBezTo>
                    <a:pt x="297" y="5703"/>
                    <a:pt x="274" y="5686"/>
                    <a:pt x="260" y="5686"/>
                  </a:cubicBezTo>
                  <a:cubicBezTo>
                    <a:pt x="241" y="5686"/>
                    <a:pt x="236" y="5716"/>
                    <a:pt x="256" y="5771"/>
                  </a:cubicBezTo>
                  <a:lnTo>
                    <a:pt x="256" y="5771"/>
                  </a:lnTo>
                  <a:cubicBezTo>
                    <a:pt x="249" y="5759"/>
                    <a:pt x="242" y="5746"/>
                    <a:pt x="235" y="5732"/>
                  </a:cubicBezTo>
                  <a:cubicBezTo>
                    <a:pt x="211" y="5700"/>
                    <a:pt x="195" y="5686"/>
                    <a:pt x="186" y="5686"/>
                  </a:cubicBezTo>
                  <a:cubicBezTo>
                    <a:pt x="168" y="5686"/>
                    <a:pt x="178" y="5741"/>
                    <a:pt x="211" y="5805"/>
                  </a:cubicBezTo>
                  <a:cubicBezTo>
                    <a:pt x="185" y="5779"/>
                    <a:pt x="158" y="5753"/>
                    <a:pt x="148" y="5753"/>
                  </a:cubicBezTo>
                  <a:cubicBezTo>
                    <a:pt x="142" y="5753"/>
                    <a:pt x="140" y="5761"/>
                    <a:pt x="146" y="5781"/>
                  </a:cubicBezTo>
                  <a:cubicBezTo>
                    <a:pt x="138" y="5781"/>
                    <a:pt x="138" y="5781"/>
                    <a:pt x="81" y="5684"/>
                  </a:cubicBezTo>
                  <a:cubicBezTo>
                    <a:pt x="51" y="5639"/>
                    <a:pt x="28" y="5594"/>
                    <a:pt x="12" y="5594"/>
                  </a:cubicBezTo>
                  <a:cubicBezTo>
                    <a:pt x="11" y="5594"/>
                    <a:pt x="9" y="5594"/>
                    <a:pt x="8" y="5595"/>
                  </a:cubicBezTo>
                  <a:cubicBezTo>
                    <a:pt x="0" y="5603"/>
                    <a:pt x="24" y="5651"/>
                    <a:pt x="57" y="5700"/>
                  </a:cubicBezTo>
                  <a:lnTo>
                    <a:pt x="32" y="5708"/>
                  </a:lnTo>
                  <a:cubicBezTo>
                    <a:pt x="32" y="5708"/>
                    <a:pt x="24" y="5716"/>
                    <a:pt x="57" y="5765"/>
                  </a:cubicBezTo>
                  <a:cubicBezTo>
                    <a:pt x="81" y="5813"/>
                    <a:pt x="73" y="5822"/>
                    <a:pt x="65" y="5830"/>
                  </a:cubicBezTo>
                  <a:cubicBezTo>
                    <a:pt x="55" y="5813"/>
                    <a:pt x="50" y="5806"/>
                    <a:pt x="48" y="5806"/>
                  </a:cubicBezTo>
                  <a:lnTo>
                    <a:pt x="48" y="5806"/>
                  </a:lnTo>
                  <a:cubicBezTo>
                    <a:pt x="44" y="5806"/>
                    <a:pt x="61" y="5844"/>
                    <a:pt x="89" y="5878"/>
                  </a:cubicBezTo>
                  <a:cubicBezTo>
                    <a:pt x="122" y="5927"/>
                    <a:pt x="146" y="5976"/>
                    <a:pt x="138" y="5976"/>
                  </a:cubicBezTo>
                  <a:lnTo>
                    <a:pt x="195" y="6073"/>
                  </a:lnTo>
                  <a:cubicBezTo>
                    <a:pt x="227" y="6146"/>
                    <a:pt x="276" y="6211"/>
                    <a:pt x="332" y="6259"/>
                  </a:cubicBezTo>
                  <a:cubicBezTo>
                    <a:pt x="368" y="6271"/>
                    <a:pt x="399" y="6285"/>
                    <a:pt x="416" y="6285"/>
                  </a:cubicBezTo>
                  <a:cubicBezTo>
                    <a:pt x="434" y="6285"/>
                    <a:pt x="435" y="6269"/>
                    <a:pt x="405" y="6219"/>
                  </a:cubicBezTo>
                  <a:cubicBezTo>
                    <a:pt x="405" y="6219"/>
                    <a:pt x="389" y="6162"/>
                    <a:pt x="397" y="6154"/>
                  </a:cubicBezTo>
                  <a:cubicBezTo>
                    <a:pt x="414" y="6154"/>
                    <a:pt x="454" y="6195"/>
                    <a:pt x="454" y="6195"/>
                  </a:cubicBezTo>
                  <a:cubicBezTo>
                    <a:pt x="464" y="6214"/>
                    <a:pt x="478" y="6222"/>
                    <a:pt x="494" y="6222"/>
                  </a:cubicBezTo>
                  <a:cubicBezTo>
                    <a:pt x="518" y="6222"/>
                    <a:pt x="547" y="6206"/>
                    <a:pt x="576" y="6186"/>
                  </a:cubicBezTo>
                  <a:cubicBezTo>
                    <a:pt x="613" y="6168"/>
                    <a:pt x="640" y="6154"/>
                    <a:pt x="664" y="6154"/>
                  </a:cubicBezTo>
                  <a:cubicBezTo>
                    <a:pt x="681" y="6154"/>
                    <a:pt x="696" y="6161"/>
                    <a:pt x="714" y="6178"/>
                  </a:cubicBezTo>
                  <a:cubicBezTo>
                    <a:pt x="754" y="6219"/>
                    <a:pt x="762" y="6219"/>
                    <a:pt x="762" y="6219"/>
                  </a:cubicBezTo>
                  <a:cubicBezTo>
                    <a:pt x="738" y="6170"/>
                    <a:pt x="803" y="6130"/>
                    <a:pt x="876" y="6089"/>
                  </a:cubicBezTo>
                  <a:cubicBezTo>
                    <a:pt x="949" y="6049"/>
                    <a:pt x="1030" y="6008"/>
                    <a:pt x="997" y="5959"/>
                  </a:cubicBezTo>
                  <a:lnTo>
                    <a:pt x="1022" y="5943"/>
                  </a:lnTo>
                  <a:cubicBezTo>
                    <a:pt x="1037" y="5973"/>
                    <a:pt x="1052" y="5982"/>
                    <a:pt x="1067" y="5982"/>
                  </a:cubicBezTo>
                  <a:cubicBezTo>
                    <a:pt x="1076" y="5982"/>
                    <a:pt x="1085" y="5979"/>
                    <a:pt x="1095" y="5976"/>
                  </a:cubicBezTo>
                  <a:cubicBezTo>
                    <a:pt x="1086" y="5911"/>
                    <a:pt x="1103" y="5903"/>
                    <a:pt x="1103" y="5903"/>
                  </a:cubicBezTo>
                  <a:cubicBezTo>
                    <a:pt x="1121" y="5930"/>
                    <a:pt x="1132" y="5940"/>
                    <a:pt x="1142" y="5940"/>
                  </a:cubicBezTo>
                  <a:cubicBezTo>
                    <a:pt x="1149" y="5940"/>
                    <a:pt x="1157" y="5934"/>
                    <a:pt x="1168" y="5927"/>
                  </a:cubicBezTo>
                  <a:cubicBezTo>
                    <a:pt x="1192" y="5919"/>
                    <a:pt x="1200" y="5911"/>
                    <a:pt x="1168" y="5862"/>
                  </a:cubicBezTo>
                  <a:cubicBezTo>
                    <a:pt x="1199" y="5846"/>
                    <a:pt x="1234" y="5837"/>
                    <a:pt x="1268" y="5837"/>
                  </a:cubicBezTo>
                  <a:cubicBezTo>
                    <a:pt x="1286" y="5837"/>
                    <a:pt x="1304" y="5840"/>
                    <a:pt x="1322" y="5846"/>
                  </a:cubicBezTo>
                  <a:cubicBezTo>
                    <a:pt x="1330" y="5856"/>
                    <a:pt x="1335" y="5861"/>
                    <a:pt x="1338" y="5861"/>
                  </a:cubicBezTo>
                  <a:cubicBezTo>
                    <a:pt x="1346" y="5861"/>
                    <a:pt x="1334" y="5823"/>
                    <a:pt x="1322" y="5781"/>
                  </a:cubicBezTo>
                  <a:cubicBezTo>
                    <a:pt x="1289" y="5732"/>
                    <a:pt x="1273" y="5676"/>
                    <a:pt x="1289" y="5668"/>
                  </a:cubicBezTo>
                  <a:lnTo>
                    <a:pt x="1289" y="5668"/>
                  </a:lnTo>
                  <a:lnTo>
                    <a:pt x="1346" y="5765"/>
                  </a:lnTo>
                  <a:cubicBezTo>
                    <a:pt x="1358" y="5806"/>
                    <a:pt x="1361" y="5817"/>
                    <a:pt x="1371" y="5817"/>
                  </a:cubicBezTo>
                  <a:cubicBezTo>
                    <a:pt x="1375" y="5817"/>
                    <a:pt x="1380" y="5816"/>
                    <a:pt x="1386" y="5813"/>
                  </a:cubicBezTo>
                  <a:lnTo>
                    <a:pt x="1403" y="5797"/>
                  </a:lnTo>
                  <a:cubicBezTo>
                    <a:pt x="1378" y="5749"/>
                    <a:pt x="1427" y="5724"/>
                    <a:pt x="1508" y="5684"/>
                  </a:cubicBezTo>
                  <a:cubicBezTo>
                    <a:pt x="1605" y="5627"/>
                    <a:pt x="1638" y="5611"/>
                    <a:pt x="1605" y="5562"/>
                  </a:cubicBezTo>
                  <a:cubicBezTo>
                    <a:pt x="1586" y="5533"/>
                    <a:pt x="1584" y="5518"/>
                    <a:pt x="1598" y="5518"/>
                  </a:cubicBezTo>
                  <a:cubicBezTo>
                    <a:pt x="1607" y="5518"/>
                    <a:pt x="1623" y="5525"/>
                    <a:pt x="1646" y="5538"/>
                  </a:cubicBezTo>
                  <a:cubicBezTo>
                    <a:pt x="1738" y="5601"/>
                    <a:pt x="1775" y="5626"/>
                    <a:pt x="1786" y="5626"/>
                  </a:cubicBezTo>
                  <a:cubicBezTo>
                    <a:pt x="1794" y="5626"/>
                    <a:pt x="1790" y="5614"/>
                    <a:pt x="1784" y="5595"/>
                  </a:cubicBezTo>
                  <a:cubicBezTo>
                    <a:pt x="1768" y="5595"/>
                    <a:pt x="1743" y="5546"/>
                    <a:pt x="1711" y="5497"/>
                  </a:cubicBezTo>
                  <a:cubicBezTo>
                    <a:pt x="1682" y="5448"/>
                    <a:pt x="1672" y="5423"/>
                    <a:pt x="1678" y="5423"/>
                  </a:cubicBezTo>
                  <a:cubicBezTo>
                    <a:pt x="1683" y="5423"/>
                    <a:pt x="1703" y="5446"/>
                    <a:pt x="1735" y="5489"/>
                  </a:cubicBezTo>
                  <a:cubicBezTo>
                    <a:pt x="1749" y="5512"/>
                    <a:pt x="1767" y="5522"/>
                    <a:pt x="1786" y="5522"/>
                  </a:cubicBezTo>
                  <a:cubicBezTo>
                    <a:pt x="1843" y="5522"/>
                    <a:pt x="1908" y="5437"/>
                    <a:pt x="1888" y="5361"/>
                  </a:cubicBezTo>
                  <a:lnTo>
                    <a:pt x="1888" y="5361"/>
                  </a:lnTo>
                  <a:cubicBezTo>
                    <a:pt x="1893" y="5370"/>
                    <a:pt x="1899" y="5380"/>
                    <a:pt x="1905" y="5392"/>
                  </a:cubicBezTo>
                  <a:cubicBezTo>
                    <a:pt x="1924" y="5420"/>
                    <a:pt x="1935" y="5432"/>
                    <a:pt x="1950" y="5432"/>
                  </a:cubicBezTo>
                  <a:cubicBezTo>
                    <a:pt x="1961" y="5432"/>
                    <a:pt x="1974" y="5426"/>
                    <a:pt x="1995" y="5416"/>
                  </a:cubicBezTo>
                  <a:lnTo>
                    <a:pt x="2027" y="5392"/>
                  </a:lnTo>
                  <a:cubicBezTo>
                    <a:pt x="1993" y="5340"/>
                    <a:pt x="2004" y="5321"/>
                    <a:pt x="2025" y="5321"/>
                  </a:cubicBezTo>
                  <a:cubicBezTo>
                    <a:pt x="2045" y="5321"/>
                    <a:pt x="2072" y="5336"/>
                    <a:pt x="2084" y="5359"/>
                  </a:cubicBezTo>
                  <a:cubicBezTo>
                    <a:pt x="2112" y="5387"/>
                    <a:pt x="2120" y="5396"/>
                    <a:pt x="2131" y="5396"/>
                  </a:cubicBezTo>
                  <a:cubicBezTo>
                    <a:pt x="2136" y="5396"/>
                    <a:pt x="2141" y="5394"/>
                    <a:pt x="2149" y="5392"/>
                  </a:cubicBezTo>
                  <a:cubicBezTo>
                    <a:pt x="2135" y="5329"/>
                    <a:pt x="2154" y="5306"/>
                    <a:pt x="2179" y="5306"/>
                  </a:cubicBezTo>
                  <a:cubicBezTo>
                    <a:pt x="2199" y="5306"/>
                    <a:pt x="2223" y="5321"/>
                    <a:pt x="2238" y="5343"/>
                  </a:cubicBezTo>
                  <a:lnTo>
                    <a:pt x="2254" y="5335"/>
                  </a:lnTo>
                  <a:cubicBezTo>
                    <a:pt x="2238" y="5278"/>
                    <a:pt x="2262" y="5262"/>
                    <a:pt x="2270" y="5262"/>
                  </a:cubicBezTo>
                  <a:cubicBezTo>
                    <a:pt x="2303" y="5238"/>
                    <a:pt x="2311" y="5238"/>
                    <a:pt x="2278" y="5189"/>
                  </a:cubicBezTo>
                  <a:cubicBezTo>
                    <a:pt x="2246" y="5141"/>
                    <a:pt x="2213" y="5092"/>
                    <a:pt x="2230" y="5092"/>
                  </a:cubicBezTo>
                  <a:lnTo>
                    <a:pt x="2254" y="5141"/>
                  </a:lnTo>
                  <a:cubicBezTo>
                    <a:pt x="2269" y="5164"/>
                    <a:pt x="2285" y="5172"/>
                    <a:pt x="2301" y="5172"/>
                  </a:cubicBezTo>
                  <a:cubicBezTo>
                    <a:pt x="2319" y="5172"/>
                    <a:pt x="2338" y="5161"/>
                    <a:pt x="2359" y="5149"/>
                  </a:cubicBezTo>
                  <a:cubicBezTo>
                    <a:pt x="2391" y="5131"/>
                    <a:pt x="2412" y="5118"/>
                    <a:pt x="2430" y="5118"/>
                  </a:cubicBezTo>
                  <a:cubicBezTo>
                    <a:pt x="2445" y="5118"/>
                    <a:pt x="2458" y="5127"/>
                    <a:pt x="2473" y="5149"/>
                  </a:cubicBezTo>
                  <a:lnTo>
                    <a:pt x="2457" y="5092"/>
                  </a:lnTo>
                  <a:cubicBezTo>
                    <a:pt x="2448" y="5062"/>
                    <a:pt x="2446" y="5048"/>
                    <a:pt x="2451" y="5048"/>
                  </a:cubicBezTo>
                  <a:cubicBezTo>
                    <a:pt x="2455" y="5048"/>
                    <a:pt x="2465" y="5060"/>
                    <a:pt x="2481" y="5084"/>
                  </a:cubicBezTo>
                  <a:cubicBezTo>
                    <a:pt x="2495" y="5097"/>
                    <a:pt x="2508" y="5104"/>
                    <a:pt x="2520" y="5104"/>
                  </a:cubicBezTo>
                  <a:cubicBezTo>
                    <a:pt x="2543" y="5104"/>
                    <a:pt x="2559" y="5078"/>
                    <a:pt x="2554" y="5035"/>
                  </a:cubicBezTo>
                  <a:lnTo>
                    <a:pt x="2578" y="5027"/>
                  </a:lnTo>
                  <a:cubicBezTo>
                    <a:pt x="2607" y="5066"/>
                    <a:pt x="2629" y="5085"/>
                    <a:pt x="2641" y="5085"/>
                  </a:cubicBezTo>
                  <a:cubicBezTo>
                    <a:pt x="2656" y="5085"/>
                    <a:pt x="2654" y="5054"/>
                    <a:pt x="2627" y="4995"/>
                  </a:cubicBezTo>
                  <a:lnTo>
                    <a:pt x="2627" y="4995"/>
                  </a:lnTo>
                  <a:cubicBezTo>
                    <a:pt x="2650" y="5029"/>
                    <a:pt x="2661" y="5039"/>
                    <a:pt x="2671" y="5039"/>
                  </a:cubicBezTo>
                  <a:cubicBezTo>
                    <a:pt x="2675" y="5039"/>
                    <a:pt x="2679" y="5037"/>
                    <a:pt x="2684" y="5035"/>
                  </a:cubicBezTo>
                  <a:cubicBezTo>
                    <a:pt x="2679" y="4994"/>
                    <a:pt x="2693" y="4969"/>
                    <a:pt x="2713" y="4969"/>
                  </a:cubicBezTo>
                  <a:cubicBezTo>
                    <a:pt x="2724" y="4969"/>
                    <a:pt x="2737" y="4977"/>
                    <a:pt x="2749" y="4995"/>
                  </a:cubicBezTo>
                  <a:lnTo>
                    <a:pt x="2757" y="4995"/>
                  </a:lnTo>
                  <a:cubicBezTo>
                    <a:pt x="2740" y="4938"/>
                    <a:pt x="2749" y="4930"/>
                    <a:pt x="2757" y="4930"/>
                  </a:cubicBezTo>
                  <a:cubicBezTo>
                    <a:pt x="2773" y="4922"/>
                    <a:pt x="2781" y="4914"/>
                    <a:pt x="2765" y="4857"/>
                  </a:cubicBezTo>
                  <a:cubicBezTo>
                    <a:pt x="2749" y="4808"/>
                    <a:pt x="2757" y="4800"/>
                    <a:pt x="2757" y="4800"/>
                  </a:cubicBezTo>
                  <a:cubicBezTo>
                    <a:pt x="2757" y="4799"/>
                    <a:pt x="2758" y="4799"/>
                    <a:pt x="2758" y="4799"/>
                  </a:cubicBezTo>
                  <a:cubicBezTo>
                    <a:pt x="2768" y="4799"/>
                    <a:pt x="2790" y="4852"/>
                    <a:pt x="2805" y="4905"/>
                  </a:cubicBezTo>
                  <a:cubicBezTo>
                    <a:pt x="2808" y="4926"/>
                    <a:pt x="2815" y="4937"/>
                    <a:pt x="2820" y="4937"/>
                  </a:cubicBezTo>
                  <a:cubicBezTo>
                    <a:pt x="2830" y="4937"/>
                    <a:pt x="2837" y="4904"/>
                    <a:pt x="2822" y="4832"/>
                  </a:cubicBezTo>
                  <a:cubicBezTo>
                    <a:pt x="2805" y="4771"/>
                    <a:pt x="2797" y="4740"/>
                    <a:pt x="2798" y="4740"/>
                  </a:cubicBezTo>
                  <a:lnTo>
                    <a:pt x="2798" y="4740"/>
                  </a:lnTo>
                  <a:cubicBezTo>
                    <a:pt x="2800" y="4740"/>
                    <a:pt x="2810" y="4769"/>
                    <a:pt x="2830" y="4824"/>
                  </a:cubicBezTo>
                  <a:cubicBezTo>
                    <a:pt x="2841" y="4863"/>
                    <a:pt x="2852" y="4898"/>
                    <a:pt x="2855" y="4898"/>
                  </a:cubicBezTo>
                  <a:cubicBezTo>
                    <a:pt x="2857" y="4898"/>
                    <a:pt x="2857" y="4891"/>
                    <a:pt x="2854" y="4873"/>
                  </a:cubicBezTo>
                  <a:cubicBezTo>
                    <a:pt x="2854" y="4873"/>
                    <a:pt x="2878" y="4857"/>
                    <a:pt x="2854" y="4808"/>
                  </a:cubicBezTo>
                  <a:lnTo>
                    <a:pt x="2886" y="4792"/>
                  </a:lnTo>
                  <a:cubicBezTo>
                    <a:pt x="2915" y="4816"/>
                    <a:pt x="2930" y="4823"/>
                    <a:pt x="2939" y="4823"/>
                  </a:cubicBezTo>
                  <a:cubicBezTo>
                    <a:pt x="2945" y="4823"/>
                    <a:pt x="2948" y="4820"/>
                    <a:pt x="2951" y="4816"/>
                  </a:cubicBezTo>
                  <a:cubicBezTo>
                    <a:pt x="2943" y="4791"/>
                    <a:pt x="2939" y="4779"/>
                    <a:pt x="2943" y="4779"/>
                  </a:cubicBezTo>
                  <a:cubicBezTo>
                    <a:pt x="2946" y="4779"/>
                    <a:pt x="2956" y="4789"/>
                    <a:pt x="2976" y="4808"/>
                  </a:cubicBezTo>
                  <a:cubicBezTo>
                    <a:pt x="2988" y="4827"/>
                    <a:pt x="2997" y="4837"/>
                    <a:pt x="3000" y="4837"/>
                  </a:cubicBezTo>
                  <a:cubicBezTo>
                    <a:pt x="3005" y="4837"/>
                    <a:pt x="2994" y="4811"/>
                    <a:pt x="2959" y="4751"/>
                  </a:cubicBezTo>
                  <a:cubicBezTo>
                    <a:pt x="2951" y="4721"/>
                    <a:pt x="2949" y="4707"/>
                    <a:pt x="2956" y="4707"/>
                  </a:cubicBezTo>
                  <a:cubicBezTo>
                    <a:pt x="2961" y="4707"/>
                    <a:pt x="2973" y="4717"/>
                    <a:pt x="2992" y="4735"/>
                  </a:cubicBezTo>
                  <a:cubicBezTo>
                    <a:pt x="3023" y="4789"/>
                    <a:pt x="3040" y="4811"/>
                    <a:pt x="3044" y="4811"/>
                  </a:cubicBezTo>
                  <a:cubicBezTo>
                    <a:pt x="3048" y="4811"/>
                    <a:pt x="3043" y="4797"/>
                    <a:pt x="3032" y="4776"/>
                  </a:cubicBezTo>
                  <a:cubicBezTo>
                    <a:pt x="3008" y="4719"/>
                    <a:pt x="3024" y="4719"/>
                    <a:pt x="3024" y="4719"/>
                  </a:cubicBezTo>
                  <a:lnTo>
                    <a:pt x="3024" y="4719"/>
                  </a:lnTo>
                  <a:cubicBezTo>
                    <a:pt x="3031" y="4732"/>
                    <a:pt x="3043" y="4738"/>
                    <a:pt x="3058" y="4738"/>
                  </a:cubicBezTo>
                  <a:cubicBezTo>
                    <a:pt x="3101" y="4738"/>
                    <a:pt x="3172" y="4698"/>
                    <a:pt x="3243" y="4662"/>
                  </a:cubicBezTo>
                  <a:cubicBezTo>
                    <a:pt x="3259" y="4654"/>
                    <a:pt x="3235" y="4597"/>
                    <a:pt x="3211" y="4549"/>
                  </a:cubicBezTo>
                  <a:cubicBezTo>
                    <a:pt x="3186" y="4507"/>
                    <a:pt x="3177" y="4492"/>
                    <a:pt x="3177" y="4492"/>
                  </a:cubicBezTo>
                  <a:lnTo>
                    <a:pt x="3177" y="4492"/>
                  </a:lnTo>
                  <a:cubicBezTo>
                    <a:pt x="3178" y="4492"/>
                    <a:pt x="3196" y="4518"/>
                    <a:pt x="3219" y="4541"/>
                  </a:cubicBezTo>
                  <a:cubicBezTo>
                    <a:pt x="3265" y="4610"/>
                    <a:pt x="3295" y="4643"/>
                    <a:pt x="3303" y="4643"/>
                  </a:cubicBezTo>
                  <a:cubicBezTo>
                    <a:pt x="3312" y="4643"/>
                    <a:pt x="3294" y="4604"/>
                    <a:pt x="3243" y="4532"/>
                  </a:cubicBezTo>
                  <a:cubicBezTo>
                    <a:pt x="3206" y="4487"/>
                    <a:pt x="3188" y="4465"/>
                    <a:pt x="3190" y="4465"/>
                  </a:cubicBezTo>
                  <a:lnTo>
                    <a:pt x="3190" y="4465"/>
                  </a:lnTo>
                  <a:cubicBezTo>
                    <a:pt x="3191" y="4465"/>
                    <a:pt x="3212" y="4485"/>
                    <a:pt x="3251" y="4524"/>
                  </a:cubicBezTo>
                  <a:cubicBezTo>
                    <a:pt x="3271" y="4544"/>
                    <a:pt x="3281" y="4554"/>
                    <a:pt x="3284" y="4554"/>
                  </a:cubicBezTo>
                  <a:cubicBezTo>
                    <a:pt x="3288" y="4554"/>
                    <a:pt x="3284" y="4542"/>
                    <a:pt x="3276" y="4516"/>
                  </a:cubicBezTo>
                  <a:cubicBezTo>
                    <a:pt x="3258" y="4490"/>
                    <a:pt x="3255" y="4475"/>
                    <a:pt x="3259" y="4475"/>
                  </a:cubicBezTo>
                  <a:cubicBezTo>
                    <a:pt x="3263" y="4475"/>
                    <a:pt x="3273" y="4486"/>
                    <a:pt x="3284" y="4508"/>
                  </a:cubicBezTo>
                  <a:cubicBezTo>
                    <a:pt x="3312" y="4537"/>
                    <a:pt x="3341" y="4569"/>
                    <a:pt x="3344" y="4569"/>
                  </a:cubicBezTo>
                  <a:cubicBezTo>
                    <a:pt x="3345" y="4569"/>
                    <a:pt x="3342" y="4563"/>
                    <a:pt x="3332" y="4549"/>
                  </a:cubicBezTo>
                  <a:cubicBezTo>
                    <a:pt x="3332" y="4549"/>
                    <a:pt x="3334" y="4548"/>
                    <a:pt x="3336" y="4548"/>
                  </a:cubicBezTo>
                  <a:cubicBezTo>
                    <a:pt x="3344" y="4548"/>
                    <a:pt x="3360" y="4552"/>
                    <a:pt x="3389" y="4581"/>
                  </a:cubicBezTo>
                  <a:cubicBezTo>
                    <a:pt x="3400" y="4592"/>
                    <a:pt x="3406" y="4596"/>
                    <a:pt x="3409" y="4596"/>
                  </a:cubicBezTo>
                  <a:cubicBezTo>
                    <a:pt x="3418" y="4596"/>
                    <a:pt x="3401" y="4558"/>
                    <a:pt x="3389" y="4516"/>
                  </a:cubicBezTo>
                  <a:cubicBezTo>
                    <a:pt x="3376" y="4456"/>
                    <a:pt x="3372" y="4426"/>
                    <a:pt x="3379" y="4426"/>
                  </a:cubicBezTo>
                  <a:cubicBezTo>
                    <a:pt x="3385" y="4426"/>
                    <a:pt x="3399" y="4450"/>
                    <a:pt x="3422" y="4500"/>
                  </a:cubicBezTo>
                  <a:cubicBezTo>
                    <a:pt x="3438" y="4532"/>
                    <a:pt x="3451" y="4546"/>
                    <a:pt x="3460" y="4546"/>
                  </a:cubicBezTo>
                  <a:cubicBezTo>
                    <a:pt x="3478" y="4546"/>
                    <a:pt x="3478" y="4490"/>
                    <a:pt x="3446" y="4419"/>
                  </a:cubicBezTo>
                  <a:cubicBezTo>
                    <a:pt x="3417" y="4356"/>
                    <a:pt x="3405" y="4331"/>
                    <a:pt x="3407" y="4331"/>
                  </a:cubicBezTo>
                  <a:lnTo>
                    <a:pt x="3407" y="4331"/>
                  </a:lnTo>
                  <a:cubicBezTo>
                    <a:pt x="3409" y="4331"/>
                    <a:pt x="3416" y="4343"/>
                    <a:pt x="3430" y="4362"/>
                  </a:cubicBezTo>
                  <a:cubicBezTo>
                    <a:pt x="3454" y="4411"/>
                    <a:pt x="3470" y="4411"/>
                    <a:pt x="3470" y="4411"/>
                  </a:cubicBezTo>
                  <a:cubicBezTo>
                    <a:pt x="3473" y="4408"/>
                    <a:pt x="3476" y="4405"/>
                    <a:pt x="3481" y="4405"/>
                  </a:cubicBezTo>
                  <a:cubicBezTo>
                    <a:pt x="3488" y="4405"/>
                    <a:pt x="3499" y="4413"/>
                    <a:pt x="3519" y="4443"/>
                  </a:cubicBezTo>
                  <a:cubicBezTo>
                    <a:pt x="3519" y="4443"/>
                    <a:pt x="3527" y="4435"/>
                    <a:pt x="3519" y="4378"/>
                  </a:cubicBezTo>
                  <a:cubicBezTo>
                    <a:pt x="3504" y="4328"/>
                    <a:pt x="3509" y="4306"/>
                    <a:pt x="3525" y="4306"/>
                  </a:cubicBezTo>
                  <a:cubicBezTo>
                    <a:pt x="3544" y="4306"/>
                    <a:pt x="3580" y="4340"/>
                    <a:pt x="3616" y="4395"/>
                  </a:cubicBezTo>
                  <a:lnTo>
                    <a:pt x="3608" y="4330"/>
                  </a:lnTo>
                  <a:cubicBezTo>
                    <a:pt x="3578" y="4264"/>
                    <a:pt x="3560" y="4220"/>
                    <a:pt x="3565" y="4220"/>
                  </a:cubicBezTo>
                  <a:lnTo>
                    <a:pt x="3565" y="4220"/>
                  </a:lnTo>
                  <a:cubicBezTo>
                    <a:pt x="3567" y="4220"/>
                    <a:pt x="3578" y="4236"/>
                    <a:pt x="3600" y="4273"/>
                  </a:cubicBezTo>
                  <a:cubicBezTo>
                    <a:pt x="3623" y="4307"/>
                    <a:pt x="3642" y="4342"/>
                    <a:pt x="3642" y="4342"/>
                  </a:cubicBezTo>
                  <a:cubicBezTo>
                    <a:pt x="3642" y="4342"/>
                    <a:pt x="3639" y="4336"/>
                    <a:pt x="3632" y="4322"/>
                  </a:cubicBezTo>
                  <a:cubicBezTo>
                    <a:pt x="3610" y="4274"/>
                    <a:pt x="3613" y="4253"/>
                    <a:pt x="3628" y="4253"/>
                  </a:cubicBezTo>
                  <a:cubicBezTo>
                    <a:pt x="3646" y="4253"/>
                    <a:pt x="3682" y="4284"/>
                    <a:pt x="3713" y="4338"/>
                  </a:cubicBezTo>
                  <a:cubicBezTo>
                    <a:pt x="3736" y="4372"/>
                    <a:pt x="3743" y="4382"/>
                    <a:pt x="3748" y="4382"/>
                  </a:cubicBezTo>
                  <a:cubicBezTo>
                    <a:pt x="3750" y="4382"/>
                    <a:pt x="3752" y="4381"/>
                    <a:pt x="3754" y="4378"/>
                  </a:cubicBezTo>
                  <a:lnTo>
                    <a:pt x="3721" y="4330"/>
                  </a:lnTo>
                  <a:cubicBezTo>
                    <a:pt x="3697" y="4281"/>
                    <a:pt x="3665" y="4232"/>
                    <a:pt x="3681" y="4224"/>
                  </a:cubicBezTo>
                  <a:cubicBezTo>
                    <a:pt x="3683" y="4224"/>
                    <a:pt x="3685" y="4224"/>
                    <a:pt x="3687" y="4224"/>
                  </a:cubicBezTo>
                  <a:cubicBezTo>
                    <a:pt x="3695" y="4224"/>
                    <a:pt x="3705" y="4228"/>
                    <a:pt x="3730" y="4265"/>
                  </a:cubicBezTo>
                  <a:cubicBezTo>
                    <a:pt x="3758" y="4293"/>
                    <a:pt x="3787" y="4326"/>
                    <a:pt x="3790" y="4326"/>
                  </a:cubicBezTo>
                  <a:cubicBezTo>
                    <a:pt x="3791" y="4326"/>
                    <a:pt x="3788" y="4320"/>
                    <a:pt x="3778" y="4305"/>
                  </a:cubicBezTo>
                  <a:cubicBezTo>
                    <a:pt x="3778" y="4305"/>
                    <a:pt x="3779" y="4305"/>
                    <a:pt x="3781" y="4305"/>
                  </a:cubicBezTo>
                  <a:cubicBezTo>
                    <a:pt x="3786" y="4305"/>
                    <a:pt x="3798" y="4309"/>
                    <a:pt x="3827" y="4338"/>
                  </a:cubicBezTo>
                  <a:lnTo>
                    <a:pt x="3876" y="4314"/>
                  </a:lnTo>
                  <a:cubicBezTo>
                    <a:pt x="3862" y="4282"/>
                    <a:pt x="3864" y="4265"/>
                    <a:pt x="3873" y="4265"/>
                  </a:cubicBezTo>
                  <a:cubicBezTo>
                    <a:pt x="3881" y="4265"/>
                    <a:pt x="3894" y="4276"/>
                    <a:pt x="3908" y="4297"/>
                  </a:cubicBezTo>
                  <a:cubicBezTo>
                    <a:pt x="3908" y="4297"/>
                    <a:pt x="3924" y="4289"/>
                    <a:pt x="3908" y="4232"/>
                  </a:cubicBezTo>
                  <a:cubicBezTo>
                    <a:pt x="3917" y="4227"/>
                    <a:pt x="3924" y="4223"/>
                    <a:pt x="3930" y="4223"/>
                  </a:cubicBezTo>
                  <a:cubicBezTo>
                    <a:pt x="3941" y="4223"/>
                    <a:pt x="3952" y="4234"/>
                    <a:pt x="3973" y="4265"/>
                  </a:cubicBezTo>
                  <a:cubicBezTo>
                    <a:pt x="3985" y="4288"/>
                    <a:pt x="3991" y="4300"/>
                    <a:pt x="3992" y="4300"/>
                  </a:cubicBezTo>
                  <a:cubicBezTo>
                    <a:pt x="3993" y="4300"/>
                    <a:pt x="3989" y="4286"/>
                    <a:pt x="3981" y="4257"/>
                  </a:cubicBezTo>
                  <a:cubicBezTo>
                    <a:pt x="3949" y="4208"/>
                    <a:pt x="3965" y="4200"/>
                    <a:pt x="3973" y="4192"/>
                  </a:cubicBezTo>
                  <a:lnTo>
                    <a:pt x="3997" y="4184"/>
                  </a:lnTo>
                  <a:cubicBezTo>
                    <a:pt x="3965" y="4135"/>
                    <a:pt x="3965" y="4135"/>
                    <a:pt x="3973" y="4127"/>
                  </a:cubicBezTo>
                  <a:cubicBezTo>
                    <a:pt x="3975" y="4126"/>
                    <a:pt x="3977" y="4126"/>
                    <a:pt x="3980" y="4126"/>
                  </a:cubicBezTo>
                  <a:cubicBezTo>
                    <a:pt x="4001" y="4126"/>
                    <a:pt x="4048" y="4151"/>
                    <a:pt x="4062" y="4151"/>
                  </a:cubicBezTo>
                  <a:cubicBezTo>
                    <a:pt x="4094" y="4127"/>
                    <a:pt x="4094" y="4127"/>
                    <a:pt x="4054" y="4087"/>
                  </a:cubicBezTo>
                  <a:cubicBezTo>
                    <a:pt x="4053" y="4087"/>
                    <a:pt x="4051" y="4087"/>
                    <a:pt x="4050" y="4087"/>
                  </a:cubicBezTo>
                  <a:cubicBezTo>
                    <a:pt x="4039" y="4087"/>
                    <a:pt x="4027" y="4067"/>
                    <a:pt x="4038" y="4067"/>
                  </a:cubicBezTo>
                  <a:cubicBezTo>
                    <a:pt x="4042" y="4067"/>
                    <a:pt x="4050" y="4070"/>
                    <a:pt x="4062" y="4078"/>
                  </a:cubicBezTo>
                  <a:cubicBezTo>
                    <a:pt x="4068" y="4078"/>
                    <a:pt x="4106" y="4092"/>
                    <a:pt x="4138" y="4092"/>
                  </a:cubicBezTo>
                  <a:cubicBezTo>
                    <a:pt x="4149" y="4092"/>
                    <a:pt x="4159" y="4091"/>
                    <a:pt x="4167" y="4087"/>
                  </a:cubicBezTo>
                  <a:cubicBezTo>
                    <a:pt x="4208" y="4062"/>
                    <a:pt x="4208" y="4062"/>
                    <a:pt x="4184" y="4014"/>
                  </a:cubicBezTo>
                  <a:cubicBezTo>
                    <a:pt x="4145" y="3967"/>
                    <a:pt x="4132" y="3942"/>
                    <a:pt x="4137" y="3942"/>
                  </a:cubicBezTo>
                  <a:lnTo>
                    <a:pt x="4137" y="3942"/>
                  </a:lnTo>
                  <a:cubicBezTo>
                    <a:pt x="4141" y="3942"/>
                    <a:pt x="4161" y="3963"/>
                    <a:pt x="4192" y="4005"/>
                  </a:cubicBezTo>
                  <a:cubicBezTo>
                    <a:pt x="4236" y="4054"/>
                    <a:pt x="4258" y="4074"/>
                    <a:pt x="4266" y="4074"/>
                  </a:cubicBezTo>
                  <a:cubicBezTo>
                    <a:pt x="4272" y="4074"/>
                    <a:pt x="4268" y="4060"/>
                    <a:pt x="4257" y="4038"/>
                  </a:cubicBezTo>
                  <a:cubicBezTo>
                    <a:pt x="4232" y="3989"/>
                    <a:pt x="4232" y="3989"/>
                    <a:pt x="4248" y="3981"/>
                  </a:cubicBezTo>
                  <a:lnTo>
                    <a:pt x="4248" y="3981"/>
                  </a:lnTo>
                  <a:cubicBezTo>
                    <a:pt x="4259" y="4003"/>
                    <a:pt x="4268" y="4013"/>
                    <a:pt x="4275" y="4013"/>
                  </a:cubicBezTo>
                  <a:cubicBezTo>
                    <a:pt x="4282" y="4013"/>
                    <a:pt x="4285" y="3997"/>
                    <a:pt x="4281" y="3965"/>
                  </a:cubicBezTo>
                  <a:cubicBezTo>
                    <a:pt x="4283" y="3963"/>
                    <a:pt x="4285" y="3961"/>
                    <a:pt x="4287" y="3961"/>
                  </a:cubicBezTo>
                  <a:cubicBezTo>
                    <a:pt x="4292" y="3961"/>
                    <a:pt x="4298" y="3971"/>
                    <a:pt x="4321" y="4005"/>
                  </a:cubicBezTo>
                  <a:lnTo>
                    <a:pt x="4338" y="3989"/>
                  </a:lnTo>
                  <a:cubicBezTo>
                    <a:pt x="4320" y="3930"/>
                    <a:pt x="4339" y="3909"/>
                    <a:pt x="4367" y="3909"/>
                  </a:cubicBezTo>
                  <a:cubicBezTo>
                    <a:pt x="4390" y="3909"/>
                    <a:pt x="4417" y="3923"/>
                    <a:pt x="4435" y="3941"/>
                  </a:cubicBezTo>
                  <a:cubicBezTo>
                    <a:pt x="4435" y="3941"/>
                    <a:pt x="4451" y="3932"/>
                    <a:pt x="4427" y="3876"/>
                  </a:cubicBezTo>
                  <a:cubicBezTo>
                    <a:pt x="4406" y="3825"/>
                    <a:pt x="4398" y="3799"/>
                    <a:pt x="4403" y="3799"/>
                  </a:cubicBezTo>
                  <a:lnTo>
                    <a:pt x="4403" y="3799"/>
                  </a:lnTo>
                  <a:cubicBezTo>
                    <a:pt x="4408" y="3799"/>
                    <a:pt x="4424" y="3821"/>
                    <a:pt x="4451" y="3868"/>
                  </a:cubicBezTo>
                  <a:cubicBezTo>
                    <a:pt x="4479" y="3915"/>
                    <a:pt x="4493" y="3940"/>
                    <a:pt x="4495" y="3940"/>
                  </a:cubicBezTo>
                  <a:cubicBezTo>
                    <a:pt x="4496" y="3940"/>
                    <a:pt x="4484" y="3913"/>
                    <a:pt x="4459" y="3860"/>
                  </a:cubicBezTo>
                  <a:cubicBezTo>
                    <a:pt x="4451" y="3831"/>
                    <a:pt x="4461" y="3811"/>
                    <a:pt x="4480" y="3811"/>
                  </a:cubicBezTo>
                  <a:cubicBezTo>
                    <a:pt x="4498" y="3811"/>
                    <a:pt x="4524" y="3831"/>
                    <a:pt x="4548" y="3884"/>
                  </a:cubicBezTo>
                  <a:lnTo>
                    <a:pt x="4605" y="3981"/>
                  </a:lnTo>
                  <a:cubicBezTo>
                    <a:pt x="4581" y="3924"/>
                    <a:pt x="4597" y="3916"/>
                    <a:pt x="4597" y="3916"/>
                  </a:cubicBezTo>
                  <a:cubicBezTo>
                    <a:pt x="4565" y="3868"/>
                    <a:pt x="4581" y="3860"/>
                    <a:pt x="4613" y="3843"/>
                  </a:cubicBezTo>
                  <a:cubicBezTo>
                    <a:pt x="4630" y="3835"/>
                    <a:pt x="4646" y="3762"/>
                    <a:pt x="4670" y="3746"/>
                  </a:cubicBezTo>
                  <a:cubicBezTo>
                    <a:pt x="4680" y="3736"/>
                    <a:pt x="4692" y="3732"/>
                    <a:pt x="4704" y="3732"/>
                  </a:cubicBezTo>
                  <a:cubicBezTo>
                    <a:pt x="4724" y="3732"/>
                    <a:pt x="4745" y="3743"/>
                    <a:pt x="4759" y="3762"/>
                  </a:cubicBezTo>
                  <a:cubicBezTo>
                    <a:pt x="4775" y="3754"/>
                    <a:pt x="4784" y="3746"/>
                    <a:pt x="4775" y="3689"/>
                  </a:cubicBezTo>
                  <a:cubicBezTo>
                    <a:pt x="4766" y="3658"/>
                    <a:pt x="4767" y="3641"/>
                    <a:pt x="4776" y="3641"/>
                  </a:cubicBezTo>
                  <a:cubicBezTo>
                    <a:pt x="4782" y="3641"/>
                    <a:pt x="4794" y="3652"/>
                    <a:pt x="4808" y="3673"/>
                  </a:cubicBezTo>
                  <a:lnTo>
                    <a:pt x="4816" y="3665"/>
                  </a:lnTo>
                  <a:cubicBezTo>
                    <a:pt x="4808" y="3608"/>
                    <a:pt x="4824" y="3600"/>
                    <a:pt x="4824" y="3600"/>
                  </a:cubicBezTo>
                  <a:cubicBezTo>
                    <a:pt x="4840" y="3632"/>
                    <a:pt x="4863" y="3660"/>
                    <a:pt x="4872" y="3660"/>
                  </a:cubicBezTo>
                  <a:cubicBezTo>
                    <a:pt x="4877" y="3660"/>
                    <a:pt x="4878" y="3652"/>
                    <a:pt x="4873" y="3632"/>
                  </a:cubicBezTo>
                  <a:cubicBezTo>
                    <a:pt x="4840" y="3584"/>
                    <a:pt x="4857" y="3584"/>
                    <a:pt x="4873" y="3568"/>
                  </a:cubicBezTo>
                  <a:cubicBezTo>
                    <a:pt x="4878" y="3571"/>
                    <a:pt x="4886" y="3573"/>
                    <a:pt x="4896" y="3573"/>
                  </a:cubicBezTo>
                  <a:cubicBezTo>
                    <a:pt x="4991" y="3573"/>
                    <a:pt x="5276" y="3409"/>
                    <a:pt x="5254" y="3365"/>
                  </a:cubicBezTo>
                  <a:lnTo>
                    <a:pt x="5286" y="3341"/>
                  </a:lnTo>
                  <a:lnTo>
                    <a:pt x="5319" y="3324"/>
                  </a:lnTo>
                  <a:cubicBezTo>
                    <a:pt x="5338" y="3358"/>
                    <a:pt x="5354" y="3371"/>
                    <a:pt x="5367" y="3371"/>
                  </a:cubicBezTo>
                  <a:cubicBezTo>
                    <a:pt x="5390" y="3371"/>
                    <a:pt x="5403" y="3324"/>
                    <a:pt x="5408" y="3276"/>
                  </a:cubicBezTo>
                  <a:cubicBezTo>
                    <a:pt x="5384" y="3227"/>
                    <a:pt x="5400" y="3219"/>
                    <a:pt x="5408" y="3211"/>
                  </a:cubicBezTo>
                  <a:cubicBezTo>
                    <a:pt x="5436" y="3260"/>
                    <a:pt x="5459" y="3280"/>
                    <a:pt x="5473" y="3280"/>
                  </a:cubicBezTo>
                  <a:cubicBezTo>
                    <a:pt x="5487" y="3280"/>
                    <a:pt x="5493" y="3260"/>
                    <a:pt x="5489" y="3227"/>
                  </a:cubicBezTo>
                  <a:cubicBezTo>
                    <a:pt x="5464" y="3176"/>
                    <a:pt x="5456" y="3150"/>
                    <a:pt x="5462" y="3150"/>
                  </a:cubicBezTo>
                  <a:cubicBezTo>
                    <a:pt x="5468" y="3150"/>
                    <a:pt x="5486" y="3172"/>
                    <a:pt x="5513" y="3219"/>
                  </a:cubicBezTo>
                  <a:cubicBezTo>
                    <a:pt x="5537" y="3260"/>
                    <a:pt x="5555" y="3282"/>
                    <a:pt x="5563" y="3282"/>
                  </a:cubicBezTo>
                  <a:cubicBezTo>
                    <a:pt x="5575" y="3282"/>
                    <a:pt x="5567" y="3240"/>
                    <a:pt x="5530" y="3146"/>
                  </a:cubicBezTo>
                  <a:cubicBezTo>
                    <a:pt x="5517" y="3117"/>
                    <a:pt x="5511" y="3102"/>
                    <a:pt x="5514" y="3102"/>
                  </a:cubicBezTo>
                  <a:lnTo>
                    <a:pt x="5514" y="3102"/>
                  </a:lnTo>
                  <a:cubicBezTo>
                    <a:pt x="5516" y="3102"/>
                    <a:pt x="5526" y="3115"/>
                    <a:pt x="5546" y="3138"/>
                  </a:cubicBezTo>
                  <a:cubicBezTo>
                    <a:pt x="5586" y="3187"/>
                    <a:pt x="5606" y="3206"/>
                    <a:pt x="5612" y="3206"/>
                  </a:cubicBezTo>
                  <a:cubicBezTo>
                    <a:pt x="5618" y="3206"/>
                    <a:pt x="5614" y="3192"/>
                    <a:pt x="5602" y="3170"/>
                  </a:cubicBezTo>
                  <a:cubicBezTo>
                    <a:pt x="5577" y="3115"/>
                    <a:pt x="5567" y="3089"/>
                    <a:pt x="5574" y="3089"/>
                  </a:cubicBezTo>
                  <a:cubicBezTo>
                    <a:pt x="5580" y="3089"/>
                    <a:pt x="5600" y="3111"/>
                    <a:pt x="5635" y="3154"/>
                  </a:cubicBezTo>
                  <a:cubicBezTo>
                    <a:pt x="5670" y="3197"/>
                    <a:pt x="5688" y="3219"/>
                    <a:pt x="5693" y="3219"/>
                  </a:cubicBezTo>
                  <a:cubicBezTo>
                    <a:pt x="5699" y="3219"/>
                    <a:pt x="5688" y="3193"/>
                    <a:pt x="5667" y="3138"/>
                  </a:cubicBezTo>
                  <a:cubicBezTo>
                    <a:pt x="5639" y="3077"/>
                    <a:pt x="5641" y="3043"/>
                    <a:pt x="5662" y="3043"/>
                  </a:cubicBezTo>
                  <a:cubicBezTo>
                    <a:pt x="5677" y="3043"/>
                    <a:pt x="5702" y="3060"/>
                    <a:pt x="5732" y="3097"/>
                  </a:cubicBezTo>
                  <a:cubicBezTo>
                    <a:pt x="5737" y="3097"/>
                    <a:pt x="5755" y="3113"/>
                    <a:pt x="5760" y="3113"/>
                  </a:cubicBezTo>
                  <a:cubicBezTo>
                    <a:pt x="5762" y="3113"/>
                    <a:pt x="5761" y="3108"/>
                    <a:pt x="5748" y="3089"/>
                  </a:cubicBezTo>
                  <a:lnTo>
                    <a:pt x="5748" y="3089"/>
                  </a:lnTo>
                  <a:lnTo>
                    <a:pt x="5789" y="3130"/>
                  </a:lnTo>
                  <a:lnTo>
                    <a:pt x="5813" y="3122"/>
                  </a:lnTo>
                  <a:lnTo>
                    <a:pt x="5781" y="3073"/>
                  </a:lnTo>
                  <a:cubicBezTo>
                    <a:pt x="5846" y="3073"/>
                    <a:pt x="5902" y="3057"/>
                    <a:pt x="5959" y="3041"/>
                  </a:cubicBezTo>
                  <a:cubicBezTo>
                    <a:pt x="6081" y="2968"/>
                    <a:pt x="6105" y="2960"/>
                    <a:pt x="6065" y="2919"/>
                  </a:cubicBezTo>
                  <a:cubicBezTo>
                    <a:pt x="6026" y="2867"/>
                    <a:pt x="6015" y="2841"/>
                    <a:pt x="6022" y="2841"/>
                  </a:cubicBezTo>
                  <a:cubicBezTo>
                    <a:pt x="6029" y="2841"/>
                    <a:pt x="6051" y="2861"/>
                    <a:pt x="6081" y="2903"/>
                  </a:cubicBezTo>
                  <a:cubicBezTo>
                    <a:pt x="6095" y="2903"/>
                    <a:pt x="6135" y="2928"/>
                    <a:pt x="6161" y="2928"/>
                  </a:cubicBezTo>
                  <a:cubicBezTo>
                    <a:pt x="6164" y="2928"/>
                    <a:pt x="6167" y="2928"/>
                    <a:pt x="6170" y="2927"/>
                  </a:cubicBezTo>
                  <a:cubicBezTo>
                    <a:pt x="6177" y="2920"/>
                    <a:pt x="6186" y="2915"/>
                    <a:pt x="6196" y="2915"/>
                  </a:cubicBezTo>
                  <a:cubicBezTo>
                    <a:pt x="6209" y="2915"/>
                    <a:pt x="6225" y="2924"/>
                    <a:pt x="6243" y="2951"/>
                  </a:cubicBezTo>
                  <a:lnTo>
                    <a:pt x="6251" y="2943"/>
                  </a:lnTo>
                  <a:cubicBezTo>
                    <a:pt x="6220" y="2862"/>
                    <a:pt x="6252" y="2819"/>
                    <a:pt x="6298" y="2819"/>
                  </a:cubicBezTo>
                  <a:cubicBezTo>
                    <a:pt x="6311" y="2819"/>
                    <a:pt x="6326" y="2823"/>
                    <a:pt x="6340" y="2830"/>
                  </a:cubicBezTo>
                  <a:cubicBezTo>
                    <a:pt x="6365" y="2814"/>
                    <a:pt x="6373" y="2814"/>
                    <a:pt x="6365" y="2749"/>
                  </a:cubicBezTo>
                  <a:cubicBezTo>
                    <a:pt x="6360" y="2718"/>
                    <a:pt x="6358" y="2704"/>
                    <a:pt x="6364" y="2704"/>
                  </a:cubicBezTo>
                  <a:cubicBezTo>
                    <a:pt x="6368" y="2704"/>
                    <a:pt x="6378" y="2714"/>
                    <a:pt x="6397" y="2733"/>
                  </a:cubicBezTo>
                  <a:cubicBezTo>
                    <a:pt x="6412" y="2755"/>
                    <a:pt x="6440" y="2771"/>
                    <a:pt x="6460" y="2771"/>
                  </a:cubicBezTo>
                  <a:cubicBezTo>
                    <a:pt x="6481" y="2771"/>
                    <a:pt x="6492" y="2751"/>
                    <a:pt x="6462" y="2700"/>
                  </a:cubicBezTo>
                  <a:lnTo>
                    <a:pt x="6462" y="2700"/>
                  </a:lnTo>
                  <a:lnTo>
                    <a:pt x="6502" y="2741"/>
                  </a:lnTo>
                  <a:cubicBezTo>
                    <a:pt x="6513" y="2751"/>
                    <a:pt x="6520" y="2756"/>
                    <a:pt x="6523" y="2756"/>
                  </a:cubicBezTo>
                  <a:cubicBezTo>
                    <a:pt x="6534" y="2756"/>
                    <a:pt x="6518" y="2718"/>
                    <a:pt x="6494" y="2676"/>
                  </a:cubicBezTo>
                  <a:cubicBezTo>
                    <a:pt x="6468" y="2631"/>
                    <a:pt x="6456" y="2607"/>
                    <a:pt x="6459" y="2607"/>
                  </a:cubicBezTo>
                  <a:lnTo>
                    <a:pt x="6459" y="2607"/>
                  </a:lnTo>
                  <a:cubicBezTo>
                    <a:pt x="6464" y="2607"/>
                    <a:pt x="6490" y="2641"/>
                    <a:pt x="6543" y="2716"/>
                  </a:cubicBezTo>
                  <a:cubicBezTo>
                    <a:pt x="6575" y="2771"/>
                    <a:pt x="6594" y="2792"/>
                    <a:pt x="6599" y="2792"/>
                  </a:cubicBezTo>
                  <a:cubicBezTo>
                    <a:pt x="6603" y="2792"/>
                    <a:pt x="6598" y="2778"/>
                    <a:pt x="6584" y="2757"/>
                  </a:cubicBezTo>
                  <a:cubicBezTo>
                    <a:pt x="6571" y="2720"/>
                    <a:pt x="6559" y="2678"/>
                    <a:pt x="6572" y="2678"/>
                  </a:cubicBezTo>
                  <a:cubicBezTo>
                    <a:pt x="6575" y="2678"/>
                    <a:pt x="6582" y="2682"/>
                    <a:pt x="6592" y="2692"/>
                  </a:cubicBezTo>
                  <a:cubicBezTo>
                    <a:pt x="6600" y="2684"/>
                    <a:pt x="6608" y="2684"/>
                    <a:pt x="6551" y="2587"/>
                  </a:cubicBezTo>
                  <a:cubicBezTo>
                    <a:pt x="6527" y="2538"/>
                    <a:pt x="6535" y="2530"/>
                    <a:pt x="6543" y="2522"/>
                  </a:cubicBezTo>
                  <a:lnTo>
                    <a:pt x="6543" y="2522"/>
                  </a:lnTo>
                  <a:cubicBezTo>
                    <a:pt x="6567" y="2554"/>
                    <a:pt x="6584" y="2587"/>
                    <a:pt x="6592" y="2627"/>
                  </a:cubicBezTo>
                  <a:lnTo>
                    <a:pt x="6616" y="2611"/>
                  </a:lnTo>
                  <a:cubicBezTo>
                    <a:pt x="6624" y="2611"/>
                    <a:pt x="6673" y="2643"/>
                    <a:pt x="6705" y="2692"/>
                  </a:cubicBezTo>
                  <a:cubicBezTo>
                    <a:pt x="6721" y="2711"/>
                    <a:pt x="6732" y="2722"/>
                    <a:pt x="6736" y="2722"/>
                  </a:cubicBezTo>
                  <a:cubicBezTo>
                    <a:pt x="6741" y="2722"/>
                    <a:pt x="6728" y="2697"/>
                    <a:pt x="6689" y="2643"/>
                  </a:cubicBezTo>
                  <a:cubicBezTo>
                    <a:pt x="6624" y="2538"/>
                    <a:pt x="6624" y="2538"/>
                    <a:pt x="6648" y="2530"/>
                  </a:cubicBezTo>
                  <a:cubicBezTo>
                    <a:pt x="6651" y="2527"/>
                    <a:pt x="6654" y="2526"/>
                    <a:pt x="6657" y="2526"/>
                  </a:cubicBezTo>
                  <a:cubicBezTo>
                    <a:pt x="6667" y="2526"/>
                    <a:pt x="6680" y="2536"/>
                    <a:pt x="6697" y="2570"/>
                  </a:cubicBezTo>
                  <a:cubicBezTo>
                    <a:pt x="6718" y="2601"/>
                    <a:pt x="6725" y="2613"/>
                    <a:pt x="6734" y="2613"/>
                  </a:cubicBezTo>
                  <a:cubicBezTo>
                    <a:pt x="6739" y="2613"/>
                    <a:pt x="6745" y="2609"/>
                    <a:pt x="6754" y="2603"/>
                  </a:cubicBezTo>
                  <a:cubicBezTo>
                    <a:pt x="6786" y="2587"/>
                    <a:pt x="6729" y="2424"/>
                    <a:pt x="6681" y="2319"/>
                  </a:cubicBezTo>
                  <a:cubicBezTo>
                    <a:pt x="6652" y="2269"/>
                    <a:pt x="6638" y="2245"/>
                    <a:pt x="6639" y="2245"/>
                  </a:cubicBezTo>
                  <a:lnTo>
                    <a:pt x="6639" y="2245"/>
                  </a:lnTo>
                  <a:cubicBezTo>
                    <a:pt x="6641" y="2245"/>
                    <a:pt x="6657" y="2267"/>
                    <a:pt x="6689" y="2311"/>
                  </a:cubicBezTo>
                  <a:cubicBezTo>
                    <a:pt x="6713" y="2347"/>
                    <a:pt x="6724" y="2352"/>
                    <a:pt x="6735" y="2352"/>
                  </a:cubicBezTo>
                  <a:cubicBezTo>
                    <a:pt x="6738" y="2352"/>
                    <a:pt x="6742" y="2351"/>
                    <a:pt x="6746" y="2351"/>
                  </a:cubicBezTo>
                  <a:cubicBezTo>
                    <a:pt x="6734" y="2334"/>
                    <a:pt x="6732" y="2328"/>
                    <a:pt x="6733" y="2328"/>
                  </a:cubicBezTo>
                  <a:lnTo>
                    <a:pt x="6733" y="2328"/>
                  </a:lnTo>
                  <a:cubicBezTo>
                    <a:pt x="6736" y="2328"/>
                    <a:pt x="6751" y="2346"/>
                    <a:pt x="6746" y="2351"/>
                  </a:cubicBezTo>
                  <a:cubicBezTo>
                    <a:pt x="6770" y="2400"/>
                    <a:pt x="6762" y="2400"/>
                    <a:pt x="6754" y="2408"/>
                  </a:cubicBezTo>
                  <a:lnTo>
                    <a:pt x="6778" y="2457"/>
                  </a:lnTo>
                  <a:cubicBezTo>
                    <a:pt x="6812" y="2503"/>
                    <a:pt x="6832" y="2525"/>
                    <a:pt x="6839" y="2525"/>
                  </a:cubicBezTo>
                  <a:cubicBezTo>
                    <a:pt x="6846" y="2525"/>
                    <a:pt x="6836" y="2497"/>
                    <a:pt x="6811" y="2441"/>
                  </a:cubicBezTo>
                  <a:cubicBezTo>
                    <a:pt x="6802" y="2411"/>
                    <a:pt x="6798" y="2397"/>
                    <a:pt x="6802" y="2397"/>
                  </a:cubicBezTo>
                  <a:lnTo>
                    <a:pt x="6802" y="2397"/>
                  </a:lnTo>
                  <a:cubicBezTo>
                    <a:pt x="6805" y="2397"/>
                    <a:pt x="6815" y="2409"/>
                    <a:pt x="6835" y="2433"/>
                  </a:cubicBezTo>
                  <a:cubicBezTo>
                    <a:pt x="6862" y="2460"/>
                    <a:pt x="6890" y="2487"/>
                    <a:pt x="6895" y="2487"/>
                  </a:cubicBezTo>
                  <a:cubicBezTo>
                    <a:pt x="6897" y="2487"/>
                    <a:pt x="6894" y="2481"/>
                    <a:pt x="6884" y="2465"/>
                  </a:cubicBezTo>
                  <a:cubicBezTo>
                    <a:pt x="6884" y="2465"/>
                    <a:pt x="6886" y="2464"/>
                    <a:pt x="6889" y="2464"/>
                  </a:cubicBezTo>
                  <a:cubicBezTo>
                    <a:pt x="6899" y="2464"/>
                    <a:pt x="6919" y="2468"/>
                    <a:pt x="6948" y="2497"/>
                  </a:cubicBezTo>
                  <a:cubicBezTo>
                    <a:pt x="6965" y="2489"/>
                    <a:pt x="6981" y="2481"/>
                    <a:pt x="6948" y="2433"/>
                  </a:cubicBezTo>
                  <a:cubicBezTo>
                    <a:pt x="6916" y="2384"/>
                    <a:pt x="6932" y="2376"/>
                    <a:pt x="6940" y="2368"/>
                  </a:cubicBezTo>
                  <a:cubicBezTo>
                    <a:pt x="6948" y="2368"/>
                    <a:pt x="6965" y="2360"/>
                    <a:pt x="6932" y="2311"/>
                  </a:cubicBezTo>
                  <a:cubicBezTo>
                    <a:pt x="6908" y="2262"/>
                    <a:pt x="6884" y="2206"/>
                    <a:pt x="6908" y="2197"/>
                  </a:cubicBezTo>
                  <a:cubicBezTo>
                    <a:pt x="6904" y="2168"/>
                    <a:pt x="6902" y="2151"/>
                    <a:pt x="6908" y="2151"/>
                  </a:cubicBezTo>
                  <a:cubicBezTo>
                    <a:pt x="6915" y="2151"/>
                    <a:pt x="6933" y="2174"/>
                    <a:pt x="6973" y="2222"/>
                  </a:cubicBezTo>
                  <a:cubicBezTo>
                    <a:pt x="6990" y="2256"/>
                    <a:pt x="6999" y="2266"/>
                    <a:pt x="7009" y="2266"/>
                  </a:cubicBezTo>
                  <a:cubicBezTo>
                    <a:pt x="7013" y="2266"/>
                    <a:pt x="7017" y="2265"/>
                    <a:pt x="7021" y="2262"/>
                  </a:cubicBezTo>
                  <a:cubicBezTo>
                    <a:pt x="7021" y="2262"/>
                    <a:pt x="7022" y="2262"/>
                    <a:pt x="7024" y="2262"/>
                  </a:cubicBezTo>
                  <a:cubicBezTo>
                    <a:pt x="7029" y="2262"/>
                    <a:pt x="7041" y="2266"/>
                    <a:pt x="7070" y="2295"/>
                  </a:cubicBezTo>
                  <a:cubicBezTo>
                    <a:pt x="7082" y="2309"/>
                    <a:pt x="7087" y="2315"/>
                    <a:pt x="7089" y="2315"/>
                  </a:cubicBezTo>
                  <a:cubicBezTo>
                    <a:pt x="7092" y="2315"/>
                    <a:pt x="7071" y="2280"/>
                    <a:pt x="7054" y="2246"/>
                  </a:cubicBezTo>
                  <a:lnTo>
                    <a:pt x="6997" y="2149"/>
                  </a:lnTo>
                  <a:cubicBezTo>
                    <a:pt x="6997" y="2148"/>
                    <a:pt x="6998" y="2148"/>
                    <a:pt x="6998" y="2148"/>
                  </a:cubicBezTo>
                  <a:cubicBezTo>
                    <a:pt x="7011" y="2148"/>
                    <a:pt x="7071" y="2232"/>
                    <a:pt x="7102" y="2279"/>
                  </a:cubicBezTo>
                  <a:cubicBezTo>
                    <a:pt x="7139" y="2327"/>
                    <a:pt x="7157" y="2351"/>
                    <a:pt x="7158" y="2351"/>
                  </a:cubicBezTo>
                  <a:cubicBezTo>
                    <a:pt x="7159" y="2351"/>
                    <a:pt x="7143" y="2327"/>
                    <a:pt x="7111" y="2279"/>
                  </a:cubicBezTo>
                  <a:cubicBezTo>
                    <a:pt x="7091" y="2240"/>
                    <a:pt x="7077" y="2196"/>
                    <a:pt x="7096" y="2196"/>
                  </a:cubicBezTo>
                  <a:cubicBezTo>
                    <a:pt x="7101" y="2196"/>
                    <a:pt x="7109" y="2199"/>
                    <a:pt x="7119" y="2206"/>
                  </a:cubicBezTo>
                  <a:cubicBezTo>
                    <a:pt x="7126" y="2202"/>
                    <a:pt x="7135" y="2196"/>
                    <a:pt x="7146" y="2196"/>
                  </a:cubicBezTo>
                  <a:cubicBezTo>
                    <a:pt x="7159" y="2196"/>
                    <a:pt x="7174" y="2204"/>
                    <a:pt x="7192" y="2230"/>
                  </a:cubicBezTo>
                  <a:cubicBezTo>
                    <a:pt x="7204" y="2244"/>
                    <a:pt x="7210" y="2250"/>
                    <a:pt x="7213" y="2250"/>
                  </a:cubicBezTo>
                  <a:cubicBezTo>
                    <a:pt x="7220" y="2250"/>
                    <a:pt x="7208" y="2222"/>
                    <a:pt x="7208" y="2222"/>
                  </a:cubicBezTo>
                  <a:cubicBezTo>
                    <a:pt x="7198" y="2187"/>
                    <a:pt x="7197" y="2170"/>
                    <a:pt x="7213" y="2170"/>
                  </a:cubicBezTo>
                  <a:cubicBezTo>
                    <a:pt x="7223" y="2170"/>
                    <a:pt x="7240" y="2177"/>
                    <a:pt x="7265" y="2189"/>
                  </a:cubicBezTo>
                  <a:cubicBezTo>
                    <a:pt x="7317" y="2223"/>
                    <a:pt x="7345" y="2241"/>
                    <a:pt x="7355" y="2241"/>
                  </a:cubicBezTo>
                  <a:cubicBezTo>
                    <a:pt x="7366" y="2241"/>
                    <a:pt x="7352" y="2217"/>
                    <a:pt x="7321" y="2165"/>
                  </a:cubicBezTo>
                  <a:cubicBezTo>
                    <a:pt x="7302" y="2136"/>
                    <a:pt x="7286" y="2107"/>
                    <a:pt x="7289" y="2107"/>
                  </a:cubicBezTo>
                  <a:lnTo>
                    <a:pt x="7289" y="2107"/>
                  </a:lnTo>
                  <a:cubicBezTo>
                    <a:pt x="7291" y="2107"/>
                    <a:pt x="7303" y="2121"/>
                    <a:pt x="7329" y="2157"/>
                  </a:cubicBezTo>
                  <a:cubicBezTo>
                    <a:pt x="7339" y="2166"/>
                    <a:pt x="7345" y="2171"/>
                    <a:pt x="7350" y="2171"/>
                  </a:cubicBezTo>
                  <a:cubicBezTo>
                    <a:pt x="7363" y="2171"/>
                    <a:pt x="7352" y="2127"/>
                    <a:pt x="7346" y="2084"/>
                  </a:cubicBezTo>
                  <a:cubicBezTo>
                    <a:pt x="7313" y="2011"/>
                    <a:pt x="7281" y="1946"/>
                    <a:pt x="7240" y="1881"/>
                  </a:cubicBezTo>
                  <a:cubicBezTo>
                    <a:pt x="7206" y="1822"/>
                    <a:pt x="7192" y="1799"/>
                    <a:pt x="7198" y="1799"/>
                  </a:cubicBezTo>
                  <a:lnTo>
                    <a:pt x="7198" y="1799"/>
                  </a:lnTo>
                  <a:cubicBezTo>
                    <a:pt x="7201" y="1799"/>
                    <a:pt x="7213" y="1809"/>
                    <a:pt x="7232" y="1824"/>
                  </a:cubicBezTo>
                  <a:cubicBezTo>
                    <a:pt x="7233" y="1824"/>
                    <a:pt x="7234" y="1823"/>
                    <a:pt x="7235" y="1823"/>
                  </a:cubicBezTo>
                  <a:cubicBezTo>
                    <a:pt x="7247" y="1823"/>
                    <a:pt x="7284" y="1861"/>
                    <a:pt x="7313" y="1906"/>
                  </a:cubicBezTo>
                  <a:cubicBezTo>
                    <a:pt x="7338" y="1954"/>
                    <a:pt x="7329" y="1962"/>
                    <a:pt x="7329" y="1962"/>
                  </a:cubicBezTo>
                  <a:lnTo>
                    <a:pt x="7321" y="1970"/>
                  </a:lnTo>
                  <a:cubicBezTo>
                    <a:pt x="7342" y="2013"/>
                    <a:pt x="7370" y="2055"/>
                    <a:pt x="7387" y="2055"/>
                  </a:cubicBezTo>
                  <a:cubicBezTo>
                    <a:pt x="7390" y="2055"/>
                    <a:pt x="7392" y="2054"/>
                    <a:pt x="7394" y="2051"/>
                  </a:cubicBezTo>
                  <a:cubicBezTo>
                    <a:pt x="7413" y="2074"/>
                    <a:pt x="7426" y="2084"/>
                    <a:pt x="7432" y="2084"/>
                  </a:cubicBezTo>
                  <a:cubicBezTo>
                    <a:pt x="7439" y="2084"/>
                    <a:pt x="7436" y="2070"/>
                    <a:pt x="7419" y="2043"/>
                  </a:cubicBezTo>
                  <a:lnTo>
                    <a:pt x="7419" y="2043"/>
                  </a:lnTo>
                  <a:cubicBezTo>
                    <a:pt x="7440" y="2065"/>
                    <a:pt x="7457" y="2073"/>
                    <a:pt x="7471" y="2073"/>
                  </a:cubicBezTo>
                  <a:cubicBezTo>
                    <a:pt x="7483" y="2073"/>
                    <a:pt x="7492" y="2067"/>
                    <a:pt x="7500" y="2060"/>
                  </a:cubicBezTo>
                  <a:cubicBezTo>
                    <a:pt x="7512" y="2050"/>
                    <a:pt x="7527" y="2045"/>
                    <a:pt x="7540" y="2045"/>
                  </a:cubicBezTo>
                  <a:cubicBezTo>
                    <a:pt x="7562" y="2045"/>
                    <a:pt x="7582" y="2056"/>
                    <a:pt x="7597" y="2076"/>
                  </a:cubicBezTo>
                  <a:cubicBezTo>
                    <a:pt x="7621" y="2060"/>
                    <a:pt x="7629" y="2060"/>
                    <a:pt x="7597" y="2011"/>
                  </a:cubicBezTo>
                  <a:cubicBezTo>
                    <a:pt x="7562" y="1951"/>
                    <a:pt x="7552" y="1925"/>
                    <a:pt x="7556" y="1925"/>
                  </a:cubicBezTo>
                  <a:lnTo>
                    <a:pt x="7556" y="1925"/>
                  </a:lnTo>
                  <a:cubicBezTo>
                    <a:pt x="7559" y="1925"/>
                    <a:pt x="7568" y="1935"/>
                    <a:pt x="7581" y="1954"/>
                  </a:cubicBezTo>
                  <a:cubicBezTo>
                    <a:pt x="7611" y="1991"/>
                    <a:pt x="7657" y="2009"/>
                    <a:pt x="7698" y="2009"/>
                  </a:cubicBezTo>
                  <a:cubicBezTo>
                    <a:pt x="7754" y="2009"/>
                    <a:pt x="7799" y="1975"/>
                    <a:pt x="7775" y="1914"/>
                  </a:cubicBezTo>
                  <a:lnTo>
                    <a:pt x="7792" y="1897"/>
                  </a:lnTo>
                  <a:cubicBezTo>
                    <a:pt x="7807" y="1910"/>
                    <a:pt x="7823" y="1916"/>
                    <a:pt x="7839" y="1916"/>
                  </a:cubicBezTo>
                  <a:cubicBezTo>
                    <a:pt x="7873" y="1916"/>
                    <a:pt x="7900" y="1888"/>
                    <a:pt x="7889" y="1849"/>
                  </a:cubicBezTo>
                  <a:lnTo>
                    <a:pt x="7921" y="1833"/>
                  </a:lnTo>
                  <a:cubicBezTo>
                    <a:pt x="7942" y="1847"/>
                    <a:pt x="7957" y="1854"/>
                    <a:pt x="7966" y="1854"/>
                  </a:cubicBezTo>
                  <a:cubicBezTo>
                    <a:pt x="7978" y="1854"/>
                    <a:pt x="7979" y="1841"/>
                    <a:pt x="7970" y="1808"/>
                  </a:cubicBezTo>
                  <a:cubicBezTo>
                    <a:pt x="7953" y="1768"/>
                    <a:pt x="7935" y="1732"/>
                    <a:pt x="7936" y="1732"/>
                  </a:cubicBezTo>
                  <a:lnTo>
                    <a:pt x="7936" y="1732"/>
                  </a:lnTo>
                  <a:cubicBezTo>
                    <a:pt x="7936" y="1732"/>
                    <a:pt x="7939" y="1737"/>
                    <a:pt x="7946" y="1751"/>
                  </a:cubicBezTo>
                  <a:cubicBezTo>
                    <a:pt x="7963" y="1777"/>
                    <a:pt x="7978" y="1787"/>
                    <a:pt x="7994" y="1787"/>
                  </a:cubicBezTo>
                  <a:cubicBezTo>
                    <a:pt x="8008" y="1787"/>
                    <a:pt x="8024" y="1779"/>
                    <a:pt x="8043" y="1768"/>
                  </a:cubicBezTo>
                  <a:cubicBezTo>
                    <a:pt x="8083" y="1743"/>
                    <a:pt x="8083" y="1743"/>
                    <a:pt x="8043" y="1695"/>
                  </a:cubicBezTo>
                  <a:cubicBezTo>
                    <a:pt x="8049" y="1670"/>
                    <a:pt x="8056" y="1660"/>
                    <a:pt x="8064" y="1660"/>
                  </a:cubicBezTo>
                  <a:cubicBezTo>
                    <a:pt x="8081" y="1660"/>
                    <a:pt x="8100" y="1695"/>
                    <a:pt x="8116" y="1727"/>
                  </a:cubicBezTo>
                  <a:cubicBezTo>
                    <a:pt x="8137" y="1769"/>
                    <a:pt x="8153" y="1791"/>
                    <a:pt x="8159" y="1791"/>
                  </a:cubicBezTo>
                  <a:cubicBezTo>
                    <a:pt x="8166" y="1791"/>
                    <a:pt x="8154" y="1751"/>
                    <a:pt x="8108" y="1662"/>
                  </a:cubicBezTo>
                  <a:cubicBezTo>
                    <a:pt x="8078" y="1597"/>
                    <a:pt x="8076" y="1569"/>
                    <a:pt x="8086" y="1569"/>
                  </a:cubicBezTo>
                  <a:cubicBezTo>
                    <a:pt x="8093" y="1569"/>
                    <a:pt x="8104" y="1579"/>
                    <a:pt x="8116" y="1597"/>
                  </a:cubicBezTo>
                  <a:cubicBezTo>
                    <a:pt x="8140" y="1646"/>
                    <a:pt x="8132" y="1654"/>
                    <a:pt x="8124" y="1654"/>
                  </a:cubicBezTo>
                  <a:lnTo>
                    <a:pt x="8181" y="1751"/>
                  </a:lnTo>
                  <a:cubicBezTo>
                    <a:pt x="8189" y="1751"/>
                    <a:pt x="8189" y="1751"/>
                    <a:pt x="8173" y="1695"/>
                  </a:cubicBezTo>
                  <a:cubicBezTo>
                    <a:pt x="8173" y="1695"/>
                    <a:pt x="8181" y="1687"/>
                    <a:pt x="8165" y="1630"/>
                  </a:cubicBezTo>
                  <a:cubicBezTo>
                    <a:pt x="8148" y="1581"/>
                    <a:pt x="8116" y="1524"/>
                    <a:pt x="8075" y="1484"/>
                  </a:cubicBezTo>
                  <a:cubicBezTo>
                    <a:pt x="8035" y="1443"/>
                    <a:pt x="8051" y="1435"/>
                    <a:pt x="8059" y="1435"/>
                  </a:cubicBezTo>
                  <a:lnTo>
                    <a:pt x="8059" y="1435"/>
                  </a:lnTo>
                  <a:cubicBezTo>
                    <a:pt x="8108" y="1468"/>
                    <a:pt x="8140" y="1516"/>
                    <a:pt x="8156" y="1573"/>
                  </a:cubicBezTo>
                  <a:cubicBezTo>
                    <a:pt x="8148" y="1581"/>
                    <a:pt x="8173" y="1630"/>
                    <a:pt x="8205" y="1679"/>
                  </a:cubicBezTo>
                  <a:cubicBezTo>
                    <a:pt x="8209" y="1686"/>
                    <a:pt x="8212" y="1689"/>
                    <a:pt x="8214" y="1689"/>
                  </a:cubicBezTo>
                  <a:cubicBezTo>
                    <a:pt x="8228" y="1689"/>
                    <a:pt x="8222" y="1582"/>
                    <a:pt x="8181" y="1492"/>
                  </a:cubicBezTo>
                  <a:lnTo>
                    <a:pt x="8181" y="1492"/>
                  </a:lnTo>
                  <a:lnTo>
                    <a:pt x="8213" y="1541"/>
                  </a:lnTo>
                  <a:cubicBezTo>
                    <a:pt x="8227" y="1568"/>
                    <a:pt x="8241" y="1578"/>
                    <a:pt x="8254" y="1578"/>
                  </a:cubicBezTo>
                  <a:cubicBezTo>
                    <a:pt x="8265" y="1578"/>
                    <a:pt x="8276" y="1572"/>
                    <a:pt x="8286" y="1565"/>
                  </a:cubicBezTo>
                  <a:cubicBezTo>
                    <a:pt x="8302" y="1557"/>
                    <a:pt x="8319" y="1549"/>
                    <a:pt x="8286" y="1500"/>
                  </a:cubicBezTo>
                  <a:cubicBezTo>
                    <a:pt x="8254" y="1452"/>
                    <a:pt x="8229" y="1403"/>
                    <a:pt x="8238" y="1395"/>
                  </a:cubicBezTo>
                  <a:lnTo>
                    <a:pt x="8238" y="1395"/>
                  </a:lnTo>
                  <a:cubicBezTo>
                    <a:pt x="8237" y="1395"/>
                    <a:pt x="8236" y="1396"/>
                    <a:pt x="8235" y="1396"/>
                  </a:cubicBezTo>
                  <a:cubicBezTo>
                    <a:pt x="8225" y="1396"/>
                    <a:pt x="8195" y="1351"/>
                    <a:pt x="8173" y="1306"/>
                  </a:cubicBezTo>
                  <a:lnTo>
                    <a:pt x="8173" y="1306"/>
                  </a:lnTo>
                  <a:cubicBezTo>
                    <a:pt x="8205" y="1330"/>
                    <a:pt x="8229" y="1354"/>
                    <a:pt x="8262" y="1387"/>
                  </a:cubicBezTo>
                  <a:cubicBezTo>
                    <a:pt x="8327" y="1452"/>
                    <a:pt x="8371" y="1491"/>
                    <a:pt x="8407" y="1491"/>
                  </a:cubicBezTo>
                  <a:cubicBezTo>
                    <a:pt x="8416" y="1491"/>
                    <a:pt x="8424" y="1489"/>
                    <a:pt x="8432" y="1484"/>
                  </a:cubicBezTo>
                  <a:cubicBezTo>
                    <a:pt x="8445" y="1474"/>
                    <a:pt x="8459" y="1470"/>
                    <a:pt x="8473" y="1470"/>
                  </a:cubicBezTo>
                  <a:cubicBezTo>
                    <a:pt x="8494" y="1470"/>
                    <a:pt x="8515" y="1481"/>
                    <a:pt x="8529" y="1500"/>
                  </a:cubicBezTo>
                  <a:cubicBezTo>
                    <a:pt x="8546" y="1484"/>
                    <a:pt x="8562" y="1484"/>
                    <a:pt x="8529" y="1435"/>
                  </a:cubicBezTo>
                  <a:lnTo>
                    <a:pt x="8554" y="1419"/>
                  </a:lnTo>
                  <a:cubicBezTo>
                    <a:pt x="8571" y="1437"/>
                    <a:pt x="8584" y="1445"/>
                    <a:pt x="8591" y="1445"/>
                  </a:cubicBezTo>
                  <a:cubicBezTo>
                    <a:pt x="8601" y="1445"/>
                    <a:pt x="8600" y="1430"/>
                    <a:pt x="8586" y="1403"/>
                  </a:cubicBezTo>
                  <a:cubicBezTo>
                    <a:pt x="8579" y="1379"/>
                    <a:pt x="8581" y="1373"/>
                    <a:pt x="8586" y="1373"/>
                  </a:cubicBezTo>
                  <a:cubicBezTo>
                    <a:pt x="8594" y="1373"/>
                    <a:pt x="8609" y="1387"/>
                    <a:pt x="8619" y="1387"/>
                  </a:cubicBezTo>
                  <a:cubicBezTo>
                    <a:pt x="8654" y="1422"/>
                    <a:pt x="8674" y="1442"/>
                    <a:pt x="8677" y="1442"/>
                  </a:cubicBezTo>
                  <a:cubicBezTo>
                    <a:pt x="8681" y="1442"/>
                    <a:pt x="8657" y="1408"/>
                    <a:pt x="8602" y="1330"/>
                  </a:cubicBezTo>
                  <a:cubicBezTo>
                    <a:pt x="8573" y="1285"/>
                    <a:pt x="8530" y="1248"/>
                    <a:pt x="8510" y="1248"/>
                  </a:cubicBezTo>
                  <a:cubicBezTo>
                    <a:pt x="8508" y="1248"/>
                    <a:pt x="8506" y="1248"/>
                    <a:pt x="8505" y="1249"/>
                  </a:cubicBezTo>
                  <a:lnTo>
                    <a:pt x="8473" y="1265"/>
                  </a:lnTo>
                  <a:lnTo>
                    <a:pt x="8481" y="1200"/>
                  </a:lnTo>
                  <a:cubicBezTo>
                    <a:pt x="8489" y="1192"/>
                    <a:pt x="8481" y="1135"/>
                    <a:pt x="8456" y="1087"/>
                  </a:cubicBezTo>
                  <a:cubicBezTo>
                    <a:pt x="8456" y="1087"/>
                    <a:pt x="8424" y="1038"/>
                    <a:pt x="8432" y="1030"/>
                  </a:cubicBezTo>
                  <a:lnTo>
                    <a:pt x="8432" y="1030"/>
                  </a:lnTo>
                  <a:lnTo>
                    <a:pt x="8497" y="1127"/>
                  </a:lnTo>
                  <a:cubicBezTo>
                    <a:pt x="8513" y="1184"/>
                    <a:pt x="8538" y="1233"/>
                    <a:pt x="8570" y="1281"/>
                  </a:cubicBezTo>
                  <a:cubicBezTo>
                    <a:pt x="8607" y="1332"/>
                    <a:pt x="8644" y="1365"/>
                    <a:pt x="8659" y="1365"/>
                  </a:cubicBezTo>
                  <a:cubicBezTo>
                    <a:pt x="8669" y="1365"/>
                    <a:pt x="8667" y="1347"/>
                    <a:pt x="8643" y="1306"/>
                  </a:cubicBezTo>
                  <a:cubicBezTo>
                    <a:pt x="8645" y="1303"/>
                    <a:pt x="8647" y="1302"/>
                    <a:pt x="8649" y="1302"/>
                  </a:cubicBezTo>
                  <a:cubicBezTo>
                    <a:pt x="8654" y="1302"/>
                    <a:pt x="8663" y="1312"/>
                    <a:pt x="8692" y="1346"/>
                  </a:cubicBezTo>
                  <a:cubicBezTo>
                    <a:pt x="8704" y="1364"/>
                    <a:pt x="8713" y="1375"/>
                    <a:pt x="8716" y="1375"/>
                  </a:cubicBezTo>
                  <a:cubicBezTo>
                    <a:pt x="8722" y="1375"/>
                    <a:pt x="8714" y="1347"/>
                    <a:pt x="8683" y="1281"/>
                  </a:cubicBezTo>
                  <a:cubicBezTo>
                    <a:pt x="8658" y="1226"/>
                    <a:pt x="8650" y="1200"/>
                    <a:pt x="8658" y="1200"/>
                  </a:cubicBezTo>
                  <a:lnTo>
                    <a:pt x="8658" y="1200"/>
                  </a:lnTo>
                  <a:cubicBezTo>
                    <a:pt x="8665" y="1200"/>
                    <a:pt x="8685" y="1222"/>
                    <a:pt x="8716" y="1265"/>
                  </a:cubicBezTo>
                  <a:cubicBezTo>
                    <a:pt x="8754" y="1303"/>
                    <a:pt x="8783" y="1318"/>
                    <a:pt x="8801" y="1318"/>
                  </a:cubicBezTo>
                  <a:cubicBezTo>
                    <a:pt x="8821" y="1318"/>
                    <a:pt x="8826" y="1299"/>
                    <a:pt x="8813" y="1273"/>
                  </a:cubicBezTo>
                  <a:cubicBezTo>
                    <a:pt x="8777" y="1211"/>
                    <a:pt x="8777" y="1182"/>
                    <a:pt x="8793" y="1182"/>
                  </a:cubicBezTo>
                  <a:cubicBezTo>
                    <a:pt x="8801" y="1182"/>
                    <a:pt x="8815" y="1191"/>
                    <a:pt x="8829" y="1208"/>
                  </a:cubicBezTo>
                  <a:cubicBezTo>
                    <a:pt x="8843" y="1225"/>
                    <a:pt x="8854" y="1234"/>
                    <a:pt x="8860" y="1234"/>
                  </a:cubicBezTo>
                  <a:cubicBezTo>
                    <a:pt x="8870" y="1234"/>
                    <a:pt x="8871" y="1217"/>
                    <a:pt x="8862" y="1184"/>
                  </a:cubicBezTo>
                  <a:lnTo>
                    <a:pt x="8862" y="1184"/>
                  </a:lnTo>
                  <a:cubicBezTo>
                    <a:pt x="8878" y="1217"/>
                    <a:pt x="8902" y="1250"/>
                    <a:pt x="8911" y="1250"/>
                  </a:cubicBezTo>
                  <a:cubicBezTo>
                    <a:pt x="8915" y="1250"/>
                    <a:pt x="8916" y="1243"/>
                    <a:pt x="8910" y="1224"/>
                  </a:cubicBezTo>
                  <a:cubicBezTo>
                    <a:pt x="8910" y="1224"/>
                    <a:pt x="8919" y="1216"/>
                    <a:pt x="8878" y="1176"/>
                  </a:cubicBezTo>
                  <a:cubicBezTo>
                    <a:pt x="8878" y="1176"/>
                    <a:pt x="8862" y="1119"/>
                    <a:pt x="8846" y="1062"/>
                  </a:cubicBezTo>
                  <a:cubicBezTo>
                    <a:pt x="8844" y="1063"/>
                    <a:pt x="8843" y="1063"/>
                    <a:pt x="8842" y="1063"/>
                  </a:cubicBezTo>
                  <a:cubicBezTo>
                    <a:pt x="8826" y="1063"/>
                    <a:pt x="8803" y="1018"/>
                    <a:pt x="8773" y="973"/>
                  </a:cubicBezTo>
                  <a:cubicBezTo>
                    <a:pt x="8765" y="958"/>
                    <a:pt x="8767" y="950"/>
                    <a:pt x="8776" y="950"/>
                  </a:cubicBezTo>
                  <a:cubicBezTo>
                    <a:pt x="8796" y="950"/>
                    <a:pt x="8854" y="991"/>
                    <a:pt x="8927" y="1087"/>
                  </a:cubicBezTo>
                  <a:lnTo>
                    <a:pt x="9008" y="1168"/>
                  </a:lnTo>
                  <a:lnTo>
                    <a:pt x="9008" y="1168"/>
                  </a:lnTo>
                  <a:lnTo>
                    <a:pt x="8951" y="1070"/>
                  </a:lnTo>
                  <a:cubicBezTo>
                    <a:pt x="8953" y="1070"/>
                    <a:pt x="8955" y="1070"/>
                    <a:pt x="8957" y="1070"/>
                  </a:cubicBezTo>
                  <a:cubicBezTo>
                    <a:pt x="8965" y="1070"/>
                    <a:pt x="8975" y="1075"/>
                    <a:pt x="9000" y="1111"/>
                  </a:cubicBezTo>
                  <a:cubicBezTo>
                    <a:pt x="9017" y="1146"/>
                    <a:pt x="9022" y="1156"/>
                    <a:pt x="9029" y="1156"/>
                  </a:cubicBezTo>
                  <a:cubicBezTo>
                    <a:pt x="9032" y="1156"/>
                    <a:pt x="9035" y="1154"/>
                    <a:pt x="9040" y="1152"/>
                  </a:cubicBezTo>
                  <a:cubicBezTo>
                    <a:pt x="9040" y="1152"/>
                    <a:pt x="9048" y="1143"/>
                    <a:pt x="9024" y="1095"/>
                  </a:cubicBezTo>
                  <a:cubicBezTo>
                    <a:pt x="8986" y="1038"/>
                    <a:pt x="8970" y="1014"/>
                    <a:pt x="8972" y="1014"/>
                  </a:cubicBezTo>
                  <a:lnTo>
                    <a:pt x="8972" y="1014"/>
                  </a:lnTo>
                  <a:cubicBezTo>
                    <a:pt x="8973" y="1014"/>
                    <a:pt x="8983" y="1026"/>
                    <a:pt x="9000" y="1046"/>
                  </a:cubicBezTo>
                  <a:cubicBezTo>
                    <a:pt x="9033" y="1087"/>
                    <a:pt x="9053" y="1107"/>
                    <a:pt x="9060" y="1107"/>
                  </a:cubicBezTo>
                  <a:cubicBezTo>
                    <a:pt x="9068" y="1107"/>
                    <a:pt x="9058" y="1079"/>
                    <a:pt x="9032" y="1022"/>
                  </a:cubicBezTo>
                  <a:cubicBezTo>
                    <a:pt x="9004" y="973"/>
                    <a:pt x="8990" y="949"/>
                    <a:pt x="8992" y="949"/>
                  </a:cubicBezTo>
                  <a:lnTo>
                    <a:pt x="8992" y="949"/>
                  </a:lnTo>
                  <a:cubicBezTo>
                    <a:pt x="8994" y="949"/>
                    <a:pt x="9012" y="973"/>
                    <a:pt x="9048" y="1022"/>
                  </a:cubicBezTo>
                  <a:cubicBezTo>
                    <a:pt x="9071" y="1066"/>
                    <a:pt x="9106" y="1104"/>
                    <a:pt x="9118" y="1104"/>
                  </a:cubicBezTo>
                  <a:cubicBezTo>
                    <a:pt x="9120" y="1104"/>
                    <a:pt x="9121" y="1104"/>
                    <a:pt x="9121" y="1103"/>
                  </a:cubicBezTo>
                  <a:lnTo>
                    <a:pt x="9097" y="1054"/>
                  </a:lnTo>
                  <a:cubicBezTo>
                    <a:pt x="9062" y="994"/>
                    <a:pt x="9052" y="968"/>
                    <a:pt x="9058" y="968"/>
                  </a:cubicBezTo>
                  <a:lnTo>
                    <a:pt x="9058" y="968"/>
                  </a:lnTo>
                  <a:cubicBezTo>
                    <a:pt x="9062" y="968"/>
                    <a:pt x="9073" y="979"/>
                    <a:pt x="9089" y="997"/>
                  </a:cubicBezTo>
                  <a:cubicBezTo>
                    <a:pt x="9103" y="1019"/>
                    <a:pt x="9113" y="1029"/>
                    <a:pt x="9118" y="1029"/>
                  </a:cubicBezTo>
                  <a:cubicBezTo>
                    <a:pt x="9125" y="1029"/>
                    <a:pt x="9126" y="1013"/>
                    <a:pt x="9121" y="981"/>
                  </a:cubicBezTo>
                  <a:cubicBezTo>
                    <a:pt x="9132" y="974"/>
                    <a:pt x="9139" y="969"/>
                    <a:pt x="9147" y="969"/>
                  </a:cubicBezTo>
                  <a:cubicBezTo>
                    <a:pt x="9157" y="969"/>
                    <a:pt x="9168" y="978"/>
                    <a:pt x="9186" y="1006"/>
                  </a:cubicBezTo>
                  <a:cubicBezTo>
                    <a:pt x="9214" y="1054"/>
                    <a:pt x="9229" y="1079"/>
                    <a:pt x="9230" y="1079"/>
                  </a:cubicBezTo>
                  <a:cubicBezTo>
                    <a:pt x="9231" y="1079"/>
                    <a:pt x="9219" y="1054"/>
                    <a:pt x="9194" y="1006"/>
                  </a:cubicBezTo>
                  <a:cubicBezTo>
                    <a:pt x="9185" y="973"/>
                    <a:pt x="9181" y="959"/>
                    <a:pt x="9188" y="959"/>
                  </a:cubicBezTo>
                  <a:cubicBezTo>
                    <a:pt x="9194" y="959"/>
                    <a:pt x="9206" y="967"/>
                    <a:pt x="9227" y="981"/>
                  </a:cubicBezTo>
                  <a:cubicBezTo>
                    <a:pt x="9246" y="1005"/>
                    <a:pt x="9256" y="1017"/>
                    <a:pt x="9259" y="1017"/>
                  </a:cubicBezTo>
                  <a:cubicBezTo>
                    <a:pt x="9262" y="1017"/>
                    <a:pt x="9256" y="1003"/>
                    <a:pt x="9243" y="973"/>
                  </a:cubicBezTo>
                  <a:cubicBezTo>
                    <a:pt x="9190" y="883"/>
                    <a:pt x="9165" y="834"/>
                    <a:pt x="9149" y="834"/>
                  </a:cubicBezTo>
                  <a:cubicBezTo>
                    <a:pt x="9148" y="834"/>
                    <a:pt x="9147" y="835"/>
                    <a:pt x="9146" y="835"/>
                  </a:cubicBezTo>
                  <a:cubicBezTo>
                    <a:pt x="9137" y="835"/>
                    <a:pt x="9137" y="835"/>
                    <a:pt x="9113" y="787"/>
                  </a:cubicBezTo>
                  <a:lnTo>
                    <a:pt x="9129" y="779"/>
                  </a:lnTo>
                  <a:cubicBezTo>
                    <a:pt x="9146" y="770"/>
                    <a:pt x="9154" y="762"/>
                    <a:pt x="9146" y="706"/>
                  </a:cubicBezTo>
                  <a:cubicBezTo>
                    <a:pt x="9139" y="656"/>
                    <a:pt x="9104" y="587"/>
                    <a:pt x="9092" y="587"/>
                  </a:cubicBezTo>
                  <a:cubicBezTo>
                    <a:pt x="9089" y="587"/>
                    <a:pt x="9087" y="593"/>
                    <a:pt x="9089" y="608"/>
                  </a:cubicBezTo>
                  <a:lnTo>
                    <a:pt x="9048" y="560"/>
                  </a:lnTo>
                  <a:cubicBezTo>
                    <a:pt x="9006" y="491"/>
                    <a:pt x="8979" y="458"/>
                    <a:pt x="8970" y="458"/>
                  </a:cubicBezTo>
                  <a:lnTo>
                    <a:pt x="8970" y="458"/>
                  </a:lnTo>
                  <a:cubicBezTo>
                    <a:pt x="8961" y="458"/>
                    <a:pt x="8977" y="499"/>
                    <a:pt x="9024" y="576"/>
                  </a:cubicBezTo>
                  <a:cubicBezTo>
                    <a:pt x="9073" y="656"/>
                    <a:pt x="9095" y="692"/>
                    <a:pt x="9093" y="692"/>
                  </a:cubicBezTo>
                  <a:cubicBezTo>
                    <a:pt x="9091" y="692"/>
                    <a:pt x="9073" y="668"/>
                    <a:pt x="9040" y="625"/>
                  </a:cubicBezTo>
                  <a:cubicBezTo>
                    <a:pt x="8999" y="554"/>
                    <a:pt x="8984" y="539"/>
                    <a:pt x="8972" y="539"/>
                  </a:cubicBezTo>
                  <a:cubicBezTo>
                    <a:pt x="8967" y="539"/>
                    <a:pt x="8964" y="541"/>
                    <a:pt x="8959" y="543"/>
                  </a:cubicBezTo>
                  <a:cubicBezTo>
                    <a:pt x="8957" y="546"/>
                    <a:pt x="8955" y="547"/>
                    <a:pt x="8953" y="547"/>
                  </a:cubicBezTo>
                  <a:cubicBezTo>
                    <a:pt x="8949" y="547"/>
                    <a:pt x="8944" y="537"/>
                    <a:pt x="8927" y="503"/>
                  </a:cubicBezTo>
                  <a:cubicBezTo>
                    <a:pt x="8897" y="458"/>
                    <a:pt x="8860" y="413"/>
                    <a:pt x="8848" y="413"/>
                  </a:cubicBezTo>
                  <a:cubicBezTo>
                    <a:pt x="8847" y="413"/>
                    <a:pt x="8846" y="413"/>
                    <a:pt x="8846" y="414"/>
                  </a:cubicBezTo>
                  <a:cubicBezTo>
                    <a:pt x="8829" y="422"/>
                    <a:pt x="8829" y="422"/>
                    <a:pt x="8862" y="470"/>
                  </a:cubicBezTo>
                  <a:cubicBezTo>
                    <a:pt x="8879" y="488"/>
                    <a:pt x="8885" y="500"/>
                    <a:pt x="8880" y="500"/>
                  </a:cubicBezTo>
                  <a:cubicBezTo>
                    <a:pt x="8873" y="500"/>
                    <a:pt x="8850" y="480"/>
                    <a:pt x="8813" y="430"/>
                  </a:cubicBezTo>
                  <a:cubicBezTo>
                    <a:pt x="8797" y="414"/>
                    <a:pt x="8788" y="404"/>
                    <a:pt x="8785" y="4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2"/>
            <p:cNvSpPr/>
            <p:nvPr/>
          </p:nvSpPr>
          <p:spPr>
            <a:xfrm>
              <a:off x="7142517" y="2839008"/>
              <a:ext cx="249892" cy="257735"/>
            </a:xfrm>
            <a:custGeom>
              <a:avLst/>
              <a:gdLst/>
              <a:ahLst/>
              <a:cxnLst/>
              <a:rect l="l" t="t" r="r" b="b"/>
              <a:pathLst>
                <a:path w="14497" h="14952" extrusionOk="0">
                  <a:moveTo>
                    <a:pt x="0" y="1"/>
                  </a:moveTo>
                  <a:lnTo>
                    <a:pt x="0" y="14951"/>
                  </a:lnTo>
                  <a:lnTo>
                    <a:pt x="14497" y="14951"/>
                  </a:lnTo>
                  <a:lnTo>
                    <a:pt x="14497" y="1"/>
                  </a:lnTo>
                  <a:close/>
                </a:path>
              </a:pathLst>
            </a:custGeom>
            <a:solidFill>
              <a:srgbClr val="69B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2"/>
            <p:cNvSpPr/>
            <p:nvPr/>
          </p:nvSpPr>
          <p:spPr>
            <a:xfrm>
              <a:off x="5913207" y="3296612"/>
              <a:ext cx="413838" cy="392188"/>
            </a:xfrm>
            <a:custGeom>
              <a:avLst/>
              <a:gdLst/>
              <a:ahLst/>
              <a:cxnLst/>
              <a:rect l="l" t="t" r="r" b="b"/>
              <a:pathLst>
                <a:path w="24008" h="22752" extrusionOk="0">
                  <a:moveTo>
                    <a:pt x="23389" y="239"/>
                  </a:moveTo>
                  <a:cubicBezTo>
                    <a:pt x="23412" y="239"/>
                    <a:pt x="23457" y="286"/>
                    <a:pt x="23489" y="363"/>
                  </a:cubicBezTo>
                  <a:cubicBezTo>
                    <a:pt x="23537" y="416"/>
                    <a:pt x="23557" y="438"/>
                    <a:pt x="23544" y="438"/>
                  </a:cubicBezTo>
                  <a:cubicBezTo>
                    <a:pt x="23535" y="438"/>
                    <a:pt x="23512" y="428"/>
                    <a:pt x="23472" y="412"/>
                  </a:cubicBezTo>
                  <a:cubicBezTo>
                    <a:pt x="23424" y="396"/>
                    <a:pt x="23375" y="379"/>
                    <a:pt x="23391" y="331"/>
                  </a:cubicBezTo>
                  <a:cubicBezTo>
                    <a:pt x="23366" y="267"/>
                    <a:pt x="23371" y="239"/>
                    <a:pt x="23389" y="239"/>
                  </a:cubicBezTo>
                  <a:close/>
                  <a:moveTo>
                    <a:pt x="20772" y="7352"/>
                  </a:moveTo>
                  <a:cubicBezTo>
                    <a:pt x="20781" y="7352"/>
                    <a:pt x="20793" y="7358"/>
                    <a:pt x="20813" y="7368"/>
                  </a:cubicBezTo>
                  <a:cubicBezTo>
                    <a:pt x="20862" y="7393"/>
                    <a:pt x="20886" y="7449"/>
                    <a:pt x="20870" y="7506"/>
                  </a:cubicBezTo>
                  <a:cubicBezTo>
                    <a:pt x="20865" y="7520"/>
                    <a:pt x="20854" y="7526"/>
                    <a:pt x="20841" y="7526"/>
                  </a:cubicBezTo>
                  <a:cubicBezTo>
                    <a:pt x="20805" y="7526"/>
                    <a:pt x="20752" y="7482"/>
                    <a:pt x="20740" y="7401"/>
                  </a:cubicBezTo>
                  <a:lnTo>
                    <a:pt x="20740" y="7393"/>
                  </a:lnTo>
                  <a:cubicBezTo>
                    <a:pt x="20754" y="7364"/>
                    <a:pt x="20760" y="7352"/>
                    <a:pt x="20772" y="7352"/>
                  </a:cubicBezTo>
                  <a:close/>
                  <a:moveTo>
                    <a:pt x="20287" y="9131"/>
                  </a:moveTo>
                  <a:cubicBezTo>
                    <a:pt x="20291" y="9131"/>
                    <a:pt x="20296" y="9132"/>
                    <a:pt x="20302" y="9136"/>
                  </a:cubicBezTo>
                  <a:cubicBezTo>
                    <a:pt x="20343" y="9152"/>
                    <a:pt x="20367" y="9184"/>
                    <a:pt x="20383" y="9225"/>
                  </a:cubicBezTo>
                  <a:cubicBezTo>
                    <a:pt x="20383" y="9225"/>
                    <a:pt x="20409" y="9276"/>
                    <a:pt x="20380" y="9276"/>
                  </a:cubicBezTo>
                  <a:cubicBezTo>
                    <a:pt x="20377" y="9276"/>
                    <a:pt x="20372" y="9275"/>
                    <a:pt x="20367" y="9273"/>
                  </a:cubicBezTo>
                  <a:lnTo>
                    <a:pt x="20318" y="9257"/>
                  </a:lnTo>
                  <a:cubicBezTo>
                    <a:pt x="20290" y="9194"/>
                    <a:pt x="20262" y="9131"/>
                    <a:pt x="20287" y="9131"/>
                  </a:cubicBezTo>
                  <a:close/>
                  <a:moveTo>
                    <a:pt x="19561" y="11162"/>
                  </a:moveTo>
                  <a:cubicBezTo>
                    <a:pt x="19594" y="11162"/>
                    <a:pt x="19629" y="11194"/>
                    <a:pt x="19613" y="11236"/>
                  </a:cubicBezTo>
                  <a:cubicBezTo>
                    <a:pt x="19589" y="11247"/>
                    <a:pt x="19557" y="11255"/>
                    <a:pt x="19525" y="11255"/>
                  </a:cubicBezTo>
                  <a:cubicBezTo>
                    <a:pt x="19514" y="11255"/>
                    <a:pt x="19502" y="11254"/>
                    <a:pt x="19491" y="11252"/>
                  </a:cubicBezTo>
                  <a:lnTo>
                    <a:pt x="19516" y="11195"/>
                  </a:lnTo>
                  <a:cubicBezTo>
                    <a:pt x="19524" y="11172"/>
                    <a:pt x="19542" y="11162"/>
                    <a:pt x="19561" y="11162"/>
                  </a:cubicBezTo>
                  <a:close/>
                  <a:moveTo>
                    <a:pt x="19454" y="11696"/>
                  </a:moveTo>
                  <a:cubicBezTo>
                    <a:pt x="19462" y="11696"/>
                    <a:pt x="19474" y="11700"/>
                    <a:pt x="19491" y="11706"/>
                  </a:cubicBezTo>
                  <a:lnTo>
                    <a:pt x="19467" y="11763"/>
                  </a:lnTo>
                  <a:lnTo>
                    <a:pt x="19402" y="11787"/>
                  </a:lnTo>
                  <a:lnTo>
                    <a:pt x="19418" y="11738"/>
                  </a:lnTo>
                  <a:cubicBezTo>
                    <a:pt x="19434" y="11707"/>
                    <a:pt x="19440" y="11696"/>
                    <a:pt x="19454" y="11696"/>
                  </a:cubicBezTo>
                  <a:close/>
                  <a:moveTo>
                    <a:pt x="19460" y="11884"/>
                  </a:moveTo>
                  <a:cubicBezTo>
                    <a:pt x="19455" y="11884"/>
                    <a:pt x="19452" y="11899"/>
                    <a:pt x="19467" y="11933"/>
                  </a:cubicBezTo>
                  <a:cubicBezTo>
                    <a:pt x="19476" y="11903"/>
                    <a:pt x="19466" y="11884"/>
                    <a:pt x="19460" y="11884"/>
                  </a:cubicBezTo>
                  <a:close/>
                  <a:moveTo>
                    <a:pt x="19260" y="12199"/>
                  </a:moveTo>
                  <a:cubicBezTo>
                    <a:pt x="19268" y="12199"/>
                    <a:pt x="19279" y="12203"/>
                    <a:pt x="19297" y="12208"/>
                  </a:cubicBezTo>
                  <a:lnTo>
                    <a:pt x="19281" y="12265"/>
                  </a:lnTo>
                  <a:lnTo>
                    <a:pt x="19208" y="12298"/>
                  </a:lnTo>
                  <a:lnTo>
                    <a:pt x="19208" y="12298"/>
                  </a:lnTo>
                  <a:lnTo>
                    <a:pt x="19232" y="12241"/>
                  </a:lnTo>
                  <a:cubicBezTo>
                    <a:pt x="19242" y="12210"/>
                    <a:pt x="19246" y="12199"/>
                    <a:pt x="19260" y="12199"/>
                  </a:cubicBezTo>
                  <a:close/>
                  <a:moveTo>
                    <a:pt x="19381" y="12472"/>
                  </a:moveTo>
                  <a:cubicBezTo>
                    <a:pt x="19391" y="12479"/>
                    <a:pt x="19403" y="12486"/>
                    <a:pt x="19418" y="12492"/>
                  </a:cubicBezTo>
                  <a:cubicBezTo>
                    <a:pt x="19426" y="12489"/>
                    <a:pt x="19432" y="12487"/>
                    <a:pt x="19437" y="12485"/>
                  </a:cubicBezTo>
                  <a:lnTo>
                    <a:pt x="19437" y="12485"/>
                  </a:lnTo>
                  <a:cubicBezTo>
                    <a:pt x="19439" y="12485"/>
                    <a:pt x="19440" y="12485"/>
                    <a:pt x="19442" y="12485"/>
                  </a:cubicBezTo>
                  <a:cubicBezTo>
                    <a:pt x="19459" y="12485"/>
                    <a:pt x="19465" y="12480"/>
                    <a:pt x="19458" y="12480"/>
                  </a:cubicBezTo>
                  <a:cubicBezTo>
                    <a:pt x="19454" y="12480"/>
                    <a:pt x="19447" y="12482"/>
                    <a:pt x="19437" y="12485"/>
                  </a:cubicBezTo>
                  <a:lnTo>
                    <a:pt x="19437" y="12485"/>
                  </a:lnTo>
                  <a:cubicBezTo>
                    <a:pt x="19424" y="12484"/>
                    <a:pt x="19405" y="12481"/>
                    <a:pt x="19381" y="12472"/>
                  </a:cubicBezTo>
                  <a:close/>
                  <a:moveTo>
                    <a:pt x="19088" y="12543"/>
                  </a:moveTo>
                  <a:cubicBezTo>
                    <a:pt x="19094" y="12543"/>
                    <a:pt x="19102" y="12545"/>
                    <a:pt x="19110" y="12549"/>
                  </a:cubicBezTo>
                  <a:cubicBezTo>
                    <a:pt x="19159" y="12565"/>
                    <a:pt x="19159" y="12565"/>
                    <a:pt x="19143" y="12614"/>
                  </a:cubicBezTo>
                  <a:cubicBezTo>
                    <a:pt x="19121" y="12671"/>
                    <a:pt x="19111" y="12698"/>
                    <a:pt x="19101" y="12698"/>
                  </a:cubicBezTo>
                  <a:cubicBezTo>
                    <a:pt x="19093" y="12698"/>
                    <a:pt x="19085" y="12679"/>
                    <a:pt x="19070" y="12646"/>
                  </a:cubicBezTo>
                  <a:cubicBezTo>
                    <a:pt x="19050" y="12586"/>
                    <a:pt x="19057" y="12543"/>
                    <a:pt x="19088" y="12543"/>
                  </a:cubicBezTo>
                  <a:close/>
                  <a:moveTo>
                    <a:pt x="5960" y="12614"/>
                  </a:moveTo>
                  <a:cubicBezTo>
                    <a:pt x="6008" y="12654"/>
                    <a:pt x="6016" y="12663"/>
                    <a:pt x="6024" y="12727"/>
                  </a:cubicBezTo>
                  <a:lnTo>
                    <a:pt x="5976" y="12695"/>
                  </a:lnTo>
                  <a:lnTo>
                    <a:pt x="5968" y="12703"/>
                  </a:lnTo>
                  <a:lnTo>
                    <a:pt x="5911" y="12695"/>
                  </a:lnTo>
                  <a:lnTo>
                    <a:pt x="5951" y="12622"/>
                  </a:lnTo>
                  <a:lnTo>
                    <a:pt x="5960" y="12614"/>
                  </a:lnTo>
                  <a:close/>
                  <a:moveTo>
                    <a:pt x="18616" y="12817"/>
                  </a:moveTo>
                  <a:cubicBezTo>
                    <a:pt x="18664" y="12833"/>
                    <a:pt x="18713" y="12857"/>
                    <a:pt x="18689" y="12906"/>
                  </a:cubicBezTo>
                  <a:lnTo>
                    <a:pt x="18624" y="12938"/>
                  </a:lnTo>
                  <a:lnTo>
                    <a:pt x="18591" y="12865"/>
                  </a:lnTo>
                  <a:lnTo>
                    <a:pt x="18616" y="12817"/>
                  </a:lnTo>
                  <a:close/>
                  <a:moveTo>
                    <a:pt x="6608" y="12898"/>
                  </a:moveTo>
                  <a:cubicBezTo>
                    <a:pt x="6608" y="12954"/>
                    <a:pt x="6624" y="13011"/>
                    <a:pt x="6657" y="13060"/>
                  </a:cubicBezTo>
                  <a:cubicBezTo>
                    <a:pt x="6676" y="13074"/>
                    <a:pt x="6691" y="13080"/>
                    <a:pt x="6703" y="13080"/>
                  </a:cubicBezTo>
                  <a:cubicBezTo>
                    <a:pt x="6730" y="13080"/>
                    <a:pt x="6738" y="13052"/>
                    <a:pt x="6738" y="13052"/>
                  </a:cubicBezTo>
                  <a:cubicBezTo>
                    <a:pt x="6738" y="13052"/>
                    <a:pt x="6746" y="13003"/>
                    <a:pt x="6681" y="12946"/>
                  </a:cubicBezTo>
                  <a:lnTo>
                    <a:pt x="6608" y="12898"/>
                  </a:lnTo>
                  <a:close/>
                  <a:moveTo>
                    <a:pt x="5635" y="13138"/>
                  </a:moveTo>
                  <a:cubicBezTo>
                    <a:pt x="5656" y="13138"/>
                    <a:pt x="5679" y="13178"/>
                    <a:pt x="5692" y="13271"/>
                  </a:cubicBezTo>
                  <a:lnTo>
                    <a:pt x="5611" y="13400"/>
                  </a:lnTo>
                  <a:cubicBezTo>
                    <a:pt x="5587" y="13344"/>
                    <a:pt x="5554" y="13295"/>
                    <a:pt x="5595" y="13230"/>
                  </a:cubicBezTo>
                  <a:cubicBezTo>
                    <a:pt x="5599" y="13172"/>
                    <a:pt x="5616" y="13138"/>
                    <a:pt x="5635" y="13138"/>
                  </a:cubicBezTo>
                  <a:close/>
                  <a:moveTo>
                    <a:pt x="7830" y="13345"/>
                  </a:moveTo>
                  <a:cubicBezTo>
                    <a:pt x="7820" y="13345"/>
                    <a:pt x="7824" y="13363"/>
                    <a:pt x="7832" y="13400"/>
                  </a:cubicBezTo>
                  <a:lnTo>
                    <a:pt x="7914" y="13465"/>
                  </a:lnTo>
                  <a:cubicBezTo>
                    <a:pt x="7946" y="13425"/>
                    <a:pt x="7946" y="13425"/>
                    <a:pt x="7905" y="13392"/>
                  </a:cubicBezTo>
                  <a:cubicBezTo>
                    <a:pt x="7862" y="13361"/>
                    <a:pt x="7840" y="13345"/>
                    <a:pt x="7830" y="13345"/>
                  </a:cubicBezTo>
                  <a:close/>
                  <a:moveTo>
                    <a:pt x="18441" y="13447"/>
                  </a:moveTo>
                  <a:cubicBezTo>
                    <a:pt x="18449" y="13447"/>
                    <a:pt x="18460" y="13451"/>
                    <a:pt x="18478" y="13457"/>
                  </a:cubicBezTo>
                  <a:cubicBezTo>
                    <a:pt x="18510" y="13465"/>
                    <a:pt x="18519" y="13498"/>
                    <a:pt x="18510" y="13530"/>
                  </a:cubicBezTo>
                  <a:lnTo>
                    <a:pt x="18437" y="13562"/>
                  </a:lnTo>
                  <a:cubicBezTo>
                    <a:pt x="18413" y="13546"/>
                    <a:pt x="18397" y="13514"/>
                    <a:pt x="18413" y="13490"/>
                  </a:cubicBezTo>
                  <a:cubicBezTo>
                    <a:pt x="18423" y="13459"/>
                    <a:pt x="18427" y="13447"/>
                    <a:pt x="18441" y="13447"/>
                  </a:cubicBezTo>
                  <a:close/>
                  <a:moveTo>
                    <a:pt x="6901" y="13522"/>
                  </a:moveTo>
                  <a:cubicBezTo>
                    <a:pt x="6922" y="13522"/>
                    <a:pt x="6941" y="13538"/>
                    <a:pt x="6941" y="13538"/>
                  </a:cubicBezTo>
                  <a:cubicBezTo>
                    <a:pt x="6997" y="13579"/>
                    <a:pt x="7054" y="13619"/>
                    <a:pt x="7022" y="13660"/>
                  </a:cubicBezTo>
                  <a:cubicBezTo>
                    <a:pt x="7012" y="13674"/>
                    <a:pt x="6995" y="13683"/>
                    <a:pt x="6977" y="13683"/>
                  </a:cubicBezTo>
                  <a:cubicBezTo>
                    <a:pt x="6964" y="13683"/>
                    <a:pt x="6951" y="13678"/>
                    <a:pt x="6941" y="13668"/>
                  </a:cubicBezTo>
                  <a:cubicBezTo>
                    <a:pt x="6908" y="13635"/>
                    <a:pt x="6884" y="13595"/>
                    <a:pt x="6868" y="13546"/>
                  </a:cubicBezTo>
                  <a:cubicBezTo>
                    <a:pt x="6877" y="13528"/>
                    <a:pt x="6889" y="13522"/>
                    <a:pt x="6901" y="13522"/>
                  </a:cubicBezTo>
                  <a:close/>
                  <a:moveTo>
                    <a:pt x="4825" y="14000"/>
                  </a:moveTo>
                  <a:lnTo>
                    <a:pt x="4914" y="14057"/>
                  </a:lnTo>
                  <a:lnTo>
                    <a:pt x="4865" y="14025"/>
                  </a:lnTo>
                  <a:lnTo>
                    <a:pt x="4825" y="14000"/>
                  </a:lnTo>
                  <a:close/>
                  <a:moveTo>
                    <a:pt x="5554" y="13911"/>
                  </a:moveTo>
                  <a:lnTo>
                    <a:pt x="5595" y="13944"/>
                  </a:lnTo>
                  <a:cubicBezTo>
                    <a:pt x="5567" y="13993"/>
                    <a:pt x="5575" y="14054"/>
                    <a:pt x="5552" y="14054"/>
                  </a:cubicBezTo>
                  <a:cubicBezTo>
                    <a:pt x="5548" y="14054"/>
                    <a:pt x="5543" y="14052"/>
                    <a:pt x="5538" y="14049"/>
                  </a:cubicBezTo>
                  <a:cubicBezTo>
                    <a:pt x="5533" y="14056"/>
                    <a:pt x="5529" y="14060"/>
                    <a:pt x="5526" y="14060"/>
                  </a:cubicBezTo>
                  <a:cubicBezTo>
                    <a:pt x="5511" y="14060"/>
                    <a:pt x="5527" y="13959"/>
                    <a:pt x="5554" y="13911"/>
                  </a:cubicBezTo>
                  <a:close/>
                  <a:moveTo>
                    <a:pt x="7724" y="14123"/>
                  </a:moveTo>
                  <a:cubicBezTo>
                    <a:pt x="7734" y="14123"/>
                    <a:pt x="7757" y="14139"/>
                    <a:pt x="7800" y="14171"/>
                  </a:cubicBezTo>
                  <a:cubicBezTo>
                    <a:pt x="7824" y="14187"/>
                    <a:pt x="7824" y="14219"/>
                    <a:pt x="7808" y="14244"/>
                  </a:cubicBezTo>
                  <a:cubicBezTo>
                    <a:pt x="7801" y="14252"/>
                    <a:pt x="7796" y="14255"/>
                    <a:pt x="7791" y="14255"/>
                  </a:cubicBezTo>
                  <a:cubicBezTo>
                    <a:pt x="7771" y="14255"/>
                    <a:pt x="7759" y="14204"/>
                    <a:pt x="7727" y="14179"/>
                  </a:cubicBezTo>
                  <a:lnTo>
                    <a:pt x="7719" y="14179"/>
                  </a:lnTo>
                  <a:cubicBezTo>
                    <a:pt x="7715" y="14141"/>
                    <a:pt x="7713" y="14123"/>
                    <a:pt x="7724" y="14123"/>
                  </a:cubicBezTo>
                  <a:close/>
                  <a:moveTo>
                    <a:pt x="8581" y="14575"/>
                  </a:moveTo>
                  <a:cubicBezTo>
                    <a:pt x="8604" y="14575"/>
                    <a:pt x="8623" y="14615"/>
                    <a:pt x="8611" y="14698"/>
                  </a:cubicBezTo>
                  <a:cubicBezTo>
                    <a:pt x="8593" y="14724"/>
                    <a:pt x="8585" y="14736"/>
                    <a:pt x="8575" y="14736"/>
                  </a:cubicBezTo>
                  <a:cubicBezTo>
                    <a:pt x="8566" y="14736"/>
                    <a:pt x="8556" y="14728"/>
                    <a:pt x="8538" y="14714"/>
                  </a:cubicBezTo>
                  <a:cubicBezTo>
                    <a:pt x="8530" y="14673"/>
                    <a:pt x="8538" y="14633"/>
                    <a:pt x="8554" y="14592"/>
                  </a:cubicBezTo>
                  <a:cubicBezTo>
                    <a:pt x="8563" y="14581"/>
                    <a:pt x="8572" y="14575"/>
                    <a:pt x="8581" y="14575"/>
                  </a:cubicBezTo>
                  <a:close/>
                  <a:moveTo>
                    <a:pt x="4849" y="14771"/>
                  </a:moveTo>
                  <a:cubicBezTo>
                    <a:pt x="4897" y="14803"/>
                    <a:pt x="4946" y="14827"/>
                    <a:pt x="4914" y="14876"/>
                  </a:cubicBezTo>
                  <a:lnTo>
                    <a:pt x="4889" y="14916"/>
                  </a:lnTo>
                  <a:cubicBezTo>
                    <a:pt x="4857" y="14892"/>
                    <a:pt x="4833" y="14860"/>
                    <a:pt x="4825" y="14819"/>
                  </a:cubicBezTo>
                  <a:lnTo>
                    <a:pt x="4849" y="14771"/>
                  </a:lnTo>
                  <a:close/>
                  <a:moveTo>
                    <a:pt x="6908" y="14827"/>
                  </a:moveTo>
                  <a:cubicBezTo>
                    <a:pt x="6868" y="14835"/>
                    <a:pt x="6827" y="14852"/>
                    <a:pt x="6803" y="14884"/>
                  </a:cubicBezTo>
                  <a:cubicBezTo>
                    <a:pt x="6783" y="14909"/>
                    <a:pt x="6790" y="14931"/>
                    <a:pt x="6826" y="14931"/>
                  </a:cubicBezTo>
                  <a:cubicBezTo>
                    <a:pt x="6848" y="14931"/>
                    <a:pt x="6881" y="14922"/>
                    <a:pt x="6924" y="14900"/>
                  </a:cubicBezTo>
                  <a:cubicBezTo>
                    <a:pt x="6949" y="14860"/>
                    <a:pt x="6949" y="14860"/>
                    <a:pt x="6908" y="14827"/>
                  </a:cubicBezTo>
                  <a:close/>
                  <a:moveTo>
                    <a:pt x="8903" y="14852"/>
                  </a:moveTo>
                  <a:lnTo>
                    <a:pt x="8943" y="14884"/>
                  </a:lnTo>
                  <a:cubicBezTo>
                    <a:pt x="8919" y="14914"/>
                    <a:pt x="8895" y="14944"/>
                    <a:pt x="8867" y="14944"/>
                  </a:cubicBezTo>
                  <a:cubicBezTo>
                    <a:pt x="8858" y="14944"/>
                    <a:pt x="8848" y="14941"/>
                    <a:pt x="8838" y="14933"/>
                  </a:cubicBezTo>
                  <a:lnTo>
                    <a:pt x="8830" y="14860"/>
                  </a:lnTo>
                  <a:lnTo>
                    <a:pt x="8903" y="14852"/>
                  </a:lnTo>
                  <a:close/>
                  <a:moveTo>
                    <a:pt x="4441" y="14985"/>
                  </a:moveTo>
                  <a:cubicBezTo>
                    <a:pt x="4451" y="14985"/>
                    <a:pt x="4465" y="15012"/>
                    <a:pt x="4492" y="15062"/>
                  </a:cubicBezTo>
                  <a:lnTo>
                    <a:pt x="4533" y="15208"/>
                  </a:lnTo>
                  <a:cubicBezTo>
                    <a:pt x="4526" y="15218"/>
                    <a:pt x="4520" y="15223"/>
                    <a:pt x="4514" y="15223"/>
                  </a:cubicBezTo>
                  <a:cubicBezTo>
                    <a:pt x="4491" y="15223"/>
                    <a:pt x="4471" y="15156"/>
                    <a:pt x="4419" y="15079"/>
                  </a:cubicBezTo>
                  <a:cubicBezTo>
                    <a:pt x="4428" y="15016"/>
                    <a:pt x="4432" y="14985"/>
                    <a:pt x="4441" y="14985"/>
                  </a:cubicBezTo>
                  <a:close/>
                  <a:moveTo>
                    <a:pt x="3746" y="16311"/>
                  </a:moveTo>
                  <a:lnTo>
                    <a:pt x="3787" y="16335"/>
                  </a:lnTo>
                  <a:lnTo>
                    <a:pt x="3811" y="16408"/>
                  </a:lnTo>
                  <a:lnTo>
                    <a:pt x="3738" y="16425"/>
                  </a:lnTo>
                  <a:cubicBezTo>
                    <a:pt x="3689" y="16400"/>
                    <a:pt x="3714" y="16352"/>
                    <a:pt x="3746" y="16311"/>
                  </a:cubicBezTo>
                  <a:close/>
                  <a:moveTo>
                    <a:pt x="3959" y="16123"/>
                  </a:moveTo>
                  <a:cubicBezTo>
                    <a:pt x="3969" y="16123"/>
                    <a:pt x="3990" y="16136"/>
                    <a:pt x="4022" y="16157"/>
                  </a:cubicBezTo>
                  <a:cubicBezTo>
                    <a:pt x="4062" y="16189"/>
                    <a:pt x="4111" y="16214"/>
                    <a:pt x="4103" y="16335"/>
                  </a:cubicBezTo>
                  <a:lnTo>
                    <a:pt x="4046" y="16425"/>
                  </a:lnTo>
                  <a:cubicBezTo>
                    <a:pt x="4046" y="16425"/>
                    <a:pt x="4030" y="16352"/>
                    <a:pt x="4006" y="16279"/>
                  </a:cubicBezTo>
                  <a:cubicBezTo>
                    <a:pt x="3959" y="16165"/>
                    <a:pt x="3942" y="16123"/>
                    <a:pt x="3959" y="16123"/>
                  </a:cubicBezTo>
                  <a:close/>
                  <a:moveTo>
                    <a:pt x="11659" y="17016"/>
                  </a:moveTo>
                  <a:lnTo>
                    <a:pt x="11700" y="17049"/>
                  </a:lnTo>
                  <a:cubicBezTo>
                    <a:pt x="11675" y="17080"/>
                    <a:pt x="11650" y="17116"/>
                    <a:pt x="11621" y="17116"/>
                  </a:cubicBezTo>
                  <a:cubicBezTo>
                    <a:pt x="11613" y="17116"/>
                    <a:pt x="11604" y="17113"/>
                    <a:pt x="11594" y="17106"/>
                  </a:cubicBezTo>
                  <a:lnTo>
                    <a:pt x="11586" y="17033"/>
                  </a:lnTo>
                  <a:lnTo>
                    <a:pt x="11659" y="17016"/>
                  </a:lnTo>
                  <a:close/>
                  <a:moveTo>
                    <a:pt x="12730" y="17746"/>
                  </a:moveTo>
                  <a:cubicBezTo>
                    <a:pt x="12770" y="17778"/>
                    <a:pt x="12770" y="17778"/>
                    <a:pt x="12746" y="17819"/>
                  </a:cubicBezTo>
                  <a:cubicBezTo>
                    <a:pt x="12713" y="17851"/>
                    <a:pt x="12673" y="17868"/>
                    <a:pt x="12632" y="17876"/>
                  </a:cubicBezTo>
                  <a:cubicBezTo>
                    <a:pt x="12592" y="17843"/>
                    <a:pt x="12697" y="17787"/>
                    <a:pt x="12730" y="17746"/>
                  </a:cubicBezTo>
                  <a:close/>
                  <a:moveTo>
                    <a:pt x="17108" y="17787"/>
                  </a:moveTo>
                  <a:cubicBezTo>
                    <a:pt x="17156" y="17803"/>
                    <a:pt x="17205" y="17819"/>
                    <a:pt x="17189" y="17868"/>
                  </a:cubicBezTo>
                  <a:lnTo>
                    <a:pt x="17165" y="17924"/>
                  </a:lnTo>
                  <a:cubicBezTo>
                    <a:pt x="17132" y="17900"/>
                    <a:pt x="17108" y="17868"/>
                    <a:pt x="17092" y="17835"/>
                  </a:cubicBezTo>
                  <a:lnTo>
                    <a:pt x="17108" y="17787"/>
                  </a:lnTo>
                  <a:close/>
                  <a:moveTo>
                    <a:pt x="13686" y="17989"/>
                  </a:moveTo>
                  <a:lnTo>
                    <a:pt x="13735" y="18022"/>
                  </a:lnTo>
                  <a:cubicBezTo>
                    <a:pt x="13710" y="18053"/>
                    <a:pt x="13685" y="18089"/>
                    <a:pt x="13656" y="18089"/>
                  </a:cubicBezTo>
                  <a:cubicBezTo>
                    <a:pt x="13648" y="18089"/>
                    <a:pt x="13639" y="18086"/>
                    <a:pt x="13630" y="18078"/>
                  </a:cubicBezTo>
                  <a:lnTo>
                    <a:pt x="13581" y="18046"/>
                  </a:lnTo>
                  <a:cubicBezTo>
                    <a:pt x="13613" y="18014"/>
                    <a:pt x="13646" y="17997"/>
                    <a:pt x="13686" y="17989"/>
                  </a:cubicBezTo>
                  <a:close/>
                  <a:moveTo>
                    <a:pt x="2971" y="18368"/>
                  </a:moveTo>
                  <a:cubicBezTo>
                    <a:pt x="2940" y="18368"/>
                    <a:pt x="2920" y="18406"/>
                    <a:pt x="2895" y="18443"/>
                  </a:cubicBezTo>
                  <a:cubicBezTo>
                    <a:pt x="2798" y="18508"/>
                    <a:pt x="2814" y="18581"/>
                    <a:pt x="2854" y="18605"/>
                  </a:cubicBezTo>
                  <a:cubicBezTo>
                    <a:pt x="2864" y="18610"/>
                    <a:pt x="2872" y="18612"/>
                    <a:pt x="2880" y="18612"/>
                  </a:cubicBezTo>
                  <a:cubicBezTo>
                    <a:pt x="2913" y="18612"/>
                    <a:pt x="2938" y="18571"/>
                    <a:pt x="2984" y="18492"/>
                  </a:cubicBezTo>
                  <a:cubicBezTo>
                    <a:pt x="3000" y="18460"/>
                    <a:pt x="3008" y="18411"/>
                    <a:pt x="3000" y="18378"/>
                  </a:cubicBezTo>
                  <a:cubicBezTo>
                    <a:pt x="2989" y="18371"/>
                    <a:pt x="2980" y="18368"/>
                    <a:pt x="2971" y="18368"/>
                  </a:cubicBezTo>
                  <a:close/>
                  <a:moveTo>
                    <a:pt x="14067" y="18662"/>
                  </a:moveTo>
                  <a:lnTo>
                    <a:pt x="14108" y="18695"/>
                  </a:lnTo>
                  <a:cubicBezTo>
                    <a:pt x="14083" y="18726"/>
                    <a:pt x="14058" y="18762"/>
                    <a:pt x="14029" y="18762"/>
                  </a:cubicBezTo>
                  <a:cubicBezTo>
                    <a:pt x="14021" y="18762"/>
                    <a:pt x="14012" y="18759"/>
                    <a:pt x="14002" y="18751"/>
                  </a:cubicBezTo>
                  <a:lnTo>
                    <a:pt x="13986" y="18670"/>
                  </a:lnTo>
                  <a:lnTo>
                    <a:pt x="14067" y="18662"/>
                  </a:lnTo>
                  <a:close/>
                  <a:moveTo>
                    <a:pt x="2665" y="18640"/>
                  </a:moveTo>
                  <a:cubicBezTo>
                    <a:pt x="2688" y="18640"/>
                    <a:pt x="2706" y="18680"/>
                    <a:pt x="2700" y="18760"/>
                  </a:cubicBezTo>
                  <a:lnTo>
                    <a:pt x="2644" y="18857"/>
                  </a:lnTo>
                  <a:cubicBezTo>
                    <a:pt x="2603" y="18833"/>
                    <a:pt x="2611" y="18711"/>
                    <a:pt x="2635" y="18662"/>
                  </a:cubicBezTo>
                  <a:cubicBezTo>
                    <a:pt x="2645" y="18648"/>
                    <a:pt x="2656" y="18640"/>
                    <a:pt x="2665" y="18640"/>
                  </a:cubicBezTo>
                  <a:close/>
                  <a:moveTo>
                    <a:pt x="16432" y="19721"/>
                  </a:moveTo>
                  <a:cubicBezTo>
                    <a:pt x="16440" y="19721"/>
                    <a:pt x="16450" y="19731"/>
                    <a:pt x="16467" y="19749"/>
                  </a:cubicBezTo>
                  <a:cubicBezTo>
                    <a:pt x="16508" y="19789"/>
                    <a:pt x="16475" y="19870"/>
                    <a:pt x="16459" y="19911"/>
                  </a:cubicBezTo>
                  <a:cubicBezTo>
                    <a:pt x="16410" y="19903"/>
                    <a:pt x="16386" y="19814"/>
                    <a:pt x="16402" y="19781"/>
                  </a:cubicBezTo>
                  <a:cubicBezTo>
                    <a:pt x="16416" y="19739"/>
                    <a:pt x="16422" y="19721"/>
                    <a:pt x="16432" y="19721"/>
                  </a:cubicBezTo>
                  <a:close/>
                  <a:moveTo>
                    <a:pt x="785" y="20949"/>
                  </a:moveTo>
                  <a:cubicBezTo>
                    <a:pt x="773" y="20949"/>
                    <a:pt x="765" y="20961"/>
                    <a:pt x="746" y="20989"/>
                  </a:cubicBezTo>
                  <a:lnTo>
                    <a:pt x="722" y="21030"/>
                  </a:lnTo>
                  <a:lnTo>
                    <a:pt x="795" y="21013"/>
                  </a:lnTo>
                  <a:lnTo>
                    <a:pt x="819" y="20965"/>
                  </a:lnTo>
                  <a:cubicBezTo>
                    <a:pt x="802" y="20955"/>
                    <a:pt x="793" y="20949"/>
                    <a:pt x="785" y="20949"/>
                  </a:cubicBezTo>
                  <a:close/>
                  <a:moveTo>
                    <a:pt x="963" y="21189"/>
                  </a:moveTo>
                  <a:cubicBezTo>
                    <a:pt x="972" y="21189"/>
                    <a:pt x="980" y="21193"/>
                    <a:pt x="990" y="21200"/>
                  </a:cubicBezTo>
                  <a:lnTo>
                    <a:pt x="965" y="21240"/>
                  </a:lnTo>
                  <a:cubicBezTo>
                    <a:pt x="958" y="21237"/>
                    <a:pt x="953" y="21235"/>
                    <a:pt x="949" y="21235"/>
                  </a:cubicBezTo>
                  <a:cubicBezTo>
                    <a:pt x="927" y="21235"/>
                    <a:pt x="946" y="21275"/>
                    <a:pt x="993" y="21275"/>
                  </a:cubicBezTo>
                  <a:cubicBezTo>
                    <a:pt x="1000" y="21275"/>
                    <a:pt x="1006" y="21275"/>
                    <a:pt x="1014" y="21273"/>
                  </a:cubicBezTo>
                  <a:lnTo>
                    <a:pt x="1103" y="21322"/>
                  </a:lnTo>
                  <a:cubicBezTo>
                    <a:pt x="1081" y="21355"/>
                    <a:pt x="1043" y="21373"/>
                    <a:pt x="1006" y="21373"/>
                  </a:cubicBezTo>
                  <a:cubicBezTo>
                    <a:pt x="989" y="21373"/>
                    <a:pt x="972" y="21370"/>
                    <a:pt x="957" y="21362"/>
                  </a:cubicBezTo>
                  <a:cubicBezTo>
                    <a:pt x="835" y="21354"/>
                    <a:pt x="835" y="21354"/>
                    <a:pt x="892" y="21265"/>
                  </a:cubicBezTo>
                  <a:cubicBezTo>
                    <a:pt x="911" y="21227"/>
                    <a:pt x="935" y="21189"/>
                    <a:pt x="963" y="21189"/>
                  </a:cubicBezTo>
                  <a:close/>
                  <a:moveTo>
                    <a:pt x="621" y="21735"/>
                  </a:moveTo>
                  <a:cubicBezTo>
                    <a:pt x="629" y="21735"/>
                    <a:pt x="639" y="21741"/>
                    <a:pt x="657" y="21751"/>
                  </a:cubicBezTo>
                  <a:cubicBezTo>
                    <a:pt x="673" y="21792"/>
                    <a:pt x="665" y="21832"/>
                    <a:pt x="649" y="21873"/>
                  </a:cubicBezTo>
                  <a:lnTo>
                    <a:pt x="576" y="21889"/>
                  </a:lnTo>
                  <a:cubicBezTo>
                    <a:pt x="527" y="21865"/>
                    <a:pt x="560" y="21816"/>
                    <a:pt x="584" y="21768"/>
                  </a:cubicBezTo>
                  <a:cubicBezTo>
                    <a:pt x="602" y="21745"/>
                    <a:pt x="610" y="21735"/>
                    <a:pt x="621" y="21735"/>
                  </a:cubicBezTo>
                  <a:close/>
                  <a:moveTo>
                    <a:pt x="1208" y="22270"/>
                  </a:moveTo>
                  <a:lnTo>
                    <a:pt x="1184" y="22319"/>
                  </a:lnTo>
                  <a:cubicBezTo>
                    <a:pt x="1192" y="22359"/>
                    <a:pt x="1217" y="22392"/>
                    <a:pt x="1249" y="22416"/>
                  </a:cubicBezTo>
                  <a:lnTo>
                    <a:pt x="1273" y="22376"/>
                  </a:lnTo>
                  <a:cubicBezTo>
                    <a:pt x="1306" y="22327"/>
                    <a:pt x="1257" y="22303"/>
                    <a:pt x="1208" y="22270"/>
                  </a:cubicBezTo>
                  <a:close/>
                  <a:moveTo>
                    <a:pt x="23554" y="0"/>
                  </a:moveTo>
                  <a:cubicBezTo>
                    <a:pt x="23519" y="0"/>
                    <a:pt x="23485" y="14"/>
                    <a:pt x="23440" y="55"/>
                  </a:cubicBezTo>
                  <a:cubicBezTo>
                    <a:pt x="23318" y="241"/>
                    <a:pt x="23205" y="371"/>
                    <a:pt x="23302" y="412"/>
                  </a:cubicBezTo>
                  <a:cubicBezTo>
                    <a:pt x="23351" y="485"/>
                    <a:pt x="23318" y="582"/>
                    <a:pt x="23229" y="614"/>
                  </a:cubicBezTo>
                  <a:cubicBezTo>
                    <a:pt x="23226" y="613"/>
                    <a:pt x="23224" y="612"/>
                    <a:pt x="23221" y="612"/>
                  </a:cubicBezTo>
                  <a:cubicBezTo>
                    <a:pt x="23172" y="612"/>
                    <a:pt x="23094" y="807"/>
                    <a:pt x="23002" y="1044"/>
                  </a:cubicBezTo>
                  <a:cubicBezTo>
                    <a:pt x="22889" y="1344"/>
                    <a:pt x="22832" y="1498"/>
                    <a:pt x="22767" y="1531"/>
                  </a:cubicBezTo>
                  <a:cubicBezTo>
                    <a:pt x="22726" y="1547"/>
                    <a:pt x="22694" y="1571"/>
                    <a:pt x="22678" y="1612"/>
                  </a:cubicBezTo>
                  <a:cubicBezTo>
                    <a:pt x="22726" y="1628"/>
                    <a:pt x="22613" y="1936"/>
                    <a:pt x="22475" y="2285"/>
                  </a:cubicBezTo>
                  <a:cubicBezTo>
                    <a:pt x="22337" y="2641"/>
                    <a:pt x="22208" y="2990"/>
                    <a:pt x="22256" y="3006"/>
                  </a:cubicBezTo>
                  <a:lnTo>
                    <a:pt x="22216" y="3112"/>
                  </a:lnTo>
                  <a:cubicBezTo>
                    <a:pt x="22212" y="3110"/>
                    <a:pt x="22208" y="3110"/>
                    <a:pt x="22205" y="3110"/>
                  </a:cubicBezTo>
                  <a:cubicBezTo>
                    <a:pt x="22161" y="3110"/>
                    <a:pt x="22123" y="3200"/>
                    <a:pt x="22086" y="3290"/>
                  </a:cubicBezTo>
                  <a:cubicBezTo>
                    <a:pt x="22094" y="3371"/>
                    <a:pt x="22086" y="3444"/>
                    <a:pt x="22062" y="3517"/>
                  </a:cubicBezTo>
                  <a:cubicBezTo>
                    <a:pt x="22053" y="3513"/>
                    <a:pt x="22046" y="3511"/>
                    <a:pt x="22039" y="3511"/>
                  </a:cubicBezTo>
                  <a:cubicBezTo>
                    <a:pt x="22004" y="3511"/>
                    <a:pt x="21983" y="3559"/>
                    <a:pt x="21956" y="3647"/>
                  </a:cubicBezTo>
                  <a:cubicBezTo>
                    <a:pt x="21916" y="3744"/>
                    <a:pt x="21899" y="3793"/>
                    <a:pt x="21948" y="3817"/>
                  </a:cubicBezTo>
                  <a:cubicBezTo>
                    <a:pt x="21875" y="4003"/>
                    <a:pt x="21794" y="4182"/>
                    <a:pt x="21681" y="4352"/>
                  </a:cubicBezTo>
                  <a:cubicBezTo>
                    <a:pt x="21616" y="4385"/>
                    <a:pt x="21648" y="4449"/>
                    <a:pt x="21672" y="4522"/>
                  </a:cubicBezTo>
                  <a:cubicBezTo>
                    <a:pt x="21729" y="4547"/>
                    <a:pt x="21754" y="4603"/>
                    <a:pt x="21737" y="4660"/>
                  </a:cubicBezTo>
                  <a:lnTo>
                    <a:pt x="21640" y="4620"/>
                  </a:lnTo>
                  <a:cubicBezTo>
                    <a:pt x="21625" y="4591"/>
                    <a:pt x="21617" y="4574"/>
                    <a:pt x="21609" y="4574"/>
                  </a:cubicBezTo>
                  <a:cubicBezTo>
                    <a:pt x="21599" y="4574"/>
                    <a:pt x="21589" y="4599"/>
                    <a:pt x="21567" y="4652"/>
                  </a:cubicBezTo>
                  <a:cubicBezTo>
                    <a:pt x="21551" y="4701"/>
                    <a:pt x="21526" y="4749"/>
                    <a:pt x="21526" y="4749"/>
                  </a:cubicBezTo>
                  <a:cubicBezTo>
                    <a:pt x="21583" y="4774"/>
                    <a:pt x="21486" y="5025"/>
                    <a:pt x="21348" y="5374"/>
                  </a:cubicBezTo>
                  <a:cubicBezTo>
                    <a:pt x="21178" y="5828"/>
                    <a:pt x="21121" y="5982"/>
                    <a:pt x="21170" y="5998"/>
                  </a:cubicBezTo>
                  <a:cubicBezTo>
                    <a:pt x="21218" y="6022"/>
                    <a:pt x="21194" y="6071"/>
                    <a:pt x="21089" y="6201"/>
                  </a:cubicBezTo>
                  <a:cubicBezTo>
                    <a:pt x="20829" y="6444"/>
                    <a:pt x="20829" y="6444"/>
                    <a:pt x="20854" y="6517"/>
                  </a:cubicBezTo>
                  <a:cubicBezTo>
                    <a:pt x="20866" y="6493"/>
                    <a:pt x="20884" y="6484"/>
                    <a:pt x="20905" y="6484"/>
                  </a:cubicBezTo>
                  <a:cubicBezTo>
                    <a:pt x="20927" y="6484"/>
                    <a:pt x="20951" y="6493"/>
                    <a:pt x="20975" y="6501"/>
                  </a:cubicBezTo>
                  <a:cubicBezTo>
                    <a:pt x="21072" y="6541"/>
                    <a:pt x="21056" y="6590"/>
                    <a:pt x="20935" y="6606"/>
                  </a:cubicBezTo>
                  <a:cubicBezTo>
                    <a:pt x="20932" y="6605"/>
                    <a:pt x="20930" y="6605"/>
                    <a:pt x="20927" y="6605"/>
                  </a:cubicBezTo>
                  <a:cubicBezTo>
                    <a:pt x="20825" y="6605"/>
                    <a:pt x="20596" y="7338"/>
                    <a:pt x="20675" y="7425"/>
                  </a:cubicBezTo>
                  <a:lnTo>
                    <a:pt x="20627" y="7409"/>
                  </a:lnTo>
                  <a:cubicBezTo>
                    <a:pt x="20621" y="7407"/>
                    <a:pt x="20616" y="7406"/>
                    <a:pt x="20611" y="7406"/>
                  </a:cubicBezTo>
                  <a:cubicBezTo>
                    <a:pt x="20572" y="7406"/>
                    <a:pt x="20545" y="7465"/>
                    <a:pt x="20481" y="7644"/>
                  </a:cubicBezTo>
                  <a:lnTo>
                    <a:pt x="20424" y="7790"/>
                  </a:lnTo>
                  <a:cubicBezTo>
                    <a:pt x="20518" y="7829"/>
                    <a:pt x="20368" y="8099"/>
                    <a:pt x="20315" y="8099"/>
                  </a:cubicBezTo>
                  <a:cubicBezTo>
                    <a:pt x="20313" y="8099"/>
                    <a:pt x="20312" y="8098"/>
                    <a:pt x="20310" y="8098"/>
                  </a:cubicBezTo>
                  <a:cubicBezTo>
                    <a:pt x="20237" y="8130"/>
                    <a:pt x="20237" y="8130"/>
                    <a:pt x="20197" y="8228"/>
                  </a:cubicBezTo>
                  <a:cubicBezTo>
                    <a:pt x="20236" y="8408"/>
                    <a:pt x="20101" y="8634"/>
                    <a:pt x="20048" y="8634"/>
                  </a:cubicBezTo>
                  <a:cubicBezTo>
                    <a:pt x="20046" y="8634"/>
                    <a:pt x="20044" y="8634"/>
                    <a:pt x="20043" y="8633"/>
                  </a:cubicBezTo>
                  <a:lnTo>
                    <a:pt x="20010" y="8730"/>
                  </a:lnTo>
                  <a:cubicBezTo>
                    <a:pt x="20027" y="8803"/>
                    <a:pt x="20010" y="8884"/>
                    <a:pt x="19978" y="8949"/>
                  </a:cubicBezTo>
                  <a:cubicBezTo>
                    <a:pt x="19932" y="9073"/>
                    <a:pt x="19913" y="9129"/>
                    <a:pt x="19941" y="9129"/>
                  </a:cubicBezTo>
                  <a:cubicBezTo>
                    <a:pt x="19948" y="9129"/>
                    <a:pt x="19957" y="9126"/>
                    <a:pt x="19970" y="9119"/>
                  </a:cubicBezTo>
                  <a:cubicBezTo>
                    <a:pt x="20018" y="9144"/>
                    <a:pt x="20067" y="9160"/>
                    <a:pt x="20051" y="9209"/>
                  </a:cubicBezTo>
                  <a:lnTo>
                    <a:pt x="20002" y="9192"/>
                  </a:lnTo>
                  <a:cubicBezTo>
                    <a:pt x="19999" y="9191"/>
                    <a:pt x="19995" y="9190"/>
                    <a:pt x="19992" y="9190"/>
                  </a:cubicBezTo>
                  <a:cubicBezTo>
                    <a:pt x="19946" y="9190"/>
                    <a:pt x="19891" y="9336"/>
                    <a:pt x="19816" y="9525"/>
                  </a:cubicBezTo>
                  <a:cubicBezTo>
                    <a:pt x="19718" y="9776"/>
                    <a:pt x="19678" y="9873"/>
                    <a:pt x="19613" y="9906"/>
                  </a:cubicBezTo>
                  <a:lnTo>
                    <a:pt x="19645" y="9979"/>
                  </a:lnTo>
                  <a:cubicBezTo>
                    <a:pt x="19666" y="10033"/>
                    <a:pt x="19658" y="10082"/>
                    <a:pt x="19626" y="10082"/>
                  </a:cubicBezTo>
                  <a:cubicBezTo>
                    <a:pt x="19620" y="10082"/>
                    <a:pt x="19613" y="10080"/>
                    <a:pt x="19605" y="10076"/>
                  </a:cubicBezTo>
                  <a:cubicBezTo>
                    <a:pt x="19532" y="10109"/>
                    <a:pt x="19459" y="10311"/>
                    <a:pt x="19467" y="10433"/>
                  </a:cubicBezTo>
                  <a:cubicBezTo>
                    <a:pt x="19451" y="10482"/>
                    <a:pt x="19435" y="10530"/>
                    <a:pt x="19435" y="10530"/>
                  </a:cubicBezTo>
                  <a:cubicBezTo>
                    <a:pt x="19313" y="10546"/>
                    <a:pt x="19256" y="10692"/>
                    <a:pt x="19337" y="10782"/>
                  </a:cubicBezTo>
                  <a:cubicBezTo>
                    <a:pt x="19331" y="10779"/>
                    <a:pt x="19325" y="10778"/>
                    <a:pt x="19319" y="10778"/>
                  </a:cubicBezTo>
                  <a:cubicBezTo>
                    <a:pt x="19282" y="10778"/>
                    <a:pt x="19262" y="10820"/>
                    <a:pt x="19248" y="10863"/>
                  </a:cubicBezTo>
                  <a:cubicBezTo>
                    <a:pt x="19256" y="10980"/>
                    <a:pt x="19189" y="11172"/>
                    <a:pt x="19140" y="11172"/>
                  </a:cubicBezTo>
                  <a:cubicBezTo>
                    <a:pt x="19138" y="11172"/>
                    <a:pt x="19137" y="11171"/>
                    <a:pt x="19135" y="11171"/>
                  </a:cubicBezTo>
                  <a:lnTo>
                    <a:pt x="19110" y="11219"/>
                  </a:lnTo>
                  <a:cubicBezTo>
                    <a:pt x="19135" y="11276"/>
                    <a:pt x="19135" y="11333"/>
                    <a:pt x="19102" y="11390"/>
                  </a:cubicBezTo>
                  <a:cubicBezTo>
                    <a:pt x="19078" y="11438"/>
                    <a:pt x="19070" y="11503"/>
                    <a:pt x="19094" y="11560"/>
                  </a:cubicBezTo>
                  <a:cubicBezTo>
                    <a:pt x="19110" y="11592"/>
                    <a:pt x="19118" y="11641"/>
                    <a:pt x="19102" y="11673"/>
                  </a:cubicBezTo>
                  <a:cubicBezTo>
                    <a:pt x="19098" y="11688"/>
                    <a:pt x="19093" y="11694"/>
                    <a:pt x="19087" y="11694"/>
                  </a:cubicBezTo>
                  <a:cubicBezTo>
                    <a:pt x="19070" y="11694"/>
                    <a:pt x="19047" y="11641"/>
                    <a:pt x="19029" y="11592"/>
                  </a:cubicBezTo>
                  <a:cubicBezTo>
                    <a:pt x="19025" y="11561"/>
                    <a:pt x="19018" y="11548"/>
                    <a:pt x="19011" y="11548"/>
                  </a:cubicBezTo>
                  <a:cubicBezTo>
                    <a:pt x="18991" y="11548"/>
                    <a:pt x="18967" y="11666"/>
                    <a:pt x="18997" y="11811"/>
                  </a:cubicBezTo>
                  <a:cubicBezTo>
                    <a:pt x="19019" y="11911"/>
                    <a:pt x="19029" y="11958"/>
                    <a:pt x="19025" y="11958"/>
                  </a:cubicBezTo>
                  <a:cubicBezTo>
                    <a:pt x="19021" y="11958"/>
                    <a:pt x="19007" y="11924"/>
                    <a:pt x="18981" y="11860"/>
                  </a:cubicBezTo>
                  <a:cubicBezTo>
                    <a:pt x="18961" y="11816"/>
                    <a:pt x="18942" y="11776"/>
                    <a:pt x="18933" y="11776"/>
                  </a:cubicBezTo>
                  <a:cubicBezTo>
                    <a:pt x="18927" y="11776"/>
                    <a:pt x="18925" y="11794"/>
                    <a:pt x="18932" y="11844"/>
                  </a:cubicBezTo>
                  <a:cubicBezTo>
                    <a:pt x="18932" y="11844"/>
                    <a:pt x="18891" y="11941"/>
                    <a:pt x="18940" y="11957"/>
                  </a:cubicBezTo>
                  <a:lnTo>
                    <a:pt x="18883" y="12111"/>
                  </a:lnTo>
                  <a:cubicBezTo>
                    <a:pt x="18827" y="12160"/>
                    <a:pt x="18778" y="12225"/>
                    <a:pt x="18754" y="12298"/>
                  </a:cubicBezTo>
                  <a:cubicBezTo>
                    <a:pt x="18786" y="12363"/>
                    <a:pt x="18786" y="12363"/>
                    <a:pt x="18721" y="12395"/>
                  </a:cubicBezTo>
                  <a:cubicBezTo>
                    <a:pt x="18714" y="12393"/>
                    <a:pt x="18707" y="12392"/>
                    <a:pt x="18701" y="12392"/>
                  </a:cubicBezTo>
                  <a:cubicBezTo>
                    <a:pt x="18662" y="12392"/>
                    <a:pt x="18661" y="12433"/>
                    <a:pt x="18746" y="12468"/>
                  </a:cubicBezTo>
                  <a:cubicBezTo>
                    <a:pt x="18786" y="12525"/>
                    <a:pt x="18754" y="12598"/>
                    <a:pt x="18689" y="12614"/>
                  </a:cubicBezTo>
                  <a:cubicBezTo>
                    <a:pt x="18665" y="12606"/>
                    <a:pt x="18647" y="12603"/>
                    <a:pt x="18632" y="12603"/>
                  </a:cubicBezTo>
                  <a:cubicBezTo>
                    <a:pt x="18587" y="12603"/>
                    <a:pt x="18587" y="12634"/>
                    <a:pt x="18624" y="12646"/>
                  </a:cubicBezTo>
                  <a:cubicBezTo>
                    <a:pt x="18640" y="12687"/>
                    <a:pt x="18640" y="12727"/>
                    <a:pt x="18632" y="12768"/>
                  </a:cubicBezTo>
                  <a:cubicBezTo>
                    <a:pt x="18631" y="12767"/>
                    <a:pt x="18629" y="12767"/>
                    <a:pt x="18628" y="12767"/>
                  </a:cubicBezTo>
                  <a:cubicBezTo>
                    <a:pt x="18575" y="12767"/>
                    <a:pt x="18409" y="13209"/>
                    <a:pt x="18235" y="13652"/>
                  </a:cubicBezTo>
                  <a:cubicBezTo>
                    <a:pt x="18219" y="13708"/>
                    <a:pt x="18243" y="13765"/>
                    <a:pt x="18300" y="13789"/>
                  </a:cubicBezTo>
                  <a:cubicBezTo>
                    <a:pt x="18397" y="13830"/>
                    <a:pt x="18348" y="13814"/>
                    <a:pt x="18275" y="13846"/>
                  </a:cubicBezTo>
                  <a:cubicBezTo>
                    <a:pt x="18269" y="13846"/>
                    <a:pt x="18263" y="13846"/>
                    <a:pt x="18256" y="13846"/>
                  </a:cubicBezTo>
                  <a:cubicBezTo>
                    <a:pt x="18110" y="13846"/>
                    <a:pt x="18079" y="13936"/>
                    <a:pt x="18243" y="13944"/>
                  </a:cubicBezTo>
                  <a:cubicBezTo>
                    <a:pt x="18274" y="13941"/>
                    <a:pt x="18297" y="13940"/>
                    <a:pt x="18310" y="13940"/>
                  </a:cubicBezTo>
                  <a:cubicBezTo>
                    <a:pt x="18346" y="13940"/>
                    <a:pt x="18319" y="13951"/>
                    <a:pt x="18219" y="13992"/>
                  </a:cubicBezTo>
                  <a:cubicBezTo>
                    <a:pt x="18154" y="14025"/>
                    <a:pt x="18154" y="14025"/>
                    <a:pt x="18178" y="14098"/>
                  </a:cubicBezTo>
                  <a:cubicBezTo>
                    <a:pt x="18220" y="14112"/>
                    <a:pt x="18214" y="14150"/>
                    <a:pt x="18180" y="14150"/>
                  </a:cubicBezTo>
                  <a:cubicBezTo>
                    <a:pt x="18175" y="14150"/>
                    <a:pt x="18169" y="14149"/>
                    <a:pt x="18162" y="14146"/>
                  </a:cubicBezTo>
                  <a:cubicBezTo>
                    <a:pt x="18097" y="14179"/>
                    <a:pt x="18024" y="14211"/>
                    <a:pt x="18073" y="14227"/>
                  </a:cubicBezTo>
                  <a:cubicBezTo>
                    <a:pt x="18056" y="14268"/>
                    <a:pt x="18024" y="14292"/>
                    <a:pt x="17983" y="14308"/>
                  </a:cubicBezTo>
                  <a:cubicBezTo>
                    <a:pt x="17919" y="14341"/>
                    <a:pt x="17951" y="14414"/>
                    <a:pt x="17975" y="14479"/>
                  </a:cubicBezTo>
                  <a:cubicBezTo>
                    <a:pt x="18003" y="14607"/>
                    <a:pt x="18004" y="14674"/>
                    <a:pt x="17976" y="14674"/>
                  </a:cubicBezTo>
                  <a:cubicBezTo>
                    <a:pt x="17963" y="14674"/>
                    <a:pt x="17944" y="14660"/>
                    <a:pt x="17919" y="14633"/>
                  </a:cubicBezTo>
                  <a:cubicBezTo>
                    <a:pt x="17907" y="14620"/>
                    <a:pt x="17897" y="14615"/>
                    <a:pt x="17887" y="14615"/>
                  </a:cubicBezTo>
                  <a:cubicBezTo>
                    <a:pt x="17828" y="14615"/>
                    <a:pt x="17807" y="14824"/>
                    <a:pt x="17870" y="14900"/>
                  </a:cubicBezTo>
                  <a:cubicBezTo>
                    <a:pt x="17927" y="14963"/>
                    <a:pt x="17944" y="14981"/>
                    <a:pt x="17932" y="14981"/>
                  </a:cubicBezTo>
                  <a:cubicBezTo>
                    <a:pt x="17927" y="14981"/>
                    <a:pt x="17917" y="14978"/>
                    <a:pt x="17902" y="14973"/>
                  </a:cubicBezTo>
                  <a:cubicBezTo>
                    <a:pt x="17896" y="14969"/>
                    <a:pt x="17889" y="14967"/>
                    <a:pt x="17882" y="14967"/>
                  </a:cubicBezTo>
                  <a:cubicBezTo>
                    <a:pt x="17862" y="14967"/>
                    <a:pt x="17843" y="14982"/>
                    <a:pt x="17837" y="15006"/>
                  </a:cubicBezTo>
                  <a:cubicBezTo>
                    <a:pt x="17816" y="15048"/>
                    <a:pt x="17801" y="15090"/>
                    <a:pt x="17766" y="15090"/>
                  </a:cubicBezTo>
                  <a:cubicBezTo>
                    <a:pt x="17761" y="15090"/>
                    <a:pt x="17755" y="15089"/>
                    <a:pt x="17748" y="15087"/>
                  </a:cubicBezTo>
                  <a:cubicBezTo>
                    <a:pt x="17732" y="15135"/>
                    <a:pt x="17732" y="15200"/>
                    <a:pt x="17740" y="15257"/>
                  </a:cubicBezTo>
                  <a:cubicBezTo>
                    <a:pt x="17789" y="15379"/>
                    <a:pt x="17708" y="15525"/>
                    <a:pt x="17570" y="15541"/>
                  </a:cubicBezTo>
                  <a:lnTo>
                    <a:pt x="17586" y="15654"/>
                  </a:lnTo>
                  <a:cubicBezTo>
                    <a:pt x="17651" y="15726"/>
                    <a:pt x="17680" y="15787"/>
                    <a:pt x="17638" y="15787"/>
                  </a:cubicBezTo>
                  <a:cubicBezTo>
                    <a:pt x="17628" y="15787"/>
                    <a:pt x="17613" y="15784"/>
                    <a:pt x="17594" y="15776"/>
                  </a:cubicBezTo>
                  <a:lnTo>
                    <a:pt x="17546" y="15760"/>
                  </a:lnTo>
                  <a:lnTo>
                    <a:pt x="17546" y="15760"/>
                  </a:lnTo>
                  <a:cubicBezTo>
                    <a:pt x="17620" y="15842"/>
                    <a:pt x="17517" y="15999"/>
                    <a:pt x="17424" y="15999"/>
                  </a:cubicBezTo>
                  <a:cubicBezTo>
                    <a:pt x="17416" y="15999"/>
                    <a:pt x="17408" y="15997"/>
                    <a:pt x="17400" y="15995"/>
                  </a:cubicBezTo>
                  <a:cubicBezTo>
                    <a:pt x="17379" y="15985"/>
                    <a:pt x="17368" y="15979"/>
                    <a:pt x="17360" y="15979"/>
                  </a:cubicBezTo>
                  <a:cubicBezTo>
                    <a:pt x="17348" y="15979"/>
                    <a:pt x="17344" y="15991"/>
                    <a:pt x="17335" y="16019"/>
                  </a:cubicBezTo>
                  <a:lnTo>
                    <a:pt x="17383" y="16043"/>
                  </a:lnTo>
                  <a:cubicBezTo>
                    <a:pt x="17432" y="16060"/>
                    <a:pt x="17481" y="16076"/>
                    <a:pt x="17456" y="16133"/>
                  </a:cubicBezTo>
                  <a:cubicBezTo>
                    <a:pt x="17442" y="16175"/>
                    <a:pt x="17428" y="16217"/>
                    <a:pt x="17393" y="16217"/>
                  </a:cubicBezTo>
                  <a:cubicBezTo>
                    <a:pt x="17388" y="16217"/>
                    <a:pt x="17382" y="16216"/>
                    <a:pt x="17375" y="16214"/>
                  </a:cubicBezTo>
                  <a:cubicBezTo>
                    <a:pt x="17302" y="16246"/>
                    <a:pt x="17237" y="16270"/>
                    <a:pt x="17286" y="16295"/>
                  </a:cubicBezTo>
                  <a:cubicBezTo>
                    <a:pt x="17262" y="16327"/>
                    <a:pt x="17237" y="16360"/>
                    <a:pt x="17197" y="16376"/>
                  </a:cubicBezTo>
                  <a:lnTo>
                    <a:pt x="17116" y="16579"/>
                  </a:lnTo>
                  <a:cubicBezTo>
                    <a:pt x="17145" y="16637"/>
                    <a:pt x="17115" y="16728"/>
                    <a:pt x="17073" y="16728"/>
                  </a:cubicBezTo>
                  <a:cubicBezTo>
                    <a:pt x="17069" y="16728"/>
                    <a:pt x="17064" y="16727"/>
                    <a:pt x="17059" y="16724"/>
                  </a:cubicBezTo>
                  <a:cubicBezTo>
                    <a:pt x="17043" y="16781"/>
                    <a:pt x="17035" y="16838"/>
                    <a:pt x="17051" y="16895"/>
                  </a:cubicBezTo>
                  <a:cubicBezTo>
                    <a:pt x="17016" y="16987"/>
                    <a:pt x="16999" y="17036"/>
                    <a:pt x="16963" y="17036"/>
                  </a:cubicBezTo>
                  <a:cubicBezTo>
                    <a:pt x="16957" y="17036"/>
                    <a:pt x="16952" y="17035"/>
                    <a:pt x="16946" y="17033"/>
                  </a:cubicBezTo>
                  <a:cubicBezTo>
                    <a:pt x="16928" y="17024"/>
                    <a:pt x="16917" y="17018"/>
                    <a:pt x="16911" y="17018"/>
                  </a:cubicBezTo>
                  <a:cubicBezTo>
                    <a:pt x="16901" y="17018"/>
                    <a:pt x="16909" y="17035"/>
                    <a:pt x="16929" y="17081"/>
                  </a:cubicBezTo>
                  <a:cubicBezTo>
                    <a:pt x="16978" y="17097"/>
                    <a:pt x="16954" y="17146"/>
                    <a:pt x="16938" y="17203"/>
                  </a:cubicBezTo>
                  <a:lnTo>
                    <a:pt x="16897" y="17300"/>
                  </a:lnTo>
                  <a:cubicBezTo>
                    <a:pt x="16946" y="17316"/>
                    <a:pt x="16946" y="17316"/>
                    <a:pt x="16929" y="17373"/>
                  </a:cubicBezTo>
                  <a:cubicBezTo>
                    <a:pt x="16913" y="17422"/>
                    <a:pt x="16800" y="17551"/>
                    <a:pt x="16783" y="17600"/>
                  </a:cubicBezTo>
                  <a:cubicBezTo>
                    <a:pt x="16745" y="17706"/>
                    <a:pt x="16732" y="17739"/>
                    <a:pt x="16749" y="17739"/>
                  </a:cubicBezTo>
                  <a:cubicBezTo>
                    <a:pt x="16757" y="17739"/>
                    <a:pt x="16771" y="17732"/>
                    <a:pt x="16792" y="17722"/>
                  </a:cubicBezTo>
                  <a:cubicBezTo>
                    <a:pt x="16801" y="17704"/>
                    <a:pt x="16813" y="17694"/>
                    <a:pt x="16821" y="17694"/>
                  </a:cubicBezTo>
                  <a:cubicBezTo>
                    <a:pt x="16833" y="17694"/>
                    <a:pt x="16831" y="17720"/>
                    <a:pt x="16775" y="17770"/>
                  </a:cubicBezTo>
                  <a:cubicBezTo>
                    <a:pt x="16702" y="17884"/>
                    <a:pt x="16646" y="17989"/>
                    <a:pt x="16589" y="18103"/>
                  </a:cubicBezTo>
                  <a:cubicBezTo>
                    <a:pt x="16516" y="18306"/>
                    <a:pt x="16516" y="18306"/>
                    <a:pt x="16565" y="18330"/>
                  </a:cubicBezTo>
                  <a:cubicBezTo>
                    <a:pt x="16580" y="18328"/>
                    <a:pt x="16594" y="18327"/>
                    <a:pt x="16605" y="18327"/>
                  </a:cubicBezTo>
                  <a:cubicBezTo>
                    <a:pt x="16671" y="18327"/>
                    <a:pt x="16645" y="18365"/>
                    <a:pt x="16540" y="18378"/>
                  </a:cubicBezTo>
                  <a:cubicBezTo>
                    <a:pt x="16402" y="18443"/>
                    <a:pt x="16386" y="18492"/>
                    <a:pt x="16435" y="18508"/>
                  </a:cubicBezTo>
                  <a:cubicBezTo>
                    <a:pt x="16467" y="18581"/>
                    <a:pt x="16467" y="18581"/>
                    <a:pt x="16443" y="18630"/>
                  </a:cubicBezTo>
                  <a:cubicBezTo>
                    <a:pt x="16437" y="18628"/>
                    <a:pt x="16431" y="18627"/>
                    <a:pt x="16426" y="18627"/>
                  </a:cubicBezTo>
                  <a:cubicBezTo>
                    <a:pt x="16391" y="18627"/>
                    <a:pt x="16379" y="18677"/>
                    <a:pt x="16386" y="18784"/>
                  </a:cubicBezTo>
                  <a:cubicBezTo>
                    <a:pt x="16377" y="18812"/>
                    <a:pt x="16373" y="18824"/>
                    <a:pt x="16361" y="18824"/>
                  </a:cubicBezTo>
                  <a:cubicBezTo>
                    <a:pt x="16353" y="18824"/>
                    <a:pt x="16341" y="18818"/>
                    <a:pt x="16321" y="18808"/>
                  </a:cubicBezTo>
                  <a:lnTo>
                    <a:pt x="16281" y="18914"/>
                  </a:lnTo>
                  <a:cubicBezTo>
                    <a:pt x="16305" y="19003"/>
                    <a:pt x="16289" y="19100"/>
                    <a:pt x="16240" y="19181"/>
                  </a:cubicBezTo>
                  <a:cubicBezTo>
                    <a:pt x="16224" y="19222"/>
                    <a:pt x="16200" y="19262"/>
                    <a:pt x="16175" y="19303"/>
                  </a:cubicBezTo>
                  <a:cubicBezTo>
                    <a:pt x="16164" y="19308"/>
                    <a:pt x="16152" y="19314"/>
                    <a:pt x="16141" y="19314"/>
                  </a:cubicBezTo>
                  <a:cubicBezTo>
                    <a:pt x="16136" y="19314"/>
                    <a:pt x="16131" y="19313"/>
                    <a:pt x="16127" y="19311"/>
                  </a:cubicBezTo>
                  <a:lnTo>
                    <a:pt x="16127" y="19311"/>
                  </a:lnTo>
                  <a:cubicBezTo>
                    <a:pt x="16127" y="19311"/>
                    <a:pt x="16127" y="19327"/>
                    <a:pt x="16159" y="19368"/>
                  </a:cubicBezTo>
                  <a:cubicBezTo>
                    <a:pt x="16213" y="19412"/>
                    <a:pt x="16232" y="19441"/>
                    <a:pt x="16218" y="19441"/>
                  </a:cubicBezTo>
                  <a:cubicBezTo>
                    <a:pt x="16209" y="19441"/>
                    <a:pt x="16186" y="19429"/>
                    <a:pt x="16151" y="19400"/>
                  </a:cubicBezTo>
                  <a:cubicBezTo>
                    <a:pt x="16108" y="19368"/>
                    <a:pt x="16085" y="19350"/>
                    <a:pt x="16083" y="19350"/>
                  </a:cubicBezTo>
                  <a:lnTo>
                    <a:pt x="16083" y="19350"/>
                  </a:lnTo>
                  <a:cubicBezTo>
                    <a:pt x="16081" y="19350"/>
                    <a:pt x="16101" y="19370"/>
                    <a:pt x="16143" y="19416"/>
                  </a:cubicBezTo>
                  <a:cubicBezTo>
                    <a:pt x="16169" y="19448"/>
                    <a:pt x="16161" y="19499"/>
                    <a:pt x="16135" y="19499"/>
                  </a:cubicBezTo>
                  <a:cubicBezTo>
                    <a:pt x="16121" y="19499"/>
                    <a:pt x="16101" y="19484"/>
                    <a:pt x="16078" y="19441"/>
                  </a:cubicBezTo>
                  <a:lnTo>
                    <a:pt x="15997" y="19343"/>
                  </a:lnTo>
                  <a:lnTo>
                    <a:pt x="15997" y="19343"/>
                  </a:lnTo>
                  <a:cubicBezTo>
                    <a:pt x="16038" y="19400"/>
                    <a:pt x="16029" y="19408"/>
                    <a:pt x="16029" y="19408"/>
                  </a:cubicBezTo>
                  <a:cubicBezTo>
                    <a:pt x="16062" y="19465"/>
                    <a:pt x="16062" y="19481"/>
                    <a:pt x="16046" y="19522"/>
                  </a:cubicBezTo>
                  <a:cubicBezTo>
                    <a:pt x="16038" y="19562"/>
                    <a:pt x="16038" y="19611"/>
                    <a:pt x="16038" y="19651"/>
                  </a:cubicBezTo>
                  <a:cubicBezTo>
                    <a:pt x="16029" y="19651"/>
                    <a:pt x="16013" y="19651"/>
                    <a:pt x="16005" y="19643"/>
                  </a:cubicBezTo>
                  <a:cubicBezTo>
                    <a:pt x="15965" y="19619"/>
                    <a:pt x="15932" y="19570"/>
                    <a:pt x="15924" y="19514"/>
                  </a:cubicBezTo>
                  <a:cubicBezTo>
                    <a:pt x="15918" y="19510"/>
                    <a:pt x="15913" y="19507"/>
                    <a:pt x="15908" y="19507"/>
                  </a:cubicBezTo>
                  <a:cubicBezTo>
                    <a:pt x="15899" y="19507"/>
                    <a:pt x="15891" y="19516"/>
                    <a:pt x="15875" y="19546"/>
                  </a:cubicBezTo>
                  <a:cubicBezTo>
                    <a:pt x="15866" y="19564"/>
                    <a:pt x="15856" y="19572"/>
                    <a:pt x="15848" y="19572"/>
                  </a:cubicBezTo>
                  <a:cubicBezTo>
                    <a:pt x="15834" y="19572"/>
                    <a:pt x="15825" y="19549"/>
                    <a:pt x="15835" y="19514"/>
                  </a:cubicBezTo>
                  <a:lnTo>
                    <a:pt x="15819" y="19505"/>
                  </a:lnTo>
                  <a:cubicBezTo>
                    <a:pt x="15798" y="19522"/>
                    <a:pt x="15784" y="19526"/>
                    <a:pt x="15775" y="19526"/>
                  </a:cubicBezTo>
                  <a:cubicBezTo>
                    <a:pt x="15766" y="19526"/>
                    <a:pt x="15762" y="19522"/>
                    <a:pt x="15762" y="19522"/>
                  </a:cubicBezTo>
                  <a:cubicBezTo>
                    <a:pt x="15774" y="19485"/>
                    <a:pt x="15787" y="19443"/>
                    <a:pt x="15774" y="19443"/>
                  </a:cubicBezTo>
                  <a:cubicBezTo>
                    <a:pt x="15770" y="19443"/>
                    <a:pt x="15763" y="19447"/>
                    <a:pt x="15754" y="19457"/>
                  </a:cubicBezTo>
                  <a:cubicBezTo>
                    <a:pt x="15738" y="19473"/>
                    <a:pt x="15729" y="19481"/>
                    <a:pt x="15721" y="19481"/>
                  </a:cubicBezTo>
                  <a:cubicBezTo>
                    <a:pt x="15713" y="19481"/>
                    <a:pt x="15705" y="19481"/>
                    <a:pt x="15697" y="19473"/>
                  </a:cubicBezTo>
                  <a:lnTo>
                    <a:pt x="15640" y="19432"/>
                  </a:lnTo>
                  <a:cubicBezTo>
                    <a:pt x="15585" y="19329"/>
                    <a:pt x="14210" y="18312"/>
                    <a:pt x="14127" y="18312"/>
                  </a:cubicBezTo>
                  <a:cubicBezTo>
                    <a:pt x="14126" y="18312"/>
                    <a:pt x="14125" y="18313"/>
                    <a:pt x="14124" y="18314"/>
                  </a:cubicBezTo>
                  <a:lnTo>
                    <a:pt x="13994" y="18216"/>
                  </a:lnTo>
                  <a:lnTo>
                    <a:pt x="13865" y="18119"/>
                  </a:lnTo>
                  <a:cubicBezTo>
                    <a:pt x="13930" y="18038"/>
                    <a:pt x="13678" y="17916"/>
                    <a:pt x="13516" y="17868"/>
                  </a:cubicBezTo>
                  <a:cubicBezTo>
                    <a:pt x="13509" y="17869"/>
                    <a:pt x="13501" y="17869"/>
                    <a:pt x="13494" y="17869"/>
                  </a:cubicBezTo>
                  <a:cubicBezTo>
                    <a:pt x="13443" y="17869"/>
                    <a:pt x="13389" y="17846"/>
                    <a:pt x="13354" y="17811"/>
                  </a:cubicBezTo>
                  <a:cubicBezTo>
                    <a:pt x="13419" y="17730"/>
                    <a:pt x="13289" y="17633"/>
                    <a:pt x="13167" y="17608"/>
                  </a:cubicBezTo>
                  <a:cubicBezTo>
                    <a:pt x="13132" y="17627"/>
                    <a:pt x="13103" y="17636"/>
                    <a:pt x="13084" y="17636"/>
                  </a:cubicBezTo>
                  <a:cubicBezTo>
                    <a:pt x="13047" y="17636"/>
                    <a:pt x="13043" y="17602"/>
                    <a:pt x="13086" y="17543"/>
                  </a:cubicBezTo>
                  <a:cubicBezTo>
                    <a:pt x="13127" y="17485"/>
                    <a:pt x="13097" y="17436"/>
                    <a:pt x="13009" y="17436"/>
                  </a:cubicBezTo>
                  <a:cubicBezTo>
                    <a:pt x="12973" y="17436"/>
                    <a:pt x="12929" y="17444"/>
                    <a:pt x="12876" y="17462"/>
                  </a:cubicBezTo>
                  <a:cubicBezTo>
                    <a:pt x="12857" y="17464"/>
                    <a:pt x="12844" y="17466"/>
                    <a:pt x="12833" y="17466"/>
                  </a:cubicBezTo>
                  <a:cubicBezTo>
                    <a:pt x="12802" y="17466"/>
                    <a:pt x="12801" y="17452"/>
                    <a:pt x="12794" y="17397"/>
                  </a:cubicBezTo>
                  <a:cubicBezTo>
                    <a:pt x="12806" y="17312"/>
                    <a:pt x="12789" y="17270"/>
                    <a:pt x="12767" y="17270"/>
                  </a:cubicBezTo>
                  <a:cubicBezTo>
                    <a:pt x="12758" y="17270"/>
                    <a:pt x="12747" y="17278"/>
                    <a:pt x="12738" y="17292"/>
                  </a:cubicBezTo>
                  <a:cubicBezTo>
                    <a:pt x="12706" y="17307"/>
                    <a:pt x="12680" y="17314"/>
                    <a:pt x="12659" y="17314"/>
                  </a:cubicBezTo>
                  <a:cubicBezTo>
                    <a:pt x="12610" y="17314"/>
                    <a:pt x="12591" y="17274"/>
                    <a:pt x="12608" y="17195"/>
                  </a:cubicBezTo>
                  <a:cubicBezTo>
                    <a:pt x="12593" y="17099"/>
                    <a:pt x="12587" y="17063"/>
                    <a:pt x="12560" y="17063"/>
                  </a:cubicBezTo>
                  <a:cubicBezTo>
                    <a:pt x="12543" y="17063"/>
                    <a:pt x="12518" y="17076"/>
                    <a:pt x="12478" y="17097"/>
                  </a:cubicBezTo>
                  <a:cubicBezTo>
                    <a:pt x="12460" y="17102"/>
                    <a:pt x="12442" y="17104"/>
                    <a:pt x="12424" y="17104"/>
                  </a:cubicBezTo>
                  <a:cubicBezTo>
                    <a:pt x="12315" y="17104"/>
                    <a:pt x="12219" y="17022"/>
                    <a:pt x="12219" y="16903"/>
                  </a:cubicBezTo>
                  <a:cubicBezTo>
                    <a:pt x="12180" y="16877"/>
                    <a:pt x="12167" y="16826"/>
                    <a:pt x="12147" y="16826"/>
                  </a:cubicBezTo>
                  <a:cubicBezTo>
                    <a:pt x="12142" y="16826"/>
                    <a:pt x="12136" y="16830"/>
                    <a:pt x="12130" y="16838"/>
                  </a:cubicBezTo>
                  <a:lnTo>
                    <a:pt x="12113" y="16765"/>
                  </a:lnTo>
                  <a:lnTo>
                    <a:pt x="12032" y="16700"/>
                  </a:lnTo>
                  <a:lnTo>
                    <a:pt x="12000" y="16741"/>
                  </a:lnTo>
                  <a:cubicBezTo>
                    <a:pt x="11951" y="16716"/>
                    <a:pt x="11724" y="16481"/>
                    <a:pt x="11424" y="16254"/>
                  </a:cubicBezTo>
                  <a:cubicBezTo>
                    <a:pt x="11062" y="15984"/>
                    <a:pt x="10923" y="15886"/>
                    <a:pt x="10884" y="15886"/>
                  </a:cubicBezTo>
                  <a:cubicBezTo>
                    <a:pt x="10871" y="15886"/>
                    <a:pt x="10869" y="15896"/>
                    <a:pt x="10873" y="15914"/>
                  </a:cubicBezTo>
                  <a:cubicBezTo>
                    <a:pt x="10864" y="15955"/>
                    <a:pt x="10847" y="15973"/>
                    <a:pt x="10831" y="15973"/>
                  </a:cubicBezTo>
                  <a:cubicBezTo>
                    <a:pt x="10802" y="15973"/>
                    <a:pt x="10773" y="15921"/>
                    <a:pt x="10784" y="15849"/>
                  </a:cubicBezTo>
                  <a:cubicBezTo>
                    <a:pt x="10743" y="15816"/>
                    <a:pt x="10686" y="15711"/>
                    <a:pt x="10597" y="15646"/>
                  </a:cubicBezTo>
                  <a:cubicBezTo>
                    <a:pt x="10508" y="15581"/>
                    <a:pt x="10427" y="15516"/>
                    <a:pt x="10459" y="15476"/>
                  </a:cubicBezTo>
                  <a:lnTo>
                    <a:pt x="10411" y="15443"/>
                  </a:lnTo>
                  <a:cubicBezTo>
                    <a:pt x="10405" y="15444"/>
                    <a:pt x="10399" y="15444"/>
                    <a:pt x="10392" y="15444"/>
                  </a:cubicBezTo>
                  <a:cubicBezTo>
                    <a:pt x="10244" y="15444"/>
                    <a:pt x="10001" y="15268"/>
                    <a:pt x="9908" y="15135"/>
                  </a:cubicBezTo>
                  <a:cubicBezTo>
                    <a:pt x="9835" y="15071"/>
                    <a:pt x="9746" y="15030"/>
                    <a:pt x="9657" y="15014"/>
                  </a:cubicBezTo>
                  <a:cubicBezTo>
                    <a:pt x="9535" y="14989"/>
                    <a:pt x="9535" y="14989"/>
                    <a:pt x="9527" y="14916"/>
                  </a:cubicBezTo>
                  <a:cubicBezTo>
                    <a:pt x="9554" y="14882"/>
                    <a:pt x="9397" y="14710"/>
                    <a:pt x="9309" y="14710"/>
                  </a:cubicBezTo>
                  <a:cubicBezTo>
                    <a:pt x="9292" y="14710"/>
                    <a:pt x="9278" y="14716"/>
                    <a:pt x="9268" y="14730"/>
                  </a:cubicBezTo>
                  <a:lnTo>
                    <a:pt x="9251" y="14649"/>
                  </a:lnTo>
                  <a:cubicBezTo>
                    <a:pt x="9247" y="14611"/>
                    <a:pt x="9226" y="14595"/>
                    <a:pt x="9201" y="14595"/>
                  </a:cubicBezTo>
                  <a:cubicBezTo>
                    <a:pt x="9179" y="14595"/>
                    <a:pt x="9154" y="14609"/>
                    <a:pt x="9138" y="14633"/>
                  </a:cubicBezTo>
                  <a:cubicBezTo>
                    <a:pt x="9115" y="14661"/>
                    <a:pt x="9095" y="14676"/>
                    <a:pt x="9081" y="14676"/>
                  </a:cubicBezTo>
                  <a:cubicBezTo>
                    <a:pt x="9055" y="14676"/>
                    <a:pt x="9050" y="14627"/>
                    <a:pt x="9081" y="14527"/>
                  </a:cubicBezTo>
                  <a:cubicBezTo>
                    <a:pt x="9127" y="14464"/>
                    <a:pt x="9116" y="14429"/>
                    <a:pt x="9094" y="14429"/>
                  </a:cubicBezTo>
                  <a:cubicBezTo>
                    <a:pt x="9085" y="14429"/>
                    <a:pt x="9074" y="14435"/>
                    <a:pt x="9065" y="14446"/>
                  </a:cubicBezTo>
                  <a:cubicBezTo>
                    <a:pt x="9038" y="14452"/>
                    <a:pt x="9010" y="14457"/>
                    <a:pt x="8987" y="14457"/>
                  </a:cubicBezTo>
                  <a:cubicBezTo>
                    <a:pt x="8946" y="14457"/>
                    <a:pt x="8916" y="14443"/>
                    <a:pt x="8911" y="14398"/>
                  </a:cubicBezTo>
                  <a:cubicBezTo>
                    <a:pt x="8885" y="14380"/>
                    <a:pt x="8861" y="14363"/>
                    <a:pt x="8835" y="14363"/>
                  </a:cubicBezTo>
                  <a:cubicBezTo>
                    <a:pt x="8812" y="14363"/>
                    <a:pt x="8787" y="14376"/>
                    <a:pt x="8757" y="14414"/>
                  </a:cubicBezTo>
                  <a:cubicBezTo>
                    <a:pt x="8745" y="14432"/>
                    <a:pt x="8732" y="14439"/>
                    <a:pt x="8718" y="14439"/>
                  </a:cubicBezTo>
                  <a:cubicBezTo>
                    <a:pt x="8693" y="14439"/>
                    <a:pt x="8666" y="14418"/>
                    <a:pt x="8635" y="14398"/>
                  </a:cubicBezTo>
                  <a:cubicBezTo>
                    <a:pt x="8668" y="14349"/>
                    <a:pt x="8668" y="14349"/>
                    <a:pt x="8749" y="14341"/>
                  </a:cubicBezTo>
                  <a:lnTo>
                    <a:pt x="8659" y="14276"/>
                  </a:lnTo>
                  <a:cubicBezTo>
                    <a:pt x="8619" y="14244"/>
                    <a:pt x="8562" y="14138"/>
                    <a:pt x="8595" y="14098"/>
                  </a:cubicBezTo>
                  <a:cubicBezTo>
                    <a:pt x="8586" y="14059"/>
                    <a:pt x="8570" y="14031"/>
                    <a:pt x="8554" y="14031"/>
                  </a:cubicBezTo>
                  <a:cubicBezTo>
                    <a:pt x="8540" y="14031"/>
                    <a:pt x="8525" y="14053"/>
                    <a:pt x="8514" y="14106"/>
                  </a:cubicBezTo>
                  <a:cubicBezTo>
                    <a:pt x="8483" y="14154"/>
                    <a:pt x="8469" y="14176"/>
                    <a:pt x="8448" y="14176"/>
                  </a:cubicBezTo>
                  <a:cubicBezTo>
                    <a:pt x="8431" y="14176"/>
                    <a:pt x="8409" y="14160"/>
                    <a:pt x="8368" y="14130"/>
                  </a:cubicBezTo>
                  <a:cubicBezTo>
                    <a:pt x="8327" y="14098"/>
                    <a:pt x="8278" y="14065"/>
                    <a:pt x="8311" y="14025"/>
                  </a:cubicBezTo>
                  <a:cubicBezTo>
                    <a:pt x="8343" y="13976"/>
                    <a:pt x="8343" y="13976"/>
                    <a:pt x="8254" y="13911"/>
                  </a:cubicBezTo>
                  <a:cubicBezTo>
                    <a:pt x="8195" y="13870"/>
                    <a:pt x="8117" y="13855"/>
                    <a:pt x="8039" y="13855"/>
                  </a:cubicBezTo>
                  <a:cubicBezTo>
                    <a:pt x="7946" y="13855"/>
                    <a:pt x="7854" y="13877"/>
                    <a:pt x="7792" y="13903"/>
                  </a:cubicBezTo>
                  <a:cubicBezTo>
                    <a:pt x="7766" y="13944"/>
                    <a:pt x="7752" y="13966"/>
                    <a:pt x="7746" y="13966"/>
                  </a:cubicBezTo>
                  <a:cubicBezTo>
                    <a:pt x="7739" y="13966"/>
                    <a:pt x="7743" y="13936"/>
                    <a:pt x="7751" y="13871"/>
                  </a:cubicBezTo>
                  <a:cubicBezTo>
                    <a:pt x="7784" y="13830"/>
                    <a:pt x="7743" y="13798"/>
                    <a:pt x="7695" y="13765"/>
                  </a:cubicBezTo>
                  <a:cubicBezTo>
                    <a:pt x="7687" y="13774"/>
                    <a:pt x="7681" y="13778"/>
                    <a:pt x="7676" y="13778"/>
                  </a:cubicBezTo>
                  <a:cubicBezTo>
                    <a:pt x="7665" y="13778"/>
                    <a:pt x="7663" y="13757"/>
                    <a:pt x="7676" y="13757"/>
                  </a:cubicBezTo>
                  <a:cubicBezTo>
                    <a:pt x="7681" y="13757"/>
                    <a:pt x="7687" y="13759"/>
                    <a:pt x="7695" y="13765"/>
                  </a:cubicBezTo>
                  <a:cubicBezTo>
                    <a:pt x="7705" y="13752"/>
                    <a:pt x="7717" y="13746"/>
                    <a:pt x="7730" y="13746"/>
                  </a:cubicBezTo>
                  <a:cubicBezTo>
                    <a:pt x="7755" y="13746"/>
                    <a:pt x="7784" y="13768"/>
                    <a:pt x="7816" y="13789"/>
                  </a:cubicBezTo>
                  <a:lnTo>
                    <a:pt x="7849" y="13741"/>
                  </a:lnTo>
                  <a:cubicBezTo>
                    <a:pt x="7860" y="13661"/>
                    <a:pt x="7844" y="13622"/>
                    <a:pt x="7797" y="13622"/>
                  </a:cubicBezTo>
                  <a:cubicBezTo>
                    <a:pt x="7776" y="13622"/>
                    <a:pt x="7751" y="13629"/>
                    <a:pt x="7719" y="13644"/>
                  </a:cubicBezTo>
                  <a:cubicBezTo>
                    <a:pt x="7693" y="13649"/>
                    <a:pt x="7675" y="13652"/>
                    <a:pt x="7663" y="13652"/>
                  </a:cubicBezTo>
                  <a:cubicBezTo>
                    <a:pt x="7637" y="13652"/>
                    <a:pt x="7635" y="13636"/>
                    <a:pt x="7630" y="13587"/>
                  </a:cubicBezTo>
                  <a:cubicBezTo>
                    <a:pt x="7617" y="13522"/>
                    <a:pt x="7609" y="13462"/>
                    <a:pt x="7590" y="13462"/>
                  </a:cubicBezTo>
                  <a:cubicBezTo>
                    <a:pt x="7585" y="13462"/>
                    <a:pt x="7579" y="13465"/>
                    <a:pt x="7573" y="13473"/>
                  </a:cubicBezTo>
                  <a:cubicBezTo>
                    <a:pt x="7524" y="13441"/>
                    <a:pt x="7492" y="13392"/>
                    <a:pt x="7476" y="13335"/>
                  </a:cubicBezTo>
                  <a:cubicBezTo>
                    <a:pt x="7418" y="13295"/>
                    <a:pt x="7376" y="13262"/>
                    <a:pt x="7342" y="13262"/>
                  </a:cubicBezTo>
                  <a:cubicBezTo>
                    <a:pt x="7329" y="13262"/>
                    <a:pt x="7317" y="13267"/>
                    <a:pt x="7305" y="13279"/>
                  </a:cubicBezTo>
                  <a:cubicBezTo>
                    <a:pt x="7298" y="13288"/>
                    <a:pt x="7288" y="13293"/>
                    <a:pt x="7276" y="13293"/>
                  </a:cubicBezTo>
                  <a:cubicBezTo>
                    <a:pt x="7238" y="13293"/>
                    <a:pt x="7183" y="13251"/>
                    <a:pt x="7127" y="13214"/>
                  </a:cubicBezTo>
                  <a:cubicBezTo>
                    <a:pt x="7075" y="13173"/>
                    <a:pt x="7023" y="13137"/>
                    <a:pt x="6989" y="13137"/>
                  </a:cubicBezTo>
                  <a:cubicBezTo>
                    <a:pt x="6975" y="13137"/>
                    <a:pt x="6964" y="13143"/>
                    <a:pt x="6957" y="13157"/>
                  </a:cubicBezTo>
                  <a:cubicBezTo>
                    <a:pt x="6950" y="13178"/>
                    <a:pt x="6930" y="13190"/>
                    <a:pt x="6899" y="13190"/>
                  </a:cubicBezTo>
                  <a:cubicBezTo>
                    <a:pt x="6858" y="13190"/>
                    <a:pt x="6796" y="13168"/>
                    <a:pt x="6722" y="13117"/>
                  </a:cubicBezTo>
                  <a:cubicBezTo>
                    <a:pt x="6576" y="13076"/>
                    <a:pt x="6584" y="13076"/>
                    <a:pt x="6535" y="12906"/>
                  </a:cubicBezTo>
                  <a:cubicBezTo>
                    <a:pt x="6535" y="12849"/>
                    <a:pt x="6470" y="12792"/>
                    <a:pt x="6397" y="12744"/>
                  </a:cubicBezTo>
                  <a:cubicBezTo>
                    <a:pt x="6341" y="12695"/>
                    <a:pt x="6292" y="12638"/>
                    <a:pt x="6251" y="12573"/>
                  </a:cubicBezTo>
                  <a:cubicBezTo>
                    <a:pt x="6222" y="12524"/>
                    <a:pt x="6204" y="12505"/>
                    <a:pt x="6194" y="12505"/>
                  </a:cubicBezTo>
                  <a:cubicBezTo>
                    <a:pt x="6180" y="12505"/>
                    <a:pt x="6182" y="12546"/>
                    <a:pt x="6187" y="12590"/>
                  </a:cubicBezTo>
                  <a:lnTo>
                    <a:pt x="6195" y="12727"/>
                  </a:lnTo>
                  <a:cubicBezTo>
                    <a:pt x="6122" y="12638"/>
                    <a:pt x="6065" y="12525"/>
                    <a:pt x="6033" y="12411"/>
                  </a:cubicBezTo>
                  <a:cubicBezTo>
                    <a:pt x="5980" y="12302"/>
                    <a:pt x="5956" y="12251"/>
                    <a:pt x="5949" y="12251"/>
                  </a:cubicBezTo>
                  <a:cubicBezTo>
                    <a:pt x="5942" y="12251"/>
                    <a:pt x="5948" y="12287"/>
                    <a:pt x="5960" y="12354"/>
                  </a:cubicBezTo>
                  <a:cubicBezTo>
                    <a:pt x="5967" y="12390"/>
                    <a:pt x="5955" y="12413"/>
                    <a:pt x="5931" y="12413"/>
                  </a:cubicBezTo>
                  <a:cubicBezTo>
                    <a:pt x="5927" y="12413"/>
                    <a:pt x="5923" y="12412"/>
                    <a:pt x="5919" y="12411"/>
                  </a:cubicBezTo>
                  <a:cubicBezTo>
                    <a:pt x="5903" y="12468"/>
                    <a:pt x="5862" y="12508"/>
                    <a:pt x="5814" y="12549"/>
                  </a:cubicBezTo>
                  <a:cubicBezTo>
                    <a:pt x="5738" y="12673"/>
                    <a:pt x="5668" y="12797"/>
                    <a:pt x="5629" y="12797"/>
                  </a:cubicBezTo>
                  <a:cubicBezTo>
                    <a:pt x="5622" y="12797"/>
                    <a:pt x="5616" y="12793"/>
                    <a:pt x="5611" y="12784"/>
                  </a:cubicBezTo>
                  <a:cubicBezTo>
                    <a:pt x="5538" y="12800"/>
                    <a:pt x="5522" y="12938"/>
                    <a:pt x="5522" y="12938"/>
                  </a:cubicBezTo>
                  <a:cubicBezTo>
                    <a:pt x="5506" y="13076"/>
                    <a:pt x="5465" y="13141"/>
                    <a:pt x="5287" y="13327"/>
                  </a:cubicBezTo>
                  <a:cubicBezTo>
                    <a:pt x="4979" y="13635"/>
                    <a:pt x="4970" y="13660"/>
                    <a:pt x="5060" y="13717"/>
                  </a:cubicBezTo>
                  <a:cubicBezTo>
                    <a:pt x="5100" y="13749"/>
                    <a:pt x="5149" y="13773"/>
                    <a:pt x="5011" y="13789"/>
                  </a:cubicBezTo>
                  <a:cubicBezTo>
                    <a:pt x="4930" y="13822"/>
                    <a:pt x="4954" y="13887"/>
                    <a:pt x="4946" y="14008"/>
                  </a:cubicBezTo>
                  <a:cubicBezTo>
                    <a:pt x="4962" y="14081"/>
                    <a:pt x="5052" y="14138"/>
                    <a:pt x="5100" y="14162"/>
                  </a:cubicBezTo>
                  <a:cubicBezTo>
                    <a:pt x="5189" y="14219"/>
                    <a:pt x="5189" y="14219"/>
                    <a:pt x="5084" y="14284"/>
                  </a:cubicBezTo>
                  <a:cubicBezTo>
                    <a:pt x="5062" y="14318"/>
                    <a:pt x="5028" y="14336"/>
                    <a:pt x="4990" y="14336"/>
                  </a:cubicBezTo>
                  <a:cubicBezTo>
                    <a:pt x="4973" y="14336"/>
                    <a:pt x="4956" y="14332"/>
                    <a:pt x="4938" y="14325"/>
                  </a:cubicBezTo>
                  <a:cubicBezTo>
                    <a:pt x="4914" y="14308"/>
                    <a:pt x="4906" y="14276"/>
                    <a:pt x="4922" y="14252"/>
                  </a:cubicBezTo>
                  <a:lnTo>
                    <a:pt x="4954" y="14203"/>
                  </a:lnTo>
                  <a:cubicBezTo>
                    <a:pt x="4931" y="14191"/>
                    <a:pt x="4907" y="14178"/>
                    <a:pt x="4883" y="14178"/>
                  </a:cubicBezTo>
                  <a:cubicBezTo>
                    <a:pt x="4857" y="14178"/>
                    <a:pt x="4830" y="14193"/>
                    <a:pt x="4800" y="14244"/>
                  </a:cubicBezTo>
                  <a:cubicBezTo>
                    <a:pt x="4727" y="14260"/>
                    <a:pt x="4703" y="14308"/>
                    <a:pt x="4752" y="14333"/>
                  </a:cubicBezTo>
                  <a:cubicBezTo>
                    <a:pt x="4679" y="14349"/>
                    <a:pt x="4622" y="14446"/>
                    <a:pt x="4565" y="14535"/>
                  </a:cubicBezTo>
                  <a:cubicBezTo>
                    <a:pt x="4508" y="14633"/>
                    <a:pt x="4427" y="14771"/>
                    <a:pt x="4354" y="14787"/>
                  </a:cubicBezTo>
                  <a:cubicBezTo>
                    <a:pt x="4297" y="14876"/>
                    <a:pt x="4273" y="14925"/>
                    <a:pt x="4314" y="14957"/>
                  </a:cubicBezTo>
                  <a:cubicBezTo>
                    <a:pt x="4387" y="14997"/>
                    <a:pt x="4384" y="15036"/>
                    <a:pt x="4354" y="15036"/>
                  </a:cubicBezTo>
                  <a:cubicBezTo>
                    <a:pt x="4347" y="15036"/>
                    <a:pt x="4339" y="15034"/>
                    <a:pt x="4330" y="15030"/>
                  </a:cubicBezTo>
                  <a:cubicBezTo>
                    <a:pt x="4329" y="15030"/>
                    <a:pt x="4328" y="15030"/>
                    <a:pt x="4327" y="15030"/>
                  </a:cubicBezTo>
                  <a:cubicBezTo>
                    <a:pt x="4211" y="15030"/>
                    <a:pt x="3811" y="15590"/>
                    <a:pt x="3868" y="15695"/>
                  </a:cubicBezTo>
                  <a:lnTo>
                    <a:pt x="3811" y="15784"/>
                  </a:lnTo>
                  <a:cubicBezTo>
                    <a:pt x="3714" y="15849"/>
                    <a:pt x="3543" y="16125"/>
                    <a:pt x="3568" y="16197"/>
                  </a:cubicBezTo>
                  <a:lnTo>
                    <a:pt x="3479" y="16343"/>
                  </a:lnTo>
                  <a:cubicBezTo>
                    <a:pt x="3381" y="16408"/>
                    <a:pt x="3349" y="16449"/>
                    <a:pt x="3373" y="16522"/>
                  </a:cubicBezTo>
                  <a:cubicBezTo>
                    <a:pt x="3385" y="16576"/>
                    <a:pt x="3410" y="16607"/>
                    <a:pt x="3407" y="16607"/>
                  </a:cubicBezTo>
                  <a:cubicBezTo>
                    <a:pt x="3405" y="16607"/>
                    <a:pt x="3400" y="16603"/>
                    <a:pt x="3389" y="16595"/>
                  </a:cubicBezTo>
                  <a:cubicBezTo>
                    <a:pt x="3384" y="16592"/>
                    <a:pt x="3379" y="16591"/>
                    <a:pt x="3373" y="16591"/>
                  </a:cubicBezTo>
                  <a:cubicBezTo>
                    <a:pt x="3328" y="16591"/>
                    <a:pt x="3273" y="16680"/>
                    <a:pt x="3179" y="16846"/>
                  </a:cubicBezTo>
                  <a:cubicBezTo>
                    <a:pt x="3091" y="16990"/>
                    <a:pt x="3071" y="17023"/>
                    <a:pt x="3100" y="17023"/>
                  </a:cubicBezTo>
                  <a:cubicBezTo>
                    <a:pt x="3109" y="17023"/>
                    <a:pt x="3121" y="17020"/>
                    <a:pt x="3138" y="17016"/>
                  </a:cubicBezTo>
                  <a:lnTo>
                    <a:pt x="3138" y="17016"/>
                  </a:lnTo>
                  <a:cubicBezTo>
                    <a:pt x="3096" y="17154"/>
                    <a:pt x="3060" y="17188"/>
                    <a:pt x="3029" y="17188"/>
                  </a:cubicBezTo>
                  <a:cubicBezTo>
                    <a:pt x="3013" y="17188"/>
                    <a:pt x="2998" y="17179"/>
                    <a:pt x="2984" y="17170"/>
                  </a:cubicBezTo>
                  <a:cubicBezTo>
                    <a:pt x="2965" y="17142"/>
                    <a:pt x="2946" y="17129"/>
                    <a:pt x="2933" y="17129"/>
                  </a:cubicBezTo>
                  <a:cubicBezTo>
                    <a:pt x="2900" y="17129"/>
                    <a:pt x="2894" y="17201"/>
                    <a:pt x="2968" y="17292"/>
                  </a:cubicBezTo>
                  <a:cubicBezTo>
                    <a:pt x="3024" y="17376"/>
                    <a:pt x="2989" y="17461"/>
                    <a:pt x="2952" y="17461"/>
                  </a:cubicBezTo>
                  <a:cubicBezTo>
                    <a:pt x="2947" y="17461"/>
                    <a:pt x="2941" y="17459"/>
                    <a:pt x="2935" y="17454"/>
                  </a:cubicBezTo>
                  <a:cubicBezTo>
                    <a:pt x="2887" y="17430"/>
                    <a:pt x="2919" y="17381"/>
                    <a:pt x="2944" y="17341"/>
                  </a:cubicBezTo>
                  <a:lnTo>
                    <a:pt x="2854" y="17284"/>
                  </a:lnTo>
                  <a:cubicBezTo>
                    <a:pt x="2822" y="17333"/>
                    <a:pt x="2822" y="17333"/>
                    <a:pt x="2846" y="17406"/>
                  </a:cubicBezTo>
                  <a:cubicBezTo>
                    <a:pt x="2822" y="17438"/>
                    <a:pt x="2822" y="17479"/>
                    <a:pt x="2830" y="17519"/>
                  </a:cubicBezTo>
                  <a:cubicBezTo>
                    <a:pt x="2836" y="17575"/>
                    <a:pt x="2880" y="17611"/>
                    <a:pt x="2926" y="17611"/>
                  </a:cubicBezTo>
                  <a:cubicBezTo>
                    <a:pt x="2940" y="17611"/>
                    <a:pt x="2954" y="17608"/>
                    <a:pt x="2968" y="17600"/>
                  </a:cubicBezTo>
                  <a:cubicBezTo>
                    <a:pt x="2978" y="17598"/>
                    <a:pt x="2986" y="17597"/>
                    <a:pt x="2992" y="17597"/>
                  </a:cubicBezTo>
                  <a:cubicBezTo>
                    <a:pt x="3034" y="17597"/>
                    <a:pt x="3012" y="17639"/>
                    <a:pt x="2984" y="17681"/>
                  </a:cubicBezTo>
                  <a:cubicBezTo>
                    <a:pt x="2948" y="17705"/>
                    <a:pt x="2918" y="17716"/>
                    <a:pt x="2894" y="17716"/>
                  </a:cubicBezTo>
                  <a:cubicBezTo>
                    <a:pt x="2855" y="17716"/>
                    <a:pt x="2832" y="17686"/>
                    <a:pt x="2822" y="17641"/>
                  </a:cubicBezTo>
                  <a:cubicBezTo>
                    <a:pt x="2846" y="17592"/>
                    <a:pt x="2806" y="17568"/>
                    <a:pt x="2757" y="17543"/>
                  </a:cubicBezTo>
                  <a:cubicBezTo>
                    <a:pt x="2755" y="17542"/>
                    <a:pt x="2753" y="17541"/>
                    <a:pt x="2751" y="17541"/>
                  </a:cubicBezTo>
                  <a:cubicBezTo>
                    <a:pt x="2712" y="17541"/>
                    <a:pt x="2671" y="17808"/>
                    <a:pt x="2733" y="17900"/>
                  </a:cubicBezTo>
                  <a:lnTo>
                    <a:pt x="2684" y="17876"/>
                  </a:lnTo>
                  <a:cubicBezTo>
                    <a:pt x="2678" y="17871"/>
                    <a:pt x="2671" y="17869"/>
                    <a:pt x="2664" y="17869"/>
                  </a:cubicBezTo>
                  <a:cubicBezTo>
                    <a:pt x="2620" y="17869"/>
                    <a:pt x="2572" y="17953"/>
                    <a:pt x="2530" y="18030"/>
                  </a:cubicBezTo>
                  <a:cubicBezTo>
                    <a:pt x="2473" y="18127"/>
                    <a:pt x="2441" y="18168"/>
                    <a:pt x="2489" y="18200"/>
                  </a:cubicBezTo>
                  <a:cubicBezTo>
                    <a:pt x="2538" y="18224"/>
                    <a:pt x="2579" y="18249"/>
                    <a:pt x="2554" y="18297"/>
                  </a:cubicBezTo>
                  <a:cubicBezTo>
                    <a:pt x="2564" y="18279"/>
                    <a:pt x="2576" y="18272"/>
                    <a:pt x="2591" y="18272"/>
                  </a:cubicBezTo>
                  <a:cubicBezTo>
                    <a:pt x="2614" y="18272"/>
                    <a:pt x="2643" y="18290"/>
                    <a:pt x="2668" y="18306"/>
                  </a:cubicBezTo>
                  <a:cubicBezTo>
                    <a:pt x="2619" y="18338"/>
                    <a:pt x="2554" y="18370"/>
                    <a:pt x="2498" y="18387"/>
                  </a:cubicBezTo>
                  <a:cubicBezTo>
                    <a:pt x="2344" y="18427"/>
                    <a:pt x="2206" y="18533"/>
                    <a:pt x="2141" y="18678"/>
                  </a:cubicBezTo>
                  <a:cubicBezTo>
                    <a:pt x="2084" y="18768"/>
                    <a:pt x="2003" y="18905"/>
                    <a:pt x="1930" y="18930"/>
                  </a:cubicBezTo>
                  <a:cubicBezTo>
                    <a:pt x="1873" y="19019"/>
                    <a:pt x="1841" y="19068"/>
                    <a:pt x="1889" y="19092"/>
                  </a:cubicBezTo>
                  <a:lnTo>
                    <a:pt x="1833" y="19189"/>
                  </a:lnTo>
                  <a:cubicBezTo>
                    <a:pt x="1760" y="19205"/>
                    <a:pt x="1703" y="19295"/>
                    <a:pt x="1752" y="19327"/>
                  </a:cubicBezTo>
                  <a:cubicBezTo>
                    <a:pt x="1768" y="19400"/>
                    <a:pt x="1695" y="19416"/>
                    <a:pt x="1662" y="19465"/>
                  </a:cubicBezTo>
                  <a:cubicBezTo>
                    <a:pt x="1517" y="19505"/>
                    <a:pt x="1517" y="19505"/>
                    <a:pt x="1687" y="19538"/>
                  </a:cubicBezTo>
                  <a:cubicBezTo>
                    <a:pt x="1693" y="19542"/>
                    <a:pt x="1701" y="19543"/>
                    <a:pt x="1709" y="19543"/>
                  </a:cubicBezTo>
                  <a:cubicBezTo>
                    <a:pt x="1757" y="19543"/>
                    <a:pt x="1836" y="19491"/>
                    <a:pt x="1857" y="19457"/>
                  </a:cubicBezTo>
                  <a:lnTo>
                    <a:pt x="1938" y="19311"/>
                  </a:lnTo>
                  <a:lnTo>
                    <a:pt x="1938" y="19311"/>
                  </a:lnTo>
                  <a:lnTo>
                    <a:pt x="1906" y="19481"/>
                  </a:lnTo>
                  <a:cubicBezTo>
                    <a:pt x="1873" y="19530"/>
                    <a:pt x="1865" y="19643"/>
                    <a:pt x="1914" y="19676"/>
                  </a:cubicBezTo>
                  <a:cubicBezTo>
                    <a:pt x="1938" y="19692"/>
                    <a:pt x="1946" y="19724"/>
                    <a:pt x="1930" y="19749"/>
                  </a:cubicBezTo>
                  <a:lnTo>
                    <a:pt x="1841" y="19692"/>
                  </a:lnTo>
                  <a:cubicBezTo>
                    <a:pt x="1825" y="19635"/>
                    <a:pt x="1784" y="19587"/>
                    <a:pt x="1727" y="19562"/>
                  </a:cubicBezTo>
                  <a:cubicBezTo>
                    <a:pt x="1723" y="19562"/>
                    <a:pt x="1720" y="19562"/>
                    <a:pt x="1716" y="19562"/>
                  </a:cubicBezTo>
                  <a:cubicBezTo>
                    <a:pt x="1605" y="19562"/>
                    <a:pt x="1487" y="19670"/>
                    <a:pt x="1573" y="19724"/>
                  </a:cubicBezTo>
                  <a:cubicBezTo>
                    <a:pt x="1549" y="19765"/>
                    <a:pt x="1549" y="19765"/>
                    <a:pt x="1476" y="19789"/>
                  </a:cubicBezTo>
                  <a:cubicBezTo>
                    <a:pt x="1466" y="19783"/>
                    <a:pt x="1457" y="19779"/>
                    <a:pt x="1449" y="19779"/>
                  </a:cubicBezTo>
                  <a:cubicBezTo>
                    <a:pt x="1418" y="19779"/>
                    <a:pt x="1408" y="19827"/>
                    <a:pt x="1460" y="19911"/>
                  </a:cubicBezTo>
                  <a:cubicBezTo>
                    <a:pt x="1520" y="20001"/>
                    <a:pt x="1503" y="20050"/>
                    <a:pt x="1403" y="20050"/>
                  </a:cubicBezTo>
                  <a:cubicBezTo>
                    <a:pt x="1396" y="20050"/>
                    <a:pt x="1387" y="20049"/>
                    <a:pt x="1379" y="20049"/>
                  </a:cubicBezTo>
                  <a:cubicBezTo>
                    <a:pt x="1233" y="20081"/>
                    <a:pt x="1119" y="20268"/>
                    <a:pt x="1168" y="20292"/>
                  </a:cubicBezTo>
                  <a:cubicBezTo>
                    <a:pt x="1257" y="20349"/>
                    <a:pt x="1176" y="20486"/>
                    <a:pt x="1103" y="20511"/>
                  </a:cubicBezTo>
                  <a:cubicBezTo>
                    <a:pt x="1038" y="20519"/>
                    <a:pt x="990" y="20584"/>
                    <a:pt x="1014" y="20649"/>
                  </a:cubicBezTo>
                  <a:cubicBezTo>
                    <a:pt x="1002" y="20639"/>
                    <a:pt x="987" y="20635"/>
                    <a:pt x="973" y="20635"/>
                  </a:cubicBezTo>
                  <a:cubicBezTo>
                    <a:pt x="938" y="20635"/>
                    <a:pt x="905" y="20662"/>
                    <a:pt x="917" y="20713"/>
                  </a:cubicBezTo>
                  <a:cubicBezTo>
                    <a:pt x="917" y="20713"/>
                    <a:pt x="900" y="20742"/>
                    <a:pt x="936" y="20742"/>
                  </a:cubicBezTo>
                  <a:cubicBezTo>
                    <a:pt x="944" y="20742"/>
                    <a:pt x="953" y="20741"/>
                    <a:pt x="965" y="20738"/>
                  </a:cubicBezTo>
                  <a:cubicBezTo>
                    <a:pt x="965" y="20738"/>
                    <a:pt x="981" y="20811"/>
                    <a:pt x="998" y="20884"/>
                  </a:cubicBezTo>
                  <a:cubicBezTo>
                    <a:pt x="1007" y="20868"/>
                    <a:pt x="1020" y="20862"/>
                    <a:pt x="1035" y="20862"/>
                  </a:cubicBezTo>
                  <a:cubicBezTo>
                    <a:pt x="1060" y="20862"/>
                    <a:pt x="1089" y="20877"/>
                    <a:pt x="1119" y="20892"/>
                  </a:cubicBezTo>
                  <a:cubicBezTo>
                    <a:pt x="1160" y="20924"/>
                    <a:pt x="1006" y="21078"/>
                    <a:pt x="811" y="21086"/>
                  </a:cubicBezTo>
                  <a:lnTo>
                    <a:pt x="665" y="21127"/>
                  </a:lnTo>
                  <a:lnTo>
                    <a:pt x="754" y="21184"/>
                  </a:lnTo>
                  <a:cubicBezTo>
                    <a:pt x="735" y="21222"/>
                    <a:pt x="711" y="21256"/>
                    <a:pt x="681" y="21256"/>
                  </a:cubicBezTo>
                  <a:cubicBezTo>
                    <a:pt x="673" y="21256"/>
                    <a:pt x="665" y="21254"/>
                    <a:pt x="657" y="21249"/>
                  </a:cubicBezTo>
                  <a:cubicBezTo>
                    <a:pt x="635" y="21234"/>
                    <a:pt x="623" y="21226"/>
                    <a:pt x="614" y="21226"/>
                  </a:cubicBezTo>
                  <a:cubicBezTo>
                    <a:pt x="604" y="21226"/>
                    <a:pt x="598" y="21238"/>
                    <a:pt x="584" y="21265"/>
                  </a:cubicBezTo>
                  <a:cubicBezTo>
                    <a:pt x="568" y="21289"/>
                    <a:pt x="576" y="21322"/>
                    <a:pt x="600" y="21338"/>
                  </a:cubicBezTo>
                  <a:cubicBezTo>
                    <a:pt x="690" y="21395"/>
                    <a:pt x="690" y="21395"/>
                    <a:pt x="617" y="21411"/>
                  </a:cubicBezTo>
                  <a:cubicBezTo>
                    <a:pt x="608" y="21410"/>
                    <a:pt x="601" y="21410"/>
                    <a:pt x="593" y="21410"/>
                  </a:cubicBezTo>
                  <a:cubicBezTo>
                    <a:pt x="499" y="21410"/>
                    <a:pt x="475" y="21458"/>
                    <a:pt x="535" y="21549"/>
                  </a:cubicBezTo>
                  <a:cubicBezTo>
                    <a:pt x="600" y="21590"/>
                    <a:pt x="618" y="21601"/>
                    <a:pt x="576" y="21601"/>
                  </a:cubicBezTo>
                  <a:cubicBezTo>
                    <a:pt x="561" y="21601"/>
                    <a:pt x="536" y="21599"/>
                    <a:pt x="503" y="21597"/>
                  </a:cubicBezTo>
                  <a:cubicBezTo>
                    <a:pt x="488" y="21590"/>
                    <a:pt x="471" y="21586"/>
                    <a:pt x="455" y="21586"/>
                  </a:cubicBezTo>
                  <a:cubicBezTo>
                    <a:pt x="417" y="21586"/>
                    <a:pt x="380" y="21604"/>
                    <a:pt x="357" y="21638"/>
                  </a:cubicBezTo>
                  <a:lnTo>
                    <a:pt x="406" y="21662"/>
                  </a:lnTo>
                  <a:cubicBezTo>
                    <a:pt x="495" y="21719"/>
                    <a:pt x="471" y="21768"/>
                    <a:pt x="398" y="21784"/>
                  </a:cubicBezTo>
                  <a:cubicBezTo>
                    <a:pt x="389" y="21779"/>
                    <a:pt x="381" y="21777"/>
                    <a:pt x="373" y="21777"/>
                  </a:cubicBezTo>
                  <a:cubicBezTo>
                    <a:pt x="340" y="21777"/>
                    <a:pt x="322" y="21822"/>
                    <a:pt x="308" y="21922"/>
                  </a:cubicBezTo>
                  <a:cubicBezTo>
                    <a:pt x="268" y="21995"/>
                    <a:pt x="239" y="22041"/>
                    <a:pt x="207" y="22041"/>
                  </a:cubicBezTo>
                  <a:cubicBezTo>
                    <a:pt x="201" y="22041"/>
                    <a:pt x="194" y="22039"/>
                    <a:pt x="187" y="22035"/>
                  </a:cubicBezTo>
                  <a:cubicBezTo>
                    <a:pt x="145" y="22010"/>
                    <a:pt x="121" y="21997"/>
                    <a:pt x="113" y="21997"/>
                  </a:cubicBezTo>
                  <a:cubicBezTo>
                    <a:pt x="102" y="21997"/>
                    <a:pt x="118" y="22020"/>
                    <a:pt x="154" y="22076"/>
                  </a:cubicBezTo>
                  <a:cubicBezTo>
                    <a:pt x="171" y="22157"/>
                    <a:pt x="171" y="22157"/>
                    <a:pt x="73" y="22222"/>
                  </a:cubicBezTo>
                  <a:cubicBezTo>
                    <a:pt x="0" y="22238"/>
                    <a:pt x="0" y="22238"/>
                    <a:pt x="17" y="22311"/>
                  </a:cubicBezTo>
                  <a:cubicBezTo>
                    <a:pt x="73" y="22346"/>
                    <a:pt x="113" y="22369"/>
                    <a:pt x="141" y="22369"/>
                  </a:cubicBezTo>
                  <a:cubicBezTo>
                    <a:pt x="157" y="22369"/>
                    <a:pt x="170" y="22361"/>
                    <a:pt x="179" y="22343"/>
                  </a:cubicBezTo>
                  <a:cubicBezTo>
                    <a:pt x="197" y="22320"/>
                    <a:pt x="205" y="22310"/>
                    <a:pt x="216" y="22310"/>
                  </a:cubicBezTo>
                  <a:cubicBezTo>
                    <a:pt x="224" y="22310"/>
                    <a:pt x="234" y="22316"/>
                    <a:pt x="252" y="22327"/>
                  </a:cubicBezTo>
                  <a:lnTo>
                    <a:pt x="195" y="22416"/>
                  </a:lnTo>
                  <a:cubicBezTo>
                    <a:pt x="154" y="22481"/>
                    <a:pt x="138" y="22554"/>
                    <a:pt x="130" y="22635"/>
                  </a:cubicBezTo>
                  <a:cubicBezTo>
                    <a:pt x="125" y="22704"/>
                    <a:pt x="156" y="22752"/>
                    <a:pt x="183" y="22752"/>
                  </a:cubicBezTo>
                  <a:cubicBezTo>
                    <a:pt x="200" y="22752"/>
                    <a:pt x="216" y="22732"/>
                    <a:pt x="219" y="22684"/>
                  </a:cubicBezTo>
                  <a:lnTo>
                    <a:pt x="292" y="22667"/>
                  </a:lnTo>
                  <a:cubicBezTo>
                    <a:pt x="329" y="22689"/>
                    <a:pt x="360" y="22698"/>
                    <a:pt x="383" y="22698"/>
                  </a:cubicBezTo>
                  <a:cubicBezTo>
                    <a:pt x="447" y="22698"/>
                    <a:pt x="450" y="22630"/>
                    <a:pt x="349" y="22570"/>
                  </a:cubicBezTo>
                  <a:cubicBezTo>
                    <a:pt x="250" y="22509"/>
                    <a:pt x="227" y="22494"/>
                    <a:pt x="271" y="22494"/>
                  </a:cubicBezTo>
                  <a:cubicBezTo>
                    <a:pt x="285" y="22494"/>
                    <a:pt x="306" y="22495"/>
                    <a:pt x="333" y="22497"/>
                  </a:cubicBezTo>
                  <a:cubicBezTo>
                    <a:pt x="362" y="22516"/>
                    <a:pt x="385" y="22523"/>
                    <a:pt x="404" y="22523"/>
                  </a:cubicBezTo>
                  <a:cubicBezTo>
                    <a:pt x="442" y="22523"/>
                    <a:pt x="462" y="22492"/>
                    <a:pt x="479" y="22465"/>
                  </a:cubicBezTo>
                  <a:cubicBezTo>
                    <a:pt x="498" y="22436"/>
                    <a:pt x="506" y="22424"/>
                    <a:pt x="517" y="22424"/>
                  </a:cubicBezTo>
                  <a:cubicBezTo>
                    <a:pt x="525" y="22424"/>
                    <a:pt x="535" y="22430"/>
                    <a:pt x="552" y="22440"/>
                  </a:cubicBezTo>
                  <a:cubicBezTo>
                    <a:pt x="570" y="22448"/>
                    <a:pt x="588" y="22452"/>
                    <a:pt x="605" y="22452"/>
                  </a:cubicBezTo>
                  <a:cubicBezTo>
                    <a:pt x="642" y="22452"/>
                    <a:pt x="676" y="22436"/>
                    <a:pt x="698" y="22408"/>
                  </a:cubicBezTo>
                  <a:cubicBezTo>
                    <a:pt x="730" y="22359"/>
                    <a:pt x="730" y="22359"/>
                    <a:pt x="681" y="22327"/>
                  </a:cubicBezTo>
                  <a:cubicBezTo>
                    <a:pt x="673" y="22330"/>
                    <a:pt x="667" y="22331"/>
                    <a:pt x="662" y="22331"/>
                  </a:cubicBezTo>
                  <a:cubicBezTo>
                    <a:pt x="624" y="22331"/>
                    <a:pt x="674" y="22262"/>
                    <a:pt x="772" y="22262"/>
                  </a:cubicBezTo>
                  <a:cubicBezTo>
                    <a:pt x="777" y="22262"/>
                    <a:pt x="782" y="22262"/>
                    <a:pt x="787" y="22262"/>
                  </a:cubicBezTo>
                  <a:cubicBezTo>
                    <a:pt x="860" y="22246"/>
                    <a:pt x="860" y="22246"/>
                    <a:pt x="763" y="22189"/>
                  </a:cubicBezTo>
                  <a:cubicBezTo>
                    <a:pt x="677" y="22142"/>
                    <a:pt x="726" y="22051"/>
                    <a:pt x="838" y="22051"/>
                  </a:cubicBezTo>
                  <a:cubicBezTo>
                    <a:pt x="842" y="22051"/>
                    <a:pt x="847" y="22051"/>
                    <a:pt x="852" y="22051"/>
                  </a:cubicBezTo>
                  <a:lnTo>
                    <a:pt x="908" y="21962"/>
                  </a:lnTo>
                  <a:cubicBezTo>
                    <a:pt x="933" y="21913"/>
                    <a:pt x="884" y="21889"/>
                    <a:pt x="844" y="21857"/>
                  </a:cubicBezTo>
                  <a:cubicBezTo>
                    <a:pt x="754" y="21808"/>
                    <a:pt x="754" y="21808"/>
                    <a:pt x="827" y="21784"/>
                  </a:cubicBezTo>
                  <a:cubicBezTo>
                    <a:pt x="841" y="21780"/>
                    <a:pt x="857" y="21778"/>
                    <a:pt x="874" y="21778"/>
                  </a:cubicBezTo>
                  <a:cubicBezTo>
                    <a:pt x="897" y="21778"/>
                    <a:pt x="922" y="21782"/>
                    <a:pt x="941" y="21792"/>
                  </a:cubicBezTo>
                  <a:cubicBezTo>
                    <a:pt x="952" y="21799"/>
                    <a:pt x="962" y="21802"/>
                    <a:pt x="970" y="21802"/>
                  </a:cubicBezTo>
                  <a:cubicBezTo>
                    <a:pt x="1001" y="21802"/>
                    <a:pt x="1021" y="21765"/>
                    <a:pt x="1046" y="21727"/>
                  </a:cubicBezTo>
                  <a:cubicBezTo>
                    <a:pt x="1071" y="21686"/>
                    <a:pt x="1127" y="21589"/>
                    <a:pt x="1079" y="21565"/>
                  </a:cubicBezTo>
                  <a:lnTo>
                    <a:pt x="1079" y="21565"/>
                  </a:lnTo>
                  <a:lnTo>
                    <a:pt x="1127" y="21589"/>
                  </a:lnTo>
                  <a:cubicBezTo>
                    <a:pt x="1152" y="21549"/>
                    <a:pt x="1200" y="21573"/>
                    <a:pt x="1152" y="21549"/>
                  </a:cubicBezTo>
                  <a:cubicBezTo>
                    <a:pt x="1192" y="21500"/>
                    <a:pt x="1233" y="21459"/>
                    <a:pt x="1281" y="21435"/>
                  </a:cubicBezTo>
                  <a:cubicBezTo>
                    <a:pt x="1369" y="21381"/>
                    <a:pt x="1378" y="21237"/>
                    <a:pt x="1276" y="21237"/>
                  </a:cubicBezTo>
                  <a:cubicBezTo>
                    <a:pt x="1255" y="21237"/>
                    <a:pt x="1230" y="21243"/>
                    <a:pt x="1200" y="21257"/>
                  </a:cubicBezTo>
                  <a:lnTo>
                    <a:pt x="1233" y="21216"/>
                  </a:lnTo>
                  <a:cubicBezTo>
                    <a:pt x="1249" y="21184"/>
                    <a:pt x="1241" y="21151"/>
                    <a:pt x="1217" y="21143"/>
                  </a:cubicBezTo>
                  <a:cubicBezTo>
                    <a:pt x="1168" y="21111"/>
                    <a:pt x="1192" y="21062"/>
                    <a:pt x="1225" y="21022"/>
                  </a:cubicBezTo>
                  <a:lnTo>
                    <a:pt x="1314" y="21070"/>
                  </a:lnTo>
                  <a:cubicBezTo>
                    <a:pt x="1354" y="21120"/>
                    <a:pt x="1394" y="21141"/>
                    <a:pt x="1423" y="21141"/>
                  </a:cubicBezTo>
                  <a:cubicBezTo>
                    <a:pt x="1469" y="21141"/>
                    <a:pt x="1484" y="21086"/>
                    <a:pt x="1419" y="21005"/>
                  </a:cubicBezTo>
                  <a:lnTo>
                    <a:pt x="1419" y="21005"/>
                  </a:lnTo>
                  <a:lnTo>
                    <a:pt x="1460" y="21038"/>
                  </a:lnTo>
                  <a:cubicBezTo>
                    <a:pt x="1468" y="21042"/>
                    <a:pt x="1475" y="21044"/>
                    <a:pt x="1482" y="21044"/>
                  </a:cubicBezTo>
                  <a:cubicBezTo>
                    <a:pt x="1516" y="21044"/>
                    <a:pt x="1534" y="20994"/>
                    <a:pt x="1541" y="20900"/>
                  </a:cubicBezTo>
                  <a:cubicBezTo>
                    <a:pt x="1573" y="20851"/>
                    <a:pt x="1508" y="20754"/>
                    <a:pt x="1460" y="20722"/>
                  </a:cubicBezTo>
                  <a:cubicBezTo>
                    <a:pt x="1435" y="20705"/>
                    <a:pt x="1427" y="20673"/>
                    <a:pt x="1444" y="20649"/>
                  </a:cubicBezTo>
                  <a:cubicBezTo>
                    <a:pt x="1461" y="20622"/>
                    <a:pt x="1469" y="20610"/>
                    <a:pt x="1480" y="20610"/>
                  </a:cubicBezTo>
                  <a:cubicBezTo>
                    <a:pt x="1488" y="20610"/>
                    <a:pt x="1498" y="20618"/>
                    <a:pt x="1517" y="20632"/>
                  </a:cubicBezTo>
                  <a:cubicBezTo>
                    <a:pt x="1537" y="20644"/>
                    <a:pt x="1554" y="20649"/>
                    <a:pt x="1570" y="20649"/>
                  </a:cubicBezTo>
                  <a:cubicBezTo>
                    <a:pt x="1629" y="20649"/>
                    <a:pt x="1651" y="20572"/>
                    <a:pt x="1606" y="20495"/>
                  </a:cubicBezTo>
                  <a:lnTo>
                    <a:pt x="1606" y="20495"/>
                  </a:lnTo>
                  <a:lnTo>
                    <a:pt x="1646" y="20519"/>
                  </a:lnTo>
                  <a:cubicBezTo>
                    <a:pt x="1656" y="20524"/>
                    <a:pt x="1667" y="20527"/>
                    <a:pt x="1678" y="20527"/>
                  </a:cubicBezTo>
                  <a:cubicBezTo>
                    <a:pt x="1725" y="20527"/>
                    <a:pt x="1786" y="20475"/>
                    <a:pt x="1857" y="20268"/>
                  </a:cubicBezTo>
                  <a:cubicBezTo>
                    <a:pt x="1959" y="20100"/>
                    <a:pt x="2035" y="19971"/>
                    <a:pt x="2085" y="19971"/>
                  </a:cubicBezTo>
                  <a:cubicBezTo>
                    <a:pt x="2090" y="19971"/>
                    <a:pt x="2095" y="19972"/>
                    <a:pt x="2100" y="19976"/>
                  </a:cubicBezTo>
                  <a:cubicBezTo>
                    <a:pt x="2102" y="19977"/>
                    <a:pt x="2104" y="19977"/>
                    <a:pt x="2106" y="19977"/>
                  </a:cubicBezTo>
                  <a:cubicBezTo>
                    <a:pt x="2143" y="19977"/>
                    <a:pt x="2164" y="19757"/>
                    <a:pt x="2133" y="19611"/>
                  </a:cubicBezTo>
                  <a:lnTo>
                    <a:pt x="2133" y="19611"/>
                  </a:lnTo>
                  <a:cubicBezTo>
                    <a:pt x="2141" y="19618"/>
                    <a:pt x="2149" y="19621"/>
                    <a:pt x="2158" y="19621"/>
                  </a:cubicBezTo>
                  <a:cubicBezTo>
                    <a:pt x="2188" y="19621"/>
                    <a:pt x="2218" y="19576"/>
                    <a:pt x="2262" y="19505"/>
                  </a:cubicBezTo>
                  <a:cubicBezTo>
                    <a:pt x="2320" y="19408"/>
                    <a:pt x="2336" y="19380"/>
                    <a:pt x="2356" y="19380"/>
                  </a:cubicBezTo>
                  <a:cubicBezTo>
                    <a:pt x="2364" y="19380"/>
                    <a:pt x="2372" y="19385"/>
                    <a:pt x="2384" y="19392"/>
                  </a:cubicBezTo>
                  <a:cubicBezTo>
                    <a:pt x="2413" y="19436"/>
                    <a:pt x="2429" y="19460"/>
                    <a:pt x="2435" y="19460"/>
                  </a:cubicBezTo>
                  <a:cubicBezTo>
                    <a:pt x="2442" y="19460"/>
                    <a:pt x="2434" y="19424"/>
                    <a:pt x="2416" y="19343"/>
                  </a:cubicBezTo>
                  <a:cubicBezTo>
                    <a:pt x="2370" y="19264"/>
                    <a:pt x="2437" y="19174"/>
                    <a:pt x="2516" y="19174"/>
                  </a:cubicBezTo>
                  <a:cubicBezTo>
                    <a:pt x="2534" y="19174"/>
                    <a:pt x="2552" y="19179"/>
                    <a:pt x="2571" y="19189"/>
                  </a:cubicBezTo>
                  <a:cubicBezTo>
                    <a:pt x="2579" y="19193"/>
                    <a:pt x="2587" y="19195"/>
                    <a:pt x="2594" y="19195"/>
                  </a:cubicBezTo>
                  <a:cubicBezTo>
                    <a:pt x="2629" y="19195"/>
                    <a:pt x="2653" y="19149"/>
                    <a:pt x="2700" y="19076"/>
                  </a:cubicBezTo>
                  <a:cubicBezTo>
                    <a:pt x="2684" y="19003"/>
                    <a:pt x="2741" y="18914"/>
                    <a:pt x="2798" y="18816"/>
                  </a:cubicBezTo>
                  <a:cubicBezTo>
                    <a:pt x="2879" y="18678"/>
                    <a:pt x="2879" y="18678"/>
                    <a:pt x="2789" y="18622"/>
                  </a:cubicBezTo>
                  <a:cubicBezTo>
                    <a:pt x="2692" y="18573"/>
                    <a:pt x="2725" y="18524"/>
                    <a:pt x="2781" y="18427"/>
                  </a:cubicBezTo>
                  <a:cubicBezTo>
                    <a:pt x="2801" y="18394"/>
                    <a:pt x="2826" y="18356"/>
                    <a:pt x="2857" y="18356"/>
                  </a:cubicBezTo>
                  <a:cubicBezTo>
                    <a:pt x="2864" y="18356"/>
                    <a:pt x="2871" y="18358"/>
                    <a:pt x="2879" y="18362"/>
                  </a:cubicBezTo>
                  <a:cubicBezTo>
                    <a:pt x="2919" y="18354"/>
                    <a:pt x="2952" y="18330"/>
                    <a:pt x="2984" y="18297"/>
                  </a:cubicBezTo>
                  <a:cubicBezTo>
                    <a:pt x="3004" y="18264"/>
                    <a:pt x="3029" y="18226"/>
                    <a:pt x="3060" y="18226"/>
                  </a:cubicBezTo>
                  <a:cubicBezTo>
                    <a:pt x="3067" y="18226"/>
                    <a:pt x="3074" y="18228"/>
                    <a:pt x="3081" y="18233"/>
                  </a:cubicBezTo>
                  <a:cubicBezTo>
                    <a:pt x="3138" y="18216"/>
                    <a:pt x="3187" y="18176"/>
                    <a:pt x="3211" y="18127"/>
                  </a:cubicBezTo>
                  <a:cubicBezTo>
                    <a:pt x="3261" y="18041"/>
                    <a:pt x="3312" y="17961"/>
                    <a:pt x="3351" y="17961"/>
                  </a:cubicBezTo>
                  <a:cubicBezTo>
                    <a:pt x="3356" y="17961"/>
                    <a:pt x="3361" y="17962"/>
                    <a:pt x="3365" y="17965"/>
                  </a:cubicBezTo>
                  <a:cubicBezTo>
                    <a:pt x="3398" y="17916"/>
                    <a:pt x="3398" y="17916"/>
                    <a:pt x="3349" y="17892"/>
                  </a:cubicBezTo>
                  <a:cubicBezTo>
                    <a:pt x="3308" y="17868"/>
                    <a:pt x="3284" y="17795"/>
                    <a:pt x="3446" y="17633"/>
                  </a:cubicBezTo>
                  <a:cubicBezTo>
                    <a:pt x="3503" y="17543"/>
                    <a:pt x="3584" y="17406"/>
                    <a:pt x="3535" y="17373"/>
                  </a:cubicBezTo>
                  <a:cubicBezTo>
                    <a:pt x="3554" y="17350"/>
                    <a:pt x="3562" y="17340"/>
                    <a:pt x="3572" y="17340"/>
                  </a:cubicBezTo>
                  <a:cubicBezTo>
                    <a:pt x="3581" y="17340"/>
                    <a:pt x="3591" y="17346"/>
                    <a:pt x="3608" y="17357"/>
                  </a:cubicBezTo>
                  <a:cubicBezTo>
                    <a:pt x="3626" y="17368"/>
                    <a:pt x="3642" y="17373"/>
                    <a:pt x="3657" y="17373"/>
                  </a:cubicBezTo>
                  <a:cubicBezTo>
                    <a:pt x="3716" y="17373"/>
                    <a:pt x="3748" y="17288"/>
                    <a:pt x="3722" y="17170"/>
                  </a:cubicBezTo>
                  <a:cubicBezTo>
                    <a:pt x="3673" y="17146"/>
                    <a:pt x="3706" y="17097"/>
                    <a:pt x="3779" y="17081"/>
                  </a:cubicBezTo>
                  <a:cubicBezTo>
                    <a:pt x="3795" y="17041"/>
                    <a:pt x="3795" y="17000"/>
                    <a:pt x="3787" y="16960"/>
                  </a:cubicBezTo>
                  <a:cubicBezTo>
                    <a:pt x="3770" y="16887"/>
                    <a:pt x="3770" y="16887"/>
                    <a:pt x="3868" y="16822"/>
                  </a:cubicBezTo>
                  <a:cubicBezTo>
                    <a:pt x="3878" y="16827"/>
                    <a:pt x="3887" y="16829"/>
                    <a:pt x="3895" y="16829"/>
                  </a:cubicBezTo>
                  <a:cubicBezTo>
                    <a:pt x="3927" y="16829"/>
                    <a:pt x="3947" y="16796"/>
                    <a:pt x="3973" y="16757"/>
                  </a:cubicBezTo>
                  <a:cubicBezTo>
                    <a:pt x="3981" y="16635"/>
                    <a:pt x="4289" y="16125"/>
                    <a:pt x="4362" y="16108"/>
                  </a:cubicBezTo>
                  <a:cubicBezTo>
                    <a:pt x="4346" y="16035"/>
                    <a:pt x="4346" y="16035"/>
                    <a:pt x="4370" y="15987"/>
                  </a:cubicBezTo>
                  <a:cubicBezTo>
                    <a:pt x="4377" y="15987"/>
                    <a:pt x="4383" y="15987"/>
                    <a:pt x="4388" y="15987"/>
                  </a:cubicBezTo>
                  <a:cubicBezTo>
                    <a:pt x="4490" y="15987"/>
                    <a:pt x="4471" y="15919"/>
                    <a:pt x="4379" y="15873"/>
                  </a:cubicBezTo>
                  <a:lnTo>
                    <a:pt x="4354" y="15914"/>
                  </a:lnTo>
                  <a:lnTo>
                    <a:pt x="4322" y="15962"/>
                  </a:lnTo>
                  <a:cubicBezTo>
                    <a:pt x="4252" y="15918"/>
                    <a:pt x="4291" y="15824"/>
                    <a:pt x="4374" y="15824"/>
                  </a:cubicBezTo>
                  <a:cubicBezTo>
                    <a:pt x="4397" y="15824"/>
                    <a:pt x="4423" y="15831"/>
                    <a:pt x="4452" y="15849"/>
                  </a:cubicBezTo>
                  <a:cubicBezTo>
                    <a:pt x="4479" y="15851"/>
                    <a:pt x="4500" y="15852"/>
                    <a:pt x="4516" y="15852"/>
                  </a:cubicBezTo>
                  <a:cubicBezTo>
                    <a:pt x="4570" y="15852"/>
                    <a:pt x="4559" y="15835"/>
                    <a:pt x="4508" y="15760"/>
                  </a:cubicBezTo>
                  <a:cubicBezTo>
                    <a:pt x="4449" y="15663"/>
                    <a:pt x="4471" y="15621"/>
                    <a:pt x="4563" y="15621"/>
                  </a:cubicBezTo>
                  <a:cubicBezTo>
                    <a:pt x="4571" y="15621"/>
                    <a:pt x="4580" y="15621"/>
                    <a:pt x="4589" y="15622"/>
                  </a:cubicBezTo>
                  <a:cubicBezTo>
                    <a:pt x="4630" y="15642"/>
                    <a:pt x="4653" y="15654"/>
                    <a:pt x="4663" y="15654"/>
                  </a:cubicBezTo>
                  <a:cubicBezTo>
                    <a:pt x="4676" y="15654"/>
                    <a:pt x="4660" y="15630"/>
                    <a:pt x="4622" y="15573"/>
                  </a:cubicBezTo>
                  <a:cubicBezTo>
                    <a:pt x="4520" y="15414"/>
                    <a:pt x="4523" y="15281"/>
                    <a:pt x="4615" y="15281"/>
                  </a:cubicBezTo>
                  <a:cubicBezTo>
                    <a:pt x="4640" y="15281"/>
                    <a:pt x="4672" y="15291"/>
                    <a:pt x="4711" y="15314"/>
                  </a:cubicBezTo>
                  <a:cubicBezTo>
                    <a:pt x="4754" y="15339"/>
                    <a:pt x="4793" y="15350"/>
                    <a:pt x="4824" y="15350"/>
                  </a:cubicBezTo>
                  <a:cubicBezTo>
                    <a:pt x="4863" y="15350"/>
                    <a:pt x="4892" y="15333"/>
                    <a:pt x="4906" y="15306"/>
                  </a:cubicBezTo>
                  <a:cubicBezTo>
                    <a:pt x="4930" y="15257"/>
                    <a:pt x="4889" y="15233"/>
                    <a:pt x="4841" y="15200"/>
                  </a:cubicBezTo>
                  <a:cubicBezTo>
                    <a:pt x="4727" y="15192"/>
                    <a:pt x="4752" y="15152"/>
                    <a:pt x="4897" y="15111"/>
                  </a:cubicBezTo>
                  <a:cubicBezTo>
                    <a:pt x="5116" y="15054"/>
                    <a:pt x="5173" y="14965"/>
                    <a:pt x="5165" y="14771"/>
                  </a:cubicBezTo>
                  <a:cubicBezTo>
                    <a:pt x="5181" y="14608"/>
                    <a:pt x="5223" y="14492"/>
                    <a:pt x="5251" y="14492"/>
                  </a:cubicBezTo>
                  <a:cubicBezTo>
                    <a:pt x="5265" y="14492"/>
                    <a:pt x="5276" y="14520"/>
                    <a:pt x="5279" y="14584"/>
                  </a:cubicBezTo>
                  <a:cubicBezTo>
                    <a:pt x="5295" y="14660"/>
                    <a:pt x="5304" y="14697"/>
                    <a:pt x="5309" y="14697"/>
                  </a:cubicBezTo>
                  <a:cubicBezTo>
                    <a:pt x="5313" y="14697"/>
                    <a:pt x="5315" y="14666"/>
                    <a:pt x="5319" y="14608"/>
                  </a:cubicBezTo>
                  <a:lnTo>
                    <a:pt x="5465" y="14381"/>
                  </a:lnTo>
                  <a:cubicBezTo>
                    <a:pt x="5489" y="14333"/>
                    <a:pt x="5473" y="14268"/>
                    <a:pt x="5424" y="14235"/>
                  </a:cubicBezTo>
                  <a:cubicBezTo>
                    <a:pt x="5546" y="14235"/>
                    <a:pt x="5643" y="14179"/>
                    <a:pt x="5611" y="14025"/>
                  </a:cubicBezTo>
                  <a:lnTo>
                    <a:pt x="5668" y="13935"/>
                  </a:lnTo>
                  <a:cubicBezTo>
                    <a:pt x="5692" y="13887"/>
                    <a:pt x="5692" y="13887"/>
                    <a:pt x="5684" y="13798"/>
                  </a:cubicBezTo>
                  <a:cubicBezTo>
                    <a:pt x="5684" y="13708"/>
                    <a:pt x="5749" y="13700"/>
                    <a:pt x="5806" y="13700"/>
                  </a:cubicBezTo>
                  <a:cubicBezTo>
                    <a:pt x="5830" y="13704"/>
                    <a:pt x="5855" y="13709"/>
                    <a:pt x="5873" y="13709"/>
                  </a:cubicBezTo>
                  <a:cubicBezTo>
                    <a:pt x="5896" y="13709"/>
                    <a:pt x="5909" y="13700"/>
                    <a:pt x="5895" y="13668"/>
                  </a:cubicBezTo>
                  <a:cubicBezTo>
                    <a:pt x="5862" y="13611"/>
                    <a:pt x="5887" y="13457"/>
                    <a:pt x="5895" y="13344"/>
                  </a:cubicBezTo>
                  <a:cubicBezTo>
                    <a:pt x="5899" y="13290"/>
                    <a:pt x="5913" y="13263"/>
                    <a:pt x="5927" y="13263"/>
                  </a:cubicBezTo>
                  <a:cubicBezTo>
                    <a:pt x="5942" y="13263"/>
                    <a:pt x="5956" y="13296"/>
                    <a:pt x="5951" y="13360"/>
                  </a:cubicBezTo>
                  <a:cubicBezTo>
                    <a:pt x="5968" y="13403"/>
                    <a:pt x="5973" y="13417"/>
                    <a:pt x="5997" y="13417"/>
                  </a:cubicBezTo>
                  <a:cubicBezTo>
                    <a:pt x="6008" y="13417"/>
                    <a:pt x="6024" y="13414"/>
                    <a:pt x="6049" y="13408"/>
                  </a:cubicBezTo>
                  <a:cubicBezTo>
                    <a:pt x="6073" y="13368"/>
                    <a:pt x="6089" y="13335"/>
                    <a:pt x="6106" y="13295"/>
                  </a:cubicBezTo>
                  <a:cubicBezTo>
                    <a:pt x="6122" y="13295"/>
                    <a:pt x="6130" y="13287"/>
                    <a:pt x="6122" y="13254"/>
                  </a:cubicBezTo>
                  <a:cubicBezTo>
                    <a:pt x="6119" y="13244"/>
                    <a:pt x="6123" y="13239"/>
                    <a:pt x="6132" y="13239"/>
                  </a:cubicBezTo>
                  <a:cubicBezTo>
                    <a:pt x="6182" y="13239"/>
                    <a:pt x="6395" y="13405"/>
                    <a:pt x="6430" y="13481"/>
                  </a:cubicBezTo>
                  <a:lnTo>
                    <a:pt x="6519" y="13546"/>
                  </a:lnTo>
                  <a:cubicBezTo>
                    <a:pt x="6560" y="13579"/>
                    <a:pt x="6616" y="13554"/>
                    <a:pt x="6665" y="13587"/>
                  </a:cubicBezTo>
                  <a:cubicBezTo>
                    <a:pt x="6686" y="13603"/>
                    <a:pt x="6710" y="13611"/>
                    <a:pt x="6736" y="13611"/>
                  </a:cubicBezTo>
                  <a:cubicBezTo>
                    <a:pt x="6750" y="13611"/>
                    <a:pt x="6764" y="13609"/>
                    <a:pt x="6778" y="13603"/>
                  </a:cubicBezTo>
                  <a:cubicBezTo>
                    <a:pt x="6827" y="13644"/>
                    <a:pt x="6876" y="13676"/>
                    <a:pt x="6843" y="13725"/>
                  </a:cubicBezTo>
                  <a:cubicBezTo>
                    <a:pt x="6883" y="13702"/>
                    <a:pt x="6908" y="13688"/>
                    <a:pt x="6923" y="13688"/>
                  </a:cubicBezTo>
                  <a:cubicBezTo>
                    <a:pt x="6945" y="13688"/>
                    <a:pt x="6945" y="13717"/>
                    <a:pt x="6941" y="13789"/>
                  </a:cubicBezTo>
                  <a:cubicBezTo>
                    <a:pt x="6905" y="13839"/>
                    <a:pt x="6889" y="13861"/>
                    <a:pt x="6900" y="13861"/>
                  </a:cubicBezTo>
                  <a:cubicBezTo>
                    <a:pt x="6908" y="13861"/>
                    <a:pt x="6934" y="13847"/>
                    <a:pt x="6981" y="13822"/>
                  </a:cubicBezTo>
                  <a:cubicBezTo>
                    <a:pt x="6999" y="13820"/>
                    <a:pt x="7013" y="13818"/>
                    <a:pt x="7024" y="13818"/>
                  </a:cubicBezTo>
                  <a:cubicBezTo>
                    <a:pt x="7055" y="13818"/>
                    <a:pt x="7058" y="13832"/>
                    <a:pt x="7070" y="13887"/>
                  </a:cubicBezTo>
                  <a:cubicBezTo>
                    <a:pt x="7048" y="13914"/>
                    <a:pt x="7060" y="13938"/>
                    <a:pt x="7080" y="13938"/>
                  </a:cubicBezTo>
                  <a:cubicBezTo>
                    <a:pt x="7089" y="13938"/>
                    <a:pt x="7100" y="13932"/>
                    <a:pt x="7111" y="13919"/>
                  </a:cubicBezTo>
                  <a:cubicBezTo>
                    <a:pt x="7140" y="13906"/>
                    <a:pt x="7172" y="13900"/>
                    <a:pt x="7204" y="13900"/>
                  </a:cubicBezTo>
                  <a:cubicBezTo>
                    <a:pt x="7288" y="13900"/>
                    <a:pt x="7361" y="13943"/>
                    <a:pt x="7314" y="14008"/>
                  </a:cubicBezTo>
                  <a:cubicBezTo>
                    <a:pt x="7343" y="14020"/>
                    <a:pt x="7373" y="14028"/>
                    <a:pt x="7403" y="14028"/>
                  </a:cubicBezTo>
                  <a:cubicBezTo>
                    <a:pt x="7413" y="14028"/>
                    <a:pt x="7424" y="14027"/>
                    <a:pt x="7435" y="14025"/>
                  </a:cubicBezTo>
                  <a:cubicBezTo>
                    <a:pt x="7481" y="14003"/>
                    <a:pt x="7507" y="13991"/>
                    <a:pt x="7516" y="13991"/>
                  </a:cubicBezTo>
                  <a:cubicBezTo>
                    <a:pt x="7528" y="13991"/>
                    <a:pt x="7512" y="14011"/>
                    <a:pt x="7476" y="14057"/>
                  </a:cubicBezTo>
                  <a:cubicBezTo>
                    <a:pt x="7465" y="14140"/>
                    <a:pt x="7480" y="14181"/>
                    <a:pt x="7524" y="14181"/>
                  </a:cubicBezTo>
                  <a:cubicBezTo>
                    <a:pt x="7545" y="14181"/>
                    <a:pt x="7572" y="14172"/>
                    <a:pt x="7605" y="14154"/>
                  </a:cubicBezTo>
                  <a:cubicBezTo>
                    <a:pt x="7611" y="14154"/>
                    <a:pt x="7615" y="14153"/>
                    <a:pt x="7620" y="14153"/>
                  </a:cubicBezTo>
                  <a:cubicBezTo>
                    <a:pt x="7661" y="14153"/>
                    <a:pt x="7687" y="14183"/>
                    <a:pt x="7695" y="14219"/>
                  </a:cubicBezTo>
                  <a:cubicBezTo>
                    <a:pt x="7741" y="14305"/>
                    <a:pt x="7900" y="14476"/>
                    <a:pt x="7970" y="14476"/>
                  </a:cubicBezTo>
                  <a:cubicBezTo>
                    <a:pt x="7987" y="14476"/>
                    <a:pt x="7998" y="14467"/>
                    <a:pt x="8003" y="14446"/>
                  </a:cubicBezTo>
                  <a:lnTo>
                    <a:pt x="8084" y="14511"/>
                  </a:lnTo>
                  <a:cubicBezTo>
                    <a:pt x="8131" y="14600"/>
                    <a:pt x="8168" y="14637"/>
                    <a:pt x="8226" y="14637"/>
                  </a:cubicBezTo>
                  <a:cubicBezTo>
                    <a:pt x="8237" y="14637"/>
                    <a:pt x="8249" y="14635"/>
                    <a:pt x="8262" y="14633"/>
                  </a:cubicBezTo>
                  <a:lnTo>
                    <a:pt x="8335" y="14625"/>
                  </a:lnTo>
                  <a:lnTo>
                    <a:pt x="8335" y="14625"/>
                  </a:lnTo>
                  <a:cubicBezTo>
                    <a:pt x="8303" y="14673"/>
                    <a:pt x="8311" y="14738"/>
                    <a:pt x="8359" y="14779"/>
                  </a:cubicBezTo>
                  <a:cubicBezTo>
                    <a:pt x="8377" y="14789"/>
                    <a:pt x="8387" y="14795"/>
                    <a:pt x="8395" y="14795"/>
                  </a:cubicBezTo>
                  <a:cubicBezTo>
                    <a:pt x="8406" y="14795"/>
                    <a:pt x="8414" y="14785"/>
                    <a:pt x="8432" y="14762"/>
                  </a:cubicBezTo>
                  <a:cubicBezTo>
                    <a:pt x="8429" y="14730"/>
                    <a:pt x="8435" y="14718"/>
                    <a:pt x="8446" y="14718"/>
                  </a:cubicBezTo>
                  <a:cubicBezTo>
                    <a:pt x="8460" y="14718"/>
                    <a:pt x="8483" y="14736"/>
                    <a:pt x="8505" y="14754"/>
                  </a:cubicBezTo>
                  <a:cubicBezTo>
                    <a:pt x="8554" y="14795"/>
                    <a:pt x="8562" y="14852"/>
                    <a:pt x="8530" y="14900"/>
                  </a:cubicBezTo>
                  <a:lnTo>
                    <a:pt x="8578" y="14933"/>
                  </a:lnTo>
                  <a:cubicBezTo>
                    <a:pt x="8604" y="14896"/>
                    <a:pt x="8628" y="14883"/>
                    <a:pt x="8644" y="14883"/>
                  </a:cubicBezTo>
                  <a:cubicBezTo>
                    <a:pt x="8663" y="14883"/>
                    <a:pt x="8669" y="14902"/>
                    <a:pt x="8651" y="14925"/>
                  </a:cubicBezTo>
                  <a:cubicBezTo>
                    <a:pt x="8659" y="14981"/>
                    <a:pt x="8700" y="15038"/>
                    <a:pt x="8749" y="15062"/>
                  </a:cubicBezTo>
                  <a:cubicBezTo>
                    <a:pt x="8756" y="15053"/>
                    <a:pt x="8762" y="15050"/>
                    <a:pt x="8767" y="15050"/>
                  </a:cubicBezTo>
                  <a:cubicBezTo>
                    <a:pt x="8778" y="15050"/>
                    <a:pt x="8780" y="15071"/>
                    <a:pt x="8767" y="15071"/>
                  </a:cubicBezTo>
                  <a:cubicBezTo>
                    <a:pt x="8762" y="15071"/>
                    <a:pt x="8756" y="15069"/>
                    <a:pt x="8749" y="15062"/>
                  </a:cubicBezTo>
                  <a:lnTo>
                    <a:pt x="8716" y="15103"/>
                  </a:lnTo>
                  <a:cubicBezTo>
                    <a:pt x="8723" y="15135"/>
                    <a:pt x="8732" y="15147"/>
                    <a:pt x="8742" y="15147"/>
                  </a:cubicBezTo>
                  <a:cubicBezTo>
                    <a:pt x="8757" y="15147"/>
                    <a:pt x="8775" y="15119"/>
                    <a:pt x="8789" y="15095"/>
                  </a:cubicBezTo>
                  <a:lnTo>
                    <a:pt x="8878" y="15160"/>
                  </a:lnTo>
                  <a:cubicBezTo>
                    <a:pt x="8901" y="15178"/>
                    <a:pt x="8926" y="15196"/>
                    <a:pt x="8941" y="15196"/>
                  </a:cubicBezTo>
                  <a:cubicBezTo>
                    <a:pt x="8953" y="15196"/>
                    <a:pt x="8959" y="15184"/>
                    <a:pt x="8951" y="15152"/>
                  </a:cubicBezTo>
                  <a:cubicBezTo>
                    <a:pt x="8976" y="15120"/>
                    <a:pt x="9001" y="15084"/>
                    <a:pt x="9030" y="15084"/>
                  </a:cubicBezTo>
                  <a:cubicBezTo>
                    <a:pt x="9039" y="15084"/>
                    <a:pt x="9047" y="15087"/>
                    <a:pt x="9057" y="15095"/>
                  </a:cubicBezTo>
                  <a:cubicBezTo>
                    <a:pt x="9064" y="15086"/>
                    <a:pt x="9071" y="15082"/>
                    <a:pt x="9076" y="15082"/>
                  </a:cubicBezTo>
                  <a:cubicBezTo>
                    <a:pt x="9089" y="15082"/>
                    <a:pt x="9093" y="15103"/>
                    <a:pt x="9078" y="15103"/>
                  </a:cubicBezTo>
                  <a:cubicBezTo>
                    <a:pt x="9073" y="15103"/>
                    <a:pt x="9066" y="15101"/>
                    <a:pt x="9057" y="15095"/>
                  </a:cubicBezTo>
                  <a:cubicBezTo>
                    <a:pt x="9032" y="15143"/>
                    <a:pt x="9000" y="15184"/>
                    <a:pt x="9041" y="15216"/>
                  </a:cubicBezTo>
                  <a:cubicBezTo>
                    <a:pt x="9065" y="15233"/>
                    <a:pt x="9073" y="15265"/>
                    <a:pt x="9049" y="15289"/>
                  </a:cubicBezTo>
                  <a:cubicBezTo>
                    <a:pt x="8948" y="15344"/>
                    <a:pt x="9135" y="15420"/>
                    <a:pt x="9216" y="15420"/>
                  </a:cubicBezTo>
                  <a:cubicBezTo>
                    <a:pt x="9220" y="15420"/>
                    <a:pt x="9224" y="15420"/>
                    <a:pt x="9227" y="15419"/>
                  </a:cubicBezTo>
                  <a:cubicBezTo>
                    <a:pt x="9258" y="15414"/>
                    <a:pt x="9285" y="15411"/>
                    <a:pt x="9307" y="15411"/>
                  </a:cubicBezTo>
                  <a:cubicBezTo>
                    <a:pt x="9389" y="15411"/>
                    <a:pt x="9408" y="15446"/>
                    <a:pt x="9357" y="15516"/>
                  </a:cubicBezTo>
                  <a:cubicBezTo>
                    <a:pt x="9329" y="15551"/>
                    <a:pt x="9342" y="15568"/>
                    <a:pt x="9376" y="15568"/>
                  </a:cubicBezTo>
                  <a:cubicBezTo>
                    <a:pt x="9422" y="15568"/>
                    <a:pt x="9506" y="15539"/>
                    <a:pt x="9584" y="15484"/>
                  </a:cubicBezTo>
                  <a:lnTo>
                    <a:pt x="9722" y="15387"/>
                  </a:lnTo>
                  <a:lnTo>
                    <a:pt x="9722" y="15387"/>
                  </a:lnTo>
                  <a:lnTo>
                    <a:pt x="9624" y="15516"/>
                  </a:lnTo>
                  <a:cubicBezTo>
                    <a:pt x="9543" y="15719"/>
                    <a:pt x="9543" y="15719"/>
                    <a:pt x="9738" y="15727"/>
                  </a:cubicBezTo>
                  <a:cubicBezTo>
                    <a:pt x="9851" y="15752"/>
                    <a:pt x="9851" y="15752"/>
                    <a:pt x="9819" y="15792"/>
                  </a:cubicBezTo>
                  <a:cubicBezTo>
                    <a:pt x="9786" y="15833"/>
                    <a:pt x="9835" y="15865"/>
                    <a:pt x="9965" y="15962"/>
                  </a:cubicBezTo>
                  <a:cubicBezTo>
                    <a:pt x="10054" y="16030"/>
                    <a:pt x="10101" y="16066"/>
                    <a:pt x="10133" y="16066"/>
                  </a:cubicBezTo>
                  <a:cubicBezTo>
                    <a:pt x="10147" y="16066"/>
                    <a:pt x="10157" y="16059"/>
                    <a:pt x="10168" y="16043"/>
                  </a:cubicBezTo>
                  <a:lnTo>
                    <a:pt x="10257" y="16108"/>
                  </a:lnTo>
                  <a:cubicBezTo>
                    <a:pt x="10243" y="16174"/>
                    <a:pt x="10273" y="16209"/>
                    <a:pt x="10306" y="16209"/>
                  </a:cubicBezTo>
                  <a:cubicBezTo>
                    <a:pt x="10333" y="16209"/>
                    <a:pt x="10363" y="16185"/>
                    <a:pt x="10370" y="16133"/>
                  </a:cubicBezTo>
                  <a:lnTo>
                    <a:pt x="10459" y="16197"/>
                  </a:lnTo>
                  <a:lnTo>
                    <a:pt x="10427" y="16238"/>
                  </a:lnTo>
                  <a:cubicBezTo>
                    <a:pt x="10395" y="16279"/>
                    <a:pt x="10484" y="16343"/>
                    <a:pt x="10832" y="16603"/>
                  </a:cubicBezTo>
                  <a:cubicBezTo>
                    <a:pt x="11104" y="16801"/>
                    <a:pt x="11206" y="16877"/>
                    <a:pt x="11265" y="16877"/>
                  </a:cubicBezTo>
                  <a:cubicBezTo>
                    <a:pt x="11290" y="16877"/>
                    <a:pt x="11307" y="16862"/>
                    <a:pt x="11327" y="16838"/>
                  </a:cubicBezTo>
                  <a:cubicBezTo>
                    <a:pt x="11363" y="16819"/>
                    <a:pt x="11392" y="16810"/>
                    <a:pt x="11412" y="16810"/>
                  </a:cubicBezTo>
                  <a:cubicBezTo>
                    <a:pt x="11452" y="16810"/>
                    <a:pt x="11459" y="16844"/>
                    <a:pt x="11416" y="16903"/>
                  </a:cubicBezTo>
                  <a:cubicBezTo>
                    <a:pt x="11390" y="16935"/>
                    <a:pt x="11390" y="16988"/>
                    <a:pt x="11407" y="16988"/>
                  </a:cubicBezTo>
                  <a:cubicBezTo>
                    <a:pt x="11412" y="16988"/>
                    <a:pt x="11418" y="16984"/>
                    <a:pt x="11424" y="16976"/>
                  </a:cubicBezTo>
                  <a:cubicBezTo>
                    <a:pt x="11473" y="17008"/>
                    <a:pt x="11505" y="17057"/>
                    <a:pt x="11522" y="17114"/>
                  </a:cubicBezTo>
                  <a:cubicBezTo>
                    <a:pt x="11569" y="17231"/>
                    <a:pt x="11617" y="17267"/>
                    <a:pt x="11654" y="17267"/>
                  </a:cubicBezTo>
                  <a:cubicBezTo>
                    <a:pt x="11673" y="17267"/>
                    <a:pt x="11689" y="17257"/>
                    <a:pt x="11700" y="17243"/>
                  </a:cubicBezTo>
                  <a:cubicBezTo>
                    <a:pt x="11706" y="17198"/>
                    <a:pt x="11712" y="17181"/>
                    <a:pt x="11718" y="17181"/>
                  </a:cubicBezTo>
                  <a:cubicBezTo>
                    <a:pt x="11727" y="17181"/>
                    <a:pt x="11735" y="17230"/>
                    <a:pt x="11740" y="17276"/>
                  </a:cubicBezTo>
                  <a:cubicBezTo>
                    <a:pt x="11753" y="17334"/>
                    <a:pt x="11761" y="17393"/>
                    <a:pt x="11781" y="17393"/>
                  </a:cubicBezTo>
                  <a:cubicBezTo>
                    <a:pt x="11785" y="17393"/>
                    <a:pt x="11791" y="17389"/>
                    <a:pt x="11797" y="17381"/>
                  </a:cubicBezTo>
                  <a:cubicBezTo>
                    <a:pt x="11799" y="17381"/>
                    <a:pt x="11801" y="17381"/>
                    <a:pt x="11804" y="17381"/>
                  </a:cubicBezTo>
                  <a:cubicBezTo>
                    <a:pt x="11886" y="17381"/>
                    <a:pt x="12160" y="17521"/>
                    <a:pt x="12097" y="17608"/>
                  </a:cubicBezTo>
                  <a:lnTo>
                    <a:pt x="12186" y="17673"/>
                  </a:lnTo>
                  <a:cubicBezTo>
                    <a:pt x="12194" y="17661"/>
                    <a:pt x="12206" y="17656"/>
                    <a:pt x="12219" y="17656"/>
                  </a:cubicBezTo>
                  <a:cubicBezTo>
                    <a:pt x="12262" y="17656"/>
                    <a:pt x="12328" y="17705"/>
                    <a:pt x="12389" y="17754"/>
                  </a:cubicBezTo>
                  <a:cubicBezTo>
                    <a:pt x="12478" y="17819"/>
                    <a:pt x="12519" y="17851"/>
                    <a:pt x="12494" y="17892"/>
                  </a:cubicBezTo>
                  <a:cubicBezTo>
                    <a:pt x="12413" y="17900"/>
                    <a:pt x="12462" y="17941"/>
                    <a:pt x="12576" y="17957"/>
                  </a:cubicBezTo>
                  <a:cubicBezTo>
                    <a:pt x="12589" y="17966"/>
                    <a:pt x="12607" y="17969"/>
                    <a:pt x="12626" y="17969"/>
                  </a:cubicBezTo>
                  <a:cubicBezTo>
                    <a:pt x="12658" y="17969"/>
                    <a:pt x="12694" y="17961"/>
                    <a:pt x="12724" y="17961"/>
                  </a:cubicBezTo>
                  <a:cubicBezTo>
                    <a:pt x="12743" y="17961"/>
                    <a:pt x="12759" y="17964"/>
                    <a:pt x="12770" y="17973"/>
                  </a:cubicBezTo>
                  <a:cubicBezTo>
                    <a:pt x="12794" y="17944"/>
                    <a:pt x="12828" y="17929"/>
                    <a:pt x="12861" y="17929"/>
                  </a:cubicBezTo>
                  <a:cubicBezTo>
                    <a:pt x="12883" y="17929"/>
                    <a:pt x="12905" y="17936"/>
                    <a:pt x="12924" y="17949"/>
                  </a:cubicBezTo>
                  <a:lnTo>
                    <a:pt x="12892" y="17989"/>
                  </a:lnTo>
                  <a:lnTo>
                    <a:pt x="12827" y="18078"/>
                  </a:lnTo>
                  <a:cubicBezTo>
                    <a:pt x="12853" y="18099"/>
                    <a:pt x="12881" y="18120"/>
                    <a:pt x="12905" y="18120"/>
                  </a:cubicBezTo>
                  <a:cubicBezTo>
                    <a:pt x="12919" y="18120"/>
                    <a:pt x="12931" y="18113"/>
                    <a:pt x="12940" y="18095"/>
                  </a:cubicBezTo>
                  <a:cubicBezTo>
                    <a:pt x="12957" y="18176"/>
                    <a:pt x="12997" y="18200"/>
                    <a:pt x="13086" y="18265"/>
                  </a:cubicBezTo>
                  <a:cubicBezTo>
                    <a:pt x="13170" y="18326"/>
                    <a:pt x="13247" y="18387"/>
                    <a:pt x="13324" y="18387"/>
                  </a:cubicBezTo>
                  <a:cubicBezTo>
                    <a:pt x="13328" y="18387"/>
                    <a:pt x="13333" y="18387"/>
                    <a:pt x="13338" y="18387"/>
                  </a:cubicBezTo>
                  <a:lnTo>
                    <a:pt x="13338" y="18387"/>
                  </a:lnTo>
                  <a:cubicBezTo>
                    <a:pt x="13316" y="18486"/>
                    <a:pt x="13513" y="18648"/>
                    <a:pt x="13633" y="18648"/>
                  </a:cubicBezTo>
                  <a:cubicBezTo>
                    <a:pt x="13650" y="18648"/>
                    <a:pt x="13665" y="18645"/>
                    <a:pt x="13678" y="18638"/>
                  </a:cubicBezTo>
                  <a:cubicBezTo>
                    <a:pt x="13688" y="18626"/>
                    <a:pt x="13699" y="18620"/>
                    <a:pt x="13710" y="18620"/>
                  </a:cubicBezTo>
                  <a:cubicBezTo>
                    <a:pt x="13736" y="18620"/>
                    <a:pt x="13762" y="18652"/>
                    <a:pt x="13767" y="18703"/>
                  </a:cubicBezTo>
                  <a:cubicBezTo>
                    <a:pt x="13779" y="18759"/>
                    <a:pt x="13782" y="18776"/>
                    <a:pt x="13807" y="18776"/>
                  </a:cubicBezTo>
                  <a:cubicBezTo>
                    <a:pt x="13818" y="18776"/>
                    <a:pt x="13834" y="18773"/>
                    <a:pt x="13857" y="18768"/>
                  </a:cubicBezTo>
                  <a:cubicBezTo>
                    <a:pt x="13860" y="18767"/>
                    <a:pt x="13864" y="18767"/>
                    <a:pt x="13867" y="18767"/>
                  </a:cubicBezTo>
                  <a:cubicBezTo>
                    <a:pt x="13930" y="18767"/>
                    <a:pt x="13938" y="18836"/>
                    <a:pt x="13954" y="18905"/>
                  </a:cubicBezTo>
                  <a:cubicBezTo>
                    <a:pt x="13940" y="19008"/>
                    <a:pt x="13967" y="19047"/>
                    <a:pt x="14019" y="19047"/>
                  </a:cubicBezTo>
                  <a:cubicBezTo>
                    <a:pt x="14029" y="19047"/>
                    <a:pt x="14040" y="19046"/>
                    <a:pt x="14051" y="19043"/>
                  </a:cubicBezTo>
                  <a:cubicBezTo>
                    <a:pt x="14140" y="19068"/>
                    <a:pt x="14230" y="19108"/>
                    <a:pt x="14302" y="19165"/>
                  </a:cubicBezTo>
                  <a:cubicBezTo>
                    <a:pt x="14361" y="19178"/>
                    <a:pt x="14403" y="19192"/>
                    <a:pt x="14427" y="19192"/>
                  </a:cubicBezTo>
                  <a:cubicBezTo>
                    <a:pt x="14449" y="19192"/>
                    <a:pt x="14456" y="19180"/>
                    <a:pt x="14448" y="19141"/>
                  </a:cubicBezTo>
                  <a:cubicBezTo>
                    <a:pt x="14481" y="19116"/>
                    <a:pt x="14513" y="19092"/>
                    <a:pt x="14554" y="19092"/>
                  </a:cubicBezTo>
                  <a:cubicBezTo>
                    <a:pt x="14646" y="19104"/>
                    <a:pt x="14650" y="19135"/>
                    <a:pt x="14628" y="19135"/>
                  </a:cubicBezTo>
                  <a:cubicBezTo>
                    <a:pt x="14621" y="19135"/>
                    <a:pt x="14612" y="19132"/>
                    <a:pt x="14602" y="19124"/>
                  </a:cubicBezTo>
                  <a:cubicBezTo>
                    <a:pt x="14576" y="19119"/>
                    <a:pt x="14557" y="19116"/>
                    <a:pt x="14544" y="19116"/>
                  </a:cubicBezTo>
                  <a:cubicBezTo>
                    <a:pt x="14498" y="19116"/>
                    <a:pt x="14525" y="19149"/>
                    <a:pt x="14538" y="19205"/>
                  </a:cubicBezTo>
                  <a:cubicBezTo>
                    <a:pt x="14546" y="19287"/>
                    <a:pt x="14635" y="19343"/>
                    <a:pt x="14675" y="19376"/>
                  </a:cubicBezTo>
                  <a:lnTo>
                    <a:pt x="14854" y="19505"/>
                  </a:lnTo>
                  <a:cubicBezTo>
                    <a:pt x="14926" y="19607"/>
                    <a:pt x="14966" y="19651"/>
                    <a:pt x="14996" y="19651"/>
                  </a:cubicBezTo>
                  <a:cubicBezTo>
                    <a:pt x="15006" y="19651"/>
                    <a:pt x="15016" y="19646"/>
                    <a:pt x="15024" y="19635"/>
                  </a:cubicBezTo>
                  <a:lnTo>
                    <a:pt x="15057" y="19595"/>
                  </a:lnTo>
                  <a:lnTo>
                    <a:pt x="15057" y="19595"/>
                  </a:lnTo>
                  <a:cubicBezTo>
                    <a:pt x="15035" y="19697"/>
                    <a:pt x="15434" y="20004"/>
                    <a:pt x="15561" y="20004"/>
                  </a:cubicBezTo>
                  <a:cubicBezTo>
                    <a:pt x="15575" y="20004"/>
                    <a:pt x="15585" y="20000"/>
                    <a:pt x="15592" y="19992"/>
                  </a:cubicBezTo>
                  <a:lnTo>
                    <a:pt x="15592" y="19992"/>
                  </a:lnTo>
                  <a:lnTo>
                    <a:pt x="15575" y="20041"/>
                  </a:lnTo>
                  <a:cubicBezTo>
                    <a:pt x="15551" y="20089"/>
                    <a:pt x="15600" y="20122"/>
                    <a:pt x="15681" y="20186"/>
                  </a:cubicBezTo>
                  <a:cubicBezTo>
                    <a:pt x="15794" y="20243"/>
                    <a:pt x="15908" y="20300"/>
                    <a:pt x="16013" y="20365"/>
                  </a:cubicBezTo>
                  <a:cubicBezTo>
                    <a:pt x="16132" y="20454"/>
                    <a:pt x="16229" y="20526"/>
                    <a:pt x="16263" y="20526"/>
                  </a:cubicBezTo>
                  <a:cubicBezTo>
                    <a:pt x="16275" y="20526"/>
                    <a:pt x="16279" y="20516"/>
                    <a:pt x="16273" y="20495"/>
                  </a:cubicBezTo>
                  <a:lnTo>
                    <a:pt x="16273" y="20495"/>
                  </a:lnTo>
                  <a:lnTo>
                    <a:pt x="16297" y="20511"/>
                  </a:lnTo>
                  <a:cubicBezTo>
                    <a:pt x="16299" y="20504"/>
                    <a:pt x="16301" y="20500"/>
                    <a:pt x="16303" y="20500"/>
                  </a:cubicBezTo>
                  <a:cubicBezTo>
                    <a:pt x="16307" y="20500"/>
                    <a:pt x="16312" y="20522"/>
                    <a:pt x="16329" y="20568"/>
                  </a:cubicBezTo>
                  <a:cubicBezTo>
                    <a:pt x="16333" y="20630"/>
                    <a:pt x="16339" y="20651"/>
                    <a:pt x="16346" y="20651"/>
                  </a:cubicBezTo>
                  <a:cubicBezTo>
                    <a:pt x="16353" y="20651"/>
                    <a:pt x="16361" y="20625"/>
                    <a:pt x="16370" y="20600"/>
                  </a:cubicBezTo>
                  <a:cubicBezTo>
                    <a:pt x="16378" y="20527"/>
                    <a:pt x="16370" y="20462"/>
                    <a:pt x="16338" y="20397"/>
                  </a:cubicBezTo>
                  <a:cubicBezTo>
                    <a:pt x="16305" y="20316"/>
                    <a:pt x="16321" y="20284"/>
                    <a:pt x="16386" y="20268"/>
                  </a:cubicBezTo>
                  <a:cubicBezTo>
                    <a:pt x="16451" y="20251"/>
                    <a:pt x="16524" y="20049"/>
                    <a:pt x="16524" y="19919"/>
                  </a:cubicBezTo>
                  <a:cubicBezTo>
                    <a:pt x="16536" y="19884"/>
                    <a:pt x="16547" y="19854"/>
                    <a:pt x="16567" y="19854"/>
                  </a:cubicBezTo>
                  <a:cubicBezTo>
                    <a:pt x="16576" y="19854"/>
                    <a:pt x="16585" y="19859"/>
                    <a:pt x="16597" y="19870"/>
                  </a:cubicBezTo>
                  <a:cubicBezTo>
                    <a:pt x="16654" y="19870"/>
                    <a:pt x="16743" y="19781"/>
                    <a:pt x="16686" y="19635"/>
                  </a:cubicBezTo>
                  <a:cubicBezTo>
                    <a:pt x="16696" y="19607"/>
                    <a:pt x="16700" y="19595"/>
                    <a:pt x="16711" y="19595"/>
                  </a:cubicBezTo>
                  <a:cubicBezTo>
                    <a:pt x="16719" y="19595"/>
                    <a:pt x="16731" y="19601"/>
                    <a:pt x="16751" y="19611"/>
                  </a:cubicBezTo>
                  <a:cubicBezTo>
                    <a:pt x="16816" y="19587"/>
                    <a:pt x="16873" y="19595"/>
                    <a:pt x="16792" y="19514"/>
                  </a:cubicBezTo>
                  <a:cubicBezTo>
                    <a:pt x="16783" y="19376"/>
                    <a:pt x="16832" y="19254"/>
                    <a:pt x="16921" y="19157"/>
                  </a:cubicBezTo>
                  <a:cubicBezTo>
                    <a:pt x="16946" y="19108"/>
                    <a:pt x="16962" y="19060"/>
                    <a:pt x="16913" y="19035"/>
                  </a:cubicBezTo>
                  <a:lnTo>
                    <a:pt x="16865" y="19019"/>
                  </a:lnTo>
                  <a:cubicBezTo>
                    <a:pt x="16986" y="19003"/>
                    <a:pt x="16986" y="19003"/>
                    <a:pt x="16905" y="18922"/>
                  </a:cubicBezTo>
                  <a:cubicBezTo>
                    <a:pt x="16863" y="18901"/>
                    <a:pt x="16869" y="18862"/>
                    <a:pt x="16903" y="18862"/>
                  </a:cubicBezTo>
                  <a:cubicBezTo>
                    <a:pt x="16908" y="18862"/>
                    <a:pt x="16915" y="18863"/>
                    <a:pt x="16921" y="18865"/>
                  </a:cubicBezTo>
                  <a:cubicBezTo>
                    <a:pt x="16962" y="18849"/>
                    <a:pt x="16994" y="18824"/>
                    <a:pt x="17010" y="18784"/>
                  </a:cubicBezTo>
                  <a:cubicBezTo>
                    <a:pt x="17051" y="18589"/>
                    <a:pt x="17108" y="18403"/>
                    <a:pt x="17173" y="18216"/>
                  </a:cubicBezTo>
                  <a:cubicBezTo>
                    <a:pt x="17327" y="17811"/>
                    <a:pt x="17383" y="17657"/>
                    <a:pt x="17335" y="17641"/>
                  </a:cubicBezTo>
                  <a:cubicBezTo>
                    <a:pt x="17302" y="17568"/>
                    <a:pt x="17302" y="17568"/>
                    <a:pt x="17375" y="17535"/>
                  </a:cubicBezTo>
                  <a:cubicBezTo>
                    <a:pt x="17424" y="17511"/>
                    <a:pt x="17465" y="17462"/>
                    <a:pt x="17481" y="17406"/>
                  </a:cubicBezTo>
                  <a:cubicBezTo>
                    <a:pt x="17495" y="17363"/>
                    <a:pt x="17515" y="17321"/>
                    <a:pt x="17552" y="17321"/>
                  </a:cubicBezTo>
                  <a:cubicBezTo>
                    <a:pt x="17557" y="17321"/>
                    <a:pt x="17563" y="17322"/>
                    <a:pt x="17570" y="17324"/>
                  </a:cubicBezTo>
                  <a:cubicBezTo>
                    <a:pt x="17537" y="17260"/>
                    <a:pt x="17537" y="17260"/>
                    <a:pt x="17562" y="17203"/>
                  </a:cubicBezTo>
                  <a:lnTo>
                    <a:pt x="17562" y="17203"/>
                  </a:lnTo>
                  <a:cubicBezTo>
                    <a:pt x="17570" y="17207"/>
                    <a:pt x="17578" y="17209"/>
                    <a:pt x="17585" y="17209"/>
                  </a:cubicBezTo>
                  <a:cubicBezTo>
                    <a:pt x="17615" y="17209"/>
                    <a:pt x="17621" y="17166"/>
                    <a:pt x="17594" y="17106"/>
                  </a:cubicBezTo>
                  <a:cubicBezTo>
                    <a:pt x="17551" y="17052"/>
                    <a:pt x="17533" y="17031"/>
                    <a:pt x="17547" y="17031"/>
                  </a:cubicBezTo>
                  <a:cubicBezTo>
                    <a:pt x="17556" y="17031"/>
                    <a:pt x="17579" y="17041"/>
                    <a:pt x="17619" y="17057"/>
                  </a:cubicBezTo>
                  <a:cubicBezTo>
                    <a:pt x="17621" y="17058"/>
                    <a:pt x="17625" y="17058"/>
                    <a:pt x="17628" y="17058"/>
                  </a:cubicBezTo>
                  <a:cubicBezTo>
                    <a:pt x="17673" y="17058"/>
                    <a:pt x="17748" y="16971"/>
                    <a:pt x="17723" y="16971"/>
                  </a:cubicBezTo>
                  <a:cubicBezTo>
                    <a:pt x="17720" y="16971"/>
                    <a:pt x="17715" y="16972"/>
                    <a:pt x="17708" y="16976"/>
                  </a:cubicBezTo>
                  <a:cubicBezTo>
                    <a:pt x="17659" y="16952"/>
                    <a:pt x="17692" y="16854"/>
                    <a:pt x="17667" y="16781"/>
                  </a:cubicBezTo>
                  <a:cubicBezTo>
                    <a:pt x="17681" y="16739"/>
                    <a:pt x="17695" y="16697"/>
                    <a:pt x="17730" y="16697"/>
                  </a:cubicBezTo>
                  <a:cubicBezTo>
                    <a:pt x="17736" y="16697"/>
                    <a:pt x="17742" y="16698"/>
                    <a:pt x="17748" y="16700"/>
                  </a:cubicBezTo>
                  <a:cubicBezTo>
                    <a:pt x="17821" y="16668"/>
                    <a:pt x="17870" y="16400"/>
                    <a:pt x="17837" y="16327"/>
                  </a:cubicBezTo>
                  <a:cubicBezTo>
                    <a:pt x="17796" y="16313"/>
                    <a:pt x="17802" y="16275"/>
                    <a:pt x="17835" y="16275"/>
                  </a:cubicBezTo>
                  <a:cubicBezTo>
                    <a:pt x="17841" y="16275"/>
                    <a:pt x="17847" y="16276"/>
                    <a:pt x="17854" y="16279"/>
                  </a:cubicBezTo>
                  <a:cubicBezTo>
                    <a:pt x="17860" y="16281"/>
                    <a:pt x="17866" y="16282"/>
                    <a:pt x="17872" y="16282"/>
                  </a:cubicBezTo>
                  <a:cubicBezTo>
                    <a:pt x="17909" y="16282"/>
                    <a:pt x="17929" y="16240"/>
                    <a:pt x="17943" y="16197"/>
                  </a:cubicBezTo>
                  <a:cubicBezTo>
                    <a:pt x="17925" y="16162"/>
                    <a:pt x="17934" y="16151"/>
                    <a:pt x="17954" y="16151"/>
                  </a:cubicBezTo>
                  <a:cubicBezTo>
                    <a:pt x="17971" y="16151"/>
                    <a:pt x="17994" y="16158"/>
                    <a:pt x="18016" y="16165"/>
                  </a:cubicBezTo>
                  <a:cubicBezTo>
                    <a:pt x="18024" y="16189"/>
                    <a:pt x="18032" y="16200"/>
                    <a:pt x="18040" y="16200"/>
                  </a:cubicBezTo>
                  <a:cubicBezTo>
                    <a:pt x="18058" y="16200"/>
                    <a:pt x="18078" y="16155"/>
                    <a:pt x="18105" y="16084"/>
                  </a:cubicBezTo>
                  <a:cubicBezTo>
                    <a:pt x="18073" y="16019"/>
                    <a:pt x="18146" y="15816"/>
                    <a:pt x="18202" y="15662"/>
                  </a:cubicBezTo>
                  <a:cubicBezTo>
                    <a:pt x="18300" y="15411"/>
                    <a:pt x="18275" y="15338"/>
                    <a:pt x="18210" y="15200"/>
                  </a:cubicBezTo>
                  <a:lnTo>
                    <a:pt x="18129" y="15119"/>
                  </a:lnTo>
                  <a:lnTo>
                    <a:pt x="18235" y="15152"/>
                  </a:lnTo>
                  <a:cubicBezTo>
                    <a:pt x="18263" y="15161"/>
                    <a:pt x="18295" y="15165"/>
                    <a:pt x="18327" y="15165"/>
                  </a:cubicBezTo>
                  <a:cubicBezTo>
                    <a:pt x="18350" y="15165"/>
                    <a:pt x="18373" y="15163"/>
                    <a:pt x="18397" y="15160"/>
                  </a:cubicBezTo>
                  <a:cubicBezTo>
                    <a:pt x="18421" y="15111"/>
                    <a:pt x="18364" y="15087"/>
                    <a:pt x="18316" y="15071"/>
                  </a:cubicBezTo>
                  <a:cubicBezTo>
                    <a:pt x="18267" y="15054"/>
                    <a:pt x="18291" y="15006"/>
                    <a:pt x="18381" y="14916"/>
                  </a:cubicBezTo>
                  <a:cubicBezTo>
                    <a:pt x="18462" y="14835"/>
                    <a:pt x="18486" y="14787"/>
                    <a:pt x="18454" y="14722"/>
                  </a:cubicBezTo>
                  <a:cubicBezTo>
                    <a:pt x="18470" y="14665"/>
                    <a:pt x="18510" y="14616"/>
                    <a:pt x="18559" y="14584"/>
                  </a:cubicBezTo>
                  <a:cubicBezTo>
                    <a:pt x="18583" y="14535"/>
                    <a:pt x="18583" y="14535"/>
                    <a:pt x="18535" y="14519"/>
                  </a:cubicBezTo>
                  <a:cubicBezTo>
                    <a:pt x="18478" y="14503"/>
                    <a:pt x="18502" y="14446"/>
                    <a:pt x="18567" y="14414"/>
                  </a:cubicBezTo>
                  <a:cubicBezTo>
                    <a:pt x="18689" y="14406"/>
                    <a:pt x="18746" y="14252"/>
                    <a:pt x="18697" y="14235"/>
                  </a:cubicBezTo>
                  <a:cubicBezTo>
                    <a:pt x="18648" y="14219"/>
                    <a:pt x="18664" y="14162"/>
                    <a:pt x="18689" y="14114"/>
                  </a:cubicBezTo>
                  <a:cubicBezTo>
                    <a:pt x="18713" y="14065"/>
                    <a:pt x="18713" y="14000"/>
                    <a:pt x="18697" y="13944"/>
                  </a:cubicBezTo>
                  <a:lnTo>
                    <a:pt x="18729" y="13846"/>
                  </a:lnTo>
                  <a:cubicBezTo>
                    <a:pt x="18735" y="13834"/>
                    <a:pt x="18741" y="13829"/>
                    <a:pt x="18747" y="13829"/>
                  </a:cubicBezTo>
                  <a:cubicBezTo>
                    <a:pt x="18763" y="13829"/>
                    <a:pt x="18774" y="13875"/>
                    <a:pt x="18762" y="13911"/>
                  </a:cubicBezTo>
                  <a:lnTo>
                    <a:pt x="18835" y="13879"/>
                  </a:lnTo>
                  <a:cubicBezTo>
                    <a:pt x="18867" y="13781"/>
                    <a:pt x="18891" y="13733"/>
                    <a:pt x="18859" y="13660"/>
                  </a:cubicBezTo>
                  <a:cubicBezTo>
                    <a:pt x="18811" y="13607"/>
                    <a:pt x="18791" y="13585"/>
                    <a:pt x="18804" y="13585"/>
                  </a:cubicBezTo>
                  <a:cubicBezTo>
                    <a:pt x="18813" y="13585"/>
                    <a:pt x="18836" y="13595"/>
                    <a:pt x="18875" y="13611"/>
                  </a:cubicBezTo>
                  <a:cubicBezTo>
                    <a:pt x="18884" y="13614"/>
                    <a:pt x="18893" y="13615"/>
                    <a:pt x="18902" y="13615"/>
                  </a:cubicBezTo>
                  <a:cubicBezTo>
                    <a:pt x="18946" y="13615"/>
                    <a:pt x="18991" y="13584"/>
                    <a:pt x="18964" y="13530"/>
                  </a:cubicBezTo>
                  <a:cubicBezTo>
                    <a:pt x="18897" y="13456"/>
                    <a:pt x="18937" y="13421"/>
                    <a:pt x="18980" y="13421"/>
                  </a:cubicBezTo>
                  <a:cubicBezTo>
                    <a:pt x="18988" y="13421"/>
                    <a:pt x="18997" y="13422"/>
                    <a:pt x="19005" y="13425"/>
                  </a:cubicBezTo>
                  <a:cubicBezTo>
                    <a:pt x="19036" y="13459"/>
                    <a:pt x="19055" y="13480"/>
                    <a:pt x="19065" y="13480"/>
                  </a:cubicBezTo>
                  <a:cubicBezTo>
                    <a:pt x="19083" y="13480"/>
                    <a:pt x="19077" y="13424"/>
                    <a:pt x="19062" y="13279"/>
                  </a:cubicBezTo>
                  <a:cubicBezTo>
                    <a:pt x="19102" y="13173"/>
                    <a:pt x="19127" y="12954"/>
                    <a:pt x="19183" y="12808"/>
                  </a:cubicBezTo>
                  <a:cubicBezTo>
                    <a:pt x="19264" y="12606"/>
                    <a:pt x="19305" y="12500"/>
                    <a:pt x="19370" y="12468"/>
                  </a:cubicBezTo>
                  <a:cubicBezTo>
                    <a:pt x="19374" y="12470"/>
                    <a:pt x="19377" y="12471"/>
                    <a:pt x="19381" y="12472"/>
                  </a:cubicBezTo>
                  <a:lnTo>
                    <a:pt x="19381" y="12472"/>
                  </a:lnTo>
                  <a:cubicBezTo>
                    <a:pt x="19327" y="12434"/>
                    <a:pt x="19348" y="12379"/>
                    <a:pt x="19402" y="12249"/>
                  </a:cubicBezTo>
                  <a:cubicBezTo>
                    <a:pt x="19483" y="12168"/>
                    <a:pt x="19508" y="12038"/>
                    <a:pt x="19467" y="11933"/>
                  </a:cubicBezTo>
                  <a:lnTo>
                    <a:pt x="19467" y="11933"/>
                  </a:lnTo>
                  <a:cubicBezTo>
                    <a:pt x="19443" y="11981"/>
                    <a:pt x="19427" y="12030"/>
                    <a:pt x="19427" y="12030"/>
                  </a:cubicBezTo>
                  <a:cubicBezTo>
                    <a:pt x="19329" y="11990"/>
                    <a:pt x="19346" y="11941"/>
                    <a:pt x="19435" y="11860"/>
                  </a:cubicBezTo>
                  <a:cubicBezTo>
                    <a:pt x="19442" y="11837"/>
                    <a:pt x="19457" y="11828"/>
                    <a:pt x="19477" y="11828"/>
                  </a:cubicBezTo>
                  <a:cubicBezTo>
                    <a:pt x="19499" y="11828"/>
                    <a:pt x="19526" y="11839"/>
                    <a:pt x="19556" y="11852"/>
                  </a:cubicBezTo>
                  <a:cubicBezTo>
                    <a:pt x="19565" y="11855"/>
                    <a:pt x="19574" y="11856"/>
                    <a:pt x="19583" y="11856"/>
                  </a:cubicBezTo>
                  <a:cubicBezTo>
                    <a:pt x="19627" y="11856"/>
                    <a:pt x="19674" y="11827"/>
                    <a:pt x="19694" y="11787"/>
                  </a:cubicBezTo>
                  <a:cubicBezTo>
                    <a:pt x="19707" y="11748"/>
                    <a:pt x="19720" y="11704"/>
                    <a:pt x="19692" y="11704"/>
                  </a:cubicBezTo>
                  <a:cubicBezTo>
                    <a:pt x="19685" y="11704"/>
                    <a:pt x="19675" y="11707"/>
                    <a:pt x="19662" y="11714"/>
                  </a:cubicBezTo>
                  <a:cubicBezTo>
                    <a:pt x="19613" y="11698"/>
                    <a:pt x="19613" y="11698"/>
                    <a:pt x="19629" y="11649"/>
                  </a:cubicBezTo>
                  <a:cubicBezTo>
                    <a:pt x="19654" y="11592"/>
                    <a:pt x="19662" y="11536"/>
                    <a:pt x="19637" y="11479"/>
                  </a:cubicBezTo>
                  <a:cubicBezTo>
                    <a:pt x="19589" y="11454"/>
                    <a:pt x="19605" y="11406"/>
                    <a:pt x="19629" y="11357"/>
                  </a:cubicBezTo>
                  <a:cubicBezTo>
                    <a:pt x="19678" y="11325"/>
                    <a:pt x="19710" y="11276"/>
                    <a:pt x="19735" y="11227"/>
                  </a:cubicBezTo>
                  <a:lnTo>
                    <a:pt x="19783" y="11244"/>
                  </a:lnTo>
                  <a:cubicBezTo>
                    <a:pt x="19800" y="11247"/>
                    <a:pt x="19817" y="11249"/>
                    <a:pt x="19834" y="11249"/>
                  </a:cubicBezTo>
                  <a:cubicBezTo>
                    <a:pt x="19857" y="11249"/>
                    <a:pt x="19881" y="11245"/>
                    <a:pt x="19905" y="11236"/>
                  </a:cubicBezTo>
                  <a:cubicBezTo>
                    <a:pt x="19913" y="11203"/>
                    <a:pt x="19897" y="11171"/>
                    <a:pt x="19873" y="11163"/>
                  </a:cubicBezTo>
                  <a:cubicBezTo>
                    <a:pt x="19824" y="11146"/>
                    <a:pt x="20286" y="9938"/>
                    <a:pt x="20343" y="9784"/>
                  </a:cubicBezTo>
                  <a:cubicBezTo>
                    <a:pt x="20424" y="9711"/>
                    <a:pt x="20478" y="9577"/>
                    <a:pt x="20433" y="9577"/>
                  </a:cubicBezTo>
                  <a:cubicBezTo>
                    <a:pt x="20428" y="9577"/>
                    <a:pt x="20423" y="9579"/>
                    <a:pt x="20416" y="9582"/>
                  </a:cubicBezTo>
                  <a:cubicBezTo>
                    <a:pt x="20367" y="9565"/>
                    <a:pt x="20464" y="9314"/>
                    <a:pt x="20578" y="9014"/>
                  </a:cubicBezTo>
                  <a:cubicBezTo>
                    <a:pt x="20716" y="8657"/>
                    <a:pt x="20813" y="8406"/>
                    <a:pt x="20764" y="8390"/>
                  </a:cubicBezTo>
                  <a:lnTo>
                    <a:pt x="20821" y="8236"/>
                  </a:lnTo>
                  <a:cubicBezTo>
                    <a:pt x="20845" y="8147"/>
                    <a:pt x="20862" y="8057"/>
                    <a:pt x="20870" y="7968"/>
                  </a:cubicBezTo>
                  <a:cubicBezTo>
                    <a:pt x="20848" y="7919"/>
                    <a:pt x="20852" y="7881"/>
                    <a:pt x="20864" y="7881"/>
                  </a:cubicBezTo>
                  <a:cubicBezTo>
                    <a:pt x="20870" y="7881"/>
                    <a:pt x="20878" y="7890"/>
                    <a:pt x="20886" y="7911"/>
                  </a:cubicBezTo>
                  <a:cubicBezTo>
                    <a:pt x="20912" y="7924"/>
                    <a:pt x="20937" y="7935"/>
                    <a:pt x="20959" y="7935"/>
                  </a:cubicBezTo>
                  <a:cubicBezTo>
                    <a:pt x="20979" y="7935"/>
                    <a:pt x="20996" y="7926"/>
                    <a:pt x="21008" y="7903"/>
                  </a:cubicBezTo>
                  <a:cubicBezTo>
                    <a:pt x="21048" y="7798"/>
                    <a:pt x="20999" y="7782"/>
                    <a:pt x="20943" y="7765"/>
                  </a:cubicBezTo>
                  <a:cubicBezTo>
                    <a:pt x="20918" y="7749"/>
                    <a:pt x="20902" y="7725"/>
                    <a:pt x="20918" y="7692"/>
                  </a:cubicBezTo>
                  <a:cubicBezTo>
                    <a:pt x="20929" y="7662"/>
                    <a:pt x="20932" y="7650"/>
                    <a:pt x="20946" y="7650"/>
                  </a:cubicBezTo>
                  <a:cubicBezTo>
                    <a:pt x="20954" y="7650"/>
                    <a:pt x="20965" y="7654"/>
                    <a:pt x="20983" y="7660"/>
                  </a:cubicBezTo>
                  <a:lnTo>
                    <a:pt x="21081" y="7701"/>
                  </a:lnTo>
                  <a:lnTo>
                    <a:pt x="21105" y="7652"/>
                  </a:lnTo>
                  <a:cubicBezTo>
                    <a:pt x="21072" y="7636"/>
                    <a:pt x="21056" y="7611"/>
                    <a:pt x="21072" y="7579"/>
                  </a:cubicBezTo>
                  <a:cubicBezTo>
                    <a:pt x="21081" y="7554"/>
                    <a:pt x="21085" y="7541"/>
                    <a:pt x="21101" y="7541"/>
                  </a:cubicBezTo>
                  <a:cubicBezTo>
                    <a:pt x="21115" y="7541"/>
                    <a:pt x="21140" y="7552"/>
                    <a:pt x="21186" y="7571"/>
                  </a:cubicBezTo>
                  <a:cubicBezTo>
                    <a:pt x="21208" y="7578"/>
                    <a:pt x="21227" y="7581"/>
                    <a:pt x="21241" y="7581"/>
                  </a:cubicBezTo>
                  <a:cubicBezTo>
                    <a:pt x="21294" y="7581"/>
                    <a:pt x="21290" y="7536"/>
                    <a:pt x="21227" y="7465"/>
                  </a:cubicBezTo>
                  <a:lnTo>
                    <a:pt x="21218" y="7352"/>
                  </a:lnTo>
                  <a:cubicBezTo>
                    <a:pt x="21332" y="7336"/>
                    <a:pt x="21275" y="7198"/>
                    <a:pt x="21243" y="7125"/>
                  </a:cubicBezTo>
                  <a:cubicBezTo>
                    <a:pt x="21364" y="7117"/>
                    <a:pt x="21381" y="7068"/>
                    <a:pt x="21299" y="6979"/>
                  </a:cubicBezTo>
                  <a:cubicBezTo>
                    <a:pt x="21251" y="6955"/>
                    <a:pt x="21275" y="6906"/>
                    <a:pt x="21340" y="6874"/>
                  </a:cubicBezTo>
                  <a:cubicBezTo>
                    <a:pt x="21413" y="6841"/>
                    <a:pt x="21429" y="6793"/>
                    <a:pt x="21470" y="6695"/>
                  </a:cubicBezTo>
                  <a:cubicBezTo>
                    <a:pt x="21437" y="6622"/>
                    <a:pt x="21575" y="6274"/>
                    <a:pt x="21729" y="5868"/>
                  </a:cubicBezTo>
                  <a:cubicBezTo>
                    <a:pt x="21899" y="5414"/>
                    <a:pt x="22013" y="5114"/>
                    <a:pt x="21964" y="5098"/>
                  </a:cubicBezTo>
                  <a:cubicBezTo>
                    <a:pt x="21989" y="5041"/>
                    <a:pt x="21989" y="5041"/>
                    <a:pt x="22054" y="5009"/>
                  </a:cubicBezTo>
                  <a:cubicBezTo>
                    <a:pt x="22062" y="5013"/>
                    <a:pt x="22070" y="5015"/>
                    <a:pt x="22076" y="5015"/>
                  </a:cubicBezTo>
                  <a:cubicBezTo>
                    <a:pt x="22107" y="5015"/>
                    <a:pt x="22112" y="4969"/>
                    <a:pt x="22045" y="4895"/>
                  </a:cubicBezTo>
                  <a:cubicBezTo>
                    <a:pt x="22023" y="4846"/>
                    <a:pt x="21994" y="4823"/>
                    <a:pt x="22007" y="4823"/>
                  </a:cubicBezTo>
                  <a:cubicBezTo>
                    <a:pt x="22014" y="4823"/>
                    <a:pt x="22030" y="4828"/>
                    <a:pt x="22062" y="4839"/>
                  </a:cubicBezTo>
                  <a:cubicBezTo>
                    <a:pt x="22066" y="4841"/>
                    <a:pt x="22071" y="4842"/>
                    <a:pt x="22075" y="4842"/>
                  </a:cubicBezTo>
                  <a:cubicBezTo>
                    <a:pt x="22118" y="4842"/>
                    <a:pt x="22159" y="4739"/>
                    <a:pt x="22232" y="4563"/>
                  </a:cubicBezTo>
                  <a:cubicBezTo>
                    <a:pt x="22289" y="4409"/>
                    <a:pt x="22362" y="4206"/>
                    <a:pt x="22313" y="4190"/>
                  </a:cubicBezTo>
                  <a:cubicBezTo>
                    <a:pt x="22308" y="4120"/>
                    <a:pt x="22306" y="4090"/>
                    <a:pt x="22310" y="4090"/>
                  </a:cubicBezTo>
                  <a:cubicBezTo>
                    <a:pt x="22313" y="4090"/>
                    <a:pt x="22319" y="4106"/>
                    <a:pt x="22329" y="4133"/>
                  </a:cubicBezTo>
                  <a:cubicBezTo>
                    <a:pt x="22342" y="4147"/>
                    <a:pt x="22356" y="4153"/>
                    <a:pt x="22370" y="4153"/>
                  </a:cubicBezTo>
                  <a:cubicBezTo>
                    <a:pt x="22451" y="4153"/>
                    <a:pt x="22550" y="3965"/>
                    <a:pt x="22516" y="3801"/>
                  </a:cubicBezTo>
                  <a:cubicBezTo>
                    <a:pt x="22537" y="3759"/>
                    <a:pt x="22552" y="3717"/>
                    <a:pt x="22587" y="3717"/>
                  </a:cubicBezTo>
                  <a:cubicBezTo>
                    <a:pt x="22592" y="3717"/>
                    <a:pt x="22598" y="3718"/>
                    <a:pt x="22605" y="3720"/>
                  </a:cubicBezTo>
                  <a:cubicBezTo>
                    <a:pt x="22637" y="3639"/>
                    <a:pt x="22653" y="3541"/>
                    <a:pt x="22653" y="3452"/>
                  </a:cubicBezTo>
                  <a:cubicBezTo>
                    <a:pt x="22670" y="3404"/>
                    <a:pt x="22751" y="3201"/>
                    <a:pt x="22783" y="3095"/>
                  </a:cubicBezTo>
                  <a:cubicBezTo>
                    <a:pt x="22808" y="3031"/>
                    <a:pt x="22824" y="2949"/>
                    <a:pt x="22816" y="2877"/>
                  </a:cubicBezTo>
                  <a:lnTo>
                    <a:pt x="22832" y="2828"/>
                  </a:lnTo>
                  <a:cubicBezTo>
                    <a:pt x="22833" y="2828"/>
                    <a:pt x="22835" y="2829"/>
                    <a:pt x="22836" y="2829"/>
                  </a:cubicBezTo>
                  <a:cubicBezTo>
                    <a:pt x="22886" y="2829"/>
                    <a:pt x="22982" y="2582"/>
                    <a:pt x="23116" y="2244"/>
                  </a:cubicBezTo>
                  <a:cubicBezTo>
                    <a:pt x="23253" y="1887"/>
                    <a:pt x="23367" y="1587"/>
                    <a:pt x="23432" y="1555"/>
                  </a:cubicBezTo>
                  <a:cubicBezTo>
                    <a:pt x="23448" y="1514"/>
                    <a:pt x="23440" y="1474"/>
                    <a:pt x="23424" y="1433"/>
                  </a:cubicBezTo>
                  <a:cubicBezTo>
                    <a:pt x="23343" y="1344"/>
                    <a:pt x="23359" y="1295"/>
                    <a:pt x="23432" y="1263"/>
                  </a:cubicBezTo>
                  <a:cubicBezTo>
                    <a:pt x="23562" y="1231"/>
                    <a:pt x="23618" y="1077"/>
                    <a:pt x="23545" y="963"/>
                  </a:cubicBezTo>
                  <a:lnTo>
                    <a:pt x="23545" y="963"/>
                  </a:lnTo>
                  <a:lnTo>
                    <a:pt x="23594" y="979"/>
                  </a:lnTo>
                  <a:cubicBezTo>
                    <a:pt x="23716" y="971"/>
                    <a:pt x="23724" y="801"/>
                    <a:pt x="23643" y="712"/>
                  </a:cubicBezTo>
                  <a:cubicBezTo>
                    <a:pt x="23716" y="679"/>
                    <a:pt x="23780" y="647"/>
                    <a:pt x="23748" y="582"/>
                  </a:cubicBezTo>
                  <a:cubicBezTo>
                    <a:pt x="23761" y="555"/>
                    <a:pt x="23767" y="543"/>
                    <a:pt x="23786" y="543"/>
                  </a:cubicBezTo>
                  <a:cubicBezTo>
                    <a:pt x="23802" y="543"/>
                    <a:pt x="23826" y="551"/>
                    <a:pt x="23870" y="566"/>
                  </a:cubicBezTo>
                  <a:cubicBezTo>
                    <a:pt x="23895" y="579"/>
                    <a:pt x="23921" y="589"/>
                    <a:pt x="23943" y="589"/>
                  </a:cubicBezTo>
                  <a:cubicBezTo>
                    <a:pt x="23963" y="589"/>
                    <a:pt x="23980" y="581"/>
                    <a:pt x="23991" y="558"/>
                  </a:cubicBezTo>
                  <a:cubicBezTo>
                    <a:pt x="24007" y="509"/>
                    <a:pt x="23959" y="485"/>
                    <a:pt x="23910" y="469"/>
                  </a:cubicBezTo>
                  <a:cubicBezTo>
                    <a:pt x="23910" y="469"/>
                    <a:pt x="23926" y="420"/>
                    <a:pt x="23943" y="363"/>
                  </a:cubicBezTo>
                  <a:cubicBezTo>
                    <a:pt x="23959" y="339"/>
                    <a:pt x="23943" y="306"/>
                    <a:pt x="23918" y="298"/>
                  </a:cubicBezTo>
                  <a:cubicBezTo>
                    <a:pt x="23870" y="282"/>
                    <a:pt x="23886" y="225"/>
                    <a:pt x="23902" y="177"/>
                  </a:cubicBezTo>
                  <a:lnTo>
                    <a:pt x="23902" y="177"/>
                  </a:lnTo>
                  <a:cubicBezTo>
                    <a:pt x="23908" y="178"/>
                    <a:pt x="23912" y="179"/>
                    <a:pt x="23916" y="179"/>
                  </a:cubicBezTo>
                  <a:cubicBezTo>
                    <a:pt x="23938" y="179"/>
                    <a:pt x="23927" y="151"/>
                    <a:pt x="23892" y="151"/>
                  </a:cubicBezTo>
                  <a:cubicBezTo>
                    <a:pt x="23881" y="151"/>
                    <a:pt x="23868" y="154"/>
                    <a:pt x="23853" y="160"/>
                  </a:cubicBezTo>
                  <a:cubicBezTo>
                    <a:pt x="23805" y="136"/>
                    <a:pt x="23756" y="120"/>
                    <a:pt x="23772" y="71"/>
                  </a:cubicBezTo>
                  <a:lnTo>
                    <a:pt x="23675" y="31"/>
                  </a:lnTo>
                  <a:cubicBezTo>
                    <a:pt x="23626" y="14"/>
                    <a:pt x="23590" y="0"/>
                    <a:pt x="235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2"/>
            <p:cNvSpPr/>
            <p:nvPr/>
          </p:nvSpPr>
          <p:spPr>
            <a:xfrm>
              <a:off x="6282728" y="3269049"/>
              <a:ext cx="89601" cy="89601"/>
            </a:xfrm>
            <a:custGeom>
              <a:avLst/>
              <a:gdLst/>
              <a:ahLst/>
              <a:cxnLst/>
              <a:rect l="l" t="t" r="r" b="b"/>
              <a:pathLst>
                <a:path w="5198" h="5198" extrusionOk="0">
                  <a:moveTo>
                    <a:pt x="3560" y="0"/>
                  </a:moveTo>
                  <a:lnTo>
                    <a:pt x="0" y="1638"/>
                  </a:lnTo>
                  <a:lnTo>
                    <a:pt x="1638" y="5197"/>
                  </a:lnTo>
                  <a:lnTo>
                    <a:pt x="5197" y="3559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2"/>
            <p:cNvSpPr/>
            <p:nvPr/>
          </p:nvSpPr>
          <p:spPr>
            <a:xfrm>
              <a:off x="6151206" y="3608645"/>
              <a:ext cx="89601" cy="89463"/>
            </a:xfrm>
            <a:custGeom>
              <a:avLst/>
              <a:gdLst/>
              <a:ahLst/>
              <a:cxnLst/>
              <a:rect l="l" t="t" r="r" b="b"/>
              <a:pathLst>
                <a:path w="5198" h="5190" extrusionOk="0">
                  <a:moveTo>
                    <a:pt x="3568" y="1"/>
                  </a:moveTo>
                  <a:lnTo>
                    <a:pt x="1" y="1630"/>
                  </a:lnTo>
                  <a:lnTo>
                    <a:pt x="1639" y="5190"/>
                  </a:lnTo>
                  <a:lnTo>
                    <a:pt x="5198" y="3560"/>
                  </a:lnTo>
                  <a:lnTo>
                    <a:pt x="3568" y="1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2"/>
            <p:cNvSpPr/>
            <p:nvPr/>
          </p:nvSpPr>
          <p:spPr>
            <a:xfrm>
              <a:off x="5972884" y="3483845"/>
              <a:ext cx="89601" cy="89601"/>
            </a:xfrm>
            <a:custGeom>
              <a:avLst/>
              <a:gdLst/>
              <a:ahLst/>
              <a:cxnLst/>
              <a:rect l="l" t="t" r="r" b="b"/>
              <a:pathLst>
                <a:path w="5198" h="5198" extrusionOk="0">
                  <a:moveTo>
                    <a:pt x="3560" y="1"/>
                  </a:moveTo>
                  <a:lnTo>
                    <a:pt x="0" y="1638"/>
                  </a:lnTo>
                  <a:lnTo>
                    <a:pt x="1638" y="5198"/>
                  </a:lnTo>
                  <a:lnTo>
                    <a:pt x="5197" y="3568"/>
                  </a:lnTo>
                  <a:lnTo>
                    <a:pt x="3560" y="1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2"/>
            <p:cNvSpPr/>
            <p:nvPr/>
          </p:nvSpPr>
          <p:spPr>
            <a:xfrm>
              <a:off x="5860788" y="3638983"/>
              <a:ext cx="89618" cy="89601"/>
            </a:xfrm>
            <a:custGeom>
              <a:avLst/>
              <a:gdLst/>
              <a:ahLst/>
              <a:cxnLst/>
              <a:rect l="l" t="t" r="r" b="b"/>
              <a:pathLst>
                <a:path w="5199" h="5198" extrusionOk="0">
                  <a:moveTo>
                    <a:pt x="3560" y="0"/>
                  </a:moveTo>
                  <a:lnTo>
                    <a:pt x="1" y="1638"/>
                  </a:lnTo>
                  <a:lnTo>
                    <a:pt x="1631" y="5197"/>
                  </a:lnTo>
                  <a:lnTo>
                    <a:pt x="5198" y="3568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F4D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2"/>
            <p:cNvSpPr/>
            <p:nvPr/>
          </p:nvSpPr>
          <p:spPr>
            <a:xfrm>
              <a:off x="5981692" y="3915317"/>
              <a:ext cx="1453207" cy="415906"/>
            </a:xfrm>
            <a:custGeom>
              <a:avLst/>
              <a:gdLst/>
              <a:ahLst/>
              <a:cxnLst/>
              <a:rect l="l" t="t" r="r" b="b"/>
              <a:pathLst>
                <a:path w="84305" h="24128" extrusionOk="0">
                  <a:moveTo>
                    <a:pt x="49303" y="987"/>
                  </a:moveTo>
                  <a:lnTo>
                    <a:pt x="49449" y="1028"/>
                  </a:lnTo>
                  <a:cubicBezTo>
                    <a:pt x="49429" y="1095"/>
                    <a:pt x="49404" y="1168"/>
                    <a:pt x="49317" y="1168"/>
                  </a:cubicBezTo>
                  <a:cubicBezTo>
                    <a:pt x="49299" y="1168"/>
                    <a:pt x="49279" y="1165"/>
                    <a:pt x="49255" y="1158"/>
                  </a:cubicBezTo>
                  <a:lnTo>
                    <a:pt x="49109" y="1125"/>
                  </a:lnTo>
                  <a:cubicBezTo>
                    <a:pt x="49133" y="1036"/>
                    <a:pt x="49303" y="987"/>
                    <a:pt x="49303" y="987"/>
                  </a:cubicBezTo>
                  <a:close/>
                  <a:moveTo>
                    <a:pt x="43629" y="1718"/>
                  </a:moveTo>
                  <a:cubicBezTo>
                    <a:pt x="43657" y="1718"/>
                    <a:pt x="43667" y="1738"/>
                    <a:pt x="43685" y="1774"/>
                  </a:cubicBezTo>
                  <a:cubicBezTo>
                    <a:pt x="43725" y="1855"/>
                    <a:pt x="43466" y="1985"/>
                    <a:pt x="43336" y="2049"/>
                  </a:cubicBezTo>
                  <a:cubicBezTo>
                    <a:pt x="43166" y="2033"/>
                    <a:pt x="43255" y="1887"/>
                    <a:pt x="43385" y="1822"/>
                  </a:cubicBezTo>
                  <a:cubicBezTo>
                    <a:pt x="43530" y="1750"/>
                    <a:pt x="43594" y="1718"/>
                    <a:pt x="43629" y="1718"/>
                  </a:cubicBezTo>
                  <a:close/>
                  <a:moveTo>
                    <a:pt x="83237" y="8226"/>
                  </a:moveTo>
                  <a:cubicBezTo>
                    <a:pt x="83267" y="8226"/>
                    <a:pt x="83303" y="8236"/>
                    <a:pt x="83348" y="8260"/>
                  </a:cubicBezTo>
                  <a:cubicBezTo>
                    <a:pt x="83699" y="8304"/>
                    <a:pt x="83641" y="8427"/>
                    <a:pt x="83353" y="8427"/>
                  </a:cubicBezTo>
                  <a:cubicBezTo>
                    <a:pt x="83322" y="8427"/>
                    <a:pt x="83287" y="8425"/>
                    <a:pt x="83251" y="8422"/>
                  </a:cubicBezTo>
                  <a:cubicBezTo>
                    <a:pt x="83149" y="8453"/>
                    <a:pt x="83091" y="8472"/>
                    <a:pt x="83065" y="8472"/>
                  </a:cubicBezTo>
                  <a:cubicBezTo>
                    <a:pt x="83029" y="8472"/>
                    <a:pt x="83053" y="8435"/>
                    <a:pt x="83105" y="8341"/>
                  </a:cubicBezTo>
                  <a:cubicBezTo>
                    <a:pt x="83133" y="8284"/>
                    <a:pt x="83166" y="8226"/>
                    <a:pt x="83237" y="8226"/>
                  </a:cubicBezTo>
                  <a:close/>
                  <a:moveTo>
                    <a:pt x="36866" y="9144"/>
                  </a:moveTo>
                  <a:cubicBezTo>
                    <a:pt x="36947" y="9184"/>
                    <a:pt x="37028" y="9225"/>
                    <a:pt x="36963" y="9354"/>
                  </a:cubicBezTo>
                  <a:lnTo>
                    <a:pt x="36818" y="9436"/>
                  </a:lnTo>
                  <a:lnTo>
                    <a:pt x="36801" y="9273"/>
                  </a:lnTo>
                  <a:lnTo>
                    <a:pt x="36866" y="9144"/>
                  </a:lnTo>
                  <a:close/>
                  <a:moveTo>
                    <a:pt x="56895" y="10039"/>
                  </a:moveTo>
                  <a:cubicBezTo>
                    <a:pt x="56965" y="10039"/>
                    <a:pt x="56998" y="10149"/>
                    <a:pt x="56998" y="10149"/>
                  </a:cubicBezTo>
                  <a:cubicBezTo>
                    <a:pt x="57046" y="10279"/>
                    <a:pt x="57046" y="10279"/>
                    <a:pt x="56957" y="10303"/>
                  </a:cubicBezTo>
                  <a:cubicBezTo>
                    <a:pt x="56957" y="10303"/>
                    <a:pt x="56948" y="10307"/>
                    <a:pt x="56934" y="10307"/>
                  </a:cubicBezTo>
                  <a:cubicBezTo>
                    <a:pt x="56907" y="10307"/>
                    <a:pt x="56860" y="10292"/>
                    <a:pt x="56828" y="10206"/>
                  </a:cubicBezTo>
                  <a:lnTo>
                    <a:pt x="56868" y="10044"/>
                  </a:lnTo>
                  <a:cubicBezTo>
                    <a:pt x="56877" y="10040"/>
                    <a:pt x="56886" y="10039"/>
                    <a:pt x="56895" y="10039"/>
                  </a:cubicBezTo>
                  <a:close/>
                  <a:moveTo>
                    <a:pt x="9182" y="10179"/>
                  </a:moveTo>
                  <a:cubicBezTo>
                    <a:pt x="9128" y="10179"/>
                    <a:pt x="9057" y="10194"/>
                    <a:pt x="8984" y="10206"/>
                  </a:cubicBezTo>
                  <a:cubicBezTo>
                    <a:pt x="8953" y="10202"/>
                    <a:pt x="8924" y="10201"/>
                    <a:pt x="8897" y="10201"/>
                  </a:cubicBezTo>
                  <a:cubicBezTo>
                    <a:pt x="8662" y="10201"/>
                    <a:pt x="8573" y="10319"/>
                    <a:pt x="8594" y="10392"/>
                  </a:cubicBezTo>
                  <a:cubicBezTo>
                    <a:pt x="8604" y="10433"/>
                    <a:pt x="8633" y="10448"/>
                    <a:pt x="8682" y="10448"/>
                  </a:cubicBezTo>
                  <a:cubicBezTo>
                    <a:pt x="8751" y="10448"/>
                    <a:pt x="8863" y="10417"/>
                    <a:pt x="9024" y="10384"/>
                  </a:cubicBezTo>
                  <a:cubicBezTo>
                    <a:pt x="9121" y="10360"/>
                    <a:pt x="9211" y="10311"/>
                    <a:pt x="9284" y="10238"/>
                  </a:cubicBezTo>
                  <a:cubicBezTo>
                    <a:pt x="9275" y="10194"/>
                    <a:pt x="9237" y="10179"/>
                    <a:pt x="9182" y="10179"/>
                  </a:cubicBezTo>
                  <a:close/>
                  <a:moveTo>
                    <a:pt x="8163" y="10241"/>
                  </a:moveTo>
                  <a:cubicBezTo>
                    <a:pt x="8238" y="10241"/>
                    <a:pt x="8218" y="10327"/>
                    <a:pt x="8019" y="10473"/>
                  </a:cubicBezTo>
                  <a:lnTo>
                    <a:pt x="7751" y="10571"/>
                  </a:lnTo>
                  <a:cubicBezTo>
                    <a:pt x="7719" y="10490"/>
                    <a:pt x="7962" y="10303"/>
                    <a:pt x="8100" y="10254"/>
                  </a:cubicBezTo>
                  <a:cubicBezTo>
                    <a:pt x="8125" y="10246"/>
                    <a:pt x="8146" y="10241"/>
                    <a:pt x="8163" y="10241"/>
                  </a:cubicBezTo>
                  <a:close/>
                  <a:moveTo>
                    <a:pt x="35577" y="10563"/>
                  </a:moveTo>
                  <a:cubicBezTo>
                    <a:pt x="35658" y="10603"/>
                    <a:pt x="35739" y="10644"/>
                    <a:pt x="35682" y="10773"/>
                  </a:cubicBezTo>
                  <a:lnTo>
                    <a:pt x="35626" y="10903"/>
                  </a:lnTo>
                  <a:cubicBezTo>
                    <a:pt x="35545" y="10863"/>
                    <a:pt x="35520" y="10692"/>
                    <a:pt x="35520" y="10692"/>
                  </a:cubicBezTo>
                  <a:lnTo>
                    <a:pt x="35577" y="10563"/>
                  </a:lnTo>
                  <a:close/>
                  <a:moveTo>
                    <a:pt x="14731" y="11248"/>
                  </a:moveTo>
                  <a:cubicBezTo>
                    <a:pt x="14797" y="11248"/>
                    <a:pt x="14886" y="11331"/>
                    <a:pt x="14975" y="11414"/>
                  </a:cubicBezTo>
                  <a:lnTo>
                    <a:pt x="14910" y="11471"/>
                  </a:lnTo>
                  <a:lnTo>
                    <a:pt x="14732" y="11438"/>
                  </a:lnTo>
                  <a:lnTo>
                    <a:pt x="14683" y="11268"/>
                  </a:lnTo>
                  <a:cubicBezTo>
                    <a:pt x="14697" y="11254"/>
                    <a:pt x="14713" y="11248"/>
                    <a:pt x="14731" y="11248"/>
                  </a:cubicBezTo>
                  <a:close/>
                  <a:moveTo>
                    <a:pt x="57500" y="11592"/>
                  </a:moveTo>
                  <a:lnTo>
                    <a:pt x="57630" y="11689"/>
                  </a:lnTo>
                  <a:lnTo>
                    <a:pt x="57679" y="11819"/>
                  </a:lnTo>
                  <a:cubicBezTo>
                    <a:pt x="57644" y="11830"/>
                    <a:pt x="57608" y="11842"/>
                    <a:pt x="57574" y="11842"/>
                  </a:cubicBezTo>
                  <a:cubicBezTo>
                    <a:pt x="57529" y="11842"/>
                    <a:pt x="57488" y="11820"/>
                    <a:pt x="57460" y="11746"/>
                  </a:cubicBezTo>
                  <a:lnTo>
                    <a:pt x="57500" y="11592"/>
                  </a:lnTo>
                  <a:close/>
                  <a:moveTo>
                    <a:pt x="14700" y="11892"/>
                  </a:moveTo>
                  <a:cubicBezTo>
                    <a:pt x="14700" y="11892"/>
                    <a:pt x="14862" y="11933"/>
                    <a:pt x="15024" y="11989"/>
                  </a:cubicBezTo>
                  <a:cubicBezTo>
                    <a:pt x="15421" y="12030"/>
                    <a:pt x="15429" y="12030"/>
                    <a:pt x="15283" y="12152"/>
                  </a:cubicBezTo>
                  <a:cubicBezTo>
                    <a:pt x="15250" y="12181"/>
                    <a:pt x="15214" y="12211"/>
                    <a:pt x="15151" y="12211"/>
                  </a:cubicBezTo>
                  <a:cubicBezTo>
                    <a:pt x="15093" y="12211"/>
                    <a:pt x="15011" y="12185"/>
                    <a:pt x="14886" y="12111"/>
                  </a:cubicBezTo>
                  <a:cubicBezTo>
                    <a:pt x="14797" y="11998"/>
                    <a:pt x="14700" y="11892"/>
                    <a:pt x="14700" y="11892"/>
                  </a:cubicBezTo>
                  <a:close/>
                  <a:moveTo>
                    <a:pt x="57275" y="12748"/>
                  </a:moveTo>
                  <a:cubicBezTo>
                    <a:pt x="57290" y="12748"/>
                    <a:pt x="57321" y="12771"/>
                    <a:pt x="57371" y="12808"/>
                  </a:cubicBezTo>
                  <a:cubicBezTo>
                    <a:pt x="57509" y="12906"/>
                    <a:pt x="57557" y="13027"/>
                    <a:pt x="57476" y="13060"/>
                  </a:cubicBezTo>
                  <a:cubicBezTo>
                    <a:pt x="57444" y="13074"/>
                    <a:pt x="57424" y="13084"/>
                    <a:pt x="57408" y="13084"/>
                  </a:cubicBezTo>
                  <a:cubicBezTo>
                    <a:pt x="57381" y="13084"/>
                    <a:pt x="57369" y="13054"/>
                    <a:pt x="57338" y="12971"/>
                  </a:cubicBezTo>
                  <a:cubicBezTo>
                    <a:pt x="57273" y="12810"/>
                    <a:pt x="57251" y="12748"/>
                    <a:pt x="57275" y="12748"/>
                  </a:cubicBezTo>
                  <a:close/>
                  <a:moveTo>
                    <a:pt x="35173" y="13019"/>
                  </a:moveTo>
                  <a:cubicBezTo>
                    <a:pt x="35188" y="13019"/>
                    <a:pt x="35207" y="13029"/>
                    <a:pt x="35237" y="13043"/>
                  </a:cubicBezTo>
                  <a:cubicBezTo>
                    <a:pt x="35318" y="13076"/>
                    <a:pt x="35342" y="13246"/>
                    <a:pt x="35342" y="13246"/>
                  </a:cubicBezTo>
                  <a:cubicBezTo>
                    <a:pt x="35329" y="13274"/>
                    <a:pt x="35314" y="13285"/>
                    <a:pt x="35297" y="13285"/>
                  </a:cubicBezTo>
                  <a:cubicBezTo>
                    <a:pt x="35239" y="13285"/>
                    <a:pt x="35161" y="13156"/>
                    <a:pt x="35099" y="13125"/>
                  </a:cubicBezTo>
                  <a:cubicBezTo>
                    <a:pt x="35135" y="13047"/>
                    <a:pt x="35148" y="13019"/>
                    <a:pt x="35173" y="13019"/>
                  </a:cubicBezTo>
                  <a:close/>
                  <a:moveTo>
                    <a:pt x="57264" y="13602"/>
                  </a:moveTo>
                  <a:cubicBezTo>
                    <a:pt x="57247" y="13605"/>
                    <a:pt x="57228" y="13611"/>
                    <a:pt x="57209" y="13619"/>
                  </a:cubicBezTo>
                  <a:cubicBezTo>
                    <a:pt x="57207" y="13630"/>
                    <a:pt x="57205" y="13639"/>
                    <a:pt x="57203" y="13647"/>
                  </a:cubicBezTo>
                  <a:lnTo>
                    <a:pt x="57203" y="13647"/>
                  </a:lnTo>
                  <a:cubicBezTo>
                    <a:pt x="57216" y="13633"/>
                    <a:pt x="57236" y="13617"/>
                    <a:pt x="57264" y="13602"/>
                  </a:cubicBezTo>
                  <a:close/>
                  <a:moveTo>
                    <a:pt x="57203" y="13647"/>
                  </a:moveTo>
                  <a:cubicBezTo>
                    <a:pt x="57179" y="13675"/>
                    <a:pt x="57177" y="13697"/>
                    <a:pt x="57182" y="13697"/>
                  </a:cubicBezTo>
                  <a:cubicBezTo>
                    <a:pt x="57186" y="13697"/>
                    <a:pt x="57195" y="13684"/>
                    <a:pt x="57203" y="13647"/>
                  </a:cubicBezTo>
                  <a:close/>
                  <a:moveTo>
                    <a:pt x="57736" y="13700"/>
                  </a:moveTo>
                  <a:lnTo>
                    <a:pt x="57792" y="13822"/>
                  </a:lnTo>
                  <a:cubicBezTo>
                    <a:pt x="57849" y="13943"/>
                    <a:pt x="57849" y="13943"/>
                    <a:pt x="57768" y="13984"/>
                  </a:cubicBezTo>
                  <a:lnTo>
                    <a:pt x="57711" y="13862"/>
                  </a:lnTo>
                  <a:lnTo>
                    <a:pt x="57736" y="13700"/>
                  </a:lnTo>
                  <a:close/>
                  <a:moveTo>
                    <a:pt x="16993" y="14439"/>
                  </a:moveTo>
                  <a:cubicBezTo>
                    <a:pt x="17041" y="14439"/>
                    <a:pt x="17151" y="14478"/>
                    <a:pt x="17294" y="14503"/>
                  </a:cubicBezTo>
                  <a:cubicBezTo>
                    <a:pt x="17446" y="14649"/>
                    <a:pt x="17493" y="14694"/>
                    <a:pt x="17430" y="14694"/>
                  </a:cubicBezTo>
                  <a:cubicBezTo>
                    <a:pt x="17403" y="14694"/>
                    <a:pt x="17355" y="14685"/>
                    <a:pt x="17286" y="14673"/>
                  </a:cubicBezTo>
                  <a:lnTo>
                    <a:pt x="16986" y="14503"/>
                  </a:lnTo>
                  <a:cubicBezTo>
                    <a:pt x="16957" y="14455"/>
                    <a:pt x="16962" y="14439"/>
                    <a:pt x="16993" y="14439"/>
                  </a:cubicBezTo>
                  <a:close/>
                  <a:moveTo>
                    <a:pt x="58044" y="14770"/>
                  </a:moveTo>
                  <a:cubicBezTo>
                    <a:pt x="58073" y="14825"/>
                    <a:pt x="58106" y="14847"/>
                    <a:pt x="58119" y="14847"/>
                  </a:cubicBezTo>
                  <a:cubicBezTo>
                    <a:pt x="58135" y="14847"/>
                    <a:pt x="58124" y="14815"/>
                    <a:pt x="58044" y="14770"/>
                  </a:cubicBezTo>
                  <a:close/>
                  <a:moveTo>
                    <a:pt x="58336" y="14924"/>
                  </a:moveTo>
                  <a:lnTo>
                    <a:pt x="58400" y="15046"/>
                  </a:lnTo>
                  <a:cubicBezTo>
                    <a:pt x="58465" y="15168"/>
                    <a:pt x="58465" y="15168"/>
                    <a:pt x="58384" y="15208"/>
                  </a:cubicBezTo>
                  <a:lnTo>
                    <a:pt x="58319" y="15087"/>
                  </a:lnTo>
                  <a:lnTo>
                    <a:pt x="58336" y="14924"/>
                  </a:lnTo>
                  <a:close/>
                  <a:moveTo>
                    <a:pt x="1778" y="15006"/>
                  </a:moveTo>
                  <a:cubicBezTo>
                    <a:pt x="1750" y="15006"/>
                    <a:pt x="1733" y="15036"/>
                    <a:pt x="1687" y="15119"/>
                  </a:cubicBezTo>
                  <a:lnTo>
                    <a:pt x="1614" y="15249"/>
                  </a:lnTo>
                  <a:lnTo>
                    <a:pt x="1614" y="15249"/>
                  </a:lnTo>
                  <a:lnTo>
                    <a:pt x="1760" y="15160"/>
                  </a:lnTo>
                  <a:lnTo>
                    <a:pt x="1841" y="15030"/>
                  </a:lnTo>
                  <a:cubicBezTo>
                    <a:pt x="1812" y="15015"/>
                    <a:pt x="1793" y="15006"/>
                    <a:pt x="1778" y="15006"/>
                  </a:cubicBezTo>
                  <a:close/>
                  <a:moveTo>
                    <a:pt x="17341" y="15618"/>
                  </a:moveTo>
                  <a:cubicBezTo>
                    <a:pt x="17420" y="15618"/>
                    <a:pt x="17513" y="15670"/>
                    <a:pt x="17513" y="15670"/>
                  </a:cubicBezTo>
                  <a:lnTo>
                    <a:pt x="17578" y="15800"/>
                  </a:lnTo>
                  <a:cubicBezTo>
                    <a:pt x="17537" y="15820"/>
                    <a:pt x="17497" y="15841"/>
                    <a:pt x="17458" y="15841"/>
                  </a:cubicBezTo>
                  <a:cubicBezTo>
                    <a:pt x="17420" y="15841"/>
                    <a:pt x="17383" y="15820"/>
                    <a:pt x="17351" y="15760"/>
                  </a:cubicBezTo>
                  <a:lnTo>
                    <a:pt x="17286" y="15630"/>
                  </a:lnTo>
                  <a:cubicBezTo>
                    <a:pt x="17302" y="15622"/>
                    <a:pt x="17321" y="15618"/>
                    <a:pt x="17341" y="15618"/>
                  </a:cubicBezTo>
                  <a:close/>
                  <a:moveTo>
                    <a:pt x="2052" y="15506"/>
                  </a:moveTo>
                  <a:cubicBezTo>
                    <a:pt x="2062" y="15506"/>
                    <a:pt x="2073" y="15509"/>
                    <a:pt x="2084" y="15516"/>
                  </a:cubicBezTo>
                  <a:lnTo>
                    <a:pt x="2019" y="15638"/>
                  </a:lnTo>
                  <a:cubicBezTo>
                    <a:pt x="2010" y="15634"/>
                    <a:pt x="2002" y="15632"/>
                    <a:pt x="1996" y="15632"/>
                  </a:cubicBezTo>
                  <a:cubicBezTo>
                    <a:pt x="1953" y="15632"/>
                    <a:pt x="1957" y="15709"/>
                    <a:pt x="2021" y="15709"/>
                  </a:cubicBezTo>
                  <a:cubicBezTo>
                    <a:pt x="2040" y="15709"/>
                    <a:pt x="2063" y="15703"/>
                    <a:pt x="2092" y="15687"/>
                  </a:cubicBezTo>
                  <a:lnTo>
                    <a:pt x="2254" y="15776"/>
                  </a:lnTo>
                  <a:cubicBezTo>
                    <a:pt x="2201" y="15876"/>
                    <a:pt x="2087" y="15948"/>
                    <a:pt x="2008" y="15948"/>
                  </a:cubicBezTo>
                  <a:cubicBezTo>
                    <a:pt x="1991" y="15948"/>
                    <a:pt x="1975" y="15945"/>
                    <a:pt x="1962" y="15938"/>
                  </a:cubicBezTo>
                  <a:cubicBezTo>
                    <a:pt x="1897" y="15950"/>
                    <a:pt x="1850" y="15958"/>
                    <a:pt x="1819" y="15958"/>
                  </a:cubicBezTo>
                  <a:cubicBezTo>
                    <a:pt x="1743" y="15958"/>
                    <a:pt x="1767" y="15906"/>
                    <a:pt x="1865" y="15727"/>
                  </a:cubicBezTo>
                  <a:cubicBezTo>
                    <a:pt x="1927" y="15617"/>
                    <a:pt x="1989" y="15506"/>
                    <a:pt x="2052" y="15506"/>
                  </a:cubicBezTo>
                  <a:close/>
                  <a:moveTo>
                    <a:pt x="59187" y="15970"/>
                  </a:moveTo>
                  <a:lnTo>
                    <a:pt x="59260" y="16084"/>
                  </a:lnTo>
                  <a:cubicBezTo>
                    <a:pt x="59341" y="16189"/>
                    <a:pt x="59268" y="16238"/>
                    <a:pt x="59268" y="16238"/>
                  </a:cubicBezTo>
                  <a:cubicBezTo>
                    <a:pt x="59268" y="16238"/>
                    <a:pt x="59248" y="16253"/>
                    <a:pt x="59218" y="16253"/>
                  </a:cubicBezTo>
                  <a:cubicBezTo>
                    <a:pt x="59190" y="16253"/>
                    <a:pt x="59153" y="16240"/>
                    <a:pt x="59114" y="16189"/>
                  </a:cubicBezTo>
                  <a:cubicBezTo>
                    <a:pt x="59114" y="16189"/>
                    <a:pt x="59106" y="16027"/>
                    <a:pt x="59187" y="15970"/>
                  </a:cubicBezTo>
                  <a:close/>
                  <a:moveTo>
                    <a:pt x="33728" y="16011"/>
                  </a:moveTo>
                  <a:cubicBezTo>
                    <a:pt x="33810" y="16060"/>
                    <a:pt x="33883" y="16100"/>
                    <a:pt x="33818" y="16222"/>
                  </a:cubicBezTo>
                  <a:lnTo>
                    <a:pt x="33664" y="16295"/>
                  </a:lnTo>
                  <a:lnTo>
                    <a:pt x="33656" y="16133"/>
                  </a:lnTo>
                  <a:lnTo>
                    <a:pt x="33728" y="16011"/>
                  </a:lnTo>
                  <a:close/>
                  <a:moveTo>
                    <a:pt x="1243" y="17025"/>
                  </a:moveTo>
                  <a:cubicBezTo>
                    <a:pt x="1258" y="17025"/>
                    <a:pt x="1276" y="17034"/>
                    <a:pt x="1306" y="17049"/>
                  </a:cubicBezTo>
                  <a:cubicBezTo>
                    <a:pt x="1314" y="17146"/>
                    <a:pt x="1297" y="17251"/>
                    <a:pt x="1265" y="17341"/>
                  </a:cubicBezTo>
                  <a:lnTo>
                    <a:pt x="1119" y="17438"/>
                  </a:lnTo>
                  <a:cubicBezTo>
                    <a:pt x="1038" y="17397"/>
                    <a:pt x="1095" y="17268"/>
                    <a:pt x="1160" y="17138"/>
                  </a:cubicBezTo>
                  <a:cubicBezTo>
                    <a:pt x="1201" y="17055"/>
                    <a:pt x="1216" y="17025"/>
                    <a:pt x="1243" y="17025"/>
                  </a:cubicBezTo>
                  <a:close/>
                  <a:moveTo>
                    <a:pt x="2278" y="17973"/>
                  </a:moveTo>
                  <a:lnTo>
                    <a:pt x="2222" y="18095"/>
                  </a:lnTo>
                  <a:cubicBezTo>
                    <a:pt x="2222" y="18095"/>
                    <a:pt x="2246" y="18257"/>
                    <a:pt x="2327" y="18297"/>
                  </a:cubicBezTo>
                  <a:lnTo>
                    <a:pt x="2384" y="18176"/>
                  </a:lnTo>
                  <a:cubicBezTo>
                    <a:pt x="2441" y="18046"/>
                    <a:pt x="2360" y="18014"/>
                    <a:pt x="2278" y="17973"/>
                  </a:cubicBezTo>
                  <a:close/>
                  <a:moveTo>
                    <a:pt x="18431" y="18145"/>
                  </a:moveTo>
                  <a:cubicBezTo>
                    <a:pt x="18462" y="18145"/>
                    <a:pt x="18606" y="18284"/>
                    <a:pt x="18656" y="18378"/>
                  </a:cubicBezTo>
                  <a:lnTo>
                    <a:pt x="18575" y="18427"/>
                  </a:lnTo>
                  <a:cubicBezTo>
                    <a:pt x="18510" y="18305"/>
                    <a:pt x="18356" y="18232"/>
                    <a:pt x="18437" y="18184"/>
                  </a:cubicBezTo>
                  <a:cubicBezTo>
                    <a:pt x="18423" y="18157"/>
                    <a:pt x="18422" y="18145"/>
                    <a:pt x="18431" y="18145"/>
                  </a:cubicBezTo>
                  <a:close/>
                  <a:moveTo>
                    <a:pt x="67373" y="18202"/>
                  </a:moveTo>
                  <a:cubicBezTo>
                    <a:pt x="67395" y="18202"/>
                    <a:pt x="67407" y="18222"/>
                    <a:pt x="67432" y="18265"/>
                  </a:cubicBezTo>
                  <a:cubicBezTo>
                    <a:pt x="67473" y="18338"/>
                    <a:pt x="67408" y="18484"/>
                    <a:pt x="67295" y="18549"/>
                  </a:cubicBezTo>
                  <a:cubicBezTo>
                    <a:pt x="67279" y="18559"/>
                    <a:pt x="67263" y="18563"/>
                    <a:pt x="67249" y="18563"/>
                  </a:cubicBezTo>
                  <a:cubicBezTo>
                    <a:pt x="67170" y="18563"/>
                    <a:pt x="67134" y="18420"/>
                    <a:pt x="67278" y="18249"/>
                  </a:cubicBezTo>
                  <a:cubicBezTo>
                    <a:pt x="67328" y="18218"/>
                    <a:pt x="67354" y="18202"/>
                    <a:pt x="67373" y="18202"/>
                  </a:cubicBezTo>
                  <a:close/>
                  <a:moveTo>
                    <a:pt x="19532" y="18831"/>
                  </a:moveTo>
                  <a:cubicBezTo>
                    <a:pt x="19565" y="18831"/>
                    <a:pt x="19598" y="18848"/>
                    <a:pt x="19629" y="18897"/>
                  </a:cubicBezTo>
                  <a:cubicBezTo>
                    <a:pt x="19771" y="18961"/>
                    <a:pt x="19775" y="19116"/>
                    <a:pt x="19564" y="19116"/>
                  </a:cubicBezTo>
                  <a:cubicBezTo>
                    <a:pt x="19559" y="19116"/>
                    <a:pt x="19554" y="19116"/>
                    <a:pt x="19548" y="19116"/>
                  </a:cubicBezTo>
                  <a:lnTo>
                    <a:pt x="19402" y="18889"/>
                  </a:lnTo>
                  <a:cubicBezTo>
                    <a:pt x="19444" y="18861"/>
                    <a:pt x="19488" y="18831"/>
                    <a:pt x="19532" y="18831"/>
                  </a:cubicBezTo>
                  <a:close/>
                  <a:moveTo>
                    <a:pt x="63398" y="19158"/>
                  </a:moveTo>
                  <a:cubicBezTo>
                    <a:pt x="63429" y="19158"/>
                    <a:pt x="63445" y="19171"/>
                    <a:pt x="63435" y="19205"/>
                  </a:cubicBezTo>
                  <a:cubicBezTo>
                    <a:pt x="63435" y="19205"/>
                    <a:pt x="63411" y="19295"/>
                    <a:pt x="63265" y="19343"/>
                  </a:cubicBezTo>
                  <a:cubicBezTo>
                    <a:pt x="63265" y="19343"/>
                    <a:pt x="63223" y="19356"/>
                    <a:pt x="63186" y="19356"/>
                  </a:cubicBezTo>
                  <a:cubicBezTo>
                    <a:pt x="63153" y="19356"/>
                    <a:pt x="63124" y="19345"/>
                    <a:pt x="63135" y="19303"/>
                  </a:cubicBezTo>
                  <a:lnTo>
                    <a:pt x="63168" y="19222"/>
                  </a:lnTo>
                  <a:cubicBezTo>
                    <a:pt x="63258" y="19192"/>
                    <a:pt x="63348" y="19158"/>
                    <a:pt x="63398" y="19158"/>
                  </a:cubicBezTo>
                  <a:close/>
                  <a:moveTo>
                    <a:pt x="20245" y="19749"/>
                  </a:moveTo>
                  <a:lnTo>
                    <a:pt x="20334" y="19846"/>
                  </a:lnTo>
                  <a:cubicBezTo>
                    <a:pt x="20424" y="19943"/>
                    <a:pt x="20424" y="19943"/>
                    <a:pt x="20351" y="20000"/>
                  </a:cubicBezTo>
                  <a:lnTo>
                    <a:pt x="20261" y="19903"/>
                  </a:lnTo>
                  <a:lnTo>
                    <a:pt x="20245" y="19749"/>
                  </a:lnTo>
                  <a:close/>
                  <a:moveTo>
                    <a:pt x="21413" y="20535"/>
                  </a:moveTo>
                  <a:cubicBezTo>
                    <a:pt x="21348" y="20608"/>
                    <a:pt x="21388" y="20762"/>
                    <a:pt x="21388" y="20762"/>
                  </a:cubicBezTo>
                  <a:cubicBezTo>
                    <a:pt x="21420" y="20791"/>
                    <a:pt x="21448" y="20800"/>
                    <a:pt x="21471" y="20800"/>
                  </a:cubicBezTo>
                  <a:cubicBezTo>
                    <a:pt x="21511" y="20800"/>
                    <a:pt x="21534" y="20770"/>
                    <a:pt x="21534" y="20770"/>
                  </a:cubicBezTo>
                  <a:cubicBezTo>
                    <a:pt x="21534" y="20770"/>
                    <a:pt x="21591" y="20697"/>
                    <a:pt x="21502" y="20616"/>
                  </a:cubicBezTo>
                  <a:lnTo>
                    <a:pt x="21413" y="20535"/>
                  </a:lnTo>
                  <a:close/>
                  <a:moveTo>
                    <a:pt x="23385" y="20938"/>
                  </a:moveTo>
                  <a:cubicBezTo>
                    <a:pt x="23355" y="20938"/>
                    <a:pt x="23373" y="20967"/>
                    <a:pt x="23415" y="21038"/>
                  </a:cubicBezTo>
                  <a:lnTo>
                    <a:pt x="23610" y="21103"/>
                  </a:lnTo>
                  <a:cubicBezTo>
                    <a:pt x="23634" y="21013"/>
                    <a:pt x="23634" y="21013"/>
                    <a:pt x="23537" y="20981"/>
                  </a:cubicBezTo>
                  <a:cubicBezTo>
                    <a:pt x="23455" y="20954"/>
                    <a:pt x="23407" y="20938"/>
                    <a:pt x="23385" y="20938"/>
                  </a:cubicBezTo>
                  <a:close/>
                  <a:moveTo>
                    <a:pt x="26705" y="21091"/>
                  </a:moveTo>
                  <a:cubicBezTo>
                    <a:pt x="26705" y="21095"/>
                    <a:pt x="26706" y="21099"/>
                    <a:pt x="26707" y="21103"/>
                  </a:cubicBezTo>
                  <a:cubicBezTo>
                    <a:pt x="26635" y="21214"/>
                    <a:pt x="26557" y="21305"/>
                    <a:pt x="26457" y="21305"/>
                  </a:cubicBezTo>
                  <a:cubicBezTo>
                    <a:pt x="26452" y="21305"/>
                    <a:pt x="26447" y="21305"/>
                    <a:pt x="26443" y="21304"/>
                  </a:cubicBezTo>
                  <a:lnTo>
                    <a:pt x="26443" y="21304"/>
                  </a:lnTo>
                  <a:cubicBezTo>
                    <a:pt x="26539" y="21244"/>
                    <a:pt x="26627" y="21172"/>
                    <a:pt x="26705" y="21091"/>
                  </a:cubicBezTo>
                  <a:close/>
                  <a:moveTo>
                    <a:pt x="25823" y="21508"/>
                  </a:moveTo>
                  <a:lnTo>
                    <a:pt x="25823" y="21508"/>
                  </a:lnTo>
                  <a:cubicBezTo>
                    <a:pt x="25809" y="21510"/>
                    <a:pt x="25794" y="21511"/>
                    <a:pt x="25777" y="21511"/>
                  </a:cubicBezTo>
                  <a:cubicBezTo>
                    <a:pt x="25774" y="21511"/>
                    <a:pt x="25770" y="21511"/>
                    <a:pt x="25766" y="21511"/>
                  </a:cubicBezTo>
                  <a:lnTo>
                    <a:pt x="25766" y="21511"/>
                  </a:lnTo>
                  <a:cubicBezTo>
                    <a:pt x="25785" y="21510"/>
                    <a:pt x="25804" y="21509"/>
                    <a:pt x="25823" y="21508"/>
                  </a:cubicBezTo>
                  <a:close/>
                  <a:moveTo>
                    <a:pt x="26190" y="21427"/>
                  </a:moveTo>
                  <a:lnTo>
                    <a:pt x="26190" y="21427"/>
                  </a:lnTo>
                  <a:cubicBezTo>
                    <a:pt x="26186" y="21453"/>
                    <a:pt x="26187" y="21485"/>
                    <a:pt x="26196" y="21524"/>
                  </a:cubicBezTo>
                  <a:cubicBezTo>
                    <a:pt x="26213" y="21613"/>
                    <a:pt x="26091" y="21654"/>
                    <a:pt x="25969" y="21670"/>
                  </a:cubicBezTo>
                  <a:cubicBezTo>
                    <a:pt x="25953" y="21573"/>
                    <a:pt x="25953" y="21581"/>
                    <a:pt x="26059" y="21467"/>
                  </a:cubicBezTo>
                  <a:cubicBezTo>
                    <a:pt x="26104" y="21456"/>
                    <a:pt x="26148" y="21442"/>
                    <a:pt x="26190" y="21427"/>
                  </a:cubicBezTo>
                  <a:close/>
                  <a:moveTo>
                    <a:pt x="21701" y="21459"/>
                  </a:moveTo>
                  <a:cubicBezTo>
                    <a:pt x="21747" y="21459"/>
                    <a:pt x="21794" y="21492"/>
                    <a:pt x="21794" y="21492"/>
                  </a:cubicBezTo>
                  <a:cubicBezTo>
                    <a:pt x="21907" y="21565"/>
                    <a:pt x="22013" y="21630"/>
                    <a:pt x="21972" y="21711"/>
                  </a:cubicBezTo>
                  <a:cubicBezTo>
                    <a:pt x="21972" y="21711"/>
                    <a:pt x="21949" y="21749"/>
                    <a:pt x="21897" y="21749"/>
                  </a:cubicBezTo>
                  <a:cubicBezTo>
                    <a:pt x="21874" y="21749"/>
                    <a:pt x="21845" y="21741"/>
                    <a:pt x="21810" y="21719"/>
                  </a:cubicBezTo>
                  <a:cubicBezTo>
                    <a:pt x="21737" y="21662"/>
                    <a:pt x="21680" y="21581"/>
                    <a:pt x="21640" y="21492"/>
                  </a:cubicBezTo>
                  <a:cubicBezTo>
                    <a:pt x="21656" y="21467"/>
                    <a:pt x="21679" y="21459"/>
                    <a:pt x="21701" y="21459"/>
                  </a:cubicBezTo>
                  <a:close/>
                  <a:moveTo>
                    <a:pt x="27291" y="21670"/>
                  </a:moveTo>
                  <a:lnTo>
                    <a:pt x="27291" y="21670"/>
                  </a:lnTo>
                  <a:cubicBezTo>
                    <a:pt x="27323" y="21759"/>
                    <a:pt x="27356" y="21840"/>
                    <a:pt x="27226" y="21889"/>
                  </a:cubicBezTo>
                  <a:lnTo>
                    <a:pt x="27072" y="21848"/>
                  </a:lnTo>
                  <a:lnTo>
                    <a:pt x="27169" y="21711"/>
                  </a:lnTo>
                  <a:lnTo>
                    <a:pt x="27291" y="21670"/>
                  </a:lnTo>
                  <a:close/>
                  <a:moveTo>
                    <a:pt x="26234" y="21926"/>
                  </a:moveTo>
                  <a:cubicBezTo>
                    <a:pt x="26284" y="21926"/>
                    <a:pt x="26356" y="21955"/>
                    <a:pt x="26440" y="22027"/>
                  </a:cubicBezTo>
                  <a:cubicBezTo>
                    <a:pt x="26464" y="22116"/>
                    <a:pt x="26464" y="22116"/>
                    <a:pt x="26334" y="22148"/>
                  </a:cubicBezTo>
                  <a:cubicBezTo>
                    <a:pt x="26334" y="22148"/>
                    <a:pt x="26180" y="22092"/>
                    <a:pt x="26164" y="22003"/>
                  </a:cubicBezTo>
                  <a:cubicBezTo>
                    <a:pt x="26156" y="21957"/>
                    <a:pt x="26183" y="21926"/>
                    <a:pt x="26234" y="21926"/>
                  </a:cubicBezTo>
                  <a:close/>
                  <a:moveTo>
                    <a:pt x="23915" y="22271"/>
                  </a:moveTo>
                  <a:cubicBezTo>
                    <a:pt x="23944" y="22271"/>
                    <a:pt x="24004" y="22281"/>
                    <a:pt x="24105" y="22294"/>
                  </a:cubicBezTo>
                  <a:cubicBezTo>
                    <a:pt x="24234" y="22303"/>
                    <a:pt x="24226" y="22392"/>
                    <a:pt x="24226" y="22392"/>
                  </a:cubicBezTo>
                  <a:cubicBezTo>
                    <a:pt x="24224" y="22420"/>
                    <a:pt x="24209" y="22430"/>
                    <a:pt x="24187" y="22430"/>
                  </a:cubicBezTo>
                  <a:cubicBezTo>
                    <a:pt x="24139" y="22430"/>
                    <a:pt x="24055" y="22384"/>
                    <a:pt x="23967" y="22367"/>
                  </a:cubicBezTo>
                  <a:cubicBezTo>
                    <a:pt x="23899" y="22294"/>
                    <a:pt x="23871" y="22271"/>
                    <a:pt x="23915" y="22271"/>
                  </a:cubicBezTo>
                  <a:close/>
                  <a:moveTo>
                    <a:pt x="46971" y="1"/>
                  </a:moveTo>
                  <a:cubicBezTo>
                    <a:pt x="46907" y="1"/>
                    <a:pt x="46876" y="28"/>
                    <a:pt x="46879" y="71"/>
                  </a:cubicBezTo>
                  <a:cubicBezTo>
                    <a:pt x="46790" y="144"/>
                    <a:pt x="46677" y="193"/>
                    <a:pt x="46555" y="193"/>
                  </a:cubicBezTo>
                  <a:cubicBezTo>
                    <a:pt x="46555" y="154"/>
                    <a:pt x="46523" y="134"/>
                    <a:pt x="46461" y="134"/>
                  </a:cubicBezTo>
                  <a:cubicBezTo>
                    <a:pt x="46381" y="134"/>
                    <a:pt x="46251" y="168"/>
                    <a:pt x="46077" y="241"/>
                  </a:cubicBezTo>
                  <a:cubicBezTo>
                    <a:pt x="46019" y="254"/>
                    <a:pt x="45983" y="261"/>
                    <a:pt x="45959" y="261"/>
                  </a:cubicBezTo>
                  <a:cubicBezTo>
                    <a:pt x="45920" y="261"/>
                    <a:pt x="45916" y="240"/>
                    <a:pt x="45906" y="185"/>
                  </a:cubicBezTo>
                  <a:lnTo>
                    <a:pt x="45582" y="249"/>
                  </a:lnTo>
                  <a:cubicBezTo>
                    <a:pt x="45493" y="314"/>
                    <a:pt x="45387" y="371"/>
                    <a:pt x="45274" y="404"/>
                  </a:cubicBezTo>
                  <a:cubicBezTo>
                    <a:pt x="45136" y="460"/>
                    <a:pt x="44998" y="509"/>
                    <a:pt x="44852" y="541"/>
                  </a:cubicBezTo>
                  <a:cubicBezTo>
                    <a:pt x="44642" y="598"/>
                    <a:pt x="44423" y="639"/>
                    <a:pt x="44204" y="655"/>
                  </a:cubicBezTo>
                  <a:cubicBezTo>
                    <a:pt x="44098" y="704"/>
                    <a:pt x="44009" y="768"/>
                    <a:pt x="43944" y="858"/>
                  </a:cubicBezTo>
                  <a:cubicBezTo>
                    <a:pt x="43900" y="997"/>
                    <a:pt x="43827" y="1072"/>
                    <a:pt x="43761" y="1072"/>
                  </a:cubicBezTo>
                  <a:cubicBezTo>
                    <a:pt x="43720" y="1072"/>
                    <a:pt x="43681" y="1042"/>
                    <a:pt x="43652" y="979"/>
                  </a:cubicBezTo>
                  <a:cubicBezTo>
                    <a:pt x="43619" y="901"/>
                    <a:pt x="43601" y="859"/>
                    <a:pt x="43585" y="859"/>
                  </a:cubicBezTo>
                  <a:cubicBezTo>
                    <a:pt x="43566" y="859"/>
                    <a:pt x="43550" y="917"/>
                    <a:pt x="43515" y="1044"/>
                  </a:cubicBezTo>
                  <a:cubicBezTo>
                    <a:pt x="43434" y="1162"/>
                    <a:pt x="43012" y="1391"/>
                    <a:pt x="42844" y="1391"/>
                  </a:cubicBezTo>
                  <a:cubicBezTo>
                    <a:pt x="42793" y="1391"/>
                    <a:pt x="42765" y="1370"/>
                    <a:pt x="42777" y="1320"/>
                  </a:cubicBezTo>
                  <a:lnTo>
                    <a:pt x="42688" y="1158"/>
                  </a:lnTo>
                  <a:cubicBezTo>
                    <a:pt x="42631" y="1255"/>
                    <a:pt x="42558" y="1336"/>
                    <a:pt x="42461" y="1401"/>
                  </a:cubicBezTo>
                  <a:cubicBezTo>
                    <a:pt x="42509" y="1474"/>
                    <a:pt x="42371" y="1555"/>
                    <a:pt x="41982" y="1798"/>
                  </a:cubicBezTo>
                  <a:cubicBezTo>
                    <a:pt x="41723" y="1976"/>
                    <a:pt x="41269" y="2398"/>
                    <a:pt x="41042" y="2601"/>
                  </a:cubicBezTo>
                  <a:cubicBezTo>
                    <a:pt x="40798" y="2787"/>
                    <a:pt x="40458" y="3087"/>
                    <a:pt x="40288" y="3128"/>
                  </a:cubicBezTo>
                  <a:cubicBezTo>
                    <a:pt x="40134" y="3257"/>
                    <a:pt x="40004" y="3420"/>
                    <a:pt x="39907" y="3606"/>
                  </a:cubicBezTo>
                  <a:cubicBezTo>
                    <a:pt x="39871" y="3762"/>
                    <a:pt x="39706" y="3942"/>
                    <a:pt x="39621" y="3942"/>
                  </a:cubicBezTo>
                  <a:cubicBezTo>
                    <a:pt x="39609" y="3942"/>
                    <a:pt x="39599" y="3939"/>
                    <a:pt x="39590" y="3930"/>
                  </a:cubicBezTo>
                  <a:lnTo>
                    <a:pt x="39485" y="4044"/>
                  </a:lnTo>
                  <a:cubicBezTo>
                    <a:pt x="39420" y="4182"/>
                    <a:pt x="39339" y="4311"/>
                    <a:pt x="39250" y="4441"/>
                  </a:cubicBezTo>
                  <a:cubicBezTo>
                    <a:pt x="39232" y="4424"/>
                    <a:pt x="39207" y="4415"/>
                    <a:pt x="39179" y="4415"/>
                  </a:cubicBezTo>
                  <a:cubicBezTo>
                    <a:pt x="39103" y="4415"/>
                    <a:pt x="39006" y="4479"/>
                    <a:pt x="38982" y="4603"/>
                  </a:cubicBezTo>
                  <a:cubicBezTo>
                    <a:pt x="39055" y="4668"/>
                    <a:pt x="38950" y="4774"/>
                    <a:pt x="38763" y="5017"/>
                  </a:cubicBezTo>
                  <a:cubicBezTo>
                    <a:pt x="38544" y="5236"/>
                    <a:pt x="38334" y="5479"/>
                    <a:pt x="38155" y="5747"/>
                  </a:cubicBezTo>
                  <a:cubicBezTo>
                    <a:pt x="37807" y="6225"/>
                    <a:pt x="37490" y="6719"/>
                    <a:pt x="37199" y="7230"/>
                  </a:cubicBezTo>
                  <a:cubicBezTo>
                    <a:pt x="36882" y="7773"/>
                    <a:pt x="36607" y="8309"/>
                    <a:pt x="36412" y="8722"/>
                  </a:cubicBezTo>
                  <a:cubicBezTo>
                    <a:pt x="36218" y="9127"/>
                    <a:pt x="36104" y="9395"/>
                    <a:pt x="36128" y="9411"/>
                  </a:cubicBezTo>
                  <a:lnTo>
                    <a:pt x="35942" y="9792"/>
                  </a:lnTo>
                  <a:lnTo>
                    <a:pt x="35755" y="10181"/>
                  </a:lnTo>
                  <a:cubicBezTo>
                    <a:pt x="35746" y="10177"/>
                    <a:pt x="35737" y="10175"/>
                    <a:pt x="35728" y="10175"/>
                  </a:cubicBezTo>
                  <a:cubicBezTo>
                    <a:pt x="35569" y="10175"/>
                    <a:pt x="35369" y="10805"/>
                    <a:pt x="35285" y="11203"/>
                  </a:cubicBezTo>
                  <a:cubicBezTo>
                    <a:pt x="35293" y="11357"/>
                    <a:pt x="35261" y="11503"/>
                    <a:pt x="35188" y="11625"/>
                  </a:cubicBezTo>
                  <a:cubicBezTo>
                    <a:pt x="35174" y="11618"/>
                    <a:pt x="35160" y="11616"/>
                    <a:pt x="35146" y="11616"/>
                  </a:cubicBezTo>
                  <a:cubicBezTo>
                    <a:pt x="34997" y="11616"/>
                    <a:pt x="34845" y="11957"/>
                    <a:pt x="34815" y="12225"/>
                  </a:cubicBezTo>
                  <a:cubicBezTo>
                    <a:pt x="34899" y="12386"/>
                    <a:pt x="34880" y="12500"/>
                    <a:pt x="34788" y="12500"/>
                  </a:cubicBezTo>
                  <a:cubicBezTo>
                    <a:pt x="34764" y="12500"/>
                    <a:pt x="34735" y="12493"/>
                    <a:pt x="34701" y="12476"/>
                  </a:cubicBezTo>
                  <a:cubicBezTo>
                    <a:pt x="34680" y="12466"/>
                    <a:pt x="34660" y="12461"/>
                    <a:pt x="34641" y="12461"/>
                  </a:cubicBezTo>
                  <a:cubicBezTo>
                    <a:pt x="34507" y="12461"/>
                    <a:pt x="34434" y="12700"/>
                    <a:pt x="34547" y="13019"/>
                  </a:cubicBezTo>
                  <a:cubicBezTo>
                    <a:pt x="34572" y="13181"/>
                    <a:pt x="34572" y="13181"/>
                    <a:pt x="34426" y="13271"/>
                  </a:cubicBezTo>
                  <a:cubicBezTo>
                    <a:pt x="34207" y="13311"/>
                    <a:pt x="34142" y="13441"/>
                    <a:pt x="34231" y="13481"/>
                  </a:cubicBezTo>
                  <a:cubicBezTo>
                    <a:pt x="34328" y="13684"/>
                    <a:pt x="34272" y="13806"/>
                    <a:pt x="34045" y="13846"/>
                  </a:cubicBezTo>
                  <a:cubicBezTo>
                    <a:pt x="33761" y="14008"/>
                    <a:pt x="33761" y="14008"/>
                    <a:pt x="33866" y="14211"/>
                  </a:cubicBezTo>
                  <a:cubicBezTo>
                    <a:pt x="33964" y="14422"/>
                    <a:pt x="33712" y="14908"/>
                    <a:pt x="33493" y="14941"/>
                  </a:cubicBezTo>
                  <a:cubicBezTo>
                    <a:pt x="33428" y="15054"/>
                    <a:pt x="33283" y="15127"/>
                    <a:pt x="33364" y="15176"/>
                  </a:cubicBezTo>
                  <a:lnTo>
                    <a:pt x="33218" y="15249"/>
                  </a:lnTo>
                  <a:lnTo>
                    <a:pt x="33088" y="15484"/>
                  </a:lnTo>
                  <a:lnTo>
                    <a:pt x="33169" y="15524"/>
                  </a:lnTo>
                  <a:cubicBezTo>
                    <a:pt x="33096" y="15646"/>
                    <a:pt x="32626" y="16303"/>
                    <a:pt x="32107" y="17049"/>
                  </a:cubicBezTo>
                  <a:cubicBezTo>
                    <a:pt x="31322" y="18150"/>
                    <a:pt x="31092" y="18315"/>
                    <a:pt x="31203" y="18315"/>
                  </a:cubicBezTo>
                  <a:cubicBezTo>
                    <a:pt x="31209" y="18315"/>
                    <a:pt x="31215" y="18314"/>
                    <a:pt x="31223" y="18314"/>
                  </a:cubicBezTo>
                  <a:lnTo>
                    <a:pt x="31223" y="18314"/>
                  </a:lnTo>
                  <a:cubicBezTo>
                    <a:pt x="31433" y="18336"/>
                    <a:pt x="31297" y="18504"/>
                    <a:pt x="31102" y="18504"/>
                  </a:cubicBezTo>
                  <a:cubicBezTo>
                    <a:pt x="31086" y="18504"/>
                    <a:pt x="31070" y="18502"/>
                    <a:pt x="31053" y="18500"/>
                  </a:cubicBezTo>
                  <a:cubicBezTo>
                    <a:pt x="30972" y="18597"/>
                    <a:pt x="30721" y="18703"/>
                    <a:pt x="30542" y="18881"/>
                  </a:cubicBezTo>
                  <a:cubicBezTo>
                    <a:pt x="30395" y="19035"/>
                    <a:pt x="30231" y="19167"/>
                    <a:pt x="30146" y="19167"/>
                  </a:cubicBezTo>
                  <a:cubicBezTo>
                    <a:pt x="30128" y="19167"/>
                    <a:pt x="30114" y="19161"/>
                    <a:pt x="30104" y="19149"/>
                  </a:cubicBezTo>
                  <a:lnTo>
                    <a:pt x="30007" y="19230"/>
                  </a:lnTo>
                  <a:cubicBezTo>
                    <a:pt x="29942" y="19538"/>
                    <a:pt x="29326" y="20016"/>
                    <a:pt x="28953" y="20130"/>
                  </a:cubicBezTo>
                  <a:cubicBezTo>
                    <a:pt x="28775" y="20235"/>
                    <a:pt x="28604" y="20373"/>
                    <a:pt x="28467" y="20535"/>
                  </a:cubicBezTo>
                  <a:cubicBezTo>
                    <a:pt x="28328" y="20686"/>
                    <a:pt x="28297" y="20720"/>
                    <a:pt x="28218" y="20720"/>
                  </a:cubicBezTo>
                  <a:cubicBezTo>
                    <a:pt x="28195" y="20720"/>
                    <a:pt x="28169" y="20717"/>
                    <a:pt x="28134" y="20713"/>
                  </a:cubicBezTo>
                  <a:cubicBezTo>
                    <a:pt x="28129" y="20705"/>
                    <a:pt x="28112" y="20701"/>
                    <a:pt x="28087" y="20701"/>
                  </a:cubicBezTo>
                  <a:cubicBezTo>
                    <a:pt x="27923" y="20701"/>
                    <a:pt x="27397" y="20875"/>
                    <a:pt x="27453" y="21030"/>
                  </a:cubicBezTo>
                  <a:lnTo>
                    <a:pt x="27307" y="20989"/>
                  </a:lnTo>
                  <a:cubicBezTo>
                    <a:pt x="27288" y="20980"/>
                    <a:pt x="27269" y="20976"/>
                    <a:pt x="27250" y="20976"/>
                  </a:cubicBezTo>
                  <a:cubicBezTo>
                    <a:pt x="27163" y="20976"/>
                    <a:pt x="27086" y="21060"/>
                    <a:pt x="27113" y="21159"/>
                  </a:cubicBezTo>
                  <a:cubicBezTo>
                    <a:pt x="27142" y="21248"/>
                    <a:pt x="27123" y="21301"/>
                    <a:pt x="27070" y="21301"/>
                  </a:cubicBezTo>
                  <a:cubicBezTo>
                    <a:pt x="27021" y="21301"/>
                    <a:pt x="26942" y="21256"/>
                    <a:pt x="26845" y="21151"/>
                  </a:cubicBezTo>
                  <a:cubicBezTo>
                    <a:pt x="26820" y="21075"/>
                    <a:pt x="26785" y="21041"/>
                    <a:pt x="26756" y="21034"/>
                  </a:cubicBezTo>
                  <a:lnTo>
                    <a:pt x="26756" y="21034"/>
                  </a:lnTo>
                  <a:cubicBezTo>
                    <a:pt x="27021" y="20724"/>
                    <a:pt x="27143" y="20299"/>
                    <a:pt x="27056" y="19870"/>
                  </a:cubicBezTo>
                  <a:cubicBezTo>
                    <a:pt x="26918" y="19232"/>
                    <a:pt x="26359" y="18789"/>
                    <a:pt x="25727" y="18789"/>
                  </a:cubicBezTo>
                  <a:cubicBezTo>
                    <a:pt x="25652" y="18789"/>
                    <a:pt x="25576" y="18795"/>
                    <a:pt x="25499" y="18808"/>
                  </a:cubicBezTo>
                  <a:cubicBezTo>
                    <a:pt x="24786" y="18922"/>
                    <a:pt x="24283" y="19586"/>
                    <a:pt x="24372" y="20308"/>
                  </a:cubicBezTo>
                  <a:cubicBezTo>
                    <a:pt x="24434" y="20857"/>
                    <a:pt x="24819" y="21293"/>
                    <a:pt x="25321" y="21449"/>
                  </a:cubicBezTo>
                  <a:lnTo>
                    <a:pt x="25321" y="21449"/>
                  </a:lnTo>
                  <a:cubicBezTo>
                    <a:pt x="25328" y="21460"/>
                    <a:pt x="25336" y="21471"/>
                    <a:pt x="25345" y="21484"/>
                  </a:cubicBezTo>
                  <a:cubicBezTo>
                    <a:pt x="25361" y="21670"/>
                    <a:pt x="25361" y="21662"/>
                    <a:pt x="25118" y="21678"/>
                  </a:cubicBezTo>
                  <a:cubicBezTo>
                    <a:pt x="25101" y="21678"/>
                    <a:pt x="25083" y="21678"/>
                    <a:pt x="25066" y="21678"/>
                  </a:cubicBezTo>
                  <a:cubicBezTo>
                    <a:pt x="24970" y="21678"/>
                    <a:pt x="24883" y="21673"/>
                    <a:pt x="24883" y="21597"/>
                  </a:cubicBezTo>
                  <a:cubicBezTo>
                    <a:pt x="24883" y="21500"/>
                    <a:pt x="24883" y="21516"/>
                    <a:pt x="24656" y="21508"/>
                  </a:cubicBezTo>
                  <a:cubicBezTo>
                    <a:pt x="24643" y="21507"/>
                    <a:pt x="24630" y="21507"/>
                    <a:pt x="24617" y="21507"/>
                  </a:cubicBezTo>
                  <a:cubicBezTo>
                    <a:pt x="24453" y="21507"/>
                    <a:pt x="24296" y="21555"/>
                    <a:pt x="24153" y="21638"/>
                  </a:cubicBezTo>
                  <a:cubicBezTo>
                    <a:pt x="24015" y="21694"/>
                    <a:pt x="23894" y="21776"/>
                    <a:pt x="23788" y="21873"/>
                  </a:cubicBezTo>
                  <a:cubicBezTo>
                    <a:pt x="23773" y="21959"/>
                    <a:pt x="23765" y="22004"/>
                    <a:pt x="23750" y="22004"/>
                  </a:cubicBezTo>
                  <a:cubicBezTo>
                    <a:pt x="23735" y="22004"/>
                    <a:pt x="23713" y="21953"/>
                    <a:pt x="23667" y="21848"/>
                  </a:cubicBezTo>
                  <a:cubicBezTo>
                    <a:pt x="23683" y="21759"/>
                    <a:pt x="23569" y="21735"/>
                    <a:pt x="23448" y="21719"/>
                  </a:cubicBezTo>
                  <a:cubicBezTo>
                    <a:pt x="23444" y="21743"/>
                    <a:pt x="23433" y="21751"/>
                    <a:pt x="23423" y="21751"/>
                  </a:cubicBezTo>
                  <a:cubicBezTo>
                    <a:pt x="23400" y="21751"/>
                    <a:pt x="23376" y="21711"/>
                    <a:pt x="23411" y="21711"/>
                  </a:cubicBezTo>
                  <a:cubicBezTo>
                    <a:pt x="23420" y="21711"/>
                    <a:pt x="23432" y="21713"/>
                    <a:pt x="23448" y="21719"/>
                  </a:cubicBezTo>
                  <a:cubicBezTo>
                    <a:pt x="23462" y="21667"/>
                    <a:pt x="23506" y="21651"/>
                    <a:pt x="23563" y="21651"/>
                  </a:cubicBezTo>
                  <a:cubicBezTo>
                    <a:pt x="23606" y="21651"/>
                    <a:pt x="23656" y="21660"/>
                    <a:pt x="23707" y="21670"/>
                  </a:cubicBezTo>
                  <a:lnTo>
                    <a:pt x="23724" y="21581"/>
                  </a:lnTo>
                  <a:cubicBezTo>
                    <a:pt x="23683" y="21467"/>
                    <a:pt x="23632" y="21415"/>
                    <a:pt x="23568" y="21415"/>
                  </a:cubicBezTo>
                  <a:cubicBezTo>
                    <a:pt x="23517" y="21415"/>
                    <a:pt x="23459" y="21447"/>
                    <a:pt x="23391" y="21508"/>
                  </a:cubicBezTo>
                  <a:cubicBezTo>
                    <a:pt x="23338" y="21527"/>
                    <a:pt x="23305" y="21538"/>
                    <a:pt x="23280" y="21538"/>
                  </a:cubicBezTo>
                  <a:cubicBezTo>
                    <a:pt x="23241" y="21538"/>
                    <a:pt x="23222" y="21509"/>
                    <a:pt x="23172" y="21435"/>
                  </a:cubicBezTo>
                  <a:cubicBezTo>
                    <a:pt x="23111" y="21343"/>
                    <a:pt x="23054" y="21250"/>
                    <a:pt x="23016" y="21250"/>
                  </a:cubicBezTo>
                  <a:cubicBezTo>
                    <a:pt x="23004" y="21250"/>
                    <a:pt x="22993" y="21259"/>
                    <a:pt x="22986" y="21281"/>
                  </a:cubicBezTo>
                  <a:cubicBezTo>
                    <a:pt x="22872" y="21240"/>
                    <a:pt x="22775" y="21159"/>
                    <a:pt x="22718" y="21062"/>
                  </a:cubicBezTo>
                  <a:cubicBezTo>
                    <a:pt x="22587" y="20999"/>
                    <a:pt x="22499" y="20956"/>
                    <a:pt x="22441" y="20956"/>
                  </a:cubicBezTo>
                  <a:cubicBezTo>
                    <a:pt x="22410" y="20956"/>
                    <a:pt x="22387" y="20969"/>
                    <a:pt x="22370" y="20997"/>
                  </a:cubicBezTo>
                  <a:cubicBezTo>
                    <a:pt x="22353" y="21024"/>
                    <a:pt x="22333" y="21035"/>
                    <a:pt x="22309" y="21035"/>
                  </a:cubicBezTo>
                  <a:cubicBezTo>
                    <a:pt x="22261" y="21035"/>
                    <a:pt x="22199" y="20992"/>
                    <a:pt x="22134" y="20949"/>
                  </a:cubicBezTo>
                  <a:cubicBezTo>
                    <a:pt x="22068" y="20904"/>
                    <a:pt x="22001" y="20860"/>
                    <a:pt x="21947" y="20860"/>
                  </a:cubicBezTo>
                  <a:cubicBezTo>
                    <a:pt x="21923" y="20860"/>
                    <a:pt x="21901" y="20869"/>
                    <a:pt x="21883" y="20892"/>
                  </a:cubicBezTo>
                  <a:cubicBezTo>
                    <a:pt x="21861" y="20928"/>
                    <a:pt x="21817" y="20950"/>
                    <a:pt x="21757" y="20950"/>
                  </a:cubicBezTo>
                  <a:cubicBezTo>
                    <a:pt x="21685" y="20950"/>
                    <a:pt x="21589" y="20919"/>
                    <a:pt x="21478" y="20843"/>
                  </a:cubicBezTo>
                  <a:cubicBezTo>
                    <a:pt x="21234" y="20746"/>
                    <a:pt x="21234" y="20746"/>
                    <a:pt x="21259" y="20527"/>
                  </a:cubicBezTo>
                  <a:cubicBezTo>
                    <a:pt x="21316" y="20454"/>
                    <a:pt x="21226" y="20381"/>
                    <a:pt x="21137" y="20300"/>
                  </a:cubicBezTo>
                  <a:cubicBezTo>
                    <a:pt x="21121" y="20284"/>
                    <a:pt x="21105" y="20259"/>
                    <a:pt x="21088" y="20243"/>
                  </a:cubicBezTo>
                  <a:cubicBezTo>
                    <a:pt x="21048" y="20194"/>
                    <a:pt x="21032" y="20130"/>
                    <a:pt x="21024" y="20073"/>
                  </a:cubicBezTo>
                  <a:cubicBezTo>
                    <a:pt x="21016" y="19997"/>
                    <a:pt x="20998" y="19971"/>
                    <a:pt x="20974" y="19971"/>
                  </a:cubicBezTo>
                  <a:cubicBezTo>
                    <a:pt x="20947" y="19971"/>
                    <a:pt x="20912" y="20006"/>
                    <a:pt x="20878" y="20040"/>
                  </a:cubicBezTo>
                  <a:lnTo>
                    <a:pt x="20740" y="20162"/>
                  </a:lnTo>
                  <a:cubicBezTo>
                    <a:pt x="20659" y="20073"/>
                    <a:pt x="20707" y="19854"/>
                    <a:pt x="20780" y="19797"/>
                  </a:cubicBezTo>
                  <a:cubicBezTo>
                    <a:pt x="20808" y="19676"/>
                    <a:pt x="20823" y="19624"/>
                    <a:pt x="20802" y="19624"/>
                  </a:cubicBezTo>
                  <a:cubicBezTo>
                    <a:pt x="20787" y="19624"/>
                    <a:pt x="20753" y="19652"/>
                    <a:pt x="20691" y="19700"/>
                  </a:cubicBezTo>
                  <a:cubicBezTo>
                    <a:pt x="20672" y="19716"/>
                    <a:pt x="20645" y="19727"/>
                    <a:pt x="20614" y="19727"/>
                  </a:cubicBezTo>
                  <a:cubicBezTo>
                    <a:pt x="20539" y="19727"/>
                    <a:pt x="20441" y="19665"/>
                    <a:pt x="20383" y="19481"/>
                  </a:cubicBezTo>
                  <a:cubicBezTo>
                    <a:pt x="20229" y="19270"/>
                    <a:pt x="20075" y="19068"/>
                    <a:pt x="20148" y="19011"/>
                  </a:cubicBezTo>
                  <a:cubicBezTo>
                    <a:pt x="20148" y="18922"/>
                    <a:pt x="20083" y="18841"/>
                    <a:pt x="20002" y="18808"/>
                  </a:cubicBezTo>
                  <a:cubicBezTo>
                    <a:pt x="19856" y="18751"/>
                    <a:pt x="19783" y="18638"/>
                    <a:pt x="19645" y="18257"/>
                  </a:cubicBezTo>
                  <a:cubicBezTo>
                    <a:pt x="19508" y="17779"/>
                    <a:pt x="19476" y="17649"/>
                    <a:pt x="19408" y="17649"/>
                  </a:cubicBezTo>
                  <a:cubicBezTo>
                    <a:pt x="19383" y="17649"/>
                    <a:pt x="19354" y="17666"/>
                    <a:pt x="19313" y="17689"/>
                  </a:cubicBezTo>
                  <a:cubicBezTo>
                    <a:pt x="19279" y="17710"/>
                    <a:pt x="19245" y="17729"/>
                    <a:pt x="19223" y="17729"/>
                  </a:cubicBezTo>
                  <a:cubicBezTo>
                    <a:pt x="19194" y="17729"/>
                    <a:pt x="19188" y="17693"/>
                    <a:pt x="19240" y="17576"/>
                  </a:cubicBezTo>
                  <a:cubicBezTo>
                    <a:pt x="19256" y="17414"/>
                    <a:pt x="19110" y="17349"/>
                    <a:pt x="18899" y="17146"/>
                  </a:cubicBezTo>
                  <a:cubicBezTo>
                    <a:pt x="18857" y="17122"/>
                    <a:pt x="18812" y="17113"/>
                    <a:pt x="18769" y="17113"/>
                  </a:cubicBezTo>
                  <a:cubicBezTo>
                    <a:pt x="18665" y="17113"/>
                    <a:pt x="18567" y="17166"/>
                    <a:pt x="18510" y="17195"/>
                  </a:cubicBezTo>
                  <a:cubicBezTo>
                    <a:pt x="18455" y="17226"/>
                    <a:pt x="18420" y="17247"/>
                    <a:pt x="18395" y="17247"/>
                  </a:cubicBezTo>
                  <a:cubicBezTo>
                    <a:pt x="18349" y="17247"/>
                    <a:pt x="18336" y="17180"/>
                    <a:pt x="18299" y="16992"/>
                  </a:cubicBezTo>
                  <a:cubicBezTo>
                    <a:pt x="18235" y="16870"/>
                    <a:pt x="18251" y="16708"/>
                    <a:pt x="18332" y="16668"/>
                  </a:cubicBezTo>
                  <a:cubicBezTo>
                    <a:pt x="18343" y="16662"/>
                    <a:pt x="18355" y="16659"/>
                    <a:pt x="18365" y="16659"/>
                  </a:cubicBezTo>
                  <a:cubicBezTo>
                    <a:pt x="18430" y="16659"/>
                    <a:pt x="18478" y="16749"/>
                    <a:pt x="18478" y="16749"/>
                  </a:cubicBezTo>
                  <a:lnTo>
                    <a:pt x="18543" y="16870"/>
                  </a:lnTo>
                  <a:cubicBezTo>
                    <a:pt x="18624" y="16822"/>
                    <a:pt x="18705" y="16781"/>
                    <a:pt x="18575" y="16538"/>
                  </a:cubicBezTo>
                  <a:cubicBezTo>
                    <a:pt x="18589" y="16403"/>
                    <a:pt x="18541" y="16287"/>
                    <a:pt x="18475" y="16287"/>
                  </a:cubicBezTo>
                  <a:cubicBezTo>
                    <a:pt x="18465" y="16287"/>
                    <a:pt x="18456" y="16290"/>
                    <a:pt x="18445" y="16295"/>
                  </a:cubicBezTo>
                  <a:cubicBezTo>
                    <a:pt x="18462" y="16133"/>
                    <a:pt x="18332" y="15881"/>
                    <a:pt x="18210" y="15630"/>
                  </a:cubicBezTo>
                  <a:cubicBezTo>
                    <a:pt x="18081" y="15387"/>
                    <a:pt x="17878" y="15006"/>
                    <a:pt x="17886" y="14835"/>
                  </a:cubicBezTo>
                  <a:cubicBezTo>
                    <a:pt x="17772" y="14614"/>
                    <a:pt x="17702" y="14487"/>
                    <a:pt x="17631" y="14487"/>
                  </a:cubicBezTo>
                  <a:cubicBezTo>
                    <a:pt x="17622" y="14487"/>
                    <a:pt x="17612" y="14490"/>
                    <a:pt x="17602" y="14495"/>
                  </a:cubicBezTo>
                  <a:cubicBezTo>
                    <a:pt x="17562" y="14517"/>
                    <a:pt x="17528" y="14525"/>
                    <a:pt x="17501" y="14525"/>
                  </a:cubicBezTo>
                  <a:cubicBezTo>
                    <a:pt x="17417" y="14525"/>
                    <a:pt x="17395" y="14444"/>
                    <a:pt x="17456" y="14414"/>
                  </a:cubicBezTo>
                  <a:cubicBezTo>
                    <a:pt x="17489" y="14308"/>
                    <a:pt x="17326" y="13830"/>
                    <a:pt x="17051" y="13368"/>
                  </a:cubicBezTo>
                  <a:cubicBezTo>
                    <a:pt x="16808" y="12914"/>
                    <a:pt x="16467" y="12484"/>
                    <a:pt x="16345" y="12476"/>
                  </a:cubicBezTo>
                  <a:lnTo>
                    <a:pt x="16167" y="12225"/>
                  </a:lnTo>
                  <a:cubicBezTo>
                    <a:pt x="16127" y="12071"/>
                    <a:pt x="15924" y="11819"/>
                    <a:pt x="15729" y="11592"/>
                  </a:cubicBezTo>
                  <a:cubicBezTo>
                    <a:pt x="15543" y="11365"/>
                    <a:pt x="15332" y="11171"/>
                    <a:pt x="15235" y="11154"/>
                  </a:cubicBezTo>
                  <a:lnTo>
                    <a:pt x="14870" y="10822"/>
                  </a:lnTo>
                  <a:cubicBezTo>
                    <a:pt x="14700" y="10530"/>
                    <a:pt x="14554" y="10433"/>
                    <a:pt x="14359" y="10408"/>
                  </a:cubicBezTo>
                  <a:cubicBezTo>
                    <a:pt x="14339" y="10407"/>
                    <a:pt x="14321" y="10406"/>
                    <a:pt x="14304" y="10406"/>
                  </a:cubicBezTo>
                  <a:cubicBezTo>
                    <a:pt x="14217" y="10406"/>
                    <a:pt x="14168" y="10425"/>
                    <a:pt x="14155" y="10425"/>
                  </a:cubicBezTo>
                  <a:cubicBezTo>
                    <a:pt x="14147" y="10425"/>
                    <a:pt x="14153" y="10418"/>
                    <a:pt x="14173" y="10392"/>
                  </a:cubicBezTo>
                  <a:cubicBezTo>
                    <a:pt x="14197" y="10352"/>
                    <a:pt x="14140" y="10287"/>
                    <a:pt x="14010" y="10190"/>
                  </a:cubicBezTo>
                  <a:cubicBezTo>
                    <a:pt x="13946" y="10133"/>
                    <a:pt x="13864" y="10076"/>
                    <a:pt x="13759" y="10003"/>
                  </a:cubicBezTo>
                  <a:cubicBezTo>
                    <a:pt x="13654" y="9938"/>
                    <a:pt x="13516" y="9881"/>
                    <a:pt x="13370" y="9800"/>
                  </a:cubicBezTo>
                  <a:cubicBezTo>
                    <a:pt x="13023" y="9634"/>
                    <a:pt x="12874" y="9565"/>
                    <a:pt x="12831" y="9565"/>
                  </a:cubicBezTo>
                  <a:cubicBezTo>
                    <a:pt x="12799" y="9565"/>
                    <a:pt x="12826" y="9604"/>
                    <a:pt x="12875" y="9671"/>
                  </a:cubicBezTo>
                  <a:cubicBezTo>
                    <a:pt x="12227" y="9500"/>
                    <a:pt x="12243" y="9452"/>
                    <a:pt x="12275" y="9346"/>
                  </a:cubicBezTo>
                  <a:cubicBezTo>
                    <a:pt x="12402" y="9280"/>
                    <a:pt x="12341" y="9212"/>
                    <a:pt x="12221" y="9212"/>
                  </a:cubicBezTo>
                  <a:cubicBezTo>
                    <a:pt x="12134" y="9212"/>
                    <a:pt x="12017" y="9248"/>
                    <a:pt x="11919" y="9346"/>
                  </a:cubicBezTo>
                  <a:cubicBezTo>
                    <a:pt x="11834" y="9407"/>
                    <a:pt x="11730" y="9430"/>
                    <a:pt x="11638" y="9430"/>
                  </a:cubicBezTo>
                  <a:cubicBezTo>
                    <a:pt x="11510" y="9430"/>
                    <a:pt x="11406" y="9386"/>
                    <a:pt x="11416" y="9338"/>
                  </a:cubicBezTo>
                  <a:cubicBezTo>
                    <a:pt x="11424" y="9291"/>
                    <a:pt x="11466" y="9274"/>
                    <a:pt x="11526" y="9274"/>
                  </a:cubicBezTo>
                  <a:cubicBezTo>
                    <a:pt x="11590" y="9274"/>
                    <a:pt x="11673" y="9293"/>
                    <a:pt x="11756" y="9314"/>
                  </a:cubicBezTo>
                  <a:lnTo>
                    <a:pt x="11797" y="9136"/>
                  </a:lnTo>
                  <a:cubicBezTo>
                    <a:pt x="11750" y="9119"/>
                    <a:pt x="11700" y="9110"/>
                    <a:pt x="11650" y="9110"/>
                  </a:cubicBezTo>
                  <a:cubicBezTo>
                    <a:pt x="11580" y="9110"/>
                    <a:pt x="11510" y="9127"/>
                    <a:pt x="11448" y="9160"/>
                  </a:cubicBezTo>
                  <a:cubicBezTo>
                    <a:pt x="11417" y="9156"/>
                    <a:pt x="11386" y="9154"/>
                    <a:pt x="11356" y="9154"/>
                  </a:cubicBezTo>
                  <a:cubicBezTo>
                    <a:pt x="11268" y="9154"/>
                    <a:pt x="11184" y="9170"/>
                    <a:pt x="11100" y="9200"/>
                  </a:cubicBezTo>
                  <a:cubicBezTo>
                    <a:pt x="10921" y="9273"/>
                    <a:pt x="10921" y="9363"/>
                    <a:pt x="11067" y="9476"/>
                  </a:cubicBezTo>
                  <a:cubicBezTo>
                    <a:pt x="11155" y="9540"/>
                    <a:pt x="11131" y="9559"/>
                    <a:pt x="11065" y="9559"/>
                  </a:cubicBezTo>
                  <a:cubicBezTo>
                    <a:pt x="11021" y="9559"/>
                    <a:pt x="10958" y="9551"/>
                    <a:pt x="10897" y="9541"/>
                  </a:cubicBezTo>
                  <a:cubicBezTo>
                    <a:pt x="10589" y="9436"/>
                    <a:pt x="10589" y="9346"/>
                    <a:pt x="10759" y="9265"/>
                  </a:cubicBezTo>
                  <a:cubicBezTo>
                    <a:pt x="10921" y="9265"/>
                    <a:pt x="10929" y="9184"/>
                    <a:pt x="10946" y="9095"/>
                  </a:cubicBezTo>
                  <a:cubicBezTo>
                    <a:pt x="10946" y="9072"/>
                    <a:pt x="10904" y="9061"/>
                    <a:pt x="10836" y="9061"/>
                  </a:cubicBezTo>
                  <a:cubicBezTo>
                    <a:pt x="10604" y="9061"/>
                    <a:pt x="10073" y="9188"/>
                    <a:pt x="9952" y="9349"/>
                  </a:cubicBezTo>
                  <a:lnTo>
                    <a:pt x="9952" y="9349"/>
                  </a:lnTo>
                  <a:cubicBezTo>
                    <a:pt x="9951" y="9327"/>
                    <a:pt x="9950" y="9300"/>
                    <a:pt x="9948" y="9265"/>
                  </a:cubicBezTo>
                  <a:cubicBezTo>
                    <a:pt x="9944" y="9214"/>
                    <a:pt x="9852" y="9194"/>
                    <a:pt x="9717" y="9194"/>
                  </a:cubicBezTo>
                  <a:cubicBezTo>
                    <a:pt x="9598" y="9194"/>
                    <a:pt x="9445" y="9210"/>
                    <a:pt x="9292" y="9233"/>
                  </a:cubicBezTo>
                  <a:cubicBezTo>
                    <a:pt x="8967" y="9273"/>
                    <a:pt x="8813" y="9322"/>
                    <a:pt x="8830" y="9403"/>
                  </a:cubicBezTo>
                  <a:cubicBezTo>
                    <a:pt x="8846" y="9492"/>
                    <a:pt x="8862" y="9581"/>
                    <a:pt x="8708" y="9614"/>
                  </a:cubicBezTo>
                  <a:cubicBezTo>
                    <a:pt x="8730" y="9609"/>
                    <a:pt x="8749" y="9607"/>
                    <a:pt x="8766" y="9607"/>
                  </a:cubicBezTo>
                  <a:cubicBezTo>
                    <a:pt x="8867" y="9607"/>
                    <a:pt x="8882" y="9685"/>
                    <a:pt x="8903" y="9768"/>
                  </a:cubicBezTo>
                  <a:cubicBezTo>
                    <a:pt x="8903" y="9768"/>
                    <a:pt x="8578" y="9736"/>
                    <a:pt x="8408" y="9695"/>
                  </a:cubicBezTo>
                  <a:cubicBezTo>
                    <a:pt x="8277" y="9658"/>
                    <a:pt x="8146" y="9635"/>
                    <a:pt x="8000" y="9635"/>
                  </a:cubicBezTo>
                  <a:cubicBezTo>
                    <a:pt x="7765" y="9635"/>
                    <a:pt x="7495" y="9694"/>
                    <a:pt x="7135" y="9849"/>
                  </a:cubicBezTo>
                  <a:cubicBezTo>
                    <a:pt x="6840" y="9961"/>
                    <a:pt x="6436" y="10182"/>
                    <a:pt x="6245" y="10182"/>
                  </a:cubicBezTo>
                  <a:cubicBezTo>
                    <a:pt x="6242" y="10182"/>
                    <a:pt x="6238" y="10182"/>
                    <a:pt x="6235" y="10181"/>
                  </a:cubicBezTo>
                  <a:cubicBezTo>
                    <a:pt x="5959" y="10344"/>
                    <a:pt x="5830" y="10425"/>
                    <a:pt x="5870" y="10498"/>
                  </a:cubicBezTo>
                  <a:cubicBezTo>
                    <a:pt x="5781" y="10554"/>
                    <a:pt x="5692" y="10611"/>
                    <a:pt x="5611" y="10676"/>
                  </a:cubicBezTo>
                  <a:cubicBezTo>
                    <a:pt x="5424" y="10684"/>
                    <a:pt x="5165" y="10863"/>
                    <a:pt x="5222" y="10944"/>
                  </a:cubicBezTo>
                  <a:cubicBezTo>
                    <a:pt x="5149" y="11106"/>
                    <a:pt x="4970" y="11130"/>
                    <a:pt x="4849" y="11227"/>
                  </a:cubicBezTo>
                  <a:cubicBezTo>
                    <a:pt x="4492" y="11284"/>
                    <a:pt x="4492" y="11292"/>
                    <a:pt x="4784" y="11398"/>
                  </a:cubicBezTo>
                  <a:cubicBezTo>
                    <a:pt x="4795" y="11410"/>
                    <a:pt x="4815" y="11416"/>
                    <a:pt x="4841" y="11416"/>
                  </a:cubicBezTo>
                  <a:cubicBezTo>
                    <a:pt x="4949" y="11416"/>
                    <a:pt x="5158" y="11323"/>
                    <a:pt x="5262" y="11252"/>
                  </a:cubicBezTo>
                  <a:cubicBezTo>
                    <a:pt x="5384" y="11162"/>
                    <a:pt x="5505" y="11065"/>
                    <a:pt x="5635" y="10984"/>
                  </a:cubicBezTo>
                  <a:lnTo>
                    <a:pt x="5635" y="10984"/>
                  </a:lnTo>
                  <a:cubicBezTo>
                    <a:pt x="5522" y="11090"/>
                    <a:pt x="5416" y="11211"/>
                    <a:pt x="5311" y="11325"/>
                  </a:cubicBezTo>
                  <a:cubicBezTo>
                    <a:pt x="5189" y="11414"/>
                    <a:pt x="5011" y="11673"/>
                    <a:pt x="5068" y="11746"/>
                  </a:cubicBezTo>
                  <a:cubicBezTo>
                    <a:pt x="5068" y="11746"/>
                    <a:pt x="5132" y="11819"/>
                    <a:pt x="5019" y="11917"/>
                  </a:cubicBezTo>
                  <a:lnTo>
                    <a:pt x="4897" y="11779"/>
                  </a:lnTo>
                  <a:cubicBezTo>
                    <a:pt x="4946" y="11673"/>
                    <a:pt x="4922" y="11552"/>
                    <a:pt x="4841" y="11471"/>
                  </a:cubicBezTo>
                  <a:cubicBezTo>
                    <a:pt x="4820" y="11466"/>
                    <a:pt x="4799" y="11464"/>
                    <a:pt x="4776" y="11464"/>
                  </a:cubicBezTo>
                  <a:cubicBezTo>
                    <a:pt x="4537" y="11464"/>
                    <a:pt x="4195" y="11685"/>
                    <a:pt x="4314" y="11811"/>
                  </a:cubicBezTo>
                  <a:cubicBezTo>
                    <a:pt x="4241" y="11900"/>
                    <a:pt x="4143" y="11949"/>
                    <a:pt x="4030" y="11965"/>
                  </a:cubicBezTo>
                  <a:cubicBezTo>
                    <a:pt x="4017" y="11950"/>
                    <a:pt x="4002" y="11943"/>
                    <a:pt x="3986" y="11943"/>
                  </a:cubicBezTo>
                  <a:cubicBezTo>
                    <a:pt x="3925" y="11943"/>
                    <a:pt x="3856" y="12055"/>
                    <a:pt x="3876" y="12249"/>
                  </a:cubicBezTo>
                  <a:cubicBezTo>
                    <a:pt x="3908" y="12484"/>
                    <a:pt x="3803" y="12589"/>
                    <a:pt x="3568" y="12589"/>
                  </a:cubicBezTo>
                  <a:cubicBezTo>
                    <a:pt x="3227" y="12687"/>
                    <a:pt x="2846" y="13181"/>
                    <a:pt x="2919" y="13238"/>
                  </a:cubicBezTo>
                  <a:cubicBezTo>
                    <a:pt x="3057" y="13343"/>
                    <a:pt x="2797" y="13708"/>
                    <a:pt x="2635" y="13773"/>
                  </a:cubicBezTo>
                  <a:cubicBezTo>
                    <a:pt x="2481" y="13838"/>
                    <a:pt x="2384" y="13984"/>
                    <a:pt x="2384" y="14146"/>
                  </a:cubicBezTo>
                  <a:cubicBezTo>
                    <a:pt x="2369" y="14136"/>
                    <a:pt x="2351" y="14131"/>
                    <a:pt x="2331" y="14131"/>
                  </a:cubicBezTo>
                  <a:cubicBezTo>
                    <a:pt x="2252" y="14131"/>
                    <a:pt x="2149" y="14207"/>
                    <a:pt x="2149" y="14349"/>
                  </a:cubicBezTo>
                  <a:cubicBezTo>
                    <a:pt x="2149" y="14349"/>
                    <a:pt x="2102" y="14424"/>
                    <a:pt x="2147" y="14424"/>
                  </a:cubicBezTo>
                  <a:cubicBezTo>
                    <a:pt x="2162" y="14424"/>
                    <a:pt x="2185" y="14417"/>
                    <a:pt x="2222" y="14397"/>
                  </a:cubicBezTo>
                  <a:lnTo>
                    <a:pt x="2222" y="14746"/>
                  </a:lnTo>
                  <a:cubicBezTo>
                    <a:pt x="2256" y="14689"/>
                    <a:pt x="2291" y="14670"/>
                    <a:pt x="2327" y="14670"/>
                  </a:cubicBezTo>
                  <a:cubicBezTo>
                    <a:pt x="2368" y="14670"/>
                    <a:pt x="2410" y="14696"/>
                    <a:pt x="2449" y="14722"/>
                  </a:cubicBezTo>
                  <a:cubicBezTo>
                    <a:pt x="2522" y="14770"/>
                    <a:pt x="2149" y="15216"/>
                    <a:pt x="1768" y="15338"/>
                  </a:cubicBezTo>
                  <a:lnTo>
                    <a:pt x="1468" y="15508"/>
                  </a:lnTo>
                  <a:lnTo>
                    <a:pt x="1630" y="15597"/>
                  </a:lnTo>
                  <a:cubicBezTo>
                    <a:pt x="1566" y="15704"/>
                    <a:pt x="1509" y="15816"/>
                    <a:pt x="1441" y="15816"/>
                  </a:cubicBezTo>
                  <a:cubicBezTo>
                    <a:pt x="1431" y="15816"/>
                    <a:pt x="1421" y="15813"/>
                    <a:pt x="1411" y="15808"/>
                  </a:cubicBezTo>
                  <a:cubicBezTo>
                    <a:pt x="1382" y="15794"/>
                    <a:pt x="1363" y="15784"/>
                    <a:pt x="1348" y="15784"/>
                  </a:cubicBezTo>
                  <a:cubicBezTo>
                    <a:pt x="1322" y="15784"/>
                    <a:pt x="1307" y="15814"/>
                    <a:pt x="1265" y="15897"/>
                  </a:cubicBezTo>
                  <a:cubicBezTo>
                    <a:pt x="1265" y="15897"/>
                    <a:pt x="1192" y="16027"/>
                    <a:pt x="1273" y="16068"/>
                  </a:cubicBezTo>
                  <a:cubicBezTo>
                    <a:pt x="1435" y="16149"/>
                    <a:pt x="1435" y="16149"/>
                    <a:pt x="1289" y="16238"/>
                  </a:cubicBezTo>
                  <a:cubicBezTo>
                    <a:pt x="1062" y="16287"/>
                    <a:pt x="997" y="16416"/>
                    <a:pt x="1095" y="16627"/>
                  </a:cubicBezTo>
                  <a:cubicBezTo>
                    <a:pt x="1265" y="16708"/>
                    <a:pt x="1257" y="16708"/>
                    <a:pt x="1038" y="16757"/>
                  </a:cubicBezTo>
                  <a:cubicBezTo>
                    <a:pt x="1027" y="16752"/>
                    <a:pt x="1014" y="16750"/>
                    <a:pt x="1001" y="16750"/>
                  </a:cubicBezTo>
                  <a:cubicBezTo>
                    <a:pt x="918" y="16750"/>
                    <a:pt x="802" y="16832"/>
                    <a:pt x="746" y="16943"/>
                  </a:cubicBezTo>
                  <a:lnTo>
                    <a:pt x="835" y="16984"/>
                  </a:lnTo>
                  <a:cubicBezTo>
                    <a:pt x="997" y="17065"/>
                    <a:pt x="933" y="17195"/>
                    <a:pt x="795" y="17284"/>
                  </a:cubicBezTo>
                  <a:cubicBezTo>
                    <a:pt x="785" y="17279"/>
                    <a:pt x="776" y="17277"/>
                    <a:pt x="767" y="17277"/>
                  </a:cubicBezTo>
                  <a:cubicBezTo>
                    <a:pt x="699" y="17277"/>
                    <a:pt x="645" y="17409"/>
                    <a:pt x="616" y="17673"/>
                  </a:cubicBezTo>
                  <a:cubicBezTo>
                    <a:pt x="517" y="17908"/>
                    <a:pt x="461" y="18037"/>
                    <a:pt x="388" y="18037"/>
                  </a:cubicBezTo>
                  <a:cubicBezTo>
                    <a:pt x="378" y="18037"/>
                    <a:pt x="368" y="18035"/>
                    <a:pt x="357" y="18030"/>
                  </a:cubicBezTo>
                  <a:cubicBezTo>
                    <a:pt x="296" y="18002"/>
                    <a:pt x="258" y="17985"/>
                    <a:pt x="240" y="17985"/>
                  </a:cubicBezTo>
                  <a:cubicBezTo>
                    <a:pt x="210" y="17985"/>
                    <a:pt x="234" y="18033"/>
                    <a:pt x="300" y="18159"/>
                  </a:cubicBezTo>
                  <a:cubicBezTo>
                    <a:pt x="333" y="18330"/>
                    <a:pt x="333" y="18330"/>
                    <a:pt x="138" y="18557"/>
                  </a:cubicBezTo>
                  <a:cubicBezTo>
                    <a:pt x="0" y="18646"/>
                    <a:pt x="0" y="18646"/>
                    <a:pt x="25" y="18816"/>
                  </a:cubicBezTo>
                  <a:cubicBezTo>
                    <a:pt x="111" y="18853"/>
                    <a:pt x="175" y="18880"/>
                    <a:pt x="224" y="18880"/>
                  </a:cubicBezTo>
                  <a:cubicBezTo>
                    <a:pt x="271" y="18880"/>
                    <a:pt x="305" y="18855"/>
                    <a:pt x="333" y="18792"/>
                  </a:cubicBezTo>
                  <a:cubicBezTo>
                    <a:pt x="369" y="18709"/>
                    <a:pt x="382" y="18679"/>
                    <a:pt x="408" y="18679"/>
                  </a:cubicBezTo>
                  <a:cubicBezTo>
                    <a:pt x="423" y="18679"/>
                    <a:pt x="441" y="18688"/>
                    <a:pt x="470" y="18703"/>
                  </a:cubicBezTo>
                  <a:lnTo>
                    <a:pt x="357" y="18962"/>
                  </a:lnTo>
                  <a:cubicBezTo>
                    <a:pt x="284" y="19132"/>
                    <a:pt x="235" y="19319"/>
                    <a:pt x="227" y="19513"/>
                  </a:cubicBezTo>
                  <a:cubicBezTo>
                    <a:pt x="214" y="19677"/>
                    <a:pt x="261" y="19772"/>
                    <a:pt x="309" y="19772"/>
                  </a:cubicBezTo>
                  <a:cubicBezTo>
                    <a:pt x="346" y="19772"/>
                    <a:pt x="382" y="19714"/>
                    <a:pt x="389" y="19586"/>
                  </a:cubicBezTo>
                  <a:lnTo>
                    <a:pt x="527" y="19489"/>
                  </a:lnTo>
                  <a:cubicBezTo>
                    <a:pt x="568" y="19506"/>
                    <a:pt x="606" y="19514"/>
                    <a:pt x="638" y="19514"/>
                  </a:cubicBezTo>
                  <a:cubicBezTo>
                    <a:pt x="806" y="19514"/>
                    <a:pt x="851" y="19318"/>
                    <a:pt x="641" y="19230"/>
                  </a:cubicBezTo>
                  <a:cubicBezTo>
                    <a:pt x="389" y="19124"/>
                    <a:pt x="389" y="19124"/>
                    <a:pt x="608" y="19068"/>
                  </a:cubicBezTo>
                  <a:lnTo>
                    <a:pt x="608" y="19068"/>
                  </a:lnTo>
                  <a:cubicBezTo>
                    <a:pt x="642" y="19082"/>
                    <a:pt x="672" y="19089"/>
                    <a:pt x="698" y="19089"/>
                  </a:cubicBezTo>
                  <a:cubicBezTo>
                    <a:pt x="801" y="19089"/>
                    <a:pt x="845" y="18985"/>
                    <a:pt x="884" y="18881"/>
                  </a:cubicBezTo>
                  <a:cubicBezTo>
                    <a:pt x="922" y="18795"/>
                    <a:pt x="934" y="18766"/>
                    <a:pt x="963" y="18766"/>
                  </a:cubicBezTo>
                  <a:cubicBezTo>
                    <a:pt x="977" y="18766"/>
                    <a:pt x="995" y="18773"/>
                    <a:pt x="1022" y="18784"/>
                  </a:cubicBezTo>
                  <a:cubicBezTo>
                    <a:pt x="1036" y="18790"/>
                    <a:pt x="1051" y="18793"/>
                    <a:pt x="1067" y="18793"/>
                  </a:cubicBezTo>
                  <a:cubicBezTo>
                    <a:pt x="1152" y="18793"/>
                    <a:pt x="1258" y="18707"/>
                    <a:pt x="1306" y="18597"/>
                  </a:cubicBezTo>
                  <a:cubicBezTo>
                    <a:pt x="1354" y="18468"/>
                    <a:pt x="1354" y="18468"/>
                    <a:pt x="1273" y="18435"/>
                  </a:cubicBezTo>
                  <a:cubicBezTo>
                    <a:pt x="1253" y="18448"/>
                    <a:pt x="1238" y="18454"/>
                    <a:pt x="1229" y="18454"/>
                  </a:cubicBezTo>
                  <a:cubicBezTo>
                    <a:pt x="1170" y="18454"/>
                    <a:pt x="1280" y="18258"/>
                    <a:pt x="1468" y="18216"/>
                  </a:cubicBezTo>
                  <a:cubicBezTo>
                    <a:pt x="1606" y="18127"/>
                    <a:pt x="1606" y="18127"/>
                    <a:pt x="1443" y="18046"/>
                  </a:cubicBezTo>
                  <a:cubicBezTo>
                    <a:pt x="1281" y="17973"/>
                    <a:pt x="1395" y="17714"/>
                    <a:pt x="1614" y="17665"/>
                  </a:cubicBezTo>
                  <a:cubicBezTo>
                    <a:pt x="1614" y="17665"/>
                    <a:pt x="1678" y="17535"/>
                    <a:pt x="1735" y="17414"/>
                  </a:cubicBezTo>
                  <a:cubicBezTo>
                    <a:pt x="1792" y="17284"/>
                    <a:pt x="1711" y="17243"/>
                    <a:pt x="1630" y="17203"/>
                  </a:cubicBezTo>
                  <a:cubicBezTo>
                    <a:pt x="1468" y="17130"/>
                    <a:pt x="1468" y="17130"/>
                    <a:pt x="1606" y="17041"/>
                  </a:cubicBezTo>
                  <a:cubicBezTo>
                    <a:pt x="1682" y="16994"/>
                    <a:pt x="1741" y="16983"/>
                    <a:pt x="1779" y="16983"/>
                  </a:cubicBezTo>
                  <a:cubicBezTo>
                    <a:pt x="1814" y="16983"/>
                    <a:pt x="1833" y="16992"/>
                    <a:pt x="1833" y="16992"/>
                  </a:cubicBezTo>
                  <a:cubicBezTo>
                    <a:pt x="1843" y="16997"/>
                    <a:pt x="1853" y="17000"/>
                    <a:pt x="1863" y="17000"/>
                  </a:cubicBezTo>
                  <a:cubicBezTo>
                    <a:pt x="1930" y="17000"/>
                    <a:pt x="1986" y="16887"/>
                    <a:pt x="2035" y="16781"/>
                  </a:cubicBezTo>
                  <a:cubicBezTo>
                    <a:pt x="2100" y="16651"/>
                    <a:pt x="2230" y="16400"/>
                    <a:pt x="2149" y="16360"/>
                  </a:cubicBezTo>
                  <a:lnTo>
                    <a:pt x="2149" y="16360"/>
                  </a:lnTo>
                  <a:cubicBezTo>
                    <a:pt x="2170" y="16370"/>
                    <a:pt x="2200" y="16385"/>
                    <a:pt x="2230" y="16400"/>
                  </a:cubicBezTo>
                  <a:cubicBezTo>
                    <a:pt x="2295" y="16278"/>
                    <a:pt x="2376" y="16319"/>
                    <a:pt x="2295" y="16278"/>
                  </a:cubicBezTo>
                  <a:cubicBezTo>
                    <a:pt x="2368" y="16157"/>
                    <a:pt x="2465" y="16043"/>
                    <a:pt x="2570" y="15954"/>
                  </a:cubicBezTo>
                  <a:cubicBezTo>
                    <a:pt x="2734" y="15796"/>
                    <a:pt x="2810" y="15487"/>
                    <a:pt x="2660" y="15487"/>
                  </a:cubicBezTo>
                  <a:cubicBezTo>
                    <a:pt x="2617" y="15487"/>
                    <a:pt x="2556" y="15512"/>
                    <a:pt x="2473" y="15573"/>
                  </a:cubicBezTo>
                  <a:cubicBezTo>
                    <a:pt x="2491" y="15542"/>
                    <a:pt x="2516" y="15502"/>
                    <a:pt x="2546" y="15451"/>
                  </a:cubicBezTo>
                  <a:cubicBezTo>
                    <a:pt x="2611" y="15322"/>
                    <a:pt x="2538" y="15281"/>
                    <a:pt x="2538" y="15281"/>
                  </a:cubicBezTo>
                  <a:cubicBezTo>
                    <a:pt x="2457" y="15233"/>
                    <a:pt x="2530" y="15111"/>
                    <a:pt x="2603" y="14989"/>
                  </a:cubicBezTo>
                  <a:lnTo>
                    <a:pt x="2757" y="15079"/>
                  </a:lnTo>
                  <a:cubicBezTo>
                    <a:pt x="2812" y="15170"/>
                    <a:pt x="2875" y="15209"/>
                    <a:pt x="2926" y="15209"/>
                  </a:cubicBezTo>
                  <a:cubicBezTo>
                    <a:pt x="3025" y="15209"/>
                    <a:pt x="3085" y="15068"/>
                    <a:pt x="2984" y="14892"/>
                  </a:cubicBezTo>
                  <a:lnTo>
                    <a:pt x="2984" y="14892"/>
                  </a:lnTo>
                  <a:lnTo>
                    <a:pt x="3065" y="14941"/>
                  </a:lnTo>
                  <a:cubicBezTo>
                    <a:pt x="3075" y="14948"/>
                    <a:pt x="3086" y="14951"/>
                    <a:pt x="3096" y="14951"/>
                  </a:cubicBezTo>
                  <a:cubicBezTo>
                    <a:pt x="3159" y="14951"/>
                    <a:pt x="3222" y="14827"/>
                    <a:pt x="3292" y="14584"/>
                  </a:cubicBezTo>
                  <a:cubicBezTo>
                    <a:pt x="3349" y="14454"/>
                    <a:pt x="3324" y="14300"/>
                    <a:pt x="3227" y="14195"/>
                  </a:cubicBezTo>
                  <a:cubicBezTo>
                    <a:pt x="3154" y="14146"/>
                    <a:pt x="3235" y="14025"/>
                    <a:pt x="3235" y="14025"/>
                  </a:cubicBezTo>
                  <a:cubicBezTo>
                    <a:pt x="3287" y="13958"/>
                    <a:pt x="3309" y="13930"/>
                    <a:pt x="3333" y="13930"/>
                  </a:cubicBezTo>
                  <a:cubicBezTo>
                    <a:pt x="3349" y="13930"/>
                    <a:pt x="3367" y="13944"/>
                    <a:pt x="3397" y="13968"/>
                  </a:cubicBezTo>
                  <a:cubicBezTo>
                    <a:pt x="3423" y="13986"/>
                    <a:pt x="3449" y="13994"/>
                    <a:pt x="3474" y="13994"/>
                  </a:cubicBezTo>
                  <a:cubicBezTo>
                    <a:pt x="3593" y="13994"/>
                    <a:pt x="3697" y="13807"/>
                    <a:pt x="3657" y="13619"/>
                  </a:cubicBezTo>
                  <a:lnTo>
                    <a:pt x="3657" y="13619"/>
                  </a:lnTo>
                  <a:lnTo>
                    <a:pt x="3722" y="13676"/>
                  </a:lnTo>
                  <a:cubicBezTo>
                    <a:pt x="3737" y="13686"/>
                    <a:pt x="3754" y="13693"/>
                    <a:pt x="3774" y="13693"/>
                  </a:cubicBezTo>
                  <a:cubicBezTo>
                    <a:pt x="3863" y="13693"/>
                    <a:pt x="4014" y="13566"/>
                    <a:pt x="4338" y="13084"/>
                  </a:cubicBezTo>
                  <a:cubicBezTo>
                    <a:pt x="4682" y="12703"/>
                    <a:pt x="4981" y="12434"/>
                    <a:pt x="5076" y="12434"/>
                  </a:cubicBezTo>
                  <a:cubicBezTo>
                    <a:pt x="5087" y="12434"/>
                    <a:pt x="5095" y="12437"/>
                    <a:pt x="5100" y="12444"/>
                  </a:cubicBezTo>
                  <a:cubicBezTo>
                    <a:pt x="5103" y="12447"/>
                    <a:pt x="5108" y="12449"/>
                    <a:pt x="5113" y="12449"/>
                  </a:cubicBezTo>
                  <a:cubicBezTo>
                    <a:pt x="5191" y="12449"/>
                    <a:pt x="5457" y="11987"/>
                    <a:pt x="5586" y="11689"/>
                  </a:cubicBezTo>
                  <a:cubicBezTo>
                    <a:pt x="5600" y="11709"/>
                    <a:pt x="5617" y="11719"/>
                    <a:pt x="5639" y="11719"/>
                  </a:cubicBezTo>
                  <a:cubicBezTo>
                    <a:pt x="5703" y="11719"/>
                    <a:pt x="5807" y="11633"/>
                    <a:pt x="5984" y="11511"/>
                  </a:cubicBezTo>
                  <a:cubicBezTo>
                    <a:pt x="6208" y="11363"/>
                    <a:pt x="6292" y="11308"/>
                    <a:pt x="6335" y="11308"/>
                  </a:cubicBezTo>
                  <a:cubicBezTo>
                    <a:pt x="6360" y="11308"/>
                    <a:pt x="6371" y="11327"/>
                    <a:pt x="6389" y="11357"/>
                  </a:cubicBezTo>
                  <a:cubicBezTo>
                    <a:pt x="6382" y="11463"/>
                    <a:pt x="6376" y="11519"/>
                    <a:pt x="6386" y="11519"/>
                  </a:cubicBezTo>
                  <a:cubicBezTo>
                    <a:pt x="6399" y="11519"/>
                    <a:pt x="6433" y="11445"/>
                    <a:pt x="6511" y="11284"/>
                  </a:cubicBezTo>
                  <a:cubicBezTo>
                    <a:pt x="6533" y="11123"/>
                    <a:pt x="6737" y="11012"/>
                    <a:pt x="6892" y="11012"/>
                  </a:cubicBezTo>
                  <a:cubicBezTo>
                    <a:pt x="6964" y="11012"/>
                    <a:pt x="7026" y="11036"/>
                    <a:pt x="7054" y="11090"/>
                  </a:cubicBezTo>
                  <a:cubicBezTo>
                    <a:pt x="7067" y="11117"/>
                    <a:pt x="7087" y="11129"/>
                    <a:pt x="7117" y="11129"/>
                  </a:cubicBezTo>
                  <a:cubicBezTo>
                    <a:pt x="7183" y="11129"/>
                    <a:pt x="7294" y="11070"/>
                    <a:pt x="7467" y="10992"/>
                  </a:cubicBezTo>
                  <a:cubicBezTo>
                    <a:pt x="7557" y="10854"/>
                    <a:pt x="7816" y="10733"/>
                    <a:pt x="8084" y="10652"/>
                  </a:cubicBezTo>
                  <a:cubicBezTo>
                    <a:pt x="8473" y="10506"/>
                    <a:pt x="8481" y="10530"/>
                    <a:pt x="8432" y="10344"/>
                  </a:cubicBezTo>
                  <a:cubicBezTo>
                    <a:pt x="8384" y="10173"/>
                    <a:pt x="8521" y="10125"/>
                    <a:pt x="8805" y="10060"/>
                  </a:cubicBezTo>
                  <a:cubicBezTo>
                    <a:pt x="8876" y="10044"/>
                    <a:pt x="8946" y="10030"/>
                    <a:pt x="9002" y="10030"/>
                  </a:cubicBezTo>
                  <a:cubicBezTo>
                    <a:pt x="9062" y="10030"/>
                    <a:pt x="9105" y="10046"/>
                    <a:pt x="9113" y="10092"/>
                  </a:cubicBezTo>
                  <a:cubicBezTo>
                    <a:pt x="9194" y="10119"/>
                    <a:pt x="9275" y="10135"/>
                    <a:pt x="9360" y="10135"/>
                  </a:cubicBezTo>
                  <a:cubicBezTo>
                    <a:pt x="9377" y="10135"/>
                    <a:pt x="9395" y="10134"/>
                    <a:pt x="9413" y="10133"/>
                  </a:cubicBezTo>
                  <a:cubicBezTo>
                    <a:pt x="9467" y="10126"/>
                    <a:pt x="9523" y="10120"/>
                    <a:pt x="9570" y="10120"/>
                  </a:cubicBezTo>
                  <a:cubicBezTo>
                    <a:pt x="9644" y="10120"/>
                    <a:pt x="9700" y="10135"/>
                    <a:pt x="9705" y="10190"/>
                  </a:cubicBezTo>
                  <a:cubicBezTo>
                    <a:pt x="9821" y="10237"/>
                    <a:pt x="9943" y="10256"/>
                    <a:pt x="10066" y="10256"/>
                  </a:cubicBezTo>
                  <a:cubicBezTo>
                    <a:pt x="10089" y="10256"/>
                    <a:pt x="10112" y="10256"/>
                    <a:pt x="10135" y="10254"/>
                  </a:cubicBezTo>
                  <a:cubicBezTo>
                    <a:pt x="10181" y="10252"/>
                    <a:pt x="10227" y="10250"/>
                    <a:pt x="10272" y="10250"/>
                  </a:cubicBezTo>
                  <a:cubicBezTo>
                    <a:pt x="10497" y="10250"/>
                    <a:pt x="10693" y="10284"/>
                    <a:pt x="10686" y="10352"/>
                  </a:cubicBezTo>
                  <a:cubicBezTo>
                    <a:pt x="10718" y="10354"/>
                    <a:pt x="10743" y="10355"/>
                    <a:pt x="10762" y="10355"/>
                  </a:cubicBezTo>
                  <a:cubicBezTo>
                    <a:pt x="10824" y="10355"/>
                    <a:pt x="10826" y="10339"/>
                    <a:pt x="10832" y="10271"/>
                  </a:cubicBezTo>
                  <a:cubicBezTo>
                    <a:pt x="10832" y="10224"/>
                    <a:pt x="10885" y="10170"/>
                    <a:pt x="11033" y="10170"/>
                  </a:cubicBezTo>
                  <a:cubicBezTo>
                    <a:pt x="11143" y="10170"/>
                    <a:pt x="11305" y="10200"/>
                    <a:pt x="11538" y="10287"/>
                  </a:cubicBezTo>
                  <a:cubicBezTo>
                    <a:pt x="11757" y="10325"/>
                    <a:pt x="12045" y="10421"/>
                    <a:pt x="12179" y="10421"/>
                  </a:cubicBezTo>
                  <a:cubicBezTo>
                    <a:pt x="12218" y="10421"/>
                    <a:pt x="12244" y="10412"/>
                    <a:pt x="12251" y="10392"/>
                  </a:cubicBezTo>
                  <a:cubicBezTo>
                    <a:pt x="12389" y="10441"/>
                    <a:pt x="12389" y="10441"/>
                    <a:pt x="12356" y="10530"/>
                  </a:cubicBezTo>
                  <a:cubicBezTo>
                    <a:pt x="12300" y="10677"/>
                    <a:pt x="12468" y="10782"/>
                    <a:pt x="12733" y="10782"/>
                  </a:cubicBezTo>
                  <a:cubicBezTo>
                    <a:pt x="12776" y="10782"/>
                    <a:pt x="12820" y="10779"/>
                    <a:pt x="12867" y="10773"/>
                  </a:cubicBezTo>
                  <a:cubicBezTo>
                    <a:pt x="12879" y="10749"/>
                    <a:pt x="12900" y="10738"/>
                    <a:pt x="12924" y="10738"/>
                  </a:cubicBezTo>
                  <a:cubicBezTo>
                    <a:pt x="12981" y="10738"/>
                    <a:pt x="13062" y="10799"/>
                    <a:pt x="13119" y="10895"/>
                  </a:cubicBezTo>
                  <a:cubicBezTo>
                    <a:pt x="13208" y="10935"/>
                    <a:pt x="13305" y="10960"/>
                    <a:pt x="13410" y="10968"/>
                  </a:cubicBezTo>
                  <a:cubicBezTo>
                    <a:pt x="13573" y="10976"/>
                    <a:pt x="13581" y="10976"/>
                    <a:pt x="13759" y="11211"/>
                  </a:cubicBezTo>
                  <a:cubicBezTo>
                    <a:pt x="13710" y="11284"/>
                    <a:pt x="13824" y="11365"/>
                    <a:pt x="13937" y="11446"/>
                  </a:cubicBezTo>
                  <a:cubicBezTo>
                    <a:pt x="14237" y="11633"/>
                    <a:pt x="14505" y="11860"/>
                    <a:pt x="14748" y="12119"/>
                  </a:cubicBezTo>
                  <a:cubicBezTo>
                    <a:pt x="15040" y="12452"/>
                    <a:pt x="15300" y="12784"/>
                    <a:pt x="15300" y="12881"/>
                  </a:cubicBezTo>
                  <a:cubicBezTo>
                    <a:pt x="15454" y="12938"/>
                    <a:pt x="15454" y="12938"/>
                    <a:pt x="15535" y="13052"/>
                  </a:cubicBezTo>
                  <a:cubicBezTo>
                    <a:pt x="15490" y="13202"/>
                    <a:pt x="15549" y="13279"/>
                    <a:pt x="15639" y="13279"/>
                  </a:cubicBezTo>
                  <a:cubicBezTo>
                    <a:pt x="15681" y="13279"/>
                    <a:pt x="15729" y="13263"/>
                    <a:pt x="15778" y="13230"/>
                  </a:cubicBezTo>
                  <a:lnTo>
                    <a:pt x="15689" y="13116"/>
                  </a:lnTo>
                  <a:lnTo>
                    <a:pt x="15608" y="13003"/>
                  </a:lnTo>
                  <a:cubicBezTo>
                    <a:pt x="15626" y="12989"/>
                    <a:pt x="15647" y="12983"/>
                    <a:pt x="15668" y="12983"/>
                  </a:cubicBezTo>
                  <a:cubicBezTo>
                    <a:pt x="15812" y="12983"/>
                    <a:pt x="15984" y="13266"/>
                    <a:pt x="15786" y="13400"/>
                  </a:cubicBezTo>
                  <a:cubicBezTo>
                    <a:pt x="15713" y="13611"/>
                    <a:pt x="15705" y="13619"/>
                    <a:pt x="15932" y="13635"/>
                  </a:cubicBezTo>
                  <a:cubicBezTo>
                    <a:pt x="16167" y="13660"/>
                    <a:pt x="16240" y="13781"/>
                    <a:pt x="16159" y="14000"/>
                  </a:cubicBezTo>
                  <a:cubicBezTo>
                    <a:pt x="16005" y="14089"/>
                    <a:pt x="16005" y="14089"/>
                    <a:pt x="16232" y="14114"/>
                  </a:cubicBezTo>
                  <a:cubicBezTo>
                    <a:pt x="16702" y="14170"/>
                    <a:pt x="16978" y="14511"/>
                    <a:pt x="16662" y="14681"/>
                  </a:cubicBezTo>
                  <a:cubicBezTo>
                    <a:pt x="16524" y="14754"/>
                    <a:pt x="16483" y="14924"/>
                    <a:pt x="16564" y="15062"/>
                  </a:cubicBezTo>
                  <a:cubicBezTo>
                    <a:pt x="16595" y="15120"/>
                    <a:pt x="16630" y="15139"/>
                    <a:pt x="16666" y="15139"/>
                  </a:cubicBezTo>
                  <a:cubicBezTo>
                    <a:pt x="16706" y="15139"/>
                    <a:pt x="16749" y="15116"/>
                    <a:pt x="16791" y="15095"/>
                  </a:cubicBezTo>
                  <a:cubicBezTo>
                    <a:pt x="16821" y="15025"/>
                    <a:pt x="16849" y="14992"/>
                    <a:pt x="16872" y="14992"/>
                  </a:cubicBezTo>
                  <a:cubicBezTo>
                    <a:pt x="16917" y="14992"/>
                    <a:pt x="16943" y="15124"/>
                    <a:pt x="16921" y="15346"/>
                  </a:cubicBezTo>
                  <a:cubicBezTo>
                    <a:pt x="16881" y="15841"/>
                    <a:pt x="17010" y="16084"/>
                    <a:pt x="17367" y="16376"/>
                  </a:cubicBezTo>
                  <a:cubicBezTo>
                    <a:pt x="17679" y="16693"/>
                    <a:pt x="17870" y="16979"/>
                    <a:pt x="17790" y="16979"/>
                  </a:cubicBezTo>
                  <a:cubicBezTo>
                    <a:pt x="17764" y="16979"/>
                    <a:pt x="17708" y="16948"/>
                    <a:pt x="17618" y="16878"/>
                  </a:cubicBezTo>
                  <a:cubicBezTo>
                    <a:pt x="17484" y="16798"/>
                    <a:pt x="17413" y="16755"/>
                    <a:pt x="17398" y="16755"/>
                  </a:cubicBezTo>
                  <a:cubicBezTo>
                    <a:pt x="17380" y="16755"/>
                    <a:pt x="17431" y="16808"/>
                    <a:pt x="17537" y="16919"/>
                  </a:cubicBezTo>
                  <a:cubicBezTo>
                    <a:pt x="17675" y="17162"/>
                    <a:pt x="17805" y="17414"/>
                    <a:pt x="17870" y="17535"/>
                  </a:cubicBezTo>
                  <a:cubicBezTo>
                    <a:pt x="17922" y="17639"/>
                    <a:pt x="18025" y="17712"/>
                    <a:pt x="18106" y="17712"/>
                  </a:cubicBezTo>
                  <a:cubicBezTo>
                    <a:pt x="18127" y="17712"/>
                    <a:pt x="18145" y="17707"/>
                    <a:pt x="18162" y="17697"/>
                  </a:cubicBezTo>
                  <a:lnTo>
                    <a:pt x="18162" y="17697"/>
                  </a:lnTo>
                  <a:cubicBezTo>
                    <a:pt x="18072" y="17908"/>
                    <a:pt x="18129" y="18200"/>
                    <a:pt x="18429" y="18354"/>
                  </a:cubicBezTo>
                  <a:lnTo>
                    <a:pt x="18567" y="18597"/>
                  </a:lnTo>
                  <a:cubicBezTo>
                    <a:pt x="18640" y="18711"/>
                    <a:pt x="18640" y="18711"/>
                    <a:pt x="18794" y="18784"/>
                  </a:cubicBezTo>
                  <a:cubicBezTo>
                    <a:pt x="18948" y="18857"/>
                    <a:pt x="18948" y="19019"/>
                    <a:pt x="18948" y="19181"/>
                  </a:cubicBezTo>
                  <a:cubicBezTo>
                    <a:pt x="18941" y="19331"/>
                    <a:pt x="18946" y="19481"/>
                    <a:pt x="18998" y="19481"/>
                  </a:cubicBezTo>
                  <a:cubicBezTo>
                    <a:pt x="19005" y="19481"/>
                    <a:pt x="19012" y="19479"/>
                    <a:pt x="19021" y="19473"/>
                  </a:cubicBezTo>
                  <a:cubicBezTo>
                    <a:pt x="19030" y="19467"/>
                    <a:pt x="19041" y="19464"/>
                    <a:pt x="19055" y="19464"/>
                  </a:cubicBezTo>
                  <a:cubicBezTo>
                    <a:pt x="19152" y="19464"/>
                    <a:pt x="19356" y="19601"/>
                    <a:pt x="19491" y="19651"/>
                  </a:cubicBezTo>
                  <a:cubicBezTo>
                    <a:pt x="19623" y="19700"/>
                    <a:pt x="19648" y="19825"/>
                    <a:pt x="19556" y="19825"/>
                  </a:cubicBezTo>
                  <a:cubicBezTo>
                    <a:pt x="19541" y="19825"/>
                    <a:pt x="19522" y="19822"/>
                    <a:pt x="19499" y="19813"/>
                  </a:cubicBezTo>
                  <a:lnTo>
                    <a:pt x="19499" y="19813"/>
                  </a:lnTo>
                  <a:cubicBezTo>
                    <a:pt x="19426" y="19870"/>
                    <a:pt x="19426" y="19870"/>
                    <a:pt x="19524" y="20154"/>
                  </a:cubicBezTo>
                  <a:cubicBezTo>
                    <a:pt x="19595" y="20254"/>
                    <a:pt x="19755" y="20423"/>
                    <a:pt x="19836" y="20423"/>
                  </a:cubicBezTo>
                  <a:cubicBezTo>
                    <a:pt x="19847" y="20423"/>
                    <a:pt x="19857" y="20420"/>
                    <a:pt x="19864" y="20413"/>
                  </a:cubicBezTo>
                  <a:cubicBezTo>
                    <a:pt x="19867" y="20411"/>
                    <a:pt x="19871" y="20410"/>
                    <a:pt x="19876" y="20410"/>
                  </a:cubicBezTo>
                  <a:cubicBezTo>
                    <a:pt x="19984" y="20410"/>
                    <a:pt x="20491" y="20987"/>
                    <a:pt x="20553" y="21119"/>
                  </a:cubicBezTo>
                  <a:lnTo>
                    <a:pt x="20764" y="21297"/>
                  </a:lnTo>
                  <a:cubicBezTo>
                    <a:pt x="20870" y="21386"/>
                    <a:pt x="21024" y="21427"/>
                    <a:pt x="21145" y="21492"/>
                  </a:cubicBezTo>
                  <a:cubicBezTo>
                    <a:pt x="21226" y="21548"/>
                    <a:pt x="21324" y="21573"/>
                    <a:pt x="21429" y="21573"/>
                  </a:cubicBezTo>
                  <a:cubicBezTo>
                    <a:pt x="21543" y="21646"/>
                    <a:pt x="21656" y="21719"/>
                    <a:pt x="21607" y="21800"/>
                  </a:cubicBezTo>
                  <a:cubicBezTo>
                    <a:pt x="21685" y="21770"/>
                    <a:pt x="21733" y="21751"/>
                    <a:pt x="21764" y="21751"/>
                  </a:cubicBezTo>
                  <a:cubicBezTo>
                    <a:pt x="21817" y="21751"/>
                    <a:pt x="21819" y="21806"/>
                    <a:pt x="21834" y="21954"/>
                  </a:cubicBezTo>
                  <a:cubicBezTo>
                    <a:pt x="21785" y="22040"/>
                    <a:pt x="21763" y="22078"/>
                    <a:pt x="21791" y="22078"/>
                  </a:cubicBezTo>
                  <a:cubicBezTo>
                    <a:pt x="21813" y="22078"/>
                    <a:pt x="21867" y="22054"/>
                    <a:pt x="21964" y="22011"/>
                  </a:cubicBezTo>
                  <a:cubicBezTo>
                    <a:pt x="22012" y="22003"/>
                    <a:pt x="22046" y="21998"/>
                    <a:pt x="22072" y="21998"/>
                  </a:cubicBezTo>
                  <a:cubicBezTo>
                    <a:pt x="22133" y="21998"/>
                    <a:pt x="22150" y="22027"/>
                    <a:pt x="22207" y="22124"/>
                  </a:cubicBezTo>
                  <a:cubicBezTo>
                    <a:pt x="22186" y="22183"/>
                    <a:pt x="22232" y="22228"/>
                    <a:pt x="22277" y="22228"/>
                  </a:cubicBezTo>
                  <a:cubicBezTo>
                    <a:pt x="22300" y="22228"/>
                    <a:pt x="22323" y="22216"/>
                    <a:pt x="22337" y="22189"/>
                  </a:cubicBezTo>
                  <a:cubicBezTo>
                    <a:pt x="22410" y="22156"/>
                    <a:pt x="22512" y="22138"/>
                    <a:pt x="22608" y="22138"/>
                  </a:cubicBezTo>
                  <a:cubicBezTo>
                    <a:pt x="22770" y="22138"/>
                    <a:pt x="22916" y="22188"/>
                    <a:pt x="22880" y="22294"/>
                  </a:cubicBezTo>
                  <a:cubicBezTo>
                    <a:pt x="22929" y="22307"/>
                    <a:pt x="22978" y="22313"/>
                    <a:pt x="23025" y="22313"/>
                  </a:cubicBezTo>
                  <a:cubicBezTo>
                    <a:pt x="23073" y="22313"/>
                    <a:pt x="23119" y="22307"/>
                    <a:pt x="23164" y="22294"/>
                  </a:cubicBezTo>
                  <a:cubicBezTo>
                    <a:pt x="23248" y="22230"/>
                    <a:pt x="23290" y="22196"/>
                    <a:pt x="23308" y="22196"/>
                  </a:cubicBezTo>
                  <a:cubicBezTo>
                    <a:pt x="23328" y="22196"/>
                    <a:pt x="23315" y="22240"/>
                    <a:pt x="23294" y="22335"/>
                  </a:cubicBezTo>
                  <a:cubicBezTo>
                    <a:pt x="23340" y="22450"/>
                    <a:pt x="23407" y="22508"/>
                    <a:pt x="23487" y="22508"/>
                  </a:cubicBezTo>
                  <a:cubicBezTo>
                    <a:pt x="23549" y="22508"/>
                    <a:pt x="23618" y="22474"/>
                    <a:pt x="23691" y="22408"/>
                  </a:cubicBezTo>
                  <a:cubicBezTo>
                    <a:pt x="23721" y="22397"/>
                    <a:pt x="23752" y="22392"/>
                    <a:pt x="23784" y="22392"/>
                  </a:cubicBezTo>
                  <a:cubicBezTo>
                    <a:pt x="23846" y="22392"/>
                    <a:pt x="23907" y="22413"/>
                    <a:pt x="23951" y="22457"/>
                  </a:cubicBezTo>
                  <a:cubicBezTo>
                    <a:pt x="24105" y="22536"/>
                    <a:pt x="24481" y="22613"/>
                    <a:pt x="24713" y="22613"/>
                  </a:cubicBezTo>
                  <a:cubicBezTo>
                    <a:pt x="24858" y="22613"/>
                    <a:pt x="24947" y="22583"/>
                    <a:pt x="24891" y="22505"/>
                  </a:cubicBezTo>
                  <a:lnTo>
                    <a:pt x="25167" y="22497"/>
                  </a:lnTo>
                  <a:cubicBezTo>
                    <a:pt x="25280" y="22530"/>
                    <a:pt x="25369" y="22547"/>
                    <a:pt x="25444" y="22547"/>
                  </a:cubicBezTo>
                  <a:cubicBezTo>
                    <a:pt x="25553" y="22547"/>
                    <a:pt x="25630" y="22512"/>
                    <a:pt x="25702" y="22440"/>
                  </a:cubicBezTo>
                  <a:lnTo>
                    <a:pt x="25823" y="22335"/>
                  </a:lnTo>
                  <a:cubicBezTo>
                    <a:pt x="25838" y="22415"/>
                    <a:pt x="25957" y="22475"/>
                    <a:pt x="26080" y="22475"/>
                  </a:cubicBezTo>
                  <a:cubicBezTo>
                    <a:pt x="26095" y="22475"/>
                    <a:pt x="26109" y="22474"/>
                    <a:pt x="26123" y="22473"/>
                  </a:cubicBezTo>
                  <a:cubicBezTo>
                    <a:pt x="26261" y="22448"/>
                    <a:pt x="26253" y="22448"/>
                    <a:pt x="26237" y="22359"/>
                  </a:cubicBezTo>
                  <a:cubicBezTo>
                    <a:pt x="26091" y="22294"/>
                    <a:pt x="26221" y="22270"/>
                    <a:pt x="26350" y="22238"/>
                  </a:cubicBezTo>
                  <a:cubicBezTo>
                    <a:pt x="26378" y="22231"/>
                    <a:pt x="26406" y="22228"/>
                    <a:pt x="26434" y="22228"/>
                  </a:cubicBezTo>
                  <a:cubicBezTo>
                    <a:pt x="26539" y="22228"/>
                    <a:pt x="26639" y="22273"/>
                    <a:pt x="26659" y="22343"/>
                  </a:cubicBezTo>
                  <a:lnTo>
                    <a:pt x="26788" y="22311"/>
                  </a:lnTo>
                  <a:cubicBezTo>
                    <a:pt x="26757" y="22195"/>
                    <a:pt x="26800" y="22141"/>
                    <a:pt x="26843" y="22141"/>
                  </a:cubicBezTo>
                  <a:cubicBezTo>
                    <a:pt x="26867" y="22141"/>
                    <a:pt x="26890" y="22157"/>
                    <a:pt x="26902" y="22189"/>
                  </a:cubicBezTo>
                  <a:cubicBezTo>
                    <a:pt x="26949" y="22200"/>
                    <a:pt x="26997" y="22206"/>
                    <a:pt x="27046" y="22206"/>
                  </a:cubicBezTo>
                  <a:cubicBezTo>
                    <a:pt x="27138" y="22206"/>
                    <a:pt x="27230" y="22186"/>
                    <a:pt x="27315" y="22148"/>
                  </a:cubicBezTo>
                  <a:cubicBezTo>
                    <a:pt x="27301" y="22110"/>
                    <a:pt x="27323" y="22096"/>
                    <a:pt x="27343" y="22096"/>
                  </a:cubicBezTo>
                  <a:cubicBezTo>
                    <a:pt x="27368" y="22096"/>
                    <a:pt x="27389" y="22121"/>
                    <a:pt x="27315" y="22148"/>
                  </a:cubicBezTo>
                  <a:lnTo>
                    <a:pt x="27348" y="22230"/>
                  </a:lnTo>
                  <a:cubicBezTo>
                    <a:pt x="27377" y="22237"/>
                    <a:pt x="27400" y="22240"/>
                    <a:pt x="27418" y="22240"/>
                  </a:cubicBezTo>
                  <a:cubicBezTo>
                    <a:pt x="27498" y="22240"/>
                    <a:pt x="27471" y="22173"/>
                    <a:pt x="27445" y="22100"/>
                  </a:cubicBezTo>
                  <a:lnTo>
                    <a:pt x="27704" y="22011"/>
                  </a:lnTo>
                  <a:cubicBezTo>
                    <a:pt x="27834" y="21954"/>
                    <a:pt x="27956" y="21897"/>
                    <a:pt x="27802" y="21865"/>
                  </a:cubicBezTo>
                  <a:cubicBezTo>
                    <a:pt x="27761" y="21784"/>
                    <a:pt x="27729" y="21703"/>
                    <a:pt x="27850" y="21646"/>
                  </a:cubicBezTo>
                  <a:cubicBezTo>
                    <a:pt x="27836" y="21609"/>
                    <a:pt x="27860" y="21594"/>
                    <a:pt x="27879" y="21594"/>
                  </a:cubicBezTo>
                  <a:cubicBezTo>
                    <a:pt x="27901" y="21594"/>
                    <a:pt x="27916" y="21615"/>
                    <a:pt x="27850" y="21646"/>
                  </a:cubicBezTo>
                  <a:cubicBezTo>
                    <a:pt x="27882" y="21709"/>
                    <a:pt x="27909" y="21777"/>
                    <a:pt x="27980" y="21777"/>
                  </a:cubicBezTo>
                  <a:cubicBezTo>
                    <a:pt x="28001" y="21777"/>
                    <a:pt x="28025" y="21772"/>
                    <a:pt x="28053" y="21759"/>
                  </a:cubicBezTo>
                  <a:cubicBezTo>
                    <a:pt x="28085" y="21745"/>
                    <a:pt x="28111" y="21739"/>
                    <a:pt x="28132" y="21739"/>
                  </a:cubicBezTo>
                  <a:cubicBezTo>
                    <a:pt x="28193" y="21739"/>
                    <a:pt x="28215" y="21784"/>
                    <a:pt x="28215" y="21784"/>
                  </a:cubicBezTo>
                  <a:cubicBezTo>
                    <a:pt x="28201" y="21840"/>
                    <a:pt x="28220" y="21863"/>
                    <a:pt x="28258" y="21863"/>
                  </a:cubicBezTo>
                  <a:cubicBezTo>
                    <a:pt x="28372" y="21863"/>
                    <a:pt x="28655" y="21656"/>
                    <a:pt x="28710" y="21540"/>
                  </a:cubicBezTo>
                  <a:cubicBezTo>
                    <a:pt x="28810" y="21351"/>
                    <a:pt x="28893" y="21257"/>
                    <a:pt x="28966" y="21257"/>
                  </a:cubicBezTo>
                  <a:cubicBezTo>
                    <a:pt x="29005" y="21257"/>
                    <a:pt x="29041" y="21284"/>
                    <a:pt x="29075" y="21338"/>
                  </a:cubicBezTo>
                  <a:cubicBezTo>
                    <a:pt x="29092" y="21371"/>
                    <a:pt x="29111" y="21386"/>
                    <a:pt x="29131" y="21386"/>
                  </a:cubicBezTo>
                  <a:cubicBezTo>
                    <a:pt x="29214" y="21386"/>
                    <a:pt x="29305" y="21133"/>
                    <a:pt x="29285" y="20892"/>
                  </a:cubicBezTo>
                  <a:lnTo>
                    <a:pt x="29253" y="20584"/>
                  </a:lnTo>
                  <a:lnTo>
                    <a:pt x="29399" y="20819"/>
                  </a:lnTo>
                  <a:cubicBezTo>
                    <a:pt x="29532" y="20920"/>
                    <a:pt x="29611" y="20979"/>
                    <a:pt x="29677" y="20979"/>
                  </a:cubicBezTo>
                  <a:cubicBezTo>
                    <a:pt x="29760" y="20979"/>
                    <a:pt x="29824" y="20886"/>
                    <a:pt x="29950" y="20665"/>
                  </a:cubicBezTo>
                  <a:cubicBezTo>
                    <a:pt x="30060" y="20514"/>
                    <a:pt x="30099" y="20460"/>
                    <a:pt x="30126" y="20460"/>
                  </a:cubicBezTo>
                  <a:cubicBezTo>
                    <a:pt x="30141" y="20460"/>
                    <a:pt x="30152" y="20476"/>
                    <a:pt x="30169" y="20503"/>
                  </a:cubicBezTo>
                  <a:cubicBezTo>
                    <a:pt x="30181" y="20518"/>
                    <a:pt x="30196" y="20526"/>
                    <a:pt x="30218" y="20526"/>
                  </a:cubicBezTo>
                  <a:cubicBezTo>
                    <a:pt x="30289" y="20526"/>
                    <a:pt x="30422" y="20440"/>
                    <a:pt x="30664" y="20235"/>
                  </a:cubicBezTo>
                  <a:cubicBezTo>
                    <a:pt x="30980" y="19959"/>
                    <a:pt x="31085" y="19870"/>
                    <a:pt x="31029" y="19805"/>
                  </a:cubicBezTo>
                  <a:lnTo>
                    <a:pt x="31223" y="19619"/>
                  </a:lnTo>
                  <a:cubicBezTo>
                    <a:pt x="31236" y="19621"/>
                    <a:pt x="31249" y="19622"/>
                    <a:pt x="31262" y="19622"/>
                  </a:cubicBezTo>
                  <a:cubicBezTo>
                    <a:pt x="31465" y="19622"/>
                    <a:pt x="31575" y="19390"/>
                    <a:pt x="31361" y="19359"/>
                  </a:cubicBezTo>
                  <a:lnTo>
                    <a:pt x="31556" y="19165"/>
                  </a:lnTo>
                  <a:lnTo>
                    <a:pt x="31620" y="19230"/>
                  </a:lnTo>
                  <a:cubicBezTo>
                    <a:pt x="31628" y="19237"/>
                    <a:pt x="31637" y="19241"/>
                    <a:pt x="31649" y="19241"/>
                  </a:cubicBezTo>
                  <a:cubicBezTo>
                    <a:pt x="31687" y="19241"/>
                    <a:pt x="31751" y="19196"/>
                    <a:pt x="31864" y="19084"/>
                  </a:cubicBezTo>
                  <a:cubicBezTo>
                    <a:pt x="32123" y="18824"/>
                    <a:pt x="32366" y="18541"/>
                    <a:pt x="32585" y="18241"/>
                  </a:cubicBezTo>
                  <a:cubicBezTo>
                    <a:pt x="33331" y="17235"/>
                    <a:pt x="33380" y="17097"/>
                    <a:pt x="33234" y="17000"/>
                  </a:cubicBezTo>
                  <a:cubicBezTo>
                    <a:pt x="33172" y="16839"/>
                    <a:pt x="33200" y="16734"/>
                    <a:pt x="33286" y="16734"/>
                  </a:cubicBezTo>
                  <a:cubicBezTo>
                    <a:pt x="33312" y="16734"/>
                    <a:pt x="33344" y="16744"/>
                    <a:pt x="33380" y="16765"/>
                  </a:cubicBezTo>
                  <a:cubicBezTo>
                    <a:pt x="33400" y="16777"/>
                    <a:pt x="33424" y="16782"/>
                    <a:pt x="33448" y="16782"/>
                  </a:cubicBezTo>
                  <a:cubicBezTo>
                    <a:pt x="33520" y="16782"/>
                    <a:pt x="33589" y="16737"/>
                    <a:pt x="33534" y="16700"/>
                  </a:cubicBezTo>
                  <a:cubicBezTo>
                    <a:pt x="33607" y="16578"/>
                    <a:pt x="33704" y="16465"/>
                    <a:pt x="33826" y="16384"/>
                  </a:cubicBezTo>
                  <a:cubicBezTo>
                    <a:pt x="34199" y="16124"/>
                    <a:pt x="34183" y="15946"/>
                    <a:pt x="34101" y="15906"/>
                  </a:cubicBezTo>
                  <a:lnTo>
                    <a:pt x="34101" y="15906"/>
                  </a:lnTo>
                  <a:cubicBezTo>
                    <a:pt x="34066" y="15911"/>
                    <a:pt x="34040" y="15913"/>
                    <a:pt x="34021" y="15913"/>
                  </a:cubicBezTo>
                  <a:cubicBezTo>
                    <a:pt x="33920" y="15913"/>
                    <a:pt x="34043" y="15845"/>
                    <a:pt x="34166" y="15784"/>
                  </a:cubicBezTo>
                  <a:cubicBezTo>
                    <a:pt x="34312" y="15703"/>
                    <a:pt x="34466" y="15622"/>
                    <a:pt x="34385" y="15581"/>
                  </a:cubicBezTo>
                  <a:cubicBezTo>
                    <a:pt x="34378" y="15428"/>
                    <a:pt x="34646" y="14707"/>
                    <a:pt x="34812" y="14707"/>
                  </a:cubicBezTo>
                  <a:cubicBezTo>
                    <a:pt x="34822" y="14707"/>
                    <a:pt x="34831" y="14709"/>
                    <a:pt x="34839" y="14714"/>
                  </a:cubicBezTo>
                  <a:cubicBezTo>
                    <a:pt x="34839" y="14714"/>
                    <a:pt x="34896" y="14584"/>
                    <a:pt x="34961" y="14462"/>
                  </a:cubicBezTo>
                  <a:cubicBezTo>
                    <a:pt x="34880" y="14422"/>
                    <a:pt x="35001" y="14170"/>
                    <a:pt x="35123" y="13919"/>
                  </a:cubicBezTo>
                  <a:cubicBezTo>
                    <a:pt x="35229" y="13692"/>
                    <a:pt x="35292" y="13571"/>
                    <a:pt x="35361" y="13571"/>
                  </a:cubicBezTo>
                  <a:cubicBezTo>
                    <a:pt x="35370" y="13571"/>
                    <a:pt x="35380" y="13573"/>
                    <a:pt x="35391" y="13579"/>
                  </a:cubicBezTo>
                  <a:cubicBezTo>
                    <a:pt x="35396" y="13628"/>
                    <a:pt x="35405" y="13651"/>
                    <a:pt x="35417" y="13651"/>
                  </a:cubicBezTo>
                  <a:cubicBezTo>
                    <a:pt x="35444" y="13651"/>
                    <a:pt x="35484" y="13530"/>
                    <a:pt x="35512" y="13327"/>
                  </a:cubicBezTo>
                  <a:cubicBezTo>
                    <a:pt x="35569" y="13198"/>
                    <a:pt x="35464" y="12995"/>
                    <a:pt x="35520" y="12865"/>
                  </a:cubicBezTo>
                  <a:cubicBezTo>
                    <a:pt x="35439" y="12825"/>
                    <a:pt x="35415" y="12662"/>
                    <a:pt x="35472" y="12533"/>
                  </a:cubicBezTo>
                  <a:lnTo>
                    <a:pt x="35472" y="12533"/>
                  </a:lnTo>
                  <a:lnTo>
                    <a:pt x="35553" y="12573"/>
                  </a:lnTo>
                  <a:lnTo>
                    <a:pt x="35723" y="12646"/>
                  </a:lnTo>
                  <a:cubicBezTo>
                    <a:pt x="35780" y="12525"/>
                    <a:pt x="35837" y="12395"/>
                    <a:pt x="35755" y="12354"/>
                  </a:cubicBezTo>
                  <a:cubicBezTo>
                    <a:pt x="35893" y="12265"/>
                    <a:pt x="35958" y="12144"/>
                    <a:pt x="36072" y="11884"/>
                  </a:cubicBezTo>
                  <a:cubicBezTo>
                    <a:pt x="36185" y="11633"/>
                    <a:pt x="36307" y="11373"/>
                    <a:pt x="36282" y="11211"/>
                  </a:cubicBezTo>
                  <a:cubicBezTo>
                    <a:pt x="36501" y="11162"/>
                    <a:pt x="36858" y="10400"/>
                    <a:pt x="36761" y="10190"/>
                  </a:cubicBezTo>
                  <a:cubicBezTo>
                    <a:pt x="36680" y="10149"/>
                    <a:pt x="36736" y="10027"/>
                    <a:pt x="36882" y="9938"/>
                  </a:cubicBezTo>
                  <a:cubicBezTo>
                    <a:pt x="37020" y="9849"/>
                    <a:pt x="37020" y="9849"/>
                    <a:pt x="37004" y="9687"/>
                  </a:cubicBezTo>
                  <a:cubicBezTo>
                    <a:pt x="36980" y="9517"/>
                    <a:pt x="37126" y="9436"/>
                    <a:pt x="37272" y="9346"/>
                  </a:cubicBezTo>
                  <a:cubicBezTo>
                    <a:pt x="37499" y="9306"/>
                    <a:pt x="37563" y="9184"/>
                    <a:pt x="37539" y="9014"/>
                  </a:cubicBezTo>
                  <a:cubicBezTo>
                    <a:pt x="37588" y="8779"/>
                    <a:pt x="37677" y="8560"/>
                    <a:pt x="37790" y="8349"/>
                  </a:cubicBezTo>
                  <a:cubicBezTo>
                    <a:pt x="37830" y="8115"/>
                    <a:pt x="37890" y="7995"/>
                    <a:pt x="37832" y="7995"/>
                  </a:cubicBezTo>
                  <a:cubicBezTo>
                    <a:pt x="37818" y="7995"/>
                    <a:pt x="37796" y="8002"/>
                    <a:pt x="37766" y="8017"/>
                  </a:cubicBezTo>
                  <a:cubicBezTo>
                    <a:pt x="37685" y="7976"/>
                    <a:pt x="37677" y="7806"/>
                    <a:pt x="37677" y="7806"/>
                  </a:cubicBezTo>
                  <a:cubicBezTo>
                    <a:pt x="37713" y="7646"/>
                    <a:pt x="37753" y="7585"/>
                    <a:pt x="37770" y="7585"/>
                  </a:cubicBezTo>
                  <a:cubicBezTo>
                    <a:pt x="37784" y="7585"/>
                    <a:pt x="37783" y="7626"/>
                    <a:pt x="37750" y="7684"/>
                  </a:cubicBezTo>
                  <a:cubicBezTo>
                    <a:pt x="37719" y="7822"/>
                    <a:pt x="37719" y="7866"/>
                    <a:pt x="37744" y="7866"/>
                  </a:cubicBezTo>
                  <a:cubicBezTo>
                    <a:pt x="37772" y="7866"/>
                    <a:pt x="37831" y="7812"/>
                    <a:pt x="37912" y="7773"/>
                  </a:cubicBezTo>
                  <a:cubicBezTo>
                    <a:pt x="38058" y="7692"/>
                    <a:pt x="38196" y="7449"/>
                    <a:pt x="38269" y="7328"/>
                  </a:cubicBezTo>
                  <a:lnTo>
                    <a:pt x="38569" y="6849"/>
                  </a:lnTo>
                  <a:cubicBezTo>
                    <a:pt x="38877" y="6549"/>
                    <a:pt x="38958" y="6436"/>
                    <a:pt x="38885" y="6379"/>
                  </a:cubicBezTo>
                  <a:cubicBezTo>
                    <a:pt x="38856" y="6359"/>
                    <a:pt x="38832" y="6343"/>
                    <a:pt x="38813" y="6330"/>
                  </a:cubicBezTo>
                  <a:lnTo>
                    <a:pt x="38813" y="6330"/>
                  </a:lnTo>
                  <a:cubicBezTo>
                    <a:pt x="39011" y="6284"/>
                    <a:pt x="39980" y="5097"/>
                    <a:pt x="39955" y="4879"/>
                  </a:cubicBezTo>
                  <a:cubicBezTo>
                    <a:pt x="39936" y="4860"/>
                    <a:pt x="39928" y="4852"/>
                    <a:pt x="39928" y="4852"/>
                  </a:cubicBezTo>
                  <a:lnTo>
                    <a:pt x="39928" y="4852"/>
                  </a:lnTo>
                  <a:cubicBezTo>
                    <a:pt x="39929" y="4852"/>
                    <a:pt x="39974" y="4896"/>
                    <a:pt x="40020" y="4936"/>
                  </a:cubicBezTo>
                  <a:cubicBezTo>
                    <a:pt x="40033" y="4948"/>
                    <a:pt x="40046" y="4954"/>
                    <a:pt x="40061" y="4954"/>
                  </a:cubicBezTo>
                  <a:cubicBezTo>
                    <a:pt x="40123" y="4954"/>
                    <a:pt x="40213" y="4850"/>
                    <a:pt x="40377" y="4693"/>
                  </a:cubicBezTo>
                  <a:cubicBezTo>
                    <a:pt x="40474" y="4587"/>
                    <a:pt x="40798" y="4117"/>
                    <a:pt x="41123" y="3841"/>
                  </a:cubicBezTo>
                  <a:cubicBezTo>
                    <a:pt x="41544" y="3460"/>
                    <a:pt x="41885" y="3217"/>
                    <a:pt x="41828" y="3136"/>
                  </a:cubicBezTo>
                  <a:cubicBezTo>
                    <a:pt x="41888" y="3089"/>
                    <a:pt x="41916" y="3067"/>
                    <a:pt x="41938" y="3067"/>
                  </a:cubicBezTo>
                  <a:cubicBezTo>
                    <a:pt x="41957" y="3067"/>
                    <a:pt x="41971" y="3085"/>
                    <a:pt x="41998" y="3120"/>
                  </a:cubicBezTo>
                  <a:cubicBezTo>
                    <a:pt x="41972" y="3183"/>
                    <a:pt x="41975" y="3207"/>
                    <a:pt x="41997" y="3207"/>
                  </a:cubicBezTo>
                  <a:cubicBezTo>
                    <a:pt x="42029" y="3207"/>
                    <a:pt x="42097" y="3159"/>
                    <a:pt x="42169" y="3112"/>
                  </a:cubicBezTo>
                  <a:cubicBezTo>
                    <a:pt x="42282" y="3039"/>
                    <a:pt x="42225" y="2957"/>
                    <a:pt x="42177" y="2885"/>
                  </a:cubicBezTo>
                  <a:cubicBezTo>
                    <a:pt x="42120" y="2812"/>
                    <a:pt x="42242" y="2730"/>
                    <a:pt x="42525" y="2641"/>
                  </a:cubicBezTo>
                  <a:cubicBezTo>
                    <a:pt x="42817" y="2568"/>
                    <a:pt x="43288" y="2260"/>
                    <a:pt x="43506" y="2066"/>
                  </a:cubicBezTo>
                  <a:cubicBezTo>
                    <a:pt x="43593" y="2022"/>
                    <a:pt x="43679" y="1979"/>
                    <a:pt x="43739" y="1979"/>
                  </a:cubicBezTo>
                  <a:cubicBezTo>
                    <a:pt x="43770" y="1979"/>
                    <a:pt x="43793" y="1990"/>
                    <a:pt x="43806" y="2017"/>
                  </a:cubicBezTo>
                  <a:cubicBezTo>
                    <a:pt x="43830" y="2019"/>
                    <a:pt x="43854" y="2020"/>
                    <a:pt x="43878" y="2020"/>
                  </a:cubicBezTo>
                  <a:cubicBezTo>
                    <a:pt x="44103" y="2020"/>
                    <a:pt x="44316" y="1917"/>
                    <a:pt x="44455" y="1733"/>
                  </a:cubicBezTo>
                  <a:cubicBezTo>
                    <a:pt x="44513" y="1708"/>
                    <a:pt x="44545" y="1694"/>
                    <a:pt x="44565" y="1694"/>
                  </a:cubicBezTo>
                  <a:cubicBezTo>
                    <a:pt x="44591" y="1694"/>
                    <a:pt x="44599" y="1716"/>
                    <a:pt x="44617" y="1766"/>
                  </a:cubicBezTo>
                  <a:cubicBezTo>
                    <a:pt x="44694" y="1781"/>
                    <a:pt x="44740" y="1807"/>
                    <a:pt x="44775" y="1807"/>
                  </a:cubicBezTo>
                  <a:cubicBezTo>
                    <a:pt x="44813" y="1807"/>
                    <a:pt x="44838" y="1775"/>
                    <a:pt x="44877" y="1660"/>
                  </a:cubicBezTo>
                  <a:cubicBezTo>
                    <a:pt x="45088" y="1520"/>
                    <a:pt x="45420" y="1391"/>
                    <a:pt x="45700" y="1391"/>
                  </a:cubicBezTo>
                  <a:cubicBezTo>
                    <a:pt x="45744" y="1391"/>
                    <a:pt x="45785" y="1394"/>
                    <a:pt x="45825" y="1401"/>
                  </a:cubicBezTo>
                  <a:cubicBezTo>
                    <a:pt x="45963" y="1376"/>
                    <a:pt x="46101" y="1352"/>
                    <a:pt x="46085" y="1263"/>
                  </a:cubicBezTo>
                  <a:cubicBezTo>
                    <a:pt x="46079" y="1230"/>
                    <a:pt x="46074" y="1199"/>
                    <a:pt x="46070" y="1175"/>
                  </a:cubicBezTo>
                  <a:lnTo>
                    <a:pt x="46070" y="1175"/>
                  </a:lnTo>
                  <a:cubicBezTo>
                    <a:pt x="46146" y="1244"/>
                    <a:pt x="46186" y="1278"/>
                    <a:pt x="46219" y="1278"/>
                  </a:cubicBezTo>
                  <a:cubicBezTo>
                    <a:pt x="46258" y="1278"/>
                    <a:pt x="46286" y="1227"/>
                    <a:pt x="46352" y="1125"/>
                  </a:cubicBezTo>
                  <a:cubicBezTo>
                    <a:pt x="46344" y="1073"/>
                    <a:pt x="46381" y="1047"/>
                    <a:pt x="46420" y="1047"/>
                  </a:cubicBezTo>
                  <a:cubicBezTo>
                    <a:pt x="46455" y="1047"/>
                    <a:pt x="46491" y="1067"/>
                    <a:pt x="46498" y="1109"/>
                  </a:cubicBezTo>
                  <a:cubicBezTo>
                    <a:pt x="46587" y="1158"/>
                    <a:pt x="46685" y="1174"/>
                    <a:pt x="46790" y="1174"/>
                  </a:cubicBezTo>
                  <a:cubicBezTo>
                    <a:pt x="46977" y="1133"/>
                    <a:pt x="47163" y="1117"/>
                    <a:pt x="47358" y="1109"/>
                  </a:cubicBezTo>
                  <a:lnTo>
                    <a:pt x="47828" y="1085"/>
                  </a:lnTo>
                  <a:cubicBezTo>
                    <a:pt x="47998" y="1101"/>
                    <a:pt x="48185" y="1117"/>
                    <a:pt x="48355" y="1141"/>
                  </a:cubicBezTo>
                  <a:cubicBezTo>
                    <a:pt x="49304" y="1318"/>
                    <a:pt x="49726" y="1505"/>
                    <a:pt x="49862" y="1505"/>
                  </a:cubicBezTo>
                  <a:cubicBezTo>
                    <a:pt x="49889" y="1505"/>
                    <a:pt x="49905" y="1498"/>
                    <a:pt x="49912" y="1482"/>
                  </a:cubicBezTo>
                  <a:cubicBezTo>
                    <a:pt x="49961" y="1475"/>
                    <a:pt x="49997" y="1470"/>
                    <a:pt x="50025" y="1470"/>
                  </a:cubicBezTo>
                  <a:cubicBezTo>
                    <a:pt x="50093" y="1470"/>
                    <a:pt x="50116" y="1500"/>
                    <a:pt x="50179" y="1603"/>
                  </a:cubicBezTo>
                  <a:cubicBezTo>
                    <a:pt x="50268" y="1725"/>
                    <a:pt x="50390" y="1822"/>
                    <a:pt x="50528" y="1879"/>
                  </a:cubicBezTo>
                  <a:cubicBezTo>
                    <a:pt x="50649" y="1952"/>
                    <a:pt x="50771" y="2025"/>
                    <a:pt x="50722" y="2098"/>
                  </a:cubicBezTo>
                  <a:cubicBezTo>
                    <a:pt x="50746" y="2093"/>
                    <a:pt x="50769" y="2090"/>
                    <a:pt x="50792" y="2090"/>
                  </a:cubicBezTo>
                  <a:cubicBezTo>
                    <a:pt x="50873" y="2090"/>
                    <a:pt x="50951" y="2122"/>
                    <a:pt x="51014" y="2179"/>
                  </a:cubicBezTo>
                  <a:cubicBezTo>
                    <a:pt x="50966" y="2252"/>
                    <a:pt x="51079" y="2333"/>
                    <a:pt x="51249" y="2333"/>
                  </a:cubicBezTo>
                  <a:cubicBezTo>
                    <a:pt x="51337" y="2311"/>
                    <a:pt x="51390" y="2298"/>
                    <a:pt x="51417" y="2298"/>
                  </a:cubicBezTo>
                  <a:cubicBezTo>
                    <a:pt x="51461" y="2298"/>
                    <a:pt x="51436" y="2332"/>
                    <a:pt x="51371" y="2422"/>
                  </a:cubicBezTo>
                  <a:cubicBezTo>
                    <a:pt x="51325" y="2481"/>
                    <a:pt x="51496" y="2710"/>
                    <a:pt x="51534" y="2710"/>
                  </a:cubicBezTo>
                  <a:cubicBezTo>
                    <a:pt x="51543" y="2710"/>
                    <a:pt x="51544" y="2697"/>
                    <a:pt x="51533" y="2666"/>
                  </a:cubicBezTo>
                  <a:cubicBezTo>
                    <a:pt x="51544" y="2653"/>
                    <a:pt x="51559" y="2648"/>
                    <a:pt x="51578" y="2648"/>
                  </a:cubicBezTo>
                  <a:cubicBezTo>
                    <a:pt x="51670" y="2648"/>
                    <a:pt x="51844" y="2776"/>
                    <a:pt x="51979" y="2803"/>
                  </a:cubicBezTo>
                  <a:cubicBezTo>
                    <a:pt x="52093" y="2901"/>
                    <a:pt x="52198" y="2998"/>
                    <a:pt x="52133" y="3063"/>
                  </a:cubicBezTo>
                  <a:cubicBezTo>
                    <a:pt x="52149" y="3144"/>
                    <a:pt x="52303" y="3298"/>
                    <a:pt x="52474" y="3428"/>
                  </a:cubicBezTo>
                  <a:cubicBezTo>
                    <a:pt x="52595" y="3549"/>
                    <a:pt x="52733" y="3647"/>
                    <a:pt x="52887" y="3728"/>
                  </a:cubicBezTo>
                  <a:cubicBezTo>
                    <a:pt x="52903" y="3714"/>
                    <a:pt x="52919" y="3708"/>
                    <a:pt x="52934" y="3708"/>
                  </a:cubicBezTo>
                  <a:cubicBezTo>
                    <a:pt x="52991" y="3708"/>
                    <a:pt x="53036" y="3788"/>
                    <a:pt x="52984" y="3833"/>
                  </a:cubicBezTo>
                  <a:cubicBezTo>
                    <a:pt x="52911" y="3890"/>
                    <a:pt x="53001" y="4003"/>
                    <a:pt x="53090" y="4117"/>
                  </a:cubicBezTo>
                  <a:cubicBezTo>
                    <a:pt x="53252" y="4166"/>
                    <a:pt x="53179" y="4222"/>
                    <a:pt x="53106" y="4279"/>
                  </a:cubicBezTo>
                  <a:cubicBezTo>
                    <a:pt x="53080" y="4269"/>
                    <a:pt x="53060" y="4265"/>
                    <a:pt x="53047" y="4265"/>
                  </a:cubicBezTo>
                  <a:cubicBezTo>
                    <a:pt x="52985" y="4265"/>
                    <a:pt x="53069" y="4375"/>
                    <a:pt x="53203" y="4563"/>
                  </a:cubicBezTo>
                  <a:cubicBezTo>
                    <a:pt x="53357" y="4620"/>
                    <a:pt x="53690" y="5074"/>
                    <a:pt x="53901" y="5438"/>
                  </a:cubicBezTo>
                  <a:cubicBezTo>
                    <a:pt x="54265" y="6047"/>
                    <a:pt x="54395" y="6128"/>
                    <a:pt x="54695" y="6298"/>
                  </a:cubicBezTo>
                  <a:lnTo>
                    <a:pt x="54922" y="6347"/>
                  </a:lnTo>
                  <a:lnTo>
                    <a:pt x="54760" y="6428"/>
                  </a:lnTo>
                  <a:cubicBezTo>
                    <a:pt x="54679" y="6468"/>
                    <a:pt x="54574" y="6671"/>
                    <a:pt x="54574" y="6671"/>
                  </a:cubicBezTo>
                  <a:cubicBezTo>
                    <a:pt x="54607" y="6737"/>
                    <a:pt x="54644" y="6759"/>
                    <a:pt x="54684" y="6759"/>
                  </a:cubicBezTo>
                  <a:cubicBezTo>
                    <a:pt x="54721" y="6759"/>
                    <a:pt x="54761" y="6739"/>
                    <a:pt x="54801" y="6719"/>
                  </a:cubicBezTo>
                  <a:cubicBezTo>
                    <a:pt x="54809" y="6716"/>
                    <a:pt x="54817" y="6714"/>
                    <a:pt x="54825" y="6714"/>
                  </a:cubicBezTo>
                  <a:cubicBezTo>
                    <a:pt x="54895" y="6714"/>
                    <a:pt x="54950" y="6840"/>
                    <a:pt x="54979" y="7109"/>
                  </a:cubicBezTo>
                  <a:cubicBezTo>
                    <a:pt x="55011" y="7409"/>
                    <a:pt x="55068" y="7530"/>
                    <a:pt x="55206" y="7628"/>
                  </a:cubicBezTo>
                  <a:cubicBezTo>
                    <a:pt x="55271" y="7757"/>
                    <a:pt x="55303" y="7911"/>
                    <a:pt x="55279" y="8057"/>
                  </a:cubicBezTo>
                  <a:cubicBezTo>
                    <a:pt x="55311" y="8144"/>
                    <a:pt x="55322" y="8173"/>
                    <a:pt x="55352" y="8173"/>
                  </a:cubicBezTo>
                  <a:cubicBezTo>
                    <a:pt x="55367" y="8173"/>
                    <a:pt x="55387" y="8165"/>
                    <a:pt x="55417" y="8155"/>
                  </a:cubicBezTo>
                  <a:cubicBezTo>
                    <a:pt x="55425" y="8151"/>
                    <a:pt x="55433" y="8150"/>
                    <a:pt x="55441" y="8150"/>
                  </a:cubicBezTo>
                  <a:cubicBezTo>
                    <a:pt x="55509" y="8150"/>
                    <a:pt x="55550" y="8269"/>
                    <a:pt x="55514" y="8414"/>
                  </a:cubicBezTo>
                  <a:cubicBezTo>
                    <a:pt x="55405" y="8609"/>
                    <a:pt x="55535" y="8975"/>
                    <a:pt x="55618" y="8975"/>
                  </a:cubicBezTo>
                  <a:cubicBezTo>
                    <a:pt x="55621" y="8975"/>
                    <a:pt x="55624" y="8975"/>
                    <a:pt x="55628" y="8973"/>
                  </a:cubicBezTo>
                  <a:cubicBezTo>
                    <a:pt x="55635" y="8971"/>
                    <a:pt x="55642" y="8970"/>
                    <a:pt x="55649" y="8970"/>
                  </a:cubicBezTo>
                  <a:cubicBezTo>
                    <a:pt x="55725" y="8970"/>
                    <a:pt x="55769" y="9089"/>
                    <a:pt x="55806" y="9209"/>
                  </a:cubicBezTo>
                  <a:cubicBezTo>
                    <a:pt x="55846" y="9354"/>
                    <a:pt x="55928" y="9484"/>
                    <a:pt x="56033" y="9581"/>
                  </a:cubicBezTo>
                  <a:lnTo>
                    <a:pt x="56130" y="9841"/>
                  </a:lnTo>
                  <a:cubicBezTo>
                    <a:pt x="56144" y="9887"/>
                    <a:pt x="56138" y="9906"/>
                    <a:pt x="56123" y="9906"/>
                  </a:cubicBezTo>
                  <a:cubicBezTo>
                    <a:pt x="56093" y="9906"/>
                    <a:pt x="56025" y="9830"/>
                    <a:pt x="55992" y="9744"/>
                  </a:cubicBezTo>
                  <a:lnTo>
                    <a:pt x="55960" y="9906"/>
                  </a:lnTo>
                  <a:cubicBezTo>
                    <a:pt x="56049" y="10165"/>
                    <a:pt x="56090" y="10303"/>
                    <a:pt x="56228" y="10408"/>
                  </a:cubicBezTo>
                  <a:cubicBezTo>
                    <a:pt x="56446" y="10481"/>
                    <a:pt x="56446" y="10481"/>
                    <a:pt x="56268" y="10538"/>
                  </a:cubicBezTo>
                  <a:cubicBezTo>
                    <a:pt x="56187" y="10563"/>
                    <a:pt x="56146" y="10725"/>
                    <a:pt x="56276" y="10830"/>
                  </a:cubicBezTo>
                  <a:cubicBezTo>
                    <a:pt x="56495" y="10903"/>
                    <a:pt x="56455" y="11065"/>
                    <a:pt x="56365" y="11098"/>
                  </a:cubicBezTo>
                  <a:cubicBezTo>
                    <a:pt x="56303" y="11077"/>
                    <a:pt x="56259" y="11062"/>
                    <a:pt x="56235" y="11062"/>
                  </a:cubicBezTo>
                  <a:cubicBezTo>
                    <a:pt x="56175" y="11062"/>
                    <a:pt x="56247" y="11158"/>
                    <a:pt x="56503" y="11495"/>
                  </a:cubicBezTo>
                  <a:cubicBezTo>
                    <a:pt x="56592" y="11754"/>
                    <a:pt x="56868" y="12257"/>
                    <a:pt x="57022" y="12646"/>
                  </a:cubicBezTo>
                  <a:cubicBezTo>
                    <a:pt x="57217" y="13165"/>
                    <a:pt x="57322" y="13416"/>
                    <a:pt x="57298" y="13587"/>
                  </a:cubicBezTo>
                  <a:cubicBezTo>
                    <a:pt x="57285" y="13591"/>
                    <a:pt x="57274" y="13597"/>
                    <a:pt x="57264" y="13602"/>
                  </a:cubicBezTo>
                  <a:lnTo>
                    <a:pt x="57264" y="13602"/>
                  </a:lnTo>
                  <a:cubicBezTo>
                    <a:pt x="57272" y="13600"/>
                    <a:pt x="57281" y="13600"/>
                    <a:pt x="57289" y="13600"/>
                  </a:cubicBezTo>
                  <a:cubicBezTo>
                    <a:pt x="57402" y="13600"/>
                    <a:pt x="57466" y="13743"/>
                    <a:pt x="57606" y="14057"/>
                  </a:cubicBezTo>
                  <a:cubicBezTo>
                    <a:pt x="57687" y="14479"/>
                    <a:pt x="57906" y="14681"/>
                    <a:pt x="58044" y="14770"/>
                  </a:cubicBezTo>
                  <a:lnTo>
                    <a:pt x="57922" y="14519"/>
                  </a:lnTo>
                  <a:cubicBezTo>
                    <a:pt x="57955" y="14503"/>
                    <a:pt x="57984" y="14495"/>
                    <a:pt x="58009" y="14495"/>
                  </a:cubicBezTo>
                  <a:cubicBezTo>
                    <a:pt x="58107" y="14495"/>
                    <a:pt x="58151" y="14619"/>
                    <a:pt x="58190" y="14852"/>
                  </a:cubicBezTo>
                  <a:cubicBezTo>
                    <a:pt x="58254" y="14965"/>
                    <a:pt x="58173" y="15014"/>
                    <a:pt x="58092" y="15054"/>
                  </a:cubicBezTo>
                  <a:cubicBezTo>
                    <a:pt x="58011" y="15095"/>
                    <a:pt x="57995" y="15257"/>
                    <a:pt x="58068" y="15387"/>
                  </a:cubicBezTo>
                  <a:cubicBezTo>
                    <a:pt x="58110" y="15465"/>
                    <a:pt x="58155" y="15540"/>
                    <a:pt x="58184" y="15540"/>
                  </a:cubicBezTo>
                  <a:cubicBezTo>
                    <a:pt x="58200" y="15540"/>
                    <a:pt x="58211" y="15517"/>
                    <a:pt x="58214" y="15460"/>
                  </a:cubicBezTo>
                  <a:cubicBezTo>
                    <a:pt x="58244" y="15444"/>
                    <a:pt x="58263" y="15435"/>
                    <a:pt x="58279" y="15435"/>
                  </a:cubicBezTo>
                  <a:cubicBezTo>
                    <a:pt x="58305" y="15435"/>
                    <a:pt x="58322" y="15462"/>
                    <a:pt x="58368" y="15533"/>
                  </a:cubicBezTo>
                  <a:cubicBezTo>
                    <a:pt x="58425" y="15670"/>
                    <a:pt x="58530" y="15776"/>
                    <a:pt x="58660" y="15841"/>
                  </a:cubicBezTo>
                  <a:cubicBezTo>
                    <a:pt x="58672" y="15833"/>
                    <a:pt x="58684" y="15829"/>
                    <a:pt x="58696" y="15829"/>
                  </a:cubicBezTo>
                  <a:cubicBezTo>
                    <a:pt x="58759" y="15829"/>
                    <a:pt x="58826" y="15924"/>
                    <a:pt x="58887" y="16019"/>
                  </a:cubicBezTo>
                  <a:cubicBezTo>
                    <a:pt x="58879" y="16181"/>
                    <a:pt x="59049" y="16400"/>
                    <a:pt x="59049" y="16400"/>
                  </a:cubicBezTo>
                  <a:cubicBezTo>
                    <a:pt x="59070" y="16386"/>
                    <a:pt x="59079" y="16380"/>
                    <a:pt x="59079" y="16380"/>
                  </a:cubicBezTo>
                  <a:lnTo>
                    <a:pt x="59079" y="16380"/>
                  </a:lnTo>
                  <a:cubicBezTo>
                    <a:pt x="59080" y="16380"/>
                    <a:pt x="59028" y="16416"/>
                    <a:pt x="58976" y="16457"/>
                  </a:cubicBezTo>
                  <a:cubicBezTo>
                    <a:pt x="58903" y="16505"/>
                    <a:pt x="58911" y="16676"/>
                    <a:pt x="58911" y="16676"/>
                  </a:cubicBezTo>
                  <a:cubicBezTo>
                    <a:pt x="58952" y="16733"/>
                    <a:pt x="58990" y="16747"/>
                    <a:pt x="59019" y="16747"/>
                  </a:cubicBezTo>
                  <a:cubicBezTo>
                    <a:pt x="59047" y="16747"/>
                    <a:pt x="59065" y="16733"/>
                    <a:pt x="59065" y="16733"/>
                  </a:cubicBezTo>
                  <a:cubicBezTo>
                    <a:pt x="59066" y="16732"/>
                    <a:pt x="59067" y="16731"/>
                    <a:pt x="59069" y="16731"/>
                  </a:cubicBezTo>
                  <a:cubicBezTo>
                    <a:pt x="59130" y="16731"/>
                    <a:pt x="59632" y="17378"/>
                    <a:pt x="60281" y="17941"/>
                  </a:cubicBezTo>
                  <a:cubicBezTo>
                    <a:pt x="60784" y="18386"/>
                    <a:pt x="61335" y="18776"/>
                    <a:pt x="61919" y="19092"/>
                  </a:cubicBezTo>
                  <a:cubicBezTo>
                    <a:pt x="62025" y="19197"/>
                    <a:pt x="62146" y="19286"/>
                    <a:pt x="62276" y="19351"/>
                  </a:cubicBezTo>
                  <a:cubicBezTo>
                    <a:pt x="62330" y="19371"/>
                    <a:pt x="62376" y="19383"/>
                    <a:pt x="62402" y="19383"/>
                  </a:cubicBezTo>
                  <a:cubicBezTo>
                    <a:pt x="62431" y="19383"/>
                    <a:pt x="62439" y="19369"/>
                    <a:pt x="62414" y="19335"/>
                  </a:cubicBezTo>
                  <a:cubicBezTo>
                    <a:pt x="62419" y="19322"/>
                    <a:pt x="62435" y="19316"/>
                    <a:pt x="62460" y="19316"/>
                  </a:cubicBezTo>
                  <a:cubicBezTo>
                    <a:pt x="62622" y="19316"/>
                    <a:pt x="63177" y="19561"/>
                    <a:pt x="63873" y="19659"/>
                  </a:cubicBezTo>
                  <a:cubicBezTo>
                    <a:pt x="64148" y="19700"/>
                    <a:pt x="64401" y="19716"/>
                    <a:pt x="64620" y="19716"/>
                  </a:cubicBezTo>
                  <a:cubicBezTo>
                    <a:pt x="65143" y="19716"/>
                    <a:pt x="65474" y="19625"/>
                    <a:pt x="65462" y="19562"/>
                  </a:cubicBezTo>
                  <a:lnTo>
                    <a:pt x="65560" y="19546"/>
                  </a:lnTo>
                  <a:cubicBezTo>
                    <a:pt x="65657" y="19538"/>
                    <a:pt x="65754" y="19513"/>
                    <a:pt x="65851" y="19489"/>
                  </a:cubicBezTo>
                  <a:cubicBezTo>
                    <a:pt x="66119" y="19440"/>
                    <a:pt x="66338" y="19262"/>
                    <a:pt x="66460" y="19222"/>
                  </a:cubicBezTo>
                  <a:cubicBezTo>
                    <a:pt x="66517" y="19144"/>
                    <a:pt x="66584" y="19093"/>
                    <a:pt x="66609" y="19093"/>
                  </a:cubicBezTo>
                  <a:cubicBezTo>
                    <a:pt x="66627" y="19093"/>
                    <a:pt x="66625" y="19117"/>
                    <a:pt x="66589" y="19173"/>
                  </a:cubicBezTo>
                  <a:cubicBezTo>
                    <a:pt x="66615" y="19244"/>
                    <a:pt x="66636" y="19309"/>
                    <a:pt x="66708" y="19309"/>
                  </a:cubicBezTo>
                  <a:cubicBezTo>
                    <a:pt x="66726" y="19309"/>
                    <a:pt x="66749" y="19305"/>
                    <a:pt x="66776" y="19295"/>
                  </a:cubicBezTo>
                  <a:cubicBezTo>
                    <a:pt x="67027" y="19189"/>
                    <a:pt x="66987" y="19108"/>
                    <a:pt x="66954" y="19027"/>
                  </a:cubicBezTo>
                  <a:cubicBezTo>
                    <a:pt x="66914" y="18946"/>
                    <a:pt x="67035" y="18881"/>
                    <a:pt x="67035" y="18881"/>
                  </a:cubicBezTo>
                  <a:cubicBezTo>
                    <a:pt x="67087" y="18855"/>
                    <a:pt x="67115" y="18841"/>
                    <a:pt x="67134" y="18841"/>
                  </a:cubicBezTo>
                  <a:cubicBezTo>
                    <a:pt x="67157" y="18841"/>
                    <a:pt x="67167" y="18861"/>
                    <a:pt x="67189" y="18905"/>
                  </a:cubicBezTo>
                  <a:cubicBezTo>
                    <a:pt x="67230" y="18995"/>
                    <a:pt x="67270" y="19076"/>
                    <a:pt x="67270" y="19076"/>
                  </a:cubicBezTo>
                  <a:lnTo>
                    <a:pt x="67392" y="19011"/>
                  </a:lnTo>
                  <a:cubicBezTo>
                    <a:pt x="67351" y="18938"/>
                    <a:pt x="67473" y="18865"/>
                    <a:pt x="67473" y="18865"/>
                  </a:cubicBezTo>
                  <a:cubicBezTo>
                    <a:pt x="67517" y="18840"/>
                    <a:pt x="67544" y="18824"/>
                    <a:pt x="67566" y="18824"/>
                  </a:cubicBezTo>
                  <a:cubicBezTo>
                    <a:pt x="67600" y="18824"/>
                    <a:pt x="67621" y="18863"/>
                    <a:pt x="67676" y="18962"/>
                  </a:cubicBezTo>
                  <a:cubicBezTo>
                    <a:pt x="67709" y="19019"/>
                    <a:pt x="67746" y="19046"/>
                    <a:pt x="67782" y="19046"/>
                  </a:cubicBezTo>
                  <a:cubicBezTo>
                    <a:pt x="67843" y="19046"/>
                    <a:pt x="67898" y="18967"/>
                    <a:pt x="67919" y="18824"/>
                  </a:cubicBezTo>
                  <a:lnTo>
                    <a:pt x="68097" y="18597"/>
                  </a:lnTo>
                  <a:cubicBezTo>
                    <a:pt x="68122" y="18606"/>
                    <a:pt x="68145" y="18610"/>
                    <a:pt x="68166" y="18610"/>
                  </a:cubicBezTo>
                  <a:cubicBezTo>
                    <a:pt x="68342" y="18610"/>
                    <a:pt x="68444" y="18345"/>
                    <a:pt x="68495" y="18208"/>
                  </a:cubicBezTo>
                  <a:cubicBezTo>
                    <a:pt x="68544" y="18225"/>
                    <a:pt x="68589" y="18233"/>
                    <a:pt x="68627" y="18233"/>
                  </a:cubicBezTo>
                  <a:cubicBezTo>
                    <a:pt x="68759" y="18233"/>
                    <a:pt x="68825" y="18138"/>
                    <a:pt x="68819" y="17957"/>
                  </a:cubicBezTo>
                  <a:cubicBezTo>
                    <a:pt x="68762" y="17892"/>
                    <a:pt x="68868" y="17811"/>
                    <a:pt x="69030" y="17787"/>
                  </a:cubicBezTo>
                  <a:cubicBezTo>
                    <a:pt x="69192" y="17762"/>
                    <a:pt x="69297" y="17681"/>
                    <a:pt x="69500" y="17495"/>
                  </a:cubicBezTo>
                  <a:cubicBezTo>
                    <a:pt x="69540" y="17332"/>
                    <a:pt x="70238" y="16676"/>
                    <a:pt x="70927" y="15808"/>
                  </a:cubicBezTo>
                  <a:cubicBezTo>
                    <a:pt x="71705" y="14827"/>
                    <a:pt x="72184" y="14138"/>
                    <a:pt x="72111" y="14089"/>
                  </a:cubicBezTo>
                  <a:cubicBezTo>
                    <a:pt x="72192" y="13976"/>
                    <a:pt x="72192" y="13976"/>
                    <a:pt x="72354" y="13911"/>
                  </a:cubicBezTo>
                  <a:cubicBezTo>
                    <a:pt x="72366" y="13921"/>
                    <a:pt x="72379" y="13926"/>
                    <a:pt x="72392" y="13926"/>
                  </a:cubicBezTo>
                  <a:cubicBezTo>
                    <a:pt x="72450" y="13926"/>
                    <a:pt x="72497" y="13817"/>
                    <a:pt x="72443" y="13635"/>
                  </a:cubicBezTo>
                  <a:cubicBezTo>
                    <a:pt x="72448" y="13525"/>
                    <a:pt x="72420" y="13463"/>
                    <a:pt x="72438" y="13463"/>
                  </a:cubicBezTo>
                  <a:cubicBezTo>
                    <a:pt x="72448" y="13463"/>
                    <a:pt x="72472" y="13482"/>
                    <a:pt x="72524" y="13522"/>
                  </a:cubicBezTo>
                  <a:cubicBezTo>
                    <a:pt x="72531" y="13526"/>
                    <a:pt x="72538" y="13528"/>
                    <a:pt x="72546" y="13528"/>
                  </a:cubicBezTo>
                  <a:cubicBezTo>
                    <a:pt x="72629" y="13528"/>
                    <a:pt x="72797" y="13304"/>
                    <a:pt x="73100" y="12898"/>
                  </a:cubicBezTo>
                  <a:cubicBezTo>
                    <a:pt x="73359" y="12557"/>
                    <a:pt x="73708" y="12111"/>
                    <a:pt x="73643" y="12054"/>
                  </a:cubicBezTo>
                  <a:cubicBezTo>
                    <a:pt x="73702" y="11900"/>
                    <a:pt x="73728" y="11832"/>
                    <a:pt x="73737" y="11832"/>
                  </a:cubicBezTo>
                  <a:cubicBezTo>
                    <a:pt x="73743" y="11832"/>
                    <a:pt x="73739" y="11874"/>
                    <a:pt x="73732" y="11949"/>
                  </a:cubicBezTo>
                  <a:cubicBezTo>
                    <a:pt x="73741" y="11987"/>
                    <a:pt x="73763" y="12004"/>
                    <a:pt x="73795" y="12004"/>
                  </a:cubicBezTo>
                  <a:cubicBezTo>
                    <a:pt x="73947" y="12004"/>
                    <a:pt x="74318" y="11614"/>
                    <a:pt x="74446" y="11252"/>
                  </a:cubicBezTo>
                  <a:cubicBezTo>
                    <a:pt x="74522" y="11169"/>
                    <a:pt x="74599" y="11086"/>
                    <a:pt x="74660" y="11086"/>
                  </a:cubicBezTo>
                  <a:cubicBezTo>
                    <a:pt x="74676" y="11086"/>
                    <a:pt x="74691" y="11092"/>
                    <a:pt x="74705" y="11106"/>
                  </a:cubicBezTo>
                  <a:cubicBezTo>
                    <a:pt x="74875" y="10927"/>
                    <a:pt x="75021" y="10741"/>
                    <a:pt x="75143" y="10538"/>
                  </a:cubicBezTo>
                  <a:cubicBezTo>
                    <a:pt x="75248" y="10433"/>
                    <a:pt x="75670" y="10052"/>
                    <a:pt x="75905" y="9873"/>
                  </a:cubicBezTo>
                  <a:cubicBezTo>
                    <a:pt x="76010" y="9792"/>
                    <a:pt x="76100" y="9703"/>
                    <a:pt x="76189" y="9598"/>
                  </a:cubicBezTo>
                  <a:cubicBezTo>
                    <a:pt x="76270" y="9517"/>
                    <a:pt x="76310" y="9460"/>
                    <a:pt x="76310" y="9460"/>
                  </a:cubicBezTo>
                  <a:cubicBezTo>
                    <a:pt x="76355" y="9430"/>
                    <a:pt x="76399" y="9401"/>
                    <a:pt x="76432" y="9379"/>
                  </a:cubicBezTo>
                  <a:lnTo>
                    <a:pt x="76432" y="9379"/>
                  </a:lnTo>
                  <a:cubicBezTo>
                    <a:pt x="76436" y="9384"/>
                    <a:pt x="76444" y="9387"/>
                    <a:pt x="76455" y="9387"/>
                  </a:cubicBezTo>
                  <a:cubicBezTo>
                    <a:pt x="76582" y="9387"/>
                    <a:pt x="77154" y="9002"/>
                    <a:pt x="78029" y="8665"/>
                  </a:cubicBezTo>
                  <a:cubicBezTo>
                    <a:pt x="78748" y="8403"/>
                    <a:pt x="79426" y="8302"/>
                    <a:pt x="79777" y="8302"/>
                  </a:cubicBezTo>
                  <a:cubicBezTo>
                    <a:pt x="79893" y="8302"/>
                    <a:pt x="79973" y="8313"/>
                    <a:pt x="80008" y="8333"/>
                  </a:cubicBezTo>
                  <a:cubicBezTo>
                    <a:pt x="80113" y="8317"/>
                    <a:pt x="80210" y="8284"/>
                    <a:pt x="80299" y="8227"/>
                  </a:cubicBezTo>
                  <a:cubicBezTo>
                    <a:pt x="80379" y="8124"/>
                    <a:pt x="80467" y="8078"/>
                    <a:pt x="80554" y="8078"/>
                  </a:cubicBezTo>
                  <a:cubicBezTo>
                    <a:pt x="80617" y="8078"/>
                    <a:pt x="80679" y="8102"/>
                    <a:pt x="80737" y="8146"/>
                  </a:cubicBezTo>
                  <a:cubicBezTo>
                    <a:pt x="80810" y="8244"/>
                    <a:pt x="80981" y="8292"/>
                    <a:pt x="81159" y="8317"/>
                  </a:cubicBezTo>
                  <a:cubicBezTo>
                    <a:pt x="81217" y="8327"/>
                    <a:pt x="81276" y="8333"/>
                    <a:pt x="81332" y="8333"/>
                  </a:cubicBezTo>
                  <a:cubicBezTo>
                    <a:pt x="81447" y="8333"/>
                    <a:pt x="81553" y="8310"/>
                    <a:pt x="81619" y="8262"/>
                  </a:cubicBezTo>
                  <a:lnTo>
                    <a:pt x="81619" y="8262"/>
                  </a:lnTo>
                  <a:cubicBezTo>
                    <a:pt x="81613" y="8285"/>
                    <a:pt x="81605" y="8317"/>
                    <a:pt x="81597" y="8349"/>
                  </a:cubicBezTo>
                  <a:cubicBezTo>
                    <a:pt x="81662" y="8480"/>
                    <a:pt x="81850" y="8536"/>
                    <a:pt x="82034" y="8536"/>
                  </a:cubicBezTo>
                  <a:cubicBezTo>
                    <a:pt x="82145" y="8536"/>
                    <a:pt x="82255" y="8516"/>
                    <a:pt x="82335" y="8479"/>
                  </a:cubicBezTo>
                  <a:cubicBezTo>
                    <a:pt x="82437" y="8613"/>
                    <a:pt x="82532" y="8747"/>
                    <a:pt x="82693" y="8747"/>
                  </a:cubicBezTo>
                  <a:cubicBezTo>
                    <a:pt x="82698" y="8747"/>
                    <a:pt x="82703" y="8747"/>
                    <a:pt x="82707" y="8746"/>
                  </a:cubicBezTo>
                  <a:cubicBezTo>
                    <a:pt x="82837" y="8811"/>
                    <a:pt x="82837" y="8811"/>
                    <a:pt x="82748" y="8973"/>
                  </a:cubicBezTo>
                  <a:cubicBezTo>
                    <a:pt x="82699" y="9054"/>
                    <a:pt x="82659" y="9136"/>
                    <a:pt x="82772" y="9192"/>
                  </a:cubicBezTo>
                  <a:cubicBezTo>
                    <a:pt x="82806" y="9214"/>
                    <a:pt x="82833" y="9223"/>
                    <a:pt x="82857" y="9223"/>
                  </a:cubicBezTo>
                  <a:cubicBezTo>
                    <a:pt x="82914" y="9223"/>
                    <a:pt x="82949" y="9171"/>
                    <a:pt x="82983" y="9119"/>
                  </a:cubicBezTo>
                  <a:cubicBezTo>
                    <a:pt x="82983" y="9119"/>
                    <a:pt x="83105" y="9200"/>
                    <a:pt x="83218" y="9282"/>
                  </a:cubicBezTo>
                  <a:cubicBezTo>
                    <a:pt x="83218" y="9282"/>
                    <a:pt x="83276" y="9323"/>
                    <a:pt x="83330" y="9323"/>
                  </a:cubicBezTo>
                  <a:cubicBezTo>
                    <a:pt x="83351" y="9323"/>
                    <a:pt x="83372" y="9316"/>
                    <a:pt x="83389" y="9298"/>
                  </a:cubicBezTo>
                  <a:cubicBezTo>
                    <a:pt x="83402" y="9280"/>
                    <a:pt x="83419" y="9272"/>
                    <a:pt x="83438" y="9272"/>
                  </a:cubicBezTo>
                  <a:cubicBezTo>
                    <a:pt x="83497" y="9272"/>
                    <a:pt x="83578" y="9346"/>
                    <a:pt x="83664" y="9419"/>
                  </a:cubicBezTo>
                  <a:cubicBezTo>
                    <a:pt x="83633" y="9450"/>
                    <a:pt x="83657" y="9475"/>
                    <a:pt x="83686" y="9475"/>
                  </a:cubicBezTo>
                  <a:cubicBezTo>
                    <a:pt x="83717" y="9475"/>
                    <a:pt x="83755" y="9444"/>
                    <a:pt x="83729" y="9354"/>
                  </a:cubicBezTo>
                  <a:cubicBezTo>
                    <a:pt x="83769" y="9314"/>
                    <a:pt x="83806" y="9274"/>
                    <a:pt x="83857" y="9274"/>
                  </a:cubicBezTo>
                  <a:cubicBezTo>
                    <a:pt x="83889" y="9274"/>
                    <a:pt x="83926" y="9290"/>
                    <a:pt x="83972" y="9330"/>
                  </a:cubicBezTo>
                  <a:lnTo>
                    <a:pt x="84102" y="9209"/>
                  </a:lnTo>
                  <a:cubicBezTo>
                    <a:pt x="84232" y="9079"/>
                    <a:pt x="84305" y="9022"/>
                    <a:pt x="84102" y="8714"/>
                  </a:cubicBezTo>
                  <a:cubicBezTo>
                    <a:pt x="83907" y="8487"/>
                    <a:pt x="83689" y="8276"/>
                    <a:pt x="83445" y="8098"/>
                  </a:cubicBezTo>
                  <a:cubicBezTo>
                    <a:pt x="83323" y="8023"/>
                    <a:pt x="83225" y="7980"/>
                    <a:pt x="83158" y="7980"/>
                  </a:cubicBezTo>
                  <a:cubicBezTo>
                    <a:pt x="83123" y="7980"/>
                    <a:pt x="83097" y="7992"/>
                    <a:pt x="83080" y="8017"/>
                  </a:cubicBezTo>
                  <a:cubicBezTo>
                    <a:pt x="83048" y="8017"/>
                    <a:pt x="83007" y="8017"/>
                    <a:pt x="82967" y="8009"/>
                  </a:cubicBezTo>
                  <a:cubicBezTo>
                    <a:pt x="82886" y="8000"/>
                    <a:pt x="82805" y="7976"/>
                    <a:pt x="82732" y="7952"/>
                  </a:cubicBezTo>
                  <a:cubicBezTo>
                    <a:pt x="82618" y="7903"/>
                    <a:pt x="82521" y="7830"/>
                    <a:pt x="82440" y="7741"/>
                  </a:cubicBezTo>
                  <a:cubicBezTo>
                    <a:pt x="82480" y="7652"/>
                    <a:pt x="81808" y="7409"/>
                    <a:pt x="80956" y="7344"/>
                  </a:cubicBezTo>
                  <a:cubicBezTo>
                    <a:pt x="80792" y="7326"/>
                    <a:pt x="80628" y="7316"/>
                    <a:pt x="80460" y="7316"/>
                  </a:cubicBezTo>
                  <a:cubicBezTo>
                    <a:pt x="80404" y="7316"/>
                    <a:pt x="80348" y="7317"/>
                    <a:pt x="80291" y="7319"/>
                  </a:cubicBezTo>
                  <a:cubicBezTo>
                    <a:pt x="80105" y="7319"/>
                    <a:pt x="79943" y="7328"/>
                    <a:pt x="79805" y="7336"/>
                  </a:cubicBezTo>
                  <a:cubicBezTo>
                    <a:pt x="79745" y="7341"/>
                    <a:pt x="79683" y="7344"/>
                    <a:pt x="79622" y="7344"/>
                  </a:cubicBezTo>
                  <a:cubicBezTo>
                    <a:pt x="79509" y="7344"/>
                    <a:pt x="79396" y="7335"/>
                    <a:pt x="79286" y="7319"/>
                  </a:cubicBezTo>
                  <a:cubicBezTo>
                    <a:pt x="79208" y="7292"/>
                    <a:pt x="79131" y="7279"/>
                    <a:pt x="79051" y="7279"/>
                  </a:cubicBezTo>
                  <a:cubicBezTo>
                    <a:pt x="79014" y="7279"/>
                    <a:pt x="78976" y="7282"/>
                    <a:pt x="78937" y="7287"/>
                  </a:cubicBezTo>
                  <a:cubicBezTo>
                    <a:pt x="78962" y="7376"/>
                    <a:pt x="77973" y="7538"/>
                    <a:pt x="76943" y="8049"/>
                  </a:cubicBezTo>
                  <a:cubicBezTo>
                    <a:pt x="76465" y="8276"/>
                    <a:pt x="76010" y="8552"/>
                    <a:pt x="75589" y="8868"/>
                  </a:cubicBezTo>
                  <a:cubicBezTo>
                    <a:pt x="75265" y="9127"/>
                    <a:pt x="75070" y="9322"/>
                    <a:pt x="75102" y="9354"/>
                  </a:cubicBezTo>
                  <a:lnTo>
                    <a:pt x="74867" y="9557"/>
                  </a:lnTo>
                  <a:cubicBezTo>
                    <a:pt x="74859" y="9547"/>
                    <a:pt x="74847" y="9543"/>
                    <a:pt x="74833" y="9543"/>
                  </a:cubicBezTo>
                  <a:cubicBezTo>
                    <a:pt x="74741" y="9543"/>
                    <a:pt x="74545" y="9731"/>
                    <a:pt x="74348" y="9914"/>
                  </a:cubicBezTo>
                  <a:cubicBezTo>
                    <a:pt x="74251" y="10092"/>
                    <a:pt x="74129" y="10263"/>
                    <a:pt x="73984" y="10408"/>
                  </a:cubicBezTo>
                  <a:cubicBezTo>
                    <a:pt x="73972" y="10398"/>
                    <a:pt x="73959" y="10393"/>
                    <a:pt x="73944" y="10393"/>
                  </a:cubicBezTo>
                  <a:cubicBezTo>
                    <a:pt x="73878" y="10393"/>
                    <a:pt x="73777" y="10498"/>
                    <a:pt x="73611" y="10684"/>
                  </a:cubicBezTo>
                  <a:cubicBezTo>
                    <a:pt x="73416" y="10911"/>
                    <a:pt x="73319" y="11025"/>
                    <a:pt x="73384" y="11081"/>
                  </a:cubicBezTo>
                  <a:cubicBezTo>
                    <a:pt x="73278" y="11195"/>
                    <a:pt x="72638" y="11998"/>
                    <a:pt x="72305" y="12289"/>
                  </a:cubicBezTo>
                  <a:cubicBezTo>
                    <a:pt x="72151" y="12346"/>
                    <a:pt x="72135" y="12516"/>
                    <a:pt x="72119" y="12687"/>
                  </a:cubicBezTo>
                  <a:cubicBezTo>
                    <a:pt x="72192" y="12744"/>
                    <a:pt x="72184" y="12914"/>
                    <a:pt x="72103" y="13027"/>
                  </a:cubicBezTo>
                  <a:lnTo>
                    <a:pt x="71957" y="12914"/>
                  </a:lnTo>
                  <a:cubicBezTo>
                    <a:pt x="71960" y="12839"/>
                    <a:pt x="71962" y="12799"/>
                    <a:pt x="71947" y="12799"/>
                  </a:cubicBezTo>
                  <a:cubicBezTo>
                    <a:pt x="71929" y="12799"/>
                    <a:pt x="71887" y="12856"/>
                    <a:pt x="71794" y="12979"/>
                  </a:cubicBezTo>
                  <a:lnTo>
                    <a:pt x="71632" y="13206"/>
                  </a:lnTo>
                  <a:cubicBezTo>
                    <a:pt x="71705" y="13254"/>
                    <a:pt x="71292" y="13838"/>
                    <a:pt x="70716" y="14600"/>
                  </a:cubicBezTo>
                  <a:cubicBezTo>
                    <a:pt x="69978" y="15573"/>
                    <a:pt x="69719" y="15824"/>
                    <a:pt x="69784" y="15897"/>
                  </a:cubicBezTo>
                  <a:cubicBezTo>
                    <a:pt x="69857" y="15954"/>
                    <a:pt x="69767" y="16051"/>
                    <a:pt x="69435" y="16278"/>
                  </a:cubicBezTo>
                  <a:cubicBezTo>
                    <a:pt x="68697" y="16643"/>
                    <a:pt x="68697" y="16611"/>
                    <a:pt x="68665" y="16773"/>
                  </a:cubicBezTo>
                  <a:cubicBezTo>
                    <a:pt x="68697" y="16746"/>
                    <a:pt x="68725" y="16735"/>
                    <a:pt x="68750" y="16735"/>
                  </a:cubicBezTo>
                  <a:cubicBezTo>
                    <a:pt x="68801" y="16735"/>
                    <a:pt x="68841" y="16778"/>
                    <a:pt x="68884" y="16822"/>
                  </a:cubicBezTo>
                  <a:cubicBezTo>
                    <a:pt x="68981" y="16925"/>
                    <a:pt x="68938" y="17008"/>
                    <a:pt x="68809" y="17008"/>
                  </a:cubicBezTo>
                  <a:cubicBezTo>
                    <a:pt x="68777" y="17008"/>
                    <a:pt x="68739" y="17003"/>
                    <a:pt x="68697" y="16992"/>
                  </a:cubicBezTo>
                  <a:cubicBezTo>
                    <a:pt x="68691" y="16986"/>
                    <a:pt x="68683" y="16983"/>
                    <a:pt x="68672" y="16983"/>
                  </a:cubicBezTo>
                  <a:cubicBezTo>
                    <a:pt x="68564" y="16983"/>
                    <a:pt x="68233" y="17254"/>
                    <a:pt x="67895" y="17519"/>
                  </a:cubicBezTo>
                  <a:cubicBezTo>
                    <a:pt x="67536" y="17822"/>
                    <a:pt x="67153" y="18109"/>
                    <a:pt x="67125" y="18219"/>
                  </a:cubicBezTo>
                  <a:lnTo>
                    <a:pt x="67125" y="18219"/>
                  </a:lnTo>
                  <a:cubicBezTo>
                    <a:pt x="67115" y="18199"/>
                    <a:pt x="67101" y="18174"/>
                    <a:pt x="67084" y="18143"/>
                  </a:cubicBezTo>
                  <a:cubicBezTo>
                    <a:pt x="67073" y="18124"/>
                    <a:pt x="67057" y="18114"/>
                    <a:pt x="67032" y="18114"/>
                  </a:cubicBezTo>
                  <a:cubicBezTo>
                    <a:pt x="66964" y="18114"/>
                    <a:pt x="66824" y="18185"/>
                    <a:pt x="66516" y="18322"/>
                  </a:cubicBezTo>
                  <a:cubicBezTo>
                    <a:pt x="66297" y="18411"/>
                    <a:pt x="66192" y="18451"/>
                    <a:pt x="66192" y="18451"/>
                  </a:cubicBezTo>
                  <a:cubicBezTo>
                    <a:pt x="66224" y="18532"/>
                    <a:pt x="66062" y="18605"/>
                    <a:pt x="65900" y="18654"/>
                  </a:cubicBezTo>
                  <a:cubicBezTo>
                    <a:pt x="65836" y="18663"/>
                    <a:pt x="65771" y="18668"/>
                    <a:pt x="65715" y="18668"/>
                  </a:cubicBezTo>
                  <a:cubicBezTo>
                    <a:pt x="65620" y="18668"/>
                    <a:pt x="65548" y="18655"/>
                    <a:pt x="65543" y="18630"/>
                  </a:cubicBezTo>
                  <a:cubicBezTo>
                    <a:pt x="65467" y="18589"/>
                    <a:pt x="65439" y="18571"/>
                    <a:pt x="65374" y="18571"/>
                  </a:cubicBezTo>
                  <a:cubicBezTo>
                    <a:pt x="65335" y="18571"/>
                    <a:pt x="65284" y="18577"/>
                    <a:pt x="65203" y="18589"/>
                  </a:cubicBezTo>
                  <a:cubicBezTo>
                    <a:pt x="65073" y="18678"/>
                    <a:pt x="64913" y="18733"/>
                    <a:pt x="64750" y="18733"/>
                  </a:cubicBezTo>
                  <a:cubicBezTo>
                    <a:pt x="64720" y="18733"/>
                    <a:pt x="64690" y="18731"/>
                    <a:pt x="64660" y="18727"/>
                  </a:cubicBezTo>
                  <a:cubicBezTo>
                    <a:pt x="64481" y="18711"/>
                    <a:pt x="64352" y="18662"/>
                    <a:pt x="64352" y="18622"/>
                  </a:cubicBezTo>
                  <a:cubicBezTo>
                    <a:pt x="64352" y="18622"/>
                    <a:pt x="64246" y="18605"/>
                    <a:pt x="64141" y="18597"/>
                  </a:cubicBezTo>
                  <a:cubicBezTo>
                    <a:pt x="64091" y="18632"/>
                    <a:pt x="64022" y="18645"/>
                    <a:pt x="63951" y="18645"/>
                  </a:cubicBezTo>
                  <a:cubicBezTo>
                    <a:pt x="63859" y="18645"/>
                    <a:pt x="63763" y="18624"/>
                    <a:pt x="63703" y="18605"/>
                  </a:cubicBezTo>
                  <a:cubicBezTo>
                    <a:pt x="63522" y="18569"/>
                    <a:pt x="63409" y="18535"/>
                    <a:pt x="63358" y="18535"/>
                  </a:cubicBezTo>
                  <a:cubicBezTo>
                    <a:pt x="63319" y="18535"/>
                    <a:pt x="63319" y="18556"/>
                    <a:pt x="63354" y="18613"/>
                  </a:cubicBezTo>
                  <a:cubicBezTo>
                    <a:pt x="63333" y="18683"/>
                    <a:pt x="63307" y="18758"/>
                    <a:pt x="63228" y="18758"/>
                  </a:cubicBezTo>
                  <a:cubicBezTo>
                    <a:pt x="63215" y="18758"/>
                    <a:pt x="63200" y="18756"/>
                    <a:pt x="63184" y="18751"/>
                  </a:cubicBezTo>
                  <a:lnTo>
                    <a:pt x="63216" y="18662"/>
                  </a:lnTo>
                  <a:cubicBezTo>
                    <a:pt x="63241" y="18573"/>
                    <a:pt x="62916" y="18484"/>
                    <a:pt x="62503" y="18265"/>
                  </a:cubicBezTo>
                  <a:cubicBezTo>
                    <a:pt x="61976" y="17997"/>
                    <a:pt x="61789" y="17843"/>
                    <a:pt x="61741" y="17705"/>
                  </a:cubicBezTo>
                  <a:lnTo>
                    <a:pt x="61587" y="17705"/>
                  </a:lnTo>
                  <a:cubicBezTo>
                    <a:pt x="61441" y="17705"/>
                    <a:pt x="61344" y="17632"/>
                    <a:pt x="61400" y="17559"/>
                  </a:cubicBezTo>
                  <a:cubicBezTo>
                    <a:pt x="61360" y="17414"/>
                    <a:pt x="60995" y="17105"/>
                    <a:pt x="60760" y="16992"/>
                  </a:cubicBezTo>
                  <a:lnTo>
                    <a:pt x="60581" y="16822"/>
                  </a:lnTo>
                  <a:cubicBezTo>
                    <a:pt x="60620" y="16612"/>
                    <a:pt x="60406" y="16358"/>
                    <a:pt x="60196" y="16358"/>
                  </a:cubicBezTo>
                  <a:cubicBezTo>
                    <a:pt x="60187" y="16358"/>
                    <a:pt x="60177" y="16359"/>
                    <a:pt x="60168" y="16360"/>
                  </a:cubicBezTo>
                  <a:cubicBezTo>
                    <a:pt x="60233" y="16303"/>
                    <a:pt x="60160" y="16205"/>
                    <a:pt x="60079" y="16108"/>
                  </a:cubicBezTo>
                  <a:cubicBezTo>
                    <a:pt x="59852" y="15970"/>
                    <a:pt x="59560" y="15565"/>
                    <a:pt x="59641" y="15508"/>
                  </a:cubicBezTo>
                  <a:lnTo>
                    <a:pt x="59568" y="15403"/>
                  </a:lnTo>
                  <a:cubicBezTo>
                    <a:pt x="59446" y="15354"/>
                    <a:pt x="59349" y="15257"/>
                    <a:pt x="59292" y="15135"/>
                  </a:cubicBezTo>
                  <a:cubicBezTo>
                    <a:pt x="59236" y="15014"/>
                    <a:pt x="59138" y="14916"/>
                    <a:pt x="59017" y="14860"/>
                  </a:cubicBezTo>
                  <a:cubicBezTo>
                    <a:pt x="58936" y="14819"/>
                    <a:pt x="58863" y="14754"/>
                    <a:pt x="58814" y="14673"/>
                  </a:cubicBezTo>
                  <a:cubicBezTo>
                    <a:pt x="58792" y="14630"/>
                    <a:pt x="58799" y="14614"/>
                    <a:pt x="58823" y="14614"/>
                  </a:cubicBezTo>
                  <a:cubicBezTo>
                    <a:pt x="58863" y="14614"/>
                    <a:pt x="58950" y="14657"/>
                    <a:pt x="59041" y="14697"/>
                  </a:cubicBezTo>
                  <a:cubicBezTo>
                    <a:pt x="59082" y="14735"/>
                    <a:pt x="59107" y="14752"/>
                    <a:pt x="59118" y="14752"/>
                  </a:cubicBezTo>
                  <a:cubicBezTo>
                    <a:pt x="59162" y="14752"/>
                    <a:pt x="58988" y="14497"/>
                    <a:pt x="58717" y="14284"/>
                  </a:cubicBezTo>
                  <a:cubicBezTo>
                    <a:pt x="58522" y="14126"/>
                    <a:pt x="58438" y="14059"/>
                    <a:pt x="58456" y="14059"/>
                  </a:cubicBezTo>
                  <a:cubicBezTo>
                    <a:pt x="58469" y="14059"/>
                    <a:pt x="58538" y="14096"/>
                    <a:pt x="58660" y="14162"/>
                  </a:cubicBezTo>
                  <a:cubicBezTo>
                    <a:pt x="58733" y="14205"/>
                    <a:pt x="58806" y="14246"/>
                    <a:pt x="58829" y="14246"/>
                  </a:cubicBezTo>
                  <a:cubicBezTo>
                    <a:pt x="58851" y="14246"/>
                    <a:pt x="58833" y="14214"/>
                    <a:pt x="58741" y="14122"/>
                  </a:cubicBezTo>
                  <a:cubicBezTo>
                    <a:pt x="58741" y="14122"/>
                    <a:pt x="58642" y="13924"/>
                    <a:pt x="58563" y="13924"/>
                  </a:cubicBezTo>
                  <a:cubicBezTo>
                    <a:pt x="58557" y="13924"/>
                    <a:pt x="58552" y="13925"/>
                    <a:pt x="58546" y="13927"/>
                  </a:cubicBezTo>
                  <a:lnTo>
                    <a:pt x="58376" y="13570"/>
                  </a:lnTo>
                  <a:cubicBezTo>
                    <a:pt x="58368" y="13384"/>
                    <a:pt x="58327" y="13206"/>
                    <a:pt x="58254" y="13043"/>
                  </a:cubicBezTo>
                  <a:cubicBezTo>
                    <a:pt x="58117" y="12954"/>
                    <a:pt x="58117" y="12954"/>
                    <a:pt x="58149" y="12800"/>
                  </a:cubicBezTo>
                  <a:cubicBezTo>
                    <a:pt x="58220" y="12768"/>
                    <a:pt x="58204" y="12684"/>
                    <a:pt x="58108" y="12684"/>
                  </a:cubicBezTo>
                  <a:cubicBezTo>
                    <a:pt x="58084" y="12684"/>
                    <a:pt x="58054" y="12690"/>
                    <a:pt x="58019" y="12703"/>
                  </a:cubicBezTo>
                  <a:cubicBezTo>
                    <a:pt x="57890" y="12630"/>
                    <a:pt x="57825" y="12468"/>
                    <a:pt x="57873" y="12330"/>
                  </a:cubicBezTo>
                  <a:cubicBezTo>
                    <a:pt x="58025" y="12272"/>
                    <a:pt x="58003" y="12163"/>
                    <a:pt x="57933" y="12163"/>
                  </a:cubicBezTo>
                  <a:cubicBezTo>
                    <a:pt x="57925" y="12163"/>
                    <a:pt x="57915" y="12164"/>
                    <a:pt x="57906" y="12168"/>
                  </a:cubicBezTo>
                  <a:cubicBezTo>
                    <a:pt x="57825" y="12111"/>
                    <a:pt x="57768" y="12038"/>
                    <a:pt x="57727" y="11949"/>
                  </a:cubicBezTo>
                  <a:cubicBezTo>
                    <a:pt x="57809" y="11917"/>
                    <a:pt x="57403" y="10765"/>
                    <a:pt x="56990" y="9557"/>
                  </a:cubicBezTo>
                  <a:cubicBezTo>
                    <a:pt x="56947" y="9436"/>
                    <a:pt x="56842" y="9340"/>
                    <a:pt x="56757" y="9340"/>
                  </a:cubicBezTo>
                  <a:cubicBezTo>
                    <a:pt x="56745" y="9340"/>
                    <a:pt x="56733" y="9342"/>
                    <a:pt x="56722" y="9346"/>
                  </a:cubicBezTo>
                  <a:cubicBezTo>
                    <a:pt x="56671" y="9363"/>
                    <a:pt x="56644" y="9372"/>
                    <a:pt x="56631" y="9372"/>
                  </a:cubicBezTo>
                  <a:cubicBezTo>
                    <a:pt x="56601" y="9372"/>
                    <a:pt x="56653" y="9322"/>
                    <a:pt x="56682" y="9209"/>
                  </a:cubicBezTo>
                  <a:cubicBezTo>
                    <a:pt x="56831" y="9048"/>
                    <a:pt x="56822" y="8856"/>
                    <a:pt x="56723" y="8856"/>
                  </a:cubicBezTo>
                  <a:cubicBezTo>
                    <a:pt x="56687" y="8856"/>
                    <a:pt x="56640" y="8881"/>
                    <a:pt x="56584" y="8941"/>
                  </a:cubicBezTo>
                  <a:cubicBezTo>
                    <a:pt x="56528" y="9026"/>
                    <a:pt x="56496" y="9074"/>
                    <a:pt x="56485" y="9074"/>
                  </a:cubicBezTo>
                  <a:cubicBezTo>
                    <a:pt x="56470" y="9074"/>
                    <a:pt x="56490" y="8994"/>
                    <a:pt x="56536" y="8811"/>
                  </a:cubicBezTo>
                  <a:cubicBezTo>
                    <a:pt x="56568" y="8641"/>
                    <a:pt x="56568" y="8641"/>
                    <a:pt x="56438" y="8536"/>
                  </a:cubicBezTo>
                  <a:cubicBezTo>
                    <a:pt x="56429" y="8539"/>
                    <a:pt x="56419" y="8541"/>
                    <a:pt x="56411" y="8541"/>
                  </a:cubicBezTo>
                  <a:cubicBezTo>
                    <a:pt x="56340" y="8541"/>
                    <a:pt x="56310" y="8435"/>
                    <a:pt x="56390" y="8406"/>
                  </a:cubicBezTo>
                  <a:cubicBezTo>
                    <a:pt x="56420" y="8247"/>
                    <a:pt x="56450" y="8095"/>
                    <a:pt x="56388" y="8095"/>
                  </a:cubicBezTo>
                  <a:cubicBezTo>
                    <a:pt x="56384" y="8095"/>
                    <a:pt x="56379" y="8096"/>
                    <a:pt x="56373" y="8098"/>
                  </a:cubicBezTo>
                  <a:cubicBezTo>
                    <a:pt x="56341" y="8000"/>
                    <a:pt x="56333" y="7903"/>
                    <a:pt x="56349" y="7798"/>
                  </a:cubicBezTo>
                  <a:cubicBezTo>
                    <a:pt x="56382" y="7628"/>
                    <a:pt x="56244" y="7522"/>
                    <a:pt x="56106" y="7425"/>
                  </a:cubicBezTo>
                  <a:cubicBezTo>
                    <a:pt x="55829" y="7141"/>
                    <a:pt x="55732" y="7003"/>
                    <a:pt x="55844" y="7003"/>
                  </a:cubicBezTo>
                  <a:cubicBezTo>
                    <a:pt x="55866" y="7003"/>
                    <a:pt x="55897" y="7009"/>
                    <a:pt x="55936" y="7019"/>
                  </a:cubicBezTo>
                  <a:cubicBezTo>
                    <a:pt x="55946" y="7022"/>
                    <a:pt x="55956" y="7024"/>
                    <a:pt x="55964" y="7024"/>
                  </a:cubicBezTo>
                  <a:cubicBezTo>
                    <a:pt x="56126" y="7024"/>
                    <a:pt x="55762" y="6425"/>
                    <a:pt x="55538" y="6379"/>
                  </a:cubicBezTo>
                  <a:cubicBezTo>
                    <a:pt x="55311" y="6322"/>
                    <a:pt x="55311" y="6322"/>
                    <a:pt x="55392" y="6282"/>
                  </a:cubicBezTo>
                  <a:cubicBezTo>
                    <a:pt x="55474" y="6241"/>
                    <a:pt x="55409" y="6111"/>
                    <a:pt x="55409" y="6111"/>
                  </a:cubicBezTo>
                  <a:cubicBezTo>
                    <a:pt x="55344" y="5974"/>
                    <a:pt x="55279" y="5844"/>
                    <a:pt x="55360" y="5803"/>
                  </a:cubicBezTo>
                  <a:cubicBezTo>
                    <a:pt x="55279" y="5665"/>
                    <a:pt x="55182" y="5552"/>
                    <a:pt x="55060" y="5447"/>
                  </a:cubicBezTo>
                  <a:cubicBezTo>
                    <a:pt x="54760" y="5276"/>
                    <a:pt x="54606" y="4847"/>
                    <a:pt x="54679" y="4620"/>
                  </a:cubicBezTo>
                  <a:lnTo>
                    <a:pt x="54436" y="4417"/>
                  </a:lnTo>
                  <a:cubicBezTo>
                    <a:pt x="54201" y="4393"/>
                    <a:pt x="54038" y="4320"/>
                    <a:pt x="54192" y="4214"/>
                  </a:cubicBezTo>
                  <a:cubicBezTo>
                    <a:pt x="54219" y="4196"/>
                    <a:pt x="54246" y="4179"/>
                    <a:pt x="54265" y="4166"/>
                  </a:cubicBezTo>
                  <a:cubicBezTo>
                    <a:pt x="54030" y="4149"/>
                    <a:pt x="53747" y="3606"/>
                    <a:pt x="53876" y="3501"/>
                  </a:cubicBezTo>
                  <a:cubicBezTo>
                    <a:pt x="53949" y="3444"/>
                    <a:pt x="53949" y="3444"/>
                    <a:pt x="53852" y="3322"/>
                  </a:cubicBezTo>
                  <a:lnTo>
                    <a:pt x="53779" y="3379"/>
                  </a:lnTo>
                  <a:cubicBezTo>
                    <a:pt x="53742" y="3411"/>
                    <a:pt x="53703" y="3443"/>
                    <a:pt x="53659" y="3443"/>
                  </a:cubicBezTo>
                  <a:cubicBezTo>
                    <a:pt x="53624" y="3443"/>
                    <a:pt x="53586" y="3424"/>
                    <a:pt x="53544" y="3371"/>
                  </a:cubicBezTo>
                  <a:cubicBezTo>
                    <a:pt x="53447" y="3257"/>
                    <a:pt x="53341" y="3144"/>
                    <a:pt x="53414" y="3079"/>
                  </a:cubicBezTo>
                  <a:cubicBezTo>
                    <a:pt x="53379" y="2931"/>
                    <a:pt x="53344" y="2776"/>
                    <a:pt x="53292" y="2776"/>
                  </a:cubicBezTo>
                  <a:cubicBezTo>
                    <a:pt x="53285" y="2776"/>
                    <a:pt x="53277" y="2780"/>
                    <a:pt x="53268" y="2787"/>
                  </a:cubicBezTo>
                  <a:cubicBezTo>
                    <a:pt x="53195" y="2706"/>
                    <a:pt x="53147" y="2609"/>
                    <a:pt x="53114" y="2503"/>
                  </a:cubicBezTo>
                  <a:cubicBezTo>
                    <a:pt x="53001" y="2390"/>
                    <a:pt x="52895" y="2268"/>
                    <a:pt x="52652" y="2066"/>
                  </a:cubicBezTo>
                  <a:cubicBezTo>
                    <a:pt x="52474" y="2017"/>
                    <a:pt x="52230" y="1814"/>
                    <a:pt x="52279" y="1749"/>
                  </a:cubicBezTo>
                  <a:cubicBezTo>
                    <a:pt x="52279" y="1749"/>
                    <a:pt x="52028" y="1547"/>
                    <a:pt x="51841" y="1531"/>
                  </a:cubicBezTo>
                  <a:cubicBezTo>
                    <a:pt x="51574" y="1344"/>
                    <a:pt x="51436" y="1255"/>
                    <a:pt x="51484" y="1182"/>
                  </a:cubicBezTo>
                  <a:cubicBezTo>
                    <a:pt x="51533" y="1109"/>
                    <a:pt x="51533" y="1101"/>
                    <a:pt x="51347" y="1093"/>
                  </a:cubicBezTo>
                  <a:cubicBezTo>
                    <a:pt x="51332" y="1116"/>
                    <a:pt x="51310" y="1126"/>
                    <a:pt x="51282" y="1126"/>
                  </a:cubicBezTo>
                  <a:cubicBezTo>
                    <a:pt x="51213" y="1126"/>
                    <a:pt x="51112" y="1069"/>
                    <a:pt x="51014" y="1012"/>
                  </a:cubicBezTo>
                  <a:cubicBezTo>
                    <a:pt x="50868" y="922"/>
                    <a:pt x="50722" y="858"/>
                    <a:pt x="50722" y="858"/>
                  </a:cubicBezTo>
                  <a:cubicBezTo>
                    <a:pt x="50702" y="899"/>
                    <a:pt x="50691" y="919"/>
                    <a:pt x="50667" y="919"/>
                  </a:cubicBezTo>
                  <a:cubicBezTo>
                    <a:pt x="50643" y="919"/>
                    <a:pt x="50607" y="901"/>
                    <a:pt x="50536" y="866"/>
                  </a:cubicBezTo>
                  <a:cubicBezTo>
                    <a:pt x="50301" y="720"/>
                    <a:pt x="50058" y="590"/>
                    <a:pt x="49806" y="468"/>
                  </a:cubicBezTo>
                  <a:cubicBezTo>
                    <a:pt x="49575" y="397"/>
                    <a:pt x="49457" y="364"/>
                    <a:pt x="49413" y="364"/>
                  </a:cubicBezTo>
                  <a:cubicBezTo>
                    <a:pt x="49367" y="364"/>
                    <a:pt x="49400" y="399"/>
                    <a:pt x="49466" y="460"/>
                  </a:cubicBezTo>
                  <a:cubicBezTo>
                    <a:pt x="49554" y="487"/>
                    <a:pt x="49584" y="523"/>
                    <a:pt x="49548" y="523"/>
                  </a:cubicBezTo>
                  <a:cubicBezTo>
                    <a:pt x="49518" y="523"/>
                    <a:pt x="49441" y="497"/>
                    <a:pt x="49312" y="420"/>
                  </a:cubicBezTo>
                  <a:cubicBezTo>
                    <a:pt x="49231" y="404"/>
                    <a:pt x="49076" y="339"/>
                    <a:pt x="48882" y="266"/>
                  </a:cubicBezTo>
                  <a:cubicBezTo>
                    <a:pt x="48655" y="193"/>
                    <a:pt x="48428" y="144"/>
                    <a:pt x="48193" y="112"/>
                  </a:cubicBezTo>
                  <a:cubicBezTo>
                    <a:pt x="48056" y="88"/>
                    <a:pt x="47915" y="73"/>
                    <a:pt x="47773" y="73"/>
                  </a:cubicBezTo>
                  <a:cubicBezTo>
                    <a:pt x="47721" y="73"/>
                    <a:pt x="47669" y="75"/>
                    <a:pt x="47617" y="79"/>
                  </a:cubicBezTo>
                  <a:cubicBezTo>
                    <a:pt x="47536" y="87"/>
                    <a:pt x="47536" y="112"/>
                    <a:pt x="47536" y="152"/>
                  </a:cubicBezTo>
                  <a:cubicBezTo>
                    <a:pt x="47609" y="245"/>
                    <a:pt x="47607" y="292"/>
                    <a:pt x="47566" y="292"/>
                  </a:cubicBezTo>
                  <a:cubicBezTo>
                    <a:pt x="47526" y="292"/>
                    <a:pt x="47447" y="245"/>
                    <a:pt x="47366" y="152"/>
                  </a:cubicBezTo>
                  <a:cubicBezTo>
                    <a:pt x="47185" y="44"/>
                    <a:pt x="47052" y="1"/>
                    <a:pt x="46971" y="1"/>
                  </a:cubicBezTo>
                  <a:close/>
                  <a:moveTo>
                    <a:pt x="22880" y="23916"/>
                  </a:moveTo>
                  <a:cubicBezTo>
                    <a:pt x="22880" y="23916"/>
                    <a:pt x="22686" y="23948"/>
                    <a:pt x="22661" y="24038"/>
                  </a:cubicBezTo>
                  <a:cubicBezTo>
                    <a:pt x="22647" y="24084"/>
                    <a:pt x="22697" y="24128"/>
                    <a:pt x="22784" y="24128"/>
                  </a:cubicBezTo>
                  <a:cubicBezTo>
                    <a:pt x="22848" y="24128"/>
                    <a:pt x="22933" y="24103"/>
                    <a:pt x="23026" y="24038"/>
                  </a:cubicBezTo>
                  <a:cubicBezTo>
                    <a:pt x="23042" y="23948"/>
                    <a:pt x="23042" y="23956"/>
                    <a:pt x="22880" y="23916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2"/>
            <p:cNvSpPr/>
            <p:nvPr/>
          </p:nvSpPr>
          <p:spPr>
            <a:xfrm>
              <a:off x="8428279" y="3118135"/>
              <a:ext cx="715718" cy="254081"/>
            </a:xfrm>
            <a:custGeom>
              <a:avLst/>
              <a:gdLst/>
              <a:ahLst/>
              <a:cxnLst/>
              <a:rect l="l" t="t" r="r" b="b"/>
              <a:pathLst>
                <a:path w="41521" h="14740" extrusionOk="0">
                  <a:moveTo>
                    <a:pt x="41171" y="1229"/>
                  </a:moveTo>
                  <a:cubicBezTo>
                    <a:pt x="41234" y="1229"/>
                    <a:pt x="41152" y="1344"/>
                    <a:pt x="41002" y="1426"/>
                  </a:cubicBezTo>
                  <a:cubicBezTo>
                    <a:pt x="40936" y="1492"/>
                    <a:pt x="40901" y="1526"/>
                    <a:pt x="40891" y="1526"/>
                  </a:cubicBezTo>
                  <a:cubicBezTo>
                    <a:pt x="40881" y="1526"/>
                    <a:pt x="40899" y="1486"/>
                    <a:pt x="40937" y="1401"/>
                  </a:cubicBezTo>
                  <a:cubicBezTo>
                    <a:pt x="40965" y="1332"/>
                    <a:pt x="40998" y="1257"/>
                    <a:pt x="41048" y="1257"/>
                  </a:cubicBezTo>
                  <a:cubicBezTo>
                    <a:pt x="41056" y="1257"/>
                    <a:pt x="41065" y="1259"/>
                    <a:pt x="41075" y="1263"/>
                  </a:cubicBezTo>
                  <a:cubicBezTo>
                    <a:pt x="41121" y="1239"/>
                    <a:pt x="41152" y="1229"/>
                    <a:pt x="41171" y="1229"/>
                  </a:cubicBezTo>
                  <a:close/>
                  <a:moveTo>
                    <a:pt x="31745" y="1284"/>
                  </a:moveTo>
                  <a:cubicBezTo>
                    <a:pt x="31763" y="1284"/>
                    <a:pt x="31771" y="1305"/>
                    <a:pt x="31791" y="1361"/>
                  </a:cubicBezTo>
                  <a:cubicBezTo>
                    <a:pt x="31832" y="1434"/>
                    <a:pt x="31807" y="1531"/>
                    <a:pt x="31734" y="1580"/>
                  </a:cubicBezTo>
                  <a:cubicBezTo>
                    <a:pt x="31731" y="1581"/>
                    <a:pt x="31727" y="1582"/>
                    <a:pt x="31723" y="1582"/>
                  </a:cubicBezTo>
                  <a:cubicBezTo>
                    <a:pt x="31669" y="1582"/>
                    <a:pt x="31611" y="1433"/>
                    <a:pt x="31694" y="1304"/>
                  </a:cubicBezTo>
                  <a:cubicBezTo>
                    <a:pt x="31718" y="1292"/>
                    <a:pt x="31734" y="1284"/>
                    <a:pt x="31745" y="1284"/>
                  </a:cubicBezTo>
                  <a:close/>
                  <a:moveTo>
                    <a:pt x="29858" y="2622"/>
                  </a:moveTo>
                  <a:cubicBezTo>
                    <a:pt x="29865" y="2622"/>
                    <a:pt x="29874" y="2631"/>
                    <a:pt x="29886" y="2650"/>
                  </a:cubicBezTo>
                  <a:cubicBezTo>
                    <a:pt x="29918" y="2707"/>
                    <a:pt x="29935" y="2772"/>
                    <a:pt x="29926" y="2836"/>
                  </a:cubicBezTo>
                  <a:cubicBezTo>
                    <a:pt x="29926" y="2836"/>
                    <a:pt x="29926" y="2901"/>
                    <a:pt x="29905" y="2901"/>
                  </a:cubicBezTo>
                  <a:cubicBezTo>
                    <a:pt x="29899" y="2901"/>
                    <a:pt x="29890" y="2895"/>
                    <a:pt x="29878" y="2877"/>
                  </a:cubicBezTo>
                  <a:lnTo>
                    <a:pt x="29821" y="2796"/>
                  </a:lnTo>
                  <a:cubicBezTo>
                    <a:pt x="29827" y="2709"/>
                    <a:pt x="29833" y="2622"/>
                    <a:pt x="29858" y="2622"/>
                  </a:cubicBezTo>
                  <a:close/>
                  <a:moveTo>
                    <a:pt x="7812" y="2971"/>
                  </a:moveTo>
                  <a:cubicBezTo>
                    <a:pt x="7827" y="2971"/>
                    <a:pt x="7842" y="2972"/>
                    <a:pt x="7857" y="2974"/>
                  </a:cubicBezTo>
                  <a:lnTo>
                    <a:pt x="7857" y="3063"/>
                  </a:lnTo>
                  <a:lnTo>
                    <a:pt x="7784" y="3153"/>
                  </a:lnTo>
                  <a:lnTo>
                    <a:pt x="7719" y="3055"/>
                  </a:lnTo>
                  <a:cubicBezTo>
                    <a:pt x="7719" y="2987"/>
                    <a:pt x="7762" y="2971"/>
                    <a:pt x="7812" y="2971"/>
                  </a:cubicBezTo>
                  <a:close/>
                  <a:moveTo>
                    <a:pt x="9788" y="3132"/>
                  </a:moveTo>
                  <a:cubicBezTo>
                    <a:pt x="9821" y="3132"/>
                    <a:pt x="9795" y="3167"/>
                    <a:pt x="9722" y="3266"/>
                  </a:cubicBezTo>
                  <a:lnTo>
                    <a:pt x="9544" y="3412"/>
                  </a:lnTo>
                  <a:cubicBezTo>
                    <a:pt x="9471" y="3396"/>
                    <a:pt x="9560" y="3323"/>
                    <a:pt x="9673" y="3161"/>
                  </a:cubicBezTo>
                  <a:cubicBezTo>
                    <a:pt x="9732" y="3143"/>
                    <a:pt x="9769" y="3132"/>
                    <a:pt x="9788" y="3132"/>
                  </a:cubicBezTo>
                  <a:close/>
                  <a:moveTo>
                    <a:pt x="8185" y="3138"/>
                  </a:moveTo>
                  <a:cubicBezTo>
                    <a:pt x="8199" y="3138"/>
                    <a:pt x="8197" y="3184"/>
                    <a:pt x="8190" y="3266"/>
                  </a:cubicBezTo>
                  <a:cubicBezTo>
                    <a:pt x="8190" y="3372"/>
                    <a:pt x="8133" y="3477"/>
                    <a:pt x="8035" y="3526"/>
                  </a:cubicBezTo>
                  <a:lnTo>
                    <a:pt x="7906" y="3517"/>
                  </a:lnTo>
                  <a:lnTo>
                    <a:pt x="8044" y="3347"/>
                  </a:lnTo>
                  <a:cubicBezTo>
                    <a:pt x="8127" y="3202"/>
                    <a:pt x="8168" y="3138"/>
                    <a:pt x="8185" y="3138"/>
                  </a:cubicBezTo>
                  <a:close/>
                  <a:moveTo>
                    <a:pt x="11173" y="3420"/>
                  </a:moveTo>
                  <a:cubicBezTo>
                    <a:pt x="11150" y="3467"/>
                    <a:pt x="11133" y="3501"/>
                    <a:pt x="11133" y="3501"/>
                  </a:cubicBezTo>
                  <a:cubicBezTo>
                    <a:pt x="11123" y="3525"/>
                    <a:pt x="11119" y="3535"/>
                    <a:pt x="11119" y="3535"/>
                  </a:cubicBezTo>
                  <a:cubicBezTo>
                    <a:pt x="11120" y="3535"/>
                    <a:pt x="11144" y="3478"/>
                    <a:pt x="11173" y="3420"/>
                  </a:cubicBezTo>
                  <a:close/>
                  <a:moveTo>
                    <a:pt x="10095" y="3671"/>
                  </a:moveTo>
                  <a:lnTo>
                    <a:pt x="10160" y="3696"/>
                  </a:lnTo>
                  <a:cubicBezTo>
                    <a:pt x="10138" y="3768"/>
                    <a:pt x="10110" y="3846"/>
                    <a:pt x="10059" y="3846"/>
                  </a:cubicBezTo>
                  <a:cubicBezTo>
                    <a:pt x="10052" y="3846"/>
                    <a:pt x="10046" y="3845"/>
                    <a:pt x="10038" y="3842"/>
                  </a:cubicBezTo>
                  <a:lnTo>
                    <a:pt x="9981" y="3826"/>
                  </a:lnTo>
                  <a:cubicBezTo>
                    <a:pt x="10006" y="3761"/>
                    <a:pt x="10046" y="3712"/>
                    <a:pt x="10095" y="3671"/>
                  </a:cubicBezTo>
                  <a:close/>
                  <a:moveTo>
                    <a:pt x="4747" y="3943"/>
                  </a:moveTo>
                  <a:cubicBezTo>
                    <a:pt x="4790" y="3943"/>
                    <a:pt x="4806" y="4020"/>
                    <a:pt x="4728" y="4142"/>
                  </a:cubicBezTo>
                  <a:cubicBezTo>
                    <a:pt x="4671" y="4158"/>
                    <a:pt x="4606" y="4182"/>
                    <a:pt x="4606" y="4182"/>
                  </a:cubicBezTo>
                  <a:cubicBezTo>
                    <a:pt x="4590" y="4085"/>
                    <a:pt x="4638" y="3988"/>
                    <a:pt x="4728" y="3947"/>
                  </a:cubicBezTo>
                  <a:cubicBezTo>
                    <a:pt x="4734" y="3944"/>
                    <a:pt x="4741" y="3943"/>
                    <a:pt x="4747" y="3943"/>
                  </a:cubicBezTo>
                  <a:close/>
                  <a:moveTo>
                    <a:pt x="5232" y="3966"/>
                  </a:moveTo>
                  <a:cubicBezTo>
                    <a:pt x="5209" y="3966"/>
                    <a:pt x="5184" y="3973"/>
                    <a:pt x="5157" y="3980"/>
                  </a:cubicBezTo>
                  <a:cubicBezTo>
                    <a:pt x="5134" y="3973"/>
                    <a:pt x="5113" y="3971"/>
                    <a:pt x="5095" y="3971"/>
                  </a:cubicBezTo>
                  <a:cubicBezTo>
                    <a:pt x="4995" y="3971"/>
                    <a:pt x="4976" y="4058"/>
                    <a:pt x="5003" y="4134"/>
                  </a:cubicBezTo>
                  <a:cubicBezTo>
                    <a:pt x="5019" y="4177"/>
                    <a:pt x="5040" y="4191"/>
                    <a:pt x="5072" y="4191"/>
                  </a:cubicBezTo>
                  <a:cubicBezTo>
                    <a:pt x="5106" y="4191"/>
                    <a:pt x="5151" y="4175"/>
                    <a:pt x="5214" y="4158"/>
                  </a:cubicBezTo>
                  <a:cubicBezTo>
                    <a:pt x="5271" y="4134"/>
                    <a:pt x="5311" y="4028"/>
                    <a:pt x="5311" y="4028"/>
                  </a:cubicBezTo>
                  <a:cubicBezTo>
                    <a:pt x="5292" y="3980"/>
                    <a:pt x="5264" y="3966"/>
                    <a:pt x="5232" y="3966"/>
                  </a:cubicBezTo>
                  <a:close/>
                  <a:moveTo>
                    <a:pt x="11973" y="4231"/>
                  </a:moveTo>
                  <a:cubicBezTo>
                    <a:pt x="12042" y="4231"/>
                    <a:pt x="12036" y="4335"/>
                    <a:pt x="11903" y="4434"/>
                  </a:cubicBezTo>
                  <a:lnTo>
                    <a:pt x="11781" y="4361"/>
                  </a:lnTo>
                  <a:cubicBezTo>
                    <a:pt x="11822" y="4299"/>
                    <a:pt x="11863" y="4232"/>
                    <a:pt x="11909" y="4232"/>
                  </a:cubicBezTo>
                  <a:cubicBezTo>
                    <a:pt x="11918" y="4232"/>
                    <a:pt x="11926" y="4234"/>
                    <a:pt x="11935" y="4239"/>
                  </a:cubicBezTo>
                  <a:cubicBezTo>
                    <a:pt x="11950" y="4234"/>
                    <a:pt x="11962" y="4231"/>
                    <a:pt x="11973" y="4231"/>
                  </a:cubicBezTo>
                  <a:close/>
                  <a:moveTo>
                    <a:pt x="27810" y="4378"/>
                  </a:moveTo>
                  <a:cubicBezTo>
                    <a:pt x="27848" y="4378"/>
                    <a:pt x="27883" y="4409"/>
                    <a:pt x="27883" y="4409"/>
                  </a:cubicBezTo>
                  <a:cubicBezTo>
                    <a:pt x="27883" y="4409"/>
                    <a:pt x="27948" y="4474"/>
                    <a:pt x="27900" y="4523"/>
                  </a:cubicBezTo>
                  <a:cubicBezTo>
                    <a:pt x="27835" y="4515"/>
                    <a:pt x="27778" y="4482"/>
                    <a:pt x="27721" y="4442"/>
                  </a:cubicBezTo>
                  <a:lnTo>
                    <a:pt x="27770" y="4393"/>
                  </a:lnTo>
                  <a:cubicBezTo>
                    <a:pt x="27783" y="4382"/>
                    <a:pt x="27797" y="4378"/>
                    <a:pt x="27810" y="4378"/>
                  </a:cubicBezTo>
                  <a:close/>
                  <a:moveTo>
                    <a:pt x="11169" y="4465"/>
                  </a:moveTo>
                  <a:cubicBezTo>
                    <a:pt x="11204" y="4465"/>
                    <a:pt x="11241" y="4470"/>
                    <a:pt x="11262" y="4482"/>
                  </a:cubicBezTo>
                  <a:lnTo>
                    <a:pt x="11214" y="4563"/>
                  </a:lnTo>
                  <a:cubicBezTo>
                    <a:pt x="11157" y="4531"/>
                    <a:pt x="11060" y="4580"/>
                    <a:pt x="11108" y="4498"/>
                  </a:cubicBezTo>
                  <a:lnTo>
                    <a:pt x="11100" y="4498"/>
                  </a:lnTo>
                  <a:cubicBezTo>
                    <a:pt x="11065" y="4478"/>
                    <a:pt x="11114" y="4465"/>
                    <a:pt x="11169" y="4465"/>
                  </a:cubicBezTo>
                  <a:close/>
                  <a:moveTo>
                    <a:pt x="12397" y="4547"/>
                  </a:moveTo>
                  <a:lnTo>
                    <a:pt x="12454" y="4588"/>
                  </a:lnTo>
                  <a:cubicBezTo>
                    <a:pt x="12511" y="4628"/>
                    <a:pt x="12511" y="4628"/>
                    <a:pt x="12462" y="4701"/>
                  </a:cubicBezTo>
                  <a:lnTo>
                    <a:pt x="12406" y="4661"/>
                  </a:lnTo>
                  <a:lnTo>
                    <a:pt x="12397" y="4547"/>
                  </a:lnTo>
                  <a:close/>
                  <a:moveTo>
                    <a:pt x="13176" y="4807"/>
                  </a:moveTo>
                  <a:cubicBezTo>
                    <a:pt x="13143" y="4863"/>
                    <a:pt x="13119" y="4928"/>
                    <a:pt x="13119" y="4993"/>
                  </a:cubicBezTo>
                  <a:cubicBezTo>
                    <a:pt x="13131" y="5003"/>
                    <a:pt x="13143" y="5006"/>
                    <a:pt x="13154" y="5006"/>
                  </a:cubicBezTo>
                  <a:cubicBezTo>
                    <a:pt x="13192" y="5006"/>
                    <a:pt x="13224" y="4969"/>
                    <a:pt x="13224" y="4969"/>
                  </a:cubicBezTo>
                  <a:cubicBezTo>
                    <a:pt x="13224" y="4969"/>
                    <a:pt x="13289" y="4904"/>
                    <a:pt x="13233" y="4855"/>
                  </a:cubicBezTo>
                  <a:lnTo>
                    <a:pt x="13176" y="4807"/>
                  </a:lnTo>
                  <a:close/>
                  <a:moveTo>
                    <a:pt x="27512" y="4982"/>
                  </a:moveTo>
                  <a:cubicBezTo>
                    <a:pt x="27525" y="4982"/>
                    <a:pt x="27542" y="4996"/>
                    <a:pt x="27575" y="5025"/>
                  </a:cubicBezTo>
                  <a:lnTo>
                    <a:pt x="27535" y="5074"/>
                  </a:lnTo>
                  <a:lnTo>
                    <a:pt x="27429" y="5074"/>
                  </a:lnTo>
                  <a:lnTo>
                    <a:pt x="27470" y="5017"/>
                  </a:lnTo>
                  <a:cubicBezTo>
                    <a:pt x="27489" y="4994"/>
                    <a:pt x="27499" y="4982"/>
                    <a:pt x="27512" y="4982"/>
                  </a:cubicBezTo>
                  <a:close/>
                  <a:moveTo>
                    <a:pt x="27484" y="5225"/>
                  </a:moveTo>
                  <a:cubicBezTo>
                    <a:pt x="27477" y="5225"/>
                    <a:pt x="27473" y="5241"/>
                    <a:pt x="27486" y="5285"/>
                  </a:cubicBezTo>
                  <a:cubicBezTo>
                    <a:pt x="27510" y="5257"/>
                    <a:pt x="27495" y="5225"/>
                    <a:pt x="27484" y="5225"/>
                  </a:cubicBezTo>
                  <a:close/>
                  <a:moveTo>
                    <a:pt x="14539" y="5267"/>
                  </a:moveTo>
                  <a:cubicBezTo>
                    <a:pt x="14524" y="5267"/>
                    <a:pt x="14518" y="5297"/>
                    <a:pt x="14505" y="5358"/>
                  </a:cubicBezTo>
                  <a:cubicBezTo>
                    <a:pt x="14554" y="5415"/>
                    <a:pt x="14603" y="5480"/>
                    <a:pt x="14603" y="5480"/>
                  </a:cubicBezTo>
                  <a:cubicBezTo>
                    <a:pt x="14676" y="5423"/>
                    <a:pt x="14676" y="5423"/>
                    <a:pt x="14627" y="5358"/>
                  </a:cubicBezTo>
                  <a:cubicBezTo>
                    <a:pt x="14578" y="5297"/>
                    <a:pt x="14554" y="5267"/>
                    <a:pt x="14539" y="5267"/>
                  </a:cubicBezTo>
                  <a:close/>
                  <a:moveTo>
                    <a:pt x="1233" y="5428"/>
                  </a:moveTo>
                  <a:cubicBezTo>
                    <a:pt x="1220" y="5428"/>
                    <a:pt x="1208" y="5440"/>
                    <a:pt x="1184" y="5463"/>
                  </a:cubicBezTo>
                  <a:lnTo>
                    <a:pt x="1136" y="5520"/>
                  </a:lnTo>
                  <a:lnTo>
                    <a:pt x="1249" y="5528"/>
                  </a:lnTo>
                  <a:lnTo>
                    <a:pt x="1298" y="5471"/>
                  </a:lnTo>
                  <a:cubicBezTo>
                    <a:pt x="1264" y="5442"/>
                    <a:pt x="1248" y="5428"/>
                    <a:pt x="1233" y="5428"/>
                  </a:cubicBezTo>
                  <a:close/>
                  <a:moveTo>
                    <a:pt x="27095" y="5497"/>
                  </a:moveTo>
                  <a:cubicBezTo>
                    <a:pt x="27110" y="5497"/>
                    <a:pt x="27128" y="5511"/>
                    <a:pt x="27162" y="5536"/>
                  </a:cubicBezTo>
                  <a:cubicBezTo>
                    <a:pt x="27162" y="5536"/>
                    <a:pt x="27162" y="5536"/>
                    <a:pt x="27129" y="5593"/>
                  </a:cubicBezTo>
                  <a:lnTo>
                    <a:pt x="27016" y="5593"/>
                  </a:lnTo>
                  <a:lnTo>
                    <a:pt x="27056" y="5536"/>
                  </a:lnTo>
                  <a:cubicBezTo>
                    <a:pt x="27072" y="5509"/>
                    <a:pt x="27082" y="5497"/>
                    <a:pt x="27095" y="5497"/>
                  </a:cubicBezTo>
                  <a:close/>
                  <a:moveTo>
                    <a:pt x="13130" y="5527"/>
                  </a:moveTo>
                  <a:cubicBezTo>
                    <a:pt x="13158" y="5527"/>
                    <a:pt x="13176" y="5544"/>
                    <a:pt x="13176" y="5544"/>
                  </a:cubicBezTo>
                  <a:cubicBezTo>
                    <a:pt x="13224" y="5585"/>
                    <a:pt x="13273" y="5634"/>
                    <a:pt x="13208" y="5698"/>
                  </a:cubicBezTo>
                  <a:cubicBezTo>
                    <a:pt x="13208" y="5698"/>
                    <a:pt x="13174" y="5733"/>
                    <a:pt x="13137" y="5733"/>
                  </a:cubicBezTo>
                  <a:cubicBezTo>
                    <a:pt x="13122" y="5733"/>
                    <a:pt x="13108" y="5728"/>
                    <a:pt x="13095" y="5715"/>
                  </a:cubicBezTo>
                  <a:cubicBezTo>
                    <a:pt x="13046" y="5674"/>
                    <a:pt x="13062" y="5561"/>
                    <a:pt x="13062" y="5561"/>
                  </a:cubicBezTo>
                  <a:cubicBezTo>
                    <a:pt x="13088" y="5535"/>
                    <a:pt x="13112" y="5527"/>
                    <a:pt x="13130" y="5527"/>
                  </a:cubicBezTo>
                  <a:close/>
                  <a:moveTo>
                    <a:pt x="27263" y="5923"/>
                  </a:moveTo>
                  <a:cubicBezTo>
                    <a:pt x="27277" y="5936"/>
                    <a:pt x="27295" y="5951"/>
                    <a:pt x="27316" y="5966"/>
                  </a:cubicBezTo>
                  <a:cubicBezTo>
                    <a:pt x="27324" y="5965"/>
                    <a:pt x="27331" y="5965"/>
                    <a:pt x="27338" y="5965"/>
                  </a:cubicBezTo>
                  <a:cubicBezTo>
                    <a:pt x="27340" y="5965"/>
                    <a:pt x="27343" y="5965"/>
                    <a:pt x="27345" y="5965"/>
                  </a:cubicBezTo>
                  <a:lnTo>
                    <a:pt x="27345" y="5965"/>
                  </a:lnTo>
                  <a:cubicBezTo>
                    <a:pt x="27325" y="5958"/>
                    <a:pt x="27298" y="5945"/>
                    <a:pt x="27263" y="5923"/>
                  </a:cubicBezTo>
                  <a:close/>
                  <a:moveTo>
                    <a:pt x="27345" y="5965"/>
                  </a:moveTo>
                  <a:cubicBezTo>
                    <a:pt x="27362" y="5972"/>
                    <a:pt x="27374" y="5974"/>
                    <a:pt x="27380" y="5974"/>
                  </a:cubicBezTo>
                  <a:cubicBezTo>
                    <a:pt x="27390" y="5974"/>
                    <a:pt x="27379" y="5966"/>
                    <a:pt x="27345" y="5965"/>
                  </a:cubicBezTo>
                  <a:close/>
                  <a:moveTo>
                    <a:pt x="26787" y="5851"/>
                  </a:moveTo>
                  <a:cubicBezTo>
                    <a:pt x="26800" y="5851"/>
                    <a:pt x="26817" y="5857"/>
                    <a:pt x="26837" y="5869"/>
                  </a:cubicBezTo>
                  <a:cubicBezTo>
                    <a:pt x="26910" y="5925"/>
                    <a:pt x="26910" y="5917"/>
                    <a:pt x="26878" y="5974"/>
                  </a:cubicBezTo>
                  <a:cubicBezTo>
                    <a:pt x="26841" y="6032"/>
                    <a:pt x="26823" y="6060"/>
                    <a:pt x="26808" y="6060"/>
                  </a:cubicBezTo>
                  <a:cubicBezTo>
                    <a:pt x="26794" y="6060"/>
                    <a:pt x="26784" y="6034"/>
                    <a:pt x="26764" y="5982"/>
                  </a:cubicBezTo>
                  <a:cubicBezTo>
                    <a:pt x="26734" y="5903"/>
                    <a:pt x="26745" y="5851"/>
                    <a:pt x="26787" y="5851"/>
                  </a:cubicBezTo>
                  <a:close/>
                  <a:moveTo>
                    <a:pt x="1475" y="5859"/>
                  </a:moveTo>
                  <a:cubicBezTo>
                    <a:pt x="1493" y="5859"/>
                    <a:pt x="1512" y="5867"/>
                    <a:pt x="1533" y="5885"/>
                  </a:cubicBezTo>
                  <a:lnTo>
                    <a:pt x="1484" y="5934"/>
                  </a:lnTo>
                  <a:cubicBezTo>
                    <a:pt x="1471" y="5922"/>
                    <a:pt x="1461" y="5917"/>
                    <a:pt x="1455" y="5917"/>
                  </a:cubicBezTo>
                  <a:cubicBezTo>
                    <a:pt x="1431" y="5917"/>
                    <a:pt x="1459" y="5986"/>
                    <a:pt x="1549" y="5998"/>
                  </a:cubicBezTo>
                  <a:lnTo>
                    <a:pt x="1687" y="6120"/>
                  </a:lnTo>
                  <a:cubicBezTo>
                    <a:pt x="1656" y="6141"/>
                    <a:pt x="1622" y="6151"/>
                    <a:pt x="1588" y="6151"/>
                  </a:cubicBezTo>
                  <a:cubicBezTo>
                    <a:pt x="1544" y="6151"/>
                    <a:pt x="1501" y="6133"/>
                    <a:pt x="1468" y="6096"/>
                  </a:cubicBezTo>
                  <a:cubicBezTo>
                    <a:pt x="1282" y="6031"/>
                    <a:pt x="1282" y="6031"/>
                    <a:pt x="1371" y="5925"/>
                  </a:cubicBezTo>
                  <a:cubicBezTo>
                    <a:pt x="1404" y="5892"/>
                    <a:pt x="1437" y="5859"/>
                    <a:pt x="1475" y="5859"/>
                  </a:cubicBezTo>
                  <a:close/>
                  <a:moveTo>
                    <a:pt x="25994" y="5998"/>
                  </a:moveTo>
                  <a:cubicBezTo>
                    <a:pt x="26075" y="6047"/>
                    <a:pt x="26156" y="6088"/>
                    <a:pt x="26116" y="6144"/>
                  </a:cubicBezTo>
                  <a:lnTo>
                    <a:pt x="26002" y="6161"/>
                  </a:lnTo>
                  <a:lnTo>
                    <a:pt x="25954" y="6055"/>
                  </a:lnTo>
                  <a:lnTo>
                    <a:pt x="25994" y="5998"/>
                  </a:lnTo>
                  <a:close/>
                  <a:moveTo>
                    <a:pt x="13947" y="6414"/>
                  </a:moveTo>
                  <a:cubicBezTo>
                    <a:pt x="13962" y="6414"/>
                    <a:pt x="13983" y="6440"/>
                    <a:pt x="14019" y="6493"/>
                  </a:cubicBezTo>
                  <a:cubicBezTo>
                    <a:pt x="14060" y="6550"/>
                    <a:pt x="13987" y="6606"/>
                    <a:pt x="13987" y="6606"/>
                  </a:cubicBezTo>
                  <a:cubicBezTo>
                    <a:pt x="13974" y="6615"/>
                    <a:pt x="13964" y="6619"/>
                    <a:pt x="13957" y="6619"/>
                  </a:cubicBezTo>
                  <a:cubicBezTo>
                    <a:pt x="13923" y="6619"/>
                    <a:pt x="13939" y="6540"/>
                    <a:pt x="13906" y="6493"/>
                  </a:cubicBezTo>
                  <a:cubicBezTo>
                    <a:pt x="13922" y="6440"/>
                    <a:pt x="13932" y="6414"/>
                    <a:pt x="13947" y="6414"/>
                  </a:cubicBezTo>
                  <a:close/>
                  <a:moveTo>
                    <a:pt x="937" y="6475"/>
                  </a:moveTo>
                  <a:cubicBezTo>
                    <a:pt x="951" y="6475"/>
                    <a:pt x="970" y="6489"/>
                    <a:pt x="1006" y="6517"/>
                  </a:cubicBezTo>
                  <a:cubicBezTo>
                    <a:pt x="1006" y="6517"/>
                    <a:pt x="1038" y="6623"/>
                    <a:pt x="998" y="6679"/>
                  </a:cubicBezTo>
                  <a:lnTo>
                    <a:pt x="884" y="6679"/>
                  </a:lnTo>
                  <a:cubicBezTo>
                    <a:pt x="811" y="6623"/>
                    <a:pt x="852" y="6566"/>
                    <a:pt x="893" y="6517"/>
                  </a:cubicBezTo>
                  <a:cubicBezTo>
                    <a:pt x="913" y="6489"/>
                    <a:pt x="923" y="6475"/>
                    <a:pt x="937" y="6475"/>
                  </a:cubicBezTo>
                  <a:close/>
                  <a:moveTo>
                    <a:pt x="25688" y="6781"/>
                  </a:moveTo>
                  <a:cubicBezTo>
                    <a:pt x="25702" y="6781"/>
                    <a:pt x="25722" y="6791"/>
                    <a:pt x="25759" y="6809"/>
                  </a:cubicBezTo>
                  <a:cubicBezTo>
                    <a:pt x="25759" y="6809"/>
                    <a:pt x="25840" y="6850"/>
                    <a:pt x="25808" y="6906"/>
                  </a:cubicBezTo>
                  <a:lnTo>
                    <a:pt x="25694" y="6931"/>
                  </a:lnTo>
                  <a:cubicBezTo>
                    <a:pt x="25613" y="6890"/>
                    <a:pt x="25646" y="6825"/>
                    <a:pt x="25646" y="6825"/>
                  </a:cubicBezTo>
                  <a:cubicBezTo>
                    <a:pt x="25663" y="6795"/>
                    <a:pt x="25671" y="6781"/>
                    <a:pt x="25688" y="6781"/>
                  </a:cubicBezTo>
                  <a:close/>
                  <a:moveTo>
                    <a:pt x="14802" y="7288"/>
                  </a:moveTo>
                  <a:cubicBezTo>
                    <a:pt x="14845" y="7288"/>
                    <a:pt x="14843" y="7352"/>
                    <a:pt x="14749" y="7466"/>
                  </a:cubicBezTo>
                  <a:cubicBezTo>
                    <a:pt x="14712" y="7484"/>
                    <a:pt x="14691" y="7495"/>
                    <a:pt x="14677" y="7495"/>
                  </a:cubicBezTo>
                  <a:cubicBezTo>
                    <a:pt x="14661" y="7495"/>
                    <a:pt x="14653" y="7480"/>
                    <a:pt x="14635" y="7450"/>
                  </a:cubicBezTo>
                  <a:cubicBezTo>
                    <a:pt x="14660" y="7393"/>
                    <a:pt x="14708" y="7336"/>
                    <a:pt x="14757" y="7304"/>
                  </a:cubicBezTo>
                  <a:cubicBezTo>
                    <a:pt x="14775" y="7293"/>
                    <a:pt x="14790" y="7288"/>
                    <a:pt x="14802" y="7288"/>
                  </a:cubicBezTo>
                  <a:close/>
                  <a:moveTo>
                    <a:pt x="12381" y="7352"/>
                  </a:moveTo>
                  <a:cubicBezTo>
                    <a:pt x="12316" y="7369"/>
                    <a:pt x="12260" y="7393"/>
                    <a:pt x="12211" y="7433"/>
                  </a:cubicBezTo>
                  <a:cubicBezTo>
                    <a:pt x="12168" y="7467"/>
                    <a:pt x="12161" y="7495"/>
                    <a:pt x="12200" y="7495"/>
                  </a:cubicBezTo>
                  <a:cubicBezTo>
                    <a:pt x="12226" y="7495"/>
                    <a:pt x="12272" y="7482"/>
                    <a:pt x="12341" y="7450"/>
                  </a:cubicBezTo>
                  <a:cubicBezTo>
                    <a:pt x="12414" y="7393"/>
                    <a:pt x="12414" y="7393"/>
                    <a:pt x="12381" y="7352"/>
                  </a:cubicBezTo>
                  <a:close/>
                  <a:moveTo>
                    <a:pt x="1922" y="7417"/>
                  </a:moveTo>
                  <a:lnTo>
                    <a:pt x="1890" y="7466"/>
                  </a:lnTo>
                  <a:cubicBezTo>
                    <a:pt x="1914" y="7523"/>
                    <a:pt x="1955" y="7571"/>
                    <a:pt x="2003" y="7612"/>
                  </a:cubicBezTo>
                  <a:cubicBezTo>
                    <a:pt x="2011" y="7596"/>
                    <a:pt x="2028" y="7579"/>
                    <a:pt x="2036" y="7571"/>
                  </a:cubicBezTo>
                  <a:cubicBezTo>
                    <a:pt x="2068" y="7523"/>
                    <a:pt x="1995" y="7474"/>
                    <a:pt x="1922" y="7417"/>
                  </a:cubicBezTo>
                  <a:close/>
                  <a:moveTo>
                    <a:pt x="14903" y="7758"/>
                  </a:moveTo>
                  <a:lnTo>
                    <a:pt x="15008" y="7774"/>
                  </a:lnTo>
                  <a:lnTo>
                    <a:pt x="15041" y="7839"/>
                  </a:lnTo>
                  <a:cubicBezTo>
                    <a:pt x="14990" y="7864"/>
                    <a:pt x="14940" y="7889"/>
                    <a:pt x="14901" y="7889"/>
                  </a:cubicBezTo>
                  <a:cubicBezTo>
                    <a:pt x="14878" y="7889"/>
                    <a:pt x="14858" y="7880"/>
                    <a:pt x="14846" y="7855"/>
                  </a:cubicBezTo>
                  <a:lnTo>
                    <a:pt x="14903" y="7758"/>
                  </a:lnTo>
                  <a:close/>
                  <a:moveTo>
                    <a:pt x="16386" y="11617"/>
                  </a:moveTo>
                  <a:lnTo>
                    <a:pt x="16492" y="11633"/>
                  </a:lnTo>
                  <a:lnTo>
                    <a:pt x="16524" y="11682"/>
                  </a:lnTo>
                  <a:cubicBezTo>
                    <a:pt x="16471" y="11714"/>
                    <a:pt x="16418" y="11742"/>
                    <a:pt x="16379" y="11742"/>
                  </a:cubicBezTo>
                  <a:cubicBezTo>
                    <a:pt x="16358" y="11742"/>
                    <a:pt x="16341" y="11734"/>
                    <a:pt x="16330" y="11714"/>
                  </a:cubicBezTo>
                  <a:lnTo>
                    <a:pt x="16386" y="11617"/>
                  </a:lnTo>
                  <a:close/>
                  <a:moveTo>
                    <a:pt x="23935" y="11779"/>
                  </a:moveTo>
                  <a:cubicBezTo>
                    <a:pt x="24008" y="11828"/>
                    <a:pt x="24089" y="11877"/>
                    <a:pt x="24056" y="11925"/>
                  </a:cubicBezTo>
                  <a:lnTo>
                    <a:pt x="24024" y="11982"/>
                  </a:lnTo>
                  <a:cubicBezTo>
                    <a:pt x="23967" y="11941"/>
                    <a:pt x="23927" y="11893"/>
                    <a:pt x="23902" y="11828"/>
                  </a:cubicBezTo>
                  <a:lnTo>
                    <a:pt x="23935" y="11779"/>
                  </a:lnTo>
                  <a:close/>
                  <a:moveTo>
                    <a:pt x="17351" y="12793"/>
                  </a:moveTo>
                  <a:lnTo>
                    <a:pt x="17351" y="12793"/>
                  </a:lnTo>
                  <a:cubicBezTo>
                    <a:pt x="17384" y="12841"/>
                    <a:pt x="17384" y="12841"/>
                    <a:pt x="17319" y="12898"/>
                  </a:cubicBezTo>
                  <a:cubicBezTo>
                    <a:pt x="17262" y="12931"/>
                    <a:pt x="17205" y="12955"/>
                    <a:pt x="17141" y="12963"/>
                  </a:cubicBezTo>
                  <a:cubicBezTo>
                    <a:pt x="17100" y="12914"/>
                    <a:pt x="17278" y="12849"/>
                    <a:pt x="17351" y="12793"/>
                  </a:cubicBezTo>
                  <a:close/>
                  <a:moveTo>
                    <a:pt x="18446" y="13036"/>
                  </a:moveTo>
                  <a:lnTo>
                    <a:pt x="18486" y="13068"/>
                  </a:lnTo>
                  <a:cubicBezTo>
                    <a:pt x="18440" y="13128"/>
                    <a:pt x="18394" y="13182"/>
                    <a:pt x="18356" y="13182"/>
                  </a:cubicBezTo>
                  <a:cubicBezTo>
                    <a:pt x="18348" y="13182"/>
                    <a:pt x="18340" y="13180"/>
                    <a:pt x="18332" y="13174"/>
                  </a:cubicBezTo>
                  <a:lnTo>
                    <a:pt x="18292" y="13133"/>
                  </a:lnTo>
                  <a:cubicBezTo>
                    <a:pt x="18332" y="13093"/>
                    <a:pt x="18389" y="13052"/>
                    <a:pt x="18446" y="13036"/>
                  </a:cubicBezTo>
                  <a:close/>
                  <a:moveTo>
                    <a:pt x="22404" y="13572"/>
                  </a:moveTo>
                  <a:cubicBezTo>
                    <a:pt x="22424" y="13572"/>
                    <a:pt x="22438" y="13590"/>
                    <a:pt x="22467" y="13628"/>
                  </a:cubicBezTo>
                  <a:cubicBezTo>
                    <a:pt x="22516" y="13701"/>
                    <a:pt x="22419" y="13766"/>
                    <a:pt x="22370" y="13806"/>
                  </a:cubicBezTo>
                  <a:cubicBezTo>
                    <a:pt x="22289" y="13782"/>
                    <a:pt x="22257" y="13685"/>
                    <a:pt x="22313" y="13620"/>
                  </a:cubicBezTo>
                  <a:cubicBezTo>
                    <a:pt x="22360" y="13588"/>
                    <a:pt x="22385" y="13572"/>
                    <a:pt x="22404" y="13572"/>
                  </a:cubicBezTo>
                  <a:close/>
                  <a:moveTo>
                    <a:pt x="18681" y="13879"/>
                  </a:moveTo>
                  <a:lnTo>
                    <a:pt x="18730" y="13903"/>
                  </a:lnTo>
                  <a:cubicBezTo>
                    <a:pt x="18689" y="13972"/>
                    <a:pt x="18653" y="14040"/>
                    <a:pt x="18614" y="14040"/>
                  </a:cubicBezTo>
                  <a:cubicBezTo>
                    <a:pt x="18607" y="14040"/>
                    <a:pt x="18599" y="14038"/>
                    <a:pt x="18592" y="14033"/>
                  </a:cubicBezTo>
                  <a:lnTo>
                    <a:pt x="18584" y="13928"/>
                  </a:lnTo>
                  <a:lnTo>
                    <a:pt x="18681" y="13879"/>
                  </a:lnTo>
                  <a:close/>
                  <a:moveTo>
                    <a:pt x="35525" y="1"/>
                  </a:moveTo>
                  <a:cubicBezTo>
                    <a:pt x="35471" y="1"/>
                    <a:pt x="35425" y="71"/>
                    <a:pt x="35383" y="137"/>
                  </a:cubicBezTo>
                  <a:cubicBezTo>
                    <a:pt x="35391" y="234"/>
                    <a:pt x="35326" y="323"/>
                    <a:pt x="35261" y="331"/>
                  </a:cubicBezTo>
                  <a:lnTo>
                    <a:pt x="35237" y="153"/>
                  </a:lnTo>
                  <a:cubicBezTo>
                    <a:pt x="35287" y="77"/>
                    <a:pt x="35299" y="60"/>
                    <a:pt x="35237" y="60"/>
                  </a:cubicBezTo>
                  <a:cubicBezTo>
                    <a:pt x="35219" y="60"/>
                    <a:pt x="35195" y="62"/>
                    <a:pt x="35164" y="64"/>
                  </a:cubicBezTo>
                  <a:lnTo>
                    <a:pt x="35018" y="72"/>
                  </a:lnTo>
                  <a:cubicBezTo>
                    <a:pt x="35034" y="161"/>
                    <a:pt x="34686" y="218"/>
                    <a:pt x="34199" y="291"/>
                  </a:cubicBezTo>
                  <a:cubicBezTo>
                    <a:pt x="33583" y="396"/>
                    <a:pt x="33388" y="485"/>
                    <a:pt x="33405" y="558"/>
                  </a:cubicBezTo>
                  <a:cubicBezTo>
                    <a:pt x="33421" y="617"/>
                    <a:pt x="33398" y="644"/>
                    <a:pt x="33316" y="644"/>
                  </a:cubicBezTo>
                  <a:cubicBezTo>
                    <a:pt x="33273" y="644"/>
                    <a:pt x="33214" y="637"/>
                    <a:pt x="33137" y="623"/>
                  </a:cubicBezTo>
                  <a:cubicBezTo>
                    <a:pt x="32887" y="538"/>
                    <a:pt x="32765" y="502"/>
                    <a:pt x="32702" y="502"/>
                  </a:cubicBezTo>
                  <a:cubicBezTo>
                    <a:pt x="32644" y="502"/>
                    <a:pt x="32634" y="532"/>
                    <a:pt x="32618" y="582"/>
                  </a:cubicBezTo>
                  <a:cubicBezTo>
                    <a:pt x="32624" y="581"/>
                    <a:pt x="32629" y="580"/>
                    <a:pt x="32634" y="580"/>
                  </a:cubicBezTo>
                  <a:cubicBezTo>
                    <a:pt x="32687" y="580"/>
                    <a:pt x="32710" y="655"/>
                    <a:pt x="32740" y="736"/>
                  </a:cubicBezTo>
                  <a:cubicBezTo>
                    <a:pt x="32767" y="831"/>
                    <a:pt x="32759" y="881"/>
                    <a:pt x="32725" y="881"/>
                  </a:cubicBezTo>
                  <a:cubicBezTo>
                    <a:pt x="32699" y="881"/>
                    <a:pt x="32656" y="850"/>
                    <a:pt x="32602" y="785"/>
                  </a:cubicBezTo>
                  <a:cubicBezTo>
                    <a:pt x="32594" y="755"/>
                    <a:pt x="32560" y="742"/>
                    <a:pt x="32508" y="742"/>
                  </a:cubicBezTo>
                  <a:cubicBezTo>
                    <a:pt x="32253" y="742"/>
                    <a:pt x="31576" y="1065"/>
                    <a:pt x="31597" y="1247"/>
                  </a:cubicBezTo>
                  <a:lnTo>
                    <a:pt x="31564" y="1158"/>
                  </a:lnTo>
                  <a:cubicBezTo>
                    <a:pt x="31549" y="1127"/>
                    <a:pt x="31530" y="1113"/>
                    <a:pt x="31499" y="1113"/>
                  </a:cubicBezTo>
                  <a:cubicBezTo>
                    <a:pt x="31448" y="1113"/>
                    <a:pt x="31364" y="1152"/>
                    <a:pt x="31207" y="1223"/>
                  </a:cubicBezTo>
                  <a:lnTo>
                    <a:pt x="31013" y="1304"/>
                  </a:lnTo>
                  <a:cubicBezTo>
                    <a:pt x="31074" y="1427"/>
                    <a:pt x="30846" y="1508"/>
                    <a:pt x="30715" y="1508"/>
                  </a:cubicBezTo>
                  <a:cubicBezTo>
                    <a:pt x="30673" y="1508"/>
                    <a:pt x="30642" y="1500"/>
                    <a:pt x="30632" y="1482"/>
                  </a:cubicBezTo>
                  <a:cubicBezTo>
                    <a:pt x="30584" y="1461"/>
                    <a:pt x="30558" y="1449"/>
                    <a:pt x="30533" y="1449"/>
                  </a:cubicBezTo>
                  <a:cubicBezTo>
                    <a:pt x="30502" y="1449"/>
                    <a:pt x="30472" y="1467"/>
                    <a:pt x="30405" y="1507"/>
                  </a:cubicBezTo>
                  <a:cubicBezTo>
                    <a:pt x="30329" y="1708"/>
                    <a:pt x="30102" y="1807"/>
                    <a:pt x="29982" y="1807"/>
                  </a:cubicBezTo>
                  <a:cubicBezTo>
                    <a:pt x="29947" y="1807"/>
                    <a:pt x="29921" y="1799"/>
                    <a:pt x="29910" y="1782"/>
                  </a:cubicBezTo>
                  <a:lnTo>
                    <a:pt x="29789" y="1847"/>
                  </a:lnTo>
                  <a:cubicBezTo>
                    <a:pt x="29772" y="1961"/>
                    <a:pt x="29651" y="2034"/>
                    <a:pt x="29594" y="2074"/>
                  </a:cubicBezTo>
                  <a:cubicBezTo>
                    <a:pt x="29424" y="2196"/>
                    <a:pt x="29359" y="2236"/>
                    <a:pt x="29472" y="2269"/>
                  </a:cubicBezTo>
                  <a:cubicBezTo>
                    <a:pt x="29521" y="2350"/>
                    <a:pt x="29570" y="2423"/>
                    <a:pt x="29513" y="2463"/>
                  </a:cubicBezTo>
                  <a:lnTo>
                    <a:pt x="29464" y="2382"/>
                  </a:lnTo>
                  <a:cubicBezTo>
                    <a:pt x="29454" y="2367"/>
                    <a:pt x="29439" y="2361"/>
                    <a:pt x="29419" y="2361"/>
                  </a:cubicBezTo>
                  <a:cubicBezTo>
                    <a:pt x="29340" y="2361"/>
                    <a:pt x="29191" y="2463"/>
                    <a:pt x="29010" y="2585"/>
                  </a:cubicBezTo>
                  <a:cubicBezTo>
                    <a:pt x="28752" y="2757"/>
                    <a:pt x="28646" y="2866"/>
                    <a:pt x="28546" y="2866"/>
                  </a:cubicBezTo>
                  <a:cubicBezTo>
                    <a:pt x="28533" y="2866"/>
                    <a:pt x="28521" y="2864"/>
                    <a:pt x="28508" y="2861"/>
                  </a:cubicBezTo>
                  <a:lnTo>
                    <a:pt x="28508" y="2974"/>
                  </a:lnTo>
                  <a:cubicBezTo>
                    <a:pt x="28513" y="3051"/>
                    <a:pt x="28489" y="3098"/>
                    <a:pt x="28455" y="3098"/>
                  </a:cubicBezTo>
                  <a:cubicBezTo>
                    <a:pt x="28439" y="3098"/>
                    <a:pt x="28421" y="3087"/>
                    <a:pt x="28402" y="3063"/>
                  </a:cubicBezTo>
                  <a:cubicBezTo>
                    <a:pt x="28395" y="3062"/>
                    <a:pt x="28388" y="3061"/>
                    <a:pt x="28380" y="3061"/>
                  </a:cubicBezTo>
                  <a:cubicBezTo>
                    <a:pt x="28262" y="3061"/>
                    <a:pt x="28067" y="3228"/>
                    <a:pt x="28021" y="3380"/>
                  </a:cubicBezTo>
                  <a:cubicBezTo>
                    <a:pt x="27989" y="3404"/>
                    <a:pt x="27948" y="3436"/>
                    <a:pt x="27916" y="3477"/>
                  </a:cubicBezTo>
                  <a:cubicBezTo>
                    <a:pt x="27885" y="3458"/>
                    <a:pt x="27853" y="3450"/>
                    <a:pt x="27823" y="3450"/>
                  </a:cubicBezTo>
                  <a:cubicBezTo>
                    <a:pt x="27695" y="3450"/>
                    <a:pt x="27594" y="3597"/>
                    <a:pt x="27672" y="3728"/>
                  </a:cubicBezTo>
                  <a:cubicBezTo>
                    <a:pt x="27650" y="3706"/>
                    <a:pt x="27630" y="3697"/>
                    <a:pt x="27610" y="3697"/>
                  </a:cubicBezTo>
                  <a:cubicBezTo>
                    <a:pt x="27573" y="3697"/>
                    <a:pt x="27539" y="3729"/>
                    <a:pt x="27502" y="3761"/>
                  </a:cubicBezTo>
                  <a:cubicBezTo>
                    <a:pt x="27474" y="3904"/>
                    <a:pt x="27319" y="4079"/>
                    <a:pt x="27232" y="4079"/>
                  </a:cubicBezTo>
                  <a:cubicBezTo>
                    <a:pt x="27221" y="4079"/>
                    <a:pt x="27211" y="4075"/>
                    <a:pt x="27202" y="4069"/>
                  </a:cubicBezTo>
                  <a:lnTo>
                    <a:pt x="27154" y="4117"/>
                  </a:lnTo>
                  <a:cubicBezTo>
                    <a:pt x="27170" y="4198"/>
                    <a:pt x="27145" y="4280"/>
                    <a:pt x="27081" y="4336"/>
                  </a:cubicBezTo>
                  <a:cubicBezTo>
                    <a:pt x="27024" y="4393"/>
                    <a:pt x="27000" y="4482"/>
                    <a:pt x="27016" y="4563"/>
                  </a:cubicBezTo>
                  <a:cubicBezTo>
                    <a:pt x="27040" y="4620"/>
                    <a:pt x="27032" y="4677"/>
                    <a:pt x="27000" y="4725"/>
                  </a:cubicBezTo>
                  <a:cubicBezTo>
                    <a:pt x="26992" y="4736"/>
                    <a:pt x="26985" y="4741"/>
                    <a:pt x="26978" y="4741"/>
                  </a:cubicBezTo>
                  <a:cubicBezTo>
                    <a:pt x="26947" y="4741"/>
                    <a:pt x="26922" y="4648"/>
                    <a:pt x="26902" y="4555"/>
                  </a:cubicBezTo>
                  <a:cubicBezTo>
                    <a:pt x="26909" y="4511"/>
                    <a:pt x="26903" y="4491"/>
                    <a:pt x="26892" y="4491"/>
                  </a:cubicBezTo>
                  <a:cubicBezTo>
                    <a:pt x="26862" y="4491"/>
                    <a:pt x="26791" y="4633"/>
                    <a:pt x="26797" y="4839"/>
                  </a:cubicBezTo>
                  <a:cubicBezTo>
                    <a:pt x="26805" y="4979"/>
                    <a:pt x="26809" y="5046"/>
                    <a:pt x="26803" y="5046"/>
                  </a:cubicBezTo>
                  <a:cubicBezTo>
                    <a:pt x="26797" y="5046"/>
                    <a:pt x="26783" y="4992"/>
                    <a:pt x="26756" y="4888"/>
                  </a:cubicBezTo>
                  <a:cubicBezTo>
                    <a:pt x="26736" y="4821"/>
                    <a:pt x="26719" y="4752"/>
                    <a:pt x="26705" y="4752"/>
                  </a:cubicBezTo>
                  <a:cubicBezTo>
                    <a:pt x="26696" y="4752"/>
                    <a:pt x="26689" y="4776"/>
                    <a:pt x="26683" y="4839"/>
                  </a:cubicBezTo>
                  <a:cubicBezTo>
                    <a:pt x="26683" y="4839"/>
                    <a:pt x="26594" y="4944"/>
                    <a:pt x="26667" y="5001"/>
                  </a:cubicBezTo>
                  <a:cubicBezTo>
                    <a:pt x="26618" y="5058"/>
                    <a:pt x="26578" y="5107"/>
                    <a:pt x="26537" y="5163"/>
                  </a:cubicBezTo>
                  <a:cubicBezTo>
                    <a:pt x="26440" y="5196"/>
                    <a:pt x="26359" y="5269"/>
                    <a:pt x="26302" y="5350"/>
                  </a:cubicBezTo>
                  <a:cubicBezTo>
                    <a:pt x="26343" y="5463"/>
                    <a:pt x="26343" y="5463"/>
                    <a:pt x="26229" y="5471"/>
                  </a:cubicBezTo>
                  <a:cubicBezTo>
                    <a:pt x="26209" y="5459"/>
                    <a:pt x="26192" y="5454"/>
                    <a:pt x="26179" y="5454"/>
                  </a:cubicBezTo>
                  <a:cubicBezTo>
                    <a:pt x="26140" y="5454"/>
                    <a:pt x="26146" y="5506"/>
                    <a:pt x="26262" y="5585"/>
                  </a:cubicBezTo>
                  <a:cubicBezTo>
                    <a:pt x="26302" y="5690"/>
                    <a:pt x="26262" y="5747"/>
                    <a:pt x="26148" y="5763"/>
                  </a:cubicBezTo>
                  <a:cubicBezTo>
                    <a:pt x="26087" y="5724"/>
                    <a:pt x="26043" y="5710"/>
                    <a:pt x="26018" y="5710"/>
                  </a:cubicBezTo>
                  <a:cubicBezTo>
                    <a:pt x="25981" y="5710"/>
                    <a:pt x="25986" y="5742"/>
                    <a:pt x="26035" y="5771"/>
                  </a:cubicBezTo>
                  <a:cubicBezTo>
                    <a:pt x="26059" y="5828"/>
                    <a:pt x="26059" y="5885"/>
                    <a:pt x="26035" y="5942"/>
                  </a:cubicBezTo>
                  <a:cubicBezTo>
                    <a:pt x="26030" y="5939"/>
                    <a:pt x="26026" y="5938"/>
                    <a:pt x="26020" y="5938"/>
                  </a:cubicBezTo>
                  <a:cubicBezTo>
                    <a:pt x="25915" y="5938"/>
                    <a:pt x="25609" y="6463"/>
                    <a:pt x="25362" y="6996"/>
                  </a:cubicBezTo>
                  <a:cubicBezTo>
                    <a:pt x="25329" y="7052"/>
                    <a:pt x="25386" y="7158"/>
                    <a:pt x="25467" y="7190"/>
                  </a:cubicBezTo>
                  <a:cubicBezTo>
                    <a:pt x="25629" y="7271"/>
                    <a:pt x="25548" y="7231"/>
                    <a:pt x="25443" y="7255"/>
                  </a:cubicBezTo>
                  <a:cubicBezTo>
                    <a:pt x="25393" y="7245"/>
                    <a:pt x="25350" y="7240"/>
                    <a:pt x="25315" y="7240"/>
                  </a:cubicBezTo>
                  <a:cubicBezTo>
                    <a:pt x="25158" y="7240"/>
                    <a:pt x="25160" y="7330"/>
                    <a:pt x="25386" y="7377"/>
                  </a:cubicBezTo>
                  <a:cubicBezTo>
                    <a:pt x="25581" y="7393"/>
                    <a:pt x="25581" y="7393"/>
                    <a:pt x="25354" y="7433"/>
                  </a:cubicBezTo>
                  <a:cubicBezTo>
                    <a:pt x="25248" y="7458"/>
                    <a:pt x="25248" y="7458"/>
                    <a:pt x="25297" y="7555"/>
                  </a:cubicBezTo>
                  <a:cubicBezTo>
                    <a:pt x="25368" y="7587"/>
                    <a:pt x="25362" y="7630"/>
                    <a:pt x="25316" y="7630"/>
                  </a:cubicBezTo>
                  <a:cubicBezTo>
                    <a:pt x="25304" y="7630"/>
                    <a:pt x="25289" y="7627"/>
                    <a:pt x="25273" y="7620"/>
                  </a:cubicBezTo>
                  <a:cubicBezTo>
                    <a:pt x="25167" y="7644"/>
                    <a:pt x="25054" y="7669"/>
                    <a:pt x="25135" y="7701"/>
                  </a:cubicBezTo>
                  <a:cubicBezTo>
                    <a:pt x="25110" y="7750"/>
                    <a:pt x="25054" y="7782"/>
                    <a:pt x="24997" y="7790"/>
                  </a:cubicBezTo>
                  <a:cubicBezTo>
                    <a:pt x="24892" y="7815"/>
                    <a:pt x="24948" y="7912"/>
                    <a:pt x="25005" y="8001"/>
                  </a:cubicBezTo>
                  <a:cubicBezTo>
                    <a:pt x="25070" y="8168"/>
                    <a:pt x="25077" y="8253"/>
                    <a:pt x="25034" y="8253"/>
                  </a:cubicBezTo>
                  <a:cubicBezTo>
                    <a:pt x="25013" y="8253"/>
                    <a:pt x="24978" y="8231"/>
                    <a:pt x="24932" y="8187"/>
                  </a:cubicBezTo>
                  <a:cubicBezTo>
                    <a:pt x="24909" y="8167"/>
                    <a:pt x="24888" y="8158"/>
                    <a:pt x="24871" y="8158"/>
                  </a:cubicBezTo>
                  <a:cubicBezTo>
                    <a:pt x="24778" y="8158"/>
                    <a:pt x="24769" y="8409"/>
                    <a:pt x="24892" y="8512"/>
                  </a:cubicBezTo>
                  <a:cubicBezTo>
                    <a:pt x="24983" y="8598"/>
                    <a:pt x="25018" y="8627"/>
                    <a:pt x="25004" y="8627"/>
                  </a:cubicBezTo>
                  <a:cubicBezTo>
                    <a:pt x="24997" y="8627"/>
                    <a:pt x="24978" y="8620"/>
                    <a:pt x="24948" y="8609"/>
                  </a:cubicBezTo>
                  <a:cubicBezTo>
                    <a:pt x="24930" y="8602"/>
                    <a:pt x="24915" y="8599"/>
                    <a:pt x="24902" y="8599"/>
                  </a:cubicBezTo>
                  <a:cubicBezTo>
                    <a:pt x="24858" y="8599"/>
                    <a:pt x="24843" y="8633"/>
                    <a:pt x="24843" y="8633"/>
                  </a:cubicBezTo>
                  <a:cubicBezTo>
                    <a:pt x="24824" y="8678"/>
                    <a:pt x="24805" y="8727"/>
                    <a:pt x="24755" y="8727"/>
                  </a:cubicBezTo>
                  <a:cubicBezTo>
                    <a:pt x="24741" y="8727"/>
                    <a:pt x="24724" y="8723"/>
                    <a:pt x="24705" y="8714"/>
                  </a:cubicBezTo>
                  <a:lnTo>
                    <a:pt x="24705" y="8714"/>
                  </a:lnTo>
                  <a:cubicBezTo>
                    <a:pt x="24689" y="8787"/>
                    <a:pt x="24697" y="8860"/>
                    <a:pt x="24721" y="8925"/>
                  </a:cubicBezTo>
                  <a:cubicBezTo>
                    <a:pt x="24839" y="9107"/>
                    <a:pt x="24690" y="9242"/>
                    <a:pt x="24510" y="9242"/>
                  </a:cubicBezTo>
                  <a:cubicBezTo>
                    <a:pt x="24505" y="9242"/>
                    <a:pt x="24499" y="9242"/>
                    <a:pt x="24494" y="9242"/>
                  </a:cubicBezTo>
                  <a:lnTo>
                    <a:pt x="24494" y="9242"/>
                  </a:lnTo>
                  <a:lnTo>
                    <a:pt x="24527" y="9387"/>
                  </a:lnTo>
                  <a:cubicBezTo>
                    <a:pt x="24636" y="9485"/>
                    <a:pt x="24696" y="9560"/>
                    <a:pt x="24646" y="9560"/>
                  </a:cubicBezTo>
                  <a:cubicBezTo>
                    <a:pt x="24630" y="9560"/>
                    <a:pt x="24601" y="9551"/>
                    <a:pt x="24559" y="9533"/>
                  </a:cubicBezTo>
                  <a:lnTo>
                    <a:pt x="24478" y="9501"/>
                  </a:lnTo>
                  <a:lnTo>
                    <a:pt x="24478" y="9501"/>
                  </a:lnTo>
                  <a:cubicBezTo>
                    <a:pt x="24601" y="9611"/>
                    <a:pt x="24487" y="9761"/>
                    <a:pt x="24351" y="9761"/>
                  </a:cubicBezTo>
                  <a:cubicBezTo>
                    <a:pt x="24326" y="9761"/>
                    <a:pt x="24301" y="9756"/>
                    <a:pt x="24275" y="9744"/>
                  </a:cubicBezTo>
                  <a:cubicBezTo>
                    <a:pt x="24237" y="9730"/>
                    <a:pt x="24215" y="9722"/>
                    <a:pt x="24201" y="9722"/>
                  </a:cubicBezTo>
                  <a:cubicBezTo>
                    <a:pt x="24182" y="9722"/>
                    <a:pt x="24176" y="9736"/>
                    <a:pt x="24162" y="9769"/>
                  </a:cubicBezTo>
                  <a:lnTo>
                    <a:pt x="24251" y="9801"/>
                  </a:lnTo>
                  <a:cubicBezTo>
                    <a:pt x="24332" y="9841"/>
                    <a:pt x="24413" y="9874"/>
                    <a:pt x="24389" y="9931"/>
                  </a:cubicBezTo>
                  <a:cubicBezTo>
                    <a:pt x="24370" y="9974"/>
                    <a:pt x="24352" y="10017"/>
                    <a:pt x="24308" y="10017"/>
                  </a:cubicBezTo>
                  <a:cubicBezTo>
                    <a:pt x="24294" y="10017"/>
                    <a:pt x="24278" y="10013"/>
                    <a:pt x="24259" y="10004"/>
                  </a:cubicBezTo>
                  <a:cubicBezTo>
                    <a:pt x="24146" y="10020"/>
                    <a:pt x="24040" y="10036"/>
                    <a:pt x="24121" y="10077"/>
                  </a:cubicBezTo>
                  <a:cubicBezTo>
                    <a:pt x="24121" y="10077"/>
                    <a:pt x="24097" y="10133"/>
                    <a:pt x="23992" y="10150"/>
                  </a:cubicBezTo>
                  <a:lnTo>
                    <a:pt x="23886" y="10360"/>
                  </a:lnTo>
                  <a:cubicBezTo>
                    <a:pt x="23941" y="10436"/>
                    <a:pt x="23909" y="10523"/>
                    <a:pt x="23848" y="10523"/>
                  </a:cubicBezTo>
                  <a:cubicBezTo>
                    <a:pt x="23837" y="10523"/>
                    <a:pt x="23825" y="10521"/>
                    <a:pt x="23813" y="10514"/>
                  </a:cubicBezTo>
                  <a:cubicBezTo>
                    <a:pt x="23781" y="10579"/>
                    <a:pt x="23781" y="10652"/>
                    <a:pt x="23813" y="10709"/>
                  </a:cubicBezTo>
                  <a:cubicBezTo>
                    <a:pt x="23776" y="10789"/>
                    <a:pt x="23748" y="10837"/>
                    <a:pt x="23701" y="10837"/>
                  </a:cubicBezTo>
                  <a:cubicBezTo>
                    <a:pt x="23687" y="10837"/>
                    <a:pt x="23670" y="10832"/>
                    <a:pt x="23651" y="10823"/>
                  </a:cubicBezTo>
                  <a:cubicBezTo>
                    <a:pt x="23618" y="10806"/>
                    <a:pt x="23599" y="10796"/>
                    <a:pt x="23591" y="10796"/>
                  </a:cubicBezTo>
                  <a:cubicBezTo>
                    <a:pt x="23579" y="10796"/>
                    <a:pt x="23593" y="10818"/>
                    <a:pt x="23627" y="10871"/>
                  </a:cubicBezTo>
                  <a:cubicBezTo>
                    <a:pt x="23708" y="10912"/>
                    <a:pt x="23675" y="10960"/>
                    <a:pt x="23651" y="11017"/>
                  </a:cubicBezTo>
                  <a:lnTo>
                    <a:pt x="23594" y="11114"/>
                  </a:lnTo>
                  <a:cubicBezTo>
                    <a:pt x="23675" y="11155"/>
                    <a:pt x="23675" y="11155"/>
                    <a:pt x="23643" y="11204"/>
                  </a:cubicBezTo>
                  <a:cubicBezTo>
                    <a:pt x="23619" y="11252"/>
                    <a:pt x="23456" y="11358"/>
                    <a:pt x="23424" y="11398"/>
                  </a:cubicBezTo>
                  <a:cubicBezTo>
                    <a:pt x="23335" y="11536"/>
                    <a:pt x="23335" y="11536"/>
                    <a:pt x="23440" y="11536"/>
                  </a:cubicBezTo>
                  <a:cubicBezTo>
                    <a:pt x="23449" y="11525"/>
                    <a:pt x="23460" y="11521"/>
                    <a:pt x="23470" y="11521"/>
                  </a:cubicBezTo>
                  <a:cubicBezTo>
                    <a:pt x="23497" y="11521"/>
                    <a:pt x="23511" y="11555"/>
                    <a:pt x="23416" y="11585"/>
                  </a:cubicBezTo>
                  <a:cubicBezTo>
                    <a:pt x="23383" y="11633"/>
                    <a:pt x="23213" y="11706"/>
                    <a:pt x="23124" y="11836"/>
                  </a:cubicBezTo>
                  <a:cubicBezTo>
                    <a:pt x="22994" y="12006"/>
                    <a:pt x="22986" y="12006"/>
                    <a:pt x="23059" y="12063"/>
                  </a:cubicBezTo>
                  <a:cubicBezTo>
                    <a:pt x="23174" y="12105"/>
                    <a:pt x="23202" y="12140"/>
                    <a:pt x="23159" y="12140"/>
                  </a:cubicBezTo>
                  <a:cubicBezTo>
                    <a:pt x="23135" y="12140"/>
                    <a:pt x="23090" y="12129"/>
                    <a:pt x="23027" y="12104"/>
                  </a:cubicBezTo>
                  <a:cubicBezTo>
                    <a:pt x="22972" y="12095"/>
                    <a:pt x="22930" y="12091"/>
                    <a:pt x="22898" y="12091"/>
                  </a:cubicBezTo>
                  <a:cubicBezTo>
                    <a:pt x="22810" y="12091"/>
                    <a:pt x="22803" y="12121"/>
                    <a:pt x="22856" y="12168"/>
                  </a:cubicBezTo>
                  <a:cubicBezTo>
                    <a:pt x="22889" y="12266"/>
                    <a:pt x="22889" y="12266"/>
                    <a:pt x="22848" y="12306"/>
                  </a:cubicBezTo>
                  <a:cubicBezTo>
                    <a:pt x="22828" y="12286"/>
                    <a:pt x="22811" y="12276"/>
                    <a:pt x="22797" y="12276"/>
                  </a:cubicBezTo>
                  <a:cubicBezTo>
                    <a:pt x="22766" y="12276"/>
                    <a:pt x="22749" y="12325"/>
                    <a:pt x="22743" y="12420"/>
                  </a:cubicBezTo>
                  <a:cubicBezTo>
                    <a:pt x="22725" y="12438"/>
                    <a:pt x="22715" y="12448"/>
                    <a:pt x="22704" y="12448"/>
                  </a:cubicBezTo>
                  <a:cubicBezTo>
                    <a:pt x="22690" y="12448"/>
                    <a:pt x="22674" y="12432"/>
                    <a:pt x="22638" y="12395"/>
                  </a:cubicBezTo>
                  <a:lnTo>
                    <a:pt x="22565" y="12468"/>
                  </a:lnTo>
                  <a:cubicBezTo>
                    <a:pt x="22615" y="12655"/>
                    <a:pt x="22378" y="12791"/>
                    <a:pt x="22262" y="12791"/>
                  </a:cubicBezTo>
                  <a:cubicBezTo>
                    <a:pt x="22247" y="12791"/>
                    <a:pt x="22234" y="12789"/>
                    <a:pt x="22224" y="12785"/>
                  </a:cubicBezTo>
                  <a:cubicBezTo>
                    <a:pt x="22224" y="12785"/>
                    <a:pt x="22184" y="12817"/>
                    <a:pt x="22200" y="12914"/>
                  </a:cubicBezTo>
                  <a:cubicBezTo>
                    <a:pt x="22242" y="13017"/>
                    <a:pt x="22243" y="13071"/>
                    <a:pt x="22217" y="13071"/>
                  </a:cubicBezTo>
                  <a:cubicBezTo>
                    <a:pt x="22198" y="13071"/>
                    <a:pt x="22164" y="13041"/>
                    <a:pt x="22119" y="12979"/>
                  </a:cubicBezTo>
                  <a:cubicBezTo>
                    <a:pt x="22065" y="12910"/>
                    <a:pt x="22036" y="12873"/>
                    <a:pt x="22029" y="12873"/>
                  </a:cubicBezTo>
                  <a:lnTo>
                    <a:pt x="22029" y="12873"/>
                  </a:lnTo>
                  <a:cubicBezTo>
                    <a:pt x="22022" y="12873"/>
                    <a:pt x="22040" y="12918"/>
                    <a:pt x="22078" y="13012"/>
                  </a:cubicBezTo>
                  <a:cubicBezTo>
                    <a:pt x="22083" y="13081"/>
                    <a:pt x="21993" y="13168"/>
                    <a:pt x="21915" y="13168"/>
                  </a:cubicBezTo>
                  <a:cubicBezTo>
                    <a:pt x="21875" y="13168"/>
                    <a:pt x="21838" y="13145"/>
                    <a:pt x="21819" y="13085"/>
                  </a:cubicBezTo>
                  <a:lnTo>
                    <a:pt x="21713" y="12931"/>
                  </a:lnTo>
                  <a:lnTo>
                    <a:pt x="21713" y="12931"/>
                  </a:lnTo>
                  <a:cubicBezTo>
                    <a:pt x="21730" y="13036"/>
                    <a:pt x="21681" y="13060"/>
                    <a:pt x="21681" y="13060"/>
                  </a:cubicBezTo>
                  <a:cubicBezTo>
                    <a:pt x="21738" y="13133"/>
                    <a:pt x="21689" y="13158"/>
                    <a:pt x="21567" y="13231"/>
                  </a:cubicBezTo>
                  <a:cubicBezTo>
                    <a:pt x="21486" y="13271"/>
                    <a:pt x="21357" y="13449"/>
                    <a:pt x="21267" y="13474"/>
                  </a:cubicBezTo>
                  <a:cubicBezTo>
                    <a:pt x="21212" y="13499"/>
                    <a:pt x="21140" y="13528"/>
                    <a:pt x="21076" y="13528"/>
                  </a:cubicBezTo>
                  <a:cubicBezTo>
                    <a:pt x="21038" y="13528"/>
                    <a:pt x="21003" y="13517"/>
                    <a:pt x="20975" y="13490"/>
                  </a:cubicBezTo>
                  <a:cubicBezTo>
                    <a:pt x="20935" y="13498"/>
                    <a:pt x="20894" y="13514"/>
                    <a:pt x="20830" y="13628"/>
                  </a:cubicBezTo>
                  <a:cubicBezTo>
                    <a:pt x="20816" y="13678"/>
                    <a:pt x="20781" y="13708"/>
                    <a:pt x="20751" y="13708"/>
                  </a:cubicBezTo>
                  <a:cubicBezTo>
                    <a:pt x="20728" y="13708"/>
                    <a:pt x="20707" y="13691"/>
                    <a:pt x="20700" y="13652"/>
                  </a:cubicBezTo>
                  <a:lnTo>
                    <a:pt x="20651" y="13660"/>
                  </a:lnTo>
                  <a:cubicBezTo>
                    <a:pt x="20586" y="13766"/>
                    <a:pt x="20538" y="13766"/>
                    <a:pt x="20538" y="13766"/>
                  </a:cubicBezTo>
                  <a:cubicBezTo>
                    <a:pt x="20526" y="13704"/>
                    <a:pt x="20500" y="13642"/>
                    <a:pt x="20474" y="13642"/>
                  </a:cubicBezTo>
                  <a:cubicBezTo>
                    <a:pt x="20462" y="13642"/>
                    <a:pt x="20450" y="13655"/>
                    <a:pt x="20440" y="13685"/>
                  </a:cubicBezTo>
                  <a:cubicBezTo>
                    <a:pt x="20447" y="13761"/>
                    <a:pt x="20413" y="13784"/>
                    <a:pt x="20352" y="13784"/>
                  </a:cubicBezTo>
                  <a:cubicBezTo>
                    <a:pt x="20342" y="13784"/>
                    <a:pt x="20331" y="13783"/>
                    <a:pt x="20319" y="13782"/>
                  </a:cubicBezTo>
                  <a:cubicBezTo>
                    <a:pt x="20270" y="13741"/>
                    <a:pt x="19897" y="13725"/>
                    <a:pt x="19549" y="13603"/>
                  </a:cubicBezTo>
                  <a:cubicBezTo>
                    <a:pt x="19230" y="13515"/>
                    <a:pt x="18918" y="13331"/>
                    <a:pt x="18848" y="13331"/>
                  </a:cubicBezTo>
                  <a:cubicBezTo>
                    <a:pt x="18842" y="13331"/>
                    <a:pt x="18837" y="13332"/>
                    <a:pt x="18835" y="13336"/>
                  </a:cubicBezTo>
                  <a:lnTo>
                    <a:pt x="18722" y="13255"/>
                  </a:lnTo>
                  <a:cubicBezTo>
                    <a:pt x="18681" y="13222"/>
                    <a:pt x="18640" y="13198"/>
                    <a:pt x="18600" y="13166"/>
                  </a:cubicBezTo>
                  <a:cubicBezTo>
                    <a:pt x="18713" y="13020"/>
                    <a:pt x="18470" y="12939"/>
                    <a:pt x="18300" y="12898"/>
                  </a:cubicBezTo>
                  <a:cubicBezTo>
                    <a:pt x="18280" y="12905"/>
                    <a:pt x="18260" y="12909"/>
                    <a:pt x="18240" y="12909"/>
                  </a:cubicBezTo>
                  <a:cubicBezTo>
                    <a:pt x="18194" y="12909"/>
                    <a:pt x="18150" y="12889"/>
                    <a:pt x="18122" y="12849"/>
                  </a:cubicBezTo>
                  <a:cubicBezTo>
                    <a:pt x="18251" y="12728"/>
                    <a:pt x="18146" y="12614"/>
                    <a:pt x="18016" y="12598"/>
                  </a:cubicBezTo>
                  <a:cubicBezTo>
                    <a:pt x="17956" y="12627"/>
                    <a:pt x="17912" y="12640"/>
                    <a:pt x="17886" y="12640"/>
                  </a:cubicBezTo>
                  <a:cubicBezTo>
                    <a:pt x="17840" y="12640"/>
                    <a:pt x="17854" y="12596"/>
                    <a:pt x="17943" y="12517"/>
                  </a:cubicBezTo>
                  <a:cubicBezTo>
                    <a:pt x="18039" y="12433"/>
                    <a:pt x="18041" y="12372"/>
                    <a:pt x="17939" y="12372"/>
                  </a:cubicBezTo>
                  <a:cubicBezTo>
                    <a:pt x="17894" y="12372"/>
                    <a:pt x="17828" y="12384"/>
                    <a:pt x="17740" y="12412"/>
                  </a:cubicBezTo>
                  <a:cubicBezTo>
                    <a:pt x="17714" y="12416"/>
                    <a:pt x="17694" y="12418"/>
                    <a:pt x="17680" y="12418"/>
                  </a:cubicBezTo>
                  <a:cubicBezTo>
                    <a:pt x="17638" y="12418"/>
                    <a:pt x="17645" y="12395"/>
                    <a:pt x="17676" y="12322"/>
                  </a:cubicBezTo>
                  <a:cubicBezTo>
                    <a:pt x="17759" y="12209"/>
                    <a:pt x="17764" y="12157"/>
                    <a:pt x="17731" y="12157"/>
                  </a:cubicBezTo>
                  <a:cubicBezTo>
                    <a:pt x="17719" y="12157"/>
                    <a:pt x="17703" y="12164"/>
                    <a:pt x="17684" y="12176"/>
                  </a:cubicBezTo>
                  <a:cubicBezTo>
                    <a:pt x="17629" y="12196"/>
                    <a:pt x="17588" y="12206"/>
                    <a:pt x="17560" y="12206"/>
                  </a:cubicBezTo>
                  <a:cubicBezTo>
                    <a:pt x="17496" y="12206"/>
                    <a:pt x="17502" y="12154"/>
                    <a:pt x="17586" y="12047"/>
                  </a:cubicBezTo>
                  <a:cubicBezTo>
                    <a:pt x="17644" y="11921"/>
                    <a:pt x="17665" y="11880"/>
                    <a:pt x="17623" y="11880"/>
                  </a:cubicBezTo>
                  <a:cubicBezTo>
                    <a:pt x="17601" y="11880"/>
                    <a:pt x="17560" y="11892"/>
                    <a:pt x="17497" y="11909"/>
                  </a:cubicBezTo>
                  <a:cubicBezTo>
                    <a:pt x="17474" y="11919"/>
                    <a:pt x="17452" y="11923"/>
                    <a:pt x="17431" y="11923"/>
                  </a:cubicBezTo>
                  <a:cubicBezTo>
                    <a:pt x="17293" y="11923"/>
                    <a:pt x="17199" y="11739"/>
                    <a:pt x="17319" y="11633"/>
                  </a:cubicBezTo>
                  <a:cubicBezTo>
                    <a:pt x="17299" y="11594"/>
                    <a:pt x="17327" y="11523"/>
                    <a:pt x="17300" y="11523"/>
                  </a:cubicBezTo>
                  <a:cubicBezTo>
                    <a:pt x="17294" y="11523"/>
                    <a:pt x="17284" y="11527"/>
                    <a:pt x="17270" y="11536"/>
                  </a:cubicBezTo>
                  <a:lnTo>
                    <a:pt x="17319" y="11439"/>
                  </a:lnTo>
                  <a:lnTo>
                    <a:pt x="17270" y="11350"/>
                  </a:lnTo>
                  <a:lnTo>
                    <a:pt x="17189" y="11390"/>
                  </a:lnTo>
                  <a:cubicBezTo>
                    <a:pt x="17108" y="11131"/>
                    <a:pt x="17019" y="10879"/>
                    <a:pt x="16922" y="10628"/>
                  </a:cubicBezTo>
                  <a:cubicBezTo>
                    <a:pt x="16705" y="10141"/>
                    <a:pt x="16637" y="9969"/>
                    <a:pt x="16584" y="9969"/>
                  </a:cubicBezTo>
                  <a:cubicBezTo>
                    <a:pt x="16572" y="9969"/>
                    <a:pt x="16561" y="9979"/>
                    <a:pt x="16549" y="9996"/>
                  </a:cubicBezTo>
                  <a:cubicBezTo>
                    <a:pt x="16503" y="10036"/>
                    <a:pt x="16468" y="10053"/>
                    <a:pt x="16445" y="10053"/>
                  </a:cubicBezTo>
                  <a:cubicBezTo>
                    <a:pt x="16396" y="10053"/>
                    <a:pt x="16408" y="9971"/>
                    <a:pt x="16508" y="9882"/>
                  </a:cubicBezTo>
                  <a:cubicBezTo>
                    <a:pt x="16484" y="9825"/>
                    <a:pt x="16516" y="9679"/>
                    <a:pt x="16476" y="9558"/>
                  </a:cubicBezTo>
                  <a:cubicBezTo>
                    <a:pt x="16427" y="9444"/>
                    <a:pt x="16378" y="9323"/>
                    <a:pt x="16459" y="9290"/>
                  </a:cubicBezTo>
                  <a:lnTo>
                    <a:pt x="16435" y="9233"/>
                  </a:lnTo>
                  <a:cubicBezTo>
                    <a:pt x="16224" y="9185"/>
                    <a:pt x="16078" y="8828"/>
                    <a:pt x="16087" y="8609"/>
                  </a:cubicBezTo>
                  <a:cubicBezTo>
                    <a:pt x="16054" y="8487"/>
                    <a:pt x="15973" y="8398"/>
                    <a:pt x="15868" y="8333"/>
                  </a:cubicBezTo>
                  <a:cubicBezTo>
                    <a:pt x="15738" y="8252"/>
                    <a:pt x="15730" y="8252"/>
                    <a:pt x="15787" y="8147"/>
                  </a:cubicBezTo>
                  <a:cubicBezTo>
                    <a:pt x="15868" y="8117"/>
                    <a:pt x="15801" y="7772"/>
                    <a:pt x="15660" y="7772"/>
                  </a:cubicBezTo>
                  <a:cubicBezTo>
                    <a:pt x="15646" y="7772"/>
                    <a:pt x="15631" y="7775"/>
                    <a:pt x="15616" y="7782"/>
                  </a:cubicBezTo>
                  <a:lnTo>
                    <a:pt x="15673" y="7677"/>
                  </a:lnTo>
                  <a:cubicBezTo>
                    <a:pt x="15707" y="7609"/>
                    <a:pt x="15663" y="7577"/>
                    <a:pt x="15605" y="7577"/>
                  </a:cubicBezTo>
                  <a:cubicBezTo>
                    <a:pt x="15580" y="7577"/>
                    <a:pt x="15552" y="7583"/>
                    <a:pt x="15527" y="7596"/>
                  </a:cubicBezTo>
                  <a:cubicBezTo>
                    <a:pt x="15481" y="7619"/>
                    <a:pt x="15445" y="7630"/>
                    <a:pt x="15423" y="7630"/>
                  </a:cubicBezTo>
                  <a:cubicBezTo>
                    <a:pt x="15367" y="7630"/>
                    <a:pt x="15395" y="7559"/>
                    <a:pt x="15551" y="7425"/>
                  </a:cubicBezTo>
                  <a:cubicBezTo>
                    <a:pt x="15679" y="7361"/>
                    <a:pt x="15686" y="7308"/>
                    <a:pt x="15644" y="7308"/>
                  </a:cubicBezTo>
                  <a:cubicBezTo>
                    <a:pt x="15632" y="7308"/>
                    <a:pt x="15617" y="7311"/>
                    <a:pt x="15600" y="7320"/>
                  </a:cubicBezTo>
                  <a:cubicBezTo>
                    <a:pt x="15487" y="7304"/>
                    <a:pt x="15373" y="7279"/>
                    <a:pt x="15414" y="7174"/>
                  </a:cubicBezTo>
                  <a:cubicBezTo>
                    <a:pt x="15393" y="7137"/>
                    <a:pt x="15372" y="7098"/>
                    <a:pt x="15316" y="7098"/>
                  </a:cubicBezTo>
                  <a:cubicBezTo>
                    <a:pt x="15286" y="7098"/>
                    <a:pt x="15244" y="7110"/>
                    <a:pt x="15187" y="7142"/>
                  </a:cubicBezTo>
                  <a:cubicBezTo>
                    <a:pt x="15170" y="7151"/>
                    <a:pt x="15154" y="7155"/>
                    <a:pt x="15140" y="7155"/>
                  </a:cubicBezTo>
                  <a:cubicBezTo>
                    <a:pt x="15095" y="7155"/>
                    <a:pt x="15065" y="7110"/>
                    <a:pt x="15041" y="7061"/>
                  </a:cubicBezTo>
                  <a:cubicBezTo>
                    <a:pt x="15090" y="7036"/>
                    <a:pt x="15110" y="7026"/>
                    <a:pt x="15143" y="7026"/>
                  </a:cubicBezTo>
                  <a:cubicBezTo>
                    <a:pt x="15164" y="7026"/>
                    <a:pt x="15191" y="7030"/>
                    <a:pt x="15235" y="7036"/>
                  </a:cubicBezTo>
                  <a:cubicBezTo>
                    <a:pt x="15244" y="7051"/>
                    <a:pt x="15248" y="7058"/>
                    <a:pt x="15248" y="7058"/>
                  </a:cubicBezTo>
                  <a:cubicBezTo>
                    <a:pt x="15248" y="7058"/>
                    <a:pt x="15216" y="7002"/>
                    <a:pt x="15162" y="6906"/>
                  </a:cubicBezTo>
                  <a:cubicBezTo>
                    <a:pt x="15130" y="6850"/>
                    <a:pt x="15130" y="6679"/>
                    <a:pt x="15211" y="6631"/>
                  </a:cubicBezTo>
                  <a:cubicBezTo>
                    <a:pt x="15229" y="6566"/>
                    <a:pt x="15224" y="6517"/>
                    <a:pt x="15195" y="6517"/>
                  </a:cubicBezTo>
                  <a:cubicBezTo>
                    <a:pt x="15173" y="6517"/>
                    <a:pt x="15138" y="6545"/>
                    <a:pt x="15089" y="6615"/>
                  </a:cubicBezTo>
                  <a:cubicBezTo>
                    <a:pt x="15017" y="6661"/>
                    <a:pt x="14978" y="6685"/>
                    <a:pt x="14950" y="6685"/>
                  </a:cubicBezTo>
                  <a:cubicBezTo>
                    <a:pt x="14919" y="6685"/>
                    <a:pt x="14901" y="6654"/>
                    <a:pt x="14862" y="6590"/>
                  </a:cubicBezTo>
                  <a:cubicBezTo>
                    <a:pt x="14822" y="6534"/>
                    <a:pt x="14781" y="6469"/>
                    <a:pt x="14854" y="6420"/>
                  </a:cubicBezTo>
                  <a:cubicBezTo>
                    <a:pt x="14935" y="6371"/>
                    <a:pt x="14935" y="6371"/>
                    <a:pt x="14846" y="6250"/>
                  </a:cubicBezTo>
                  <a:cubicBezTo>
                    <a:pt x="14760" y="6126"/>
                    <a:pt x="14578" y="6077"/>
                    <a:pt x="14411" y="6077"/>
                  </a:cubicBezTo>
                  <a:cubicBezTo>
                    <a:pt x="14325" y="6077"/>
                    <a:pt x="14244" y="6090"/>
                    <a:pt x="14181" y="6112"/>
                  </a:cubicBezTo>
                  <a:cubicBezTo>
                    <a:pt x="14116" y="6163"/>
                    <a:pt x="14079" y="6191"/>
                    <a:pt x="14068" y="6191"/>
                  </a:cubicBezTo>
                  <a:cubicBezTo>
                    <a:pt x="14055" y="6191"/>
                    <a:pt x="14079" y="6149"/>
                    <a:pt x="14133" y="6055"/>
                  </a:cubicBezTo>
                  <a:cubicBezTo>
                    <a:pt x="14206" y="5998"/>
                    <a:pt x="14165" y="5942"/>
                    <a:pt x="14116" y="5893"/>
                  </a:cubicBezTo>
                  <a:cubicBezTo>
                    <a:pt x="14101" y="5905"/>
                    <a:pt x="14090" y="5909"/>
                    <a:pt x="14082" y="5909"/>
                  </a:cubicBezTo>
                  <a:cubicBezTo>
                    <a:pt x="14062" y="5909"/>
                    <a:pt x="14069" y="5877"/>
                    <a:pt x="14089" y="5877"/>
                  </a:cubicBezTo>
                  <a:cubicBezTo>
                    <a:pt x="14097" y="5877"/>
                    <a:pt x="14106" y="5881"/>
                    <a:pt x="14116" y="5893"/>
                  </a:cubicBezTo>
                  <a:cubicBezTo>
                    <a:pt x="14139" y="5872"/>
                    <a:pt x="14159" y="5864"/>
                    <a:pt x="14177" y="5864"/>
                  </a:cubicBezTo>
                  <a:cubicBezTo>
                    <a:pt x="14216" y="5864"/>
                    <a:pt x="14245" y="5903"/>
                    <a:pt x="14278" y="5942"/>
                  </a:cubicBezTo>
                  <a:lnTo>
                    <a:pt x="14351" y="5885"/>
                  </a:lnTo>
                  <a:cubicBezTo>
                    <a:pt x="14418" y="5757"/>
                    <a:pt x="14408" y="5693"/>
                    <a:pt x="14323" y="5693"/>
                  </a:cubicBezTo>
                  <a:cubicBezTo>
                    <a:pt x="14295" y="5693"/>
                    <a:pt x="14258" y="5700"/>
                    <a:pt x="14214" y="5715"/>
                  </a:cubicBezTo>
                  <a:cubicBezTo>
                    <a:pt x="14189" y="5716"/>
                    <a:pt x="14169" y="5718"/>
                    <a:pt x="14153" y="5718"/>
                  </a:cubicBezTo>
                  <a:cubicBezTo>
                    <a:pt x="14093" y="5718"/>
                    <a:pt x="14097" y="5698"/>
                    <a:pt x="14116" y="5601"/>
                  </a:cubicBezTo>
                  <a:cubicBezTo>
                    <a:pt x="14129" y="5511"/>
                    <a:pt x="14142" y="5420"/>
                    <a:pt x="14114" y="5420"/>
                  </a:cubicBezTo>
                  <a:cubicBezTo>
                    <a:pt x="14107" y="5420"/>
                    <a:pt x="14097" y="5426"/>
                    <a:pt x="14084" y="5439"/>
                  </a:cubicBezTo>
                  <a:cubicBezTo>
                    <a:pt x="14027" y="5374"/>
                    <a:pt x="13995" y="5293"/>
                    <a:pt x="14003" y="5212"/>
                  </a:cubicBezTo>
                  <a:cubicBezTo>
                    <a:pt x="13928" y="5137"/>
                    <a:pt x="13882" y="5087"/>
                    <a:pt x="13838" y="5087"/>
                  </a:cubicBezTo>
                  <a:cubicBezTo>
                    <a:pt x="13820" y="5087"/>
                    <a:pt x="13803" y="5096"/>
                    <a:pt x="13784" y="5115"/>
                  </a:cubicBezTo>
                  <a:cubicBezTo>
                    <a:pt x="13761" y="5137"/>
                    <a:pt x="13740" y="5146"/>
                    <a:pt x="13720" y="5146"/>
                  </a:cubicBezTo>
                  <a:cubicBezTo>
                    <a:pt x="13681" y="5146"/>
                    <a:pt x="13645" y="5114"/>
                    <a:pt x="13614" y="5082"/>
                  </a:cubicBezTo>
                  <a:cubicBezTo>
                    <a:pt x="13576" y="5050"/>
                    <a:pt x="13543" y="5019"/>
                    <a:pt x="13506" y="5019"/>
                  </a:cubicBezTo>
                  <a:cubicBezTo>
                    <a:pt x="13486" y="5019"/>
                    <a:pt x="13466" y="5027"/>
                    <a:pt x="13443" y="5050"/>
                  </a:cubicBezTo>
                  <a:cubicBezTo>
                    <a:pt x="13409" y="5088"/>
                    <a:pt x="13361" y="5107"/>
                    <a:pt x="13313" y="5107"/>
                  </a:cubicBezTo>
                  <a:cubicBezTo>
                    <a:pt x="13260" y="5107"/>
                    <a:pt x="13206" y="5084"/>
                    <a:pt x="13168" y="5042"/>
                  </a:cubicBezTo>
                  <a:cubicBezTo>
                    <a:pt x="13006" y="5017"/>
                    <a:pt x="13006" y="5017"/>
                    <a:pt x="13062" y="4831"/>
                  </a:cubicBezTo>
                  <a:cubicBezTo>
                    <a:pt x="13127" y="4766"/>
                    <a:pt x="13070" y="4717"/>
                    <a:pt x="13014" y="4677"/>
                  </a:cubicBezTo>
                  <a:cubicBezTo>
                    <a:pt x="12973" y="4628"/>
                    <a:pt x="12949" y="4571"/>
                    <a:pt x="12957" y="4515"/>
                  </a:cubicBezTo>
                  <a:cubicBezTo>
                    <a:pt x="12957" y="4468"/>
                    <a:pt x="12948" y="4450"/>
                    <a:pt x="12935" y="4450"/>
                  </a:cubicBezTo>
                  <a:cubicBezTo>
                    <a:pt x="12913" y="4450"/>
                    <a:pt x="12878" y="4494"/>
                    <a:pt x="12843" y="4539"/>
                  </a:cubicBezTo>
                  <a:lnTo>
                    <a:pt x="12738" y="4685"/>
                  </a:lnTo>
                  <a:cubicBezTo>
                    <a:pt x="12681" y="4636"/>
                    <a:pt x="12730" y="4458"/>
                    <a:pt x="12787" y="4377"/>
                  </a:cubicBezTo>
                  <a:cubicBezTo>
                    <a:pt x="12812" y="4278"/>
                    <a:pt x="12825" y="4231"/>
                    <a:pt x="12815" y="4231"/>
                  </a:cubicBezTo>
                  <a:cubicBezTo>
                    <a:pt x="12806" y="4231"/>
                    <a:pt x="12779" y="4268"/>
                    <a:pt x="12730" y="4336"/>
                  </a:cubicBezTo>
                  <a:cubicBezTo>
                    <a:pt x="12703" y="4371"/>
                    <a:pt x="12662" y="4397"/>
                    <a:pt x="12620" y="4397"/>
                  </a:cubicBezTo>
                  <a:cubicBezTo>
                    <a:pt x="12575" y="4397"/>
                    <a:pt x="12528" y="4367"/>
                    <a:pt x="12495" y="4288"/>
                  </a:cubicBezTo>
                  <a:cubicBezTo>
                    <a:pt x="12381" y="4198"/>
                    <a:pt x="12260" y="4126"/>
                    <a:pt x="12308" y="4053"/>
                  </a:cubicBezTo>
                  <a:cubicBezTo>
                    <a:pt x="12308" y="4001"/>
                    <a:pt x="12267" y="3964"/>
                    <a:pt x="12221" y="3964"/>
                  </a:cubicBezTo>
                  <a:cubicBezTo>
                    <a:pt x="12210" y="3964"/>
                    <a:pt x="12198" y="3967"/>
                    <a:pt x="12187" y="3971"/>
                  </a:cubicBezTo>
                  <a:cubicBezTo>
                    <a:pt x="12163" y="3981"/>
                    <a:pt x="12141" y="3986"/>
                    <a:pt x="12120" y="3986"/>
                  </a:cubicBezTo>
                  <a:cubicBezTo>
                    <a:pt x="12051" y="3986"/>
                    <a:pt x="11991" y="3929"/>
                    <a:pt x="11879" y="3785"/>
                  </a:cubicBezTo>
                  <a:cubicBezTo>
                    <a:pt x="11745" y="3589"/>
                    <a:pt x="11687" y="3509"/>
                    <a:pt x="11646" y="3509"/>
                  </a:cubicBezTo>
                  <a:cubicBezTo>
                    <a:pt x="11617" y="3509"/>
                    <a:pt x="11596" y="3548"/>
                    <a:pt x="11562" y="3615"/>
                  </a:cubicBezTo>
                  <a:cubicBezTo>
                    <a:pt x="11540" y="3659"/>
                    <a:pt x="11518" y="3703"/>
                    <a:pt x="11505" y="3703"/>
                  </a:cubicBezTo>
                  <a:cubicBezTo>
                    <a:pt x="11495" y="3703"/>
                    <a:pt x="11490" y="3671"/>
                    <a:pt x="11498" y="3582"/>
                  </a:cubicBezTo>
                  <a:cubicBezTo>
                    <a:pt x="11490" y="3523"/>
                    <a:pt x="11459" y="3506"/>
                    <a:pt x="11410" y="3506"/>
                  </a:cubicBezTo>
                  <a:cubicBezTo>
                    <a:pt x="11358" y="3506"/>
                    <a:pt x="11285" y="3525"/>
                    <a:pt x="11198" y="3534"/>
                  </a:cubicBezTo>
                  <a:cubicBezTo>
                    <a:pt x="11100" y="3590"/>
                    <a:pt x="11019" y="3753"/>
                    <a:pt x="10987" y="3834"/>
                  </a:cubicBezTo>
                  <a:cubicBezTo>
                    <a:pt x="10945" y="3922"/>
                    <a:pt x="10924" y="3965"/>
                    <a:pt x="10903" y="3965"/>
                  </a:cubicBezTo>
                  <a:cubicBezTo>
                    <a:pt x="10884" y="3965"/>
                    <a:pt x="10864" y="3928"/>
                    <a:pt x="10825" y="3858"/>
                  </a:cubicBezTo>
                  <a:cubicBezTo>
                    <a:pt x="10752" y="3809"/>
                    <a:pt x="10735" y="3712"/>
                    <a:pt x="10768" y="3639"/>
                  </a:cubicBezTo>
                  <a:cubicBezTo>
                    <a:pt x="10791" y="3587"/>
                    <a:pt x="10820" y="3577"/>
                    <a:pt x="10840" y="3577"/>
                  </a:cubicBezTo>
                  <a:cubicBezTo>
                    <a:pt x="10855" y="3577"/>
                    <a:pt x="10865" y="3582"/>
                    <a:pt x="10865" y="3582"/>
                  </a:cubicBezTo>
                  <a:lnTo>
                    <a:pt x="10930" y="3615"/>
                  </a:lnTo>
                  <a:cubicBezTo>
                    <a:pt x="10971" y="3526"/>
                    <a:pt x="11003" y="3444"/>
                    <a:pt x="10873" y="3388"/>
                  </a:cubicBezTo>
                  <a:cubicBezTo>
                    <a:pt x="10854" y="3319"/>
                    <a:pt x="10822" y="3283"/>
                    <a:pt x="10793" y="3283"/>
                  </a:cubicBezTo>
                  <a:cubicBezTo>
                    <a:pt x="10774" y="3283"/>
                    <a:pt x="10756" y="3299"/>
                    <a:pt x="10743" y="3331"/>
                  </a:cubicBezTo>
                  <a:cubicBezTo>
                    <a:pt x="10711" y="3226"/>
                    <a:pt x="10573" y="3169"/>
                    <a:pt x="10435" y="3120"/>
                  </a:cubicBezTo>
                  <a:cubicBezTo>
                    <a:pt x="10306" y="3072"/>
                    <a:pt x="10095" y="3007"/>
                    <a:pt x="10054" y="2893"/>
                  </a:cubicBezTo>
                  <a:cubicBezTo>
                    <a:pt x="9981" y="2873"/>
                    <a:pt x="9929" y="2857"/>
                    <a:pt x="9891" y="2857"/>
                  </a:cubicBezTo>
                  <a:cubicBezTo>
                    <a:pt x="9854" y="2857"/>
                    <a:pt x="9831" y="2873"/>
                    <a:pt x="9819" y="2917"/>
                  </a:cubicBezTo>
                  <a:cubicBezTo>
                    <a:pt x="9792" y="3016"/>
                    <a:pt x="9758" y="3055"/>
                    <a:pt x="9737" y="3055"/>
                  </a:cubicBezTo>
                  <a:cubicBezTo>
                    <a:pt x="9720" y="3055"/>
                    <a:pt x="9711" y="3030"/>
                    <a:pt x="9722" y="2990"/>
                  </a:cubicBezTo>
                  <a:cubicBezTo>
                    <a:pt x="9714" y="2893"/>
                    <a:pt x="9479" y="2763"/>
                    <a:pt x="9235" y="2690"/>
                  </a:cubicBezTo>
                  <a:cubicBezTo>
                    <a:pt x="9097" y="2650"/>
                    <a:pt x="8957" y="2625"/>
                    <a:pt x="8850" y="2625"/>
                  </a:cubicBezTo>
                  <a:cubicBezTo>
                    <a:pt x="8763" y="2625"/>
                    <a:pt x="8698" y="2642"/>
                    <a:pt x="8676" y="2682"/>
                  </a:cubicBezTo>
                  <a:lnTo>
                    <a:pt x="8530" y="2666"/>
                  </a:lnTo>
                  <a:cubicBezTo>
                    <a:pt x="8451" y="2597"/>
                    <a:pt x="8256" y="2558"/>
                    <a:pt x="8096" y="2558"/>
                  </a:cubicBezTo>
                  <a:cubicBezTo>
                    <a:pt x="7993" y="2558"/>
                    <a:pt x="7905" y="2574"/>
                    <a:pt x="7873" y="2609"/>
                  </a:cubicBezTo>
                  <a:lnTo>
                    <a:pt x="7654" y="2601"/>
                  </a:lnTo>
                  <a:cubicBezTo>
                    <a:pt x="7583" y="2554"/>
                    <a:pt x="7529" y="2531"/>
                    <a:pt x="7484" y="2531"/>
                  </a:cubicBezTo>
                  <a:cubicBezTo>
                    <a:pt x="7437" y="2531"/>
                    <a:pt x="7400" y="2556"/>
                    <a:pt x="7363" y="2601"/>
                  </a:cubicBezTo>
                  <a:cubicBezTo>
                    <a:pt x="7311" y="2670"/>
                    <a:pt x="7300" y="2735"/>
                    <a:pt x="7295" y="2735"/>
                  </a:cubicBezTo>
                  <a:cubicBezTo>
                    <a:pt x="7293" y="2735"/>
                    <a:pt x="7292" y="2724"/>
                    <a:pt x="7290" y="2699"/>
                  </a:cubicBezTo>
                  <a:cubicBezTo>
                    <a:pt x="7290" y="2637"/>
                    <a:pt x="7220" y="2610"/>
                    <a:pt x="7078" y="2610"/>
                  </a:cubicBezTo>
                  <a:cubicBezTo>
                    <a:pt x="7015" y="2610"/>
                    <a:pt x="6936" y="2616"/>
                    <a:pt x="6844" y="2626"/>
                  </a:cubicBezTo>
                  <a:cubicBezTo>
                    <a:pt x="6552" y="2658"/>
                    <a:pt x="6552" y="2658"/>
                    <a:pt x="6641" y="2739"/>
                  </a:cubicBezTo>
                  <a:cubicBezTo>
                    <a:pt x="6539" y="2780"/>
                    <a:pt x="6472" y="2797"/>
                    <a:pt x="6428" y="2797"/>
                  </a:cubicBezTo>
                  <a:cubicBezTo>
                    <a:pt x="6350" y="2797"/>
                    <a:pt x="6343" y="2745"/>
                    <a:pt x="6333" y="2682"/>
                  </a:cubicBezTo>
                  <a:cubicBezTo>
                    <a:pt x="6354" y="2602"/>
                    <a:pt x="6339" y="2559"/>
                    <a:pt x="6312" y="2559"/>
                  </a:cubicBezTo>
                  <a:cubicBezTo>
                    <a:pt x="6277" y="2559"/>
                    <a:pt x="6222" y="2634"/>
                    <a:pt x="6203" y="2796"/>
                  </a:cubicBezTo>
                  <a:cubicBezTo>
                    <a:pt x="6177" y="2920"/>
                    <a:pt x="6111" y="2975"/>
                    <a:pt x="6063" y="2975"/>
                  </a:cubicBezTo>
                  <a:cubicBezTo>
                    <a:pt x="6036" y="2975"/>
                    <a:pt x="6014" y="2958"/>
                    <a:pt x="6009" y="2926"/>
                  </a:cubicBezTo>
                  <a:cubicBezTo>
                    <a:pt x="5992" y="2836"/>
                    <a:pt x="6065" y="2820"/>
                    <a:pt x="6130" y="2812"/>
                  </a:cubicBezTo>
                  <a:lnTo>
                    <a:pt x="6106" y="2626"/>
                  </a:lnTo>
                  <a:cubicBezTo>
                    <a:pt x="6033" y="2642"/>
                    <a:pt x="6025" y="2642"/>
                    <a:pt x="5976" y="2739"/>
                  </a:cubicBezTo>
                  <a:cubicBezTo>
                    <a:pt x="5976" y="2739"/>
                    <a:pt x="5895" y="2755"/>
                    <a:pt x="5846" y="2861"/>
                  </a:cubicBezTo>
                  <a:cubicBezTo>
                    <a:pt x="5790" y="2950"/>
                    <a:pt x="5814" y="3063"/>
                    <a:pt x="5903" y="3128"/>
                  </a:cubicBezTo>
                  <a:cubicBezTo>
                    <a:pt x="5992" y="3201"/>
                    <a:pt x="5919" y="3217"/>
                    <a:pt x="5854" y="3234"/>
                  </a:cubicBezTo>
                  <a:cubicBezTo>
                    <a:pt x="5700" y="3177"/>
                    <a:pt x="5676" y="3088"/>
                    <a:pt x="5725" y="2982"/>
                  </a:cubicBezTo>
                  <a:cubicBezTo>
                    <a:pt x="5798" y="2966"/>
                    <a:pt x="5773" y="2877"/>
                    <a:pt x="5757" y="2788"/>
                  </a:cubicBezTo>
                  <a:cubicBezTo>
                    <a:pt x="5755" y="2775"/>
                    <a:pt x="5747" y="2770"/>
                    <a:pt x="5734" y="2770"/>
                  </a:cubicBezTo>
                  <a:cubicBezTo>
                    <a:pt x="5657" y="2770"/>
                    <a:pt x="5414" y="2985"/>
                    <a:pt x="5400" y="3153"/>
                  </a:cubicBezTo>
                  <a:lnTo>
                    <a:pt x="5376" y="3063"/>
                  </a:lnTo>
                  <a:cubicBezTo>
                    <a:pt x="5365" y="3024"/>
                    <a:pt x="5333" y="3010"/>
                    <a:pt x="5287" y="3010"/>
                  </a:cubicBezTo>
                  <a:cubicBezTo>
                    <a:pt x="5230" y="3010"/>
                    <a:pt x="5153" y="3033"/>
                    <a:pt x="5076" y="3055"/>
                  </a:cubicBezTo>
                  <a:cubicBezTo>
                    <a:pt x="4938" y="3104"/>
                    <a:pt x="4865" y="3120"/>
                    <a:pt x="4898" y="3209"/>
                  </a:cubicBezTo>
                  <a:cubicBezTo>
                    <a:pt x="4922" y="3290"/>
                    <a:pt x="4955" y="3380"/>
                    <a:pt x="4890" y="3404"/>
                  </a:cubicBezTo>
                  <a:cubicBezTo>
                    <a:pt x="4897" y="3401"/>
                    <a:pt x="4904" y="3400"/>
                    <a:pt x="4910" y="3400"/>
                  </a:cubicBezTo>
                  <a:cubicBezTo>
                    <a:pt x="4960" y="3400"/>
                    <a:pt x="4983" y="3478"/>
                    <a:pt x="5011" y="3550"/>
                  </a:cubicBezTo>
                  <a:cubicBezTo>
                    <a:pt x="4922" y="3526"/>
                    <a:pt x="4833" y="3493"/>
                    <a:pt x="4752" y="3453"/>
                  </a:cubicBezTo>
                  <a:cubicBezTo>
                    <a:pt x="4651" y="3374"/>
                    <a:pt x="4526" y="3335"/>
                    <a:pt x="4402" y="3335"/>
                  </a:cubicBezTo>
                  <a:cubicBezTo>
                    <a:pt x="4307" y="3335"/>
                    <a:pt x="4212" y="3358"/>
                    <a:pt x="4128" y="3404"/>
                  </a:cubicBezTo>
                  <a:cubicBezTo>
                    <a:pt x="4015" y="3457"/>
                    <a:pt x="3866" y="3520"/>
                    <a:pt x="3757" y="3520"/>
                  </a:cubicBezTo>
                  <a:cubicBezTo>
                    <a:pt x="3732" y="3520"/>
                    <a:pt x="3709" y="3517"/>
                    <a:pt x="3690" y="3509"/>
                  </a:cubicBezTo>
                  <a:cubicBezTo>
                    <a:pt x="3560" y="3574"/>
                    <a:pt x="3495" y="3607"/>
                    <a:pt x="3536" y="3688"/>
                  </a:cubicBezTo>
                  <a:lnTo>
                    <a:pt x="3414" y="3753"/>
                  </a:lnTo>
                  <a:cubicBezTo>
                    <a:pt x="3390" y="3744"/>
                    <a:pt x="3365" y="3740"/>
                    <a:pt x="3342" y="3740"/>
                  </a:cubicBezTo>
                  <a:cubicBezTo>
                    <a:pt x="3254" y="3740"/>
                    <a:pt x="3181" y="3794"/>
                    <a:pt x="3219" y="3858"/>
                  </a:cubicBezTo>
                  <a:cubicBezTo>
                    <a:pt x="3203" y="3980"/>
                    <a:pt x="3098" y="3931"/>
                    <a:pt x="3033" y="3971"/>
                  </a:cubicBezTo>
                  <a:cubicBezTo>
                    <a:pt x="2947" y="3940"/>
                    <a:pt x="2895" y="3920"/>
                    <a:pt x="2876" y="3920"/>
                  </a:cubicBezTo>
                  <a:cubicBezTo>
                    <a:pt x="2847" y="3920"/>
                    <a:pt x="2897" y="3967"/>
                    <a:pt x="3025" y="4085"/>
                  </a:cubicBezTo>
                  <a:cubicBezTo>
                    <a:pt x="3055" y="4135"/>
                    <a:pt x="3130" y="4154"/>
                    <a:pt x="3197" y="4154"/>
                  </a:cubicBezTo>
                  <a:cubicBezTo>
                    <a:pt x="3240" y="4154"/>
                    <a:pt x="3279" y="4146"/>
                    <a:pt x="3301" y="4134"/>
                  </a:cubicBezTo>
                  <a:cubicBezTo>
                    <a:pt x="3357" y="4093"/>
                    <a:pt x="3422" y="4061"/>
                    <a:pt x="3479" y="4028"/>
                  </a:cubicBezTo>
                  <a:lnTo>
                    <a:pt x="3479" y="4028"/>
                  </a:lnTo>
                  <a:cubicBezTo>
                    <a:pt x="3430" y="4085"/>
                    <a:pt x="3390" y="4150"/>
                    <a:pt x="3349" y="4207"/>
                  </a:cubicBezTo>
                  <a:cubicBezTo>
                    <a:pt x="3284" y="4247"/>
                    <a:pt x="3219" y="4393"/>
                    <a:pt x="3268" y="4474"/>
                  </a:cubicBezTo>
                  <a:cubicBezTo>
                    <a:pt x="3268" y="4474"/>
                    <a:pt x="3317" y="4547"/>
                    <a:pt x="3252" y="4588"/>
                  </a:cubicBezTo>
                  <a:lnTo>
                    <a:pt x="3155" y="4434"/>
                  </a:lnTo>
                  <a:cubicBezTo>
                    <a:pt x="3163" y="4336"/>
                    <a:pt x="3130" y="4239"/>
                    <a:pt x="3074" y="4166"/>
                  </a:cubicBezTo>
                  <a:cubicBezTo>
                    <a:pt x="3012" y="4118"/>
                    <a:pt x="2936" y="4095"/>
                    <a:pt x="2874" y="4095"/>
                  </a:cubicBezTo>
                  <a:cubicBezTo>
                    <a:pt x="2781" y="4095"/>
                    <a:pt x="2718" y="4146"/>
                    <a:pt x="2782" y="4239"/>
                  </a:cubicBezTo>
                  <a:cubicBezTo>
                    <a:pt x="2752" y="4260"/>
                    <a:pt x="2738" y="4271"/>
                    <a:pt x="2714" y="4271"/>
                  </a:cubicBezTo>
                  <a:cubicBezTo>
                    <a:pt x="2693" y="4271"/>
                    <a:pt x="2665" y="4262"/>
                    <a:pt x="2611" y="4247"/>
                  </a:cubicBezTo>
                  <a:cubicBezTo>
                    <a:pt x="2596" y="4225"/>
                    <a:pt x="2580" y="4213"/>
                    <a:pt x="2566" y="4213"/>
                  </a:cubicBezTo>
                  <a:cubicBezTo>
                    <a:pt x="2534" y="4213"/>
                    <a:pt x="2513" y="4272"/>
                    <a:pt x="2547" y="4401"/>
                  </a:cubicBezTo>
                  <a:cubicBezTo>
                    <a:pt x="2578" y="4520"/>
                    <a:pt x="2566" y="4580"/>
                    <a:pt x="2511" y="4580"/>
                  </a:cubicBezTo>
                  <a:cubicBezTo>
                    <a:pt x="2480" y="4580"/>
                    <a:pt x="2435" y="4561"/>
                    <a:pt x="2376" y="4523"/>
                  </a:cubicBezTo>
                  <a:cubicBezTo>
                    <a:pt x="2347" y="4515"/>
                    <a:pt x="2318" y="4512"/>
                    <a:pt x="2289" y="4512"/>
                  </a:cubicBezTo>
                  <a:cubicBezTo>
                    <a:pt x="2095" y="4512"/>
                    <a:pt x="1930" y="4662"/>
                    <a:pt x="1979" y="4725"/>
                  </a:cubicBezTo>
                  <a:cubicBezTo>
                    <a:pt x="2086" y="4855"/>
                    <a:pt x="1948" y="4978"/>
                    <a:pt x="1837" y="4978"/>
                  </a:cubicBezTo>
                  <a:cubicBezTo>
                    <a:pt x="1830" y="4978"/>
                    <a:pt x="1823" y="4978"/>
                    <a:pt x="1817" y="4977"/>
                  </a:cubicBezTo>
                  <a:cubicBezTo>
                    <a:pt x="1803" y="4975"/>
                    <a:pt x="1789" y="4974"/>
                    <a:pt x="1777" y="4974"/>
                  </a:cubicBezTo>
                  <a:cubicBezTo>
                    <a:pt x="1690" y="4974"/>
                    <a:pt x="1649" y="5023"/>
                    <a:pt x="1663" y="5123"/>
                  </a:cubicBezTo>
                  <a:cubicBezTo>
                    <a:pt x="1632" y="5092"/>
                    <a:pt x="1590" y="5072"/>
                    <a:pt x="1555" y="5072"/>
                  </a:cubicBezTo>
                  <a:cubicBezTo>
                    <a:pt x="1517" y="5072"/>
                    <a:pt x="1488" y="5096"/>
                    <a:pt x="1493" y="5155"/>
                  </a:cubicBezTo>
                  <a:cubicBezTo>
                    <a:pt x="1493" y="5155"/>
                    <a:pt x="1436" y="5204"/>
                    <a:pt x="1549" y="5220"/>
                  </a:cubicBezTo>
                  <a:cubicBezTo>
                    <a:pt x="1549" y="5220"/>
                    <a:pt x="1565" y="5334"/>
                    <a:pt x="1582" y="5447"/>
                  </a:cubicBezTo>
                  <a:cubicBezTo>
                    <a:pt x="1594" y="5435"/>
                    <a:pt x="1606" y="5430"/>
                    <a:pt x="1620" y="5430"/>
                  </a:cubicBezTo>
                  <a:cubicBezTo>
                    <a:pt x="1662" y="5430"/>
                    <a:pt x="1711" y="5479"/>
                    <a:pt x="1760" y="5528"/>
                  </a:cubicBezTo>
                  <a:cubicBezTo>
                    <a:pt x="1804" y="5578"/>
                    <a:pt x="1663" y="5668"/>
                    <a:pt x="1458" y="5668"/>
                  </a:cubicBezTo>
                  <a:cubicBezTo>
                    <a:pt x="1398" y="5668"/>
                    <a:pt x="1333" y="5660"/>
                    <a:pt x="1266" y="5642"/>
                  </a:cubicBezTo>
                  <a:cubicBezTo>
                    <a:pt x="1193" y="5634"/>
                    <a:pt x="1111" y="5625"/>
                    <a:pt x="1038" y="5625"/>
                  </a:cubicBezTo>
                  <a:lnTo>
                    <a:pt x="1168" y="5747"/>
                  </a:lnTo>
                  <a:cubicBezTo>
                    <a:pt x="1140" y="5781"/>
                    <a:pt x="1107" y="5819"/>
                    <a:pt x="1065" y="5819"/>
                  </a:cubicBezTo>
                  <a:cubicBezTo>
                    <a:pt x="1047" y="5819"/>
                    <a:pt x="1028" y="5813"/>
                    <a:pt x="1006" y="5796"/>
                  </a:cubicBezTo>
                  <a:cubicBezTo>
                    <a:pt x="973" y="5762"/>
                    <a:pt x="956" y="5746"/>
                    <a:pt x="942" y="5746"/>
                  </a:cubicBezTo>
                  <a:cubicBezTo>
                    <a:pt x="928" y="5746"/>
                    <a:pt x="916" y="5760"/>
                    <a:pt x="893" y="5788"/>
                  </a:cubicBezTo>
                  <a:cubicBezTo>
                    <a:pt x="860" y="5828"/>
                    <a:pt x="876" y="5877"/>
                    <a:pt x="917" y="5901"/>
                  </a:cubicBezTo>
                  <a:cubicBezTo>
                    <a:pt x="1026" y="5998"/>
                    <a:pt x="1049" y="6018"/>
                    <a:pt x="997" y="6018"/>
                  </a:cubicBezTo>
                  <a:cubicBezTo>
                    <a:pt x="983" y="6018"/>
                    <a:pt x="964" y="6016"/>
                    <a:pt x="941" y="6015"/>
                  </a:cubicBezTo>
                  <a:cubicBezTo>
                    <a:pt x="895" y="6000"/>
                    <a:pt x="856" y="5993"/>
                    <a:pt x="826" y="5993"/>
                  </a:cubicBezTo>
                  <a:cubicBezTo>
                    <a:pt x="736" y="5993"/>
                    <a:pt x="724" y="6057"/>
                    <a:pt x="803" y="6185"/>
                  </a:cubicBezTo>
                  <a:cubicBezTo>
                    <a:pt x="890" y="6248"/>
                    <a:pt x="925" y="6273"/>
                    <a:pt x="900" y="6273"/>
                  </a:cubicBezTo>
                  <a:cubicBezTo>
                    <a:pt x="883" y="6273"/>
                    <a:pt x="838" y="6261"/>
                    <a:pt x="763" y="6242"/>
                  </a:cubicBezTo>
                  <a:cubicBezTo>
                    <a:pt x="726" y="6213"/>
                    <a:pt x="684" y="6199"/>
                    <a:pt x="642" y="6199"/>
                  </a:cubicBezTo>
                  <a:cubicBezTo>
                    <a:pt x="601" y="6199"/>
                    <a:pt x="560" y="6213"/>
                    <a:pt x="528" y="6242"/>
                  </a:cubicBezTo>
                  <a:lnTo>
                    <a:pt x="601" y="6298"/>
                  </a:lnTo>
                  <a:cubicBezTo>
                    <a:pt x="747" y="6404"/>
                    <a:pt x="706" y="6461"/>
                    <a:pt x="584" y="6469"/>
                  </a:cubicBezTo>
                  <a:cubicBezTo>
                    <a:pt x="568" y="6455"/>
                    <a:pt x="553" y="6448"/>
                    <a:pt x="538" y="6448"/>
                  </a:cubicBezTo>
                  <a:cubicBezTo>
                    <a:pt x="495" y="6448"/>
                    <a:pt x="463" y="6513"/>
                    <a:pt x="463" y="6647"/>
                  </a:cubicBezTo>
                  <a:cubicBezTo>
                    <a:pt x="407" y="6735"/>
                    <a:pt x="370" y="6793"/>
                    <a:pt x="319" y="6793"/>
                  </a:cubicBezTo>
                  <a:cubicBezTo>
                    <a:pt x="303" y="6793"/>
                    <a:pt x="287" y="6788"/>
                    <a:pt x="268" y="6777"/>
                  </a:cubicBezTo>
                  <a:cubicBezTo>
                    <a:pt x="200" y="6734"/>
                    <a:pt x="162" y="6710"/>
                    <a:pt x="151" y="6710"/>
                  </a:cubicBezTo>
                  <a:cubicBezTo>
                    <a:pt x="136" y="6710"/>
                    <a:pt x="164" y="6748"/>
                    <a:pt x="228" y="6834"/>
                  </a:cubicBezTo>
                  <a:cubicBezTo>
                    <a:pt x="268" y="6947"/>
                    <a:pt x="268" y="6939"/>
                    <a:pt x="114" y="7020"/>
                  </a:cubicBezTo>
                  <a:cubicBezTo>
                    <a:pt x="1" y="7036"/>
                    <a:pt x="1" y="7036"/>
                    <a:pt x="41" y="7150"/>
                  </a:cubicBezTo>
                  <a:cubicBezTo>
                    <a:pt x="152" y="7211"/>
                    <a:pt x="225" y="7249"/>
                    <a:pt x="270" y="7249"/>
                  </a:cubicBezTo>
                  <a:cubicBezTo>
                    <a:pt x="291" y="7249"/>
                    <a:pt x="307" y="7241"/>
                    <a:pt x="317" y="7223"/>
                  </a:cubicBezTo>
                  <a:cubicBezTo>
                    <a:pt x="334" y="7188"/>
                    <a:pt x="342" y="7172"/>
                    <a:pt x="359" y="7172"/>
                  </a:cubicBezTo>
                  <a:cubicBezTo>
                    <a:pt x="373" y="7172"/>
                    <a:pt x="393" y="7184"/>
                    <a:pt x="430" y="7206"/>
                  </a:cubicBezTo>
                  <a:lnTo>
                    <a:pt x="357" y="7328"/>
                  </a:lnTo>
                  <a:cubicBezTo>
                    <a:pt x="309" y="7409"/>
                    <a:pt x="293" y="7515"/>
                    <a:pt x="309" y="7612"/>
                  </a:cubicBezTo>
                  <a:cubicBezTo>
                    <a:pt x="314" y="7712"/>
                    <a:pt x="381" y="7781"/>
                    <a:pt x="427" y="7781"/>
                  </a:cubicBezTo>
                  <a:cubicBezTo>
                    <a:pt x="456" y="7781"/>
                    <a:pt x="477" y="7755"/>
                    <a:pt x="471" y="7693"/>
                  </a:cubicBezTo>
                  <a:lnTo>
                    <a:pt x="463" y="7693"/>
                  </a:lnTo>
                  <a:lnTo>
                    <a:pt x="576" y="7677"/>
                  </a:lnTo>
                  <a:cubicBezTo>
                    <a:pt x="652" y="7717"/>
                    <a:pt x="711" y="7734"/>
                    <a:pt x="748" y="7734"/>
                  </a:cubicBezTo>
                  <a:cubicBezTo>
                    <a:pt x="830" y="7734"/>
                    <a:pt x="809" y="7652"/>
                    <a:pt x="641" y="7563"/>
                  </a:cubicBezTo>
                  <a:cubicBezTo>
                    <a:pt x="483" y="7470"/>
                    <a:pt x="431" y="7440"/>
                    <a:pt x="474" y="7440"/>
                  </a:cubicBezTo>
                  <a:cubicBezTo>
                    <a:pt x="494" y="7440"/>
                    <a:pt x="537" y="7447"/>
                    <a:pt x="601" y="7458"/>
                  </a:cubicBezTo>
                  <a:cubicBezTo>
                    <a:pt x="659" y="7491"/>
                    <a:pt x="699" y="7504"/>
                    <a:pt x="729" y="7504"/>
                  </a:cubicBezTo>
                  <a:cubicBezTo>
                    <a:pt x="779" y="7504"/>
                    <a:pt x="799" y="7469"/>
                    <a:pt x="820" y="7433"/>
                  </a:cubicBezTo>
                  <a:cubicBezTo>
                    <a:pt x="836" y="7404"/>
                    <a:pt x="845" y="7390"/>
                    <a:pt x="860" y="7390"/>
                  </a:cubicBezTo>
                  <a:cubicBezTo>
                    <a:pt x="874" y="7390"/>
                    <a:pt x="894" y="7402"/>
                    <a:pt x="933" y="7425"/>
                  </a:cubicBezTo>
                  <a:cubicBezTo>
                    <a:pt x="967" y="7448"/>
                    <a:pt x="1009" y="7458"/>
                    <a:pt x="1047" y="7458"/>
                  </a:cubicBezTo>
                  <a:cubicBezTo>
                    <a:pt x="1093" y="7458"/>
                    <a:pt x="1134" y="7444"/>
                    <a:pt x="1152" y="7417"/>
                  </a:cubicBezTo>
                  <a:cubicBezTo>
                    <a:pt x="1193" y="7361"/>
                    <a:pt x="1193" y="7361"/>
                    <a:pt x="1111" y="7312"/>
                  </a:cubicBezTo>
                  <a:cubicBezTo>
                    <a:pt x="1108" y="7312"/>
                    <a:pt x="1104" y="7312"/>
                    <a:pt x="1100" y="7312"/>
                  </a:cubicBezTo>
                  <a:cubicBezTo>
                    <a:pt x="1021" y="7312"/>
                    <a:pt x="1056" y="7243"/>
                    <a:pt x="1169" y="7243"/>
                  </a:cubicBezTo>
                  <a:cubicBezTo>
                    <a:pt x="1195" y="7243"/>
                    <a:pt x="1224" y="7246"/>
                    <a:pt x="1257" y="7255"/>
                  </a:cubicBezTo>
                  <a:cubicBezTo>
                    <a:pt x="1371" y="7255"/>
                    <a:pt x="1371" y="7255"/>
                    <a:pt x="1217" y="7150"/>
                  </a:cubicBezTo>
                  <a:cubicBezTo>
                    <a:pt x="1091" y="7070"/>
                    <a:pt x="1117" y="6980"/>
                    <a:pt x="1235" y="6980"/>
                  </a:cubicBezTo>
                  <a:cubicBezTo>
                    <a:pt x="1262" y="6980"/>
                    <a:pt x="1294" y="6985"/>
                    <a:pt x="1330" y="6996"/>
                  </a:cubicBezTo>
                  <a:lnTo>
                    <a:pt x="1403" y="6890"/>
                  </a:lnTo>
                  <a:cubicBezTo>
                    <a:pt x="1444" y="6842"/>
                    <a:pt x="1371" y="6785"/>
                    <a:pt x="1298" y="6736"/>
                  </a:cubicBezTo>
                  <a:cubicBezTo>
                    <a:pt x="1152" y="6623"/>
                    <a:pt x="1152" y="6623"/>
                    <a:pt x="1266" y="6623"/>
                  </a:cubicBezTo>
                  <a:cubicBezTo>
                    <a:pt x="1330" y="6623"/>
                    <a:pt x="1395" y="6647"/>
                    <a:pt x="1444" y="6688"/>
                  </a:cubicBezTo>
                  <a:cubicBezTo>
                    <a:pt x="1466" y="6704"/>
                    <a:pt x="1484" y="6711"/>
                    <a:pt x="1501" y="6711"/>
                  </a:cubicBezTo>
                  <a:cubicBezTo>
                    <a:pt x="1541" y="6711"/>
                    <a:pt x="1569" y="6673"/>
                    <a:pt x="1598" y="6639"/>
                  </a:cubicBezTo>
                  <a:cubicBezTo>
                    <a:pt x="1638" y="6590"/>
                    <a:pt x="1720" y="6493"/>
                    <a:pt x="1655" y="6436"/>
                  </a:cubicBezTo>
                  <a:lnTo>
                    <a:pt x="1655" y="6436"/>
                  </a:lnTo>
                  <a:lnTo>
                    <a:pt x="1720" y="6493"/>
                  </a:lnTo>
                  <a:cubicBezTo>
                    <a:pt x="1736" y="6477"/>
                    <a:pt x="1754" y="6473"/>
                    <a:pt x="1768" y="6473"/>
                  </a:cubicBezTo>
                  <a:cubicBezTo>
                    <a:pt x="1780" y="6473"/>
                    <a:pt x="1789" y="6475"/>
                    <a:pt x="1793" y="6475"/>
                  </a:cubicBezTo>
                  <a:cubicBezTo>
                    <a:pt x="1799" y="6475"/>
                    <a:pt x="1794" y="6470"/>
                    <a:pt x="1768" y="6444"/>
                  </a:cubicBezTo>
                  <a:cubicBezTo>
                    <a:pt x="1817" y="6404"/>
                    <a:pt x="1890" y="6371"/>
                    <a:pt x="1955" y="6363"/>
                  </a:cubicBezTo>
                  <a:cubicBezTo>
                    <a:pt x="2104" y="6340"/>
                    <a:pt x="2116" y="6087"/>
                    <a:pt x="1872" y="6087"/>
                  </a:cubicBezTo>
                  <a:cubicBezTo>
                    <a:pt x="1865" y="6087"/>
                    <a:pt x="1857" y="6087"/>
                    <a:pt x="1849" y="6088"/>
                  </a:cubicBezTo>
                  <a:cubicBezTo>
                    <a:pt x="1829" y="6108"/>
                    <a:pt x="1817" y="6120"/>
                    <a:pt x="1817" y="6120"/>
                  </a:cubicBezTo>
                  <a:cubicBezTo>
                    <a:pt x="1816" y="6120"/>
                    <a:pt x="1838" y="6096"/>
                    <a:pt x="1890" y="6039"/>
                  </a:cubicBezTo>
                  <a:cubicBezTo>
                    <a:pt x="1938" y="5998"/>
                    <a:pt x="1874" y="5934"/>
                    <a:pt x="1874" y="5934"/>
                  </a:cubicBezTo>
                  <a:cubicBezTo>
                    <a:pt x="1809" y="5869"/>
                    <a:pt x="1849" y="5820"/>
                    <a:pt x="1898" y="5771"/>
                  </a:cubicBezTo>
                  <a:lnTo>
                    <a:pt x="2028" y="5901"/>
                  </a:lnTo>
                  <a:cubicBezTo>
                    <a:pt x="2097" y="6013"/>
                    <a:pt x="2168" y="6066"/>
                    <a:pt x="2208" y="6066"/>
                  </a:cubicBezTo>
                  <a:cubicBezTo>
                    <a:pt x="2252" y="6066"/>
                    <a:pt x="2258" y="6000"/>
                    <a:pt x="2182" y="5877"/>
                  </a:cubicBezTo>
                  <a:lnTo>
                    <a:pt x="2182" y="5877"/>
                  </a:lnTo>
                  <a:cubicBezTo>
                    <a:pt x="2199" y="5894"/>
                    <a:pt x="2223" y="5918"/>
                    <a:pt x="2247" y="5942"/>
                  </a:cubicBezTo>
                  <a:cubicBezTo>
                    <a:pt x="2266" y="5961"/>
                    <a:pt x="2284" y="5971"/>
                    <a:pt x="2299" y="5971"/>
                  </a:cubicBezTo>
                  <a:cubicBezTo>
                    <a:pt x="2335" y="5971"/>
                    <a:pt x="2362" y="5919"/>
                    <a:pt x="2384" y="5812"/>
                  </a:cubicBezTo>
                  <a:cubicBezTo>
                    <a:pt x="2433" y="5771"/>
                    <a:pt x="2360" y="5593"/>
                    <a:pt x="2303" y="5520"/>
                  </a:cubicBezTo>
                  <a:cubicBezTo>
                    <a:pt x="2238" y="5455"/>
                    <a:pt x="2287" y="5407"/>
                    <a:pt x="2287" y="5407"/>
                  </a:cubicBezTo>
                  <a:cubicBezTo>
                    <a:pt x="2308" y="5389"/>
                    <a:pt x="2320" y="5379"/>
                    <a:pt x="2332" y="5379"/>
                  </a:cubicBezTo>
                  <a:cubicBezTo>
                    <a:pt x="2348" y="5379"/>
                    <a:pt x="2363" y="5397"/>
                    <a:pt x="2401" y="5439"/>
                  </a:cubicBezTo>
                  <a:cubicBezTo>
                    <a:pt x="2440" y="5484"/>
                    <a:pt x="2478" y="5505"/>
                    <a:pt x="2509" y="5505"/>
                  </a:cubicBezTo>
                  <a:cubicBezTo>
                    <a:pt x="2567" y="5505"/>
                    <a:pt x="2597" y="5431"/>
                    <a:pt x="2555" y="5309"/>
                  </a:cubicBezTo>
                  <a:lnTo>
                    <a:pt x="2555" y="5309"/>
                  </a:lnTo>
                  <a:lnTo>
                    <a:pt x="2611" y="5382"/>
                  </a:lnTo>
                  <a:cubicBezTo>
                    <a:pt x="2633" y="5410"/>
                    <a:pt x="2662" y="5431"/>
                    <a:pt x="2700" y="5431"/>
                  </a:cubicBezTo>
                  <a:cubicBezTo>
                    <a:pt x="2762" y="5431"/>
                    <a:pt x="2848" y="5377"/>
                    <a:pt x="2968" y="5212"/>
                  </a:cubicBezTo>
                  <a:cubicBezTo>
                    <a:pt x="3132" y="5099"/>
                    <a:pt x="3266" y="5010"/>
                    <a:pt x="3341" y="5010"/>
                  </a:cubicBezTo>
                  <a:cubicBezTo>
                    <a:pt x="3362" y="5010"/>
                    <a:pt x="3379" y="5017"/>
                    <a:pt x="3390" y="5034"/>
                  </a:cubicBezTo>
                  <a:cubicBezTo>
                    <a:pt x="3395" y="5042"/>
                    <a:pt x="3401" y="5045"/>
                    <a:pt x="3408" y="5045"/>
                  </a:cubicBezTo>
                  <a:cubicBezTo>
                    <a:pt x="3462" y="5045"/>
                    <a:pt x="3555" y="4799"/>
                    <a:pt x="3576" y="4604"/>
                  </a:cubicBezTo>
                  <a:cubicBezTo>
                    <a:pt x="3596" y="4633"/>
                    <a:pt x="3615" y="4646"/>
                    <a:pt x="3640" y="4646"/>
                  </a:cubicBezTo>
                  <a:cubicBezTo>
                    <a:pt x="3676" y="4646"/>
                    <a:pt x="3722" y="4618"/>
                    <a:pt x="3795" y="4580"/>
                  </a:cubicBezTo>
                  <a:cubicBezTo>
                    <a:pt x="3882" y="4534"/>
                    <a:pt x="3925" y="4512"/>
                    <a:pt x="3951" y="4512"/>
                  </a:cubicBezTo>
                  <a:cubicBezTo>
                    <a:pt x="3976" y="4512"/>
                    <a:pt x="3986" y="4532"/>
                    <a:pt x="4006" y="4571"/>
                  </a:cubicBezTo>
                  <a:cubicBezTo>
                    <a:pt x="4021" y="4661"/>
                    <a:pt x="4030" y="4707"/>
                    <a:pt x="4036" y="4707"/>
                  </a:cubicBezTo>
                  <a:cubicBezTo>
                    <a:pt x="4044" y="4707"/>
                    <a:pt x="4050" y="4653"/>
                    <a:pt x="4063" y="4539"/>
                  </a:cubicBezTo>
                  <a:cubicBezTo>
                    <a:pt x="4050" y="4437"/>
                    <a:pt x="4104" y="4389"/>
                    <a:pt x="4168" y="4389"/>
                  </a:cubicBezTo>
                  <a:cubicBezTo>
                    <a:pt x="4227" y="4389"/>
                    <a:pt x="4295" y="4429"/>
                    <a:pt x="4330" y="4507"/>
                  </a:cubicBezTo>
                  <a:cubicBezTo>
                    <a:pt x="4349" y="4545"/>
                    <a:pt x="4372" y="4559"/>
                    <a:pt x="4402" y="4559"/>
                  </a:cubicBezTo>
                  <a:cubicBezTo>
                    <a:pt x="4437" y="4559"/>
                    <a:pt x="4481" y="4541"/>
                    <a:pt x="4541" y="4515"/>
                  </a:cubicBezTo>
                  <a:cubicBezTo>
                    <a:pt x="4565" y="4409"/>
                    <a:pt x="4679" y="4344"/>
                    <a:pt x="4800" y="4304"/>
                  </a:cubicBezTo>
                  <a:cubicBezTo>
                    <a:pt x="4979" y="4239"/>
                    <a:pt x="4979" y="4239"/>
                    <a:pt x="4914" y="4069"/>
                  </a:cubicBezTo>
                  <a:cubicBezTo>
                    <a:pt x="4849" y="3899"/>
                    <a:pt x="4914" y="3874"/>
                    <a:pt x="5036" y="3834"/>
                  </a:cubicBezTo>
                  <a:cubicBezTo>
                    <a:pt x="5064" y="3823"/>
                    <a:pt x="5093" y="3814"/>
                    <a:pt x="5118" y="3814"/>
                  </a:cubicBezTo>
                  <a:cubicBezTo>
                    <a:pt x="5150" y="3814"/>
                    <a:pt x="5176" y="3829"/>
                    <a:pt x="5190" y="3874"/>
                  </a:cubicBezTo>
                  <a:cubicBezTo>
                    <a:pt x="5190" y="3874"/>
                    <a:pt x="5255" y="3928"/>
                    <a:pt x="5315" y="3928"/>
                  </a:cubicBezTo>
                  <a:cubicBezTo>
                    <a:pt x="5325" y="3928"/>
                    <a:pt x="5334" y="3926"/>
                    <a:pt x="5344" y="3923"/>
                  </a:cubicBezTo>
                  <a:cubicBezTo>
                    <a:pt x="5366" y="3916"/>
                    <a:pt x="5389" y="3910"/>
                    <a:pt x="5411" y="3910"/>
                  </a:cubicBezTo>
                  <a:cubicBezTo>
                    <a:pt x="5445" y="3910"/>
                    <a:pt x="5475" y="3925"/>
                    <a:pt x="5490" y="3980"/>
                  </a:cubicBezTo>
                  <a:cubicBezTo>
                    <a:pt x="5534" y="4007"/>
                    <a:pt x="5582" y="4020"/>
                    <a:pt x="5631" y="4020"/>
                  </a:cubicBezTo>
                  <a:cubicBezTo>
                    <a:pt x="5654" y="4020"/>
                    <a:pt x="5677" y="4017"/>
                    <a:pt x="5700" y="4012"/>
                  </a:cubicBezTo>
                  <a:cubicBezTo>
                    <a:pt x="5759" y="3996"/>
                    <a:pt x="5818" y="3983"/>
                    <a:pt x="5866" y="3983"/>
                  </a:cubicBezTo>
                  <a:cubicBezTo>
                    <a:pt x="5917" y="3983"/>
                    <a:pt x="5955" y="3998"/>
                    <a:pt x="5968" y="4044"/>
                  </a:cubicBezTo>
                  <a:cubicBezTo>
                    <a:pt x="6025" y="4028"/>
                    <a:pt x="6025" y="4028"/>
                    <a:pt x="6009" y="3939"/>
                  </a:cubicBezTo>
                  <a:cubicBezTo>
                    <a:pt x="5988" y="3871"/>
                    <a:pt x="6019" y="3781"/>
                    <a:pt x="6184" y="3781"/>
                  </a:cubicBezTo>
                  <a:cubicBezTo>
                    <a:pt x="6217" y="3781"/>
                    <a:pt x="6256" y="3785"/>
                    <a:pt x="6300" y="3793"/>
                  </a:cubicBezTo>
                  <a:cubicBezTo>
                    <a:pt x="6430" y="3769"/>
                    <a:pt x="6617" y="3744"/>
                    <a:pt x="6609" y="3655"/>
                  </a:cubicBezTo>
                  <a:cubicBezTo>
                    <a:pt x="6624" y="3653"/>
                    <a:pt x="6635" y="3652"/>
                    <a:pt x="6644" y="3652"/>
                  </a:cubicBezTo>
                  <a:cubicBezTo>
                    <a:pt x="6674" y="3652"/>
                    <a:pt x="6675" y="3668"/>
                    <a:pt x="6681" y="3736"/>
                  </a:cubicBezTo>
                  <a:cubicBezTo>
                    <a:pt x="6693" y="3822"/>
                    <a:pt x="6727" y="3864"/>
                    <a:pt x="6772" y="3864"/>
                  </a:cubicBezTo>
                  <a:cubicBezTo>
                    <a:pt x="6820" y="3864"/>
                    <a:pt x="6882" y="3814"/>
                    <a:pt x="6941" y="3712"/>
                  </a:cubicBezTo>
                  <a:cubicBezTo>
                    <a:pt x="6937" y="3665"/>
                    <a:pt x="6952" y="3641"/>
                    <a:pt x="6978" y="3641"/>
                  </a:cubicBezTo>
                  <a:cubicBezTo>
                    <a:pt x="7001" y="3641"/>
                    <a:pt x="7032" y="3661"/>
                    <a:pt x="7063" y="3704"/>
                  </a:cubicBezTo>
                  <a:cubicBezTo>
                    <a:pt x="7119" y="3688"/>
                    <a:pt x="7160" y="3655"/>
                    <a:pt x="7184" y="3607"/>
                  </a:cubicBezTo>
                  <a:cubicBezTo>
                    <a:pt x="7217" y="3562"/>
                    <a:pt x="7233" y="3540"/>
                    <a:pt x="7257" y="3540"/>
                  </a:cubicBezTo>
                  <a:cubicBezTo>
                    <a:pt x="7281" y="3540"/>
                    <a:pt x="7314" y="3562"/>
                    <a:pt x="7379" y="3607"/>
                  </a:cubicBezTo>
                  <a:cubicBezTo>
                    <a:pt x="7385" y="3675"/>
                    <a:pt x="7425" y="3691"/>
                    <a:pt x="7469" y="3691"/>
                  </a:cubicBezTo>
                  <a:cubicBezTo>
                    <a:pt x="7482" y="3691"/>
                    <a:pt x="7495" y="3690"/>
                    <a:pt x="7508" y="3688"/>
                  </a:cubicBezTo>
                  <a:cubicBezTo>
                    <a:pt x="7557" y="3651"/>
                    <a:pt x="7689" y="3635"/>
                    <a:pt x="7837" y="3635"/>
                  </a:cubicBezTo>
                  <a:cubicBezTo>
                    <a:pt x="8081" y="3635"/>
                    <a:pt x="8370" y="3679"/>
                    <a:pt x="8400" y="3744"/>
                  </a:cubicBezTo>
                  <a:cubicBezTo>
                    <a:pt x="8462" y="3683"/>
                    <a:pt x="8477" y="3668"/>
                    <a:pt x="8509" y="3668"/>
                  </a:cubicBezTo>
                  <a:cubicBezTo>
                    <a:pt x="8519" y="3668"/>
                    <a:pt x="8531" y="3670"/>
                    <a:pt x="8546" y="3671"/>
                  </a:cubicBezTo>
                  <a:cubicBezTo>
                    <a:pt x="8559" y="3747"/>
                    <a:pt x="8581" y="3780"/>
                    <a:pt x="8603" y="3780"/>
                  </a:cubicBezTo>
                  <a:cubicBezTo>
                    <a:pt x="8635" y="3780"/>
                    <a:pt x="8670" y="3709"/>
                    <a:pt x="8684" y="3599"/>
                  </a:cubicBezTo>
                  <a:lnTo>
                    <a:pt x="8619" y="3590"/>
                  </a:lnTo>
                  <a:lnTo>
                    <a:pt x="8554" y="3582"/>
                  </a:lnTo>
                  <a:cubicBezTo>
                    <a:pt x="8564" y="3506"/>
                    <a:pt x="8604" y="3467"/>
                    <a:pt x="8645" y="3467"/>
                  </a:cubicBezTo>
                  <a:cubicBezTo>
                    <a:pt x="8703" y="3467"/>
                    <a:pt x="8761" y="3546"/>
                    <a:pt x="8733" y="3704"/>
                  </a:cubicBezTo>
                  <a:cubicBezTo>
                    <a:pt x="8749" y="3803"/>
                    <a:pt x="8757" y="3850"/>
                    <a:pt x="8774" y="3850"/>
                  </a:cubicBezTo>
                  <a:cubicBezTo>
                    <a:pt x="8791" y="3850"/>
                    <a:pt x="8815" y="3807"/>
                    <a:pt x="8862" y="3728"/>
                  </a:cubicBezTo>
                  <a:cubicBezTo>
                    <a:pt x="8908" y="3649"/>
                    <a:pt x="8946" y="3610"/>
                    <a:pt x="8977" y="3610"/>
                  </a:cubicBezTo>
                  <a:cubicBezTo>
                    <a:pt x="9011" y="3610"/>
                    <a:pt x="9036" y="3661"/>
                    <a:pt x="9049" y="3761"/>
                  </a:cubicBezTo>
                  <a:cubicBezTo>
                    <a:pt x="9032" y="3852"/>
                    <a:pt x="9024" y="3897"/>
                    <a:pt x="9033" y="3897"/>
                  </a:cubicBezTo>
                  <a:cubicBezTo>
                    <a:pt x="9042" y="3897"/>
                    <a:pt x="9066" y="3856"/>
                    <a:pt x="9114" y="3777"/>
                  </a:cubicBezTo>
                  <a:cubicBezTo>
                    <a:pt x="9219" y="3608"/>
                    <a:pt x="9332" y="3516"/>
                    <a:pt x="9401" y="3516"/>
                  </a:cubicBezTo>
                  <a:cubicBezTo>
                    <a:pt x="9465" y="3516"/>
                    <a:pt x="9493" y="3594"/>
                    <a:pt x="9446" y="3761"/>
                  </a:cubicBezTo>
                  <a:cubicBezTo>
                    <a:pt x="9406" y="3939"/>
                    <a:pt x="9446" y="4044"/>
                    <a:pt x="9503" y="4061"/>
                  </a:cubicBezTo>
                  <a:cubicBezTo>
                    <a:pt x="9508" y="4062"/>
                    <a:pt x="9513" y="4063"/>
                    <a:pt x="9518" y="4063"/>
                  </a:cubicBezTo>
                  <a:cubicBezTo>
                    <a:pt x="9572" y="4063"/>
                    <a:pt x="9594" y="3981"/>
                    <a:pt x="9617" y="3899"/>
                  </a:cubicBezTo>
                  <a:cubicBezTo>
                    <a:pt x="9609" y="3809"/>
                    <a:pt x="9619" y="3766"/>
                    <a:pt x="9639" y="3766"/>
                  </a:cubicBezTo>
                  <a:cubicBezTo>
                    <a:pt x="9662" y="3766"/>
                    <a:pt x="9699" y="3825"/>
                    <a:pt x="9738" y="3939"/>
                  </a:cubicBezTo>
                  <a:cubicBezTo>
                    <a:pt x="9809" y="4158"/>
                    <a:pt x="9881" y="4241"/>
                    <a:pt x="9995" y="4241"/>
                  </a:cubicBezTo>
                  <a:cubicBezTo>
                    <a:pt x="10049" y="4241"/>
                    <a:pt x="10114" y="4222"/>
                    <a:pt x="10192" y="4190"/>
                  </a:cubicBezTo>
                  <a:cubicBezTo>
                    <a:pt x="10277" y="4170"/>
                    <a:pt x="10353" y="4161"/>
                    <a:pt x="10413" y="4161"/>
                  </a:cubicBezTo>
                  <a:cubicBezTo>
                    <a:pt x="10563" y="4161"/>
                    <a:pt x="10607" y="4218"/>
                    <a:pt x="10427" y="4288"/>
                  </a:cubicBezTo>
                  <a:cubicBezTo>
                    <a:pt x="10309" y="4365"/>
                    <a:pt x="10266" y="4393"/>
                    <a:pt x="10289" y="4393"/>
                  </a:cubicBezTo>
                  <a:cubicBezTo>
                    <a:pt x="10303" y="4393"/>
                    <a:pt x="10338" y="4384"/>
                    <a:pt x="10395" y="4369"/>
                  </a:cubicBezTo>
                  <a:cubicBezTo>
                    <a:pt x="10516" y="4409"/>
                    <a:pt x="10622" y="4474"/>
                    <a:pt x="10679" y="4498"/>
                  </a:cubicBezTo>
                  <a:cubicBezTo>
                    <a:pt x="10688" y="4502"/>
                    <a:pt x="10698" y="4504"/>
                    <a:pt x="10708" y="4504"/>
                  </a:cubicBezTo>
                  <a:cubicBezTo>
                    <a:pt x="10765" y="4504"/>
                    <a:pt x="10839" y="4453"/>
                    <a:pt x="10873" y="4385"/>
                  </a:cubicBezTo>
                  <a:lnTo>
                    <a:pt x="10873" y="4385"/>
                  </a:lnTo>
                  <a:cubicBezTo>
                    <a:pt x="10861" y="4529"/>
                    <a:pt x="10897" y="4644"/>
                    <a:pt x="11003" y="4644"/>
                  </a:cubicBezTo>
                  <a:cubicBezTo>
                    <a:pt x="11035" y="4644"/>
                    <a:pt x="11072" y="4634"/>
                    <a:pt x="11116" y="4612"/>
                  </a:cubicBezTo>
                  <a:lnTo>
                    <a:pt x="11230" y="4669"/>
                  </a:lnTo>
                  <a:cubicBezTo>
                    <a:pt x="11255" y="4683"/>
                    <a:pt x="11270" y="4691"/>
                    <a:pt x="11286" y="4691"/>
                  </a:cubicBezTo>
                  <a:cubicBezTo>
                    <a:pt x="11306" y="4691"/>
                    <a:pt x="11330" y="4679"/>
                    <a:pt x="11384" y="4653"/>
                  </a:cubicBezTo>
                  <a:cubicBezTo>
                    <a:pt x="11401" y="4645"/>
                    <a:pt x="11416" y="4641"/>
                    <a:pt x="11428" y="4641"/>
                  </a:cubicBezTo>
                  <a:cubicBezTo>
                    <a:pt x="11492" y="4641"/>
                    <a:pt x="11499" y="4736"/>
                    <a:pt x="11506" y="4831"/>
                  </a:cubicBezTo>
                  <a:cubicBezTo>
                    <a:pt x="11512" y="4918"/>
                    <a:pt x="11513" y="5001"/>
                    <a:pt x="11536" y="5001"/>
                  </a:cubicBezTo>
                  <a:cubicBezTo>
                    <a:pt x="11543" y="5001"/>
                    <a:pt x="11551" y="4994"/>
                    <a:pt x="11562" y="4977"/>
                  </a:cubicBezTo>
                  <a:cubicBezTo>
                    <a:pt x="11611" y="4896"/>
                    <a:pt x="11765" y="4888"/>
                    <a:pt x="11870" y="4847"/>
                  </a:cubicBezTo>
                  <a:cubicBezTo>
                    <a:pt x="11886" y="4841"/>
                    <a:pt x="11899" y="4839"/>
                    <a:pt x="11910" y="4839"/>
                  </a:cubicBezTo>
                  <a:cubicBezTo>
                    <a:pt x="11974" y="4839"/>
                    <a:pt x="11962" y="4926"/>
                    <a:pt x="11879" y="4961"/>
                  </a:cubicBezTo>
                  <a:cubicBezTo>
                    <a:pt x="11830" y="5034"/>
                    <a:pt x="11830" y="5034"/>
                    <a:pt x="11879" y="5180"/>
                  </a:cubicBezTo>
                  <a:cubicBezTo>
                    <a:pt x="11912" y="5208"/>
                    <a:pt x="11973" y="5251"/>
                    <a:pt x="12023" y="5251"/>
                  </a:cubicBezTo>
                  <a:cubicBezTo>
                    <a:pt x="12046" y="5251"/>
                    <a:pt x="12066" y="5243"/>
                    <a:pt x="12081" y="5220"/>
                  </a:cubicBezTo>
                  <a:cubicBezTo>
                    <a:pt x="12089" y="5209"/>
                    <a:pt x="12102" y="5203"/>
                    <a:pt x="12119" y="5203"/>
                  </a:cubicBezTo>
                  <a:cubicBezTo>
                    <a:pt x="12219" y="5203"/>
                    <a:pt x="12445" y="5391"/>
                    <a:pt x="12438" y="5496"/>
                  </a:cubicBezTo>
                  <a:lnTo>
                    <a:pt x="12535" y="5569"/>
                  </a:lnTo>
                  <a:cubicBezTo>
                    <a:pt x="12584" y="5609"/>
                    <a:pt x="12689" y="5585"/>
                    <a:pt x="12738" y="5634"/>
                  </a:cubicBezTo>
                  <a:cubicBezTo>
                    <a:pt x="12764" y="5649"/>
                    <a:pt x="12797" y="5658"/>
                    <a:pt x="12832" y="5658"/>
                  </a:cubicBezTo>
                  <a:cubicBezTo>
                    <a:pt x="12852" y="5658"/>
                    <a:pt x="12872" y="5656"/>
                    <a:pt x="12892" y="5650"/>
                  </a:cubicBezTo>
                  <a:cubicBezTo>
                    <a:pt x="12941" y="5690"/>
                    <a:pt x="12989" y="5739"/>
                    <a:pt x="12924" y="5804"/>
                  </a:cubicBezTo>
                  <a:cubicBezTo>
                    <a:pt x="12995" y="5767"/>
                    <a:pt x="13036" y="5745"/>
                    <a:pt x="13055" y="5745"/>
                  </a:cubicBezTo>
                  <a:cubicBezTo>
                    <a:pt x="13081" y="5745"/>
                    <a:pt x="13061" y="5789"/>
                    <a:pt x="13014" y="5893"/>
                  </a:cubicBezTo>
                  <a:cubicBezTo>
                    <a:pt x="12946" y="5965"/>
                    <a:pt x="12916" y="5997"/>
                    <a:pt x="12932" y="5997"/>
                  </a:cubicBezTo>
                  <a:cubicBezTo>
                    <a:pt x="12945" y="5997"/>
                    <a:pt x="12987" y="5977"/>
                    <a:pt x="13062" y="5942"/>
                  </a:cubicBezTo>
                  <a:cubicBezTo>
                    <a:pt x="13096" y="5934"/>
                    <a:pt x="13118" y="5929"/>
                    <a:pt x="13134" y="5929"/>
                  </a:cubicBezTo>
                  <a:cubicBezTo>
                    <a:pt x="13166" y="5929"/>
                    <a:pt x="13163" y="5953"/>
                    <a:pt x="13151" y="6031"/>
                  </a:cubicBezTo>
                  <a:cubicBezTo>
                    <a:pt x="13108" y="6074"/>
                    <a:pt x="13112" y="6110"/>
                    <a:pt x="13138" y="6110"/>
                  </a:cubicBezTo>
                  <a:cubicBezTo>
                    <a:pt x="13151" y="6110"/>
                    <a:pt x="13170" y="6101"/>
                    <a:pt x="13192" y="6079"/>
                  </a:cubicBezTo>
                  <a:cubicBezTo>
                    <a:pt x="13240" y="6058"/>
                    <a:pt x="13290" y="6048"/>
                    <a:pt x="13334" y="6048"/>
                  </a:cubicBezTo>
                  <a:cubicBezTo>
                    <a:pt x="13455" y="6048"/>
                    <a:pt x="13536" y="6118"/>
                    <a:pt x="13435" y="6201"/>
                  </a:cubicBezTo>
                  <a:cubicBezTo>
                    <a:pt x="13465" y="6231"/>
                    <a:pt x="13504" y="6248"/>
                    <a:pt x="13546" y="6248"/>
                  </a:cubicBezTo>
                  <a:cubicBezTo>
                    <a:pt x="13560" y="6248"/>
                    <a:pt x="13575" y="6246"/>
                    <a:pt x="13589" y="6242"/>
                  </a:cubicBezTo>
                  <a:cubicBezTo>
                    <a:pt x="13665" y="6214"/>
                    <a:pt x="13708" y="6198"/>
                    <a:pt x="13723" y="6198"/>
                  </a:cubicBezTo>
                  <a:cubicBezTo>
                    <a:pt x="13743" y="6198"/>
                    <a:pt x="13710" y="6228"/>
                    <a:pt x="13630" y="6298"/>
                  </a:cubicBezTo>
                  <a:cubicBezTo>
                    <a:pt x="13560" y="6414"/>
                    <a:pt x="13561" y="6472"/>
                    <a:pt x="13632" y="6472"/>
                  </a:cubicBezTo>
                  <a:cubicBezTo>
                    <a:pt x="13661" y="6472"/>
                    <a:pt x="13701" y="6463"/>
                    <a:pt x="13751" y="6444"/>
                  </a:cubicBezTo>
                  <a:cubicBezTo>
                    <a:pt x="13751" y="6444"/>
                    <a:pt x="13865" y="6444"/>
                    <a:pt x="13833" y="6550"/>
                  </a:cubicBezTo>
                  <a:cubicBezTo>
                    <a:pt x="13839" y="6685"/>
                    <a:pt x="13941" y="6960"/>
                    <a:pt x="14041" y="6960"/>
                  </a:cubicBezTo>
                  <a:cubicBezTo>
                    <a:pt x="14061" y="6960"/>
                    <a:pt x="14081" y="6949"/>
                    <a:pt x="14100" y="6923"/>
                  </a:cubicBezTo>
                  <a:cubicBezTo>
                    <a:pt x="14133" y="6955"/>
                    <a:pt x="14157" y="6996"/>
                    <a:pt x="14173" y="7036"/>
                  </a:cubicBezTo>
                  <a:cubicBezTo>
                    <a:pt x="14165" y="7190"/>
                    <a:pt x="14206" y="7247"/>
                    <a:pt x="14311" y="7255"/>
                  </a:cubicBezTo>
                  <a:lnTo>
                    <a:pt x="14424" y="7263"/>
                  </a:lnTo>
                  <a:cubicBezTo>
                    <a:pt x="14343" y="7312"/>
                    <a:pt x="14303" y="7417"/>
                    <a:pt x="14335" y="7474"/>
                  </a:cubicBezTo>
                  <a:cubicBezTo>
                    <a:pt x="14352" y="7499"/>
                    <a:pt x="14360" y="7512"/>
                    <a:pt x="14375" y="7512"/>
                  </a:cubicBezTo>
                  <a:cubicBezTo>
                    <a:pt x="14388" y="7512"/>
                    <a:pt x="14406" y="7501"/>
                    <a:pt x="14441" y="7482"/>
                  </a:cubicBezTo>
                  <a:cubicBezTo>
                    <a:pt x="14460" y="7439"/>
                    <a:pt x="14478" y="7423"/>
                    <a:pt x="14493" y="7423"/>
                  </a:cubicBezTo>
                  <a:cubicBezTo>
                    <a:pt x="14516" y="7423"/>
                    <a:pt x="14535" y="7457"/>
                    <a:pt x="14554" y="7490"/>
                  </a:cubicBezTo>
                  <a:cubicBezTo>
                    <a:pt x="14587" y="7555"/>
                    <a:pt x="14538" y="7652"/>
                    <a:pt x="14457" y="7693"/>
                  </a:cubicBezTo>
                  <a:lnTo>
                    <a:pt x="14489" y="7750"/>
                  </a:lnTo>
                  <a:cubicBezTo>
                    <a:pt x="14549" y="7720"/>
                    <a:pt x="14592" y="7708"/>
                    <a:pt x="14617" y="7708"/>
                  </a:cubicBezTo>
                  <a:cubicBezTo>
                    <a:pt x="14660" y="7708"/>
                    <a:pt x="14654" y="7740"/>
                    <a:pt x="14603" y="7766"/>
                  </a:cubicBezTo>
                  <a:cubicBezTo>
                    <a:pt x="14562" y="7831"/>
                    <a:pt x="14562" y="7920"/>
                    <a:pt x="14603" y="7985"/>
                  </a:cubicBezTo>
                  <a:cubicBezTo>
                    <a:pt x="14618" y="7977"/>
                    <a:pt x="14628" y="7975"/>
                    <a:pt x="14635" y="7975"/>
                  </a:cubicBezTo>
                  <a:cubicBezTo>
                    <a:pt x="14657" y="7975"/>
                    <a:pt x="14645" y="8003"/>
                    <a:pt x="14627" y="8003"/>
                  </a:cubicBezTo>
                  <a:cubicBezTo>
                    <a:pt x="14619" y="8003"/>
                    <a:pt x="14610" y="7998"/>
                    <a:pt x="14603" y="7985"/>
                  </a:cubicBezTo>
                  <a:lnTo>
                    <a:pt x="14522" y="8025"/>
                  </a:lnTo>
                  <a:cubicBezTo>
                    <a:pt x="14499" y="8070"/>
                    <a:pt x="14504" y="8086"/>
                    <a:pt x="14524" y="8086"/>
                  </a:cubicBezTo>
                  <a:cubicBezTo>
                    <a:pt x="14547" y="8086"/>
                    <a:pt x="14591" y="8064"/>
                    <a:pt x="14635" y="8042"/>
                  </a:cubicBezTo>
                  <a:cubicBezTo>
                    <a:pt x="14635" y="8042"/>
                    <a:pt x="14660" y="8098"/>
                    <a:pt x="14692" y="8155"/>
                  </a:cubicBezTo>
                  <a:cubicBezTo>
                    <a:pt x="14707" y="8190"/>
                    <a:pt x="14724" y="8224"/>
                    <a:pt x="14747" y="8224"/>
                  </a:cubicBezTo>
                  <a:cubicBezTo>
                    <a:pt x="14762" y="8224"/>
                    <a:pt x="14778" y="8210"/>
                    <a:pt x="14797" y="8171"/>
                  </a:cubicBezTo>
                  <a:cubicBezTo>
                    <a:pt x="14848" y="8146"/>
                    <a:pt x="14901" y="8121"/>
                    <a:pt x="14940" y="8121"/>
                  </a:cubicBezTo>
                  <a:cubicBezTo>
                    <a:pt x="14964" y="8121"/>
                    <a:pt x="14983" y="8130"/>
                    <a:pt x="14992" y="8155"/>
                  </a:cubicBezTo>
                  <a:cubicBezTo>
                    <a:pt x="15007" y="8148"/>
                    <a:pt x="15017" y="8145"/>
                    <a:pt x="15024" y="8145"/>
                  </a:cubicBezTo>
                  <a:cubicBezTo>
                    <a:pt x="15045" y="8145"/>
                    <a:pt x="15030" y="8173"/>
                    <a:pt x="15013" y="8173"/>
                  </a:cubicBezTo>
                  <a:cubicBezTo>
                    <a:pt x="15005" y="8173"/>
                    <a:pt x="14998" y="8169"/>
                    <a:pt x="14992" y="8155"/>
                  </a:cubicBezTo>
                  <a:cubicBezTo>
                    <a:pt x="14911" y="8187"/>
                    <a:pt x="14830" y="8228"/>
                    <a:pt x="14854" y="8293"/>
                  </a:cubicBezTo>
                  <a:cubicBezTo>
                    <a:pt x="14887" y="8350"/>
                    <a:pt x="14797" y="8382"/>
                    <a:pt x="14797" y="8382"/>
                  </a:cubicBezTo>
                  <a:cubicBezTo>
                    <a:pt x="14611" y="8406"/>
                    <a:pt x="14797" y="8601"/>
                    <a:pt x="14903" y="8617"/>
                  </a:cubicBezTo>
                  <a:cubicBezTo>
                    <a:pt x="15122" y="8658"/>
                    <a:pt x="15146" y="8723"/>
                    <a:pt x="14984" y="8796"/>
                  </a:cubicBezTo>
                  <a:cubicBezTo>
                    <a:pt x="14865" y="8847"/>
                    <a:pt x="14936" y="8882"/>
                    <a:pt x="15083" y="8882"/>
                  </a:cubicBezTo>
                  <a:cubicBezTo>
                    <a:pt x="15147" y="8882"/>
                    <a:pt x="15225" y="8875"/>
                    <a:pt x="15308" y="8860"/>
                  </a:cubicBezTo>
                  <a:lnTo>
                    <a:pt x="15584" y="8820"/>
                  </a:lnTo>
                  <a:lnTo>
                    <a:pt x="15332" y="8925"/>
                  </a:lnTo>
                  <a:cubicBezTo>
                    <a:pt x="15024" y="9128"/>
                    <a:pt x="15024" y="9120"/>
                    <a:pt x="15260" y="9233"/>
                  </a:cubicBezTo>
                  <a:cubicBezTo>
                    <a:pt x="15397" y="9314"/>
                    <a:pt x="15397" y="9314"/>
                    <a:pt x="15308" y="9347"/>
                  </a:cubicBezTo>
                  <a:cubicBezTo>
                    <a:pt x="15227" y="9379"/>
                    <a:pt x="15251" y="9444"/>
                    <a:pt x="15324" y="9614"/>
                  </a:cubicBezTo>
                  <a:cubicBezTo>
                    <a:pt x="15377" y="9759"/>
                    <a:pt x="15403" y="9829"/>
                    <a:pt x="15458" y="9829"/>
                  </a:cubicBezTo>
                  <a:cubicBezTo>
                    <a:pt x="15471" y="9829"/>
                    <a:pt x="15486" y="9825"/>
                    <a:pt x="15503" y="9817"/>
                  </a:cubicBezTo>
                  <a:cubicBezTo>
                    <a:pt x="15503" y="9817"/>
                    <a:pt x="15527" y="9882"/>
                    <a:pt x="15543" y="9939"/>
                  </a:cubicBezTo>
                  <a:cubicBezTo>
                    <a:pt x="15455" y="10022"/>
                    <a:pt x="15477" y="10086"/>
                    <a:pt x="15543" y="10086"/>
                  </a:cubicBezTo>
                  <a:cubicBezTo>
                    <a:pt x="15579" y="10086"/>
                    <a:pt x="15629" y="10066"/>
                    <a:pt x="15681" y="10020"/>
                  </a:cubicBezTo>
                  <a:lnTo>
                    <a:pt x="15730" y="10133"/>
                  </a:lnTo>
                  <a:lnTo>
                    <a:pt x="15641" y="10174"/>
                  </a:lnTo>
                  <a:cubicBezTo>
                    <a:pt x="15559" y="10206"/>
                    <a:pt x="15600" y="10328"/>
                    <a:pt x="15803" y="10790"/>
                  </a:cubicBezTo>
                  <a:cubicBezTo>
                    <a:pt x="15977" y="11189"/>
                    <a:pt x="16037" y="11315"/>
                    <a:pt x="16129" y="11315"/>
                  </a:cubicBezTo>
                  <a:cubicBezTo>
                    <a:pt x="16156" y="11315"/>
                    <a:pt x="16187" y="11303"/>
                    <a:pt x="16224" y="11285"/>
                  </a:cubicBezTo>
                  <a:cubicBezTo>
                    <a:pt x="16254" y="11281"/>
                    <a:pt x="16279" y="11279"/>
                    <a:pt x="16301" y="11279"/>
                  </a:cubicBezTo>
                  <a:cubicBezTo>
                    <a:pt x="16414" y="11279"/>
                    <a:pt x="16409" y="11330"/>
                    <a:pt x="16273" y="11398"/>
                  </a:cubicBezTo>
                  <a:cubicBezTo>
                    <a:pt x="16205" y="11432"/>
                    <a:pt x="16160" y="11505"/>
                    <a:pt x="16194" y="11505"/>
                  </a:cubicBezTo>
                  <a:cubicBezTo>
                    <a:pt x="16201" y="11505"/>
                    <a:pt x="16211" y="11502"/>
                    <a:pt x="16224" y="11495"/>
                  </a:cubicBezTo>
                  <a:cubicBezTo>
                    <a:pt x="16249" y="11560"/>
                    <a:pt x="16257" y="11633"/>
                    <a:pt x="16224" y="11706"/>
                  </a:cubicBezTo>
                  <a:cubicBezTo>
                    <a:pt x="16171" y="11888"/>
                    <a:pt x="16216" y="11947"/>
                    <a:pt x="16273" y="11947"/>
                  </a:cubicBezTo>
                  <a:cubicBezTo>
                    <a:pt x="16295" y="11947"/>
                    <a:pt x="16318" y="11939"/>
                    <a:pt x="16338" y="11925"/>
                  </a:cubicBezTo>
                  <a:cubicBezTo>
                    <a:pt x="16385" y="11872"/>
                    <a:pt x="16409" y="11851"/>
                    <a:pt x="16417" y="11851"/>
                  </a:cubicBezTo>
                  <a:cubicBezTo>
                    <a:pt x="16432" y="11851"/>
                    <a:pt x="16401" y="11915"/>
                    <a:pt x="16370" y="11982"/>
                  </a:cubicBezTo>
                  <a:cubicBezTo>
                    <a:pt x="16329" y="12064"/>
                    <a:pt x="16294" y="12145"/>
                    <a:pt x="16327" y="12145"/>
                  </a:cubicBezTo>
                  <a:cubicBezTo>
                    <a:pt x="16334" y="12145"/>
                    <a:pt x="16342" y="12142"/>
                    <a:pt x="16354" y="12136"/>
                  </a:cubicBezTo>
                  <a:cubicBezTo>
                    <a:pt x="16468" y="12144"/>
                    <a:pt x="16735" y="12412"/>
                    <a:pt x="16589" y="12509"/>
                  </a:cubicBezTo>
                  <a:lnTo>
                    <a:pt x="16662" y="12614"/>
                  </a:lnTo>
                  <a:cubicBezTo>
                    <a:pt x="16675" y="12606"/>
                    <a:pt x="16687" y="12602"/>
                    <a:pt x="16700" y="12602"/>
                  </a:cubicBezTo>
                  <a:cubicBezTo>
                    <a:pt x="16758" y="12602"/>
                    <a:pt x="16814" y="12688"/>
                    <a:pt x="16881" y="12768"/>
                  </a:cubicBezTo>
                  <a:cubicBezTo>
                    <a:pt x="16954" y="12874"/>
                    <a:pt x="16986" y="12922"/>
                    <a:pt x="16913" y="12979"/>
                  </a:cubicBezTo>
                  <a:cubicBezTo>
                    <a:pt x="16808" y="12979"/>
                    <a:pt x="16841" y="13036"/>
                    <a:pt x="16995" y="13076"/>
                  </a:cubicBezTo>
                  <a:cubicBezTo>
                    <a:pt x="17007" y="13092"/>
                    <a:pt x="17033" y="13096"/>
                    <a:pt x="17064" y="13096"/>
                  </a:cubicBezTo>
                  <a:cubicBezTo>
                    <a:pt x="17102" y="13096"/>
                    <a:pt x="17147" y="13090"/>
                    <a:pt x="17184" y="13090"/>
                  </a:cubicBezTo>
                  <a:cubicBezTo>
                    <a:pt x="17215" y="13090"/>
                    <a:pt x="17241" y="13094"/>
                    <a:pt x="17254" y="13109"/>
                  </a:cubicBezTo>
                  <a:cubicBezTo>
                    <a:pt x="17294" y="13074"/>
                    <a:pt x="17354" y="13054"/>
                    <a:pt x="17402" y="13054"/>
                  </a:cubicBezTo>
                  <a:cubicBezTo>
                    <a:pt x="17432" y="13054"/>
                    <a:pt x="17458" y="13061"/>
                    <a:pt x="17473" y="13076"/>
                  </a:cubicBezTo>
                  <a:lnTo>
                    <a:pt x="17400" y="13141"/>
                  </a:lnTo>
                  <a:lnTo>
                    <a:pt x="17270" y="13263"/>
                  </a:lnTo>
                  <a:cubicBezTo>
                    <a:pt x="17297" y="13295"/>
                    <a:pt x="17323" y="13323"/>
                    <a:pt x="17356" y="13323"/>
                  </a:cubicBezTo>
                  <a:cubicBezTo>
                    <a:pt x="17374" y="13323"/>
                    <a:pt x="17394" y="13315"/>
                    <a:pt x="17416" y="13295"/>
                  </a:cubicBezTo>
                  <a:lnTo>
                    <a:pt x="17416" y="13295"/>
                  </a:lnTo>
                  <a:cubicBezTo>
                    <a:pt x="17392" y="13401"/>
                    <a:pt x="17432" y="13449"/>
                    <a:pt x="17522" y="13539"/>
                  </a:cubicBezTo>
                  <a:cubicBezTo>
                    <a:pt x="17600" y="13617"/>
                    <a:pt x="17684" y="13689"/>
                    <a:pt x="17775" y="13689"/>
                  </a:cubicBezTo>
                  <a:cubicBezTo>
                    <a:pt x="17788" y="13689"/>
                    <a:pt x="17801" y="13688"/>
                    <a:pt x="17813" y="13685"/>
                  </a:cubicBezTo>
                  <a:lnTo>
                    <a:pt x="17813" y="13685"/>
                  </a:lnTo>
                  <a:cubicBezTo>
                    <a:pt x="17747" y="13831"/>
                    <a:pt x="17938" y="14022"/>
                    <a:pt x="18098" y="14022"/>
                  </a:cubicBezTo>
                  <a:cubicBezTo>
                    <a:pt x="18133" y="14022"/>
                    <a:pt x="18166" y="14013"/>
                    <a:pt x="18195" y="13993"/>
                  </a:cubicBezTo>
                  <a:cubicBezTo>
                    <a:pt x="18212" y="13966"/>
                    <a:pt x="18230" y="13953"/>
                    <a:pt x="18246" y="13953"/>
                  </a:cubicBezTo>
                  <a:cubicBezTo>
                    <a:pt x="18272" y="13953"/>
                    <a:pt x="18292" y="13991"/>
                    <a:pt x="18292" y="14057"/>
                  </a:cubicBezTo>
                  <a:cubicBezTo>
                    <a:pt x="18292" y="14129"/>
                    <a:pt x="18292" y="14155"/>
                    <a:pt x="18316" y="14155"/>
                  </a:cubicBezTo>
                  <a:cubicBezTo>
                    <a:pt x="18330" y="14155"/>
                    <a:pt x="18353" y="14146"/>
                    <a:pt x="18389" y="14130"/>
                  </a:cubicBezTo>
                  <a:cubicBezTo>
                    <a:pt x="18406" y="14122"/>
                    <a:pt x="18421" y="14119"/>
                    <a:pt x="18433" y="14119"/>
                  </a:cubicBezTo>
                  <a:cubicBezTo>
                    <a:pt x="18495" y="14119"/>
                    <a:pt x="18496" y="14213"/>
                    <a:pt x="18503" y="14301"/>
                  </a:cubicBezTo>
                  <a:cubicBezTo>
                    <a:pt x="18479" y="14440"/>
                    <a:pt x="18502" y="14496"/>
                    <a:pt x="18555" y="14496"/>
                  </a:cubicBezTo>
                  <a:cubicBezTo>
                    <a:pt x="18576" y="14496"/>
                    <a:pt x="18602" y="14487"/>
                    <a:pt x="18632" y="14471"/>
                  </a:cubicBezTo>
                  <a:cubicBezTo>
                    <a:pt x="18649" y="14470"/>
                    <a:pt x="18667" y="14469"/>
                    <a:pt x="18684" y="14469"/>
                  </a:cubicBezTo>
                  <a:cubicBezTo>
                    <a:pt x="18774" y="14469"/>
                    <a:pt x="18868" y="14487"/>
                    <a:pt x="18957" y="14528"/>
                  </a:cubicBezTo>
                  <a:cubicBezTo>
                    <a:pt x="19103" y="14487"/>
                    <a:pt x="19159" y="14503"/>
                    <a:pt x="19135" y="14398"/>
                  </a:cubicBezTo>
                  <a:cubicBezTo>
                    <a:pt x="19159" y="14341"/>
                    <a:pt x="19200" y="14293"/>
                    <a:pt x="19249" y="14252"/>
                  </a:cubicBezTo>
                  <a:cubicBezTo>
                    <a:pt x="19281" y="14238"/>
                    <a:pt x="19303" y="14233"/>
                    <a:pt x="19318" y="14233"/>
                  </a:cubicBezTo>
                  <a:cubicBezTo>
                    <a:pt x="19359" y="14233"/>
                    <a:pt x="19345" y="14270"/>
                    <a:pt x="19311" y="14270"/>
                  </a:cubicBezTo>
                  <a:cubicBezTo>
                    <a:pt x="19307" y="14270"/>
                    <a:pt x="19302" y="14270"/>
                    <a:pt x="19297" y="14268"/>
                  </a:cubicBezTo>
                  <a:cubicBezTo>
                    <a:pt x="19167" y="14317"/>
                    <a:pt x="19216" y="14333"/>
                    <a:pt x="19240" y="14439"/>
                  </a:cubicBezTo>
                  <a:cubicBezTo>
                    <a:pt x="19273" y="14544"/>
                    <a:pt x="19386" y="14576"/>
                    <a:pt x="19451" y="14593"/>
                  </a:cubicBezTo>
                  <a:cubicBezTo>
                    <a:pt x="19508" y="14609"/>
                    <a:pt x="19630" y="14633"/>
                    <a:pt x="19686" y="14641"/>
                  </a:cubicBezTo>
                  <a:cubicBezTo>
                    <a:pt x="19772" y="14710"/>
                    <a:pt x="19833" y="14740"/>
                    <a:pt x="19872" y="14740"/>
                  </a:cubicBezTo>
                  <a:cubicBezTo>
                    <a:pt x="19907" y="14740"/>
                    <a:pt x="19926" y="14716"/>
                    <a:pt x="19930" y="14674"/>
                  </a:cubicBezTo>
                  <a:cubicBezTo>
                    <a:pt x="19933" y="14636"/>
                    <a:pt x="19936" y="14607"/>
                    <a:pt x="19938" y="14584"/>
                  </a:cubicBezTo>
                  <a:lnTo>
                    <a:pt x="19938" y="14584"/>
                  </a:lnTo>
                  <a:cubicBezTo>
                    <a:pt x="19953" y="14689"/>
                    <a:pt x="20121" y="14738"/>
                    <a:pt x="20296" y="14738"/>
                  </a:cubicBezTo>
                  <a:cubicBezTo>
                    <a:pt x="20488" y="14738"/>
                    <a:pt x="20687" y="14679"/>
                    <a:pt x="20700" y="14568"/>
                  </a:cubicBezTo>
                  <a:lnTo>
                    <a:pt x="20716" y="14657"/>
                  </a:lnTo>
                  <a:cubicBezTo>
                    <a:pt x="20727" y="14716"/>
                    <a:pt x="20755" y="14736"/>
                    <a:pt x="20807" y="14736"/>
                  </a:cubicBezTo>
                  <a:cubicBezTo>
                    <a:pt x="20835" y="14736"/>
                    <a:pt x="20869" y="14731"/>
                    <a:pt x="20911" y="14722"/>
                  </a:cubicBezTo>
                  <a:cubicBezTo>
                    <a:pt x="20975" y="14706"/>
                    <a:pt x="21203" y="14568"/>
                    <a:pt x="21373" y="14503"/>
                  </a:cubicBezTo>
                  <a:cubicBezTo>
                    <a:pt x="21600" y="14430"/>
                    <a:pt x="21770" y="14349"/>
                    <a:pt x="21738" y="14268"/>
                  </a:cubicBezTo>
                  <a:cubicBezTo>
                    <a:pt x="21755" y="14260"/>
                    <a:pt x="21766" y="14254"/>
                    <a:pt x="21775" y="14254"/>
                  </a:cubicBezTo>
                  <a:cubicBezTo>
                    <a:pt x="21791" y="14254"/>
                    <a:pt x="21801" y="14273"/>
                    <a:pt x="21827" y="14325"/>
                  </a:cubicBezTo>
                  <a:cubicBezTo>
                    <a:pt x="21818" y="14383"/>
                    <a:pt x="21831" y="14401"/>
                    <a:pt x="21854" y="14401"/>
                  </a:cubicBezTo>
                  <a:cubicBezTo>
                    <a:pt x="21873" y="14401"/>
                    <a:pt x="21898" y="14388"/>
                    <a:pt x="21924" y="14374"/>
                  </a:cubicBezTo>
                  <a:cubicBezTo>
                    <a:pt x="21981" y="14349"/>
                    <a:pt x="21940" y="14268"/>
                    <a:pt x="21900" y="14187"/>
                  </a:cubicBezTo>
                  <a:cubicBezTo>
                    <a:pt x="21869" y="14126"/>
                    <a:pt x="21889" y="14097"/>
                    <a:pt x="21967" y="14097"/>
                  </a:cubicBezTo>
                  <a:cubicBezTo>
                    <a:pt x="21993" y="14097"/>
                    <a:pt x="22024" y="14100"/>
                    <a:pt x="22062" y="14106"/>
                  </a:cubicBezTo>
                  <a:cubicBezTo>
                    <a:pt x="22240" y="14106"/>
                    <a:pt x="22402" y="14009"/>
                    <a:pt x="22475" y="13847"/>
                  </a:cubicBezTo>
                  <a:cubicBezTo>
                    <a:pt x="22503" y="13824"/>
                    <a:pt x="22531" y="13803"/>
                    <a:pt x="22560" y="13803"/>
                  </a:cubicBezTo>
                  <a:cubicBezTo>
                    <a:pt x="22582" y="13803"/>
                    <a:pt x="22605" y="13815"/>
                    <a:pt x="22629" y="13847"/>
                  </a:cubicBezTo>
                  <a:cubicBezTo>
                    <a:pt x="22659" y="13858"/>
                    <a:pt x="22693" y="13866"/>
                    <a:pt x="22726" y="13866"/>
                  </a:cubicBezTo>
                  <a:cubicBezTo>
                    <a:pt x="22808" y="13866"/>
                    <a:pt x="22884" y="13817"/>
                    <a:pt x="22873" y="13660"/>
                  </a:cubicBezTo>
                  <a:cubicBezTo>
                    <a:pt x="22893" y="13643"/>
                    <a:pt x="22905" y="13633"/>
                    <a:pt x="22917" y="13633"/>
                  </a:cubicBezTo>
                  <a:cubicBezTo>
                    <a:pt x="22932" y="13633"/>
                    <a:pt x="22946" y="13651"/>
                    <a:pt x="22978" y="13693"/>
                  </a:cubicBezTo>
                  <a:cubicBezTo>
                    <a:pt x="23034" y="13705"/>
                    <a:pt x="23076" y="13728"/>
                    <a:pt x="23095" y="13728"/>
                  </a:cubicBezTo>
                  <a:cubicBezTo>
                    <a:pt x="23116" y="13728"/>
                    <a:pt x="23113" y="13703"/>
                    <a:pt x="23075" y="13612"/>
                  </a:cubicBezTo>
                  <a:cubicBezTo>
                    <a:pt x="23116" y="13449"/>
                    <a:pt x="23246" y="13336"/>
                    <a:pt x="23400" y="13303"/>
                  </a:cubicBezTo>
                  <a:cubicBezTo>
                    <a:pt x="23448" y="13263"/>
                    <a:pt x="23489" y="13214"/>
                    <a:pt x="23424" y="13149"/>
                  </a:cubicBezTo>
                  <a:lnTo>
                    <a:pt x="23359" y="13093"/>
                  </a:lnTo>
                  <a:lnTo>
                    <a:pt x="23359" y="13093"/>
                  </a:lnTo>
                  <a:cubicBezTo>
                    <a:pt x="23432" y="13126"/>
                    <a:pt x="23475" y="13145"/>
                    <a:pt x="23495" y="13145"/>
                  </a:cubicBezTo>
                  <a:cubicBezTo>
                    <a:pt x="23523" y="13145"/>
                    <a:pt x="23501" y="13104"/>
                    <a:pt x="23448" y="13003"/>
                  </a:cubicBezTo>
                  <a:cubicBezTo>
                    <a:pt x="23405" y="12960"/>
                    <a:pt x="23409" y="12928"/>
                    <a:pt x="23435" y="12928"/>
                  </a:cubicBezTo>
                  <a:cubicBezTo>
                    <a:pt x="23448" y="12928"/>
                    <a:pt x="23467" y="12936"/>
                    <a:pt x="23489" y="12955"/>
                  </a:cubicBezTo>
                  <a:cubicBezTo>
                    <a:pt x="23502" y="12959"/>
                    <a:pt x="23516" y="12961"/>
                    <a:pt x="23529" y="12961"/>
                  </a:cubicBezTo>
                  <a:cubicBezTo>
                    <a:pt x="23567" y="12961"/>
                    <a:pt x="23607" y="12946"/>
                    <a:pt x="23643" y="12922"/>
                  </a:cubicBezTo>
                  <a:cubicBezTo>
                    <a:pt x="23683" y="12882"/>
                    <a:pt x="23821" y="12582"/>
                    <a:pt x="24000" y="12339"/>
                  </a:cubicBezTo>
                  <a:cubicBezTo>
                    <a:pt x="24283" y="11933"/>
                    <a:pt x="24373" y="11763"/>
                    <a:pt x="24292" y="11722"/>
                  </a:cubicBezTo>
                  <a:cubicBezTo>
                    <a:pt x="24251" y="11617"/>
                    <a:pt x="24251" y="11625"/>
                    <a:pt x="24356" y="11617"/>
                  </a:cubicBezTo>
                  <a:cubicBezTo>
                    <a:pt x="24437" y="11617"/>
                    <a:pt x="24502" y="11568"/>
                    <a:pt x="24527" y="11495"/>
                  </a:cubicBezTo>
                  <a:cubicBezTo>
                    <a:pt x="24551" y="11453"/>
                    <a:pt x="24575" y="11416"/>
                    <a:pt x="24619" y="11416"/>
                  </a:cubicBezTo>
                  <a:cubicBezTo>
                    <a:pt x="24634" y="11416"/>
                    <a:pt x="24652" y="11420"/>
                    <a:pt x="24673" y="11431"/>
                  </a:cubicBezTo>
                  <a:cubicBezTo>
                    <a:pt x="24624" y="11333"/>
                    <a:pt x="24616" y="11333"/>
                    <a:pt x="24648" y="11277"/>
                  </a:cubicBezTo>
                  <a:lnTo>
                    <a:pt x="24648" y="11277"/>
                  </a:lnTo>
                  <a:cubicBezTo>
                    <a:pt x="24666" y="11286"/>
                    <a:pt x="24682" y="11290"/>
                    <a:pt x="24695" y="11290"/>
                  </a:cubicBezTo>
                  <a:cubicBezTo>
                    <a:pt x="24739" y="11290"/>
                    <a:pt x="24749" y="11239"/>
                    <a:pt x="24705" y="11163"/>
                  </a:cubicBezTo>
                  <a:cubicBezTo>
                    <a:pt x="24632" y="11085"/>
                    <a:pt x="24600" y="11051"/>
                    <a:pt x="24615" y="11051"/>
                  </a:cubicBezTo>
                  <a:cubicBezTo>
                    <a:pt x="24627" y="11051"/>
                    <a:pt x="24667" y="11071"/>
                    <a:pt x="24737" y="11106"/>
                  </a:cubicBezTo>
                  <a:cubicBezTo>
                    <a:pt x="24750" y="11114"/>
                    <a:pt x="24766" y="11117"/>
                    <a:pt x="24782" y="11117"/>
                  </a:cubicBezTo>
                  <a:cubicBezTo>
                    <a:pt x="24860" y="11117"/>
                    <a:pt x="24956" y="11040"/>
                    <a:pt x="24893" y="11040"/>
                  </a:cubicBezTo>
                  <a:cubicBezTo>
                    <a:pt x="24888" y="11040"/>
                    <a:pt x="24882" y="11040"/>
                    <a:pt x="24875" y="11041"/>
                  </a:cubicBezTo>
                  <a:cubicBezTo>
                    <a:pt x="24794" y="11001"/>
                    <a:pt x="24851" y="10887"/>
                    <a:pt x="24794" y="10790"/>
                  </a:cubicBezTo>
                  <a:cubicBezTo>
                    <a:pt x="24813" y="10747"/>
                    <a:pt x="24836" y="10703"/>
                    <a:pt x="24882" y="10703"/>
                  </a:cubicBezTo>
                  <a:cubicBezTo>
                    <a:pt x="24896" y="10703"/>
                    <a:pt x="24913" y="10708"/>
                    <a:pt x="24932" y="10717"/>
                  </a:cubicBezTo>
                  <a:cubicBezTo>
                    <a:pt x="25046" y="10701"/>
                    <a:pt x="25086" y="10368"/>
                    <a:pt x="25029" y="10279"/>
                  </a:cubicBezTo>
                  <a:cubicBezTo>
                    <a:pt x="24968" y="10249"/>
                    <a:pt x="24967" y="10209"/>
                    <a:pt x="25009" y="10209"/>
                  </a:cubicBezTo>
                  <a:cubicBezTo>
                    <a:pt x="25022" y="10209"/>
                    <a:pt x="25040" y="10213"/>
                    <a:pt x="25062" y="10223"/>
                  </a:cubicBezTo>
                  <a:cubicBezTo>
                    <a:pt x="25078" y="10229"/>
                    <a:pt x="25092" y="10232"/>
                    <a:pt x="25104" y="10232"/>
                  </a:cubicBezTo>
                  <a:cubicBezTo>
                    <a:pt x="25153" y="10232"/>
                    <a:pt x="25172" y="10187"/>
                    <a:pt x="25192" y="10141"/>
                  </a:cubicBezTo>
                  <a:cubicBezTo>
                    <a:pt x="25164" y="10098"/>
                    <a:pt x="25169" y="10084"/>
                    <a:pt x="25190" y="10084"/>
                  </a:cubicBezTo>
                  <a:cubicBezTo>
                    <a:pt x="25213" y="10084"/>
                    <a:pt x="25255" y="10100"/>
                    <a:pt x="25297" y="10117"/>
                  </a:cubicBezTo>
                  <a:cubicBezTo>
                    <a:pt x="25320" y="10152"/>
                    <a:pt x="25338" y="10167"/>
                    <a:pt x="25354" y="10167"/>
                  </a:cubicBezTo>
                  <a:cubicBezTo>
                    <a:pt x="25382" y="10167"/>
                    <a:pt x="25403" y="10117"/>
                    <a:pt x="25435" y="10044"/>
                  </a:cubicBezTo>
                  <a:cubicBezTo>
                    <a:pt x="25378" y="9947"/>
                    <a:pt x="25475" y="9712"/>
                    <a:pt x="25548" y="9541"/>
                  </a:cubicBezTo>
                  <a:cubicBezTo>
                    <a:pt x="25670" y="9250"/>
                    <a:pt x="25613" y="9152"/>
                    <a:pt x="25492" y="8966"/>
                  </a:cubicBezTo>
                  <a:lnTo>
                    <a:pt x="25346" y="8836"/>
                  </a:lnTo>
                  <a:lnTo>
                    <a:pt x="25516" y="8909"/>
                  </a:lnTo>
                  <a:cubicBezTo>
                    <a:pt x="25605" y="8933"/>
                    <a:pt x="25702" y="8950"/>
                    <a:pt x="25791" y="8950"/>
                  </a:cubicBezTo>
                  <a:cubicBezTo>
                    <a:pt x="25816" y="8893"/>
                    <a:pt x="25735" y="8860"/>
                    <a:pt x="25646" y="8828"/>
                  </a:cubicBezTo>
                  <a:cubicBezTo>
                    <a:pt x="25564" y="8787"/>
                    <a:pt x="25589" y="8731"/>
                    <a:pt x="25719" y="8650"/>
                  </a:cubicBezTo>
                  <a:cubicBezTo>
                    <a:pt x="25856" y="8569"/>
                    <a:pt x="25881" y="8512"/>
                    <a:pt x="25824" y="8415"/>
                  </a:cubicBezTo>
                  <a:cubicBezTo>
                    <a:pt x="25840" y="8342"/>
                    <a:pt x="25905" y="8285"/>
                    <a:pt x="25978" y="8277"/>
                  </a:cubicBezTo>
                  <a:cubicBezTo>
                    <a:pt x="26002" y="8212"/>
                    <a:pt x="26002" y="8220"/>
                    <a:pt x="25921" y="8179"/>
                  </a:cubicBezTo>
                  <a:cubicBezTo>
                    <a:pt x="25840" y="8147"/>
                    <a:pt x="25864" y="8082"/>
                    <a:pt x="25970" y="8066"/>
                  </a:cubicBezTo>
                  <a:cubicBezTo>
                    <a:pt x="25974" y="8066"/>
                    <a:pt x="25979" y="8066"/>
                    <a:pt x="25983" y="8066"/>
                  </a:cubicBezTo>
                  <a:cubicBezTo>
                    <a:pt x="26168" y="8066"/>
                    <a:pt x="26243" y="7903"/>
                    <a:pt x="26156" y="7863"/>
                  </a:cubicBezTo>
                  <a:cubicBezTo>
                    <a:pt x="26075" y="7831"/>
                    <a:pt x="26100" y="7774"/>
                    <a:pt x="26132" y="7709"/>
                  </a:cubicBezTo>
                  <a:cubicBezTo>
                    <a:pt x="26173" y="7644"/>
                    <a:pt x="26173" y="7563"/>
                    <a:pt x="26124" y="7498"/>
                  </a:cubicBezTo>
                  <a:cubicBezTo>
                    <a:pt x="26156" y="7442"/>
                    <a:pt x="26181" y="7385"/>
                    <a:pt x="26181" y="7385"/>
                  </a:cubicBezTo>
                  <a:cubicBezTo>
                    <a:pt x="26188" y="7373"/>
                    <a:pt x="26196" y="7368"/>
                    <a:pt x="26204" y="7368"/>
                  </a:cubicBezTo>
                  <a:cubicBezTo>
                    <a:pt x="26233" y="7368"/>
                    <a:pt x="26263" y="7437"/>
                    <a:pt x="26237" y="7482"/>
                  </a:cubicBezTo>
                  <a:lnTo>
                    <a:pt x="26351" y="7458"/>
                  </a:lnTo>
                  <a:cubicBezTo>
                    <a:pt x="26408" y="7344"/>
                    <a:pt x="26432" y="7288"/>
                    <a:pt x="26375" y="7190"/>
                  </a:cubicBezTo>
                  <a:cubicBezTo>
                    <a:pt x="26302" y="7112"/>
                    <a:pt x="26270" y="7078"/>
                    <a:pt x="26286" y="7078"/>
                  </a:cubicBezTo>
                  <a:cubicBezTo>
                    <a:pt x="26297" y="7078"/>
                    <a:pt x="26337" y="7098"/>
                    <a:pt x="26408" y="7133"/>
                  </a:cubicBezTo>
                  <a:cubicBezTo>
                    <a:pt x="26435" y="7147"/>
                    <a:pt x="26465" y="7154"/>
                    <a:pt x="26492" y="7154"/>
                  </a:cubicBezTo>
                  <a:cubicBezTo>
                    <a:pt x="26546" y="7154"/>
                    <a:pt x="26583" y="7125"/>
                    <a:pt x="26546" y="7061"/>
                  </a:cubicBezTo>
                  <a:cubicBezTo>
                    <a:pt x="26455" y="6965"/>
                    <a:pt x="26483" y="6928"/>
                    <a:pt x="26535" y="6928"/>
                  </a:cubicBezTo>
                  <a:cubicBezTo>
                    <a:pt x="26558" y="6928"/>
                    <a:pt x="26586" y="6935"/>
                    <a:pt x="26610" y="6947"/>
                  </a:cubicBezTo>
                  <a:cubicBezTo>
                    <a:pt x="26662" y="7002"/>
                    <a:pt x="26692" y="7035"/>
                    <a:pt x="26707" y="7035"/>
                  </a:cubicBezTo>
                  <a:cubicBezTo>
                    <a:pt x="26730" y="7035"/>
                    <a:pt x="26719" y="6961"/>
                    <a:pt x="26700" y="6777"/>
                  </a:cubicBezTo>
                  <a:cubicBezTo>
                    <a:pt x="26756" y="6663"/>
                    <a:pt x="26813" y="6404"/>
                    <a:pt x="26918" y="6242"/>
                  </a:cubicBezTo>
                  <a:cubicBezTo>
                    <a:pt x="27064" y="6023"/>
                    <a:pt x="27137" y="5917"/>
                    <a:pt x="27243" y="5909"/>
                  </a:cubicBezTo>
                  <a:cubicBezTo>
                    <a:pt x="27250" y="5914"/>
                    <a:pt x="27257" y="5919"/>
                    <a:pt x="27263" y="5923"/>
                  </a:cubicBezTo>
                  <a:lnTo>
                    <a:pt x="27263" y="5923"/>
                  </a:lnTo>
                  <a:cubicBezTo>
                    <a:pt x="27181" y="5842"/>
                    <a:pt x="27219" y="5780"/>
                    <a:pt x="27316" y="5642"/>
                  </a:cubicBezTo>
                  <a:cubicBezTo>
                    <a:pt x="27454" y="5593"/>
                    <a:pt x="27535" y="5431"/>
                    <a:pt x="27486" y="5285"/>
                  </a:cubicBezTo>
                  <a:lnTo>
                    <a:pt x="27486" y="5285"/>
                  </a:lnTo>
                  <a:lnTo>
                    <a:pt x="27405" y="5390"/>
                  </a:lnTo>
                  <a:cubicBezTo>
                    <a:pt x="27259" y="5277"/>
                    <a:pt x="27300" y="5228"/>
                    <a:pt x="27454" y="5180"/>
                  </a:cubicBezTo>
                  <a:cubicBezTo>
                    <a:pt x="27464" y="5167"/>
                    <a:pt x="27477" y="5161"/>
                    <a:pt x="27492" y="5161"/>
                  </a:cubicBezTo>
                  <a:cubicBezTo>
                    <a:pt x="27533" y="5161"/>
                    <a:pt x="27587" y="5203"/>
                    <a:pt x="27640" y="5244"/>
                  </a:cubicBezTo>
                  <a:cubicBezTo>
                    <a:pt x="27676" y="5276"/>
                    <a:pt x="27727" y="5293"/>
                    <a:pt x="27773" y="5293"/>
                  </a:cubicBezTo>
                  <a:cubicBezTo>
                    <a:pt x="27809" y="5293"/>
                    <a:pt x="27841" y="5282"/>
                    <a:pt x="27859" y="5261"/>
                  </a:cubicBezTo>
                  <a:cubicBezTo>
                    <a:pt x="27900" y="5212"/>
                    <a:pt x="27940" y="5163"/>
                    <a:pt x="27827" y="5155"/>
                  </a:cubicBezTo>
                  <a:cubicBezTo>
                    <a:pt x="27762" y="5090"/>
                    <a:pt x="27762" y="5090"/>
                    <a:pt x="27802" y="5042"/>
                  </a:cubicBezTo>
                  <a:cubicBezTo>
                    <a:pt x="27859" y="4993"/>
                    <a:pt x="27875" y="4904"/>
                    <a:pt x="27859" y="4831"/>
                  </a:cubicBezTo>
                  <a:cubicBezTo>
                    <a:pt x="27786" y="4774"/>
                    <a:pt x="27827" y="4725"/>
                    <a:pt x="27875" y="4677"/>
                  </a:cubicBezTo>
                  <a:cubicBezTo>
                    <a:pt x="27884" y="4678"/>
                    <a:pt x="27892" y="4678"/>
                    <a:pt x="27900" y="4678"/>
                  </a:cubicBezTo>
                  <a:cubicBezTo>
                    <a:pt x="27971" y="4678"/>
                    <a:pt x="28035" y="4648"/>
                    <a:pt x="28086" y="4604"/>
                  </a:cubicBezTo>
                  <a:lnTo>
                    <a:pt x="28151" y="4661"/>
                  </a:lnTo>
                  <a:cubicBezTo>
                    <a:pt x="28199" y="4701"/>
                    <a:pt x="28264" y="4734"/>
                    <a:pt x="28329" y="4742"/>
                  </a:cubicBezTo>
                  <a:cubicBezTo>
                    <a:pt x="28370" y="4701"/>
                    <a:pt x="28305" y="4636"/>
                    <a:pt x="28305" y="4636"/>
                  </a:cubicBezTo>
                  <a:cubicBezTo>
                    <a:pt x="28281" y="4612"/>
                    <a:pt x="28516" y="4304"/>
                    <a:pt x="28824" y="4028"/>
                  </a:cubicBezTo>
                  <a:cubicBezTo>
                    <a:pt x="29132" y="3761"/>
                    <a:pt x="29464" y="3477"/>
                    <a:pt x="29545" y="3428"/>
                  </a:cubicBezTo>
                  <a:cubicBezTo>
                    <a:pt x="29708" y="3428"/>
                    <a:pt x="29862" y="3323"/>
                    <a:pt x="29756" y="3282"/>
                  </a:cubicBezTo>
                  <a:cubicBezTo>
                    <a:pt x="29708" y="3209"/>
                    <a:pt x="29975" y="3023"/>
                    <a:pt x="30299" y="2812"/>
                  </a:cubicBezTo>
                  <a:cubicBezTo>
                    <a:pt x="30697" y="2593"/>
                    <a:pt x="30980" y="2439"/>
                    <a:pt x="30932" y="2358"/>
                  </a:cubicBezTo>
                  <a:lnTo>
                    <a:pt x="31110" y="2261"/>
                  </a:lnTo>
                  <a:cubicBezTo>
                    <a:pt x="31224" y="2204"/>
                    <a:pt x="31305" y="2074"/>
                    <a:pt x="31362" y="2042"/>
                  </a:cubicBezTo>
                  <a:cubicBezTo>
                    <a:pt x="31375" y="1983"/>
                    <a:pt x="31399" y="1950"/>
                    <a:pt x="31414" y="1950"/>
                  </a:cubicBezTo>
                  <a:cubicBezTo>
                    <a:pt x="31426" y="1950"/>
                    <a:pt x="31434" y="1971"/>
                    <a:pt x="31426" y="2018"/>
                  </a:cubicBezTo>
                  <a:cubicBezTo>
                    <a:pt x="31455" y="2089"/>
                    <a:pt x="31490" y="2160"/>
                    <a:pt x="31536" y="2160"/>
                  </a:cubicBezTo>
                  <a:cubicBezTo>
                    <a:pt x="31542" y="2160"/>
                    <a:pt x="31549" y="2158"/>
                    <a:pt x="31556" y="2155"/>
                  </a:cubicBezTo>
                  <a:cubicBezTo>
                    <a:pt x="31678" y="2107"/>
                    <a:pt x="31637" y="2026"/>
                    <a:pt x="31605" y="1936"/>
                  </a:cubicBezTo>
                  <a:cubicBezTo>
                    <a:pt x="31564" y="1855"/>
                    <a:pt x="31629" y="1831"/>
                    <a:pt x="31629" y="1831"/>
                  </a:cubicBezTo>
                  <a:cubicBezTo>
                    <a:pt x="31650" y="1819"/>
                    <a:pt x="31664" y="1811"/>
                    <a:pt x="31674" y="1811"/>
                  </a:cubicBezTo>
                  <a:cubicBezTo>
                    <a:pt x="31692" y="1811"/>
                    <a:pt x="31701" y="1832"/>
                    <a:pt x="31726" y="1888"/>
                  </a:cubicBezTo>
                  <a:lnTo>
                    <a:pt x="31799" y="2050"/>
                  </a:lnTo>
                  <a:lnTo>
                    <a:pt x="31856" y="2026"/>
                  </a:lnTo>
                  <a:cubicBezTo>
                    <a:pt x="31816" y="1945"/>
                    <a:pt x="31880" y="1920"/>
                    <a:pt x="31880" y="1920"/>
                  </a:cubicBezTo>
                  <a:cubicBezTo>
                    <a:pt x="31898" y="1910"/>
                    <a:pt x="31910" y="1904"/>
                    <a:pt x="31920" y="1904"/>
                  </a:cubicBezTo>
                  <a:cubicBezTo>
                    <a:pt x="31944" y="1904"/>
                    <a:pt x="31959" y="1940"/>
                    <a:pt x="32010" y="2058"/>
                  </a:cubicBezTo>
                  <a:cubicBezTo>
                    <a:pt x="32039" y="2135"/>
                    <a:pt x="32067" y="2172"/>
                    <a:pt x="32088" y="2172"/>
                  </a:cubicBezTo>
                  <a:cubicBezTo>
                    <a:pt x="32113" y="2172"/>
                    <a:pt x="32128" y="2116"/>
                    <a:pt x="32124" y="2009"/>
                  </a:cubicBezTo>
                  <a:lnTo>
                    <a:pt x="32213" y="1880"/>
                  </a:lnTo>
                  <a:cubicBezTo>
                    <a:pt x="32244" y="1915"/>
                    <a:pt x="32271" y="1930"/>
                    <a:pt x="32294" y="1930"/>
                  </a:cubicBezTo>
                  <a:cubicBezTo>
                    <a:pt x="32365" y="1930"/>
                    <a:pt x="32399" y="1789"/>
                    <a:pt x="32424" y="1709"/>
                  </a:cubicBezTo>
                  <a:cubicBezTo>
                    <a:pt x="32477" y="1774"/>
                    <a:pt x="32520" y="1807"/>
                    <a:pt x="32551" y="1807"/>
                  </a:cubicBezTo>
                  <a:cubicBezTo>
                    <a:pt x="32590" y="1807"/>
                    <a:pt x="32610" y="1753"/>
                    <a:pt x="32610" y="1645"/>
                  </a:cubicBezTo>
                  <a:cubicBezTo>
                    <a:pt x="32591" y="1592"/>
                    <a:pt x="32606" y="1565"/>
                    <a:pt x="32640" y="1565"/>
                  </a:cubicBezTo>
                  <a:cubicBezTo>
                    <a:pt x="32663" y="1565"/>
                    <a:pt x="32695" y="1578"/>
                    <a:pt x="32732" y="1604"/>
                  </a:cubicBezTo>
                  <a:cubicBezTo>
                    <a:pt x="32771" y="1633"/>
                    <a:pt x="32806" y="1644"/>
                    <a:pt x="32843" y="1644"/>
                  </a:cubicBezTo>
                  <a:cubicBezTo>
                    <a:pt x="32890" y="1644"/>
                    <a:pt x="32940" y="1627"/>
                    <a:pt x="33007" y="1604"/>
                  </a:cubicBezTo>
                  <a:cubicBezTo>
                    <a:pt x="33032" y="1482"/>
                    <a:pt x="33486" y="1385"/>
                    <a:pt x="33988" y="1263"/>
                  </a:cubicBezTo>
                  <a:cubicBezTo>
                    <a:pt x="34556" y="1150"/>
                    <a:pt x="34945" y="1101"/>
                    <a:pt x="34929" y="1012"/>
                  </a:cubicBezTo>
                  <a:cubicBezTo>
                    <a:pt x="34949" y="1007"/>
                    <a:pt x="34963" y="1004"/>
                    <a:pt x="34975" y="1004"/>
                  </a:cubicBezTo>
                  <a:cubicBezTo>
                    <a:pt x="35002" y="1004"/>
                    <a:pt x="35019" y="1021"/>
                    <a:pt x="35075" y="1077"/>
                  </a:cubicBezTo>
                  <a:cubicBezTo>
                    <a:pt x="35078" y="1112"/>
                    <a:pt x="35090" y="1132"/>
                    <a:pt x="35106" y="1132"/>
                  </a:cubicBezTo>
                  <a:cubicBezTo>
                    <a:pt x="35130" y="1132"/>
                    <a:pt x="35164" y="1085"/>
                    <a:pt x="35188" y="972"/>
                  </a:cubicBezTo>
                  <a:cubicBezTo>
                    <a:pt x="35221" y="920"/>
                    <a:pt x="35232" y="865"/>
                    <a:pt x="35239" y="865"/>
                  </a:cubicBezTo>
                  <a:cubicBezTo>
                    <a:pt x="35244" y="865"/>
                    <a:pt x="35246" y="894"/>
                    <a:pt x="35253" y="972"/>
                  </a:cubicBezTo>
                  <a:cubicBezTo>
                    <a:pt x="35264" y="1030"/>
                    <a:pt x="35323" y="1047"/>
                    <a:pt x="35436" y="1047"/>
                  </a:cubicBezTo>
                  <a:cubicBezTo>
                    <a:pt x="35495" y="1047"/>
                    <a:pt x="35569" y="1042"/>
                    <a:pt x="35659" y="1036"/>
                  </a:cubicBezTo>
                  <a:cubicBezTo>
                    <a:pt x="35853" y="1020"/>
                    <a:pt x="36105" y="1004"/>
                    <a:pt x="36105" y="915"/>
                  </a:cubicBezTo>
                  <a:cubicBezTo>
                    <a:pt x="36169" y="862"/>
                    <a:pt x="36202" y="838"/>
                    <a:pt x="36210" y="838"/>
                  </a:cubicBezTo>
                  <a:cubicBezTo>
                    <a:pt x="36218" y="838"/>
                    <a:pt x="36202" y="862"/>
                    <a:pt x="36169" y="907"/>
                  </a:cubicBezTo>
                  <a:cubicBezTo>
                    <a:pt x="36133" y="1020"/>
                    <a:pt x="36248" y="1101"/>
                    <a:pt x="36386" y="1101"/>
                  </a:cubicBezTo>
                  <a:cubicBezTo>
                    <a:pt x="36465" y="1101"/>
                    <a:pt x="36553" y="1074"/>
                    <a:pt x="36623" y="1012"/>
                  </a:cubicBezTo>
                  <a:cubicBezTo>
                    <a:pt x="36688" y="1012"/>
                    <a:pt x="36753" y="1012"/>
                    <a:pt x="36753" y="1101"/>
                  </a:cubicBezTo>
                  <a:cubicBezTo>
                    <a:pt x="36867" y="1101"/>
                    <a:pt x="36980" y="1077"/>
                    <a:pt x="37078" y="1020"/>
                  </a:cubicBezTo>
                  <a:cubicBezTo>
                    <a:pt x="37232" y="1028"/>
                    <a:pt x="37386" y="1036"/>
                    <a:pt x="37532" y="1061"/>
                  </a:cubicBezTo>
                  <a:cubicBezTo>
                    <a:pt x="37629" y="1061"/>
                    <a:pt x="37718" y="1045"/>
                    <a:pt x="37799" y="1004"/>
                  </a:cubicBezTo>
                  <a:lnTo>
                    <a:pt x="37864" y="1012"/>
                  </a:lnTo>
                  <a:cubicBezTo>
                    <a:pt x="37856" y="1101"/>
                    <a:pt x="38180" y="1118"/>
                    <a:pt x="38618" y="1223"/>
                  </a:cubicBezTo>
                  <a:cubicBezTo>
                    <a:pt x="38845" y="1272"/>
                    <a:pt x="39048" y="1320"/>
                    <a:pt x="39202" y="1369"/>
                  </a:cubicBezTo>
                  <a:cubicBezTo>
                    <a:pt x="39356" y="1418"/>
                    <a:pt x="39461" y="1482"/>
                    <a:pt x="39477" y="1531"/>
                  </a:cubicBezTo>
                  <a:cubicBezTo>
                    <a:pt x="39487" y="1532"/>
                    <a:pt x="39496" y="1533"/>
                    <a:pt x="39505" y="1533"/>
                  </a:cubicBezTo>
                  <a:cubicBezTo>
                    <a:pt x="39550" y="1533"/>
                    <a:pt x="39590" y="1516"/>
                    <a:pt x="39623" y="1482"/>
                  </a:cubicBezTo>
                  <a:cubicBezTo>
                    <a:pt x="39681" y="1408"/>
                    <a:pt x="39726" y="1376"/>
                    <a:pt x="39762" y="1376"/>
                  </a:cubicBezTo>
                  <a:cubicBezTo>
                    <a:pt x="39796" y="1376"/>
                    <a:pt x="39822" y="1406"/>
                    <a:pt x="39842" y="1458"/>
                  </a:cubicBezTo>
                  <a:cubicBezTo>
                    <a:pt x="39842" y="1582"/>
                    <a:pt x="39945" y="1660"/>
                    <a:pt x="40051" y="1660"/>
                  </a:cubicBezTo>
                  <a:cubicBezTo>
                    <a:pt x="40109" y="1660"/>
                    <a:pt x="40169" y="1636"/>
                    <a:pt x="40213" y="1583"/>
                  </a:cubicBezTo>
                  <a:lnTo>
                    <a:pt x="40213" y="1583"/>
                  </a:lnTo>
                  <a:cubicBezTo>
                    <a:pt x="40205" y="1605"/>
                    <a:pt x="40194" y="1637"/>
                    <a:pt x="40183" y="1669"/>
                  </a:cubicBezTo>
                  <a:cubicBezTo>
                    <a:pt x="40183" y="1768"/>
                    <a:pt x="40238" y="1814"/>
                    <a:pt x="40310" y="1814"/>
                  </a:cubicBezTo>
                  <a:cubicBezTo>
                    <a:pt x="40373" y="1814"/>
                    <a:pt x="40450" y="1778"/>
                    <a:pt x="40515" y="1709"/>
                  </a:cubicBezTo>
                  <a:cubicBezTo>
                    <a:pt x="40535" y="1801"/>
                    <a:pt x="40554" y="1887"/>
                    <a:pt x="40608" y="1887"/>
                  </a:cubicBezTo>
                  <a:cubicBezTo>
                    <a:pt x="40621" y="1887"/>
                    <a:pt x="40636" y="1883"/>
                    <a:pt x="40653" y="1872"/>
                  </a:cubicBezTo>
                  <a:lnTo>
                    <a:pt x="40653" y="1872"/>
                  </a:lnTo>
                  <a:cubicBezTo>
                    <a:pt x="40718" y="1904"/>
                    <a:pt x="40718" y="1904"/>
                    <a:pt x="40637" y="2066"/>
                  </a:cubicBezTo>
                  <a:cubicBezTo>
                    <a:pt x="40604" y="2147"/>
                    <a:pt x="40564" y="2236"/>
                    <a:pt x="40621" y="2261"/>
                  </a:cubicBezTo>
                  <a:cubicBezTo>
                    <a:pt x="40628" y="2264"/>
                    <a:pt x="40634" y="2265"/>
                    <a:pt x="40641" y="2265"/>
                  </a:cubicBezTo>
                  <a:cubicBezTo>
                    <a:pt x="40687" y="2265"/>
                    <a:pt x="40723" y="2193"/>
                    <a:pt x="40758" y="2115"/>
                  </a:cubicBezTo>
                  <a:lnTo>
                    <a:pt x="40872" y="2172"/>
                  </a:lnTo>
                  <a:cubicBezTo>
                    <a:pt x="40872" y="2172"/>
                    <a:pt x="40880" y="2175"/>
                    <a:pt x="40892" y="2175"/>
                  </a:cubicBezTo>
                  <a:cubicBezTo>
                    <a:pt x="40912" y="2175"/>
                    <a:pt x="40944" y="2165"/>
                    <a:pt x="40969" y="2115"/>
                  </a:cubicBezTo>
                  <a:cubicBezTo>
                    <a:pt x="40990" y="2073"/>
                    <a:pt x="41016" y="2059"/>
                    <a:pt x="41044" y="2059"/>
                  </a:cubicBezTo>
                  <a:cubicBezTo>
                    <a:pt x="41071" y="2059"/>
                    <a:pt x="41100" y="2071"/>
                    <a:pt x="41131" y="2082"/>
                  </a:cubicBezTo>
                  <a:cubicBezTo>
                    <a:pt x="41118" y="2110"/>
                    <a:pt x="41120" y="2123"/>
                    <a:pt x="41128" y="2123"/>
                  </a:cubicBezTo>
                  <a:cubicBezTo>
                    <a:pt x="41144" y="2123"/>
                    <a:pt x="41183" y="2076"/>
                    <a:pt x="41172" y="2001"/>
                  </a:cubicBezTo>
                  <a:cubicBezTo>
                    <a:pt x="41206" y="1933"/>
                    <a:pt x="41240" y="1864"/>
                    <a:pt x="41284" y="1864"/>
                  </a:cubicBezTo>
                  <a:cubicBezTo>
                    <a:pt x="41293" y="1864"/>
                    <a:pt x="41301" y="1867"/>
                    <a:pt x="41310" y="1872"/>
                  </a:cubicBezTo>
                  <a:lnTo>
                    <a:pt x="41391" y="1709"/>
                  </a:lnTo>
                  <a:cubicBezTo>
                    <a:pt x="41472" y="1547"/>
                    <a:pt x="41521" y="1466"/>
                    <a:pt x="41431" y="1328"/>
                  </a:cubicBezTo>
                  <a:cubicBezTo>
                    <a:pt x="41275" y="1184"/>
                    <a:pt x="41148" y="1056"/>
                    <a:pt x="41064" y="1056"/>
                  </a:cubicBezTo>
                  <a:cubicBezTo>
                    <a:pt x="41031" y="1056"/>
                    <a:pt x="41004" y="1077"/>
                    <a:pt x="40985" y="1126"/>
                  </a:cubicBezTo>
                  <a:cubicBezTo>
                    <a:pt x="40985" y="1126"/>
                    <a:pt x="40922" y="1160"/>
                    <a:pt x="40863" y="1160"/>
                  </a:cubicBezTo>
                  <a:cubicBezTo>
                    <a:pt x="40846" y="1160"/>
                    <a:pt x="40830" y="1157"/>
                    <a:pt x="40815" y="1150"/>
                  </a:cubicBezTo>
                  <a:cubicBezTo>
                    <a:pt x="40758" y="1126"/>
                    <a:pt x="40726" y="1012"/>
                    <a:pt x="40726" y="1012"/>
                  </a:cubicBezTo>
                  <a:cubicBezTo>
                    <a:pt x="40758" y="923"/>
                    <a:pt x="40499" y="809"/>
                    <a:pt x="40158" y="704"/>
                  </a:cubicBezTo>
                  <a:cubicBezTo>
                    <a:pt x="39761" y="574"/>
                    <a:pt x="39558" y="509"/>
                    <a:pt x="39510" y="396"/>
                  </a:cubicBezTo>
                  <a:cubicBezTo>
                    <a:pt x="39494" y="339"/>
                    <a:pt x="39453" y="299"/>
                    <a:pt x="39396" y="282"/>
                  </a:cubicBezTo>
                  <a:cubicBezTo>
                    <a:pt x="39390" y="304"/>
                    <a:pt x="39354" y="314"/>
                    <a:pt x="39297" y="314"/>
                  </a:cubicBezTo>
                  <a:cubicBezTo>
                    <a:pt x="39142" y="314"/>
                    <a:pt x="38826" y="246"/>
                    <a:pt x="38472" y="169"/>
                  </a:cubicBezTo>
                  <a:cubicBezTo>
                    <a:pt x="38170" y="124"/>
                    <a:pt x="37867" y="92"/>
                    <a:pt x="37676" y="92"/>
                  </a:cubicBezTo>
                  <a:cubicBezTo>
                    <a:pt x="37555" y="92"/>
                    <a:pt x="37478" y="105"/>
                    <a:pt x="37475" y="137"/>
                  </a:cubicBezTo>
                  <a:lnTo>
                    <a:pt x="37337" y="120"/>
                  </a:lnTo>
                  <a:cubicBezTo>
                    <a:pt x="37345" y="31"/>
                    <a:pt x="37207" y="23"/>
                    <a:pt x="37061" y="15"/>
                  </a:cubicBezTo>
                  <a:cubicBezTo>
                    <a:pt x="36980" y="72"/>
                    <a:pt x="36883" y="96"/>
                    <a:pt x="36778" y="104"/>
                  </a:cubicBezTo>
                  <a:cubicBezTo>
                    <a:pt x="36778" y="15"/>
                    <a:pt x="36713" y="7"/>
                    <a:pt x="36567" y="7"/>
                  </a:cubicBezTo>
                  <a:cubicBezTo>
                    <a:pt x="36547" y="7"/>
                    <a:pt x="36529" y="7"/>
                    <a:pt x="36512" y="7"/>
                  </a:cubicBezTo>
                  <a:cubicBezTo>
                    <a:pt x="36410" y="7"/>
                    <a:pt x="36356" y="13"/>
                    <a:pt x="36356" y="96"/>
                  </a:cubicBezTo>
                  <a:cubicBezTo>
                    <a:pt x="36291" y="80"/>
                    <a:pt x="35805" y="112"/>
                    <a:pt x="35586" y="31"/>
                  </a:cubicBezTo>
                  <a:cubicBezTo>
                    <a:pt x="35564" y="10"/>
                    <a:pt x="35544" y="1"/>
                    <a:pt x="35525" y="1"/>
                  </a:cubicBezTo>
                  <a:close/>
                </a:path>
              </a:pathLst>
            </a:custGeom>
            <a:solidFill>
              <a:srgbClr val="D581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2"/>
            <p:cNvSpPr/>
            <p:nvPr/>
          </p:nvSpPr>
          <p:spPr>
            <a:xfrm>
              <a:off x="8047589" y="1151732"/>
              <a:ext cx="806405" cy="692224"/>
            </a:xfrm>
            <a:custGeom>
              <a:avLst/>
              <a:gdLst/>
              <a:ahLst/>
              <a:cxnLst/>
              <a:rect l="l" t="t" r="r" b="b"/>
              <a:pathLst>
                <a:path w="46782" h="40158" extrusionOk="0">
                  <a:moveTo>
                    <a:pt x="0" y="0"/>
                  </a:moveTo>
                  <a:lnTo>
                    <a:pt x="0" y="40158"/>
                  </a:lnTo>
                  <a:lnTo>
                    <a:pt x="46782" y="4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2"/>
            <p:cNvSpPr/>
            <p:nvPr/>
          </p:nvSpPr>
          <p:spPr>
            <a:xfrm>
              <a:off x="8145377" y="1800052"/>
              <a:ext cx="42128" cy="45300"/>
            </a:xfrm>
            <a:custGeom>
              <a:avLst/>
              <a:gdLst/>
              <a:ahLst/>
              <a:cxnLst/>
              <a:rect l="l" t="t" r="r" b="b"/>
              <a:pathLst>
                <a:path w="2444" h="2628" extrusionOk="0">
                  <a:moveTo>
                    <a:pt x="710" y="19"/>
                  </a:moveTo>
                  <a:cubicBezTo>
                    <a:pt x="740" y="19"/>
                    <a:pt x="801" y="21"/>
                    <a:pt x="862" y="25"/>
                  </a:cubicBezTo>
                  <a:cubicBezTo>
                    <a:pt x="848" y="28"/>
                    <a:pt x="835" y="29"/>
                    <a:pt x="821" y="29"/>
                  </a:cubicBezTo>
                  <a:cubicBezTo>
                    <a:pt x="794" y="29"/>
                    <a:pt x="767" y="25"/>
                    <a:pt x="740" y="25"/>
                  </a:cubicBezTo>
                  <a:cubicBezTo>
                    <a:pt x="680" y="21"/>
                    <a:pt x="680" y="19"/>
                    <a:pt x="710" y="19"/>
                  </a:cubicBezTo>
                  <a:close/>
                  <a:moveTo>
                    <a:pt x="1393" y="19"/>
                  </a:moveTo>
                  <a:cubicBezTo>
                    <a:pt x="1373" y="19"/>
                    <a:pt x="1353" y="21"/>
                    <a:pt x="1332" y="25"/>
                  </a:cubicBezTo>
                  <a:cubicBezTo>
                    <a:pt x="1346" y="28"/>
                    <a:pt x="1359" y="29"/>
                    <a:pt x="1373" y="29"/>
                  </a:cubicBezTo>
                  <a:cubicBezTo>
                    <a:pt x="1400" y="29"/>
                    <a:pt x="1427" y="25"/>
                    <a:pt x="1454" y="25"/>
                  </a:cubicBezTo>
                  <a:cubicBezTo>
                    <a:pt x="1434" y="21"/>
                    <a:pt x="1413" y="19"/>
                    <a:pt x="1393" y="19"/>
                  </a:cubicBezTo>
                  <a:close/>
                  <a:moveTo>
                    <a:pt x="797" y="455"/>
                  </a:moveTo>
                  <a:cubicBezTo>
                    <a:pt x="838" y="455"/>
                    <a:pt x="878" y="455"/>
                    <a:pt x="919" y="463"/>
                  </a:cubicBezTo>
                  <a:cubicBezTo>
                    <a:pt x="854" y="463"/>
                    <a:pt x="797" y="463"/>
                    <a:pt x="740" y="455"/>
                  </a:cubicBezTo>
                  <a:close/>
                  <a:moveTo>
                    <a:pt x="1081" y="560"/>
                  </a:moveTo>
                  <a:cubicBezTo>
                    <a:pt x="1081" y="560"/>
                    <a:pt x="1138" y="568"/>
                    <a:pt x="1081" y="568"/>
                  </a:cubicBezTo>
                  <a:lnTo>
                    <a:pt x="1016" y="568"/>
                  </a:lnTo>
                  <a:cubicBezTo>
                    <a:pt x="959" y="560"/>
                    <a:pt x="903" y="560"/>
                    <a:pt x="959" y="560"/>
                  </a:cubicBezTo>
                  <a:close/>
                  <a:moveTo>
                    <a:pt x="1000" y="682"/>
                  </a:moveTo>
                  <a:cubicBezTo>
                    <a:pt x="1024" y="682"/>
                    <a:pt x="1040" y="682"/>
                    <a:pt x="1065" y="690"/>
                  </a:cubicBezTo>
                  <a:lnTo>
                    <a:pt x="943" y="690"/>
                  </a:lnTo>
                  <a:cubicBezTo>
                    <a:pt x="959" y="682"/>
                    <a:pt x="984" y="682"/>
                    <a:pt x="1000" y="682"/>
                  </a:cubicBezTo>
                  <a:close/>
                  <a:moveTo>
                    <a:pt x="1113" y="714"/>
                  </a:moveTo>
                  <a:lnTo>
                    <a:pt x="1057" y="722"/>
                  </a:lnTo>
                  <a:lnTo>
                    <a:pt x="1057" y="714"/>
                  </a:lnTo>
                  <a:close/>
                  <a:moveTo>
                    <a:pt x="1149" y="724"/>
                  </a:moveTo>
                  <a:cubicBezTo>
                    <a:pt x="1142" y="724"/>
                    <a:pt x="1142" y="726"/>
                    <a:pt x="1170" y="730"/>
                  </a:cubicBezTo>
                  <a:cubicBezTo>
                    <a:pt x="1170" y="726"/>
                    <a:pt x="1156" y="724"/>
                    <a:pt x="1149" y="724"/>
                  </a:cubicBezTo>
                  <a:close/>
                  <a:moveTo>
                    <a:pt x="1113" y="747"/>
                  </a:moveTo>
                  <a:lnTo>
                    <a:pt x="1057" y="755"/>
                  </a:lnTo>
                  <a:lnTo>
                    <a:pt x="1057" y="747"/>
                  </a:lnTo>
                  <a:close/>
                  <a:moveTo>
                    <a:pt x="1048" y="763"/>
                  </a:moveTo>
                  <a:cubicBezTo>
                    <a:pt x="1081" y="767"/>
                    <a:pt x="1097" y="767"/>
                    <a:pt x="1105" y="767"/>
                  </a:cubicBezTo>
                  <a:cubicBezTo>
                    <a:pt x="1113" y="767"/>
                    <a:pt x="1113" y="767"/>
                    <a:pt x="1113" y="771"/>
                  </a:cubicBezTo>
                  <a:cubicBezTo>
                    <a:pt x="1109" y="775"/>
                    <a:pt x="1107" y="777"/>
                    <a:pt x="1099" y="777"/>
                  </a:cubicBezTo>
                  <a:cubicBezTo>
                    <a:pt x="1091" y="777"/>
                    <a:pt x="1077" y="775"/>
                    <a:pt x="1048" y="771"/>
                  </a:cubicBezTo>
                  <a:cubicBezTo>
                    <a:pt x="992" y="771"/>
                    <a:pt x="992" y="763"/>
                    <a:pt x="1048" y="763"/>
                  </a:cubicBezTo>
                  <a:close/>
                  <a:moveTo>
                    <a:pt x="688" y="789"/>
                  </a:moveTo>
                  <a:cubicBezTo>
                    <a:pt x="708" y="789"/>
                    <a:pt x="728" y="791"/>
                    <a:pt x="748" y="795"/>
                  </a:cubicBezTo>
                  <a:lnTo>
                    <a:pt x="627" y="795"/>
                  </a:lnTo>
                  <a:cubicBezTo>
                    <a:pt x="647" y="791"/>
                    <a:pt x="667" y="789"/>
                    <a:pt x="688" y="789"/>
                  </a:cubicBezTo>
                  <a:close/>
                  <a:moveTo>
                    <a:pt x="805" y="828"/>
                  </a:moveTo>
                  <a:lnTo>
                    <a:pt x="740" y="836"/>
                  </a:lnTo>
                  <a:cubicBezTo>
                    <a:pt x="684" y="836"/>
                    <a:pt x="684" y="828"/>
                    <a:pt x="684" y="828"/>
                  </a:cubicBezTo>
                  <a:close/>
                  <a:moveTo>
                    <a:pt x="1008" y="1087"/>
                  </a:moveTo>
                  <a:cubicBezTo>
                    <a:pt x="1040" y="1087"/>
                    <a:pt x="1081" y="1087"/>
                    <a:pt x="1121" y="1095"/>
                  </a:cubicBezTo>
                  <a:lnTo>
                    <a:pt x="1008" y="1095"/>
                  </a:lnTo>
                  <a:lnTo>
                    <a:pt x="1008" y="1087"/>
                  </a:lnTo>
                  <a:close/>
                  <a:moveTo>
                    <a:pt x="1105" y="1209"/>
                  </a:moveTo>
                  <a:cubicBezTo>
                    <a:pt x="1170" y="1209"/>
                    <a:pt x="1162" y="1217"/>
                    <a:pt x="1162" y="1225"/>
                  </a:cubicBezTo>
                  <a:cubicBezTo>
                    <a:pt x="1121" y="1225"/>
                    <a:pt x="1081" y="1225"/>
                    <a:pt x="1048" y="1217"/>
                  </a:cubicBezTo>
                  <a:cubicBezTo>
                    <a:pt x="1048" y="1209"/>
                    <a:pt x="1048" y="1209"/>
                    <a:pt x="1105" y="1209"/>
                  </a:cubicBezTo>
                  <a:close/>
                  <a:moveTo>
                    <a:pt x="651" y="1468"/>
                  </a:moveTo>
                  <a:lnTo>
                    <a:pt x="651" y="1476"/>
                  </a:lnTo>
                  <a:lnTo>
                    <a:pt x="765" y="1476"/>
                  </a:lnTo>
                  <a:cubicBezTo>
                    <a:pt x="732" y="1468"/>
                    <a:pt x="692" y="1468"/>
                    <a:pt x="651" y="1468"/>
                  </a:cubicBezTo>
                  <a:close/>
                  <a:moveTo>
                    <a:pt x="1057" y="1525"/>
                  </a:moveTo>
                  <a:cubicBezTo>
                    <a:pt x="1068" y="1525"/>
                    <a:pt x="1081" y="1525"/>
                    <a:pt x="1095" y="1526"/>
                  </a:cubicBezTo>
                  <a:lnTo>
                    <a:pt x="1095" y="1526"/>
                  </a:lnTo>
                  <a:cubicBezTo>
                    <a:pt x="1095" y="1525"/>
                    <a:pt x="1095" y="1525"/>
                    <a:pt x="1095" y="1525"/>
                  </a:cubicBezTo>
                  <a:close/>
                  <a:moveTo>
                    <a:pt x="919" y="1"/>
                  </a:moveTo>
                  <a:cubicBezTo>
                    <a:pt x="838" y="1"/>
                    <a:pt x="757" y="1"/>
                    <a:pt x="676" y="9"/>
                  </a:cubicBezTo>
                  <a:cubicBezTo>
                    <a:pt x="611" y="25"/>
                    <a:pt x="554" y="33"/>
                    <a:pt x="676" y="33"/>
                  </a:cubicBezTo>
                  <a:lnTo>
                    <a:pt x="732" y="33"/>
                  </a:lnTo>
                  <a:cubicBezTo>
                    <a:pt x="708" y="41"/>
                    <a:pt x="692" y="41"/>
                    <a:pt x="667" y="41"/>
                  </a:cubicBezTo>
                  <a:cubicBezTo>
                    <a:pt x="611" y="41"/>
                    <a:pt x="611" y="57"/>
                    <a:pt x="603" y="74"/>
                  </a:cubicBezTo>
                  <a:cubicBezTo>
                    <a:pt x="603" y="90"/>
                    <a:pt x="603" y="98"/>
                    <a:pt x="546" y="98"/>
                  </a:cubicBezTo>
                  <a:cubicBezTo>
                    <a:pt x="481" y="106"/>
                    <a:pt x="481" y="106"/>
                    <a:pt x="481" y="106"/>
                  </a:cubicBezTo>
                  <a:cubicBezTo>
                    <a:pt x="538" y="106"/>
                    <a:pt x="538" y="122"/>
                    <a:pt x="538" y="147"/>
                  </a:cubicBezTo>
                  <a:cubicBezTo>
                    <a:pt x="530" y="171"/>
                    <a:pt x="530" y="187"/>
                    <a:pt x="586" y="187"/>
                  </a:cubicBezTo>
                  <a:lnTo>
                    <a:pt x="586" y="195"/>
                  </a:lnTo>
                  <a:cubicBezTo>
                    <a:pt x="530" y="195"/>
                    <a:pt x="530" y="203"/>
                    <a:pt x="530" y="212"/>
                  </a:cubicBezTo>
                  <a:cubicBezTo>
                    <a:pt x="586" y="220"/>
                    <a:pt x="586" y="220"/>
                    <a:pt x="586" y="220"/>
                  </a:cubicBezTo>
                  <a:cubicBezTo>
                    <a:pt x="521" y="220"/>
                    <a:pt x="521" y="228"/>
                    <a:pt x="521" y="228"/>
                  </a:cubicBezTo>
                  <a:cubicBezTo>
                    <a:pt x="521" y="236"/>
                    <a:pt x="521" y="244"/>
                    <a:pt x="578" y="244"/>
                  </a:cubicBezTo>
                  <a:cubicBezTo>
                    <a:pt x="578" y="244"/>
                    <a:pt x="578" y="268"/>
                    <a:pt x="521" y="276"/>
                  </a:cubicBezTo>
                  <a:cubicBezTo>
                    <a:pt x="457" y="276"/>
                    <a:pt x="513" y="285"/>
                    <a:pt x="578" y="285"/>
                  </a:cubicBezTo>
                  <a:cubicBezTo>
                    <a:pt x="619" y="285"/>
                    <a:pt x="659" y="285"/>
                    <a:pt x="692" y="293"/>
                  </a:cubicBezTo>
                  <a:lnTo>
                    <a:pt x="578" y="293"/>
                  </a:lnTo>
                  <a:cubicBezTo>
                    <a:pt x="546" y="289"/>
                    <a:pt x="530" y="287"/>
                    <a:pt x="521" y="287"/>
                  </a:cubicBezTo>
                  <a:cubicBezTo>
                    <a:pt x="513" y="287"/>
                    <a:pt x="513" y="289"/>
                    <a:pt x="513" y="293"/>
                  </a:cubicBezTo>
                  <a:lnTo>
                    <a:pt x="513" y="301"/>
                  </a:lnTo>
                  <a:cubicBezTo>
                    <a:pt x="570" y="301"/>
                    <a:pt x="570" y="317"/>
                    <a:pt x="570" y="333"/>
                  </a:cubicBezTo>
                  <a:cubicBezTo>
                    <a:pt x="562" y="366"/>
                    <a:pt x="562" y="374"/>
                    <a:pt x="627" y="374"/>
                  </a:cubicBezTo>
                  <a:cubicBezTo>
                    <a:pt x="684" y="374"/>
                    <a:pt x="684" y="374"/>
                    <a:pt x="619" y="390"/>
                  </a:cubicBezTo>
                  <a:cubicBezTo>
                    <a:pt x="440" y="406"/>
                    <a:pt x="440" y="406"/>
                    <a:pt x="497" y="406"/>
                  </a:cubicBezTo>
                  <a:lnTo>
                    <a:pt x="619" y="406"/>
                  </a:lnTo>
                  <a:cubicBezTo>
                    <a:pt x="740" y="406"/>
                    <a:pt x="740" y="406"/>
                    <a:pt x="619" y="414"/>
                  </a:cubicBezTo>
                  <a:cubicBezTo>
                    <a:pt x="497" y="414"/>
                    <a:pt x="554" y="455"/>
                    <a:pt x="667" y="463"/>
                  </a:cubicBezTo>
                  <a:lnTo>
                    <a:pt x="611" y="463"/>
                  </a:lnTo>
                  <a:cubicBezTo>
                    <a:pt x="554" y="463"/>
                    <a:pt x="546" y="463"/>
                    <a:pt x="546" y="479"/>
                  </a:cubicBezTo>
                  <a:lnTo>
                    <a:pt x="546" y="487"/>
                  </a:lnTo>
                  <a:cubicBezTo>
                    <a:pt x="667" y="487"/>
                    <a:pt x="603" y="503"/>
                    <a:pt x="546" y="503"/>
                  </a:cubicBezTo>
                  <a:cubicBezTo>
                    <a:pt x="481" y="503"/>
                    <a:pt x="481" y="503"/>
                    <a:pt x="481" y="512"/>
                  </a:cubicBezTo>
                  <a:cubicBezTo>
                    <a:pt x="603" y="520"/>
                    <a:pt x="538" y="536"/>
                    <a:pt x="481" y="536"/>
                  </a:cubicBezTo>
                  <a:lnTo>
                    <a:pt x="481" y="544"/>
                  </a:lnTo>
                  <a:cubicBezTo>
                    <a:pt x="538" y="544"/>
                    <a:pt x="538" y="552"/>
                    <a:pt x="538" y="552"/>
                  </a:cubicBezTo>
                  <a:cubicBezTo>
                    <a:pt x="538" y="568"/>
                    <a:pt x="538" y="568"/>
                    <a:pt x="594" y="568"/>
                  </a:cubicBezTo>
                  <a:cubicBezTo>
                    <a:pt x="608" y="566"/>
                    <a:pt x="621" y="565"/>
                    <a:pt x="635" y="565"/>
                  </a:cubicBezTo>
                  <a:cubicBezTo>
                    <a:pt x="662" y="565"/>
                    <a:pt x="689" y="568"/>
                    <a:pt x="716" y="568"/>
                  </a:cubicBezTo>
                  <a:lnTo>
                    <a:pt x="651" y="568"/>
                  </a:lnTo>
                  <a:cubicBezTo>
                    <a:pt x="594" y="568"/>
                    <a:pt x="594" y="576"/>
                    <a:pt x="594" y="593"/>
                  </a:cubicBezTo>
                  <a:cubicBezTo>
                    <a:pt x="586" y="609"/>
                    <a:pt x="586" y="609"/>
                    <a:pt x="530" y="617"/>
                  </a:cubicBezTo>
                  <a:lnTo>
                    <a:pt x="586" y="617"/>
                  </a:lnTo>
                  <a:cubicBezTo>
                    <a:pt x="651" y="625"/>
                    <a:pt x="643" y="625"/>
                    <a:pt x="586" y="625"/>
                  </a:cubicBezTo>
                  <a:cubicBezTo>
                    <a:pt x="530" y="625"/>
                    <a:pt x="521" y="641"/>
                    <a:pt x="586" y="649"/>
                  </a:cubicBezTo>
                  <a:cubicBezTo>
                    <a:pt x="465" y="657"/>
                    <a:pt x="465" y="666"/>
                    <a:pt x="578" y="666"/>
                  </a:cubicBezTo>
                  <a:cubicBezTo>
                    <a:pt x="521" y="666"/>
                    <a:pt x="521" y="674"/>
                    <a:pt x="521" y="674"/>
                  </a:cubicBezTo>
                  <a:cubicBezTo>
                    <a:pt x="578" y="682"/>
                    <a:pt x="578" y="690"/>
                    <a:pt x="513" y="690"/>
                  </a:cubicBezTo>
                  <a:lnTo>
                    <a:pt x="513" y="698"/>
                  </a:lnTo>
                  <a:cubicBezTo>
                    <a:pt x="578" y="698"/>
                    <a:pt x="578" y="698"/>
                    <a:pt x="578" y="706"/>
                  </a:cubicBezTo>
                  <a:cubicBezTo>
                    <a:pt x="578" y="706"/>
                    <a:pt x="578" y="714"/>
                    <a:pt x="635" y="714"/>
                  </a:cubicBezTo>
                  <a:cubicBezTo>
                    <a:pt x="692" y="714"/>
                    <a:pt x="692" y="722"/>
                    <a:pt x="692" y="722"/>
                  </a:cubicBezTo>
                  <a:cubicBezTo>
                    <a:pt x="651" y="722"/>
                    <a:pt x="611" y="722"/>
                    <a:pt x="570" y="714"/>
                  </a:cubicBezTo>
                  <a:cubicBezTo>
                    <a:pt x="513" y="714"/>
                    <a:pt x="513" y="722"/>
                    <a:pt x="635" y="730"/>
                  </a:cubicBezTo>
                  <a:cubicBezTo>
                    <a:pt x="592" y="730"/>
                    <a:pt x="552" y="727"/>
                    <a:pt x="547" y="727"/>
                  </a:cubicBezTo>
                  <a:lnTo>
                    <a:pt x="547" y="727"/>
                  </a:lnTo>
                  <a:cubicBezTo>
                    <a:pt x="545" y="727"/>
                    <a:pt x="551" y="728"/>
                    <a:pt x="570" y="730"/>
                  </a:cubicBezTo>
                  <a:cubicBezTo>
                    <a:pt x="570" y="730"/>
                    <a:pt x="570" y="739"/>
                    <a:pt x="627" y="739"/>
                  </a:cubicBezTo>
                  <a:cubicBezTo>
                    <a:pt x="627" y="739"/>
                    <a:pt x="627" y="747"/>
                    <a:pt x="627" y="747"/>
                  </a:cubicBezTo>
                  <a:cubicBezTo>
                    <a:pt x="570" y="755"/>
                    <a:pt x="570" y="755"/>
                    <a:pt x="570" y="763"/>
                  </a:cubicBezTo>
                  <a:cubicBezTo>
                    <a:pt x="505" y="763"/>
                    <a:pt x="505" y="771"/>
                    <a:pt x="627" y="771"/>
                  </a:cubicBezTo>
                  <a:cubicBezTo>
                    <a:pt x="684" y="771"/>
                    <a:pt x="684" y="779"/>
                    <a:pt x="627" y="779"/>
                  </a:cubicBezTo>
                  <a:lnTo>
                    <a:pt x="562" y="779"/>
                  </a:lnTo>
                  <a:cubicBezTo>
                    <a:pt x="627" y="787"/>
                    <a:pt x="627" y="787"/>
                    <a:pt x="627" y="787"/>
                  </a:cubicBezTo>
                  <a:cubicBezTo>
                    <a:pt x="562" y="787"/>
                    <a:pt x="562" y="820"/>
                    <a:pt x="554" y="844"/>
                  </a:cubicBezTo>
                  <a:cubicBezTo>
                    <a:pt x="594" y="852"/>
                    <a:pt x="635" y="852"/>
                    <a:pt x="676" y="852"/>
                  </a:cubicBezTo>
                  <a:cubicBezTo>
                    <a:pt x="497" y="852"/>
                    <a:pt x="497" y="860"/>
                    <a:pt x="676" y="860"/>
                  </a:cubicBezTo>
                  <a:cubicBezTo>
                    <a:pt x="611" y="868"/>
                    <a:pt x="611" y="868"/>
                    <a:pt x="676" y="868"/>
                  </a:cubicBezTo>
                  <a:cubicBezTo>
                    <a:pt x="611" y="876"/>
                    <a:pt x="554" y="876"/>
                    <a:pt x="611" y="876"/>
                  </a:cubicBezTo>
                  <a:cubicBezTo>
                    <a:pt x="611" y="876"/>
                    <a:pt x="611" y="884"/>
                    <a:pt x="554" y="884"/>
                  </a:cubicBezTo>
                  <a:cubicBezTo>
                    <a:pt x="489" y="884"/>
                    <a:pt x="554" y="893"/>
                    <a:pt x="611" y="893"/>
                  </a:cubicBezTo>
                  <a:cubicBezTo>
                    <a:pt x="691" y="898"/>
                    <a:pt x="714" y="904"/>
                    <a:pt x="681" y="904"/>
                  </a:cubicBezTo>
                  <a:cubicBezTo>
                    <a:pt x="667" y="904"/>
                    <a:pt x="644" y="903"/>
                    <a:pt x="611" y="901"/>
                  </a:cubicBezTo>
                  <a:cubicBezTo>
                    <a:pt x="489" y="901"/>
                    <a:pt x="546" y="917"/>
                    <a:pt x="667" y="917"/>
                  </a:cubicBezTo>
                  <a:cubicBezTo>
                    <a:pt x="781" y="925"/>
                    <a:pt x="781" y="925"/>
                    <a:pt x="724" y="925"/>
                  </a:cubicBezTo>
                  <a:cubicBezTo>
                    <a:pt x="705" y="922"/>
                    <a:pt x="693" y="921"/>
                    <a:pt x="684" y="921"/>
                  </a:cubicBezTo>
                  <a:cubicBezTo>
                    <a:pt x="667" y="921"/>
                    <a:pt x="667" y="925"/>
                    <a:pt x="667" y="925"/>
                  </a:cubicBezTo>
                  <a:cubicBezTo>
                    <a:pt x="667" y="925"/>
                    <a:pt x="659" y="933"/>
                    <a:pt x="603" y="933"/>
                  </a:cubicBezTo>
                  <a:cubicBezTo>
                    <a:pt x="603" y="933"/>
                    <a:pt x="603" y="933"/>
                    <a:pt x="659" y="941"/>
                  </a:cubicBezTo>
                  <a:cubicBezTo>
                    <a:pt x="781" y="949"/>
                    <a:pt x="716" y="957"/>
                    <a:pt x="603" y="957"/>
                  </a:cubicBezTo>
                  <a:lnTo>
                    <a:pt x="659" y="966"/>
                  </a:lnTo>
                  <a:cubicBezTo>
                    <a:pt x="781" y="966"/>
                    <a:pt x="838" y="974"/>
                    <a:pt x="716" y="974"/>
                  </a:cubicBezTo>
                  <a:lnTo>
                    <a:pt x="659" y="974"/>
                  </a:lnTo>
                  <a:cubicBezTo>
                    <a:pt x="773" y="974"/>
                    <a:pt x="716" y="990"/>
                    <a:pt x="594" y="990"/>
                  </a:cubicBezTo>
                  <a:lnTo>
                    <a:pt x="716" y="990"/>
                  </a:lnTo>
                  <a:cubicBezTo>
                    <a:pt x="716" y="998"/>
                    <a:pt x="716" y="998"/>
                    <a:pt x="651" y="998"/>
                  </a:cubicBezTo>
                  <a:cubicBezTo>
                    <a:pt x="594" y="998"/>
                    <a:pt x="530" y="1006"/>
                    <a:pt x="594" y="1006"/>
                  </a:cubicBezTo>
                  <a:cubicBezTo>
                    <a:pt x="594" y="1006"/>
                    <a:pt x="594" y="1006"/>
                    <a:pt x="530" y="1014"/>
                  </a:cubicBezTo>
                  <a:cubicBezTo>
                    <a:pt x="530" y="1014"/>
                    <a:pt x="530" y="1014"/>
                    <a:pt x="530" y="1022"/>
                  </a:cubicBezTo>
                  <a:cubicBezTo>
                    <a:pt x="586" y="1022"/>
                    <a:pt x="586" y="1030"/>
                    <a:pt x="530" y="1030"/>
                  </a:cubicBezTo>
                  <a:cubicBezTo>
                    <a:pt x="530" y="1030"/>
                    <a:pt x="530" y="1039"/>
                    <a:pt x="586" y="1039"/>
                  </a:cubicBezTo>
                  <a:cubicBezTo>
                    <a:pt x="586" y="1047"/>
                    <a:pt x="586" y="1055"/>
                    <a:pt x="530" y="1055"/>
                  </a:cubicBezTo>
                  <a:cubicBezTo>
                    <a:pt x="586" y="1055"/>
                    <a:pt x="586" y="1055"/>
                    <a:pt x="586" y="1063"/>
                  </a:cubicBezTo>
                  <a:cubicBezTo>
                    <a:pt x="643" y="1063"/>
                    <a:pt x="643" y="1063"/>
                    <a:pt x="643" y="1071"/>
                  </a:cubicBezTo>
                  <a:cubicBezTo>
                    <a:pt x="643" y="1071"/>
                    <a:pt x="578" y="1079"/>
                    <a:pt x="578" y="1087"/>
                  </a:cubicBezTo>
                  <a:cubicBezTo>
                    <a:pt x="578" y="1091"/>
                    <a:pt x="578" y="1093"/>
                    <a:pt x="586" y="1093"/>
                  </a:cubicBezTo>
                  <a:cubicBezTo>
                    <a:pt x="594" y="1093"/>
                    <a:pt x="611" y="1091"/>
                    <a:pt x="643" y="1087"/>
                  </a:cubicBezTo>
                  <a:cubicBezTo>
                    <a:pt x="643" y="1087"/>
                    <a:pt x="700" y="1087"/>
                    <a:pt x="643" y="1095"/>
                  </a:cubicBezTo>
                  <a:cubicBezTo>
                    <a:pt x="643" y="1095"/>
                    <a:pt x="578" y="1103"/>
                    <a:pt x="578" y="1120"/>
                  </a:cubicBezTo>
                  <a:cubicBezTo>
                    <a:pt x="578" y="1128"/>
                    <a:pt x="578" y="1128"/>
                    <a:pt x="635" y="1128"/>
                  </a:cubicBezTo>
                  <a:cubicBezTo>
                    <a:pt x="513" y="1136"/>
                    <a:pt x="513" y="1144"/>
                    <a:pt x="570" y="1144"/>
                  </a:cubicBezTo>
                  <a:lnTo>
                    <a:pt x="635" y="1144"/>
                  </a:lnTo>
                  <a:cubicBezTo>
                    <a:pt x="570" y="1144"/>
                    <a:pt x="570" y="1152"/>
                    <a:pt x="635" y="1160"/>
                  </a:cubicBezTo>
                  <a:lnTo>
                    <a:pt x="570" y="1160"/>
                  </a:lnTo>
                  <a:lnTo>
                    <a:pt x="570" y="1168"/>
                  </a:lnTo>
                  <a:cubicBezTo>
                    <a:pt x="692" y="1168"/>
                    <a:pt x="627" y="1193"/>
                    <a:pt x="570" y="1193"/>
                  </a:cubicBezTo>
                  <a:cubicBezTo>
                    <a:pt x="570" y="1193"/>
                    <a:pt x="562" y="1193"/>
                    <a:pt x="627" y="1201"/>
                  </a:cubicBezTo>
                  <a:cubicBezTo>
                    <a:pt x="740" y="1201"/>
                    <a:pt x="740" y="1209"/>
                    <a:pt x="627" y="1209"/>
                  </a:cubicBezTo>
                  <a:cubicBezTo>
                    <a:pt x="684" y="1209"/>
                    <a:pt x="684" y="1225"/>
                    <a:pt x="562" y="1225"/>
                  </a:cubicBezTo>
                  <a:lnTo>
                    <a:pt x="449" y="1225"/>
                  </a:lnTo>
                  <a:cubicBezTo>
                    <a:pt x="505" y="1225"/>
                    <a:pt x="505" y="1233"/>
                    <a:pt x="505" y="1233"/>
                  </a:cubicBezTo>
                  <a:cubicBezTo>
                    <a:pt x="562" y="1233"/>
                    <a:pt x="562" y="1233"/>
                    <a:pt x="562" y="1241"/>
                  </a:cubicBezTo>
                  <a:cubicBezTo>
                    <a:pt x="562" y="1247"/>
                    <a:pt x="590" y="1253"/>
                    <a:pt x="607" y="1258"/>
                  </a:cubicBezTo>
                  <a:lnTo>
                    <a:pt x="607" y="1258"/>
                  </a:lnTo>
                  <a:cubicBezTo>
                    <a:pt x="622" y="1257"/>
                    <a:pt x="637" y="1257"/>
                    <a:pt x="652" y="1257"/>
                  </a:cubicBezTo>
                  <a:cubicBezTo>
                    <a:pt x="662" y="1257"/>
                    <a:pt x="673" y="1257"/>
                    <a:pt x="684" y="1257"/>
                  </a:cubicBezTo>
                  <a:cubicBezTo>
                    <a:pt x="841" y="1266"/>
                    <a:pt x="958" y="1333"/>
                    <a:pt x="1035" y="1428"/>
                  </a:cubicBezTo>
                  <a:lnTo>
                    <a:pt x="1035" y="1428"/>
                  </a:lnTo>
                  <a:cubicBezTo>
                    <a:pt x="1028" y="1428"/>
                    <a:pt x="1022" y="1428"/>
                    <a:pt x="1016" y="1428"/>
                  </a:cubicBezTo>
                  <a:lnTo>
                    <a:pt x="1016" y="1436"/>
                  </a:lnTo>
                  <a:lnTo>
                    <a:pt x="1041" y="1436"/>
                  </a:lnTo>
                  <a:cubicBezTo>
                    <a:pt x="1039" y="1433"/>
                    <a:pt x="1037" y="1430"/>
                    <a:pt x="1035" y="1428"/>
                  </a:cubicBezTo>
                  <a:lnTo>
                    <a:pt x="1035" y="1428"/>
                  </a:lnTo>
                  <a:cubicBezTo>
                    <a:pt x="1069" y="1428"/>
                    <a:pt x="1102" y="1429"/>
                    <a:pt x="1130" y="1436"/>
                  </a:cubicBezTo>
                  <a:lnTo>
                    <a:pt x="1041" y="1436"/>
                  </a:lnTo>
                  <a:cubicBezTo>
                    <a:pt x="1062" y="1464"/>
                    <a:pt x="1080" y="1493"/>
                    <a:pt x="1095" y="1525"/>
                  </a:cubicBezTo>
                  <a:lnTo>
                    <a:pt x="1243" y="1525"/>
                  </a:lnTo>
                  <a:cubicBezTo>
                    <a:pt x="1243" y="1528"/>
                    <a:pt x="1230" y="1529"/>
                    <a:pt x="1209" y="1529"/>
                  </a:cubicBezTo>
                  <a:cubicBezTo>
                    <a:pt x="1179" y="1529"/>
                    <a:pt x="1134" y="1527"/>
                    <a:pt x="1095" y="1526"/>
                  </a:cubicBezTo>
                  <a:lnTo>
                    <a:pt x="1095" y="1526"/>
                  </a:lnTo>
                  <a:cubicBezTo>
                    <a:pt x="1106" y="1549"/>
                    <a:pt x="1115" y="1573"/>
                    <a:pt x="1122" y="1598"/>
                  </a:cubicBezTo>
                  <a:lnTo>
                    <a:pt x="1122" y="1598"/>
                  </a:lnTo>
                  <a:cubicBezTo>
                    <a:pt x="1119" y="1598"/>
                    <a:pt x="1116" y="1598"/>
                    <a:pt x="1113" y="1598"/>
                  </a:cubicBezTo>
                  <a:lnTo>
                    <a:pt x="1113" y="1606"/>
                  </a:lnTo>
                  <a:lnTo>
                    <a:pt x="1124" y="1606"/>
                  </a:lnTo>
                  <a:cubicBezTo>
                    <a:pt x="1124" y="1603"/>
                    <a:pt x="1123" y="1601"/>
                    <a:pt x="1122" y="1598"/>
                  </a:cubicBezTo>
                  <a:lnTo>
                    <a:pt x="1122" y="1598"/>
                  </a:lnTo>
                  <a:cubicBezTo>
                    <a:pt x="1159" y="1598"/>
                    <a:pt x="1189" y="1599"/>
                    <a:pt x="1227" y="1606"/>
                  </a:cubicBezTo>
                  <a:lnTo>
                    <a:pt x="1124" y="1606"/>
                  </a:lnTo>
                  <a:cubicBezTo>
                    <a:pt x="1125" y="1609"/>
                    <a:pt x="1126" y="1612"/>
                    <a:pt x="1126" y="1614"/>
                  </a:cubicBezTo>
                  <a:lnTo>
                    <a:pt x="1126" y="1614"/>
                  </a:lnTo>
                  <a:cubicBezTo>
                    <a:pt x="1137" y="1614"/>
                    <a:pt x="1149" y="1614"/>
                    <a:pt x="1162" y="1614"/>
                  </a:cubicBezTo>
                  <a:lnTo>
                    <a:pt x="1227" y="1614"/>
                  </a:lnTo>
                  <a:cubicBezTo>
                    <a:pt x="1227" y="1614"/>
                    <a:pt x="1227" y="1606"/>
                    <a:pt x="1284" y="1606"/>
                  </a:cubicBezTo>
                  <a:cubicBezTo>
                    <a:pt x="1405" y="1598"/>
                    <a:pt x="1348" y="1590"/>
                    <a:pt x="1292" y="1590"/>
                  </a:cubicBezTo>
                  <a:cubicBezTo>
                    <a:pt x="1251" y="1593"/>
                    <a:pt x="1230" y="1593"/>
                    <a:pt x="1223" y="1593"/>
                  </a:cubicBezTo>
                  <a:cubicBezTo>
                    <a:pt x="1209" y="1593"/>
                    <a:pt x="1248" y="1590"/>
                    <a:pt x="1292" y="1590"/>
                  </a:cubicBezTo>
                  <a:cubicBezTo>
                    <a:pt x="1348" y="1590"/>
                    <a:pt x="1405" y="1582"/>
                    <a:pt x="1348" y="1582"/>
                  </a:cubicBezTo>
                  <a:cubicBezTo>
                    <a:pt x="1292" y="1582"/>
                    <a:pt x="1235" y="1566"/>
                    <a:pt x="1348" y="1566"/>
                  </a:cubicBezTo>
                  <a:lnTo>
                    <a:pt x="1357" y="1557"/>
                  </a:lnTo>
                  <a:cubicBezTo>
                    <a:pt x="1292" y="1557"/>
                    <a:pt x="1292" y="1549"/>
                    <a:pt x="1292" y="1541"/>
                  </a:cubicBezTo>
                  <a:cubicBezTo>
                    <a:pt x="1300" y="1541"/>
                    <a:pt x="1300" y="1533"/>
                    <a:pt x="1357" y="1533"/>
                  </a:cubicBezTo>
                  <a:cubicBezTo>
                    <a:pt x="1373" y="1535"/>
                    <a:pt x="1385" y="1536"/>
                    <a:pt x="1392" y="1536"/>
                  </a:cubicBezTo>
                  <a:cubicBezTo>
                    <a:pt x="1408" y="1536"/>
                    <a:pt x="1397" y="1531"/>
                    <a:pt x="1357" y="1525"/>
                  </a:cubicBezTo>
                  <a:cubicBezTo>
                    <a:pt x="1357" y="1525"/>
                    <a:pt x="1235" y="1525"/>
                    <a:pt x="1235" y="1517"/>
                  </a:cubicBezTo>
                  <a:cubicBezTo>
                    <a:pt x="1203" y="1517"/>
                    <a:pt x="1162" y="1517"/>
                    <a:pt x="1121" y="1509"/>
                  </a:cubicBezTo>
                  <a:lnTo>
                    <a:pt x="1243" y="1509"/>
                  </a:lnTo>
                  <a:cubicBezTo>
                    <a:pt x="1300" y="1501"/>
                    <a:pt x="1300" y="1501"/>
                    <a:pt x="1300" y="1493"/>
                  </a:cubicBezTo>
                  <a:cubicBezTo>
                    <a:pt x="1300" y="1484"/>
                    <a:pt x="1300" y="1484"/>
                    <a:pt x="1243" y="1476"/>
                  </a:cubicBezTo>
                  <a:cubicBezTo>
                    <a:pt x="1365" y="1476"/>
                    <a:pt x="1365" y="1460"/>
                    <a:pt x="1251" y="1452"/>
                  </a:cubicBezTo>
                  <a:cubicBezTo>
                    <a:pt x="1186" y="1452"/>
                    <a:pt x="1186" y="1452"/>
                    <a:pt x="1251" y="1444"/>
                  </a:cubicBezTo>
                  <a:cubicBezTo>
                    <a:pt x="1186" y="1436"/>
                    <a:pt x="1251" y="1436"/>
                    <a:pt x="1308" y="1436"/>
                  </a:cubicBezTo>
                  <a:cubicBezTo>
                    <a:pt x="1430" y="1428"/>
                    <a:pt x="1430" y="1428"/>
                    <a:pt x="1373" y="1420"/>
                  </a:cubicBezTo>
                  <a:cubicBezTo>
                    <a:pt x="1316" y="1420"/>
                    <a:pt x="1316" y="1411"/>
                    <a:pt x="1316" y="1411"/>
                  </a:cubicBezTo>
                  <a:cubicBezTo>
                    <a:pt x="1287" y="1406"/>
                    <a:pt x="1259" y="1400"/>
                    <a:pt x="1230" y="1400"/>
                  </a:cubicBezTo>
                  <a:cubicBezTo>
                    <a:pt x="1218" y="1400"/>
                    <a:pt x="1206" y="1401"/>
                    <a:pt x="1194" y="1403"/>
                  </a:cubicBezTo>
                  <a:cubicBezTo>
                    <a:pt x="1176" y="1403"/>
                    <a:pt x="1156" y="1402"/>
                    <a:pt x="1138" y="1401"/>
                  </a:cubicBezTo>
                  <a:lnTo>
                    <a:pt x="1138" y="1401"/>
                  </a:lnTo>
                  <a:cubicBezTo>
                    <a:pt x="1157" y="1401"/>
                    <a:pt x="1176" y="1399"/>
                    <a:pt x="1194" y="1395"/>
                  </a:cubicBezTo>
                  <a:cubicBezTo>
                    <a:pt x="1259" y="1395"/>
                    <a:pt x="1259" y="1387"/>
                    <a:pt x="1259" y="1379"/>
                  </a:cubicBezTo>
                  <a:cubicBezTo>
                    <a:pt x="1259" y="1379"/>
                    <a:pt x="1259" y="1371"/>
                    <a:pt x="1259" y="1371"/>
                  </a:cubicBezTo>
                  <a:cubicBezTo>
                    <a:pt x="1316" y="1363"/>
                    <a:pt x="1324" y="1355"/>
                    <a:pt x="1259" y="1355"/>
                  </a:cubicBezTo>
                  <a:lnTo>
                    <a:pt x="1203" y="1355"/>
                  </a:lnTo>
                  <a:cubicBezTo>
                    <a:pt x="1324" y="1355"/>
                    <a:pt x="1324" y="1322"/>
                    <a:pt x="1211" y="1314"/>
                  </a:cubicBezTo>
                  <a:lnTo>
                    <a:pt x="1267" y="1314"/>
                  </a:lnTo>
                  <a:cubicBezTo>
                    <a:pt x="1324" y="1314"/>
                    <a:pt x="1324" y="1314"/>
                    <a:pt x="1324" y="1306"/>
                  </a:cubicBezTo>
                  <a:cubicBezTo>
                    <a:pt x="1324" y="1306"/>
                    <a:pt x="1267" y="1290"/>
                    <a:pt x="1267" y="1282"/>
                  </a:cubicBezTo>
                  <a:cubicBezTo>
                    <a:pt x="1275" y="1274"/>
                    <a:pt x="1275" y="1266"/>
                    <a:pt x="1211" y="1266"/>
                  </a:cubicBezTo>
                  <a:cubicBezTo>
                    <a:pt x="1211" y="1257"/>
                    <a:pt x="1211" y="1257"/>
                    <a:pt x="1275" y="1257"/>
                  </a:cubicBezTo>
                  <a:cubicBezTo>
                    <a:pt x="1294" y="1260"/>
                    <a:pt x="1307" y="1261"/>
                    <a:pt x="1315" y="1261"/>
                  </a:cubicBezTo>
                  <a:cubicBezTo>
                    <a:pt x="1332" y="1261"/>
                    <a:pt x="1332" y="1257"/>
                    <a:pt x="1332" y="1257"/>
                  </a:cubicBezTo>
                  <a:cubicBezTo>
                    <a:pt x="1292" y="1249"/>
                    <a:pt x="1259" y="1249"/>
                    <a:pt x="1219" y="1249"/>
                  </a:cubicBezTo>
                  <a:cubicBezTo>
                    <a:pt x="1154" y="1249"/>
                    <a:pt x="1154" y="1249"/>
                    <a:pt x="1219" y="1241"/>
                  </a:cubicBezTo>
                  <a:cubicBezTo>
                    <a:pt x="1275" y="1233"/>
                    <a:pt x="1284" y="1225"/>
                    <a:pt x="1219" y="1217"/>
                  </a:cubicBezTo>
                  <a:cubicBezTo>
                    <a:pt x="1219" y="1217"/>
                    <a:pt x="1219" y="1209"/>
                    <a:pt x="1284" y="1209"/>
                  </a:cubicBezTo>
                  <a:cubicBezTo>
                    <a:pt x="1340" y="1209"/>
                    <a:pt x="1405" y="1201"/>
                    <a:pt x="1284" y="1201"/>
                  </a:cubicBezTo>
                  <a:cubicBezTo>
                    <a:pt x="1284" y="1193"/>
                    <a:pt x="1284" y="1193"/>
                    <a:pt x="1340" y="1193"/>
                  </a:cubicBezTo>
                  <a:cubicBezTo>
                    <a:pt x="1405" y="1193"/>
                    <a:pt x="1462" y="1193"/>
                    <a:pt x="1348" y="1184"/>
                  </a:cubicBezTo>
                  <a:cubicBezTo>
                    <a:pt x="1284" y="1184"/>
                    <a:pt x="1284" y="1168"/>
                    <a:pt x="1348" y="1168"/>
                  </a:cubicBezTo>
                  <a:cubicBezTo>
                    <a:pt x="1348" y="1160"/>
                    <a:pt x="1348" y="1160"/>
                    <a:pt x="1292" y="1160"/>
                  </a:cubicBezTo>
                  <a:lnTo>
                    <a:pt x="1227" y="1160"/>
                  </a:lnTo>
                  <a:cubicBezTo>
                    <a:pt x="1348" y="1160"/>
                    <a:pt x="1348" y="1160"/>
                    <a:pt x="1227" y="1152"/>
                  </a:cubicBezTo>
                  <a:cubicBezTo>
                    <a:pt x="1292" y="1144"/>
                    <a:pt x="1292" y="1144"/>
                    <a:pt x="1292" y="1144"/>
                  </a:cubicBezTo>
                  <a:cubicBezTo>
                    <a:pt x="1292" y="1144"/>
                    <a:pt x="1235" y="1128"/>
                    <a:pt x="1235" y="1111"/>
                  </a:cubicBezTo>
                  <a:cubicBezTo>
                    <a:pt x="1243" y="1087"/>
                    <a:pt x="1243" y="1079"/>
                    <a:pt x="1178" y="1079"/>
                  </a:cubicBezTo>
                  <a:cubicBezTo>
                    <a:pt x="1121" y="1071"/>
                    <a:pt x="1121" y="1071"/>
                    <a:pt x="1178" y="1071"/>
                  </a:cubicBezTo>
                  <a:cubicBezTo>
                    <a:pt x="1243" y="1071"/>
                    <a:pt x="1243" y="1063"/>
                    <a:pt x="1243" y="1063"/>
                  </a:cubicBezTo>
                  <a:cubicBezTo>
                    <a:pt x="1243" y="1055"/>
                    <a:pt x="1243" y="1055"/>
                    <a:pt x="1300" y="1055"/>
                  </a:cubicBezTo>
                  <a:cubicBezTo>
                    <a:pt x="1243" y="1055"/>
                    <a:pt x="1243" y="1055"/>
                    <a:pt x="1243" y="1047"/>
                  </a:cubicBezTo>
                  <a:cubicBezTo>
                    <a:pt x="1308" y="1047"/>
                    <a:pt x="1308" y="1047"/>
                    <a:pt x="1243" y="1039"/>
                  </a:cubicBezTo>
                  <a:cubicBezTo>
                    <a:pt x="1308" y="1039"/>
                    <a:pt x="1365" y="1030"/>
                    <a:pt x="1308" y="1030"/>
                  </a:cubicBezTo>
                  <a:cubicBezTo>
                    <a:pt x="1243" y="1030"/>
                    <a:pt x="1251" y="1030"/>
                    <a:pt x="1186" y="1022"/>
                  </a:cubicBezTo>
                  <a:cubicBezTo>
                    <a:pt x="1186" y="1022"/>
                    <a:pt x="1186" y="1014"/>
                    <a:pt x="1251" y="1014"/>
                  </a:cubicBezTo>
                  <a:cubicBezTo>
                    <a:pt x="1308" y="1014"/>
                    <a:pt x="1251" y="998"/>
                    <a:pt x="1194" y="998"/>
                  </a:cubicBezTo>
                  <a:cubicBezTo>
                    <a:pt x="1130" y="998"/>
                    <a:pt x="1130" y="990"/>
                    <a:pt x="1194" y="990"/>
                  </a:cubicBezTo>
                  <a:lnTo>
                    <a:pt x="1251" y="990"/>
                  </a:lnTo>
                  <a:cubicBezTo>
                    <a:pt x="1194" y="982"/>
                    <a:pt x="1251" y="982"/>
                    <a:pt x="1316" y="982"/>
                  </a:cubicBezTo>
                  <a:cubicBezTo>
                    <a:pt x="1333" y="984"/>
                    <a:pt x="1344" y="985"/>
                    <a:pt x="1353" y="985"/>
                  </a:cubicBezTo>
                  <a:cubicBezTo>
                    <a:pt x="1373" y="985"/>
                    <a:pt x="1373" y="979"/>
                    <a:pt x="1373" y="974"/>
                  </a:cubicBezTo>
                  <a:cubicBezTo>
                    <a:pt x="1316" y="974"/>
                    <a:pt x="1316" y="966"/>
                    <a:pt x="1316" y="949"/>
                  </a:cubicBezTo>
                  <a:cubicBezTo>
                    <a:pt x="1324" y="933"/>
                    <a:pt x="1259" y="933"/>
                    <a:pt x="1146" y="925"/>
                  </a:cubicBezTo>
                  <a:lnTo>
                    <a:pt x="1324" y="925"/>
                  </a:lnTo>
                  <a:cubicBezTo>
                    <a:pt x="1284" y="917"/>
                    <a:pt x="1243" y="917"/>
                    <a:pt x="1203" y="917"/>
                  </a:cubicBezTo>
                  <a:cubicBezTo>
                    <a:pt x="1146" y="917"/>
                    <a:pt x="1146" y="917"/>
                    <a:pt x="1203" y="909"/>
                  </a:cubicBezTo>
                  <a:cubicBezTo>
                    <a:pt x="1267" y="901"/>
                    <a:pt x="1267" y="901"/>
                    <a:pt x="1211" y="901"/>
                  </a:cubicBezTo>
                  <a:cubicBezTo>
                    <a:pt x="1211" y="893"/>
                    <a:pt x="1211" y="893"/>
                    <a:pt x="1267" y="884"/>
                  </a:cubicBezTo>
                  <a:lnTo>
                    <a:pt x="1211" y="884"/>
                  </a:lnTo>
                  <a:cubicBezTo>
                    <a:pt x="1146" y="884"/>
                    <a:pt x="1146" y="884"/>
                    <a:pt x="1211" y="876"/>
                  </a:cubicBezTo>
                  <a:cubicBezTo>
                    <a:pt x="1332" y="876"/>
                    <a:pt x="1332" y="868"/>
                    <a:pt x="1267" y="868"/>
                  </a:cubicBezTo>
                  <a:cubicBezTo>
                    <a:pt x="1211" y="868"/>
                    <a:pt x="1211" y="860"/>
                    <a:pt x="1211" y="860"/>
                  </a:cubicBezTo>
                  <a:cubicBezTo>
                    <a:pt x="1211" y="860"/>
                    <a:pt x="1211" y="852"/>
                    <a:pt x="1154" y="852"/>
                  </a:cubicBezTo>
                  <a:lnTo>
                    <a:pt x="1154" y="844"/>
                  </a:lnTo>
                  <a:lnTo>
                    <a:pt x="1275" y="844"/>
                  </a:lnTo>
                  <a:cubicBezTo>
                    <a:pt x="1275" y="836"/>
                    <a:pt x="1275" y="836"/>
                    <a:pt x="1219" y="836"/>
                  </a:cubicBezTo>
                  <a:cubicBezTo>
                    <a:pt x="1097" y="828"/>
                    <a:pt x="1097" y="828"/>
                    <a:pt x="1219" y="828"/>
                  </a:cubicBezTo>
                  <a:cubicBezTo>
                    <a:pt x="1275" y="828"/>
                    <a:pt x="1340" y="828"/>
                    <a:pt x="1275" y="820"/>
                  </a:cubicBezTo>
                  <a:cubicBezTo>
                    <a:pt x="1397" y="820"/>
                    <a:pt x="1397" y="820"/>
                    <a:pt x="1275" y="803"/>
                  </a:cubicBezTo>
                  <a:cubicBezTo>
                    <a:pt x="1284" y="803"/>
                    <a:pt x="1219" y="787"/>
                    <a:pt x="1227" y="779"/>
                  </a:cubicBezTo>
                  <a:cubicBezTo>
                    <a:pt x="1227" y="763"/>
                    <a:pt x="1227" y="763"/>
                    <a:pt x="1284" y="755"/>
                  </a:cubicBezTo>
                  <a:lnTo>
                    <a:pt x="1348" y="755"/>
                  </a:lnTo>
                  <a:cubicBezTo>
                    <a:pt x="1227" y="755"/>
                    <a:pt x="1227" y="755"/>
                    <a:pt x="1227" y="747"/>
                  </a:cubicBezTo>
                  <a:cubicBezTo>
                    <a:pt x="1292" y="739"/>
                    <a:pt x="1227" y="730"/>
                    <a:pt x="1170" y="730"/>
                  </a:cubicBezTo>
                  <a:cubicBezTo>
                    <a:pt x="1048" y="730"/>
                    <a:pt x="1048" y="730"/>
                    <a:pt x="1113" y="722"/>
                  </a:cubicBezTo>
                  <a:lnTo>
                    <a:pt x="1235" y="722"/>
                  </a:lnTo>
                  <a:cubicBezTo>
                    <a:pt x="1275" y="722"/>
                    <a:pt x="1316" y="722"/>
                    <a:pt x="1357" y="714"/>
                  </a:cubicBezTo>
                  <a:cubicBezTo>
                    <a:pt x="1357" y="714"/>
                    <a:pt x="1357" y="711"/>
                    <a:pt x="1337" y="711"/>
                  </a:cubicBezTo>
                  <a:cubicBezTo>
                    <a:pt x="1328" y="711"/>
                    <a:pt x="1313" y="712"/>
                    <a:pt x="1292" y="714"/>
                  </a:cubicBezTo>
                  <a:cubicBezTo>
                    <a:pt x="1235" y="714"/>
                    <a:pt x="1235" y="714"/>
                    <a:pt x="1235" y="706"/>
                  </a:cubicBezTo>
                  <a:cubicBezTo>
                    <a:pt x="1235" y="706"/>
                    <a:pt x="1235" y="698"/>
                    <a:pt x="1178" y="698"/>
                  </a:cubicBezTo>
                  <a:cubicBezTo>
                    <a:pt x="1113" y="698"/>
                    <a:pt x="1113" y="698"/>
                    <a:pt x="1113" y="690"/>
                  </a:cubicBezTo>
                  <a:cubicBezTo>
                    <a:pt x="1178" y="690"/>
                    <a:pt x="1178" y="682"/>
                    <a:pt x="1178" y="682"/>
                  </a:cubicBezTo>
                  <a:lnTo>
                    <a:pt x="1357" y="682"/>
                  </a:lnTo>
                  <a:cubicBezTo>
                    <a:pt x="1340" y="674"/>
                    <a:pt x="1316" y="674"/>
                    <a:pt x="1300" y="674"/>
                  </a:cubicBezTo>
                  <a:cubicBezTo>
                    <a:pt x="1235" y="674"/>
                    <a:pt x="1251" y="601"/>
                    <a:pt x="1251" y="593"/>
                  </a:cubicBezTo>
                  <a:cubicBezTo>
                    <a:pt x="1291" y="587"/>
                    <a:pt x="1307" y="581"/>
                    <a:pt x="1290" y="581"/>
                  </a:cubicBezTo>
                  <a:cubicBezTo>
                    <a:pt x="1283" y="581"/>
                    <a:pt x="1270" y="582"/>
                    <a:pt x="1251" y="584"/>
                  </a:cubicBezTo>
                  <a:cubicBezTo>
                    <a:pt x="1194" y="584"/>
                    <a:pt x="1194" y="568"/>
                    <a:pt x="1194" y="544"/>
                  </a:cubicBezTo>
                  <a:cubicBezTo>
                    <a:pt x="1203" y="528"/>
                    <a:pt x="1203" y="512"/>
                    <a:pt x="1146" y="512"/>
                  </a:cubicBezTo>
                  <a:lnTo>
                    <a:pt x="1146" y="503"/>
                  </a:lnTo>
                  <a:cubicBezTo>
                    <a:pt x="1146" y="495"/>
                    <a:pt x="1089" y="487"/>
                    <a:pt x="1089" y="487"/>
                  </a:cubicBezTo>
                  <a:cubicBezTo>
                    <a:pt x="1024" y="479"/>
                    <a:pt x="1024" y="479"/>
                    <a:pt x="1089" y="479"/>
                  </a:cubicBezTo>
                  <a:cubicBezTo>
                    <a:pt x="1103" y="482"/>
                    <a:pt x="1116" y="483"/>
                    <a:pt x="1129" y="483"/>
                  </a:cubicBezTo>
                  <a:cubicBezTo>
                    <a:pt x="1156" y="483"/>
                    <a:pt x="1181" y="479"/>
                    <a:pt x="1203" y="479"/>
                  </a:cubicBezTo>
                  <a:cubicBezTo>
                    <a:pt x="1170" y="471"/>
                    <a:pt x="1130" y="471"/>
                    <a:pt x="1089" y="471"/>
                  </a:cubicBezTo>
                  <a:lnTo>
                    <a:pt x="1032" y="471"/>
                  </a:lnTo>
                  <a:cubicBezTo>
                    <a:pt x="1032" y="463"/>
                    <a:pt x="1032" y="463"/>
                    <a:pt x="1089" y="463"/>
                  </a:cubicBezTo>
                  <a:lnTo>
                    <a:pt x="1146" y="463"/>
                  </a:lnTo>
                  <a:cubicBezTo>
                    <a:pt x="1154" y="455"/>
                    <a:pt x="1154" y="455"/>
                    <a:pt x="1267" y="455"/>
                  </a:cubicBezTo>
                  <a:lnTo>
                    <a:pt x="1211" y="447"/>
                  </a:lnTo>
                  <a:cubicBezTo>
                    <a:pt x="1332" y="439"/>
                    <a:pt x="1211" y="439"/>
                    <a:pt x="1154" y="430"/>
                  </a:cubicBezTo>
                  <a:cubicBezTo>
                    <a:pt x="1275" y="430"/>
                    <a:pt x="1275" y="430"/>
                    <a:pt x="1154" y="422"/>
                  </a:cubicBezTo>
                  <a:cubicBezTo>
                    <a:pt x="1097" y="422"/>
                    <a:pt x="1097" y="422"/>
                    <a:pt x="1154" y="414"/>
                  </a:cubicBezTo>
                  <a:cubicBezTo>
                    <a:pt x="1219" y="414"/>
                    <a:pt x="1219" y="414"/>
                    <a:pt x="1219" y="406"/>
                  </a:cubicBezTo>
                  <a:cubicBezTo>
                    <a:pt x="1154" y="398"/>
                    <a:pt x="1162" y="382"/>
                    <a:pt x="1162" y="357"/>
                  </a:cubicBezTo>
                  <a:cubicBezTo>
                    <a:pt x="1170" y="325"/>
                    <a:pt x="1170" y="309"/>
                    <a:pt x="1113" y="309"/>
                  </a:cubicBezTo>
                  <a:cubicBezTo>
                    <a:pt x="1113" y="309"/>
                    <a:pt x="1113" y="309"/>
                    <a:pt x="1170" y="301"/>
                  </a:cubicBezTo>
                  <a:cubicBezTo>
                    <a:pt x="1235" y="301"/>
                    <a:pt x="1235" y="301"/>
                    <a:pt x="1113" y="293"/>
                  </a:cubicBezTo>
                  <a:cubicBezTo>
                    <a:pt x="1170" y="293"/>
                    <a:pt x="1178" y="285"/>
                    <a:pt x="1178" y="276"/>
                  </a:cubicBezTo>
                  <a:cubicBezTo>
                    <a:pt x="1178" y="268"/>
                    <a:pt x="1178" y="252"/>
                    <a:pt x="1121" y="252"/>
                  </a:cubicBezTo>
                  <a:cubicBezTo>
                    <a:pt x="1235" y="252"/>
                    <a:pt x="1300" y="236"/>
                    <a:pt x="1186" y="228"/>
                  </a:cubicBezTo>
                  <a:cubicBezTo>
                    <a:pt x="1186" y="228"/>
                    <a:pt x="1186" y="220"/>
                    <a:pt x="1243" y="220"/>
                  </a:cubicBezTo>
                  <a:cubicBezTo>
                    <a:pt x="1243" y="220"/>
                    <a:pt x="1243" y="220"/>
                    <a:pt x="1186" y="203"/>
                  </a:cubicBezTo>
                  <a:cubicBezTo>
                    <a:pt x="1186" y="203"/>
                    <a:pt x="1186" y="195"/>
                    <a:pt x="1186" y="187"/>
                  </a:cubicBezTo>
                  <a:cubicBezTo>
                    <a:pt x="1186" y="179"/>
                    <a:pt x="1130" y="171"/>
                    <a:pt x="1130" y="171"/>
                  </a:cubicBezTo>
                  <a:cubicBezTo>
                    <a:pt x="1194" y="171"/>
                    <a:pt x="1194" y="155"/>
                    <a:pt x="1194" y="130"/>
                  </a:cubicBezTo>
                  <a:cubicBezTo>
                    <a:pt x="1203" y="114"/>
                    <a:pt x="1203" y="90"/>
                    <a:pt x="1259" y="90"/>
                  </a:cubicBezTo>
                  <a:cubicBezTo>
                    <a:pt x="1259" y="90"/>
                    <a:pt x="1259" y="90"/>
                    <a:pt x="1203" y="82"/>
                  </a:cubicBezTo>
                  <a:cubicBezTo>
                    <a:pt x="1081" y="82"/>
                    <a:pt x="1081" y="74"/>
                    <a:pt x="1146" y="74"/>
                  </a:cubicBezTo>
                  <a:cubicBezTo>
                    <a:pt x="1267" y="74"/>
                    <a:pt x="1267" y="57"/>
                    <a:pt x="1146" y="57"/>
                  </a:cubicBezTo>
                  <a:lnTo>
                    <a:pt x="1211" y="57"/>
                  </a:lnTo>
                  <a:cubicBezTo>
                    <a:pt x="1324" y="49"/>
                    <a:pt x="1267" y="41"/>
                    <a:pt x="1146" y="41"/>
                  </a:cubicBezTo>
                  <a:cubicBezTo>
                    <a:pt x="1211" y="33"/>
                    <a:pt x="1267" y="33"/>
                    <a:pt x="1211" y="33"/>
                  </a:cubicBezTo>
                  <a:cubicBezTo>
                    <a:pt x="1211" y="25"/>
                    <a:pt x="1211" y="25"/>
                    <a:pt x="1332" y="25"/>
                  </a:cubicBezTo>
                  <a:lnTo>
                    <a:pt x="1332" y="17"/>
                  </a:lnTo>
                  <a:cubicBezTo>
                    <a:pt x="1332" y="17"/>
                    <a:pt x="1332" y="9"/>
                    <a:pt x="1275" y="9"/>
                  </a:cubicBezTo>
                  <a:lnTo>
                    <a:pt x="1211" y="9"/>
                  </a:lnTo>
                  <a:cubicBezTo>
                    <a:pt x="1254" y="9"/>
                    <a:pt x="1239" y="5"/>
                    <a:pt x="1208" y="5"/>
                  </a:cubicBezTo>
                  <a:cubicBezTo>
                    <a:pt x="1193" y="5"/>
                    <a:pt x="1173" y="6"/>
                    <a:pt x="1154" y="9"/>
                  </a:cubicBezTo>
                  <a:cubicBezTo>
                    <a:pt x="1113" y="9"/>
                    <a:pt x="1073" y="9"/>
                    <a:pt x="1032" y="1"/>
                  </a:cubicBezTo>
                  <a:close/>
                  <a:moveTo>
                    <a:pt x="1126" y="1614"/>
                  </a:moveTo>
                  <a:cubicBezTo>
                    <a:pt x="1060" y="1616"/>
                    <a:pt x="1060" y="1621"/>
                    <a:pt x="1128" y="1622"/>
                  </a:cubicBezTo>
                  <a:lnTo>
                    <a:pt x="1128" y="1622"/>
                  </a:lnTo>
                  <a:cubicBezTo>
                    <a:pt x="1128" y="1619"/>
                    <a:pt x="1127" y="1617"/>
                    <a:pt x="1126" y="1614"/>
                  </a:cubicBezTo>
                  <a:close/>
                  <a:moveTo>
                    <a:pt x="700" y="1675"/>
                  </a:moveTo>
                  <a:cubicBezTo>
                    <a:pt x="686" y="1675"/>
                    <a:pt x="659" y="1676"/>
                    <a:pt x="619" y="1679"/>
                  </a:cubicBezTo>
                  <a:cubicBezTo>
                    <a:pt x="700" y="1679"/>
                    <a:pt x="727" y="1675"/>
                    <a:pt x="700" y="1675"/>
                  </a:cubicBezTo>
                  <a:close/>
                  <a:moveTo>
                    <a:pt x="1128" y="1622"/>
                  </a:moveTo>
                  <a:cubicBezTo>
                    <a:pt x="1138" y="1662"/>
                    <a:pt x="1143" y="1703"/>
                    <a:pt x="1143" y="1744"/>
                  </a:cubicBezTo>
                  <a:lnTo>
                    <a:pt x="1143" y="1744"/>
                  </a:lnTo>
                  <a:cubicBezTo>
                    <a:pt x="1323" y="1744"/>
                    <a:pt x="1315" y="1743"/>
                    <a:pt x="1211" y="1736"/>
                  </a:cubicBezTo>
                  <a:cubicBezTo>
                    <a:pt x="1146" y="1728"/>
                    <a:pt x="1146" y="1728"/>
                    <a:pt x="1211" y="1728"/>
                  </a:cubicBezTo>
                  <a:cubicBezTo>
                    <a:pt x="1267" y="1728"/>
                    <a:pt x="1267" y="1728"/>
                    <a:pt x="1267" y="1720"/>
                  </a:cubicBezTo>
                  <a:cubicBezTo>
                    <a:pt x="1275" y="1711"/>
                    <a:pt x="1275" y="1703"/>
                    <a:pt x="1211" y="1703"/>
                  </a:cubicBezTo>
                  <a:lnTo>
                    <a:pt x="1211" y="1695"/>
                  </a:lnTo>
                  <a:cubicBezTo>
                    <a:pt x="1292" y="1695"/>
                    <a:pt x="1294" y="1692"/>
                    <a:pt x="1250" y="1692"/>
                  </a:cubicBezTo>
                  <a:cubicBezTo>
                    <a:pt x="1228" y="1692"/>
                    <a:pt x="1194" y="1693"/>
                    <a:pt x="1154" y="1695"/>
                  </a:cubicBezTo>
                  <a:lnTo>
                    <a:pt x="1154" y="1687"/>
                  </a:lnTo>
                  <a:lnTo>
                    <a:pt x="1219" y="1687"/>
                  </a:lnTo>
                  <a:cubicBezTo>
                    <a:pt x="1275" y="1687"/>
                    <a:pt x="1275" y="1679"/>
                    <a:pt x="1275" y="1655"/>
                  </a:cubicBezTo>
                  <a:cubicBezTo>
                    <a:pt x="1284" y="1630"/>
                    <a:pt x="1284" y="1622"/>
                    <a:pt x="1162" y="1622"/>
                  </a:cubicBezTo>
                  <a:cubicBezTo>
                    <a:pt x="1149" y="1622"/>
                    <a:pt x="1138" y="1622"/>
                    <a:pt x="1128" y="1622"/>
                  </a:cubicBezTo>
                  <a:close/>
                  <a:moveTo>
                    <a:pt x="1143" y="1744"/>
                  </a:moveTo>
                  <a:lnTo>
                    <a:pt x="1143" y="1744"/>
                  </a:lnTo>
                  <a:cubicBezTo>
                    <a:pt x="1126" y="1744"/>
                    <a:pt x="1109" y="1744"/>
                    <a:pt x="1089" y="1744"/>
                  </a:cubicBezTo>
                  <a:lnTo>
                    <a:pt x="911" y="1744"/>
                  </a:lnTo>
                  <a:lnTo>
                    <a:pt x="1089" y="1752"/>
                  </a:lnTo>
                  <a:cubicBezTo>
                    <a:pt x="1108" y="1752"/>
                    <a:pt x="1126" y="1752"/>
                    <a:pt x="1143" y="1752"/>
                  </a:cubicBezTo>
                  <a:lnTo>
                    <a:pt x="1143" y="1752"/>
                  </a:lnTo>
                  <a:cubicBezTo>
                    <a:pt x="1143" y="1749"/>
                    <a:pt x="1143" y="1747"/>
                    <a:pt x="1143" y="1744"/>
                  </a:cubicBezTo>
                  <a:close/>
                  <a:moveTo>
                    <a:pt x="1143" y="1752"/>
                  </a:moveTo>
                  <a:lnTo>
                    <a:pt x="1143" y="1752"/>
                  </a:lnTo>
                  <a:cubicBezTo>
                    <a:pt x="1143" y="1765"/>
                    <a:pt x="1142" y="1778"/>
                    <a:pt x="1141" y="1791"/>
                  </a:cubicBezTo>
                  <a:lnTo>
                    <a:pt x="1141" y="1791"/>
                  </a:lnTo>
                  <a:cubicBezTo>
                    <a:pt x="1121" y="1790"/>
                    <a:pt x="1102" y="1789"/>
                    <a:pt x="1082" y="1785"/>
                  </a:cubicBezTo>
                  <a:lnTo>
                    <a:pt x="1082" y="1785"/>
                  </a:lnTo>
                  <a:cubicBezTo>
                    <a:pt x="1102" y="1789"/>
                    <a:pt x="1121" y="1790"/>
                    <a:pt x="1141" y="1791"/>
                  </a:cubicBezTo>
                  <a:lnTo>
                    <a:pt x="1141" y="1791"/>
                  </a:lnTo>
                  <a:cubicBezTo>
                    <a:pt x="1141" y="1791"/>
                    <a:pt x="1141" y="1791"/>
                    <a:pt x="1141" y="1791"/>
                  </a:cubicBezTo>
                  <a:lnTo>
                    <a:pt x="1141" y="1791"/>
                  </a:lnTo>
                  <a:cubicBezTo>
                    <a:pt x="1141" y="1791"/>
                    <a:pt x="1141" y="1791"/>
                    <a:pt x="1142" y="1791"/>
                  </a:cubicBezTo>
                  <a:cubicBezTo>
                    <a:pt x="1162" y="1791"/>
                    <a:pt x="1182" y="1788"/>
                    <a:pt x="1203" y="1784"/>
                  </a:cubicBezTo>
                  <a:lnTo>
                    <a:pt x="1259" y="1784"/>
                  </a:lnTo>
                  <a:cubicBezTo>
                    <a:pt x="1381" y="1784"/>
                    <a:pt x="1324" y="1776"/>
                    <a:pt x="1259" y="1768"/>
                  </a:cubicBezTo>
                  <a:cubicBezTo>
                    <a:pt x="1146" y="1760"/>
                    <a:pt x="1146" y="1760"/>
                    <a:pt x="1267" y="1760"/>
                  </a:cubicBezTo>
                  <a:cubicBezTo>
                    <a:pt x="1369" y="1760"/>
                    <a:pt x="1289" y="1754"/>
                    <a:pt x="1143" y="1752"/>
                  </a:cubicBezTo>
                  <a:close/>
                  <a:moveTo>
                    <a:pt x="959" y="1801"/>
                  </a:moveTo>
                  <a:lnTo>
                    <a:pt x="1024" y="1809"/>
                  </a:lnTo>
                  <a:lnTo>
                    <a:pt x="1081" y="1801"/>
                  </a:lnTo>
                  <a:close/>
                  <a:moveTo>
                    <a:pt x="1159" y="1813"/>
                  </a:moveTo>
                  <a:cubicBezTo>
                    <a:pt x="1162" y="1813"/>
                    <a:pt x="1171" y="1814"/>
                    <a:pt x="1184" y="1815"/>
                  </a:cubicBezTo>
                  <a:lnTo>
                    <a:pt x="1184" y="1815"/>
                  </a:lnTo>
                  <a:cubicBezTo>
                    <a:pt x="1162" y="1814"/>
                    <a:pt x="1154" y="1813"/>
                    <a:pt x="1159" y="1813"/>
                  </a:cubicBezTo>
                  <a:close/>
                  <a:moveTo>
                    <a:pt x="1242" y="1789"/>
                  </a:moveTo>
                  <a:cubicBezTo>
                    <a:pt x="1234" y="1789"/>
                    <a:pt x="1221" y="1790"/>
                    <a:pt x="1203" y="1793"/>
                  </a:cubicBezTo>
                  <a:cubicBezTo>
                    <a:pt x="1182" y="1793"/>
                    <a:pt x="1161" y="1793"/>
                    <a:pt x="1141" y="1791"/>
                  </a:cubicBezTo>
                  <a:lnTo>
                    <a:pt x="1141" y="1791"/>
                  </a:lnTo>
                  <a:cubicBezTo>
                    <a:pt x="1139" y="1808"/>
                    <a:pt x="1137" y="1825"/>
                    <a:pt x="1134" y="1841"/>
                  </a:cubicBezTo>
                  <a:lnTo>
                    <a:pt x="1134" y="1841"/>
                  </a:lnTo>
                  <a:cubicBezTo>
                    <a:pt x="1173" y="1841"/>
                    <a:pt x="1212" y="1833"/>
                    <a:pt x="1251" y="1833"/>
                  </a:cubicBezTo>
                  <a:cubicBezTo>
                    <a:pt x="1251" y="1825"/>
                    <a:pt x="1251" y="1825"/>
                    <a:pt x="1194" y="1825"/>
                  </a:cubicBezTo>
                  <a:cubicBezTo>
                    <a:pt x="1176" y="1828"/>
                    <a:pt x="1163" y="1829"/>
                    <a:pt x="1154" y="1829"/>
                  </a:cubicBezTo>
                  <a:cubicBezTo>
                    <a:pt x="1138" y="1829"/>
                    <a:pt x="1138" y="1825"/>
                    <a:pt x="1138" y="1825"/>
                  </a:cubicBezTo>
                  <a:cubicBezTo>
                    <a:pt x="1178" y="1817"/>
                    <a:pt x="1219" y="1817"/>
                    <a:pt x="1259" y="1817"/>
                  </a:cubicBezTo>
                  <a:cubicBezTo>
                    <a:pt x="1235" y="1817"/>
                    <a:pt x="1216" y="1817"/>
                    <a:pt x="1201" y="1816"/>
                  </a:cubicBezTo>
                  <a:lnTo>
                    <a:pt x="1201" y="1816"/>
                  </a:lnTo>
                  <a:cubicBezTo>
                    <a:pt x="1259" y="1809"/>
                    <a:pt x="1259" y="1808"/>
                    <a:pt x="1259" y="1801"/>
                  </a:cubicBezTo>
                  <a:lnTo>
                    <a:pt x="1259" y="1793"/>
                  </a:lnTo>
                  <a:cubicBezTo>
                    <a:pt x="1259" y="1793"/>
                    <a:pt x="1259" y="1789"/>
                    <a:pt x="1242" y="1789"/>
                  </a:cubicBezTo>
                  <a:close/>
                  <a:moveTo>
                    <a:pt x="1134" y="1841"/>
                  </a:moveTo>
                  <a:lnTo>
                    <a:pt x="1134" y="1841"/>
                  </a:lnTo>
                  <a:cubicBezTo>
                    <a:pt x="1133" y="1841"/>
                    <a:pt x="1131" y="1841"/>
                    <a:pt x="1130" y="1841"/>
                  </a:cubicBezTo>
                  <a:lnTo>
                    <a:pt x="1134" y="1841"/>
                  </a:lnTo>
                  <a:cubicBezTo>
                    <a:pt x="1134" y="1841"/>
                    <a:pt x="1134" y="1841"/>
                    <a:pt x="1134" y="1841"/>
                  </a:cubicBezTo>
                  <a:close/>
                  <a:moveTo>
                    <a:pt x="1073" y="1874"/>
                  </a:moveTo>
                  <a:cubicBezTo>
                    <a:pt x="1073" y="1882"/>
                    <a:pt x="1073" y="1882"/>
                    <a:pt x="1125" y="1882"/>
                  </a:cubicBezTo>
                  <a:lnTo>
                    <a:pt x="1125" y="1882"/>
                  </a:lnTo>
                  <a:cubicBezTo>
                    <a:pt x="1126" y="1879"/>
                    <a:pt x="1127" y="1876"/>
                    <a:pt x="1127" y="1874"/>
                  </a:cubicBezTo>
                  <a:close/>
                  <a:moveTo>
                    <a:pt x="2321" y="1890"/>
                  </a:moveTo>
                  <a:cubicBezTo>
                    <a:pt x="2265" y="1890"/>
                    <a:pt x="2265" y="1890"/>
                    <a:pt x="2265" y="1898"/>
                  </a:cubicBezTo>
                  <a:lnTo>
                    <a:pt x="2386" y="1898"/>
                  </a:lnTo>
                  <a:cubicBezTo>
                    <a:pt x="2443" y="1898"/>
                    <a:pt x="2443" y="1898"/>
                    <a:pt x="2321" y="1890"/>
                  </a:cubicBezTo>
                  <a:close/>
                  <a:moveTo>
                    <a:pt x="351" y="1898"/>
                  </a:moveTo>
                  <a:cubicBezTo>
                    <a:pt x="319" y="1902"/>
                    <a:pt x="303" y="1904"/>
                    <a:pt x="294" y="1904"/>
                  </a:cubicBezTo>
                  <a:cubicBezTo>
                    <a:pt x="286" y="1904"/>
                    <a:pt x="286" y="1902"/>
                    <a:pt x="286" y="1898"/>
                  </a:cubicBezTo>
                  <a:close/>
                  <a:moveTo>
                    <a:pt x="1110" y="1930"/>
                  </a:moveTo>
                  <a:cubicBezTo>
                    <a:pt x="1065" y="1930"/>
                    <a:pt x="1065" y="1931"/>
                    <a:pt x="1065" y="1938"/>
                  </a:cubicBezTo>
                  <a:lnTo>
                    <a:pt x="1107" y="1938"/>
                  </a:lnTo>
                  <a:cubicBezTo>
                    <a:pt x="1108" y="1936"/>
                    <a:pt x="1109" y="1933"/>
                    <a:pt x="1110" y="1930"/>
                  </a:cubicBezTo>
                  <a:close/>
                  <a:moveTo>
                    <a:pt x="738" y="1951"/>
                  </a:moveTo>
                  <a:cubicBezTo>
                    <a:pt x="745" y="1951"/>
                    <a:pt x="751" y="1952"/>
                    <a:pt x="757" y="1955"/>
                  </a:cubicBezTo>
                  <a:lnTo>
                    <a:pt x="700" y="1955"/>
                  </a:lnTo>
                  <a:cubicBezTo>
                    <a:pt x="711" y="1955"/>
                    <a:pt x="725" y="1951"/>
                    <a:pt x="738" y="1951"/>
                  </a:cubicBezTo>
                  <a:close/>
                  <a:moveTo>
                    <a:pt x="878" y="1987"/>
                  </a:moveTo>
                  <a:lnTo>
                    <a:pt x="878" y="1995"/>
                  </a:lnTo>
                  <a:lnTo>
                    <a:pt x="935" y="1987"/>
                  </a:lnTo>
                  <a:close/>
                  <a:moveTo>
                    <a:pt x="992" y="2011"/>
                  </a:moveTo>
                  <a:cubicBezTo>
                    <a:pt x="870" y="2011"/>
                    <a:pt x="813" y="2011"/>
                    <a:pt x="870" y="2020"/>
                  </a:cubicBezTo>
                  <a:lnTo>
                    <a:pt x="992" y="2020"/>
                  </a:lnTo>
                  <a:lnTo>
                    <a:pt x="992" y="2011"/>
                  </a:lnTo>
                  <a:close/>
                  <a:moveTo>
                    <a:pt x="1284" y="2036"/>
                  </a:moveTo>
                  <a:cubicBezTo>
                    <a:pt x="1284" y="2044"/>
                    <a:pt x="1348" y="2044"/>
                    <a:pt x="1284" y="2044"/>
                  </a:cubicBezTo>
                  <a:cubicBezTo>
                    <a:pt x="1267" y="2044"/>
                    <a:pt x="1243" y="2044"/>
                    <a:pt x="1227" y="2036"/>
                  </a:cubicBezTo>
                  <a:close/>
                  <a:moveTo>
                    <a:pt x="1154" y="2101"/>
                  </a:moveTo>
                  <a:lnTo>
                    <a:pt x="1154" y="2109"/>
                  </a:lnTo>
                  <a:cubicBezTo>
                    <a:pt x="1097" y="2109"/>
                    <a:pt x="1040" y="2101"/>
                    <a:pt x="1040" y="2101"/>
                  </a:cubicBezTo>
                  <a:close/>
                  <a:moveTo>
                    <a:pt x="797" y="2125"/>
                  </a:moveTo>
                  <a:cubicBezTo>
                    <a:pt x="881" y="2131"/>
                    <a:pt x="938" y="2132"/>
                    <a:pt x="962" y="2133"/>
                  </a:cubicBezTo>
                  <a:lnTo>
                    <a:pt x="962" y="2133"/>
                  </a:lnTo>
                  <a:cubicBezTo>
                    <a:pt x="962" y="2133"/>
                    <a:pt x="963" y="2132"/>
                    <a:pt x="963" y="2132"/>
                  </a:cubicBezTo>
                  <a:lnTo>
                    <a:pt x="963" y="2132"/>
                  </a:lnTo>
                  <a:lnTo>
                    <a:pt x="854" y="2125"/>
                  </a:lnTo>
                  <a:close/>
                  <a:moveTo>
                    <a:pt x="1211" y="2166"/>
                  </a:moveTo>
                  <a:lnTo>
                    <a:pt x="1211" y="2174"/>
                  </a:lnTo>
                  <a:lnTo>
                    <a:pt x="1203" y="2174"/>
                  </a:lnTo>
                  <a:cubicBezTo>
                    <a:pt x="1103" y="2174"/>
                    <a:pt x="1091" y="2167"/>
                    <a:pt x="1211" y="2166"/>
                  </a:cubicBezTo>
                  <a:close/>
                  <a:moveTo>
                    <a:pt x="1024" y="2190"/>
                  </a:moveTo>
                  <a:cubicBezTo>
                    <a:pt x="1081" y="2190"/>
                    <a:pt x="1146" y="2198"/>
                    <a:pt x="1203" y="2198"/>
                  </a:cubicBezTo>
                  <a:lnTo>
                    <a:pt x="1203" y="2206"/>
                  </a:lnTo>
                  <a:lnTo>
                    <a:pt x="1081" y="2198"/>
                  </a:lnTo>
                  <a:cubicBezTo>
                    <a:pt x="903" y="2190"/>
                    <a:pt x="903" y="2190"/>
                    <a:pt x="1024" y="2190"/>
                  </a:cubicBezTo>
                  <a:close/>
                  <a:moveTo>
                    <a:pt x="903" y="2206"/>
                  </a:moveTo>
                  <a:lnTo>
                    <a:pt x="959" y="2214"/>
                  </a:lnTo>
                  <a:lnTo>
                    <a:pt x="903" y="2214"/>
                  </a:lnTo>
                  <a:cubicBezTo>
                    <a:pt x="846" y="2214"/>
                    <a:pt x="846" y="2214"/>
                    <a:pt x="846" y="2206"/>
                  </a:cubicBezTo>
                  <a:close/>
                  <a:moveTo>
                    <a:pt x="607" y="1258"/>
                  </a:moveTo>
                  <a:cubicBezTo>
                    <a:pt x="68" y="1302"/>
                    <a:pt x="0" y="2114"/>
                    <a:pt x="554" y="2223"/>
                  </a:cubicBezTo>
                  <a:lnTo>
                    <a:pt x="554" y="2223"/>
                  </a:lnTo>
                  <a:cubicBezTo>
                    <a:pt x="551" y="2221"/>
                    <a:pt x="567" y="2219"/>
                    <a:pt x="603" y="2214"/>
                  </a:cubicBezTo>
                  <a:lnTo>
                    <a:pt x="603" y="2206"/>
                  </a:lnTo>
                  <a:cubicBezTo>
                    <a:pt x="546" y="2206"/>
                    <a:pt x="546" y="2190"/>
                    <a:pt x="611" y="2182"/>
                  </a:cubicBezTo>
                  <a:lnTo>
                    <a:pt x="611" y="2174"/>
                  </a:lnTo>
                  <a:cubicBezTo>
                    <a:pt x="489" y="2174"/>
                    <a:pt x="554" y="2133"/>
                    <a:pt x="676" y="2125"/>
                  </a:cubicBezTo>
                  <a:lnTo>
                    <a:pt x="619" y="2125"/>
                  </a:lnTo>
                  <a:cubicBezTo>
                    <a:pt x="554" y="2125"/>
                    <a:pt x="554" y="2125"/>
                    <a:pt x="554" y="2117"/>
                  </a:cubicBezTo>
                  <a:cubicBezTo>
                    <a:pt x="619" y="2109"/>
                    <a:pt x="619" y="2101"/>
                    <a:pt x="619" y="2093"/>
                  </a:cubicBezTo>
                  <a:cubicBezTo>
                    <a:pt x="619" y="2093"/>
                    <a:pt x="619" y="2084"/>
                    <a:pt x="684" y="2084"/>
                  </a:cubicBezTo>
                  <a:cubicBezTo>
                    <a:pt x="619" y="2084"/>
                    <a:pt x="619" y="2076"/>
                    <a:pt x="684" y="2076"/>
                  </a:cubicBezTo>
                  <a:cubicBezTo>
                    <a:pt x="724" y="2068"/>
                    <a:pt x="765" y="2068"/>
                    <a:pt x="805" y="2068"/>
                  </a:cubicBezTo>
                  <a:cubicBezTo>
                    <a:pt x="805" y="2068"/>
                    <a:pt x="805" y="2076"/>
                    <a:pt x="862" y="2076"/>
                  </a:cubicBezTo>
                  <a:cubicBezTo>
                    <a:pt x="903" y="2076"/>
                    <a:pt x="943" y="2076"/>
                    <a:pt x="984" y="2068"/>
                  </a:cubicBezTo>
                  <a:cubicBezTo>
                    <a:pt x="1040" y="2060"/>
                    <a:pt x="1040" y="2060"/>
                    <a:pt x="927" y="2060"/>
                  </a:cubicBezTo>
                  <a:lnTo>
                    <a:pt x="684" y="2060"/>
                  </a:lnTo>
                  <a:cubicBezTo>
                    <a:pt x="627" y="2052"/>
                    <a:pt x="570" y="2052"/>
                    <a:pt x="627" y="2044"/>
                  </a:cubicBezTo>
                  <a:cubicBezTo>
                    <a:pt x="505" y="2044"/>
                    <a:pt x="505" y="2044"/>
                    <a:pt x="627" y="2028"/>
                  </a:cubicBezTo>
                  <a:cubicBezTo>
                    <a:pt x="692" y="2020"/>
                    <a:pt x="692" y="2020"/>
                    <a:pt x="635" y="2011"/>
                  </a:cubicBezTo>
                  <a:cubicBezTo>
                    <a:pt x="635" y="2011"/>
                    <a:pt x="570" y="2011"/>
                    <a:pt x="635" y="2003"/>
                  </a:cubicBezTo>
                  <a:cubicBezTo>
                    <a:pt x="692" y="2003"/>
                    <a:pt x="692" y="2003"/>
                    <a:pt x="692" y="1995"/>
                  </a:cubicBezTo>
                  <a:cubicBezTo>
                    <a:pt x="757" y="1987"/>
                    <a:pt x="700" y="1987"/>
                    <a:pt x="635" y="1987"/>
                  </a:cubicBezTo>
                  <a:cubicBezTo>
                    <a:pt x="513" y="1987"/>
                    <a:pt x="513" y="1987"/>
                    <a:pt x="635" y="1979"/>
                  </a:cubicBezTo>
                  <a:lnTo>
                    <a:pt x="700" y="1979"/>
                  </a:lnTo>
                  <a:cubicBezTo>
                    <a:pt x="635" y="1979"/>
                    <a:pt x="578" y="1979"/>
                    <a:pt x="635" y="1971"/>
                  </a:cubicBezTo>
                  <a:cubicBezTo>
                    <a:pt x="700" y="1971"/>
                    <a:pt x="700" y="1963"/>
                    <a:pt x="700" y="1963"/>
                  </a:cubicBezTo>
                  <a:lnTo>
                    <a:pt x="757" y="1963"/>
                  </a:lnTo>
                  <a:cubicBezTo>
                    <a:pt x="878" y="1955"/>
                    <a:pt x="878" y="1955"/>
                    <a:pt x="821" y="1955"/>
                  </a:cubicBezTo>
                  <a:lnTo>
                    <a:pt x="757" y="1955"/>
                  </a:lnTo>
                  <a:cubicBezTo>
                    <a:pt x="765" y="1952"/>
                    <a:pt x="772" y="1951"/>
                    <a:pt x="779" y="1951"/>
                  </a:cubicBezTo>
                  <a:cubicBezTo>
                    <a:pt x="793" y="1951"/>
                    <a:pt x="805" y="1955"/>
                    <a:pt x="821" y="1955"/>
                  </a:cubicBezTo>
                  <a:cubicBezTo>
                    <a:pt x="781" y="1938"/>
                    <a:pt x="740" y="1938"/>
                    <a:pt x="700" y="1938"/>
                  </a:cubicBezTo>
                  <a:lnTo>
                    <a:pt x="643" y="1938"/>
                  </a:lnTo>
                  <a:cubicBezTo>
                    <a:pt x="643" y="1930"/>
                    <a:pt x="643" y="1930"/>
                    <a:pt x="586" y="1930"/>
                  </a:cubicBezTo>
                  <a:cubicBezTo>
                    <a:pt x="521" y="1930"/>
                    <a:pt x="521" y="1922"/>
                    <a:pt x="530" y="1922"/>
                  </a:cubicBezTo>
                  <a:cubicBezTo>
                    <a:pt x="586" y="1914"/>
                    <a:pt x="586" y="1914"/>
                    <a:pt x="586" y="1914"/>
                  </a:cubicBezTo>
                  <a:cubicBezTo>
                    <a:pt x="530" y="1914"/>
                    <a:pt x="586" y="1906"/>
                    <a:pt x="651" y="1906"/>
                  </a:cubicBezTo>
                  <a:cubicBezTo>
                    <a:pt x="708" y="1898"/>
                    <a:pt x="708" y="1898"/>
                    <a:pt x="651" y="1898"/>
                  </a:cubicBezTo>
                  <a:cubicBezTo>
                    <a:pt x="530" y="1898"/>
                    <a:pt x="530" y="1890"/>
                    <a:pt x="651" y="1890"/>
                  </a:cubicBezTo>
                  <a:lnTo>
                    <a:pt x="708" y="1890"/>
                  </a:lnTo>
                  <a:cubicBezTo>
                    <a:pt x="708" y="1890"/>
                    <a:pt x="708" y="1898"/>
                    <a:pt x="765" y="1898"/>
                  </a:cubicBezTo>
                  <a:cubicBezTo>
                    <a:pt x="765" y="1890"/>
                    <a:pt x="773" y="1890"/>
                    <a:pt x="830" y="1890"/>
                  </a:cubicBezTo>
                  <a:cubicBezTo>
                    <a:pt x="732" y="1890"/>
                    <a:pt x="627" y="1882"/>
                    <a:pt x="530" y="1866"/>
                  </a:cubicBezTo>
                  <a:cubicBezTo>
                    <a:pt x="538" y="1857"/>
                    <a:pt x="538" y="1857"/>
                    <a:pt x="594" y="1857"/>
                  </a:cubicBezTo>
                  <a:cubicBezTo>
                    <a:pt x="651" y="1857"/>
                    <a:pt x="651" y="1857"/>
                    <a:pt x="651" y="1849"/>
                  </a:cubicBezTo>
                  <a:lnTo>
                    <a:pt x="538" y="1849"/>
                  </a:lnTo>
                  <a:cubicBezTo>
                    <a:pt x="416" y="1849"/>
                    <a:pt x="416" y="1849"/>
                    <a:pt x="473" y="1841"/>
                  </a:cubicBezTo>
                  <a:cubicBezTo>
                    <a:pt x="513" y="1841"/>
                    <a:pt x="554" y="1841"/>
                    <a:pt x="594" y="1833"/>
                  </a:cubicBezTo>
                  <a:cubicBezTo>
                    <a:pt x="594" y="1825"/>
                    <a:pt x="594" y="1825"/>
                    <a:pt x="594" y="1825"/>
                  </a:cubicBezTo>
                  <a:cubicBezTo>
                    <a:pt x="659" y="1833"/>
                    <a:pt x="659" y="1833"/>
                    <a:pt x="716" y="1833"/>
                  </a:cubicBezTo>
                  <a:cubicBezTo>
                    <a:pt x="716" y="1825"/>
                    <a:pt x="716" y="1825"/>
                    <a:pt x="659" y="1825"/>
                  </a:cubicBezTo>
                  <a:cubicBezTo>
                    <a:pt x="538" y="1825"/>
                    <a:pt x="538" y="1825"/>
                    <a:pt x="538" y="1817"/>
                  </a:cubicBezTo>
                  <a:cubicBezTo>
                    <a:pt x="603" y="1817"/>
                    <a:pt x="538" y="1809"/>
                    <a:pt x="481" y="1809"/>
                  </a:cubicBezTo>
                  <a:lnTo>
                    <a:pt x="538" y="1809"/>
                  </a:lnTo>
                  <a:cubicBezTo>
                    <a:pt x="724" y="1801"/>
                    <a:pt x="724" y="1801"/>
                    <a:pt x="603" y="1801"/>
                  </a:cubicBezTo>
                  <a:cubicBezTo>
                    <a:pt x="546" y="1801"/>
                    <a:pt x="481" y="1793"/>
                    <a:pt x="546" y="1793"/>
                  </a:cubicBezTo>
                  <a:lnTo>
                    <a:pt x="603" y="1793"/>
                  </a:lnTo>
                  <a:cubicBezTo>
                    <a:pt x="481" y="1793"/>
                    <a:pt x="546" y="1768"/>
                    <a:pt x="603" y="1768"/>
                  </a:cubicBezTo>
                  <a:cubicBezTo>
                    <a:pt x="667" y="1768"/>
                    <a:pt x="667" y="1768"/>
                    <a:pt x="611" y="1760"/>
                  </a:cubicBezTo>
                  <a:cubicBezTo>
                    <a:pt x="546" y="1760"/>
                    <a:pt x="546" y="1752"/>
                    <a:pt x="554" y="1744"/>
                  </a:cubicBezTo>
                  <a:cubicBezTo>
                    <a:pt x="611" y="1736"/>
                    <a:pt x="611" y="1720"/>
                    <a:pt x="497" y="1711"/>
                  </a:cubicBezTo>
                  <a:cubicBezTo>
                    <a:pt x="554" y="1711"/>
                    <a:pt x="554" y="1703"/>
                    <a:pt x="554" y="1695"/>
                  </a:cubicBezTo>
                  <a:cubicBezTo>
                    <a:pt x="562" y="1687"/>
                    <a:pt x="619" y="1687"/>
                    <a:pt x="619" y="1679"/>
                  </a:cubicBezTo>
                  <a:cubicBezTo>
                    <a:pt x="562" y="1679"/>
                    <a:pt x="562" y="1671"/>
                    <a:pt x="562" y="1638"/>
                  </a:cubicBezTo>
                  <a:cubicBezTo>
                    <a:pt x="570" y="1614"/>
                    <a:pt x="635" y="1598"/>
                    <a:pt x="635" y="1598"/>
                  </a:cubicBezTo>
                  <a:lnTo>
                    <a:pt x="570" y="1598"/>
                  </a:lnTo>
                  <a:lnTo>
                    <a:pt x="570" y="1590"/>
                  </a:lnTo>
                  <a:lnTo>
                    <a:pt x="635" y="1590"/>
                  </a:lnTo>
                  <a:cubicBezTo>
                    <a:pt x="570" y="1590"/>
                    <a:pt x="635" y="1582"/>
                    <a:pt x="635" y="1582"/>
                  </a:cubicBezTo>
                  <a:cubicBezTo>
                    <a:pt x="757" y="1574"/>
                    <a:pt x="757" y="1566"/>
                    <a:pt x="635" y="1557"/>
                  </a:cubicBezTo>
                  <a:cubicBezTo>
                    <a:pt x="521" y="1557"/>
                    <a:pt x="521" y="1557"/>
                    <a:pt x="635" y="1549"/>
                  </a:cubicBezTo>
                  <a:cubicBezTo>
                    <a:pt x="757" y="1549"/>
                    <a:pt x="757" y="1549"/>
                    <a:pt x="643" y="1541"/>
                  </a:cubicBezTo>
                  <a:cubicBezTo>
                    <a:pt x="578" y="1541"/>
                    <a:pt x="578" y="1541"/>
                    <a:pt x="700" y="1533"/>
                  </a:cubicBezTo>
                  <a:cubicBezTo>
                    <a:pt x="521" y="1525"/>
                    <a:pt x="521" y="1517"/>
                    <a:pt x="643" y="1517"/>
                  </a:cubicBezTo>
                  <a:cubicBezTo>
                    <a:pt x="765" y="1517"/>
                    <a:pt x="765" y="1517"/>
                    <a:pt x="643" y="1509"/>
                  </a:cubicBezTo>
                  <a:cubicBezTo>
                    <a:pt x="586" y="1509"/>
                    <a:pt x="586" y="1493"/>
                    <a:pt x="708" y="1493"/>
                  </a:cubicBezTo>
                  <a:cubicBezTo>
                    <a:pt x="708" y="1493"/>
                    <a:pt x="708" y="1493"/>
                    <a:pt x="651" y="1484"/>
                  </a:cubicBezTo>
                  <a:cubicBezTo>
                    <a:pt x="586" y="1476"/>
                    <a:pt x="530" y="1460"/>
                    <a:pt x="651" y="1460"/>
                  </a:cubicBezTo>
                  <a:cubicBezTo>
                    <a:pt x="651" y="1460"/>
                    <a:pt x="651" y="1460"/>
                    <a:pt x="651" y="1452"/>
                  </a:cubicBezTo>
                  <a:lnTo>
                    <a:pt x="651" y="1444"/>
                  </a:lnTo>
                  <a:cubicBezTo>
                    <a:pt x="594" y="1444"/>
                    <a:pt x="611" y="1339"/>
                    <a:pt x="667" y="1339"/>
                  </a:cubicBezTo>
                  <a:cubicBezTo>
                    <a:pt x="667" y="1330"/>
                    <a:pt x="667" y="1322"/>
                    <a:pt x="611" y="1322"/>
                  </a:cubicBezTo>
                  <a:lnTo>
                    <a:pt x="676" y="1322"/>
                  </a:lnTo>
                  <a:cubicBezTo>
                    <a:pt x="676" y="1322"/>
                    <a:pt x="676" y="1314"/>
                    <a:pt x="611" y="1314"/>
                  </a:cubicBezTo>
                  <a:lnTo>
                    <a:pt x="611" y="1306"/>
                  </a:lnTo>
                  <a:cubicBezTo>
                    <a:pt x="676" y="1306"/>
                    <a:pt x="676" y="1298"/>
                    <a:pt x="619" y="1298"/>
                  </a:cubicBezTo>
                  <a:cubicBezTo>
                    <a:pt x="554" y="1290"/>
                    <a:pt x="554" y="1290"/>
                    <a:pt x="554" y="1290"/>
                  </a:cubicBezTo>
                  <a:cubicBezTo>
                    <a:pt x="619" y="1282"/>
                    <a:pt x="619" y="1274"/>
                    <a:pt x="619" y="1266"/>
                  </a:cubicBezTo>
                  <a:cubicBezTo>
                    <a:pt x="619" y="1263"/>
                    <a:pt x="614" y="1261"/>
                    <a:pt x="607" y="1258"/>
                  </a:cubicBezTo>
                  <a:close/>
                  <a:moveTo>
                    <a:pt x="554" y="2223"/>
                  </a:moveTo>
                  <a:cubicBezTo>
                    <a:pt x="557" y="2224"/>
                    <a:pt x="569" y="2226"/>
                    <a:pt x="590" y="2229"/>
                  </a:cubicBezTo>
                  <a:lnTo>
                    <a:pt x="590" y="2229"/>
                  </a:lnTo>
                  <a:cubicBezTo>
                    <a:pt x="578" y="2227"/>
                    <a:pt x="566" y="2225"/>
                    <a:pt x="554" y="2223"/>
                  </a:cubicBezTo>
                  <a:close/>
                  <a:moveTo>
                    <a:pt x="590" y="2229"/>
                  </a:moveTo>
                  <a:lnTo>
                    <a:pt x="590" y="2229"/>
                  </a:lnTo>
                  <a:cubicBezTo>
                    <a:pt x="594" y="2229"/>
                    <a:pt x="598" y="2230"/>
                    <a:pt x="603" y="2230"/>
                  </a:cubicBezTo>
                  <a:cubicBezTo>
                    <a:pt x="598" y="2230"/>
                    <a:pt x="594" y="2229"/>
                    <a:pt x="590" y="2229"/>
                  </a:cubicBezTo>
                  <a:close/>
                  <a:moveTo>
                    <a:pt x="1300" y="2328"/>
                  </a:moveTo>
                  <a:cubicBezTo>
                    <a:pt x="1243" y="2328"/>
                    <a:pt x="1243" y="2336"/>
                    <a:pt x="1243" y="2336"/>
                  </a:cubicBezTo>
                  <a:cubicBezTo>
                    <a:pt x="1178" y="2344"/>
                    <a:pt x="1243" y="2344"/>
                    <a:pt x="1300" y="2344"/>
                  </a:cubicBezTo>
                  <a:cubicBezTo>
                    <a:pt x="1357" y="2344"/>
                    <a:pt x="1365" y="2344"/>
                    <a:pt x="1365" y="2336"/>
                  </a:cubicBezTo>
                  <a:cubicBezTo>
                    <a:pt x="1340" y="2336"/>
                    <a:pt x="1324" y="2336"/>
                    <a:pt x="1300" y="2328"/>
                  </a:cubicBezTo>
                  <a:close/>
                  <a:moveTo>
                    <a:pt x="1182" y="2354"/>
                  </a:moveTo>
                  <a:cubicBezTo>
                    <a:pt x="1203" y="2354"/>
                    <a:pt x="1223" y="2356"/>
                    <a:pt x="1243" y="2360"/>
                  </a:cubicBezTo>
                  <a:lnTo>
                    <a:pt x="1235" y="2368"/>
                  </a:lnTo>
                  <a:cubicBezTo>
                    <a:pt x="1203" y="2368"/>
                    <a:pt x="1162" y="2368"/>
                    <a:pt x="1121" y="2360"/>
                  </a:cubicBezTo>
                  <a:cubicBezTo>
                    <a:pt x="1142" y="2356"/>
                    <a:pt x="1162" y="2354"/>
                    <a:pt x="1182" y="2354"/>
                  </a:cubicBezTo>
                  <a:close/>
                  <a:moveTo>
                    <a:pt x="676" y="2522"/>
                  </a:moveTo>
                  <a:cubicBezTo>
                    <a:pt x="619" y="2522"/>
                    <a:pt x="619" y="2522"/>
                    <a:pt x="619" y="2530"/>
                  </a:cubicBezTo>
                  <a:lnTo>
                    <a:pt x="676" y="2530"/>
                  </a:lnTo>
                  <a:lnTo>
                    <a:pt x="676" y="2522"/>
                  </a:lnTo>
                  <a:close/>
                  <a:moveTo>
                    <a:pt x="1154" y="2530"/>
                  </a:moveTo>
                  <a:cubicBezTo>
                    <a:pt x="1113" y="2538"/>
                    <a:pt x="1073" y="2538"/>
                    <a:pt x="1032" y="2538"/>
                  </a:cubicBezTo>
                  <a:cubicBezTo>
                    <a:pt x="971" y="2543"/>
                    <a:pt x="941" y="2545"/>
                    <a:pt x="927" y="2545"/>
                  </a:cubicBezTo>
                  <a:cubicBezTo>
                    <a:pt x="913" y="2545"/>
                    <a:pt x="915" y="2543"/>
                    <a:pt x="919" y="2538"/>
                  </a:cubicBezTo>
                  <a:cubicBezTo>
                    <a:pt x="919" y="2530"/>
                    <a:pt x="919" y="2530"/>
                    <a:pt x="976" y="2530"/>
                  </a:cubicBezTo>
                  <a:cubicBezTo>
                    <a:pt x="938" y="2530"/>
                    <a:pt x="950" y="2534"/>
                    <a:pt x="980" y="2534"/>
                  </a:cubicBezTo>
                  <a:cubicBezTo>
                    <a:pt x="994" y="2534"/>
                    <a:pt x="1013" y="2533"/>
                    <a:pt x="1032" y="2530"/>
                  </a:cubicBezTo>
                  <a:close/>
                  <a:moveTo>
                    <a:pt x="1032" y="2571"/>
                  </a:moveTo>
                  <a:lnTo>
                    <a:pt x="967" y="2579"/>
                  </a:lnTo>
                  <a:cubicBezTo>
                    <a:pt x="911" y="2579"/>
                    <a:pt x="911" y="2571"/>
                    <a:pt x="911" y="2571"/>
                  </a:cubicBezTo>
                  <a:close/>
                  <a:moveTo>
                    <a:pt x="1843" y="2575"/>
                  </a:moveTo>
                  <a:cubicBezTo>
                    <a:pt x="1830" y="2575"/>
                    <a:pt x="1816" y="2576"/>
                    <a:pt x="1803" y="2579"/>
                  </a:cubicBezTo>
                  <a:lnTo>
                    <a:pt x="1924" y="2579"/>
                  </a:lnTo>
                  <a:cubicBezTo>
                    <a:pt x="1897" y="2579"/>
                    <a:pt x="1870" y="2575"/>
                    <a:pt x="1843" y="2575"/>
                  </a:cubicBezTo>
                  <a:close/>
                  <a:moveTo>
                    <a:pt x="1134" y="1841"/>
                  </a:moveTo>
                  <a:cubicBezTo>
                    <a:pt x="1132" y="1852"/>
                    <a:pt x="1130" y="1863"/>
                    <a:pt x="1127" y="1874"/>
                  </a:cubicBezTo>
                  <a:lnTo>
                    <a:pt x="1130" y="1874"/>
                  </a:lnTo>
                  <a:cubicBezTo>
                    <a:pt x="1186" y="1874"/>
                    <a:pt x="1130" y="1874"/>
                    <a:pt x="1130" y="1882"/>
                  </a:cubicBezTo>
                  <a:cubicBezTo>
                    <a:pt x="1128" y="1882"/>
                    <a:pt x="1127" y="1882"/>
                    <a:pt x="1125" y="1882"/>
                  </a:cubicBezTo>
                  <a:lnTo>
                    <a:pt x="1125" y="1882"/>
                  </a:lnTo>
                  <a:cubicBezTo>
                    <a:pt x="1121" y="1898"/>
                    <a:pt x="1116" y="1914"/>
                    <a:pt x="1110" y="1930"/>
                  </a:cubicBezTo>
                  <a:lnTo>
                    <a:pt x="1110" y="1930"/>
                  </a:lnTo>
                  <a:cubicBezTo>
                    <a:pt x="1113" y="1930"/>
                    <a:pt x="1117" y="1930"/>
                    <a:pt x="1121" y="1930"/>
                  </a:cubicBezTo>
                  <a:lnTo>
                    <a:pt x="1178" y="1930"/>
                  </a:lnTo>
                  <a:cubicBezTo>
                    <a:pt x="1162" y="1938"/>
                    <a:pt x="1138" y="1938"/>
                    <a:pt x="1121" y="1938"/>
                  </a:cubicBezTo>
                  <a:lnTo>
                    <a:pt x="1107" y="1938"/>
                  </a:lnTo>
                  <a:cubicBezTo>
                    <a:pt x="1077" y="2013"/>
                    <a:pt x="1029" y="2081"/>
                    <a:pt x="963" y="2132"/>
                  </a:cubicBezTo>
                  <a:lnTo>
                    <a:pt x="963" y="2132"/>
                  </a:lnTo>
                  <a:lnTo>
                    <a:pt x="976" y="2133"/>
                  </a:lnTo>
                  <a:cubicBezTo>
                    <a:pt x="976" y="2133"/>
                    <a:pt x="971" y="2133"/>
                    <a:pt x="962" y="2133"/>
                  </a:cubicBezTo>
                  <a:lnTo>
                    <a:pt x="962" y="2133"/>
                  </a:lnTo>
                  <a:cubicBezTo>
                    <a:pt x="886" y="2192"/>
                    <a:pt x="785" y="2229"/>
                    <a:pt x="659" y="2230"/>
                  </a:cubicBezTo>
                  <a:cubicBezTo>
                    <a:pt x="603" y="2230"/>
                    <a:pt x="603" y="2238"/>
                    <a:pt x="594" y="2255"/>
                  </a:cubicBezTo>
                  <a:cubicBezTo>
                    <a:pt x="594" y="2263"/>
                    <a:pt x="594" y="2263"/>
                    <a:pt x="659" y="2263"/>
                  </a:cubicBezTo>
                  <a:cubicBezTo>
                    <a:pt x="716" y="2271"/>
                    <a:pt x="651" y="2271"/>
                    <a:pt x="594" y="2271"/>
                  </a:cubicBezTo>
                  <a:cubicBezTo>
                    <a:pt x="473" y="2271"/>
                    <a:pt x="473" y="2279"/>
                    <a:pt x="651" y="2279"/>
                  </a:cubicBezTo>
                  <a:cubicBezTo>
                    <a:pt x="773" y="2279"/>
                    <a:pt x="773" y="2287"/>
                    <a:pt x="708" y="2287"/>
                  </a:cubicBezTo>
                  <a:cubicBezTo>
                    <a:pt x="651" y="2287"/>
                    <a:pt x="651" y="2287"/>
                    <a:pt x="651" y="2279"/>
                  </a:cubicBezTo>
                  <a:lnTo>
                    <a:pt x="530" y="2279"/>
                  </a:lnTo>
                  <a:cubicBezTo>
                    <a:pt x="530" y="2287"/>
                    <a:pt x="530" y="2287"/>
                    <a:pt x="594" y="2287"/>
                  </a:cubicBezTo>
                  <a:cubicBezTo>
                    <a:pt x="594" y="2287"/>
                    <a:pt x="594" y="2287"/>
                    <a:pt x="651" y="2295"/>
                  </a:cubicBezTo>
                  <a:lnTo>
                    <a:pt x="830" y="2295"/>
                  </a:lnTo>
                  <a:cubicBezTo>
                    <a:pt x="851" y="2293"/>
                    <a:pt x="865" y="2292"/>
                    <a:pt x="873" y="2292"/>
                  </a:cubicBezTo>
                  <a:cubicBezTo>
                    <a:pt x="890" y="2292"/>
                    <a:pt x="886" y="2295"/>
                    <a:pt x="886" y="2295"/>
                  </a:cubicBezTo>
                  <a:cubicBezTo>
                    <a:pt x="830" y="2303"/>
                    <a:pt x="773" y="2303"/>
                    <a:pt x="708" y="2303"/>
                  </a:cubicBezTo>
                  <a:cubicBezTo>
                    <a:pt x="667" y="2295"/>
                    <a:pt x="627" y="2295"/>
                    <a:pt x="594" y="2295"/>
                  </a:cubicBezTo>
                  <a:cubicBezTo>
                    <a:pt x="530" y="2295"/>
                    <a:pt x="651" y="2311"/>
                    <a:pt x="765" y="2320"/>
                  </a:cubicBezTo>
                  <a:lnTo>
                    <a:pt x="708" y="2320"/>
                  </a:lnTo>
                  <a:cubicBezTo>
                    <a:pt x="651" y="2320"/>
                    <a:pt x="643" y="2320"/>
                    <a:pt x="643" y="2328"/>
                  </a:cubicBezTo>
                  <a:cubicBezTo>
                    <a:pt x="643" y="2336"/>
                    <a:pt x="643" y="2336"/>
                    <a:pt x="708" y="2336"/>
                  </a:cubicBezTo>
                  <a:cubicBezTo>
                    <a:pt x="740" y="2336"/>
                    <a:pt x="781" y="2336"/>
                    <a:pt x="821" y="2344"/>
                  </a:cubicBezTo>
                  <a:cubicBezTo>
                    <a:pt x="862" y="2336"/>
                    <a:pt x="903" y="2336"/>
                    <a:pt x="943" y="2336"/>
                  </a:cubicBezTo>
                  <a:cubicBezTo>
                    <a:pt x="943" y="2336"/>
                    <a:pt x="886" y="2344"/>
                    <a:pt x="821" y="2344"/>
                  </a:cubicBezTo>
                  <a:cubicBezTo>
                    <a:pt x="700" y="2352"/>
                    <a:pt x="643" y="2360"/>
                    <a:pt x="643" y="2368"/>
                  </a:cubicBezTo>
                  <a:cubicBezTo>
                    <a:pt x="635" y="2376"/>
                    <a:pt x="635" y="2384"/>
                    <a:pt x="578" y="2393"/>
                  </a:cubicBezTo>
                  <a:cubicBezTo>
                    <a:pt x="578" y="2393"/>
                    <a:pt x="578" y="2401"/>
                    <a:pt x="635" y="2401"/>
                  </a:cubicBezTo>
                  <a:lnTo>
                    <a:pt x="635" y="2409"/>
                  </a:lnTo>
                  <a:cubicBezTo>
                    <a:pt x="578" y="2409"/>
                    <a:pt x="578" y="2417"/>
                    <a:pt x="635" y="2417"/>
                  </a:cubicBezTo>
                  <a:cubicBezTo>
                    <a:pt x="692" y="2417"/>
                    <a:pt x="635" y="2425"/>
                    <a:pt x="635" y="2425"/>
                  </a:cubicBezTo>
                  <a:cubicBezTo>
                    <a:pt x="574" y="2429"/>
                    <a:pt x="544" y="2431"/>
                    <a:pt x="551" y="2431"/>
                  </a:cubicBezTo>
                  <a:cubicBezTo>
                    <a:pt x="558" y="2431"/>
                    <a:pt x="603" y="2429"/>
                    <a:pt x="692" y="2425"/>
                  </a:cubicBezTo>
                  <a:cubicBezTo>
                    <a:pt x="732" y="2425"/>
                    <a:pt x="773" y="2425"/>
                    <a:pt x="813" y="2417"/>
                  </a:cubicBezTo>
                  <a:lnTo>
                    <a:pt x="813" y="2409"/>
                  </a:lnTo>
                  <a:lnTo>
                    <a:pt x="870" y="2417"/>
                  </a:lnTo>
                  <a:cubicBezTo>
                    <a:pt x="911" y="2425"/>
                    <a:pt x="951" y="2425"/>
                    <a:pt x="992" y="2425"/>
                  </a:cubicBezTo>
                  <a:cubicBezTo>
                    <a:pt x="1008" y="2425"/>
                    <a:pt x="1032" y="2425"/>
                    <a:pt x="1048" y="2433"/>
                  </a:cubicBezTo>
                  <a:lnTo>
                    <a:pt x="927" y="2433"/>
                  </a:lnTo>
                  <a:cubicBezTo>
                    <a:pt x="870" y="2425"/>
                    <a:pt x="813" y="2425"/>
                    <a:pt x="748" y="2425"/>
                  </a:cubicBezTo>
                  <a:cubicBezTo>
                    <a:pt x="635" y="2433"/>
                    <a:pt x="570" y="2441"/>
                    <a:pt x="692" y="2441"/>
                  </a:cubicBezTo>
                  <a:cubicBezTo>
                    <a:pt x="692" y="2441"/>
                    <a:pt x="692" y="2441"/>
                    <a:pt x="627" y="2449"/>
                  </a:cubicBezTo>
                  <a:lnTo>
                    <a:pt x="692" y="2449"/>
                  </a:lnTo>
                  <a:cubicBezTo>
                    <a:pt x="805" y="2457"/>
                    <a:pt x="805" y="2457"/>
                    <a:pt x="684" y="2457"/>
                  </a:cubicBezTo>
                  <a:cubicBezTo>
                    <a:pt x="570" y="2465"/>
                    <a:pt x="562" y="2482"/>
                    <a:pt x="627" y="2482"/>
                  </a:cubicBezTo>
                  <a:cubicBezTo>
                    <a:pt x="740" y="2482"/>
                    <a:pt x="740" y="2490"/>
                    <a:pt x="684" y="2490"/>
                  </a:cubicBezTo>
                  <a:cubicBezTo>
                    <a:pt x="619" y="2498"/>
                    <a:pt x="619" y="2498"/>
                    <a:pt x="684" y="2498"/>
                  </a:cubicBezTo>
                  <a:cubicBezTo>
                    <a:pt x="619" y="2498"/>
                    <a:pt x="562" y="2506"/>
                    <a:pt x="619" y="2506"/>
                  </a:cubicBezTo>
                  <a:cubicBezTo>
                    <a:pt x="619" y="2506"/>
                    <a:pt x="619" y="2510"/>
                    <a:pt x="638" y="2510"/>
                  </a:cubicBezTo>
                  <a:cubicBezTo>
                    <a:pt x="648" y="2510"/>
                    <a:pt x="662" y="2509"/>
                    <a:pt x="684" y="2506"/>
                  </a:cubicBezTo>
                  <a:lnTo>
                    <a:pt x="797" y="2514"/>
                  </a:lnTo>
                  <a:cubicBezTo>
                    <a:pt x="824" y="2514"/>
                    <a:pt x="851" y="2511"/>
                    <a:pt x="878" y="2511"/>
                  </a:cubicBezTo>
                  <a:cubicBezTo>
                    <a:pt x="892" y="2511"/>
                    <a:pt x="905" y="2511"/>
                    <a:pt x="919" y="2514"/>
                  </a:cubicBezTo>
                  <a:cubicBezTo>
                    <a:pt x="976" y="2514"/>
                    <a:pt x="919" y="2522"/>
                    <a:pt x="732" y="2530"/>
                  </a:cubicBezTo>
                  <a:lnTo>
                    <a:pt x="619" y="2538"/>
                  </a:lnTo>
                  <a:lnTo>
                    <a:pt x="676" y="2538"/>
                  </a:lnTo>
                  <a:cubicBezTo>
                    <a:pt x="611" y="2538"/>
                    <a:pt x="619" y="2538"/>
                    <a:pt x="611" y="2547"/>
                  </a:cubicBezTo>
                  <a:lnTo>
                    <a:pt x="676" y="2547"/>
                  </a:lnTo>
                  <a:cubicBezTo>
                    <a:pt x="797" y="2547"/>
                    <a:pt x="797" y="2547"/>
                    <a:pt x="732" y="2555"/>
                  </a:cubicBezTo>
                  <a:cubicBezTo>
                    <a:pt x="611" y="2555"/>
                    <a:pt x="611" y="2555"/>
                    <a:pt x="732" y="2563"/>
                  </a:cubicBezTo>
                  <a:cubicBezTo>
                    <a:pt x="692" y="2563"/>
                    <a:pt x="651" y="2563"/>
                    <a:pt x="611" y="2571"/>
                  </a:cubicBezTo>
                  <a:lnTo>
                    <a:pt x="667" y="2571"/>
                  </a:lnTo>
                  <a:cubicBezTo>
                    <a:pt x="789" y="2571"/>
                    <a:pt x="789" y="2571"/>
                    <a:pt x="732" y="2579"/>
                  </a:cubicBezTo>
                  <a:cubicBezTo>
                    <a:pt x="667" y="2579"/>
                    <a:pt x="667" y="2579"/>
                    <a:pt x="732" y="2587"/>
                  </a:cubicBezTo>
                  <a:cubicBezTo>
                    <a:pt x="724" y="2587"/>
                    <a:pt x="724" y="2595"/>
                    <a:pt x="667" y="2595"/>
                  </a:cubicBezTo>
                  <a:cubicBezTo>
                    <a:pt x="724" y="2603"/>
                    <a:pt x="724" y="2603"/>
                    <a:pt x="667" y="2603"/>
                  </a:cubicBezTo>
                  <a:cubicBezTo>
                    <a:pt x="603" y="2611"/>
                    <a:pt x="603" y="2611"/>
                    <a:pt x="667" y="2611"/>
                  </a:cubicBezTo>
                  <a:lnTo>
                    <a:pt x="846" y="2611"/>
                  </a:lnTo>
                  <a:cubicBezTo>
                    <a:pt x="846" y="2603"/>
                    <a:pt x="846" y="2603"/>
                    <a:pt x="903" y="2603"/>
                  </a:cubicBezTo>
                  <a:lnTo>
                    <a:pt x="903" y="2611"/>
                  </a:lnTo>
                  <a:cubicBezTo>
                    <a:pt x="903" y="2620"/>
                    <a:pt x="903" y="2620"/>
                    <a:pt x="959" y="2628"/>
                  </a:cubicBezTo>
                  <a:lnTo>
                    <a:pt x="1081" y="2628"/>
                  </a:lnTo>
                  <a:lnTo>
                    <a:pt x="1146" y="2620"/>
                  </a:lnTo>
                  <a:cubicBezTo>
                    <a:pt x="967" y="2620"/>
                    <a:pt x="967" y="2620"/>
                    <a:pt x="1081" y="2611"/>
                  </a:cubicBezTo>
                  <a:lnTo>
                    <a:pt x="1203" y="2611"/>
                  </a:lnTo>
                  <a:cubicBezTo>
                    <a:pt x="1203" y="2603"/>
                    <a:pt x="1203" y="2603"/>
                    <a:pt x="1267" y="2603"/>
                  </a:cubicBezTo>
                  <a:cubicBezTo>
                    <a:pt x="1308" y="2603"/>
                    <a:pt x="1348" y="2603"/>
                    <a:pt x="1389" y="2595"/>
                  </a:cubicBezTo>
                  <a:lnTo>
                    <a:pt x="1324" y="2595"/>
                  </a:lnTo>
                  <a:cubicBezTo>
                    <a:pt x="1267" y="2595"/>
                    <a:pt x="1267" y="2595"/>
                    <a:pt x="1389" y="2587"/>
                  </a:cubicBezTo>
                  <a:lnTo>
                    <a:pt x="1324" y="2587"/>
                  </a:lnTo>
                  <a:cubicBezTo>
                    <a:pt x="1211" y="2587"/>
                    <a:pt x="1211" y="2579"/>
                    <a:pt x="1332" y="2579"/>
                  </a:cubicBezTo>
                  <a:lnTo>
                    <a:pt x="1332" y="2571"/>
                  </a:lnTo>
                  <a:cubicBezTo>
                    <a:pt x="1305" y="2571"/>
                    <a:pt x="1278" y="2567"/>
                    <a:pt x="1251" y="2567"/>
                  </a:cubicBezTo>
                  <a:cubicBezTo>
                    <a:pt x="1238" y="2567"/>
                    <a:pt x="1224" y="2568"/>
                    <a:pt x="1211" y="2571"/>
                  </a:cubicBezTo>
                  <a:cubicBezTo>
                    <a:pt x="1089" y="2571"/>
                    <a:pt x="1089" y="2571"/>
                    <a:pt x="1154" y="2563"/>
                  </a:cubicBezTo>
                  <a:lnTo>
                    <a:pt x="1267" y="2563"/>
                  </a:lnTo>
                  <a:cubicBezTo>
                    <a:pt x="1332" y="2563"/>
                    <a:pt x="1332" y="2555"/>
                    <a:pt x="1332" y="2555"/>
                  </a:cubicBezTo>
                  <a:cubicBezTo>
                    <a:pt x="1332" y="2555"/>
                    <a:pt x="1332" y="2547"/>
                    <a:pt x="1275" y="2547"/>
                  </a:cubicBezTo>
                  <a:lnTo>
                    <a:pt x="1332" y="2547"/>
                  </a:lnTo>
                  <a:cubicBezTo>
                    <a:pt x="1332" y="2547"/>
                    <a:pt x="1332" y="2538"/>
                    <a:pt x="1397" y="2530"/>
                  </a:cubicBezTo>
                  <a:cubicBezTo>
                    <a:pt x="1435" y="2530"/>
                    <a:pt x="1397" y="2523"/>
                    <a:pt x="1332" y="2523"/>
                  </a:cubicBezTo>
                  <a:cubicBezTo>
                    <a:pt x="1299" y="2523"/>
                    <a:pt x="1259" y="2525"/>
                    <a:pt x="1219" y="2530"/>
                  </a:cubicBezTo>
                  <a:cubicBezTo>
                    <a:pt x="1219" y="2530"/>
                    <a:pt x="1219" y="2530"/>
                    <a:pt x="1219" y="2522"/>
                  </a:cubicBezTo>
                  <a:lnTo>
                    <a:pt x="1154" y="2522"/>
                  </a:lnTo>
                  <a:cubicBezTo>
                    <a:pt x="1097" y="2522"/>
                    <a:pt x="1097" y="2514"/>
                    <a:pt x="1097" y="2514"/>
                  </a:cubicBezTo>
                  <a:lnTo>
                    <a:pt x="1219" y="2514"/>
                  </a:lnTo>
                  <a:cubicBezTo>
                    <a:pt x="1397" y="2514"/>
                    <a:pt x="1454" y="2514"/>
                    <a:pt x="1275" y="2506"/>
                  </a:cubicBezTo>
                  <a:lnTo>
                    <a:pt x="1340" y="2506"/>
                  </a:lnTo>
                  <a:cubicBezTo>
                    <a:pt x="1397" y="2506"/>
                    <a:pt x="1397" y="2506"/>
                    <a:pt x="1340" y="2498"/>
                  </a:cubicBezTo>
                  <a:cubicBezTo>
                    <a:pt x="1340" y="2498"/>
                    <a:pt x="1219" y="2490"/>
                    <a:pt x="1162" y="2490"/>
                  </a:cubicBezTo>
                  <a:cubicBezTo>
                    <a:pt x="1284" y="2490"/>
                    <a:pt x="1284" y="2482"/>
                    <a:pt x="1162" y="2482"/>
                  </a:cubicBezTo>
                  <a:lnTo>
                    <a:pt x="1227" y="2482"/>
                  </a:lnTo>
                  <a:cubicBezTo>
                    <a:pt x="1284" y="2482"/>
                    <a:pt x="1340" y="2474"/>
                    <a:pt x="1284" y="2457"/>
                  </a:cubicBezTo>
                  <a:cubicBezTo>
                    <a:pt x="1284" y="2449"/>
                    <a:pt x="1292" y="2441"/>
                    <a:pt x="1348" y="2441"/>
                  </a:cubicBezTo>
                  <a:cubicBezTo>
                    <a:pt x="1405" y="2441"/>
                    <a:pt x="1292" y="2425"/>
                    <a:pt x="1170" y="2417"/>
                  </a:cubicBezTo>
                  <a:cubicBezTo>
                    <a:pt x="1235" y="2417"/>
                    <a:pt x="1235" y="2417"/>
                    <a:pt x="1235" y="2409"/>
                  </a:cubicBezTo>
                  <a:cubicBezTo>
                    <a:pt x="1235" y="2401"/>
                    <a:pt x="1235" y="2401"/>
                    <a:pt x="1292" y="2401"/>
                  </a:cubicBezTo>
                  <a:cubicBezTo>
                    <a:pt x="1178" y="2393"/>
                    <a:pt x="1235" y="2384"/>
                    <a:pt x="1357" y="2384"/>
                  </a:cubicBezTo>
                  <a:cubicBezTo>
                    <a:pt x="1413" y="2384"/>
                    <a:pt x="1413" y="2384"/>
                    <a:pt x="1413" y="2376"/>
                  </a:cubicBezTo>
                  <a:cubicBezTo>
                    <a:pt x="1357" y="2376"/>
                    <a:pt x="1357" y="2368"/>
                    <a:pt x="1357" y="2360"/>
                  </a:cubicBezTo>
                  <a:cubicBezTo>
                    <a:pt x="1357" y="2352"/>
                    <a:pt x="1357" y="2352"/>
                    <a:pt x="1243" y="2352"/>
                  </a:cubicBezTo>
                  <a:cubicBezTo>
                    <a:pt x="1121" y="2352"/>
                    <a:pt x="1121" y="2344"/>
                    <a:pt x="1121" y="2344"/>
                  </a:cubicBezTo>
                  <a:cubicBezTo>
                    <a:pt x="1121" y="2336"/>
                    <a:pt x="1121" y="2336"/>
                    <a:pt x="1186" y="2336"/>
                  </a:cubicBezTo>
                  <a:cubicBezTo>
                    <a:pt x="1203" y="2336"/>
                    <a:pt x="1227" y="2336"/>
                    <a:pt x="1243" y="2328"/>
                  </a:cubicBezTo>
                  <a:cubicBezTo>
                    <a:pt x="1243" y="2328"/>
                    <a:pt x="1243" y="2320"/>
                    <a:pt x="1308" y="2320"/>
                  </a:cubicBezTo>
                  <a:cubicBezTo>
                    <a:pt x="1308" y="2320"/>
                    <a:pt x="1365" y="2320"/>
                    <a:pt x="1365" y="2311"/>
                  </a:cubicBezTo>
                  <a:cubicBezTo>
                    <a:pt x="1365" y="2311"/>
                    <a:pt x="1365" y="2303"/>
                    <a:pt x="1430" y="2303"/>
                  </a:cubicBezTo>
                  <a:cubicBezTo>
                    <a:pt x="1430" y="2295"/>
                    <a:pt x="1430" y="2295"/>
                    <a:pt x="1365" y="2295"/>
                  </a:cubicBezTo>
                  <a:cubicBezTo>
                    <a:pt x="1308" y="2295"/>
                    <a:pt x="1251" y="2295"/>
                    <a:pt x="1308" y="2279"/>
                  </a:cubicBezTo>
                  <a:cubicBezTo>
                    <a:pt x="1308" y="2279"/>
                    <a:pt x="1308" y="2271"/>
                    <a:pt x="1251" y="2271"/>
                  </a:cubicBezTo>
                  <a:cubicBezTo>
                    <a:pt x="1251" y="2263"/>
                    <a:pt x="1251" y="2263"/>
                    <a:pt x="1316" y="2263"/>
                  </a:cubicBezTo>
                  <a:cubicBezTo>
                    <a:pt x="1430" y="2263"/>
                    <a:pt x="1430" y="2255"/>
                    <a:pt x="1316" y="2255"/>
                  </a:cubicBezTo>
                  <a:cubicBezTo>
                    <a:pt x="1251" y="2255"/>
                    <a:pt x="1259" y="2247"/>
                    <a:pt x="1316" y="2247"/>
                  </a:cubicBezTo>
                  <a:cubicBezTo>
                    <a:pt x="1316" y="2247"/>
                    <a:pt x="1316" y="2247"/>
                    <a:pt x="1259" y="2238"/>
                  </a:cubicBezTo>
                  <a:cubicBezTo>
                    <a:pt x="1194" y="2238"/>
                    <a:pt x="1194" y="2238"/>
                    <a:pt x="1259" y="2230"/>
                  </a:cubicBezTo>
                  <a:cubicBezTo>
                    <a:pt x="1316" y="2230"/>
                    <a:pt x="1316" y="2230"/>
                    <a:pt x="1316" y="2222"/>
                  </a:cubicBezTo>
                  <a:cubicBezTo>
                    <a:pt x="1259" y="2214"/>
                    <a:pt x="1267" y="2182"/>
                    <a:pt x="1324" y="2182"/>
                  </a:cubicBezTo>
                  <a:cubicBezTo>
                    <a:pt x="1267" y="2182"/>
                    <a:pt x="1267" y="2182"/>
                    <a:pt x="1267" y="2174"/>
                  </a:cubicBezTo>
                  <a:cubicBezTo>
                    <a:pt x="1381" y="2174"/>
                    <a:pt x="1332" y="2167"/>
                    <a:pt x="1233" y="2166"/>
                  </a:cubicBezTo>
                  <a:lnTo>
                    <a:pt x="1233" y="2166"/>
                  </a:lnTo>
                  <a:cubicBezTo>
                    <a:pt x="1244" y="2166"/>
                    <a:pt x="1255" y="2165"/>
                    <a:pt x="1267" y="2165"/>
                  </a:cubicBezTo>
                  <a:cubicBezTo>
                    <a:pt x="1389" y="2165"/>
                    <a:pt x="1389" y="2165"/>
                    <a:pt x="1267" y="2157"/>
                  </a:cubicBezTo>
                  <a:cubicBezTo>
                    <a:pt x="1146" y="2157"/>
                    <a:pt x="1146" y="2149"/>
                    <a:pt x="1267" y="2149"/>
                  </a:cubicBezTo>
                  <a:cubicBezTo>
                    <a:pt x="1032" y="2141"/>
                    <a:pt x="976" y="2133"/>
                    <a:pt x="1211" y="2133"/>
                  </a:cubicBezTo>
                  <a:cubicBezTo>
                    <a:pt x="1275" y="2133"/>
                    <a:pt x="1332" y="2133"/>
                    <a:pt x="1389" y="2125"/>
                  </a:cubicBezTo>
                  <a:cubicBezTo>
                    <a:pt x="1367" y="2125"/>
                    <a:pt x="1342" y="2121"/>
                    <a:pt x="1316" y="2121"/>
                  </a:cubicBezTo>
                  <a:cubicBezTo>
                    <a:pt x="1303" y="2121"/>
                    <a:pt x="1289" y="2122"/>
                    <a:pt x="1275" y="2125"/>
                  </a:cubicBezTo>
                  <a:cubicBezTo>
                    <a:pt x="1154" y="2125"/>
                    <a:pt x="1154" y="2125"/>
                    <a:pt x="1275" y="2117"/>
                  </a:cubicBezTo>
                  <a:cubicBezTo>
                    <a:pt x="1454" y="2109"/>
                    <a:pt x="1454" y="2101"/>
                    <a:pt x="1340" y="2093"/>
                  </a:cubicBezTo>
                  <a:cubicBezTo>
                    <a:pt x="1251" y="2081"/>
                    <a:pt x="1227" y="2073"/>
                    <a:pt x="1269" y="2073"/>
                  </a:cubicBezTo>
                  <a:cubicBezTo>
                    <a:pt x="1284" y="2073"/>
                    <a:pt x="1308" y="2074"/>
                    <a:pt x="1340" y="2076"/>
                  </a:cubicBezTo>
                  <a:cubicBezTo>
                    <a:pt x="1401" y="2080"/>
                    <a:pt x="1432" y="2082"/>
                    <a:pt x="1439" y="2082"/>
                  </a:cubicBezTo>
                  <a:cubicBezTo>
                    <a:pt x="1446" y="2082"/>
                    <a:pt x="1430" y="2080"/>
                    <a:pt x="1397" y="2076"/>
                  </a:cubicBezTo>
                  <a:cubicBezTo>
                    <a:pt x="1397" y="2076"/>
                    <a:pt x="1397" y="2068"/>
                    <a:pt x="1405" y="2060"/>
                  </a:cubicBezTo>
                  <a:cubicBezTo>
                    <a:pt x="1382" y="2060"/>
                    <a:pt x="1360" y="2058"/>
                    <a:pt x="1337" y="2057"/>
                  </a:cubicBezTo>
                  <a:lnTo>
                    <a:pt x="1337" y="2057"/>
                  </a:lnTo>
                  <a:cubicBezTo>
                    <a:pt x="1419" y="2052"/>
                    <a:pt x="1444" y="2051"/>
                    <a:pt x="1348" y="2044"/>
                  </a:cubicBezTo>
                  <a:lnTo>
                    <a:pt x="1348" y="2036"/>
                  </a:lnTo>
                  <a:cubicBezTo>
                    <a:pt x="1348" y="2036"/>
                    <a:pt x="1348" y="2036"/>
                    <a:pt x="1284" y="2028"/>
                  </a:cubicBezTo>
                  <a:cubicBezTo>
                    <a:pt x="1227" y="2028"/>
                    <a:pt x="1284" y="2020"/>
                    <a:pt x="1348" y="2020"/>
                  </a:cubicBezTo>
                  <a:cubicBezTo>
                    <a:pt x="1405" y="2020"/>
                    <a:pt x="1470" y="2011"/>
                    <a:pt x="1405" y="2011"/>
                  </a:cubicBezTo>
                  <a:cubicBezTo>
                    <a:pt x="1348" y="2011"/>
                    <a:pt x="1292" y="2011"/>
                    <a:pt x="1227" y="2003"/>
                  </a:cubicBezTo>
                  <a:cubicBezTo>
                    <a:pt x="1189" y="2003"/>
                    <a:pt x="1205" y="2000"/>
                    <a:pt x="1237" y="2000"/>
                  </a:cubicBezTo>
                  <a:cubicBezTo>
                    <a:pt x="1253" y="2000"/>
                    <a:pt x="1273" y="2001"/>
                    <a:pt x="1292" y="2003"/>
                  </a:cubicBezTo>
                  <a:cubicBezTo>
                    <a:pt x="1332" y="2003"/>
                    <a:pt x="1373" y="2003"/>
                    <a:pt x="1413" y="1995"/>
                  </a:cubicBezTo>
                  <a:cubicBezTo>
                    <a:pt x="1413" y="1995"/>
                    <a:pt x="1413" y="1987"/>
                    <a:pt x="1348" y="1987"/>
                  </a:cubicBezTo>
                  <a:cubicBezTo>
                    <a:pt x="1292" y="1987"/>
                    <a:pt x="1292" y="1971"/>
                    <a:pt x="1357" y="1963"/>
                  </a:cubicBezTo>
                  <a:lnTo>
                    <a:pt x="1357" y="1955"/>
                  </a:lnTo>
                  <a:cubicBezTo>
                    <a:pt x="1357" y="1955"/>
                    <a:pt x="1300" y="1955"/>
                    <a:pt x="1300" y="1947"/>
                  </a:cubicBezTo>
                  <a:lnTo>
                    <a:pt x="1243" y="1947"/>
                  </a:lnTo>
                  <a:cubicBezTo>
                    <a:pt x="1243" y="1938"/>
                    <a:pt x="1243" y="1938"/>
                    <a:pt x="1300" y="1938"/>
                  </a:cubicBezTo>
                  <a:cubicBezTo>
                    <a:pt x="1178" y="1930"/>
                    <a:pt x="1178" y="1930"/>
                    <a:pt x="1300" y="1930"/>
                  </a:cubicBezTo>
                  <a:cubicBezTo>
                    <a:pt x="1243" y="1922"/>
                    <a:pt x="1243" y="1922"/>
                    <a:pt x="1300" y="1922"/>
                  </a:cubicBezTo>
                  <a:cubicBezTo>
                    <a:pt x="1365" y="1922"/>
                    <a:pt x="1365" y="1914"/>
                    <a:pt x="1300" y="1914"/>
                  </a:cubicBezTo>
                  <a:cubicBezTo>
                    <a:pt x="1186" y="1914"/>
                    <a:pt x="1121" y="1906"/>
                    <a:pt x="1243" y="1906"/>
                  </a:cubicBezTo>
                  <a:cubicBezTo>
                    <a:pt x="1243" y="1906"/>
                    <a:pt x="1243" y="1906"/>
                    <a:pt x="1186" y="1898"/>
                  </a:cubicBezTo>
                  <a:cubicBezTo>
                    <a:pt x="1308" y="1890"/>
                    <a:pt x="1308" y="1890"/>
                    <a:pt x="1186" y="1890"/>
                  </a:cubicBezTo>
                  <a:cubicBezTo>
                    <a:pt x="1186" y="1890"/>
                    <a:pt x="1130" y="1882"/>
                    <a:pt x="1186" y="1882"/>
                  </a:cubicBezTo>
                  <a:cubicBezTo>
                    <a:pt x="1251" y="1874"/>
                    <a:pt x="1308" y="1857"/>
                    <a:pt x="1186" y="1857"/>
                  </a:cubicBezTo>
                  <a:lnTo>
                    <a:pt x="1194" y="1849"/>
                  </a:lnTo>
                  <a:cubicBezTo>
                    <a:pt x="1251" y="1849"/>
                    <a:pt x="1251" y="1841"/>
                    <a:pt x="1194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2"/>
            <p:cNvSpPr/>
            <p:nvPr/>
          </p:nvSpPr>
          <p:spPr>
            <a:xfrm>
              <a:off x="8081030" y="1800052"/>
              <a:ext cx="42318" cy="45300"/>
            </a:xfrm>
            <a:custGeom>
              <a:avLst/>
              <a:gdLst/>
              <a:ahLst/>
              <a:cxnLst/>
              <a:rect l="l" t="t" r="r" b="b"/>
              <a:pathLst>
                <a:path w="2455" h="2628" extrusionOk="0">
                  <a:moveTo>
                    <a:pt x="721" y="19"/>
                  </a:moveTo>
                  <a:cubicBezTo>
                    <a:pt x="750" y="19"/>
                    <a:pt x="809" y="21"/>
                    <a:pt x="865" y="25"/>
                  </a:cubicBezTo>
                  <a:cubicBezTo>
                    <a:pt x="855" y="28"/>
                    <a:pt x="843" y="29"/>
                    <a:pt x="831" y="29"/>
                  </a:cubicBezTo>
                  <a:cubicBezTo>
                    <a:pt x="806" y="29"/>
                    <a:pt x="779" y="25"/>
                    <a:pt x="752" y="25"/>
                  </a:cubicBezTo>
                  <a:cubicBezTo>
                    <a:pt x="691" y="21"/>
                    <a:pt x="691" y="19"/>
                    <a:pt x="721" y="19"/>
                  </a:cubicBezTo>
                  <a:close/>
                  <a:moveTo>
                    <a:pt x="1401" y="19"/>
                  </a:moveTo>
                  <a:cubicBezTo>
                    <a:pt x="1382" y="19"/>
                    <a:pt x="1364" y="21"/>
                    <a:pt x="1344" y="25"/>
                  </a:cubicBezTo>
                  <a:cubicBezTo>
                    <a:pt x="1355" y="28"/>
                    <a:pt x="1366" y="29"/>
                    <a:pt x="1379" y="29"/>
                  </a:cubicBezTo>
                  <a:cubicBezTo>
                    <a:pt x="1403" y="29"/>
                    <a:pt x="1430" y="25"/>
                    <a:pt x="1457" y="25"/>
                  </a:cubicBezTo>
                  <a:cubicBezTo>
                    <a:pt x="1437" y="21"/>
                    <a:pt x="1419" y="19"/>
                    <a:pt x="1401" y="19"/>
                  </a:cubicBezTo>
                  <a:close/>
                  <a:moveTo>
                    <a:pt x="809" y="455"/>
                  </a:moveTo>
                  <a:cubicBezTo>
                    <a:pt x="849" y="455"/>
                    <a:pt x="890" y="455"/>
                    <a:pt x="930" y="463"/>
                  </a:cubicBezTo>
                  <a:cubicBezTo>
                    <a:pt x="865" y="463"/>
                    <a:pt x="809" y="463"/>
                    <a:pt x="744" y="455"/>
                  </a:cubicBezTo>
                  <a:close/>
                  <a:moveTo>
                    <a:pt x="1092" y="560"/>
                  </a:moveTo>
                  <a:cubicBezTo>
                    <a:pt x="1092" y="560"/>
                    <a:pt x="1149" y="568"/>
                    <a:pt x="1092" y="568"/>
                  </a:cubicBezTo>
                  <a:lnTo>
                    <a:pt x="1028" y="568"/>
                  </a:lnTo>
                  <a:cubicBezTo>
                    <a:pt x="971" y="560"/>
                    <a:pt x="914" y="560"/>
                    <a:pt x="971" y="560"/>
                  </a:cubicBezTo>
                  <a:close/>
                  <a:moveTo>
                    <a:pt x="1015" y="684"/>
                  </a:moveTo>
                  <a:cubicBezTo>
                    <a:pt x="1036" y="684"/>
                    <a:pt x="1056" y="686"/>
                    <a:pt x="1076" y="690"/>
                  </a:cubicBezTo>
                  <a:lnTo>
                    <a:pt x="955" y="690"/>
                  </a:lnTo>
                  <a:cubicBezTo>
                    <a:pt x="975" y="686"/>
                    <a:pt x="995" y="684"/>
                    <a:pt x="1015" y="684"/>
                  </a:cubicBezTo>
                  <a:close/>
                  <a:moveTo>
                    <a:pt x="1125" y="714"/>
                  </a:moveTo>
                  <a:lnTo>
                    <a:pt x="1068" y="722"/>
                  </a:lnTo>
                  <a:lnTo>
                    <a:pt x="1068" y="714"/>
                  </a:lnTo>
                  <a:close/>
                  <a:moveTo>
                    <a:pt x="1160" y="724"/>
                  </a:moveTo>
                  <a:cubicBezTo>
                    <a:pt x="1153" y="724"/>
                    <a:pt x="1153" y="726"/>
                    <a:pt x="1182" y="730"/>
                  </a:cubicBezTo>
                  <a:cubicBezTo>
                    <a:pt x="1182" y="726"/>
                    <a:pt x="1167" y="724"/>
                    <a:pt x="1160" y="724"/>
                  </a:cubicBezTo>
                  <a:close/>
                  <a:moveTo>
                    <a:pt x="1125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60" y="763"/>
                  </a:moveTo>
                  <a:cubicBezTo>
                    <a:pt x="1092" y="767"/>
                    <a:pt x="1109" y="767"/>
                    <a:pt x="1117" y="767"/>
                  </a:cubicBezTo>
                  <a:cubicBezTo>
                    <a:pt x="1125" y="767"/>
                    <a:pt x="1125" y="767"/>
                    <a:pt x="1125" y="771"/>
                  </a:cubicBezTo>
                  <a:cubicBezTo>
                    <a:pt x="1121" y="775"/>
                    <a:pt x="1119" y="777"/>
                    <a:pt x="1111" y="777"/>
                  </a:cubicBezTo>
                  <a:cubicBezTo>
                    <a:pt x="1103" y="777"/>
                    <a:pt x="1088" y="775"/>
                    <a:pt x="1060" y="771"/>
                  </a:cubicBezTo>
                  <a:cubicBezTo>
                    <a:pt x="1003" y="771"/>
                    <a:pt x="1003" y="763"/>
                    <a:pt x="1060" y="763"/>
                  </a:cubicBezTo>
                  <a:close/>
                  <a:moveTo>
                    <a:pt x="699" y="789"/>
                  </a:moveTo>
                  <a:cubicBezTo>
                    <a:pt x="719" y="789"/>
                    <a:pt x="740" y="791"/>
                    <a:pt x="760" y="795"/>
                  </a:cubicBezTo>
                  <a:lnTo>
                    <a:pt x="638" y="795"/>
                  </a:lnTo>
                  <a:cubicBezTo>
                    <a:pt x="659" y="791"/>
                    <a:pt x="679" y="789"/>
                    <a:pt x="699" y="789"/>
                  </a:cubicBezTo>
                  <a:close/>
                  <a:moveTo>
                    <a:pt x="817" y="828"/>
                  </a:moveTo>
                  <a:lnTo>
                    <a:pt x="752" y="836"/>
                  </a:lnTo>
                  <a:cubicBezTo>
                    <a:pt x="695" y="836"/>
                    <a:pt x="695" y="828"/>
                    <a:pt x="695" y="828"/>
                  </a:cubicBezTo>
                  <a:close/>
                  <a:moveTo>
                    <a:pt x="1011" y="1087"/>
                  </a:moveTo>
                  <a:cubicBezTo>
                    <a:pt x="1052" y="1087"/>
                    <a:pt x="1092" y="1087"/>
                    <a:pt x="1133" y="1095"/>
                  </a:cubicBezTo>
                  <a:lnTo>
                    <a:pt x="1011" y="1095"/>
                  </a:lnTo>
                  <a:lnTo>
                    <a:pt x="1011" y="1087"/>
                  </a:lnTo>
                  <a:close/>
                  <a:moveTo>
                    <a:pt x="1117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2" y="1225"/>
                    <a:pt x="1052" y="1217"/>
                  </a:cubicBezTo>
                  <a:lnTo>
                    <a:pt x="1060" y="1217"/>
                  </a:lnTo>
                  <a:cubicBezTo>
                    <a:pt x="1060" y="1209"/>
                    <a:pt x="1060" y="1209"/>
                    <a:pt x="1117" y="1209"/>
                  </a:cubicBezTo>
                  <a:close/>
                  <a:moveTo>
                    <a:pt x="663" y="1468"/>
                  </a:moveTo>
                  <a:lnTo>
                    <a:pt x="663" y="1476"/>
                  </a:lnTo>
                  <a:lnTo>
                    <a:pt x="776" y="1476"/>
                  </a:lnTo>
                  <a:cubicBezTo>
                    <a:pt x="744" y="1468"/>
                    <a:pt x="703" y="1468"/>
                    <a:pt x="663" y="1468"/>
                  </a:cubicBezTo>
                  <a:close/>
                  <a:moveTo>
                    <a:pt x="1068" y="1525"/>
                  </a:moveTo>
                  <a:cubicBezTo>
                    <a:pt x="1077" y="1525"/>
                    <a:pt x="1088" y="1525"/>
                    <a:pt x="1098" y="1525"/>
                  </a:cubicBezTo>
                  <a:lnTo>
                    <a:pt x="1098" y="1525"/>
                  </a:lnTo>
                  <a:cubicBezTo>
                    <a:pt x="1098" y="1525"/>
                    <a:pt x="1098" y="1525"/>
                    <a:pt x="1098" y="1525"/>
                  </a:cubicBezTo>
                  <a:close/>
                  <a:moveTo>
                    <a:pt x="922" y="1"/>
                  </a:moveTo>
                  <a:cubicBezTo>
                    <a:pt x="841" y="1"/>
                    <a:pt x="768" y="1"/>
                    <a:pt x="687" y="9"/>
                  </a:cubicBezTo>
                  <a:cubicBezTo>
                    <a:pt x="622" y="25"/>
                    <a:pt x="565" y="33"/>
                    <a:pt x="679" y="33"/>
                  </a:cubicBezTo>
                  <a:lnTo>
                    <a:pt x="744" y="33"/>
                  </a:lnTo>
                  <a:cubicBezTo>
                    <a:pt x="719" y="41"/>
                    <a:pt x="703" y="41"/>
                    <a:pt x="679" y="41"/>
                  </a:cubicBezTo>
                  <a:cubicBezTo>
                    <a:pt x="622" y="41"/>
                    <a:pt x="622" y="57"/>
                    <a:pt x="614" y="74"/>
                  </a:cubicBezTo>
                  <a:cubicBezTo>
                    <a:pt x="614" y="90"/>
                    <a:pt x="614" y="98"/>
                    <a:pt x="549" y="98"/>
                  </a:cubicBezTo>
                  <a:cubicBezTo>
                    <a:pt x="492" y="106"/>
                    <a:pt x="492" y="106"/>
                    <a:pt x="492" y="106"/>
                  </a:cubicBezTo>
                  <a:cubicBezTo>
                    <a:pt x="549" y="106"/>
                    <a:pt x="549" y="122"/>
                    <a:pt x="541" y="147"/>
                  </a:cubicBezTo>
                  <a:cubicBezTo>
                    <a:pt x="541" y="171"/>
                    <a:pt x="541" y="187"/>
                    <a:pt x="598" y="187"/>
                  </a:cubicBezTo>
                  <a:lnTo>
                    <a:pt x="598" y="195"/>
                  </a:lnTo>
                  <a:cubicBezTo>
                    <a:pt x="541" y="195"/>
                    <a:pt x="533" y="203"/>
                    <a:pt x="533" y="212"/>
                  </a:cubicBezTo>
                  <a:cubicBezTo>
                    <a:pt x="598" y="220"/>
                    <a:pt x="598" y="220"/>
                    <a:pt x="598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33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8" y="276"/>
                    <a:pt x="525" y="285"/>
                    <a:pt x="582" y="285"/>
                  </a:cubicBezTo>
                  <a:cubicBezTo>
                    <a:pt x="622" y="285"/>
                    <a:pt x="663" y="285"/>
                    <a:pt x="703" y="293"/>
                  </a:cubicBezTo>
                  <a:lnTo>
                    <a:pt x="582" y="293"/>
                  </a:lnTo>
                  <a:cubicBezTo>
                    <a:pt x="553" y="289"/>
                    <a:pt x="539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0" y="374"/>
                  </a:cubicBezTo>
                  <a:cubicBezTo>
                    <a:pt x="695" y="374"/>
                    <a:pt x="687" y="374"/>
                    <a:pt x="630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30" y="406"/>
                  </a:lnTo>
                  <a:cubicBezTo>
                    <a:pt x="744" y="406"/>
                    <a:pt x="744" y="406"/>
                    <a:pt x="622" y="414"/>
                  </a:cubicBezTo>
                  <a:cubicBezTo>
                    <a:pt x="509" y="414"/>
                    <a:pt x="557" y="455"/>
                    <a:pt x="679" y="463"/>
                  </a:cubicBezTo>
                  <a:lnTo>
                    <a:pt x="622" y="463"/>
                  </a:lnTo>
                  <a:cubicBezTo>
                    <a:pt x="557" y="463"/>
                    <a:pt x="557" y="463"/>
                    <a:pt x="557" y="479"/>
                  </a:cubicBezTo>
                  <a:lnTo>
                    <a:pt x="557" y="487"/>
                  </a:lnTo>
                  <a:cubicBezTo>
                    <a:pt x="679" y="487"/>
                    <a:pt x="614" y="503"/>
                    <a:pt x="549" y="503"/>
                  </a:cubicBezTo>
                  <a:cubicBezTo>
                    <a:pt x="492" y="503"/>
                    <a:pt x="492" y="503"/>
                    <a:pt x="492" y="512"/>
                  </a:cubicBezTo>
                  <a:cubicBezTo>
                    <a:pt x="614" y="520"/>
                    <a:pt x="549" y="536"/>
                    <a:pt x="492" y="536"/>
                  </a:cubicBezTo>
                  <a:lnTo>
                    <a:pt x="484" y="544"/>
                  </a:lnTo>
                  <a:cubicBezTo>
                    <a:pt x="549" y="544"/>
                    <a:pt x="549" y="552"/>
                    <a:pt x="549" y="552"/>
                  </a:cubicBezTo>
                  <a:cubicBezTo>
                    <a:pt x="541" y="568"/>
                    <a:pt x="541" y="568"/>
                    <a:pt x="606" y="568"/>
                  </a:cubicBezTo>
                  <a:cubicBezTo>
                    <a:pt x="619" y="566"/>
                    <a:pt x="633" y="565"/>
                    <a:pt x="646" y="565"/>
                  </a:cubicBezTo>
                  <a:cubicBezTo>
                    <a:pt x="673" y="565"/>
                    <a:pt x="698" y="568"/>
                    <a:pt x="719" y="568"/>
                  </a:cubicBezTo>
                  <a:lnTo>
                    <a:pt x="663" y="568"/>
                  </a:lnTo>
                  <a:cubicBezTo>
                    <a:pt x="606" y="568"/>
                    <a:pt x="606" y="576"/>
                    <a:pt x="598" y="593"/>
                  </a:cubicBezTo>
                  <a:cubicBezTo>
                    <a:pt x="598" y="609"/>
                    <a:pt x="598" y="609"/>
                    <a:pt x="541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8" y="657"/>
                    <a:pt x="468" y="666"/>
                    <a:pt x="590" y="666"/>
                  </a:cubicBezTo>
                  <a:cubicBezTo>
                    <a:pt x="533" y="666"/>
                    <a:pt x="533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47" y="714"/>
                  </a:cubicBezTo>
                  <a:cubicBezTo>
                    <a:pt x="703" y="714"/>
                    <a:pt x="703" y="722"/>
                    <a:pt x="703" y="722"/>
                  </a:cubicBezTo>
                  <a:cubicBezTo>
                    <a:pt x="663" y="722"/>
                    <a:pt x="622" y="722"/>
                    <a:pt x="582" y="714"/>
                  </a:cubicBezTo>
                  <a:cubicBezTo>
                    <a:pt x="525" y="714"/>
                    <a:pt x="525" y="722"/>
                    <a:pt x="638" y="730"/>
                  </a:cubicBezTo>
                  <a:cubicBezTo>
                    <a:pt x="601" y="730"/>
                    <a:pt x="563" y="727"/>
                    <a:pt x="559" y="727"/>
                  </a:cubicBezTo>
                  <a:lnTo>
                    <a:pt x="559" y="727"/>
                  </a:lnTo>
                  <a:cubicBezTo>
                    <a:pt x="556" y="727"/>
                    <a:pt x="563" y="728"/>
                    <a:pt x="582" y="730"/>
                  </a:cubicBezTo>
                  <a:cubicBezTo>
                    <a:pt x="582" y="730"/>
                    <a:pt x="582" y="739"/>
                    <a:pt x="638" y="739"/>
                  </a:cubicBezTo>
                  <a:lnTo>
                    <a:pt x="638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8" y="771"/>
                  </a:cubicBezTo>
                  <a:cubicBezTo>
                    <a:pt x="695" y="771"/>
                    <a:pt x="695" y="779"/>
                    <a:pt x="630" y="779"/>
                  </a:cubicBezTo>
                  <a:lnTo>
                    <a:pt x="574" y="779"/>
                  </a:lnTo>
                  <a:cubicBezTo>
                    <a:pt x="630" y="787"/>
                    <a:pt x="630" y="787"/>
                    <a:pt x="630" y="787"/>
                  </a:cubicBezTo>
                  <a:cubicBezTo>
                    <a:pt x="574" y="787"/>
                    <a:pt x="565" y="820"/>
                    <a:pt x="565" y="844"/>
                  </a:cubicBezTo>
                  <a:cubicBezTo>
                    <a:pt x="606" y="852"/>
                    <a:pt x="647" y="852"/>
                    <a:pt x="679" y="852"/>
                  </a:cubicBezTo>
                  <a:cubicBezTo>
                    <a:pt x="501" y="852"/>
                    <a:pt x="501" y="860"/>
                    <a:pt x="679" y="860"/>
                  </a:cubicBezTo>
                  <a:cubicBezTo>
                    <a:pt x="622" y="868"/>
                    <a:pt x="622" y="868"/>
                    <a:pt x="679" y="868"/>
                  </a:cubicBezTo>
                  <a:cubicBezTo>
                    <a:pt x="622" y="876"/>
                    <a:pt x="557" y="876"/>
                    <a:pt x="622" y="876"/>
                  </a:cubicBezTo>
                  <a:cubicBezTo>
                    <a:pt x="622" y="876"/>
                    <a:pt x="622" y="884"/>
                    <a:pt x="557" y="884"/>
                  </a:cubicBezTo>
                  <a:cubicBezTo>
                    <a:pt x="501" y="884"/>
                    <a:pt x="557" y="893"/>
                    <a:pt x="614" y="893"/>
                  </a:cubicBezTo>
                  <a:cubicBezTo>
                    <a:pt x="700" y="898"/>
                    <a:pt x="725" y="904"/>
                    <a:pt x="690" y="904"/>
                  </a:cubicBezTo>
                  <a:cubicBezTo>
                    <a:pt x="675" y="904"/>
                    <a:pt x="650" y="903"/>
                    <a:pt x="614" y="901"/>
                  </a:cubicBezTo>
                  <a:cubicBezTo>
                    <a:pt x="501" y="901"/>
                    <a:pt x="557" y="917"/>
                    <a:pt x="671" y="917"/>
                  </a:cubicBezTo>
                  <a:cubicBezTo>
                    <a:pt x="792" y="925"/>
                    <a:pt x="792" y="925"/>
                    <a:pt x="736" y="925"/>
                  </a:cubicBezTo>
                  <a:cubicBezTo>
                    <a:pt x="714" y="922"/>
                    <a:pt x="700" y="921"/>
                    <a:pt x="690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4" y="933"/>
                  </a:cubicBezTo>
                  <a:cubicBezTo>
                    <a:pt x="614" y="933"/>
                    <a:pt x="614" y="933"/>
                    <a:pt x="671" y="941"/>
                  </a:cubicBezTo>
                  <a:cubicBezTo>
                    <a:pt x="792" y="949"/>
                    <a:pt x="728" y="957"/>
                    <a:pt x="606" y="957"/>
                  </a:cubicBezTo>
                  <a:lnTo>
                    <a:pt x="663" y="966"/>
                  </a:lnTo>
                  <a:cubicBezTo>
                    <a:pt x="784" y="966"/>
                    <a:pt x="841" y="974"/>
                    <a:pt x="728" y="974"/>
                  </a:cubicBezTo>
                  <a:lnTo>
                    <a:pt x="663" y="974"/>
                  </a:lnTo>
                  <a:cubicBezTo>
                    <a:pt x="784" y="974"/>
                    <a:pt x="719" y="990"/>
                    <a:pt x="606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63" y="998"/>
                  </a:cubicBezTo>
                  <a:cubicBezTo>
                    <a:pt x="598" y="998"/>
                    <a:pt x="541" y="1006"/>
                    <a:pt x="598" y="1006"/>
                  </a:cubicBezTo>
                  <a:cubicBezTo>
                    <a:pt x="598" y="1006"/>
                    <a:pt x="598" y="1006"/>
                    <a:pt x="541" y="1014"/>
                  </a:cubicBezTo>
                  <a:cubicBezTo>
                    <a:pt x="541" y="1014"/>
                    <a:pt x="541" y="1014"/>
                    <a:pt x="541" y="1022"/>
                  </a:cubicBezTo>
                  <a:cubicBezTo>
                    <a:pt x="598" y="1022"/>
                    <a:pt x="598" y="1030"/>
                    <a:pt x="533" y="1030"/>
                  </a:cubicBezTo>
                  <a:cubicBezTo>
                    <a:pt x="533" y="1030"/>
                    <a:pt x="533" y="1039"/>
                    <a:pt x="598" y="1039"/>
                  </a:cubicBezTo>
                  <a:cubicBezTo>
                    <a:pt x="598" y="1047"/>
                    <a:pt x="590" y="1055"/>
                    <a:pt x="533" y="1055"/>
                  </a:cubicBezTo>
                  <a:cubicBezTo>
                    <a:pt x="598" y="1055"/>
                    <a:pt x="590" y="1055"/>
                    <a:pt x="590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8" y="1091"/>
                    <a:pt x="647" y="1087"/>
                  </a:cubicBezTo>
                  <a:cubicBezTo>
                    <a:pt x="647" y="1087"/>
                    <a:pt x="711" y="1087"/>
                    <a:pt x="647" y="1095"/>
                  </a:cubicBezTo>
                  <a:cubicBezTo>
                    <a:pt x="647" y="1095"/>
                    <a:pt x="590" y="1103"/>
                    <a:pt x="582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8" y="1144"/>
                  </a:lnTo>
                  <a:cubicBezTo>
                    <a:pt x="582" y="1144"/>
                    <a:pt x="582" y="1152"/>
                    <a:pt x="638" y="1160"/>
                  </a:cubicBezTo>
                  <a:lnTo>
                    <a:pt x="582" y="1160"/>
                  </a:lnTo>
                  <a:lnTo>
                    <a:pt x="582" y="1168"/>
                  </a:lnTo>
                  <a:cubicBezTo>
                    <a:pt x="695" y="1168"/>
                    <a:pt x="638" y="1193"/>
                    <a:pt x="574" y="1193"/>
                  </a:cubicBezTo>
                  <a:cubicBezTo>
                    <a:pt x="574" y="1193"/>
                    <a:pt x="574" y="1193"/>
                    <a:pt x="630" y="1201"/>
                  </a:cubicBezTo>
                  <a:cubicBezTo>
                    <a:pt x="752" y="1201"/>
                    <a:pt x="752" y="1209"/>
                    <a:pt x="630" y="1209"/>
                  </a:cubicBezTo>
                  <a:cubicBezTo>
                    <a:pt x="695" y="1209"/>
                    <a:pt x="687" y="1225"/>
                    <a:pt x="574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74" y="1233"/>
                    <a:pt x="574" y="1233"/>
                    <a:pt x="565" y="1241"/>
                  </a:cubicBezTo>
                  <a:cubicBezTo>
                    <a:pt x="565" y="1247"/>
                    <a:pt x="594" y="1253"/>
                    <a:pt x="610" y="1258"/>
                  </a:cubicBezTo>
                  <a:lnTo>
                    <a:pt x="610" y="1258"/>
                  </a:lnTo>
                  <a:cubicBezTo>
                    <a:pt x="625" y="1257"/>
                    <a:pt x="640" y="1257"/>
                    <a:pt x="656" y="1257"/>
                  </a:cubicBezTo>
                  <a:cubicBezTo>
                    <a:pt x="666" y="1257"/>
                    <a:pt x="676" y="1257"/>
                    <a:pt x="687" y="1257"/>
                  </a:cubicBezTo>
                  <a:cubicBezTo>
                    <a:pt x="844" y="1266"/>
                    <a:pt x="961" y="1333"/>
                    <a:pt x="1038" y="1428"/>
                  </a:cubicBezTo>
                  <a:lnTo>
                    <a:pt x="1038" y="1428"/>
                  </a:lnTo>
                  <a:cubicBezTo>
                    <a:pt x="1035" y="1428"/>
                    <a:pt x="1031" y="1428"/>
                    <a:pt x="1028" y="1428"/>
                  </a:cubicBezTo>
                  <a:lnTo>
                    <a:pt x="1028" y="1436"/>
                  </a:lnTo>
                  <a:lnTo>
                    <a:pt x="1044" y="1436"/>
                  </a:lnTo>
                  <a:cubicBezTo>
                    <a:pt x="1042" y="1433"/>
                    <a:pt x="1040" y="1430"/>
                    <a:pt x="1038" y="1428"/>
                  </a:cubicBezTo>
                  <a:lnTo>
                    <a:pt x="1038" y="1428"/>
                  </a:lnTo>
                  <a:cubicBezTo>
                    <a:pt x="1074" y="1428"/>
                    <a:pt x="1104" y="1428"/>
                    <a:pt x="1141" y="1436"/>
                  </a:cubicBezTo>
                  <a:lnTo>
                    <a:pt x="1044" y="1436"/>
                  </a:lnTo>
                  <a:cubicBezTo>
                    <a:pt x="1066" y="1464"/>
                    <a:pt x="1084" y="1493"/>
                    <a:pt x="1098" y="1525"/>
                  </a:cubicBezTo>
                  <a:lnTo>
                    <a:pt x="1255" y="1525"/>
                  </a:lnTo>
                  <a:cubicBezTo>
                    <a:pt x="1255" y="1528"/>
                    <a:pt x="1241" y="1529"/>
                    <a:pt x="1221" y="1529"/>
                  </a:cubicBezTo>
                  <a:cubicBezTo>
                    <a:pt x="1188" y="1529"/>
                    <a:pt x="1139" y="1526"/>
                    <a:pt x="1098" y="1525"/>
                  </a:cubicBezTo>
                  <a:lnTo>
                    <a:pt x="1098" y="1525"/>
                  </a:lnTo>
                  <a:cubicBezTo>
                    <a:pt x="1109" y="1549"/>
                    <a:pt x="1118" y="1573"/>
                    <a:pt x="1125" y="1598"/>
                  </a:cubicBezTo>
                  <a:lnTo>
                    <a:pt x="1125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6" y="1601"/>
                    <a:pt x="1125" y="1598"/>
                  </a:cubicBezTo>
                  <a:lnTo>
                    <a:pt x="1125" y="1598"/>
                  </a:lnTo>
                  <a:cubicBezTo>
                    <a:pt x="1163" y="1598"/>
                    <a:pt x="1201" y="1599"/>
                    <a:pt x="1238" y="1606"/>
                  </a:cubicBezTo>
                  <a:lnTo>
                    <a:pt x="1128" y="1606"/>
                  </a:lnTo>
                  <a:cubicBezTo>
                    <a:pt x="1128" y="1609"/>
                    <a:pt x="1129" y="1612"/>
                    <a:pt x="1130" y="1615"/>
                  </a:cubicBezTo>
                  <a:lnTo>
                    <a:pt x="1130" y="1615"/>
                  </a:lnTo>
                  <a:cubicBezTo>
                    <a:pt x="1142" y="1614"/>
                    <a:pt x="1157" y="1614"/>
                    <a:pt x="1174" y="1614"/>
                  </a:cubicBezTo>
                  <a:lnTo>
                    <a:pt x="1238" y="1614"/>
                  </a:lnTo>
                  <a:cubicBezTo>
                    <a:pt x="1238" y="1614"/>
                    <a:pt x="1238" y="1606"/>
                    <a:pt x="1295" y="1606"/>
                  </a:cubicBezTo>
                  <a:cubicBezTo>
                    <a:pt x="1417" y="1598"/>
                    <a:pt x="1360" y="1590"/>
                    <a:pt x="1295" y="1590"/>
                  </a:cubicBezTo>
                  <a:cubicBezTo>
                    <a:pt x="1257" y="1593"/>
                    <a:pt x="1238" y="1593"/>
                    <a:pt x="1232" y="1593"/>
                  </a:cubicBezTo>
                  <a:cubicBezTo>
                    <a:pt x="1219" y="1593"/>
                    <a:pt x="1257" y="1590"/>
                    <a:pt x="1295" y="1590"/>
                  </a:cubicBezTo>
                  <a:cubicBezTo>
                    <a:pt x="1360" y="1590"/>
                    <a:pt x="1417" y="1582"/>
                    <a:pt x="1360" y="1582"/>
                  </a:cubicBezTo>
                  <a:cubicBezTo>
                    <a:pt x="1303" y="1582"/>
                    <a:pt x="1246" y="1566"/>
                    <a:pt x="1360" y="1566"/>
                  </a:cubicBezTo>
                  <a:lnTo>
                    <a:pt x="1360" y="1557"/>
                  </a:lnTo>
                  <a:cubicBezTo>
                    <a:pt x="1303" y="1557"/>
                    <a:pt x="1303" y="1549"/>
                    <a:pt x="1303" y="1541"/>
                  </a:cubicBezTo>
                  <a:cubicBezTo>
                    <a:pt x="1303" y="1541"/>
                    <a:pt x="1303" y="1533"/>
                    <a:pt x="1368" y="1533"/>
                  </a:cubicBezTo>
                  <a:cubicBezTo>
                    <a:pt x="1385" y="1535"/>
                    <a:pt x="1396" y="1536"/>
                    <a:pt x="1403" y="1536"/>
                  </a:cubicBezTo>
                  <a:cubicBezTo>
                    <a:pt x="1420" y="1536"/>
                    <a:pt x="1408" y="1531"/>
                    <a:pt x="1368" y="1525"/>
                  </a:cubicBezTo>
                  <a:cubicBezTo>
                    <a:pt x="1368" y="1525"/>
                    <a:pt x="1246" y="1525"/>
                    <a:pt x="1246" y="1517"/>
                  </a:cubicBezTo>
                  <a:cubicBezTo>
                    <a:pt x="1206" y="1517"/>
                    <a:pt x="1165" y="1517"/>
                    <a:pt x="1133" y="1509"/>
                  </a:cubicBezTo>
                  <a:lnTo>
                    <a:pt x="1246" y="1509"/>
                  </a:lnTo>
                  <a:cubicBezTo>
                    <a:pt x="1311" y="1501"/>
                    <a:pt x="1311" y="1501"/>
                    <a:pt x="1311" y="1493"/>
                  </a:cubicBezTo>
                  <a:cubicBezTo>
                    <a:pt x="1311" y="1484"/>
                    <a:pt x="1311" y="1484"/>
                    <a:pt x="1255" y="1476"/>
                  </a:cubicBezTo>
                  <a:cubicBezTo>
                    <a:pt x="1376" y="1476"/>
                    <a:pt x="1376" y="1460"/>
                    <a:pt x="1255" y="1452"/>
                  </a:cubicBezTo>
                  <a:cubicBezTo>
                    <a:pt x="1198" y="1452"/>
                    <a:pt x="1198" y="1452"/>
                    <a:pt x="1263" y="1444"/>
                  </a:cubicBezTo>
                  <a:cubicBezTo>
                    <a:pt x="1198" y="1436"/>
                    <a:pt x="1263" y="1436"/>
                    <a:pt x="1319" y="1436"/>
                  </a:cubicBezTo>
                  <a:cubicBezTo>
                    <a:pt x="1441" y="1428"/>
                    <a:pt x="1441" y="1428"/>
                    <a:pt x="1384" y="1420"/>
                  </a:cubicBezTo>
                  <a:cubicBezTo>
                    <a:pt x="1319" y="1420"/>
                    <a:pt x="1319" y="1411"/>
                    <a:pt x="1328" y="1411"/>
                  </a:cubicBezTo>
                  <a:cubicBezTo>
                    <a:pt x="1299" y="1406"/>
                    <a:pt x="1270" y="1400"/>
                    <a:pt x="1242" y="1400"/>
                  </a:cubicBezTo>
                  <a:cubicBezTo>
                    <a:pt x="1230" y="1400"/>
                    <a:pt x="1218" y="1401"/>
                    <a:pt x="1206" y="1403"/>
                  </a:cubicBezTo>
                  <a:cubicBezTo>
                    <a:pt x="1187" y="1403"/>
                    <a:pt x="1168" y="1402"/>
                    <a:pt x="1150" y="1401"/>
                  </a:cubicBezTo>
                  <a:lnTo>
                    <a:pt x="1150" y="1401"/>
                  </a:lnTo>
                  <a:cubicBezTo>
                    <a:pt x="1169" y="1401"/>
                    <a:pt x="1187" y="1399"/>
                    <a:pt x="1206" y="1395"/>
                  </a:cubicBezTo>
                  <a:cubicBezTo>
                    <a:pt x="1263" y="1395"/>
                    <a:pt x="1263" y="1387"/>
                    <a:pt x="1271" y="1379"/>
                  </a:cubicBezTo>
                  <a:cubicBezTo>
                    <a:pt x="1271" y="1379"/>
                    <a:pt x="1271" y="1371"/>
                    <a:pt x="1271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14" y="1355"/>
                  </a:lnTo>
                  <a:cubicBezTo>
                    <a:pt x="1328" y="1355"/>
                    <a:pt x="1336" y="1322"/>
                    <a:pt x="1214" y="1314"/>
                  </a:cubicBezTo>
                  <a:lnTo>
                    <a:pt x="1279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87" y="1266"/>
                    <a:pt x="1222" y="1266"/>
                  </a:cubicBezTo>
                  <a:cubicBezTo>
                    <a:pt x="1222" y="1257"/>
                    <a:pt x="1222" y="1257"/>
                    <a:pt x="1287" y="1257"/>
                  </a:cubicBezTo>
                  <a:cubicBezTo>
                    <a:pt x="1306" y="1260"/>
                    <a:pt x="1319" y="1261"/>
                    <a:pt x="1327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3" y="1249"/>
                    <a:pt x="1263" y="1249"/>
                    <a:pt x="1222" y="1249"/>
                  </a:cubicBezTo>
                  <a:cubicBezTo>
                    <a:pt x="1165" y="1249"/>
                    <a:pt x="1165" y="1249"/>
                    <a:pt x="1230" y="1241"/>
                  </a:cubicBezTo>
                  <a:cubicBezTo>
                    <a:pt x="1287" y="1233"/>
                    <a:pt x="1287" y="1225"/>
                    <a:pt x="1230" y="1217"/>
                  </a:cubicBezTo>
                  <a:cubicBezTo>
                    <a:pt x="1230" y="1217"/>
                    <a:pt x="1230" y="1209"/>
                    <a:pt x="1295" y="1209"/>
                  </a:cubicBezTo>
                  <a:cubicBezTo>
                    <a:pt x="1352" y="1209"/>
                    <a:pt x="1409" y="1201"/>
                    <a:pt x="1295" y="1201"/>
                  </a:cubicBezTo>
                  <a:cubicBezTo>
                    <a:pt x="1295" y="1193"/>
                    <a:pt x="1295" y="1193"/>
                    <a:pt x="1352" y="1193"/>
                  </a:cubicBezTo>
                  <a:cubicBezTo>
                    <a:pt x="1417" y="1193"/>
                    <a:pt x="1474" y="1193"/>
                    <a:pt x="1352" y="1184"/>
                  </a:cubicBezTo>
                  <a:cubicBezTo>
                    <a:pt x="1295" y="1184"/>
                    <a:pt x="1295" y="1168"/>
                    <a:pt x="1360" y="1168"/>
                  </a:cubicBezTo>
                  <a:cubicBezTo>
                    <a:pt x="1360" y="1160"/>
                    <a:pt x="1360" y="1160"/>
                    <a:pt x="1295" y="1160"/>
                  </a:cubicBezTo>
                  <a:lnTo>
                    <a:pt x="1238" y="1160"/>
                  </a:lnTo>
                  <a:cubicBezTo>
                    <a:pt x="1360" y="1160"/>
                    <a:pt x="1360" y="1160"/>
                    <a:pt x="1238" y="1152"/>
                  </a:cubicBezTo>
                  <a:cubicBezTo>
                    <a:pt x="1303" y="1144"/>
                    <a:pt x="1303" y="1144"/>
                    <a:pt x="1303" y="1144"/>
                  </a:cubicBezTo>
                  <a:cubicBezTo>
                    <a:pt x="1303" y="1144"/>
                    <a:pt x="1246" y="1128"/>
                    <a:pt x="1246" y="1111"/>
                  </a:cubicBezTo>
                  <a:cubicBezTo>
                    <a:pt x="1246" y="1087"/>
                    <a:pt x="1255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1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1" y="1047"/>
                    <a:pt x="1311" y="1047"/>
                    <a:pt x="1255" y="1039"/>
                  </a:cubicBezTo>
                  <a:cubicBezTo>
                    <a:pt x="1319" y="1039"/>
                    <a:pt x="1376" y="1030"/>
                    <a:pt x="1319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63" y="1014"/>
                  </a:cubicBezTo>
                  <a:cubicBezTo>
                    <a:pt x="1319" y="1014"/>
                    <a:pt x="1263" y="998"/>
                    <a:pt x="1206" y="998"/>
                  </a:cubicBezTo>
                  <a:cubicBezTo>
                    <a:pt x="1141" y="998"/>
                    <a:pt x="1141" y="990"/>
                    <a:pt x="1206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19" y="982"/>
                  </a:cubicBezTo>
                  <a:cubicBezTo>
                    <a:pt x="1338" y="984"/>
                    <a:pt x="1352" y="985"/>
                    <a:pt x="1361" y="985"/>
                  </a:cubicBezTo>
                  <a:cubicBezTo>
                    <a:pt x="1384" y="985"/>
                    <a:pt x="1384" y="979"/>
                    <a:pt x="1384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49" y="925"/>
                  </a:cubicBezTo>
                  <a:lnTo>
                    <a:pt x="1336" y="925"/>
                  </a:lnTo>
                  <a:cubicBezTo>
                    <a:pt x="1295" y="917"/>
                    <a:pt x="1255" y="917"/>
                    <a:pt x="1214" y="917"/>
                  </a:cubicBezTo>
                  <a:cubicBezTo>
                    <a:pt x="1157" y="917"/>
                    <a:pt x="1157" y="917"/>
                    <a:pt x="1214" y="909"/>
                  </a:cubicBezTo>
                  <a:cubicBezTo>
                    <a:pt x="1279" y="901"/>
                    <a:pt x="1279" y="901"/>
                    <a:pt x="1214" y="901"/>
                  </a:cubicBezTo>
                  <a:cubicBezTo>
                    <a:pt x="1214" y="893"/>
                    <a:pt x="1214" y="893"/>
                    <a:pt x="1279" y="884"/>
                  </a:cubicBezTo>
                  <a:lnTo>
                    <a:pt x="1214" y="884"/>
                  </a:lnTo>
                  <a:cubicBezTo>
                    <a:pt x="1157" y="884"/>
                    <a:pt x="1157" y="884"/>
                    <a:pt x="1222" y="876"/>
                  </a:cubicBezTo>
                  <a:cubicBezTo>
                    <a:pt x="1336" y="876"/>
                    <a:pt x="1344" y="868"/>
                    <a:pt x="1279" y="868"/>
                  </a:cubicBezTo>
                  <a:cubicBezTo>
                    <a:pt x="1222" y="868"/>
                    <a:pt x="1222" y="860"/>
                    <a:pt x="1222" y="860"/>
                  </a:cubicBezTo>
                  <a:cubicBezTo>
                    <a:pt x="1222" y="860"/>
                    <a:pt x="1222" y="852"/>
                    <a:pt x="1165" y="852"/>
                  </a:cubicBezTo>
                  <a:lnTo>
                    <a:pt x="1165" y="844"/>
                  </a:lnTo>
                  <a:lnTo>
                    <a:pt x="1287" y="844"/>
                  </a:lnTo>
                  <a:cubicBezTo>
                    <a:pt x="1287" y="836"/>
                    <a:pt x="1287" y="836"/>
                    <a:pt x="1222" y="836"/>
                  </a:cubicBezTo>
                  <a:cubicBezTo>
                    <a:pt x="1109" y="828"/>
                    <a:pt x="1109" y="828"/>
                    <a:pt x="1222" y="828"/>
                  </a:cubicBezTo>
                  <a:cubicBezTo>
                    <a:pt x="1287" y="828"/>
                    <a:pt x="1344" y="828"/>
                    <a:pt x="1287" y="820"/>
                  </a:cubicBezTo>
                  <a:cubicBezTo>
                    <a:pt x="1409" y="820"/>
                    <a:pt x="1409" y="820"/>
                    <a:pt x="1287" y="803"/>
                  </a:cubicBezTo>
                  <a:cubicBezTo>
                    <a:pt x="1287" y="803"/>
                    <a:pt x="1230" y="787"/>
                    <a:pt x="1230" y="779"/>
                  </a:cubicBezTo>
                  <a:cubicBezTo>
                    <a:pt x="1230" y="763"/>
                    <a:pt x="1238" y="763"/>
                    <a:pt x="1295" y="755"/>
                  </a:cubicBezTo>
                  <a:lnTo>
                    <a:pt x="1352" y="755"/>
                  </a:lnTo>
                  <a:cubicBezTo>
                    <a:pt x="1238" y="755"/>
                    <a:pt x="1238" y="755"/>
                    <a:pt x="1238" y="747"/>
                  </a:cubicBezTo>
                  <a:cubicBezTo>
                    <a:pt x="1295" y="739"/>
                    <a:pt x="1238" y="730"/>
                    <a:pt x="1182" y="730"/>
                  </a:cubicBezTo>
                  <a:cubicBezTo>
                    <a:pt x="1060" y="730"/>
                    <a:pt x="1060" y="730"/>
                    <a:pt x="1125" y="722"/>
                  </a:cubicBezTo>
                  <a:lnTo>
                    <a:pt x="1238" y="722"/>
                  </a:lnTo>
                  <a:cubicBezTo>
                    <a:pt x="1279" y="722"/>
                    <a:pt x="1319" y="722"/>
                    <a:pt x="1360" y="714"/>
                  </a:cubicBezTo>
                  <a:cubicBezTo>
                    <a:pt x="1360" y="714"/>
                    <a:pt x="1360" y="711"/>
                    <a:pt x="1343" y="711"/>
                  </a:cubicBezTo>
                  <a:cubicBezTo>
                    <a:pt x="1335" y="711"/>
                    <a:pt x="1322" y="712"/>
                    <a:pt x="1303" y="714"/>
                  </a:cubicBezTo>
                  <a:cubicBezTo>
                    <a:pt x="1238" y="714"/>
                    <a:pt x="1238" y="714"/>
                    <a:pt x="1246" y="706"/>
                  </a:cubicBezTo>
                  <a:cubicBezTo>
                    <a:pt x="1246" y="706"/>
                    <a:pt x="1246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90" y="682"/>
                    <a:pt x="1190" y="682"/>
                  </a:cubicBezTo>
                  <a:lnTo>
                    <a:pt x="1368" y="682"/>
                  </a:lnTo>
                  <a:cubicBezTo>
                    <a:pt x="1344" y="674"/>
                    <a:pt x="1328" y="674"/>
                    <a:pt x="1303" y="674"/>
                  </a:cubicBezTo>
                  <a:cubicBezTo>
                    <a:pt x="1246" y="674"/>
                    <a:pt x="1255" y="601"/>
                    <a:pt x="1263" y="593"/>
                  </a:cubicBezTo>
                  <a:cubicBezTo>
                    <a:pt x="1303" y="587"/>
                    <a:pt x="1315" y="581"/>
                    <a:pt x="1298" y="581"/>
                  </a:cubicBezTo>
                  <a:cubicBezTo>
                    <a:pt x="1291" y="581"/>
                    <a:pt x="1279" y="582"/>
                    <a:pt x="1263" y="584"/>
                  </a:cubicBezTo>
                  <a:cubicBezTo>
                    <a:pt x="1198" y="584"/>
                    <a:pt x="1206" y="568"/>
                    <a:pt x="1206" y="544"/>
                  </a:cubicBezTo>
                  <a:cubicBezTo>
                    <a:pt x="1206" y="528"/>
                    <a:pt x="1214" y="512"/>
                    <a:pt x="1149" y="512"/>
                  </a:cubicBezTo>
                  <a:cubicBezTo>
                    <a:pt x="1149" y="512"/>
                    <a:pt x="1149" y="503"/>
                    <a:pt x="1149" y="503"/>
                  </a:cubicBezTo>
                  <a:cubicBezTo>
                    <a:pt x="1157" y="495"/>
                    <a:pt x="1092" y="487"/>
                    <a:pt x="1092" y="487"/>
                  </a:cubicBezTo>
                  <a:cubicBezTo>
                    <a:pt x="1036" y="479"/>
                    <a:pt x="1036" y="479"/>
                    <a:pt x="1092" y="479"/>
                  </a:cubicBezTo>
                  <a:cubicBezTo>
                    <a:pt x="1106" y="482"/>
                    <a:pt x="1119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4" y="471"/>
                    <a:pt x="1133" y="471"/>
                    <a:pt x="1101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101" y="463"/>
                  </a:cubicBezTo>
                  <a:lnTo>
                    <a:pt x="1157" y="463"/>
                  </a:lnTo>
                  <a:cubicBezTo>
                    <a:pt x="1157" y="455"/>
                    <a:pt x="1157" y="455"/>
                    <a:pt x="1279" y="455"/>
                  </a:cubicBezTo>
                  <a:lnTo>
                    <a:pt x="1222" y="447"/>
                  </a:lnTo>
                  <a:cubicBezTo>
                    <a:pt x="1344" y="439"/>
                    <a:pt x="1222" y="439"/>
                    <a:pt x="1165" y="430"/>
                  </a:cubicBezTo>
                  <a:cubicBezTo>
                    <a:pt x="1287" y="430"/>
                    <a:pt x="1287" y="430"/>
                    <a:pt x="1165" y="422"/>
                  </a:cubicBezTo>
                  <a:cubicBezTo>
                    <a:pt x="1101" y="422"/>
                    <a:pt x="1109" y="422"/>
                    <a:pt x="1165" y="414"/>
                  </a:cubicBezTo>
                  <a:cubicBezTo>
                    <a:pt x="1222" y="414"/>
                    <a:pt x="1222" y="414"/>
                    <a:pt x="1230" y="406"/>
                  </a:cubicBezTo>
                  <a:cubicBezTo>
                    <a:pt x="1165" y="398"/>
                    <a:pt x="1174" y="382"/>
                    <a:pt x="1174" y="357"/>
                  </a:cubicBezTo>
                  <a:cubicBezTo>
                    <a:pt x="1182" y="325"/>
                    <a:pt x="1182" y="309"/>
                    <a:pt x="1125" y="309"/>
                  </a:cubicBezTo>
                  <a:cubicBezTo>
                    <a:pt x="1125" y="309"/>
                    <a:pt x="1125" y="309"/>
                    <a:pt x="1182" y="301"/>
                  </a:cubicBezTo>
                  <a:cubicBezTo>
                    <a:pt x="1238" y="301"/>
                    <a:pt x="1238" y="301"/>
                    <a:pt x="1125" y="293"/>
                  </a:cubicBezTo>
                  <a:cubicBezTo>
                    <a:pt x="1182" y="293"/>
                    <a:pt x="1182" y="285"/>
                    <a:pt x="1190" y="276"/>
                  </a:cubicBezTo>
                  <a:cubicBezTo>
                    <a:pt x="1190" y="268"/>
                    <a:pt x="1190" y="252"/>
                    <a:pt x="1133" y="252"/>
                  </a:cubicBezTo>
                  <a:cubicBezTo>
                    <a:pt x="1246" y="252"/>
                    <a:pt x="1311" y="236"/>
                    <a:pt x="1190" y="228"/>
                  </a:cubicBezTo>
                  <a:cubicBezTo>
                    <a:pt x="1190" y="228"/>
                    <a:pt x="1190" y="220"/>
                    <a:pt x="1255" y="220"/>
                  </a:cubicBezTo>
                  <a:cubicBezTo>
                    <a:pt x="1255" y="220"/>
                    <a:pt x="1255" y="220"/>
                    <a:pt x="1198" y="203"/>
                  </a:cubicBezTo>
                  <a:lnTo>
                    <a:pt x="1198" y="187"/>
                  </a:lnTo>
                  <a:cubicBezTo>
                    <a:pt x="1198" y="179"/>
                    <a:pt x="1141" y="171"/>
                    <a:pt x="1141" y="171"/>
                  </a:cubicBezTo>
                  <a:cubicBezTo>
                    <a:pt x="1198" y="171"/>
                    <a:pt x="1206" y="155"/>
                    <a:pt x="1206" y="130"/>
                  </a:cubicBezTo>
                  <a:cubicBezTo>
                    <a:pt x="1206" y="114"/>
                    <a:pt x="1214" y="90"/>
                    <a:pt x="1271" y="90"/>
                  </a:cubicBezTo>
                  <a:cubicBezTo>
                    <a:pt x="1271" y="90"/>
                    <a:pt x="1271" y="90"/>
                    <a:pt x="1214" y="82"/>
                  </a:cubicBezTo>
                  <a:cubicBezTo>
                    <a:pt x="1092" y="82"/>
                    <a:pt x="1092" y="74"/>
                    <a:pt x="1157" y="74"/>
                  </a:cubicBezTo>
                  <a:cubicBezTo>
                    <a:pt x="1271" y="74"/>
                    <a:pt x="1279" y="57"/>
                    <a:pt x="1157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7" y="41"/>
                  </a:cubicBezTo>
                  <a:cubicBezTo>
                    <a:pt x="1222" y="33"/>
                    <a:pt x="1279" y="33"/>
                    <a:pt x="1222" y="33"/>
                  </a:cubicBezTo>
                  <a:cubicBezTo>
                    <a:pt x="1222" y="25"/>
                    <a:pt x="1222" y="25"/>
                    <a:pt x="1344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2" y="9"/>
                  </a:lnTo>
                  <a:cubicBezTo>
                    <a:pt x="1265" y="9"/>
                    <a:pt x="1251" y="5"/>
                    <a:pt x="1220" y="5"/>
                  </a:cubicBezTo>
                  <a:cubicBezTo>
                    <a:pt x="1204" y="5"/>
                    <a:pt x="1184" y="6"/>
                    <a:pt x="1165" y="9"/>
                  </a:cubicBezTo>
                  <a:cubicBezTo>
                    <a:pt x="1125" y="9"/>
                    <a:pt x="1084" y="9"/>
                    <a:pt x="1044" y="1"/>
                  </a:cubicBezTo>
                  <a:close/>
                  <a:moveTo>
                    <a:pt x="1130" y="1615"/>
                  </a:moveTo>
                  <a:lnTo>
                    <a:pt x="1130" y="1615"/>
                  </a:lnTo>
                  <a:cubicBezTo>
                    <a:pt x="1066" y="1616"/>
                    <a:pt x="1066" y="1621"/>
                    <a:pt x="1132" y="1622"/>
                  </a:cubicBezTo>
                  <a:lnTo>
                    <a:pt x="1132" y="1622"/>
                  </a:lnTo>
                  <a:cubicBezTo>
                    <a:pt x="1131" y="1619"/>
                    <a:pt x="1131" y="1617"/>
                    <a:pt x="1130" y="1615"/>
                  </a:cubicBezTo>
                  <a:close/>
                  <a:moveTo>
                    <a:pt x="703" y="1675"/>
                  </a:moveTo>
                  <a:cubicBezTo>
                    <a:pt x="690" y="1675"/>
                    <a:pt x="663" y="1676"/>
                    <a:pt x="622" y="1679"/>
                  </a:cubicBezTo>
                  <a:cubicBezTo>
                    <a:pt x="703" y="1679"/>
                    <a:pt x="730" y="1675"/>
                    <a:pt x="703" y="1675"/>
                  </a:cubicBezTo>
                  <a:close/>
                  <a:moveTo>
                    <a:pt x="1132" y="1622"/>
                  </a:moveTo>
                  <a:lnTo>
                    <a:pt x="1132" y="1622"/>
                  </a:lnTo>
                  <a:cubicBezTo>
                    <a:pt x="1141" y="1662"/>
                    <a:pt x="1146" y="1703"/>
                    <a:pt x="1146" y="1744"/>
                  </a:cubicBezTo>
                  <a:lnTo>
                    <a:pt x="1146" y="1744"/>
                  </a:lnTo>
                  <a:cubicBezTo>
                    <a:pt x="1335" y="1744"/>
                    <a:pt x="1328" y="1743"/>
                    <a:pt x="1222" y="1736"/>
                  </a:cubicBezTo>
                  <a:cubicBezTo>
                    <a:pt x="1157" y="1728"/>
                    <a:pt x="1157" y="1728"/>
                    <a:pt x="1222" y="1728"/>
                  </a:cubicBezTo>
                  <a:cubicBezTo>
                    <a:pt x="1279" y="1728"/>
                    <a:pt x="1279" y="1728"/>
                    <a:pt x="1279" y="1720"/>
                  </a:cubicBezTo>
                  <a:cubicBezTo>
                    <a:pt x="1279" y="1711"/>
                    <a:pt x="1279" y="1703"/>
                    <a:pt x="1222" y="1703"/>
                  </a:cubicBezTo>
                  <a:lnTo>
                    <a:pt x="1222" y="1695"/>
                  </a:lnTo>
                  <a:cubicBezTo>
                    <a:pt x="1303" y="1695"/>
                    <a:pt x="1305" y="1692"/>
                    <a:pt x="1261" y="1692"/>
                  </a:cubicBezTo>
                  <a:cubicBezTo>
                    <a:pt x="1239" y="1692"/>
                    <a:pt x="1206" y="1693"/>
                    <a:pt x="1165" y="1695"/>
                  </a:cubicBezTo>
                  <a:lnTo>
                    <a:pt x="1165" y="1687"/>
                  </a:lnTo>
                  <a:lnTo>
                    <a:pt x="1222" y="1687"/>
                  </a:lnTo>
                  <a:cubicBezTo>
                    <a:pt x="1287" y="1687"/>
                    <a:pt x="1287" y="1679"/>
                    <a:pt x="1287" y="1655"/>
                  </a:cubicBezTo>
                  <a:cubicBezTo>
                    <a:pt x="1295" y="1630"/>
                    <a:pt x="1295" y="1622"/>
                    <a:pt x="1174" y="1622"/>
                  </a:cubicBezTo>
                  <a:cubicBezTo>
                    <a:pt x="1157" y="1622"/>
                    <a:pt x="1144" y="1622"/>
                    <a:pt x="1132" y="1622"/>
                  </a:cubicBezTo>
                  <a:close/>
                  <a:moveTo>
                    <a:pt x="1146" y="1744"/>
                  </a:moveTo>
                  <a:cubicBezTo>
                    <a:pt x="1132" y="1744"/>
                    <a:pt x="1117" y="1744"/>
                    <a:pt x="1101" y="1744"/>
                  </a:cubicBezTo>
                  <a:lnTo>
                    <a:pt x="914" y="1744"/>
                  </a:lnTo>
                  <a:lnTo>
                    <a:pt x="1092" y="1752"/>
                  </a:lnTo>
                  <a:cubicBezTo>
                    <a:pt x="1111" y="1752"/>
                    <a:pt x="1129" y="1752"/>
                    <a:pt x="1146" y="1752"/>
                  </a:cubicBezTo>
                  <a:lnTo>
                    <a:pt x="1146" y="1752"/>
                  </a:lnTo>
                  <a:cubicBezTo>
                    <a:pt x="1146" y="1749"/>
                    <a:pt x="1146" y="1747"/>
                    <a:pt x="1146" y="1744"/>
                  </a:cubicBezTo>
                  <a:close/>
                  <a:moveTo>
                    <a:pt x="1146" y="1752"/>
                  </a:moveTo>
                  <a:cubicBezTo>
                    <a:pt x="1146" y="1765"/>
                    <a:pt x="1145" y="1778"/>
                    <a:pt x="1144" y="1790"/>
                  </a:cubicBezTo>
                  <a:lnTo>
                    <a:pt x="1144" y="1790"/>
                  </a:lnTo>
                  <a:cubicBezTo>
                    <a:pt x="1147" y="1790"/>
                    <a:pt x="1150" y="1791"/>
                    <a:pt x="1153" y="1791"/>
                  </a:cubicBezTo>
                  <a:cubicBezTo>
                    <a:pt x="1174" y="1791"/>
                    <a:pt x="1194" y="1788"/>
                    <a:pt x="1214" y="1784"/>
                  </a:cubicBezTo>
                  <a:lnTo>
                    <a:pt x="1271" y="1784"/>
                  </a:lnTo>
                  <a:cubicBezTo>
                    <a:pt x="1392" y="1784"/>
                    <a:pt x="1336" y="1776"/>
                    <a:pt x="1271" y="1768"/>
                  </a:cubicBezTo>
                  <a:cubicBezTo>
                    <a:pt x="1157" y="1760"/>
                    <a:pt x="1157" y="1760"/>
                    <a:pt x="1271" y="1760"/>
                  </a:cubicBezTo>
                  <a:cubicBezTo>
                    <a:pt x="1380" y="1760"/>
                    <a:pt x="1299" y="1754"/>
                    <a:pt x="1146" y="1752"/>
                  </a:cubicBezTo>
                  <a:close/>
                  <a:moveTo>
                    <a:pt x="1093" y="1785"/>
                  </a:moveTo>
                  <a:cubicBezTo>
                    <a:pt x="1110" y="1788"/>
                    <a:pt x="1127" y="1790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4" y="1791"/>
                    <a:pt x="1144" y="1790"/>
                  </a:cubicBezTo>
                  <a:lnTo>
                    <a:pt x="1144" y="1790"/>
                  </a:lnTo>
                  <a:cubicBezTo>
                    <a:pt x="1127" y="1790"/>
                    <a:pt x="1110" y="1788"/>
                    <a:pt x="1093" y="1785"/>
                  </a:cubicBezTo>
                  <a:close/>
                  <a:moveTo>
                    <a:pt x="971" y="1801"/>
                  </a:moveTo>
                  <a:lnTo>
                    <a:pt x="1028" y="1809"/>
                  </a:lnTo>
                  <a:lnTo>
                    <a:pt x="1092" y="1801"/>
                  </a:lnTo>
                  <a:close/>
                  <a:moveTo>
                    <a:pt x="1170" y="1813"/>
                  </a:moveTo>
                  <a:cubicBezTo>
                    <a:pt x="1174" y="1813"/>
                    <a:pt x="1183" y="1814"/>
                    <a:pt x="1197" y="1816"/>
                  </a:cubicBezTo>
                  <a:lnTo>
                    <a:pt x="1197" y="1816"/>
                  </a:lnTo>
                  <a:cubicBezTo>
                    <a:pt x="1173" y="1815"/>
                    <a:pt x="1165" y="1813"/>
                    <a:pt x="1170" y="1813"/>
                  </a:cubicBezTo>
                  <a:close/>
                  <a:moveTo>
                    <a:pt x="1084" y="1874"/>
                  </a:moveTo>
                  <a:cubicBezTo>
                    <a:pt x="1077" y="1881"/>
                    <a:pt x="1076" y="1882"/>
                    <a:pt x="1129" y="1882"/>
                  </a:cubicBezTo>
                  <a:lnTo>
                    <a:pt x="1129" y="1882"/>
                  </a:lnTo>
                  <a:cubicBezTo>
                    <a:pt x="1129" y="1879"/>
                    <a:pt x="1130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76" y="1890"/>
                    <a:pt x="2276" y="1890"/>
                    <a:pt x="2276" y="1898"/>
                  </a:cubicBezTo>
                  <a:lnTo>
                    <a:pt x="2390" y="1898"/>
                  </a:lnTo>
                  <a:cubicBezTo>
                    <a:pt x="2455" y="1898"/>
                    <a:pt x="2455" y="1898"/>
                    <a:pt x="2333" y="1890"/>
                  </a:cubicBezTo>
                  <a:close/>
                  <a:moveTo>
                    <a:pt x="363" y="1898"/>
                  </a:moveTo>
                  <a:cubicBezTo>
                    <a:pt x="330" y="1902"/>
                    <a:pt x="314" y="1904"/>
                    <a:pt x="306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3" y="1930"/>
                  </a:moveTo>
                  <a:cubicBezTo>
                    <a:pt x="1076" y="1931"/>
                    <a:pt x="1076" y="1931"/>
                    <a:pt x="1076" y="1938"/>
                  </a:cubicBezTo>
                  <a:lnTo>
                    <a:pt x="1110" y="1938"/>
                  </a:lnTo>
                  <a:cubicBezTo>
                    <a:pt x="1111" y="1936"/>
                    <a:pt x="1112" y="1933"/>
                    <a:pt x="1113" y="1930"/>
                  </a:cubicBezTo>
                  <a:close/>
                  <a:moveTo>
                    <a:pt x="750" y="1951"/>
                  </a:moveTo>
                  <a:cubicBezTo>
                    <a:pt x="756" y="1951"/>
                    <a:pt x="763" y="1952"/>
                    <a:pt x="768" y="1955"/>
                  </a:cubicBezTo>
                  <a:lnTo>
                    <a:pt x="711" y="1955"/>
                  </a:lnTo>
                  <a:cubicBezTo>
                    <a:pt x="722" y="1955"/>
                    <a:pt x="737" y="1951"/>
                    <a:pt x="750" y="1951"/>
                  </a:cubicBezTo>
                  <a:close/>
                  <a:moveTo>
                    <a:pt x="824" y="1954"/>
                  </a:moveTo>
                  <a:cubicBezTo>
                    <a:pt x="824" y="1954"/>
                    <a:pt x="825" y="1955"/>
                    <a:pt x="825" y="1955"/>
                  </a:cubicBezTo>
                  <a:lnTo>
                    <a:pt x="833" y="1955"/>
                  </a:lnTo>
                  <a:cubicBezTo>
                    <a:pt x="830" y="1955"/>
                    <a:pt x="827" y="1955"/>
                    <a:pt x="824" y="1954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47" y="1987"/>
                  </a:lnTo>
                  <a:close/>
                  <a:moveTo>
                    <a:pt x="1003" y="2011"/>
                  </a:moveTo>
                  <a:cubicBezTo>
                    <a:pt x="882" y="2011"/>
                    <a:pt x="825" y="2011"/>
                    <a:pt x="882" y="2020"/>
                  </a:cubicBezTo>
                  <a:lnTo>
                    <a:pt x="1003" y="2020"/>
                  </a:lnTo>
                  <a:lnTo>
                    <a:pt x="1003" y="2011"/>
                  </a:lnTo>
                  <a:close/>
                  <a:moveTo>
                    <a:pt x="1295" y="2036"/>
                  </a:moveTo>
                  <a:cubicBezTo>
                    <a:pt x="1295" y="2044"/>
                    <a:pt x="1352" y="2044"/>
                    <a:pt x="1295" y="2044"/>
                  </a:cubicBezTo>
                  <a:cubicBezTo>
                    <a:pt x="1279" y="2044"/>
                    <a:pt x="1255" y="2044"/>
                    <a:pt x="1238" y="2036"/>
                  </a:cubicBezTo>
                  <a:close/>
                  <a:moveTo>
                    <a:pt x="1165" y="2101"/>
                  </a:moveTo>
                  <a:lnTo>
                    <a:pt x="1165" y="2109"/>
                  </a:lnTo>
                  <a:cubicBezTo>
                    <a:pt x="1109" y="2109"/>
                    <a:pt x="1052" y="2101"/>
                    <a:pt x="1052" y="2101"/>
                  </a:cubicBezTo>
                  <a:close/>
                  <a:moveTo>
                    <a:pt x="809" y="2125"/>
                  </a:moveTo>
                  <a:cubicBezTo>
                    <a:pt x="884" y="2130"/>
                    <a:pt x="938" y="2132"/>
                    <a:pt x="966" y="2133"/>
                  </a:cubicBezTo>
                  <a:lnTo>
                    <a:pt x="966" y="2133"/>
                  </a:lnTo>
                  <a:cubicBezTo>
                    <a:pt x="966" y="2132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65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cubicBezTo>
                    <a:pt x="1117" y="2174"/>
                    <a:pt x="1103" y="2168"/>
                    <a:pt x="1214" y="2166"/>
                  </a:cubicBezTo>
                  <a:close/>
                  <a:moveTo>
                    <a:pt x="1036" y="2190"/>
                  </a:moveTo>
                  <a:cubicBezTo>
                    <a:pt x="1092" y="2190"/>
                    <a:pt x="1157" y="2198"/>
                    <a:pt x="1214" y="2198"/>
                  </a:cubicBezTo>
                  <a:lnTo>
                    <a:pt x="1214" y="2206"/>
                  </a:lnTo>
                  <a:lnTo>
                    <a:pt x="1092" y="2198"/>
                  </a:lnTo>
                  <a:cubicBezTo>
                    <a:pt x="914" y="2190"/>
                    <a:pt x="914" y="2190"/>
                    <a:pt x="1036" y="2190"/>
                  </a:cubicBezTo>
                  <a:close/>
                  <a:moveTo>
                    <a:pt x="914" y="2206"/>
                  </a:moveTo>
                  <a:lnTo>
                    <a:pt x="971" y="2214"/>
                  </a:lnTo>
                  <a:lnTo>
                    <a:pt x="914" y="2214"/>
                  </a:lnTo>
                  <a:cubicBezTo>
                    <a:pt x="849" y="2214"/>
                    <a:pt x="857" y="2214"/>
                    <a:pt x="857" y="2206"/>
                  </a:cubicBezTo>
                  <a:close/>
                  <a:moveTo>
                    <a:pt x="610" y="1258"/>
                  </a:moveTo>
                  <a:cubicBezTo>
                    <a:pt x="56" y="1303"/>
                    <a:pt x="0" y="2160"/>
                    <a:pt x="606" y="2230"/>
                  </a:cubicBezTo>
                  <a:cubicBezTo>
                    <a:pt x="549" y="2222"/>
                    <a:pt x="549" y="2222"/>
                    <a:pt x="606" y="2214"/>
                  </a:cubicBezTo>
                  <a:lnTo>
                    <a:pt x="606" y="2206"/>
                  </a:lnTo>
                  <a:cubicBezTo>
                    <a:pt x="549" y="2206"/>
                    <a:pt x="549" y="2190"/>
                    <a:pt x="614" y="2182"/>
                  </a:cubicBezTo>
                  <a:lnTo>
                    <a:pt x="614" y="2174"/>
                  </a:lnTo>
                  <a:cubicBezTo>
                    <a:pt x="492" y="2174"/>
                    <a:pt x="557" y="2133"/>
                    <a:pt x="679" y="2125"/>
                  </a:cubicBezTo>
                  <a:lnTo>
                    <a:pt x="622" y="2125"/>
                  </a:lnTo>
                  <a:cubicBezTo>
                    <a:pt x="557" y="2125"/>
                    <a:pt x="565" y="2125"/>
                    <a:pt x="565" y="2117"/>
                  </a:cubicBezTo>
                  <a:cubicBezTo>
                    <a:pt x="622" y="2109"/>
                    <a:pt x="622" y="2101"/>
                    <a:pt x="622" y="2093"/>
                  </a:cubicBezTo>
                  <a:cubicBezTo>
                    <a:pt x="630" y="2093"/>
                    <a:pt x="630" y="2084"/>
                    <a:pt x="687" y="2084"/>
                  </a:cubicBezTo>
                  <a:cubicBezTo>
                    <a:pt x="630" y="2084"/>
                    <a:pt x="630" y="2076"/>
                    <a:pt x="687" y="2076"/>
                  </a:cubicBezTo>
                  <a:cubicBezTo>
                    <a:pt x="728" y="2068"/>
                    <a:pt x="768" y="2068"/>
                    <a:pt x="809" y="2068"/>
                  </a:cubicBezTo>
                  <a:cubicBezTo>
                    <a:pt x="809" y="2068"/>
                    <a:pt x="809" y="2076"/>
                    <a:pt x="865" y="2076"/>
                  </a:cubicBezTo>
                  <a:cubicBezTo>
                    <a:pt x="906" y="2076"/>
                    <a:pt x="947" y="2076"/>
                    <a:pt x="987" y="2068"/>
                  </a:cubicBezTo>
                  <a:cubicBezTo>
                    <a:pt x="1052" y="2060"/>
                    <a:pt x="1052" y="2060"/>
                    <a:pt x="930" y="2060"/>
                  </a:cubicBezTo>
                  <a:lnTo>
                    <a:pt x="687" y="2060"/>
                  </a:lnTo>
                  <a:cubicBezTo>
                    <a:pt x="630" y="2052"/>
                    <a:pt x="574" y="2052"/>
                    <a:pt x="630" y="2044"/>
                  </a:cubicBezTo>
                  <a:cubicBezTo>
                    <a:pt x="517" y="2044"/>
                    <a:pt x="517" y="2044"/>
                    <a:pt x="638" y="2028"/>
                  </a:cubicBezTo>
                  <a:cubicBezTo>
                    <a:pt x="695" y="2020"/>
                    <a:pt x="695" y="2020"/>
                    <a:pt x="638" y="2011"/>
                  </a:cubicBezTo>
                  <a:cubicBezTo>
                    <a:pt x="638" y="2011"/>
                    <a:pt x="582" y="2011"/>
                    <a:pt x="638" y="2003"/>
                  </a:cubicBezTo>
                  <a:cubicBezTo>
                    <a:pt x="695" y="2003"/>
                    <a:pt x="695" y="2003"/>
                    <a:pt x="703" y="1995"/>
                  </a:cubicBezTo>
                  <a:cubicBezTo>
                    <a:pt x="760" y="1987"/>
                    <a:pt x="703" y="1987"/>
                    <a:pt x="638" y="1987"/>
                  </a:cubicBezTo>
                  <a:cubicBezTo>
                    <a:pt x="525" y="1987"/>
                    <a:pt x="525" y="1987"/>
                    <a:pt x="638" y="1979"/>
                  </a:cubicBezTo>
                  <a:lnTo>
                    <a:pt x="703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3" y="1971"/>
                    <a:pt x="703" y="1963"/>
                    <a:pt x="703" y="1963"/>
                  </a:cubicBezTo>
                  <a:lnTo>
                    <a:pt x="768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8" y="1955"/>
                  </a:lnTo>
                  <a:cubicBezTo>
                    <a:pt x="776" y="1952"/>
                    <a:pt x="783" y="1951"/>
                    <a:pt x="790" y="1951"/>
                  </a:cubicBezTo>
                  <a:cubicBezTo>
                    <a:pt x="802" y="1951"/>
                    <a:pt x="812" y="1953"/>
                    <a:pt x="824" y="1954"/>
                  </a:cubicBezTo>
                  <a:lnTo>
                    <a:pt x="824" y="1954"/>
                  </a:lnTo>
                  <a:cubicBezTo>
                    <a:pt x="784" y="1938"/>
                    <a:pt x="744" y="1938"/>
                    <a:pt x="703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33" y="1930"/>
                    <a:pt x="533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5" y="1906"/>
                  </a:cubicBezTo>
                  <a:cubicBezTo>
                    <a:pt x="711" y="1898"/>
                    <a:pt x="711" y="1898"/>
                    <a:pt x="655" y="1898"/>
                  </a:cubicBezTo>
                  <a:cubicBezTo>
                    <a:pt x="533" y="1898"/>
                    <a:pt x="533" y="1890"/>
                    <a:pt x="655" y="1890"/>
                  </a:cubicBezTo>
                  <a:lnTo>
                    <a:pt x="711" y="1890"/>
                  </a:lnTo>
                  <a:cubicBezTo>
                    <a:pt x="711" y="1890"/>
                    <a:pt x="711" y="1898"/>
                    <a:pt x="776" y="1898"/>
                  </a:cubicBezTo>
                  <a:cubicBezTo>
                    <a:pt x="776" y="1890"/>
                    <a:pt x="776" y="1890"/>
                    <a:pt x="833" y="1890"/>
                  </a:cubicBezTo>
                  <a:cubicBezTo>
                    <a:pt x="736" y="1890"/>
                    <a:pt x="638" y="1882"/>
                    <a:pt x="541" y="1866"/>
                  </a:cubicBezTo>
                  <a:cubicBezTo>
                    <a:pt x="541" y="1857"/>
                    <a:pt x="541" y="1857"/>
                    <a:pt x="598" y="1857"/>
                  </a:cubicBezTo>
                  <a:cubicBezTo>
                    <a:pt x="663" y="1857"/>
                    <a:pt x="663" y="1857"/>
                    <a:pt x="663" y="1849"/>
                  </a:cubicBezTo>
                  <a:lnTo>
                    <a:pt x="541" y="1849"/>
                  </a:lnTo>
                  <a:cubicBezTo>
                    <a:pt x="420" y="1849"/>
                    <a:pt x="420" y="1849"/>
                    <a:pt x="484" y="1841"/>
                  </a:cubicBezTo>
                  <a:cubicBezTo>
                    <a:pt x="525" y="1841"/>
                    <a:pt x="565" y="1841"/>
                    <a:pt x="606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19" y="1833"/>
                  </a:cubicBezTo>
                  <a:cubicBezTo>
                    <a:pt x="719" y="1825"/>
                    <a:pt x="728" y="1825"/>
                    <a:pt x="663" y="1825"/>
                  </a:cubicBezTo>
                  <a:cubicBezTo>
                    <a:pt x="541" y="1825"/>
                    <a:pt x="541" y="1825"/>
                    <a:pt x="541" y="1817"/>
                  </a:cubicBezTo>
                  <a:cubicBezTo>
                    <a:pt x="606" y="1817"/>
                    <a:pt x="549" y="1809"/>
                    <a:pt x="484" y="1809"/>
                  </a:cubicBezTo>
                  <a:lnTo>
                    <a:pt x="549" y="1809"/>
                  </a:lnTo>
                  <a:cubicBezTo>
                    <a:pt x="728" y="1801"/>
                    <a:pt x="728" y="1801"/>
                    <a:pt x="606" y="1801"/>
                  </a:cubicBezTo>
                  <a:cubicBezTo>
                    <a:pt x="549" y="1801"/>
                    <a:pt x="484" y="1793"/>
                    <a:pt x="549" y="1793"/>
                  </a:cubicBezTo>
                  <a:lnTo>
                    <a:pt x="606" y="1793"/>
                  </a:lnTo>
                  <a:cubicBezTo>
                    <a:pt x="492" y="1793"/>
                    <a:pt x="549" y="1768"/>
                    <a:pt x="614" y="1768"/>
                  </a:cubicBezTo>
                  <a:cubicBezTo>
                    <a:pt x="671" y="1768"/>
                    <a:pt x="671" y="1768"/>
                    <a:pt x="614" y="1760"/>
                  </a:cubicBezTo>
                  <a:cubicBezTo>
                    <a:pt x="557" y="1760"/>
                    <a:pt x="557" y="1752"/>
                    <a:pt x="557" y="1744"/>
                  </a:cubicBezTo>
                  <a:cubicBezTo>
                    <a:pt x="614" y="1736"/>
                    <a:pt x="622" y="1720"/>
                    <a:pt x="501" y="1711"/>
                  </a:cubicBezTo>
                  <a:cubicBezTo>
                    <a:pt x="557" y="1711"/>
                    <a:pt x="565" y="1703"/>
                    <a:pt x="565" y="1695"/>
                  </a:cubicBezTo>
                  <a:cubicBezTo>
                    <a:pt x="565" y="1687"/>
                    <a:pt x="622" y="1687"/>
                    <a:pt x="622" y="1679"/>
                  </a:cubicBezTo>
                  <a:cubicBezTo>
                    <a:pt x="565" y="1679"/>
                    <a:pt x="565" y="1671"/>
                    <a:pt x="574" y="1638"/>
                  </a:cubicBezTo>
                  <a:cubicBezTo>
                    <a:pt x="574" y="1614"/>
                    <a:pt x="638" y="1598"/>
                    <a:pt x="638" y="1598"/>
                  </a:cubicBezTo>
                  <a:lnTo>
                    <a:pt x="574" y="1598"/>
                  </a:lnTo>
                  <a:lnTo>
                    <a:pt x="582" y="1590"/>
                  </a:lnTo>
                  <a:lnTo>
                    <a:pt x="638" y="1590"/>
                  </a:lnTo>
                  <a:cubicBezTo>
                    <a:pt x="582" y="1590"/>
                    <a:pt x="638" y="1582"/>
                    <a:pt x="638" y="1582"/>
                  </a:cubicBezTo>
                  <a:cubicBezTo>
                    <a:pt x="760" y="1574"/>
                    <a:pt x="760" y="1566"/>
                    <a:pt x="638" y="1557"/>
                  </a:cubicBezTo>
                  <a:cubicBezTo>
                    <a:pt x="525" y="1557"/>
                    <a:pt x="525" y="1557"/>
                    <a:pt x="647" y="1549"/>
                  </a:cubicBezTo>
                  <a:cubicBezTo>
                    <a:pt x="760" y="1549"/>
                    <a:pt x="760" y="1549"/>
                    <a:pt x="647" y="1541"/>
                  </a:cubicBezTo>
                  <a:cubicBezTo>
                    <a:pt x="582" y="1541"/>
                    <a:pt x="582" y="1541"/>
                    <a:pt x="703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8" y="1517"/>
                    <a:pt x="768" y="1517"/>
                    <a:pt x="647" y="1509"/>
                  </a:cubicBezTo>
                  <a:cubicBezTo>
                    <a:pt x="590" y="1509"/>
                    <a:pt x="590" y="1493"/>
                    <a:pt x="711" y="1493"/>
                  </a:cubicBezTo>
                  <a:cubicBezTo>
                    <a:pt x="711" y="1493"/>
                    <a:pt x="711" y="1493"/>
                    <a:pt x="655" y="1484"/>
                  </a:cubicBezTo>
                  <a:cubicBezTo>
                    <a:pt x="598" y="1476"/>
                    <a:pt x="533" y="1460"/>
                    <a:pt x="655" y="1460"/>
                  </a:cubicBezTo>
                  <a:lnTo>
                    <a:pt x="655" y="1452"/>
                  </a:lnTo>
                  <a:lnTo>
                    <a:pt x="663" y="1444"/>
                  </a:lnTo>
                  <a:cubicBezTo>
                    <a:pt x="598" y="1444"/>
                    <a:pt x="614" y="1339"/>
                    <a:pt x="671" y="1339"/>
                  </a:cubicBezTo>
                  <a:cubicBezTo>
                    <a:pt x="679" y="1330"/>
                    <a:pt x="679" y="1322"/>
                    <a:pt x="614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22" y="1314"/>
                  </a:cubicBezTo>
                  <a:lnTo>
                    <a:pt x="622" y="1306"/>
                  </a:lnTo>
                  <a:cubicBezTo>
                    <a:pt x="679" y="1306"/>
                    <a:pt x="679" y="1298"/>
                    <a:pt x="622" y="1298"/>
                  </a:cubicBezTo>
                  <a:cubicBezTo>
                    <a:pt x="557" y="1290"/>
                    <a:pt x="565" y="1290"/>
                    <a:pt x="565" y="1290"/>
                  </a:cubicBezTo>
                  <a:cubicBezTo>
                    <a:pt x="622" y="1282"/>
                    <a:pt x="622" y="1274"/>
                    <a:pt x="622" y="1266"/>
                  </a:cubicBezTo>
                  <a:cubicBezTo>
                    <a:pt x="622" y="1263"/>
                    <a:pt x="617" y="1261"/>
                    <a:pt x="610" y="1258"/>
                  </a:cubicBezTo>
                  <a:close/>
                  <a:moveTo>
                    <a:pt x="947" y="2336"/>
                  </a:moveTo>
                  <a:cubicBezTo>
                    <a:pt x="947" y="2336"/>
                    <a:pt x="895" y="2343"/>
                    <a:pt x="833" y="2344"/>
                  </a:cubicBezTo>
                  <a:lnTo>
                    <a:pt x="833" y="2344"/>
                  </a:lnTo>
                  <a:cubicBezTo>
                    <a:pt x="866" y="2336"/>
                    <a:pt x="906" y="2336"/>
                    <a:pt x="947" y="2336"/>
                  </a:cubicBezTo>
                  <a:close/>
                  <a:moveTo>
                    <a:pt x="1311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0" y="2344"/>
                    <a:pt x="1255" y="2344"/>
                    <a:pt x="1311" y="2344"/>
                  </a:cubicBezTo>
                  <a:cubicBezTo>
                    <a:pt x="1368" y="2344"/>
                    <a:pt x="1368" y="2344"/>
                    <a:pt x="1376" y="2336"/>
                  </a:cubicBezTo>
                  <a:cubicBezTo>
                    <a:pt x="1352" y="2336"/>
                    <a:pt x="1336" y="2336"/>
                    <a:pt x="1311" y="2328"/>
                  </a:cubicBezTo>
                  <a:close/>
                  <a:moveTo>
                    <a:pt x="1194" y="2354"/>
                  </a:moveTo>
                  <a:cubicBezTo>
                    <a:pt x="1214" y="2354"/>
                    <a:pt x="1234" y="2356"/>
                    <a:pt x="1255" y="2360"/>
                  </a:cubicBezTo>
                  <a:lnTo>
                    <a:pt x="1246" y="2368"/>
                  </a:lnTo>
                  <a:cubicBezTo>
                    <a:pt x="1214" y="2368"/>
                    <a:pt x="1174" y="2368"/>
                    <a:pt x="1133" y="2360"/>
                  </a:cubicBezTo>
                  <a:cubicBezTo>
                    <a:pt x="1153" y="2356"/>
                    <a:pt x="1174" y="2354"/>
                    <a:pt x="1194" y="2354"/>
                  </a:cubicBezTo>
                  <a:close/>
                  <a:moveTo>
                    <a:pt x="687" y="2522"/>
                  </a:moveTo>
                  <a:cubicBezTo>
                    <a:pt x="630" y="2522"/>
                    <a:pt x="630" y="2522"/>
                    <a:pt x="630" y="2530"/>
                  </a:cubicBezTo>
                  <a:lnTo>
                    <a:pt x="687" y="2530"/>
                  </a:lnTo>
                  <a:lnTo>
                    <a:pt x="687" y="2522"/>
                  </a:lnTo>
                  <a:close/>
                  <a:moveTo>
                    <a:pt x="1165" y="2530"/>
                  </a:moveTo>
                  <a:cubicBezTo>
                    <a:pt x="1125" y="2538"/>
                    <a:pt x="1084" y="2538"/>
                    <a:pt x="1044" y="2538"/>
                  </a:cubicBezTo>
                  <a:cubicBezTo>
                    <a:pt x="983" y="2543"/>
                    <a:pt x="953" y="2545"/>
                    <a:pt x="937" y="2545"/>
                  </a:cubicBezTo>
                  <a:cubicBezTo>
                    <a:pt x="922" y="2545"/>
                    <a:pt x="922" y="2543"/>
                    <a:pt x="922" y="2538"/>
                  </a:cubicBezTo>
                  <a:cubicBezTo>
                    <a:pt x="930" y="2530"/>
                    <a:pt x="930" y="2530"/>
                    <a:pt x="987" y="2530"/>
                  </a:cubicBezTo>
                  <a:cubicBezTo>
                    <a:pt x="949" y="2530"/>
                    <a:pt x="962" y="2534"/>
                    <a:pt x="991" y="2534"/>
                  </a:cubicBezTo>
                  <a:cubicBezTo>
                    <a:pt x="1006" y="2534"/>
                    <a:pt x="1025" y="2533"/>
                    <a:pt x="1044" y="2530"/>
                  </a:cubicBezTo>
                  <a:close/>
                  <a:moveTo>
                    <a:pt x="1044" y="2571"/>
                  </a:moveTo>
                  <a:lnTo>
                    <a:pt x="979" y="2579"/>
                  </a:lnTo>
                  <a:cubicBezTo>
                    <a:pt x="922" y="2579"/>
                    <a:pt x="922" y="2571"/>
                    <a:pt x="922" y="2571"/>
                  </a:cubicBezTo>
                  <a:close/>
                  <a:moveTo>
                    <a:pt x="1855" y="2575"/>
                  </a:moveTo>
                  <a:cubicBezTo>
                    <a:pt x="1841" y="2575"/>
                    <a:pt x="1828" y="2576"/>
                    <a:pt x="1814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4" y="1789"/>
                  </a:moveTo>
                  <a:cubicBezTo>
                    <a:pt x="1246" y="1789"/>
                    <a:pt x="1233" y="1790"/>
                    <a:pt x="1214" y="1793"/>
                  </a:cubicBezTo>
                  <a:cubicBezTo>
                    <a:pt x="1191" y="1793"/>
                    <a:pt x="1168" y="1793"/>
                    <a:pt x="1144" y="1791"/>
                  </a:cubicBezTo>
                  <a:lnTo>
                    <a:pt x="1144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41" y="1874"/>
                  </a:lnTo>
                  <a:cubicBezTo>
                    <a:pt x="1198" y="1874"/>
                    <a:pt x="1141" y="1874"/>
                    <a:pt x="1141" y="1882"/>
                  </a:cubicBezTo>
                  <a:cubicBezTo>
                    <a:pt x="1137" y="1882"/>
                    <a:pt x="1133" y="1882"/>
                    <a:pt x="1129" y="1882"/>
                  </a:cubicBezTo>
                  <a:lnTo>
                    <a:pt x="1129" y="1882"/>
                  </a:lnTo>
                  <a:cubicBezTo>
                    <a:pt x="1124" y="1898"/>
                    <a:pt x="1119" y="1914"/>
                    <a:pt x="1113" y="1930"/>
                  </a:cubicBezTo>
                  <a:lnTo>
                    <a:pt x="1113" y="1930"/>
                  </a:lnTo>
                  <a:cubicBezTo>
                    <a:pt x="1119" y="1930"/>
                    <a:pt x="1125" y="1930"/>
                    <a:pt x="1133" y="1930"/>
                  </a:cubicBezTo>
                  <a:lnTo>
                    <a:pt x="1190" y="1930"/>
                  </a:lnTo>
                  <a:cubicBezTo>
                    <a:pt x="1174" y="1938"/>
                    <a:pt x="1149" y="1938"/>
                    <a:pt x="1133" y="1938"/>
                  </a:cubicBezTo>
                  <a:lnTo>
                    <a:pt x="1110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87" y="2133"/>
                  </a:lnTo>
                  <a:cubicBezTo>
                    <a:pt x="987" y="2133"/>
                    <a:pt x="980" y="2133"/>
                    <a:pt x="966" y="2133"/>
                  </a:cubicBezTo>
                  <a:lnTo>
                    <a:pt x="966" y="2133"/>
                  </a:lnTo>
                  <a:cubicBezTo>
                    <a:pt x="889" y="2192"/>
                    <a:pt x="788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19" y="2271"/>
                    <a:pt x="663" y="2271"/>
                    <a:pt x="598" y="2271"/>
                  </a:cubicBezTo>
                  <a:cubicBezTo>
                    <a:pt x="484" y="2271"/>
                    <a:pt x="476" y="2279"/>
                    <a:pt x="655" y="2279"/>
                  </a:cubicBezTo>
                  <a:cubicBezTo>
                    <a:pt x="776" y="2279"/>
                    <a:pt x="776" y="2287"/>
                    <a:pt x="719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41" y="2279"/>
                  </a:lnTo>
                  <a:cubicBezTo>
                    <a:pt x="541" y="2287"/>
                    <a:pt x="541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69" y="2292"/>
                    <a:pt x="879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6" y="2303"/>
                    <a:pt x="711" y="2303"/>
                  </a:cubicBezTo>
                  <a:cubicBezTo>
                    <a:pt x="679" y="2295"/>
                    <a:pt x="638" y="2295"/>
                    <a:pt x="598" y="2295"/>
                  </a:cubicBezTo>
                  <a:cubicBezTo>
                    <a:pt x="533" y="2295"/>
                    <a:pt x="655" y="2311"/>
                    <a:pt x="776" y="2320"/>
                  </a:cubicBezTo>
                  <a:lnTo>
                    <a:pt x="711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47" y="2336"/>
                    <a:pt x="711" y="2336"/>
                  </a:cubicBezTo>
                  <a:cubicBezTo>
                    <a:pt x="752" y="2336"/>
                    <a:pt x="792" y="2336"/>
                    <a:pt x="833" y="2344"/>
                  </a:cubicBezTo>
                  <a:lnTo>
                    <a:pt x="833" y="2344"/>
                  </a:lnTo>
                  <a:cubicBezTo>
                    <a:pt x="830" y="2344"/>
                    <a:pt x="828" y="2344"/>
                    <a:pt x="825" y="2344"/>
                  </a:cubicBezTo>
                  <a:cubicBezTo>
                    <a:pt x="711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38" y="2401"/>
                  </a:cubicBezTo>
                  <a:lnTo>
                    <a:pt x="638" y="2409"/>
                  </a:lnTo>
                  <a:cubicBezTo>
                    <a:pt x="582" y="2409"/>
                    <a:pt x="582" y="2417"/>
                    <a:pt x="638" y="2417"/>
                  </a:cubicBezTo>
                  <a:cubicBezTo>
                    <a:pt x="695" y="2417"/>
                    <a:pt x="638" y="2425"/>
                    <a:pt x="638" y="2425"/>
                  </a:cubicBezTo>
                  <a:cubicBezTo>
                    <a:pt x="578" y="2429"/>
                    <a:pt x="547" y="2431"/>
                    <a:pt x="554" y="2431"/>
                  </a:cubicBezTo>
                  <a:cubicBezTo>
                    <a:pt x="561" y="2431"/>
                    <a:pt x="606" y="2429"/>
                    <a:pt x="695" y="2425"/>
                  </a:cubicBezTo>
                  <a:cubicBezTo>
                    <a:pt x="736" y="2425"/>
                    <a:pt x="776" y="2425"/>
                    <a:pt x="817" y="2417"/>
                  </a:cubicBezTo>
                  <a:lnTo>
                    <a:pt x="817" y="2409"/>
                  </a:lnTo>
                  <a:lnTo>
                    <a:pt x="882" y="2417"/>
                  </a:lnTo>
                  <a:cubicBezTo>
                    <a:pt x="914" y="2425"/>
                    <a:pt x="955" y="2425"/>
                    <a:pt x="995" y="2425"/>
                  </a:cubicBezTo>
                  <a:cubicBezTo>
                    <a:pt x="1019" y="2425"/>
                    <a:pt x="1036" y="2425"/>
                    <a:pt x="1052" y="2433"/>
                  </a:cubicBezTo>
                  <a:lnTo>
                    <a:pt x="938" y="2433"/>
                  </a:lnTo>
                  <a:cubicBezTo>
                    <a:pt x="874" y="2425"/>
                    <a:pt x="817" y="2425"/>
                    <a:pt x="760" y="2425"/>
                  </a:cubicBezTo>
                  <a:cubicBezTo>
                    <a:pt x="638" y="2433"/>
                    <a:pt x="574" y="2441"/>
                    <a:pt x="695" y="2441"/>
                  </a:cubicBezTo>
                  <a:cubicBezTo>
                    <a:pt x="695" y="2441"/>
                    <a:pt x="695" y="2441"/>
                    <a:pt x="630" y="2449"/>
                  </a:cubicBezTo>
                  <a:lnTo>
                    <a:pt x="695" y="2449"/>
                  </a:lnTo>
                  <a:cubicBezTo>
                    <a:pt x="817" y="2457"/>
                    <a:pt x="809" y="2457"/>
                    <a:pt x="695" y="2457"/>
                  </a:cubicBezTo>
                  <a:cubicBezTo>
                    <a:pt x="574" y="2465"/>
                    <a:pt x="574" y="2482"/>
                    <a:pt x="630" y="2482"/>
                  </a:cubicBezTo>
                  <a:cubicBezTo>
                    <a:pt x="752" y="2482"/>
                    <a:pt x="744" y="2490"/>
                    <a:pt x="687" y="2490"/>
                  </a:cubicBezTo>
                  <a:cubicBezTo>
                    <a:pt x="630" y="2498"/>
                    <a:pt x="630" y="2498"/>
                    <a:pt x="687" y="2498"/>
                  </a:cubicBezTo>
                  <a:cubicBezTo>
                    <a:pt x="630" y="2498"/>
                    <a:pt x="565" y="2506"/>
                    <a:pt x="622" y="2506"/>
                  </a:cubicBezTo>
                  <a:cubicBezTo>
                    <a:pt x="622" y="2506"/>
                    <a:pt x="622" y="2510"/>
                    <a:pt x="641" y="2510"/>
                  </a:cubicBezTo>
                  <a:cubicBezTo>
                    <a:pt x="651" y="2510"/>
                    <a:pt x="665" y="2509"/>
                    <a:pt x="687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5" y="2511"/>
                    <a:pt x="909" y="2511"/>
                    <a:pt x="922" y="2514"/>
                  </a:cubicBezTo>
                  <a:cubicBezTo>
                    <a:pt x="987" y="2514"/>
                    <a:pt x="922" y="2522"/>
                    <a:pt x="744" y="2530"/>
                  </a:cubicBezTo>
                  <a:lnTo>
                    <a:pt x="622" y="2538"/>
                  </a:lnTo>
                  <a:lnTo>
                    <a:pt x="679" y="2538"/>
                  </a:lnTo>
                  <a:cubicBezTo>
                    <a:pt x="622" y="2538"/>
                    <a:pt x="622" y="2538"/>
                    <a:pt x="622" y="2547"/>
                  </a:cubicBezTo>
                  <a:lnTo>
                    <a:pt x="679" y="2547"/>
                  </a:lnTo>
                  <a:cubicBezTo>
                    <a:pt x="801" y="2547"/>
                    <a:pt x="801" y="2547"/>
                    <a:pt x="736" y="2555"/>
                  </a:cubicBezTo>
                  <a:cubicBezTo>
                    <a:pt x="614" y="2555"/>
                    <a:pt x="614" y="2555"/>
                    <a:pt x="736" y="2563"/>
                  </a:cubicBezTo>
                  <a:cubicBezTo>
                    <a:pt x="695" y="2563"/>
                    <a:pt x="655" y="2563"/>
                    <a:pt x="614" y="2571"/>
                  </a:cubicBezTo>
                  <a:lnTo>
                    <a:pt x="679" y="2571"/>
                  </a:lnTo>
                  <a:cubicBezTo>
                    <a:pt x="792" y="2571"/>
                    <a:pt x="792" y="2571"/>
                    <a:pt x="736" y="2579"/>
                  </a:cubicBezTo>
                  <a:cubicBezTo>
                    <a:pt x="679" y="2579"/>
                    <a:pt x="671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4" y="2611"/>
                    <a:pt x="614" y="2611"/>
                    <a:pt x="671" y="2611"/>
                  </a:cubicBezTo>
                  <a:lnTo>
                    <a:pt x="849" y="2611"/>
                  </a:lnTo>
                  <a:cubicBezTo>
                    <a:pt x="849" y="2603"/>
                    <a:pt x="849" y="2603"/>
                    <a:pt x="914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71" y="2628"/>
                  </a:cubicBezTo>
                  <a:lnTo>
                    <a:pt x="1092" y="2628"/>
                  </a:lnTo>
                  <a:lnTo>
                    <a:pt x="1149" y="2620"/>
                  </a:lnTo>
                  <a:lnTo>
                    <a:pt x="1157" y="2620"/>
                  </a:lnTo>
                  <a:cubicBezTo>
                    <a:pt x="971" y="2620"/>
                    <a:pt x="971" y="2620"/>
                    <a:pt x="1092" y="2611"/>
                  </a:cubicBezTo>
                  <a:lnTo>
                    <a:pt x="1214" y="2611"/>
                  </a:lnTo>
                  <a:cubicBezTo>
                    <a:pt x="1214" y="2603"/>
                    <a:pt x="1214" y="2603"/>
                    <a:pt x="1279" y="2603"/>
                  </a:cubicBezTo>
                  <a:cubicBezTo>
                    <a:pt x="1319" y="2603"/>
                    <a:pt x="1352" y="2603"/>
                    <a:pt x="1392" y="2595"/>
                  </a:cubicBezTo>
                  <a:lnTo>
                    <a:pt x="1336" y="2595"/>
                  </a:lnTo>
                  <a:cubicBezTo>
                    <a:pt x="1279" y="2595"/>
                    <a:pt x="1279" y="2595"/>
                    <a:pt x="1401" y="2587"/>
                  </a:cubicBezTo>
                  <a:lnTo>
                    <a:pt x="1336" y="2587"/>
                  </a:lnTo>
                  <a:cubicBezTo>
                    <a:pt x="1214" y="2587"/>
                    <a:pt x="1222" y="2579"/>
                    <a:pt x="1336" y="2579"/>
                  </a:cubicBezTo>
                  <a:lnTo>
                    <a:pt x="1344" y="2571"/>
                  </a:lnTo>
                  <a:cubicBezTo>
                    <a:pt x="1317" y="2571"/>
                    <a:pt x="1290" y="2567"/>
                    <a:pt x="1263" y="2567"/>
                  </a:cubicBezTo>
                  <a:cubicBezTo>
                    <a:pt x="1249" y="2567"/>
                    <a:pt x="1236" y="2568"/>
                    <a:pt x="1222" y="2571"/>
                  </a:cubicBezTo>
                  <a:cubicBezTo>
                    <a:pt x="1101" y="2571"/>
                    <a:pt x="1101" y="2571"/>
                    <a:pt x="1165" y="2563"/>
                  </a:cubicBezTo>
                  <a:lnTo>
                    <a:pt x="1279" y="2563"/>
                  </a:lnTo>
                  <a:cubicBezTo>
                    <a:pt x="1344" y="2563"/>
                    <a:pt x="1344" y="2555"/>
                    <a:pt x="1344" y="2555"/>
                  </a:cubicBezTo>
                  <a:cubicBezTo>
                    <a:pt x="1344" y="2555"/>
                    <a:pt x="1344" y="2547"/>
                    <a:pt x="1287" y="2547"/>
                  </a:cubicBezTo>
                  <a:lnTo>
                    <a:pt x="1344" y="2547"/>
                  </a:lnTo>
                  <a:cubicBezTo>
                    <a:pt x="1344" y="2547"/>
                    <a:pt x="1344" y="2538"/>
                    <a:pt x="1401" y="2530"/>
                  </a:cubicBezTo>
                  <a:cubicBezTo>
                    <a:pt x="1444" y="2530"/>
                    <a:pt x="1404" y="2523"/>
                    <a:pt x="1337" y="2523"/>
                  </a:cubicBezTo>
                  <a:cubicBezTo>
                    <a:pt x="1303" y="2523"/>
                    <a:pt x="1263" y="2525"/>
                    <a:pt x="1222" y="2530"/>
                  </a:cubicBezTo>
                  <a:cubicBezTo>
                    <a:pt x="1222" y="2530"/>
                    <a:pt x="1222" y="2530"/>
                    <a:pt x="1222" y="2522"/>
                  </a:cubicBezTo>
                  <a:lnTo>
                    <a:pt x="1165" y="2522"/>
                  </a:lnTo>
                  <a:cubicBezTo>
                    <a:pt x="1109" y="2522"/>
                    <a:pt x="1109" y="2514"/>
                    <a:pt x="1109" y="2514"/>
                  </a:cubicBezTo>
                  <a:lnTo>
                    <a:pt x="1230" y="2514"/>
                  </a:lnTo>
                  <a:cubicBezTo>
                    <a:pt x="1409" y="2514"/>
                    <a:pt x="1465" y="2514"/>
                    <a:pt x="1287" y="2506"/>
                  </a:cubicBezTo>
                  <a:lnTo>
                    <a:pt x="1352" y="2506"/>
                  </a:lnTo>
                  <a:cubicBezTo>
                    <a:pt x="1409" y="2506"/>
                    <a:pt x="1409" y="2506"/>
                    <a:pt x="1352" y="2498"/>
                  </a:cubicBezTo>
                  <a:cubicBezTo>
                    <a:pt x="1352" y="2498"/>
                    <a:pt x="1230" y="2490"/>
                    <a:pt x="1174" y="2490"/>
                  </a:cubicBezTo>
                  <a:cubicBezTo>
                    <a:pt x="1295" y="2490"/>
                    <a:pt x="1295" y="2482"/>
                    <a:pt x="1174" y="2482"/>
                  </a:cubicBezTo>
                  <a:lnTo>
                    <a:pt x="1230" y="2482"/>
                  </a:lnTo>
                  <a:cubicBezTo>
                    <a:pt x="1295" y="2482"/>
                    <a:pt x="1352" y="2474"/>
                    <a:pt x="1295" y="2457"/>
                  </a:cubicBezTo>
                  <a:cubicBezTo>
                    <a:pt x="1295" y="2449"/>
                    <a:pt x="1295" y="2441"/>
                    <a:pt x="1360" y="2441"/>
                  </a:cubicBezTo>
                  <a:cubicBezTo>
                    <a:pt x="1417" y="2441"/>
                    <a:pt x="1303" y="2425"/>
                    <a:pt x="1182" y="2417"/>
                  </a:cubicBezTo>
                  <a:cubicBezTo>
                    <a:pt x="1238" y="2417"/>
                    <a:pt x="1238" y="2417"/>
                    <a:pt x="1238" y="2409"/>
                  </a:cubicBezTo>
                  <a:cubicBezTo>
                    <a:pt x="1246" y="2401"/>
                    <a:pt x="1246" y="2401"/>
                    <a:pt x="1303" y="2401"/>
                  </a:cubicBezTo>
                  <a:cubicBezTo>
                    <a:pt x="1182" y="2393"/>
                    <a:pt x="1246" y="2384"/>
                    <a:pt x="1368" y="2384"/>
                  </a:cubicBezTo>
                  <a:cubicBezTo>
                    <a:pt x="1425" y="2384"/>
                    <a:pt x="1425" y="2384"/>
                    <a:pt x="1425" y="2376"/>
                  </a:cubicBezTo>
                  <a:cubicBezTo>
                    <a:pt x="1368" y="2376"/>
                    <a:pt x="1368" y="2368"/>
                    <a:pt x="1368" y="2360"/>
                  </a:cubicBezTo>
                  <a:cubicBezTo>
                    <a:pt x="1368" y="2352"/>
                    <a:pt x="1368" y="2352"/>
                    <a:pt x="1246" y="2352"/>
                  </a:cubicBezTo>
                  <a:cubicBezTo>
                    <a:pt x="1133" y="2352"/>
                    <a:pt x="1133" y="2344"/>
                    <a:pt x="1133" y="2344"/>
                  </a:cubicBezTo>
                  <a:cubicBezTo>
                    <a:pt x="1133" y="2336"/>
                    <a:pt x="1133" y="2336"/>
                    <a:pt x="1190" y="2336"/>
                  </a:cubicBezTo>
                  <a:cubicBezTo>
                    <a:pt x="1214" y="2336"/>
                    <a:pt x="1230" y="2336"/>
                    <a:pt x="1255" y="2328"/>
                  </a:cubicBezTo>
                  <a:cubicBezTo>
                    <a:pt x="1255" y="2328"/>
                    <a:pt x="1255" y="2320"/>
                    <a:pt x="1311" y="2320"/>
                  </a:cubicBezTo>
                  <a:cubicBezTo>
                    <a:pt x="1311" y="2320"/>
                    <a:pt x="1376" y="2320"/>
                    <a:pt x="1376" y="2311"/>
                  </a:cubicBezTo>
                  <a:cubicBezTo>
                    <a:pt x="1376" y="2311"/>
                    <a:pt x="1376" y="2303"/>
                    <a:pt x="1433" y="2303"/>
                  </a:cubicBezTo>
                  <a:cubicBezTo>
                    <a:pt x="1433" y="2295"/>
                    <a:pt x="1433" y="2295"/>
                    <a:pt x="1376" y="2295"/>
                  </a:cubicBezTo>
                  <a:cubicBezTo>
                    <a:pt x="1319" y="2295"/>
                    <a:pt x="1255" y="2295"/>
                    <a:pt x="1319" y="2279"/>
                  </a:cubicBezTo>
                  <a:cubicBezTo>
                    <a:pt x="1319" y="2279"/>
                    <a:pt x="1319" y="2271"/>
                    <a:pt x="1263" y="2271"/>
                  </a:cubicBezTo>
                  <a:cubicBezTo>
                    <a:pt x="1263" y="2263"/>
                    <a:pt x="1263" y="2263"/>
                    <a:pt x="1319" y="2263"/>
                  </a:cubicBezTo>
                  <a:cubicBezTo>
                    <a:pt x="1441" y="2263"/>
                    <a:pt x="1441" y="2255"/>
                    <a:pt x="1328" y="2255"/>
                  </a:cubicBezTo>
                  <a:cubicBezTo>
                    <a:pt x="1263" y="2255"/>
                    <a:pt x="1263" y="2247"/>
                    <a:pt x="1328" y="2247"/>
                  </a:cubicBezTo>
                  <a:cubicBezTo>
                    <a:pt x="1328" y="2247"/>
                    <a:pt x="1328" y="2247"/>
                    <a:pt x="1263" y="2238"/>
                  </a:cubicBezTo>
                  <a:cubicBezTo>
                    <a:pt x="1206" y="2238"/>
                    <a:pt x="1206" y="2238"/>
                    <a:pt x="1271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1" y="2214"/>
                    <a:pt x="1271" y="2182"/>
                    <a:pt x="1336" y="2182"/>
                  </a:cubicBezTo>
                  <a:cubicBezTo>
                    <a:pt x="1279" y="2182"/>
                    <a:pt x="1279" y="2182"/>
                    <a:pt x="1279" y="2174"/>
                  </a:cubicBezTo>
                  <a:cubicBezTo>
                    <a:pt x="1384" y="2174"/>
                    <a:pt x="1343" y="2167"/>
                    <a:pt x="1241" y="2166"/>
                  </a:cubicBezTo>
                  <a:lnTo>
                    <a:pt x="1241" y="2166"/>
                  </a:lnTo>
                  <a:cubicBezTo>
                    <a:pt x="1253" y="2166"/>
                    <a:pt x="1265" y="2165"/>
                    <a:pt x="1279" y="2165"/>
                  </a:cubicBezTo>
                  <a:cubicBezTo>
                    <a:pt x="1401" y="2165"/>
                    <a:pt x="1401" y="2165"/>
                    <a:pt x="1279" y="2157"/>
                  </a:cubicBezTo>
                  <a:cubicBezTo>
                    <a:pt x="1157" y="2157"/>
                    <a:pt x="1157" y="2149"/>
                    <a:pt x="1279" y="2149"/>
                  </a:cubicBezTo>
                  <a:cubicBezTo>
                    <a:pt x="1044" y="2141"/>
                    <a:pt x="979" y="2133"/>
                    <a:pt x="1222" y="2133"/>
                  </a:cubicBezTo>
                  <a:cubicBezTo>
                    <a:pt x="1279" y="2133"/>
                    <a:pt x="1344" y="2133"/>
                    <a:pt x="1401" y="2125"/>
                  </a:cubicBezTo>
                  <a:cubicBezTo>
                    <a:pt x="1374" y="2125"/>
                    <a:pt x="1346" y="2121"/>
                    <a:pt x="1322" y="2121"/>
                  </a:cubicBezTo>
                  <a:cubicBezTo>
                    <a:pt x="1310" y="2121"/>
                    <a:pt x="1298" y="2122"/>
                    <a:pt x="1287" y="2125"/>
                  </a:cubicBezTo>
                  <a:cubicBezTo>
                    <a:pt x="1165" y="2125"/>
                    <a:pt x="1165" y="2125"/>
                    <a:pt x="1287" y="2117"/>
                  </a:cubicBezTo>
                  <a:cubicBezTo>
                    <a:pt x="1465" y="2109"/>
                    <a:pt x="1465" y="2101"/>
                    <a:pt x="1344" y="2093"/>
                  </a:cubicBezTo>
                  <a:cubicBezTo>
                    <a:pt x="1261" y="2081"/>
                    <a:pt x="1238" y="2073"/>
                    <a:pt x="1280" y="2073"/>
                  </a:cubicBezTo>
                  <a:cubicBezTo>
                    <a:pt x="1295" y="2073"/>
                    <a:pt x="1319" y="2074"/>
                    <a:pt x="1352" y="2076"/>
                  </a:cubicBezTo>
                  <a:cubicBezTo>
                    <a:pt x="1409" y="2080"/>
                    <a:pt x="1437" y="2082"/>
                    <a:pt x="1444" y="2082"/>
                  </a:cubicBezTo>
                  <a:cubicBezTo>
                    <a:pt x="1451" y="2082"/>
                    <a:pt x="1437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6" y="2058"/>
                    <a:pt x="1346" y="2057"/>
                  </a:cubicBezTo>
                  <a:lnTo>
                    <a:pt x="1346" y="2057"/>
                  </a:lnTo>
                  <a:cubicBezTo>
                    <a:pt x="1425" y="2052"/>
                    <a:pt x="1454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5" y="2028"/>
                  </a:cubicBezTo>
                  <a:cubicBezTo>
                    <a:pt x="1238" y="2028"/>
                    <a:pt x="1295" y="2020"/>
                    <a:pt x="1360" y="2020"/>
                  </a:cubicBezTo>
                  <a:cubicBezTo>
                    <a:pt x="1417" y="2020"/>
                    <a:pt x="1482" y="2011"/>
                    <a:pt x="1417" y="2011"/>
                  </a:cubicBezTo>
                  <a:cubicBezTo>
                    <a:pt x="1360" y="2011"/>
                    <a:pt x="1303" y="2011"/>
                    <a:pt x="1238" y="2003"/>
                  </a:cubicBezTo>
                  <a:cubicBezTo>
                    <a:pt x="1201" y="2003"/>
                    <a:pt x="1213" y="2000"/>
                    <a:pt x="1245" y="2000"/>
                  </a:cubicBezTo>
                  <a:cubicBezTo>
                    <a:pt x="1261" y="2000"/>
                    <a:pt x="1282" y="2001"/>
                    <a:pt x="1303" y="2003"/>
                  </a:cubicBezTo>
                  <a:cubicBezTo>
                    <a:pt x="1344" y="2003"/>
                    <a:pt x="1384" y="2003"/>
                    <a:pt x="1425" y="1995"/>
                  </a:cubicBezTo>
                  <a:cubicBezTo>
                    <a:pt x="1425" y="1995"/>
                    <a:pt x="1425" y="1987"/>
                    <a:pt x="1360" y="1987"/>
                  </a:cubicBezTo>
                  <a:cubicBezTo>
                    <a:pt x="1303" y="1987"/>
                    <a:pt x="1303" y="1971"/>
                    <a:pt x="1368" y="1963"/>
                  </a:cubicBezTo>
                  <a:lnTo>
                    <a:pt x="1368" y="1955"/>
                  </a:lnTo>
                  <a:cubicBezTo>
                    <a:pt x="1368" y="1955"/>
                    <a:pt x="1311" y="1955"/>
                    <a:pt x="1311" y="1947"/>
                  </a:cubicBezTo>
                  <a:lnTo>
                    <a:pt x="1246" y="1947"/>
                  </a:lnTo>
                  <a:cubicBezTo>
                    <a:pt x="1246" y="1938"/>
                    <a:pt x="1246" y="1938"/>
                    <a:pt x="1311" y="1938"/>
                  </a:cubicBezTo>
                  <a:cubicBezTo>
                    <a:pt x="1190" y="1930"/>
                    <a:pt x="1190" y="1930"/>
                    <a:pt x="1311" y="1930"/>
                  </a:cubicBezTo>
                  <a:cubicBezTo>
                    <a:pt x="1255" y="1922"/>
                    <a:pt x="1255" y="1922"/>
                    <a:pt x="1311" y="1922"/>
                  </a:cubicBezTo>
                  <a:cubicBezTo>
                    <a:pt x="1368" y="1922"/>
                    <a:pt x="1376" y="1914"/>
                    <a:pt x="1311" y="1914"/>
                  </a:cubicBezTo>
                  <a:cubicBezTo>
                    <a:pt x="1190" y="1914"/>
                    <a:pt x="1133" y="1906"/>
                    <a:pt x="1255" y="1906"/>
                  </a:cubicBezTo>
                  <a:cubicBezTo>
                    <a:pt x="1255" y="1906"/>
                    <a:pt x="1255" y="1906"/>
                    <a:pt x="1198" y="1898"/>
                  </a:cubicBezTo>
                  <a:cubicBezTo>
                    <a:pt x="1319" y="1890"/>
                    <a:pt x="1319" y="1890"/>
                    <a:pt x="1198" y="1890"/>
                  </a:cubicBezTo>
                  <a:cubicBezTo>
                    <a:pt x="1198" y="1890"/>
                    <a:pt x="1141" y="1882"/>
                    <a:pt x="1198" y="1882"/>
                  </a:cubicBezTo>
                  <a:cubicBezTo>
                    <a:pt x="1263" y="1874"/>
                    <a:pt x="1319" y="1857"/>
                    <a:pt x="1198" y="1857"/>
                  </a:cubicBezTo>
                  <a:lnTo>
                    <a:pt x="1198" y="1849"/>
                  </a:lnTo>
                  <a:cubicBezTo>
                    <a:pt x="1263" y="1849"/>
                    <a:pt x="1263" y="1841"/>
                    <a:pt x="1206" y="1841"/>
                  </a:cubicBezTo>
                  <a:lnTo>
                    <a:pt x="1141" y="1841"/>
                  </a:lnTo>
                  <a:cubicBezTo>
                    <a:pt x="1182" y="1841"/>
                    <a:pt x="1222" y="1833"/>
                    <a:pt x="1263" y="1833"/>
                  </a:cubicBezTo>
                  <a:cubicBezTo>
                    <a:pt x="1263" y="1825"/>
                    <a:pt x="1263" y="1825"/>
                    <a:pt x="1206" y="1825"/>
                  </a:cubicBezTo>
                  <a:cubicBezTo>
                    <a:pt x="1187" y="1828"/>
                    <a:pt x="1174" y="1829"/>
                    <a:pt x="1166" y="1829"/>
                  </a:cubicBezTo>
                  <a:cubicBezTo>
                    <a:pt x="1149" y="1829"/>
                    <a:pt x="1149" y="1825"/>
                    <a:pt x="1149" y="1825"/>
                  </a:cubicBezTo>
                  <a:cubicBezTo>
                    <a:pt x="1190" y="1817"/>
                    <a:pt x="1230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71" y="1809"/>
                    <a:pt x="1271" y="1809"/>
                    <a:pt x="1271" y="1801"/>
                  </a:cubicBezTo>
                  <a:lnTo>
                    <a:pt x="1271" y="1793"/>
                  </a:lnTo>
                  <a:cubicBezTo>
                    <a:pt x="1271" y="1793"/>
                    <a:pt x="1271" y="1789"/>
                    <a:pt x="1254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2"/>
            <p:cNvSpPr/>
            <p:nvPr/>
          </p:nvSpPr>
          <p:spPr>
            <a:xfrm>
              <a:off x="8209449" y="1800052"/>
              <a:ext cx="42197" cy="45300"/>
            </a:xfrm>
            <a:custGeom>
              <a:avLst/>
              <a:gdLst/>
              <a:ahLst/>
              <a:cxnLst/>
              <a:rect l="l" t="t" r="r" b="b"/>
              <a:pathLst>
                <a:path w="2448" h="2628" extrusionOk="0">
                  <a:moveTo>
                    <a:pt x="714" y="19"/>
                  </a:moveTo>
                  <a:cubicBezTo>
                    <a:pt x="745" y="19"/>
                    <a:pt x="806" y="21"/>
                    <a:pt x="866" y="25"/>
                  </a:cubicBezTo>
                  <a:lnTo>
                    <a:pt x="745" y="25"/>
                  </a:lnTo>
                  <a:cubicBezTo>
                    <a:pt x="684" y="21"/>
                    <a:pt x="684" y="19"/>
                    <a:pt x="714" y="19"/>
                  </a:cubicBezTo>
                  <a:close/>
                  <a:moveTo>
                    <a:pt x="802" y="455"/>
                  </a:moveTo>
                  <a:cubicBezTo>
                    <a:pt x="842" y="455"/>
                    <a:pt x="883" y="455"/>
                    <a:pt x="923" y="463"/>
                  </a:cubicBezTo>
                  <a:cubicBezTo>
                    <a:pt x="858" y="463"/>
                    <a:pt x="802" y="463"/>
                    <a:pt x="745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42" y="568"/>
                    <a:pt x="1085" y="568"/>
                  </a:cubicBezTo>
                  <a:lnTo>
                    <a:pt x="1029" y="568"/>
                  </a:lnTo>
                  <a:cubicBezTo>
                    <a:pt x="964" y="560"/>
                    <a:pt x="907" y="560"/>
                    <a:pt x="964" y="560"/>
                  </a:cubicBezTo>
                  <a:close/>
                  <a:moveTo>
                    <a:pt x="1012" y="682"/>
                  </a:moveTo>
                  <a:cubicBezTo>
                    <a:pt x="1029" y="682"/>
                    <a:pt x="1045" y="682"/>
                    <a:pt x="1069" y="690"/>
                  </a:cubicBezTo>
                  <a:lnTo>
                    <a:pt x="948" y="690"/>
                  </a:lnTo>
                  <a:cubicBezTo>
                    <a:pt x="972" y="682"/>
                    <a:pt x="988" y="682"/>
                    <a:pt x="1012" y="682"/>
                  </a:cubicBezTo>
                  <a:close/>
                  <a:moveTo>
                    <a:pt x="1126" y="714"/>
                  </a:moveTo>
                  <a:lnTo>
                    <a:pt x="1061" y="722"/>
                  </a:lnTo>
                  <a:lnTo>
                    <a:pt x="1061" y="714"/>
                  </a:lnTo>
                  <a:close/>
                  <a:moveTo>
                    <a:pt x="1118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118" y="763"/>
                    <a:pt x="1118" y="763"/>
                    <a:pt x="1118" y="771"/>
                  </a:cubicBezTo>
                  <a:cubicBezTo>
                    <a:pt x="1118" y="775"/>
                    <a:pt x="1118" y="777"/>
                    <a:pt x="1110" y="777"/>
                  </a:cubicBezTo>
                  <a:cubicBezTo>
                    <a:pt x="1102" y="777"/>
                    <a:pt x="1085" y="775"/>
                    <a:pt x="1053" y="771"/>
                  </a:cubicBezTo>
                  <a:cubicBezTo>
                    <a:pt x="996" y="771"/>
                    <a:pt x="996" y="763"/>
                    <a:pt x="1061" y="763"/>
                  </a:cubicBezTo>
                  <a:close/>
                  <a:moveTo>
                    <a:pt x="810" y="828"/>
                  </a:moveTo>
                  <a:lnTo>
                    <a:pt x="745" y="836"/>
                  </a:lnTo>
                  <a:cubicBezTo>
                    <a:pt x="688" y="836"/>
                    <a:pt x="688" y="828"/>
                    <a:pt x="688" y="82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26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0" y="1209"/>
                  </a:moveTo>
                  <a:cubicBezTo>
                    <a:pt x="1175" y="1209"/>
                    <a:pt x="1175" y="1217"/>
                    <a:pt x="1175" y="1225"/>
                  </a:cubicBezTo>
                  <a:cubicBezTo>
                    <a:pt x="1134" y="1225"/>
                    <a:pt x="1093" y="1225"/>
                    <a:pt x="1053" y="1217"/>
                  </a:cubicBezTo>
                  <a:cubicBezTo>
                    <a:pt x="1053" y="1209"/>
                    <a:pt x="1053" y="1209"/>
                    <a:pt x="1110" y="1209"/>
                  </a:cubicBezTo>
                  <a:close/>
                  <a:moveTo>
                    <a:pt x="656" y="1468"/>
                  </a:moveTo>
                  <a:lnTo>
                    <a:pt x="656" y="1476"/>
                  </a:lnTo>
                  <a:lnTo>
                    <a:pt x="777" y="1476"/>
                  </a:lnTo>
                  <a:cubicBezTo>
                    <a:pt x="737" y="1468"/>
                    <a:pt x="696" y="1468"/>
                    <a:pt x="656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9" y="1"/>
                    <a:pt x="688" y="9"/>
                  </a:cubicBezTo>
                  <a:cubicBezTo>
                    <a:pt x="623" y="17"/>
                    <a:pt x="566" y="33"/>
                    <a:pt x="680" y="33"/>
                  </a:cubicBezTo>
                  <a:lnTo>
                    <a:pt x="745" y="33"/>
                  </a:lnTo>
                  <a:cubicBezTo>
                    <a:pt x="721" y="41"/>
                    <a:pt x="704" y="41"/>
                    <a:pt x="680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4" y="106"/>
                    <a:pt x="494" y="106"/>
                    <a:pt x="494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34" y="203"/>
                    <a:pt x="534" y="212"/>
                  </a:cubicBezTo>
                  <a:cubicBezTo>
                    <a:pt x="599" y="212"/>
                    <a:pt x="591" y="220"/>
                    <a:pt x="591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36"/>
                    <a:pt x="591" y="236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76"/>
                    <a:pt x="583" y="285"/>
                  </a:cubicBezTo>
                  <a:cubicBezTo>
                    <a:pt x="623" y="285"/>
                    <a:pt x="664" y="285"/>
                    <a:pt x="704" y="293"/>
                  </a:cubicBezTo>
                  <a:lnTo>
                    <a:pt x="583" y="293"/>
                  </a:lnTo>
                  <a:cubicBezTo>
                    <a:pt x="554" y="289"/>
                    <a:pt x="540" y="287"/>
                    <a:pt x="533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3" y="301"/>
                    <a:pt x="583" y="317"/>
                    <a:pt x="575" y="333"/>
                  </a:cubicBezTo>
                  <a:cubicBezTo>
                    <a:pt x="575" y="366"/>
                    <a:pt x="575" y="374"/>
                    <a:pt x="631" y="374"/>
                  </a:cubicBezTo>
                  <a:cubicBezTo>
                    <a:pt x="696" y="374"/>
                    <a:pt x="696" y="374"/>
                    <a:pt x="631" y="382"/>
                  </a:cubicBezTo>
                  <a:cubicBezTo>
                    <a:pt x="445" y="406"/>
                    <a:pt x="445" y="406"/>
                    <a:pt x="510" y="406"/>
                  </a:cubicBezTo>
                  <a:cubicBezTo>
                    <a:pt x="537" y="406"/>
                    <a:pt x="564" y="403"/>
                    <a:pt x="591" y="403"/>
                  </a:cubicBezTo>
                  <a:cubicBezTo>
                    <a:pt x="604" y="403"/>
                    <a:pt x="618" y="403"/>
                    <a:pt x="631" y="406"/>
                  </a:cubicBezTo>
                  <a:cubicBezTo>
                    <a:pt x="510" y="406"/>
                    <a:pt x="558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1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8" y="503"/>
                  </a:cubicBezTo>
                  <a:cubicBezTo>
                    <a:pt x="494" y="503"/>
                    <a:pt x="494" y="503"/>
                    <a:pt x="494" y="512"/>
                  </a:cubicBezTo>
                  <a:cubicBezTo>
                    <a:pt x="615" y="520"/>
                    <a:pt x="550" y="536"/>
                    <a:pt x="494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42" y="568"/>
                    <a:pt x="542" y="568"/>
                    <a:pt x="607" y="568"/>
                  </a:cubicBezTo>
                  <a:cubicBezTo>
                    <a:pt x="627" y="564"/>
                    <a:pt x="648" y="562"/>
                    <a:pt x="668" y="562"/>
                  </a:cubicBezTo>
                  <a:cubicBezTo>
                    <a:pt x="688" y="562"/>
                    <a:pt x="708" y="564"/>
                    <a:pt x="729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599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6" y="617"/>
                    <a:pt x="656" y="625"/>
                    <a:pt x="599" y="625"/>
                  </a:cubicBezTo>
                  <a:cubicBezTo>
                    <a:pt x="534" y="625"/>
                    <a:pt x="534" y="641"/>
                    <a:pt x="591" y="641"/>
                  </a:cubicBezTo>
                  <a:lnTo>
                    <a:pt x="591" y="649"/>
                  </a:lnTo>
                  <a:cubicBezTo>
                    <a:pt x="469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34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83" y="698"/>
                    <a:pt x="583" y="698"/>
                    <a:pt x="583" y="706"/>
                  </a:cubicBezTo>
                  <a:cubicBezTo>
                    <a:pt x="583" y="706"/>
                    <a:pt x="583" y="706"/>
                    <a:pt x="648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3" y="714"/>
                  </a:cubicBezTo>
                  <a:cubicBezTo>
                    <a:pt x="572" y="713"/>
                    <a:pt x="563" y="712"/>
                    <a:pt x="557" y="712"/>
                  </a:cubicBezTo>
                  <a:cubicBezTo>
                    <a:pt x="530" y="712"/>
                    <a:pt x="548" y="724"/>
                    <a:pt x="639" y="730"/>
                  </a:cubicBezTo>
                  <a:cubicBezTo>
                    <a:pt x="602" y="730"/>
                    <a:pt x="564" y="727"/>
                    <a:pt x="560" y="727"/>
                  </a:cubicBezTo>
                  <a:lnTo>
                    <a:pt x="560" y="727"/>
                  </a:lnTo>
                  <a:cubicBezTo>
                    <a:pt x="557" y="727"/>
                    <a:pt x="564" y="728"/>
                    <a:pt x="583" y="730"/>
                  </a:cubicBezTo>
                  <a:cubicBezTo>
                    <a:pt x="583" y="730"/>
                    <a:pt x="583" y="739"/>
                    <a:pt x="639" y="739"/>
                  </a:cubicBezTo>
                  <a:lnTo>
                    <a:pt x="639" y="747"/>
                  </a:lnTo>
                  <a:cubicBezTo>
                    <a:pt x="575" y="755"/>
                    <a:pt x="575" y="755"/>
                    <a:pt x="575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1"/>
                    <a:pt x="631" y="779"/>
                  </a:cubicBezTo>
                  <a:lnTo>
                    <a:pt x="575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672" y="787"/>
                    <a:pt x="712" y="787"/>
                    <a:pt x="753" y="795"/>
                  </a:cubicBezTo>
                  <a:lnTo>
                    <a:pt x="631" y="795"/>
                  </a:lnTo>
                  <a:lnTo>
                    <a:pt x="631" y="787"/>
                  </a:lnTo>
                  <a:cubicBezTo>
                    <a:pt x="575" y="787"/>
                    <a:pt x="566" y="812"/>
                    <a:pt x="566" y="844"/>
                  </a:cubicBezTo>
                  <a:cubicBezTo>
                    <a:pt x="607" y="852"/>
                    <a:pt x="648" y="852"/>
                    <a:pt x="688" y="852"/>
                  </a:cubicBezTo>
                  <a:cubicBezTo>
                    <a:pt x="502" y="852"/>
                    <a:pt x="502" y="860"/>
                    <a:pt x="680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76"/>
                    <a:pt x="558" y="884"/>
                  </a:cubicBezTo>
                  <a:cubicBezTo>
                    <a:pt x="502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2" y="901"/>
                    <a:pt x="558" y="917"/>
                    <a:pt x="672" y="917"/>
                  </a:cubicBezTo>
                  <a:lnTo>
                    <a:pt x="737" y="917"/>
                  </a:lnTo>
                  <a:cubicBezTo>
                    <a:pt x="672" y="917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1"/>
                    <a:pt x="729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9" y="974"/>
                  </a:cubicBezTo>
                  <a:lnTo>
                    <a:pt x="672" y="974"/>
                  </a:lnTo>
                  <a:cubicBezTo>
                    <a:pt x="785" y="974"/>
                    <a:pt x="729" y="982"/>
                    <a:pt x="607" y="982"/>
                  </a:cubicBezTo>
                  <a:cubicBezTo>
                    <a:pt x="542" y="982"/>
                    <a:pt x="542" y="982"/>
                    <a:pt x="542" y="990"/>
                  </a:cubicBezTo>
                  <a:lnTo>
                    <a:pt x="729" y="990"/>
                  </a:lnTo>
                  <a:cubicBezTo>
                    <a:pt x="721" y="998"/>
                    <a:pt x="721" y="998"/>
                    <a:pt x="664" y="998"/>
                  </a:cubicBezTo>
                  <a:cubicBezTo>
                    <a:pt x="607" y="998"/>
                    <a:pt x="542" y="1006"/>
                    <a:pt x="607" y="1006"/>
                  </a:cubicBezTo>
                  <a:lnTo>
                    <a:pt x="542" y="1006"/>
                  </a:ln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42" y="1039"/>
                    <a:pt x="599" y="1039"/>
                  </a:cubicBezTo>
                  <a:cubicBezTo>
                    <a:pt x="599" y="1047"/>
                    <a:pt x="599" y="1047"/>
                    <a:pt x="534" y="1047"/>
                  </a:cubicBezTo>
                  <a:cubicBezTo>
                    <a:pt x="477" y="1047"/>
                    <a:pt x="477" y="1047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cubicBezTo>
                    <a:pt x="656" y="1063"/>
                    <a:pt x="656" y="1063"/>
                    <a:pt x="656" y="1071"/>
                  </a:cubicBezTo>
                  <a:cubicBezTo>
                    <a:pt x="656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8" y="1087"/>
                  </a:cubicBezTo>
                  <a:cubicBezTo>
                    <a:pt x="648" y="1087"/>
                    <a:pt x="712" y="1087"/>
                    <a:pt x="648" y="1095"/>
                  </a:cubicBezTo>
                  <a:cubicBezTo>
                    <a:pt x="648" y="1095"/>
                    <a:pt x="591" y="1103"/>
                    <a:pt x="591" y="1111"/>
                  </a:cubicBezTo>
                  <a:cubicBezTo>
                    <a:pt x="583" y="1128"/>
                    <a:pt x="583" y="1128"/>
                    <a:pt x="648" y="1128"/>
                  </a:cubicBezTo>
                  <a:cubicBezTo>
                    <a:pt x="526" y="1136"/>
                    <a:pt x="526" y="1144"/>
                    <a:pt x="583" y="1144"/>
                  </a:cubicBezTo>
                  <a:lnTo>
                    <a:pt x="648" y="1144"/>
                  </a:lnTo>
                  <a:cubicBezTo>
                    <a:pt x="583" y="1144"/>
                    <a:pt x="583" y="1152"/>
                    <a:pt x="639" y="1152"/>
                  </a:cubicBezTo>
                  <a:cubicBezTo>
                    <a:pt x="639" y="1160"/>
                    <a:pt x="639" y="1160"/>
                    <a:pt x="583" y="1160"/>
                  </a:cubicBezTo>
                  <a:lnTo>
                    <a:pt x="583" y="1168"/>
                  </a:lnTo>
                  <a:cubicBezTo>
                    <a:pt x="704" y="1168"/>
                    <a:pt x="639" y="1193"/>
                    <a:pt x="575" y="1193"/>
                  </a:cubicBezTo>
                  <a:cubicBezTo>
                    <a:pt x="575" y="1193"/>
                    <a:pt x="575" y="1193"/>
                    <a:pt x="639" y="1201"/>
                  </a:cubicBezTo>
                  <a:cubicBezTo>
                    <a:pt x="753" y="1201"/>
                    <a:pt x="753" y="1209"/>
                    <a:pt x="639" y="1209"/>
                  </a:cubicBezTo>
                  <a:cubicBezTo>
                    <a:pt x="696" y="1209"/>
                    <a:pt x="696" y="1225"/>
                    <a:pt x="575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5" y="1233"/>
                    <a:pt x="575" y="1233"/>
                    <a:pt x="575" y="1241"/>
                  </a:cubicBezTo>
                  <a:cubicBezTo>
                    <a:pt x="569" y="1247"/>
                    <a:pt x="599" y="1253"/>
                    <a:pt x="615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7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6" y="1333"/>
                    <a:pt x="1042" y="1428"/>
                  </a:cubicBezTo>
                  <a:lnTo>
                    <a:pt x="1042" y="1428"/>
                  </a:lnTo>
                  <a:cubicBezTo>
                    <a:pt x="1035" y="1428"/>
                    <a:pt x="1028" y="1428"/>
                    <a:pt x="1021" y="1428"/>
                  </a:cubicBezTo>
                  <a:lnTo>
                    <a:pt x="1021" y="1436"/>
                  </a:lnTo>
                  <a:lnTo>
                    <a:pt x="1049" y="1436"/>
                  </a:lnTo>
                  <a:cubicBezTo>
                    <a:pt x="1047" y="1433"/>
                    <a:pt x="1045" y="1430"/>
                    <a:pt x="1042" y="1428"/>
                  </a:cubicBezTo>
                  <a:lnTo>
                    <a:pt x="1042" y="1428"/>
                  </a:lnTo>
                  <a:cubicBezTo>
                    <a:pt x="1076" y="1428"/>
                    <a:pt x="1109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48" y="1525"/>
                  </a:lnTo>
                  <a:cubicBezTo>
                    <a:pt x="1248" y="1528"/>
                    <a:pt x="1234" y="1529"/>
                    <a:pt x="1214" y="1529"/>
                  </a:cubicBezTo>
                  <a:cubicBezTo>
                    <a:pt x="1184" y="1529"/>
                    <a:pt x="1140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2" y="1606"/>
                  </a:lnTo>
                  <a:cubicBezTo>
                    <a:pt x="1132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6" y="1598"/>
                    <a:pt x="1202" y="1599"/>
                    <a:pt x="1231" y="1606"/>
                  </a:cubicBezTo>
                  <a:lnTo>
                    <a:pt x="1132" y="1606"/>
                  </a:lnTo>
                  <a:cubicBezTo>
                    <a:pt x="1133" y="1609"/>
                    <a:pt x="1134" y="1612"/>
                    <a:pt x="1134" y="1615"/>
                  </a:cubicBezTo>
                  <a:lnTo>
                    <a:pt x="1134" y="1615"/>
                  </a:lnTo>
                  <a:cubicBezTo>
                    <a:pt x="1146" y="1614"/>
                    <a:pt x="1159" y="1614"/>
                    <a:pt x="1175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8" y="1598"/>
                    <a:pt x="1353" y="1590"/>
                    <a:pt x="1296" y="1590"/>
                  </a:cubicBezTo>
                  <a:cubicBezTo>
                    <a:pt x="1256" y="1593"/>
                    <a:pt x="1236" y="1593"/>
                    <a:pt x="1230" y="1593"/>
                  </a:cubicBezTo>
                  <a:cubicBezTo>
                    <a:pt x="1217" y="1593"/>
                    <a:pt x="1258" y="1590"/>
                    <a:pt x="1296" y="1590"/>
                  </a:cubicBezTo>
                  <a:cubicBezTo>
                    <a:pt x="1353" y="1590"/>
                    <a:pt x="1418" y="1582"/>
                    <a:pt x="1353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33"/>
                    <a:pt x="1304" y="1533"/>
                    <a:pt x="1361" y="1533"/>
                  </a:cubicBezTo>
                  <a:cubicBezTo>
                    <a:pt x="1426" y="1533"/>
                    <a:pt x="1426" y="1533"/>
                    <a:pt x="1361" y="1525"/>
                  </a:cubicBezTo>
                  <a:cubicBezTo>
                    <a:pt x="1361" y="1525"/>
                    <a:pt x="1248" y="1525"/>
                    <a:pt x="1248" y="1517"/>
                  </a:cubicBezTo>
                  <a:cubicBezTo>
                    <a:pt x="1207" y="1517"/>
                    <a:pt x="1166" y="1517"/>
                    <a:pt x="1126" y="1509"/>
                  </a:cubicBezTo>
                  <a:lnTo>
                    <a:pt x="1248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6" y="1476"/>
                  </a:cubicBezTo>
                  <a:cubicBezTo>
                    <a:pt x="1369" y="1476"/>
                    <a:pt x="1377" y="1460"/>
                    <a:pt x="1256" y="1452"/>
                  </a:cubicBezTo>
                  <a:cubicBezTo>
                    <a:pt x="1199" y="1452"/>
                    <a:pt x="1199" y="1452"/>
                    <a:pt x="1256" y="1444"/>
                  </a:cubicBezTo>
                  <a:cubicBezTo>
                    <a:pt x="1199" y="1436"/>
                    <a:pt x="1256" y="1436"/>
                    <a:pt x="1321" y="1428"/>
                  </a:cubicBezTo>
                  <a:cubicBezTo>
                    <a:pt x="1442" y="1428"/>
                    <a:pt x="1442" y="1428"/>
                    <a:pt x="1377" y="1420"/>
                  </a:cubicBezTo>
                  <a:cubicBezTo>
                    <a:pt x="1321" y="1420"/>
                    <a:pt x="1321" y="1411"/>
                    <a:pt x="1321" y="1403"/>
                  </a:cubicBezTo>
                  <a:cubicBezTo>
                    <a:pt x="1293" y="1403"/>
                    <a:pt x="1266" y="1400"/>
                    <a:pt x="1239" y="1400"/>
                  </a:cubicBezTo>
                  <a:cubicBezTo>
                    <a:pt x="1226" y="1400"/>
                    <a:pt x="1212" y="1401"/>
                    <a:pt x="1199" y="1403"/>
                  </a:cubicBezTo>
                  <a:cubicBezTo>
                    <a:pt x="1142" y="1403"/>
                    <a:pt x="1085" y="1395"/>
                    <a:pt x="1085" y="1395"/>
                  </a:cubicBezTo>
                  <a:lnTo>
                    <a:pt x="1207" y="1395"/>
                  </a:lnTo>
                  <a:cubicBezTo>
                    <a:pt x="1264" y="1395"/>
                    <a:pt x="1264" y="1387"/>
                    <a:pt x="1264" y="1379"/>
                  </a:cubicBezTo>
                  <a:lnTo>
                    <a:pt x="1264" y="1371"/>
                  </a:lnTo>
                  <a:cubicBezTo>
                    <a:pt x="1329" y="1363"/>
                    <a:pt x="1329" y="1355"/>
                    <a:pt x="1272" y="1355"/>
                  </a:cubicBezTo>
                  <a:lnTo>
                    <a:pt x="1207" y="1355"/>
                  </a:lnTo>
                  <a:cubicBezTo>
                    <a:pt x="1329" y="1355"/>
                    <a:pt x="1337" y="1322"/>
                    <a:pt x="1215" y="1314"/>
                  </a:cubicBezTo>
                  <a:lnTo>
                    <a:pt x="1272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0" y="1274"/>
                    <a:pt x="1280" y="1257"/>
                    <a:pt x="1223" y="1257"/>
                  </a:cubicBezTo>
                  <a:lnTo>
                    <a:pt x="1345" y="1257"/>
                  </a:lnTo>
                  <a:cubicBezTo>
                    <a:pt x="1304" y="1249"/>
                    <a:pt x="1264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3" y="1209"/>
                    <a:pt x="1410" y="1201"/>
                    <a:pt x="1288" y="1193"/>
                  </a:cubicBezTo>
                  <a:lnTo>
                    <a:pt x="1353" y="1193"/>
                  </a:lnTo>
                  <a:cubicBezTo>
                    <a:pt x="1410" y="1193"/>
                    <a:pt x="1475" y="1193"/>
                    <a:pt x="1353" y="1184"/>
                  </a:cubicBezTo>
                  <a:cubicBezTo>
                    <a:pt x="1296" y="1184"/>
                    <a:pt x="1296" y="1168"/>
                    <a:pt x="1353" y="1168"/>
                  </a:cubicBezTo>
                  <a:cubicBezTo>
                    <a:pt x="1353" y="1160"/>
                    <a:pt x="1353" y="1160"/>
                    <a:pt x="1296" y="1160"/>
                  </a:cubicBezTo>
                  <a:lnTo>
                    <a:pt x="1239" y="1160"/>
                  </a:lnTo>
                  <a:cubicBezTo>
                    <a:pt x="1361" y="1152"/>
                    <a:pt x="1361" y="1152"/>
                    <a:pt x="1239" y="1152"/>
                  </a:cubicBezTo>
                  <a:cubicBezTo>
                    <a:pt x="1296" y="1144"/>
                    <a:pt x="1296" y="1144"/>
                    <a:pt x="1296" y="1144"/>
                  </a:cubicBezTo>
                  <a:cubicBezTo>
                    <a:pt x="1296" y="1144"/>
                    <a:pt x="1239" y="1128"/>
                    <a:pt x="1248" y="1111"/>
                  </a:cubicBezTo>
                  <a:cubicBezTo>
                    <a:pt x="1248" y="1087"/>
                    <a:pt x="1248" y="1079"/>
                    <a:pt x="1191" y="1079"/>
                  </a:cubicBezTo>
                  <a:cubicBezTo>
                    <a:pt x="1126" y="1071"/>
                    <a:pt x="1126" y="1071"/>
                    <a:pt x="1191" y="1071"/>
                  </a:cubicBezTo>
                  <a:cubicBezTo>
                    <a:pt x="1248" y="1063"/>
                    <a:pt x="1248" y="1063"/>
                    <a:pt x="1248" y="1063"/>
                  </a:cubicBezTo>
                  <a:cubicBezTo>
                    <a:pt x="1248" y="1055"/>
                    <a:pt x="1256" y="1055"/>
                    <a:pt x="1312" y="1055"/>
                  </a:cubicBezTo>
                  <a:cubicBezTo>
                    <a:pt x="1256" y="1055"/>
                    <a:pt x="1256" y="1055"/>
                    <a:pt x="1256" y="1047"/>
                  </a:cubicBezTo>
                  <a:cubicBezTo>
                    <a:pt x="1312" y="1047"/>
                    <a:pt x="1312" y="1047"/>
                    <a:pt x="1256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6" y="1030"/>
                    <a:pt x="1256" y="1022"/>
                    <a:pt x="1199" y="1022"/>
                  </a:cubicBezTo>
                  <a:cubicBezTo>
                    <a:pt x="1199" y="1022"/>
                    <a:pt x="1199" y="1014"/>
                    <a:pt x="1256" y="1014"/>
                  </a:cubicBezTo>
                  <a:cubicBezTo>
                    <a:pt x="1321" y="1014"/>
                    <a:pt x="1264" y="998"/>
                    <a:pt x="1199" y="998"/>
                  </a:cubicBezTo>
                  <a:cubicBezTo>
                    <a:pt x="1142" y="998"/>
                    <a:pt x="1142" y="990"/>
                    <a:pt x="1199" y="990"/>
                  </a:cubicBezTo>
                  <a:cubicBezTo>
                    <a:pt x="1264" y="990"/>
                    <a:pt x="1264" y="990"/>
                    <a:pt x="1264" y="982"/>
                  </a:cubicBezTo>
                  <a:lnTo>
                    <a:pt x="1321" y="982"/>
                  </a:lnTo>
                  <a:cubicBezTo>
                    <a:pt x="1385" y="982"/>
                    <a:pt x="1385" y="982"/>
                    <a:pt x="1385" y="974"/>
                  </a:cubicBezTo>
                  <a:cubicBezTo>
                    <a:pt x="1321" y="974"/>
                    <a:pt x="1329" y="957"/>
                    <a:pt x="1329" y="949"/>
                  </a:cubicBezTo>
                  <a:cubicBezTo>
                    <a:pt x="1329" y="933"/>
                    <a:pt x="1272" y="933"/>
                    <a:pt x="1150" y="925"/>
                  </a:cubicBezTo>
                  <a:cubicBezTo>
                    <a:pt x="1215" y="925"/>
                    <a:pt x="1329" y="917"/>
                    <a:pt x="1329" y="917"/>
                  </a:cubicBezTo>
                  <a:lnTo>
                    <a:pt x="1215" y="917"/>
                  </a:lnTo>
                  <a:cubicBezTo>
                    <a:pt x="1150" y="917"/>
                    <a:pt x="1150" y="917"/>
                    <a:pt x="1215" y="909"/>
                  </a:cubicBezTo>
                  <a:cubicBezTo>
                    <a:pt x="1272" y="901"/>
                    <a:pt x="1272" y="901"/>
                    <a:pt x="1215" y="893"/>
                  </a:cubicBezTo>
                  <a:cubicBezTo>
                    <a:pt x="1215" y="893"/>
                    <a:pt x="1215" y="893"/>
                    <a:pt x="1280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15" y="876"/>
                  </a:cubicBezTo>
                  <a:cubicBezTo>
                    <a:pt x="1337" y="876"/>
                    <a:pt x="1337" y="868"/>
                    <a:pt x="1280" y="868"/>
                  </a:cubicBezTo>
                  <a:cubicBezTo>
                    <a:pt x="1215" y="868"/>
                    <a:pt x="1223" y="860"/>
                    <a:pt x="1223" y="860"/>
                  </a:cubicBezTo>
                  <a:cubicBezTo>
                    <a:pt x="1223" y="852"/>
                    <a:pt x="1223" y="852"/>
                    <a:pt x="1158" y="852"/>
                  </a:cubicBezTo>
                  <a:lnTo>
                    <a:pt x="1166" y="844"/>
                  </a:lnTo>
                  <a:lnTo>
                    <a:pt x="1280" y="844"/>
                  </a:lnTo>
                  <a:cubicBezTo>
                    <a:pt x="1280" y="836"/>
                    <a:pt x="1280" y="836"/>
                    <a:pt x="1223" y="828"/>
                  </a:cubicBezTo>
                  <a:cubicBezTo>
                    <a:pt x="1280" y="828"/>
                    <a:pt x="1345" y="828"/>
                    <a:pt x="1288" y="820"/>
                  </a:cubicBezTo>
                  <a:cubicBezTo>
                    <a:pt x="1402" y="820"/>
                    <a:pt x="1402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1" y="763"/>
                    <a:pt x="1296" y="755"/>
                  </a:cubicBezTo>
                  <a:lnTo>
                    <a:pt x="1353" y="755"/>
                  </a:lnTo>
                  <a:cubicBezTo>
                    <a:pt x="1231" y="755"/>
                    <a:pt x="1231" y="755"/>
                    <a:pt x="1239" y="747"/>
                  </a:cubicBezTo>
                  <a:cubicBezTo>
                    <a:pt x="1296" y="739"/>
                    <a:pt x="1239" y="730"/>
                    <a:pt x="1183" y="722"/>
                  </a:cubicBezTo>
                  <a:lnTo>
                    <a:pt x="1175" y="730"/>
                  </a:lnTo>
                  <a:cubicBezTo>
                    <a:pt x="1061" y="730"/>
                    <a:pt x="1061" y="730"/>
                    <a:pt x="1118" y="722"/>
                  </a:cubicBezTo>
                  <a:cubicBezTo>
                    <a:pt x="1145" y="722"/>
                    <a:pt x="1172" y="719"/>
                    <a:pt x="1199" y="719"/>
                  </a:cubicBezTo>
                  <a:cubicBezTo>
                    <a:pt x="1212" y="719"/>
                    <a:pt x="1226" y="720"/>
                    <a:pt x="1239" y="722"/>
                  </a:cubicBezTo>
                  <a:cubicBezTo>
                    <a:pt x="1280" y="722"/>
                    <a:pt x="1321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6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39" y="706"/>
                    <a:pt x="1239" y="698"/>
                    <a:pt x="1183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83" y="690"/>
                    <a:pt x="1183" y="682"/>
                    <a:pt x="1183" y="682"/>
                  </a:cubicBezTo>
                  <a:lnTo>
                    <a:pt x="1361" y="682"/>
                  </a:lnTo>
                  <a:cubicBezTo>
                    <a:pt x="1345" y="674"/>
                    <a:pt x="1329" y="674"/>
                    <a:pt x="1304" y="674"/>
                  </a:cubicBezTo>
                  <a:cubicBezTo>
                    <a:pt x="1248" y="674"/>
                    <a:pt x="1256" y="601"/>
                    <a:pt x="1256" y="593"/>
                  </a:cubicBezTo>
                  <a:cubicBezTo>
                    <a:pt x="1302" y="587"/>
                    <a:pt x="1315" y="581"/>
                    <a:pt x="1299" y="581"/>
                  </a:cubicBezTo>
                  <a:cubicBezTo>
                    <a:pt x="1292" y="581"/>
                    <a:pt x="1280" y="582"/>
                    <a:pt x="1264" y="584"/>
                  </a:cubicBezTo>
                  <a:cubicBezTo>
                    <a:pt x="1199" y="584"/>
                    <a:pt x="1199" y="568"/>
                    <a:pt x="1207" y="544"/>
                  </a:cubicBezTo>
                  <a:cubicBezTo>
                    <a:pt x="1207" y="528"/>
                    <a:pt x="1207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7" y="479"/>
                    <a:pt x="1037" y="479"/>
                    <a:pt x="1093" y="479"/>
                  </a:cubicBezTo>
                  <a:lnTo>
                    <a:pt x="1215" y="479"/>
                  </a:lnTo>
                  <a:cubicBezTo>
                    <a:pt x="1175" y="471"/>
                    <a:pt x="1134" y="471"/>
                    <a:pt x="1093" y="471"/>
                  </a:cubicBezTo>
                  <a:lnTo>
                    <a:pt x="1037" y="471"/>
                  </a:lnTo>
                  <a:cubicBezTo>
                    <a:pt x="1037" y="463"/>
                    <a:pt x="1037" y="463"/>
                    <a:pt x="1093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cubicBezTo>
                    <a:pt x="1402" y="455"/>
                    <a:pt x="1402" y="455"/>
                    <a:pt x="1280" y="447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0" y="430"/>
                    <a:pt x="1288" y="422"/>
                    <a:pt x="1166" y="422"/>
                  </a:cubicBezTo>
                  <a:cubicBezTo>
                    <a:pt x="1102" y="422"/>
                    <a:pt x="1110" y="422"/>
                    <a:pt x="1166" y="414"/>
                  </a:cubicBezTo>
                  <a:cubicBezTo>
                    <a:pt x="1223" y="414"/>
                    <a:pt x="1223" y="414"/>
                    <a:pt x="1231" y="406"/>
                  </a:cubicBezTo>
                  <a:cubicBezTo>
                    <a:pt x="1166" y="398"/>
                    <a:pt x="1175" y="382"/>
                    <a:pt x="1175" y="357"/>
                  </a:cubicBezTo>
                  <a:cubicBezTo>
                    <a:pt x="1183" y="325"/>
                    <a:pt x="1183" y="309"/>
                    <a:pt x="1126" y="309"/>
                  </a:cubicBezTo>
                  <a:cubicBezTo>
                    <a:pt x="1126" y="309"/>
                    <a:pt x="1126" y="309"/>
                    <a:pt x="1183" y="301"/>
                  </a:cubicBezTo>
                  <a:cubicBezTo>
                    <a:pt x="1239" y="301"/>
                    <a:pt x="1239" y="301"/>
                    <a:pt x="1126" y="293"/>
                  </a:cubicBezTo>
                  <a:cubicBezTo>
                    <a:pt x="1183" y="293"/>
                    <a:pt x="1183" y="285"/>
                    <a:pt x="1183" y="276"/>
                  </a:cubicBezTo>
                  <a:cubicBezTo>
                    <a:pt x="1191" y="268"/>
                    <a:pt x="1191" y="252"/>
                    <a:pt x="1126" y="252"/>
                  </a:cubicBezTo>
                  <a:cubicBezTo>
                    <a:pt x="1248" y="252"/>
                    <a:pt x="1312" y="236"/>
                    <a:pt x="1191" y="228"/>
                  </a:cubicBezTo>
                  <a:cubicBezTo>
                    <a:pt x="1191" y="228"/>
                    <a:pt x="1191" y="220"/>
                    <a:pt x="1256" y="220"/>
                  </a:cubicBezTo>
                  <a:cubicBezTo>
                    <a:pt x="1256" y="220"/>
                    <a:pt x="1256" y="220"/>
                    <a:pt x="1199" y="203"/>
                  </a:cubicBezTo>
                  <a:cubicBezTo>
                    <a:pt x="1199" y="203"/>
                    <a:pt x="1199" y="187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82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72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45" y="25"/>
                  </a:cubicBezTo>
                  <a:lnTo>
                    <a:pt x="1458" y="25"/>
                  </a:lnTo>
                  <a:cubicBezTo>
                    <a:pt x="1418" y="17"/>
                    <a:pt x="1385" y="17"/>
                    <a:pt x="1345" y="17"/>
                  </a:cubicBezTo>
                  <a:cubicBezTo>
                    <a:pt x="1345" y="17"/>
                    <a:pt x="1345" y="9"/>
                    <a:pt x="1280" y="9"/>
                  </a:cubicBezTo>
                  <a:lnTo>
                    <a:pt x="1223" y="9"/>
                  </a:lnTo>
                  <a:cubicBezTo>
                    <a:pt x="1266" y="9"/>
                    <a:pt x="1252" y="5"/>
                    <a:pt x="1221" y="5"/>
                  </a:cubicBezTo>
                  <a:cubicBezTo>
                    <a:pt x="1205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4" y="1615"/>
                  </a:moveTo>
                  <a:lnTo>
                    <a:pt x="1134" y="1615"/>
                  </a:lnTo>
                  <a:cubicBezTo>
                    <a:pt x="1066" y="1616"/>
                    <a:pt x="1066" y="1621"/>
                    <a:pt x="1136" y="1622"/>
                  </a:cubicBezTo>
                  <a:lnTo>
                    <a:pt x="1136" y="1622"/>
                  </a:lnTo>
                  <a:cubicBezTo>
                    <a:pt x="1136" y="1619"/>
                    <a:pt x="1135" y="1617"/>
                    <a:pt x="1134" y="1615"/>
                  </a:cubicBezTo>
                  <a:close/>
                  <a:moveTo>
                    <a:pt x="707" y="1675"/>
                  </a:moveTo>
                  <a:cubicBezTo>
                    <a:pt x="694" y="1675"/>
                    <a:pt x="669" y="1676"/>
                    <a:pt x="632" y="1679"/>
                  </a:cubicBezTo>
                  <a:lnTo>
                    <a:pt x="632" y="1679"/>
                  </a:lnTo>
                  <a:cubicBezTo>
                    <a:pt x="706" y="1679"/>
                    <a:pt x="730" y="1675"/>
                    <a:pt x="707" y="1675"/>
                  </a:cubicBezTo>
                  <a:close/>
                  <a:moveTo>
                    <a:pt x="632" y="1679"/>
                  </a:moveTo>
                  <a:lnTo>
                    <a:pt x="632" y="1679"/>
                  </a:lnTo>
                  <a:cubicBezTo>
                    <a:pt x="631" y="1679"/>
                    <a:pt x="630" y="1679"/>
                    <a:pt x="629" y="1679"/>
                  </a:cubicBezTo>
                  <a:lnTo>
                    <a:pt x="629" y="1679"/>
                  </a:lnTo>
                  <a:cubicBezTo>
                    <a:pt x="629" y="1679"/>
                    <a:pt x="630" y="1679"/>
                    <a:pt x="631" y="1679"/>
                  </a:cubicBezTo>
                  <a:cubicBezTo>
                    <a:pt x="631" y="1679"/>
                    <a:pt x="631" y="1679"/>
                    <a:pt x="632" y="1679"/>
                  </a:cubicBezTo>
                  <a:close/>
                  <a:moveTo>
                    <a:pt x="1136" y="1622"/>
                  </a:moveTo>
                  <a:lnTo>
                    <a:pt x="1136" y="1622"/>
                  </a:lnTo>
                  <a:cubicBezTo>
                    <a:pt x="1146" y="1662"/>
                    <a:pt x="1150" y="1703"/>
                    <a:pt x="1150" y="1744"/>
                  </a:cubicBezTo>
                  <a:lnTo>
                    <a:pt x="1150" y="1744"/>
                  </a:lnTo>
                  <a:cubicBezTo>
                    <a:pt x="1336" y="1744"/>
                    <a:pt x="1326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03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2" y="1692"/>
                    <a:pt x="1259" y="1692"/>
                  </a:cubicBezTo>
                  <a:cubicBezTo>
                    <a:pt x="1237" y="1692"/>
                    <a:pt x="1204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0" y="1687"/>
                    <a:pt x="1288" y="1679"/>
                    <a:pt x="1288" y="1655"/>
                  </a:cubicBezTo>
                  <a:cubicBezTo>
                    <a:pt x="1288" y="1630"/>
                    <a:pt x="1288" y="1622"/>
                    <a:pt x="1175" y="1622"/>
                  </a:cubicBezTo>
                  <a:cubicBezTo>
                    <a:pt x="1160" y="1622"/>
                    <a:pt x="1147" y="1622"/>
                    <a:pt x="1136" y="1622"/>
                  </a:cubicBezTo>
                  <a:close/>
                  <a:moveTo>
                    <a:pt x="1150" y="1744"/>
                  </a:moveTo>
                  <a:lnTo>
                    <a:pt x="1150" y="1744"/>
                  </a:lnTo>
                  <a:cubicBezTo>
                    <a:pt x="1133" y="1744"/>
                    <a:pt x="1114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2" y="1752"/>
                    <a:pt x="1150" y="1752"/>
                  </a:cubicBezTo>
                  <a:lnTo>
                    <a:pt x="1150" y="1752"/>
                  </a:lnTo>
                  <a:cubicBezTo>
                    <a:pt x="1150" y="1749"/>
                    <a:pt x="1150" y="1747"/>
                    <a:pt x="1150" y="1744"/>
                  </a:cubicBezTo>
                  <a:close/>
                  <a:moveTo>
                    <a:pt x="1150" y="1752"/>
                  </a:moveTo>
                  <a:cubicBezTo>
                    <a:pt x="1150" y="1764"/>
                    <a:pt x="1150" y="1776"/>
                    <a:pt x="1149" y="1787"/>
                  </a:cubicBezTo>
                  <a:lnTo>
                    <a:pt x="1149" y="1787"/>
                  </a:lnTo>
                  <a:cubicBezTo>
                    <a:pt x="1168" y="1786"/>
                    <a:pt x="1188" y="1784"/>
                    <a:pt x="1207" y="1784"/>
                  </a:cubicBezTo>
                  <a:lnTo>
                    <a:pt x="1272" y="1784"/>
                  </a:lnTo>
                  <a:cubicBezTo>
                    <a:pt x="1385" y="1784"/>
                    <a:pt x="1329" y="1776"/>
                    <a:pt x="1272" y="1768"/>
                  </a:cubicBezTo>
                  <a:cubicBezTo>
                    <a:pt x="1150" y="1760"/>
                    <a:pt x="1150" y="1760"/>
                    <a:pt x="1272" y="1760"/>
                  </a:cubicBezTo>
                  <a:cubicBezTo>
                    <a:pt x="1380" y="1760"/>
                    <a:pt x="1296" y="1754"/>
                    <a:pt x="1150" y="1752"/>
                  </a:cubicBezTo>
                  <a:close/>
                  <a:moveTo>
                    <a:pt x="1085" y="1784"/>
                  </a:moveTo>
                  <a:lnTo>
                    <a:pt x="1085" y="1784"/>
                  </a:lnTo>
                  <a:cubicBezTo>
                    <a:pt x="1106" y="1789"/>
                    <a:pt x="1127" y="1791"/>
                    <a:pt x="1148" y="1792"/>
                  </a:cubicBezTo>
                  <a:lnTo>
                    <a:pt x="1148" y="1792"/>
                  </a:lnTo>
                  <a:cubicBezTo>
                    <a:pt x="1148" y="1790"/>
                    <a:pt x="1148" y="1789"/>
                    <a:pt x="1149" y="1787"/>
                  </a:cubicBezTo>
                  <a:lnTo>
                    <a:pt x="1149" y="1787"/>
                  </a:lnTo>
                  <a:cubicBezTo>
                    <a:pt x="1141" y="1788"/>
                    <a:pt x="1133" y="1788"/>
                    <a:pt x="1126" y="1788"/>
                  </a:cubicBezTo>
                  <a:cubicBezTo>
                    <a:pt x="1112" y="1788"/>
                    <a:pt x="1099" y="1787"/>
                    <a:pt x="1085" y="1784"/>
                  </a:cubicBezTo>
                  <a:close/>
                  <a:moveTo>
                    <a:pt x="964" y="1801"/>
                  </a:moveTo>
                  <a:lnTo>
                    <a:pt x="1029" y="1809"/>
                  </a:lnTo>
                  <a:lnTo>
                    <a:pt x="1085" y="1801"/>
                  </a:lnTo>
                  <a:close/>
                  <a:moveTo>
                    <a:pt x="1247" y="1789"/>
                  </a:moveTo>
                  <a:cubicBezTo>
                    <a:pt x="1239" y="1789"/>
                    <a:pt x="1226" y="1790"/>
                    <a:pt x="1207" y="1793"/>
                  </a:cubicBezTo>
                  <a:cubicBezTo>
                    <a:pt x="1187" y="1793"/>
                    <a:pt x="1168" y="1793"/>
                    <a:pt x="1148" y="1792"/>
                  </a:cubicBezTo>
                  <a:lnTo>
                    <a:pt x="1148" y="1792"/>
                  </a:lnTo>
                  <a:cubicBezTo>
                    <a:pt x="1147" y="1803"/>
                    <a:pt x="1146" y="1814"/>
                    <a:pt x="1144" y="1825"/>
                  </a:cubicBezTo>
                  <a:lnTo>
                    <a:pt x="1144" y="1825"/>
                  </a:lnTo>
                  <a:cubicBezTo>
                    <a:pt x="1184" y="1817"/>
                    <a:pt x="1224" y="1817"/>
                    <a:pt x="1264" y="1817"/>
                  </a:cubicBezTo>
                  <a:cubicBezTo>
                    <a:pt x="1142" y="1817"/>
                    <a:pt x="1142" y="1809"/>
                    <a:pt x="1207" y="1809"/>
                  </a:cubicBezTo>
                  <a:cubicBezTo>
                    <a:pt x="1264" y="1809"/>
                    <a:pt x="1264" y="1809"/>
                    <a:pt x="1264" y="1801"/>
                  </a:cubicBezTo>
                  <a:lnTo>
                    <a:pt x="1264" y="1793"/>
                  </a:lnTo>
                  <a:cubicBezTo>
                    <a:pt x="1264" y="1793"/>
                    <a:pt x="1264" y="1789"/>
                    <a:pt x="1247" y="1789"/>
                  </a:cubicBezTo>
                  <a:close/>
                  <a:moveTo>
                    <a:pt x="1144" y="1825"/>
                  </a:moveTo>
                  <a:lnTo>
                    <a:pt x="1144" y="1825"/>
                  </a:lnTo>
                  <a:cubicBezTo>
                    <a:pt x="1144" y="1825"/>
                    <a:pt x="1143" y="1825"/>
                    <a:pt x="1142" y="1825"/>
                  </a:cubicBezTo>
                  <a:cubicBezTo>
                    <a:pt x="1142" y="1825"/>
                    <a:pt x="1142" y="1826"/>
                    <a:pt x="1144" y="1827"/>
                  </a:cubicBezTo>
                  <a:lnTo>
                    <a:pt x="1144" y="1827"/>
                  </a:lnTo>
                  <a:cubicBezTo>
                    <a:pt x="1144" y="1826"/>
                    <a:pt x="1144" y="1825"/>
                    <a:pt x="1144" y="1825"/>
                  </a:cubicBezTo>
                  <a:close/>
                  <a:moveTo>
                    <a:pt x="1077" y="1874"/>
                  </a:moveTo>
                  <a:cubicBezTo>
                    <a:pt x="1077" y="1882"/>
                    <a:pt x="1077" y="1882"/>
                    <a:pt x="1132" y="1882"/>
                  </a:cubicBezTo>
                  <a:lnTo>
                    <a:pt x="1132" y="1882"/>
                  </a:lnTo>
                  <a:cubicBezTo>
                    <a:pt x="1133" y="1879"/>
                    <a:pt x="1134" y="1876"/>
                    <a:pt x="1134" y="1874"/>
                  </a:cubicBezTo>
                  <a:lnTo>
                    <a:pt x="1134" y="1874"/>
                  </a:lnTo>
                  <a:cubicBezTo>
                    <a:pt x="1134" y="1874"/>
                    <a:pt x="1134" y="1874"/>
                    <a:pt x="1134" y="1874"/>
                  </a:cubicBezTo>
                  <a:close/>
                  <a:moveTo>
                    <a:pt x="2326" y="1890"/>
                  </a:moveTo>
                  <a:cubicBezTo>
                    <a:pt x="2269" y="1890"/>
                    <a:pt x="2269" y="1890"/>
                    <a:pt x="2269" y="1898"/>
                  </a:cubicBezTo>
                  <a:lnTo>
                    <a:pt x="2391" y="1898"/>
                  </a:lnTo>
                  <a:cubicBezTo>
                    <a:pt x="2447" y="1898"/>
                    <a:pt x="2447" y="1898"/>
                    <a:pt x="2326" y="1890"/>
                  </a:cubicBezTo>
                  <a:close/>
                  <a:moveTo>
                    <a:pt x="356" y="1898"/>
                  </a:moveTo>
                  <a:cubicBezTo>
                    <a:pt x="323" y="1902"/>
                    <a:pt x="307" y="1904"/>
                    <a:pt x="299" y="1904"/>
                  </a:cubicBezTo>
                  <a:cubicBezTo>
                    <a:pt x="291" y="1904"/>
                    <a:pt x="291" y="1902"/>
                    <a:pt x="291" y="1898"/>
                  </a:cubicBezTo>
                  <a:close/>
                  <a:moveTo>
                    <a:pt x="1116" y="1930"/>
                  </a:moveTo>
                  <a:cubicBezTo>
                    <a:pt x="1069" y="1930"/>
                    <a:pt x="1069" y="1931"/>
                    <a:pt x="1069" y="1938"/>
                  </a:cubicBezTo>
                  <a:lnTo>
                    <a:pt x="1113" y="1938"/>
                  </a:lnTo>
                  <a:cubicBezTo>
                    <a:pt x="1114" y="1936"/>
                    <a:pt x="1115" y="1933"/>
                    <a:pt x="1116" y="1930"/>
                  </a:cubicBezTo>
                  <a:close/>
                  <a:moveTo>
                    <a:pt x="747" y="1951"/>
                  </a:moveTo>
                  <a:cubicBezTo>
                    <a:pt x="754" y="1951"/>
                    <a:pt x="761" y="1952"/>
                    <a:pt x="769" y="1955"/>
                  </a:cubicBezTo>
                  <a:lnTo>
                    <a:pt x="704" y="1955"/>
                  </a:lnTo>
                  <a:cubicBezTo>
                    <a:pt x="721" y="1955"/>
                    <a:pt x="733" y="1951"/>
                    <a:pt x="747" y="1951"/>
                  </a:cubicBezTo>
                  <a:close/>
                  <a:moveTo>
                    <a:pt x="786" y="1951"/>
                  </a:moveTo>
                  <a:cubicBezTo>
                    <a:pt x="797" y="1951"/>
                    <a:pt x="810" y="1955"/>
                    <a:pt x="826" y="1955"/>
                  </a:cubicBezTo>
                  <a:lnTo>
                    <a:pt x="769" y="1955"/>
                  </a:lnTo>
                  <a:cubicBezTo>
                    <a:pt x="775" y="1952"/>
                    <a:pt x="780" y="1951"/>
                    <a:pt x="786" y="1951"/>
                  </a:cubicBezTo>
                  <a:close/>
                  <a:moveTo>
                    <a:pt x="883" y="1987"/>
                  </a:moveTo>
                  <a:lnTo>
                    <a:pt x="883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75" y="2011"/>
                    <a:pt x="818" y="2011"/>
                    <a:pt x="875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88" y="2044"/>
                    <a:pt x="1353" y="2044"/>
                    <a:pt x="1288" y="2044"/>
                  </a:cubicBezTo>
                  <a:cubicBezTo>
                    <a:pt x="1272" y="2044"/>
                    <a:pt x="1248" y="2044"/>
                    <a:pt x="1231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2" y="2109"/>
                    <a:pt x="1045" y="2101"/>
                    <a:pt x="1045" y="2101"/>
                  </a:cubicBezTo>
                  <a:close/>
                  <a:moveTo>
                    <a:pt x="802" y="2125"/>
                  </a:moveTo>
                  <a:cubicBezTo>
                    <a:pt x="890" y="2131"/>
                    <a:pt x="945" y="2132"/>
                    <a:pt x="967" y="2133"/>
                  </a:cubicBezTo>
                  <a:lnTo>
                    <a:pt x="967" y="2133"/>
                  </a:lnTo>
                  <a:cubicBezTo>
                    <a:pt x="968" y="2133"/>
                    <a:pt x="968" y="2132"/>
                    <a:pt x="968" y="2132"/>
                  </a:cubicBezTo>
                  <a:lnTo>
                    <a:pt x="968" y="2132"/>
                  </a:lnTo>
                  <a:lnTo>
                    <a:pt x="858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08" y="2174"/>
                    <a:pt x="1095" y="2167"/>
                    <a:pt x="1215" y="2166"/>
                  </a:cubicBezTo>
                  <a:close/>
                  <a:moveTo>
                    <a:pt x="1029" y="2190"/>
                  </a:moveTo>
                  <a:cubicBezTo>
                    <a:pt x="1093" y="2190"/>
                    <a:pt x="1150" y="2190"/>
                    <a:pt x="1207" y="2198"/>
                  </a:cubicBezTo>
                  <a:lnTo>
                    <a:pt x="1207" y="2206"/>
                  </a:lnTo>
                  <a:lnTo>
                    <a:pt x="1093" y="2198"/>
                  </a:lnTo>
                  <a:cubicBezTo>
                    <a:pt x="907" y="2190"/>
                    <a:pt x="907" y="2190"/>
                    <a:pt x="1029" y="2190"/>
                  </a:cubicBezTo>
                  <a:close/>
                  <a:moveTo>
                    <a:pt x="907" y="2206"/>
                  </a:moveTo>
                  <a:lnTo>
                    <a:pt x="972" y="2214"/>
                  </a:lnTo>
                  <a:lnTo>
                    <a:pt x="907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4" y="1258"/>
                  </a:moveTo>
                  <a:cubicBezTo>
                    <a:pt x="58" y="1300"/>
                    <a:pt x="0" y="2160"/>
                    <a:pt x="607" y="2230"/>
                  </a:cubicBezTo>
                  <a:cubicBezTo>
                    <a:pt x="550" y="2222"/>
                    <a:pt x="550" y="2222"/>
                    <a:pt x="607" y="2214"/>
                  </a:cubicBezTo>
                  <a:lnTo>
                    <a:pt x="607" y="2206"/>
                  </a:lnTo>
                  <a:cubicBezTo>
                    <a:pt x="550" y="2206"/>
                    <a:pt x="550" y="2182"/>
                    <a:pt x="615" y="2182"/>
                  </a:cubicBezTo>
                  <a:lnTo>
                    <a:pt x="615" y="2174"/>
                  </a:lnTo>
                  <a:cubicBezTo>
                    <a:pt x="494" y="2174"/>
                    <a:pt x="558" y="2133"/>
                    <a:pt x="680" y="2125"/>
                  </a:cubicBezTo>
                  <a:lnTo>
                    <a:pt x="623" y="2125"/>
                  </a:lnTo>
                  <a:cubicBezTo>
                    <a:pt x="566" y="2125"/>
                    <a:pt x="566" y="2117"/>
                    <a:pt x="566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31" y="2093"/>
                    <a:pt x="631" y="2084"/>
                    <a:pt x="688" y="2076"/>
                  </a:cubicBezTo>
                  <a:cubicBezTo>
                    <a:pt x="729" y="2068"/>
                    <a:pt x="769" y="2068"/>
                    <a:pt x="810" y="2068"/>
                  </a:cubicBezTo>
                  <a:cubicBezTo>
                    <a:pt x="810" y="2068"/>
                    <a:pt x="810" y="2076"/>
                    <a:pt x="866" y="2076"/>
                  </a:cubicBezTo>
                  <a:cubicBezTo>
                    <a:pt x="907" y="2076"/>
                    <a:pt x="948" y="2076"/>
                    <a:pt x="988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1" y="2052"/>
                    <a:pt x="575" y="2052"/>
                    <a:pt x="631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696" y="2020"/>
                    <a:pt x="696" y="2011"/>
                    <a:pt x="639" y="2011"/>
                  </a:cubicBezTo>
                  <a:cubicBezTo>
                    <a:pt x="639" y="2011"/>
                    <a:pt x="583" y="2011"/>
                    <a:pt x="639" y="2003"/>
                  </a:cubicBezTo>
                  <a:cubicBezTo>
                    <a:pt x="696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39" y="1987"/>
                  </a:cubicBezTo>
                  <a:cubicBezTo>
                    <a:pt x="526" y="1987"/>
                    <a:pt x="526" y="1987"/>
                    <a:pt x="648" y="1979"/>
                  </a:cubicBezTo>
                  <a:cubicBezTo>
                    <a:pt x="704" y="1979"/>
                    <a:pt x="826" y="1979"/>
                    <a:pt x="826" y="1971"/>
                  </a:cubicBezTo>
                  <a:lnTo>
                    <a:pt x="648" y="1971"/>
                  </a:ln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3" y="1955"/>
                    <a:pt x="883" y="1955"/>
                    <a:pt x="826" y="1947"/>
                  </a:cubicBezTo>
                  <a:cubicBezTo>
                    <a:pt x="785" y="1938"/>
                    <a:pt x="745" y="1938"/>
                    <a:pt x="712" y="1938"/>
                  </a:cubicBezTo>
                  <a:lnTo>
                    <a:pt x="648" y="1938"/>
                  </a:lnTo>
                  <a:cubicBezTo>
                    <a:pt x="648" y="1930"/>
                    <a:pt x="648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06"/>
                    <a:pt x="591" y="1906"/>
                  </a:cubicBezTo>
                  <a:lnTo>
                    <a:pt x="656" y="1906"/>
                  </a:lnTo>
                  <a:cubicBezTo>
                    <a:pt x="712" y="1898"/>
                    <a:pt x="712" y="1898"/>
                    <a:pt x="656" y="1898"/>
                  </a:cubicBezTo>
                  <a:cubicBezTo>
                    <a:pt x="534" y="1898"/>
                    <a:pt x="534" y="1890"/>
                    <a:pt x="656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956" y="1882"/>
                    <a:pt x="956" y="1882"/>
                    <a:pt x="834" y="1882"/>
                  </a:cubicBezTo>
                  <a:cubicBezTo>
                    <a:pt x="808" y="1884"/>
                    <a:pt x="782" y="1885"/>
                    <a:pt x="756" y="1885"/>
                  </a:cubicBezTo>
                  <a:cubicBezTo>
                    <a:pt x="685" y="1885"/>
                    <a:pt x="613" y="1877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cubicBezTo>
                    <a:pt x="664" y="1841"/>
                    <a:pt x="664" y="1841"/>
                    <a:pt x="542" y="1841"/>
                  </a:cubicBezTo>
                  <a:cubicBezTo>
                    <a:pt x="502" y="1844"/>
                    <a:pt x="475" y="1845"/>
                    <a:pt x="459" y="1845"/>
                  </a:cubicBezTo>
                  <a:cubicBezTo>
                    <a:pt x="428" y="1845"/>
                    <a:pt x="442" y="1841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9" y="1833"/>
                  </a:cubicBezTo>
                  <a:cubicBezTo>
                    <a:pt x="729" y="1825"/>
                    <a:pt x="729" y="1825"/>
                    <a:pt x="664" y="1825"/>
                  </a:cubicBezTo>
                  <a:cubicBezTo>
                    <a:pt x="550" y="1825"/>
                    <a:pt x="550" y="1817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9" y="1801"/>
                    <a:pt x="729" y="1801"/>
                    <a:pt x="607" y="1801"/>
                  </a:cubicBezTo>
                  <a:cubicBezTo>
                    <a:pt x="550" y="1801"/>
                    <a:pt x="494" y="1793"/>
                    <a:pt x="550" y="1793"/>
                  </a:cubicBezTo>
                  <a:lnTo>
                    <a:pt x="615" y="1793"/>
                  </a:lnTo>
                  <a:cubicBezTo>
                    <a:pt x="494" y="1793"/>
                    <a:pt x="558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52"/>
                    <a:pt x="558" y="1752"/>
                    <a:pt x="558" y="1744"/>
                  </a:cubicBezTo>
                  <a:cubicBezTo>
                    <a:pt x="623" y="1736"/>
                    <a:pt x="623" y="1720"/>
                    <a:pt x="502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625" y="1679"/>
                    <a:pt x="627" y="1679"/>
                    <a:pt x="629" y="1679"/>
                  </a:cubicBezTo>
                  <a:lnTo>
                    <a:pt x="629" y="1679"/>
                  </a:lnTo>
                  <a:cubicBezTo>
                    <a:pt x="566" y="1679"/>
                    <a:pt x="567" y="1670"/>
                    <a:pt x="575" y="1638"/>
                  </a:cubicBezTo>
                  <a:cubicBezTo>
                    <a:pt x="575" y="1614"/>
                    <a:pt x="639" y="1598"/>
                    <a:pt x="639" y="1598"/>
                  </a:cubicBezTo>
                  <a:lnTo>
                    <a:pt x="583" y="1598"/>
                  </a:lnTo>
                  <a:lnTo>
                    <a:pt x="583" y="1590"/>
                  </a:lnTo>
                  <a:lnTo>
                    <a:pt x="639" y="1582"/>
                  </a:lnTo>
                  <a:cubicBezTo>
                    <a:pt x="761" y="1574"/>
                    <a:pt x="761" y="1566"/>
                    <a:pt x="648" y="1557"/>
                  </a:cubicBezTo>
                  <a:cubicBezTo>
                    <a:pt x="526" y="1557"/>
                    <a:pt x="526" y="1557"/>
                    <a:pt x="648" y="1549"/>
                  </a:cubicBezTo>
                  <a:cubicBezTo>
                    <a:pt x="769" y="1549"/>
                    <a:pt x="769" y="1541"/>
                    <a:pt x="648" y="1541"/>
                  </a:cubicBezTo>
                  <a:cubicBezTo>
                    <a:pt x="591" y="1541"/>
                    <a:pt x="591" y="1541"/>
                    <a:pt x="704" y="1533"/>
                  </a:cubicBezTo>
                  <a:lnTo>
                    <a:pt x="712" y="1533"/>
                  </a:lnTo>
                  <a:cubicBezTo>
                    <a:pt x="534" y="1525"/>
                    <a:pt x="534" y="1517"/>
                    <a:pt x="648" y="1517"/>
                  </a:cubicBezTo>
                  <a:cubicBezTo>
                    <a:pt x="769" y="1517"/>
                    <a:pt x="769" y="1517"/>
                    <a:pt x="656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6" y="1484"/>
                  </a:cubicBezTo>
                  <a:cubicBezTo>
                    <a:pt x="599" y="1476"/>
                    <a:pt x="542" y="1460"/>
                    <a:pt x="656" y="1460"/>
                  </a:cubicBezTo>
                  <a:lnTo>
                    <a:pt x="664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06"/>
                  </a:cubicBez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82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6" y="1263"/>
                    <a:pt x="621" y="1261"/>
                    <a:pt x="615" y="1258"/>
                  </a:cubicBezTo>
                  <a:close/>
                  <a:moveTo>
                    <a:pt x="948" y="2336"/>
                  </a:moveTo>
                  <a:cubicBezTo>
                    <a:pt x="948" y="2336"/>
                    <a:pt x="896" y="2343"/>
                    <a:pt x="834" y="2344"/>
                  </a:cubicBezTo>
                  <a:lnTo>
                    <a:pt x="834" y="2344"/>
                  </a:lnTo>
                  <a:cubicBezTo>
                    <a:pt x="875" y="2336"/>
                    <a:pt x="907" y="2336"/>
                    <a:pt x="948" y="2336"/>
                  </a:cubicBezTo>
                  <a:close/>
                  <a:moveTo>
                    <a:pt x="1312" y="2328"/>
                  </a:moveTo>
                  <a:cubicBezTo>
                    <a:pt x="1248" y="2328"/>
                    <a:pt x="1248" y="2336"/>
                    <a:pt x="1248" y="2336"/>
                  </a:cubicBezTo>
                  <a:cubicBezTo>
                    <a:pt x="1191" y="2344"/>
                    <a:pt x="1248" y="2344"/>
                    <a:pt x="1304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45" y="2336"/>
                    <a:pt x="1329" y="2336"/>
                    <a:pt x="1312" y="2328"/>
                  </a:cubicBezTo>
                  <a:close/>
                  <a:moveTo>
                    <a:pt x="1187" y="2354"/>
                  </a:moveTo>
                  <a:cubicBezTo>
                    <a:pt x="1207" y="2354"/>
                    <a:pt x="1227" y="2356"/>
                    <a:pt x="1248" y="2360"/>
                  </a:cubicBezTo>
                  <a:lnTo>
                    <a:pt x="1248" y="2368"/>
                  </a:lnTo>
                  <a:cubicBezTo>
                    <a:pt x="1207" y="2368"/>
                    <a:pt x="1166" y="2368"/>
                    <a:pt x="1126" y="2360"/>
                  </a:cubicBezTo>
                  <a:cubicBezTo>
                    <a:pt x="1146" y="2356"/>
                    <a:pt x="1166" y="2354"/>
                    <a:pt x="1187" y="2354"/>
                  </a:cubicBezTo>
                  <a:close/>
                  <a:moveTo>
                    <a:pt x="680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80" y="2530"/>
                  </a:lnTo>
                  <a:lnTo>
                    <a:pt x="680" y="2522"/>
                  </a:lnTo>
                  <a:close/>
                  <a:moveTo>
                    <a:pt x="1158" y="2530"/>
                  </a:moveTo>
                  <a:cubicBezTo>
                    <a:pt x="1118" y="2538"/>
                    <a:pt x="1077" y="2538"/>
                    <a:pt x="1037" y="2538"/>
                  </a:cubicBezTo>
                  <a:lnTo>
                    <a:pt x="923" y="2538"/>
                  </a:lnTo>
                  <a:cubicBezTo>
                    <a:pt x="923" y="2530"/>
                    <a:pt x="923" y="2530"/>
                    <a:pt x="980" y="2530"/>
                  </a:cubicBezTo>
                  <a:cubicBezTo>
                    <a:pt x="942" y="2530"/>
                    <a:pt x="955" y="2534"/>
                    <a:pt x="987" y="2534"/>
                  </a:cubicBezTo>
                  <a:cubicBezTo>
                    <a:pt x="1002" y="2534"/>
                    <a:pt x="1023" y="2533"/>
                    <a:pt x="1045" y="2530"/>
                  </a:cubicBezTo>
                  <a:close/>
                  <a:moveTo>
                    <a:pt x="1037" y="2571"/>
                  </a:moveTo>
                  <a:lnTo>
                    <a:pt x="972" y="2579"/>
                  </a:lnTo>
                  <a:cubicBezTo>
                    <a:pt x="915" y="2579"/>
                    <a:pt x="915" y="2571"/>
                    <a:pt x="915" y="2571"/>
                  </a:cubicBezTo>
                  <a:close/>
                  <a:moveTo>
                    <a:pt x="1850" y="2575"/>
                  </a:moveTo>
                  <a:cubicBezTo>
                    <a:pt x="1838" y="2575"/>
                    <a:pt x="1826" y="2576"/>
                    <a:pt x="1815" y="2579"/>
                  </a:cubicBezTo>
                  <a:lnTo>
                    <a:pt x="1929" y="2579"/>
                  </a:lnTo>
                  <a:cubicBezTo>
                    <a:pt x="1902" y="2579"/>
                    <a:pt x="1875" y="2575"/>
                    <a:pt x="1850" y="2575"/>
                  </a:cubicBezTo>
                  <a:close/>
                  <a:moveTo>
                    <a:pt x="1199" y="1825"/>
                  </a:moveTo>
                  <a:cubicBezTo>
                    <a:pt x="1180" y="1828"/>
                    <a:pt x="1167" y="1829"/>
                    <a:pt x="1159" y="1829"/>
                  </a:cubicBezTo>
                  <a:cubicBezTo>
                    <a:pt x="1150" y="1829"/>
                    <a:pt x="1146" y="1828"/>
                    <a:pt x="1144" y="1827"/>
                  </a:cubicBezTo>
                  <a:lnTo>
                    <a:pt x="1144" y="1827"/>
                  </a:lnTo>
                  <a:cubicBezTo>
                    <a:pt x="1141" y="1842"/>
                    <a:pt x="1138" y="1858"/>
                    <a:pt x="1134" y="1874"/>
                  </a:cubicBezTo>
                  <a:lnTo>
                    <a:pt x="1134" y="1874"/>
                  </a:lnTo>
                  <a:cubicBezTo>
                    <a:pt x="1199" y="1874"/>
                    <a:pt x="1134" y="1874"/>
                    <a:pt x="1134" y="1882"/>
                  </a:cubicBezTo>
                  <a:cubicBezTo>
                    <a:pt x="1133" y="1882"/>
                    <a:pt x="1133" y="1882"/>
                    <a:pt x="1132" y="1882"/>
                  </a:cubicBezTo>
                  <a:lnTo>
                    <a:pt x="1132" y="1882"/>
                  </a:lnTo>
                  <a:cubicBezTo>
                    <a:pt x="1128" y="1898"/>
                    <a:pt x="1123" y="1914"/>
                    <a:pt x="1116" y="1930"/>
                  </a:cubicBezTo>
                  <a:lnTo>
                    <a:pt x="1116" y="1930"/>
                  </a:lnTo>
                  <a:cubicBezTo>
                    <a:pt x="1119" y="1930"/>
                    <a:pt x="1123" y="1930"/>
                    <a:pt x="1126" y="1930"/>
                  </a:cubicBezTo>
                  <a:lnTo>
                    <a:pt x="1191" y="1930"/>
                  </a:lnTo>
                  <a:cubicBezTo>
                    <a:pt x="1166" y="1938"/>
                    <a:pt x="1150" y="1938"/>
                    <a:pt x="1126" y="1938"/>
                  </a:cubicBezTo>
                  <a:lnTo>
                    <a:pt x="1113" y="1938"/>
                  </a:lnTo>
                  <a:cubicBezTo>
                    <a:pt x="1083" y="2013"/>
                    <a:pt x="1035" y="2081"/>
                    <a:pt x="968" y="2132"/>
                  </a:cubicBezTo>
                  <a:lnTo>
                    <a:pt x="968" y="2132"/>
                  </a:lnTo>
                  <a:lnTo>
                    <a:pt x="980" y="2133"/>
                  </a:lnTo>
                  <a:cubicBezTo>
                    <a:pt x="980" y="2133"/>
                    <a:pt x="976" y="2133"/>
                    <a:pt x="967" y="2133"/>
                  </a:cubicBezTo>
                  <a:lnTo>
                    <a:pt x="967" y="2133"/>
                  </a:lnTo>
                  <a:cubicBezTo>
                    <a:pt x="890" y="2192"/>
                    <a:pt x="789" y="2229"/>
                    <a:pt x="664" y="2230"/>
                  </a:cubicBezTo>
                  <a:cubicBezTo>
                    <a:pt x="607" y="2230"/>
                    <a:pt x="607" y="2238"/>
                    <a:pt x="607" y="2247"/>
                  </a:cubicBezTo>
                  <a:cubicBezTo>
                    <a:pt x="599" y="2263"/>
                    <a:pt x="599" y="2263"/>
                    <a:pt x="664" y="2263"/>
                  </a:cubicBezTo>
                  <a:cubicBezTo>
                    <a:pt x="721" y="2271"/>
                    <a:pt x="664" y="2271"/>
                    <a:pt x="599" y="2271"/>
                  </a:cubicBezTo>
                  <a:cubicBezTo>
                    <a:pt x="485" y="2271"/>
                    <a:pt x="477" y="2271"/>
                    <a:pt x="664" y="2279"/>
                  </a:cubicBezTo>
                  <a:cubicBezTo>
                    <a:pt x="777" y="2279"/>
                    <a:pt x="777" y="2287"/>
                    <a:pt x="721" y="2287"/>
                  </a:cubicBezTo>
                  <a:cubicBezTo>
                    <a:pt x="656" y="2287"/>
                    <a:pt x="656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56" y="2295"/>
                  </a:cubicBezTo>
                  <a:lnTo>
                    <a:pt x="834" y="2295"/>
                  </a:lnTo>
                  <a:cubicBezTo>
                    <a:pt x="856" y="2293"/>
                    <a:pt x="870" y="2292"/>
                    <a:pt x="880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34" y="2303"/>
                    <a:pt x="777" y="2303"/>
                    <a:pt x="721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34" y="2295"/>
                    <a:pt x="656" y="2311"/>
                    <a:pt x="777" y="2311"/>
                  </a:cubicBezTo>
                  <a:lnTo>
                    <a:pt x="712" y="2311"/>
                  </a:lnTo>
                  <a:cubicBezTo>
                    <a:pt x="656" y="2311"/>
                    <a:pt x="656" y="2320"/>
                    <a:pt x="656" y="2328"/>
                  </a:cubicBezTo>
                  <a:cubicBezTo>
                    <a:pt x="656" y="2336"/>
                    <a:pt x="656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lnTo>
                    <a:pt x="834" y="2344"/>
                  </a:lnTo>
                  <a:cubicBezTo>
                    <a:pt x="831" y="2344"/>
                    <a:pt x="829" y="2344"/>
                    <a:pt x="826" y="2344"/>
                  </a:cubicBezTo>
                  <a:cubicBezTo>
                    <a:pt x="712" y="2352"/>
                    <a:pt x="648" y="2360"/>
                    <a:pt x="648" y="2368"/>
                  </a:cubicBezTo>
                  <a:cubicBezTo>
                    <a:pt x="648" y="2376"/>
                    <a:pt x="648" y="2384"/>
                    <a:pt x="583" y="2393"/>
                  </a:cubicBezTo>
                  <a:cubicBezTo>
                    <a:pt x="583" y="2393"/>
                    <a:pt x="583" y="2401"/>
                    <a:pt x="639" y="2401"/>
                  </a:cubicBezTo>
                  <a:lnTo>
                    <a:pt x="639" y="2409"/>
                  </a:lnTo>
                  <a:cubicBezTo>
                    <a:pt x="583" y="2409"/>
                    <a:pt x="583" y="2417"/>
                    <a:pt x="639" y="2417"/>
                  </a:cubicBezTo>
                  <a:cubicBezTo>
                    <a:pt x="696" y="2417"/>
                    <a:pt x="639" y="2417"/>
                    <a:pt x="639" y="2425"/>
                  </a:cubicBezTo>
                  <a:cubicBezTo>
                    <a:pt x="579" y="2429"/>
                    <a:pt x="548" y="2431"/>
                    <a:pt x="555" y="2431"/>
                  </a:cubicBezTo>
                  <a:cubicBezTo>
                    <a:pt x="562" y="2431"/>
                    <a:pt x="607" y="2429"/>
                    <a:pt x="696" y="2425"/>
                  </a:cubicBezTo>
                  <a:cubicBezTo>
                    <a:pt x="737" y="2425"/>
                    <a:pt x="777" y="2425"/>
                    <a:pt x="818" y="2417"/>
                  </a:cubicBezTo>
                  <a:lnTo>
                    <a:pt x="818" y="2409"/>
                  </a:lnTo>
                  <a:lnTo>
                    <a:pt x="883" y="2417"/>
                  </a:lnTo>
                  <a:cubicBezTo>
                    <a:pt x="915" y="2425"/>
                    <a:pt x="956" y="2425"/>
                    <a:pt x="996" y="2425"/>
                  </a:cubicBezTo>
                  <a:cubicBezTo>
                    <a:pt x="1021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75" y="2425"/>
                    <a:pt x="818" y="2425"/>
                    <a:pt x="761" y="2425"/>
                  </a:cubicBezTo>
                  <a:cubicBezTo>
                    <a:pt x="639" y="2433"/>
                    <a:pt x="575" y="2441"/>
                    <a:pt x="696" y="2441"/>
                  </a:cubicBezTo>
                  <a:lnTo>
                    <a:pt x="639" y="2441"/>
                  </a:lnTo>
                  <a:cubicBezTo>
                    <a:pt x="575" y="2441"/>
                    <a:pt x="575" y="2449"/>
                    <a:pt x="696" y="2449"/>
                  </a:cubicBezTo>
                  <a:cubicBezTo>
                    <a:pt x="818" y="2457"/>
                    <a:pt x="818" y="2457"/>
                    <a:pt x="696" y="2457"/>
                  </a:cubicBezTo>
                  <a:cubicBezTo>
                    <a:pt x="575" y="2465"/>
                    <a:pt x="575" y="2482"/>
                    <a:pt x="631" y="2482"/>
                  </a:cubicBezTo>
                  <a:cubicBezTo>
                    <a:pt x="753" y="2482"/>
                    <a:pt x="753" y="2490"/>
                    <a:pt x="688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66" y="2506"/>
                    <a:pt x="623" y="2506"/>
                  </a:cubicBezTo>
                  <a:lnTo>
                    <a:pt x="688" y="2506"/>
                  </a:lnTo>
                  <a:lnTo>
                    <a:pt x="810" y="2514"/>
                  </a:lnTo>
                  <a:cubicBezTo>
                    <a:pt x="826" y="2510"/>
                    <a:pt x="844" y="2508"/>
                    <a:pt x="863" y="2508"/>
                  </a:cubicBezTo>
                  <a:cubicBezTo>
                    <a:pt x="883" y="2508"/>
                    <a:pt x="903" y="2510"/>
                    <a:pt x="923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0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737" y="2547"/>
                  </a:lnTo>
                  <a:cubicBezTo>
                    <a:pt x="623" y="2555"/>
                    <a:pt x="623" y="2555"/>
                    <a:pt x="737" y="2563"/>
                  </a:cubicBezTo>
                  <a:cubicBezTo>
                    <a:pt x="696" y="2563"/>
                    <a:pt x="656" y="2563"/>
                    <a:pt x="615" y="2571"/>
                  </a:cubicBezTo>
                  <a:lnTo>
                    <a:pt x="737" y="2571"/>
                  </a:lnTo>
                  <a:cubicBezTo>
                    <a:pt x="680" y="2571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72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07" y="2611"/>
                    <a:pt x="907" y="2620"/>
                    <a:pt x="972" y="2628"/>
                  </a:cubicBezTo>
                  <a:lnTo>
                    <a:pt x="1085" y="2628"/>
                  </a:lnTo>
                  <a:lnTo>
                    <a:pt x="1150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07" y="2611"/>
                  </a:lnTo>
                  <a:cubicBezTo>
                    <a:pt x="1207" y="2603"/>
                    <a:pt x="1207" y="2603"/>
                    <a:pt x="1272" y="2603"/>
                  </a:cubicBezTo>
                  <a:cubicBezTo>
                    <a:pt x="1312" y="2603"/>
                    <a:pt x="1353" y="2603"/>
                    <a:pt x="1393" y="2595"/>
                  </a:cubicBezTo>
                  <a:lnTo>
                    <a:pt x="1329" y="2595"/>
                  </a:lnTo>
                  <a:cubicBezTo>
                    <a:pt x="1272" y="2595"/>
                    <a:pt x="1272" y="2595"/>
                    <a:pt x="1393" y="2587"/>
                  </a:cubicBezTo>
                  <a:lnTo>
                    <a:pt x="1337" y="2587"/>
                  </a:lnTo>
                  <a:cubicBezTo>
                    <a:pt x="1215" y="2587"/>
                    <a:pt x="1215" y="2579"/>
                    <a:pt x="1337" y="2579"/>
                  </a:cubicBezTo>
                  <a:lnTo>
                    <a:pt x="1337" y="2571"/>
                  </a:lnTo>
                  <a:cubicBezTo>
                    <a:pt x="1316" y="2567"/>
                    <a:pt x="1296" y="2565"/>
                    <a:pt x="1276" y="2565"/>
                  </a:cubicBezTo>
                  <a:cubicBezTo>
                    <a:pt x="1256" y="2565"/>
                    <a:pt x="1235" y="2567"/>
                    <a:pt x="1215" y="2571"/>
                  </a:cubicBezTo>
                  <a:cubicBezTo>
                    <a:pt x="1093" y="2571"/>
                    <a:pt x="1093" y="2571"/>
                    <a:pt x="1158" y="2563"/>
                  </a:cubicBezTo>
                  <a:lnTo>
                    <a:pt x="1280" y="2563"/>
                  </a:lnTo>
                  <a:cubicBezTo>
                    <a:pt x="1337" y="2563"/>
                    <a:pt x="1337" y="2555"/>
                    <a:pt x="1337" y="2555"/>
                  </a:cubicBezTo>
                  <a:cubicBezTo>
                    <a:pt x="1337" y="2555"/>
                    <a:pt x="1337" y="2547"/>
                    <a:pt x="1280" y="2547"/>
                  </a:cubicBezTo>
                  <a:lnTo>
                    <a:pt x="1337" y="2547"/>
                  </a:lnTo>
                  <a:cubicBezTo>
                    <a:pt x="1337" y="2547"/>
                    <a:pt x="1337" y="2538"/>
                    <a:pt x="1402" y="2530"/>
                  </a:cubicBezTo>
                  <a:cubicBezTo>
                    <a:pt x="1439" y="2530"/>
                    <a:pt x="1402" y="2523"/>
                    <a:pt x="1336" y="2523"/>
                  </a:cubicBezTo>
                  <a:cubicBezTo>
                    <a:pt x="1303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02" y="2522"/>
                    <a:pt x="1102" y="2514"/>
                    <a:pt x="1102" y="2514"/>
                  </a:cubicBezTo>
                  <a:lnTo>
                    <a:pt x="1223" y="2514"/>
                  </a:lnTo>
                  <a:cubicBezTo>
                    <a:pt x="1402" y="2514"/>
                    <a:pt x="1466" y="2514"/>
                    <a:pt x="1288" y="2506"/>
                  </a:cubicBezTo>
                  <a:lnTo>
                    <a:pt x="1345" y="2506"/>
                  </a:lnTo>
                  <a:cubicBezTo>
                    <a:pt x="1402" y="2506"/>
                    <a:pt x="1402" y="2506"/>
                    <a:pt x="1345" y="2498"/>
                  </a:cubicBezTo>
                  <a:cubicBezTo>
                    <a:pt x="1345" y="2498"/>
                    <a:pt x="1223" y="2490"/>
                    <a:pt x="1166" y="2490"/>
                  </a:cubicBezTo>
                  <a:cubicBezTo>
                    <a:pt x="1288" y="2490"/>
                    <a:pt x="1288" y="2482"/>
                    <a:pt x="1166" y="2474"/>
                  </a:cubicBezTo>
                  <a:lnTo>
                    <a:pt x="1231" y="2474"/>
                  </a:lnTo>
                  <a:cubicBezTo>
                    <a:pt x="1288" y="2474"/>
                    <a:pt x="1345" y="2474"/>
                    <a:pt x="1288" y="2457"/>
                  </a:cubicBezTo>
                  <a:cubicBezTo>
                    <a:pt x="1296" y="2449"/>
                    <a:pt x="1296" y="2441"/>
                    <a:pt x="1353" y="2441"/>
                  </a:cubicBezTo>
                  <a:cubicBezTo>
                    <a:pt x="1418" y="2441"/>
                    <a:pt x="1296" y="2425"/>
                    <a:pt x="1175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296" y="2401"/>
                  </a:cubicBezTo>
                  <a:cubicBezTo>
                    <a:pt x="1183" y="2393"/>
                    <a:pt x="1239" y="2384"/>
                    <a:pt x="1361" y="2384"/>
                  </a:cubicBezTo>
                  <a:cubicBezTo>
                    <a:pt x="1418" y="2384"/>
                    <a:pt x="1418" y="2384"/>
                    <a:pt x="1426" y="2376"/>
                  </a:cubicBezTo>
                  <a:cubicBezTo>
                    <a:pt x="1361" y="2376"/>
                    <a:pt x="1361" y="2368"/>
                    <a:pt x="1361" y="2360"/>
                  </a:cubicBezTo>
                  <a:cubicBezTo>
                    <a:pt x="1369" y="2352"/>
                    <a:pt x="1369" y="2352"/>
                    <a:pt x="1248" y="2352"/>
                  </a:cubicBezTo>
                  <a:cubicBezTo>
                    <a:pt x="1126" y="2352"/>
                    <a:pt x="1126" y="2344"/>
                    <a:pt x="1126" y="2344"/>
                  </a:cubicBezTo>
                  <a:cubicBezTo>
                    <a:pt x="1126" y="2336"/>
                    <a:pt x="1126" y="2336"/>
                    <a:pt x="1191" y="2336"/>
                  </a:cubicBezTo>
                  <a:cubicBezTo>
                    <a:pt x="1207" y="2336"/>
                    <a:pt x="1231" y="2336"/>
                    <a:pt x="1248" y="2328"/>
                  </a:cubicBezTo>
                  <a:cubicBezTo>
                    <a:pt x="1248" y="2328"/>
                    <a:pt x="1248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69" y="2303"/>
                    <a:pt x="1434" y="2303"/>
                  </a:cubicBezTo>
                  <a:cubicBezTo>
                    <a:pt x="1434" y="2295"/>
                    <a:pt x="1434" y="2295"/>
                    <a:pt x="1377" y="2295"/>
                  </a:cubicBezTo>
                  <a:cubicBezTo>
                    <a:pt x="1312" y="2295"/>
                    <a:pt x="1256" y="2295"/>
                    <a:pt x="1312" y="2279"/>
                  </a:cubicBezTo>
                  <a:cubicBezTo>
                    <a:pt x="1321" y="2279"/>
                    <a:pt x="1321" y="2271"/>
                    <a:pt x="1256" y="2271"/>
                  </a:cubicBezTo>
                  <a:cubicBezTo>
                    <a:pt x="1256" y="2263"/>
                    <a:pt x="1256" y="2263"/>
                    <a:pt x="1321" y="2263"/>
                  </a:cubicBezTo>
                  <a:cubicBezTo>
                    <a:pt x="1442" y="2263"/>
                    <a:pt x="1442" y="2255"/>
                    <a:pt x="1321" y="2255"/>
                  </a:cubicBezTo>
                  <a:cubicBezTo>
                    <a:pt x="1264" y="2255"/>
                    <a:pt x="1264" y="2247"/>
                    <a:pt x="1321" y="2247"/>
                  </a:cubicBezTo>
                  <a:cubicBezTo>
                    <a:pt x="1321" y="2247"/>
                    <a:pt x="1321" y="2247"/>
                    <a:pt x="1264" y="2238"/>
                  </a:cubicBezTo>
                  <a:cubicBezTo>
                    <a:pt x="1199" y="2238"/>
                    <a:pt x="1199" y="2238"/>
                    <a:pt x="1264" y="2230"/>
                  </a:cubicBezTo>
                  <a:cubicBezTo>
                    <a:pt x="1321" y="2230"/>
                    <a:pt x="1321" y="2230"/>
                    <a:pt x="1321" y="2222"/>
                  </a:cubicBezTo>
                  <a:cubicBezTo>
                    <a:pt x="1264" y="2214"/>
                    <a:pt x="1272" y="2182"/>
                    <a:pt x="1329" y="2182"/>
                  </a:cubicBezTo>
                  <a:cubicBezTo>
                    <a:pt x="1272" y="2174"/>
                    <a:pt x="1272" y="2174"/>
                    <a:pt x="1272" y="2174"/>
                  </a:cubicBezTo>
                  <a:cubicBezTo>
                    <a:pt x="1385" y="2174"/>
                    <a:pt x="1337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60" y="2165"/>
                    <a:pt x="1272" y="2165"/>
                  </a:cubicBezTo>
                  <a:cubicBezTo>
                    <a:pt x="1393" y="2165"/>
                    <a:pt x="1393" y="2165"/>
                    <a:pt x="1272" y="2157"/>
                  </a:cubicBezTo>
                  <a:cubicBezTo>
                    <a:pt x="1158" y="2157"/>
                    <a:pt x="1158" y="2149"/>
                    <a:pt x="1272" y="2149"/>
                  </a:cubicBezTo>
                  <a:lnTo>
                    <a:pt x="1280" y="2149"/>
                  </a:lnTo>
                  <a:cubicBezTo>
                    <a:pt x="1037" y="2141"/>
                    <a:pt x="980" y="2133"/>
                    <a:pt x="1215" y="2133"/>
                  </a:cubicBezTo>
                  <a:cubicBezTo>
                    <a:pt x="1280" y="2133"/>
                    <a:pt x="1337" y="2133"/>
                    <a:pt x="1402" y="2125"/>
                  </a:cubicBezTo>
                  <a:cubicBezTo>
                    <a:pt x="1375" y="2125"/>
                    <a:pt x="1348" y="2121"/>
                    <a:pt x="1321" y="2121"/>
                  </a:cubicBezTo>
                  <a:cubicBezTo>
                    <a:pt x="1307" y="2121"/>
                    <a:pt x="1293" y="2122"/>
                    <a:pt x="1280" y="2125"/>
                  </a:cubicBezTo>
                  <a:cubicBezTo>
                    <a:pt x="1158" y="2125"/>
                    <a:pt x="1158" y="2125"/>
                    <a:pt x="1280" y="2117"/>
                  </a:cubicBezTo>
                  <a:cubicBezTo>
                    <a:pt x="1458" y="2109"/>
                    <a:pt x="1458" y="2101"/>
                    <a:pt x="1345" y="2093"/>
                  </a:cubicBezTo>
                  <a:cubicBezTo>
                    <a:pt x="1256" y="2081"/>
                    <a:pt x="1232" y="2073"/>
                    <a:pt x="1273" y="2073"/>
                  </a:cubicBezTo>
                  <a:cubicBezTo>
                    <a:pt x="1288" y="2073"/>
                    <a:pt x="1312" y="2074"/>
                    <a:pt x="1345" y="2076"/>
                  </a:cubicBezTo>
                  <a:cubicBezTo>
                    <a:pt x="1406" y="2080"/>
                    <a:pt x="1436" y="2082"/>
                    <a:pt x="1443" y="2082"/>
                  </a:cubicBezTo>
                  <a:cubicBezTo>
                    <a:pt x="1450" y="2082"/>
                    <a:pt x="1434" y="2080"/>
                    <a:pt x="1402" y="2076"/>
                  </a:cubicBezTo>
                  <a:cubicBezTo>
                    <a:pt x="1410" y="2076"/>
                    <a:pt x="1410" y="2068"/>
                    <a:pt x="1410" y="2060"/>
                  </a:cubicBezTo>
                  <a:cubicBezTo>
                    <a:pt x="1385" y="2060"/>
                    <a:pt x="1361" y="2057"/>
                    <a:pt x="1337" y="2057"/>
                  </a:cubicBezTo>
                  <a:lnTo>
                    <a:pt x="1337" y="2057"/>
                  </a:lnTo>
                  <a:cubicBezTo>
                    <a:pt x="1423" y="2050"/>
                    <a:pt x="1450" y="2044"/>
                    <a:pt x="1353" y="2044"/>
                  </a:cubicBezTo>
                  <a:lnTo>
                    <a:pt x="1353" y="2036"/>
                  </a:lnTo>
                  <a:cubicBezTo>
                    <a:pt x="1353" y="2036"/>
                    <a:pt x="1353" y="2036"/>
                    <a:pt x="1296" y="2028"/>
                  </a:cubicBezTo>
                  <a:cubicBezTo>
                    <a:pt x="1231" y="2028"/>
                    <a:pt x="1296" y="2020"/>
                    <a:pt x="1353" y="2020"/>
                  </a:cubicBezTo>
                  <a:cubicBezTo>
                    <a:pt x="1410" y="2020"/>
                    <a:pt x="1475" y="2011"/>
                    <a:pt x="1418" y="2011"/>
                  </a:cubicBezTo>
                  <a:cubicBezTo>
                    <a:pt x="1353" y="2011"/>
                    <a:pt x="1296" y="2011"/>
                    <a:pt x="1239" y="2003"/>
                  </a:cubicBezTo>
                  <a:cubicBezTo>
                    <a:pt x="1196" y="2003"/>
                    <a:pt x="1211" y="2000"/>
                    <a:pt x="1242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7" y="2003"/>
                    <a:pt x="1377" y="2003"/>
                    <a:pt x="1418" y="1995"/>
                  </a:cubicBezTo>
                  <a:cubicBezTo>
                    <a:pt x="1418" y="1995"/>
                    <a:pt x="1418" y="1987"/>
                    <a:pt x="1361" y="1987"/>
                  </a:cubicBezTo>
                  <a:cubicBezTo>
                    <a:pt x="1296" y="1987"/>
                    <a:pt x="1304" y="1971"/>
                    <a:pt x="1361" y="1963"/>
                  </a:cubicBezTo>
                  <a:lnTo>
                    <a:pt x="1361" y="1955"/>
                  </a:lnTo>
                  <a:cubicBezTo>
                    <a:pt x="1361" y="1955"/>
                    <a:pt x="1304" y="1955"/>
                    <a:pt x="1304" y="1947"/>
                  </a:cubicBezTo>
                  <a:lnTo>
                    <a:pt x="1248" y="1947"/>
                  </a:lnTo>
                  <a:cubicBezTo>
                    <a:pt x="1248" y="1938"/>
                    <a:pt x="1248" y="1938"/>
                    <a:pt x="1304" y="1938"/>
                  </a:cubicBezTo>
                  <a:cubicBezTo>
                    <a:pt x="1191" y="1930"/>
                    <a:pt x="1191" y="1930"/>
                    <a:pt x="1304" y="1930"/>
                  </a:cubicBezTo>
                  <a:cubicBezTo>
                    <a:pt x="1248" y="1922"/>
                    <a:pt x="1248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1" y="1914"/>
                    <a:pt x="1134" y="1906"/>
                    <a:pt x="1248" y="1906"/>
                  </a:cubicBezTo>
                  <a:cubicBezTo>
                    <a:pt x="1248" y="1906"/>
                    <a:pt x="1248" y="1906"/>
                    <a:pt x="1191" y="1898"/>
                  </a:cubicBezTo>
                  <a:cubicBezTo>
                    <a:pt x="1312" y="1890"/>
                    <a:pt x="1312" y="1890"/>
                    <a:pt x="1191" y="1890"/>
                  </a:cubicBezTo>
                  <a:cubicBezTo>
                    <a:pt x="1191" y="1890"/>
                    <a:pt x="1134" y="1882"/>
                    <a:pt x="1191" y="1882"/>
                  </a:cubicBezTo>
                  <a:cubicBezTo>
                    <a:pt x="1256" y="1874"/>
                    <a:pt x="1321" y="1857"/>
                    <a:pt x="1199" y="1857"/>
                  </a:cubicBezTo>
                  <a:lnTo>
                    <a:pt x="1199" y="1849"/>
                  </a:lnTo>
                  <a:cubicBezTo>
                    <a:pt x="1256" y="1849"/>
                    <a:pt x="1256" y="1841"/>
                    <a:pt x="1199" y="1841"/>
                  </a:cubicBezTo>
                  <a:lnTo>
                    <a:pt x="1142" y="1841"/>
                  </a:lnTo>
                  <a:cubicBezTo>
                    <a:pt x="1183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199" y="1825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2"/>
            <p:cNvSpPr/>
            <p:nvPr/>
          </p:nvSpPr>
          <p:spPr>
            <a:xfrm>
              <a:off x="8273607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4" y="19"/>
                  </a:moveTo>
                  <a:cubicBezTo>
                    <a:pt x="744" y="19"/>
                    <a:pt x="805" y="21"/>
                    <a:pt x="866" y="25"/>
                  </a:cubicBezTo>
                  <a:cubicBezTo>
                    <a:pt x="852" y="28"/>
                    <a:pt x="839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4" y="21"/>
                    <a:pt x="684" y="19"/>
                    <a:pt x="714" y="19"/>
                  </a:cubicBezTo>
                  <a:close/>
                  <a:moveTo>
                    <a:pt x="1397" y="19"/>
                  </a:moveTo>
                  <a:cubicBezTo>
                    <a:pt x="1377" y="19"/>
                    <a:pt x="1356" y="21"/>
                    <a:pt x="1336" y="25"/>
                  </a:cubicBezTo>
                  <a:cubicBezTo>
                    <a:pt x="1350" y="28"/>
                    <a:pt x="1363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8" y="21"/>
                    <a:pt x="1417" y="19"/>
                    <a:pt x="1397" y="19"/>
                  </a:cubicBezTo>
                  <a:close/>
                  <a:moveTo>
                    <a:pt x="801" y="455"/>
                  </a:moveTo>
                  <a:cubicBezTo>
                    <a:pt x="842" y="455"/>
                    <a:pt x="882" y="455"/>
                    <a:pt x="923" y="463"/>
                  </a:cubicBezTo>
                  <a:cubicBezTo>
                    <a:pt x="866" y="463"/>
                    <a:pt x="801" y="463"/>
                    <a:pt x="744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50" y="568"/>
                    <a:pt x="1085" y="568"/>
                  </a:cubicBezTo>
                  <a:lnTo>
                    <a:pt x="1028" y="568"/>
                  </a:lnTo>
                  <a:cubicBezTo>
                    <a:pt x="963" y="560"/>
                    <a:pt x="906" y="560"/>
                    <a:pt x="971" y="560"/>
                  </a:cubicBezTo>
                  <a:close/>
                  <a:moveTo>
                    <a:pt x="1012" y="682"/>
                  </a:moveTo>
                  <a:cubicBezTo>
                    <a:pt x="1028" y="682"/>
                    <a:pt x="1052" y="682"/>
                    <a:pt x="1069" y="690"/>
                  </a:cubicBezTo>
                  <a:lnTo>
                    <a:pt x="947" y="690"/>
                  </a:lnTo>
                  <a:cubicBezTo>
                    <a:pt x="971" y="682"/>
                    <a:pt x="988" y="682"/>
                    <a:pt x="1012" y="682"/>
                  </a:cubicBezTo>
                  <a:close/>
                  <a:moveTo>
                    <a:pt x="1125" y="714"/>
                  </a:moveTo>
                  <a:lnTo>
                    <a:pt x="1061" y="722"/>
                  </a:lnTo>
                  <a:lnTo>
                    <a:pt x="1061" y="714"/>
                  </a:lnTo>
                  <a:close/>
                  <a:moveTo>
                    <a:pt x="1158" y="724"/>
                  </a:moveTo>
                  <a:cubicBezTo>
                    <a:pt x="1150" y="724"/>
                    <a:pt x="1150" y="726"/>
                    <a:pt x="1182" y="730"/>
                  </a:cubicBezTo>
                  <a:cubicBezTo>
                    <a:pt x="1182" y="726"/>
                    <a:pt x="1166" y="724"/>
                    <a:pt x="1158" y="724"/>
                  </a:cubicBezTo>
                  <a:close/>
                  <a:moveTo>
                    <a:pt x="1117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089" y="767"/>
                    <a:pt x="1103" y="767"/>
                    <a:pt x="1110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09" y="777"/>
                  </a:cubicBezTo>
                  <a:cubicBezTo>
                    <a:pt x="1101" y="777"/>
                    <a:pt x="1085" y="775"/>
                    <a:pt x="1052" y="771"/>
                  </a:cubicBezTo>
                  <a:cubicBezTo>
                    <a:pt x="996" y="771"/>
                    <a:pt x="996" y="763"/>
                    <a:pt x="1061" y="763"/>
                  </a:cubicBezTo>
                  <a:close/>
                  <a:moveTo>
                    <a:pt x="692" y="789"/>
                  </a:moveTo>
                  <a:cubicBezTo>
                    <a:pt x="712" y="789"/>
                    <a:pt x="732" y="791"/>
                    <a:pt x="752" y="795"/>
                  </a:cubicBezTo>
                  <a:lnTo>
                    <a:pt x="631" y="795"/>
                  </a:lnTo>
                  <a:cubicBezTo>
                    <a:pt x="651" y="791"/>
                    <a:pt x="671" y="789"/>
                    <a:pt x="692" y="789"/>
                  </a:cubicBezTo>
                  <a:close/>
                  <a:moveTo>
                    <a:pt x="809" y="828"/>
                  </a:moveTo>
                  <a:lnTo>
                    <a:pt x="744" y="836"/>
                  </a:lnTo>
                  <a:cubicBezTo>
                    <a:pt x="688" y="836"/>
                    <a:pt x="688" y="828"/>
                    <a:pt x="688" y="828"/>
                  </a:cubicBezTo>
                  <a:close/>
                  <a:moveTo>
                    <a:pt x="1012" y="1087"/>
                  </a:moveTo>
                  <a:cubicBezTo>
                    <a:pt x="1052" y="1087"/>
                    <a:pt x="1093" y="1087"/>
                    <a:pt x="1133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09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3" y="1225"/>
                    <a:pt x="1052" y="1217"/>
                  </a:cubicBezTo>
                  <a:cubicBezTo>
                    <a:pt x="1052" y="1209"/>
                    <a:pt x="1052" y="1209"/>
                    <a:pt x="1109" y="1209"/>
                  </a:cubicBezTo>
                  <a:close/>
                  <a:moveTo>
                    <a:pt x="655" y="1468"/>
                  </a:moveTo>
                  <a:lnTo>
                    <a:pt x="655" y="1476"/>
                  </a:lnTo>
                  <a:lnTo>
                    <a:pt x="777" y="1476"/>
                  </a:lnTo>
                  <a:cubicBezTo>
                    <a:pt x="736" y="1468"/>
                    <a:pt x="696" y="1468"/>
                    <a:pt x="655" y="1468"/>
                  </a:cubicBezTo>
                  <a:close/>
                  <a:moveTo>
                    <a:pt x="1069" y="1525"/>
                  </a:moveTo>
                  <a:cubicBezTo>
                    <a:pt x="1077" y="1525"/>
                    <a:pt x="1088" y="1525"/>
                    <a:pt x="1099" y="1525"/>
                  </a:cubicBezTo>
                  <a:lnTo>
                    <a:pt x="1099" y="1525"/>
                  </a:lnTo>
                  <a:cubicBezTo>
                    <a:pt x="1099" y="1525"/>
                    <a:pt x="1099" y="1525"/>
                    <a:pt x="1099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1" y="1"/>
                    <a:pt x="679" y="9"/>
                  </a:cubicBezTo>
                  <a:cubicBezTo>
                    <a:pt x="623" y="25"/>
                    <a:pt x="558" y="33"/>
                    <a:pt x="679" y="33"/>
                  </a:cubicBezTo>
                  <a:lnTo>
                    <a:pt x="736" y="33"/>
                  </a:lnTo>
                  <a:cubicBezTo>
                    <a:pt x="720" y="41"/>
                    <a:pt x="696" y="41"/>
                    <a:pt x="679" y="41"/>
                  </a:cubicBezTo>
                  <a:cubicBezTo>
                    <a:pt x="615" y="41"/>
                    <a:pt x="615" y="57"/>
                    <a:pt x="615" y="74"/>
                  </a:cubicBezTo>
                  <a:cubicBezTo>
                    <a:pt x="615" y="90"/>
                    <a:pt x="606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34" y="187"/>
                    <a:pt x="598" y="187"/>
                  </a:cubicBezTo>
                  <a:lnTo>
                    <a:pt x="598" y="195"/>
                  </a:lnTo>
                  <a:cubicBezTo>
                    <a:pt x="534" y="195"/>
                    <a:pt x="534" y="203"/>
                    <a:pt x="534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9" y="276"/>
                    <a:pt x="525" y="285"/>
                    <a:pt x="582" y="285"/>
                  </a:cubicBezTo>
                  <a:cubicBezTo>
                    <a:pt x="623" y="285"/>
                    <a:pt x="663" y="285"/>
                    <a:pt x="704" y="293"/>
                  </a:cubicBezTo>
                  <a:lnTo>
                    <a:pt x="582" y="293"/>
                  </a:lnTo>
                  <a:cubicBezTo>
                    <a:pt x="554" y="289"/>
                    <a:pt x="540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88" y="374"/>
                    <a:pt x="688" y="374"/>
                    <a:pt x="631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23" y="406"/>
                  </a:lnTo>
                  <a:cubicBezTo>
                    <a:pt x="744" y="406"/>
                    <a:pt x="744" y="406"/>
                    <a:pt x="623" y="414"/>
                  </a:cubicBezTo>
                  <a:cubicBezTo>
                    <a:pt x="509" y="414"/>
                    <a:pt x="558" y="455"/>
                    <a:pt x="679" y="463"/>
                  </a:cubicBezTo>
                  <a:lnTo>
                    <a:pt x="615" y="463"/>
                  </a:lnTo>
                  <a:cubicBezTo>
                    <a:pt x="558" y="463"/>
                    <a:pt x="558" y="463"/>
                    <a:pt x="558" y="479"/>
                  </a:cubicBezTo>
                  <a:cubicBezTo>
                    <a:pt x="558" y="479"/>
                    <a:pt x="558" y="487"/>
                    <a:pt x="558" y="487"/>
                  </a:cubicBezTo>
                  <a:cubicBezTo>
                    <a:pt x="671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06" y="520"/>
                    <a:pt x="550" y="536"/>
                    <a:pt x="485" y="536"/>
                  </a:cubicBezTo>
                  <a:lnTo>
                    <a:pt x="485" y="544"/>
                  </a:lnTo>
                  <a:cubicBezTo>
                    <a:pt x="550" y="544"/>
                    <a:pt x="542" y="552"/>
                    <a:pt x="542" y="552"/>
                  </a:cubicBezTo>
                  <a:cubicBezTo>
                    <a:pt x="542" y="568"/>
                    <a:pt x="542" y="568"/>
                    <a:pt x="606" y="568"/>
                  </a:cubicBezTo>
                  <a:cubicBezTo>
                    <a:pt x="620" y="566"/>
                    <a:pt x="633" y="565"/>
                    <a:pt x="645" y="565"/>
                  </a:cubicBezTo>
                  <a:cubicBezTo>
                    <a:pt x="670" y="565"/>
                    <a:pt x="693" y="568"/>
                    <a:pt x="720" y="568"/>
                  </a:cubicBezTo>
                  <a:lnTo>
                    <a:pt x="663" y="568"/>
                  </a:lnTo>
                  <a:cubicBezTo>
                    <a:pt x="606" y="568"/>
                    <a:pt x="598" y="576"/>
                    <a:pt x="598" y="593"/>
                  </a:cubicBezTo>
                  <a:cubicBezTo>
                    <a:pt x="598" y="609"/>
                    <a:pt x="598" y="609"/>
                    <a:pt x="534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4" y="625"/>
                    <a:pt x="534" y="641"/>
                    <a:pt x="590" y="649"/>
                  </a:cubicBezTo>
                  <a:cubicBezTo>
                    <a:pt x="469" y="657"/>
                    <a:pt x="469" y="666"/>
                    <a:pt x="590" y="666"/>
                  </a:cubicBezTo>
                  <a:cubicBezTo>
                    <a:pt x="525" y="666"/>
                    <a:pt x="525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9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3" y="722"/>
                    <a:pt x="623" y="722"/>
                    <a:pt x="582" y="714"/>
                  </a:cubicBezTo>
                  <a:cubicBezTo>
                    <a:pt x="525" y="714"/>
                    <a:pt x="525" y="722"/>
                    <a:pt x="639" y="730"/>
                  </a:cubicBezTo>
                  <a:cubicBezTo>
                    <a:pt x="601" y="730"/>
                    <a:pt x="560" y="727"/>
                    <a:pt x="555" y="727"/>
                  </a:cubicBezTo>
                  <a:lnTo>
                    <a:pt x="555" y="727"/>
                  </a:lnTo>
                  <a:cubicBezTo>
                    <a:pt x="553" y="727"/>
                    <a:pt x="561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1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6" y="852"/>
                    <a:pt x="647" y="852"/>
                    <a:pt x="679" y="852"/>
                  </a:cubicBezTo>
                  <a:cubicBezTo>
                    <a:pt x="501" y="852"/>
                    <a:pt x="501" y="860"/>
                    <a:pt x="679" y="860"/>
                  </a:cubicBezTo>
                  <a:cubicBezTo>
                    <a:pt x="623" y="868"/>
                    <a:pt x="623" y="868"/>
                    <a:pt x="679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15" y="893"/>
                  </a:cubicBezTo>
                  <a:cubicBezTo>
                    <a:pt x="701" y="898"/>
                    <a:pt x="726" y="904"/>
                    <a:pt x="690" y="904"/>
                  </a:cubicBezTo>
                  <a:cubicBezTo>
                    <a:pt x="675" y="904"/>
                    <a:pt x="650" y="903"/>
                    <a:pt x="615" y="901"/>
                  </a:cubicBezTo>
                  <a:cubicBezTo>
                    <a:pt x="493" y="901"/>
                    <a:pt x="558" y="917"/>
                    <a:pt x="671" y="917"/>
                  </a:cubicBezTo>
                  <a:cubicBezTo>
                    <a:pt x="793" y="925"/>
                    <a:pt x="793" y="925"/>
                    <a:pt x="736" y="925"/>
                  </a:cubicBezTo>
                  <a:cubicBezTo>
                    <a:pt x="715" y="922"/>
                    <a:pt x="700" y="921"/>
                    <a:pt x="691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5" y="933"/>
                  </a:cubicBezTo>
                  <a:cubicBezTo>
                    <a:pt x="615" y="933"/>
                    <a:pt x="615" y="933"/>
                    <a:pt x="671" y="941"/>
                  </a:cubicBezTo>
                  <a:cubicBezTo>
                    <a:pt x="785" y="949"/>
                    <a:pt x="728" y="957"/>
                    <a:pt x="606" y="957"/>
                  </a:cubicBezTo>
                  <a:lnTo>
                    <a:pt x="663" y="966"/>
                  </a:lnTo>
                  <a:cubicBezTo>
                    <a:pt x="785" y="966"/>
                    <a:pt x="842" y="974"/>
                    <a:pt x="728" y="974"/>
                  </a:cubicBezTo>
                  <a:lnTo>
                    <a:pt x="663" y="974"/>
                  </a:lnTo>
                  <a:cubicBezTo>
                    <a:pt x="785" y="974"/>
                    <a:pt x="720" y="990"/>
                    <a:pt x="606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3" y="998"/>
                  </a:cubicBezTo>
                  <a:cubicBezTo>
                    <a:pt x="598" y="998"/>
                    <a:pt x="542" y="1006"/>
                    <a:pt x="598" y="1006"/>
                  </a:cubicBezTo>
                  <a:cubicBezTo>
                    <a:pt x="598" y="1006"/>
                    <a:pt x="598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8" y="1022"/>
                    <a:pt x="598" y="1030"/>
                    <a:pt x="534" y="1030"/>
                  </a:cubicBezTo>
                  <a:cubicBezTo>
                    <a:pt x="534" y="1030"/>
                    <a:pt x="534" y="1039"/>
                    <a:pt x="598" y="1039"/>
                  </a:cubicBezTo>
                  <a:cubicBezTo>
                    <a:pt x="590" y="1047"/>
                    <a:pt x="590" y="1055"/>
                    <a:pt x="534" y="1055"/>
                  </a:cubicBezTo>
                  <a:cubicBezTo>
                    <a:pt x="590" y="1055"/>
                    <a:pt x="590" y="1055"/>
                    <a:pt x="590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47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82" y="1103"/>
                    <a:pt x="582" y="1120"/>
                  </a:cubicBezTo>
                  <a:cubicBezTo>
                    <a:pt x="582" y="1128"/>
                    <a:pt x="582" y="1128"/>
                    <a:pt x="639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9" y="1144"/>
                  </a:lnTo>
                  <a:cubicBezTo>
                    <a:pt x="582" y="1144"/>
                    <a:pt x="582" y="1152"/>
                    <a:pt x="639" y="1160"/>
                  </a:cubicBezTo>
                  <a:lnTo>
                    <a:pt x="582" y="1160"/>
                  </a:lnTo>
                  <a:lnTo>
                    <a:pt x="574" y="1168"/>
                  </a:lnTo>
                  <a:cubicBezTo>
                    <a:pt x="696" y="1168"/>
                    <a:pt x="631" y="1193"/>
                    <a:pt x="574" y="1193"/>
                  </a:cubicBezTo>
                  <a:cubicBezTo>
                    <a:pt x="574" y="1193"/>
                    <a:pt x="574" y="1193"/>
                    <a:pt x="631" y="1201"/>
                  </a:cubicBezTo>
                  <a:cubicBezTo>
                    <a:pt x="752" y="1201"/>
                    <a:pt x="752" y="1209"/>
                    <a:pt x="631" y="1209"/>
                  </a:cubicBezTo>
                  <a:cubicBezTo>
                    <a:pt x="688" y="1209"/>
                    <a:pt x="688" y="1225"/>
                    <a:pt x="566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66" y="1233"/>
                    <a:pt x="566" y="1233"/>
                    <a:pt x="566" y="1241"/>
                  </a:cubicBezTo>
                  <a:cubicBezTo>
                    <a:pt x="566" y="1247"/>
                    <a:pt x="594" y="1253"/>
                    <a:pt x="611" y="1258"/>
                  </a:cubicBezTo>
                  <a:lnTo>
                    <a:pt x="611" y="1258"/>
                  </a:lnTo>
                  <a:cubicBezTo>
                    <a:pt x="626" y="1257"/>
                    <a:pt x="641" y="1257"/>
                    <a:pt x="656" y="1257"/>
                  </a:cubicBezTo>
                  <a:cubicBezTo>
                    <a:pt x="666" y="1257"/>
                    <a:pt x="677" y="1257"/>
                    <a:pt x="688" y="1257"/>
                  </a:cubicBezTo>
                  <a:cubicBezTo>
                    <a:pt x="845" y="1266"/>
                    <a:pt x="962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20" y="1428"/>
                  </a:cubicBezTo>
                  <a:lnTo>
                    <a:pt x="1020" y="1436"/>
                  </a:lnTo>
                  <a:lnTo>
                    <a:pt x="1045" y="1436"/>
                  </a:lnTo>
                  <a:cubicBezTo>
                    <a:pt x="1043" y="1433"/>
                    <a:pt x="1041" y="1430"/>
                    <a:pt x="1038" y="1428"/>
                  </a:cubicBezTo>
                  <a:lnTo>
                    <a:pt x="1038" y="1428"/>
                  </a:lnTo>
                  <a:cubicBezTo>
                    <a:pt x="1073" y="1428"/>
                    <a:pt x="1107" y="1429"/>
                    <a:pt x="1142" y="1436"/>
                  </a:cubicBezTo>
                  <a:lnTo>
                    <a:pt x="1045" y="1436"/>
                  </a:lnTo>
                  <a:cubicBezTo>
                    <a:pt x="1066" y="1464"/>
                    <a:pt x="1084" y="1493"/>
                    <a:pt x="1099" y="1525"/>
                  </a:cubicBezTo>
                  <a:lnTo>
                    <a:pt x="1247" y="1525"/>
                  </a:lnTo>
                  <a:cubicBezTo>
                    <a:pt x="1247" y="1528"/>
                    <a:pt x="1233" y="1529"/>
                    <a:pt x="1213" y="1529"/>
                  </a:cubicBezTo>
                  <a:cubicBezTo>
                    <a:pt x="1182" y="1529"/>
                    <a:pt x="1136" y="1526"/>
                    <a:pt x="1099" y="1525"/>
                  </a:cubicBezTo>
                  <a:lnTo>
                    <a:pt x="1099" y="1525"/>
                  </a:lnTo>
                  <a:cubicBezTo>
                    <a:pt x="1110" y="1549"/>
                    <a:pt x="1119" y="1573"/>
                    <a:pt x="1126" y="1598"/>
                  </a:cubicBezTo>
                  <a:lnTo>
                    <a:pt x="1126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7" y="1601"/>
                    <a:pt x="1126" y="1598"/>
                  </a:cubicBezTo>
                  <a:lnTo>
                    <a:pt x="1126" y="1598"/>
                  </a:lnTo>
                  <a:cubicBezTo>
                    <a:pt x="1164" y="1598"/>
                    <a:pt x="1201" y="1599"/>
                    <a:pt x="1239" y="1606"/>
                  </a:cubicBezTo>
                  <a:lnTo>
                    <a:pt x="1128" y="1606"/>
                  </a:lnTo>
                  <a:cubicBezTo>
                    <a:pt x="1129" y="1609"/>
                    <a:pt x="1130" y="1612"/>
                    <a:pt x="1130" y="1615"/>
                  </a:cubicBezTo>
                  <a:lnTo>
                    <a:pt x="1130" y="1615"/>
                  </a:lnTo>
                  <a:cubicBezTo>
                    <a:pt x="1143" y="1614"/>
                    <a:pt x="1157" y="1614"/>
                    <a:pt x="1174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7" y="1598"/>
                    <a:pt x="1352" y="1590"/>
                    <a:pt x="1296" y="1590"/>
                  </a:cubicBezTo>
                  <a:cubicBezTo>
                    <a:pt x="1255" y="1593"/>
                    <a:pt x="1234" y="1593"/>
                    <a:pt x="1227" y="1593"/>
                  </a:cubicBezTo>
                  <a:cubicBezTo>
                    <a:pt x="1213" y="1593"/>
                    <a:pt x="1252" y="1590"/>
                    <a:pt x="1296" y="1590"/>
                  </a:cubicBezTo>
                  <a:cubicBezTo>
                    <a:pt x="1352" y="1590"/>
                    <a:pt x="1417" y="1582"/>
                    <a:pt x="1352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1" y="1533"/>
                  </a:cubicBezTo>
                  <a:cubicBezTo>
                    <a:pt x="1380" y="1535"/>
                    <a:pt x="1393" y="1536"/>
                    <a:pt x="1401" y="1536"/>
                  </a:cubicBezTo>
                  <a:cubicBezTo>
                    <a:pt x="1420" y="1536"/>
                    <a:pt x="1406" y="1531"/>
                    <a:pt x="1361" y="1525"/>
                  </a:cubicBezTo>
                  <a:cubicBezTo>
                    <a:pt x="1361" y="1525"/>
                    <a:pt x="1247" y="1525"/>
                    <a:pt x="1247" y="1517"/>
                  </a:cubicBezTo>
                  <a:cubicBezTo>
                    <a:pt x="1206" y="1517"/>
                    <a:pt x="1166" y="1517"/>
                    <a:pt x="1125" y="1509"/>
                  </a:cubicBezTo>
                  <a:lnTo>
                    <a:pt x="1247" y="1509"/>
                  </a:lnTo>
                  <a:cubicBezTo>
                    <a:pt x="1304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47" y="1476"/>
                  </a:cubicBezTo>
                  <a:cubicBezTo>
                    <a:pt x="1369" y="1476"/>
                    <a:pt x="1377" y="1460"/>
                    <a:pt x="1255" y="1452"/>
                  </a:cubicBezTo>
                  <a:cubicBezTo>
                    <a:pt x="1198" y="1452"/>
                    <a:pt x="1198" y="1452"/>
                    <a:pt x="1255" y="1444"/>
                  </a:cubicBezTo>
                  <a:cubicBezTo>
                    <a:pt x="1198" y="1436"/>
                    <a:pt x="1255" y="1436"/>
                    <a:pt x="1320" y="1436"/>
                  </a:cubicBezTo>
                  <a:cubicBezTo>
                    <a:pt x="1433" y="1428"/>
                    <a:pt x="1442" y="1428"/>
                    <a:pt x="1377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1" y="1406"/>
                    <a:pt x="1263" y="1400"/>
                    <a:pt x="1234" y="1400"/>
                  </a:cubicBezTo>
                  <a:cubicBezTo>
                    <a:pt x="1222" y="1400"/>
                    <a:pt x="1210" y="1401"/>
                    <a:pt x="1198" y="1403"/>
                  </a:cubicBezTo>
                  <a:cubicBezTo>
                    <a:pt x="1180" y="1403"/>
                    <a:pt x="1161" y="1403"/>
                    <a:pt x="1145" y="1401"/>
                  </a:cubicBezTo>
                  <a:lnTo>
                    <a:pt x="1145" y="1401"/>
                  </a:lnTo>
                  <a:cubicBezTo>
                    <a:pt x="1145" y="1401"/>
                    <a:pt x="1145" y="1401"/>
                    <a:pt x="1146" y="1401"/>
                  </a:cubicBezTo>
                  <a:cubicBezTo>
                    <a:pt x="1166" y="1401"/>
                    <a:pt x="1186" y="1399"/>
                    <a:pt x="1206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06" y="1355"/>
                  </a:lnTo>
                  <a:cubicBezTo>
                    <a:pt x="1328" y="1355"/>
                    <a:pt x="1336" y="1322"/>
                    <a:pt x="1215" y="1314"/>
                  </a:cubicBezTo>
                  <a:lnTo>
                    <a:pt x="1271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79" y="1266"/>
                    <a:pt x="1223" y="1266"/>
                  </a:cubicBezTo>
                  <a:cubicBezTo>
                    <a:pt x="1223" y="1257"/>
                    <a:pt x="1223" y="1257"/>
                    <a:pt x="1279" y="1257"/>
                  </a:cubicBezTo>
                  <a:cubicBezTo>
                    <a:pt x="1301" y="1260"/>
                    <a:pt x="1315" y="1261"/>
                    <a:pt x="1325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4" y="1249"/>
                    <a:pt x="1263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2" y="1209"/>
                    <a:pt x="1409" y="1201"/>
                    <a:pt x="1288" y="1201"/>
                  </a:cubicBezTo>
                  <a:cubicBezTo>
                    <a:pt x="1296" y="1193"/>
                    <a:pt x="1296" y="1193"/>
                    <a:pt x="1352" y="1193"/>
                  </a:cubicBezTo>
                  <a:cubicBezTo>
                    <a:pt x="1409" y="1193"/>
                    <a:pt x="1474" y="1193"/>
                    <a:pt x="1352" y="1184"/>
                  </a:cubicBezTo>
                  <a:cubicBezTo>
                    <a:pt x="1296" y="1184"/>
                    <a:pt x="1296" y="1168"/>
                    <a:pt x="1352" y="1168"/>
                  </a:cubicBezTo>
                  <a:cubicBezTo>
                    <a:pt x="1352" y="1160"/>
                    <a:pt x="1361" y="1160"/>
                    <a:pt x="1296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296" y="1144"/>
                    <a:pt x="1296" y="1144"/>
                    <a:pt x="1296" y="1144"/>
                  </a:cubicBezTo>
                  <a:cubicBezTo>
                    <a:pt x="1296" y="1144"/>
                    <a:pt x="1239" y="1128"/>
                    <a:pt x="1247" y="1111"/>
                  </a:cubicBezTo>
                  <a:cubicBezTo>
                    <a:pt x="1247" y="1087"/>
                    <a:pt x="1247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47" y="1071"/>
                    <a:pt x="1247" y="1063"/>
                    <a:pt x="1247" y="1063"/>
                  </a:cubicBezTo>
                  <a:cubicBezTo>
                    <a:pt x="1247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55" y="1014"/>
                  </a:cubicBezTo>
                  <a:cubicBezTo>
                    <a:pt x="1320" y="1014"/>
                    <a:pt x="1263" y="998"/>
                    <a:pt x="1198" y="998"/>
                  </a:cubicBezTo>
                  <a:cubicBezTo>
                    <a:pt x="1142" y="998"/>
                    <a:pt x="1142" y="990"/>
                    <a:pt x="1198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20" y="982"/>
                  </a:cubicBezTo>
                  <a:cubicBezTo>
                    <a:pt x="1339" y="984"/>
                    <a:pt x="1352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0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50" y="925"/>
                  </a:cubicBezTo>
                  <a:lnTo>
                    <a:pt x="1328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0" y="917"/>
                    <a:pt x="1150" y="917"/>
                    <a:pt x="1215" y="909"/>
                  </a:cubicBezTo>
                  <a:cubicBezTo>
                    <a:pt x="1271" y="901"/>
                    <a:pt x="1271" y="901"/>
                    <a:pt x="1215" y="901"/>
                  </a:cubicBezTo>
                  <a:cubicBezTo>
                    <a:pt x="1215" y="893"/>
                    <a:pt x="1215" y="893"/>
                    <a:pt x="1279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15" y="876"/>
                  </a:cubicBezTo>
                  <a:cubicBezTo>
                    <a:pt x="1336" y="876"/>
                    <a:pt x="1336" y="868"/>
                    <a:pt x="1279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79" y="844"/>
                  </a:lnTo>
                  <a:cubicBezTo>
                    <a:pt x="1279" y="836"/>
                    <a:pt x="1288" y="836"/>
                    <a:pt x="1223" y="836"/>
                  </a:cubicBezTo>
                  <a:cubicBezTo>
                    <a:pt x="1109" y="828"/>
                    <a:pt x="1109" y="828"/>
                    <a:pt x="1223" y="828"/>
                  </a:cubicBezTo>
                  <a:cubicBezTo>
                    <a:pt x="1288" y="828"/>
                    <a:pt x="1344" y="828"/>
                    <a:pt x="1288" y="820"/>
                  </a:cubicBezTo>
                  <a:cubicBezTo>
                    <a:pt x="1409" y="820"/>
                    <a:pt x="1409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1" y="763"/>
                    <a:pt x="1296" y="755"/>
                  </a:cubicBezTo>
                  <a:lnTo>
                    <a:pt x="1352" y="755"/>
                  </a:lnTo>
                  <a:cubicBezTo>
                    <a:pt x="1231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2" y="730"/>
                  </a:cubicBezTo>
                  <a:cubicBezTo>
                    <a:pt x="1061" y="730"/>
                    <a:pt x="1061" y="730"/>
                    <a:pt x="1117" y="722"/>
                  </a:cubicBezTo>
                  <a:lnTo>
                    <a:pt x="1239" y="722"/>
                  </a:lnTo>
                  <a:cubicBezTo>
                    <a:pt x="1279" y="722"/>
                    <a:pt x="1320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5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39" y="706"/>
                    <a:pt x="1239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82" y="682"/>
                    <a:pt x="1182" y="682"/>
                  </a:cubicBezTo>
                  <a:lnTo>
                    <a:pt x="1369" y="682"/>
                  </a:lnTo>
                  <a:cubicBezTo>
                    <a:pt x="1344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55" y="593"/>
                  </a:cubicBezTo>
                  <a:cubicBezTo>
                    <a:pt x="1301" y="587"/>
                    <a:pt x="1314" y="581"/>
                    <a:pt x="1298" y="581"/>
                  </a:cubicBezTo>
                  <a:cubicBezTo>
                    <a:pt x="1292" y="581"/>
                    <a:pt x="1280" y="582"/>
                    <a:pt x="1263" y="584"/>
                  </a:cubicBezTo>
                  <a:cubicBezTo>
                    <a:pt x="1198" y="584"/>
                    <a:pt x="1198" y="568"/>
                    <a:pt x="1206" y="544"/>
                  </a:cubicBezTo>
                  <a:cubicBezTo>
                    <a:pt x="1206" y="528"/>
                    <a:pt x="1206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6" y="479"/>
                    <a:pt x="1036" y="479"/>
                    <a:pt x="1093" y="479"/>
                  </a:cubicBezTo>
                  <a:cubicBezTo>
                    <a:pt x="1106" y="482"/>
                    <a:pt x="1120" y="483"/>
                    <a:pt x="1133" y="483"/>
                  </a:cubicBezTo>
                  <a:cubicBezTo>
                    <a:pt x="1161" y="483"/>
                    <a:pt x="1188" y="479"/>
                    <a:pt x="1215" y="479"/>
                  </a:cubicBezTo>
                  <a:cubicBezTo>
                    <a:pt x="1174" y="471"/>
                    <a:pt x="1133" y="471"/>
                    <a:pt x="1093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093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79" y="455"/>
                  </a:cubicBezTo>
                  <a:lnTo>
                    <a:pt x="1223" y="447"/>
                  </a:lnTo>
                  <a:cubicBezTo>
                    <a:pt x="1336" y="439"/>
                    <a:pt x="1223" y="439"/>
                    <a:pt x="1158" y="430"/>
                  </a:cubicBezTo>
                  <a:cubicBezTo>
                    <a:pt x="1279" y="430"/>
                    <a:pt x="1279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66" y="382"/>
                    <a:pt x="1174" y="357"/>
                  </a:cubicBezTo>
                  <a:cubicBezTo>
                    <a:pt x="1174" y="325"/>
                    <a:pt x="1182" y="309"/>
                    <a:pt x="1117" y="309"/>
                  </a:cubicBezTo>
                  <a:cubicBezTo>
                    <a:pt x="1117" y="309"/>
                    <a:pt x="1117" y="309"/>
                    <a:pt x="1182" y="301"/>
                  </a:cubicBezTo>
                  <a:cubicBezTo>
                    <a:pt x="1239" y="301"/>
                    <a:pt x="1239" y="301"/>
                    <a:pt x="1117" y="293"/>
                  </a:cubicBezTo>
                  <a:cubicBezTo>
                    <a:pt x="1182" y="293"/>
                    <a:pt x="1182" y="285"/>
                    <a:pt x="1182" y="276"/>
                  </a:cubicBezTo>
                  <a:cubicBezTo>
                    <a:pt x="1182" y="268"/>
                    <a:pt x="1190" y="252"/>
                    <a:pt x="1125" y="252"/>
                  </a:cubicBezTo>
                  <a:cubicBezTo>
                    <a:pt x="1247" y="252"/>
                    <a:pt x="1312" y="236"/>
                    <a:pt x="1190" y="228"/>
                  </a:cubicBezTo>
                  <a:cubicBezTo>
                    <a:pt x="1190" y="228"/>
                    <a:pt x="1190" y="220"/>
                    <a:pt x="1247" y="220"/>
                  </a:cubicBezTo>
                  <a:cubicBezTo>
                    <a:pt x="1247" y="220"/>
                    <a:pt x="1255" y="220"/>
                    <a:pt x="1190" y="203"/>
                  </a:cubicBezTo>
                  <a:cubicBezTo>
                    <a:pt x="1190" y="203"/>
                    <a:pt x="1198" y="195"/>
                    <a:pt x="1198" y="187"/>
                  </a:cubicBezTo>
                  <a:cubicBezTo>
                    <a:pt x="1198" y="179"/>
                    <a:pt x="1142" y="171"/>
                    <a:pt x="1142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06" y="90"/>
                    <a:pt x="1271" y="90"/>
                  </a:cubicBezTo>
                  <a:cubicBezTo>
                    <a:pt x="1271" y="90"/>
                    <a:pt x="1271" y="90"/>
                    <a:pt x="1215" y="82"/>
                  </a:cubicBezTo>
                  <a:cubicBezTo>
                    <a:pt x="1093" y="82"/>
                    <a:pt x="1093" y="74"/>
                    <a:pt x="1150" y="74"/>
                  </a:cubicBezTo>
                  <a:cubicBezTo>
                    <a:pt x="1271" y="74"/>
                    <a:pt x="1271" y="57"/>
                    <a:pt x="1158" y="57"/>
                  </a:cubicBezTo>
                  <a:lnTo>
                    <a:pt x="1215" y="57"/>
                  </a:lnTo>
                  <a:cubicBezTo>
                    <a:pt x="1336" y="49"/>
                    <a:pt x="1279" y="41"/>
                    <a:pt x="1158" y="41"/>
                  </a:cubicBezTo>
                  <a:cubicBezTo>
                    <a:pt x="1215" y="33"/>
                    <a:pt x="1279" y="33"/>
                    <a:pt x="1215" y="33"/>
                  </a:cubicBezTo>
                  <a:cubicBezTo>
                    <a:pt x="1215" y="25"/>
                    <a:pt x="1215" y="25"/>
                    <a:pt x="1336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3" y="9"/>
                  </a:lnTo>
                  <a:cubicBezTo>
                    <a:pt x="1261" y="9"/>
                    <a:pt x="1248" y="5"/>
                    <a:pt x="1218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5" y="9"/>
                    <a:pt x="1085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6" y="1616"/>
                    <a:pt x="1067" y="1621"/>
                    <a:pt x="1132" y="1622"/>
                  </a:cubicBezTo>
                  <a:lnTo>
                    <a:pt x="1132" y="1622"/>
                  </a:lnTo>
                  <a:cubicBezTo>
                    <a:pt x="1132" y="1619"/>
                    <a:pt x="1131" y="1617"/>
                    <a:pt x="1130" y="1615"/>
                  </a:cubicBezTo>
                  <a:close/>
                  <a:moveTo>
                    <a:pt x="704" y="1675"/>
                  </a:moveTo>
                  <a:cubicBezTo>
                    <a:pt x="690" y="1675"/>
                    <a:pt x="663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2" y="1622"/>
                  </a:moveTo>
                  <a:lnTo>
                    <a:pt x="1132" y="1622"/>
                  </a:lnTo>
                  <a:cubicBezTo>
                    <a:pt x="1142" y="1662"/>
                    <a:pt x="1147" y="1703"/>
                    <a:pt x="1147" y="1744"/>
                  </a:cubicBezTo>
                  <a:lnTo>
                    <a:pt x="1147" y="1744"/>
                  </a:lnTo>
                  <a:cubicBezTo>
                    <a:pt x="1327" y="1744"/>
                    <a:pt x="1319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71" y="1728"/>
                    <a:pt x="1271" y="1728"/>
                    <a:pt x="1279" y="1720"/>
                  </a:cubicBezTo>
                  <a:cubicBezTo>
                    <a:pt x="1279" y="1711"/>
                    <a:pt x="1279" y="1703"/>
                    <a:pt x="1215" y="1703"/>
                  </a:cubicBezTo>
                  <a:lnTo>
                    <a:pt x="1223" y="1695"/>
                  </a:lnTo>
                  <a:cubicBezTo>
                    <a:pt x="1298" y="1695"/>
                    <a:pt x="1298" y="1692"/>
                    <a:pt x="1254" y="1692"/>
                  </a:cubicBezTo>
                  <a:cubicBezTo>
                    <a:pt x="1232" y="1692"/>
                    <a:pt x="1198" y="1693"/>
                    <a:pt x="1158" y="1695"/>
                  </a:cubicBezTo>
                  <a:lnTo>
                    <a:pt x="1158" y="1687"/>
                  </a:lnTo>
                  <a:lnTo>
                    <a:pt x="1223" y="1687"/>
                  </a:lnTo>
                  <a:cubicBezTo>
                    <a:pt x="1279" y="1687"/>
                    <a:pt x="1279" y="1679"/>
                    <a:pt x="1288" y="1655"/>
                  </a:cubicBezTo>
                  <a:cubicBezTo>
                    <a:pt x="1288" y="1630"/>
                    <a:pt x="1288" y="1622"/>
                    <a:pt x="1174" y="1622"/>
                  </a:cubicBezTo>
                  <a:cubicBezTo>
                    <a:pt x="1158" y="1622"/>
                    <a:pt x="1144" y="1622"/>
                    <a:pt x="1132" y="1622"/>
                  </a:cubicBezTo>
                  <a:close/>
                  <a:moveTo>
                    <a:pt x="1147" y="1744"/>
                  </a:moveTo>
                  <a:cubicBezTo>
                    <a:pt x="1130" y="1744"/>
                    <a:pt x="1112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2" y="1752"/>
                    <a:pt x="1130" y="1752"/>
                    <a:pt x="1147" y="1752"/>
                  </a:cubicBezTo>
                  <a:lnTo>
                    <a:pt x="1147" y="1752"/>
                  </a:lnTo>
                  <a:cubicBezTo>
                    <a:pt x="1147" y="1749"/>
                    <a:pt x="1147" y="1747"/>
                    <a:pt x="1147" y="1744"/>
                  </a:cubicBezTo>
                  <a:close/>
                  <a:moveTo>
                    <a:pt x="1147" y="1752"/>
                  </a:moveTo>
                  <a:cubicBezTo>
                    <a:pt x="1147" y="1765"/>
                    <a:pt x="1146" y="1778"/>
                    <a:pt x="1145" y="1791"/>
                  </a:cubicBezTo>
                  <a:lnTo>
                    <a:pt x="1145" y="1791"/>
                  </a:lnTo>
                  <a:cubicBezTo>
                    <a:pt x="1125" y="1790"/>
                    <a:pt x="1106" y="1789"/>
                    <a:pt x="1086" y="1785"/>
                  </a:cubicBezTo>
                  <a:lnTo>
                    <a:pt x="1086" y="1785"/>
                  </a:lnTo>
                  <a:cubicBezTo>
                    <a:pt x="1106" y="1789"/>
                    <a:pt x="1125" y="1790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6" y="1791"/>
                  </a:cubicBezTo>
                  <a:cubicBezTo>
                    <a:pt x="1166" y="1791"/>
                    <a:pt x="1186" y="1788"/>
                    <a:pt x="1206" y="1784"/>
                  </a:cubicBezTo>
                  <a:lnTo>
                    <a:pt x="1263" y="1784"/>
                  </a:lnTo>
                  <a:cubicBezTo>
                    <a:pt x="1385" y="1784"/>
                    <a:pt x="1328" y="1776"/>
                    <a:pt x="1271" y="1768"/>
                  </a:cubicBezTo>
                  <a:cubicBezTo>
                    <a:pt x="1150" y="1760"/>
                    <a:pt x="1150" y="1760"/>
                    <a:pt x="1271" y="1760"/>
                  </a:cubicBezTo>
                  <a:cubicBezTo>
                    <a:pt x="1380" y="1760"/>
                    <a:pt x="1294" y="1754"/>
                    <a:pt x="1147" y="1752"/>
                  </a:cubicBezTo>
                  <a:close/>
                  <a:moveTo>
                    <a:pt x="963" y="1801"/>
                  </a:moveTo>
                  <a:lnTo>
                    <a:pt x="1028" y="1809"/>
                  </a:lnTo>
                  <a:lnTo>
                    <a:pt x="1085" y="1801"/>
                  </a:lnTo>
                  <a:close/>
                  <a:moveTo>
                    <a:pt x="1165" y="1813"/>
                  </a:moveTo>
                  <a:cubicBezTo>
                    <a:pt x="1170" y="1813"/>
                    <a:pt x="1181" y="1814"/>
                    <a:pt x="1198" y="1816"/>
                  </a:cubicBezTo>
                  <a:lnTo>
                    <a:pt x="1198" y="1816"/>
                  </a:lnTo>
                  <a:cubicBezTo>
                    <a:pt x="1168" y="1815"/>
                    <a:pt x="1159" y="1813"/>
                    <a:pt x="1165" y="1813"/>
                  </a:cubicBezTo>
                  <a:close/>
                  <a:moveTo>
                    <a:pt x="1077" y="1874"/>
                  </a:moveTo>
                  <a:cubicBezTo>
                    <a:pt x="1077" y="1882"/>
                    <a:pt x="1077" y="1882"/>
                    <a:pt x="1129" y="1882"/>
                  </a:cubicBezTo>
                  <a:lnTo>
                    <a:pt x="1129" y="1882"/>
                  </a:lnTo>
                  <a:cubicBezTo>
                    <a:pt x="1130" y="1879"/>
                    <a:pt x="1131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69" y="1890"/>
                    <a:pt x="2269" y="1890"/>
                    <a:pt x="2269" y="1898"/>
                  </a:cubicBezTo>
                  <a:lnTo>
                    <a:pt x="2390" y="1898"/>
                  </a:lnTo>
                  <a:cubicBezTo>
                    <a:pt x="2447" y="1898"/>
                    <a:pt x="2447" y="1898"/>
                    <a:pt x="2333" y="1890"/>
                  </a:cubicBezTo>
                  <a:close/>
                  <a:moveTo>
                    <a:pt x="355" y="1898"/>
                  </a:moveTo>
                  <a:cubicBezTo>
                    <a:pt x="327" y="1902"/>
                    <a:pt x="313" y="1904"/>
                    <a:pt x="305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4" y="1930"/>
                  </a:moveTo>
                  <a:cubicBezTo>
                    <a:pt x="1069" y="1930"/>
                    <a:pt x="1069" y="1931"/>
                    <a:pt x="1069" y="1938"/>
                  </a:cubicBezTo>
                  <a:lnTo>
                    <a:pt x="1111" y="1938"/>
                  </a:lnTo>
                  <a:cubicBezTo>
                    <a:pt x="1112" y="1936"/>
                    <a:pt x="1113" y="1933"/>
                    <a:pt x="1114" y="1930"/>
                  </a:cubicBezTo>
                  <a:close/>
                  <a:moveTo>
                    <a:pt x="746" y="1951"/>
                  </a:moveTo>
                  <a:cubicBezTo>
                    <a:pt x="753" y="1951"/>
                    <a:pt x="761" y="1952"/>
                    <a:pt x="769" y="1955"/>
                  </a:cubicBezTo>
                  <a:lnTo>
                    <a:pt x="704" y="1955"/>
                  </a:lnTo>
                  <a:cubicBezTo>
                    <a:pt x="720" y="1955"/>
                    <a:pt x="733" y="1951"/>
                    <a:pt x="746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74" y="2011"/>
                    <a:pt x="817" y="2011"/>
                    <a:pt x="874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88" y="2044"/>
                    <a:pt x="1352" y="2044"/>
                    <a:pt x="1288" y="2044"/>
                  </a:cubicBezTo>
                  <a:cubicBezTo>
                    <a:pt x="1271" y="2044"/>
                    <a:pt x="1255" y="2044"/>
                    <a:pt x="1231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1" y="2109"/>
                    <a:pt x="1044" y="2101"/>
                    <a:pt x="1044" y="2101"/>
                  </a:cubicBezTo>
                  <a:close/>
                  <a:moveTo>
                    <a:pt x="801" y="2125"/>
                  </a:moveTo>
                  <a:cubicBezTo>
                    <a:pt x="889" y="2131"/>
                    <a:pt x="943" y="2132"/>
                    <a:pt x="966" y="2133"/>
                  </a:cubicBezTo>
                  <a:lnTo>
                    <a:pt x="966" y="2133"/>
                  </a:lnTo>
                  <a:cubicBezTo>
                    <a:pt x="966" y="2133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58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08" y="2174"/>
                    <a:pt x="1095" y="2167"/>
                    <a:pt x="1215" y="2166"/>
                  </a:cubicBezTo>
                  <a:close/>
                  <a:moveTo>
                    <a:pt x="1028" y="2190"/>
                  </a:moveTo>
                  <a:cubicBezTo>
                    <a:pt x="1093" y="2190"/>
                    <a:pt x="1150" y="2198"/>
                    <a:pt x="1206" y="2198"/>
                  </a:cubicBezTo>
                  <a:lnTo>
                    <a:pt x="1206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28" y="2190"/>
                  </a:cubicBezTo>
                  <a:close/>
                  <a:moveTo>
                    <a:pt x="906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1" y="1258"/>
                  </a:moveTo>
                  <a:cubicBezTo>
                    <a:pt x="57" y="1303"/>
                    <a:pt x="1" y="2160"/>
                    <a:pt x="606" y="2230"/>
                  </a:cubicBezTo>
                  <a:cubicBezTo>
                    <a:pt x="550" y="2222"/>
                    <a:pt x="550" y="2222"/>
                    <a:pt x="606" y="2214"/>
                  </a:cubicBezTo>
                  <a:lnTo>
                    <a:pt x="606" y="2206"/>
                  </a:lnTo>
                  <a:cubicBezTo>
                    <a:pt x="550" y="2206"/>
                    <a:pt x="550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58" y="2133"/>
                    <a:pt x="679" y="2125"/>
                  </a:cubicBezTo>
                  <a:lnTo>
                    <a:pt x="623" y="2125"/>
                  </a:lnTo>
                  <a:cubicBezTo>
                    <a:pt x="558" y="2125"/>
                    <a:pt x="558" y="2125"/>
                    <a:pt x="558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23" y="2093"/>
                    <a:pt x="623" y="2084"/>
                    <a:pt x="688" y="2084"/>
                  </a:cubicBezTo>
                  <a:cubicBezTo>
                    <a:pt x="623" y="2084"/>
                    <a:pt x="623" y="2076"/>
                    <a:pt x="688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6" y="2076"/>
                    <a:pt x="947" y="2076"/>
                    <a:pt x="988" y="2068"/>
                  </a:cubicBezTo>
                  <a:cubicBezTo>
                    <a:pt x="1044" y="2060"/>
                    <a:pt x="1044" y="2060"/>
                    <a:pt x="931" y="2060"/>
                  </a:cubicBezTo>
                  <a:lnTo>
                    <a:pt x="688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09" y="2044"/>
                    <a:pt x="509" y="2044"/>
                    <a:pt x="631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74" y="2011"/>
                    <a:pt x="639" y="2003"/>
                  </a:cubicBezTo>
                  <a:cubicBezTo>
                    <a:pt x="696" y="2003"/>
                    <a:pt x="696" y="2003"/>
                    <a:pt x="696" y="1995"/>
                  </a:cubicBezTo>
                  <a:cubicBezTo>
                    <a:pt x="761" y="1987"/>
                    <a:pt x="704" y="1987"/>
                    <a:pt x="639" y="1987"/>
                  </a:cubicBezTo>
                  <a:cubicBezTo>
                    <a:pt x="517" y="1987"/>
                    <a:pt x="517" y="1987"/>
                    <a:pt x="639" y="1979"/>
                  </a:cubicBezTo>
                  <a:lnTo>
                    <a:pt x="704" y="1979"/>
                  </a:lnTo>
                  <a:cubicBezTo>
                    <a:pt x="639" y="1979"/>
                    <a:pt x="582" y="1979"/>
                    <a:pt x="639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1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9" y="1955"/>
                  </a:lnTo>
                  <a:cubicBezTo>
                    <a:pt x="774" y="1952"/>
                    <a:pt x="780" y="1951"/>
                    <a:pt x="787" y="1951"/>
                  </a:cubicBezTo>
                  <a:cubicBezTo>
                    <a:pt x="800" y="1951"/>
                    <a:pt x="815" y="1955"/>
                    <a:pt x="825" y="1955"/>
                  </a:cubicBezTo>
                  <a:cubicBezTo>
                    <a:pt x="785" y="1938"/>
                    <a:pt x="744" y="1938"/>
                    <a:pt x="704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25" y="1930"/>
                    <a:pt x="525" y="1922"/>
                    <a:pt x="534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4" y="1914"/>
                    <a:pt x="590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34" y="1898"/>
                    <a:pt x="534" y="1890"/>
                    <a:pt x="655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69" y="1898"/>
                  </a:cubicBezTo>
                  <a:cubicBezTo>
                    <a:pt x="777" y="1890"/>
                    <a:pt x="777" y="1890"/>
                    <a:pt x="833" y="1890"/>
                  </a:cubicBezTo>
                  <a:cubicBezTo>
                    <a:pt x="736" y="1890"/>
                    <a:pt x="639" y="1882"/>
                    <a:pt x="534" y="1866"/>
                  </a:cubicBezTo>
                  <a:cubicBezTo>
                    <a:pt x="542" y="1857"/>
                    <a:pt x="542" y="1857"/>
                    <a:pt x="598" y="1857"/>
                  </a:cubicBezTo>
                  <a:cubicBezTo>
                    <a:pt x="655" y="1857"/>
                    <a:pt x="655" y="1857"/>
                    <a:pt x="655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77" y="1841"/>
                  </a:cubicBezTo>
                  <a:cubicBezTo>
                    <a:pt x="517" y="1841"/>
                    <a:pt x="558" y="1841"/>
                    <a:pt x="598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20" y="1833"/>
                  </a:cubicBezTo>
                  <a:cubicBezTo>
                    <a:pt x="720" y="1825"/>
                    <a:pt x="720" y="1825"/>
                    <a:pt x="663" y="1825"/>
                  </a:cubicBezTo>
                  <a:cubicBezTo>
                    <a:pt x="542" y="1825"/>
                    <a:pt x="542" y="1825"/>
                    <a:pt x="542" y="1817"/>
                  </a:cubicBezTo>
                  <a:cubicBezTo>
                    <a:pt x="606" y="1817"/>
                    <a:pt x="542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6" y="1801"/>
                  </a:cubicBezTo>
                  <a:cubicBezTo>
                    <a:pt x="550" y="1801"/>
                    <a:pt x="485" y="1793"/>
                    <a:pt x="550" y="1793"/>
                  </a:cubicBezTo>
                  <a:lnTo>
                    <a:pt x="606" y="1793"/>
                  </a:lnTo>
                  <a:cubicBezTo>
                    <a:pt x="485" y="1793"/>
                    <a:pt x="550" y="1768"/>
                    <a:pt x="615" y="1768"/>
                  </a:cubicBezTo>
                  <a:cubicBezTo>
                    <a:pt x="671" y="1768"/>
                    <a:pt x="671" y="1768"/>
                    <a:pt x="615" y="1760"/>
                  </a:cubicBezTo>
                  <a:cubicBezTo>
                    <a:pt x="550" y="1760"/>
                    <a:pt x="550" y="1752"/>
                    <a:pt x="558" y="1744"/>
                  </a:cubicBezTo>
                  <a:cubicBezTo>
                    <a:pt x="615" y="1736"/>
                    <a:pt x="615" y="1720"/>
                    <a:pt x="501" y="1711"/>
                  </a:cubicBezTo>
                  <a:cubicBezTo>
                    <a:pt x="558" y="1711"/>
                    <a:pt x="558" y="1703"/>
                    <a:pt x="558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66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74" y="1598"/>
                  </a:lnTo>
                  <a:lnTo>
                    <a:pt x="574" y="1590"/>
                  </a:lnTo>
                  <a:lnTo>
                    <a:pt x="639" y="1590"/>
                  </a:lnTo>
                  <a:cubicBezTo>
                    <a:pt x="574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39" y="1557"/>
                  </a:cubicBezTo>
                  <a:cubicBezTo>
                    <a:pt x="525" y="1557"/>
                    <a:pt x="525" y="1557"/>
                    <a:pt x="639" y="1549"/>
                  </a:cubicBezTo>
                  <a:cubicBezTo>
                    <a:pt x="761" y="1549"/>
                    <a:pt x="761" y="1549"/>
                    <a:pt x="647" y="1541"/>
                  </a:cubicBezTo>
                  <a:cubicBezTo>
                    <a:pt x="582" y="1541"/>
                    <a:pt x="582" y="1541"/>
                    <a:pt x="704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0" y="1509"/>
                    <a:pt x="590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0" y="1476"/>
                    <a:pt x="534" y="1460"/>
                    <a:pt x="655" y="1460"/>
                  </a:cubicBezTo>
                  <a:lnTo>
                    <a:pt x="655" y="1452"/>
                  </a:lnTo>
                  <a:lnTo>
                    <a:pt x="655" y="1444"/>
                  </a:lnTo>
                  <a:cubicBezTo>
                    <a:pt x="598" y="1444"/>
                    <a:pt x="615" y="1339"/>
                    <a:pt x="671" y="1339"/>
                  </a:cubicBezTo>
                  <a:cubicBezTo>
                    <a:pt x="671" y="1330"/>
                    <a:pt x="671" y="1322"/>
                    <a:pt x="615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15" y="1314"/>
                  </a:cubicBezTo>
                  <a:lnTo>
                    <a:pt x="615" y="1306"/>
                  </a:lnTo>
                  <a:cubicBezTo>
                    <a:pt x="679" y="1306"/>
                    <a:pt x="679" y="1298"/>
                    <a:pt x="623" y="1298"/>
                  </a:cubicBezTo>
                  <a:cubicBezTo>
                    <a:pt x="558" y="1290"/>
                    <a:pt x="558" y="1290"/>
                    <a:pt x="558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3" y="1263"/>
                    <a:pt x="618" y="1261"/>
                    <a:pt x="611" y="1258"/>
                  </a:cubicBezTo>
                  <a:close/>
                  <a:moveTo>
                    <a:pt x="1312" y="2328"/>
                  </a:moveTo>
                  <a:cubicBezTo>
                    <a:pt x="1247" y="2328"/>
                    <a:pt x="1247" y="2336"/>
                    <a:pt x="1247" y="2336"/>
                  </a:cubicBezTo>
                  <a:cubicBezTo>
                    <a:pt x="1190" y="2344"/>
                    <a:pt x="1247" y="2344"/>
                    <a:pt x="1304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2" y="2336"/>
                    <a:pt x="1328" y="2336"/>
                    <a:pt x="1312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6" y="2368"/>
                    <a:pt x="1166" y="2368"/>
                    <a:pt x="1125" y="2360"/>
                  </a:cubicBezTo>
                  <a:cubicBezTo>
                    <a:pt x="1146" y="2356"/>
                    <a:pt x="1166" y="2354"/>
                    <a:pt x="1186" y="2354"/>
                  </a:cubicBezTo>
                  <a:close/>
                  <a:moveTo>
                    <a:pt x="688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79" y="2530"/>
                  </a:lnTo>
                  <a:lnTo>
                    <a:pt x="688" y="2522"/>
                  </a:lnTo>
                  <a:close/>
                  <a:moveTo>
                    <a:pt x="1158" y="2530"/>
                  </a:moveTo>
                  <a:cubicBezTo>
                    <a:pt x="1117" y="2538"/>
                    <a:pt x="1077" y="2538"/>
                    <a:pt x="1036" y="2538"/>
                  </a:cubicBezTo>
                  <a:cubicBezTo>
                    <a:pt x="979" y="2543"/>
                    <a:pt x="951" y="2545"/>
                    <a:pt x="937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79" y="2530"/>
                  </a:cubicBezTo>
                  <a:cubicBezTo>
                    <a:pt x="942" y="2530"/>
                    <a:pt x="954" y="2534"/>
                    <a:pt x="986" y="2534"/>
                  </a:cubicBezTo>
                  <a:cubicBezTo>
                    <a:pt x="1002" y="2534"/>
                    <a:pt x="1023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1" y="2579"/>
                  </a:lnTo>
                  <a:cubicBezTo>
                    <a:pt x="915" y="2579"/>
                    <a:pt x="915" y="2571"/>
                    <a:pt x="915" y="2571"/>
                  </a:cubicBezTo>
                  <a:close/>
                  <a:moveTo>
                    <a:pt x="1853" y="2575"/>
                  </a:moveTo>
                  <a:cubicBezTo>
                    <a:pt x="1841" y="2575"/>
                    <a:pt x="1828" y="2576"/>
                    <a:pt x="1815" y="2579"/>
                  </a:cubicBezTo>
                  <a:lnTo>
                    <a:pt x="1928" y="2579"/>
                  </a:lnTo>
                  <a:cubicBezTo>
                    <a:pt x="1901" y="2579"/>
                    <a:pt x="1878" y="2575"/>
                    <a:pt x="1853" y="2575"/>
                  </a:cubicBezTo>
                  <a:close/>
                  <a:moveTo>
                    <a:pt x="1246" y="1789"/>
                  </a:moveTo>
                  <a:cubicBezTo>
                    <a:pt x="1238" y="1789"/>
                    <a:pt x="1225" y="1790"/>
                    <a:pt x="1206" y="1793"/>
                  </a:cubicBezTo>
                  <a:cubicBezTo>
                    <a:pt x="1186" y="1793"/>
                    <a:pt x="1165" y="1793"/>
                    <a:pt x="1145" y="1791"/>
                  </a:cubicBezTo>
                  <a:lnTo>
                    <a:pt x="1145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33" y="1874"/>
                  </a:lnTo>
                  <a:cubicBezTo>
                    <a:pt x="1198" y="1874"/>
                    <a:pt x="1133" y="1874"/>
                    <a:pt x="1133" y="1882"/>
                  </a:cubicBezTo>
                  <a:cubicBezTo>
                    <a:pt x="1132" y="1882"/>
                    <a:pt x="1131" y="1882"/>
                    <a:pt x="1129" y="1882"/>
                  </a:cubicBezTo>
                  <a:lnTo>
                    <a:pt x="1129" y="1882"/>
                  </a:lnTo>
                  <a:cubicBezTo>
                    <a:pt x="1125" y="1898"/>
                    <a:pt x="1120" y="1914"/>
                    <a:pt x="1114" y="1930"/>
                  </a:cubicBezTo>
                  <a:lnTo>
                    <a:pt x="1114" y="1930"/>
                  </a:lnTo>
                  <a:cubicBezTo>
                    <a:pt x="1117" y="1930"/>
                    <a:pt x="1121" y="1930"/>
                    <a:pt x="1125" y="1930"/>
                  </a:cubicBezTo>
                  <a:lnTo>
                    <a:pt x="1190" y="1930"/>
                  </a:lnTo>
                  <a:cubicBezTo>
                    <a:pt x="1166" y="1938"/>
                    <a:pt x="1150" y="1938"/>
                    <a:pt x="1125" y="1938"/>
                  </a:cubicBezTo>
                  <a:lnTo>
                    <a:pt x="1111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79" y="2133"/>
                  </a:lnTo>
                  <a:cubicBezTo>
                    <a:pt x="979" y="2133"/>
                    <a:pt x="975" y="2133"/>
                    <a:pt x="966" y="2133"/>
                  </a:cubicBezTo>
                  <a:lnTo>
                    <a:pt x="966" y="2133"/>
                  </a:lnTo>
                  <a:cubicBezTo>
                    <a:pt x="890" y="2192"/>
                    <a:pt x="789" y="2229"/>
                    <a:pt x="663" y="2230"/>
                  </a:cubicBezTo>
                  <a:cubicBezTo>
                    <a:pt x="606" y="2230"/>
                    <a:pt x="606" y="2238"/>
                    <a:pt x="598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20" y="2271"/>
                    <a:pt x="655" y="2271"/>
                    <a:pt x="598" y="2271"/>
                  </a:cubicBezTo>
                  <a:cubicBezTo>
                    <a:pt x="477" y="2271"/>
                    <a:pt x="477" y="2279"/>
                    <a:pt x="655" y="2279"/>
                  </a:cubicBezTo>
                  <a:cubicBezTo>
                    <a:pt x="777" y="2279"/>
                    <a:pt x="777" y="2287"/>
                    <a:pt x="712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34" y="2279"/>
                  </a:lnTo>
                  <a:cubicBezTo>
                    <a:pt x="534" y="2287"/>
                    <a:pt x="534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70" y="2292"/>
                    <a:pt x="879" y="2292"/>
                  </a:cubicBezTo>
                  <a:cubicBezTo>
                    <a:pt x="897" y="2292"/>
                    <a:pt x="896" y="2295"/>
                    <a:pt x="890" y="2295"/>
                  </a:cubicBezTo>
                  <a:cubicBezTo>
                    <a:pt x="833" y="2303"/>
                    <a:pt x="777" y="2303"/>
                    <a:pt x="712" y="2303"/>
                  </a:cubicBezTo>
                  <a:cubicBezTo>
                    <a:pt x="671" y="2295"/>
                    <a:pt x="631" y="2295"/>
                    <a:pt x="598" y="2295"/>
                  </a:cubicBezTo>
                  <a:cubicBezTo>
                    <a:pt x="534" y="2295"/>
                    <a:pt x="655" y="2311"/>
                    <a:pt x="769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47" y="2328"/>
                  </a:cubicBezTo>
                  <a:cubicBezTo>
                    <a:pt x="647" y="2336"/>
                    <a:pt x="647" y="2336"/>
                    <a:pt x="712" y="2336"/>
                  </a:cubicBezTo>
                  <a:cubicBezTo>
                    <a:pt x="752" y="2336"/>
                    <a:pt x="785" y="2336"/>
                    <a:pt x="825" y="2344"/>
                  </a:cubicBezTo>
                  <a:cubicBezTo>
                    <a:pt x="866" y="2336"/>
                    <a:pt x="906" y="2336"/>
                    <a:pt x="947" y="2336"/>
                  </a:cubicBezTo>
                  <a:cubicBezTo>
                    <a:pt x="947" y="2336"/>
                    <a:pt x="890" y="2344"/>
                    <a:pt x="825" y="2344"/>
                  </a:cubicBezTo>
                  <a:cubicBezTo>
                    <a:pt x="704" y="2352"/>
                    <a:pt x="647" y="2360"/>
                    <a:pt x="647" y="2368"/>
                  </a:cubicBezTo>
                  <a:cubicBezTo>
                    <a:pt x="647" y="2376"/>
                    <a:pt x="639" y="2384"/>
                    <a:pt x="582" y="2393"/>
                  </a:cubicBezTo>
                  <a:cubicBezTo>
                    <a:pt x="582" y="2393"/>
                    <a:pt x="582" y="2401"/>
                    <a:pt x="639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696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6" y="2429"/>
                    <a:pt x="696" y="2425"/>
                  </a:cubicBezTo>
                  <a:cubicBezTo>
                    <a:pt x="736" y="2425"/>
                    <a:pt x="777" y="2425"/>
                    <a:pt x="817" y="2417"/>
                  </a:cubicBezTo>
                  <a:lnTo>
                    <a:pt x="817" y="2409"/>
                  </a:lnTo>
                  <a:lnTo>
                    <a:pt x="874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12" y="2425"/>
                    <a:pt x="1036" y="2425"/>
                    <a:pt x="1052" y="2433"/>
                  </a:cubicBezTo>
                  <a:lnTo>
                    <a:pt x="931" y="2433"/>
                  </a:lnTo>
                  <a:cubicBezTo>
                    <a:pt x="874" y="2425"/>
                    <a:pt x="817" y="2425"/>
                    <a:pt x="752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1" y="2449"/>
                  </a:cubicBezTo>
                  <a:lnTo>
                    <a:pt x="696" y="2449"/>
                  </a:lnTo>
                  <a:cubicBezTo>
                    <a:pt x="809" y="2457"/>
                    <a:pt x="809" y="2457"/>
                    <a:pt x="688" y="2457"/>
                  </a:cubicBezTo>
                  <a:cubicBezTo>
                    <a:pt x="574" y="2465"/>
                    <a:pt x="566" y="2482"/>
                    <a:pt x="631" y="2482"/>
                  </a:cubicBezTo>
                  <a:cubicBezTo>
                    <a:pt x="744" y="2482"/>
                    <a:pt x="744" y="2490"/>
                    <a:pt x="688" y="2490"/>
                  </a:cubicBezTo>
                  <a:cubicBezTo>
                    <a:pt x="623" y="2498"/>
                    <a:pt x="623" y="2498"/>
                    <a:pt x="688" y="2498"/>
                  </a:cubicBezTo>
                  <a:cubicBezTo>
                    <a:pt x="623" y="2498"/>
                    <a:pt x="566" y="2506"/>
                    <a:pt x="623" y="2506"/>
                  </a:cubicBezTo>
                  <a:cubicBezTo>
                    <a:pt x="623" y="2506"/>
                    <a:pt x="623" y="2510"/>
                    <a:pt x="642" y="2510"/>
                  </a:cubicBezTo>
                  <a:cubicBezTo>
                    <a:pt x="652" y="2510"/>
                    <a:pt x="666" y="2509"/>
                    <a:pt x="688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6" y="2511"/>
                    <a:pt x="909" y="2511"/>
                    <a:pt x="923" y="2514"/>
                  </a:cubicBezTo>
                  <a:cubicBezTo>
                    <a:pt x="979" y="2514"/>
                    <a:pt x="923" y="2522"/>
                    <a:pt x="744" y="2530"/>
                  </a:cubicBezTo>
                  <a:lnTo>
                    <a:pt x="623" y="2538"/>
                  </a:lnTo>
                  <a:lnTo>
                    <a:pt x="679" y="2538"/>
                  </a:lnTo>
                  <a:cubicBezTo>
                    <a:pt x="623" y="2538"/>
                    <a:pt x="623" y="2538"/>
                    <a:pt x="615" y="2547"/>
                  </a:cubicBezTo>
                  <a:lnTo>
                    <a:pt x="679" y="2547"/>
                  </a:lnTo>
                  <a:cubicBezTo>
                    <a:pt x="793" y="2547"/>
                    <a:pt x="793" y="2547"/>
                    <a:pt x="736" y="2555"/>
                  </a:cubicBezTo>
                  <a:cubicBezTo>
                    <a:pt x="615" y="2555"/>
                    <a:pt x="615" y="2555"/>
                    <a:pt x="736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71" y="2571"/>
                  </a:lnTo>
                  <a:cubicBezTo>
                    <a:pt x="793" y="2571"/>
                    <a:pt x="793" y="2571"/>
                    <a:pt x="736" y="2579"/>
                  </a:cubicBezTo>
                  <a:cubicBezTo>
                    <a:pt x="671" y="2579"/>
                    <a:pt x="671" y="2579"/>
                    <a:pt x="728" y="2587"/>
                  </a:cubicBezTo>
                  <a:cubicBezTo>
                    <a:pt x="728" y="2587"/>
                    <a:pt x="728" y="2595"/>
                    <a:pt x="671" y="2595"/>
                  </a:cubicBezTo>
                  <a:cubicBezTo>
                    <a:pt x="728" y="2603"/>
                    <a:pt x="728" y="2603"/>
                    <a:pt x="671" y="2603"/>
                  </a:cubicBezTo>
                  <a:cubicBezTo>
                    <a:pt x="606" y="2611"/>
                    <a:pt x="606" y="2611"/>
                    <a:pt x="671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06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63" y="2628"/>
                  </a:cubicBezTo>
                  <a:lnTo>
                    <a:pt x="1085" y="2628"/>
                  </a:lnTo>
                  <a:lnTo>
                    <a:pt x="1150" y="2620"/>
                  </a:lnTo>
                  <a:cubicBezTo>
                    <a:pt x="971" y="2620"/>
                    <a:pt x="971" y="2620"/>
                    <a:pt x="1093" y="2611"/>
                  </a:cubicBezTo>
                  <a:lnTo>
                    <a:pt x="1206" y="2611"/>
                  </a:lnTo>
                  <a:cubicBezTo>
                    <a:pt x="1206" y="2603"/>
                    <a:pt x="1206" y="2603"/>
                    <a:pt x="1271" y="2603"/>
                  </a:cubicBezTo>
                  <a:cubicBezTo>
                    <a:pt x="1312" y="2603"/>
                    <a:pt x="1352" y="2603"/>
                    <a:pt x="1393" y="2595"/>
                  </a:cubicBezTo>
                  <a:lnTo>
                    <a:pt x="1328" y="2595"/>
                  </a:lnTo>
                  <a:cubicBezTo>
                    <a:pt x="1271" y="2595"/>
                    <a:pt x="1271" y="2595"/>
                    <a:pt x="1393" y="2587"/>
                  </a:cubicBezTo>
                  <a:lnTo>
                    <a:pt x="1336" y="2587"/>
                  </a:lnTo>
                  <a:cubicBezTo>
                    <a:pt x="1215" y="2587"/>
                    <a:pt x="1215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2" y="2567"/>
                    <a:pt x="1255" y="2567"/>
                  </a:cubicBezTo>
                  <a:cubicBezTo>
                    <a:pt x="1242" y="2567"/>
                    <a:pt x="1228" y="2568"/>
                    <a:pt x="1215" y="2571"/>
                  </a:cubicBezTo>
                  <a:cubicBezTo>
                    <a:pt x="1093" y="2571"/>
                    <a:pt x="1093" y="2571"/>
                    <a:pt x="1158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36" y="2555"/>
                    <a:pt x="1336" y="2547"/>
                    <a:pt x="1279" y="2547"/>
                  </a:cubicBezTo>
                  <a:lnTo>
                    <a:pt x="1336" y="2547"/>
                  </a:lnTo>
                  <a:cubicBezTo>
                    <a:pt x="1336" y="2547"/>
                    <a:pt x="1336" y="2538"/>
                    <a:pt x="1401" y="2530"/>
                  </a:cubicBezTo>
                  <a:cubicBezTo>
                    <a:pt x="1439" y="2530"/>
                    <a:pt x="1401" y="2523"/>
                    <a:pt x="1336" y="2523"/>
                  </a:cubicBezTo>
                  <a:cubicBezTo>
                    <a:pt x="1303" y="2523"/>
                    <a:pt x="1263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01" y="2522"/>
                    <a:pt x="1101" y="2514"/>
                    <a:pt x="1101" y="2514"/>
                  </a:cubicBezTo>
                  <a:lnTo>
                    <a:pt x="1223" y="2514"/>
                  </a:lnTo>
                  <a:cubicBezTo>
                    <a:pt x="1401" y="2514"/>
                    <a:pt x="1466" y="2514"/>
                    <a:pt x="1288" y="2506"/>
                  </a:cubicBezTo>
                  <a:lnTo>
                    <a:pt x="1344" y="2506"/>
                  </a:lnTo>
                  <a:cubicBezTo>
                    <a:pt x="1401" y="2506"/>
                    <a:pt x="1401" y="2506"/>
                    <a:pt x="1344" y="2498"/>
                  </a:cubicBezTo>
                  <a:cubicBezTo>
                    <a:pt x="1344" y="2498"/>
                    <a:pt x="1223" y="2490"/>
                    <a:pt x="1166" y="2490"/>
                  </a:cubicBezTo>
                  <a:cubicBezTo>
                    <a:pt x="1288" y="2490"/>
                    <a:pt x="1288" y="2482"/>
                    <a:pt x="1166" y="2482"/>
                  </a:cubicBezTo>
                  <a:lnTo>
                    <a:pt x="1231" y="2482"/>
                  </a:lnTo>
                  <a:cubicBezTo>
                    <a:pt x="1288" y="2482"/>
                    <a:pt x="1352" y="2474"/>
                    <a:pt x="1288" y="2457"/>
                  </a:cubicBezTo>
                  <a:cubicBezTo>
                    <a:pt x="1296" y="2449"/>
                    <a:pt x="1296" y="2441"/>
                    <a:pt x="1352" y="2441"/>
                  </a:cubicBezTo>
                  <a:cubicBezTo>
                    <a:pt x="1417" y="2441"/>
                    <a:pt x="1296" y="2425"/>
                    <a:pt x="1174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296" y="2401"/>
                  </a:cubicBezTo>
                  <a:cubicBezTo>
                    <a:pt x="1182" y="2393"/>
                    <a:pt x="1239" y="2384"/>
                    <a:pt x="1361" y="2384"/>
                  </a:cubicBezTo>
                  <a:cubicBezTo>
                    <a:pt x="1417" y="2384"/>
                    <a:pt x="1425" y="2384"/>
                    <a:pt x="1425" y="2376"/>
                  </a:cubicBezTo>
                  <a:cubicBezTo>
                    <a:pt x="1361" y="2376"/>
                    <a:pt x="1361" y="2368"/>
                    <a:pt x="1361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25" y="2336"/>
                    <a:pt x="1190" y="2336"/>
                  </a:cubicBezTo>
                  <a:cubicBezTo>
                    <a:pt x="1206" y="2336"/>
                    <a:pt x="1231" y="2336"/>
                    <a:pt x="1247" y="2328"/>
                  </a:cubicBezTo>
                  <a:cubicBezTo>
                    <a:pt x="1247" y="2328"/>
                    <a:pt x="1247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69" y="2303"/>
                    <a:pt x="1433" y="2303"/>
                  </a:cubicBezTo>
                  <a:cubicBezTo>
                    <a:pt x="1433" y="2295"/>
                    <a:pt x="1433" y="2295"/>
                    <a:pt x="1377" y="2295"/>
                  </a:cubicBezTo>
                  <a:cubicBezTo>
                    <a:pt x="1312" y="2295"/>
                    <a:pt x="1255" y="2295"/>
                    <a:pt x="1312" y="2279"/>
                  </a:cubicBezTo>
                  <a:cubicBezTo>
                    <a:pt x="1320" y="2279"/>
                    <a:pt x="1320" y="2271"/>
                    <a:pt x="1255" y="2271"/>
                  </a:cubicBezTo>
                  <a:cubicBezTo>
                    <a:pt x="1255" y="2263"/>
                    <a:pt x="1255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3" y="2255"/>
                    <a:pt x="1263" y="2247"/>
                    <a:pt x="1320" y="2247"/>
                  </a:cubicBezTo>
                  <a:cubicBezTo>
                    <a:pt x="1320" y="2247"/>
                    <a:pt x="1320" y="2247"/>
                    <a:pt x="1263" y="2238"/>
                  </a:cubicBezTo>
                  <a:cubicBezTo>
                    <a:pt x="1206" y="2238"/>
                    <a:pt x="1206" y="2238"/>
                    <a:pt x="1263" y="2230"/>
                  </a:cubicBezTo>
                  <a:cubicBezTo>
                    <a:pt x="1320" y="2230"/>
                    <a:pt x="1320" y="2230"/>
                    <a:pt x="1328" y="2222"/>
                  </a:cubicBezTo>
                  <a:cubicBezTo>
                    <a:pt x="1263" y="2214"/>
                    <a:pt x="1271" y="2182"/>
                    <a:pt x="1328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5" y="2174"/>
                    <a:pt x="1343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59" y="2165"/>
                    <a:pt x="1271" y="2165"/>
                  </a:cubicBezTo>
                  <a:cubicBezTo>
                    <a:pt x="1393" y="2165"/>
                    <a:pt x="1393" y="2165"/>
                    <a:pt x="1271" y="2157"/>
                  </a:cubicBezTo>
                  <a:cubicBezTo>
                    <a:pt x="1158" y="2157"/>
                    <a:pt x="1158" y="2149"/>
                    <a:pt x="1271" y="2149"/>
                  </a:cubicBezTo>
                  <a:cubicBezTo>
                    <a:pt x="1036" y="2141"/>
                    <a:pt x="979" y="2133"/>
                    <a:pt x="1215" y="2133"/>
                  </a:cubicBezTo>
                  <a:cubicBezTo>
                    <a:pt x="1279" y="2133"/>
                    <a:pt x="1336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6" y="2121"/>
                    <a:pt x="1293" y="2122"/>
                    <a:pt x="1279" y="2125"/>
                  </a:cubicBezTo>
                  <a:cubicBezTo>
                    <a:pt x="1158" y="2125"/>
                    <a:pt x="1158" y="2125"/>
                    <a:pt x="1279" y="2117"/>
                  </a:cubicBezTo>
                  <a:cubicBezTo>
                    <a:pt x="1458" y="2109"/>
                    <a:pt x="1458" y="2101"/>
                    <a:pt x="1344" y="2093"/>
                  </a:cubicBezTo>
                  <a:cubicBezTo>
                    <a:pt x="1255" y="2081"/>
                    <a:pt x="1231" y="2073"/>
                    <a:pt x="1273" y="2073"/>
                  </a:cubicBezTo>
                  <a:cubicBezTo>
                    <a:pt x="1288" y="2073"/>
                    <a:pt x="1312" y="2074"/>
                    <a:pt x="1344" y="2076"/>
                  </a:cubicBezTo>
                  <a:cubicBezTo>
                    <a:pt x="1405" y="2080"/>
                    <a:pt x="1435" y="2082"/>
                    <a:pt x="1443" y="2082"/>
                  </a:cubicBezTo>
                  <a:cubicBezTo>
                    <a:pt x="1450" y="2082"/>
                    <a:pt x="1433" y="2080"/>
                    <a:pt x="1401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4" y="2058"/>
                    <a:pt x="1341" y="2057"/>
                  </a:cubicBezTo>
                  <a:lnTo>
                    <a:pt x="1341" y="2057"/>
                  </a:lnTo>
                  <a:cubicBezTo>
                    <a:pt x="1423" y="2052"/>
                    <a:pt x="1448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6" y="2028"/>
                  </a:cubicBezTo>
                  <a:cubicBezTo>
                    <a:pt x="1231" y="2028"/>
                    <a:pt x="1296" y="2020"/>
                    <a:pt x="1352" y="2020"/>
                  </a:cubicBezTo>
                  <a:cubicBezTo>
                    <a:pt x="1409" y="2020"/>
                    <a:pt x="1474" y="2011"/>
                    <a:pt x="1417" y="2011"/>
                  </a:cubicBezTo>
                  <a:cubicBezTo>
                    <a:pt x="1352" y="2011"/>
                    <a:pt x="1296" y="2011"/>
                    <a:pt x="1239" y="2003"/>
                  </a:cubicBezTo>
                  <a:cubicBezTo>
                    <a:pt x="1196" y="2003"/>
                    <a:pt x="1210" y="2000"/>
                    <a:pt x="1241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6" y="2003"/>
                    <a:pt x="1377" y="2003"/>
                    <a:pt x="1417" y="1995"/>
                  </a:cubicBezTo>
                  <a:cubicBezTo>
                    <a:pt x="1417" y="1995"/>
                    <a:pt x="1417" y="1987"/>
                    <a:pt x="1361" y="1987"/>
                  </a:cubicBezTo>
                  <a:cubicBezTo>
                    <a:pt x="1296" y="1987"/>
                    <a:pt x="1304" y="1971"/>
                    <a:pt x="1361" y="1963"/>
                  </a:cubicBezTo>
                  <a:lnTo>
                    <a:pt x="1361" y="1955"/>
                  </a:lnTo>
                  <a:cubicBezTo>
                    <a:pt x="1361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04" y="1938"/>
                  </a:cubicBezTo>
                  <a:cubicBezTo>
                    <a:pt x="1190" y="1930"/>
                    <a:pt x="1190" y="1930"/>
                    <a:pt x="1304" y="1930"/>
                  </a:cubicBezTo>
                  <a:cubicBezTo>
                    <a:pt x="1247" y="1922"/>
                    <a:pt x="1247" y="1922"/>
                    <a:pt x="1304" y="1922"/>
                  </a:cubicBezTo>
                  <a:cubicBezTo>
                    <a:pt x="1369" y="1922"/>
                    <a:pt x="1369" y="1914"/>
                    <a:pt x="1304" y="1914"/>
                  </a:cubicBezTo>
                  <a:cubicBezTo>
                    <a:pt x="1190" y="1914"/>
                    <a:pt x="1133" y="1906"/>
                    <a:pt x="1247" y="1906"/>
                  </a:cubicBezTo>
                  <a:cubicBezTo>
                    <a:pt x="1247" y="1906"/>
                    <a:pt x="1247" y="1906"/>
                    <a:pt x="1190" y="1898"/>
                  </a:cubicBezTo>
                  <a:cubicBezTo>
                    <a:pt x="1312" y="1890"/>
                    <a:pt x="1312" y="1890"/>
                    <a:pt x="1190" y="1890"/>
                  </a:cubicBezTo>
                  <a:cubicBezTo>
                    <a:pt x="1190" y="1890"/>
                    <a:pt x="1133" y="1882"/>
                    <a:pt x="1190" y="1882"/>
                  </a:cubicBezTo>
                  <a:cubicBezTo>
                    <a:pt x="1255" y="1874"/>
                    <a:pt x="1320" y="1857"/>
                    <a:pt x="1198" y="1857"/>
                  </a:cubicBezTo>
                  <a:lnTo>
                    <a:pt x="1198" y="1849"/>
                  </a:lnTo>
                  <a:cubicBezTo>
                    <a:pt x="1255" y="1849"/>
                    <a:pt x="1255" y="1841"/>
                    <a:pt x="1198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3" y="1833"/>
                  </a:cubicBezTo>
                  <a:cubicBezTo>
                    <a:pt x="1263" y="1825"/>
                    <a:pt x="1263" y="1825"/>
                    <a:pt x="1198" y="1825"/>
                  </a:cubicBezTo>
                  <a:cubicBezTo>
                    <a:pt x="1179" y="1828"/>
                    <a:pt x="1167" y="1829"/>
                    <a:pt x="1158" y="1829"/>
                  </a:cubicBezTo>
                  <a:cubicBezTo>
                    <a:pt x="1142" y="1829"/>
                    <a:pt x="1142" y="1825"/>
                    <a:pt x="1142" y="1825"/>
                  </a:cubicBezTo>
                  <a:cubicBezTo>
                    <a:pt x="1182" y="1817"/>
                    <a:pt x="1223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63" y="1809"/>
                    <a:pt x="1263" y="1809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3" y="1789"/>
                    <a:pt x="124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2"/>
            <p:cNvSpPr/>
            <p:nvPr/>
          </p:nvSpPr>
          <p:spPr>
            <a:xfrm>
              <a:off x="8337920" y="1800052"/>
              <a:ext cx="42025" cy="45300"/>
            </a:xfrm>
            <a:custGeom>
              <a:avLst/>
              <a:gdLst/>
              <a:ahLst/>
              <a:cxnLst/>
              <a:rect l="l" t="t" r="r" b="b"/>
              <a:pathLst>
                <a:path w="2438" h="2628" extrusionOk="0">
                  <a:moveTo>
                    <a:pt x="707" y="19"/>
                  </a:moveTo>
                  <a:cubicBezTo>
                    <a:pt x="737" y="19"/>
                    <a:pt x="796" y="21"/>
                    <a:pt x="856" y="25"/>
                  </a:cubicBezTo>
                  <a:cubicBezTo>
                    <a:pt x="843" y="28"/>
                    <a:pt x="829" y="29"/>
                    <a:pt x="816" y="29"/>
                  </a:cubicBezTo>
                  <a:cubicBezTo>
                    <a:pt x="789" y="29"/>
                    <a:pt x="762" y="25"/>
                    <a:pt x="735" y="25"/>
                  </a:cubicBezTo>
                  <a:cubicBezTo>
                    <a:pt x="678" y="21"/>
                    <a:pt x="678" y="19"/>
                    <a:pt x="707" y="19"/>
                  </a:cubicBezTo>
                  <a:close/>
                  <a:moveTo>
                    <a:pt x="1387" y="19"/>
                  </a:moveTo>
                  <a:cubicBezTo>
                    <a:pt x="1367" y="19"/>
                    <a:pt x="1347" y="21"/>
                    <a:pt x="1327" y="25"/>
                  </a:cubicBezTo>
                  <a:cubicBezTo>
                    <a:pt x="1340" y="28"/>
                    <a:pt x="1354" y="29"/>
                    <a:pt x="1367" y="29"/>
                  </a:cubicBezTo>
                  <a:cubicBezTo>
                    <a:pt x="1394" y="29"/>
                    <a:pt x="1421" y="25"/>
                    <a:pt x="1448" y="25"/>
                  </a:cubicBezTo>
                  <a:cubicBezTo>
                    <a:pt x="1428" y="21"/>
                    <a:pt x="1408" y="19"/>
                    <a:pt x="1387" y="19"/>
                  </a:cubicBezTo>
                  <a:close/>
                  <a:moveTo>
                    <a:pt x="792" y="455"/>
                  </a:moveTo>
                  <a:cubicBezTo>
                    <a:pt x="832" y="455"/>
                    <a:pt x="873" y="455"/>
                    <a:pt x="913" y="463"/>
                  </a:cubicBezTo>
                  <a:cubicBezTo>
                    <a:pt x="856" y="463"/>
                    <a:pt x="792" y="463"/>
                    <a:pt x="735" y="455"/>
                  </a:cubicBezTo>
                  <a:close/>
                  <a:moveTo>
                    <a:pt x="1075" y="560"/>
                  </a:moveTo>
                  <a:cubicBezTo>
                    <a:pt x="1075" y="560"/>
                    <a:pt x="1140" y="568"/>
                    <a:pt x="1075" y="568"/>
                  </a:cubicBezTo>
                  <a:lnTo>
                    <a:pt x="1019" y="568"/>
                  </a:lnTo>
                  <a:cubicBezTo>
                    <a:pt x="962" y="560"/>
                    <a:pt x="897" y="560"/>
                    <a:pt x="962" y="560"/>
                  </a:cubicBezTo>
                  <a:close/>
                  <a:moveTo>
                    <a:pt x="998" y="684"/>
                  </a:moveTo>
                  <a:cubicBezTo>
                    <a:pt x="1019" y="684"/>
                    <a:pt x="1039" y="686"/>
                    <a:pt x="1059" y="690"/>
                  </a:cubicBezTo>
                  <a:lnTo>
                    <a:pt x="937" y="690"/>
                  </a:lnTo>
                  <a:cubicBezTo>
                    <a:pt x="958" y="686"/>
                    <a:pt x="978" y="684"/>
                    <a:pt x="998" y="684"/>
                  </a:cubicBezTo>
                  <a:close/>
                  <a:moveTo>
                    <a:pt x="1116" y="714"/>
                  </a:moveTo>
                  <a:lnTo>
                    <a:pt x="1059" y="722"/>
                  </a:lnTo>
                  <a:lnTo>
                    <a:pt x="1059" y="714"/>
                  </a:lnTo>
                  <a:close/>
                  <a:moveTo>
                    <a:pt x="1143" y="724"/>
                  </a:moveTo>
                  <a:cubicBezTo>
                    <a:pt x="1136" y="724"/>
                    <a:pt x="1136" y="726"/>
                    <a:pt x="1164" y="730"/>
                  </a:cubicBezTo>
                  <a:cubicBezTo>
                    <a:pt x="1164" y="726"/>
                    <a:pt x="1150" y="724"/>
                    <a:pt x="1143" y="724"/>
                  </a:cubicBezTo>
                  <a:close/>
                  <a:moveTo>
                    <a:pt x="1108" y="747"/>
                  </a:moveTo>
                  <a:lnTo>
                    <a:pt x="1051" y="755"/>
                  </a:lnTo>
                  <a:lnTo>
                    <a:pt x="1051" y="747"/>
                  </a:lnTo>
                  <a:close/>
                  <a:moveTo>
                    <a:pt x="1051" y="763"/>
                  </a:moveTo>
                  <a:cubicBezTo>
                    <a:pt x="1079" y="767"/>
                    <a:pt x="1094" y="767"/>
                    <a:pt x="1101" y="767"/>
                  </a:cubicBezTo>
                  <a:cubicBezTo>
                    <a:pt x="1108" y="767"/>
                    <a:pt x="1108" y="767"/>
                    <a:pt x="1108" y="771"/>
                  </a:cubicBezTo>
                  <a:cubicBezTo>
                    <a:pt x="1108" y="775"/>
                    <a:pt x="1108" y="777"/>
                    <a:pt x="1101" y="777"/>
                  </a:cubicBezTo>
                  <a:cubicBezTo>
                    <a:pt x="1094" y="777"/>
                    <a:pt x="1079" y="775"/>
                    <a:pt x="1051" y="771"/>
                  </a:cubicBezTo>
                  <a:cubicBezTo>
                    <a:pt x="986" y="771"/>
                    <a:pt x="986" y="763"/>
                    <a:pt x="1051" y="763"/>
                  </a:cubicBezTo>
                  <a:close/>
                  <a:moveTo>
                    <a:pt x="683" y="789"/>
                  </a:moveTo>
                  <a:cubicBezTo>
                    <a:pt x="702" y="789"/>
                    <a:pt x="723" y="791"/>
                    <a:pt x="743" y="795"/>
                  </a:cubicBezTo>
                  <a:lnTo>
                    <a:pt x="629" y="795"/>
                  </a:lnTo>
                  <a:cubicBezTo>
                    <a:pt x="646" y="791"/>
                    <a:pt x="664" y="789"/>
                    <a:pt x="683" y="789"/>
                  </a:cubicBezTo>
                  <a:close/>
                  <a:moveTo>
                    <a:pt x="800" y="828"/>
                  </a:moveTo>
                  <a:lnTo>
                    <a:pt x="743" y="836"/>
                  </a:lnTo>
                  <a:cubicBezTo>
                    <a:pt x="678" y="836"/>
                    <a:pt x="678" y="828"/>
                    <a:pt x="678" y="828"/>
                  </a:cubicBezTo>
                  <a:close/>
                  <a:moveTo>
                    <a:pt x="1002" y="1087"/>
                  </a:moveTo>
                  <a:cubicBezTo>
                    <a:pt x="1043" y="1087"/>
                    <a:pt x="1083" y="1087"/>
                    <a:pt x="1124" y="1095"/>
                  </a:cubicBezTo>
                  <a:lnTo>
                    <a:pt x="1002" y="1095"/>
                  </a:lnTo>
                  <a:lnTo>
                    <a:pt x="1002" y="1087"/>
                  </a:lnTo>
                  <a:close/>
                  <a:moveTo>
                    <a:pt x="1108" y="1209"/>
                  </a:moveTo>
                  <a:cubicBezTo>
                    <a:pt x="1164" y="1209"/>
                    <a:pt x="1164" y="1217"/>
                    <a:pt x="1164" y="1225"/>
                  </a:cubicBezTo>
                  <a:cubicBezTo>
                    <a:pt x="1124" y="1225"/>
                    <a:pt x="1083" y="1225"/>
                    <a:pt x="1043" y="1217"/>
                  </a:cubicBezTo>
                  <a:cubicBezTo>
                    <a:pt x="1043" y="1209"/>
                    <a:pt x="1043" y="1209"/>
                    <a:pt x="1108" y="1209"/>
                  </a:cubicBezTo>
                  <a:close/>
                  <a:moveTo>
                    <a:pt x="646" y="1468"/>
                  </a:moveTo>
                  <a:lnTo>
                    <a:pt x="646" y="1476"/>
                  </a:lnTo>
                  <a:lnTo>
                    <a:pt x="767" y="1476"/>
                  </a:lnTo>
                  <a:cubicBezTo>
                    <a:pt x="727" y="1468"/>
                    <a:pt x="686" y="1468"/>
                    <a:pt x="646" y="1468"/>
                  </a:cubicBezTo>
                  <a:close/>
                  <a:moveTo>
                    <a:pt x="1059" y="1525"/>
                  </a:moveTo>
                  <a:cubicBezTo>
                    <a:pt x="1069" y="1525"/>
                    <a:pt x="1082" y="1525"/>
                    <a:pt x="1095" y="1526"/>
                  </a:cubicBezTo>
                  <a:lnTo>
                    <a:pt x="1095" y="1526"/>
                  </a:lnTo>
                  <a:cubicBezTo>
                    <a:pt x="1095" y="1525"/>
                    <a:pt x="1095" y="1525"/>
                    <a:pt x="1095" y="1525"/>
                  </a:cubicBezTo>
                  <a:close/>
                  <a:moveTo>
                    <a:pt x="913" y="1"/>
                  </a:moveTo>
                  <a:cubicBezTo>
                    <a:pt x="832" y="1"/>
                    <a:pt x="751" y="1"/>
                    <a:pt x="670" y="9"/>
                  </a:cubicBezTo>
                  <a:cubicBezTo>
                    <a:pt x="605" y="25"/>
                    <a:pt x="548" y="33"/>
                    <a:pt x="670" y="33"/>
                  </a:cubicBezTo>
                  <a:lnTo>
                    <a:pt x="727" y="33"/>
                  </a:lnTo>
                  <a:cubicBezTo>
                    <a:pt x="702" y="41"/>
                    <a:pt x="686" y="41"/>
                    <a:pt x="662" y="41"/>
                  </a:cubicBezTo>
                  <a:cubicBezTo>
                    <a:pt x="605" y="41"/>
                    <a:pt x="605" y="57"/>
                    <a:pt x="605" y="74"/>
                  </a:cubicBezTo>
                  <a:cubicBezTo>
                    <a:pt x="597" y="90"/>
                    <a:pt x="597" y="98"/>
                    <a:pt x="540" y="98"/>
                  </a:cubicBezTo>
                  <a:cubicBezTo>
                    <a:pt x="475" y="106"/>
                    <a:pt x="475" y="106"/>
                    <a:pt x="475" y="106"/>
                  </a:cubicBezTo>
                  <a:cubicBezTo>
                    <a:pt x="540" y="106"/>
                    <a:pt x="532" y="122"/>
                    <a:pt x="532" y="147"/>
                  </a:cubicBezTo>
                  <a:cubicBezTo>
                    <a:pt x="524" y="171"/>
                    <a:pt x="524" y="187"/>
                    <a:pt x="581" y="187"/>
                  </a:cubicBezTo>
                  <a:lnTo>
                    <a:pt x="581" y="195"/>
                  </a:lnTo>
                  <a:cubicBezTo>
                    <a:pt x="524" y="195"/>
                    <a:pt x="524" y="203"/>
                    <a:pt x="524" y="212"/>
                  </a:cubicBezTo>
                  <a:cubicBezTo>
                    <a:pt x="581" y="220"/>
                    <a:pt x="581" y="220"/>
                    <a:pt x="581" y="220"/>
                  </a:cubicBezTo>
                  <a:cubicBezTo>
                    <a:pt x="524" y="220"/>
                    <a:pt x="516" y="228"/>
                    <a:pt x="516" y="228"/>
                  </a:cubicBezTo>
                  <a:cubicBezTo>
                    <a:pt x="516" y="236"/>
                    <a:pt x="516" y="244"/>
                    <a:pt x="581" y="244"/>
                  </a:cubicBezTo>
                  <a:cubicBezTo>
                    <a:pt x="581" y="244"/>
                    <a:pt x="573" y="268"/>
                    <a:pt x="516" y="276"/>
                  </a:cubicBezTo>
                  <a:cubicBezTo>
                    <a:pt x="451" y="276"/>
                    <a:pt x="508" y="285"/>
                    <a:pt x="573" y="285"/>
                  </a:cubicBezTo>
                  <a:cubicBezTo>
                    <a:pt x="613" y="285"/>
                    <a:pt x="654" y="285"/>
                    <a:pt x="686" y="293"/>
                  </a:cubicBezTo>
                  <a:lnTo>
                    <a:pt x="573" y="293"/>
                  </a:lnTo>
                  <a:cubicBezTo>
                    <a:pt x="540" y="289"/>
                    <a:pt x="524" y="287"/>
                    <a:pt x="516" y="287"/>
                  </a:cubicBezTo>
                  <a:cubicBezTo>
                    <a:pt x="508" y="287"/>
                    <a:pt x="508" y="289"/>
                    <a:pt x="508" y="293"/>
                  </a:cubicBezTo>
                  <a:lnTo>
                    <a:pt x="508" y="301"/>
                  </a:lnTo>
                  <a:cubicBezTo>
                    <a:pt x="573" y="301"/>
                    <a:pt x="565" y="317"/>
                    <a:pt x="565" y="333"/>
                  </a:cubicBezTo>
                  <a:cubicBezTo>
                    <a:pt x="556" y="366"/>
                    <a:pt x="556" y="374"/>
                    <a:pt x="621" y="374"/>
                  </a:cubicBezTo>
                  <a:cubicBezTo>
                    <a:pt x="678" y="374"/>
                    <a:pt x="678" y="374"/>
                    <a:pt x="613" y="390"/>
                  </a:cubicBezTo>
                  <a:cubicBezTo>
                    <a:pt x="435" y="406"/>
                    <a:pt x="435" y="406"/>
                    <a:pt x="492" y="406"/>
                  </a:cubicBezTo>
                  <a:lnTo>
                    <a:pt x="613" y="406"/>
                  </a:lnTo>
                  <a:cubicBezTo>
                    <a:pt x="735" y="406"/>
                    <a:pt x="735" y="406"/>
                    <a:pt x="613" y="414"/>
                  </a:cubicBezTo>
                  <a:cubicBezTo>
                    <a:pt x="492" y="414"/>
                    <a:pt x="548" y="455"/>
                    <a:pt x="662" y="463"/>
                  </a:cubicBezTo>
                  <a:lnTo>
                    <a:pt x="605" y="463"/>
                  </a:lnTo>
                  <a:cubicBezTo>
                    <a:pt x="548" y="463"/>
                    <a:pt x="548" y="463"/>
                    <a:pt x="540" y="479"/>
                  </a:cubicBezTo>
                  <a:lnTo>
                    <a:pt x="540" y="487"/>
                  </a:lnTo>
                  <a:cubicBezTo>
                    <a:pt x="662" y="487"/>
                    <a:pt x="597" y="503"/>
                    <a:pt x="540" y="503"/>
                  </a:cubicBezTo>
                  <a:cubicBezTo>
                    <a:pt x="475" y="503"/>
                    <a:pt x="475" y="503"/>
                    <a:pt x="475" y="512"/>
                  </a:cubicBezTo>
                  <a:cubicBezTo>
                    <a:pt x="597" y="520"/>
                    <a:pt x="532" y="536"/>
                    <a:pt x="475" y="536"/>
                  </a:cubicBezTo>
                  <a:lnTo>
                    <a:pt x="475" y="544"/>
                  </a:lnTo>
                  <a:cubicBezTo>
                    <a:pt x="532" y="544"/>
                    <a:pt x="532" y="552"/>
                    <a:pt x="532" y="552"/>
                  </a:cubicBezTo>
                  <a:cubicBezTo>
                    <a:pt x="532" y="568"/>
                    <a:pt x="532" y="568"/>
                    <a:pt x="589" y="568"/>
                  </a:cubicBezTo>
                  <a:cubicBezTo>
                    <a:pt x="602" y="566"/>
                    <a:pt x="616" y="565"/>
                    <a:pt x="629" y="565"/>
                  </a:cubicBezTo>
                  <a:cubicBezTo>
                    <a:pt x="656" y="565"/>
                    <a:pt x="683" y="568"/>
                    <a:pt x="710" y="568"/>
                  </a:cubicBezTo>
                  <a:lnTo>
                    <a:pt x="662" y="568"/>
                  </a:lnTo>
                  <a:cubicBezTo>
                    <a:pt x="597" y="568"/>
                    <a:pt x="597" y="576"/>
                    <a:pt x="597" y="593"/>
                  </a:cubicBezTo>
                  <a:cubicBezTo>
                    <a:pt x="589" y="609"/>
                    <a:pt x="589" y="609"/>
                    <a:pt x="532" y="617"/>
                  </a:cubicBezTo>
                  <a:lnTo>
                    <a:pt x="589" y="617"/>
                  </a:lnTo>
                  <a:cubicBezTo>
                    <a:pt x="654" y="625"/>
                    <a:pt x="654" y="625"/>
                    <a:pt x="589" y="625"/>
                  </a:cubicBezTo>
                  <a:cubicBezTo>
                    <a:pt x="532" y="625"/>
                    <a:pt x="524" y="641"/>
                    <a:pt x="589" y="649"/>
                  </a:cubicBezTo>
                  <a:cubicBezTo>
                    <a:pt x="467" y="657"/>
                    <a:pt x="467" y="666"/>
                    <a:pt x="581" y="666"/>
                  </a:cubicBezTo>
                  <a:cubicBezTo>
                    <a:pt x="524" y="666"/>
                    <a:pt x="524" y="674"/>
                    <a:pt x="524" y="674"/>
                  </a:cubicBezTo>
                  <a:cubicBezTo>
                    <a:pt x="581" y="682"/>
                    <a:pt x="581" y="690"/>
                    <a:pt x="524" y="690"/>
                  </a:cubicBezTo>
                  <a:lnTo>
                    <a:pt x="524" y="698"/>
                  </a:lnTo>
                  <a:cubicBezTo>
                    <a:pt x="581" y="698"/>
                    <a:pt x="581" y="698"/>
                    <a:pt x="581" y="706"/>
                  </a:cubicBezTo>
                  <a:cubicBezTo>
                    <a:pt x="581" y="706"/>
                    <a:pt x="581" y="714"/>
                    <a:pt x="637" y="714"/>
                  </a:cubicBezTo>
                  <a:cubicBezTo>
                    <a:pt x="694" y="714"/>
                    <a:pt x="694" y="722"/>
                    <a:pt x="694" y="722"/>
                  </a:cubicBezTo>
                  <a:cubicBezTo>
                    <a:pt x="654" y="722"/>
                    <a:pt x="613" y="722"/>
                    <a:pt x="581" y="714"/>
                  </a:cubicBezTo>
                  <a:cubicBezTo>
                    <a:pt x="516" y="714"/>
                    <a:pt x="516" y="722"/>
                    <a:pt x="637" y="730"/>
                  </a:cubicBezTo>
                  <a:cubicBezTo>
                    <a:pt x="594" y="730"/>
                    <a:pt x="555" y="727"/>
                    <a:pt x="550" y="727"/>
                  </a:cubicBezTo>
                  <a:lnTo>
                    <a:pt x="550" y="727"/>
                  </a:lnTo>
                  <a:cubicBezTo>
                    <a:pt x="547" y="727"/>
                    <a:pt x="554" y="728"/>
                    <a:pt x="573" y="730"/>
                  </a:cubicBezTo>
                  <a:cubicBezTo>
                    <a:pt x="573" y="730"/>
                    <a:pt x="573" y="739"/>
                    <a:pt x="637" y="739"/>
                  </a:cubicBezTo>
                  <a:lnTo>
                    <a:pt x="629" y="747"/>
                  </a:lnTo>
                  <a:cubicBezTo>
                    <a:pt x="573" y="755"/>
                    <a:pt x="573" y="755"/>
                    <a:pt x="573" y="763"/>
                  </a:cubicBezTo>
                  <a:cubicBezTo>
                    <a:pt x="508" y="763"/>
                    <a:pt x="508" y="771"/>
                    <a:pt x="629" y="771"/>
                  </a:cubicBezTo>
                  <a:cubicBezTo>
                    <a:pt x="686" y="771"/>
                    <a:pt x="686" y="779"/>
                    <a:pt x="629" y="779"/>
                  </a:cubicBezTo>
                  <a:lnTo>
                    <a:pt x="565" y="779"/>
                  </a:lnTo>
                  <a:cubicBezTo>
                    <a:pt x="629" y="787"/>
                    <a:pt x="629" y="787"/>
                    <a:pt x="629" y="787"/>
                  </a:cubicBezTo>
                  <a:cubicBezTo>
                    <a:pt x="565" y="787"/>
                    <a:pt x="565" y="820"/>
                    <a:pt x="556" y="844"/>
                  </a:cubicBezTo>
                  <a:cubicBezTo>
                    <a:pt x="597" y="852"/>
                    <a:pt x="637" y="852"/>
                    <a:pt x="678" y="852"/>
                  </a:cubicBezTo>
                  <a:cubicBezTo>
                    <a:pt x="500" y="852"/>
                    <a:pt x="500" y="860"/>
                    <a:pt x="678" y="860"/>
                  </a:cubicBezTo>
                  <a:cubicBezTo>
                    <a:pt x="613" y="868"/>
                    <a:pt x="613" y="868"/>
                    <a:pt x="678" y="868"/>
                  </a:cubicBezTo>
                  <a:cubicBezTo>
                    <a:pt x="613" y="876"/>
                    <a:pt x="556" y="876"/>
                    <a:pt x="613" y="876"/>
                  </a:cubicBezTo>
                  <a:cubicBezTo>
                    <a:pt x="613" y="876"/>
                    <a:pt x="613" y="884"/>
                    <a:pt x="556" y="884"/>
                  </a:cubicBezTo>
                  <a:cubicBezTo>
                    <a:pt x="492" y="884"/>
                    <a:pt x="556" y="893"/>
                    <a:pt x="613" y="893"/>
                  </a:cubicBezTo>
                  <a:cubicBezTo>
                    <a:pt x="699" y="898"/>
                    <a:pt x="720" y="904"/>
                    <a:pt x="685" y="904"/>
                  </a:cubicBezTo>
                  <a:cubicBezTo>
                    <a:pt x="671" y="904"/>
                    <a:pt x="646" y="903"/>
                    <a:pt x="613" y="901"/>
                  </a:cubicBezTo>
                  <a:cubicBezTo>
                    <a:pt x="492" y="901"/>
                    <a:pt x="548" y="917"/>
                    <a:pt x="670" y="917"/>
                  </a:cubicBezTo>
                  <a:cubicBezTo>
                    <a:pt x="792" y="925"/>
                    <a:pt x="792" y="925"/>
                    <a:pt x="727" y="925"/>
                  </a:cubicBezTo>
                  <a:cubicBezTo>
                    <a:pt x="708" y="922"/>
                    <a:pt x="695" y="921"/>
                    <a:pt x="687" y="921"/>
                  </a:cubicBezTo>
                  <a:cubicBezTo>
                    <a:pt x="670" y="921"/>
                    <a:pt x="670" y="925"/>
                    <a:pt x="670" y="925"/>
                  </a:cubicBezTo>
                  <a:cubicBezTo>
                    <a:pt x="670" y="925"/>
                    <a:pt x="670" y="933"/>
                    <a:pt x="605" y="933"/>
                  </a:cubicBezTo>
                  <a:cubicBezTo>
                    <a:pt x="605" y="933"/>
                    <a:pt x="605" y="933"/>
                    <a:pt x="662" y="941"/>
                  </a:cubicBezTo>
                  <a:cubicBezTo>
                    <a:pt x="783" y="949"/>
                    <a:pt x="727" y="957"/>
                    <a:pt x="605" y="957"/>
                  </a:cubicBezTo>
                  <a:lnTo>
                    <a:pt x="662" y="966"/>
                  </a:lnTo>
                  <a:cubicBezTo>
                    <a:pt x="783" y="966"/>
                    <a:pt x="840" y="974"/>
                    <a:pt x="719" y="974"/>
                  </a:cubicBezTo>
                  <a:lnTo>
                    <a:pt x="662" y="974"/>
                  </a:lnTo>
                  <a:cubicBezTo>
                    <a:pt x="783" y="974"/>
                    <a:pt x="719" y="990"/>
                    <a:pt x="597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54" y="998"/>
                  </a:cubicBezTo>
                  <a:cubicBezTo>
                    <a:pt x="597" y="998"/>
                    <a:pt x="540" y="1006"/>
                    <a:pt x="597" y="1006"/>
                  </a:cubicBezTo>
                  <a:cubicBezTo>
                    <a:pt x="597" y="1006"/>
                    <a:pt x="597" y="1006"/>
                    <a:pt x="532" y="1014"/>
                  </a:cubicBezTo>
                  <a:cubicBezTo>
                    <a:pt x="532" y="1014"/>
                    <a:pt x="532" y="1014"/>
                    <a:pt x="532" y="1022"/>
                  </a:cubicBezTo>
                  <a:cubicBezTo>
                    <a:pt x="597" y="1022"/>
                    <a:pt x="589" y="1030"/>
                    <a:pt x="532" y="1030"/>
                  </a:cubicBezTo>
                  <a:cubicBezTo>
                    <a:pt x="532" y="1030"/>
                    <a:pt x="532" y="1039"/>
                    <a:pt x="589" y="1039"/>
                  </a:cubicBezTo>
                  <a:cubicBezTo>
                    <a:pt x="589" y="1047"/>
                    <a:pt x="589" y="1055"/>
                    <a:pt x="532" y="1055"/>
                  </a:cubicBezTo>
                  <a:cubicBezTo>
                    <a:pt x="589" y="1055"/>
                    <a:pt x="589" y="1055"/>
                    <a:pt x="589" y="1063"/>
                  </a:cubicBezTo>
                  <a:cubicBezTo>
                    <a:pt x="646" y="1063"/>
                    <a:pt x="646" y="1063"/>
                    <a:pt x="646" y="1071"/>
                  </a:cubicBezTo>
                  <a:cubicBezTo>
                    <a:pt x="646" y="1071"/>
                    <a:pt x="589" y="1079"/>
                    <a:pt x="589" y="1087"/>
                  </a:cubicBezTo>
                  <a:cubicBezTo>
                    <a:pt x="585" y="1091"/>
                    <a:pt x="583" y="1093"/>
                    <a:pt x="590" y="1093"/>
                  </a:cubicBezTo>
                  <a:cubicBezTo>
                    <a:pt x="597" y="1093"/>
                    <a:pt x="613" y="1091"/>
                    <a:pt x="646" y="1087"/>
                  </a:cubicBezTo>
                  <a:cubicBezTo>
                    <a:pt x="646" y="1087"/>
                    <a:pt x="702" y="1087"/>
                    <a:pt x="646" y="1095"/>
                  </a:cubicBezTo>
                  <a:cubicBezTo>
                    <a:pt x="646" y="1095"/>
                    <a:pt x="581" y="1103"/>
                    <a:pt x="581" y="1120"/>
                  </a:cubicBezTo>
                  <a:cubicBezTo>
                    <a:pt x="581" y="1128"/>
                    <a:pt x="581" y="1128"/>
                    <a:pt x="637" y="1128"/>
                  </a:cubicBezTo>
                  <a:cubicBezTo>
                    <a:pt x="516" y="1136"/>
                    <a:pt x="516" y="1144"/>
                    <a:pt x="581" y="1144"/>
                  </a:cubicBezTo>
                  <a:lnTo>
                    <a:pt x="637" y="1144"/>
                  </a:lnTo>
                  <a:cubicBezTo>
                    <a:pt x="581" y="1144"/>
                    <a:pt x="581" y="1152"/>
                    <a:pt x="637" y="1160"/>
                  </a:cubicBezTo>
                  <a:lnTo>
                    <a:pt x="573" y="1160"/>
                  </a:lnTo>
                  <a:lnTo>
                    <a:pt x="573" y="1168"/>
                  </a:lnTo>
                  <a:cubicBezTo>
                    <a:pt x="694" y="1168"/>
                    <a:pt x="629" y="1193"/>
                    <a:pt x="573" y="1193"/>
                  </a:cubicBezTo>
                  <a:cubicBezTo>
                    <a:pt x="573" y="1193"/>
                    <a:pt x="573" y="1193"/>
                    <a:pt x="629" y="1201"/>
                  </a:cubicBezTo>
                  <a:cubicBezTo>
                    <a:pt x="751" y="1201"/>
                    <a:pt x="751" y="1209"/>
                    <a:pt x="629" y="1209"/>
                  </a:cubicBezTo>
                  <a:cubicBezTo>
                    <a:pt x="686" y="1209"/>
                    <a:pt x="686" y="1225"/>
                    <a:pt x="565" y="1225"/>
                  </a:cubicBezTo>
                  <a:lnTo>
                    <a:pt x="451" y="1225"/>
                  </a:lnTo>
                  <a:cubicBezTo>
                    <a:pt x="508" y="1225"/>
                    <a:pt x="508" y="1233"/>
                    <a:pt x="508" y="1233"/>
                  </a:cubicBezTo>
                  <a:cubicBezTo>
                    <a:pt x="565" y="1233"/>
                    <a:pt x="565" y="1233"/>
                    <a:pt x="565" y="1241"/>
                  </a:cubicBezTo>
                  <a:cubicBezTo>
                    <a:pt x="565" y="1247"/>
                    <a:pt x="591" y="1252"/>
                    <a:pt x="608" y="1258"/>
                  </a:cubicBezTo>
                  <a:lnTo>
                    <a:pt x="608" y="1258"/>
                  </a:lnTo>
                  <a:cubicBezTo>
                    <a:pt x="621" y="1257"/>
                    <a:pt x="634" y="1257"/>
                    <a:pt x="647" y="1257"/>
                  </a:cubicBezTo>
                  <a:cubicBezTo>
                    <a:pt x="657" y="1257"/>
                    <a:pt x="667" y="1257"/>
                    <a:pt x="678" y="1257"/>
                  </a:cubicBezTo>
                  <a:cubicBezTo>
                    <a:pt x="837" y="1266"/>
                    <a:pt x="956" y="1333"/>
                    <a:pt x="1034" y="1428"/>
                  </a:cubicBezTo>
                  <a:lnTo>
                    <a:pt x="1034" y="1428"/>
                  </a:lnTo>
                  <a:cubicBezTo>
                    <a:pt x="1026" y="1428"/>
                    <a:pt x="1018" y="1428"/>
                    <a:pt x="1010" y="1428"/>
                  </a:cubicBezTo>
                  <a:lnTo>
                    <a:pt x="1010" y="1436"/>
                  </a:lnTo>
                  <a:lnTo>
                    <a:pt x="1040" y="1436"/>
                  </a:lnTo>
                  <a:cubicBezTo>
                    <a:pt x="1038" y="1433"/>
                    <a:pt x="1036" y="1430"/>
                    <a:pt x="1034" y="1428"/>
                  </a:cubicBezTo>
                  <a:lnTo>
                    <a:pt x="1034" y="1428"/>
                  </a:lnTo>
                  <a:cubicBezTo>
                    <a:pt x="1066" y="1428"/>
                    <a:pt x="1099" y="1429"/>
                    <a:pt x="1132" y="1436"/>
                  </a:cubicBezTo>
                  <a:lnTo>
                    <a:pt x="1040" y="1436"/>
                  </a:lnTo>
                  <a:cubicBezTo>
                    <a:pt x="1062" y="1464"/>
                    <a:pt x="1080" y="1493"/>
                    <a:pt x="1095" y="1525"/>
                  </a:cubicBezTo>
                  <a:lnTo>
                    <a:pt x="1237" y="1525"/>
                  </a:lnTo>
                  <a:cubicBezTo>
                    <a:pt x="1237" y="1528"/>
                    <a:pt x="1224" y="1529"/>
                    <a:pt x="1204" y="1529"/>
                  </a:cubicBezTo>
                  <a:cubicBezTo>
                    <a:pt x="1175" y="1529"/>
                    <a:pt x="1131" y="1527"/>
                    <a:pt x="1095" y="1526"/>
                  </a:cubicBezTo>
                  <a:lnTo>
                    <a:pt x="1095" y="1526"/>
                  </a:lnTo>
                  <a:cubicBezTo>
                    <a:pt x="1106" y="1549"/>
                    <a:pt x="1115" y="1573"/>
                    <a:pt x="1123" y="1598"/>
                  </a:cubicBezTo>
                  <a:lnTo>
                    <a:pt x="1123" y="1598"/>
                  </a:lnTo>
                  <a:cubicBezTo>
                    <a:pt x="1118" y="1598"/>
                    <a:pt x="1113" y="1598"/>
                    <a:pt x="1108" y="1598"/>
                  </a:cubicBezTo>
                  <a:lnTo>
                    <a:pt x="1108" y="1606"/>
                  </a:lnTo>
                  <a:lnTo>
                    <a:pt x="1125" y="1606"/>
                  </a:lnTo>
                  <a:cubicBezTo>
                    <a:pt x="1124" y="1603"/>
                    <a:pt x="1123" y="1601"/>
                    <a:pt x="1123" y="1598"/>
                  </a:cubicBezTo>
                  <a:lnTo>
                    <a:pt x="1123" y="1598"/>
                  </a:lnTo>
                  <a:cubicBezTo>
                    <a:pt x="1158" y="1598"/>
                    <a:pt x="1194" y="1599"/>
                    <a:pt x="1229" y="1606"/>
                  </a:cubicBezTo>
                  <a:lnTo>
                    <a:pt x="1125" y="1606"/>
                  </a:lnTo>
                  <a:cubicBezTo>
                    <a:pt x="1126" y="1609"/>
                    <a:pt x="1127" y="1612"/>
                    <a:pt x="1127" y="1614"/>
                  </a:cubicBezTo>
                  <a:lnTo>
                    <a:pt x="1127" y="1614"/>
                  </a:lnTo>
                  <a:cubicBezTo>
                    <a:pt x="1138" y="1614"/>
                    <a:pt x="1150" y="1614"/>
                    <a:pt x="1164" y="1614"/>
                  </a:cubicBezTo>
                  <a:lnTo>
                    <a:pt x="1221" y="1614"/>
                  </a:lnTo>
                  <a:cubicBezTo>
                    <a:pt x="1221" y="1614"/>
                    <a:pt x="1221" y="1606"/>
                    <a:pt x="1286" y="1606"/>
                  </a:cubicBezTo>
                  <a:cubicBezTo>
                    <a:pt x="1400" y="1598"/>
                    <a:pt x="1343" y="1590"/>
                    <a:pt x="1286" y="1590"/>
                  </a:cubicBezTo>
                  <a:cubicBezTo>
                    <a:pt x="1246" y="1593"/>
                    <a:pt x="1225" y="1593"/>
                    <a:pt x="1218" y="1593"/>
                  </a:cubicBezTo>
                  <a:cubicBezTo>
                    <a:pt x="1203" y="1593"/>
                    <a:pt x="1243" y="1590"/>
                    <a:pt x="1286" y="1590"/>
                  </a:cubicBezTo>
                  <a:cubicBezTo>
                    <a:pt x="1343" y="1590"/>
                    <a:pt x="1408" y="1582"/>
                    <a:pt x="1343" y="1582"/>
                  </a:cubicBezTo>
                  <a:cubicBezTo>
                    <a:pt x="1286" y="1582"/>
                    <a:pt x="1229" y="1566"/>
                    <a:pt x="1351" y="1566"/>
                  </a:cubicBezTo>
                  <a:lnTo>
                    <a:pt x="1351" y="1557"/>
                  </a:lnTo>
                  <a:cubicBezTo>
                    <a:pt x="1286" y="1557"/>
                    <a:pt x="1286" y="1549"/>
                    <a:pt x="1294" y="1541"/>
                  </a:cubicBezTo>
                  <a:cubicBezTo>
                    <a:pt x="1294" y="1541"/>
                    <a:pt x="1294" y="1533"/>
                    <a:pt x="1351" y="1533"/>
                  </a:cubicBezTo>
                  <a:cubicBezTo>
                    <a:pt x="1368" y="1535"/>
                    <a:pt x="1379" y="1536"/>
                    <a:pt x="1386" y="1536"/>
                  </a:cubicBezTo>
                  <a:cubicBezTo>
                    <a:pt x="1403" y="1536"/>
                    <a:pt x="1391" y="1531"/>
                    <a:pt x="1351" y="1525"/>
                  </a:cubicBezTo>
                  <a:cubicBezTo>
                    <a:pt x="1351" y="1525"/>
                    <a:pt x="1237" y="1525"/>
                    <a:pt x="1237" y="1517"/>
                  </a:cubicBezTo>
                  <a:cubicBezTo>
                    <a:pt x="1197" y="1517"/>
                    <a:pt x="1156" y="1517"/>
                    <a:pt x="1116" y="1509"/>
                  </a:cubicBezTo>
                  <a:lnTo>
                    <a:pt x="1237" y="1509"/>
                  </a:lnTo>
                  <a:cubicBezTo>
                    <a:pt x="1294" y="1501"/>
                    <a:pt x="1294" y="1501"/>
                    <a:pt x="1294" y="1493"/>
                  </a:cubicBezTo>
                  <a:cubicBezTo>
                    <a:pt x="1302" y="1484"/>
                    <a:pt x="1302" y="1484"/>
                    <a:pt x="1237" y="1476"/>
                  </a:cubicBezTo>
                  <a:cubicBezTo>
                    <a:pt x="1359" y="1476"/>
                    <a:pt x="1359" y="1460"/>
                    <a:pt x="1246" y="1452"/>
                  </a:cubicBezTo>
                  <a:cubicBezTo>
                    <a:pt x="1181" y="1452"/>
                    <a:pt x="1181" y="1452"/>
                    <a:pt x="1246" y="1444"/>
                  </a:cubicBezTo>
                  <a:cubicBezTo>
                    <a:pt x="1189" y="1436"/>
                    <a:pt x="1246" y="1436"/>
                    <a:pt x="1310" y="1436"/>
                  </a:cubicBezTo>
                  <a:cubicBezTo>
                    <a:pt x="1424" y="1428"/>
                    <a:pt x="1424" y="1428"/>
                    <a:pt x="1367" y="1420"/>
                  </a:cubicBezTo>
                  <a:cubicBezTo>
                    <a:pt x="1310" y="1420"/>
                    <a:pt x="1310" y="1411"/>
                    <a:pt x="1310" y="1411"/>
                  </a:cubicBezTo>
                  <a:cubicBezTo>
                    <a:pt x="1282" y="1406"/>
                    <a:pt x="1253" y="1400"/>
                    <a:pt x="1224" y="1400"/>
                  </a:cubicBezTo>
                  <a:cubicBezTo>
                    <a:pt x="1213" y="1400"/>
                    <a:pt x="1201" y="1401"/>
                    <a:pt x="1189" y="1403"/>
                  </a:cubicBezTo>
                  <a:cubicBezTo>
                    <a:pt x="1170" y="1403"/>
                    <a:pt x="1151" y="1402"/>
                    <a:pt x="1134" y="1401"/>
                  </a:cubicBezTo>
                  <a:lnTo>
                    <a:pt x="1134" y="1401"/>
                  </a:lnTo>
                  <a:cubicBezTo>
                    <a:pt x="1152" y="1401"/>
                    <a:pt x="1170" y="1399"/>
                    <a:pt x="1189" y="1395"/>
                  </a:cubicBezTo>
                  <a:cubicBezTo>
                    <a:pt x="1254" y="1395"/>
                    <a:pt x="1254" y="1387"/>
                    <a:pt x="1254" y="1379"/>
                  </a:cubicBezTo>
                  <a:cubicBezTo>
                    <a:pt x="1254" y="1379"/>
                    <a:pt x="1254" y="1371"/>
                    <a:pt x="1254" y="1371"/>
                  </a:cubicBezTo>
                  <a:cubicBezTo>
                    <a:pt x="1319" y="1363"/>
                    <a:pt x="1319" y="1355"/>
                    <a:pt x="1254" y="1355"/>
                  </a:cubicBezTo>
                  <a:lnTo>
                    <a:pt x="1197" y="1355"/>
                  </a:lnTo>
                  <a:cubicBezTo>
                    <a:pt x="1319" y="1355"/>
                    <a:pt x="1319" y="1322"/>
                    <a:pt x="1205" y="1314"/>
                  </a:cubicBezTo>
                  <a:lnTo>
                    <a:pt x="1262" y="1314"/>
                  </a:lnTo>
                  <a:cubicBezTo>
                    <a:pt x="1319" y="1314"/>
                    <a:pt x="1327" y="1314"/>
                    <a:pt x="1327" y="1306"/>
                  </a:cubicBezTo>
                  <a:cubicBezTo>
                    <a:pt x="1327" y="1306"/>
                    <a:pt x="1262" y="1290"/>
                    <a:pt x="1270" y="1282"/>
                  </a:cubicBezTo>
                  <a:cubicBezTo>
                    <a:pt x="1270" y="1274"/>
                    <a:pt x="1270" y="1266"/>
                    <a:pt x="1213" y="1266"/>
                  </a:cubicBezTo>
                  <a:cubicBezTo>
                    <a:pt x="1213" y="1257"/>
                    <a:pt x="1213" y="1257"/>
                    <a:pt x="1270" y="1257"/>
                  </a:cubicBezTo>
                  <a:cubicBezTo>
                    <a:pt x="1289" y="1260"/>
                    <a:pt x="1301" y="1261"/>
                    <a:pt x="1310" y="1261"/>
                  </a:cubicBezTo>
                  <a:cubicBezTo>
                    <a:pt x="1328" y="1261"/>
                    <a:pt x="1329" y="1257"/>
                    <a:pt x="1335" y="1257"/>
                  </a:cubicBezTo>
                  <a:cubicBezTo>
                    <a:pt x="1294" y="1249"/>
                    <a:pt x="1254" y="1249"/>
                    <a:pt x="1213" y="1249"/>
                  </a:cubicBezTo>
                  <a:cubicBezTo>
                    <a:pt x="1148" y="1249"/>
                    <a:pt x="1148" y="1249"/>
                    <a:pt x="1213" y="1241"/>
                  </a:cubicBezTo>
                  <a:cubicBezTo>
                    <a:pt x="1270" y="1233"/>
                    <a:pt x="1278" y="1225"/>
                    <a:pt x="1213" y="1217"/>
                  </a:cubicBezTo>
                  <a:cubicBezTo>
                    <a:pt x="1213" y="1217"/>
                    <a:pt x="1221" y="1209"/>
                    <a:pt x="1278" y="1209"/>
                  </a:cubicBezTo>
                  <a:cubicBezTo>
                    <a:pt x="1335" y="1209"/>
                    <a:pt x="1400" y="1201"/>
                    <a:pt x="1278" y="1201"/>
                  </a:cubicBezTo>
                  <a:cubicBezTo>
                    <a:pt x="1278" y="1193"/>
                    <a:pt x="1278" y="1193"/>
                    <a:pt x="1343" y="1193"/>
                  </a:cubicBezTo>
                  <a:cubicBezTo>
                    <a:pt x="1400" y="1193"/>
                    <a:pt x="1456" y="1193"/>
                    <a:pt x="1343" y="1184"/>
                  </a:cubicBezTo>
                  <a:cubicBezTo>
                    <a:pt x="1278" y="1184"/>
                    <a:pt x="1286" y="1168"/>
                    <a:pt x="1343" y="1168"/>
                  </a:cubicBezTo>
                  <a:cubicBezTo>
                    <a:pt x="1343" y="1160"/>
                    <a:pt x="1343" y="1160"/>
                    <a:pt x="1286" y="1160"/>
                  </a:cubicBezTo>
                  <a:lnTo>
                    <a:pt x="1221" y="1160"/>
                  </a:lnTo>
                  <a:cubicBezTo>
                    <a:pt x="1343" y="1160"/>
                    <a:pt x="1343" y="1160"/>
                    <a:pt x="1229" y="1152"/>
                  </a:cubicBezTo>
                  <a:cubicBezTo>
                    <a:pt x="1286" y="1144"/>
                    <a:pt x="1286" y="1144"/>
                    <a:pt x="1286" y="1144"/>
                  </a:cubicBezTo>
                  <a:cubicBezTo>
                    <a:pt x="1286" y="1144"/>
                    <a:pt x="1229" y="1128"/>
                    <a:pt x="1229" y="1111"/>
                  </a:cubicBezTo>
                  <a:cubicBezTo>
                    <a:pt x="1237" y="1087"/>
                    <a:pt x="1237" y="1079"/>
                    <a:pt x="1181" y="1079"/>
                  </a:cubicBezTo>
                  <a:cubicBezTo>
                    <a:pt x="1116" y="1071"/>
                    <a:pt x="1116" y="1071"/>
                    <a:pt x="1181" y="1071"/>
                  </a:cubicBezTo>
                  <a:cubicBezTo>
                    <a:pt x="1237" y="1071"/>
                    <a:pt x="1237" y="1063"/>
                    <a:pt x="1237" y="1063"/>
                  </a:cubicBezTo>
                  <a:cubicBezTo>
                    <a:pt x="1237" y="1055"/>
                    <a:pt x="1237" y="1055"/>
                    <a:pt x="1302" y="1055"/>
                  </a:cubicBezTo>
                  <a:cubicBezTo>
                    <a:pt x="1237" y="1055"/>
                    <a:pt x="1237" y="1055"/>
                    <a:pt x="1237" y="1047"/>
                  </a:cubicBezTo>
                  <a:cubicBezTo>
                    <a:pt x="1302" y="1047"/>
                    <a:pt x="1302" y="1047"/>
                    <a:pt x="1237" y="1039"/>
                  </a:cubicBezTo>
                  <a:cubicBezTo>
                    <a:pt x="1302" y="1039"/>
                    <a:pt x="1359" y="1030"/>
                    <a:pt x="1302" y="1030"/>
                  </a:cubicBezTo>
                  <a:cubicBezTo>
                    <a:pt x="1246" y="1030"/>
                    <a:pt x="1246" y="1030"/>
                    <a:pt x="1181" y="1022"/>
                  </a:cubicBezTo>
                  <a:cubicBezTo>
                    <a:pt x="1181" y="1022"/>
                    <a:pt x="1189" y="1014"/>
                    <a:pt x="1246" y="1014"/>
                  </a:cubicBezTo>
                  <a:cubicBezTo>
                    <a:pt x="1302" y="1014"/>
                    <a:pt x="1246" y="998"/>
                    <a:pt x="1189" y="998"/>
                  </a:cubicBezTo>
                  <a:cubicBezTo>
                    <a:pt x="1132" y="998"/>
                    <a:pt x="1132" y="990"/>
                    <a:pt x="1189" y="990"/>
                  </a:cubicBezTo>
                  <a:lnTo>
                    <a:pt x="1246" y="990"/>
                  </a:lnTo>
                  <a:cubicBezTo>
                    <a:pt x="1189" y="982"/>
                    <a:pt x="1246" y="982"/>
                    <a:pt x="1310" y="982"/>
                  </a:cubicBezTo>
                  <a:cubicBezTo>
                    <a:pt x="1327" y="984"/>
                    <a:pt x="1339" y="985"/>
                    <a:pt x="1347" y="985"/>
                  </a:cubicBezTo>
                  <a:cubicBezTo>
                    <a:pt x="1367" y="985"/>
                    <a:pt x="1367" y="979"/>
                    <a:pt x="1367" y="974"/>
                  </a:cubicBezTo>
                  <a:cubicBezTo>
                    <a:pt x="1310" y="974"/>
                    <a:pt x="1310" y="966"/>
                    <a:pt x="1310" y="949"/>
                  </a:cubicBezTo>
                  <a:cubicBezTo>
                    <a:pt x="1319" y="933"/>
                    <a:pt x="1254" y="933"/>
                    <a:pt x="1140" y="925"/>
                  </a:cubicBezTo>
                  <a:lnTo>
                    <a:pt x="1319" y="925"/>
                  </a:lnTo>
                  <a:cubicBezTo>
                    <a:pt x="1278" y="917"/>
                    <a:pt x="1237" y="917"/>
                    <a:pt x="1197" y="917"/>
                  </a:cubicBezTo>
                  <a:cubicBezTo>
                    <a:pt x="1140" y="917"/>
                    <a:pt x="1140" y="917"/>
                    <a:pt x="1205" y="909"/>
                  </a:cubicBezTo>
                  <a:cubicBezTo>
                    <a:pt x="1262" y="901"/>
                    <a:pt x="1262" y="901"/>
                    <a:pt x="1205" y="901"/>
                  </a:cubicBezTo>
                  <a:cubicBezTo>
                    <a:pt x="1205" y="893"/>
                    <a:pt x="1205" y="893"/>
                    <a:pt x="1262" y="884"/>
                  </a:cubicBezTo>
                  <a:lnTo>
                    <a:pt x="1205" y="884"/>
                  </a:lnTo>
                  <a:cubicBezTo>
                    <a:pt x="1148" y="884"/>
                    <a:pt x="1148" y="884"/>
                    <a:pt x="1205" y="876"/>
                  </a:cubicBezTo>
                  <a:cubicBezTo>
                    <a:pt x="1327" y="876"/>
                    <a:pt x="1327" y="868"/>
                    <a:pt x="1270" y="868"/>
                  </a:cubicBezTo>
                  <a:cubicBezTo>
                    <a:pt x="1205" y="868"/>
                    <a:pt x="1205" y="860"/>
                    <a:pt x="1205" y="860"/>
                  </a:cubicBezTo>
                  <a:cubicBezTo>
                    <a:pt x="1205" y="860"/>
                    <a:pt x="1205" y="852"/>
                    <a:pt x="1148" y="852"/>
                  </a:cubicBezTo>
                  <a:lnTo>
                    <a:pt x="1148" y="844"/>
                  </a:lnTo>
                  <a:lnTo>
                    <a:pt x="1270" y="844"/>
                  </a:lnTo>
                  <a:cubicBezTo>
                    <a:pt x="1270" y="836"/>
                    <a:pt x="1270" y="836"/>
                    <a:pt x="1213" y="836"/>
                  </a:cubicBezTo>
                  <a:cubicBezTo>
                    <a:pt x="1092" y="828"/>
                    <a:pt x="1092" y="828"/>
                    <a:pt x="1213" y="828"/>
                  </a:cubicBezTo>
                  <a:cubicBezTo>
                    <a:pt x="1270" y="828"/>
                    <a:pt x="1335" y="828"/>
                    <a:pt x="1270" y="820"/>
                  </a:cubicBezTo>
                  <a:cubicBezTo>
                    <a:pt x="1392" y="820"/>
                    <a:pt x="1392" y="820"/>
                    <a:pt x="1278" y="803"/>
                  </a:cubicBezTo>
                  <a:cubicBezTo>
                    <a:pt x="1278" y="803"/>
                    <a:pt x="1221" y="787"/>
                    <a:pt x="1221" y="779"/>
                  </a:cubicBezTo>
                  <a:cubicBezTo>
                    <a:pt x="1221" y="763"/>
                    <a:pt x="1221" y="763"/>
                    <a:pt x="1278" y="755"/>
                  </a:cubicBezTo>
                  <a:lnTo>
                    <a:pt x="1343" y="755"/>
                  </a:lnTo>
                  <a:cubicBezTo>
                    <a:pt x="1221" y="755"/>
                    <a:pt x="1221" y="755"/>
                    <a:pt x="1221" y="747"/>
                  </a:cubicBezTo>
                  <a:cubicBezTo>
                    <a:pt x="1286" y="739"/>
                    <a:pt x="1229" y="730"/>
                    <a:pt x="1164" y="730"/>
                  </a:cubicBezTo>
                  <a:cubicBezTo>
                    <a:pt x="1043" y="730"/>
                    <a:pt x="1043" y="730"/>
                    <a:pt x="1108" y="722"/>
                  </a:cubicBezTo>
                  <a:lnTo>
                    <a:pt x="1229" y="722"/>
                  </a:lnTo>
                  <a:cubicBezTo>
                    <a:pt x="1270" y="722"/>
                    <a:pt x="1310" y="722"/>
                    <a:pt x="1351" y="714"/>
                  </a:cubicBezTo>
                  <a:cubicBezTo>
                    <a:pt x="1351" y="714"/>
                    <a:pt x="1351" y="711"/>
                    <a:pt x="1332" y="711"/>
                  </a:cubicBezTo>
                  <a:cubicBezTo>
                    <a:pt x="1322" y="711"/>
                    <a:pt x="1308" y="712"/>
                    <a:pt x="1286" y="714"/>
                  </a:cubicBezTo>
                  <a:cubicBezTo>
                    <a:pt x="1229" y="714"/>
                    <a:pt x="1229" y="714"/>
                    <a:pt x="1229" y="706"/>
                  </a:cubicBezTo>
                  <a:cubicBezTo>
                    <a:pt x="1229" y="706"/>
                    <a:pt x="1229" y="698"/>
                    <a:pt x="1173" y="698"/>
                  </a:cubicBezTo>
                  <a:cubicBezTo>
                    <a:pt x="1108" y="698"/>
                    <a:pt x="1108" y="698"/>
                    <a:pt x="1116" y="690"/>
                  </a:cubicBezTo>
                  <a:cubicBezTo>
                    <a:pt x="1173" y="690"/>
                    <a:pt x="1173" y="682"/>
                    <a:pt x="1173" y="682"/>
                  </a:cubicBezTo>
                  <a:lnTo>
                    <a:pt x="1351" y="682"/>
                  </a:lnTo>
                  <a:cubicBezTo>
                    <a:pt x="1335" y="674"/>
                    <a:pt x="1310" y="674"/>
                    <a:pt x="1294" y="674"/>
                  </a:cubicBezTo>
                  <a:cubicBezTo>
                    <a:pt x="1229" y="674"/>
                    <a:pt x="1246" y="601"/>
                    <a:pt x="1246" y="593"/>
                  </a:cubicBezTo>
                  <a:cubicBezTo>
                    <a:pt x="1286" y="587"/>
                    <a:pt x="1302" y="581"/>
                    <a:pt x="1284" y="581"/>
                  </a:cubicBezTo>
                  <a:cubicBezTo>
                    <a:pt x="1277" y="581"/>
                    <a:pt x="1265" y="582"/>
                    <a:pt x="1246" y="584"/>
                  </a:cubicBezTo>
                  <a:cubicBezTo>
                    <a:pt x="1189" y="584"/>
                    <a:pt x="1189" y="568"/>
                    <a:pt x="1189" y="544"/>
                  </a:cubicBezTo>
                  <a:cubicBezTo>
                    <a:pt x="1197" y="528"/>
                    <a:pt x="1197" y="512"/>
                    <a:pt x="1140" y="512"/>
                  </a:cubicBezTo>
                  <a:lnTo>
                    <a:pt x="1140" y="503"/>
                  </a:lnTo>
                  <a:cubicBezTo>
                    <a:pt x="1140" y="495"/>
                    <a:pt x="1083" y="487"/>
                    <a:pt x="1083" y="487"/>
                  </a:cubicBezTo>
                  <a:cubicBezTo>
                    <a:pt x="1019" y="479"/>
                    <a:pt x="1027" y="479"/>
                    <a:pt x="1083" y="479"/>
                  </a:cubicBezTo>
                  <a:cubicBezTo>
                    <a:pt x="1097" y="482"/>
                    <a:pt x="1110" y="483"/>
                    <a:pt x="1124" y="483"/>
                  </a:cubicBezTo>
                  <a:cubicBezTo>
                    <a:pt x="1151" y="483"/>
                    <a:pt x="1178" y="479"/>
                    <a:pt x="1205" y="479"/>
                  </a:cubicBezTo>
                  <a:cubicBezTo>
                    <a:pt x="1164" y="471"/>
                    <a:pt x="1124" y="471"/>
                    <a:pt x="1083" y="471"/>
                  </a:cubicBezTo>
                  <a:lnTo>
                    <a:pt x="1027" y="471"/>
                  </a:lnTo>
                  <a:cubicBezTo>
                    <a:pt x="1027" y="463"/>
                    <a:pt x="1027" y="463"/>
                    <a:pt x="1083" y="463"/>
                  </a:cubicBezTo>
                  <a:lnTo>
                    <a:pt x="1148" y="463"/>
                  </a:lnTo>
                  <a:cubicBezTo>
                    <a:pt x="1148" y="455"/>
                    <a:pt x="1148" y="455"/>
                    <a:pt x="1262" y="455"/>
                  </a:cubicBezTo>
                  <a:lnTo>
                    <a:pt x="1205" y="447"/>
                  </a:lnTo>
                  <a:cubicBezTo>
                    <a:pt x="1327" y="439"/>
                    <a:pt x="1205" y="439"/>
                    <a:pt x="1148" y="430"/>
                  </a:cubicBezTo>
                  <a:cubicBezTo>
                    <a:pt x="1270" y="430"/>
                    <a:pt x="1270" y="430"/>
                    <a:pt x="1148" y="422"/>
                  </a:cubicBezTo>
                  <a:cubicBezTo>
                    <a:pt x="1092" y="422"/>
                    <a:pt x="1092" y="422"/>
                    <a:pt x="1148" y="414"/>
                  </a:cubicBezTo>
                  <a:cubicBezTo>
                    <a:pt x="1213" y="414"/>
                    <a:pt x="1213" y="414"/>
                    <a:pt x="1213" y="406"/>
                  </a:cubicBezTo>
                  <a:cubicBezTo>
                    <a:pt x="1156" y="398"/>
                    <a:pt x="1156" y="382"/>
                    <a:pt x="1156" y="357"/>
                  </a:cubicBezTo>
                  <a:cubicBezTo>
                    <a:pt x="1164" y="325"/>
                    <a:pt x="1164" y="309"/>
                    <a:pt x="1108" y="309"/>
                  </a:cubicBezTo>
                  <a:cubicBezTo>
                    <a:pt x="1108" y="309"/>
                    <a:pt x="1108" y="309"/>
                    <a:pt x="1164" y="301"/>
                  </a:cubicBezTo>
                  <a:cubicBezTo>
                    <a:pt x="1229" y="301"/>
                    <a:pt x="1229" y="301"/>
                    <a:pt x="1108" y="293"/>
                  </a:cubicBezTo>
                  <a:cubicBezTo>
                    <a:pt x="1164" y="293"/>
                    <a:pt x="1173" y="285"/>
                    <a:pt x="1173" y="276"/>
                  </a:cubicBezTo>
                  <a:cubicBezTo>
                    <a:pt x="1173" y="268"/>
                    <a:pt x="1173" y="252"/>
                    <a:pt x="1116" y="252"/>
                  </a:cubicBezTo>
                  <a:cubicBezTo>
                    <a:pt x="1237" y="252"/>
                    <a:pt x="1294" y="236"/>
                    <a:pt x="1181" y="228"/>
                  </a:cubicBezTo>
                  <a:cubicBezTo>
                    <a:pt x="1181" y="228"/>
                    <a:pt x="1181" y="220"/>
                    <a:pt x="1237" y="220"/>
                  </a:cubicBezTo>
                  <a:cubicBezTo>
                    <a:pt x="1237" y="220"/>
                    <a:pt x="1237" y="220"/>
                    <a:pt x="1181" y="203"/>
                  </a:cubicBezTo>
                  <a:cubicBezTo>
                    <a:pt x="1181" y="203"/>
                    <a:pt x="1181" y="195"/>
                    <a:pt x="1181" y="187"/>
                  </a:cubicBezTo>
                  <a:cubicBezTo>
                    <a:pt x="1181" y="179"/>
                    <a:pt x="1124" y="171"/>
                    <a:pt x="1124" y="171"/>
                  </a:cubicBezTo>
                  <a:cubicBezTo>
                    <a:pt x="1189" y="171"/>
                    <a:pt x="1189" y="155"/>
                    <a:pt x="1189" y="130"/>
                  </a:cubicBezTo>
                  <a:cubicBezTo>
                    <a:pt x="1197" y="114"/>
                    <a:pt x="1197" y="90"/>
                    <a:pt x="1254" y="90"/>
                  </a:cubicBezTo>
                  <a:cubicBezTo>
                    <a:pt x="1254" y="90"/>
                    <a:pt x="1254" y="90"/>
                    <a:pt x="1197" y="82"/>
                  </a:cubicBezTo>
                  <a:cubicBezTo>
                    <a:pt x="1075" y="82"/>
                    <a:pt x="1083" y="74"/>
                    <a:pt x="1140" y="74"/>
                  </a:cubicBezTo>
                  <a:cubicBezTo>
                    <a:pt x="1262" y="74"/>
                    <a:pt x="1262" y="57"/>
                    <a:pt x="1140" y="57"/>
                  </a:cubicBezTo>
                  <a:lnTo>
                    <a:pt x="1205" y="57"/>
                  </a:lnTo>
                  <a:cubicBezTo>
                    <a:pt x="1319" y="49"/>
                    <a:pt x="1262" y="41"/>
                    <a:pt x="1148" y="41"/>
                  </a:cubicBezTo>
                  <a:cubicBezTo>
                    <a:pt x="1205" y="33"/>
                    <a:pt x="1262" y="33"/>
                    <a:pt x="1205" y="33"/>
                  </a:cubicBezTo>
                  <a:cubicBezTo>
                    <a:pt x="1205" y="25"/>
                    <a:pt x="1205" y="25"/>
                    <a:pt x="1327" y="25"/>
                  </a:cubicBezTo>
                  <a:lnTo>
                    <a:pt x="1327" y="17"/>
                  </a:lnTo>
                  <a:cubicBezTo>
                    <a:pt x="1327" y="17"/>
                    <a:pt x="1327" y="9"/>
                    <a:pt x="1270" y="9"/>
                  </a:cubicBezTo>
                  <a:lnTo>
                    <a:pt x="1213" y="9"/>
                  </a:lnTo>
                  <a:cubicBezTo>
                    <a:pt x="1251" y="9"/>
                    <a:pt x="1238" y="5"/>
                    <a:pt x="1207" y="5"/>
                  </a:cubicBezTo>
                  <a:cubicBezTo>
                    <a:pt x="1191" y="5"/>
                    <a:pt x="1170" y="6"/>
                    <a:pt x="1148" y="9"/>
                  </a:cubicBezTo>
                  <a:cubicBezTo>
                    <a:pt x="1108" y="9"/>
                    <a:pt x="1067" y="9"/>
                    <a:pt x="1027" y="1"/>
                  </a:cubicBezTo>
                  <a:close/>
                  <a:moveTo>
                    <a:pt x="1127" y="1614"/>
                  </a:moveTo>
                  <a:lnTo>
                    <a:pt x="1127" y="1614"/>
                  </a:lnTo>
                  <a:cubicBezTo>
                    <a:pt x="1055" y="1616"/>
                    <a:pt x="1055" y="1621"/>
                    <a:pt x="1129" y="1622"/>
                  </a:cubicBezTo>
                  <a:lnTo>
                    <a:pt x="1129" y="1622"/>
                  </a:lnTo>
                  <a:cubicBezTo>
                    <a:pt x="1129" y="1619"/>
                    <a:pt x="1128" y="1617"/>
                    <a:pt x="1127" y="1614"/>
                  </a:cubicBezTo>
                  <a:close/>
                  <a:moveTo>
                    <a:pt x="702" y="1675"/>
                  </a:moveTo>
                  <a:cubicBezTo>
                    <a:pt x="689" y="1675"/>
                    <a:pt x="662" y="1676"/>
                    <a:pt x="621" y="1679"/>
                  </a:cubicBezTo>
                  <a:cubicBezTo>
                    <a:pt x="702" y="1679"/>
                    <a:pt x="729" y="1675"/>
                    <a:pt x="702" y="1675"/>
                  </a:cubicBezTo>
                  <a:close/>
                  <a:moveTo>
                    <a:pt x="1129" y="1622"/>
                  </a:moveTo>
                  <a:cubicBezTo>
                    <a:pt x="1139" y="1662"/>
                    <a:pt x="1144" y="1703"/>
                    <a:pt x="1144" y="1744"/>
                  </a:cubicBezTo>
                  <a:lnTo>
                    <a:pt x="1144" y="1744"/>
                  </a:lnTo>
                  <a:cubicBezTo>
                    <a:pt x="1318" y="1744"/>
                    <a:pt x="1308" y="1743"/>
                    <a:pt x="1205" y="1736"/>
                  </a:cubicBezTo>
                  <a:cubicBezTo>
                    <a:pt x="1148" y="1728"/>
                    <a:pt x="1148" y="1728"/>
                    <a:pt x="1205" y="1728"/>
                  </a:cubicBezTo>
                  <a:cubicBezTo>
                    <a:pt x="1262" y="1728"/>
                    <a:pt x="1262" y="1728"/>
                    <a:pt x="1270" y="1720"/>
                  </a:cubicBezTo>
                  <a:cubicBezTo>
                    <a:pt x="1270" y="1711"/>
                    <a:pt x="1270" y="1703"/>
                    <a:pt x="1205" y="1703"/>
                  </a:cubicBezTo>
                  <a:lnTo>
                    <a:pt x="1213" y="1695"/>
                  </a:lnTo>
                  <a:cubicBezTo>
                    <a:pt x="1289" y="1695"/>
                    <a:pt x="1289" y="1692"/>
                    <a:pt x="1244" y="1692"/>
                  </a:cubicBezTo>
                  <a:cubicBezTo>
                    <a:pt x="1222" y="1692"/>
                    <a:pt x="1189" y="1693"/>
                    <a:pt x="1148" y="1695"/>
                  </a:cubicBezTo>
                  <a:lnTo>
                    <a:pt x="1148" y="1687"/>
                  </a:lnTo>
                  <a:lnTo>
                    <a:pt x="1213" y="1687"/>
                  </a:lnTo>
                  <a:cubicBezTo>
                    <a:pt x="1270" y="1687"/>
                    <a:pt x="1270" y="1679"/>
                    <a:pt x="1278" y="1655"/>
                  </a:cubicBezTo>
                  <a:cubicBezTo>
                    <a:pt x="1278" y="1630"/>
                    <a:pt x="1278" y="1622"/>
                    <a:pt x="1164" y="1622"/>
                  </a:cubicBezTo>
                  <a:cubicBezTo>
                    <a:pt x="1151" y="1622"/>
                    <a:pt x="1139" y="1622"/>
                    <a:pt x="1129" y="1622"/>
                  </a:cubicBezTo>
                  <a:close/>
                  <a:moveTo>
                    <a:pt x="1144" y="1744"/>
                  </a:moveTo>
                  <a:cubicBezTo>
                    <a:pt x="1126" y="1744"/>
                    <a:pt x="1106" y="1744"/>
                    <a:pt x="1083" y="1744"/>
                  </a:cubicBezTo>
                  <a:lnTo>
                    <a:pt x="905" y="1744"/>
                  </a:lnTo>
                  <a:lnTo>
                    <a:pt x="1083" y="1752"/>
                  </a:lnTo>
                  <a:cubicBezTo>
                    <a:pt x="1105" y="1752"/>
                    <a:pt x="1125" y="1752"/>
                    <a:pt x="1144" y="1752"/>
                  </a:cubicBezTo>
                  <a:lnTo>
                    <a:pt x="1144" y="1752"/>
                  </a:lnTo>
                  <a:cubicBezTo>
                    <a:pt x="1144" y="1750"/>
                    <a:pt x="1144" y="1747"/>
                    <a:pt x="1144" y="1744"/>
                  </a:cubicBezTo>
                  <a:close/>
                  <a:moveTo>
                    <a:pt x="1144" y="1752"/>
                  </a:moveTo>
                  <a:cubicBezTo>
                    <a:pt x="1144" y="1765"/>
                    <a:pt x="1144" y="1778"/>
                    <a:pt x="1143" y="1790"/>
                  </a:cubicBezTo>
                  <a:lnTo>
                    <a:pt x="1143" y="1790"/>
                  </a:lnTo>
                  <a:cubicBezTo>
                    <a:pt x="1161" y="1790"/>
                    <a:pt x="1179" y="1788"/>
                    <a:pt x="1197" y="1784"/>
                  </a:cubicBezTo>
                  <a:lnTo>
                    <a:pt x="1254" y="1784"/>
                  </a:lnTo>
                  <a:cubicBezTo>
                    <a:pt x="1375" y="1784"/>
                    <a:pt x="1319" y="1776"/>
                    <a:pt x="1262" y="1768"/>
                  </a:cubicBezTo>
                  <a:cubicBezTo>
                    <a:pt x="1140" y="1760"/>
                    <a:pt x="1140" y="1760"/>
                    <a:pt x="1262" y="1760"/>
                  </a:cubicBezTo>
                  <a:cubicBezTo>
                    <a:pt x="1369" y="1760"/>
                    <a:pt x="1287" y="1754"/>
                    <a:pt x="1144" y="1752"/>
                  </a:cubicBezTo>
                  <a:close/>
                  <a:moveTo>
                    <a:pt x="1076" y="1785"/>
                  </a:moveTo>
                  <a:cubicBezTo>
                    <a:pt x="1098" y="1789"/>
                    <a:pt x="1120" y="1791"/>
                    <a:pt x="1142" y="1792"/>
                  </a:cubicBezTo>
                  <a:lnTo>
                    <a:pt x="1142" y="1792"/>
                  </a:lnTo>
                  <a:cubicBezTo>
                    <a:pt x="1143" y="1791"/>
                    <a:pt x="1143" y="1791"/>
                    <a:pt x="1143" y="1790"/>
                  </a:cubicBezTo>
                  <a:lnTo>
                    <a:pt x="1143" y="1790"/>
                  </a:lnTo>
                  <a:cubicBezTo>
                    <a:pt x="1140" y="1790"/>
                    <a:pt x="1138" y="1791"/>
                    <a:pt x="1136" y="1791"/>
                  </a:cubicBezTo>
                  <a:cubicBezTo>
                    <a:pt x="1116" y="1791"/>
                    <a:pt x="1096" y="1789"/>
                    <a:pt x="1076" y="1785"/>
                  </a:cubicBezTo>
                  <a:close/>
                  <a:moveTo>
                    <a:pt x="962" y="1801"/>
                  </a:moveTo>
                  <a:lnTo>
                    <a:pt x="1019" y="1809"/>
                  </a:lnTo>
                  <a:lnTo>
                    <a:pt x="1075" y="1801"/>
                  </a:lnTo>
                  <a:close/>
                  <a:moveTo>
                    <a:pt x="1156" y="1813"/>
                  </a:moveTo>
                  <a:cubicBezTo>
                    <a:pt x="1160" y="1813"/>
                    <a:pt x="1172" y="1814"/>
                    <a:pt x="1189" y="1816"/>
                  </a:cubicBezTo>
                  <a:lnTo>
                    <a:pt x="1189" y="1816"/>
                  </a:lnTo>
                  <a:cubicBezTo>
                    <a:pt x="1158" y="1815"/>
                    <a:pt x="1149" y="1813"/>
                    <a:pt x="1156" y="1813"/>
                  </a:cubicBezTo>
                  <a:close/>
                  <a:moveTo>
                    <a:pt x="1237" y="1789"/>
                  </a:moveTo>
                  <a:cubicBezTo>
                    <a:pt x="1228" y="1789"/>
                    <a:pt x="1216" y="1790"/>
                    <a:pt x="1197" y="1793"/>
                  </a:cubicBezTo>
                  <a:cubicBezTo>
                    <a:pt x="1179" y="1793"/>
                    <a:pt x="1161" y="1793"/>
                    <a:pt x="1142" y="1792"/>
                  </a:cubicBezTo>
                  <a:lnTo>
                    <a:pt x="1142" y="1792"/>
                  </a:lnTo>
                  <a:cubicBezTo>
                    <a:pt x="1142" y="1802"/>
                    <a:pt x="1140" y="1813"/>
                    <a:pt x="1139" y="1824"/>
                  </a:cubicBezTo>
                  <a:lnTo>
                    <a:pt x="1139" y="1824"/>
                  </a:lnTo>
                  <a:cubicBezTo>
                    <a:pt x="1177" y="1817"/>
                    <a:pt x="1215" y="1817"/>
                    <a:pt x="1254" y="1817"/>
                  </a:cubicBezTo>
                  <a:cubicBezTo>
                    <a:pt x="1233" y="1817"/>
                    <a:pt x="1215" y="1817"/>
                    <a:pt x="1201" y="1816"/>
                  </a:cubicBezTo>
                  <a:lnTo>
                    <a:pt x="1201" y="1816"/>
                  </a:lnTo>
                  <a:cubicBezTo>
                    <a:pt x="1254" y="1809"/>
                    <a:pt x="1254" y="1809"/>
                    <a:pt x="1254" y="1801"/>
                  </a:cubicBezTo>
                  <a:lnTo>
                    <a:pt x="1254" y="1793"/>
                  </a:lnTo>
                  <a:cubicBezTo>
                    <a:pt x="1254" y="1793"/>
                    <a:pt x="1254" y="1789"/>
                    <a:pt x="1237" y="1789"/>
                  </a:cubicBezTo>
                  <a:close/>
                  <a:moveTo>
                    <a:pt x="605" y="1806"/>
                  </a:moveTo>
                  <a:cubicBezTo>
                    <a:pt x="601" y="1811"/>
                    <a:pt x="599" y="1818"/>
                    <a:pt x="597" y="1825"/>
                  </a:cubicBezTo>
                  <a:lnTo>
                    <a:pt x="597" y="1825"/>
                  </a:lnTo>
                  <a:cubicBezTo>
                    <a:pt x="540" y="1825"/>
                    <a:pt x="540" y="1823"/>
                    <a:pt x="540" y="1817"/>
                  </a:cubicBezTo>
                  <a:cubicBezTo>
                    <a:pt x="605" y="1817"/>
                    <a:pt x="540" y="1809"/>
                    <a:pt x="483" y="1809"/>
                  </a:cubicBezTo>
                  <a:lnTo>
                    <a:pt x="540" y="1809"/>
                  </a:lnTo>
                  <a:cubicBezTo>
                    <a:pt x="565" y="1808"/>
                    <a:pt x="586" y="1807"/>
                    <a:pt x="605" y="1806"/>
                  </a:cubicBezTo>
                  <a:close/>
                  <a:moveTo>
                    <a:pt x="1139" y="1824"/>
                  </a:moveTo>
                  <a:lnTo>
                    <a:pt x="1139" y="1824"/>
                  </a:lnTo>
                  <a:cubicBezTo>
                    <a:pt x="1137" y="1824"/>
                    <a:pt x="1134" y="1825"/>
                    <a:pt x="1132" y="1825"/>
                  </a:cubicBezTo>
                  <a:cubicBezTo>
                    <a:pt x="1132" y="1825"/>
                    <a:pt x="1132" y="1827"/>
                    <a:pt x="1138" y="1828"/>
                  </a:cubicBezTo>
                  <a:lnTo>
                    <a:pt x="1138" y="1828"/>
                  </a:lnTo>
                  <a:cubicBezTo>
                    <a:pt x="1139" y="1826"/>
                    <a:pt x="1139" y="1825"/>
                    <a:pt x="1139" y="1824"/>
                  </a:cubicBezTo>
                  <a:close/>
                  <a:moveTo>
                    <a:pt x="1189" y="1825"/>
                  </a:moveTo>
                  <a:cubicBezTo>
                    <a:pt x="1170" y="1828"/>
                    <a:pt x="1157" y="1829"/>
                    <a:pt x="1149" y="1829"/>
                  </a:cubicBezTo>
                  <a:cubicBezTo>
                    <a:pt x="1144" y="1829"/>
                    <a:pt x="1141" y="1828"/>
                    <a:pt x="1138" y="1828"/>
                  </a:cubicBezTo>
                  <a:lnTo>
                    <a:pt x="1138" y="1828"/>
                  </a:lnTo>
                  <a:cubicBezTo>
                    <a:pt x="1138" y="1832"/>
                    <a:pt x="1137" y="1837"/>
                    <a:pt x="1136" y="1841"/>
                  </a:cubicBezTo>
                  <a:lnTo>
                    <a:pt x="1136" y="1841"/>
                  </a:lnTo>
                  <a:cubicBezTo>
                    <a:pt x="1175" y="1841"/>
                    <a:pt x="1214" y="1833"/>
                    <a:pt x="1254" y="1833"/>
                  </a:cubicBezTo>
                  <a:cubicBezTo>
                    <a:pt x="1254" y="1825"/>
                    <a:pt x="1254" y="1825"/>
                    <a:pt x="1189" y="1825"/>
                  </a:cubicBezTo>
                  <a:close/>
                  <a:moveTo>
                    <a:pt x="1136" y="1841"/>
                  </a:moveTo>
                  <a:cubicBezTo>
                    <a:pt x="1135" y="1841"/>
                    <a:pt x="1133" y="1841"/>
                    <a:pt x="1132" y="1841"/>
                  </a:cubicBezTo>
                  <a:lnTo>
                    <a:pt x="1136" y="1841"/>
                  </a:lnTo>
                  <a:cubicBezTo>
                    <a:pt x="1136" y="1841"/>
                    <a:pt x="1136" y="1841"/>
                    <a:pt x="1136" y="1841"/>
                  </a:cubicBezTo>
                  <a:close/>
                  <a:moveTo>
                    <a:pt x="597" y="1833"/>
                  </a:moveTo>
                  <a:lnTo>
                    <a:pt x="597" y="1833"/>
                  </a:lnTo>
                  <a:cubicBezTo>
                    <a:pt x="596" y="1839"/>
                    <a:pt x="596" y="1844"/>
                    <a:pt x="597" y="1849"/>
                  </a:cubicBezTo>
                  <a:lnTo>
                    <a:pt x="540" y="1849"/>
                  </a:lnTo>
                  <a:cubicBezTo>
                    <a:pt x="419" y="1849"/>
                    <a:pt x="419" y="1849"/>
                    <a:pt x="475" y="1841"/>
                  </a:cubicBezTo>
                  <a:cubicBezTo>
                    <a:pt x="516" y="1841"/>
                    <a:pt x="556" y="1841"/>
                    <a:pt x="597" y="1833"/>
                  </a:cubicBezTo>
                  <a:close/>
                  <a:moveTo>
                    <a:pt x="599" y="1857"/>
                  </a:moveTo>
                  <a:cubicBezTo>
                    <a:pt x="601" y="1865"/>
                    <a:pt x="605" y="1871"/>
                    <a:pt x="610" y="1877"/>
                  </a:cubicBezTo>
                  <a:lnTo>
                    <a:pt x="610" y="1877"/>
                  </a:lnTo>
                  <a:cubicBezTo>
                    <a:pt x="584" y="1873"/>
                    <a:pt x="558" y="1870"/>
                    <a:pt x="532" y="1866"/>
                  </a:cubicBezTo>
                  <a:cubicBezTo>
                    <a:pt x="532" y="1857"/>
                    <a:pt x="532" y="1857"/>
                    <a:pt x="597" y="1857"/>
                  </a:cubicBezTo>
                  <a:cubicBezTo>
                    <a:pt x="598" y="1857"/>
                    <a:pt x="598" y="1857"/>
                    <a:pt x="599" y="1857"/>
                  </a:cubicBezTo>
                  <a:close/>
                  <a:moveTo>
                    <a:pt x="1067" y="1874"/>
                  </a:moveTo>
                  <a:cubicBezTo>
                    <a:pt x="1067" y="1882"/>
                    <a:pt x="1067" y="1882"/>
                    <a:pt x="1124" y="1882"/>
                  </a:cubicBezTo>
                  <a:cubicBezTo>
                    <a:pt x="1124" y="1880"/>
                    <a:pt x="1126" y="1879"/>
                    <a:pt x="1128" y="1878"/>
                  </a:cubicBezTo>
                  <a:lnTo>
                    <a:pt x="1128" y="1878"/>
                  </a:lnTo>
                  <a:cubicBezTo>
                    <a:pt x="1129" y="1877"/>
                    <a:pt x="1129" y="1875"/>
                    <a:pt x="1129" y="1874"/>
                  </a:cubicBezTo>
                  <a:close/>
                  <a:moveTo>
                    <a:pt x="2324" y="1890"/>
                  </a:moveTo>
                  <a:cubicBezTo>
                    <a:pt x="2259" y="1890"/>
                    <a:pt x="2259" y="1890"/>
                    <a:pt x="2259" y="1898"/>
                  </a:cubicBezTo>
                  <a:lnTo>
                    <a:pt x="2381" y="1898"/>
                  </a:lnTo>
                  <a:cubicBezTo>
                    <a:pt x="2437" y="1898"/>
                    <a:pt x="2437" y="1898"/>
                    <a:pt x="2324" y="1890"/>
                  </a:cubicBezTo>
                  <a:close/>
                  <a:moveTo>
                    <a:pt x="346" y="1898"/>
                  </a:moveTo>
                  <a:cubicBezTo>
                    <a:pt x="317" y="1902"/>
                    <a:pt x="303" y="1904"/>
                    <a:pt x="296" y="1904"/>
                  </a:cubicBezTo>
                  <a:cubicBezTo>
                    <a:pt x="289" y="1904"/>
                    <a:pt x="289" y="1902"/>
                    <a:pt x="289" y="1898"/>
                  </a:cubicBezTo>
                  <a:close/>
                  <a:moveTo>
                    <a:pt x="1112" y="1930"/>
                  </a:moveTo>
                  <a:cubicBezTo>
                    <a:pt x="1059" y="1930"/>
                    <a:pt x="1059" y="1931"/>
                    <a:pt x="1059" y="1938"/>
                  </a:cubicBezTo>
                  <a:lnTo>
                    <a:pt x="1109" y="1938"/>
                  </a:lnTo>
                  <a:cubicBezTo>
                    <a:pt x="1110" y="1936"/>
                    <a:pt x="1111" y="1933"/>
                    <a:pt x="1112" y="1930"/>
                  </a:cubicBezTo>
                  <a:close/>
                  <a:moveTo>
                    <a:pt x="737" y="1951"/>
                  </a:moveTo>
                  <a:cubicBezTo>
                    <a:pt x="744" y="1951"/>
                    <a:pt x="751" y="1952"/>
                    <a:pt x="759" y="1955"/>
                  </a:cubicBezTo>
                  <a:lnTo>
                    <a:pt x="694" y="1955"/>
                  </a:lnTo>
                  <a:cubicBezTo>
                    <a:pt x="710" y="1955"/>
                    <a:pt x="723" y="1951"/>
                    <a:pt x="737" y="1951"/>
                  </a:cubicBezTo>
                  <a:close/>
                  <a:moveTo>
                    <a:pt x="777" y="1951"/>
                  </a:moveTo>
                  <a:cubicBezTo>
                    <a:pt x="791" y="1951"/>
                    <a:pt x="805" y="1955"/>
                    <a:pt x="816" y="1955"/>
                  </a:cubicBezTo>
                  <a:lnTo>
                    <a:pt x="759" y="1955"/>
                  </a:lnTo>
                  <a:cubicBezTo>
                    <a:pt x="765" y="1952"/>
                    <a:pt x="771" y="1951"/>
                    <a:pt x="777" y="1951"/>
                  </a:cubicBezTo>
                  <a:close/>
                  <a:moveTo>
                    <a:pt x="873" y="1987"/>
                  </a:moveTo>
                  <a:lnTo>
                    <a:pt x="873" y="1995"/>
                  </a:lnTo>
                  <a:lnTo>
                    <a:pt x="929" y="1987"/>
                  </a:lnTo>
                  <a:close/>
                  <a:moveTo>
                    <a:pt x="986" y="2011"/>
                  </a:moveTo>
                  <a:cubicBezTo>
                    <a:pt x="873" y="2011"/>
                    <a:pt x="808" y="2011"/>
                    <a:pt x="873" y="2020"/>
                  </a:cubicBezTo>
                  <a:lnTo>
                    <a:pt x="986" y="2020"/>
                  </a:lnTo>
                  <a:lnTo>
                    <a:pt x="986" y="2011"/>
                  </a:lnTo>
                  <a:close/>
                  <a:moveTo>
                    <a:pt x="1286" y="2036"/>
                  </a:moveTo>
                  <a:cubicBezTo>
                    <a:pt x="1286" y="2044"/>
                    <a:pt x="1343" y="2044"/>
                    <a:pt x="1286" y="2044"/>
                  </a:cubicBezTo>
                  <a:cubicBezTo>
                    <a:pt x="1262" y="2044"/>
                    <a:pt x="1246" y="2044"/>
                    <a:pt x="1221" y="2036"/>
                  </a:cubicBezTo>
                  <a:close/>
                  <a:moveTo>
                    <a:pt x="1156" y="2101"/>
                  </a:moveTo>
                  <a:lnTo>
                    <a:pt x="1156" y="2109"/>
                  </a:lnTo>
                  <a:cubicBezTo>
                    <a:pt x="1092" y="2109"/>
                    <a:pt x="1035" y="2101"/>
                    <a:pt x="1035" y="2101"/>
                  </a:cubicBezTo>
                  <a:close/>
                  <a:moveTo>
                    <a:pt x="792" y="2125"/>
                  </a:moveTo>
                  <a:cubicBezTo>
                    <a:pt x="891" y="2132"/>
                    <a:pt x="948" y="2133"/>
                    <a:pt x="964" y="2133"/>
                  </a:cubicBezTo>
                  <a:lnTo>
                    <a:pt x="964" y="2133"/>
                  </a:lnTo>
                  <a:cubicBezTo>
                    <a:pt x="965" y="2133"/>
                    <a:pt x="965" y="2133"/>
                    <a:pt x="965" y="2133"/>
                  </a:cubicBezTo>
                  <a:lnTo>
                    <a:pt x="965" y="2133"/>
                  </a:lnTo>
                  <a:lnTo>
                    <a:pt x="856" y="2125"/>
                  </a:lnTo>
                  <a:close/>
                  <a:moveTo>
                    <a:pt x="1205" y="2166"/>
                  </a:moveTo>
                  <a:lnTo>
                    <a:pt x="1205" y="2174"/>
                  </a:lnTo>
                  <a:cubicBezTo>
                    <a:pt x="1098" y="2174"/>
                    <a:pt x="1085" y="2167"/>
                    <a:pt x="1205" y="2166"/>
                  </a:cubicBezTo>
                  <a:close/>
                  <a:moveTo>
                    <a:pt x="1027" y="2190"/>
                  </a:moveTo>
                  <a:cubicBezTo>
                    <a:pt x="1083" y="2190"/>
                    <a:pt x="1140" y="2198"/>
                    <a:pt x="1205" y="2198"/>
                  </a:cubicBezTo>
                  <a:lnTo>
                    <a:pt x="1197" y="2206"/>
                  </a:lnTo>
                  <a:lnTo>
                    <a:pt x="1083" y="2198"/>
                  </a:lnTo>
                  <a:cubicBezTo>
                    <a:pt x="905" y="2190"/>
                    <a:pt x="905" y="2190"/>
                    <a:pt x="1027" y="2190"/>
                  </a:cubicBezTo>
                  <a:close/>
                  <a:moveTo>
                    <a:pt x="897" y="2206"/>
                  </a:moveTo>
                  <a:lnTo>
                    <a:pt x="962" y="2214"/>
                  </a:lnTo>
                  <a:lnTo>
                    <a:pt x="897" y="2214"/>
                  </a:lnTo>
                  <a:cubicBezTo>
                    <a:pt x="840" y="2214"/>
                    <a:pt x="840" y="2214"/>
                    <a:pt x="840" y="2206"/>
                  </a:cubicBezTo>
                  <a:close/>
                  <a:moveTo>
                    <a:pt x="608" y="1258"/>
                  </a:moveTo>
                  <a:cubicBezTo>
                    <a:pt x="71" y="1296"/>
                    <a:pt x="1" y="2114"/>
                    <a:pt x="557" y="2223"/>
                  </a:cubicBezTo>
                  <a:lnTo>
                    <a:pt x="557" y="2223"/>
                  </a:lnTo>
                  <a:cubicBezTo>
                    <a:pt x="553" y="2221"/>
                    <a:pt x="569" y="2219"/>
                    <a:pt x="605" y="2214"/>
                  </a:cubicBezTo>
                  <a:lnTo>
                    <a:pt x="605" y="2206"/>
                  </a:lnTo>
                  <a:cubicBezTo>
                    <a:pt x="548" y="2206"/>
                    <a:pt x="548" y="2190"/>
                    <a:pt x="613" y="2182"/>
                  </a:cubicBezTo>
                  <a:lnTo>
                    <a:pt x="613" y="2174"/>
                  </a:lnTo>
                  <a:cubicBezTo>
                    <a:pt x="492" y="2174"/>
                    <a:pt x="556" y="2133"/>
                    <a:pt x="678" y="2125"/>
                  </a:cubicBezTo>
                  <a:lnTo>
                    <a:pt x="621" y="2125"/>
                  </a:lnTo>
                  <a:cubicBezTo>
                    <a:pt x="556" y="2125"/>
                    <a:pt x="556" y="2125"/>
                    <a:pt x="556" y="2117"/>
                  </a:cubicBezTo>
                  <a:cubicBezTo>
                    <a:pt x="621" y="2109"/>
                    <a:pt x="621" y="2101"/>
                    <a:pt x="621" y="2093"/>
                  </a:cubicBezTo>
                  <a:cubicBezTo>
                    <a:pt x="621" y="2093"/>
                    <a:pt x="621" y="2084"/>
                    <a:pt x="686" y="2084"/>
                  </a:cubicBezTo>
                  <a:cubicBezTo>
                    <a:pt x="621" y="2084"/>
                    <a:pt x="621" y="2076"/>
                    <a:pt x="686" y="2076"/>
                  </a:cubicBezTo>
                  <a:cubicBezTo>
                    <a:pt x="727" y="2068"/>
                    <a:pt x="767" y="2068"/>
                    <a:pt x="808" y="2068"/>
                  </a:cubicBezTo>
                  <a:cubicBezTo>
                    <a:pt x="808" y="2068"/>
                    <a:pt x="808" y="2076"/>
                    <a:pt x="865" y="2076"/>
                  </a:cubicBezTo>
                  <a:cubicBezTo>
                    <a:pt x="905" y="2076"/>
                    <a:pt x="946" y="2076"/>
                    <a:pt x="986" y="2068"/>
                  </a:cubicBezTo>
                  <a:cubicBezTo>
                    <a:pt x="1043" y="2060"/>
                    <a:pt x="1043" y="2060"/>
                    <a:pt x="929" y="2060"/>
                  </a:cubicBezTo>
                  <a:lnTo>
                    <a:pt x="686" y="2060"/>
                  </a:lnTo>
                  <a:cubicBezTo>
                    <a:pt x="629" y="2052"/>
                    <a:pt x="573" y="2052"/>
                    <a:pt x="629" y="2044"/>
                  </a:cubicBezTo>
                  <a:cubicBezTo>
                    <a:pt x="508" y="2044"/>
                    <a:pt x="508" y="2044"/>
                    <a:pt x="629" y="2028"/>
                  </a:cubicBezTo>
                  <a:cubicBezTo>
                    <a:pt x="694" y="2020"/>
                    <a:pt x="694" y="2020"/>
                    <a:pt x="637" y="2011"/>
                  </a:cubicBezTo>
                  <a:cubicBezTo>
                    <a:pt x="637" y="2011"/>
                    <a:pt x="573" y="2011"/>
                    <a:pt x="637" y="2003"/>
                  </a:cubicBezTo>
                  <a:cubicBezTo>
                    <a:pt x="694" y="2003"/>
                    <a:pt x="694" y="2003"/>
                    <a:pt x="694" y="1995"/>
                  </a:cubicBezTo>
                  <a:cubicBezTo>
                    <a:pt x="759" y="1987"/>
                    <a:pt x="694" y="1987"/>
                    <a:pt x="637" y="1987"/>
                  </a:cubicBezTo>
                  <a:cubicBezTo>
                    <a:pt x="516" y="1987"/>
                    <a:pt x="516" y="1987"/>
                    <a:pt x="637" y="1979"/>
                  </a:cubicBezTo>
                  <a:lnTo>
                    <a:pt x="702" y="1979"/>
                  </a:lnTo>
                  <a:cubicBezTo>
                    <a:pt x="637" y="1979"/>
                    <a:pt x="581" y="1979"/>
                    <a:pt x="637" y="1971"/>
                  </a:cubicBezTo>
                  <a:cubicBezTo>
                    <a:pt x="702" y="1971"/>
                    <a:pt x="702" y="1963"/>
                    <a:pt x="702" y="1963"/>
                  </a:cubicBezTo>
                  <a:lnTo>
                    <a:pt x="759" y="1963"/>
                  </a:lnTo>
                  <a:cubicBezTo>
                    <a:pt x="881" y="1955"/>
                    <a:pt x="881" y="1955"/>
                    <a:pt x="824" y="1955"/>
                  </a:cubicBezTo>
                  <a:cubicBezTo>
                    <a:pt x="783" y="1938"/>
                    <a:pt x="743" y="1938"/>
                    <a:pt x="702" y="1938"/>
                  </a:cubicBezTo>
                  <a:lnTo>
                    <a:pt x="646" y="1938"/>
                  </a:lnTo>
                  <a:cubicBezTo>
                    <a:pt x="646" y="1930"/>
                    <a:pt x="646" y="1930"/>
                    <a:pt x="589" y="1930"/>
                  </a:cubicBezTo>
                  <a:cubicBezTo>
                    <a:pt x="524" y="1930"/>
                    <a:pt x="524" y="1922"/>
                    <a:pt x="524" y="1922"/>
                  </a:cubicBezTo>
                  <a:cubicBezTo>
                    <a:pt x="589" y="1914"/>
                    <a:pt x="589" y="1914"/>
                    <a:pt x="589" y="1914"/>
                  </a:cubicBezTo>
                  <a:cubicBezTo>
                    <a:pt x="532" y="1914"/>
                    <a:pt x="589" y="1906"/>
                    <a:pt x="646" y="1906"/>
                  </a:cubicBezTo>
                  <a:cubicBezTo>
                    <a:pt x="710" y="1898"/>
                    <a:pt x="710" y="1898"/>
                    <a:pt x="654" y="1898"/>
                  </a:cubicBezTo>
                  <a:cubicBezTo>
                    <a:pt x="541" y="1898"/>
                    <a:pt x="533" y="1891"/>
                    <a:pt x="628" y="1890"/>
                  </a:cubicBezTo>
                  <a:lnTo>
                    <a:pt x="628" y="1890"/>
                  </a:lnTo>
                  <a:cubicBezTo>
                    <a:pt x="637" y="1894"/>
                    <a:pt x="647" y="1897"/>
                    <a:pt x="657" y="1897"/>
                  </a:cubicBezTo>
                  <a:cubicBezTo>
                    <a:pt x="667" y="1897"/>
                    <a:pt x="676" y="1894"/>
                    <a:pt x="685" y="1890"/>
                  </a:cubicBezTo>
                  <a:lnTo>
                    <a:pt x="710" y="1890"/>
                  </a:lnTo>
                  <a:cubicBezTo>
                    <a:pt x="710" y="1890"/>
                    <a:pt x="710" y="1898"/>
                    <a:pt x="767" y="1898"/>
                  </a:cubicBezTo>
                  <a:cubicBezTo>
                    <a:pt x="767" y="1890"/>
                    <a:pt x="767" y="1890"/>
                    <a:pt x="832" y="1890"/>
                  </a:cubicBezTo>
                  <a:cubicBezTo>
                    <a:pt x="787" y="1890"/>
                    <a:pt x="740" y="1888"/>
                    <a:pt x="693" y="1885"/>
                  </a:cubicBezTo>
                  <a:lnTo>
                    <a:pt x="693" y="1885"/>
                  </a:lnTo>
                  <a:cubicBezTo>
                    <a:pt x="702" y="1877"/>
                    <a:pt x="709" y="1865"/>
                    <a:pt x="710" y="1849"/>
                  </a:cubicBezTo>
                  <a:cubicBezTo>
                    <a:pt x="712" y="1844"/>
                    <a:pt x="712" y="1838"/>
                    <a:pt x="712" y="1833"/>
                  </a:cubicBezTo>
                  <a:lnTo>
                    <a:pt x="712" y="1833"/>
                  </a:lnTo>
                  <a:cubicBezTo>
                    <a:pt x="714" y="1833"/>
                    <a:pt x="716" y="1833"/>
                    <a:pt x="719" y="1833"/>
                  </a:cubicBezTo>
                  <a:cubicBezTo>
                    <a:pt x="719" y="1829"/>
                    <a:pt x="719" y="1827"/>
                    <a:pt x="711" y="1826"/>
                  </a:cubicBezTo>
                  <a:lnTo>
                    <a:pt x="711" y="1826"/>
                  </a:lnTo>
                  <a:cubicBezTo>
                    <a:pt x="706" y="1798"/>
                    <a:pt x="679" y="1781"/>
                    <a:pt x="652" y="1781"/>
                  </a:cubicBezTo>
                  <a:cubicBezTo>
                    <a:pt x="635" y="1781"/>
                    <a:pt x="619" y="1787"/>
                    <a:pt x="608" y="1801"/>
                  </a:cubicBezTo>
                  <a:lnTo>
                    <a:pt x="608" y="1801"/>
                  </a:lnTo>
                  <a:cubicBezTo>
                    <a:pt x="607" y="1801"/>
                    <a:pt x="606" y="1801"/>
                    <a:pt x="605" y="1801"/>
                  </a:cubicBezTo>
                  <a:cubicBezTo>
                    <a:pt x="548" y="1801"/>
                    <a:pt x="483" y="1793"/>
                    <a:pt x="548" y="1793"/>
                  </a:cubicBezTo>
                  <a:lnTo>
                    <a:pt x="605" y="1793"/>
                  </a:lnTo>
                  <a:cubicBezTo>
                    <a:pt x="483" y="1793"/>
                    <a:pt x="548" y="1768"/>
                    <a:pt x="605" y="1768"/>
                  </a:cubicBezTo>
                  <a:cubicBezTo>
                    <a:pt x="670" y="1768"/>
                    <a:pt x="670" y="1768"/>
                    <a:pt x="613" y="1760"/>
                  </a:cubicBezTo>
                  <a:cubicBezTo>
                    <a:pt x="548" y="1760"/>
                    <a:pt x="548" y="1752"/>
                    <a:pt x="548" y="1744"/>
                  </a:cubicBezTo>
                  <a:cubicBezTo>
                    <a:pt x="613" y="1736"/>
                    <a:pt x="613" y="1720"/>
                    <a:pt x="500" y="1711"/>
                  </a:cubicBezTo>
                  <a:cubicBezTo>
                    <a:pt x="556" y="1711"/>
                    <a:pt x="556" y="1703"/>
                    <a:pt x="556" y="1695"/>
                  </a:cubicBezTo>
                  <a:cubicBezTo>
                    <a:pt x="556" y="1687"/>
                    <a:pt x="621" y="1687"/>
                    <a:pt x="621" y="1679"/>
                  </a:cubicBezTo>
                  <a:cubicBezTo>
                    <a:pt x="565" y="1679"/>
                    <a:pt x="565" y="1671"/>
                    <a:pt x="565" y="1638"/>
                  </a:cubicBezTo>
                  <a:cubicBezTo>
                    <a:pt x="573" y="1614"/>
                    <a:pt x="629" y="1598"/>
                    <a:pt x="629" y="1598"/>
                  </a:cubicBezTo>
                  <a:lnTo>
                    <a:pt x="573" y="1598"/>
                  </a:lnTo>
                  <a:lnTo>
                    <a:pt x="573" y="1590"/>
                  </a:lnTo>
                  <a:lnTo>
                    <a:pt x="637" y="1590"/>
                  </a:lnTo>
                  <a:cubicBezTo>
                    <a:pt x="573" y="1590"/>
                    <a:pt x="637" y="1582"/>
                    <a:pt x="637" y="1582"/>
                  </a:cubicBezTo>
                  <a:cubicBezTo>
                    <a:pt x="759" y="1574"/>
                    <a:pt x="759" y="1566"/>
                    <a:pt x="637" y="1557"/>
                  </a:cubicBezTo>
                  <a:cubicBezTo>
                    <a:pt x="516" y="1557"/>
                    <a:pt x="516" y="1557"/>
                    <a:pt x="637" y="1549"/>
                  </a:cubicBezTo>
                  <a:cubicBezTo>
                    <a:pt x="759" y="1549"/>
                    <a:pt x="759" y="1549"/>
                    <a:pt x="637" y="1541"/>
                  </a:cubicBezTo>
                  <a:cubicBezTo>
                    <a:pt x="581" y="1541"/>
                    <a:pt x="581" y="1541"/>
                    <a:pt x="702" y="1533"/>
                  </a:cubicBezTo>
                  <a:cubicBezTo>
                    <a:pt x="524" y="1525"/>
                    <a:pt x="524" y="1517"/>
                    <a:pt x="646" y="1517"/>
                  </a:cubicBezTo>
                  <a:cubicBezTo>
                    <a:pt x="767" y="1517"/>
                    <a:pt x="767" y="1517"/>
                    <a:pt x="646" y="1509"/>
                  </a:cubicBezTo>
                  <a:cubicBezTo>
                    <a:pt x="589" y="1509"/>
                    <a:pt x="589" y="1493"/>
                    <a:pt x="710" y="1493"/>
                  </a:cubicBezTo>
                  <a:cubicBezTo>
                    <a:pt x="710" y="1493"/>
                    <a:pt x="710" y="1493"/>
                    <a:pt x="646" y="1484"/>
                  </a:cubicBezTo>
                  <a:cubicBezTo>
                    <a:pt x="589" y="1476"/>
                    <a:pt x="532" y="1460"/>
                    <a:pt x="654" y="1460"/>
                  </a:cubicBezTo>
                  <a:lnTo>
                    <a:pt x="654" y="1452"/>
                  </a:lnTo>
                  <a:lnTo>
                    <a:pt x="654" y="1444"/>
                  </a:lnTo>
                  <a:cubicBezTo>
                    <a:pt x="597" y="1444"/>
                    <a:pt x="613" y="1339"/>
                    <a:pt x="670" y="1339"/>
                  </a:cubicBezTo>
                  <a:cubicBezTo>
                    <a:pt x="670" y="1330"/>
                    <a:pt x="670" y="1322"/>
                    <a:pt x="613" y="1322"/>
                  </a:cubicBezTo>
                  <a:lnTo>
                    <a:pt x="670" y="1322"/>
                  </a:lnTo>
                  <a:cubicBezTo>
                    <a:pt x="670" y="1322"/>
                    <a:pt x="670" y="1314"/>
                    <a:pt x="613" y="1314"/>
                  </a:cubicBezTo>
                  <a:lnTo>
                    <a:pt x="613" y="1306"/>
                  </a:lnTo>
                  <a:cubicBezTo>
                    <a:pt x="678" y="1306"/>
                    <a:pt x="678" y="1298"/>
                    <a:pt x="613" y="1298"/>
                  </a:cubicBezTo>
                  <a:cubicBezTo>
                    <a:pt x="556" y="1290"/>
                    <a:pt x="556" y="1290"/>
                    <a:pt x="556" y="1290"/>
                  </a:cubicBezTo>
                  <a:cubicBezTo>
                    <a:pt x="621" y="1282"/>
                    <a:pt x="621" y="1274"/>
                    <a:pt x="621" y="1266"/>
                  </a:cubicBezTo>
                  <a:cubicBezTo>
                    <a:pt x="621" y="1263"/>
                    <a:pt x="616" y="1260"/>
                    <a:pt x="608" y="1258"/>
                  </a:cubicBezTo>
                  <a:close/>
                  <a:moveTo>
                    <a:pt x="557" y="2223"/>
                  </a:moveTo>
                  <a:cubicBezTo>
                    <a:pt x="560" y="2224"/>
                    <a:pt x="571" y="2226"/>
                    <a:pt x="592" y="2229"/>
                  </a:cubicBezTo>
                  <a:lnTo>
                    <a:pt x="592" y="2229"/>
                  </a:lnTo>
                  <a:cubicBezTo>
                    <a:pt x="580" y="2227"/>
                    <a:pt x="569" y="2225"/>
                    <a:pt x="557" y="2223"/>
                  </a:cubicBezTo>
                  <a:close/>
                  <a:moveTo>
                    <a:pt x="592" y="2229"/>
                  </a:moveTo>
                  <a:cubicBezTo>
                    <a:pt x="597" y="2229"/>
                    <a:pt x="601" y="2230"/>
                    <a:pt x="605" y="2230"/>
                  </a:cubicBezTo>
                  <a:cubicBezTo>
                    <a:pt x="601" y="2230"/>
                    <a:pt x="596" y="2229"/>
                    <a:pt x="592" y="2229"/>
                  </a:cubicBezTo>
                  <a:close/>
                  <a:moveTo>
                    <a:pt x="1302" y="2328"/>
                  </a:moveTo>
                  <a:cubicBezTo>
                    <a:pt x="1237" y="2328"/>
                    <a:pt x="1237" y="2336"/>
                    <a:pt x="1237" y="2336"/>
                  </a:cubicBezTo>
                  <a:cubicBezTo>
                    <a:pt x="1181" y="2344"/>
                    <a:pt x="1237" y="2344"/>
                    <a:pt x="1302" y="2344"/>
                  </a:cubicBezTo>
                  <a:cubicBezTo>
                    <a:pt x="1359" y="2344"/>
                    <a:pt x="1359" y="2344"/>
                    <a:pt x="1359" y="2336"/>
                  </a:cubicBezTo>
                  <a:cubicBezTo>
                    <a:pt x="1343" y="2336"/>
                    <a:pt x="1319" y="2336"/>
                    <a:pt x="1302" y="2328"/>
                  </a:cubicBezTo>
                  <a:close/>
                  <a:moveTo>
                    <a:pt x="1177" y="2354"/>
                  </a:moveTo>
                  <a:cubicBezTo>
                    <a:pt x="1197" y="2354"/>
                    <a:pt x="1217" y="2356"/>
                    <a:pt x="1237" y="2360"/>
                  </a:cubicBezTo>
                  <a:lnTo>
                    <a:pt x="1237" y="2368"/>
                  </a:lnTo>
                  <a:cubicBezTo>
                    <a:pt x="1197" y="2368"/>
                    <a:pt x="1156" y="2368"/>
                    <a:pt x="1116" y="2360"/>
                  </a:cubicBezTo>
                  <a:cubicBezTo>
                    <a:pt x="1136" y="2356"/>
                    <a:pt x="1156" y="2354"/>
                    <a:pt x="1177" y="2354"/>
                  </a:cubicBezTo>
                  <a:close/>
                  <a:moveTo>
                    <a:pt x="678" y="2522"/>
                  </a:moveTo>
                  <a:cubicBezTo>
                    <a:pt x="613" y="2522"/>
                    <a:pt x="613" y="2522"/>
                    <a:pt x="613" y="2530"/>
                  </a:cubicBezTo>
                  <a:lnTo>
                    <a:pt x="678" y="2530"/>
                  </a:lnTo>
                  <a:lnTo>
                    <a:pt x="678" y="2522"/>
                  </a:lnTo>
                  <a:close/>
                  <a:moveTo>
                    <a:pt x="1156" y="2530"/>
                  </a:moveTo>
                  <a:cubicBezTo>
                    <a:pt x="1116" y="2538"/>
                    <a:pt x="1075" y="2538"/>
                    <a:pt x="1035" y="2538"/>
                  </a:cubicBezTo>
                  <a:cubicBezTo>
                    <a:pt x="974" y="2543"/>
                    <a:pt x="944" y="2545"/>
                    <a:pt x="928" y="2545"/>
                  </a:cubicBezTo>
                  <a:cubicBezTo>
                    <a:pt x="913" y="2545"/>
                    <a:pt x="913" y="2543"/>
                    <a:pt x="913" y="2538"/>
                  </a:cubicBezTo>
                  <a:cubicBezTo>
                    <a:pt x="913" y="2531"/>
                    <a:pt x="913" y="2530"/>
                    <a:pt x="969" y="2530"/>
                  </a:cubicBezTo>
                  <a:lnTo>
                    <a:pt x="969" y="2530"/>
                  </a:lnTo>
                  <a:cubicBezTo>
                    <a:pt x="932" y="2530"/>
                    <a:pt x="945" y="2534"/>
                    <a:pt x="977" y="2534"/>
                  </a:cubicBezTo>
                  <a:cubicBezTo>
                    <a:pt x="992" y="2534"/>
                    <a:pt x="1013" y="2533"/>
                    <a:pt x="1035" y="2530"/>
                  </a:cubicBezTo>
                  <a:close/>
                  <a:moveTo>
                    <a:pt x="1027" y="2571"/>
                  </a:moveTo>
                  <a:lnTo>
                    <a:pt x="970" y="2579"/>
                  </a:lnTo>
                  <a:cubicBezTo>
                    <a:pt x="905" y="2579"/>
                    <a:pt x="905" y="2571"/>
                    <a:pt x="905" y="2571"/>
                  </a:cubicBezTo>
                  <a:close/>
                  <a:moveTo>
                    <a:pt x="1846" y="2575"/>
                  </a:moveTo>
                  <a:cubicBezTo>
                    <a:pt x="1832" y="2575"/>
                    <a:pt x="1819" y="2576"/>
                    <a:pt x="1805" y="2579"/>
                  </a:cubicBezTo>
                  <a:lnTo>
                    <a:pt x="1927" y="2579"/>
                  </a:lnTo>
                  <a:cubicBezTo>
                    <a:pt x="1900" y="2579"/>
                    <a:pt x="1873" y="2575"/>
                    <a:pt x="1846" y="2575"/>
                  </a:cubicBezTo>
                  <a:close/>
                  <a:moveTo>
                    <a:pt x="1136" y="1841"/>
                  </a:moveTo>
                  <a:lnTo>
                    <a:pt x="1136" y="1841"/>
                  </a:lnTo>
                  <a:cubicBezTo>
                    <a:pt x="1134" y="1852"/>
                    <a:pt x="1132" y="1863"/>
                    <a:pt x="1129" y="1874"/>
                  </a:cubicBezTo>
                  <a:lnTo>
                    <a:pt x="1132" y="1874"/>
                  </a:lnTo>
                  <a:cubicBezTo>
                    <a:pt x="1180" y="1874"/>
                    <a:pt x="1142" y="1874"/>
                    <a:pt x="1128" y="1878"/>
                  </a:cubicBezTo>
                  <a:lnTo>
                    <a:pt x="1128" y="1878"/>
                  </a:lnTo>
                  <a:cubicBezTo>
                    <a:pt x="1124" y="1896"/>
                    <a:pt x="1118" y="1913"/>
                    <a:pt x="1112" y="1930"/>
                  </a:cubicBezTo>
                  <a:lnTo>
                    <a:pt x="1112" y="1930"/>
                  </a:lnTo>
                  <a:cubicBezTo>
                    <a:pt x="1116" y="1930"/>
                    <a:pt x="1120" y="1930"/>
                    <a:pt x="1124" y="1930"/>
                  </a:cubicBezTo>
                  <a:lnTo>
                    <a:pt x="1181" y="1930"/>
                  </a:lnTo>
                  <a:cubicBezTo>
                    <a:pt x="1156" y="1938"/>
                    <a:pt x="1140" y="1938"/>
                    <a:pt x="1116" y="1938"/>
                  </a:cubicBezTo>
                  <a:lnTo>
                    <a:pt x="1109" y="1938"/>
                  </a:lnTo>
                  <a:cubicBezTo>
                    <a:pt x="1079" y="2014"/>
                    <a:pt x="1031" y="2081"/>
                    <a:pt x="965" y="2133"/>
                  </a:cubicBezTo>
                  <a:lnTo>
                    <a:pt x="965" y="2133"/>
                  </a:lnTo>
                  <a:lnTo>
                    <a:pt x="970" y="2133"/>
                  </a:lnTo>
                  <a:cubicBezTo>
                    <a:pt x="970" y="2133"/>
                    <a:pt x="968" y="2133"/>
                    <a:pt x="964" y="2133"/>
                  </a:cubicBezTo>
                  <a:lnTo>
                    <a:pt x="964" y="2133"/>
                  </a:lnTo>
                  <a:cubicBezTo>
                    <a:pt x="888" y="2192"/>
                    <a:pt x="787" y="2229"/>
                    <a:pt x="662" y="2230"/>
                  </a:cubicBezTo>
                  <a:cubicBezTo>
                    <a:pt x="605" y="2230"/>
                    <a:pt x="605" y="2238"/>
                    <a:pt x="597" y="2255"/>
                  </a:cubicBezTo>
                  <a:cubicBezTo>
                    <a:pt x="597" y="2263"/>
                    <a:pt x="597" y="2263"/>
                    <a:pt x="662" y="2263"/>
                  </a:cubicBezTo>
                  <a:cubicBezTo>
                    <a:pt x="719" y="2271"/>
                    <a:pt x="654" y="2271"/>
                    <a:pt x="597" y="2271"/>
                  </a:cubicBezTo>
                  <a:cubicBezTo>
                    <a:pt x="475" y="2271"/>
                    <a:pt x="475" y="2279"/>
                    <a:pt x="654" y="2279"/>
                  </a:cubicBezTo>
                  <a:cubicBezTo>
                    <a:pt x="775" y="2279"/>
                    <a:pt x="775" y="2287"/>
                    <a:pt x="710" y="2287"/>
                  </a:cubicBezTo>
                  <a:cubicBezTo>
                    <a:pt x="654" y="2287"/>
                    <a:pt x="654" y="2287"/>
                    <a:pt x="654" y="2279"/>
                  </a:cubicBezTo>
                  <a:lnTo>
                    <a:pt x="532" y="2279"/>
                  </a:lnTo>
                  <a:cubicBezTo>
                    <a:pt x="532" y="2287"/>
                    <a:pt x="532" y="2287"/>
                    <a:pt x="597" y="2287"/>
                  </a:cubicBezTo>
                  <a:cubicBezTo>
                    <a:pt x="597" y="2287"/>
                    <a:pt x="597" y="2287"/>
                    <a:pt x="654" y="2295"/>
                  </a:cubicBezTo>
                  <a:lnTo>
                    <a:pt x="832" y="2295"/>
                  </a:lnTo>
                  <a:cubicBezTo>
                    <a:pt x="854" y="2293"/>
                    <a:pt x="867" y="2292"/>
                    <a:pt x="876" y="2292"/>
                  </a:cubicBezTo>
                  <a:cubicBezTo>
                    <a:pt x="892" y="2292"/>
                    <a:pt x="889" y="2295"/>
                    <a:pt x="889" y="2295"/>
                  </a:cubicBezTo>
                  <a:cubicBezTo>
                    <a:pt x="832" y="2303"/>
                    <a:pt x="775" y="2303"/>
                    <a:pt x="710" y="2303"/>
                  </a:cubicBezTo>
                  <a:cubicBezTo>
                    <a:pt x="670" y="2295"/>
                    <a:pt x="629" y="2295"/>
                    <a:pt x="589" y="2295"/>
                  </a:cubicBezTo>
                  <a:cubicBezTo>
                    <a:pt x="532" y="2295"/>
                    <a:pt x="654" y="2311"/>
                    <a:pt x="767" y="2320"/>
                  </a:cubicBezTo>
                  <a:lnTo>
                    <a:pt x="710" y="2320"/>
                  </a:lnTo>
                  <a:cubicBezTo>
                    <a:pt x="654" y="2320"/>
                    <a:pt x="646" y="2320"/>
                    <a:pt x="646" y="2328"/>
                  </a:cubicBezTo>
                  <a:cubicBezTo>
                    <a:pt x="646" y="2336"/>
                    <a:pt x="646" y="2336"/>
                    <a:pt x="710" y="2336"/>
                  </a:cubicBezTo>
                  <a:cubicBezTo>
                    <a:pt x="743" y="2336"/>
                    <a:pt x="783" y="2336"/>
                    <a:pt x="824" y="2344"/>
                  </a:cubicBezTo>
                  <a:cubicBezTo>
                    <a:pt x="865" y="2336"/>
                    <a:pt x="905" y="2336"/>
                    <a:pt x="946" y="2336"/>
                  </a:cubicBezTo>
                  <a:cubicBezTo>
                    <a:pt x="946" y="2336"/>
                    <a:pt x="889" y="2344"/>
                    <a:pt x="824" y="2344"/>
                  </a:cubicBezTo>
                  <a:cubicBezTo>
                    <a:pt x="702" y="2352"/>
                    <a:pt x="646" y="2360"/>
                    <a:pt x="646" y="2368"/>
                  </a:cubicBezTo>
                  <a:cubicBezTo>
                    <a:pt x="637" y="2376"/>
                    <a:pt x="637" y="2384"/>
                    <a:pt x="581" y="2393"/>
                  </a:cubicBezTo>
                  <a:cubicBezTo>
                    <a:pt x="581" y="2393"/>
                    <a:pt x="581" y="2401"/>
                    <a:pt x="637" y="2401"/>
                  </a:cubicBezTo>
                  <a:lnTo>
                    <a:pt x="637" y="2409"/>
                  </a:lnTo>
                  <a:cubicBezTo>
                    <a:pt x="573" y="2409"/>
                    <a:pt x="573" y="2417"/>
                    <a:pt x="637" y="2417"/>
                  </a:cubicBezTo>
                  <a:cubicBezTo>
                    <a:pt x="694" y="2417"/>
                    <a:pt x="637" y="2425"/>
                    <a:pt x="637" y="2425"/>
                  </a:cubicBezTo>
                  <a:cubicBezTo>
                    <a:pt x="577" y="2429"/>
                    <a:pt x="546" y="2431"/>
                    <a:pt x="553" y="2431"/>
                  </a:cubicBezTo>
                  <a:cubicBezTo>
                    <a:pt x="560" y="2431"/>
                    <a:pt x="605" y="2429"/>
                    <a:pt x="694" y="2425"/>
                  </a:cubicBezTo>
                  <a:cubicBezTo>
                    <a:pt x="735" y="2425"/>
                    <a:pt x="775" y="2425"/>
                    <a:pt x="816" y="2417"/>
                  </a:cubicBezTo>
                  <a:lnTo>
                    <a:pt x="816" y="2409"/>
                  </a:lnTo>
                  <a:lnTo>
                    <a:pt x="873" y="2417"/>
                  </a:lnTo>
                  <a:cubicBezTo>
                    <a:pt x="913" y="2425"/>
                    <a:pt x="954" y="2425"/>
                    <a:pt x="994" y="2425"/>
                  </a:cubicBezTo>
                  <a:cubicBezTo>
                    <a:pt x="1010" y="2425"/>
                    <a:pt x="1035" y="2425"/>
                    <a:pt x="1051" y="2433"/>
                  </a:cubicBezTo>
                  <a:lnTo>
                    <a:pt x="929" y="2433"/>
                  </a:lnTo>
                  <a:cubicBezTo>
                    <a:pt x="873" y="2425"/>
                    <a:pt x="816" y="2425"/>
                    <a:pt x="751" y="2425"/>
                  </a:cubicBezTo>
                  <a:cubicBezTo>
                    <a:pt x="629" y="2433"/>
                    <a:pt x="573" y="2441"/>
                    <a:pt x="694" y="2441"/>
                  </a:cubicBezTo>
                  <a:cubicBezTo>
                    <a:pt x="694" y="2441"/>
                    <a:pt x="694" y="2441"/>
                    <a:pt x="629" y="2449"/>
                  </a:cubicBezTo>
                  <a:lnTo>
                    <a:pt x="686" y="2449"/>
                  </a:lnTo>
                  <a:cubicBezTo>
                    <a:pt x="808" y="2457"/>
                    <a:pt x="808" y="2457"/>
                    <a:pt x="686" y="2457"/>
                  </a:cubicBezTo>
                  <a:cubicBezTo>
                    <a:pt x="565" y="2465"/>
                    <a:pt x="565" y="2482"/>
                    <a:pt x="629" y="2482"/>
                  </a:cubicBezTo>
                  <a:cubicBezTo>
                    <a:pt x="743" y="2482"/>
                    <a:pt x="743" y="2490"/>
                    <a:pt x="686" y="2490"/>
                  </a:cubicBezTo>
                  <a:cubicBezTo>
                    <a:pt x="621" y="2498"/>
                    <a:pt x="621" y="2498"/>
                    <a:pt x="686" y="2498"/>
                  </a:cubicBezTo>
                  <a:cubicBezTo>
                    <a:pt x="621" y="2498"/>
                    <a:pt x="565" y="2506"/>
                    <a:pt x="621" y="2506"/>
                  </a:cubicBezTo>
                  <a:cubicBezTo>
                    <a:pt x="621" y="2506"/>
                    <a:pt x="621" y="2510"/>
                    <a:pt x="638" y="2510"/>
                  </a:cubicBezTo>
                  <a:cubicBezTo>
                    <a:pt x="646" y="2510"/>
                    <a:pt x="659" y="2509"/>
                    <a:pt x="678" y="2506"/>
                  </a:cubicBezTo>
                  <a:lnTo>
                    <a:pt x="800" y="2514"/>
                  </a:lnTo>
                  <a:cubicBezTo>
                    <a:pt x="827" y="2514"/>
                    <a:pt x="854" y="2511"/>
                    <a:pt x="881" y="2511"/>
                  </a:cubicBezTo>
                  <a:cubicBezTo>
                    <a:pt x="894" y="2511"/>
                    <a:pt x="908" y="2511"/>
                    <a:pt x="921" y="2514"/>
                  </a:cubicBezTo>
                  <a:cubicBezTo>
                    <a:pt x="978" y="2514"/>
                    <a:pt x="921" y="2522"/>
                    <a:pt x="735" y="2530"/>
                  </a:cubicBezTo>
                  <a:lnTo>
                    <a:pt x="621" y="2538"/>
                  </a:lnTo>
                  <a:lnTo>
                    <a:pt x="678" y="2538"/>
                  </a:lnTo>
                  <a:cubicBezTo>
                    <a:pt x="613" y="2538"/>
                    <a:pt x="613" y="2538"/>
                    <a:pt x="613" y="2547"/>
                  </a:cubicBezTo>
                  <a:lnTo>
                    <a:pt x="678" y="2547"/>
                  </a:lnTo>
                  <a:cubicBezTo>
                    <a:pt x="792" y="2547"/>
                    <a:pt x="792" y="2547"/>
                    <a:pt x="735" y="2555"/>
                  </a:cubicBezTo>
                  <a:cubicBezTo>
                    <a:pt x="613" y="2555"/>
                    <a:pt x="613" y="2555"/>
                    <a:pt x="735" y="2563"/>
                  </a:cubicBezTo>
                  <a:cubicBezTo>
                    <a:pt x="694" y="2563"/>
                    <a:pt x="654" y="2563"/>
                    <a:pt x="613" y="2571"/>
                  </a:cubicBezTo>
                  <a:lnTo>
                    <a:pt x="670" y="2571"/>
                  </a:lnTo>
                  <a:cubicBezTo>
                    <a:pt x="792" y="2571"/>
                    <a:pt x="792" y="2571"/>
                    <a:pt x="735" y="2579"/>
                  </a:cubicBezTo>
                  <a:cubicBezTo>
                    <a:pt x="670" y="2579"/>
                    <a:pt x="670" y="2579"/>
                    <a:pt x="727" y="2587"/>
                  </a:cubicBezTo>
                  <a:cubicBezTo>
                    <a:pt x="727" y="2587"/>
                    <a:pt x="727" y="2595"/>
                    <a:pt x="670" y="2595"/>
                  </a:cubicBezTo>
                  <a:cubicBezTo>
                    <a:pt x="727" y="2603"/>
                    <a:pt x="727" y="2603"/>
                    <a:pt x="670" y="2603"/>
                  </a:cubicBezTo>
                  <a:cubicBezTo>
                    <a:pt x="605" y="2611"/>
                    <a:pt x="605" y="2611"/>
                    <a:pt x="670" y="2611"/>
                  </a:cubicBezTo>
                  <a:lnTo>
                    <a:pt x="848" y="2611"/>
                  </a:lnTo>
                  <a:cubicBezTo>
                    <a:pt x="848" y="2603"/>
                    <a:pt x="848" y="2603"/>
                    <a:pt x="905" y="2603"/>
                  </a:cubicBezTo>
                  <a:lnTo>
                    <a:pt x="905" y="2611"/>
                  </a:lnTo>
                  <a:cubicBezTo>
                    <a:pt x="905" y="2620"/>
                    <a:pt x="905" y="2620"/>
                    <a:pt x="962" y="2628"/>
                  </a:cubicBezTo>
                  <a:lnTo>
                    <a:pt x="1083" y="2628"/>
                  </a:lnTo>
                  <a:lnTo>
                    <a:pt x="1140" y="2620"/>
                  </a:lnTo>
                  <a:cubicBezTo>
                    <a:pt x="962" y="2620"/>
                    <a:pt x="962" y="2620"/>
                    <a:pt x="1083" y="2611"/>
                  </a:cubicBezTo>
                  <a:lnTo>
                    <a:pt x="1205" y="2611"/>
                  </a:lnTo>
                  <a:cubicBezTo>
                    <a:pt x="1205" y="2603"/>
                    <a:pt x="1205" y="2603"/>
                    <a:pt x="1262" y="2603"/>
                  </a:cubicBezTo>
                  <a:cubicBezTo>
                    <a:pt x="1302" y="2603"/>
                    <a:pt x="1343" y="2603"/>
                    <a:pt x="1383" y="2595"/>
                  </a:cubicBezTo>
                  <a:lnTo>
                    <a:pt x="1327" y="2595"/>
                  </a:lnTo>
                  <a:cubicBezTo>
                    <a:pt x="1262" y="2595"/>
                    <a:pt x="1262" y="2595"/>
                    <a:pt x="1383" y="2587"/>
                  </a:cubicBezTo>
                  <a:lnTo>
                    <a:pt x="1327" y="2587"/>
                  </a:lnTo>
                  <a:cubicBezTo>
                    <a:pt x="1205" y="2587"/>
                    <a:pt x="1205" y="2579"/>
                    <a:pt x="1327" y="2579"/>
                  </a:cubicBezTo>
                  <a:lnTo>
                    <a:pt x="1327" y="2571"/>
                  </a:lnTo>
                  <a:cubicBezTo>
                    <a:pt x="1300" y="2571"/>
                    <a:pt x="1273" y="2567"/>
                    <a:pt x="1246" y="2567"/>
                  </a:cubicBezTo>
                  <a:cubicBezTo>
                    <a:pt x="1232" y="2567"/>
                    <a:pt x="1219" y="2568"/>
                    <a:pt x="1205" y="2571"/>
                  </a:cubicBezTo>
                  <a:cubicBezTo>
                    <a:pt x="1092" y="2571"/>
                    <a:pt x="1092" y="2571"/>
                    <a:pt x="1148" y="2563"/>
                  </a:cubicBezTo>
                  <a:lnTo>
                    <a:pt x="1270" y="2563"/>
                  </a:lnTo>
                  <a:cubicBezTo>
                    <a:pt x="1327" y="2563"/>
                    <a:pt x="1327" y="2555"/>
                    <a:pt x="1327" y="2555"/>
                  </a:cubicBezTo>
                  <a:cubicBezTo>
                    <a:pt x="1327" y="2555"/>
                    <a:pt x="1335" y="2547"/>
                    <a:pt x="1270" y="2547"/>
                  </a:cubicBezTo>
                  <a:lnTo>
                    <a:pt x="1335" y="2547"/>
                  </a:lnTo>
                  <a:cubicBezTo>
                    <a:pt x="1335" y="2547"/>
                    <a:pt x="1335" y="2538"/>
                    <a:pt x="1392" y="2530"/>
                  </a:cubicBezTo>
                  <a:cubicBezTo>
                    <a:pt x="1435" y="2530"/>
                    <a:pt x="1395" y="2523"/>
                    <a:pt x="1328" y="2523"/>
                  </a:cubicBezTo>
                  <a:cubicBezTo>
                    <a:pt x="1294" y="2523"/>
                    <a:pt x="1254" y="2525"/>
                    <a:pt x="1213" y="2530"/>
                  </a:cubicBezTo>
                  <a:lnTo>
                    <a:pt x="1213" y="2522"/>
                  </a:lnTo>
                  <a:lnTo>
                    <a:pt x="1156" y="2522"/>
                  </a:lnTo>
                  <a:cubicBezTo>
                    <a:pt x="1092" y="2522"/>
                    <a:pt x="1092" y="2514"/>
                    <a:pt x="1092" y="2514"/>
                  </a:cubicBezTo>
                  <a:lnTo>
                    <a:pt x="1213" y="2514"/>
                  </a:lnTo>
                  <a:cubicBezTo>
                    <a:pt x="1392" y="2514"/>
                    <a:pt x="1456" y="2514"/>
                    <a:pt x="1278" y="2506"/>
                  </a:cubicBezTo>
                  <a:lnTo>
                    <a:pt x="1335" y="2506"/>
                  </a:lnTo>
                  <a:cubicBezTo>
                    <a:pt x="1392" y="2506"/>
                    <a:pt x="1400" y="2506"/>
                    <a:pt x="1335" y="2498"/>
                  </a:cubicBezTo>
                  <a:cubicBezTo>
                    <a:pt x="1335" y="2498"/>
                    <a:pt x="1221" y="2490"/>
                    <a:pt x="1156" y="2490"/>
                  </a:cubicBezTo>
                  <a:cubicBezTo>
                    <a:pt x="1278" y="2490"/>
                    <a:pt x="1278" y="2482"/>
                    <a:pt x="1156" y="2482"/>
                  </a:cubicBezTo>
                  <a:lnTo>
                    <a:pt x="1221" y="2482"/>
                  </a:lnTo>
                  <a:cubicBezTo>
                    <a:pt x="1278" y="2482"/>
                    <a:pt x="1343" y="2474"/>
                    <a:pt x="1286" y="2457"/>
                  </a:cubicBezTo>
                  <a:cubicBezTo>
                    <a:pt x="1286" y="2449"/>
                    <a:pt x="1286" y="2441"/>
                    <a:pt x="1343" y="2441"/>
                  </a:cubicBezTo>
                  <a:cubicBezTo>
                    <a:pt x="1408" y="2441"/>
                    <a:pt x="1286" y="2425"/>
                    <a:pt x="1173" y="2417"/>
                  </a:cubicBezTo>
                  <a:cubicBezTo>
                    <a:pt x="1229" y="2417"/>
                    <a:pt x="1229" y="2417"/>
                    <a:pt x="1229" y="2409"/>
                  </a:cubicBezTo>
                  <a:cubicBezTo>
                    <a:pt x="1229" y="2401"/>
                    <a:pt x="1229" y="2401"/>
                    <a:pt x="1294" y="2401"/>
                  </a:cubicBezTo>
                  <a:cubicBezTo>
                    <a:pt x="1173" y="2393"/>
                    <a:pt x="1229" y="2384"/>
                    <a:pt x="1351" y="2384"/>
                  </a:cubicBezTo>
                  <a:cubicBezTo>
                    <a:pt x="1416" y="2384"/>
                    <a:pt x="1416" y="2384"/>
                    <a:pt x="1416" y="2376"/>
                  </a:cubicBezTo>
                  <a:cubicBezTo>
                    <a:pt x="1351" y="2376"/>
                    <a:pt x="1351" y="2368"/>
                    <a:pt x="1359" y="2360"/>
                  </a:cubicBezTo>
                  <a:cubicBezTo>
                    <a:pt x="1359" y="2352"/>
                    <a:pt x="1359" y="2352"/>
                    <a:pt x="1237" y="2352"/>
                  </a:cubicBezTo>
                  <a:cubicBezTo>
                    <a:pt x="1116" y="2352"/>
                    <a:pt x="1116" y="2344"/>
                    <a:pt x="1116" y="2344"/>
                  </a:cubicBezTo>
                  <a:cubicBezTo>
                    <a:pt x="1116" y="2336"/>
                    <a:pt x="1116" y="2336"/>
                    <a:pt x="1181" y="2336"/>
                  </a:cubicBezTo>
                  <a:cubicBezTo>
                    <a:pt x="1197" y="2336"/>
                    <a:pt x="1221" y="2336"/>
                    <a:pt x="1237" y="2328"/>
                  </a:cubicBezTo>
                  <a:cubicBezTo>
                    <a:pt x="1237" y="2328"/>
                    <a:pt x="1237" y="2320"/>
                    <a:pt x="1302" y="2320"/>
                  </a:cubicBezTo>
                  <a:cubicBezTo>
                    <a:pt x="1302" y="2320"/>
                    <a:pt x="1359" y="2320"/>
                    <a:pt x="1359" y="2311"/>
                  </a:cubicBezTo>
                  <a:cubicBezTo>
                    <a:pt x="1359" y="2311"/>
                    <a:pt x="1367" y="2303"/>
                    <a:pt x="1424" y="2303"/>
                  </a:cubicBezTo>
                  <a:cubicBezTo>
                    <a:pt x="1424" y="2295"/>
                    <a:pt x="1424" y="2295"/>
                    <a:pt x="1367" y="2295"/>
                  </a:cubicBezTo>
                  <a:cubicBezTo>
                    <a:pt x="1302" y="2295"/>
                    <a:pt x="1246" y="2295"/>
                    <a:pt x="1310" y="2279"/>
                  </a:cubicBezTo>
                  <a:cubicBezTo>
                    <a:pt x="1310" y="2279"/>
                    <a:pt x="1310" y="2271"/>
                    <a:pt x="1246" y="2271"/>
                  </a:cubicBezTo>
                  <a:cubicBezTo>
                    <a:pt x="1246" y="2263"/>
                    <a:pt x="1246" y="2263"/>
                    <a:pt x="1310" y="2263"/>
                  </a:cubicBezTo>
                  <a:cubicBezTo>
                    <a:pt x="1432" y="2263"/>
                    <a:pt x="1432" y="2255"/>
                    <a:pt x="1310" y="2255"/>
                  </a:cubicBezTo>
                  <a:cubicBezTo>
                    <a:pt x="1254" y="2255"/>
                    <a:pt x="1254" y="2247"/>
                    <a:pt x="1310" y="2247"/>
                  </a:cubicBezTo>
                  <a:cubicBezTo>
                    <a:pt x="1310" y="2247"/>
                    <a:pt x="1310" y="2247"/>
                    <a:pt x="1254" y="2238"/>
                  </a:cubicBezTo>
                  <a:cubicBezTo>
                    <a:pt x="1197" y="2238"/>
                    <a:pt x="1197" y="2238"/>
                    <a:pt x="1254" y="2230"/>
                  </a:cubicBezTo>
                  <a:cubicBezTo>
                    <a:pt x="1310" y="2230"/>
                    <a:pt x="1319" y="2230"/>
                    <a:pt x="1319" y="2222"/>
                  </a:cubicBezTo>
                  <a:cubicBezTo>
                    <a:pt x="1254" y="2214"/>
                    <a:pt x="1262" y="2182"/>
                    <a:pt x="1319" y="2182"/>
                  </a:cubicBezTo>
                  <a:cubicBezTo>
                    <a:pt x="1262" y="2182"/>
                    <a:pt x="1262" y="2182"/>
                    <a:pt x="1262" y="2174"/>
                  </a:cubicBezTo>
                  <a:cubicBezTo>
                    <a:pt x="1375" y="2174"/>
                    <a:pt x="1333" y="2167"/>
                    <a:pt x="1228" y="2166"/>
                  </a:cubicBezTo>
                  <a:lnTo>
                    <a:pt x="1228" y="2166"/>
                  </a:lnTo>
                  <a:cubicBezTo>
                    <a:pt x="1239" y="2166"/>
                    <a:pt x="1250" y="2165"/>
                    <a:pt x="1262" y="2165"/>
                  </a:cubicBezTo>
                  <a:cubicBezTo>
                    <a:pt x="1383" y="2165"/>
                    <a:pt x="1383" y="2165"/>
                    <a:pt x="1262" y="2157"/>
                  </a:cubicBezTo>
                  <a:cubicBezTo>
                    <a:pt x="1148" y="2157"/>
                    <a:pt x="1148" y="2149"/>
                    <a:pt x="1270" y="2149"/>
                  </a:cubicBezTo>
                  <a:cubicBezTo>
                    <a:pt x="1027" y="2141"/>
                    <a:pt x="970" y="2133"/>
                    <a:pt x="1205" y="2133"/>
                  </a:cubicBezTo>
                  <a:cubicBezTo>
                    <a:pt x="1270" y="2133"/>
                    <a:pt x="1327" y="2133"/>
                    <a:pt x="1392" y="2125"/>
                  </a:cubicBezTo>
                  <a:cubicBezTo>
                    <a:pt x="1364" y="2125"/>
                    <a:pt x="1337" y="2121"/>
                    <a:pt x="1310" y="2121"/>
                  </a:cubicBezTo>
                  <a:cubicBezTo>
                    <a:pt x="1297" y="2121"/>
                    <a:pt x="1283" y="2122"/>
                    <a:pt x="1270" y="2125"/>
                  </a:cubicBezTo>
                  <a:cubicBezTo>
                    <a:pt x="1148" y="2125"/>
                    <a:pt x="1148" y="2125"/>
                    <a:pt x="1270" y="2117"/>
                  </a:cubicBezTo>
                  <a:cubicBezTo>
                    <a:pt x="1448" y="2109"/>
                    <a:pt x="1456" y="2101"/>
                    <a:pt x="1335" y="2093"/>
                  </a:cubicBezTo>
                  <a:cubicBezTo>
                    <a:pt x="1246" y="2081"/>
                    <a:pt x="1226" y="2073"/>
                    <a:pt x="1267" y="2073"/>
                  </a:cubicBezTo>
                  <a:cubicBezTo>
                    <a:pt x="1281" y="2073"/>
                    <a:pt x="1304" y="2074"/>
                    <a:pt x="1335" y="2076"/>
                  </a:cubicBezTo>
                  <a:cubicBezTo>
                    <a:pt x="1396" y="2080"/>
                    <a:pt x="1426" y="2082"/>
                    <a:pt x="1434" y="2082"/>
                  </a:cubicBezTo>
                  <a:cubicBezTo>
                    <a:pt x="1442" y="2082"/>
                    <a:pt x="1428" y="2080"/>
                    <a:pt x="1400" y="2076"/>
                  </a:cubicBezTo>
                  <a:cubicBezTo>
                    <a:pt x="1400" y="2076"/>
                    <a:pt x="1400" y="2068"/>
                    <a:pt x="1400" y="2060"/>
                  </a:cubicBezTo>
                  <a:cubicBezTo>
                    <a:pt x="1377" y="2060"/>
                    <a:pt x="1354" y="2058"/>
                    <a:pt x="1331" y="2057"/>
                  </a:cubicBezTo>
                  <a:lnTo>
                    <a:pt x="1331" y="2057"/>
                  </a:lnTo>
                  <a:cubicBezTo>
                    <a:pt x="1413" y="2052"/>
                    <a:pt x="1438" y="2051"/>
                    <a:pt x="1343" y="2044"/>
                  </a:cubicBezTo>
                  <a:lnTo>
                    <a:pt x="1343" y="2036"/>
                  </a:lnTo>
                  <a:cubicBezTo>
                    <a:pt x="1343" y="2036"/>
                    <a:pt x="1343" y="2036"/>
                    <a:pt x="1286" y="2028"/>
                  </a:cubicBezTo>
                  <a:cubicBezTo>
                    <a:pt x="1221" y="2028"/>
                    <a:pt x="1286" y="2020"/>
                    <a:pt x="1343" y="2020"/>
                  </a:cubicBezTo>
                  <a:cubicBezTo>
                    <a:pt x="1408" y="2020"/>
                    <a:pt x="1464" y="2011"/>
                    <a:pt x="1408" y="2011"/>
                  </a:cubicBezTo>
                  <a:cubicBezTo>
                    <a:pt x="1343" y="2011"/>
                    <a:pt x="1286" y="2011"/>
                    <a:pt x="1229" y="2003"/>
                  </a:cubicBezTo>
                  <a:cubicBezTo>
                    <a:pt x="1186" y="2003"/>
                    <a:pt x="1201" y="2000"/>
                    <a:pt x="1232" y="2000"/>
                  </a:cubicBezTo>
                  <a:cubicBezTo>
                    <a:pt x="1247" y="2000"/>
                    <a:pt x="1267" y="2001"/>
                    <a:pt x="1286" y="2003"/>
                  </a:cubicBezTo>
                  <a:cubicBezTo>
                    <a:pt x="1327" y="2003"/>
                    <a:pt x="1367" y="2003"/>
                    <a:pt x="1408" y="1995"/>
                  </a:cubicBezTo>
                  <a:cubicBezTo>
                    <a:pt x="1408" y="1995"/>
                    <a:pt x="1408" y="1987"/>
                    <a:pt x="1351" y="1987"/>
                  </a:cubicBezTo>
                  <a:cubicBezTo>
                    <a:pt x="1286" y="1987"/>
                    <a:pt x="1294" y="1971"/>
                    <a:pt x="1351" y="1963"/>
                  </a:cubicBezTo>
                  <a:lnTo>
                    <a:pt x="1351" y="1955"/>
                  </a:lnTo>
                  <a:cubicBezTo>
                    <a:pt x="1351" y="1955"/>
                    <a:pt x="1294" y="1955"/>
                    <a:pt x="1294" y="1947"/>
                  </a:cubicBezTo>
                  <a:lnTo>
                    <a:pt x="1237" y="1947"/>
                  </a:lnTo>
                  <a:cubicBezTo>
                    <a:pt x="1237" y="1938"/>
                    <a:pt x="1237" y="1938"/>
                    <a:pt x="1294" y="1938"/>
                  </a:cubicBezTo>
                  <a:cubicBezTo>
                    <a:pt x="1181" y="1930"/>
                    <a:pt x="1181" y="1930"/>
                    <a:pt x="1294" y="1930"/>
                  </a:cubicBezTo>
                  <a:cubicBezTo>
                    <a:pt x="1237" y="1922"/>
                    <a:pt x="1237" y="1922"/>
                    <a:pt x="1302" y="1922"/>
                  </a:cubicBezTo>
                  <a:cubicBezTo>
                    <a:pt x="1359" y="1922"/>
                    <a:pt x="1359" y="1914"/>
                    <a:pt x="1302" y="1914"/>
                  </a:cubicBezTo>
                  <a:cubicBezTo>
                    <a:pt x="1181" y="1914"/>
                    <a:pt x="1124" y="1906"/>
                    <a:pt x="1237" y="1906"/>
                  </a:cubicBezTo>
                  <a:cubicBezTo>
                    <a:pt x="1237" y="1906"/>
                    <a:pt x="1237" y="1906"/>
                    <a:pt x="1181" y="1898"/>
                  </a:cubicBezTo>
                  <a:cubicBezTo>
                    <a:pt x="1302" y="1890"/>
                    <a:pt x="1302" y="1890"/>
                    <a:pt x="1181" y="1890"/>
                  </a:cubicBezTo>
                  <a:cubicBezTo>
                    <a:pt x="1181" y="1890"/>
                    <a:pt x="1124" y="1882"/>
                    <a:pt x="1181" y="1882"/>
                  </a:cubicBezTo>
                  <a:cubicBezTo>
                    <a:pt x="1246" y="1874"/>
                    <a:pt x="1310" y="1857"/>
                    <a:pt x="1189" y="1857"/>
                  </a:cubicBezTo>
                  <a:lnTo>
                    <a:pt x="1189" y="1849"/>
                  </a:lnTo>
                  <a:cubicBezTo>
                    <a:pt x="1246" y="1849"/>
                    <a:pt x="1246" y="1841"/>
                    <a:pt x="1189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2"/>
            <p:cNvSpPr/>
            <p:nvPr/>
          </p:nvSpPr>
          <p:spPr>
            <a:xfrm>
              <a:off x="8401906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7" y="19"/>
                  </a:moveTo>
                  <a:cubicBezTo>
                    <a:pt x="746" y="19"/>
                    <a:pt x="805" y="21"/>
                    <a:pt x="866" y="25"/>
                  </a:cubicBezTo>
                  <a:cubicBezTo>
                    <a:pt x="852" y="28"/>
                    <a:pt x="839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7" y="21"/>
                    <a:pt x="687" y="19"/>
                    <a:pt x="717" y="19"/>
                  </a:cubicBezTo>
                  <a:close/>
                  <a:moveTo>
                    <a:pt x="1397" y="19"/>
                  </a:moveTo>
                  <a:cubicBezTo>
                    <a:pt x="1377" y="19"/>
                    <a:pt x="1356" y="21"/>
                    <a:pt x="1336" y="25"/>
                  </a:cubicBezTo>
                  <a:cubicBezTo>
                    <a:pt x="1350" y="28"/>
                    <a:pt x="1363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7" y="21"/>
                    <a:pt x="1417" y="19"/>
                    <a:pt x="1397" y="19"/>
                  </a:cubicBezTo>
                  <a:close/>
                  <a:moveTo>
                    <a:pt x="809" y="455"/>
                  </a:moveTo>
                  <a:cubicBezTo>
                    <a:pt x="842" y="455"/>
                    <a:pt x="882" y="455"/>
                    <a:pt x="923" y="463"/>
                  </a:cubicBezTo>
                  <a:cubicBezTo>
                    <a:pt x="866" y="463"/>
                    <a:pt x="801" y="463"/>
                    <a:pt x="744" y="455"/>
                  </a:cubicBezTo>
                  <a:close/>
                  <a:moveTo>
                    <a:pt x="1085" y="560"/>
                  </a:moveTo>
                  <a:cubicBezTo>
                    <a:pt x="1085" y="560"/>
                    <a:pt x="1150" y="568"/>
                    <a:pt x="1085" y="568"/>
                  </a:cubicBezTo>
                  <a:lnTo>
                    <a:pt x="1028" y="568"/>
                  </a:lnTo>
                  <a:cubicBezTo>
                    <a:pt x="971" y="560"/>
                    <a:pt x="906" y="560"/>
                    <a:pt x="971" y="560"/>
                  </a:cubicBezTo>
                  <a:close/>
                  <a:moveTo>
                    <a:pt x="1008" y="684"/>
                  </a:moveTo>
                  <a:cubicBezTo>
                    <a:pt x="1028" y="684"/>
                    <a:pt x="1048" y="686"/>
                    <a:pt x="1069" y="690"/>
                  </a:cubicBezTo>
                  <a:lnTo>
                    <a:pt x="947" y="690"/>
                  </a:lnTo>
                  <a:cubicBezTo>
                    <a:pt x="967" y="686"/>
                    <a:pt x="987" y="684"/>
                    <a:pt x="1008" y="684"/>
                  </a:cubicBezTo>
                  <a:close/>
                  <a:moveTo>
                    <a:pt x="1125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58" y="724"/>
                  </a:moveTo>
                  <a:cubicBezTo>
                    <a:pt x="1150" y="724"/>
                    <a:pt x="1150" y="726"/>
                    <a:pt x="1182" y="730"/>
                  </a:cubicBezTo>
                  <a:cubicBezTo>
                    <a:pt x="1182" y="726"/>
                    <a:pt x="1166" y="724"/>
                    <a:pt x="1158" y="724"/>
                  </a:cubicBezTo>
                  <a:close/>
                  <a:moveTo>
                    <a:pt x="1125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60" y="763"/>
                  </a:moveTo>
                  <a:cubicBezTo>
                    <a:pt x="1089" y="767"/>
                    <a:pt x="1103" y="767"/>
                    <a:pt x="1110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10" y="777"/>
                  </a:cubicBezTo>
                  <a:cubicBezTo>
                    <a:pt x="1103" y="777"/>
                    <a:pt x="1089" y="775"/>
                    <a:pt x="1060" y="771"/>
                  </a:cubicBezTo>
                  <a:cubicBezTo>
                    <a:pt x="996" y="771"/>
                    <a:pt x="996" y="763"/>
                    <a:pt x="1060" y="763"/>
                  </a:cubicBezTo>
                  <a:close/>
                  <a:moveTo>
                    <a:pt x="699" y="789"/>
                  </a:moveTo>
                  <a:cubicBezTo>
                    <a:pt x="718" y="789"/>
                    <a:pt x="736" y="791"/>
                    <a:pt x="752" y="795"/>
                  </a:cubicBezTo>
                  <a:lnTo>
                    <a:pt x="639" y="795"/>
                  </a:lnTo>
                  <a:cubicBezTo>
                    <a:pt x="659" y="791"/>
                    <a:pt x="679" y="789"/>
                    <a:pt x="699" y="789"/>
                  </a:cubicBezTo>
                  <a:close/>
                  <a:moveTo>
                    <a:pt x="809" y="828"/>
                  </a:moveTo>
                  <a:lnTo>
                    <a:pt x="752" y="836"/>
                  </a:lnTo>
                  <a:cubicBezTo>
                    <a:pt x="687" y="836"/>
                    <a:pt x="687" y="828"/>
                    <a:pt x="687" y="828"/>
                  </a:cubicBezTo>
                  <a:close/>
                  <a:moveTo>
                    <a:pt x="1012" y="1087"/>
                  </a:moveTo>
                  <a:cubicBezTo>
                    <a:pt x="1052" y="1087"/>
                    <a:pt x="1093" y="1087"/>
                    <a:pt x="1133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7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3" y="1225"/>
                    <a:pt x="1093" y="1225"/>
                    <a:pt x="1052" y="1217"/>
                  </a:cubicBezTo>
                  <a:cubicBezTo>
                    <a:pt x="1052" y="1209"/>
                    <a:pt x="1052" y="1209"/>
                    <a:pt x="1117" y="1209"/>
                  </a:cubicBezTo>
                  <a:close/>
                  <a:moveTo>
                    <a:pt x="655" y="1468"/>
                  </a:moveTo>
                  <a:lnTo>
                    <a:pt x="655" y="1476"/>
                  </a:lnTo>
                  <a:lnTo>
                    <a:pt x="777" y="1476"/>
                  </a:lnTo>
                  <a:cubicBezTo>
                    <a:pt x="736" y="1468"/>
                    <a:pt x="696" y="1468"/>
                    <a:pt x="655" y="1468"/>
                  </a:cubicBezTo>
                  <a:close/>
                  <a:moveTo>
                    <a:pt x="1069" y="1525"/>
                  </a:moveTo>
                  <a:cubicBezTo>
                    <a:pt x="1077" y="1525"/>
                    <a:pt x="1088" y="1525"/>
                    <a:pt x="1099" y="1525"/>
                  </a:cubicBezTo>
                  <a:lnTo>
                    <a:pt x="1099" y="1525"/>
                  </a:lnTo>
                  <a:cubicBezTo>
                    <a:pt x="1099" y="1525"/>
                    <a:pt x="1099" y="1525"/>
                    <a:pt x="1099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0" y="1"/>
                    <a:pt x="687" y="9"/>
                  </a:cubicBezTo>
                  <a:cubicBezTo>
                    <a:pt x="623" y="25"/>
                    <a:pt x="558" y="33"/>
                    <a:pt x="679" y="33"/>
                  </a:cubicBezTo>
                  <a:lnTo>
                    <a:pt x="736" y="33"/>
                  </a:lnTo>
                  <a:cubicBezTo>
                    <a:pt x="720" y="41"/>
                    <a:pt x="696" y="41"/>
                    <a:pt x="679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8" y="187"/>
                  </a:cubicBezTo>
                  <a:lnTo>
                    <a:pt x="598" y="195"/>
                  </a:lnTo>
                  <a:cubicBezTo>
                    <a:pt x="533" y="195"/>
                    <a:pt x="533" y="203"/>
                    <a:pt x="533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33" y="244"/>
                    <a:pt x="590" y="244"/>
                  </a:cubicBezTo>
                  <a:cubicBezTo>
                    <a:pt x="590" y="244"/>
                    <a:pt x="590" y="268"/>
                    <a:pt x="525" y="276"/>
                  </a:cubicBezTo>
                  <a:cubicBezTo>
                    <a:pt x="469" y="276"/>
                    <a:pt x="525" y="285"/>
                    <a:pt x="582" y="285"/>
                  </a:cubicBezTo>
                  <a:cubicBezTo>
                    <a:pt x="623" y="285"/>
                    <a:pt x="663" y="285"/>
                    <a:pt x="704" y="293"/>
                  </a:cubicBezTo>
                  <a:lnTo>
                    <a:pt x="582" y="293"/>
                  </a:lnTo>
                  <a:cubicBezTo>
                    <a:pt x="554" y="289"/>
                    <a:pt x="540" y="287"/>
                    <a:pt x="532" y="287"/>
                  </a:cubicBezTo>
                  <a:cubicBezTo>
                    <a:pt x="525" y="287"/>
                    <a:pt x="525" y="289"/>
                    <a:pt x="525" y="293"/>
                  </a:cubicBezTo>
                  <a:lnTo>
                    <a:pt x="525" y="301"/>
                  </a:lnTo>
                  <a:cubicBezTo>
                    <a:pt x="582" y="301"/>
                    <a:pt x="582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87" y="374"/>
                    <a:pt x="687" y="374"/>
                    <a:pt x="631" y="390"/>
                  </a:cubicBezTo>
                  <a:cubicBezTo>
                    <a:pt x="444" y="406"/>
                    <a:pt x="444" y="406"/>
                    <a:pt x="509" y="406"/>
                  </a:cubicBezTo>
                  <a:lnTo>
                    <a:pt x="631" y="406"/>
                  </a:lnTo>
                  <a:cubicBezTo>
                    <a:pt x="744" y="406"/>
                    <a:pt x="744" y="406"/>
                    <a:pt x="623" y="414"/>
                  </a:cubicBezTo>
                  <a:cubicBezTo>
                    <a:pt x="509" y="414"/>
                    <a:pt x="558" y="455"/>
                    <a:pt x="679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cubicBezTo>
                    <a:pt x="558" y="479"/>
                    <a:pt x="558" y="487"/>
                    <a:pt x="558" y="487"/>
                  </a:cubicBezTo>
                  <a:cubicBezTo>
                    <a:pt x="671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06" y="520"/>
                    <a:pt x="550" y="536"/>
                    <a:pt x="485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42" y="552"/>
                  </a:cubicBezTo>
                  <a:cubicBezTo>
                    <a:pt x="542" y="568"/>
                    <a:pt x="542" y="568"/>
                    <a:pt x="606" y="568"/>
                  </a:cubicBezTo>
                  <a:cubicBezTo>
                    <a:pt x="620" y="566"/>
                    <a:pt x="633" y="565"/>
                    <a:pt x="647" y="565"/>
                  </a:cubicBezTo>
                  <a:cubicBezTo>
                    <a:pt x="673" y="565"/>
                    <a:pt x="698" y="568"/>
                    <a:pt x="720" y="568"/>
                  </a:cubicBezTo>
                  <a:lnTo>
                    <a:pt x="663" y="568"/>
                  </a:lnTo>
                  <a:cubicBezTo>
                    <a:pt x="606" y="568"/>
                    <a:pt x="606" y="576"/>
                    <a:pt x="598" y="593"/>
                  </a:cubicBezTo>
                  <a:cubicBezTo>
                    <a:pt x="598" y="609"/>
                    <a:pt x="598" y="609"/>
                    <a:pt x="533" y="617"/>
                  </a:cubicBezTo>
                  <a:lnTo>
                    <a:pt x="598" y="617"/>
                  </a:lnTo>
                  <a:cubicBezTo>
                    <a:pt x="655" y="625"/>
                    <a:pt x="655" y="625"/>
                    <a:pt x="598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9" y="657"/>
                    <a:pt x="469" y="666"/>
                    <a:pt x="590" y="666"/>
                  </a:cubicBezTo>
                  <a:cubicBezTo>
                    <a:pt x="533" y="666"/>
                    <a:pt x="525" y="674"/>
                    <a:pt x="525" y="674"/>
                  </a:cubicBezTo>
                  <a:cubicBezTo>
                    <a:pt x="590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9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3" y="722"/>
                    <a:pt x="623" y="722"/>
                    <a:pt x="582" y="714"/>
                  </a:cubicBezTo>
                  <a:cubicBezTo>
                    <a:pt x="525" y="714"/>
                    <a:pt x="525" y="722"/>
                    <a:pt x="639" y="730"/>
                  </a:cubicBezTo>
                  <a:cubicBezTo>
                    <a:pt x="601" y="730"/>
                    <a:pt x="563" y="727"/>
                    <a:pt x="559" y="727"/>
                  </a:cubicBezTo>
                  <a:lnTo>
                    <a:pt x="559" y="727"/>
                  </a:lnTo>
                  <a:cubicBezTo>
                    <a:pt x="557" y="727"/>
                    <a:pt x="563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74" y="755"/>
                    <a:pt x="574" y="755"/>
                    <a:pt x="574" y="763"/>
                  </a:cubicBezTo>
                  <a:cubicBezTo>
                    <a:pt x="517" y="763"/>
                    <a:pt x="517" y="771"/>
                    <a:pt x="639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6" y="852"/>
                    <a:pt x="647" y="852"/>
                    <a:pt x="687" y="852"/>
                  </a:cubicBezTo>
                  <a:lnTo>
                    <a:pt x="679" y="852"/>
                  </a:lnTo>
                  <a:cubicBezTo>
                    <a:pt x="501" y="852"/>
                    <a:pt x="501" y="860"/>
                    <a:pt x="679" y="860"/>
                  </a:cubicBezTo>
                  <a:cubicBezTo>
                    <a:pt x="623" y="868"/>
                    <a:pt x="623" y="868"/>
                    <a:pt x="679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15" y="893"/>
                  </a:cubicBezTo>
                  <a:cubicBezTo>
                    <a:pt x="701" y="898"/>
                    <a:pt x="726" y="904"/>
                    <a:pt x="690" y="904"/>
                  </a:cubicBezTo>
                  <a:cubicBezTo>
                    <a:pt x="675" y="904"/>
                    <a:pt x="650" y="903"/>
                    <a:pt x="615" y="901"/>
                  </a:cubicBezTo>
                  <a:cubicBezTo>
                    <a:pt x="501" y="901"/>
                    <a:pt x="558" y="917"/>
                    <a:pt x="671" y="917"/>
                  </a:cubicBezTo>
                  <a:cubicBezTo>
                    <a:pt x="793" y="925"/>
                    <a:pt x="793" y="925"/>
                    <a:pt x="736" y="925"/>
                  </a:cubicBezTo>
                  <a:cubicBezTo>
                    <a:pt x="715" y="922"/>
                    <a:pt x="700" y="921"/>
                    <a:pt x="690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15" y="933"/>
                  </a:cubicBezTo>
                  <a:cubicBezTo>
                    <a:pt x="615" y="933"/>
                    <a:pt x="615" y="933"/>
                    <a:pt x="671" y="941"/>
                  </a:cubicBezTo>
                  <a:cubicBezTo>
                    <a:pt x="793" y="949"/>
                    <a:pt x="728" y="957"/>
                    <a:pt x="606" y="957"/>
                  </a:cubicBezTo>
                  <a:lnTo>
                    <a:pt x="671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63" y="974"/>
                  </a:lnTo>
                  <a:cubicBezTo>
                    <a:pt x="785" y="974"/>
                    <a:pt x="728" y="990"/>
                    <a:pt x="606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3" y="998"/>
                  </a:cubicBezTo>
                  <a:cubicBezTo>
                    <a:pt x="598" y="998"/>
                    <a:pt x="542" y="1006"/>
                    <a:pt x="598" y="1006"/>
                  </a:cubicBezTo>
                  <a:cubicBezTo>
                    <a:pt x="598" y="1006"/>
                    <a:pt x="598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8" y="1022"/>
                    <a:pt x="598" y="1030"/>
                    <a:pt x="542" y="1030"/>
                  </a:cubicBezTo>
                  <a:cubicBezTo>
                    <a:pt x="542" y="1030"/>
                    <a:pt x="533" y="1039"/>
                    <a:pt x="598" y="1039"/>
                  </a:cubicBezTo>
                  <a:cubicBezTo>
                    <a:pt x="598" y="1047"/>
                    <a:pt x="598" y="1055"/>
                    <a:pt x="533" y="1055"/>
                  </a:cubicBezTo>
                  <a:cubicBezTo>
                    <a:pt x="598" y="1055"/>
                    <a:pt x="598" y="1055"/>
                    <a:pt x="598" y="1063"/>
                  </a:cubicBezTo>
                  <a:lnTo>
                    <a:pt x="590" y="1063"/>
                  </a:ln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0" y="1103"/>
                    <a:pt x="590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5" y="1136"/>
                    <a:pt x="525" y="1144"/>
                    <a:pt x="582" y="1144"/>
                  </a:cubicBezTo>
                  <a:lnTo>
                    <a:pt x="639" y="1144"/>
                  </a:lnTo>
                  <a:cubicBezTo>
                    <a:pt x="582" y="1144"/>
                    <a:pt x="582" y="1152"/>
                    <a:pt x="639" y="1160"/>
                  </a:cubicBezTo>
                  <a:lnTo>
                    <a:pt x="582" y="1160"/>
                  </a:lnTo>
                  <a:lnTo>
                    <a:pt x="582" y="1168"/>
                  </a:lnTo>
                  <a:cubicBezTo>
                    <a:pt x="696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1" y="1201"/>
                  </a:cubicBezTo>
                  <a:cubicBezTo>
                    <a:pt x="752" y="1201"/>
                    <a:pt x="752" y="1209"/>
                    <a:pt x="631" y="1209"/>
                  </a:cubicBezTo>
                  <a:cubicBezTo>
                    <a:pt x="696" y="1209"/>
                    <a:pt x="687" y="1225"/>
                    <a:pt x="574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4" y="1253"/>
                    <a:pt x="611" y="1258"/>
                  </a:cubicBezTo>
                  <a:lnTo>
                    <a:pt x="611" y="1258"/>
                  </a:lnTo>
                  <a:cubicBezTo>
                    <a:pt x="625" y="1257"/>
                    <a:pt x="641" y="1257"/>
                    <a:pt x="656" y="1257"/>
                  </a:cubicBezTo>
                  <a:cubicBezTo>
                    <a:pt x="666" y="1257"/>
                    <a:pt x="677" y="1257"/>
                    <a:pt x="687" y="1257"/>
                  </a:cubicBezTo>
                  <a:cubicBezTo>
                    <a:pt x="845" y="1266"/>
                    <a:pt x="962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20" y="1428"/>
                  </a:cubicBezTo>
                  <a:lnTo>
                    <a:pt x="1020" y="1436"/>
                  </a:lnTo>
                  <a:lnTo>
                    <a:pt x="1045" y="1436"/>
                  </a:lnTo>
                  <a:cubicBezTo>
                    <a:pt x="1043" y="1433"/>
                    <a:pt x="1041" y="1430"/>
                    <a:pt x="1038" y="1428"/>
                  </a:cubicBezTo>
                  <a:lnTo>
                    <a:pt x="1038" y="1428"/>
                  </a:lnTo>
                  <a:cubicBezTo>
                    <a:pt x="1073" y="1428"/>
                    <a:pt x="1107" y="1429"/>
                    <a:pt x="1142" y="1436"/>
                  </a:cubicBezTo>
                  <a:lnTo>
                    <a:pt x="1045" y="1436"/>
                  </a:lnTo>
                  <a:cubicBezTo>
                    <a:pt x="1066" y="1464"/>
                    <a:pt x="1084" y="1493"/>
                    <a:pt x="1099" y="1525"/>
                  </a:cubicBezTo>
                  <a:lnTo>
                    <a:pt x="1247" y="1525"/>
                  </a:lnTo>
                  <a:cubicBezTo>
                    <a:pt x="1247" y="1528"/>
                    <a:pt x="1233" y="1529"/>
                    <a:pt x="1213" y="1529"/>
                  </a:cubicBezTo>
                  <a:cubicBezTo>
                    <a:pt x="1182" y="1529"/>
                    <a:pt x="1136" y="1526"/>
                    <a:pt x="1099" y="1525"/>
                  </a:cubicBezTo>
                  <a:lnTo>
                    <a:pt x="1099" y="1525"/>
                  </a:lnTo>
                  <a:cubicBezTo>
                    <a:pt x="1110" y="1549"/>
                    <a:pt x="1119" y="1573"/>
                    <a:pt x="1126" y="1598"/>
                  </a:cubicBezTo>
                  <a:lnTo>
                    <a:pt x="1126" y="1598"/>
                  </a:lnTo>
                  <a:cubicBezTo>
                    <a:pt x="1123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7" y="1601"/>
                    <a:pt x="1126" y="1598"/>
                  </a:cubicBezTo>
                  <a:lnTo>
                    <a:pt x="1126" y="1598"/>
                  </a:lnTo>
                  <a:cubicBezTo>
                    <a:pt x="1164" y="1598"/>
                    <a:pt x="1201" y="1599"/>
                    <a:pt x="1239" y="1606"/>
                  </a:cubicBezTo>
                  <a:lnTo>
                    <a:pt x="1128" y="1606"/>
                  </a:lnTo>
                  <a:cubicBezTo>
                    <a:pt x="1129" y="1609"/>
                    <a:pt x="1130" y="1612"/>
                    <a:pt x="1130" y="1615"/>
                  </a:cubicBezTo>
                  <a:lnTo>
                    <a:pt x="1130" y="1615"/>
                  </a:lnTo>
                  <a:cubicBezTo>
                    <a:pt x="1143" y="1614"/>
                    <a:pt x="1157" y="1614"/>
                    <a:pt x="1174" y="1614"/>
                  </a:cubicBezTo>
                  <a:lnTo>
                    <a:pt x="1231" y="1614"/>
                  </a:lnTo>
                  <a:cubicBezTo>
                    <a:pt x="1231" y="1614"/>
                    <a:pt x="1231" y="1606"/>
                    <a:pt x="1296" y="1606"/>
                  </a:cubicBezTo>
                  <a:cubicBezTo>
                    <a:pt x="1417" y="1598"/>
                    <a:pt x="1352" y="1590"/>
                    <a:pt x="1296" y="1590"/>
                  </a:cubicBezTo>
                  <a:cubicBezTo>
                    <a:pt x="1255" y="1593"/>
                    <a:pt x="1235" y="1593"/>
                    <a:pt x="1229" y="1593"/>
                  </a:cubicBezTo>
                  <a:cubicBezTo>
                    <a:pt x="1216" y="1593"/>
                    <a:pt x="1258" y="1590"/>
                    <a:pt x="1296" y="1590"/>
                  </a:cubicBezTo>
                  <a:cubicBezTo>
                    <a:pt x="1352" y="1590"/>
                    <a:pt x="1417" y="1582"/>
                    <a:pt x="1360" y="1582"/>
                  </a:cubicBezTo>
                  <a:cubicBezTo>
                    <a:pt x="1296" y="1582"/>
                    <a:pt x="1239" y="1566"/>
                    <a:pt x="1360" y="1566"/>
                  </a:cubicBezTo>
                  <a:lnTo>
                    <a:pt x="1360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0" y="1533"/>
                  </a:cubicBezTo>
                  <a:cubicBezTo>
                    <a:pt x="1379" y="1535"/>
                    <a:pt x="1393" y="1536"/>
                    <a:pt x="1401" y="1536"/>
                  </a:cubicBezTo>
                  <a:cubicBezTo>
                    <a:pt x="1420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6" y="1517"/>
                    <a:pt x="1166" y="1517"/>
                    <a:pt x="1125" y="1509"/>
                  </a:cubicBezTo>
                  <a:lnTo>
                    <a:pt x="1247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69" y="1476"/>
                    <a:pt x="1377" y="1460"/>
                    <a:pt x="1255" y="1452"/>
                  </a:cubicBezTo>
                  <a:cubicBezTo>
                    <a:pt x="1198" y="1452"/>
                    <a:pt x="1198" y="1452"/>
                    <a:pt x="1255" y="1444"/>
                  </a:cubicBezTo>
                  <a:cubicBezTo>
                    <a:pt x="1198" y="1436"/>
                    <a:pt x="1255" y="1436"/>
                    <a:pt x="1320" y="1436"/>
                  </a:cubicBezTo>
                  <a:cubicBezTo>
                    <a:pt x="1442" y="1428"/>
                    <a:pt x="1442" y="1428"/>
                    <a:pt x="1377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1" y="1406"/>
                    <a:pt x="1267" y="1400"/>
                    <a:pt x="1240" y="1400"/>
                  </a:cubicBezTo>
                  <a:cubicBezTo>
                    <a:pt x="1229" y="1400"/>
                    <a:pt x="1218" y="1401"/>
                    <a:pt x="1206" y="1403"/>
                  </a:cubicBezTo>
                  <a:cubicBezTo>
                    <a:pt x="1185" y="1403"/>
                    <a:pt x="1165" y="1403"/>
                    <a:pt x="1147" y="1401"/>
                  </a:cubicBezTo>
                  <a:lnTo>
                    <a:pt x="1147" y="1401"/>
                  </a:lnTo>
                  <a:cubicBezTo>
                    <a:pt x="1167" y="1401"/>
                    <a:pt x="1187" y="1399"/>
                    <a:pt x="1206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8" y="1363"/>
                    <a:pt x="1328" y="1355"/>
                    <a:pt x="1271" y="1355"/>
                  </a:cubicBezTo>
                  <a:lnTo>
                    <a:pt x="1206" y="1355"/>
                  </a:lnTo>
                  <a:cubicBezTo>
                    <a:pt x="1328" y="1355"/>
                    <a:pt x="1336" y="1322"/>
                    <a:pt x="1214" y="1314"/>
                  </a:cubicBezTo>
                  <a:lnTo>
                    <a:pt x="1271" y="1314"/>
                  </a:lnTo>
                  <a:cubicBezTo>
                    <a:pt x="1336" y="1314"/>
                    <a:pt x="1336" y="1314"/>
                    <a:pt x="1336" y="1306"/>
                  </a:cubicBezTo>
                  <a:cubicBezTo>
                    <a:pt x="1336" y="1306"/>
                    <a:pt x="1279" y="1290"/>
                    <a:pt x="1279" y="1282"/>
                  </a:cubicBezTo>
                  <a:cubicBezTo>
                    <a:pt x="1279" y="1274"/>
                    <a:pt x="1279" y="1266"/>
                    <a:pt x="1223" y="1266"/>
                  </a:cubicBezTo>
                  <a:cubicBezTo>
                    <a:pt x="1223" y="1257"/>
                    <a:pt x="1223" y="1257"/>
                    <a:pt x="1279" y="1257"/>
                  </a:cubicBezTo>
                  <a:cubicBezTo>
                    <a:pt x="1301" y="1260"/>
                    <a:pt x="1315" y="1261"/>
                    <a:pt x="1325" y="1261"/>
                  </a:cubicBezTo>
                  <a:cubicBezTo>
                    <a:pt x="1344" y="1261"/>
                    <a:pt x="1344" y="1257"/>
                    <a:pt x="1344" y="1257"/>
                  </a:cubicBezTo>
                  <a:cubicBezTo>
                    <a:pt x="1304" y="1249"/>
                    <a:pt x="1263" y="1249"/>
                    <a:pt x="1223" y="1249"/>
                  </a:cubicBezTo>
                  <a:cubicBezTo>
                    <a:pt x="1166" y="1249"/>
                    <a:pt x="1166" y="1249"/>
                    <a:pt x="1223" y="1241"/>
                  </a:cubicBezTo>
                  <a:cubicBezTo>
                    <a:pt x="1287" y="1233"/>
                    <a:pt x="1287" y="1225"/>
                    <a:pt x="1231" y="1217"/>
                  </a:cubicBezTo>
                  <a:cubicBezTo>
                    <a:pt x="1231" y="1217"/>
                    <a:pt x="1231" y="1209"/>
                    <a:pt x="1287" y="1209"/>
                  </a:cubicBezTo>
                  <a:cubicBezTo>
                    <a:pt x="1352" y="1209"/>
                    <a:pt x="1409" y="1201"/>
                    <a:pt x="1296" y="1201"/>
                  </a:cubicBezTo>
                  <a:cubicBezTo>
                    <a:pt x="1296" y="1193"/>
                    <a:pt x="1296" y="1193"/>
                    <a:pt x="1352" y="1193"/>
                  </a:cubicBezTo>
                  <a:cubicBezTo>
                    <a:pt x="1409" y="1193"/>
                    <a:pt x="1474" y="1193"/>
                    <a:pt x="1352" y="1184"/>
                  </a:cubicBezTo>
                  <a:cubicBezTo>
                    <a:pt x="1296" y="1184"/>
                    <a:pt x="1296" y="1168"/>
                    <a:pt x="1352" y="1168"/>
                  </a:cubicBezTo>
                  <a:cubicBezTo>
                    <a:pt x="1352" y="1160"/>
                    <a:pt x="1360" y="1160"/>
                    <a:pt x="1296" y="1160"/>
                  </a:cubicBezTo>
                  <a:lnTo>
                    <a:pt x="1239" y="1160"/>
                  </a:lnTo>
                  <a:cubicBezTo>
                    <a:pt x="1360" y="1160"/>
                    <a:pt x="1360" y="1160"/>
                    <a:pt x="1239" y="1152"/>
                  </a:cubicBezTo>
                  <a:cubicBezTo>
                    <a:pt x="1296" y="1144"/>
                    <a:pt x="1304" y="1144"/>
                    <a:pt x="1304" y="1144"/>
                  </a:cubicBezTo>
                  <a:cubicBezTo>
                    <a:pt x="1304" y="1144"/>
                    <a:pt x="1239" y="1128"/>
                    <a:pt x="1247" y="1111"/>
                  </a:cubicBezTo>
                  <a:cubicBezTo>
                    <a:pt x="1247" y="1087"/>
                    <a:pt x="1247" y="1079"/>
                    <a:pt x="1190" y="1079"/>
                  </a:cubicBezTo>
                  <a:cubicBezTo>
                    <a:pt x="1133" y="1071"/>
                    <a:pt x="1133" y="1071"/>
                    <a:pt x="1190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12" y="1030"/>
                  </a:cubicBezTo>
                  <a:cubicBezTo>
                    <a:pt x="1255" y="1030"/>
                    <a:pt x="1255" y="1030"/>
                    <a:pt x="1198" y="1022"/>
                  </a:cubicBezTo>
                  <a:cubicBezTo>
                    <a:pt x="1198" y="1022"/>
                    <a:pt x="1198" y="1014"/>
                    <a:pt x="1255" y="1014"/>
                  </a:cubicBezTo>
                  <a:cubicBezTo>
                    <a:pt x="1320" y="1014"/>
                    <a:pt x="1263" y="998"/>
                    <a:pt x="1198" y="998"/>
                  </a:cubicBezTo>
                  <a:cubicBezTo>
                    <a:pt x="1142" y="998"/>
                    <a:pt x="1142" y="990"/>
                    <a:pt x="1198" y="990"/>
                  </a:cubicBezTo>
                  <a:lnTo>
                    <a:pt x="1263" y="990"/>
                  </a:lnTo>
                  <a:cubicBezTo>
                    <a:pt x="1206" y="982"/>
                    <a:pt x="1263" y="982"/>
                    <a:pt x="1320" y="982"/>
                  </a:cubicBezTo>
                  <a:cubicBezTo>
                    <a:pt x="1339" y="984"/>
                    <a:pt x="1352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1" y="933"/>
                    <a:pt x="1150" y="925"/>
                  </a:cubicBezTo>
                  <a:lnTo>
                    <a:pt x="1336" y="925"/>
                  </a:lnTo>
                  <a:cubicBezTo>
                    <a:pt x="1296" y="917"/>
                    <a:pt x="1255" y="917"/>
                    <a:pt x="1214" y="917"/>
                  </a:cubicBezTo>
                  <a:cubicBezTo>
                    <a:pt x="1150" y="917"/>
                    <a:pt x="1158" y="917"/>
                    <a:pt x="1214" y="909"/>
                  </a:cubicBezTo>
                  <a:cubicBezTo>
                    <a:pt x="1271" y="901"/>
                    <a:pt x="1271" y="901"/>
                    <a:pt x="1214" y="901"/>
                  </a:cubicBezTo>
                  <a:cubicBezTo>
                    <a:pt x="1214" y="893"/>
                    <a:pt x="1214" y="893"/>
                    <a:pt x="1279" y="884"/>
                  </a:cubicBezTo>
                  <a:lnTo>
                    <a:pt x="1214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36" y="876"/>
                    <a:pt x="1344" y="868"/>
                    <a:pt x="1279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79" y="844"/>
                  </a:lnTo>
                  <a:cubicBezTo>
                    <a:pt x="1287" y="836"/>
                    <a:pt x="1287" y="836"/>
                    <a:pt x="1223" y="836"/>
                  </a:cubicBezTo>
                  <a:cubicBezTo>
                    <a:pt x="1109" y="828"/>
                    <a:pt x="1109" y="828"/>
                    <a:pt x="1223" y="828"/>
                  </a:cubicBezTo>
                  <a:cubicBezTo>
                    <a:pt x="1287" y="828"/>
                    <a:pt x="1344" y="828"/>
                    <a:pt x="1287" y="820"/>
                  </a:cubicBezTo>
                  <a:cubicBezTo>
                    <a:pt x="1409" y="820"/>
                    <a:pt x="1409" y="820"/>
                    <a:pt x="1287" y="803"/>
                  </a:cubicBezTo>
                  <a:cubicBezTo>
                    <a:pt x="1287" y="803"/>
                    <a:pt x="1231" y="787"/>
                    <a:pt x="1231" y="779"/>
                  </a:cubicBezTo>
                  <a:cubicBezTo>
                    <a:pt x="1231" y="763"/>
                    <a:pt x="1239" y="763"/>
                    <a:pt x="1296" y="755"/>
                  </a:cubicBezTo>
                  <a:lnTo>
                    <a:pt x="1352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2" y="730"/>
                  </a:cubicBezTo>
                  <a:cubicBezTo>
                    <a:pt x="1060" y="730"/>
                    <a:pt x="1060" y="730"/>
                    <a:pt x="1117" y="722"/>
                  </a:cubicBezTo>
                  <a:lnTo>
                    <a:pt x="1239" y="722"/>
                  </a:lnTo>
                  <a:cubicBezTo>
                    <a:pt x="1279" y="722"/>
                    <a:pt x="1320" y="722"/>
                    <a:pt x="1360" y="714"/>
                  </a:cubicBezTo>
                  <a:cubicBezTo>
                    <a:pt x="1360" y="714"/>
                    <a:pt x="1360" y="711"/>
                    <a:pt x="1344" y="711"/>
                  </a:cubicBezTo>
                  <a:cubicBezTo>
                    <a:pt x="1335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39" y="706"/>
                  </a:cubicBezTo>
                  <a:cubicBezTo>
                    <a:pt x="1247" y="706"/>
                    <a:pt x="1247" y="698"/>
                    <a:pt x="1182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2" y="690"/>
                    <a:pt x="1190" y="682"/>
                    <a:pt x="1190" y="682"/>
                  </a:cubicBezTo>
                  <a:lnTo>
                    <a:pt x="1369" y="682"/>
                  </a:lnTo>
                  <a:cubicBezTo>
                    <a:pt x="1344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55" y="593"/>
                  </a:cubicBezTo>
                  <a:cubicBezTo>
                    <a:pt x="1301" y="587"/>
                    <a:pt x="1314" y="581"/>
                    <a:pt x="1298" y="581"/>
                  </a:cubicBezTo>
                  <a:cubicBezTo>
                    <a:pt x="1292" y="581"/>
                    <a:pt x="1280" y="582"/>
                    <a:pt x="1263" y="584"/>
                  </a:cubicBezTo>
                  <a:cubicBezTo>
                    <a:pt x="1198" y="584"/>
                    <a:pt x="1206" y="568"/>
                    <a:pt x="1206" y="544"/>
                  </a:cubicBezTo>
                  <a:cubicBezTo>
                    <a:pt x="1206" y="528"/>
                    <a:pt x="1214" y="512"/>
                    <a:pt x="1150" y="512"/>
                  </a:cubicBezTo>
                  <a:lnTo>
                    <a:pt x="1150" y="503"/>
                  </a:lnTo>
                  <a:cubicBezTo>
                    <a:pt x="1150" y="495"/>
                    <a:pt x="1093" y="487"/>
                    <a:pt x="1093" y="487"/>
                  </a:cubicBezTo>
                  <a:cubicBezTo>
                    <a:pt x="1036" y="479"/>
                    <a:pt x="1036" y="479"/>
                    <a:pt x="1093" y="479"/>
                  </a:cubicBezTo>
                  <a:cubicBezTo>
                    <a:pt x="1106" y="482"/>
                    <a:pt x="1120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4" y="471"/>
                    <a:pt x="1133" y="471"/>
                    <a:pt x="1093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79" y="455"/>
                  </a:cubicBezTo>
                  <a:lnTo>
                    <a:pt x="1223" y="447"/>
                  </a:lnTo>
                  <a:cubicBezTo>
                    <a:pt x="1344" y="439"/>
                    <a:pt x="1223" y="439"/>
                    <a:pt x="1166" y="430"/>
                  </a:cubicBezTo>
                  <a:cubicBezTo>
                    <a:pt x="1279" y="430"/>
                    <a:pt x="1279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66" y="382"/>
                    <a:pt x="1174" y="357"/>
                  </a:cubicBezTo>
                  <a:cubicBezTo>
                    <a:pt x="1174" y="325"/>
                    <a:pt x="1182" y="309"/>
                    <a:pt x="1117" y="309"/>
                  </a:cubicBezTo>
                  <a:cubicBezTo>
                    <a:pt x="1117" y="309"/>
                    <a:pt x="1117" y="309"/>
                    <a:pt x="1182" y="301"/>
                  </a:cubicBezTo>
                  <a:cubicBezTo>
                    <a:pt x="1239" y="301"/>
                    <a:pt x="1239" y="301"/>
                    <a:pt x="1125" y="293"/>
                  </a:cubicBezTo>
                  <a:cubicBezTo>
                    <a:pt x="1182" y="293"/>
                    <a:pt x="1182" y="285"/>
                    <a:pt x="1182" y="276"/>
                  </a:cubicBezTo>
                  <a:cubicBezTo>
                    <a:pt x="1182" y="268"/>
                    <a:pt x="1190" y="252"/>
                    <a:pt x="1125" y="252"/>
                  </a:cubicBezTo>
                  <a:cubicBezTo>
                    <a:pt x="1247" y="252"/>
                    <a:pt x="1312" y="236"/>
                    <a:pt x="1190" y="228"/>
                  </a:cubicBezTo>
                  <a:cubicBezTo>
                    <a:pt x="1190" y="228"/>
                    <a:pt x="1190" y="220"/>
                    <a:pt x="1255" y="220"/>
                  </a:cubicBezTo>
                  <a:cubicBezTo>
                    <a:pt x="1255" y="220"/>
                    <a:pt x="1255" y="220"/>
                    <a:pt x="1198" y="203"/>
                  </a:cubicBezTo>
                  <a:cubicBezTo>
                    <a:pt x="1198" y="203"/>
                    <a:pt x="1198" y="195"/>
                    <a:pt x="1198" y="187"/>
                  </a:cubicBezTo>
                  <a:cubicBezTo>
                    <a:pt x="1198" y="179"/>
                    <a:pt x="1142" y="171"/>
                    <a:pt x="1142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14" y="90"/>
                    <a:pt x="1271" y="90"/>
                  </a:cubicBezTo>
                  <a:cubicBezTo>
                    <a:pt x="1271" y="90"/>
                    <a:pt x="1271" y="90"/>
                    <a:pt x="1214" y="82"/>
                  </a:cubicBezTo>
                  <a:cubicBezTo>
                    <a:pt x="1093" y="82"/>
                    <a:pt x="1093" y="74"/>
                    <a:pt x="1150" y="74"/>
                  </a:cubicBezTo>
                  <a:cubicBezTo>
                    <a:pt x="1271" y="74"/>
                    <a:pt x="1271" y="57"/>
                    <a:pt x="1158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8" y="41"/>
                  </a:cubicBezTo>
                  <a:cubicBezTo>
                    <a:pt x="1223" y="33"/>
                    <a:pt x="1279" y="33"/>
                    <a:pt x="1223" y="33"/>
                  </a:cubicBezTo>
                  <a:cubicBezTo>
                    <a:pt x="1223" y="25"/>
                    <a:pt x="1223" y="25"/>
                    <a:pt x="1336" y="25"/>
                  </a:cubicBezTo>
                  <a:lnTo>
                    <a:pt x="1344" y="17"/>
                  </a:lnTo>
                  <a:cubicBezTo>
                    <a:pt x="1344" y="17"/>
                    <a:pt x="1344" y="9"/>
                    <a:pt x="1279" y="9"/>
                  </a:cubicBezTo>
                  <a:lnTo>
                    <a:pt x="1223" y="9"/>
                  </a:lnTo>
                  <a:cubicBezTo>
                    <a:pt x="1260" y="9"/>
                    <a:pt x="1248" y="5"/>
                    <a:pt x="1218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5" y="9"/>
                    <a:pt x="1085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6" y="1616"/>
                    <a:pt x="1067" y="1621"/>
                    <a:pt x="1132" y="1622"/>
                  </a:cubicBezTo>
                  <a:lnTo>
                    <a:pt x="1132" y="1622"/>
                  </a:lnTo>
                  <a:cubicBezTo>
                    <a:pt x="1132" y="1619"/>
                    <a:pt x="1131" y="1617"/>
                    <a:pt x="1130" y="1615"/>
                  </a:cubicBezTo>
                  <a:close/>
                  <a:moveTo>
                    <a:pt x="704" y="1675"/>
                  </a:moveTo>
                  <a:cubicBezTo>
                    <a:pt x="690" y="1675"/>
                    <a:pt x="663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2" y="1622"/>
                  </a:moveTo>
                  <a:cubicBezTo>
                    <a:pt x="1142" y="1662"/>
                    <a:pt x="1146" y="1703"/>
                    <a:pt x="1147" y="1744"/>
                  </a:cubicBezTo>
                  <a:lnTo>
                    <a:pt x="1147" y="1744"/>
                  </a:lnTo>
                  <a:cubicBezTo>
                    <a:pt x="1335" y="1744"/>
                    <a:pt x="1326" y="1743"/>
                    <a:pt x="1214" y="1736"/>
                  </a:cubicBezTo>
                  <a:cubicBezTo>
                    <a:pt x="1158" y="1728"/>
                    <a:pt x="1158" y="1728"/>
                    <a:pt x="1214" y="1728"/>
                  </a:cubicBezTo>
                  <a:cubicBezTo>
                    <a:pt x="1279" y="1728"/>
                    <a:pt x="1279" y="1728"/>
                    <a:pt x="1279" y="1720"/>
                  </a:cubicBezTo>
                  <a:cubicBezTo>
                    <a:pt x="1279" y="1711"/>
                    <a:pt x="1279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2" y="1692"/>
                    <a:pt x="1258" y="1692"/>
                  </a:cubicBezTo>
                  <a:cubicBezTo>
                    <a:pt x="1236" y="1692"/>
                    <a:pt x="1204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79" y="1687"/>
                    <a:pt x="1287" y="1679"/>
                    <a:pt x="1287" y="1655"/>
                  </a:cubicBezTo>
                  <a:cubicBezTo>
                    <a:pt x="1287" y="1630"/>
                    <a:pt x="1296" y="1622"/>
                    <a:pt x="1174" y="1622"/>
                  </a:cubicBezTo>
                  <a:cubicBezTo>
                    <a:pt x="1158" y="1622"/>
                    <a:pt x="1144" y="1622"/>
                    <a:pt x="1132" y="1622"/>
                  </a:cubicBezTo>
                  <a:close/>
                  <a:moveTo>
                    <a:pt x="1147" y="1744"/>
                  </a:moveTo>
                  <a:cubicBezTo>
                    <a:pt x="1130" y="1744"/>
                    <a:pt x="1112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1" y="1752"/>
                    <a:pt x="1129" y="1752"/>
                    <a:pt x="1147" y="1752"/>
                  </a:cubicBezTo>
                  <a:lnTo>
                    <a:pt x="1147" y="1752"/>
                  </a:lnTo>
                  <a:cubicBezTo>
                    <a:pt x="1147" y="1749"/>
                    <a:pt x="1147" y="1747"/>
                    <a:pt x="1147" y="1744"/>
                  </a:cubicBezTo>
                  <a:close/>
                  <a:moveTo>
                    <a:pt x="1147" y="1752"/>
                  </a:moveTo>
                  <a:lnTo>
                    <a:pt x="1147" y="1752"/>
                  </a:lnTo>
                  <a:cubicBezTo>
                    <a:pt x="1146" y="1765"/>
                    <a:pt x="1146" y="1778"/>
                    <a:pt x="1145" y="1791"/>
                  </a:cubicBezTo>
                  <a:lnTo>
                    <a:pt x="1145" y="1791"/>
                  </a:lnTo>
                  <a:cubicBezTo>
                    <a:pt x="1125" y="1790"/>
                    <a:pt x="1105" y="1789"/>
                    <a:pt x="1086" y="1785"/>
                  </a:cubicBezTo>
                  <a:lnTo>
                    <a:pt x="1086" y="1785"/>
                  </a:lnTo>
                  <a:cubicBezTo>
                    <a:pt x="1105" y="1789"/>
                    <a:pt x="1125" y="1790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5" y="1791"/>
                  </a:cubicBezTo>
                  <a:lnTo>
                    <a:pt x="1145" y="1791"/>
                  </a:lnTo>
                  <a:cubicBezTo>
                    <a:pt x="1145" y="1791"/>
                    <a:pt x="1145" y="1791"/>
                    <a:pt x="1146" y="1791"/>
                  </a:cubicBezTo>
                  <a:cubicBezTo>
                    <a:pt x="1166" y="1791"/>
                    <a:pt x="1186" y="1788"/>
                    <a:pt x="1206" y="1784"/>
                  </a:cubicBezTo>
                  <a:lnTo>
                    <a:pt x="1271" y="1784"/>
                  </a:lnTo>
                  <a:cubicBezTo>
                    <a:pt x="1385" y="1784"/>
                    <a:pt x="1328" y="1776"/>
                    <a:pt x="1271" y="1768"/>
                  </a:cubicBezTo>
                  <a:cubicBezTo>
                    <a:pt x="1150" y="1760"/>
                    <a:pt x="1150" y="1760"/>
                    <a:pt x="1271" y="1760"/>
                  </a:cubicBezTo>
                  <a:cubicBezTo>
                    <a:pt x="1380" y="1760"/>
                    <a:pt x="1294" y="1754"/>
                    <a:pt x="1147" y="1752"/>
                  </a:cubicBezTo>
                  <a:close/>
                  <a:moveTo>
                    <a:pt x="971" y="1801"/>
                  </a:moveTo>
                  <a:lnTo>
                    <a:pt x="1028" y="1809"/>
                  </a:lnTo>
                  <a:lnTo>
                    <a:pt x="1085" y="1801"/>
                  </a:lnTo>
                  <a:close/>
                  <a:moveTo>
                    <a:pt x="1165" y="1813"/>
                  </a:moveTo>
                  <a:cubicBezTo>
                    <a:pt x="1170" y="1813"/>
                    <a:pt x="1181" y="1814"/>
                    <a:pt x="1198" y="1816"/>
                  </a:cubicBezTo>
                  <a:lnTo>
                    <a:pt x="1198" y="1816"/>
                  </a:lnTo>
                  <a:cubicBezTo>
                    <a:pt x="1168" y="1815"/>
                    <a:pt x="1159" y="1813"/>
                    <a:pt x="1165" y="1813"/>
                  </a:cubicBezTo>
                  <a:close/>
                  <a:moveTo>
                    <a:pt x="614" y="1806"/>
                  </a:moveTo>
                  <a:cubicBezTo>
                    <a:pt x="611" y="1811"/>
                    <a:pt x="608" y="1818"/>
                    <a:pt x="606" y="1825"/>
                  </a:cubicBezTo>
                  <a:lnTo>
                    <a:pt x="606" y="1825"/>
                  </a:lnTo>
                  <a:cubicBezTo>
                    <a:pt x="542" y="1825"/>
                    <a:pt x="542" y="1823"/>
                    <a:pt x="542" y="1817"/>
                  </a:cubicBezTo>
                  <a:cubicBezTo>
                    <a:pt x="606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574" y="1808"/>
                    <a:pt x="596" y="1807"/>
                    <a:pt x="614" y="1806"/>
                  </a:cubicBezTo>
                  <a:close/>
                  <a:moveTo>
                    <a:pt x="606" y="1833"/>
                  </a:moveTo>
                  <a:lnTo>
                    <a:pt x="606" y="1833"/>
                  </a:lnTo>
                  <a:cubicBezTo>
                    <a:pt x="606" y="1839"/>
                    <a:pt x="606" y="1844"/>
                    <a:pt x="607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5" y="1841"/>
                    <a:pt x="566" y="1841"/>
                    <a:pt x="606" y="1833"/>
                  </a:cubicBezTo>
                  <a:close/>
                  <a:moveTo>
                    <a:pt x="608" y="1857"/>
                  </a:moveTo>
                  <a:lnTo>
                    <a:pt x="608" y="1857"/>
                  </a:lnTo>
                  <a:cubicBezTo>
                    <a:pt x="610" y="1865"/>
                    <a:pt x="614" y="1871"/>
                    <a:pt x="618" y="1877"/>
                  </a:cubicBezTo>
                  <a:lnTo>
                    <a:pt x="618" y="1877"/>
                  </a:lnTo>
                  <a:cubicBezTo>
                    <a:pt x="593" y="1873"/>
                    <a:pt x="567" y="1870"/>
                    <a:pt x="542" y="1866"/>
                  </a:cubicBezTo>
                  <a:cubicBezTo>
                    <a:pt x="542" y="1857"/>
                    <a:pt x="542" y="1857"/>
                    <a:pt x="598" y="1857"/>
                  </a:cubicBezTo>
                  <a:cubicBezTo>
                    <a:pt x="602" y="1857"/>
                    <a:pt x="605" y="1857"/>
                    <a:pt x="608" y="1857"/>
                  </a:cubicBezTo>
                  <a:close/>
                  <a:moveTo>
                    <a:pt x="1077" y="1874"/>
                  </a:moveTo>
                  <a:cubicBezTo>
                    <a:pt x="1077" y="1881"/>
                    <a:pt x="1077" y="1882"/>
                    <a:pt x="1129" y="1882"/>
                  </a:cubicBezTo>
                  <a:lnTo>
                    <a:pt x="1129" y="1882"/>
                  </a:lnTo>
                  <a:cubicBezTo>
                    <a:pt x="1130" y="1879"/>
                    <a:pt x="1131" y="1876"/>
                    <a:pt x="1131" y="1874"/>
                  </a:cubicBezTo>
                  <a:close/>
                  <a:moveTo>
                    <a:pt x="2333" y="1890"/>
                  </a:moveTo>
                  <a:cubicBezTo>
                    <a:pt x="2268" y="1890"/>
                    <a:pt x="2268" y="1890"/>
                    <a:pt x="2268" y="1898"/>
                  </a:cubicBezTo>
                  <a:lnTo>
                    <a:pt x="2390" y="1898"/>
                  </a:lnTo>
                  <a:cubicBezTo>
                    <a:pt x="2447" y="1898"/>
                    <a:pt x="2447" y="1898"/>
                    <a:pt x="2333" y="1890"/>
                  </a:cubicBezTo>
                  <a:close/>
                  <a:moveTo>
                    <a:pt x="355" y="1898"/>
                  </a:moveTo>
                  <a:cubicBezTo>
                    <a:pt x="327" y="1902"/>
                    <a:pt x="313" y="1904"/>
                    <a:pt x="305" y="1904"/>
                  </a:cubicBezTo>
                  <a:cubicBezTo>
                    <a:pt x="298" y="1904"/>
                    <a:pt x="298" y="1902"/>
                    <a:pt x="298" y="1898"/>
                  </a:cubicBezTo>
                  <a:close/>
                  <a:moveTo>
                    <a:pt x="1114" y="1930"/>
                  </a:moveTo>
                  <a:lnTo>
                    <a:pt x="1114" y="1930"/>
                  </a:lnTo>
                  <a:cubicBezTo>
                    <a:pt x="1069" y="1930"/>
                    <a:pt x="1069" y="1931"/>
                    <a:pt x="1069" y="1938"/>
                  </a:cubicBezTo>
                  <a:lnTo>
                    <a:pt x="1111" y="1938"/>
                  </a:lnTo>
                  <a:cubicBezTo>
                    <a:pt x="1112" y="1936"/>
                    <a:pt x="1113" y="1933"/>
                    <a:pt x="1114" y="1930"/>
                  </a:cubicBezTo>
                  <a:close/>
                  <a:moveTo>
                    <a:pt x="747" y="1951"/>
                  </a:moveTo>
                  <a:cubicBezTo>
                    <a:pt x="753" y="1951"/>
                    <a:pt x="760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3" y="1951"/>
                    <a:pt x="747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9" y="1987"/>
                  </a:lnTo>
                  <a:close/>
                  <a:moveTo>
                    <a:pt x="996" y="2011"/>
                  </a:moveTo>
                  <a:cubicBezTo>
                    <a:pt x="882" y="2011"/>
                    <a:pt x="817" y="2011"/>
                    <a:pt x="882" y="2020"/>
                  </a:cubicBezTo>
                  <a:lnTo>
                    <a:pt x="996" y="2020"/>
                  </a:lnTo>
                  <a:lnTo>
                    <a:pt x="996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2" y="2044"/>
                    <a:pt x="1296" y="2044"/>
                  </a:cubicBezTo>
                  <a:cubicBezTo>
                    <a:pt x="1271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9" y="2109"/>
                    <a:pt x="1044" y="2101"/>
                    <a:pt x="1044" y="2101"/>
                  </a:cubicBezTo>
                  <a:close/>
                  <a:moveTo>
                    <a:pt x="801" y="2125"/>
                  </a:moveTo>
                  <a:cubicBezTo>
                    <a:pt x="889" y="2131"/>
                    <a:pt x="943" y="2132"/>
                    <a:pt x="966" y="2133"/>
                  </a:cubicBezTo>
                  <a:lnTo>
                    <a:pt x="966" y="2133"/>
                  </a:lnTo>
                  <a:cubicBezTo>
                    <a:pt x="966" y="2133"/>
                    <a:pt x="967" y="2132"/>
                    <a:pt x="967" y="2132"/>
                  </a:cubicBezTo>
                  <a:lnTo>
                    <a:pt x="967" y="2132"/>
                  </a:lnTo>
                  <a:lnTo>
                    <a:pt x="866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cubicBezTo>
                    <a:pt x="1108" y="2174"/>
                    <a:pt x="1095" y="2167"/>
                    <a:pt x="1214" y="2166"/>
                  </a:cubicBezTo>
                  <a:close/>
                  <a:moveTo>
                    <a:pt x="1036" y="2190"/>
                  </a:moveTo>
                  <a:cubicBezTo>
                    <a:pt x="1093" y="2190"/>
                    <a:pt x="1150" y="2198"/>
                    <a:pt x="1214" y="2198"/>
                  </a:cubicBezTo>
                  <a:lnTo>
                    <a:pt x="1214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6" y="2190"/>
                  </a:cubicBezTo>
                  <a:close/>
                  <a:moveTo>
                    <a:pt x="915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1" y="1258"/>
                  </a:moveTo>
                  <a:cubicBezTo>
                    <a:pt x="57" y="1303"/>
                    <a:pt x="1" y="2160"/>
                    <a:pt x="606" y="2230"/>
                  </a:cubicBezTo>
                  <a:cubicBezTo>
                    <a:pt x="550" y="2222"/>
                    <a:pt x="550" y="2222"/>
                    <a:pt x="606" y="2214"/>
                  </a:cubicBezTo>
                  <a:cubicBezTo>
                    <a:pt x="606" y="2214"/>
                    <a:pt x="606" y="2206"/>
                    <a:pt x="606" y="2206"/>
                  </a:cubicBezTo>
                  <a:cubicBezTo>
                    <a:pt x="550" y="2206"/>
                    <a:pt x="550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58" y="2133"/>
                    <a:pt x="679" y="2125"/>
                  </a:cubicBezTo>
                  <a:lnTo>
                    <a:pt x="623" y="2125"/>
                  </a:lnTo>
                  <a:cubicBezTo>
                    <a:pt x="566" y="2125"/>
                    <a:pt x="566" y="2125"/>
                    <a:pt x="566" y="2117"/>
                  </a:cubicBezTo>
                  <a:cubicBezTo>
                    <a:pt x="623" y="2109"/>
                    <a:pt x="623" y="2101"/>
                    <a:pt x="623" y="2093"/>
                  </a:cubicBezTo>
                  <a:cubicBezTo>
                    <a:pt x="631" y="2093"/>
                    <a:pt x="631" y="2084"/>
                    <a:pt x="687" y="2084"/>
                  </a:cubicBezTo>
                  <a:cubicBezTo>
                    <a:pt x="631" y="2084"/>
                    <a:pt x="631" y="2076"/>
                    <a:pt x="687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6" y="2076"/>
                    <a:pt x="947" y="2076"/>
                    <a:pt x="987" y="2068"/>
                  </a:cubicBezTo>
                  <a:cubicBezTo>
                    <a:pt x="1052" y="2060"/>
                    <a:pt x="1052" y="2060"/>
                    <a:pt x="931" y="2060"/>
                  </a:cubicBezTo>
                  <a:lnTo>
                    <a:pt x="687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17" y="2044"/>
                    <a:pt x="517" y="2044"/>
                    <a:pt x="639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74" y="2011"/>
                    <a:pt x="639" y="2003"/>
                  </a:cubicBezTo>
                  <a:cubicBezTo>
                    <a:pt x="696" y="2003"/>
                    <a:pt x="696" y="2003"/>
                    <a:pt x="704" y="1995"/>
                  </a:cubicBezTo>
                  <a:cubicBezTo>
                    <a:pt x="760" y="1987"/>
                    <a:pt x="704" y="1987"/>
                    <a:pt x="639" y="1987"/>
                  </a:cubicBezTo>
                  <a:cubicBezTo>
                    <a:pt x="525" y="1987"/>
                    <a:pt x="525" y="1987"/>
                    <a:pt x="639" y="1979"/>
                  </a:cubicBezTo>
                  <a:lnTo>
                    <a:pt x="704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9" y="1955"/>
                  </a:lnTo>
                  <a:cubicBezTo>
                    <a:pt x="774" y="1952"/>
                    <a:pt x="780" y="1951"/>
                    <a:pt x="787" y="1951"/>
                  </a:cubicBezTo>
                  <a:cubicBezTo>
                    <a:pt x="800" y="1951"/>
                    <a:pt x="815" y="1955"/>
                    <a:pt x="825" y="1955"/>
                  </a:cubicBezTo>
                  <a:cubicBezTo>
                    <a:pt x="785" y="1938"/>
                    <a:pt x="744" y="1938"/>
                    <a:pt x="704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0" y="1930"/>
                  </a:cubicBezTo>
                  <a:cubicBezTo>
                    <a:pt x="533" y="1930"/>
                    <a:pt x="533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40" y="1898"/>
                    <a:pt x="534" y="1891"/>
                    <a:pt x="635" y="1890"/>
                  </a:cubicBezTo>
                  <a:lnTo>
                    <a:pt x="635" y="1890"/>
                  </a:lnTo>
                  <a:cubicBezTo>
                    <a:pt x="644" y="1894"/>
                    <a:pt x="653" y="1897"/>
                    <a:pt x="663" y="1897"/>
                  </a:cubicBezTo>
                  <a:cubicBezTo>
                    <a:pt x="673" y="1897"/>
                    <a:pt x="682" y="1894"/>
                    <a:pt x="691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3" y="1890"/>
                  </a:cubicBezTo>
                  <a:cubicBezTo>
                    <a:pt x="789" y="1890"/>
                    <a:pt x="744" y="1888"/>
                    <a:pt x="699" y="1885"/>
                  </a:cubicBezTo>
                  <a:lnTo>
                    <a:pt x="699" y="1885"/>
                  </a:lnTo>
                  <a:cubicBezTo>
                    <a:pt x="709" y="1877"/>
                    <a:pt x="716" y="1865"/>
                    <a:pt x="720" y="1849"/>
                  </a:cubicBezTo>
                  <a:cubicBezTo>
                    <a:pt x="721" y="1844"/>
                    <a:pt x="720" y="1838"/>
                    <a:pt x="720" y="1833"/>
                  </a:cubicBezTo>
                  <a:lnTo>
                    <a:pt x="720" y="1833"/>
                  </a:lnTo>
                  <a:cubicBezTo>
                    <a:pt x="720" y="1833"/>
                    <a:pt x="720" y="1833"/>
                    <a:pt x="720" y="1833"/>
                  </a:cubicBezTo>
                  <a:cubicBezTo>
                    <a:pt x="720" y="1831"/>
                    <a:pt x="720" y="1830"/>
                    <a:pt x="719" y="1828"/>
                  </a:cubicBezTo>
                  <a:lnTo>
                    <a:pt x="719" y="1828"/>
                  </a:lnTo>
                  <a:cubicBezTo>
                    <a:pt x="713" y="1799"/>
                    <a:pt x="685" y="1781"/>
                    <a:pt x="659" y="1781"/>
                  </a:cubicBezTo>
                  <a:cubicBezTo>
                    <a:pt x="643" y="1781"/>
                    <a:pt x="628" y="1787"/>
                    <a:pt x="617" y="1801"/>
                  </a:cubicBezTo>
                  <a:lnTo>
                    <a:pt x="617" y="1801"/>
                  </a:lnTo>
                  <a:cubicBezTo>
                    <a:pt x="614" y="1801"/>
                    <a:pt x="610" y="1801"/>
                    <a:pt x="606" y="1801"/>
                  </a:cubicBezTo>
                  <a:cubicBezTo>
                    <a:pt x="550" y="1801"/>
                    <a:pt x="485" y="1793"/>
                    <a:pt x="550" y="1793"/>
                  </a:cubicBezTo>
                  <a:lnTo>
                    <a:pt x="606" y="1793"/>
                  </a:lnTo>
                  <a:cubicBezTo>
                    <a:pt x="493" y="1793"/>
                    <a:pt x="550" y="1768"/>
                    <a:pt x="615" y="1768"/>
                  </a:cubicBezTo>
                  <a:cubicBezTo>
                    <a:pt x="671" y="1768"/>
                    <a:pt x="671" y="1768"/>
                    <a:pt x="615" y="1760"/>
                  </a:cubicBezTo>
                  <a:cubicBezTo>
                    <a:pt x="558" y="1760"/>
                    <a:pt x="558" y="1752"/>
                    <a:pt x="558" y="1744"/>
                  </a:cubicBezTo>
                  <a:cubicBezTo>
                    <a:pt x="615" y="1736"/>
                    <a:pt x="623" y="1720"/>
                    <a:pt x="501" y="1711"/>
                  </a:cubicBezTo>
                  <a:cubicBezTo>
                    <a:pt x="558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74" y="1598"/>
                  </a:lnTo>
                  <a:lnTo>
                    <a:pt x="582" y="1590"/>
                  </a:lnTo>
                  <a:lnTo>
                    <a:pt x="639" y="1590"/>
                  </a:lnTo>
                  <a:cubicBezTo>
                    <a:pt x="582" y="1590"/>
                    <a:pt x="639" y="1582"/>
                    <a:pt x="639" y="1582"/>
                  </a:cubicBezTo>
                  <a:cubicBezTo>
                    <a:pt x="760" y="1574"/>
                    <a:pt x="760" y="1566"/>
                    <a:pt x="639" y="1557"/>
                  </a:cubicBezTo>
                  <a:cubicBezTo>
                    <a:pt x="525" y="1557"/>
                    <a:pt x="525" y="1557"/>
                    <a:pt x="647" y="1549"/>
                  </a:cubicBezTo>
                  <a:cubicBezTo>
                    <a:pt x="760" y="1549"/>
                    <a:pt x="760" y="1549"/>
                    <a:pt x="647" y="1541"/>
                  </a:cubicBezTo>
                  <a:cubicBezTo>
                    <a:pt x="582" y="1541"/>
                    <a:pt x="582" y="1541"/>
                    <a:pt x="704" y="1533"/>
                  </a:cubicBezTo>
                  <a:cubicBezTo>
                    <a:pt x="525" y="1525"/>
                    <a:pt x="525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0" y="1509"/>
                    <a:pt x="590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8" y="1476"/>
                    <a:pt x="533" y="1460"/>
                    <a:pt x="655" y="1460"/>
                  </a:cubicBezTo>
                  <a:lnTo>
                    <a:pt x="655" y="1452"/>
                  </a:lnTo>
                  <a:lnTo>
                    <a:pt x="663" y="1444"/>
                  </a:lnTo>
                  <a:cubicBezTo>
                    <a:pt x="598" y="1444"/>
                    <a:pt x="615" y="1339"/>
                    <a:pt x="671" y="1339"/>
                  </a:cubicBezTo>
                  <a:cubicBezTo>
                    <a:pt x="679" y="1330"/>
                    <a:pt x="679" y="1322"/>
                    <a:pt x="615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23" y="1314"/>
                  </a:cubicBezTo>
                  <a:lnTo>
                    <a:pt x="623" y="1306"/>
                  </a:lnTo>
                  <a:cubicBezTo>
                    <a:pt x="679" y="1306"/>
                    <a:pt x="679" y="1298"/>
                    <a:pt x="623" y="1298"/>
                  </a:cubicBezTo>
                  <a:cubicBezTo>
                    <a:pt x="558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3" y="1263"/>
                    <a:pt x="618" y="1261"/>
                    <a:pt x="611" y="1258"/>
                  </a:cubicBezTo>
                  <a:close/>
                  <a:moveTo>
                    <a:pt x="947" y="2336"/>
                  </a:moveTo>
                  <a:cubicBezTo>
                    <a:pt x="947" y="2336"/>
                    <a:pt x="895" y="2343"/>
                    <a:pt x="834" y="2344"/>
                  </a:cubicBezTo>
                  <a:lnTo>
                    <a:pt x="834" y="2344"/>
                  </a:lnTo>
                  <a:cubicBezTo>
                    <a:pt x="866" y="2336"/>
                    <a:pt x="906" y="2336"/>
                    <a:pt x="947" y="2336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47" y="2336"/>
                    <a:pt x="1247" y="2336"/>
                  </a:cubicBezTo>
                  <a:cubicBezTo>
                    <a:pt x="1190" y="2344"/>
                    <a:pt x="1247" y="2344"/>
                    <a:pt x="1312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2" y="2336"/>
                    <a:pt x="1328" y="2336"/>
                    <a:pt x="1312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6" y="2368"/>
                    <a:pt x="1166" y="2368"/>
                    <a:pt x="1125" y="2360"/>
                  </a:cubicBezTo>
                  <a:cubicBezTo>
                    <a:pt x="1146" y="2356"/>
                    <a:pt x="1166" y="2354"/>
                    <a:pt x="1186" y="2354"/>
                  </a:cubicBezTo>
                  <a:close/>
                  <a:moveTo>
                    <a:pt x="687" y="2522"/>
                  </a:moveTo>
                  <a:cubicBezTo>
                    <a:pt x="623" y="2522"/>
                    <a:pt x="623" y="2522"/>
                    <a:pt x="623" y="2530"/>
                  </a:cubicBezTo>
                  <a:lnTo>
                    <a:pt x="687" y="2530"/>
                  </a:lnTo>
                  <a:lnTo>
                    <a:pt x="687" y="2522"/>
                  </a:lnTo>
                  <a:close/>
                  <a:moveTo>
                    <a:pt x="1166" y="2530"/>
                  </a:moveTo>
                  <a:cubicBezTo>
                    <a:pt x="1125" y="2538"/>
                    <a:pt x="1085" y="2538"/>
                    <a:pt x="1044" y="2538"/>
                  </a:cubicBezTo>
                  <a:cubicBezTo>
                    <a:pt x="983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87" y="2530"/>
                  </a:cubicBezTo>
                  <a:cubicBezTo>
                    <a:pt x="944" y="2530"/>
                    <a:pt x="959" y="2534"/>
                    <a:pt x="990" y="2534"/>
                  </a:cubicBezTo>
                  <a:cubicBezTo>
                    <a:pt x="1005" y="2534"/>
                    <a:pt x="1025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9" y="2579"/>
                  </a:lnTo>
                  <a:cubicBezTo>
                    <a:pt x="915" y="2579"/>
                    <a:pt x="915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1" y="2575"/>
                    <a:pt x="1828" y="2576"/>
                    <a:pt x="1814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0" y="1789"/>
                  </a:moveTo>
                  <a:cubicBezTo>
                    <a:pt x="1242" y="1789"/>
                    <a:pt x="1228" y="1790"/>
                    <a:pt x="1206" y="1793"/>
                  </a:cubicBezTo>
                  <a:cubicBezTo>
                    <a:pt x="1186" y="1793"/>
                    <a:pt x="1165" y="1793"/>
                    <a:pt x="1145" y="1791"/>
                  </a:cubicBezTo>
                  <a:lnTo>
                    <a:pt x="1145" y="1791"/>
                  </a:lnTo>
                  <a:cubicBezTo>
                    <a:pt x="1142" y="1819"/>
                    <a:pt x="1138" y="1847"/>
                    <a:pt x="1131" y="1874"/>
                  </a:cubicBezTo>
                  <a:lnTo>
                    <a:pt x="1142" y="1874"/>
                  </a:lnTo>
                  <a:cubicBezTo>
                    <a:pt x="1198" y="1874"/>
                    <a:pt x="1142" y="1874"/>
                    <a:pt x="1133" y="1882"/>
                  </a:cubicBezTo>
                  <a:lnTo>
                    <a:pt x="1133" y="1882"/>
                  </a:lnTo>
                  <a:cubicBezTo>
                    <a:pt x="1132" y="1882"/>
                    <a:pt x="1131" y="1882"/>
                    <a:pt x="1129" y="1882"/>
                  </a:cubicBezTo>
                  <a:lnTo>
                    <a:pt x="1129" y="1882"/>
                  </a:lnTo>
                  <a:cubicBezTo>
                    <a:pt x="1125" y="1898"/>
                    <a:pt x="1120" y="1914"/>
                    <a:pt x="1114" y="1930"/>
                  </a:cubicBezTo>
                  <a:lnTo>
                    <a:pt x="1114" y="1930"/>
                  </a:lnTo>
                  <a:cubicBezTo>
                    <a:pt x="1120" y="1930"/>
                    <a:pt x="1126" y="1930"/>
                    <a:pt x="1133" y="1930"/>
                  </a:cubicBezTo>
                  <a:lnTo>
                    <a:pt x="1190" y="1930"/>
                  </a:lnTo>
                  <a:cubicBezTo>
                    <a:pt x="1174" y="1938"/>
                    <a:pt x="1150" y="1938"/>
                    <a:pt x="1125" y="1938"/>
                  </a:cubicBezTo>
                  <a:lnTo>
                    <a:pt x="1111" y="1938"/>
                  </a:lnTo>
                  <a:cubicBezTo>
                    <a:pt x="1081" y="2013"/>
                    <a:pt x="1033" y="2081"/>
                    <a:pt x="967" y="2132"/>
                  </a:cubicBezTo>
                  <a:lnTo>
                    <a:pt x="967" y="2132"/>
                  </a:lnTo>
                  <a:lnTo>
                    <a:pt x="979" y="2133"/>
                  </a:lnTo>
                  <a:cubicBezTo>
                    <a:pt x="979" y="2133"/>
                    <a:pt x="975" y="2133"/>
                    <a:pt x="966" y="2133"/>
                  </a:cubicBezTo>
                  <a:lnTo>
                    <a:pt x="966" y="2133"/>
                  </a:lnTo>
                  <a:cubicBezTo>
                    <a:pt x="890" y="2192"/>
                    <a:pt x="789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20" y="2271"/>
                    <a:pt x="663" y="2271"/>
                    <a:pt x="598" y="2271"/>
                  </a:cubicBezTo>
                  <a:cubicBezTo>
                    <a:pt x="485" y="2271"/>
                    <a:pt x="477" y="2279"/>
                    <a:pt x="663" y="2279"/>
                  </a:cubicBezTo>
                  <a:cubicBezTo>
                    <a:pt x="777" y="2279"/>
                    <a:pt x="777" y="2287"/>
                    <a:pt x="720" y="2287"/>
                  </a:cubicBezTo>
                  <a:cubicBezTo>
                    <a:pt x="655" y="2287"/>
                    <a:pt x="655" y="2287"/>
                    <a:pt x="655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8" y="2287"/>
                  </a:cubicBezTo>
                  <a:cubicBezTo>
                    <a:pt x="598" y="2287"/>
                    <a:pt x="598" y="2287"/>
                    <a:pt x="655" y="2295"/>
                  </a:cubicBezTo>
                  <a:lnTo>
                    <a:pt x="833" y="2295"/>
                  </a:lnTo>
                  <a:cubicBezTo>
                    <a:pt x="855" y="2293"/>
                    <a:pt x="869" y="2292"/>
                    <a:pt x="879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7" y="2303"/>
                    <a:pt x="720" y="2303"/>
                  </a:cubicBezTo>
                  <a:cubicBezTo>
                    <a:pt x="679" y="2295"/>
                    <a:pt x="639" y="2295"/>
                    <a:pt x="598" y="2295"/>
                  </a:cubicBezTo>
                  <a:cubicBezTo>
                    <a:pt x="533" y="2295"/>
                    <a:pt x="655" y="2311"/>
                    <a:pt x="777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47" y="2336"/>
                    <a:pt x="712" y="2336"/>
                  </a:cubicBezTo>
                  <a:cubicBezTo>
                    <a:pt x="752" y="2336"/>
                    <a:pt x="793" y="2336"/>
                    <a:pt x="833" y="2344"/>
                  </a:cubicBezTo>
                  <a:lnTo>
                    <a:pt x="833" y="2344"/>
                  </a:lnTo>
                  <a:cubicBezTo>
                    <a:pt x="831" y="2344"/>
                    <a:pt x="828" y="2344"/>
                    <a:pt x="825" y="2344"/>
                  </a:cubicBezTo>
                  <a:cubicBezTo>
                    <a:pt x="712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39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696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6" y="2429"/>
                    <a:pt x="696" y="2425"/>
                  </a:cubicBezTo>
                  <a:cubicBezTo>
                    <a:pt x="736" y="2425"/>
                    <a:pt x="777" y="2425"/>
                    <a:pt x="817" y="2417"/>
                  </a:cubicBezTo>
                  <a:lnTo>
                    <a:pt x="817" y="2409"/>
                  </a:lnTo>
                  <a:lnTo>
                    <a:pt x="882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20" y="2425"/>
                    <a:pt x="1036" y="2425"/>
                    <a:pt x="1052" y="2433"/>
                  </a:cubicBezTo>
                  <a:lnTo>
                    <a:pt x="939" y="2433"/>
                  </a:lnTo>
                  <a:cubicBezTo>
                    <a:pt x="874" y="2425"/>
                    <a:pt x="817" y="2425"/>
                    <a:pt x="760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09" y="2457"/>
                    <a:pt x="809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2" y="2482"/>
                    <a:pt x="752" y="2490"/>
                    <a:pt x="687" y="2490"/>
                  </a:cubicBezTo>
                  <a:cubicBezTo>
                    <a:pt x="631" y="2498"/>
                    <a:pt x="631" y="2498"/>
                    <a:pt x="687" y="2498"/>
                  </a:cubicBezTo>
                  <a:cubicBezTo>
                    <a:pt x="631" y="2498"/>
                    <a:pt x="566" y="2506"/>
                    <a:pt x="623" y="2506"/>
                  </a:cubicBezTo>
                  <a:cubicBezTo>
                    <a:pt x="623" y="2506"/>
                    <a:pt x="623" y="2510"/>
                    <a:pt x="642" y="2510"/>
                  </a:cubicBezTo>
                  <a:cubicBezTo>
                    <a:pt x="651" y="2510"/>
                    <a:pt x="666" y="2509"/>
                    <a:pt x="687" y="2506"/>
                  </a:cubicBezTo>
                  <a:lnTo>
                    <a:pt x="801" y="2514"/>
                  </a:lnTo>
                  <a:cubicBezTo>
                    <a:pt x="828" y="2514"/>
                    <a:pt x="855" y="2511"/>
                    <a:pt x="882" y="2511"/>
                  </a:cubicBezTo>
                  <a:cubicBezTo>
                    <a:pt x="896" y="2511"/>
                    <a:pt x="909" y="2511"/>
                    <a:pt x="923" y="2514"/>
                  </a:cubicBezTo>
                  <a:cubicBezTo>
                    <a:pt x="987" y="2514"/>
                    <a:pt x="923" y="2522"/>
                    <a:pt x="744" y="2530"/>
                  </a:cubicBezTo>
                  <a:lnTo>
                    <a:pt x="623" y="2538"/>
                  </a:lnTo>
                  <a:lnTo>
                    <a:pt x="679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79" y="2547"/>
                  </a:lnTo>
                  <a:cubicBezTo>
                    <a:pt x="801" y="2547"/>
                    <a:pt x="801" y="2547"/>
                    <a:pt x="736" y="2555"/>
                  </a:cubicBezTo>
                  <a:cubicBezTo>
                    <a:pt x="623" y="2555"/>
                    <a:pt x="615" y="2555"/>
                    <a:pt x="736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79" y="2571"/>
                  </a:lnTo>
                  <a:cubicBezTo>
                    <a:pt x="793" y="2571"/>
                    <a:pt x="793" y="2571"/>
                    <a:pt x="736" y="2579"/>
                  </a:cubicBezTo>
                  <a:cubicBezTo>
                    <a:pt x="679" y="2579"/>
                    <a:pt x="679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5" y="2611"/>
                    <a:pt x="615" y="2611"/>
                    <a:pt x="671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06" y="2620"/>
                    <a:pt x="971" y="2628"/>
                  </a:cubicBezTo>
                  <a:lnTo>
                    <a:pt x="1093" y="2628"/>
                  </a:lnTo>
                  <a:lnTo>
                    <a:pt x="1150" y="2620"/>
                  </a:lnTo>
                  <a:cubicBezTo>
                    <a:pt x="971" y="2620"/>
                    <a:pt x="971" y="2620"/>
                    <a:pt x="1093" y="2611"/>
                  </a:cubicBezTo>
                  <a:lnTo>
                    <a:pt x="1214" y="2611"/>
                  </a:lnTo>
                  <a:cubicBezTo>
                    <a:pt x="1214" y="2603"/>
                    <a:pt x="1214" y="2603"/>
                    <a:pt x="1271" y="2603"/>
                  </a:cubicBezTo>
                  <a:cubicBezTo>
                    <a:pt x="1312" y="2603"/>
                    <a:pt x="1352" y="2603"/>
                    <a:pt x="1393" y="2595"/>
                  </a:cubicBezTo>
                  <a:lnTo>
                    <a:pt x="1336" y="2595"/>
                  </a:lnTo>
                  <a:cubicBezTo>
                    <a:pt x="1271" y="2595"/>
                    <a:pt x="1271" y="2595"/>
                    <a:pt x="1393" y="2587"/>
                  </a:cubicBezTo>
                  <a:lnTo>
                    <a:pt x="1336" y="2587"/>
                  </a:lnTo>
                  <a:cubicBezTo>
                    <a:pt x="1214" y="2587"/>
                    <a:pt x="1214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2" y="2567"/>
                    <a:pt x="1255" y="2567"/>
                  </a:cubicBezTo>
                  <a:cubicBezTo>
                    <a:pt x="1242" y="2567"/>
                    <a:pt x="1228" y="2568"/>
                    <a:pt x="1214" y="2571"/>
                  </a:cubicBezTo>
                  <a:cubicBezTo>
                    <a:pt x="1101" y="2571"/>
                    <a:pt x="1101" y="2571"/>
                    <a:pt x="1158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44" y="2555"/>
                    <a:pt x="1344" y="2547"/>
                    <a:pt x="1279" y="2547"/>
                  </a:cubicBezTo>
                  <a:lnTo>
                    <a:pt x="1344" y="2547"/>
                  </a:lnTo>
                  <a:cubicBezTo>
                    <a:pt x="1344" y="2547"/>
                    <a:pt x="1344" y="2538"/>
                    <a:pt x="1401" y="2530"/>
                  </a:cubicBezTo>
                  <a:cubicBezTo>
                    <a:pt x="1444" y="2530"/>
                    <a:pt x="1405" y="2523"/>
                    <a:pt x="1337" y="2523"/>
                  </a:cubicBezTo>
                  <a:cubicBezTo>
                    <a:pt x="1304" y="2523"/>
                    <a:pt x="1263" y="2525"/>
                    <a:pt x="1223" y="2530"/>
                  </a:cubicBezTo>
                  <a:lnTo>
                    <a:pt x="1223" y="2522"/>
                  </a:lnTo>
                  <a:lnTo>
                    <a:pt x="1166" y="2522"/>
                  </a:lnTo>
                  <a:cubicBezTo>
                    <a:pt x="1101" y="2522"/>
                    <a:pt x="1101" y="2514"/>
                    <a:pt x="1109" y="2514"/>
                  </a:cubicBezTo>
                  <a:lnTo>
                    <a:pt x="1223" y="2514"/>
                  </a:lnTo>
                  <a:cubicBezTo>
                    <a:pt x="1401" y="2514"/>
                    <a:pt x="1466" y="2514"/>
                    <a:pt x="1287" y="2506"/>
                  </a:cubicBezTo>
                  <a:lnTo>
                    <a:pt x="1344" y="2506"/>
                  </a:lnTo>
                  <a:cubicBezTo>
                    <a:pt x="1401" y="2506"/>
                    <a:pt x="1409" y="2506"/>
                    <a:pt x="1344" y="2498"/>
                  </a:cubicBezTo>
                  <a:cubicBezTo>
                    <a:pt x="1344" y="2498"/>
                    <a:pt x="1231" y="2490"/>
                    <a:pt x="1166" y="2490"/>
                  </a:cubicBezTo>
                  <a:cubicBezTo>
                    <a:pt x="1287" y="2490"/>
                    <a:pt x="1287" y="2482"/>
                    <a:pt x="1174" y="2482"/>
                  </a:cubicBezTo>
                  <a:lnTo>
                    <a:pt x="1231" y="2482"/>
                  </a:lnTo>
                  <a:cubicBezTo>
                    <a:pt x="1287" y="2482"/>
                    <a:pt x="1352" y="2474"/>
                    <a:pt x="1296" y="2457"/>
                  </a:cubicBezTo>
                  <a:cubicBezTo>
                    <a:pt x="1296" y="2449"/>
                    <a:pt x="1296" y="2441"/>
                    <a:pt x="1352" y="2441"/>
                  </a:cubicBezTo>
                  <a:cubicBezTo>
                    <a:pt x="1417" y="2441"/>
                    <a:pt x="1296" y="2425"/>
                    <a:pt x="1182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304" y="2401"/>
                  </a:cubicBezTo>
                  <a:cubicBezTo>
                    <a:pt x="1182" y="2393"/>
                    <a:pt x="1239" y="2384"/>
                    <a:pt x="1360" y="2384"/>
                  </a:cubicBezTo>
                  <a:cubicBezTo>
                    <a:pt x="1425" y="2384"/>
                    <a:pt x="1425" y="2384"/>
                    <a:pt x="1425" y="2376"/>
                  </a:cubicBezTo>
                  <a:cubicBezTo>
                    <a:pt x="1360" y="2376"/>
                    <a:pt x="1360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33" y="2336"/>
                    <a:pt x="1190" y="2336"/>
                  </a:cubicBezTo>
                  <a:cubicBezTo>
                    <a:pt x="1206" y="2336"/>
                    <a:pt x="1231" y="2336"/>
                    <a:pt x="1247" y="2328"/>
                  </a:cubicBezTo>
                  <a:cubicBezTo>
                    <a:pt x="1247" y="2328"/>
                    <a:pt x="1255" y="2320"/>
                    <a:pt x="1312" y="2320"/>
                  </a:cubicBezTo>
                  <a:cubicBezTo>
                    <a:pt x="1312" y="2320"/>
                    <a:pt x="1369" y="2320"/>
                    <a:pt x="1369" y="2311"/>
                  </a:cubicBezTo>
                  <a:cubicBezTo>
                    <a:pt x="1369" y="2311"/>
                    <a:pt x="1377" y="2303"/>
                    <a:pt x="1433" y="2303"/>
                  </a:cubicBezTo>
                  <a:cubicBezTo>
                    <a:pt x="1433" y="2295"/>
                    <a:pt x="1433" y="2295"/>
                    <a:pt x="1377" y="2295"/>
                  </a:cubicBezTo>
                  <a:cubicBezTo>
                    <a:pt x="1312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55" y="2271"/>
                  </a:cubicBezTo>
                  <a:cubicBezTo>
                    <a:pt x="1255" y="2263"/>
                    <a:pt x="1255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3" y="2255"/>
                    <a:pt x="1263" y="2247"/>
                    <a:pt x="1320" y="2247"/>
                  </a:cubicBezTo>
                  <a:cubicBezTo>
                    <a:pt x="1320" y="2247"/>
                    <a:pt x="1320" y="2247"/>
                    <a:pt x="1263" y="2238"/>
                  </a:cubicBezTo>
                  <a:cubicBezTo>
                    <a:pt x="1206" y="2238"/>
                    <a:pt x="1206" y="2238"/>
                    <a:pt x="1263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63" y="2214"/>
                    <a:pt x="1271" y="2182"/>
                    <a:pt x="1328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5" y="2174"/>
                    <a:pt x="1343" y="2167"/>
                    <a:pt x="1238" y="2166"/>
                  </a:cubicBezTo>
                  <a:lnTo>
                    <a:pt x="1238" y="2166"/>
                  </a:lnTo>
                  <a:cubicBezTo>
                    <a:pt x="1248" y="2166"/>
                    <a:pt x="1259" y="2165"/>
                    <a:pt x="1271" y="2165"/>
                  </a:cubicBezTo>
                  <a:cubicBezTo>
                    <a:pt x="1393" y="2165"/>
                    <a:pt x="1393" y="2165"/>
                    <a:pt x="1279" y="2157"/>
                  </a:cubicBezTo>
                  <a:cubicBezTo>
                    <a:pt x="1158" y="2157"/>
                    <a:pt x="1158" y="2149"/>
                    <a:pt x="1279" y="2149"/>
                  </a:cubicBezTo>
                  <a:cubicBezTo>
                    <a:pt x="1036" y="2141"/>
                    <a:pt x="979" y="2133"/>
                    <a:pt x="1223" y="2133"/>
                  </a:cubicBezTo>
                  <a:cubicBezTo>
                    <a:pt x="1279" y="2133"/>
                    <a:pt x="1336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6" y="2121"/>
                    <a:pt x="1293" y="2122"/>
                    <a:pt x="1279" y="2125"/>
                  </a:cubicBezTo>
                  <a:cubicBezTo>
                    <a:pt x="1158" y="2125"/>
                    <a:pt x="1158" y="2125"/>
                    <a:pt x="1279" y="2117"/>
                  </a:cubicBezTo>
                  <a:cubicBezTo>
                    <a:pt x="1466" y="2109"/>
                    <a:pt x="1466" y="2101"/>
                    <a:pt x="1344" y="2093"/>
                  </a:cubicBezTo>
                  <a:cubicBezTo>
                    <a:pt x="1261" y="2081"/>
                    <a:pt x="1239" y="2073"/>
                    <a:pt x="1277" y="2073"/>
                  </a:cubicBezTo>
                  <a:cubicBezTo>
                    <a:pt x="1292" y="2073"/>
                    <a:pt x="1314" y="2074"/>
                    <a:pt x="1344" y="2076"/>
                  </a:cubicBezTo>
                  <a:cubicBezTo>
                    <a:pt x="1405" y="2080"/>
                    <a:pt x="1435" y="2082"/>
                    <a:pt x="1444" y="2082"/>
                  </a:cubicBezTo>
                  <a:cubicBezTo>
                    <a:pt x="1452" y="2082"/>
                    <a:pt x="1437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86" y="2060"/>
                    <a:pt x="1364" y="2058"/>
                    <a:pt x="1341" y="2057"/>
                  </a:cubicBezTo>
                  <a:lnTo>
                    <a:pt x="1341" y="2057"/>
                  </a:lnTo>
                  <a:cubicBezTo>
                    <a:pt x="1425" y="2052"/>
                    <a:pt x="1454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96" y="2028"/>
                  </a:cubicBezTo>
                  <a:cubicBezTo>
                    <a:pt x="1231" y="2028"/>
                    <a:pt x="1296" y="2020"/>
                    <a:pt x="1352" y="2020"/>
                  </a:cubicBezTo>
                  <a:cubicBezTo>
                    <a:pt x="1417" y="2020"/>
                    <a:pt x="1474" y="2011"/>
                    <a:pt x="1417" y="2011"/>
                  </a:cubicBezTo>
                  <a:cubicBezTo>
                    <a:pt x="1352" y="2011"/>
                    <a:pt x="1296" y="2011"/>
                    <a:pt x="1239" y="2003"/>
                  </a:cubicBezTo>
                  <a:cubicBezTo>
                    <a:pt x="1196" y="2003"/>
                    <a:pt x="1210" y="2000"/>
                    <a:pt x="1241" y="2000"/>
                  </a:cubicBezTo>
                  <a:cubicBezTo>
                    <a:pt x="1257" y="2000"/>
                    <a:pt x="1277" y="2001"/>
                    <a:pt x="1296" y="2003"/>
                  </a:cubicBezTo>
                  <a:cubicBezTo>
                    <a:pt x="1336" y="2003"/>
                    <a:pt x="1377" y="2003"/>
                    <a:pt x="1417" y="1995"/>
                  </a:cubicBezTo>
                  <a:cubicBezTo>
                    <a:pt x="1417" y="1995"/>
                    <a:pt x="1417" y="1987"/>
                    <a:pt x="1360" y="1987"/>
                  </a:cubicBezTo>
                  <a:cubicBezTo>
                    <a:pt x="1304" y="1987"/>
                    <a:pt x="1304" y="1971"/>
                    <a:pt x="1360" y="1963"/>
                  </a:cubicBezTo>
                  <a:lnTo>
                    <a:pt x="1360" y="1955"/>
                  </a:lnTo>
                  <a:cubicBezTo>
                    <a:pt x="1360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04" y="1938"/>
                  </a:cubicBezTo>
                  <a:cubicBezTo>
                    <a:pt x="1190" y="1930"/>
                    <a:pt x="1190" y="1930"/>
                    <a:pt x="1312" y="1930"/>
                  </a:cubicBezTo>
                  <a:cubicBezTo>
                    <a:pt x="1247" y="1922"/>
                    <a:pt x="1247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0" y="1914"/>
                    <a:pt x="1133" y="1906"/>
                    <a:pt x="1255" y="1906"/>
                  </a:cubicBezTo>
                  <a:cubicBezTo>
                    <a:pt x="1255" y="1906"/>
                    <a:pt x="1255" y="1906"/>
                    <a:pt x="1190" y="1898"/>
                  </a:cubicBezTo>
                  <a:cubicBezTo>
                    <a:pt x="1312" y="1890"/>
                    <a:pt x="1312" y="1890"/>
                    <a:pt x="1190" y="1890"/>
                  </a:cubicBezTo>
                  <a:cubicBezTo>
                    <a:pt x="1190" y="1890"/>
                    <a:pt x="1133" y="1882"/>
                    <a:pt x="1198" y="1882"/>
                  </a:cubicBezTo>
                  <a:cubicBezTo>
                    <a:pt x="1255" y="1874"/>
                    <a:pt x="1320" y="1857"/>
                    <a:pt x="1198" y="1857"/>
                  </a:cubicBezTo>
                  <a:lnTo>
                    <a:pt x="1198" y="1849"/>
                  </a:lnTo>
                  <a:cubicBezTo>
                    <a:pt x="1263" y="1849"/>
                    <a:pt x="1263" y="1841"/>
                    <a:pt x="1198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3" y="1833"/>
                  </a:cubicBezTo>
                  <a:cubicBezTo>
                    <a:pt x="1263" y="1825"/>
                    <a:pt x="1263" y="1825"/>
                    <a:pt x="1206" y="1825"/>
                  </a:cubicBezTo>
                  <a:cubicBezTo>
                    <a:pt x="1185" y="1828"/>
                    <a:pt x="1170" y="1829"/>
                    <a:pt x="1161" y="1829"/>
                  </a:cubicBezTo>
                  <a:cubicBezTo>
                    <a:pt x="1142" y="1829"/>
                    <a:pt x="1142" y="1825"/>
                    <a:pt x="1142" y="1825"/>
                  </a:cubicBezTo>
                  <a:cubicBezTo>
                    <a:pt x="1182" y="1817"/>
                    <a:pt x="1223" y="1817"/>
                    <a:pt x="1263" y="1817"/>
                  </a:cubicBezTo>
                  <a:cubicBezTo>
                    <a:pt x="1242" y="1817"/>
                    <a:pt x="1225" y="1817"/>
                    <a:pt x="1211" y="1816"/>
                  </a:cubicBezTo>
                  <a:lnTo>
                    <a:pt x="1211" y="1816"/>
                  </a:lnTo>
                  <a:cubicBezTo>
                    <a:pt x="1263" y="1809"/>
                    <a:pt x="1263" y="1809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7" y="1789"/>
                    <a:pt x="1250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2"/>
            <p:cNvSpPr/>
            <p:nvPr/>
          </p:nvSpPr>
          <p:spPr>
            <a:xfrm>
              <a:off x="8466047" y="1800052"/>
              <a:ext cx="42335" cy="45300"/>
            </a:xfrm>
            <a:custGeom>
              <a:avLst/>
              <a:gdLst/>
              <a:ahLst/>
              <a:cxnLst/>
              <a:rect l="l" t="t" r="r" b="b"/>
              <a:pathLst>
                <a:path w="2456" h="2628" extrusionOk="0">
                  <a:moveTo>
                    <a:pt x="721" y="19"/>
                  </a:moveTo>
                  <a:cubicBezTo>
                    <a:pt x="751" y="19"/>
                    <a:pt x="810" y="21"/>
                    <a:pt x="866" y="25"/>
                  </a:cubicBezTo>
                  <a:cubicBezTo>
                    <a:pt x="853" y="28"/>
                    <a:pt x="839" y="29"/>
                    <a:pt x="826" y="29"/>
                  </a:cubicBezTo>
                  <a:cubicBezTo>
                    <a:pt x="800" y="29"/>
                    <a:pt x="774" y="25"/>
                    <a:pt x="753" y="25"/>
                  </a:cubicBezTo>
                  <a:cubicBezTo>
                    <a:pt x="692" y="21"/>
                    <a:pt x="692" y="19"/>
                    <a:pt x="721" y="19"/>
                  </a:cubicBezTo>
                  <a:close/>
                  <a:moveTo>
                    <a:pt x="810" y="455"/>
                  </a:moveTo>
                  <a:cubicBezTo>
                    <a:pt x="850" y="455"/>
                    <a:pt x="883" y="455"/>
                    <a:pt x="923" y="463"/>
                  </a:cubicBezTo>
                  <a:cubicBezTo>
                    <a:pt x="866" y="463"/>
                    <a:pt x="810" y="463"/>
                    <a:pt x="745" y="455"/>
                  </a:cubicBezTo>
                  <a:close/>
                  <a:moveTo>
                    <a:pt x="1093" y="560"/>
                  </a:moveTo>
                  <a:cubicBezTo>
                    <a:pt x="1093" y="560"/>
                    <a:pt x="1150" y="568"/>
                    <a:pt x="1093" y="568"/>
                  </a:cubicBezTo>
                  <a:lnTo>
                    <a:pt x="1028" y="568"/>
                  </a:lnTo>
                  <a:cubicBezTo>
                    <a:pt x="972" y="560"/>
                    <a:pt x="915" y="560"/>
                    <a:pt x="972" y="560"/>
                  </a:cubicBezTo>
                  <a:close/>
                  <a:moveTo>
                    <a:pt x="1012" y="682"/>
                  </a:moveTo>
                  <a:cubicBezTo>
                    <a:pt x="1037" y="682"/>
                    <a:pt x="1053" y="682"/>
                    <a:pt x="1069" y="690"/>
                  </a:cubicBezTo>
                  <a:lnTo>
                    <a:pt x="956" y="690"/>
                  </a:lnTo>
                  <a:cubicBezTo>
                    <a:pt x="972" y="682"/>
                    <a:pt x="996" y="682"/>
                    <a:pt x="1012" y="682"/>
                  </a:cubicBezTo>
                  <a:close/>
                  <a:moveTo>
                    <a:pt x="1126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61" y="724"/>
                  </a:moveTo>
                  <a:cubicBezTo>
                    <a:pt x="1154" y="724"/>
                    <a:pt x="1154" y="726"/>
                    <a:pt x="1183" y="730"/>
                  </a:cubicBezTo>
                  <a:cubicBezTo>
                    <a:pt x="1183" y="726"/>
                    <a:pt x="1168" y="724"/>
                    <a:pt x="1161" y="724"/>
                  </a:cubicBezTo>
                  <a:close/>
                  <a:moveTo>
                    <a:pt x="1126" y="747"/>
                  </a:moveTo>
                  <a:lnTo>
                    <a:pt x="1061" y="755"/>
                  </a:lnTo>
                  <a:lnTo>
                    <a:pt x="1061" y="747"/>
                  </a:lnTo>
                  <a:close/>
                  <a:moveTo>
                    <a:pt x="1061" y="763"/>
                  </a:moveTo>
                  <a:cubicBezTo>
                    <a:pt x="1089" y="767"/>
                    <a:pt x="1103" y="767"/>
                    <a:pt x="1111" y="767"/>
                  </a:cubicBezTo>
                  <a:cubicBezTo>
                    <a:pt x="1118" y="767"/>
                    <a:pt x="1118" y="767"/>
                    <a:pt x="1118" y="771"/>
                  </a:cubicBezTo>
                  <a:cubicBezTo>
                    <a:pt x="1118" y="775"/>
                    <a:pt x="1118" y="777"/>
                    <a:pt x="1111" y="777"/>
                  </a:cubicBezTo>
                  <a:cubicBezTo>
                    <a:pt x="1103" y="777"/>
                    <a:pt x="1089" y="775"/>
                    <a:pt x="1061" y="771"/>
                  </a:cubicBezTo>
                  <a:cubicBezTo>
                    <a:pt x="1004" y="771"/>
                    <a:pt x="1004" y="763"/>
                    <a:pt x="1061" y="763"/>
                  </a:cubicBezTo>
                  <a:close/>
                  <a:moveTo>
                    <a:pt x="700" y="789"/>
                  </a:moveTo>
                  <a:cubicBezTo>
                    <a:pt x="720" y="789"/>
                    <a:pt x="741" y="791"/>
                    <a:pt x="761" y="795"/>
                  </a:cubicBezTo>
                  <a:lnTo>
                    <a:pt x="639" y="795"/>
                  </a:lnTo>
                  <a:cubicBezTo>
                    <a:pt x="660" y="791"/>
                    <a:pt x="680" y="789"/>
                    <a:pt x="700" y="789"/>
                  </a:cubicBezTo>
                  <a:close/>
                  <a:moveTo>
                    <a:pt x="810" y="828"/>
                  </a:moveTo>
                  <a:lnTo>
                    <a:pt x="753" y="836"/>
                  </a:lnTo>
                  <a:cubicBezTo>
                    <a:pt x="688" y="836"/>
                    <a:pt x="696" y="828"/>
                    <a:pt x="696" y="82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34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8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4" y="1225"/>
                    <a:pt x="1093" y="1225"/>
                    <a:pt x="1053" y="1217"/>
                  </a:cubicBezTo>
                  <a:cubicBezTo>
                    <a:pt x="1053" y="1209"/>
                    <a:pt x="1053" y="1209"/>
                    <a:pt x="1118" y="1209"/>
                  </a:cubicBezTo>
                  <a:close/>
                  <a:moveTo>
                    <a:pt x="656" y="1468"/>
                  </a:moveTo>
                  <a:lnTo>
                    <a:pt x="656" y="1476"/>
                  </a:lnTo>
                  <a:lnTo>
                    <a:pt x="777" y="1476"/>
                  </a:lnTo>
                  <a:cubicBezTo>
                    <a:pt x="737" y="1468"/>
                    <a:pt x="696" y="1468"/>
                    <a:pt x="656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23" y="1"/>
                  </a:moveTo>
                  <a:cubicBezTo>
                    <a:pt x="842" y="1"/>
                    <a:pt x="769" y="1"/>
                    <a:pt x="688" y="9"/>
                  </a:cubicBezTo>
                  <a:cubicBezTo>
                    <a:pt x="623" y="25"/>
                    <a:pt x="566" y="33"/>
                    <a:pt x="680" y="33"/>
                  </a:cubicBezTo>
                  <a:lnTo>
                    <a:pt x="745" y="33"/>
                  </a:lnTo>
                  <a:cubicBezTo>
                    <a:pt x="720" y="41"/>
                    <a:pt x="704" y="41"/>
                    <a:pt x="680" y="41"/>
                  </a:cubicBezTo>
                  <a:cubicBezTo>
                    <a:pt x="623" y="41"/>
                    <a:pt x="615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42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34" y="203"/>
                    <a:pt x="534" y="212"/>
                  </a:cubicBezTo>
                  <a:cubicBezTo>
                    <a:pt x="599" y="220"/>
                    <a:pt x="591" y="220"/>
                    <a:pt x="591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1" y="244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85"/>
                    <a:pt x="583" y="285"/>
                  </a:cubicBezTo>
                  <a:cubicBezTo>
                    <a:pt x="623" y="285"/>
                    <a:pt x="664" y="285"/>
                    <a:pt x="704" y="293"/>
                  </a:cubicBezTo>
                  <a:lnTo>
                    <a:pt x="583" y="293"/>
                  </a:lnTo>
                  <a:cubicBezTo>
                    <a:pt x="554" y="289"/>
                    <a:pt x="540" y="287"/>
                    <a:pt x="533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3" y="301"/>
                    <a:pt x="583" y="317"/>
                    <a:pt x="574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96" y="374"/>
                    <a:pt x="688" y="374"/>
                    <a:pt x="631" y="390"/>
                  </a:cubicBezTo>
                  <a:cubicBezTo>
                    <a:pt x="445" y="406"/>
                    <a:pt x="445" y="406"/>
                    <a:pt x="510" y="406"/>
                  </a:cubicBezTo>
                  <a:lnTo>
                    <a:pt x="631" y="406"/>
                  </a:lnTo>
                  <a:cubicBezTo>
                    <a:pt x="745" y="406"/>
                    <a:pt x="745" y="406"/>
                    <a:pt x="631" y="414"/>
                  </a:cubicBezTo>
                  <a:cubicBezTo>
                    <a:pt x="510" y="414"/>
                    <a:pt x="558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0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15" y="520"/>
                    <a:pt x="550" y="536"/>
                    <a:pt x="493" y="536"/>
                  </a:cubicBezTo>
                  <a:lnTo>
                    <a:pt x="485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42" y="568"/>
                    <a:pt x="542" y="568"/>
                    <a:pt x="607" y="568"/>
                  </a:cubicBezTo>
                  <a:cubicBezTo>
                    <a:pt x="620" y="566"/>
                    <a:pt x="634" y="565"/>
                    <a:pt x="647" y="565"/>
                  </a:cubicBezTo>
                  <a:cubicBezTo>
                    <a:pt x="674" y="565"/>
                    <a:pt x="699" y="568"/>
                    <a:pt x="720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599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6" y="625"/>
                    <a:pt x="656" y="625"/>
                    <a:pt x="599" y="625"/>
                  </a:cubicBezTo>
                  <a:cubicBezTo>
                    <a:pt x="534" y="625"/>
                    <a:pt x="534" y="641"/>
                    <a:pt x="591" y="649"/>
                  </a:cubicBezTo>
                  <a:cubicBezTo>
                    <a:pt x="469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26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83" y="698"/>
                    <a:pt x="583" y="698"/>
                    <a:pt x="583" y="706"/>
                  </a:cubicBezTo>
                  <a:cubicBezTo>
                    <a:pt x="583" y="706"/>
                    <a:pt x="583" y="714"/>
                    <a:pt x="647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3" y="714"/>
                  </a:cubicBezTo>
                  <a:cubicBezTo>
                    <a:pt x="526" y="714"/>
                    <a:pt x="526" y="722"/>
                    <a:pt x="639" y="730"/>
                  </a:cubicBezTo>
                  <a:cubicBezTo>
                    <a:pt x="601" y="730"/>
                    <a:pt x="564" y="727"/>
                    <a:pt x="559" y="727"/>
                  </a:cubicBezTo>
                  <a:lnTo>
                    <a:pt x="559" y="727"/>
                  </a:lnTo>
                  <a:cubicBezTo>
                    <a:pt x="557" y="727"/>
                    <a:pt x="564" y="728"/>
                    <a:pt x="583" y="730"/>
                  </a:cubicBezTo>
                  <a:cubicBezTo>
                    <a:pt x="583" y="730"/>
                    <a:pt x="583" y="739"/>
                    <a:pt x="639" y="739"/>
                  </a:cubicBezTo>
                  <a:lnTo>
                    <a:pt x="639" y="747"/>
                  </a:lnTo>
                  <a:cubicBezTo>
                    <a:pt x="583" y="755"/>
                    <a:pt x="583" y="755"/>
                    <a:pt x="574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9"/>
                    <a:pt x="631" y="779"/>
                  </a:cubicBezTo>
                  <a:lnTo>
                    <a:pt x="574" y="779"/>
                  </a:lnTo>
                  <a:cubicBezTo>
                    <a:pt x="631" y="787"/>
                    <a:pt x="631" y="787"/>
                    <a:pt x="631" y="787"/>
                  </a:cubicBezTo>
                  <a:cubicBezTo>
                    <a:pt x="574" y="787"/>
                    <a:pt x="566" y="820"/>
                    <a:pt x="566" y="844"/>
                  </a:cubicBezTo>
                  <a:cubicBezTo>
                    <a:pt x="607" y="852"/>
                    <a:pt x="647" y="852"/>
                    <a:pt x="688" y="852"/>
                  </a:cubicBezTo>
                  <a:cubicBezTo>
                    <a:pt x="501" y="852"/>
                    <a:pt x="501" y="860"/>
                    <a:pt x="680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58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1" y="901"/>
                    <a:pt x="558" y="917"/>
                    <a:pt x="672" y="917"/>
                  </a:cubicBezTo>
                  <a:cubicBezTo>
                    <a:pt x="793" y="925"/>
                    <a:pt x="793" y="925"/>
                    <a:pt x="737" y="925"/>
                  </a:cubicBezTo>
                  <a:cubicBezTo>
                    <a:pt x="715" y="922"/>
                    <a:pt x="701" y="921"/>
                    <a:pt x="691" y="921"/>
                  </a:cubicBezTo>
                  <a:cubicBezTo>
                    <a:pt x="672" y="921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9"/>
                    <a:pt x="728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64" y="974"/>
                  </a:lnTo>
                  <a:cubicBezTo>
                    <a:pt x="785" y="974"/>
                    <a:pt x="728" y="990"/>
                    <a:pt x="607" y="990"/>
                  </a:cubicBezTo>
                  <a:lnTo>
                    <a:pt x="720" y="990"/>
                  </a:lnTo>
                  <a:cubicBezTo>
                    <a:pt x="720" y="998"/>
                    <a:pt x="720" y="998"/>
                    <a:pt x="664" y="998"/>
                  </a:cubicBezTo>
                  <a:cubicBezTo>
                    <a:pt x="599" y="998"/>
                    <a:pt x="542" y="1006"/>
                    <a:pt x="599" y="1006"/>
                  </a:cubicBezTo>
                  <a:cubicBezTo>
                    <a:pt x="599" y="1006"/>
                    <a:pt x="599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34" y="1039"/>
                    <a:pt x="599" y="1039"/>
                  </a:cubicBezTo>
                  <a:cubicBezTo>
                    <a:pt x="599" y="1047"/>
                    <a:pt x="599" y="1055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lnTo>
                    <a:pt x="591" y="1063"/>
                  </a:lnTo>
                  <a:cubicBezTo>
                    <a:pt x="656" y="1063"/>
                    <a:pt x="656" y="1063"/>
                    <a:pt x="656" y="1071"/>
                  </a:cubicBezTo>
                  <a:cubicBezTo>
                    <a:pt x="656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1" y="1103"/>
                    <a:pt x="591" y="1120"/>
                  </a:cubicBezTo>
                  <a:cubicBezTo>
                    <a:pt x="583" y="1128"/>
                    <a:pt x="583" y="1128"/>
                    <a:pt x="647" y="1128"/>
                  </a:cubicBezTo>
                  <a:cubicBezTo>
                    <a:pt x="526" y="1136"/>
                    <a:pt x="526" y="1144"/>
                    <a:pt x="583" y="1144"/>
                  </a:cubicBezTo>
                  <a:lnTo>
                    <a:pt x="639" y="1144"/>
                  </a:lnTo>
                  <a:cubicBezTo>
                    <a:pt x="583" y="1144"/>
                    <a:pt x="583" y="1152"/>
                    <a:pt x="639" y="1160"/>
                  </a:cubicBezTo>
                  <a:lnTo>
                    <a:pt x="583" y="1160"/>
                  </a:lnTo>
                  <a:lnTo>
                    <a:pt x="583" y="1168"/>
                  </a:lnTo>
                  <a:cubicBezTo>
                    <a:pt x="696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9" y="1201"/>
                  </a:cubicBezTo>
                  <a:cubicBezTo>
                    <a:pt x="753" y="1201"/>
                    <a:pt x="753" y="1209"/>
                    <a:pt x="631" y="1209"/>
                  </a:cubicBezTo>
                  <a:cubicBezTo>
                    <a:pt x="696" y="1209"/>
                    <a:pt x="688" y="1225"/>
                    <a:pt x="574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8" y="1253"/>
                    <a:pt x="614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7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5" y="1333"/>
                    <a:pt x="1042" y="1428"/>
                  </a:cubicBezTo>
                  <a:lnTo>
                    <a:pt x="1042" y="1428"/>
                  </a:lnTo>
                  <a:cubicBezTo>
                    <a:pt x="1035" y="1428"/>
                    <a:pt x="1028" y="1428"/>
                    <a:pt x="1020" y="1428"/>
                  </a:cubicBezTo>
                  <a:lnTo>
                    <a:pt x="1020" y="1436"/>
                  </a:lnTo>
                  <a:lnTo>
                    <a:pt x="1049" y="1436"/>
                  </a:lnTo>
                  <a:cubicBezTo>
                    <a:pt x="1047" y="1433"/>
                    <a:pt x="1045" y="1430"/>
                    <a:pt x="1042" y="1428"/>
                  </a:cubicBezTo>
                  <a:lnTo>
                    <a:pt x="1042" y="1428"/>
                  </a:lnTo>
                  <a:cubicBezTo>
                    <a:pt x="1076" y="1428"/>
                    <a:pt x="1109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47" y="1525"/>
                  </a:lnTo>
                  <a:cubicBezTo>
                    <a:pt x="1247" y="1528"/>
                    <a:pt x="1235" y="1529"/>
                    <a:pt x="1216" y="1529"/>
                  </a:cubicBezTo>
                  <a:cubicBezTo>
                    <a:pt x="1186" y="1529"/>
                    <a:pt x="1142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3" y="1606"/>
                  </a:lnTo>
                  <a:cubicBezTo>
                    <a:pt x="1132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7" y="1598"/>
                    <a:pt x="1203" y="1599"/>
                    <a:pt x="1239" y="1606"/>
                  </a:cubicBezTo>
                  <a:lnTo>
                    <a:pt x="1133" y="1606"/>
                  </a:lnTo>
                  <a:cubicBezTo>
                    <a:pt x="1133" y="1609"/>
                    <a:pt x="1134" y="1612"/>
                    <a:pt x="1135" y="1615"/>
                  </a:cubicBezTo>
                  <a:lnTo>
                    <a:pt x="1135" y="1615"/>
                  </a:lnTo>
                  <a:cubicBezTo>
                    <a:pt x="1146" y="1614"/>
                    <a:pt x="1159" y="1614"/>
                    <a:pt x="1174" y="1614"/>
                  </a:cubicBezTo>
                  <a:lnTo>
                    <a:pt x="1239" y="1614"/>
                  </a:lnTo>
                  <a:cubicBezTo>
                    <a:pt x="1239" y="1614"/>
                    <a:pt x="1239" y="1606"/>
                    <a:pt x="1296" y="1606"/>
                  </a:cubicBezTo>
                  <a:cubicBezTo>
                    <a:pt x="1418" y="1598"/>
                    <a:pt x="1361" y="1590"/>
                    <a:pt x="1296" y="1590"/>
                  </a:cubicBezTo>
                  <a:cubicBezTo>
                    <a:pt x="1255" y="1593"/>
                    <a:pt x="1236" y="1593"/>
                    <a:pt x="1229" y="1593"/>
                  </a:cubicBezTo>
                  <a:cubicBezTo>
                    <a:pt x="1217" y="1593"/>
                    <a:pt x="1258" y="1590"/>
                    <a:pt x="1296" y="1590"/>
                  </a:cubicBezTo>
                  <a:cubicBezTo>
                    <a:pt x="1361" y="1590"/>
                    <a:pt x="1418" y="1582"/>
                    <a:pt x="1361" y="1582"/>
                  </a:cubicBezTo>
                  <a:cubicBezTo>
                    <a:pt x="1296" y="1582"/>
                    <a:pt x="1239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9" y="1533"/>
                  </a:cubicBezTo>
                  <a:cubicBezTo>
                    <a:pt x="1386" y="1535"/>
                    <a:pt x="1397" y="1536"/>
                    <a:pt x="1404" y="1536"/>
                  </a:cubicBezTo>
                  <a:cubicBezTo>
                    <a:pt x="1421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7" y="1517"/>
                    <a:pt x="1166" y="1517"/>
                    <a:pt x="1134" y="1509"/>
                  </a:cubicBezTo>
                  <a:lnTo>
                    <a:pt x="1247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77" y="1476"/>
                    <a:pt x="1377" y="1460"/>
                    <a:pt x="1255" y="1452"/>
                  </a:cubicBezTo>
                  <a:cubicBezTo>
                    <a:pt x="1199" y="1452"/>
                    <a:pt x="1199" y="1452"/>
                    <a:pt x="1255" y="1444"/>
                  </a:cubicBezTo>
                  <a:lnTo>
                    <a:pt x="1264" y="1444"/>
                  </a:lnTo>
                  <a:cubicBezTo>
                    <a:pt x="1199" y="1436"/>
                    <a:pt x="1264" y="1436"/>
                    <a:pt x="1320" y="1436"/>
                  </a:cubicBezTo>
                  <a:cubicBezTo>
                    <a:pt x="1442" y="1428"/>
                    <a:pt x="1442" y="1428"/>
                    <a:pt x="1385" y="1420"/>
                  </a:cubicBezTo>
                  <a:cubicBezTo>
                    <a:pt x="1320" y="1420"/>
                    <a:pt x="1320" y="1411"/>
                    <a:pt x="1320" y="1411"/>
                  </a:cubicBezTo>
                  <a:cubicBezTo>
                    <a:pt x="1297" y="1406"/>
                    <a:pt x="1270" y="1400"/>
                    <a:pt x="1242" y="1400"/>
                  </a:cubicBezTo>
                  <a:cubicBezTo>
                    <a:pt x="1231" y="1400"/>
                    <a:pt x="1219" y="1401"/>
                    <a:pt x="1207" y="1403"/>
                  </a:cubicBezTo>
                  <a:cubicBezTo>
                    <a:pt x="1186" y="1403"/>
                    <a:pt x="1165" y="1403"/>
                    <a:pt x="1148" y="1401"/>
                  </a:cubicBezTo>
                  <a:lnTo>
                    <a:pt x="1148" y="1401"/>
                  </a:lnTo>
                  <a:cubicBezTo>
                    <a:pt x="1167" y="1401"/>
                    <a:pt x="1187" y="1399"/>
                    <a:pt x="1207" y="1395"/>
                  </a:cubicBezTo>
                  <a:cubicBezTo>
                    <a:pt x="1264" y="1395"/>
                    <a:pt x="1264" y="1387"/>
                    <a:pt x="1264" y="1379"/>
                  </a:cubicBezTo>
                  <a:cubicBezTo>
                    <a:pt x="1272" y="1379"/>
                    <a:pt x="1272" y="1371"/>
                    <a:pt x="1272" y="1371"/>
                  </a:cubicBezTo>
                  <a:cubicBezTo>
                    <a:pt x="1328" y="1363"/>
                    <a:pt x="1328" y="1355"/>
                    <a:pt x="1272" y="1355"/>
                  </a:cubicBezTo>
                  <a:lnTo>
                    <a:pt x="1215" y="1355"/>
                  </a:lnTo>
                  <a:cubicBezTo>
                    <a:pt x="1328" y="1355"/>
                    <a:pt x="1337" y="1322"/>
                    <a:pt x="1215" y="1314"/>
                  </a:cubicBezTo>
                  <a:lnTo>
                    <a:pt x="1280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0" y="1274"/>
                    <a:pt x="1288" y="1266"/>
                    <a:pt x="1223" y="1266"/>
                  </a:cubicBezTo>
                  <a:cubicBezTo>
                    <a:pt x="1223" y="1257"/>
                    <a:pt x="1223" y="1257"/>
                    <a:pt x="1288" y="1257"/>
                  </a:cubicBezTo>
                  <a:cubicBezTo>
                    <a:pt x="1307" y="1260"/>
                    <a:pt x="1319" y="1261"/>
                    <a:pt x="1328" y="1261"/>
                  </a:cubicBezTo>
                  <a:cubicBezTo>
                    <a:pt x="1345" y="1261"/>
                    <a:pt x="1345" y="1257"/>
                    <a:pt x="1345" y="1257"/>
                  </a:cubicBezTo>
                  <a:cubicBezTo>
                    <a:pt x="1304" y="1249"/>
                    <a:pt x="1264" y="1249"/>
                    <a:pt x="1223" y="1249"/>
                  </a:cubicBezTo>
                  <a:cubicBezTo>
                    <a:pt x="1166" y="1249"/>
                    <a:pt x="1166" y="1249"/>
                    <a:pt x="1231" y="1241"/>
                  </a:cubicBezTo>
                  <a:cubicBezTo>
                    <a:pt x="1288" y="1233"/>
                    <a:pt x="1288" y="1225"/>
                    <a:pt x="1231" y="1217"/>
                  </a:cubicBezTo>
                  <a:cubicBezTo>
                    <a:pt x="1231" y="1217"/>
                    <a:pt x="1231" y="1209"/>
                    <a:pt x="1288" y="1209"/>
                  </a:cubicBezTo>
                  <a:cubicBezTo>
                    <a:pt x="1353" y="1209"/>
                    <a:pt x="1410" y="1201"/>
                    <a:pt x="1296" y="1201"/>
                  </a:cubicBezTo>
                  <a:cubicBezTo>
                    <a:pt x="1296" y="1193"/>
                    <a:pt x="1296" y="1193"/>
                    <a:pt x="1353" y="1193"/>
                  </a:cubicBezTo>
                  <a:cubicBezTo>
                    <a:pt x="1418" y="1193"/>
                    <a:pt x="1474" y="1193"/>
                    <a:pt x="1353" y="1184"/>
                  </a:cubicBezTo>
                  <a:cubicBezTo>
                    <a:pt x="1296" y="1184"/>
                    <a:pt x="1296" y="1168"/>
                    <a:pt x="1361" y="1168"/>
                  </a:cubicBezTo>
                  <a:cubicBezTo>
                    <a:pt x="1361" y="1160"/>
                    <a:pt x="1361" y="1160"/>
                    <a:pt x="1296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304" y="1144"/>
                    <a:pt x="1304" y="1144"/>
                    <a:pt x="1304" y="1144"/>
                  </a:cubicBezTo>
                  <a:cubicBezTo>
                    <a:pt x="1304" y="1144"/>
                    <a:pt x="1247" y="1128"/>
                    <a:pt x="1247" y="1111"/>
                  </a:cubicBezTo>
                  <a:cubicBezTo>
                    <a:pt x="1247" y="1087"/>
                    <a:pt x="1255" y="1079"/>
                    <a:pt x="1191" y="1079"/>
                  </a:cubicBezTo>
                  <a:cubicBezTo>
                    <a:pt x="1134" y="1071"/>
                    <a:pt x="1134" y="1071"/>
                    <a:pt x="1191" y="1071"/>
                  </a:cubicBezTo>
                  <a:cubicBezTo>
                    <a:pt x="1255" y="1071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12" y="1047"/>
                    <a:pt x="1312" y="1047"/>
                    <a:pt x="1255" y="1039"/>
                  </a:cubicBezTo>
                  <a:cubicBezTo>
                    <a:pt x="1312" y="1039"/>
                    <a:pt x="1377" y="1030"/>
                    <a:pt x="1320" y="1030"/>
                  </a:cubicBezTo>
                  <a:cubicBezTo>
                    <a:pt x="1255" y="1030"/>
                    <a:pt x="1255" y="1030"/>
                    <a:pt x="1199" y="1022"/>
                  </a:cubicBezTo>
                  <a:cubicBezTo>
                    <a:pt x="1199" y="1022"/>
                    <a:pt x="1199" y="1014"/>
                    <a:pt x="1264" y="1014"/>
                  </a:cubicBezTo>
                  <a:cubicBezTo>
                    <a:pt x="1320" y="1014"/>
                    <a:pt x="1264" y="998"/>
                    <a:pt x="1207" y="998"/>
                  </a:cubicBezTo>
                  <a:cubicBezTo>
                    <a:pt x="1142" y="998"/>
                    <a:pt x="1142" y="990"/>
                    <a:pt x="1207" y="990"/>
                  </a:cubicBezTo>
                  <a:lnTo>
                    <a:pt x="1264" y="990"/>
                  </a:lnTo>
                  <a:cubicBezTo>
                    <a:pt x="1207" y="982"/>
                    <a:pt x="1264" y="982"/>
                    <a:pt x="1320" y="982"/>
                  </a:cubicBezTo>
                  <a:cubicBezTo>
                    <a:pt x="1339" y="984"/>
                    <a:pt x="1353" y="985"/>
                    <a:pt x="1362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28" y="933"/>
                    <a:pt x="1272" y="933"/>
                    <a:pt x="1150" y="925"/>
                  </a:cubicBezTo>
                  <a:lnTo>
                    <a:pt x="1337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0" y="917"/>
                    <a:pt x="1158" y="917"/>
                    <a:pt x="1215" y="909"/>
                  </a:cubicBezTo>
                  <a:cubicBezTo>
                    <a:pt x="1280" y="901"/>
                    <a:pt x="1280" y="901"/>
                    <a:pt x="1215" y="901"/>
                  </a:cubicBezTo>
                  <a:cubicBezTo>
                    <a:pt x="1215" y="893"/>
                    <a:pt x="1215" y="893"/>
                    <a:pt x="1280" y="884"/>
                  </a:cubicBezTo>
                  <a:lnTo>
                    <a:pt x="1215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37" y="876"/>
                    <a:pt x="1345" y="868"/>
                    <a:pt x="1280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88" y="844"/>
                  </a:lnTo>
                  <a:cubicBezTo>
                    <a:pt x="1288" y="836"/>
                    <a:pt x="1288" y="836"/>
                    <a:pt x="1223" y="836"/>
                  </a:cubicBezTo>
                  <a:cubicBezTo>
                    <a:pt x="1110" y="828"/>
                    <a:pt x="1110" y="828"/>
                    <a:pt x="1223" y="828"/>
                  </a:cubicBezTo>
                  <a:cubicBezTo>
                    <a:pt x="1288" y="828"/>
                    <a:pt x="1345" y="828"/>
                    <a:pt x="1288" y="820"/>
                  </a:cubicBezTo>
                  <a:cubicBezTo>
                    <a:pt x="1410" y="820"/>
                    <a:pt x="1410" y="820"/>
                    <a:pt x="1288" y="803"/>
                  </a:cubicBezTo>
                  <a:cubicBezTo>
                    <a:pt x="1288" y="803"/>
                    <a:pt x="1231" y="787"/>
                    <a:pt x="1231" y="779"/>
                  </a:cubicBezTo>
                  <a:cubicBezTo>
                    <a:pt x="1231" y="763"/>
                    <a:pt x="1239" y="763"/>
                    <a:pt x="1296" y="755"/>
                  </a:cubicBezTo>
                  <a:lnTo>
                    <a:pt x="1353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296" y="739"/>
                    <a:pt x="1239" y="730"/>
                    <a:pt x="1183" y="730"/>
                  </a:cubicBezTo>
                  <a:cubicBezTo>
                    <a:pt x="1061" y="730"/>
                    <a:pt x="1061" y="730"/>
                    <a:pt x="1126" y="722"/>
                  </a:cubicBezTo>
                  <a:lnTo>
                    <a:pt x="1239" y="722"/>
                  </a:lnTo>
                  <a:cubicBezTo>
                    <a:pt x="1280" y="722"/>
                    <a:pt x="1320" y="722"/>
                    <a:pt x="1361" y="714"/>
                  </a:cubicBezTo>
                  <a:cubicBezTo>
                    <a:pt x="1361" y="714"/>
                    <a:pt x="1361" y="711"/>
                    <a:pt x="1344" y="711"/>
                  </a:cubicBezTo>
                  <a:cubicBezTo>
                    <a:pt x="1336" y="711"/>
                    <a:pt x="1323" y="712"/>
                    <a:pt x="1304" y="714"/>
                  </a:cubicBezTo>
                  <a:cubicBezTo>
                    <a:pt x="1239" y="714"/>
                    <a:pt x="1239" y="714"/>
                    <a:pt x="1247" y="706"/>
                  </a:cubicBezTo>
                  <a:cubicBezTo>
                    <a:pt x="1247" y="706"/>
                    <a:pt x="1247" y="698"/>
                    <a:pt x="1183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83" y="690"/>
                    <a:pt x="1191" y="682"/>
                    <a:pt x="1191" y="682"/>
                  </a:cubicBezTo>
                  <a:lnTo>
                    <a:pt x="1369" y="682"/>
                  </a:lnTo>
                  <a:cubicBezTo>
                    <a:pt x="1345" y="674"/>
                    <a:pt x="1328" y="674"/>
                    <a:pt x="1304" y="674"/>
                  </a:cubicBezTo>
                  <a:cubicBezTo>
                    <a:pt x="1247" y="674"/>
                    <a:pt x="1255" y="601"/>
                    <a:pt x="1264" y="593"/>
                  </a:cubicBezTo>
                  <a:cubicBezTo>
                    <a:pt x="1304" y="587"/>
                    <a:pt x="1315" y="581"/>
                    <a:pt x="1299" y="581"/>
                  </a:cubicBezTo>
                  <a:cubicBezTo>
                    <a:pt x="1292" y="581"/>
                    <a:pt x="1280" y="582"/>
                    <a:pt x="1264" y="584"/>
                  </a:cubicBezTo>
                  <a:cubicBezTo>
                    <a:pt x="1199" y="584"/>
                    <a:pt x="1207" y="568"/>
                    <a:pt x="1207" y="544"/>
                  </a:cubicBezTo>
                  <a:cubicBezTo>
                    <a:pt x="1207" y="528"/>
                    <a:pt x="1215" y="512"/>
                    <a:pt x="1150" y="512"/>
                  </a:cubicBezTo>
                  <a:lnTo>
                    <a:pt x="1150" y="503"/>
                  </a:lnTo>
                  <a:cubicBezTo>
                    <a:pt x="1158" y="495"/>
                    <a:pt x="1093" y="487"/>
                    <a:pt x="1093" y="487"/>
                  </a:cubicBezTo>
                  <a:cubicBezTo>
                    <a:pt x="1037" y="479"/>
                    <a:pt x="1037" y="479"/>
                    <a:pt x="1093" y="479"/>
                  </a:cubicBezTo>
                  <a:cubicBezTo>
                    <a:pt x="1107" y="482"/>
                    <a:pt x="1120" y="483"/>
                    <a:pt x="1134" y="483"/>
                  </a:cubicBezTo>
                  <a:cubicBezTo>
                    <a:pt x="1161" y="483"/>
                    <a:pt x="1188" y="479"/>
                    <a:pt x="1215" y="479"/>
                  </a:cubicBezTo>
                  <a:cubicBezTo>
                    <a:pt x="1174" y="471"/>
                    <a:pt x="1134" y="471"/>
                    <a:pt x="1101" y="471"/>
                  </a:cubicBezTo>
                  <a:lnTo>
                    <a:pt x="1037" y="471"/>
                  </a:lnTo>
                  <a:cubicBezTo>
                    <a:pt x="1037" y="463"/>
                    <a:pt x="1037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0" y="430"/>
                    <a:pt x="1280" y="430"/>
                    <a:pt x="1166" y="422"/>
                  </a:cubicBezTo>
                  <a:cubicBezTo>
                    <a:pt x="1101" y="422"/>
                    <a:pt x="1101" y="422"/>
                    <a:pt x="1166" y="414"/>
                  </a:cubicBezTo>
                  <a:cubicBezTo>
                    <a:pt x="1223" y="414"/>
                    <a:pt x="1223" y="414"/>
                    <a:pt x="1223" y="406"/>
                  </a:cubicBezTo>
                  <a:cubicBezTo>
                    <a:pt x="1166" y="398"/>
                    <a:pt x="1174" y="382"/>
                    <a:pt x="1174" y="357"/>
                  </a:cubicBezTo>
                  <a:cubicBezTo>
                    <a:pt x="1174" y="325"/>
                    <a:pt x="1183" y="309"/>
                    <a:pt x="1118" y="309"/>
                  </a:cubicBezTo>
                  <a:cubicBezTo>
                    <a:pt x="1118" y="309"/>
                    <a:pt x="1118" y="309"/>
                    <a:pt x="1183" y="301"/>
                  </a:cubicBezTo>
                  <a:cubicBezTo>
                    <a:pt x="1239" y="301"/>
                    <a:pt x="1239" y="301"/>
                    <a:pt x="1126" y="293"/>
                  </a:cubicBezTo>
                  <a:cubicBezTo>
                    <a:pt x="1183" y="293"/>
                    <a:pt x="1183" y="285"/>
                    <a:pt x="1183" y="276"/>
                  </a:cubicBezTo>
                  <a:cubicBezTo>
                    <a:pt x="1191" y="268"/>
                    <a:pt x="1191" y="252"/>
                    <a:pt x="1126" y="252"/>
                  </a:cubicBezTo>
                  <a:cubicBezTo>
                    <a:pt x="1247" y="252"/>
                    <a:pt x="1312" y="236"/>
                    <a:pt x="1191" y="228"/>
                  </a:cubicBezTo>
                  <a:cubicBezTo>
                    <a:pt x="1191" y="228"/>
                    <a:pt x="1191" y="220"/>
                    <a:pt x="1255" y="220"/>
                  </a:cubicBezTo>
                  <a:cubicBezTo>
                    <a:pt x="1255" y="220"/>
                    <a:pt x="1255" y="220"/>
                    <a:pt x="1199" y="203"/>
                  </a:cubicBezTo>
                  <a:cubicBezTo>
                    <a:pt x="1199" y="203"/>
                    <a:pt x="1199" y="195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90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72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37" y="25"/>
                  </a:cubicBezTo>
                  <a:cubicBezTo>
                    <a:pt x="1350" y="28"/>
                    <a:pt x="1364" y="29"/>
                    <a:pt x="1377" y="29"/>
                  </a:cubicBezTo>
                  <a:cubicBezTo>
                    <a:pt x="1404" y="29"/>
                    <a:pt x="1431" y="25"/>
                    <a:pt x="1458" y="25"/>
                  </a:cubicBezTo>
                  <a:cubicBezTo>
                    <a:pt x="1438" y="21"/>
                    <a:pt x="1418" y="19"/>
                    <a:pt x="1398" y="19"/>
                  </a:cubicBezTo>
                  <a:cubicBezTo>
                    <a:pt x="1379" y="19"/>
                    <a:pt x="1361" y="21"/>
                    <a:pt x="1345" y="25"/>
                  </a:cubicBezTo>
                  <a:lnTo>
                    <a:pt x="1345" y="17"/>
                  </a:lnTo>
                  <a:cubicBezTo>
                    <a:pt x="1345" y="17"/>
                    <a:pt x="1345" y="9"/>
                    <a:pt x="1280" y="9"/>
                  </a:cubicBezTo>
                  <a:lnTo>
                    <a:pt x="1223" y="9"/>
                  </a:lnTo>
                  <a:cubicBezTo>
                    <a:pt x="1261" y="9"/>
                    <a:pt x="1248" y="5"/>
                    <a:pt x="1219" y="5"/>
                  </a:cubicBezTo>
                  <a:cubicBezTo>
                    <a:pt x="1204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5" y="1615"/>
                  </a:moveTo>
                  <a:cubicBezTo>
                    <a:pt x="1065" y="1616"/>
                    <a:pt x="1066" y="1621"/>
                    <a:pt x="1137" y="1622"/>
                  </a:cubicBezTo>
                  <a:lnTo>
                    <a:pt x="1137" y="1622"/>
                  </a:lnTo>
                  <a:cubicBezTo>
                    <a:pt x="1136" y="1619"/>
                    <a:pt x="1135" y="1617"/>
                    <a:pt x="1135" y="1615"/>
                  </a:cubicBezTo>
                  <a:close/>
                  <a:moveTo>
                    <a:pt x="704" y="1675"/>
                  </a:moveTo>
                  <a:cubicBezTo>
                    <a:pt x="691" y="1675"/>
                    <a:pt x="664" y="1676"/>
                    <a:pt x="623" y="1679"/>
                  </a:cubicBezTo>
                  <a:cubicBezTo>
                    <a:pt x="704" y="1679"/>
                    <a:pt x="731" y="1675"/>
                    <a:pt x="704" y="1675"/>
                  </a:cubicBezTo>
                  <a:close/>
                  <a:moveTo>
                    <a:pt x="1137" y="1622"/>
                  </a:moveTo>
                  <a:lnTo>
                    <a:pt x="1137" y="1622"/>
                  </a:lnTo>
                  <a:cubicBezTo>
                    <a:pt x="1146" y="1662"/>
                    <a:pt x="1151" y="1703"/>
                    <a:pt x="1151" y="1744"/>
                  </a:cubicBezTo>
                  <a:lnTo>
                    <a:pt x="1151" y="1744"/>
                  </a:lnTo>
                  <a:cubicBezTo>
                    <a:pt x="1336" y="1744"/>
                    <a:pt x="1326" y="1743"/>
                    <a:pt x="1215" y="1736"/>
                  </a:cubicBezTo>
                  <a:cubicBezTo>
                    <a:pt x="1158" y="1728"/>
                    <a:pt x="1158" y="1728"/>
                    <a:pt x="1215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11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6" y="1692"/>
                    <a:pt x="1262" y="1692"/>
                  </a:cubicBezTo>
                  <a:cubicBezTo>
                    <a:pt x="1240" y="1692"/>
                    <a:pt x="1207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8" y="1687"/>
                    <a:pt x="1288" y="1679"/>
                    <a:pt x="1288" y="1655"/>
                  </a:cubicBezTo>
                  <a:cubicBezTo>
                    <a:pt x="1296" y="1630"/>
                    <a:pt x="1296" y="1622"/>
                    <a:pt x="1174" y="1622"/>
                  </a:cubicBezTo>
                  <a:cubicBezTo>
                    <a:pt x="1160" y="1622"/>
                    <a:pt x="1148" y="1622"/>
                    <a:pt x="1137" y="1622"/>
                  </a:cubicBezTo>
                  <a:close/>
                  <a:moveTo>
                    <a:pt x="1151" y="1744"/>
                  </a:moveTo>
                  <a:cubicBezTo>
                    <a:pt x="1134" y="1744"/>
                    <a:pt x="1114" y="1744"/>
                    <a:pt x="1093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3" y="1752"/>
                    <a:pt x="1151" y="1752"/>
                  </a:cubicBezTo>
                  <a:lnTo>
                    <a:pt x="1151" y="1752"/>
                  </a:lnTo>
                  <a:cubicBezTo>
                    <a:pt x="1151" y="1749"/>
                    <a:pt x="1151" y="1747"/>
                    <a:pt x="1151" y="1744"/>
                  </a:cubicBezTo>
                  <a:close/>
                  <a:moveTo>
                    <a:pt x="1151" y="1752"/>
                  </a:moveTo>
                  <a:lnTo>
                    <a:pt x="1151" y="1752"/>
                  </a:lnTo>
                  <a:cubicBezTo>
                    <a:pt x="1151" y="1765"/>
                    <a:pt x="1150" y="1778"/>
                    <a:pt x="1149" y="1790"/>
                  </a:cubicBezTo>
                  <a:lnTo>
                    <a:pt x="1149" y="1790"/>
                  </a:lnTo>
                  <a:cubicBezTo>
                    <a:pt x="1151" y="1791"/>
                    <a:pt x="1152" y="1791"/>
                    <a:pt x="1153" y="1791"/>
                  </a:cubicBezTo>
                  <a:cubicBezTo>
                    <a:pt x="1172" y="1791"/>
                    <a:pt x="1191" y="1788"/>
                    <a:pt x="1207" y="1784"/>
                  </a:cubicBezTo>
                  <a:lnTo>
                    <a:pt x="1272" y="1784"/>
                  </a:lnTo>
                  <a:cubicBezTo>
                    <a:pt x="1393" y="1784"/>
                    <a:pt x="1328" y="1776"/>
                    <a:pt x="1272" y="1768"/>
                  </a:cubicBezTo>
                  <a:cubicBezTo>
                    <a:pt x="1150" y="1760"/>
                    <a:pt x="1158" y="1760"/>
                    <a:pt x="1272" y="1760"/>
                  </a:cubicBezTo>
                  <a:cubicBezTo>
                    <a:pt x="1380" y="1760"/>
                    <a:pt x="1296" y="1754"/>
                    <a:pt x="1151" y="1752"/>
                  </a:cubicBezTo>
                  <a:close/>
                  <a:moveTo>
                    <a:pt x="1093" y="1784"/>
                  </a:moveTo>
                  <a:cubicBezTo>
                    <a:pt x="1113" y="1788"/>
                    <a:pt x="1131" y="1790"/>
                    <a:pt x="1149" y="1791"/>
                  </a:cubicBezTo>
                  <a:lnTo>
                    <a:pt x="1149" y="1791"/>
                  </a:lnTo>
                  <a:cubicBezTo>
                    <a:pt x="1149" y="1791"/>
                    <a:pt x="1149" y="1791"/>
                    <a:pt x="1149" y="1790"/>
                  </a:cubicBezTo>
                  <a:lnTo>
                    <a:pt x="1149" y="1790"/>
                  </a:lnTo>
                  <a:cubicBezTo>
                    <a:pt x="1131" y="1790"/>
                    <a:pt x="1112" y="1788"/>
                    <a:pt x="1093" y="1784"/>
                  </a:cubicBezTo>
                  <a:close/>
                  <a:moveTo>
                    <a:pt x="972" y="1801"/>
                  </a:moveTo>
                  <a:lnTo>
                    <a:pt x="1028" y="1809"/>
                  </a:lnTo>
                  <a:lnTo>
                    <a:pt x="1093" y="1801"/>
                  </a:lnTo>
                  <a:close/>
                  <a:moveTo>
                    <a:pt x="1171" y="1813"/>
                  </a:moveTo>
                  <a:cubicBezTo>
                    <a:pt x="1175" y="1813"/>
                    <a:pt x="1184" y="1814"/>
                    <a:pt x="1198" y="1816"/>
                  </a:cubicBezTo>
                  <a:lnTo>
                    <a:pt x="1198" y="1816"/>
                  </a:lnTo>
                  <a:cubicBezTo>
                    <a:pt x="1174" y="1815"/>
                    <a:pt x="1166" y="1813"/>
                    <a:pt x="1171" y="1813"/>
                  </a:cubicBezTo>
                  <a:close/>
                  <a:moveTo>
                    <a:pt x="1252" y="1789"/>
                  </a:moveTo>
                  <a:cubicBezTo>
                    <a:pt x="1243" y="1789"/>
                    <a:pt x="1228" y="1790"/>
                    <a:pt x="1207" y="1793"/>
                  </a:cubicBezTo>
                  <a:cubicBezTo>
                    <a:pt x="1186" y="1793"/>
                    <a:pt x="1168" y="1793"/>
                    <a:pt x="1149" y="1791"/>
                  </a:cubicBezTo>
                  <a:lnTo>
                    <a:pt x="1149" y="1791"/>
                  </a:lnTo>
                  <a:cubicBezTo>
                    <a:pt x="1148" y="1802"/>
                    <a:pt x="1147" y="1813"/>
                    <a:pt x="1145" y="1824"/>
                  </a:cubicBezTo>
                  <a:lnTo>
                    <a:pt x="1145" y="1824"/>
                  </a:lnTo>
                  <a:cubicBezTo>
                    <a:pt x="1185" y="1817"/>
                    <a:pt x="1224" y="1817"/>
                    <a:pt x="1264" y="1817"/>
                  </a:cubicBezTo>
                  <a:cubicBezTo>
                    <a:pt x="1242" y="1817"/>
                    <a:pt x="1225" y="1817"/>
                    <a:pt x="1212" y="1816"/>
                  </a:cubicBezTo>
                  <a:lnTo>
                    <a:pt x="1212" y="1816"/>
                  </a:lnTo>
                  <a:cubicBezTo>
                    <a:pt x="1264" y="1809"/>
                    <a:pt x="1272" y="1809"/>
                    <a:pt x="1272" y="1801"/>
                  </a:cubicBezTo>
                  <a:lnTo>
                    <a:pt x="1272" y="1793"/>
                  </a:lnTo>
                  <a:cubicBezTo>
                    <a:pt x="1272" y="1793"/>
                    <a:pt x="1272" y="1789"/>
                    <a:pt x="1252" y="1789"/>
                  </a:cubicBezTo>
                  <a:close/>
                  <a:moveTo>
                    <a:pt x="1145" y="1824"/>
                  </a:moveTo>
                  <a:lnTo>
                    <a:pt x="1145" y="1824"/>
                  </a:lnTo>
                  <a:cubicBezTo>
                    <a:pt x="1144" y="1825"/>
                    <a:pt x="1143" y="1825"/>
                    <a:pt x="1142" y="1825"/>
                  </a:cubicBezTo>
                  <a:cubicBezTo>
                    <a:pt x="1142" y="1825"/>
                    <a:pt x="1142" y="1826"/>
                    <a:pt x="1145" y="1827"/>
                  </a:cubicBezTo>
                  <a:lnTo>
                    <a:pt x="1145" y="1827"/>
                  </a:lnTo>
                  <a:cubicBezTo>
                    <a:pt x="1145" y="1826"/>
                    <a:pt x="1145" y="1825"/>
                    <a:pt x="1145" y="1824"/>
                  </a:cubicBezTo>
                  <a:close/>
                  <a:moveTo>
                    <a:pt x="1207" y="1825"/>
                  </a:moveTo>
                  <a:cubicBezTo>
                    <a:pt x="1185" y="1828"/>
                    <a:pt x="1171" y="1829"/>
                    <a:pt x="1161" y="1829"/>
                  </a:cubicBezTo>
                  <a:cubicBezTo>
                    <a:pt x="1152" y="1829"/>
                    <a:pt x="1148" y="1828"/>
                    <a:pt x="1145" y="1827"/>
                  </a:cubicBezTo>
                  <a:lnTo>
                    <a:pt x="1145" y="1827"/>
                  </a:lnTo>
                  <a:cubicBezTo>
                    <a:pt x="1144" y="1832"/>
                    <a:pt x="1144" y="1836"/>
                    <a:pt x="1143" y="1841"/>
                  </a:cubicBezTo>
                  <a:lnTo>
                    <a:pt x="1143" y="1841"/>
                  </a:lnTo>
                  <a:cubicBezTo>
                    <a:pt x="1183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207" y="1825"/>
                  </a:cubicBezTo>
                  <a:close/>
                  <a:moveTo>
                    <a:pt x="1143" y="1841"/>
                  </a:moveTo>
                  <a:cubicBezTo>
                    <a:pt x="1142" y="1841"/>
                    <a:pt x="1142" y="1841"/>
                    <a:pt x="1142" y="1841"/>
                  </a:cubicBezTo>
                  <a:lnTo>
                    <a:pt x="1143" y="1841"/>
                  </a:lnTo>
                  <a:cubicBezTo>
                    <a:pt x="1143" y="1841"/>
                    <a:pt x="1143" y="1841"/>
                    <a:pt x="1143" y="1841"/>
                  </a:cubicBezTo>
                  <a:close/>
                  <a:moveTo>
                    <a:pt x="1077" y="1874"/>
                  </a:moveTo>
                  <a:cubicBezTo>
                    <a:pt x="1077" y="1881"/>
                    <a:pt x="1077" y="1882"/>
                    <a:pt x="1134" y="1882"/>
                  </a:cubicBezTo>
                  <a:lnTo>
                    <a:pt x="1134" y="1882"/>
                  </a:lnTo>
                  <a:cubicBezTo>
                    <a:pt x="1134" y="1879"/>
                    <a:pt x="1135" y="1876"/>
                    <a:pt x="1136" y="1874"/>
                  </a:cubicBezTo>
                  <a:close/>
                  <a:moveTo>
                    <a:pt x="2334" y="1890"/>
                  </a:moveTo>
                  <a:cubicBezTo>
                    <a:pt x="2277" y="1890"/>
                    <a:pt x="2277" y="1890"/>
                    <a:pt x="2269" y="1898"/>
                  </a:cubicBezTo>
                  <a:lnTo>
                    <a:pt x="2391" y="1898"/>
                  </a:lnTo>
                  <a:cubicBezTo>
                    <a:pt x="2455" y="1898"/>
                    <a:pt x="2455" y="1898"/>
                    <a:pt x="2334" y="1890"/>
                  </a:cubicBezTo>
                  <a:close/>
                  <a:moveTo>
                    <a:pt x="356" y="1898"/>
                  </a:moveTo>
                  <a:cubicBezTo>
                    <a:pt x="327" y="1902"/>
                    <a:pt x="313" y="1904"/>
                    <a:pt x="306" y="1904"/>
                  </a:cubicBezTo>
                  <a:cubicBezTo>
                    <a:pt x="299" y="1904"/>
                    <a:pt x="299" y="1902"/>
                    <a:pt x="299" y="1898"/>
                  </a:cubicBezTo>
                  <a:close/>
                  <a:moveTo>
                    <a:pt x="1118" y="1930"/>
                  </a:moveTo>
                  <a:lnTo>
                    <a:pt x="1118" y="1930"/>
                  </a:lnTo>
                  <a:cubicBezTo>
                    <a:pt x="1069" y="1930"/>
                    <a:pt x="1069" y="1931"/>
                    <a:pt x="1069" y="1938"/>
                  </a:cubicBezTo>
                  <a:lnTo>
                    <a:pt x="1115" y="1938"/>
                  </a:lnTo>
                  <a:cubicBezTo>
                    <a:pt x="1116" y="1936"/>
                    <a:pt x="1117" y="1933"/>
                    <a:pt x="1118" y="1930"/>
                  </a:cubicBezTo>
                  <a:close/>
                  <a:moveTo>
                    <a:pt x="751" y="1951"/>
                  </a:moveTo>
                  <a:cubicBezTo>
                    <a:pt x="757" y="1951"/>
                    <a:pt x="764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7" y="1951"/>
                    <a:pt x="751" y="1951"/>
                  </a:cubicBezTo>
                  <a:close/>
                  <a:moveTo>
                    <a:pt x="883" y="1987"/>
                  </a:moveTo>
                  <a:lnTo>
                    <a:pt x="883" y="1995"/>
                  </a:lnTo>
                  <a:lnTo>
                    <a:pt x="947" y="1987"/>
                  </a:lnTo>
                  <a:close/>
                  <a:moveTo>
                    <a:pt x="1004" y="2011"/>
                  </a:moveTo>
                  <a:cubicBezTo>
                    <a:pt x="883" y="2011"/>
                    <a:pt x="818" y="2011"/>
                    <a:pt x="883" y="2020"/>
                  </a:cubicBezTo>
                  <a:lnTo>
                    <a:pt x="996" y="2020"/>
                  </a:lnTo>
                  <a:lnTo>
                    <a:pt x="1004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3" y="2044"/>
                    <a:pt x="1296" y="2044"/>
                  </a:cubicBezTo>
                  <a:cubicBezTo>
                    <a:pt x="1272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10" y="2109"/>
                    <a:pt x="1045" y="2101"/>
                    <a:pt x="1045" y="2101"/>
                  </a:cubicBezTo>
                  <a:close/>
                  <a:moveTo>
                    <a:pt x="801" y="2125"/>
                  </a:moveTo>
                  <a:cubicBezTo>
                    <a:pt x="896" y="2131"/>
                    <a:pt x="951" y="2133"/>
                    <a:pt x="971" y="2133"/>
                  </a:cubicBezTo>
                  <a:lnTo>
                    <a:pt x="971" y="2133"/>
                  </a:lnTo>
                  <a:cubicBezTo>
                    <a:pt x="972" y="2133"/>
                    <a:pt x="972" y="2133"/>
                    <a:pt x="972" y="2133"/>
                  </a:cubicBezTo>
                  <a:lnTo>
                    <a:pt x="972" y="2133"/>
                  </a:lnTo>
                  <a:lnTo>
                    <a:pt x="866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10" y="2174"/>
                    <a:pt x="1102" y="2168"/>
                    <a:pt x="1215" y="2166"/>
                  </a:cubicBezTo>
                  <a:close/>
                  <a:moveTo>
                    <a:pt x="1037" y="2190"/>
                  </a:moveTo>
                  <a:cubicBezTo>
                    <a:pt x="1093" y="2190"/>
                    <a:pt x="1150" y="2198"/>
                    <a:pt x="1215" y="2198"/>
                  </a:cubicBezTo>
                  <a:lnTo>
                    <a:pt x="1215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7" y="2190"/>
                  </a:cubicBezTo>
                  <a:close/>
                  <a:moveTo>
                    <a:pt x="915" y="2206"/>
                  </a:moveTo>
                  <a:lnTo>
                    <a:pt x="972" y="2214"/>
                  </a:lnTo>
                  <a:lnTo>
                    <a:pt x="915" y="2214"/>
                  </a:lnTo>
                  <a:cubicBezTo>
                    <a:pt x="850" y="2214"/>
                    <a:pt x="850" y="2214"/>
                    <a:pt x="850" y="2206"/>
                  </a:cubicBezTo>
                  <a:close/>
                  <a:moveTo>
                    <a:pt x="614" y="1258"/>
                  </a:moveTo>
                  <a:cubicBezTo>
                    <a:pt x="65" y="1300"/>
                    <a:pt x="1" y="2160"/>
                    <a:pt x="607" y="2230"/>
                  </a:cubicBezTo>
                  <a:cubicBezTo>
                    <a:pt x="550" y="2222"/>
                    <a:pt x="550" y="2222"/>
                    <a:pt x="615" y="2214"/>
                  </a:cubicBezTo>
                  <a:lnTo>
                    <a:pt x="615" y="2206"/>
                  </a:lnTo>
                  <a:cubicBezTo>
                    <a:pt x="558" y="2206"/>
                    <a:pt x="558" y="2190"/>
                    <a:pt x="615" y="2182"/>
                  </a:cubicBezTo>
                  <a:lnTo>
                    <a:pt x="615" y="2174"/>
                  </a:lnTo>
                  <a:cubicBezTo>
                    <a:pt x="501" y="2174"/>
                    <a:pt x="566" y="2133"/>
                    <a:pt x="688" y="2125"/>
                  </a:cubicBezTo>
                  <a:lnTo>
                    <a:pt x="623" y="2125"/>
                  </a:lnTo>
                  <a:cubicBezTo>
                    <a:pt x="566" y="2125"/>
                    <a:pt x="566" y="2125"/>
                    <a:pt x="566" y="2117"/>
                  </a:cubicBezTo>
                  <a:cubicBezTo>
                    <a:pt x="631" y="2109"/>
                    <a:pt x="631" y="2101"/>
                    <a:pt x="631" y="2093"/>
                  </a:cubicBezTo>
                  <a:cubicBezTo>
                    <a:pt x="631" y="2093"/>
                    <a:pt x="631" y="2084"/>
                    <a:pt x="688" y="2084"/>
                  </a:cubicBezTo>
                  <a:cubicBezTo>
                    <a:pt x="631" y="2084"/>
                    <a:pt x="631" y="2076"/>
                    <a:pt x="696" y="2076"/>
                  </a:cubicBezTo>
                  <a:cubicBezTo>
                    <a:pt x="728" y="2068"/>
                    <a:pt x="769" y="2068"/>
                    <a:pt x="810" y="2068"/>
                  </a:cubicBezTo>
                  <a:cubicBezTo>
                    <a:pt x="810" y="2068"/>
                    <a:pt x="810" y="2076"/>
                    <a:pt x="874" y="2076"/>
                  </a:cubicBezTo>
                  <a:cubicBezTo>
                    <a:pt x="915" y="2076"/>
                    <a:pt x="956" y="2076"/>
                    <a:pt x="996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9" y="2052"/>
                    <a:pt x="574" y="2052"/>
                    <a:pt x="639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704" y="2020"/>
                    <a:pt x="704" y="2020"/>
                    <a:pt x="639" y="2011"/>
                  </a:cubicBezTo>
                  <a:cubicBezTo>
                    <a:pt x="639" y="2011"/>
                    <a:pt x="583" y="2011"/>
                    <a:pt x="639" y="2003"/>
                  </a:cubicBezTo>
                  <a:cubicBezTo>
                    <a:pt x="704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47" y="1987"/>
                  </a:cubicBezTo>
                  <a:cubicBezTo>
                    <a:pt x="526" y="1987"/>
                    <a:pt x="526" y="1987"/>
                    <a:pt x="647" y="1979"/>
                  </a:cubicBezTo>
                  <a:lnTo>
                    <a:pt x="704" y="1979"/>
                  </a:lnTo>
                  <a:cubicBezTo>
                    <a:pt x="647" y="1979"/>
                    <a:pt x="583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3" y="1955"/>
                    <a:pt x="883" y="1955"/>
                    <a:pt x="826" y="1955"/>
                  </a:cubicBezTo>
                  <a:lnTo>
                    <a:pt x="769" y="1955"/>
                  </a:lnTo>
                  <a:cubicBezTo>
                    <a:pt x="777" y="1952"/>
                    <a:pt x="784" y="1951"/>
                    <a:pt x="791" y="1951"/>
                  </a:cubicBezTo>
                  <a:cubicBezTo>
                    <a:pt x="804" y="1951"/>
                    <a:pt x="815" y="1955"/>
                    <a:pt x="826" y="1955"/>
                  </a:cubicBezTo>
                  <a:cubicBezTo>
                    <a:pt x="785" y="1938"/>
                    <a:pt x="745" y="1938"/>
                    <a:pt x="712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14"/>
                    <a:pt x="591" y="1914"/>
                  </a:cubicBezTo>
                  <a:cubicBezTo>
                    <a:pt x="534" y="1914"/>
                    <a:pt x="591" y="1906"/>
                    <a:pt x="656" y="1906"/>
                  </a:cubicBezTo>
                  <a:cubicBezTo>
                    <a:pt x="712" y="1898"/>
                    <a:pt x="712" y="1898"/>
                    <a:pt x="656" y="1898"/>
                  </a:cubicBezTo>
                  <a:cubicBezTo>
                    <a:pt x="534" y="1898"/>
                    <a:pt x="534" y="1890"/>
                    <a:pt x="656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737" y="1890"/>
                    <a:pt x="639" y="1882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8" y="1833"/>
                  </a:cubicBezTo>
                  <a:cubicBezTo>
                    <a:pt x="728" y="1825"/>
                    <a:pt x="728" y="1825"/>
                    <a:pt x="664" y="1825"/>
                  </a:cubicBezTo>
                  <a:cubicBezTo>
                    <a:pt x="550" y="1825"/>
                    <a:pt x="550" y="1825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7" y="1801"/>
                  </a:cubicBezTo>
                  <a:cubicBezTo>
                    <a:pt x="550" y="1801"/>
                    <a:pt x="493" y="1793"/>
                    <a:pt x="550" y="1793"/>
                  </a:cubicBezTo>
                  <a:lnTo>
                    <a:pt x="607" y="1793"/>
                  </a:lnTo>
                  <a:cubicBezTo>
                    <a:pt x="493" y="1793"/>
                    <a:pt x="550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60"/>
                    <a:pt x="558" y="1752"/>
                    <a:pt x="558" y="1744"/>
                  </a:cubicBezTo>
                  <a:cubicBezTo>
                    <a:pt x="615" y="1736"/>
                    <a:pt x="623" y="1720"/>
                    <a:pt x="501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566" y="1679"/>
                    <a:pt x="566" y="1671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83" y="1598"/>
                  </a:lnTo>
                  <a:lnTo>
                    <a:pt x="583" y="1590"/>
                  </a:lnTo>
                  <a:lnTo>
                    <a:pt x="639" y="1590"/>
                  </a:lnTo>
                  <a:cubicBezTo>
                    <a:pt x="583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47" y="1557"/>
                  </a:cubicBezTo>
                  <a:cubicBezTo>
                    <a:pt x="526" y="1557"/>
                    <a:pt x="526" y="1557"/>
                    <a:pt x="647" y="1549"/>
                  </a:cubicBezTo>
                  <a:cubicBezTo>
                    <a:pt x="761" y="1549"/>
                    <a:pt x="769" y="1549"/>
                    <a:pt x="647" y="1541"/>
                  </a:cubicBezTo>
                  <a:cubicBezTo>
                    <a:pt x="583" y="1541"/>
                    <a:pt x="591" y="1541"/>
                    <a:pt x="704" y="1533"/>
                  </a:cubicBezTo>
                  <a:cubicBezTo>
                    <a:pt x="526" y="1525"/>
                    <a:pt x="534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6" y="1484"/>
                  </a:cubicBezTo>
                  <a:cubicBezTo>
                    <a:pt x="599" y="1476"/>
                    <a:pt x="542" y="1460"/>
                    <a:pt x="656" y="1460"/>
                  </a:cubicBezTo>
                  <a:lnTo>
                    <a:pt x="656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14"/>
                  </a:cubicBezTo>
                  <a:lnTo>
                    <a:pt x="623" y="1306"/>
                  </a:ln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6" y="1263"/>
                    <a:pt x="621" y="1261"/>
                    <a:pt x="614" y="1258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1" y="2344"/>
                    <a:pt x="1247" y="2344"/>
                    <a:pt x="1312" y="2344"/>
                  </a:cubicBezTo>
                  <a:cubicBezTo>
                    <a:pt x="1369" y="2344"/>
                    <a:pt x="1369" y="2344"/>
                    <a:pt x="1369" y="2336"/>
                  </a:cubicBezTo>
                  <a:cubicBezTo>
                    <a:pt x="1353" y="2336"/>
                    <a:pt x="1328" y="2336"/>
                    <a:pt x="1312" y="2328"/>
                  </a:cubicBezTo>
                  <a:close/>
                  <a:moveTo>
                    <a:pt x="1188" y="2354"/>
                  </a:moveTo>
                  <a:cubicBezTo>
                    <a:pt x="1207" y="2354"/>
                    <a:pt x="1227" y="2356"/>
                    <a:pt x="1247" y="2360"/>
                  </a:cubicBezTo>
                  <a:lnTo>
                    <a:pt x="1247" y="2368"/>
                  </a:lnTo>
                  <a:cubicBezTo>
                    <a:pt x="1207" y="2368"/>
                    <a:pt x="1166" y="2368"/>
                    <a:pt x="1134" y="2360"/>
                  </a:cubicBezTo>
                  <a:cubicBezTo>
                    <a:pt x="1150" y="2356"/>
                    <a:pt x="1168" y="2354"/>
                    <a:pt x="1188" y="2354"/>
                  </a:cubicBezTo>
                  <a:close/>
                  <a:moveTo>
                    <a:pt x="688" y="2522"/>
                  </a:moveTo>
                  <a:cubicBezTo>
                    <a:pt x="631" y="2522"/>
                    <a:pt x="631" y="2522"/>
                    <a:pt x="623" y="2530"/>
                  </a:cubicBezTo>
                  <a:lnTo>
                    <a:pt x="688" y="2530"/>
                  </a:lnTo>
                  <a:lnTo>
                    <a:pt x="688" y="2522"/>
                  </a:lnTo>
                  <a:close/>
                  <a:moveTo>
                    <a:pt x="1166" y="2530"/>
                  </a:moveTo>
                  <a:cubicBezTo>
                    <a:pt x="1126" y="2538"/>
                    <a:pt x="1085" y="2538"/>
                    <a:pt x="1045" y="2538"/>
                  </a:cubicBezTo>
                  <a:cubicBezTo>
                    <a:pt x="984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23" y="2530"/>
                    <a:pt x="988" y="2530"/>
                  </a:cubicBezTo>
                  <a:cubicBezTo>
                    <a:pt x="945" y="2530"/>
                    <a:pt x="959" y="2534"/>
                    <a:pt x="990" y="2534"/>
                  </a:cubicBezTo>
                  <a:cubicBezTo>
                    <a:pt x="1006" y="2534"/>
                    <a:pt x="1026" y="2533"/>
                    <a:pt x="1045" y="2530"/>
                  </a:cubicBezTo>
                  <a:close/>
                  <a:moveTo>
                    <a:pt x="1037" y="2571"/>
                  </a:moveTo>
                  <a:lnTo>
                    <a:pt x="980" y="2579"/>
                  </a:lnTo>
                  <a:cubicBezTo>
                    <a:pt x="923" y="2579"/>
                    <a:pt x="923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2" y="2575"/>
                    <a:pt x="1828" y="2576"/>
                    <a:pt x="1815" y="2579"/>
                  </a:cubicBezTo>
                  <a:lnTo>
                    <a:pt x="1937" y="2579"/>
                  </a:lnTo>
                  <a:cubicBezTo>
                    <a:pt x="1910" y="2579"/>
                    <a:pt x="1882" y="2575"/>
                    <a:pt x="1855" y="2575"/>
                  </a:cubicBezTo>
                  <a:close/>
                  <a:moveTo>
                    <a:pt x="1143" y="1841"/>
                  </a:moveTo>
                  <a:lnTo>
                    <a:pt x="1143" y="1841"/>
                  </a:lnTo>
                  <a:cubicBezTo>
                    <a:pt x="1141" y="1852"/>
                    <a:pt x="1138" y="1863"/>
                    <a:pt x="1136" y="1874"/>
                  </a:cubicBezTo>
                  <a:lnTo>
                    <a:pt x="1142" y="1874"/>
                  </a:lnTo>
                  <a:cubicBezTo>
                    <a:pt x="1199" y="1874"/>
                    <a:pt x="1142" y="1874"/>
                    <a:pt x="1142" y="1882"/>
                  </a:cubicBezTo>
                  <a:cubicBezTo>
                    <a:pt x="1139" y="1882"/>
                    <a:pt x="1136" y="1882"/>
                    <a:pt x="1134" y="1882"/>
                  </a:cubicBezTo>
                  <a:lnTo>
                    <a:pt x="1134" y="1882"/>
                  </a:lnTo>
                  <a:cubicBezTo>
                    <a:pt x="1129" y="1898"/>
                    <a:pt x="1124" y="1914"/>
                    <a:pt x="1118" y="1930"/>
                  </a:cubicBezTo>
                  <a:lnTo>
                    <a:pt x="1118" y="1930"/>
                  </a:lnTo>
                  <a:cubicBezTo>
                    <a:pt x="1123" y="1930"/>
                    <a:pt x="1128" y="1930"/>
                    <a:pt x="1134" y="1930"/>
                  </a:cubicBezTo>
                  <a:lnTo>
                    <a:pt x="1191" y="1930"/>
                  </a:lnTo>
                  <a:cubicBezTo>
                    <a:pt x="1174" y="1938"/>
                    <a:pt x="1150" y="1938"/>
                    <a:pt x="1134" y="1938"/>
                  </a:cubicBezTo>
                  <a:lnTo>
                    <a:pt x="1115" y="1938"/>
                  </a:lnTo>
                  <a:cubicBezTo>
                    <a:pt x="1086" y="2014"/>
                    <a:pt x="1038" y="2081"/>
                    <a:pt x="972" y="2133"/>
                  </a:cubicBezTo>
                  <a:lnTo>
                    <a:pt x="972" y="2133"/>
                  </a:lnTo>
                  <a:lnTo>
                    <a:pt x="980" y="2133"/>
                  </a:lnTo>
                  <a:cubicBezTo>
                    <a:pt x="980" y="2133"/>
                    <a:pt x="977" y="2133"/>
                    <a:pt x="971" y="2133"/>
                  </a:cubicBezTo>
                  <a:lnTo>
                    <a:pt x="971" y="2133"/>
                  </a:lnTo>
                  <a:cubicBezTo>
                    <a:pt x="895" y="2192"/>
                    <a:pt x="796" y="2229"/>
                    <a:pt x="672" y="2230"/>
                  </a:cubicBezTo>
                  <a:cubicBezTo>
                    <a:pt x="607" y="2230"/>
                    <a:pt x="607" y="2238"/>
                    <a:pt x="607" y="2255"/>
                  </a:cubicBezTo>
                  <a:cubicBezTo>
                    <a:pt x="607" y="2263"/>
                    <a:pt x="607" y="2263"/>
                    <a:pt x="664" y="2263"/>
                  </a:cubicBezTo>
                  <a:cubicBezTo>
                    <a:pt x="720" y="2271"/>
                    <a:pt x="664" y="2271"/>
                    <a:pt x="607" y="2271"/>
                  </a:cubicBezTo>
                  <a:cubicBezTo>
                    <a:pt x="485" y="2271"/>
                    <a:pt x="485" y="2279"/>
                    <a:pt x="664" y="2279"/>
                  </a:cubicBezTo>
                  <a:cubicBezTo>
                    <a:pt x="785" y="2279"/>
                    <a:pt x="785" y="2287"/>
                    <a:pt x="720" y="2287"/>
                  </a:cubicBezTo>
                  <a:cubicBezTo>
                    <a:pt x="664" y="2287"/>
                    <a:pt x="664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64" y="2295"/>
                  </a:cubicBezTo>
                  <a:lnTo>
                    <a:pt x="842" y="2295"/>
                  </a:lnTo>
                  <a:cubicBezTo>
                    <a:pt x="861" y="2293"/>
                    <a:pt x="874" y="2292"/>
                    <a:pt x="882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42" y="2303"/>
                    <a:pt x="777" y="2303"/>
                    <a:pt x="720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42" y="2295"/>
                    <a:pt x="656" y="2311"/>
                    <a:pt x="777" y="2320"/>
                  </a:cubicBezTo>
                  <a:lnTo>
                    <a:pt x="720" y="2320"/>
                  </a:lnTo>
                  <a:cubicBezTo>
                    <a:pt x="656" y="2320"/>
                    <a:pt x="656" y="2320"/>
                    <a:pt x="656" y="2328"/>
                  </a:cubicBezTo>
                  <a:cubicBezTo>
                    <a:pt x="656" y="2336"/>
                    <a:pt x="656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cubicBezTo>
                    <a:pt x="874" y="2336"/>
                    <a:pt x="915" y="2336"/>
                    <a:pt x="956" y="2336"/>
                  </a:cubicBezTo>
                  <a:cubicBezTo>
                    <a:pt x="956" y="2336"/>
                    <a:pt x="891" y="2344"/>
                    <a:pt x="834" y="2344"/>
                  </a:cubicBezTo>
                  <a:cubicBezTo>
                    <a:pt x="712" y="2352"/>
                    <a:pt x="656" y="2360"/>
                    <a:pt x="647" y="2368"/>
                  </a:cubicBezTo>
                  <a:cubicBezTo>
                    <a:pt x="647" y="2376"/>
                    <a:pt x="647" y="2384"/>
                    <a:pt x="591" y="2393"/>
                  </a:cubicBezTo>
                  <a:cubicBezTo>
                    <a:pt x="583" y="2393"/>
                    <a:pt x="583" y="2401"/>
                    <a:pt x="647" y="2401"/>
                  </a:cubicBezTo>
                  <a:lnTo>
                    <a:pt x="647" y="2409"/>
                  </a:lnTo>
                  <a:cubicBezTo>
                    <a:pt x="583" y="2409"/>
                    <a:pt x="583" y="2417"/>
                    <a:pt x="647" y="2417"/>
                  </a:cubicBezTo>
                  <a:cubicBezTo>
                    <a:pt x="704" y="2417"/>
                    <a:pt x="639" y="2425"/>
                    <a:pt x="639" y="2425"/>
                  </a:cubicBezTo>
                  <a:cubicBezTo>
                    <a:pt x="578" y="2429"/>
                    <a:pt x="548" y="2431"/>
                    <a:pt x="556" y="2431"/>
                  </a:cubicBezTo>
                  <a:cubicBezTo>
                    <a:pt x="564" y="2431"/>
                    <a:pt x="611" y="2429"/>
                    <a:pt x="704" y="2425"/>
                  </a:cubicBezTo>
                  <a:cubicBezTo>
                    <a:pt x="745" y="2425"/>
                    <a:pt x="785" y="2425"/>
                    <a:pt x="826" y="2417"/>
                  </a:cubicBezTo>
                  <a:lnTo>
                    <a:pt x="826" y="2409"/>
                  </a:lnTo>
                  <a:lnTo>
                    <a:pt x="883" y="2417"/>
                  </a:lnTo>
                  <a:cubicBezTo>
                    <a:pt x="923" y="2425"/>
                    <a:pt x="964" y="2425"/>
                    <a:pt x="1004" y="2425"/>
                  </a:cubicBezTo>
                  <a:cubicBezTo>
                    <a:pt x="1020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83" y="2425"/>
                    <a:pt x="818" y="2425"/>
                    <a:pt x="761" y="2425"/>
                  </a:cubicBezTo>
                  <a:cubicBezTo>
                    <a:pt x="639" y="2433"/>
                    <a:pt x="583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18" y="2457"/>
                    <a:pt x="818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3" y="2482"/>
                    <a:pt x="753" y="2490"/>
                    <a:pt x="696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74" y="2506"/>
                    <a:pt x="631" y="2506"/>
                  </a:cubicBezTo>
                  <a:cubicBezTo>
                    <a:pt x="631" y="2506"/>
                    <a:pt x="631" y="2510"/>
                    <a:pt x="648" y="2510"/>
                  </a:cubicBezTo>
                  <a:cubicBezTo>
                    <a:pt x="656" y="2510"/>
                    <a:pt x="669" y="2509"/>
                    <a:pt x="688" y="2506"/>
                  </a:cubicBezTo>
                  <a:lnTo>
                    <a:pt x="810" y="2514"/>
                  </a:lnTo>
                  <a:cubicBezTo>
                    <a:pt x="837" y="2514"/>
                    <a:pt x="864" y="2511"/>
                    <a:pt x="891" y="2511"/>
                  </a:cubicBezTo>
                  <a:cubicBezTo>
                    <a:pt x="904" y="2511"/>
                    <a:pt x="918" y="2511"/>
                    <a:pt x="931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8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80" y="2547"/>
                  </a:lnTo>
                  <a:cubicBezTo>
                    <a:pt x="801" y="2547"/>
                    <a:pt x="801" y="2547"/>
                    <a:pt x="745" y="2555"/>
                  </a:cubicBezTo>
                  <a:cubicBezTo>
                    <a:pt x="623" y="2555"/>
                    <a:pt x="623" y="2555"/>
                    <a:pt x="745" y="2563"/>
                  </a:cubicBezTo>
                  <a:cubicBezTo>
                    <a:pt x="704" y="2563"/>
                    <a:pt x="664" y="2563"/>
                    <a:pt x="623" y="2571"/>
                  </a:cubicBezTo>
                  <a:lnTo>
                    <a:pt x="680" y="2571"/>
                  </a:lnTo>
                  <a:cubicBezTo>
                    <a:pt x="801" y="2571"/>
                    <a:pt x="801" y="2571"/>
                    <a:pt x="737" y="2579"/>
                  </a:cubicBezTo>
                  <a:cubicBezTo>
                    <a:pt x="680" y="2579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80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8" y="2611"/>
                  </a:lnTo>
                  <a:cubicBezTo>
                    <a:pt x="858" y="2603"/>
                    <a:pt x="858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15" y="2620"/>
                    <a:pt x="972" y="2628"/>
                  </a:cubicBezTo>
                  <a:lnTo>
                    <a:pt x="1093" y="2628"/>
                  </a:lnTo>
                  <a:lnTo>
                    <a:pt x="1150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15" y="2611"/>
                  </a:lnTo>
                  <a:cubicBezTo>
                    <a:pt x="1215" y="2603"/>
                    <a:pt x="1215" y="2603"/>
                    <a:pt x="1272" y="2603"/>
                  </a:cubicBezTo>
                  <a:cubicBezTo>
                    <a:pt x="1312" y="2603"/>
                    <a:pt x="1353" y="2603"/>
                    <a:pt x="1393" y="2595"/>
                  </a:cubicBezTo>
                  <a:lnTo>
                    <a:pt x="1337" y="2595"/>
                  </a:lnTo>
                  <a:cubicBezTo>
                    <a:pt x="1272" y="2595"/>
                    <a:pt x="1280" y="2595"/>
                    <a:pt x="1393" y="2587"/>
                  </a:cubicBezTo>
                  <a:lnTo>
                    <a:pt x="1337" y="2587"/>
                  </a:lnTo>
                  <a:cubicBezTo>
                    <a:pt x="1215" y="2587"/>
                    <a:pt x="1215" y="2579"/>
                    <a:pt x="1337" y="2579"/>
                  </a:cubicBezTo>
                  <a:lnTo>
                    <a:pt x="1337" y="2571"/>
                  </a:lnTo>
                  <a:cubicBezTo>
                    <a:pt x="1310" y="2571"/>
                    <a:pt x="1283" y="2567"/>
                    <a:pt x="1258" y="2567"/>
                  </a:cubicBezTo>
                  <a:cubicBezTo>
                    <a:pt x="1246" y="2567"/>
                    <a:pt x="1234" y="2568"/>
                    <a:pt x="1223" y="2571"/>
                  </a:cubicBezTo>
                  <a:cubicBezTo>
                    <a:pt x="1101" y="2571"/>
                    <a:pt x="1101" y="2571"/>
                    <a:pt x="1158" y="2563"/>
                  </a:cubicBezTo>
                  <a:lnTo>
                    <a:pt x="1280" y="2563"/>
                  </a:lnTo>
                  <a:cubicBezTo>
                    <a:pt x="1337" y="2563"/>
                    <a:pt x="1345" y="2555"/>
                    <a:pt x="1345" y="2555"/>
                  </a:cubicBezTo>
                  <a:cubicBezTo>
                    <a:pt x="1345" y="2555"/>
                    <a:pt x="1345" y="2547"/>
                    <a:pt x="1280" y="2547"/>
                  </a:cubicBezTo>
                  <a:lnTo>
                    <a:pt x="1345" y="2547"/>
                  </a:lnTo>
                  <a:cubicBezTo>
                    <a:pt x="1345" y="2547"/>
                    <a:pt x="1345" y="2538"/>
                    <a:pt x="1401" y="2530"/>
                  </a:cubicBezTo>
                  <a:cubicBezTo>
                    <a:pt x="1445" y="2530"/>
                    <a:pt x="1405" y="2523"/>
                    <a:pt x="1338" y="2523"/>
                  </a:cubicBezTo>
                  <a:cubicBezTo>
                    <a:pt x="1304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23" y="2522"/>
                  </a:cubicBezTo>
                  <a:lnTo>
                    <a:pt x="1166" y="2522"/>
                  </a:lnTo>
                  <a:cubicBezTo>
                    <a:pt x="1110" y="2522"/>
                    <a:pt x="1110" y="2514"/>
                    <a:pt x="1110" y="2514"/>
                  </a:cubicBezTo>
                  <a:lnTo>
                    <a:pt x="1223" y="2514"/>
                  </a:lnTo>
                  <a:cubicBezTo>
                    <a:pt x="1410" y="2514"/>
                    <a:pt x="1466" y="2514"/>
                    <a:pt x="1288" y="2506"/>
                  </a:cubicBezTo>
                  <a:lnTo>
                    <a:pt x="1345" y="2506"/>
                  </a:lnTo>
                  <a:cubicBezTo>
                    <a:pt x="1410" y="2506"/>
                    <a:pt x="1410" y="2506"/>
                    <a:pt x="1345" y="2498"/>
                  </a:cubicBezTo>
                  <a:cubicBezTo>
                    <a:pt x="1345" y="2498"/>
                    <a:pt x="1231" y="2490"/>
                    <a:pt x="1166" y="2490"/>
                  </a:cubicBezTo>
                  <a:lnTo>
                    <a:pt x="1174" y="2490"/>
                  </a:lnTo>
                  <a:cubicBezTo>
                    <a:pt x="1288" y="2490"/>
                    <a:pt x="1288" y="2482"/>
                    <a:pt x="1174" y="2482"/>
                  </a:cubicBezTo>
                  <a:lnTo>
                    <a:pt x="1231" y="2482"/>
                  </a:lnTo>
                  <a:cubicBezTo>
                    <a:pt x="1288" y="2482"/>
                    <a:pt x="1353" y="2474"/>
                    <a:pt x="1296" y="2457"/>
                  </a:cubicBezTo>
                  <a:cubicBezTo>
                    <a:pt x="1296" y="2449"/>
                    <a:pt x="1296" y="2441"/>
                    <a:pt x="1361" y="2441"/>
                  </a:cubicBezTo>
                  <a:cubicBezTo>
                    <a:pt x="1418" y="2441"/>
                    <a:pt x="1296" y="2425"/>
                    <a:pt x="1183" y="2417"/>
                  </a:cubicBezTo>
                  <a:cubicBezTo>
                    <a:pt x="1239" y="2417"/>
                    <a:pt x="1239" y="2417"/>
                    <a:pt x="1239" y="2409"/>
                  </a:cubicBezTo>
                  <a:cubicBezTo>
                    <a:pt x="1239" y="2401"/>
                    <a:pt x="1239" y="2401"/>
                    <a:pt x="1304" y="2401"/>
                  </a:cubicBezTo>
                  <a:cubicBezTo>
                    <a:pt x="1183" y="2393"/>
                    <a:pt x="1247" y="2384"/>
                    <a:pt x="1361" y="2384"/>
                  </a:cubicBezTo>
                  <a:cubicBezTo>
                    <a:pt x="1426" y="2384"/>
                    <a:pt x="1426" y="2384"/>
                    <a:pt x="1426" y="2376"/>
                  </a:cubicBezTo>
                  <a:cubicBezTo>
                    <a:pt x="1369" y="2376"/>
                    <a:pt x="1369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26" y="2352"/>
                    <a:pt x="1134" y="2344"/>
                    <a:pt x="1134" y="2344"/>
                  </a:cubicBezTo>
                  <a:cubicBezTo>
                    <a:pt x="1134" y="2336"/>
                    <a:pt x="1134" y="2336"/>
                    <a:pt x="1191" y="2336"/>
                  </a:cubicBezTo>
                  <a:cubicBezTo>
                    <a:pt x="1215" y="2336"/>
                    <a:pt x="1231" y="2336"/>
                    <a:pt x="1255" y="2328"/>
                  </a:cubicBezTo>
                  <a:cubicBezTo>
                    <a:pt x="1255" y="2328"/>
                    <a:pt x="1255" y="2320"/>
                    <a:pt x="1312" y="2320"/>
                  </a:cubicBezTo>
                  <a:cubicBezTo>
                    <a:pt x="1312" y="2320"/>
                    <a:pt x="1377" y="2320"/>
                    <a:pt x="1377" y="2311"/>
                  </a:cubicBezTo>
                  <a:cubicBezTo>
                    <a:pt x="1377" y="2311"/>
                    <a:pt x="1377" y="2303"/>
                    <a:pt x="1434" y="2303"/>
                  </a:cubicBezTo>
                  <a:cubicBezTo>
                    <a:pt x="1434" y="2295"/>
                    <a:pt x="1434" y="2295"/>
                    <a:pt x="1377" y="2295"/>
                  </a:cubicBezTo>
                  <a:cubicBezTo>
                    <a:pt x="1320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64" y="2271"/>
                  </a:cubicBezTo>
                  <a:cubicBezTo>
                    <a:pt x="1264" y="2263"/>
                    <a:pt x="1264" y="2263"/>
                    <a:pt x="1320" y="2263"/>
                  </a:cubicBezTo>
                  <a:cubicBezTo>
                    <a:pt x="1442" y="2263"/>
                    <a:pt x="1442" y="2255"/>
                    <a:pt x="1320" y="2255"/>
                  </a:cubicBezTo>
                  <a:cubicBezTo>
                    <a:pt x="1264" y="2255"/>
                    <a:pt x="1264" y="2247"/>
                    <a:pt x="1328" y="2247"/>
                  </a:cubicBezTo>
                  <a:cubicBezTo>
                    <a:pt x="1328" y="2247"/>
                    <a:pt x="1328" y="2247"/>
                    <a:pt x="1264" y="2238"/>
                  </a:cubicBezTo>
                  <a:cubicBezTo>
                    <a:pt x="1207" y="2238"/>
                    <a:pt x="1207" y="2238"/>
                    <a:pt x="1264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2" y="2214"/>
                    <a:pt x="1272" y="2182"/>
                    <a:pt x="1337" y="2182"/>
                  </a:cubicBezTo>
                  <a:cubicBezTo>
                    <a:pt x="1272" y="2182"/>
                    <a:pt x="1272" y="2182"/>
                    <a:pt x="1272" y="2174"/>
                  </a:cubicBezTo>
                  <a:cubicBezTo>
                    <a:pt x="1384" y="2174"/>
                    <a:pt x="1344" y="2167"/>
                    <a:pt x="1242" y="2166"/>
                  </a:cubicBezTo>
                  <a:lnTo>
                    <a:pt x="1242" y="2166"/>
                  </a:lnTo>
                  <a:cubicBezTo>
                    <a:pt x="1253" y="2166"/>
                    <a:pt x="1266" y="2165"/>
                    <a:pt x="1280" y="2165"/>
                  </a:cubicBezTo>
                  <a:cubicBezTo>
                    <a:pt x="1393" y="2165"/>
                    <a:pt x="1393" y="2165"/>
                    <a:pt x="1280" y="2157"/>
                  </a:cubicBezTo>
                  <a:cubicBezTo>
                    <a:pt x="1158" y="2157"/>
                    <a:pt x="1158" y="2149"/>
                    <a:pt x="1280" y="2149"/>
                  </a:cubicBezTo>
                  <a:cubicBezTo>
                    <a:pt x="1045" y="2141"/>
                    <a:pt x="980" y="2133"/>
                    <a:pt x="1223" y="2133"/>
                  </a:cubicBezTo>
                  <a:cubicBezTo>
                    <a:pt x="1280" y="2133"/>
                    <a:pt x="1345" y="2133"/>
                    <a:pt x="1401" y="2125"/>
                  </a:cubicBezTo>
                  <a:cubicBezTo>
                    <a:pt x="1374" y="2125"/>
                    <a:pt x="1347" y="2121"/>
                    <a:pt x="1320" y="2121"/>
                  </a:cubicBezTo>
                  <a:cubicBezTo>
                    <a:pt x="1307" y="2121"/>
                    <a:pt x="1293" y="2122"/>
                    <a:pt x="1280" y="2125"/>
                  </a:cubicBezTo>
                  <a:cubicBezTo>
                    <a:pt x="1166" y="2125"/>
                    <a:pt x="1166" y="2125"/>
                    <a:pt x="1288" y="2117"/>
                  </a:cubicBezTo>
                  <a:cubicBezTo>
                    <a:pt x="1466" y="2109"/>
                    <a:pt x="1466" y="2101"/>
                    <a:pt x="1345" y="2093"/>
                  </a:cubicBezTo>
                  <a:cubicBezTo>
                    <a:pt x="1262" y="2081"/>
                    <a:pt x="1239" y="2073"/>
                    <a:pt x="1281" y="2073"/>
                  </a:cubicBezTo>
                  <a:cubicBezTo>
                    <a:pt x="1296" y="2073"/>
                    <a:pt x="1320" y="2074"/>
                    <a:pt x="1353" y="2076"/>
                  </a:cubicBezTo>
                  <a:cubicBezTo>
                    <a:pt x="1410" y="2080"/>
                    <a:pt x="1438" y="2082"/>
                    <a:pt x="1445" y="2082"/>
                  </a:cubicBezTo>
                  <a:cubicBezTo>
                    <a:pt x="1452" y="2082"/>
                    <a:pt x="1438" y="2080"/>
                    <a:pt x="1410" y="2076"/>
                  </a:cubicBezTo>
                  <a:cubicBezTo>
                    <a:pt x="1410" y="2076"/>
                    <a:pt x="1410" y="2068"/>
                    <a:pt x="1410" y="2060"/>
                  </a:cubicBezTo>
                  <a:cubicBezTo>
                    <a:pt x="1388" y="2060"/>
                    <a:pt x="1366" y="2058"/>
                    <a:pt x="1345" y="2057"/>
                  </a:cubicBezTo>
                  <a:lnTo>
                    <a:pt x="1345" y="2057"/>
                  </a:lnTo>
                  <a:cubicBezTo>
                    <a:pt x="1425" y="2052"/>
                    <a:pt x="1455" y="2051"/>
                    <a:pt x="1353" y="2044"/>
                  </a:cubicBezTo>
                  <a:lnTo>
                    <a:pt x="1353" y="2036"/>
                  </a:lnTo>
                  <a:cubicBezTo>
                    <a:pt x="1353" y="2036"/>
                    <a:pt x="1353" y="2036"/>
                    <a:pt x="1296" y="2028"/>
                  </a:cubicBezTo>
                  <a:cubicBezTo>
                    <a:pt x="1239" y="2028"/>
                    <a:pt x="1296" y="2020"/>
                    <a:pt x="1361" y="2020"/>
                  </a:cubicBezTo>
                  <a:cubicBezTo>
                    <a:pt x="1418" y="2020"/>
                    <a:pt x="1474" y="2011"/>
                    <a:pt x="1418" y="2011"/>
                  </a:cubicBezTo>
                  <a:cubicBezTo>
                    <a:pt x="1361" y="2011"/>
                    <a:pt x="1296" y="2011"/>
                    <a:pt x="1239" y="2003"/>
                  </a:cubicBezTo>
                  <a:cubicBezTo>
                    <a:pt x="1201" y="2003"/>
                    <a:pt x="1214" y="2000"/>
                    <a:pt x="1246" y="2000"/>
                  </a:cubicBezTo>
                  <a:cubicBezTo>
                    <a:pt x="1262" y="2000"/>
                    <a:pt x="1283" y="2001"/>
                    <a:pt x="1304" y="2003"/>
                  </a:cubicBezTo>
                  <a:cubicBezTo>
                    <a:pt x="1337" y="2003"/>
                    <a:pt x="1377" y="2003"/>
                    <a:pt x="1418" y="1995"/>
                  </a:cubicBezTo>
                  <a:cubicBezTo>
                    <a:pt x="1418" y="1995"/>
                    <a:pt x="1426" y="1987"/>
                    <a:pt x="1361" y="1987"/>
                  </a:cubicBezTo>
                  <a:cubicBezTo>
                    <a:pt x="1304" y="1987"/>
                    <a:pt x="1304" y="1971"/>
                    <a:pt x="1369" y="1963"/>
                  </a:cubicBezTo>
                  <a:lnTo>
                    <a:pt x="1369" y="1955"/>
                  </a:lnTo>
                  <a:cubicBezTo>
                    <a:pt x="1369" y="1955"/>
                    <a:pt x="1304" y="1955"/>
                    <a:pt x="1304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12" y="1938"/>
                  </a:cubicBezTo>
                  <a:cubicBezTo>
                    <a:pt x="1191" y="1930"/>
                    <a:pt x="1191" y="1930"/>
                    <a:pt x="1312" y="1930"/>
                  </a:cubicBezTo>
                  <a:cubicBezTo>
                    <a:pt x="1255" y="1922"/>
                    <a:pt x="1255" y="1922"/>
                    <a:pt x="1312" y="1922"/>
                  </a:cubicBezTo>
                  <a:cubicBezTo>
                    <a:pt x="1369" y="1922"/>
                    <a:pt x="1369" y="1914"/>
                    <a:pt x="1312" y="1914"/>
                  </a:cubicBezTo>
                  <a:cubicBezTo>
                    <a:pt x="1191" y="1914"/>
                    <a:pt x="1134" y="1906"/>
                    <a:pt x="1255" y="1906"/>
                  </a:cubicBezTo>
                  <a:cubicBezTo>
                    <a:pt x="1255" y="1906"/>
                    <a:pt x="1255" y="1906"/>
                    <a:pt x="1199" y="1898"/>
                  </a:cubicBezTo>
                  <a:cubicBezTo>
                    <a:pt x="1312" y="1890"/>
                    <a:pt x="1312" y="1890"/>
                    <a:pt x="1199" y="1890"/>
                  </a:cubicBezTo>
                  <a:cubicBezTo>
                    <a:pt x="1199" y="1890"/>
                    <a:pt x="1134" y="1882"/>
                    <a:pt x="1199" y="1882"/>
                  </a:cubicBezTo>
                  <a:cubicBezTo>
                    <a:pt x="1255" y="1874"/>
                    <a:pt x="1320" y="1857"/>
                    <a:pt x="1199" y="1857"/>
                  </a:cubicBezTo>
                  <a:lnTo>
                    <a:pt x="1199" y="1849"/>
                  </a:lnTo>
                  <a:cubicBezTo>
                    <a:pt x="1264" y="1849"/>
                    <a:pt x="1264" y="1841"/>
                    <a:pt x="1207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2"/>
            <p:cNvSpPr/>
            <p:nvPr/>
          </p:nvSpPr>
          <p:spPr>
            <a:xfrm>
              <a:off x="8530377" y="1800052"/>
              <a:ext cx="42146" cy="45300"/>
            </a:xfrm>
            <a:custGeom>
              <a:avLst/>
              <a:gdLst/>
              <a:ahLst/>
              <a:cxnLst/>
              <a:rect l="l" t="t" r="r" b="b"/>
              <a:pathLst>
                <a:path w="2445" h="2628" extrusionOk="0">
                  <a:moveTo>
                    <a:pt x="711" y="19"/>
                  </a:moveTo>
                  <a:cubicBezTo>
                    <a:pt x="740" y="19"/>
                    <a:pt x="799" y="21"/>
                    <a:pt x="856" y="25"/>
                  </a:cubicBezTo>
                  <a:cubicBezTo>
                    <a:pt x="842" y="28"/>
                    <a:pt x="830" y="29"/>
                    <a:pt x="817" y="29"/>
                  </a:cubicBezTo>
                  <a:cubicBezTo>
                    <a:pt x="793" y="29"/>
                    <a:pt x="769" y="25"/>
                    <a:pt x="742" y="25"/>
                  </a:cubicBezTo>
                  <a:cubicBezTo>
                    <a:pt x="681" y="21"/>
                    <a:pt x="681" y="19"/>
                    <a:pt x="711" y="19"/>
                  </a:cubicBezTo>
                  <a:close/>
                  <a:moveTo>
                    <a:pt x="1395" y="19"/>
                  </a:moveTo>
                  <a:cubicBezTo>
                    <a:pt x="1375" y="19"/>
                    <a:pt x="1354" y="21"/>
                    <a:pt x="1334" y="25"/>
                  </a:cubicBezTo>
                  <a:cubicBezTo>
                    <a:pt x="1348" y="28"/>
                    <a:pt x="1361" y="29"/>
                    <a:pt x="1375" y="29"/>
                  </a:cubicBezTo>
                  <a:cubicBezTo>
                    <a:pt x="1402" y="29"/>
                    <a:pt x="1429" y="25"/>
                    <a:pt x="1456" y="25"/>
                  </a:cubicBezTo>
                  <a:cubicBezTo>
                    <a:pt x="1435" y="21"/>
                    <a:pt x="1415" y="19"/>
                    <a:pt x="1395" y="19"/>
                  </a:cubicBezTo>
                  <a:close/>
                  <a:moveTo>
                    <a:pt x="799" y="455"/>
                  </a:moveTo>
                  <a:cubicBezTo>
                    <a:pt x="840" y="455"/>
                    <a:pt x="880" y="455"/>
                    <a:pt x="913" y="463"/>
                  </a:cubicBezTo>
                  <a:cubicBezTo>
                    <a:pt x="856" y="463"/>
                    <a:pt x="799" y="463"/>
                    <a:pt x="734" y="455"/>
                  </a:cubicBezTo>
                  <a:close/>
                  <a:moveTo>
                    <a:pt x="1083" y="560"/>
                  </a:moveTo>
                  <a:cubicBezTo>
                    <a:pt x="1083" y="560"/>
                    <a:pt x="1140" y="568"/>
                    <a:pt x="1083" y="568"/>
                  </a:cubicBezTo>
                  <a:lnTo>
                    <a:pt x="1018" y="568"/>
                  </a:lnTo>
                  <a:cubicBezTo>
                    <a:pt x="961" y="560"/>
                    <a:pt x="904" y="560"/>
                    <a:pt x="961" y="560"/>
                  </a:cubicBezTo>
                  <a:close/>
                  <a:moveTo>
                    <a:pt x="1002" y="682"/>
                  </a:moveTo>
                  <a:cubicBezTo>
                    <a:pt x="1026" y="682"/>
                    <a:pt x="1042" y="682"/>
                    <a:pt x="1058" y="690"/>
                  </a:cubicBezTo>
                  <a:lnTo>
                    <a:pt x="945" y="690"/>
                  </a:lnTo>
                  <a:cubicBezTo>
                    <a:pt x="961" y="682"/>
                    <a:pt x="986" y="682"/>
                    <a:pt x="1002" y="682"/>
                  </a:cubicBezTo>
                  <a:close/>
                  <a:moveTo>
                    <a:pt x="1115" y="714"/>
                  </a:moveTo>
                  <a:lnTo>
                    <a:pt x="1058" y="722"/>
                  </a:lnTo>
                  <a:lnTo>
                    <a:pt x="1058" y="714"/>
                  </a:lnTo>
                  <a:close/>
                  <a:moveTo>
                    <a:pt x="1151" y="724"/>
                  </a:moveTo>
                  <a:cubicBezTo>
                    <a:pt x="1144" y="724"/>
                    <a:pt x="1144" y="726"/>
                    <a:pt x="1172" y="730"/>
                  </a:cubicBezTo>
                  <a:cubicBezTo>
                    <a:pt x="1172" y="726"/>
                    <a:pt x="1158" y="724"/>
                    <a:pt x="1151" y="724"/>
                  </a:cubicBezTo>
                  <a:close/>
                  <a:moveTo>
                    <a:pt x="637" y="730"/>
                  </a:moveTo>
                  <a:cubicBezTo>
                    <a:pt x="698" y="734"/>
                    <a:pt x="726" y="737"/>
                    <a:pt x="725" y="737"/>
                  </a:cubicBezTo>
                  <a:cubicBezTo>
                    <a:pt x="724" y="737"/>
                    <a:pt x="694" y="734"/>
                    <a:pt x="637" y="730"/>
                  </a:cubicBezTo>
                  <a:close/>
                  <a:moveTo>
                    <a:pt x="1115" y="747"/>
                  </a:moveTo>
                  <a:lnTo>
                    <a:pt x="1050" y="755"/>
                  </a:lnTo>
                  <a:lnTo>
                    <a:pt x="1050" y="747"/>
                  </a:lnTo>
                  <a:close/>
                  <a:moveTo>
                    <a:pt x="1050" y="763"/>
                  </a:moveTo>
                  <a:cubicBezTo>
                    <a:pt x="1079" y="767"/>
                    <a:pt x="1093" y="767"/>
                    <a:pt x="1100" y="767"/>
                  </a:cubicBezTo>
                  <a:cubicBezTo>
                    <a:pt x="1107" y="767"/>
                    <a:pt x="1107" y="767"/>
                    <a:pt x="1107" y="771"/>
                  </a:cubicBezTo>
                  <a:cubicBezTo>
                    <a:pt x="1107" y="775"/>
                    <a:pt x="1107" y="777"/>
                    <a:pt x="1100" y="777"/>
                  </a:cubicBezTo>
                  <a:cubicBezTo>
                    <a:pt x="1093" y="777"/>
                    <a:pt x="1079" y="775"/>
                    <a:pt x="1050" y="771"/>
                  </a:cubicBezTo>
                  <a:cubicBezTo>
                    <a:pt x="994" y="771"/>
                    <a:pt x="994" y="763"/>
                    <a:pt x="1050" y="763"/>
                  </a:cubicBezTo>
                  <a:close/>
                  <a:moveTo>
                    <a:pt x="690" y="789"/>
                  </a:moveTo>
                  <a:cubicBezTo>
                    <a:pt x="710" y="789"/>
                    <a:pt x="730" y="791"/>
                    <a:pt x="750" y="795"/>
                  </a:cubicBezTo>
                  <a:lnTo>
                    <a:pt x="629" y="795"/>
                  </a:lnTo>
                  <a:cubicBezTo>
                    <a:pt x="649" y="791"/>
                    <a:pt x="669" y="789"/>
                    <a:pt x="690" y="789"/>
                  </a:cubicBezTo>
                  <a:close/>
                  <a:moveTo>
                    <a:pt x="799" y="828"/>
                  </a:moveTo>
                  <a:lnTo>
                    <a:pt x="742" y="836"/>
                  </a:lnTo>
                  <a:cubicBezTo>
                    <a:pt x="686" y="836"/>
                    <a:pt x="686" y="828"/>
                    <a:pt x="686" y="828"/>
                  </a:cubicBezTo>
                  <a:close/>
                  <a:moveTo>
                    <a:pt x="1002" y="1087"/>
                  </a:moveTo>
                  <a:cubicBezTo>
                    <a:pt x="1042" y="1087"/>
                    <a:pt x="1083" y="1087"/>
                    <a:pt x="1123" y="1095"/>
                  </a:cubicBezTo>
                  <a:lnTo>
                    <a:pt x="1002" y="1095"/>
                  </a:lnTo>
                  <a:lnTo>
                    <a:pt x="1002" y="1087"/>
                  </a:lnTo>
                  <a:close/>
                  <a:moveTo>
                    <a:pt x="1107" y="1209"/>
                  </a:moveTo>
                  <a:cubicBezTo>
                    <a:pt x="1164" y="1209"/>
                    <a:pt x="1164" y="1217"/>
                    <a:pt x="1164" y="1225"/>
                  </a:cubicBezTo>
                  <a:cubicBezTo>
                    <a:pt x="1123" y="1225"/>
                    <a:pt x="1083" y="1225"/>
                    <a:pt x="1042" y="1217"/>
                  </a:cubicBezTo>
                  <a:cubicBezTo>
                    <a:pt x="1050" y="1209"/>
                    <a:pt x="1050" y="1209"/>
                    <a:pt x="1107" y="1209"/>
                  </a:cubicBezTo>
                  <a:close/>
                  <a:moveTo>
                    <a:pt x="653" y="1468"/>
                  </a:moveTo>
                  <a:lnTo>
                    <a:pt x="653" y="1476"/>
                  </a:lnTo>
                  <a:lnTo>
                    <a:pt x="767" y="1476"/>
                  </a:lnTo>
                  <a:cubicBezTo>
                    <a:pt x="726" y="1468"/>
                    <a:pt x="694" y="1468"/>
                    <a:pt x="653" y="1468"/>
                  </a:cubicBezTo>
                  <a:close/>
                  <a:moveTo>
                    <a:pt x="1058" y="1525"/>
                  </a:moveTo>
                  <a:cubicBezTo>
                    <a:pt x="1069" y="1525"/>
                    <a:pt x="1081" y="1525"/>
                    <a:pt x="1093" y="1526"/>
                  </a:cubicBezTo>
                  <a:lnTo>
                    <a:pt x="1093" y="1526"/>
                  </a:lnTo>
                  <a:cubicBezTo>
                    <a:pt x="1093" y="1525"/>
                    <a:pt x="1093" y="1525"/>
                    <a:pt x="1092" y="1525"/>
                  </a:cubicBezTo>
                  <a:close/>
                  <a:moveTo>
                    <a:pt x="921" y="1"/>
                  </a:moveTo>
                  <a:cubicBezTo>
                    <a:pt x="840" y="1"/>
                    <a:pt x="758" y="1"/>
                    <a:pt x="677" y="9"/>
                  </a:cubicBezTo>
                  <a:cubicBezTo>
                    <a:pt x="621" y="25"/>
                    <a:pt x="556" y="33"/>
                    <a:pt x="677" y="33"/>
                  </a:cubicBezTo>
                  <a:lnTo>
                    <a:pt x="734" y="33"/>
                  </a:lnTo>
                  <a:cubicBezTo>
                    <a:pt x="718" y="41"/>
                    <a:pt x="694" y="41"/>
                    <a:pt x="677" y="41"/>
                  </a:cubicBezTo>
                  <a:cubicBezTo>
                    <a:pt x="613" y="41"/>
                    <a:pt x="613" y="57"/>
                    <a:pt x="613" y="74"/>
                  </a:cubicBezTo>
                  <a:cubicBezTo>
                    <a:pt x="604" y="90"/>
                    <a:pt x="604" y="98"/>
                    <a:pt x="548" y="98"/>
                  </a:cubicBezTo>
                  <a:cubicBezTo>
                    <a:pt x="483" y="106"/>
                    <a:pt x="483" y="106"/>
                    <a:pt x="483" y="106"/>
                  </a:cubicBezTo>
                  <a:cubicBezTo>
                    <a:pt x="548" y="106"/>
                    <a:pt x="540" y="122"/>
                    <a:pt x="540" y="147"/>
                  </a:cubicBezTo>
                  <a:cubicBezTo>
                    <a:pt x="540" y="171"/>
                    <a:pt x="531" y="187"/>
                    <a:pt x="596" y="187"/>
                  </a:cubicBezTo>
                  <a:lnTo>
                    <a:pt x="596" y="195"/>
                  </a:lnTo>
                  <a:cubicBezTo>
                    <a:pt x="531" y="195"/>
                    <a:pt x="531" y="203"/>
                    <a:pt x="531" y="212"/>
                  </a:cubicBezTo>
                  <a:cubicBezTo>
                    <a:pt x="588" y="220"/>
                    <a:pt x="588" y="220"/>
                    <a:pt x="588" y="220"/>
                  </a:cubicBezTo>
                  <a:cubicBezTo>
                    <a:pt x="531" y="220"/>
                    <a:pt x="531" y="228"/>
                    <a:pt x="531" y="228"/>
                  </a:cubicBezTo>
                  <a:cubicBezTo>
                    <a:pt x="523" y="236"/>
                    <a:pt x="523" y="244"/>
                    <a:pt x="588" y="244"/>
                  </a:cubicBezTo>
                  <a:cubicBezTo>
                    <a:pt x="588" y="244"/>
                    <a:pt x="580" y="268"/>
                    <a:pt x="523" y="276"/>
                  </a:cubicBezTo>
                  <a:cubicBezTo>
                    <a:pt x="459" y="276"/>
                    <a:pt x="523" y="285"/>
                    <a:pt x="580" y="285"/>
                  </a:cubicBezTo>
                  <a:cubicBezTo>
                    <a:pt x="621" y="285"/>
                    <a:pt x="661" y="285"/>
                    <a:pt x="702" y="293"/>
                  </a:cubicBezTo>
                  <a:lnTo>
                    <a:pt x="580" y="293"/>
                  </a:lnTo>
                  <a:cubicBezTo>
                    <a:pt x="552" y="289"/>
                    <a:pt x="538" y="287"/>
                    <a:pt x="529" y="287"/>
                  </a:cubicBezTo>
                  <a:cubicBezTo>
                    <a:pt x="521" y="287"/>
                    <a:pt x="519" y="289"/>
                    <a:pt x="515" y="293"/>
                  </a:cubicBezTo>
                  <a:lnTo>
                    <a:pt x="515" y="301"/>
                  </a:lnTo>
                  <a:cubicBezTo>
                    <a:pt x="580" y="301"/>
                    <a:pt x="572" y="317"/>
                    <a:pt x="572" y="333"/>
                  </a:cubicBezTo>
                  <a:cubicBezTo>
                    <a:pt x="572" y="366"/>
                    <a:pt x="564" y="374"/>
                    <a:pt x="629" y="374"/>
                  </a:cubicBezTo>
                  <a:cubicBezTo>
                    <a:pt x="686" y="374"/>
                    <a:pt x="686" y="374"/>
                    <a:pt x="629" y="390"/>
                  </a:cubicBezTo>
                  <a:cubicBezTo>
                    <a:pt x="442" y="406"/>
                    <a:pt x="442" y="406"/>
                    <a:pt x="499" y="406"/>
                  </a:cubicBezTo>
                  <a:lnTo>
                    <a:pt x="621" y="406"/>
                  </a:lnTo>
                  <a:cubicBezTo>
                    <a:pt x="742" y="406"/>
                    <a:pt x="742" y="406"/>
                    <a:pt x="621" y="414"/>
                  </a:cubicBezTo>
                  <a:cubicBezTo>
                    <a:pt x="499" y="414"/>
                    <a:pt x="556" y="455"/>
                    <a:pt x="677" y="463"/>
                  </a:cubicBezTo>
                  <a:lnTo>
                    <a:pt x="613" y="463"/>
                  </a:lnTo>
                  <a:cubicBezTo>
                    <a:pt x="556" y="463"/>
                    <a:pt x="556" y="463"/>
                    <a:pt x="556" y="479"/>
                  </a:cubicBezTo>
                  <a:lnTo>
                    <a:pt x="548" y="487"/>
                  </a:lnTo>
                  <a:cubicBezTo>
                    <a:pt x="669" y="487"/>
                    <a:pt x="604" y="503"/>
                    <a:pt x="548" y="503"/>
                  </a:cubicBezTo>
                  <a:cubicBezTo>
                    <a:pt x="491" y="503"/>
                    <a:pt x="491" y="503"/>
                    <a:pt x="491" y="512"/>
                  </a:cubicBezTo>
                  <a:cubicBezTo>
                    <a:pt x="604" y="520"/>
                    <a:pt x="548" y="536"/>
                    <a:pt x="483" y="536"/>
                  </a:cubicBezTo>
                  <a:lnTo>
                    <a:pt x="483" y="544"/>
                  </a:lnTo>
                  <a:cubicBezTo>
                    <a:pt x="540" y="544"/>
                    <a:pt x="540" y="552"/>
                    <a:pt x="540" y="552"/>
                  </a:cubicBezTo>
                  <a:cubicBezTo>
                    <a:pt x="540" y="568"/>
                    <a:pt x="540" y="568"/>
                    <a:pt x="596" y="568"/>
                  </a:cubicBezTo>
                  <a:cubicBezTo>
                    <a:pt x="610" y="566"/>
                    <a:pt x="623" y="565"/>
                    <a:pt x="637" y="565"/>
                  </a:cubicBezTo>
                  <a:cubicBezTo>
                    <a:pt x="664" y="565"/>
                    <a:pt x="691" y="568"/>
                    <a:pt x="718" y="568"/>
                  </a:cubicBezTo>
                  <a:lnTo>
                    <a:pt x="661" y="568"/>
                  </a:lnTo>
                  <a:cubicBezTo>
                    <a:pt x="596" y="568"/>
                    <a:pt x="596" y="576"/>
                    <a:pt x="596" y="593"/>
                  </a:cubicBezTo>
                  <a:cubicBezTo>
                    <a:pt x="596" y="609"/>
                    <a:pt x="596" y="609"/>
                    <a:pt x="531" y="617"/>
                  </a:cubicBezTo>
                  <a:lnTo>
                    <a:pt x="588" y="617"/>
                  </a:lnTo>
                  <a:cubicBezTo>
                    <a:pt x="653" y="625"/>
                    <a:pt x="653" y="625"/>
                    <a:pt x="588" y="625"/>
                  </a:cubicBezTo>
                  <a:cubicBezTo>
                    <a:pt x="531" y="625"/>
                    <a:pt x="531" y="641"/>
                    <a:pt x="588" y="649"/>
                  </a:cubicBezTo>
                  <a:cubicBezTo>
                    <a:pt x="467" y="657"/>
                    <a:pt x="467" y="666"/>
                    <a:pt x="588" y="666"/>
                  </a:cubicBezTo>
                  <a:cubicBezTo>
                    <a:pt x="523" y="666"/>
                    <a:pt x="523" y="674"/>
                    <a:pt x="523" y="674"/>
                  </a:cubicBezTo>
                  <a:cubicBezTo>
                    <a:pt x="580" y="682"/>
                    <a:pt x="580" y="690"/>
                    <a:pt x="523" y="690"/>
                  </a:cubicBezTo>
                  <a:lnTo>
                    <a:pt x="523" y="698"/>
                  </a:lnTo>
                  <a:cubicBezTo>
                    <a:pt x="580" y="698"/>
                    <a:pt x="580" y="698"/>
                    <a:pt x="580" y="706"/>
                  </a:cubicBezTo>
                  <a:cubicBezTo>
                    <a:pt x="580" y="706"/>
                    <a:pt x="580" y="714"/>
                    <a:pt x="637" y="714"/>
                  </a:cubicBezTo>
                  <a:cubicBezTo>
                    <a:pt x="702" y="714"/>
                    <a:pt x="694" y="722"/>
                    <a:pt x="694" y="722"/>
                  </a:cubicBezTo>
                  <a:cubicBezTo>
                    <a:pt x="661" y="722"/>
                    <a:pt x="621" y="722"/>
                    <a:pt x="580" y="714"/>
                  </a:cubicBezTo>
                  <a:cubicBezTo>
                    <a:pt x="515" y="714"/>
                    <a:pt x="515" y="722"/>
                    <a:pt x="637" y="730"/>
                  </a:cubicBezTo>
                  <a:cubicBezTo>
                    <a:pt x="599" y="730"/>
                    <a:pt x="558" y="727"/>
                    <a:pt x="553" y="727"/>
                  </a:cubicBezTo>
                  <a:lnTo>
                    <a:pt x="553" y="727"/>
                  </a:lnTo>
                  <a:cubicBezTo>
                    <a:pt x="551" y="727"/>
                    <a:pt x="558" y="728"/>
                    <a:pt x="580" y="730"/>
                  </a:cubicBezTo>
                  <a:cubicBezTo>
                    <a:pt x="580" y="730"/>
                    <a:pt x="572" y="739"/>
                    <a:pt x="637" y="739"/>
                  </a:cubicBezTo>
                  <a:cubicBezTo>
                    <a:pt x="637" y="739"/>
                    <a:pt x="637" y="747"/>
                    <a:pt x="637" y="747"/>
                  </a:cubicBezTo>
                  <a:cubicBezTo>
                    <a:pt x="572" y="755"/>
                    <a:pt x="572" y="755"/>
                    <a:pt x="572" y="763"/>
                  </a:cubicBezTo>
                  <a:cubicBezTo>
                    <a:pt x="515" y="763"/>
                    <a:pt x="507" y="771"/>
                    <a:pt x="629" y="771"/>
                  </a:cubicBezTo>
                  <a:cubicBezTo>
                    <a:pt x="694" y="771"/>
                    <a:pt x="686" y="779"/>
                    <a:pt x="629" y="779"/>
                  </a:cubicBezTo>
                  <a:lnTo>
                    <a:pt x="572" y="779"/>
                  </a:lnTo>
                  <a:cubicBezTo>
                    <a:pt x="629" y="787"/>
                    <a:pt x="629" y="787"/>
                    <a:pt x="629" y="787"/>
                  </a:cubicBezTo>
                  <a:cubicBezTo>
                    <a:pt x="572" y="787"/>
                    <a:pt x="564" y="820"/>
                    <a:pt x="564" y="844"/>
                  </a:cubicBezTo>
                  <a:cubicBezTo>
                    <a:pt x="596" y="852"/>
                    <a:pt x="637" y="852"/>
                    <a:pt x="677" y="852"/>
                  </a:cubicBezTo>
                  <a:cubicBezTo>
                    <a:pt x="499" y="852"/>
                    <a:pt x="499" y="860"/>
                    <a:pt x="677" y="860"/>
                  </a:cubicBezTo>
                  <a:cubicBezTo>
                    <a:pt x="621" y="868"/>
                    <a:pt x="621" y="868"/>
                    <a:pt x="677" y="868"/>
                  </a:cubicBezTo>
                  <a:cubicBezTo>
                    <a:pt x="621" y="876"/>
                    <a:pt x="556" y="876"/>
                    <a:pt x="613" y="876"/>
                  </a:cubicBezTo>
                  <a:cubicBezTo>
                    <a:pt x="613" y="876"/>
                    <a:pt x="613" y="884"/>
                    <a:pt x="556" y="884"/>
                  </a:cubicBezTo>
                  <a:cubicBezTo>
                    <a:pt x="491" y="884"/>
                    <a:pt x="556" y="893"/>
                    <a:pt x="613" y="893"/>
                  </a:cubicBezTo>
                  <a:cubicBezTo>
                    <a:pt x="699" y="898"/>
                    <a:pt x="724" y="904"/>
                    <a:pt x="688" y="904"/>
                  </a:cubicBezTo>
                  <a:cubicBezTo>
                    <a:pt x="673" y="904"/>
                    <a:pt x="648" y="903"/>
                    <a:pt x="613" y="901"/>
                  </a:cubicBezTo>
                  <a:cubicBezTo>
                    <a:pt x="491" y="901"/>
                    <a:pt x="548" y="917"/>
                    <a:pt x="669" y="917"/>
                  </a:cubicBezTo>
                  <a:cubicBezTo>
                    <a:pt x="791" y="925"/>
                    <a:pt x="791" y="925"/>
                    <a:pt x="726" y="925"/>
                  </a:cubicBezTo>
                  <a:cubicBezTo>
                    <a:pt x="707" y="922"/>
                    <a:pt x="695" y="921"/>
                    <a:pt x="686" y="921"/>
                  </a:cubicBezTo>
                  <a:cubicBezTo>
                    <a:pt x="669" y="921"/>
                    <a:pt x="669" y="925"/>
                    <a:pt x="669" y="925"/>
                  </a:cubicBezTo>
                  <a:cubicBezTo>
                    <a:pt x="669" y="925"/>
                    <a:pt x="669" y="933"/>
                    <a:pt x="604" y="933"/>
                  </a:cubicBezTo>
                  <a:cubicBezTo>
                    <a:pt x="604" y="933"/>
                    <a:pt x="604" y="933"/>
                    <a:pt x="669" y="941"/>
                  </a:cubicBezTo>
                  <a:cubicBezTo>
                    <a:pt x="783" y="949"/>
                    <a:pt x="726" y="957"/>
                    <a:pt x="604" y="957"/>
                  </a:cubicBezTo>
                  <a:lnTo>
                    <a:pt x="661" y="966"/>
                  </a:lnTo>
                  <a:cubicBezTo>
                    <a:pt x="783" y="966"/>
                    <a:pt x="840" y="974"/>
                    <a:pt x="718" y="974"/>
                  </a:cubicBezTo>
                  <a:lnTo>
                    <a:pt x="661" y="974"/>
                  </a:lnTo>
                  <a:cubicBezTo>
                    <a:pt x="783" y="974"/>
                    <a:pt x="718" y="990"/>
                    <a:pt x="596" y="990"/>
                  </a:cubicBezTo>
                  <a:lnTo>
                    <a:pt x="718" y="990"/>
                  </a:lnTo>
                  <a:cubicBezTo>
                    <a:pt x="718" y="998"/>
                    <a:pt x="718" y="998"/>
                    <a:pt x="661" y="998"/>
                  </a:cubicBezTo>
                  <a:cubicBezTo>
                    <a:pt x="596" y="998"/>
                    <a:pt x="540" y="1006"/>
                    <a:pt x="596" y="1006"/>
                  </a:cubicBezTo>
                  <a:cubicBezTo>
                    <a:pt x="596" y="1006"/>
                    <a:pt x="596" y="1006"/>
                    <a:pt x="540" y="1014"/>
                  </a:cubicBezTo>
                  <a:cubicBezTo>
                    <a:pt x="540" y="1014"/>
                    <a:pt x="531" y="1014"/>
                    <a:pt x="531" y="1022"/>
                  </a:cubicBezTo>
                  <a:cubicBezTo>
                    <a:pt x="596" y="1022"/>
                    <a:pt x="596" y="1030"/>
                    <a:pt x="531" y="1030"/>
                  </a:cubicBezTo>
                  <a:cubicBezTo>
                    <a:pt x="531" y="1030"/>
                    <a:pt x="531" y="1039"/>
                    <a:pt x="588" y="1039"/>
                  </a:cubicBezTo>
                  <a:cubicBezTo>
                    <a:pt x="588" y="1047"/>
                    <a:pt x="588" y="1055"/>
                    <a:pt x="531" y="1055"/>
                  </a:cubicBezTo>
                  <a:cubicBezTo>
                    <a:pt x="588" y="1055"/>
                    <a:pt x="588" y="1055"/>
                    <a:pt x="588" y="1063"/>
                  </a:cubicBezTo>
                  <a:cubicBezTo>
                    <a:pt x="645" y="1063"/>
                    <a:pt x="645" y="1063"/>
                    <a:pt x="645" y="1071"/>
                  </a:cubicBezTo>
                  <a:cubicBezTo>
                    <a:pt x="645" y="1071"/>
                    <a:pt x="588" y="1079"/>
                    <a:pt x="588" y="1087"/>
                  </a:cubicBezTo>
                  <a:cubicBezTo>
                    <a:pt x="588" y="1091"/>
                    <a:pt x="588" y="1093"/>
                    <a:pt x="595" y="1093"/>
                  </a:cubicBezTo>
                  <a:cubicBezTo>
                    <a:pt x="602" y="1093"/>
                    <a:pt x="617" y="1091"/>
                    <a:pt x="645" y="1087"/>
                  </a:cubicBezTo>
                  <a:cubicBezTo>
                    <a:pt x="645" y="1087"/>
                    <a:pt x="702" y="1087"/>
                    <a:pt x="645" y="1095"/>
                  </a:cubicBezTo>
                  <a:cubicBezTo>
                    <a:pt x="645" y="1095"/>
                    <a:pt x="580" y="1103"/>
                    <a:pt x="580" y="1120"/>
                  </a:cubicBezTo>
                  <a:cubicBezTo>
                    <a:pt x="580" y="1128"/>
                    <a:pt x="580" y="1128"/>
                    <a:pt x="637" y="1128"/>
                  </a:cubicBezTo>
                  <a:cubicBezTo>
                    <a:pt x="515" y="1136"/>
                    <a:pt x="515" y="1144"/>
                    <a:pt x="580" y="1144"/>
                  </a:cubicBezTo>
                  <a:lnTo>
                    <a:pt x="637" y="1144"/>
                  </a:lnTo>
                  <a:cubicBezTo>
                    <a:pt x="580" y="1144"/>
                    <a:pt x="580" y="1152"/>
                    <a:pt x="637" y="1160"/>
                  </a:cubicBezTo>
                  <a:lnTo>
                    <a:pt x="580" y="1160"/>
                  </a:lnTo>
                  <a:lnTo>
                    <a:pt x="572" y="1168"/>
                  </a:lnTo>
                  <a:cubicBezTo>
                    <a:pt x="694" y="1168"/>
                    <a:pt x="629" y="1193"/>
                    <a:pt x="572" y="1193"/>
                  </a:cubicBezTo>
                  <a:cubicBezTo>
                    <a:pt x="572" y="1193"/>
                    <a:pt x="572" y="1193"/>
                    <a:pt x="629" y="1201"/>
                  </a:cubicBezTo>
                  <a:cubicBezTo>
                    <a:pt x="750" y="1201"/>
                    <a:pt x="750" y="1209"/>
                    <a:pt x="629" y="1209"/>
                  </a:cubicBezTo>
                  <a:cubicBezTo>
                    <a:pt x="686" y="1209"/>
                    <a:pt x="686" y="1225"/>
                    <a:pt x="564" y="1225"/>
                  </a:cubicBezTo>
                  <a:lnTo>
                    <a:pt x="450" y="1225"/>
                  </a:lnTo>
                  <a:cubicBezTo>
                    <a:pt x="507" y="1225"/>
                    <a:pt x="507" y="1233"/>
                    <a:pt x="507" y="1233"/>
                  </a:cubicBezTo>
                  <a:cubicBezTo>
                    <a:pt x="564" y="1233"/>
                    <a:pt x="564" y="1233"/>
                    <a:pt x="564" y="1241"/>
                  </a:cubicBezTo>
                  <a:cubicBezTo>
                    <a:pt x="564" y="1247"/>
                    <a:pt x="591" y="1252"/>
                    <a:pt x="608" y="1258"/>
                  </a:cubicBezTo>
                  <a:lnTo>
                    <a:pt x="608" y="1258"/>
                  </a:lnTo>
                  <a:cubicBezTo>
                    <a:pt x="620" y="1257"/>
                    <a:pt x="633" y="1257"/>
                    <a:pt x="646" y="1257"/>
                  </a:cubicBezTo>
                  <a:cubicBezTo>
                    <a:pt x="657" y="1257"/>
                    <a:pt x="667" y="1257"/>
                    <a:pt x="677" y="1257"/>
                  </a:cubicBezTo>
                  <a:cubicBezTo>
                    <a:pt x="837" y="1266"/>
                    <a:pt x="955" y="1333"/>
                    <a:pt x="1032" y="1428"/>
                  </a:cubicBezTo>
                  <a:lnTo>
                    <a:pt x="1032" y="1428"/>
                  </a:lnTo>
                  <a:cubicBezTo>
                    <a:pt x="1027" y="1428"/>
                    <a:pt x="1023" y="1428"/>
                    <a:pt x="1018" y="1428"/>
                  </a:cubicBezTo>
                  <a:lnTo>
                    <a:pt x="1018" y="1436"/>
                  </a:lnTo>
                  <a:lnTo>
                    <a:pt x="1038" y="1436"/>
                  </a:lnTo>
                  <a:cubicBezTo>
                    <a:pt x="1036" y="1433"/>
                    <a:pt x="1034" y="1430"/>
                    <a:pt x="1032" y="1428"/>
                  </a:cubicBezTo>
                  <a:lnTo>
                    <a:pt x="1032" y="1428"/>
                  </a:lnTo>
                  <a:cubicBezTo>
                    <a:pt x="1066" y="1428"/>
                    <a:pt x="1096" y="1429"/>
                    <a:pt x="1131" y="1436"/>
                  </a:cubicBezTo>
                  <a:lnTo>
                    <a:pt x="1038" y="1436"/>
                  </a:lnTo>
                  <a:cubicBezTo>
                    <a:pt x="1060" y="1464"/>
                    <a:pt x="1078" y="1493"/>
                    <a:pt x="1092" y="1525"/>
                  </a:cubicBezTo>
                  <a:lnTo>
                    <a:pt x="1237" y="1525"/>
                  </a:lnTo>
                  <a:cubicBezTo>
                    <a:pt x="1237" y="1528"/>
                    <a:pt x="1224" y="1529"/>
                    <a:pt x="1205" y="1529"/>
                  </a:cubicBezTo>
                  <a:cubicBezTo>
                    <a:pt x="1176" y="1529"/>
                    <a:pt x="1131" y="1527"/>
                    <a:pt x="1093" y="1526"/>
                  </a:cubicBezTo>
                  <a:lnTo>
                    <a:pt x="1093" y="1526"/>
                  </a:lnTo>
                  <a:cubicBezTo>
                    <a:pt x="1104" y="1549"/>
                    <a:pt x="1113" y="1573"/>
                    <a:pt x="1120" y="1598"/>
                  </a:cubicBezTo>
                  <a:lnTo>
                    <a:pt x="1120" y="1598"/>
                  </a:lnTo>
                  <a:cubicBezTo>
                    <a:pt x="1116" y="1598"/>
                    <a:pt x="1111" y="1598"/>
                    <a:pt x="1107" y="1598"/>
                  </a:cubicBezTo>
                  <a:lnTo>
                    <a:pt x="1107" y="1606"/>
                  </a:lnTo>
                  <a:lnTo>
                    <a:pt x="1122" y="1606"/>
                  </a:lnTo>
                  <a:cubicBezTo>
                    <a:pt x="1121" y="1603"/>
                    <a:pt x="1121" y="1601"/>
                    <a:pt x="1120" y="1598"/>
                  </a:cubicBezTo>
                  <a:lnTo>
                    <a:pt x="1120" y="1598"/>
                  </a:lnTo>
                  <a:cubicBezTo>
                    <a:pt x="1156" y="1598"/>
                    <a:pt x="1192" y="1599"/>
                    <a:pt x="1229" y="1606"/>
                  </a:cubicBezTo>
                  <a:lnTo>
                    <a:pt x="1122" y="1606"/>
                  </a:lnTo>
                  <a:cubicBezTo>
                    <a:pt x="1123" y="1609"/>
                    <a:pt x="1124" y="1612"/>
                    <a:pt x="1124" y="1615"/>
                  </a:cubicBezTo>
                  <a:lnTo>
                    <a:pt x="1124" y="1615"/>
                  </a:lnTo>
                  <a:cubicBezTo>
                    <a:pt x="1136" y="1614"/>
                    <a:pt x="1149" y="1614"/>
                    <a:pt x="1164" y="1614"/>
                  </a:cubicBezTo>
                  <a:lnTo>
                    <a:pt x="1229" y="1614"/>
                  </a:lnTo>
                  <a:cubicBezTo>
                    <a:pt x="1229" y="1614"/>
                    <a:pt x="1229" y="1606"/>
                    <a:pt x="1285" y="1606"/>
                  </a:cubicBezTo>
                  <a:cubicBezTo>
                    <a:pt x="1407" y="1598"/>
                    <a:pt x="1350" y="1590"/>
                    <a:pt x="1285" y="1590"/>
                  </a:cubicBezTo>
                  <a:cubicBezTo>
                    <a:pt x="1248" y="1593"/>
                    <a:pt x="1229" y="1593"/>
                    <a:pt x="1222" y="1593"/>
                  </a:cubicBezTo>
                  <a:cubicBezTo>
                    <a:pt x="1210" y="1593"/>
                    <a:pt x="1248" y="1590"/>
                    <a:pt x="1285" y="1590"/>
                  </a:cubicBezTo>
                  <a:cubicBezTo>
                    <a:pt x="1350" y="1590"/>
                    <a:pt x="1407" y="1582"/>
                    <a:pt x="1350" y="1582"/>
                  </a:cubicBezTo>
                  <a:cubicBezTo>
                    <a:pt x="1294" y="1582"/>
                    <a:pt x="1237" y="1566"/>
                    <a:pt x="1350" y="1566"/>
                  </a:cubicBezTo>
                  <a:lnTo>
                    <a:pt x="1350" y="1557"/>
                  </a:lnTo>
                  <a:cubicBezTo>
                    <a:pt x="1294" y="1557"/>
                    <a:pt x="1294" y="1549"/>
                    <a:pt x="1294" y="1541"/>
                  </a:cubicBezTo>
                  <a:cubicBezTo>
                    <a:pt x="1294" y="1541"/>
                    <a:pt x="1302" y="1533"/>
                    <a:pt x="1358" y="1533"/>
                  </a:cubicBezTo>
                  <a:cubicBezTo>
                    <a:pt x="1375" y="1535"/>
                    <a:pt x="1387" y="1536"/>
                    <a:pt x="1394" y="1536"/>
                  </a:cubicBezTo>
                  <a:cubicBezTo>
                    <a:pt x="1410" y="1536"/>
                    <a:pt x="1399" y="1531"/>
                    <a:pt x="1358" y="1525"/>
                  </a:cubicBezTo>
                  <a:cubicBezTo>
                    <a:pt x="1358" y="1525"/>
                    <a:pt x="1237" y="1525"/>
                    <a:pt x="1237" y="1517"/>
                  </a:cubicBezTo>
                  <a:cubicBezTo>
                    <a:pt x="1196" y="1517"/>
                    <a:pt x="1164" y="1517"/>
                    <a:pt x="1123" y="1509"/>
                  </a:cubicBezTo>
                  <a:lnTo>
                    <a:pt x="1245" y="1509"/>
                  </a:lnTo>
                  <a:cubicBezTo>
                    <a:pt x="1302" y="1501"/>
                    <a:pt x="1302" y="1501"/>
                    <a:pt x="1302" y="1493"/>
                  </a:cubicBezTo>
                  <a:cubicBezTo>
                    <a:pt x="1302" y="1484"/>
                    <a:pt x="1302" y="1484"/>
                    <a:pt x="1245" y="1476"/>
                  </a:cubicBezTo>
                  <a:cubicBezTo>
                    <a:pt x="1367" y="1476"/>
                    <a:pt x="1367" y="1460"/>
                    <a:pt x="1253" y="1452"/>
                  </a:cubicBezTo>
                  <a:cubicBezTo>
                    <a:pt x="1188" y="1452"/>
                    <a:pt x="1188" y="1452"/>
                    <a:pt x="1253" y="1444"/>
                  </a:cubicBezTo>
                  <a:cubicBezTo>
                    <a:pt x="1188" y="1436"/>
                    <a:pt x="1253" y="1436"/>
                    <a:pt x="1310" y="1436"/>
                  </a:cubicBezTo>
                  <a:cubicBezTo>
                    <a:pt x="1431" y="1428"/>
                    <a:pt x="1431" y="1428"/>
                    <a:pt x="1375" y="1420"/>
                  </a:cubicBezTo>
                  <a:cubicBezTo>
                    <a:pt x="1310" y="1420"/>
                    <a:pt x="1318" y="1411"/>
                    <a:pt x="1318" y="1411"/>
                  </a:cubicBezTo>
                  <a:cubicBezTo>
                    <a:pt x="1289" y="1406"/>
                    <a:pt x="1261" y="1400"/>
                    <a:pt x="1232" y="1400"/>
                  </a:cubicBezTo>
                  <a:cubicBezTo>
                    <a:pt x="1220" y="1400"/>
                    <a:pt x="1208" y="1401"/>
                    <a:pt x="1196" y="1403"/>
                  </a:cubicBezTo>
                  <a:cubicBezTo>
                    <a:pt x="1178" y="1403"/>
                    <a:pt x="1158" y="1402"/>
                    <a:pt x="1140" y="1401"/>
                  </a:cubicBezTo>
                  <a:lnTo>
                    <a:pt x="1140" y="1401"/>
                  </a:lnTo>
                  <a:cubicBezTo>
                    <a:pt x="1159" y="1401"/>
                    <a:pt x="1178" y="1399"/>
                    <a:pt x="1196" y="1395"/>
                  </a:cubicBezTo>
                  <a:cubicBezTo>
                    <a:pt x="1261" y="1395"/>
                    <a:pt x="1261" y="1387"/>
                    <a:pt x="1261" y="1379"/>
                  </a:cubicBezTo>
                  <a:cubicBezTo>
                    <a:pt x="1261" y="1379"/>
                    <a:pt x="1261" y="1371"/>
                    <a:pt x="1261" y="1371"/>
                  </a:cubicBezTo>
                  <a:cubicBezTo>
                    <a:pt x="1318" y="1363"/>
                    <a:pt x="1326" y="1355"/>
                    <a:pt x="1261" y="1355"/>
                  </a:cubicBezTo>
                  <a:lnTo>
                    <a:pt x="1204" y="1355"/>
                  </a:lnTo>
                  <a:cubicBezTo>
                    <a:pt x="1326" y="1355"/>
                    <a:pt x="1326" y="1322"/>
                    <a:pt x="1204" y="1314"/>
                  </a:cubicBezTo>
                  <a:lnTo>
                    <a:pt x="1269" y="1314"/>
                  </a:lnTo>
                  <a:cubicBezTo>
                    <a:pt x="1326" y="1314"/>
                    <a:pt x="1326" y="1314"/>
                    <a:pt x="1326" y="1306"/>
                  </a:cubicBezTo>
                  <a:cubicBezTo>
                    <a:pt x="1326" y="1306"/>
                    <a:pt x="1269" y="1290"/>
                    <a:pt x="1269" y="1282"/>
                  </a:cubicBezTo>
                  <a:cubicBezTo>
                    <a:pt x="1277" y="1274"/>
                    <a:pt x="1277" y="1266"/>
                    <a:pt x="1213" y="1266"/>
                  </a:cubicBezTo>
                  <a:cubicBezTo>
                    <a:pt x="1213" y="1257"/>
                    <a:pt x="1213" y="1257"/>
                    <a:pt x="1277" y="1257"/>
                  </a:cubicBezTo>
                  <a:cubicBezTo>
                    <a:pt x="1296" y="1260"/>
                    <a:pt x="1309" y="1261"/>
                    <a:pt x="1317" y="1261"/>
                  </a:cubicBezTo>
                  <a:cubicBezTo>
                    <a:pt x="1334" y="1261"/>
                    <a:pt x="1334" y="1257"/>
                    <a:pt x="1334" y="1257"/>
                  </a:cubicBezTo>
                  <a:cubicBezTo>
                    <a:pt x="1294" y="1249"/>
                    <a:pt x="1253" y="1249"/>
                    <a:pt x="1221" y="1249"/>
                  </a:cubicBezTo>
                  <a:cubicBezTo>
                    <a:pt x="1156" y="1249"/>
                    <a:pt x="1156" y="1249"/>
                    <a:pt x="1221" y="1241"/>
                  </a:cubicBezTo>
                  <a:cubicBezTo>
                    <a:pt x="1277" y="1233"/>
                    <a:pt x="1277" y="1225"/>
                    <a:pt x="1221" y="1217"/>
                  </a:cubicBezTo>
                  <a:cubicBezTo>
                    <a:pt x="1221" y="1217"/>
                    <a:pt x="1221" y="1209"/>
                    <a:pt x="1285" y="1209"/>
                  </a:cubicBezTo>
                  <a:cubicBezTo>
                    <a:pt x="1342" y="1209"/>
                    <a:pt x="1407" y="1201"/>
                    <a:pt x="1285" y="1201"/>
                  </a:cubicBezTo>
                  <a:cubicBezTo>
                    <a:pt x="1285" y="1193"/>
                    <a:pt x="1285" y="1193"/>
                    <a:pt x="1342" y="1193"/>
                  </a:cubicBezTo>
                  <a:cubicBezTo>
                    <a:pt x="1407" y="1193"/>
                    <a:pt x="1464" y="1193"/>
                    <a:pt x="1350" y="1184"/>
                  </a:cubicBezTo>
                  <a:cubicBezTo>
                    <a:pt x="1285" y="1184"/>
                    <a:pt x="1285" y="1168"/>
                    <a:pt x="1350" y="1168"/>
                  </a:cubicBezTo>
                  <a:cubicBezTo>
                    <a:pt x="1350" y="1160"/>
                    <a:pt x="1350" y="1160"/>
                    <a:pt x="1294" y="1160"/>
                  </a:cubicBezTo>
                  <a:lnTo>
                    <a:pt x="1229" y="1160"/>
                  </a:lnTo>
                  <a:cubicBezTo>
                    <a:pt x="1350" y="1160"/>
                    <a:pt x="1350" y="1160"/>
                    <a:pt x="1229" y="1152"/>
                  </a:cubicBezTo>
                  <a:cubicBezTo>
                    <a:pt x="1294" y="1144"/>
                    <a:pt x="1294" y="1144"/>
                    <a:pt x="1294" y="1144"/>
                  </a:cubicBezTo>
                  <a:cubicBezTo>
                    <a:pt x="1294" y="1144"/>
                    <a:pt x="1237" y="1128"/>
                    <a:pt x="1237" y="1111"/>
                  </a:cubicBezTo>
                  <a:cubicBezTo>
                    <a:pt x="1245" y="1087"/>
                    <a:pt x="1245" y="1079"/>
                    <a:pt x="1180" y="1079"/>
                  </a:cubicBezTo>
                  <a:cubicBezTo>
                    <a:pt x="1123" y="1071"/>
                    <a:pt x="1123" y="1071"/>
                    <a:pt x="1180" y="1071"/>
                  </a:cubicBezTo>
                  <a:cubicBezTo>
                    <a:pt x="1245" y="1071"/>
                    <a:pt x="1245" y="1063"/>
                    <a:pt x="1245" y="1063"/>
                  </a:cubicBezTo>
                  <a:cubicBezTo>
                    <a:pt x="1245" y="1055"/>
                    <a:pt x="1245" y="1055"/>
                    <a:pt x="1302" y="1055"/>
                  </a:cubicBezTo>
                  <a:cubicBezTo>
                    <a:pt x="1245" y="1055"/>
                    <a:pt x="1245" y="1055"/>
                    <a:pt x="1245" y="1047"/>
                  </a:cubicBezTo>
                  <a:cubicBezTo>
                    <a:pt x="1310" y="1047"/>
                    <a:pt x="1310" y="1047"/>
                    <a:pt x="1245" y="1039"/>
                  </a:cubicBezTo>
                  <a:cubicBezTo>
                    <a:pt x="1310" y="1039"/>
                    <a:pt x="1367" y="1030"/>
                    <a:pt x="1310" y="1030"/>
                  </a:cubicBezTo>
                  <a:cubicBezTo>
                    <a:pt x="1245" y="1030"/>
                    <a:pt x="1253" y="1030"/>
                    <a:pt x="1188" y="1022"/>
                  </a:cubicBezTo>
                  <a:cubicBezTo>
                    <a:pt x="1188" y="1022"/>
                    <a:pt x="1188" y="1014"/>
                    <a:pt x="1253" y="1014"/>
                  </a:cubicBezTo>
                  <a:cubicBezTo>
                    <a:pt x="1310" y="1014"/>
                    <a:pt x="1253" y="998"/>
                    <a:pt x="1196" y="998"/>
                  </a:cubicBezTo>
                  <a:cubicBezTo>
                    <a:pt x="1131" y="998"/>
                    <a:pt x="1131" y="990"/>
                    <a:pt x="1196" y="990"/>
                  </a:cubicBezTo>
                  <a:lnTo>
                    <a:pt x="1253" y="990"/>
                  </a:lnTo>
                  <a:cubicBezTo>
                    <a:pt x="1196" y="982"/>
                    <a:pt x="1253" y="982"/>
                    <a:pt x="1318" y="982"/>
                  </a:cubicBezTo>
                  <a:cubicBezTo>
                    <a:pt x="1335" y="984"/>
                    <a:pt x="1346" y="985"/>
                    <a:pt x="1355" y="985"/>
                  </a:cubicBezTo>
                  <a:cubicBezTo>
                    <a:pt x="1375" y="985"/>
                    <a:pt x="1375" y="979"/>
                    <a:pt x="1375" y="974"/>
                  </a:cubicBezTo>
                  <a:cubicBezTo>
                    <a:pt x="1318" y="974"/>
                    <a:pt x="1318" y="966"/>
                    <a:pt x="1318" y="949"/>
                  </a:cubicBezTo>
                  <a:cubicBezTo>
                    <a:pt x="1326" y="933"/>
                    <a:pt x="1261" y="933"/>
                    <a:pt x="1148" y="925"/>
                  </a:cubicBezTo>
                  <a:lnTo>
                    <a:pt x="1326" y="925"/>
                  </a:lnTo>
                  <a:cubicBezTo>
                    <a:pt x="1285" y="917"/>
                    <a:pt x="1245" y="917"/>
                    <a:pt x="1204" y="917"/>
                  </a:cubicBezTo>
                  <a:cubicBezTo>
                    <a:pt x="1148" y="917"/>
                    <a:pt x="1148" y="917"/>
                    <a:pt x="1213" y="909"/>
                  </a:cubicBezTo>
                  <a:cubicBezTo>
                    <a:pt x="1269" y="901"/>
                    <a:pt x="1269" y="901"/>
                    <a:pt x="1213" y="901"/>
                  </a:cubicBezTo>
                  <a:cubicBezTo>
                    <a:pt x="1213" y="893"/>
                    <a:pt x="1213" y="893"/>
                    <a:pt x="1269" y="884"/>
                  </a:cubicBezTo>
                  <a:lnTo>
                    <a:pt x="1213" y="884"/>
                  </a:lnTo>
                  <a:cubicBezTo>
                    <a:pt x="1156" y="884"/>
                    <a:pt x="1156" y="884"/>
                    <a:pt x="1213" y="876"/>
                  </a:cubicBezTo>
                  <a:cubicBezTo>
                    <a:pt x="1334" y="876"/>
                    <a:pt x="1334" y="868"/>
                    <a:pt x="1277" y="868"/>
                  </a:cubicBezTo>
                  <a:cubicBezTo>
                    <a:pt x="1213" y="868"/>
                    <a:pt x="1213" y="860"/>
                    <a:pt x="1213" y="860"/>
                  </a:cubicBezTo>
                  <a:cubicBezTo>
                    <a:pt x="1221" y="860"/>
                    <a:pt x="1221" y="852"/>
                    <a:pt x="1156" y="852"/>
                  </a:cubicBezTo>
                  <a:lnTo>
                    <a:pt x="1156" y="844"/>
                  </a:lnTo>
                  <a:lnTo>
                    <a:pt x="1277" y="844"/>
                  </a:lnTo>
                  <a:cubicBezTo>
                    <a:pt x="1277" y="836"/>
                    <a:pt x="1277" y="836"/>
                    <a:pt x="1221" y="836"/>
                  </a:cubicBezTo>
                  <a:cubicBezTo>
                    <a:pt x="1099" y="828"/>
                    <a:pt x="1099" y="828"/>
                    <a:pt x="1221" y="828"/>
                  </a:cubicBezTo>
                  <a:cubicBezTo>
                    <a:pt x="1277" y="828"/>
                    <a:pt x="1342" y="828"/>
                    <a:pt x="1277" y="820"/>
                  </a:cubicBezTo>
                  <a:lnTo>
                    <a:pt x="1285" y="820"/>
                  </a:lnTo>
                  <a:cubicBezTo>
                    <a:pt x="1399" y="820"/>
                    <a:pt x="1399" y="820"/>
                    <a:pt x="1285" y="803"/>
                  </a:cubicBezTo>
                  <a:cubicBezTo>
                    <a:pt x="1285" y="803"/>
                    <a:pt x="1229" y="787"/>
                    <a:pt x="1229" y="779"/>
                  </a:cubicBezTo>
                  <a:cubicBezTo>
                    <a:pt x="1229" y="763"/>
                    <a:pt x="1229" y="763"/>
                    <a:pt x="1294" y="755"/>
                  </a:cubicBezTo>
                  <a:lnTo>
                    <a:pt x="1350" y="755"/>
                  </a:lnTo>
                  <a:cubicBezTo>
                    <a:pt x="1229" y="755"/>
                    <a:pt x="1229" y="755"/>
                    <a:pt x="1229" y="747"/>
                  </a:cubicBezTo>
                  <a:cubicBezTo>
                    <a:pt x="1294" y="739"/>
                    <a:pt x="1237" y="730"/>
                    <a:pt x="1172" y="730"/>
                  </a:cubicBezTo>
                  <a:cubicBezTo>
                    <a:pt x="1058" y="730"/>
                    <a:pt x="1058" y="730"/>
                    <a:pt x="1115" y="722"/>
                  </a:cubicBezTo>
                  <a:lnTo>
                    <a:pt x="1237" y="722"/>
                  </a:lnTo>
                  <a:cubicBezTo>
                    <a:pt x="1277" y="722"/>
                    <a:pt x="1318" y="722"/>
                    <a:pt x="1358" y="714"/>
                  </a:cubicBezTo>
                  <a:cubicBezTo>
                    <a:pt x="1358" y="714"/>
                    <a:pt x="1358" y="711"/>
                    <a:pt x="1339" y="711"/>
                  </a:cubicBezTo>
                  <a:cubicBezTo>
                    <a:pt x="1330" y="711"/>
                    <a:pt x="1315" y="712"/>
                    <a:pt x="1294" y="714"/>
                  </a:cubicBezTo>
                  <a:cubicBezTo>
                    <a:pt x="1237" y="714"/>
                    <a:pt x="1237" y="714"/>
                    <a:pt x="1237" y="706"/>
                  </a:cubicBezTo>
                  <a:cubicBezTo>
                    <a:pt x="1237" y="706"/>
                    <a:pt x="1237" y="698"/>
                    <a:pt x="1180" y="698"/>
                  </a:cubicBezTo>
                  <a:cubicBezTo>
                    <a:pt x="1123" y="698"/>
                    <a:pt x="1123" y="698"/>
                    <a:pt x="1123" y="690"/>
                  </a:cubicBezTo>
                  <a:cubicBezTo>
                    <a:pt x="1180" y="690"/>
                    <a:pt x="1180" y="682"/>
                    <a:pt x="1180" y="682"/>
                  </a:cubicBezTo>
                  <a:lnTo>
                    <a:pt x="1358" y="682"/>
                  </a:lnTo>
                  <a:cubicBezTo>
                    <a:pt x="1342" y="674"/>
                    <a:pt x="1318" y="674"/>
                    <a:pt x="1302" y="674"/>
                  </a:cubicBezTo>
                  <a:cubicBezTo>
                    <a:pt x="1245" y="674"/>
                    <a:pt x="1253" y="601"/>
                    <a:pt x="1253" y="593"/>
                  </a:cubicBezTo>
                  <a:cubicBezTo>
                    <a:pt x="1299" y="587"/>
                    <a:pt x="1312" y="581"/>
                    <a:pt x="1293" y="581"/>
                  </a:cubicBezTo>
                  <a:cubicBezTo>
                    <a:pt x="1285" y="581"/>
                    <a:pt x="1272" y="582"/>
                    <a:pt x="1253" y="584"/>
                  </a:cubicBezTo>
                  <a:cubicBezTo>
                    <a:pt x="1196" y="584"/>
                    <a:pt x="1196" y="568"/>
                    <a:pt x="1204" y="544"/>
                  </a:cubicBezTo>
                  <a:cubicBezTo>
                    <a:pt x="1204" y="528"/>
                    <a:pt x="1204" y="512"/>
                    <a:pt x="1148" y="512"/>
                  </a:cubicBezTo>
                  <a:lnTo>
                    <a:pt x="1148" y="503"/>
                  </a:lnTo>
                  <a:cubicBezTo>
                    <a:pt x="1148" y="495"/>
                    <a:pt x="1091" y="487"/>
                    <a:pt x="1091" y="487"/>
                  </a:cubicBezTo>
                  <a:cubicBezTo>
                    <a:pt x="1034" y="479"/>
                    <a:pt x="1034" y="479"/>
                    <a:pt x="1091" y="479"/>
                  </a:cubicBezTo>
                  <a:cubicBezTo>
                    <a:pt x="1104" y="482"/>
                    <a:pt x="1118" y="483"/>
                    <a:pt x="1131" y="483"/>
                  </a:cubicBezTo>
                  <a:cubicBezTo>
                    <a:pt x="1158" y="483"/>
                    <a:pt x="1185" y="479"/>
                    <a:pt x="1213" y="479"/>
                  </a:cubicBezTo>
                  <a:cubicBezTo>
                    <a:pt x="1172" y="471"/>
                    <a:pt x="1131" y="471"/>
                    <a:pt x="1091" y="471"/>
                  </a:cubicBezTo>
                  <a:lnTo>
                    <a:pt x="1034" y="471"/>
                  </a:lnTo>
                  <a:cubicBezTo>
                    <a:pt x="1034" y="463"/>
                    <a:pt x="1034" y="463"/>
                    <a:pt x="1091" y="463"/>
                  </a:cubicBezTo>
                  <a:lnTo>
                    <a:pt x="1156" y="463"/>
                  </a:lnTo>
                  <a:cubicBezTo>
                    <a:pt x="1156" y="455"/>
                    <a:pt x="1156" y="455"/>
                    <a:pt x="1277" y="455"/>
                  </a:cubicBezTo>
                  <a:lnTo>
                    <a:pt x="1213" y="447"/>
                  </a:lnTo>
                  <a:cubicBezTo>
                    <a:pt x="1334" y="439"/>
                    <a:pt x="1221" y="439"/>
                    <a:pt x="1156" y="430"/>
                  </a:cubicBezTo>
                  <a:cubicBezTo>
                    <a:pt x="1277" y="430"/>
                    <a:pt x="1277" y="430"/>
                    <a:pt x="1156" y="422"/>
                  </a:cubicBezTo>
                  <a:cubicBezTo>
                    <a:pt x="1099" y="422"/>
                    <a:pt x="1099" y="422"/>
                    <a:pt x="1164" y="414"/>
                  </a:cubicBezTo>
                  <a:cubicBezTo>
                    <a:pt x="1221" y="414"/>
                    <a:pt x="1221" y="414"/>
                    <a:pt x="1221" y="406"/>
                  </a:cubicBezTo>
                  <a:cubicBezTo>
                    <a:pt x="1164" y="398"/>
                    <a:pt x="1164" y="382"/>
                    <a:pt x="1172" y="357"/>
                  </a:cubicBezTo>
                  <a:cubicBezTo>
                    <a:pt x="1172" y="325"/>
                    <a:pt x="1172" y="309"/>
                    <a:pt x="1115" y="309"/>
                  </a:cubicBezTo>
                  <a:cubicBezTo>
                    <a:pt x="1115" y="309"/>
                    <a:pt x="1115" y="309"/>
                    <a:pt x="1180" y="301"/>
                  </a:cubicBezTo>
                  <a:cubicBezTo>
                    <a:pt x="1237" y="301"/>
                    <a:pt x="1237" y="301"/>
                    <a:pt x="1115" y="293"/>
                  </a:cubicBezTo>
                  <a:cubicBezTo>
                    <a:pt x="1180" y="293"/>
                    <a:pt x="1180" y="285"/>
                    <a:pt x="1180" y="276"/>
                  </a:cubicBezTo>
                  <a:cubicBezTo>
                    <a:pt x="1180" y="268"/>
                    <a:pt x="1180" y="252"/>
                    <a:pt x="1123" y="252"/>
                  </a:cubicBezTo>
                  <a:cubicBezTo>
                    <a:pt x="1245" y="252"/>
                    <a:pt x="1302" y="236"/>
                    <a:pt x="1188" y="228"/>
                  </a:cubicBezTo>
                  <a:cubicBezTo>
                    <a:pt x="1188" y="228"/>
                    <a:pt x="1188" y="220"/>
                    <a:pt x="1245" y="220"/>
                  </a:cubicBezTo>
                  <a:cubicBezTo>
                    <a:pt x="1245" y="220"/>
                    <a:pt x="1245" y="220"/>
                    <a:pt x="1188" y="203"/>
                  </a:cubicBezTo>
                  <a:cubicBezTo>
                    <a:pt x="1188" y="203"/>
                    <a:pt x="1196" y="195"/>
                    <a:pt x="1196" y="187"/>
                  </a:cubicBezTo>
                  <a:cubicBezTo>
                    <a:pt x="1196" y="179"/>
                    <a:pt x="1131" y="171"/>
                    <a:pt x="1131" y="171"/>
                  </a:cubicBezTo>
                  <a:cubicBezTo>
                    <a:pt x="1196" y="171"/>
                    <a:pt x="1196" y="155"/>
                    <a:pt x="1204" y="130"/>
                  </a:cubicBezTo>
                  <a:cubicBezTo>
                    <a:pt x="1204" y="114"/>
                    <a:pt x="1204" y="90"/>
                    <a:pt x="1269" y="90"/>
                  </a:cubicBezTo>
                  <a:cubicBezTo>
                    <a:pt x="1269" y="90"/>
                    <a:pt x="1269" y="90"/>
                    <a:pt x="1204" y="82"/>
                  </a:cubicBezTo>
                  <a:cubicBezTo>
                    <a:pt x="1091" y="82"/>
                    <a:pt x="1091" y="74"/>
                    <a:pt x="1148" y="74"/>
                  </a:cubicBezTo>
                  <a:cubicBezTo>
                    <a:pt x="1269" y="74"/>
                    <a:pt x="1269" y="57"/>
                    <a:pt x="1148" y="57"/>
                  </a:cubicBezTo>
                  <a:lnTo>
                    <a:pt x="1213" y="57"/>
                  </a:lnTo>
                  <a:cubicBezTo>
                    <a:pt x="1334" y="49"/>
                    <a:pt x="1269" y="41"/>
                    <a:pt x="1156" y="41"/>
                  </a:cubicBezTo>
                  <a:cubicBezTo>
                    <a:pt x="1213" y="33"/>
                    <a:pt x="1277" y="33"/>
                    <a:pt x="1213" y="33"/>
                  </a:cubicBezTo>
                  <a:cubicBezTo>
                    <a:pt x="1213" y="25"/>
                    <a:pt x="1213" y="25"/>
                    <a:pt x="1334" y="25"/>
                  </a:cubicBezTo>
                  <a:lnTo>
                    <a:pt x="1334" y="17"/>
                  </a:lnTo>
                  <a:cubicBezTo>
                    <a:pt x="1334" y="17"/>
                    <a:pt x="1334" y="9"/>
                    <a:pt x="1277" y="9"/>
                  </a:cubicBezTo>
                  <a:lnTo>
                    <a:pt x="1221" y="9"/>
                  </a:lnTo>
                  <a:cubicBezTo>
                    <a:pt x="1258" y="9"/>
                    <a:pt x="1246" y="5"/>
                    <a:pt x="1214" y="5"/>
                  </a:cubicBezTo>
                  <a:cubicBezTo>
                    <a:pt x="1198" y="5"/>
                    <a:pt x="1177" y="6"/>
                    <a:pt x="1156" y="9"/>
                  </a:cubicBezTo>
                  <a:cubicBezTo>
                    <a:pt x="1115" y="9"/>
                    <a:pt x="1083" y="9"/>
                    <a:pt x="1042" y="1"/>
                  </a:cubicBezTo>
                  <a:close/>
                  <a:moveTo>
                    <a:pt x="1124" y="1615"/>
                  </a:moveTo>
                  <a:lnTo>
                    <a:pt x="1124" y="1615"/>
                  </a:lnTo>
                  <a:cubicBezTo>
                    <a:pt x="1061" y="1616"/>
                    <a:pt x="1058" y="1621"/>
                    <a:pt x="1126" y="1622"/>
                  </a:cubicBezTo>
                  <a:lnTo>
                    <a:pt x="1126" y="1622"/>
                  </a:lnTo>
                  <a:cubicBezTo>
                    <a:pt x="1126" y="1619"/>
                    <a:pt x="1125" y="1617"/>
                    <a:pt x="1124" y="1615"/>
                  </a:cubicBezTo>
                  <a:close/>
                  <a:moveTo>
                    <a:pt x="702" y="1675"/>
                  </a:moveTo>
                  <a:cubicBezTo>
                    <a:pt x="688" y="1675"/>
                    <a:pt x="661" y="1676"/>
                    <a:pt x="621" y="1679"/>
                  </a:cubicBezTo>
                  <a:cubicBezTo>
                    <a:pt x="702" y="1679"/>
                    <a:pt x="729" y="1675"/>
                    <a:pt x="702" y="1675"/>
                  </a:cubicBezTo>
                  <a:close/>
                  <a:moveTo>
                    <a:pt x="1126" y="1622"/>
                  </a:moveTo>
                  <a:lnTo>
                    <a:pt x="1126" y="1622"/>
                  </a:lnTo>
                  <a:cubicBezTo>
                    <a:pt x="1136" y="1662"/>
                    <a:pt x="1140" y="1703"/>
                    <a:pt x="1141" y="1744"/>
                  </a:cubicBezTo>
                  <a:lnTo>
                    <a:pt x="1141" y="1744"/>
                  </a:lnTo>
                  <a:cubicBezTo>
                    <a:pt x="1325" y="1744"/>
                    <a:pt x="1317" y="1743"/>
                    <a:pt x="1213" y="1736"/>
                  </a:cubicBezTo>
                  <a:cubicBezTo>
                    <a:pt x="1148" y="1728"/>
                    <a:pt x="1148" y="1728"/>
                    <a:pt x="1213" y="1728"/>
                  </a:cubicBezTo>
                  <a:cubicBezTo>
                    <a:pt x="1269" y="1728"/>
                    <a:pt x="1269" y="1728"/>
                    <a:pt x="1269" y="1720"/>
                  </a:cubicBezTo>
                  <a:cubicBezTo>
                    <a:pt x="1269" y="1711"/>
                    <a:pt x="1269" y="1703"/>
                    <a:pt x="1213" y="1703"/>
                  </a:cubicBezTo>
                  <a:lnTo>
                    <a:pt x="1213" y="1695"/>
                  </a:lnTo>
                  <a:cubicBezTo>
                    <a:pt x="1294" y="1695"/>
                    <a:pt x="1295" y="1692"/>
                    <a:pt x="1252" y="1692"/>
                  </a:cubicBezTo>
                  <a:cubicBezTo>
                    <a:pt x="1230" y="1692"/>
                    <a:pt x="1196" y="1693"/>
                    <a:pt x="1156" y="1695"/>
                  </a:cubicBezTo>
                  <a:lnTo>
                    <a:pt x="1156" y="1687"/>
                  </a:lnTo>
                  <a:lnTo>
                    <a:pt x="1213" y="1687"/>
                  </a:lnTo>
                  <a:cubicBezTo>
                    <a:pt x="1277" y="1687"/>
                    <a:pt x="1277" y="1679"/>
                    <a:pt x="1277" y="1655"/>
                  </a:cubicBezTo>
                  <a:cubicBezTo>
                    <a:pt x="1285" y="1630"/>
                    <a:pt x="1285" y="1622"/>
                    <a:pt x="1164" y="1622"/>
                  </a:cubicBezTo>
                  <a:cubicBezTo>
                    <a:pt x="1149" y="1622"/>
                    <a:pt x="1137" y="1622"/>
                    <a:pt x="1126" y="1622"/>
                  </a:cubicBezTo>
                  <a:close/>
                  <a:moveTo>
                    <a:pt x="1141" y="1744"/>
                  </a:moveTo>
                  <a:lnTo>
                    <a:pt x="1141" y="1744"/>
                  </a:lnTo>
                  <a:cubicBezTo>
                    <a:pt x="1125" y="1744"/>
                    <a:pt x="1109" y="1744"/>
                    <a:pt x="1091" y="1744"/>
                  </a:cubicBezTo>
                  <a:lnTo>
                    <a:pt x="904" y="1744"/>
                  </a:lnTo>
                  <a:lnTo>
                    <a:pt x="1091" y="1752"/>
                  </a:lnTo>
                  <a:cubicBezTo>
                    <a:pt x="1108" y="1752"/>
                    <a:pt x="1125" y="1752"/>
                    <a:pt x="1141" y="1752"/>
                  </a:cubicBezTo>
                  <a:lnTo>
                    <a:pt x="1141" y="1752"/>
                  </a:lnTo>
                  <a:cubicBezTo>
                    <a:pt x="1141" y="1749"/>
                    <a:pt x="1141" y="1747"/>
                    <a:pt x="1141" y="1744"/>
                  </a:cubicBezTo>
                  <a:close/>
                  <a:moveTo>
                    <a:pt x="1141" y="1752"/>
                  </a:moveTo>
                  <a:cubicBezTo>
                    <a:pt x="1140" y="1765"/>
                    <a:pt x="1140" y="1778"/>
                    <a:pt x="1139" y="1790"/>
                  </a:cubicBezTo>
                  <a:lnTo>
                    <a:pt x="1139" y="1790"/>
                  </a:lnTo>
                  <a:cubicBezTo>
                    <a:pt x="1120" y="1790"/>
                    <a:pt x="1102" y="1788"/>
                    <a:pt x="1084" y="1785"/>
                  </a:cubicBezTo>
                  <a:lnTo>
                    <a:pt x="1084" y="1785"/>
                  </a:lnTo>
                  <a:cubicBezTo>
                    <a:pt x="1102" y="1788"/>
                    <a:pt x="1120" y="1790"/>
                    <a:pt x="1139" y="1791"/>
                  </a:cubicBezTo>
                  <a:lnTo>
                    <a:pt x="1139" y="1791"/>
                  </a:lnTo>
                  <a:cubicBezTo>
                    <a:pt x="1139" y="1791"/>
                    <a:pt x="1139" y="1791"/>
                    <a:pt x="1139" y="1790"/>
                  </a:cubicBezTo>
                  <a:lnTo>
                    <a:pt x="1139" y="1790"/>
                  </a:lnTo>
                  <a:cubicBezTo>
                    <a:pt x="1140" y="1791"/>
                    <a:pt x="1142" y="1791"/>
                    <a:pt x="1144" y="1791"/>
                  </a:cubicBezTo>
                  <a:cubicBezTo>
                    <a:pt x="1164" y="1791"/>
                    <a:pt x="1184" y="1788"/>
                    <a:pt x="1204" y="1784"/>
                  </a:cubicBezTo>
                  <a:lnTo>
                    <a:pt x="1261" y="1784"/>
                  </a:lnTo>
                  <a:cubicBezTo>
                    <a:pt x="1383" y="1784"/>
                    <a:pt x="1326" y="1776"/>
                    <a:pt x="1261" y="1768"/>
                  </a:cubicBezTo>
                  <a:cubicBezTo>
                    <a:pt x="1148" y="1760"/>
                    <a:pt x="1148" y="1760"/>
                    <a:pt x="1261" y="1760"/>
                  </a:cubicBezTo>
                  <a:cubicBezTo>
                    <a:pt x="1371" y="1760"/>
                    <a:pt x="1289" y="1753"/>
                    <a:pt x="1141" y="1752"/>
                  </a:cubicBezTo>
                  <a:close/>
                  <a:moveTo>
                    <a:pt x="961" y="1801"/>
                  </a:moveTo>
                  <a:lnTo>
                    <a:pt x="1018" y="1809"/>
                  </a:lnTo>
                  <a:lnTo>
                    <a:pt x="1083" y="1801"/>
                  </a:lnTo>
                  <a:close/>
                  <a:moveTo>
                    <a:pt x="1161" y="1813"/>
                  </a:moveTo>
                  <a:cubicBezTo>
                    <a:pt x="1164" y="1813"/>
                    <a:pt x="1173" y="1814"/>
                    <a:pt x="1186" y="1815"/>
                  </a:cubicBezTo>
                  <a:lnTo>
                    <a:pt x="1186" y="1815"/>
                  </a:lnTo>
                  <a:cubicBezTo>
                    <a:pt x="1163" y="1814"/>
                    <a:pt x="1156" y="1813"/>
                    <a:pt x="1161" y="1813"/>
                  </a:cubicBezTo>
                  <a:close/>
                  <a:moveTo>
                    <a:pt x="1244" y="1789"/>
                  </a:moveTo>
                  <a:cubicBezTo>
                    <a:pt x="1236" y="1789"/>
                    <a:pt x="1223" y="1790"/>
                    <a:pt x="1204" y="1793"/>
                  </a:cubicBezTo>
                  <a:cubicBezTo>
                    <a:pt x="1183" y="1793"/>
                    <a:pt x="1161" y="1793"/>
                    <a:pt x="1139" y="1791"/>
                  </a:cubicBezTo>
                  <a:lnTo>
                    <a:pt x="1139" y="1791"/>
                  </a:lnTo>
                  <a:cubicBezTo>
                    <a:pt x="1137" y="1808"/>
                    <a:pt x="1135" y="1825"/>
                    <a:pt x="1132" y="1841"/>
                  </a:cubicBezTo>
                  <a:lnTo>
                    <a:pt x="1132" y="1841"/>
                  </a:lnTo>
                  <a:cubicBezTo>
                    <a:pt x="1172" y="1841"/>
                    <a:pt x="1213" y="1833"/>
                    <a:pt x="1253" y="1833"/>
                  </a:cubicBezTo>
                  <a:cubicBezTo>
                    <a:pt x="1253" y="1825"/>
                    <a:pt x="1253" y="1825"/>
                    <a:pt x="1196" y="1825"/>
                  </a:cubicBezTo>
                  <a:cubicBezTo>
                    <a:pt x="1175" y="1828"/>
                    <a:pt x="1161" y="1829"/>
                    <a:pt x="1153" y="1829"/>
                  </a:cubicBezTo>
                  <a:cubicBezTo>
                    <a:pt x="1136" y="1829"/>
                    <a:pt x="1140" y="1825"/>
                    <a:pt x="1140" y="1825"/>
                  </a:cubicBezTo>
                  <a:cubicBezTo>
                    <a:pt x="1180" y="1817"/>
                    <a:pt x="1213" y="1817"/>
                    <a:pt x="1253" y="1817"/>
                  </a:cubicBezTo>
                  <a:lnTo>
                    <a:pt x="1261" y="1817"/>
                  </a:lnTo>
                  <a:cubicBezTo>
                    <a:pt x="1237" y="1817"/>
                    <a:pt x="1218" y="1817"/>
                    <a:pt x="1202" y="1816"/>
                  </a:cubicBezTo>
                  <a:lnTo>
                    <a:pt x="1202" y="1816"/>
                  </a:lnTo>
                  <a:cubicBezTo>
                    <a:pt x="1261" y="1809"/>
                    <a:pt x="1261" y="1808"/>
                    <a:pt x="1261" y="1801"/>
                  </a:cubicBezTo>
                  <a:lnTo>
                    <a:pt x="1261" y="1793"/>
                  </a:lnTo>
                  <a:cubicBezTo>
                    <a:pt x="1261" y="1793"/>
                    <a:pt x="1261" y="1789"/>
                    <a:pt x="1244" y="1789"/>
                  </a:cubicBezTo>
                  <a:close/>
                  <a:moveTo>
                    <a:pt x="1132" y="1841"/>
                  </a:moveTo>
                  <a:lnTo>
                    <a:pt x="1132" y="1841"/>
                  </a:lnTo>
                  <a:cubicBezTo>
                    <a:pt x="1132" y="1841"/>
                    <a:pt x="1132" y="1841"/>
                    <a:pt x="1131" y="1841"/>
                  </a:cubicBezTo>
                  <a:lnTo>
                    <a:pt x="1132" y="1841"/>
                  </a:lnTo>
                  <a:cubicBezTo>
                    <a:pt x="1132" y="1841"/>
                    <a:pt x="1132" y="1841"/>
                    <a:pt x="1132" y="1841"/>
                  </a:cubicBezTo>
                  <a:close/>
                  <a:moveTo>
                    <a:pt x="1067" y="1874"/>
                  </a:moveTo>
                  <a:cubicBezTo>
                    <a:pt x="1067" y="1881"/>
                    <a:pt x="1067" y="1882"/>
                    <a:pt x="1123" y="1882"/>
                  </a:cubicBezTo>
                  <a:lnTo>
                    <a:pt x="1123" y="1882"/>
                  </a:lnTo>
                  <a:cubicBezTo>
                    <a:pt x="1124" y="1879"/>
                    <a:pt x="1125" y="1876"/>
                    <a:pt x="1125" y="1874"/>
                  </a:cubicBezTo>
                  <a:close/>
                  <a:moveTo>
                    <a:pt x="2323" y="1890"/>
                  </a:moveTo>
                  <a:cubicBezTo>
                    <a:pt x="2267" y="1890"/>
                    <a:pt x="2267" y="1890"/>
                    <a:pt x="2267" y="1898"/>
                  </a:cubicBezTo>
                  <a:lnTo>
                    <a:pt x="2380" y="1898"/>
                  </a:lnTo>
                  <a:cubicBezTo>
                    <a:pt x="2445" y="1898"/>
                    <a:pt x="2445" y="1898"/>
                    <a:pt x="2323" y="1890"/>
                  </a:cubicBezTo>
                  <a:close/>
                  <a:moveTo>
                    <a:pt x="345" y="1898"/>
                  </a:moveTo>
                  <a:cubicBezTo>
                    <a:pt x="317" y="1902"/>
                    <a:pt x="302" y="1904"/>
                    <a:pt x="295" y="1904"/>
                  </a:cubicBezTo>
                  <a:cubicBezTo>
                    <a:pt x="288" y="1904"/>
                    <a:pt x="288" y="1902"/>
                    <a:pt x="288" y="1898"/>
                  </a:cubicBezTo>
                  <a:close/>
                  <a:moveTo>
                    <a:pt x="1108" y="1930"/>
                  </a:moveTo>
                  <a:cubicBezTo>
                    <a:pt x="1065" y="1930"/>
                    <a:pt x="1058" y="1931"/>
                    <a:pt x="1058" y="1938"/>
                  </a:cubicBezTo>
                  <a:lnTo>
                    <a:pt x="1105" y="1938"/>
                  </a:lnTo>
                  <a:cubicBezTo>
                    <a:pt x="1106" y="1936"/>
                    <a:pt x="1107" y="1933"/>
                    <a:pt x="1108" y="1930"/>
                  </a:cubicBezTo>
                  <a:close/>
                  <a:moveTo>
                    <a:pt x="740" y="1951"/>
                  </a:moveTo>
                  <a:cubicBezTo>
                    <a:pt x="747" y="1951"/>
                    <a:pt x="753" y="1952"/>
                    <a:pt x="758" y="1955"/>
                  </a:cubicBezTo>
                  <a:lnTo>
                    <a:pt x="702" y="1955"/>
                  </a:lnTo>
                  <a:cubicBezTo>
                    <a:pt x="713" y="1955"/>
                    <a:pt x="727" y="1951"/>
                    <a:pt x="740" y="1951"/>
                  </a:cubicBezTo>
                  <a:close/>
                  <a:moveTo>
                    <a:pt x="872" y="1987"/>
                  </a:moveTo>
                  <a:lnTo>
                    <a:pt x="872" y="1995"/>
                  </a:lnTo>
                  <a:lnTo>
                    <a:pt x="937" y="1987"/>
                  </a:lnTo>
                  <a:close/>
                  <a:moveTo>
                    <a:pt x="994" y="2011"/>
                  </a:moveTo>
                  <a:cubicBezTo>
                    <a:pt x="872" y="2011"/>
                    <a:pt x="815" y="2011"/>
                    <a:pt x="872" y="2020"/>
                  </a:cubicBezTo>
                  <a:lnTo>
                    <a:pt x="994" y="2020"/>
                  </a:lnTo>
                  <a:lnTo>
                    <a:pt x="994" y="2011"/>
                  </a:lnTo>
                  <a:close/>
                  <a:moveTo>
                    <a:pt x="1285" y="2036"/>
                  </a:moveTo>
                  <a:cubicBezTo>
                    <a:pt x="1285" y="2044"/>
                    <a:pt x="1342" y="2044"/>
                    <a:pt x="1285" y="2044"/>
                  </a:cubicBezTo>
                  <a:cubicBezTo>
                    <a:pt x="1269" y="2044"/>
                    <a:pt x="1245" y="2044"/>
                    <a:pt x="1229" y="2036"/>
                  </a:cubicBezTo>
                  <a:close/>
                  <a:moveTo>
                    <a:pt x="1156" y="2101"/>
                  </a:moveTo>
                  <a:lnTo>
                    <a:pt x="1156" y="2109"/>
                  </a:lnTo>
                  <a:cubicBezTo>
                    <a:pt x="1099" y="2109"/>
                    <a:pt x="1034" y="2101"/>
                    <a:pt x="1034" y="2101"/>
                  </a:cubicBezTo>
                  <a:close/>
                  <a:moveTo>
                    <a:pt x="791" y="2125"/>
                  </a:moveTo>
                  <a:cubicBezTo>
                    <a:pt x="881" y="2131"/>
                    <a:pt x="935" y="2133"/>
                    <a:pt x="961" y="2133"/>
                  </a:cubicBezTo>
                  <a:lnTo>
                    <a:pt x="961" y="2133"/>
                  </a:lnTo>
                  <a:cubicBezTo>
                    <a:pt x="961" y="2133"/>
                    <a:pt x="962" y="2132"/>
                    <a:pt x="962" y="2132"/>
                  </a:cubicBezTo>
                  <a:lnTo>
                    <a:pt x="962" y="2132"/>
                  </a:lnTo>
                  <a:lnTo>
                    <a:pt x="856" y="2125"/>
                  </a:lnTo>
                  <a:close/>
                  <a:moveTo>
                    <a:pt x="1204" y="2166"/>
                  </a:moveTo>
                  <a:lnTo>
                    <a:pt x="1204" y="2174"/>
                  </a:lnTo>
                  <a:cubicBezTo>
                    <a:pt x="1107" y="2174"/>
                    <a:pt x="1093" y="2168"/>
                    <a:pt x="1204" y="2166"/>
                  </a:cubicBezTo>
                  <a:close/>
                  <a:moveTo>
                    <a:pt x="1026" y="2190"/>
                  </a:moveTo>
                  <a:cubicBezTo>
                    <a:pt x="1083" y="2190"/>
                    <a:pt x="1148" y="2198"/>
                    <a:pt x="1204" y="2198"/>
                  </a:cubicBezTo>
                  <a:lnTo>
                    <a:pt x="1204" y="2206"/>
                  </a:lnTo>
                  <a:lnTo>
                    <a:pt x="1083" y="2198"/>
                  </a:lnTo>
                  <a:cubicBezTo>
                    <a:pt x="904" y="2190"/>
                    <a:pt x="904" y="2190"/>
                    <a:pt x="1026" y="2190"/>
                  </a:cubicBezTo>
                  <a:close/>
                  <a:moveTo>
                    <a:pt x="904" y="2206"/>
                  </a:moveTo>
                  <a:lnTo>
                    <a:pt x="961" y="2214"/>
                  </a:lnTo>
                  <a:lnTo>
                    <a:pt x="904" y="2214"/>
                  </a:lnTo>
                  <a:cubicBezTo>
                    <a:pt x="840" y="2214"/>
                    <a:pt x="840" y="2214"/>
                    <a:pt x="840" y="2206"/>
                  </a:cubicBezTo>
                  <a:close/>
                  <a:moveTo>
                    <a:pt x="608" y="1258"/>
                  </a:moveTo>
                  <a:cubicBezTo>
                    <a:pt x="70" y="1296"/>
                    <a:pt x="0" y="2114"/>
                    <a:pt x="556" y="2223"/>
                  </a:cubicBezTo>
                  <a:lnTo>
                    <a:pt x="556" y="2223"/>
                  </a:lnTo>
                  <a:cubicBezTo>
                    <a:pt x="552" y="2221"/>
                    <a:pt x="568" y="2219"/>
                    <a:pt x="604" y="2214"/>
                  </a:cubicBezTo>
                  <a:lnTo>
                    <a:pt x="604" y="2206"/>
                  </a:lnTo>
                  <a:cubicBezTo>
                    <a:pt x="548" y="2206"/>
                    <a:pt x="548" y="2190"/>
                    <a:pt x="613" y="2182"/>
                  </a:cubicBezTo>
                  <a:lnTo>
                    <a:pt x="613" y="2174"/>
                  </a:lnTo>
                  <a:cubicBezTo>
                    <a:pt x="491" y="2174"/>
                    <a:pt x="556" y="2133"/>
                    <a:pt x="677" y="2125"/>
                  </a:cubicBezTo>
                  <a:lnTo>
                    <a:pt x="621" y="2125"/>
                  </a:lnTo>
                  <a:cubicBezTo>
                    <a:pt x="556" y="2125"/>
                    <a:pt x="556" y="2125"/>
                    <a:pt x="556" y="2117"/>
                  </a:cubicBezTo>
                  <a:cubicBezTo>
                    <a:pt x="621" y="2109"/>
                    <a:pt x="621" y="2101"/>
                    <a:pt x="621" y="2093"/>
                  </a:cubicBezTo>
                  <a:cubicBezTo>
                    <a:pt x="621" y="2093"/>
                    <a:pt x="621" y="2084"/>
                    <a:pt x="686" y="2084"/>
                  </a:cubicBezTo>
                  <a:cubicBezTo>
                    <a:pt x="621" y="2084"/>
                    <a:pt x="621" y="2076"/>
                    <a:pt x="686" y="2076"/>
                  </a:cubicBezTo>
                  <a:cubicBezTo>
                    <a:pt x="726" y="2068"/>
                    <a:pt x="767" y="2068"/>
                    <a:pt x="807" y="2068"/>
                  </a:cubicBezTo>
                  <a:cubicBezTo>
                    <a:pt x="807" y="2068"/>
                    <a:pt x="807" y="2076"/>
                    <a:pt x="864" y="2076"/>
                  </a:cubicBezTo>
                  <a:cubicBezTo>
                    <a:pt x="904" y="2076"/>
                    <a:pt x="945" y="2076"/>
                    <a:pt x="986" y="2068"/>
                  </a:cubicBezTo>
                  <a:cubicBezTo>
                    <a:pt x="1042" y="2060"/>
                    <a:pt x="1042" y="2060"/>
                    <a:pt x="929" y="2060"/>
                  </a:cubicBezTo>
                  <a:lnTo>
                    <a:pt x="686" y="2060"/>
                  </a:lnTo>
                  <a:cubicBezTo>
                    <a:pt x="629" y="2052"/>
                    <a:pt x="572" y="2052"/>
                    <a:pt x="629" y="2044"/>
                  </a:cubicBezTo>
                  <a:cubicBezTo>
                    <a:pt x="507" y="2044"/>
                    <a:pt x="507" y="2044"/>
                    <a:pt x="629" y="2028"/>
                  </a:cubicBezTo>
                  <a:cubicBezTo>
                    <a:pt x="694" y="2020"/>
                    <a:pt x="694" y="2020"/>
                    <a:pt x="637" y="2011"/>
                  </a:cubicBezTo>
                  <a:cubicBezTo>
                    <a:pt x="637" y="2011"/>
                    <a:pt x="572" y="2011"/>
                    <a:pt x="637" y="2003"/>
                  </a:cubicBezTo>
                  <a:cubicBezTo>
                    <a:pt x="694" y="2003"/>
                    <a:pt x="694" y="2003"/>
                    <a:pt x="694" y="1995"/>
                  </a:cubicBezTo>
                  <a:cubicBezTo>
                    <a:pt x="758" y="1987"/>
                    <a:pt x="694" y="1987"/>
                    <a:pt x="637" y="1987"/>
                  </a:cubicBezTo>
                  <a:cubicBezTo>
                    <a:pt x="515" y="1987"/>
                    <a:pt x="515" y="1987"/>
                    <a:pt x="637" y="1979"/>
                  </a:cubicBezTo>
                  <a:lnTo>
                    <a:pt x="694" y="1979"/>
                  </a:lnTo>
                  <a:cubicBezTo>
                    <a:pt x="637" y="1979"/>
                    <a:pt x="580" y="1979"/>
                    <a:pt x="637" y="1971"/>
                  </a:cubicBezTo>
                  <a:cubicBezTo>
                    <a:pt x="702" y="1971"/>
                    <a:pt x="702" y="1963"/>
                    <a:pt x="702" y="1963"/>
                  </a:cubicBezTo>
                  <a:lnTo>
                    <a:pt x="758" y="1963"/>
                  </a:lnTo>
                  <a:cubicBezTo>
                    <a:pt x="880" y="1955"/>
                    <a:pt x="880" y="1955"/>
                    <a:pt x="823" y="1955"/>
                  </a:cubicBezTo>
                  <a:lnTo>
                    <a:pt x="758" y="1955"/>
                  </a:lnTo>
                  <a:cubicBezTo>
                    <a:pt x="767" y="1952"/>
                    <a:pt x="774" y="1951"/>
                    <a:pt x="781" y="1951"/>
                  </a:cubicBezTo>
                  <a:cubicBezTo>
                    <a:pt x="795" y="1951"/>
                    <a:pt x="807" y="1955"/>
                    <a:pt x="823" y="1955"/>
                  </a:cubicBezTo>
                  <a:cubicBezTo>
                    <a:pt x="783" y="1938"/>
                    <a:pt x="742" y="1938"/>
                    <a:pt x="702" y="1938"/>
                  </a:cubicBezTo>
                  <a:lnTo>
                    <a:pt x="645" y="1938"/>
                  </a:lnTo>
                  <a:cubicBezTo>
                    <a:pt x="645" y="1930"/>
                    <a:pt x="645" y="1930"/>
                    <a:pt x="588" y="1930"/>
                  </a:cubicBezTo>
                  <a:cubicBezTo>
                    <a:pt x="523" y="1930"/>
                    <a:pt x="523" y="1922"/>
                    <a:pt x="523" y="1922"/>
                  </a:cubicBezTo>
                  <a:cubicBezTo>
                    <a:pt x="588" y="1914"/>
                    <a:pt x="588" y="1914"/>
                    <a:pt x="588" y="1914"/>
                  </a:cubicBezTo>
                  <a:cubicBezTo>
                    <a:pt x="523" y="1914"/>
                    <a:pt x="588" y="1906"/>
                    <a:pt x="645" y="1906"/>
                  </a:cubicBezTo>
                  <a:cubicBezTo>
                    <a:pt x="710" y="1898"/>
                    <a:pt x="710" y="1898"/>
                    <a:pt x="645" y="1898"/>
                  </a:cubicBezTo>
                  <a:cubicBezTo>
                    <a:pt x="531" y="1898"/>
                    <a:pt x="531" y="1890"/>
                    <a:pt x="653" y="1890"/>
                  </a:cubicBezTo>
                  <a:lnTo>
                    <a:pt x="710" y="1890"/>
                  </a:lnTo>
                  <a:cubicBezTo>
                    <a:pt x="710" y="1890"/>
                    <a:pt x="710" y="1898"/>
                    <a:pt x="767" y="1898"/>
                  </a:cubicBezTo>
                  <a:cubicBezTo>
                    <a:pt x="767" y="1890"/>
                    <a:pt x="767" y="1890"/>
                    <a:pt x="831" y="1890"/>
                  </a:cubicBezTo>
                  <a:cubicBezTo>
                    <a:pt x="734" y="1890"/>
                    <a:pt x="629" y="1882"/>
                    <a:pt x="531" y="1866"/>
                  </a:cubicBezTo>
                  <a:cubicBezTo>
                    <a:pt x="531" y="1857"/>
                    <a:pt x="531" y="1857"/>
                    <a:pt x="596" y="1857"/>
                  </a:cubicBezTo>
                  <a:cubicBezTo>
                    <a:pt x="653" y="1857"/>
                    <a:pt x="653" y="1857"/>
                    <a:pt x="653" y="1849"/>
                  </a:cubicBezTo>
                  <a:lnTo>
                    <a:pt x="540" y="1849"/>
                  </a:lnTo>
                  <a:cubicBezTo>
                    <a:pt x="418" y="1849"/>
                    <a:pt x="418" y="1849"/>
                    <a:pt x="475" y="1841"/>
                  </a:cubicBezTo>
                  <a:cubicBezTo>
                    <a:pt x="515" y="1841"/>
                    <a:pt x="556" y="1841"/>
                    <a:pt x="596" y="1833"/>
                  </a:cubicBezTo>
                  <a:cubicBezTo>
                    <a:pt x="596" y="1825"/>
                    <a:pt x="596" y="1825"/>
                    <a:pt x="596" y="1825"/>
                  </a:cubicBezTo>
                  <a:cubicBezTo>
                    <a:pt x="661" y="1833"/>
                    <a:pt x="661" y="1833"/>
                    <a:pt x="718" y="1833"/>
                  </a:cubicBezTo>
                  <a:cubicBezTo>
                    <a:pt x="718" y="1825"/>
                    <a:pt x="718" y="1825"/>
                    <a:pt x="661" y="1825"/>
                  </a:cubicBezTo>
                  <a:cubicBezTo>
                    <a:pt x="540" y="1825"/>
                    <a:pt x="540" y="1825"/>
                    <a:pt x="540" y="1817"/>
                  </a:cubicBezTo>
                  <a:cubicBezTo>
                    <a:pt x="604" y="1817"/>
                    <a:pt x="540" y="1809"/>
                    <a:pt x="483" y="1809"/>
                  </a:cubicBezTo>
                  <a:lnTo>
                    <a:pt x="540" y="1809"/>
                  </a:lnTo>
                  <a:cubicBezTo>
                    <a:pt x="726" y="1801"/>
                    <a:pt x="726" y="1801"/>
                    <a:pt x="604" y="1801"/>
                  </a:cubicBezTo>
                  <a:cubicBezTo>
                    <a:pt x="540" y="1801"/>
                    <a:pt x="483" y="1793"/>
                    <a:pt x="548" y="1793"/>
                  </a:cubicBezTo>
                  <a:lnTo>
                    <a:pt x="604" y="1793"/>
                  </a:lnTo>
                  <a:cubicBezTo>
                    <a:pt x="483" y="1793"/>
                    <a:pt x="548" y="1768"/>
                    <a:pt x="604" y="1768"/>
                  </a:cubicBezTo>
                  <a:cubicBezTo>
                    <a:pt x="669" y="1768"/>
                    <a:pt x="669" y="1768"/>
                    <a:pt x="613" y="1760"/>
                  </a:cubicBezTo>
                  <a:cubicBezTo>
                    <a:pt x="548" y="1760"/>
                    <a:pt x="548" y="1752"/>
                    <a:pt x="548" y="1744"/>
                  </a:cubicBezTo>
                  <a:cubicBezTo>
                    <a:pt x="613" y="1736"/>
                    <a:pt x="613" y="1720"/>
                    <a:pt x="499" y="1711"/>
                  </a:cubicBezTo>
                  <a:cubicBezTo>
                    <a:pt x="556" y="1711"/>
                    <a:pt x="556" y="1703"/>
                    <a:pt x="556" y="1695"/>
                  </a:cubicBezTo>
                  <a:cubicBezTo>
                    <a:pt x="556" y="1687"/>
                    <a:pt x="621" y="1687"/>
                    <a:pt x="621" y="1679"/>
                  </a:cubicBezTo>
                  <a:cubicBezTo>
                    <a:pt x="564" y="1679"/>
                    <a:pt x="564" y="1671"/>
                    <a:pt x="564" y="1638"/>
                  </a:cubicBezTo>
                  <a:cubicBezTo>
                    <a:pt x="572" y="1614"/>
                    <a:pt x="637" y="1598"/>
                    <a:pt x="637" y="1598"/>
                  </a:cubicBezTo>
                  <a:lnTo>
                    <a:pt x="572" y="1598"/>
                  </a:lnTo>
                  <a:lnTo>
                    <a:pt x="572" y="1590"/>
                  </a:lnTo>
                  <a:lnTo>
                    <a:pt x="637" y="1590"/>
                  </a:lnTo>
                  <a:cubicBezTo>
                    <a:pt x="572" y="1590"/>
                    <a:pt x="637" y="1582"/>
                    <a:pt x="637" y="1582"/>
                  </a:cubicBezTo>
                  <a:cubicBezTo>
                    <a:pt x="758" y="1574"/>
                    <a:pt x="758" y="1566"/>
                    <a:pt x="637" y="1557"/>
                  </a:cubicBezTo>
                  <a:cubicBezTo>
                    <a:pt x="515" y="1557"/>
                    <a:pt x="515" y="1557"/>
                    <a:pt x="637" y="1549"/>
                  </a:cubicBezTo>
                  <a:cubicBezTo>
                    <a:pt x="758" y="1549"/>
                    <a:pt x="758" y="1549"/>
                    <a:pt x="637" y="1541"/>
                  </a:cubicBezTo>
                  <a:cubicBezTo>
                    <a:pt x="580" y="1541"/>
                    <a:pt x="580" y="1541"/>
                    <a:pt x="702" y="1533"/>
                  </a:cubicBezTo>
                  <a:cubicBezTo>
                    <a:pt x="523" y="1525"/>
                    <a:pt x="523" y="1517"/>
                    <a:pt x="645" y="1517"/>
                  </a:cubicBezTo>
                  <a:cubicBezTo>
                    <a:pt x="767" y="1517"/>
                    <a:pt x="767" y="1517"/>
                    <a:pt x="645" y="1509"/>
                  </a:cubicBezTo>
                  <a:cubicBezTo>
                    <a:pt x="588" y="1509"/>
                    <a:pt x="588" y="1493"/>
                    <a:pt x="710" y="1493"/>
                  </a:cubicBezTo>
                  <a:cubicBezTo>
                    <a:pt x="710" y="1493"/>
                    <a:pt x="710" y="1493"/>
                    <a:pt x="645" y="1484"/>
                  </a:cubicBezTo>
                  <a:cubicBezTo>
                    <a:pt x="588" y="1476"/>
                    <a:pt x="531" y="1460"/>
                    <a:pt x="653" y="1460"/>
                  </a:cubicBezTo>
                  <a:cubicBezTo>
                    <a:pt x="653" y="1460"/>
                    <a:pt x="653" y="1460"/>
                    <a:pt x="653" y="1452"/>
                  </a:cubicBezTo>
                  <a:lnTo>
                    <a:pt x="653" y="1444"/>
                  </a:lnTo>
                  <a:cubicBezTo>
                    <a:pt x="596" y="1444"/>
                    <a:pt x="613" y="1339"/>
                    <a:pt x="669" y="1339"/>
                  </a:cubicBezTo>
                  <a:cubicBezTo>
                    <a:pt x="669" y="1330"/>
                    <a:pt x="669" y="1322"/>
                    <a:pt x="613" y="1322"/>
                  </a:cubicBezTo>
                  <a:lnTo>
                    <a:pt x="669" y="1322"/>
                  </a:lnTo>
                  <a:cubicBezTo>
                    <a:pt x="669" y="1322"/>
                    <a:pt x="677" y="1314"/>
                    <a:pt x="613" y="1314"/>
                  </a:cubicBezTo>
                  <a:lnTo>
                    <a:pt x="613" y="1306"/>
                  </a:lnTo>
                  <a:cubicBezTo>
                    <a:pt x="677" y="1306"/>
                    <a:pt x="677" y="1298"/>
                    <a:pt x="613" y="1298"/>
                  </a:cubicBezTo>
                  <a:cubicBezTo>
                    <a:pt x="556" y="1290"/>
                    <a:pt x="556" y="1290"/>
                    <a:pt x="556" y="1290"/>
                  </a:cubicBezTo>
                  <a:cubicBezTo>
                    <a:pt x="621" y="1282"/>
                    <a:pt x="621" y="1274"/>
                    <a:pt x="621" y="1266"/>
                  </a:cubicBezTo>
                  <a:cubicBezTo>
                    <a:pt x="621" y="1263"/>
                    <a:pt x="615" y="1260"/>
                    <a:pt x="608" y="1258"/>
                  </a:cubicBezTo>
                  <a:close/>
                  <a:moveTo>
                    <a:pt x="556" y="2223"/>
                  </a:moveTo>
                  <a:cubicBezTo>
                    <a:pt x="559" y="2224"/>
                    <a:pt x="571" y="2226"/>
                    <a:pt x="592" y="2229"/>
                  </a:cubicBezTo>
                  <a:lnTo>
                    <a:pt x="592" y="2229"/>
                  </a:lnTo>
                  <a:cubicBezTo>
                    <a:pt x="580" y="2227"/>
                    <a:pt x="568" y="2225"/>
                    <a:pt x="556" y="2223"/>
                  </a:cubicBezTo>
                  <a:close/>
                  <a:moveTo>
                    <a:pt x="592" y="2229"/>
                  </a:moveTo>
                  <a:lnTo>
                    <a:pt x="592" y="2229"/>
                  </a:lnTo>
                  <a:cubicBezTo>
                    <a:pt x="596" y="2229"/>
                    <a:pt x="600" y="2230"/>
                    <a:pt x="604" y="2230"/>
                  </a:cubicBezTo>
                  <a:cubicBezTo>
                    <a:pt x="600" y="2230"/>
                    <a:pt x="596" y="2229"/>
                    <a:pt x="592" y="2229"/>
                  </a:cubicBezTo>
                  <a:close/>
                  <a:moveTo>
                    <a:pt x="1302" y="2328"/>
                  </a:moveTo>
                  <a:cubicBezTo>
                    <a:pt x="1245" y="2328"/>
                    <a:pt x="1245" y="2336"/>
                    <a:pt x="1245" y="2336"/>
                  </a:cubicBezTo>
                  <a:cubicBezTo>
                    <a:pt x="1180" y="2344"/>
                    <a:pt x="1245" y="2344"/>
                    <a:pt x="1302" y="2344"/>
                  </a:cubicBezTo>
                  <a:cubicBezTo>
                    <a:pt x="1358" y="2344"/>
                    <a:pt x="1358" y="2344"/>
                    <a:pt x="1358" y="2336"/>
                  </a:cubicBezTo>
                  <a:cubicBezTo>
                    <a:pt x="1342" y="2336"/>
                    <a:pt x="1326" y="2336"/>
                    <a:pt x="1302" y="2328"/>
                  </a:cubicBezTo>
                  <a:close/>
                  <a:moveTo>
                    <a:pt x="1183" y="2354"/>
                  </a:moveTo>
                  <a:cubicBezTo>
                    <a:pt x="1202" y="2354"/>
                    <a:pt x="1221" y="2356"/>
                    <a:pt x="1237" y="2360"/>
                  </a:cubicBezTo>
                  <a:lnTo>
                    <a:pt x="1237" y="2368"/>
                  </a:lnTo>
                  <a:cubicBezTo>
                    <a:pt x="1196" y="2368"/>
                    <a:pt x="1164" y="2368"/>
                    <a:pt x="1123" y="2360"/>
                  </a:cubicBezTo>
                  <a:cubicBezTo>
                    <a:pt x="1144" y="2356"/>
                    <a:pt x="1164" y="2354"/>
                    <a:pt x="1183" y="2354"/>
                  </a:cubicBezTo>
                  <a:close/>
                  <a:moveTo>
                    <a:pt x="677" y="2522"/>
                  </a:moveTo>
                  <a:cubicBezTo>
                    <a:pt x="621" y="2522"/>
                    <a:pt x="621" y="2522"/>
                    <a:pt x="621" y="2530"/>
                  </a:cubicBezTo>
                  <a:lnTo>
                    <a:pt x="677" y="2530"/>
                  </a:lnTo>
                  <a:lnTo>
                    <a:pt x="677" y="2522"/>
                  </a:lnTo>
                  <a:close/>
                  <a:moveTo>
                    <a:pt x="1156" y="2530"/>
                  </a:moveTo>
                  <a:cubicBezTo>
                    <a:pt x="1115" y="2538"/>
                    <a:pt x="1075" y="2538"/>
                    <a:pt x="1034" y="2538"/>
                  </a:cubicBezTo>
                  <a:cubicBezTo>
                    <a:pt x="973" y="2543"/>
                    <a:pt x="943" y="2545"/>
                    <a:pt x="928" y="2545"/>
                  </a:cubicBezTo>
                  <a:cubicBezTo>
                    <a:pt x="913" y="2545"/>
                    <a:pt x="913" y="2543"/>
                    <a:pt x="913" y="2538"/>
                  </a:cubicBezTo>
                  <a:cubicBezTo>
                    <a:pt x="913" y="2530"/>
                    <a:pt x="913" y="2530"/>
                    <a:pt x="977" y="2530"/>
                  </a:cubicBezTo>
                  <a:cubicBezTo>
                    <a:pt x="934" y="2530"/>
                    <a:pt x="949" y="2534"/>
                    <a:pt x="980" y="2534"/>
                  </a:cubicBezTo>
                  <a:cubicBezTo>
                    <a:pt x="995" y="2534"/>
                    <a:pt x="1015" y="2533"/>
                    <a:pt x="1034" y="2530"/>
                  </a:cubicBezTo>
                  <a:close/>
                  <a:moveTo>
                    <a:pt x="1026" y="2571"/>
                  </a:moveTo>
                  <a:lnTo>
                    <a:pt x="969" y="2579"/>
                  </a:lnTo>
                  <a:cubicBezTo>
                    <a:pt x="913" y="2579"/>
                    <a:pt x="913" y="2571"/>
                    <a:pt x="913" y="2571"/>
                  </a:cubicBezTo>
                  <a:close/>
                  <a:moveTo>
                    <a:pt x="1845" y="2575"/>
                  </a:moveTo>
                  <a:cubicBezTo>
                    <a:pt x="1831" y="2575"/>
                    <a:pt x="1818" y="2576"/>
                    <a:pt x="1804" y="2579"/>
                  </a:cubicBezTo>
                  <a:lnTo>
                    <a:pt x="1926" y="2579"/>
                  </a:lnTo>
                  <a:cubicBezTo>
                    <a:pt x="1899" y="2579"/>
                    <a:pt x="1872" y="2575"/>
                    <a:pt x="1845" y="2575"/>
                  </a:cubicBezTo>
                  <a:close/>
                  <a:moveTo>
                    <a:pt x="1132" y="1841"/>
                  </a:moveTo>
                  <a:lnTo>
                    <a:pt x="1132" y="1841"/>
                  </a:lnTo>
                  <a:cubicBezTo>
                    <a:pt x="1130" y="1852"/>
                    <a:pt x="1128" y="1863"/>
                    <a:pt x="1125" y="1874"/>
                  </a:cubicBezTo>
                  <a:lnTo>
                    <a:pt x="1131" y="1874"/>
                  </a:lnTo>
                  <a:cubicBezTo>
                    <a:pt x="1188" y="1874"/>
                    <a:pt x="1131" y="1874"/>
                    <a:pt x="1131" y="1882"/>
                  </a:cubicBezTo>
                  <a:cubicBezTo>
                    <a:pt x="1129" y="1882"/>
                    <a:pt x="1126" y="1882"/>
                    <a:pt x="1123" y="1882"/>
                  </a:cubicBezTo>
                  <a:lnTo>
                    <a:pt x="1123" y="1882"/>
                  </a:lnTo>
                  <a:cubicBezTo>
                    <a:pt x="1119" y="1898"/>
                    <a:pt x="1114" y="1914"/>
                    <a:pt x="1108" y="1930"/>
                  </a:cubicBezTo>
                  <a:lnTo>
                    <a:pt x="1108" y="1930"/>
                  </a:lnTo>
                  <a:cubicBezTo>
                    <a:pt x="1113" y="1930"/>
                    <a:pt x="1118" y="1930"/>
                    <a:pt x="1123" y="1930"/>
                  </a:cubicBezTo>
                  <a:lnTo>
                    <a:pt x="1180" y="1930"/>
                  </a:lnTo>
                  <a:cubicBezTo>
                    <a:pt x="1164" y="1938"/>
                    <a:pt x="1140" y="1938"/>
                    <a:pt x="1123" y="1938"/>
                  </a:cubicBezTo>
                  <a:lnTo>
                    <a:pt x="1105" y="1938"/>
                  </a:lnTo>
                  <a:cubicBezTo>
                    <a:pt x="1075" y="2013"/>
                    <a:pt x="1028" y="2081"/>
                    <a:pt x="962" y="2132"/>
                  </a:cubicBezTo>
                  <a:lnTo>
                    <a:pt x="962" y="2132"/>
                  </a:lnTo>
                  <a:lnTo>
                    <a:pt x="977" y="2133"/>
                  </a:lnTo>
                  <a:cubicBezTo>
                    <a:pt x="975" y="2133"/>
                    <a:pt x="970" y="2133"/>
                    <a:pt x="961" y="2133"/>
                  </a:cubicBezTo>
                  <a:lnTo>
                    <a:pt x="961" y="2133"/>
                  </a:lnTo>
                  <a:cubicBezTo>
                    <a:pt x="885" y="2192"/>
                    <a:pt x="785" y="2229"/>
                    <a:pt x="661" y="2230"/>
                  </a:cubicBezTo>
                  <a:cubicBezTo>
                    <a:pt x="604" y="2230"/>
                    <a:pt x="596" y="2238"/>
                    <a:pt x="596" y="2255"/>
                  </a:cubicBezTo>
                  <a:cubicBezTo>
                    <a:pt x="596" y="2263"/>
                    <a:pt x="596" y="2263"/>
                    <a:pt x="653" y="2263"/>
                  </a:cubicBezTo>
                  <a:cubicBezTo>
                    <a:pt x="718" y="2271"/>
                    <a:pt x="653" y="2271"/>
                    <a:pt x="596" y="2271"/>
                  </a:cubicBezTo>
                  <a:cubicBezTo>
                    <a:pt x="475" y="2271"/>
                    <a:pt x="475" y="2279"/>
                    <a:pt x="653" y="2279"/>
                  </a:cubicBezTo>
                  <a:cubicBezTo>
                    <a:pt x="775" y="2279"/>
                    <a:pt x="775" y="2287"/>
                    <a:pt x="710" y="2287"/>
                  </a:cubicBezTo>
                  <a:cubicBezTo>
                    <a:pt x="653" y="2287"/>
                    <a:pt x="653" y="2287"/>
                    <a:pt x="653" y="2279"/>
                  </a:cubicBezTo>
                  <a:lnTo>
                    <a:pt x="531" y="2279"/>
                  </a:lnTo>
                  <a:cubicBezTo>
                    <a:pt x="531" y="2287"/>
                    <a:pt x="531" y="2287"/>
                    <a:pt x="596" y="2287"/>
                  </a:cubicBezTo>
                  <a:cubicBezTo>
                    <a:pt x="596" y="2287"/>
                    <a:pt x="596" y="2287"/>
                    <a:pt x="653" y="2295"/>
                  </a:cubicBezTo>
                  <a:lnTo>
                    <a:pt x="831" y="2295"/>
                  </a:lnTo>
                  <a:cubicBezTo>
                    <a:pt x="850" y="2293"/>
                    <a:pt x="863" y="2292"/>
                    <a:pt x="871" y="2292"/>
                  </a:cubicBezTo>
                  <a:cubicBezTo>
                    <a:pt x="888" y="2292"/>
                    <a:pt x="888" y="2295"/>
                    <a:pt x="888" y="2295"/>
                  </a:cubicBezTo>
                  <a:cubicBezTo>
                    <a:pt x="831" y="2303"/>
                    <a:pt x="775" y="2303"/>
                    <a:pt x="710" y="2303"/>
                  </a:cubicBezTo>
                  <a:cubicBezTo>
                    <a:pt x="669" y="2295"/>
                    <a:pt x="629" y="2295"/>
                    <a:pt x="588" y="2295"/>
                  </a:cubicBezTo>
                  <a:cubicBezTo>
                    <a:pt x="531" y="2295"/>
                    <a:pt x="653" y="2311"/>
                    <a:pt x="767" y="2320"/>
                  </a:cubicBezTo>
                  <a:lnTo>
                    <a:pt x="710" y="2320"/>
                  </a:lnTo>
                  <a:cubicBezTo>
                    <a:pt x="645" y="2320"/>
                    <a:pt x="645" y="2320"/>
                    <a:pt x="645" y="2328"/>
                  </a:cubicBezTo>
                  <a:cubicBezTo>
                    <a:pt x="645" y="2336"/>
                    <a:pt x="645" y="2336"/>
                    <a:pt x="702" y="2336"/>
                  </a:cubicBezTo>
                  <a:cubicBezTo>
                    <a:pt x="742" y="2336"/>
                    <a:pt x="783" y="2336"/>
                    <a:pt x="823" y="2344"/>
                  </a:cubicBezTo>
                  <a:cubicBezTo>
                    <a:pt x="864" y="2336"/>
                    <a:pt x="904" y="2336"/>
                    <a:pt x="945" y="2336"/>
                  </a:cubicBezTo>
                  <a:cubicBezTo>
                    <a:pt x="945" y="2336"/>
                    <a:pt x="880" y="2344"/>
                    <a:pt x="823" y="2344"/>
                  </a:cubicBezTo>
                  <a:cubicBezTo>
                    <a:pt x="702" y="2352"/>
                    <a:pt x="645" y="2360"/>
                    <a:pt x="637" y="2368"/>
                  </a:cubicBezTo>
                  <a:cubicBezTo>
                    <a:pt x="637" y="2376"/>
                    <a:pt x="637" y="2384"/>
                    <a:pt x="580" y="2393"/>
                  </a:cubicBezTo>
                  <a:cubicBezTo>
                    <a:pt x="580" y="2393"/>
                    <a:pt x="580" y="2401"/>
                    <a:pt x="637" y="2401"/>
                  </a:cubicBezTo>
                  <a:lnTo>
                    <a:pt x="637" y="2409"/>
                  </a:lnTo>
                  <a:cubicBezTo>
                    <a:pt x="572" y="2409"/>
                    <a:pt x="572" y="2417"/>
                    <a:pt x="637" y="2417"/>
                  </a:cubicBezTo>
                  <a:cubicBezTo>
                    <a:pt x="694" y="2417"/>
                    <a:pt x="637" y="2425"/>
                    <a:pt x="637" y="2425"/>
                  </a:cubicBezTo>
                  <a:cubicBezTo>
                    <a:pt x="576" y="2429"/>
                    <a:pt x="546" y="2431"/>
                    <a:pt x="553" y="2431"/>
                  </a:cubicBezTo>
                  <a:cubicBezTo>
                    <a:pt x="560" y="2431"/>
                    <a:pt x="604" y="2429"/>
                    <a:pt x="694" y="2425"/>
                  </a:cubicBezTo>
                  <a:cubicBezTo>
                    <a:pt x="734" y="2425"/>
                    <a:pt x="775" y="2425"/>
                    <a:pt x="815" y="2417"/>
                  </a:cubicBezTo>
                  <a:lnTo>
                    <a:pt x="815" y="2409"/>
                  </a:lnTo>
                  <a:lnTo>
                    <a:pt x="872" y="2417"/>
                  </a:lnTo>
                  <a:cubicBezTo>
                    <a:pt x="913" y="2425"/>
                    <a:pt x="953" y="2425"/>
                    <a:pt x="994" y="2425"/>
                  </a:cubicBezTo>
                  <a:cubicBezTo>
                    <a:pt x="1010" y="2425"/>
                    <a:pt x="1034" y="2425"/>
                    <a:pt x="1050" y="2433"/>
                  </a:cubicBezTo>
                  <a:lnTo>
                    <a:pt x="929" y="2433"/>
                  </a:lnTo>
                  <a:cubicBezTo>
                    <a:pt x="872" y="2425"/>
                    <a:pt x="815" y="2425"/>
                    <a:pt x="750" y="2425"/>
                  </a:cubicBezTo>
                  <a:cubicBezTo>
                    <a:pt x="629" y="2433"/>
                    <a:pt x="572" y="2441"/>
                    <a:pt x="694" y="2441"/>
                  </a:cubicBezTo>
                  <a:cubicBezTo>
                    <a:pt x="694" y="2441"/>
                    <a:pt x="694" y="2441"/>
                    <a:pt x="629" y="2449"/>
                  </a:cubicBezTo>
                  <a:lnTo>
                    <a:pt x="686" y="2449"/>
                  </a:lnTo>
                  <a:cubicBezTo>
                    <a:pt x="807" y="2457"/>
                    <a:pt x="807" y="2457"/>
                    <a:pt x="686" y="2457"/>
                  </a:cubicBezTo>
                  <a:cubicBezTo>
                    <a:pt x="564" y="2465"/>
                    <a:pt x="564" y="2482"/>
                    <a:pt x="629" y="2482"/>
                  </a:cubicBezTo>
                  <a:cubicBezTo>
                    <a:pt x="742" y="2482"/>
                    <a:pt x="742" y="2490"/>
                    <a:pt x="686" y="2490"/>
                  </a:cubicBezTo>
                  <a:cubicBezTo>
                    <a:pt x="621" y="2498"/>
                    <a:pt x="621" y="2498"/>
                    <a:pt x="686" y="2498"/>
                  </a:cubicBezTo>
                  <a:cubicBezTo>
                    <a:pt x="621" y="2498"/>
                    <a:pt x="564" y="2506"/>
                    <a:pt x="621" y="2506"/>
                  </a:cubicBezTo>
                  <a:cubicBezTo>
                    <a:pt x="621" y="2506"/>
                    <a:pt x="621" y="2510"/>
                    <a:pt x="637" y="2510"/>
                  </a:cubicBezTo>
                  <a:cubicBezTo>
                    <a:pt x="646" y="2510"/>
                    <a:pt x="658" y="2509"/>
                    <a:pt x="677" y="2506"/>
                  </a:cubicBezTo>
                  <a:lnTo>
                    <a:pt x="799" y="2514"/>
                  </a:lnTo>
                  <a:cubicBezTo>
                    <a:pt x="826" y="2514"/>
                    <a:pt x="853" y="2511"/>
                    <a:pt x="880" y="2511"/>
                  </a:cubicBezTo>
                  <a:cubicBezTo>
                    <a:pt x="894" y="2511"/>
                    <a:pt x="907" y="2511"/>
                    <a:pt x="921" y="2514"/>
                  </a:cubicBezTo>
                  <a:cubicBezTo>
                    <a:pt x="977" y="2514"/>
                    <a:pt x="921" y="2522"/>
                    <a:pt x="734" y="2530"/>
                  </a:cubicBezTo>
                  <a:lnTo>
                    <a:pt x="613" y="2538"/>
                  </a:lnTo>
                  <a:lnTo>
                    <a:pt x="677" y="2538"/>
                  </a:lnTo>
                  <a:cubicBezTo>
                    <a:pt x="613" y="2538"/>
                    <a:pt x="613" y="2538"/>
                    <a:pt x="613" y="2547"/>
                  </a:cubicBezTo>
                  <a:lnTo>
                    <a:pt x="677" y="2547"/>
                  </a:lnTo>
                  <a:cubicBezTo>
                    <a:pt x="791" y="2547"/>
                    <a:pt x="791" y="2547"/>
                    <a:pt x="734" y="2555"/>
                  </a:cubicBezTo>
                  <a:cubicBezTo>
                    <a:pt x="613" y="2555"/>
                    <a:pt x="613" y="2555"/>
                    <a:pt x="734" y="2563"/>
                  </a:cubicBezTo>
                  <a:cubicBezTo>
                    <a:pt x="694" y="2563"/>
                    <a:pt x="653" y="2563"/>
                    <a:pt x="613" y="2571"/>
                  </a:cubicBezTo>
                  <a:lnTo>
                    <a:pt x="669" y="2571"/>
                  </a:lnTo>
                  <a:cubicBezTo>
                    <a:pt x="791" y="2571"/>
                    <a:pt x="791" y="2571"/>
                    <a:pt x="734" y="2579"/>
                  </a:cubicBezTo>
                  <a:cubicBezTo>
                    <a:pt x="669" y="2579"/>
                    <a:pt x="669" y="2579"/>
                    <a:pt x="726" y="2587"/>
                  </a:cubicBezTo>
                  <a:cubicBezTo>
                    <a:pt x="726" y="2587"/>
                    <a:pt x="726" y="2595"/>
                    <a:pt x="669" y="2595"/>
                  </a:cubicBezTo>
                  <a:cubicBezTo>
                    <a:pt x="726" y="2603"/>
                    <a:pt x="726" y="2603"/>
                    <a:pt x="669" y="2603"/>
                  </a:cubicBezTo>
                  <a:cubicBezTo>
                    <a:pt x="604" y="2611"/>
                    <a:pt x="604" y="2611"/>
                    <a:pt x="669" y="2611"/>
                  </a:cubicBezTo>
                  <a:lnTo>
                    <a:pt x="848" y="2611"/>
                  </a:lnTo>
                  <a:cubicBezTo>
                    <a:pt x="848" y="2603"/>
                    <a:pt x="848" y="2603"/>
                    <a:pt x="904" y="2603"/>
                  </a:cubicBezTo>
                  <a:lnTo>
                    <a:pt x="904" y="2611"/>
                  </a:lnTo>
                  <a:cubicBezTo>
                    <a:pt x="904" y="2620"/>
                    <a:pt x="904" y="2620"/>
                    <a:pt x="961" y="2628"/>
                  </a:cubicBezTo>
                  <a:lnTo>
                    <a:pt x="1083" y="2628"/>
                  </a:lnTo>
                  <a:lnTo>
                    <a:pt x="1140" y="2620"/>
                  </a:lnTo>
                  <a:cubicBezTo>
                    <a:pt x="961" y="2620"/>
                    <a:pt x="961" y="2620"/>
                    <a:pt x="1083" y="2611"/>
                  </a:cubicBezTo>
                  <a:lnTo>
                    <a:pt x="1204" y="2611"/>
                  </a:lnTo>
                  <a:cubicBezTo>
                    <a:pt x="1204" y="2603"/>
                    <a:pt x="1204" y="2603"/>
                    <a:pt x="1261" y="2603"/>
                  </a:cubicBezTo>
                  <a:cubicBezTo>
                    <a:pt x="1302" y="2603"/>
                    <a:pt x="1342" y="2603"/>
                    <a:pt x="1383" y="2595"/>
                  </a:cubicBezTo>
                  <a:lnTo>
                    <a:pt x="1326" y="2595"/>
                  </a:lnTo>
                  <a:cubicBezTo>
                    <a:pt x="1261" y="2595"/>
                    <a:pt x="1269" y="2595"/>
                    <a:pt x="1383" y="2587"/>
                  </a:cubicBezTo>
                  <a:lnTo>
                    <a:pt x="1326" y="2587"/>
                  </a:lnTo>
                  <a:cubicBezTo>
                    <a:pt x="1204" y="2587"/>
                    <a:pt x="1213" y="2579"/>
                    <a:pt x="1326" y="2579"/>
                  </a:cubicBezTo>
                  <a:lnTo>
                    <a:pt x="1326" y="2571"/>
                  </a:lnTo>
                  <a:cubicBezTo>
                    <a:pt x="1304" y="2571"/>
                    <a:pt x="1279" y="2567"/>
                    <a:pt x="1253" y="2567"/>
                  </a:cubicBezTo>
                  <a:cubicBezTo>
                    <a:pt x="1240" y="2567"/>
                    <a:pt x="1226" y="2568"/>
                    <a:pt x="1213" y="2571"/>
                  </a:cubicBezTo>
                  <a:cubicBezTo>
                    <a:pt x="1091" y="2571"/>
                    <a:pt x="1091" y="2571"/>
                    <a:pt x="1148" y="2563"/>
                  </a:cubicBezTo>
                  <a:lnTo>
                    <a:pt x="1269" y="2563"/>
                  </a:lnTo>
                  <a:cubicBezTo>
                    <a:pt x="1334" y="2563"/>
                    <a:pt x="1334" y="2555"/>
                    <a:pt x="1334" y="2555"/>
                  </a:cubicBezTo>
                  <a:cubicBezTo>
                    <a:pt x="1334" y="2555"/>
                    <a:pt x="1334" y="2547"/>
                    <a:pt x="1277" y="2547"/>
                  </a:cubicBezTo>
                  <a:lnTo>
                    <a:pt x="1334" y="2547"/>
                  </a:lnTo>
                  <a:cubicBezTo>
                    <a:pt x="1334" y="2547"/>
                    <a:pt x="1334" y="2538"/>
                    <a:pt x="1391" y="2530"/>
                  </a:cubicBezTo>
                  <a:cubicBezTo>
                    <a:pt x="1434" y="2530"/>
                    <a:pt x="1394" y="2523"/>
                    <a:pt x="1327" y="2523"/>
                  </a:cubicBezTo>
                  <a:cubicBezTo>
                    <a:pt x="1294" y="2523"/>
                    <a:pt x="1253" y="2525"/>
                    <a:pt x="1213" y="2530"/>
                  </a:cubicBezTo>
                  <a:cubicBezTo>
                    <a:pt x="1213" y="2530"/>
                    <a:pt x="1213" y="2530"/>
                    <a:pt x="1213" y="2522"/>
                  </a:cubicBezTo>
                  <a:lnTo>
                    <a:pt x="1156" y="2522"/>
                  </a:lnTo>
                  <a:cubicBezTo>
                    <a:pt x="1099" y="2522"/>
                    <a:pt x="1099" y="2514"/>
                    <a:pt x="1099" y="2514"/>
                  </a:cubicBezTo>
                  <a:lnTo>
                    <a:pt x="1221" y="2514"/>
                  </a:lnTo>
                  <a:cubicBezTo>
                    <a:pt x="1399" y="2514"/>
                    <a:pt x="1456" y="2514"/>
                    <a:pt x="1277" y="2506"/>
                  </a:cubicBezTo>
                  <a:lnTo>
                    <a:pt x="1342" y="2506"/>
                  </a:lnTo>
                  <a:cubicBezTo>
                    <a:pt x="1399" y="2506"/>
                    <a:pt x="1399" y="2506"/>
                    <a:pt x="1342" y="2498"/>
                  </a:cubicBezTo>
                  <a:cubicBezTo>
                    <a:pt x="1342" y="2498"/>
                    <a:pt x="1221" y="2490"/>
                    <a:pt x="1164" y="2490"/>
                  </a:cubicBezTo>
                  <a:cubicBezTo>
                    <a:pt x="1285" y="2490"/>
                    <a:pt x="1285" y="2482"/>
                    <a:pt x="1164" y="2482"/>
                  </a:cubicBezTo>
                  <a:lnTo>
                    <a:pt x="1221" y="2482"/>
                  </a:lnTo>
                  <a:cubicBezTo>
                    <a:pt x="1285" y="2482"/>
                    <a:pt x="1342" y="2474"/>
                    <a:pt x="1285" y="2457"/>
                  </a:cubicBezTo>
                  <a:cubicBezTo>
                    <a:pt x="1285" y="2449"/>
                    <a:pt x="1285" y="2441"/>
                    <a:pt x="1350" y="2441"/>
                  </a:cubicBezTo>
                  <a:cubicBezTo>
                    <a:pt x="1407" y="2441"/>
                    <a:pt x="1294" y="2425"/>
                    <a:pt x="1172" y="2417"/>
                  </a:cubicBezTo>
                  <a:cubicBezTo>
                    <a:pt x="1229" y="2417"/>
                    <a:pt x="1229" y="2417"/>
                    <a:pt x="1229" y="2409"/>
                  </a:cubicBezTo>
                  <a:cubicBezTo>
                    <a:pt x="1237" y="2401"/>
                    <a:pt x="1237" y="2401"/>
                    <a:pt x="1294" y="2401"/>
                  </a:cubicBezTo>
                  <a:cubicBezTo>
                    <a:pt x="1172" y="2393"/>
                    <a:pt x="1237" y="2384"/>
                    <a:pt x="1358" y="2384"/>
                  </a:cubicBezTo>
                  <a:cubicBezTo>
                    <a:pt x="1415" y="2384"/>
                    <a:pt x="1415" y="2384"/>
                    <a:pt x="1415" y="2376"/>
                  </a:cubicBezTo>
                  <a:cubicBezTo>
                    <a:pt x="1358" y="2376"/>
                    <a:pt x="1358" y="2368"/>
                    <a:pt x="1358" y="2360"/>
                  </a:cubicBezTo>
                  <a:cubicBezTo>
                    <a:pt x="1358" y="2352"/>
                    <a:pt x="1358" y="2352"/>
                    <a:pt x="1237" y="2352"/>
                  </a:cubicBezTo>
                  <a:cubicBezTo>
                    <a:pt x="1123" y="2352"/>
                    <a:pt x="1123" y="2344"/>
                    <a:pt x="1123" y="2344"/>
                  </a:cubicBezTo>
                  <a:cubicBezTo>
                    <a:pt x="1123" y="2336"/>
                    <a:pt x="1123" y="2336"/>
                    <a:pt x="1180" y="2336"/>
                  </a:cubicBezTo>
                  <a:cubicBezTo>
                    <a:pt x="1204" y="2336"/>
                    <a:pt x="1221" y="2336"/>
                    <a:pt x="1245" y="2328"/>
                  </a:cubicBezTo>
                  <a:cubicBezTo>
                    <a:pt x="1245" y="2328"/>
                    <a:pt x="1245" y="2320"/>
                    <a:pt x="1302" y="2320"/>
                  </a:cubicBezTo>
                  <a:cubicBezTo>
                    <a:pt x="1302" y="2320"/>
                    <a:pt x="1367" y="2320"/>
                    <a:pt x="1367" y="2311"/>
                  </a:cubicBezTo>
                  <a:cubicBezTo>
                    <a:pt x="1367" y="2311"/>
                    <a:pt x="1367" y="2303"/>
                    <a:pt x="1423" y="2303"/>
                  </a:cubicBezTo>
                  <a:cubicBezTo>
                    <a:pt x="1423" y="2295"/>
                    <a:pt x="1423" y="2295"/>
                    <a:pt x="1367" y="2295"/>
                  </a:cubicBezTo>
                  <a:cubicBezTo>
                    <a:pt x="1310" y="2295"/>
                    <a:pt x="1245" y="2295"/>
                    <a:pt x="1310" y="2279"/>
                  </a:cubicBezTo>
                  <a:cubicBezTo>
                    <a:pt x="1310" y="2279"/>
                    <a:pt x="1310" y="2271"/>
                    <a:pt x="1253" y="2271"/>
                  </a:cubicBezTo>
                  <a:cubicBezTo>
                    <a:pt x="1253" y="2263"/>
                    <a:pt x="1253" y="2263"/>
                    <a:pt x="1310" y="2263"/>
                  </a:cubicBezTo>
                  <a:cubicBezTo>
                    <a:pt x="1431" y="2263"/>
                    <a:pt x="1431" y="2255"/>
                    <a:pt x="1318" y="2255"/>
                  </a:cubicBezTo>
                  <a:cubicBezTo>
                    <a:pt x="1253" y="2255"/>
                    <a:pt x="1253" y="2247"/>
                    <a:pt x="1318" y="2247"/>
                  </a:cubicBezTo>
                  <a:cubicBezTo>
                    <a:pt x="1318" y="2247"/>
                    <a:pt x="1318" y="2247"/>
                    <a:pt x="1253" y="2238"/>
                  </a:cubicBezTo>
                  <a:cubicBezTo>
                    <a:pt x="1196" y="2238"/>
                    <a:pt x="1196" y="2238"/>
                    <a:pt x="1261" y="2230"/>
                  </a:cubicBezTo>
                  <a:cubicBezTo>
                    <a:pt x="1318" y="2230"/>
                    <a:pt x="1318" y="2230"/>
                    <a:pt x="1318" y="2222"/>
                  </a:cubicBezTo>
                  <a:cubicBezTo>
                    <a:pt x="1261" y="2214"/>
                    <a:pt x="1261" y="2182"/>
                    <a:pt x="1326" y="2182"/>
                  </a:cubicBezTo>
                  <a:cubicBezTo>
                    <a:pt x="1269" y="2182"/>
                    <a:pt x="1269" y="2182"/>
                    <a:pt x="1269" y="2174"/>
                  </a:cubicBezTo>
                  <a:cubicBezTo>
                    <a:pt x="1374" y="2174"/>
                    <a:pt x="1334" y="2167"/>
                    <a:pt x="1231" y="2166"/>
                  </a:cubicBezTo>
                  <a:lnTo>
                    <a:pt x="1231" y="2166"/>
                  </a:lnTo>
                  <a:cubicBezTo>
                    <a:pt x="1243" y="2166"/>
                    <a:pt x="1256" y="2165"/>
                    <a:pt x="1269" y="2165"/>
                  </a:cubicBezTo>
                  <a:cubicBezTo>
                    <a:pt x="1391" y="2165"/>
                    <a:pt x="1391" y="2165"/>
                    <a:pt x="1269" y="2157"/>
                  </a:cubicBezTo>
                  <a:cubicBezTo>
                    <a:pt x="1148" y="2157"/>
                    <a:pt x="1148" y="2149"/>
                    <a:pt x="1269" y="2149"/>
                  </a:cubicBezTo>
                  <a:cubicBezTo>
                    <a:pt x="1034" y="2141"/>
                    <a:pt x="977" y="2133"/>
                    <a:pt x="1213" y="2133"/>
                  </a:cubicBezTo>
                  <a:cubicBezTo>
                    <a:pt x="1269" y="2133"/>
                    <a:pt x="1334" y="2133"/>
                    <a:pt x="1391" y="2125"/>
                  </a:cubicBezTo>
                  <a:cubicBezTo>
                    <a:pt x="1364" y="2125"/>
                    <a:pt x="1337" y="2121"/>
                    <a:pt x="1312" y="2121"/>
                  </a:cubicBezTo>
                  <a:cubicBezTo>
                    <a:pt x="1300" y="2121"/>
                    <a:pt x="1288" y="2122"/>
                    <a:pt x="1277" y="2125"/>
                  </a:cubicBezTo>
                  <a:cubicBezTo>
                    <a:pt x="1156" y="2125"/>
                    <a:pt x="1156" y="2125"/>
                    <a:pt x="1277" y="2117"/>
                  </a:cubicBezTo>
                  <a:cubicBezTo>
                    <a:pt x="1456" y="2109"/>
                    <a:pt x="1456" y="2101"/>
                    <a:pt x="1334" y="2093"/>
                  </a:cubicBezTo>
                  <a:cubicBezTo>
                    <a:pt x="1251" y="2081"/>
                    <a:pt x="1229" y="2073"/>
                    <a:pt x="1271" y="2073"/>
                  </a:cubicBezTo>
                  <a:cubicBezTo>
                    <a:pt x="1286" y="2073"/>
                    <a:pt x="1310" y="2074"/>
                    <a:pt x="1342" y="2076"/>
                  </a:cubicBezTo>
                  <a:cubicBezTo>
                    <a:pt x="1399" y="2080"/>
                    <a:pt x="1427" y="2082"/>
                    <a:pt x="1434" y="2082"/>
                  </a:cubicBezTo>
                  <a:cubicBezTo>
                    <a:pt x="1442" y="2082"/>
                    <a:pt x="1427" y="2080"/>
                    <a:pt x="1399" y="2076"/>
                  </a:cubicBezTo>
                  <a:cubicBezTo>
                    <a:pt x="1399" y="2076"/>
                    <a:pt x="1399" y="2068"/>
                    <a:pt x="1399" y="2060"/>
                  </a:cubicBezTo>
                  <a:cubicBezTo>
                    <a:pt x="1381" y="2060"/>
                    <a:pt x="1360" y="2058"/>
                    <a:pt x="1339" y="2057"/>
                  </a:cubicBezTo>
                  <a:lnTo>
                    <a:pt x="1339" y="2057"/>
                  </a:lnTo>
                  <a:cubicBezTo>
                    <a:pt x="1421" y="2052"/>
                    <a:pt x="1444" y="2051"/>
                    <a:pt x="1342" y="2044"/>
                  </a:cubicBezTo>
                  <a:lnTo>
                    <a:pt x="1342" y="2036"/>
                  </a:lnTo>
                  <a:cubicBezTo>
                    <a:pt x="1350" y="2036"/>
                    <a:pt x="1350" y="2036"/>
                    <a:pt x="1285" y="2028"/>
                  </a:cubicBezTo>
                  <a:cubicBezTo>
                    <a:pt x="1229" y="2028"/>
                    <a:pt x="1285" y="2020"/>
                    <a:pt x="1350" y="2020"/>
                  </a:cubicBezTo>
                  <a:cubicBezTo>
                    <a:pt x="1407" y="2020"/>
                    <a:pt x="1472" y="2011"/>
                    <a:pt x="1407" y="2011"/>
                  </a:cubicBezTo>
                  <a:cubicBezTo>
                    <a:pt x="1350" y="2011"/>
                    <a:pt x="1294" y="2011"/>
                    <a:pt x="1229" y="2003"/>
                  </a:cubicBezTo>
                  <a:cubicBezTo>
                    <a:pt x="1191" y="2003"/>
                    <a:pt x="1204" y="2000"/>
                    <a:pt x="1235" y="2000"/>
                  </a:cubicBezTo>
                  <a:cubicBezTo>
                    <a:pt x="1251" y="2000"/>
                    <a:pt x="1272" y="2001"/>
                    <a:pt x="1294" y="2003"/>
                  </a:cubicBezTo>
                  <a:cubicBezTo>
                    <a:pt x="1334" y="2003"/>
                    <a:pt x="1375" y="2003"/>
                    <a:pt x="1415" y="1995"/>
                  </a:cubicBezTo>
                  <a:cubicBezTo>
                    <a:pt x="1415" y="1995"/>
                    <a:pt x="1415" y="1987"/>
                    <a:pt x="1350" y="1987"/>
                  </a:cubicBezTo>
                  <a:cubicBezTo>
                    <a:pt x="1294" y="1987"/>
                    <a:pt x="1294" y="1971"/>
                    <a:pt x="1358" y="1963"/>
                  </a:cubicBezTo>
                  <a:lnTo>
                    <a:pt x="1358" y="1955"/>
                  </a:lnTo>
                  <a:cubicBezTo>
                    <a:pt x="1358" y="1955"/>
                    <a:pt x="1302" y="1955"/>
                    <a:pt x="1302" y="1947"/>
                  </a:cubicBezTo>
                  <a:lnTo>
                    <a:pt x="1237" y="1947"/>
                  </a:lnTo>
                  <a:cubicBezTo>
                    <a:pt x="1237" y="1938"/>
                    <a:pt x="1237" y="1938"/>
                    <a:pt x="1302" y="1938"/>
                  </a:cubicBezTo>
                  <a:cubicBezTo>
                    <a:pt x="1180" y="1930"/>
                    <a:pt x="1180" y="1930"/>
                    <a:pt x="1302" y="1930"/>
                  </a:cubicBezTo>
                  <a:cubicBezTo>
                    <a:pt x="1245" y="1922"/>
                    <a:pt x="1245" y="1922"/>
                    <a:pt x="1302" y="1922"/>
                  </a:cubicBezTo>
                  <a:cubicBezTo>
                    <a:pt x="1358" y="1922"/>
                    <a:pt x="1367" y="1914"/>
                    <a:pt x="1302" y="1914"/>
                  </a:cubicBezTo>
                  <a:cubicBezTo>
                    <a:pt x="1180" y="1914"/>
                    <a:pt x="1123" y="1906"/>
                    <a:pt x="1245" y="1906"/>
                  </a:cubicBezTo>
                  <a:cubicBezTo>
                    <a:pt x="1245" y="1906"/>
                    <a:pt x="1245" y="1906"/>
                    <a:pt x="1188" y="1898"/>
                  </a:cubicBezTo>
                  <a:cubicBezTo>
                    <a:pt x="1310" y="1890"/>
                    <a:pt x="1310" y="1890"/>
                    <a:pt x="1188" y="1890"/>
                  </a:cubicBezTo>
                  <a:cubicBezTo>
                    <a:pt x="1188" y="1890"/>
                    <a:pt x="1131" y="1882"/>
                    <a:pt x="1188" y="1882"/>
                  </a:cubicBezTo>
                  <a:cubicBezTo>
                    <a:pt x="1245" y="1874"/>
                    <a:pt x="1310" y="1857"/>
                    <a:pt x="1188" y="1857"/>
                  </a:cubicBezTo>
                  <a:lnTo>
                    <a:pt x="1188" y="1849"/>
                  </a:lnTo>
                  <a:cubicBezTo>
                    <a:pt x="1253" y="1849"/>
                    <a:pt x="1253" y="1841"/>
                    <a:pt x="1196" y="1841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2"/>
            <p:cNvSpPr/>
            <p:nvPr/>
          </p:nvSpPr>
          <p:spPr>
            <a:xfrm>
              <a:off x="8594345" y="1800052"/>
              <a:ext cx="42335" cy="45300"/>
            </a:xfrm>
            <a:custGeom>
              <a:avLst/>
              <a:gdLst/>
              <a:ahLst/>
              <a:cxnLst/>
              <a:rect l="l" t="t" r="r" b="b"/>
              <a:pathLst>
                <a:path w="2456" h="2628" extrusionOk="0">
                  <a:moveTo>
                    <a:pt x="722" y="19"/>
                  </a:moveTo>
                  <a:cubicBezTo>
                    <a:pt x="753" y="19"/>
                    <a:pt x="814" y="21"/>
                    <a:pt x="874" y="25"/>
                  </a:cubicBezTo>
                  <a:lnTo>
                    <a:pt x="866" y="25"/>
                  </a:lnTo>
                  <a:cubicBezTo>
                    <a:pt x="855" y="28"/>
                    <a:pt x="844" y="29"/>
                    <a:pt x="831" y="29"/>
                  </a:cubicBezTo>
                  <a:cubicBezTo>
                    <a:pt x="807" y="29"/>
                    <a:pt x="780" y="25"/>
                    <a:pt x="753" y="25"/>
                  </a:cubicBezTo>
                  <a:cubicBezTo>
                    <a:pt x="692" y="21"/>
                    <a:pt x="692" y="19"/>
                    <a:pt x="722" y="19"/>
                  </a:cubicBezTo>
                  <a:close/>
                  <a:moveTo>
                    <a:pt x="1405" y="19"/>
                  </a:moveTo>
                  <a:cubicBezTo>
                    <a:pt x="1385" y="19"/>
                    <a:pt x="1365" y="21"/>
                    <a:pt x="1345" y="25"/>
                  </a:cubicBezTo>
                  <a:cubicBezTo>
                    <a:pt x="1358" y="28"/>
                    <a:pt x="1372" y="29"/>
                    <a:pt x="1385" y="29"/>
                  </a:cubicBezTo>
                  <a:cubicBezTo>
                    <a:pt x="1412" y="29"/>
                    <a:pt x="1439" y="25"/>
                    <a:pt x="1466" y="25"/>
                  </a:cubicBezTo>
                  <a:cubicBezTo>
                    <a:pt x="1446" y="21"/>
                    <a:pt x="1426" y="19"/>
                    <a:pt x="1405" y="19"/>
                  </a:cubicBezTo>
                  <a:close/>
                  <a:moveTo>
                    <a:pt x="809" y="455"/>
                  </a:moveTo>
                  <a:cubicBezTo>
                    <a:pt x="850" y="455"/>
                    <a:pt x="891" y="455"/>
                    <a:pt x="931" y="463"/>
                  </a:cubicBezTo>
                  <a:cubicBezTo>
                    <a:pt x="866" y="463"/>
                    <a:pt x="809" y="463"/>
                    <a:pt x="745" y="455"/>
                  </a:cubicBezTo>
                  <a:close/>
                  <a:moveTo>
                    <a:pt x="1093" y="560"/>
                  </a:moveTo>
                  <a:cubicBezTo>
                    <a:pt x="1093" y="560"/>
                    <a:pt x="1150" y="568"/>
                    <a:pt x="1093" y="568"/>
                  </a:cubicBezTo>
                  <a:lnTo>
                    <a:pt x="1028" y="568"/>
                  </a:lnTo>
                  <a:cubicBezTo>
                    <a:pt x="972" y="560"/>
                    <a:pt x="915" y="560"/>
                    <a:pt x="972" y="560"/>
                  </a:cubicBezTo>
                  <a:close/>
                  <a:moveTo>
                    <a:pt x="1016" y="684"/>
                  </a:moveTo>
                  <a:cubicBezTo>
                    <a:pt x="1037" y="684"/>
                    <a:pt x="1057" y="686"/>
                    <a:pt x="1077" y="690"/>
                  </a:cubicBezTo>
                  <a:lnTo>
                    <a:pt x="955" y="690"/>
                  </a:lnTo>
                  <a:cubicBezTo>
                    <a:pt x="976" y="686"/>
                    <a:pt x="996" y="684"/>
                    <a:pt x="1016" y="684"/>
                  </a:cubicBezTo>
                  <a:close/>
                  <a:moveTo>
                    <a:pt x="1126" y="714"/>
                  </a:moveTo>
                  <a:lnTo>
                    <a:pt x="1069" y="722"/>
                  </a:lnTo>
                  <a:lnTo>
                    <a:pt x="1069" y="714"/>
                  </a:lnTo>
                  <a:close/>
                  <a:moveTo>
                    <a:pt x="1161" y="724"/>
                  </a:moveTo>
                  <a:cubicBezTo>
                    <a:pt x="1154" y="724"/>
                    <a:pt x="1154" y="726"/>
                    <a:pt x="1182" y="730"/>
                  </a:cubicBezTo>
                  <a:cubicBezTo>
                    <a:pt x="1182" y="726"/>
                    <a:pt x="1168" y="724"/>
                    <a:pt x="1161" y="724"/>
                  </a:cubicBezTo>
                  <a:close/>
                  <a:moveTo>
                    <a:pt x="1126" y="747"/>
                  </a:moveTo>
                  <a:lnTo>
                    <a:pt x="1061" y="755"/>
                  </a:lnTo>
                  <a:lnTo>
                    <a:pt x="1069" y="747"/>
                  </a:lnTo>
                  <a:close/>
                  <a:moveTo>
                    <a:pt x="1061" y="763"/>
                  </a:moveTo>
                  <a:cubicBezTo>
                    <a:pt x="1093" y="767"/>
                    <a:pt x="1109" y="767"/>
                    <a:pt x="1118" y="767"/>
                  </a:cubicBezTo>
                  <a:cubicBezTo>
                    <a:pt x="1126" y="767"/>
                    <a:pt x="1126" y="767"/>
                    <a:pt x="1126" y="771"/>
                  </a:cubicBezTo>
                  <a:cubicBezTo>
                    <a:pt x="1122" y="775"/>
                    <a:pt x="1120" y="777"/>
                    <a:pt x="1112" y="777"/>
                  </a:cubicBezTo>
                  <a:cubicBezTo>
                    <a:pt x="1103" y="777"/>
                    <a:pt x="1089" y="775"/>
                    <a:pt x="1061" y="771"/>
                  </a:cubicBezTo>
                  <a:cubicBezTo>
                    <a:pt x="1004" y="771"/>
                    <a:pt x="1004" y="763"/>
                    <a:pt x="1061" y="763"/>
                  </a:cubicBezTo>
                  <a:close/>
                  <a:moveTo>
                    <a:pt x="700" y="789"/>
                  </a:moveTo>
                  <a:cubicBezTo>
                    <a:pt x="720" y="789"/>
                    <a:pt x="741" y="791"/>
                    <a:pt x="761" y="795"/>
                  </a:cubicBezTo>
                  <a:lnTo>
                    <a:pt x="639" y="795"/>
                  </a:lnTo>
                  <a:cubicBezTo>
                    <a:pt x="660" y="791"/>
                    <a:pt x="680" y="789"/>
                    <a:pt x="700" y="789"/>
                  </a:cubicBezTo>
                  <a:close/>
                  <a:moveTo>
                    <a:pt x="818" y="828"/>
                  </a:moveTo>
                  <a:lnTo>
                    <a:pt x="753" y="836"/>
                  </a:lnTo>
                  <a:cubicBezTo>
                    <a:pt x="696" y="836"/>
                    <a:pt x="696" y="828"/>
                    <a:pt x="696" y="828"/>
                  </a:cubicBezTo>
                  <a:close/>
                  <a:moveTo>
                    <a:pt x="745" y="918"/>
                  </a:moveTo>
                  <a:cubicBezTo>
                    <a:pt x="770" y="919"/>
                    <a:pt x="777" y="921"/>
                    <a:pt x="772" y="921"/>
                  </a:cubicBezTo>
                  <a:cubicBezTo>
                    <a:pt x="769" y="921"/>
                    <a:pt x="759" y="920"/>
                    <a:pt x="745" y="918"/>
                  </a:cubicBezTo>
                  <a:close/>
                  <a:moveTo>
                    <a:pt x="1012" y="1087"/>
                  </a:moveTo>
                  <a:cubicBezTo>
                    <a:pt x="1053" y="1087"/>
                    <a:pt x="1093" y="1087"/>
                    <a:pt x="1134" y="1095"/>
                  </a:cubicBezTo>
                  <a:lnTo>
                    <a:pt x="1012" y="1095"/>
                  </a:lnTo>
                  <a:lnTo>
                    <a:pt x="1012" y="1087"/>
                  </a:lnTo>
                  <a:close/>
                  <a:moveTo>
                    <a:pt x="1118" y="1209"/>
                  </a:moveTo>
                  <a:cubicBezTo>
                    <a:pt x="1174" y="1209"/>
                    <a:pt x="1174" y="1217"/>
                    <a:pt x="1174" y="1225"/>
                  </a:cubicBezTo>
                  <a:cubicBezTo>
                    <a:pt x="1134" y="1225"/>
                    <a:pt x="1093" y="1225"/>
                    <a:pt x="1061" y="1217"/>
                  </a:cubicBezTo>
                  <a:cubicBezTo>
                    <a:pt x="1061" y="1209"/>
                    <a:pt x="1061" y="1209"/>
                    <a:pt x="1118" y="1209"/>
                  </a:cubicBezTo>
                  <a:close/>
                  <a:moveTo>
                    <a:pt x="664" y="1468"/>
                  </a:moveTo>
                  <a:lnTo>
                    <a:pt x="664" y="1476"/>
                  </a:lnTo>
                  <a:lnTo>
                    <a:pt x="777" y="1476"/>
                  </a:lnTo>
                  <a:cubicBezTo>
                    <a:pt x="745" y="1468"/>
                    <a:pt x="704" y="1468"/>
                    <a:pt x="664" y="1468"/>
                  </a:cubicBezTo>
                  <a:close/>
                  <a:moveTo>
                    <a:pt x="1069" y="1525"/>
                  </a:moveTo>
                  <a:cubicBezTo>
                    <a:pt x="1079" y="1525"/>
                    <a:pt x="1091" y="1525"/>
                    <a:pt x="1103" y="1526"/>
                  </a:cubicBezTo>
                  <a:lnTo>
                    <a:pt x="1103" y="1526"/>
                  </a:lnTo>
                  <a:cubicBezTo>
                    <a:pt x="1103" y="1525"/>
                    <a:pt x="1103" y="1525"/>
                    <a:pt x="1103" y="1525"/>
                  </a:cubicBezTo>
                  <a:close/>
                  <a:moveTo>
                    <a:pt x="931" y="1"/>
                  </a:moveTo>
                  <a:cubicBezTo>
                    <a:pt x="850" y="1"/>
                    <a:pt x="769" y="1"/>
                    <a:pt x="688" y="9"/>
                  </a:cubicBezTo>
                  <a:cubicBezTo>
                    <a:pt x="623" y="25"/>
                    <a:pt x="566" y="33"/>
                    <a:pt x="688" y="33"/>
                  </a:cubicBezTo>
                  <a:lnTo>
                    <a:pt x="745" y="33"/>
                  </a:lnTo>
                  <a:cubicBezTo>
                    <a:pt x="720" y="41"/>
                    <a:pt x="704" y="41"/>
                    <a:pt x="680" y="41"/>
                  </a:cubicBezTo>
                  <a:cubicBezTo>
                    <a:pt x="623" y="41"/>
                    <a:pt x="623" y="57"/>
                    <a:pt x="615" y="74"/>
                  </a:cubicBezTo>
                  <a:cubicBezTo>
                    <a:pt x="615" y="90"/>
                    <a:pt x="615" y="98"/>
                    <a:pt x="550" y="98"/>
                  </a:cubicBezTo>
                  <a:cubicBezTo>
                    <a:pt x="493" y="106"/>
                    <a:pt x="493" y="106"/>
                    <a:pt x="493" y="106"/>
                  </a:cubicBezTo>
                  <a:cubicBezTo>
                    <a:pt x="550" y="106"/>
                    <a:pt x="550" y="122"/>
                    <a:pt x="550" y="147"/>
                  </a:cubicBezTo>
                  <a:cubicBezTo>
                    <a:pt x="542" y="171"/>
                    <a:pt x="542" y="187"/>
                    <a:pt x="599" y="187"/>
                  </a:cubicBezTo>
                  <a:lnTo>
                    <a:pt x="599" y="195"/>
                  </a:lnTo>
                  <a:cubicBezTo>
                    <a:pt x="542" y="195"/>
                    <a:pt x="542" y="203"/>
                    <a:pt x="542" y="212"/>
                  </a:cubicBezTo>
                  <a:cubicBezTo>
                    <a:pt x="599" y="220"/>
                    <a:pt x="599" y="220"/>
                    <a:pt x="599" y="220"/>
                  </a:cubicBezTo>
                  <a:cubicBezTo>
                    <a:pt x="534" y="220"/>
                    <a:pt x="534" y="228"/>
                    <a:pt x="534" y="228"/>
                  </a:cubicBezTo>
                  <a:cubicBezTo>
                    <a:pt x="534" y="236"/>
                    <a:pt x="534" y="244"/>
                    <a:pt x="591" y="244"/>
                  </a:cubicBezTo>
                  <a:cubicBezTo>
                    <a:pt x="591" y="244"/>
                    <a:pt x="591" y="268"/>
                    <a:pt x="526" y="276"/>
                  </a:cubicBezTo>
                  <a:cubicBezTo>
                    <a:pt x="469" y="276"/>
                    <a:pt x="526" y="285"/>
                    <a:pt x="591" y="285"/>
                  </a:cubicBezTo>
                  <a:cubicBezTo>
                    <a:pt x="631" y="285"/>
                    <a:pt x="664" y="285"/>
                    <a:pt x="704" y="293"/>
                  </a:cubicBezTo>
                  <a:lnTo>
                    <a:pt x="591" y="293"/>
                  </a:lnTo>
                  <a:cubicBezTo>
                    <a:pt x="558" y="289"/>
                    <a:pt x="542" y="287"/>
                    <a:pt x="534" y="287"/>
                  </a:cubicBezTo>
                  <a:cubicBezTo>
                    <a:pt x="526" y="287"/>
                    <a:pt x="526" y="289"/>
                    <a:pt x="526" y="293"/>
                  </a:cubicBezTo>
                  <a:lnTo>
                    <a:pt x="526" y="301"/>
                  </a:lnTo>
                  <a:cubicBezTo>
                    <a:pt x="582" y="301"/>
                    <a:pt x="582" y="317"/>
                    <a:pt x="582" y="333"/>
                  </a:cubicBezTo>
                  <a:cubicBezTo>
                    <a:pt x="574" y="366"/>
                    <a:pt x="574" y="374"/>
                    <a:pt x="631" y="374"/>
                  </a:cubicBezTo>
                  <a:cubicBezTo>
                    <a:pt x="696" y="374"/>
                    <a:pt x="696" y="374"/>
                    <a:pt x="631" y="382"/>
                  </a:cubicBezTo>
                  <a:cubicBezTo>
                    <a:pt x="453" y="406"/>
                    <a:pt x="453" y="406"/>
                    <a:pt x="510" y="406"/>
                  </a:cubicBezTo>
                  <a:lnTo>
                    <a:pt x="631" y="406"/>
                  </a:lnTo>
                  <a:cubicBezTo>
                    <a:pt x="753" y="406"/>
                    <a:pt x="753" y="406"/>
                    <a:pt x="631" y="414"/>
                  </a:cubicBezTo>
                  <a:cubicBezTo>
                    <a:pt x="510" y="414"/>
                    <a:pt x="566" y="455"/>
                    <a:pt x="680" y="463"/>
                  </a:cubicBezTo>
                  <a:lnTo>
                    <a:pt x="623" y="463"/>
                  </a:lnTo>
                  <a:cubicBezTo>
                    <a:pt x="558" y="463"/>
                    <a:pt x="558" y="463"/>
                    <a:pt x="558" y="479"/>
                  </a:cubicBezTo>
                  <a:lnTo>
                    <a:pt x="558" y="487"/>
                  </a:lnTo>
                  <a:cubicBezTo>
                    <a:pt x="680" y="487"/>
                    <a:pt x="615" y="503"/>
                    <a:pt x="558" y="503"/>
                  </a:cubicBezTo>
                  <a:cubicBezTo>
                    <a:pt x="493" y="503"/>
                    <a:pt x="493" y="503"/>
                    <a:pt x="493" y="512"/>
                  </a:cubicBezTo>
                  <a:cubicBezTo>
                    <a:pt x="615" y="520"/>
                    <a:pt x="550" y="536"/>
                    <a:pt x="493" y="536"/>
                  </a:cubicBezTo>
                  <a:lnTo>
                    <a:pt x="493" y="544"/>
                  </a:lnTo>
                  <a:cubicBezTo>
                    <a:pt x="550" y="544"/>
                    <a:pt x="550" y="552"/>
                    <a:pt x="550" y="552"/>
                  </a:cubicBezTo>
                  <a:cubicBezTo>
                    <a:pt x="550" y="568"/>
                    <a:pt x="550" y="568"/>
                    <a:pt x="607" y="568"/>
                  </a:cubicBezTo>
                  <a:cubicBezTo>
                    <a:pt x="620" y="566"/>
                    <a:pt x="634" y="565"/>
                    <a:pt x="647" y="565"/>
                  </a:cubicBezTo>
                  <a:cubicBezTo>
                    <a:pt x="674" y="565"/>
                    <a:pt x="701" y="568"/>
                    <a:pt x="728" y="568"/>
                  </a:cubicBezTo>
                  <a:lnTo>
                    <a:pt x="664" y="568"/>
                  </a:lnTo>
                  <a:cubicBezTo>
                    <a:pt x="607" y="568"/>
                    <a:pt x="607" y="576"/>
                    <a:pt x="607" y="593"/>
                  </a:cubicBezTo>
                  <a:cubicBezTo>
                    <a:pt x="599" y="609"/>
                    <a:pt x="599" y="609"/>
                    <a:pt x="542" y="617"/>
                  </a:cubicBezTo>
                  <a:lnTo>
                    <a:pt x="599" y="617"/>
                  </a:lnTo>
                  <a:cubicBezTo>
                    <a:pt x="655" y="617"/>
                    <a:pt x="655" y="625"/>
                    <a:pt x="599" y="625"/>
                  </a:cubicBezTo>
                  <a:cubicBezTo>
                    <a:pt x="542" y="625"/>
                    <a:pt x="534" y="641"/>
                    <a:pt x="599" y="649"/>
                  </a:cubicBezTo>
                  <a:lnTo>
                    <a:pt x="591" y="649"/>
                  </a:lnTo>
                  <a:cubicBezTo>
                    <a:pt x="477" y="657"/>
                    <a:pt x="469" y="666"/>
                    <a:pt x="591" y="666"/>
                  </a:cubicBezTo>
                  <a:cubicBezTo>
                    <a:pt x="534" y="666"/>
                    <a:pt x="534" y="674"/>
                    <a:pt x="534" y="674"/>
                  </a:cubicBezTo>
                  <a:cubicBezTo>
                    <a:pt x="591" y="682"/>
                    <a:pt x="591" y="690"/>
                    <a:pt x="526" y="690"/>
                  </a:cubicBezTo>
                  <a:lnTo>
                    <a:pt x="526" y="698"/>
                  </a:lnTo>
                  <a:cubicBezTo>
                    <a:pt x="591" y="698"/>
                    <a:pt x="591" y="698"/>
                    <a:pt x="591" y="706"/>
                  </a:cubicBezTo>
                  <a:cubicBezTo>
                    <a:pt x="591" y="706"/>
                    <a:pt x="582" y="714"/>
                    <a:pt x="647" y="714"/>
                  </a:cubicBezTo>
                  <a:cubicBezTo>
                    <a:pt x="704" y="714"/>
                    <a:pt x="704" y="722"/>
                    <a:pt x="704" y="722"/>
                  </a:cubicBezTo>
                  <a:cubicBezTo>
                    <a:pt x="664" y="722"/>
                    <a:pt x="623" y="722"/>
                    <a:pt x="582" y="714"/>
                  </a:cubicBezTo>
                  <a:cubicBezTo>
                    <a:pt x="526" y="714"/>
                    <a:pt x="526" y="722"/>
                    <a:pt x="647" y="730"/>
                  </a:cubicBezTo>
                  <a:cubicBezTo>
                    <a:pt x="604" y="730"/>
                    <a:pt x="564" y="727"/>
                    <a:pt x="560" y="727"/>
                  </a:cubicBezTo>
                  <a:lnTo>
                    <a:pt x="560" y="727"/>
                  </a:lnTo>
                  <a:cubicBezTo>
                    <a:pt x="557" y="727"/>
                    <a:pt x="564" y="728"/>
                    <a:pt x="582" y="730"/>
                  </a:cubicBezTo>
                  <a:cubicBezTo>
                    <a:pt x="582" y="730"/>
                    <a:pt x="582" y="739"/>
                    <a:pt x="639" y="739"/>
                  </a:cubicBezTo>
                  <a:lnTo>
                    <a:pt x="639" y="747"/>
                  </a:lnTo>
                  <a:cubicBezTo>
                    <a:pt x="582" y="755"/>
                    <a:pt x="582" y="755"/>
                    <a:pt x="582" y="763"/>
                  </a:cubicBezTo>
                  <a:cubicBezTo>
                    <a:pt x="518" y="763"/>
                    <a:pt x="518" y="771"/>
                    <a:pt x="639" y="771"/>
                  </a:cubicBezTo>
                  <a:cubicBezTo>
                    <a:pt x="696" y="771"/>
                    <a:pt x="696" y="779"/>
                    <a:pt x="639" y="779"/>
                  </a:cubicBezTo>
                  <a:lnTo>
                    <a:pt x="574" y="779"/>
                  </a:lnTo>
                  <a:cubicBezTo>
                    <a:pt x="639" y="787"/>
                    <a:pt x="631" y="787"/>
                    <a:pt x="631" y="787"/>
                  </a:cubicBezTo>
                  <a:cubicBezTo>
                    <a:pt x="574" y="787"/>
                    <a:pt x="574" y="820"/>
                    <a:pt x="566" y="844"/>
                  </a:cubicBezTo>
                  <a:cubicBezTo>
                    <a:pt x="607" y="852"/>
                    <a:pt x="647" y="852"/>
                    <a:pt x="688" y="852"/>
                  </a:cubicBezTo>
                  <a:cubicBezTo>
                    <a:pt x="510" y="852"/>
                    <a:pt x="501" y="860"/>
                    <a:pt x="688" y="860"/>
                  </a:cubicBezTo>
                  <a:cubicBezTo>
                    <a:pt x="623" y="868"/>
                    <a:pt x="623" y="868"/>
                    <a:pt x="680" y="868"/>
                  </a:cubicBezTo>
                  <a:cubicBezTo>
                    <a:pt x="623" y="876"/>
                    <a:pt x="566" y="876"/>
                    <a:pt x="623" y="876"/>
                  </a:cubicBezTo>
                  <a:cubicBezTo>
                    <a:pt x="623" y="876"/>
                    <a:pt x="623" y="884"/>
                    <a:pt x="558" y="884"/>
                  </a:cubicBezTo>
                  <a:cubicBezTo>
                    <a:pt x="501" y="884"/>
                    <a:pt x="558" y="893"/>
                    <a:pt x="623" y="893"/>
                  </a:cubicBezTo>
                  <a:cubicBezTo>
                    <a:pt x="703" y="898"/>
                    <a:pt x="727" y="904"/>
                    <a:pt x="691" y="904"/>
                  </a:cubicBezTo>
                  <a:cubicBezTo>
                    <a:pt x="676" y="904"/>
                    <a:pt x="651" y="903"/>
                    <a:pt x="615" y="901"/>
                  </a:cubicBezTo>
                  <a:cubicBezTo>
                    <a:pt x="501" y="901"/>
                    <a:pt x="558" y="917"/>
                    <a:pt x="680" y="917"/>
                  </a:cubicBezTo>
                  <a:cubicBezTo>
                    <a:pt x="694" y="917"/>
                    <a:pt x="707" y="917"/>
                    <a:pt x="718" y="917"/>
                  </a:cubicBezTo>
                  <a:lnTo>
                    <a:pt x="718" y="917"/>
                  </a:lnTo>
                  <a:cubicBezTo>
                    <a:pt x="678" y="919"/>
                    <a:pt x="672" y="925"/>
                    <a:pt x="672" y="925"/>
                  </a:cubicBezTo>
                  <a:cubicBezTo>
                    <a:pt x="672" y="925"/>
                    <a:pt x="672" y="933"/>
                    <a:pt x="615" y="933"/>
                  </a:cubicBezTo>
                  <a:cubicBezTo>
                    <a:pt x="615" y="933"/>
                    <a:pt x="615" y="933"/>
                    <a:pt x="672" y="941"/>
                  </a:cubicBezTo>
                  <a:cubicBezTo>
                    <a:pt x="793" y="949"/>
                    <a:pt x="728" y="957"/>
                    <a:pt x="607" y="957"/>
                  </a:cubicBezTo>
                  <a:lnTo>
                    <a:pt x="672" y="966"/>
                  </a:lnTo>
                  <a:cubicBezTo>
                    <a:pt x="785" y="966"/>
                    <a:pt x="850" y="974"/>
                    <a:pt x="728" y="974"/>
                  </a:cubicBezTo>
                  <a:lnTo>
                    <a:pt x="672" y="974"/>
                  </a:lnTo>
                  <a:cubicBezTo>
                    <a:pt x="785" y="974"/>
                    <a:pt x="728" y="990"/>
                    <a:pt x="607" y="990"/>
                  </a:cubicBezTo>
                  <a:lnTo>
                    <a:pt x="728" y="990"/>
                  </a:lnTo>
                  <a:cubicBezTo>
                    <a:pt x="728" y="998"/>
                    <a:pt x="720" y="998"/>
                    <a:pt x="664" y="998"/>
                  </a:cubicBezTo>
                  <a:cubicBezTo>
                    <a:pt x="607" y="998"/>
                    <a:pt x="542" y="1006"/>
                    <a:pt x="607" y="1006"/>
                  </a:cubicBezTo>
                  <a:cubicBezTo>
                    <a:pt x="607" y="1006"/>
                    <a:pt x="607" y="1006"/>
                    <a:pt x="542" y="1014"/>
                  </a:cubicBezTo>
                  <a:cubicBezTo>
                    <a:pt x="542" y="1014"/>
                    <a:pt x="542" y="1014"/>
                    <a:pt x="542" y="1022"/>
                  </a:cubicBezTo>
                  <a:cubicBezTo>
                    <a:pt x="599" y="1022"/>
                    <a:pt x="599" y="1030"/>
                    <a:pt x="542" y="1030"/>
                  </a:cubicBezTo>
                  <a:cubicBezTo>
                    <a:pt x="542" y="1030"/>
                    <a:pt x="542" y="1039"/>
                    <a:pt x="599" y="1039"/>
                  </a:cubicBezTo>
                  <a:cubicBezTo>
                    <a:pt x="599" y="1047"/>
                    <a:pt x="599" y="1055"/>
                    <a:pt x="534" y="1055"/>
                  </a:cubicBezTo>
                  <a:cubicBezTo>
                    <a:pt x="599" y="1055"/>
                    <a:pt x="599" y="1055"/>
                    <a:pt x="599" y="1063"/>
                  </a:cubicBezTo>
                  <a:cubicBezTo>
                    <a:pt x="655" y="1063"/>
                    <a:pt x="655" y="1063"/>
                    <a:pt x="655" y="1071"/>
                  </a:cubicBezTo>
                  <a:cubicBezTo>
                    <a:pt x="655" y="1071"/>
                    <a:pt x="591" y="1079"/>
                    <a:pt x="591" y="1087"/>
                  </a:cubicBezTo>
                  <a:cubicBezTo>
                    <a:pt x="591" y="1091"/>
                    <a:pt x="591" y="1093"/>
                    <a:pt x="598" y="1093"/>
                  </a:cubicBezTo>
                  <a:cubicBezTo>
                    <a:pt x="605" y="1093"/>
                    <a:pt x="619" y="1091"/>
                    <a:pt x="647" y="1087"/>
                  </a:cubicBezTo>
                  <a:cubicBezTo>
                    <a:pt x="647" y="1087"/>
                    <a:pt x="712" y="1087"/>
                    <a:pt x="647" y="1095"/>
                  </a:cubicBezTo>
                  <a:cubicBezTo>
                    <a:pt x="647" y="1095"/>
                    <a:pt x="591" y="1103"/>
                    <a:pt x="591" y="1120"/>
                  </a:cubicBezTo>
                  <a:cubicBezTo>
                    <a:pt x="582" y="1128"/>
                    <a:pt x="582" y="1128"/>
                    <a:pt x="647" y="1128"/>
                  </a:cubicBezTo>
                  <a:cubicBezTo>
                    <a:pt x="526" y="1136"/>
                    <a:pt x="526" y="1144"/>
                    <a:pt x="582" y="1144"/>
                  </a:cubicBezTo>
                  <a:lnTo>
                    <a:pt x="647" y="1144"/>
                  </a:lnTo>
                  <a:cubicBezTo>
                    <a:pt x="582" y="1144"/>
                    <a:pt x="582" y="1152"/>
                    <a:pt x="639" y="1152"/>
                  </a:cubicBezTo>
                  <a:cubicBezTo>
                    <a:pt x="639" y="1160"/>
                    <a:pt x="639" y="1160"/>
                    <a:pt x="582" y="1160"/>
                  </a:cubicBezTo>
                  <a:lnTo>
                    <a:pt x="582" y="1168"/>
                  </a:lnTo>
                  <a:cubicBezTo>
                    <a:pt x="704" y="1168"/>
                    <a:pt x="639" y="1193"/>
                    <a:pt x="574" y="1193"/>
                  </a:cubicBezTo>
                  <a:cubicBezTo>
                    <a:pt x="574" y="1193"/>
                    <a:pt x="574" y="1193"/>
                    <a:pt x="639" y="1201"/>
                  </a:cubicBezTo>
                  <a:cubicBezTo>
                    <a:pt x="753" y="1201"/>
                    <a:pt x="753" y="1209"/>
                    <a:pt x="639" y="1209"/>
                  </a:cubicBezTo>
                  <a:lnTo>
                    <a:pt x="631" y="1209"/>
                  </a:lnTo>
                  <a:cubicBezTo>
                    <a:pt x="696" y="1209"/>
                    <a:pt x="696" y="1225"/>
                    <a:pt x="574" y="1225"/>
                  </a:cubicBezTo>
                  <a:lnTo>
                    <a:pt x="453" y="1225"/>
                  </a:lnTo>
                  <a:cubicBezTo>
                    <a:pt x="510" y="1225"/>
                    <a:pt x="510" y="1233"/>
                    <a:pt x="510" y="1233"/>
                  </a:cubicBezTo>
                  <a:cubicBezTo>
                    <a:pt x="574" y="1233"/>
                    <a:pt x="574" y="1233"/>
                    <a:pt x="566" y="1241"/>
                  </a:cubicBezTo>
                  <a:cubicBezTo>
                    <a:pt x="566" y="1247"/>
                    <a:pt x="598" y="1253"/>
                    <a:pt x="614" y="1258"/>
                  </a:cubicBezTo>
                  <a:lnTo>
                    <a:pt x="614" y="1258"/>
                  </a:lnTo>
                  <a:cubicBezTo>
                    <a:pt x="628" y="1257"/>
                    <a:pt x="642" y="1257"/>
                    <a:pt x="656" y="1257"/>
                  </a:cubicBezTo>
                  <a:cubicBezTo>
                    <a:pt x="667" y="1257"/>
                    <a:pt x="677" y="1257"/>
                    <a:pt x="688" y="1257"/>
                  </a:cubicBezTo>
                  <a:cubicBezTo>
                    <a:pt x="847" y="1266"/>
                    <a:pt x="965" y="1333"/>
                    <a:pt x="1042" y="1428"/>
                  </a:cubicBezTo>
                  <a:lnTo>
                    <a:pt x="1042" y="1428"/>
                  </a:lnTo>
                  <a:cubicBezTo>
                    <a:pt x="1038" y="1428"/>
                    <a:pt x="1033" y="1428"/>
                    <a:pt x="1028" y="1428"/>
                  </a:cubicBezTo>
                  <a:lnTo>
                    <a:pt x="1028" y="1436"/>
                  </a:lnTo>
                  <a:lnTo>
                    <a:pt x="1049" y="1436"/>
                  </a:lnTo>
                  <a:cubicBezTo>
                    <a:pt x="1047" y="1433"/>
                    <a:pt x="1044" y="1430"/>
                    <a:pt x="1042" y="1428"/>
                  </a:cubicBezTo>
                  <a:lnTo>
                    <a:pt x="1042" y="1428"/>
                  </a:lnTo>
                  <a:cubicBezTo>
                    <a:pt x="1078" y="1428"/>
                    <a:pt x="1113" y="1429"/>
                    <a:pt x="1142" y="1436"/>
                  </a:cubicBezTo>
                  <a:lnTo>
                    <a:pt x="1049" y="1436"/>
                  </a:lnTo>
                  <a:cubicBezTo>
                    <a:pt x="1070" y="1464"/>
                    <a:pt x="1088" y="1493"/>
                    <a:pt x="1103" y="1525"/>
                  </a:cubicBezTo>
                  <a:lnTo>
                    <a:pt x="1255" y="1525"/>
                  </a:lnTo>
                  <a:cubicBezTo>
                    <a:pt x="1253" y="1528"/>
                    <a:pt x="1238" y="1529"/>
                    <a:pt x="1218" y="1529"/>
                  </a:cubicBezTo>
                  <a:cubicBezTo>
                    <a:pt x="1187" y="1529"/>
                    <a:pt x="1142" y="1527"/>
                    <a:pt x="1103" y="1526"/>
                  </a:cubicBezTo>
                  <a:lnTo>
                    <a:pt x="1103" y="1526"/>
                  </a:lnTo>
                  <a:cubicBezTo>
                    <a:pt x="1114" y="1549"/>
                    <a:pt x="1123" y="1573"/>
                    <a:pt x="1130" y="1598"/>
                  </a:cubicBezTo>
                  <a:lnTo>
                    <a:pt x="1130" y="1598"/>
                  </a:lnTo>
                  <a:cubicBezTo>
                    <a:pt x="1126" y="1598"/>
                    <a:pt x="1122" y="1598"/>
                    <a:pt x="1118" y="1598"/>
                  </a:cubicBezTo>
                  <a:lnTo>
                    <a:pt x="1118" y="1606"/>
                  </a:lnTo>
                  <a:lnTo>
                    <a:pt x="1132" y="1606"/>
                  </a:lnTo>
                  <a:cubicBezTo>
                    <a:pt x="1131" y="1603"/>
                    <a:pt x="1131" y="1601"/>
                    <a:pt x="1130" y="1598"/>
                  </a:cubicBezTo>
                  <a:lnTo>
                    <a:pt x="1130" y="1598"/>
                  </a:lnTo>
                  <a:cubicBezTo>
                    <a:pt x="1166" y="1598"/>
                    <a:pt x="1203" y="1599"/>
                    <a:pt x="1239" y="1606"/>
                  </a:cubicBezTo>
                  <a:lnTo>
                    <a:pt x="1132" y="1606"/>
                  </a:lnTo>
                  <a:cubicBezTo>
                    <a:pt x="1133" y="1609"/>
                    <a:pt x="1134" y="1612"/>
                    <a:pt x="1134" y="1615"/>
                  </a:cubicBezTo>
                  <a:lnTo>
                    <a:pt x="1134" y="1615"/>
                  </a:lnTo>
                  <a:cubicBezTo>
                    <a:pt x="1146" y="1614"/>
                    <a:pt x="1159" y="1614"/>
                    <a:pt x="1174" y="1614"/>
                  </a:cubicBezTo>
                  <a:lnTo>
                    <a:pt x="1239" y="1614"/>
                  </a:lnTo>
                  <a:cubicBezTo>
                    <a:pt x="1239" y="1614"/>
                    <a:pt x="1239" y="1606"/>
                    <a:pt x="1296" y="1606"/>
                  </a:cubicBezTo>
                  <a:cubicBezTo>
                    <a:pt x="1418" y="1598"/>
                    <a:pt x="1361" y="1590"/>
                    <a:pt x="1296" y="1590"/>
                  </a:cubicBezTo>
                  <a:cubicBezTo>
                    <a:pt x="1258" y="1593"/>
                    <a:pt x="1239" y="1593"/>
                    <a:pt x="1233" y="1593"/>
                  </a:cubicBezTo>
                  <a:cubicBezTo>
                    <a:pt x="1220" y="1593"/>
                    <a:pt x="1258" y="1590"/>
                    <a:pt x="1296" y="1590"/>
                  </a:cubicBezTo>
                  <a:cubicBezTo>
                    <a:pt x="1361" y="1590"/>
                    <a:pt x="1418" y="1582"/>
                    <a:pt x="1361" y="1582"/>
                  </a:cubicBezTo>
                  <a:cubicBezTo>
                    <a:pt x="1304" y="1582"/>
                    <a:pt x="1247" y="1566"/>
                    <a:pt x="1361" y="1566"/>
                  </a:cubicBezTo>
                  <a:lnTo>
                    <a:pt x="1361" y="1557"/>
                  </a:lnTo>
                  <a:cubicBezTo>
                    <a:pt x="1304" y="1557"/>
                    <a:pt x="1304" y="1549"/>
                    <a:pt x="1304" y="1541"/>
                  </a:cubicBezTo>
                  <a:cubicBezTo>
                    <a:pt x="1304" y="1541"/>
                    <a:pt x="1304" y="1533"/>
                    <a:pt x="1369" y="1533"/>
                  </a:cubicBezTo>
                  <a:cubicBezTo>
                    <a:pt x="1386" y="1535"/>
                    <a:pt x="1397" y="1536"/>
                    <a:pt x="1404" y="1536"/>
                  </a:cubicBezTo>
                  <a:cubicBezTo>
                    <a:pt x="1421" y="1536"/>
                    <a:pt x="1409" y="1531"/>
                    <a:pt x="1369" y="1525"/>
                  </a:cubicBezTo>
                  <a:cubicBezTo>
                    <a:pt x="1369" y="1525"/>
                    <a:pt x="1247" y="1525"/>
                    <a:pt x="1247" y="1517"/>
                  </a:cubicBezTo>
                  <a:cubicBezTo>
                    <a:pt x="1207" y="1517"/>
                    <a:pt x="1174" y="1517"/>
                    <a:pt x="1134" y="1509"/>
                  </a:cubicBezTo>
                  <a:lnTo>
                    <a:pt x="1255" y="1509"/>
                  </a:lnTo>
                  <a:cubicBezTo>
                    <a:pt x="1312" y="1501"/>
                    <a:pt x="1312" y="1501"/>
                    <a:pt x="1312" y="1493"/>
                  </a:cubicBezTo>
                  <a:cubicBezTo>
                    <a:pt x="1312" y="1484"/>
                    <a:pt x="1312" y="1484"/>
                    <a:pt x="1255" y="1476"/>
                  </a:cubicBezTo>
                  <a:cubicBezTo>
                    <a:pt x="1377" y="1476"/>
                    <a:pt x="1377" y="1460"/>
                    <a:pt x="1255" y="1452"/>
                  </a:cubicBezTo>
                  <a:cubicBezTo>
                    <a:pt x="1199" y="1452"/>
                    <a:pt x="1199" y="1452"/>
                    <a:pt x="1264" y="1444"/>
                  </a:cubicBezTo>
                  <a:cubicBezTo>
                    <a:pt x="1199" y="1436"/>
                    <a:pt x="1264" y="1436"/>
                    <a:pt x="1320" y="1436"/>
                  </a:cubicBezTo>
                  <a:cubicBezTo>
                    <a:pt x="1442" y="1428"/>
                    <a:pt x="1442" y="1428"/>
                    <a:pt x="1385" y="1420"/>
                  </a:cubicBezTo>
                  <a:cubicBezTo>
                    <a:pt x="1320" y="1420"/>
                    <a:pt x="1328" y="1411"/>
                    <a:pt x="1328" y="1411"/>
                  </a:cubicBezTo>
                  <a:cubicBezTo>
                    <a:pt x="1300" y="1406"/>
                    <a:pt x="1271" y="1400"/>
                    <a:pt x="1242" y="1400"/>
                  </a:cubicBezTo>
                  <a:cubicBezTo>
                    <a:pt x="1231" y="1400"/>
                    <a:pt x="1219" y="1401"/>
                    <a:pt x="1207" y="1403"/>
                  </a:cubicBezTo>
                  <a:cubicBezTo>
                    <a:pt x="1188" y="1403"/>
                    <a:pt x="1168" y="1402"/>
                    <a:pt x="1151" y="1401"/>
                  </a:cubicBezTo>
                  <a:lnTo>
                    <a:pt x="1151" y="1401"/>
                  </a:lnTo>
                  <a:cubicBezTo>
                    <a:pt x="1169" y="1401"/>
                    <a:pt x="1188" y="1399"/>
                    <a:pt x="1207" y="1395"/>
                  </a:cubicBezTo>
                  <a:cubicBezTo>
                    <a:pt x="1272" y="1395"/>
                    <a:pt x="1272" y="1387"/>
                    <a:pt x="1272" y="1379"/>
                  </a:cubicBezTo>
                  <a:cubicBezTo>
                    <a:pt x="1272" y="1379"/>
                    <a:pt x="1272" y="1371"/>
                    <a:pt x="1272" y="1371"/>
                  </a:cubicBezTo>
                  <a:cubicBezTo>
                    <a:pt x="1328" y="1363"/>
                    <a:pt x="1328" y="1355"/>
                    <a:pt x="1272" y="1355"/>
                  </a:cubicBezTo>
                  <a:lnTo>
                    <a:pt x="1215" y="1355"/>
                  </a:lnTo>
                  <a:cubicBezTo>
                    <a:pt x="1337" y="1355"/>
                    <a:pt x="1337" y="1322"/>
                    <a:pt x="1215" y="1314"/>
                  </a:cubicBezTo>
                  <a:lnTo>
                    <a:pt x="1280" y="1314"/>
                  </a:lnTo>
                  <a:cubicBezTo>
                    <a:pt x="1337" y="1314"/>
                    <a:pt x="1337" y="1314"/>
                    <a:pt x="1337" y="1306"/>
                  </a:cubicBezTo>
                  <a:cubicBezTo>
                    <a:pt x="1337" y="1306"/>
                    <a:pt x="1280" y="1290"/>
                    <a:pt x="1280" y="1282"/>
                  </a:cubicBezTo>
                  <a:cubicBezTo>
                    <a:pt x="1288" y="1274"/>
                    <a:pt x="1288" y="1266"/>
                    <a:pt x="1223" y="1266"/>
                  </a:cubicBezTo>
                  <a:cubicBezTo>
                    <a:pt x="1223" y="1257"/>
                    <a:pt x="1223" y="1257"/>
                    <a:pt x="1288" y="1257"/>
                  </a:cubicBezTo>
                  <a:cubicBezTo>
                    <a:pt x="1307" y="1260"/>
                    <a:pt x="1319" y="1261"/>
                    <a:pt x="1328" y="1261"/>
                  </a:cubicBezTo>
                  <a:cubicBezTo>
                    <a:pt x="1345" y="1261"/>
                    <a:pt x="1345" y="1257"/>
                    <a:pt x="1345" y="1257"/>
                  </a:cubicBezTo>
                  <a:cubicBezTo>
                    <a:pt x="1304" y="1249"/>
                    <a:pt x="1272" y="1249"/>
                    <a:pt x="1231" y="1249"/>
                  </a:cubicBezTo>
                  <a:cubicBezTo>
                    <a:pt x="1166" y="1249"/>
                    <a:pt x="1166" y="1249"/>
                    <a:pt x="1231" y="1241"/>
                  </a:cubicBezTo>
                  <a:cubicBezTo>
                    <a:pt x="1288" y="1233"/>
                    <a:pt x="1296" y="1225"/>
                    <a:pt x="1231" y="1217"/>
                  </a:cubicBezTo>
                  <a:cubicBezTo>
                    <a:pt x="1231" y="1217"/>
                    <a:pt x="1231" y="1209"/>
                    <a:pt x="1296" y="1209"/>
                  </a:cubicBezTo>
                  <a:cubicBezTo>
                    <a:pt x="1353" y="1209"/>
                    <a:pt x="1418" y="1201"/>
                    <a:pt x="1296" y="1201"/>
                  </a:cubicBezTo>
                  <a:cubicBezTo>
                    <a:pt x="1296" y="1193"/>
                    <a:pt x="1296" y="1193"/>
                    <a:pt x="1353" y="1193"/>
                  </a:cubicBezTo>
                  <a:cubicBezTo>
                    <a:pt x="1418" y="1193"/>
                    <a:pt x="1474" y="1193"/>
                    <a:pt x="1361" y="1184"/>
                  </a:cubicBezTo>
                  <a:cubicBezTo>
                    <a:pt x="1296" y="1184"/>
                    <a:pt x="1296" y="1168"/>
                    <a:pt x="1361" y="1168"/>
                  </a:cubicBezTo>
                  <a:cubicBezTo>
                    <a:pt x="1361" y="1160"/>
                    <a:pt x="1361" y="1160"/>
                    <a:pt x="1304" y="1160"/>
                  </a:cubicBezTo>
                  <a:lnTo>
                    <a:pt x="1239" y="1160"/>
                  </a:lnTo>
                  <a:cubicBezTo>
                    <a:pt x="1361" y="1160"/>
                    <a:pt x="1361" y="1160"/>
                    <a:pt x="1239" y="1152"/>
                  </a:cubicBezTo>
                  <a:cubicBezTo>
                    <a:pt x="1304" y="1144"/>
                    <a:pt x="1304" y="1144"/>
                    <a:pt x="1304" y="1144"/>
                  </a:cubicBezTo>
                  <a:cubicBezTo>
                    <a:pt x="1304" y="1144"/>
                    <a:pt x="1247" y="1128"/>
                    <a:pt x="1247" y="1111"/>
                  </a:cubicBezTo>
                  <a:cubicBezTo>
                    <a:pt x="1255" y="1087"/>
                    <a:pt x="1255" y="1079"/>
                    <a:pt x="1191" y="1079"/>
                  </a:cubicBezTo>
                  <a:cubicBezTo>
                    <a:pt x="1134" y="1071"/>
                    <a:pt x="1134" y="1071"/>
                    <a:pt x="1191" y="1071"/>
                  </a:cubicBezTo>
                  <a:cubicBezTo>
                    <a:pt x="1255" y="1063"/>
                    <a:pt x="1255" y="1063"/>
                    <a:pt x="1255" y="1063"/>
                  </a:cubicBezTo>
                  <a:cubicBezTo>
                    <a:pt x="1255" y="1055"/>
                    <a:pt x="1255" y="1055"/>
                    <a:pt x="1312" y="1055"/>
                  </a:cubicBezTo>
                  <a:cubicBezTo>
                    <a:pt x="1255" y="1055"/>
                    <a:pt x="1255" y="1055"/>
                    <a:pt x="1255" y="1047"/>
                  </a:cubicBezTo>
                  <a:cubicBezTo>
                    <a:pt x="1320" y="1047"/>
                    <a:pt x="1320" y="1047"/>
                    <a:pt x="1255" y="1039"/>
                  </a:cubicBezTo>
                  <a:cubicBezTo>
                    <a:pt x="1320" y="1039"/>
                    <a:pt x="1377" y="1030"/>
                    <a:pt x="1320" y="1030"/>
                  </a:cubicBezTo>
                  <a:cubicBezTo>
                    <a:pt x="1255" y="1030"/>
                    <a:pt x="1264" y="1030"/>
                    <a:pt x="1199" y="1022"/>
                  </a:cubicBezTo>
                  <a:cubicBezTo>
                    <a:pt x="1199" y="1022"/>
                    <a:pt x="1199" y="1014"/>
                    <a:pt x="1264" y="1014"/>
                  </a:cubicBezTo>
                  <a:cubicBezTo>
                    <a:pt x="1320" y="1014"/>
                    <a:pt x="1264" y="998"/>
                    <a:pt x="1207" y="998"/>
                  </a:cubicBezTo>
                  <a:cubicBezTo>
                    <a:pt x="1142" y="998"/>
                    <a:pt x="1142" y="990"/>
                    <a:pt x="1207" y="990"/>
                  </a:cubicBezTo>
                  <a:lnTo>
                    <a:pt x="1264" y="990"/>
                  </a:lnTo>
                  <a:cubicBezTo>
                    <a:pt x="1207" y="982"/>
                    <a:pt x="1264" y="982"/>
                    <a:pt x="1328" y="982"/>
                  </a:cubicBezTo>
                  <a:cubicBezTo>
                    <a:pt x="1345" y="984"/>
                    <a:pt x="1357" y="985"/>
                    <a:pt x="1365" y="985"/>
                  </a:cubicBezTo>
                  <a:cubicBezTo>
                    <a:pt x="1385" y="985"/>
                    <a:pt x="1385" y="979"/>
                    <a:pt x="1385" y="974"/>
                  </a:cubicBezTo>
                  <a:cubicBezTo>
                    <a:pt x="1328" y="974"/>
                    <a:pt x="1328" y="966"/>
                    <a:pt x="1328" y="949"/>
                  </a:cubicBezTo>
                  <a:cubicBezTo>
                    <a:pt x="1337" y="933"/>
                    <a:pt x="1272" y="933"/>
                    <a:pt x="1158" y="925"/>
                  </a:cubicBezTo>
                  <a:lnTo>
                    <a:pt x="1337" y="925"/>
                  </a:lnTo>
                  <a:cubicBezTo>
                    <a:pt x="1296" y="917"/>
                    <a:pt x="1255" y="917"/>
                    <a:pt x="1215" y="917"/>
                  </a:cubicBezTo>
                  <a:cubicBezTo>
                    <a:pt x="1158" y="917"/>
                    <a:pt x="1158" y="917"/>
                    <a:pt x="1215" y="909"/>
                  </a:cubicBezTo>
                  <a:cubicBezTo>
                    <a:pt x="1280" y="901"/>
                    <a:pt x="1280" y="901"/>
                    <a:pt x="1223" y="901"/>
                  </a:cubicBezTo>
                  <a:cubicBezTo>
                    <a:pt x="1223" y="893"/>
                    <a:pt x="1223" y="893"/>
                    <a:pt x="1280" y="884"/>
                  </a:cubicBezTo>
                  <a:lnTo>
                    <a:pt x="1223" y="884"/>
                  </a:lnTo>
                  <a:cubicBezTo>
                    <a:pt x="1158" y="884"/>
                    <a:pt x="1158" y="884"/>
                    <a:pt x="1223" y="876"/>
                  </a:cubicBezTo>
                  <a:cubicBezTo>
                    <a:pt x="1345" y="876"/>
                    <a:pt x="1345" y="868"/>
                    <a:pt x="1280" y="868"/>
                  </a:cubicBezTo>
                  <a:cubicBezTo>
                    <a:pt x="1223" y="868"/>
                    <a:pt x="1223" y="860"/>
                    <a:pt x="1223" y="860"/>
                  </a:cubicBezTo>
                  <a:cubicBezTo>
                    <a:pt x="1223" y="860"/>
                    <a:pt x="1223" y="852"/>
                    <a:pt x="1166" y="852"/>
                  </a:cubicBezTo>
                  <a:lnTo>
                    <a:pt x="1166" y="844"/>
                  </a:lnTo>
                  <a:lnTo>
                    <a:pt x="1288" y="844"/>
                  </a:lnTo>
                  <a:cubicBezTo>
                    <a:pt x="1288" y="836"/>
                    <a:pt x="1288" y="836"/>
                    <a:pt x="1231" y="828"/>
                  </a:cubicBezTo>
                  <a:cubicBezTo>
                    <a:pt x="1288" y="828"/>
                    <a:pt x="1345" y="828"/>
                    <a:pt x="1288" y="820"/>
                  </a:cubicBezTo>
                  <a:cubicBezTo>
                    <a:pt x="1409" y="820"/>
                    <a:pt x="1409" y="820"/>
                    <a:pt x="1288" y="803"/>
                  </a:cubicBezTo>
                  <a:cubicBezTo>
                    <a:pt x="1296" y="803"/>
                    <a:pt x="1231" y="787"/>
                    <a:pt x="1239" y="779"/>
                  </a:cubicBezTo>
                  <a:cubicBezTo>
                    <a:pt x="1239" y="763"/>
                    <a:pt x="1239" y="763"/>
                    <a:pt x="1296" y="755"/>
                  </a:cubicBezTo>
                  <a:lnTo>
                    <a:pt x="1361" y="755"/>
                  </a:lnTo>
                  <a:cubicBezTo>
                    <a:pt x="1239" y="755"/>
                    <a:pt x="1239" y="755"/>
                    <a:pt x="1239" y="747"/>
                  </a:cubicBezTo>
                  <a:cubicBezTo>
                    <a:pt x="1304" y="739"/>
                    <a:pt x="1239" y="730"/>
                    <a:pt x="1182" y="730"/>
                  </a:cubicBezTo>
                  <a:cubicBezTo>
                    <a:pt x="1061" y="730"/>
                    <a:pt x="1061" y="730"/>
                    <a:pt x="1126" y="722"/>
                  </a:cubicBezTo>
                  <a:lnTo>
                    <a:pt x="1247" y="722"/>
                  </a:lnTo>
                  <a:cubicBezTo>
                    <a:pt x="1288" y="722"/>
                    <a:pt x="1328" y="722"/>
                    <a:pt x="1361" y="714"/>
                  </a:cubicBezTo>
                  <a:cubicBezTo>
                    <a:pt x="1361" y="714"/>
                    <a:pt x="1364" y="711"/>
                    <a:pt x="1348" y="711"/>
                  </a:cubicBezTo>
                  <a:cubicBezTo>
                    <a:pt x="1339" y="711"/>
                    <a:pt x="1326" y="712"/>
                    <a:pt x="1304" y="714"/>
                  </a:cubicBezTo>
                  <a:cubicBezTo>
                    <a:pt x="1247" y="714"/>
                    <a:pt x="1247" y="714"/>
                    <a:pt x="1247" y="706"/>
                  </a:cubicBezTo>
                  <a:cubicBezTo>
                    <a:pt x="1247" y="706"/>
                    <a:pt x="1247" y="698"/>
                    <a:pt x="1191" y="698"/>
                  </a:cubicBezTo>
                  <a:cubicBezTo>
                    <a:pt x="1126" y="698"/>
                    <a:pt x="1126" y="698"/>
                    <a:pt x="1126" y="690"/>
                  </a:cubicBezTo>
                  <a:cubicBezTo>
                    <a:pt x="1191" y="690"/>
                    <a:pt x="1191" y="682"/>
                    <a:pt x="1191" y="682"/>
                  </a:cubicBezTo>
                  <a:lnTo>
                    <a:pt x="1369" y="682"/>
                  </a:lnTo>
                  <a:cubicBezTo>
                    <a:pt x="1353" y="674"/>
                    <a:pt x="1328" y="674"/>
                    <a:pt x="1312" y="674"/>
                  </a:cubicBezTo>
                  <a:cubicBezTo>
                    <a:pt x="1247" y="674"/>
                    <a:pt x="1264" y="601"/>
                    <a:pt x="1264" y="593"/>
                  </a:cubicBezTo>
                  <a:cubicBezTo>
                    <a:pt x="1304" y="587"/>
                    <a:pt x="1319" y="581"/>
                    <a:pt x="1302" y="581"/>
                  </a:cubicBezTo>
                  <a:cubicBezTo>
                    <a:pt x="1295" y="581"/>
                    <a:pt x="1283" y="582"/>
                    <a:pt x="1264" y="584"/>
                  </a:cubicBezTo>
                  <a:cubicBezTo>
                    <a:pt x="1207" y="584"/>
                    <a:pt x="1207" y="568"/>
                    <a:pt x="1207" y="544"/>
                  </a:cubicBezTo>
                  <a:cubicBezTo>
                    <a:pt x="1215" y="528"/>
                    <a:pt x="1215" y="512"/>
                    <a:pt x="1158" y="512"/>
                  </a:cubicBezTo>
                  <a:lnTo>
                    <a:pt x="1158" y="503"/>
                  </a:lnTo>
                  <a:cubicBezTo>
                    <a:pt x="1158" y="495"/>
                    <a:pt x="1101" y="487"/>
                    <a:pt x="1101" y="487"/>
                  </a:cubicBezTo>
                  <a:cubicBezTo>
                    <a:pt x="1037" y="479"/>
                    <a:pt x="1037" y="479"/>
                    <a:pt x="1101" y="479"/>
                  </a:cubicBezTo>
                  <a:cubicBezTo>
                    <a:pt x="1115" y="482"/>
                    <a:pt x="1128" y="483"/>
                    <a:pt x="1142" y="483"/>
                  </a:cubicBezTo>
                  <a:cubicBezTo>
                    <a:pt x="1168" y="483"/>
                    <a:pt x="1193" y="479"/>
                    <a:pt x="1215" y="479"/>
                  </a:cubicBezTo>
                  <a:cubicBezTo>
                    <a:pt x="1182" y="471"/>
                    <a:pt x="1142" y="471"/>
                    <a:pt x="1101" y="471"/>
                  </a:cubicBezTo>
                  <a:lnTo>
                    <a:pt x="1037" y="471"/>
                  </a:lnTo>
                  <a:cubicBezTo>
                    <a:pt x="1045" y="463"/>
                    <a:pt x="1045" y="463"/>
                    <a:pt x="1101" y="463"/>
                  </a:cubicBezTo>
                  <a:lnTo>
                    <a:pt x="1158" y="463"/>
                  </a:lnTo>
                  <a:cubicBezTo>
                    <a:pt x="1158" y="455"/>
                    <a:pt x="1158" y="455"/>
                    <a:pt x="1280" y="455"/>
                  </a:cubicBezTo>
                  <a:lnTo>
                    <a:pt x="1223" y="447"/>
                  </a:lnTo>
                  <a:cubicBezTo>
                    <a:pt x="1345" y="439"/>
                    <a:pt x="1223" y="439"/>
                    <a:pt x="1166" y="430"/>
                  </a:cubicBezTo>
                  <a:cubicBezTo>
                    <a:pt x="1288" y="430"/>
                    <a:pt x="1288" y="430"/>
                    <a:pt x="1166" y="422"/>
                  </a:cubicBezTo>
                  <a:cubicBezTo>
                    <a:pt x="1109" y="422"/>
                    <a:pt x="1109" y="422"/>
                    <a:pt x="1166" y="414"/>
                  </a:cubicBezTo>
                  <a:cubicBezTo>
                    <a:pt x="1231" y="414"/>
                    <a:pt x="1231" y="414"/>
                    <a:pt x="1231" y="406"/>
                  </a:cubicBezTo>
                  <a:cubicBezTo>
                    <a:pt x="1166" y="398"/>
                    <a:pt x="1174" y="382"/>
                    <a:pt x="1174" y="357"/>
                  </a:cubicBezTo>
                  <a:cubicBezTo>
                    <a:pt x="1182" y="325"/>
                    <a:pt x="1182" y="309"/>
                    <a:pt x="1126" y="309"/>
                  </a:cubicBezTo>
                  <a:cubicBezTo>
                    <a:pt x="1126" y="309"/>
                    <a:pt x="1126" y="309"/>
                    <a:pt x="1182" y="301"/>
                  </a:cubicBezTo>
                  <a:cubicBezTo>
                    <a:pt x="1247" y="301"/>
                    <a:pt x="1247" y="301"/>
                    <a:pt x="1126" y="293"/>
                  </a:cubicBezTo>
                  <a:cubicBezTo>
                    <a:pt x="1182" y="293"/>
                    <a:pt x="1182" y="285"/>
                    <a:pt x="1191" y="276"/>
                  </a:cubicBezTo>
                  <a:cubicBezTo>
                    <a:pt x="1191" y="268"/>
                    <a:pt x="1191" y="252"/>
                    <a:pt x="1134" y="252"/>
                  </a:cubicBezTo>
                  <a:cubicBezTo>
                    <a:pt x="1247" y="252"/>
                    <a:pt x="1312" y="236"/>
                    <a:pt x="1191" y="228"/>
                  </a:cubicBezTo>
                  <a:cubicBezTo>
                    <a:pt x="1191" y="228"/>
                    <a:pt x="1199" y="220"/>
                    <a:pt x="1255" y="220"/>
                  </a:cubicBezTo>
                  <a:cubicBezTo>
                    <a:pt x="1255" y="220"/>
                    <a:pt x="1255" y="220"/>
                    <a:pt x="1199" y="203"/>
                  </a:cubicBezTo>
                  <a:cubicBezTo>
                    <a:pt x="1199" y="203"/>
                    <a:pt x="1199" y="195"/>
                    <a:pt x="1199" y="187"/>
                  </a:cubicBezTo>
                  <a:cubicBezTo>
                    <a:pt x="1199" y="179"/>
                    <a:pt x="1142" y="171"/>
                    <a:pt x="1142" y="171"/>
                  </a:cubicBezTo>
                  <a:cubicBezTo>
                    <a:pt x="1199" y="171"/>
                    <a:pt x="1207" y="155"/>
                    <a:pt x="1207" y="130"/>
                  </a:cubicBezTo>
                  <a:cubicBezTo>
                    <a:pt x="1207" y="114"/>
                    <a:pt x="1215" y="90"/>
                    <a:pt x="1272" y="90"/>
                  </a:cubicBezTo>
                  <a:cubicBezTo>
                    <a:pt x="1272" y="90"/>
                    <a:pt x="1272" y="90"/>
                    <a:pt x="1215" y="82"/>
                  </a:cubicBezTo>
                  <a:cubicBezTo>
                    <a:pt x="1093" y="82"/>
                    <a:pt x="1093" y="74"/>
                    <a:pt x="1158" y="74"/>
                  </a:cubicBezTo>
                  <a:cubicBezTo>
                    <a:pt x="1280" y="74"/>
                    <a:pt x="1280" y="57"/>
                    <a:pt x="1158" y="57"/>
                  </a:cubicBezTo>
                  <a:lnTo>
                    <a:pt x="1215" y="57"/>
                  </a:lnTo>
                  <a:cubicBezTo>
                    <a:pt x="1337" y="49"/>
                    <a:pt x="1280" y="41"/>
                    <a:pt x="1158" y="41"/>
                  </a:cubicBezTo>
                  <a:cubicBezTo>
                    <a:pt x="1223" y="33"/>
                    <a:pt x="1280" y="33"/>
                    <a:pt x="1223" y="33"/>
                  </a:cubicBezTo>
                  <a:cubicBezTo>
                    <a:pt x="1223" y="25"/>
                    <a:pt x="1223" y="25"/>
                    <a:pt x="1345" y="25"/>
                  </a:cubicBezTo>
                  <a:lnTo>
                    <a:pt x="1345" y="17"/>
                  </a:lnTo>
                  <a:cubicBezTo>
                    <a:pt x="1345" y="17"/>
                    <a:pt x="1345" y="9"/>
                    <a:pt x="1288" y="9"/>
                  </a:cubicBezTo>
                  <a:lnTo>
                    <a:pt x="1223" y="9"/>
                  </a:lnTo>
                  <a:cubicBezTo>
                    <a:pt x="1266" y="9"/>
                    <a:pt x="1252" y="5"/>
                    <a:pt x="1221" y="5"/>
                  </a:cubicBezTo>
                  <a:cubicBezTo>
                    <a:pt x="1205" y="5"/>
                    <a:pt x="1185" y="6"/>
                    <a:pt x="1166" y="9"/>
                  </a:cubicBezTo>
                  <a:cubicBezTo>
                    <a:pt x="1126" y="9"/>
                    <a:pt x="1085" y="9"/>
                    <a:pt x="1045" y="1"/>
                  </a:cubicBezTo>
                  <a:close/>
                  <a:moveTo>
                    <a:pt x="1134" y="1615"/>
                  </a:moveTo>
                  <a:cubicBezTo>
                    <a:pt x="1071" y="1616"/>
                    <a:pt x="1068" y="1621"/>
                    <a:pt x="1136" y="1622"/>
                  </a:cubicBezTo>
                  <a:lnTo>
                    <a:pt x="1136" y="1622"/>
                  </a:lnTo>
                  <a:cubicBezTo>
                    <a:pt x="1135" y="1619"/>
                    <a:pt x="1135" y="1617"/>
                    <a:pt x="1134" y="1615"/>
                  </a:cubicBezTo>
                  <a:close/>
                  <a:moveTo>
                    <a:pt x="707" y="1675"/>
                  </a:moveTo>
                  <a:cubicBezTo>
                    <a:pt x="694" y="1675"/>
                    <a:pt x="669" y="1676"/>
                    <a:pt x="631" y="1679"/>
                  </a:cubicBezTo>
                  <a:lnTo>
                    <a:pt x="631" y="1679"/>
                  </a:lnTo>
                  <a:cubicBezTo>
                    <a:pt x="706" y="1679"/>
                    <a:pt x="730" y="1675"/>
                    <a:pt x="707" y="1675"/>
                  </a:cubicBezTo>
                  <a:close/>
                  <a:moveTo>
                    <a:pt x="631" y="1679"/>
                  </a:moveTo>
                  <a:cubicBezTo>
                    <a:pt x="630" y="1679"/>
                    <a:pt x="629" y="1679"/>
                    <a:pt x="628" y="1679"/>
                  </a:cubicBezTo>
                  <a:lnTo>
                    <a:pt x="628" y="1679"/>
                  </a:lnTo>
                  <a:cubicBezTo>
                    <a:pt x="629" y="1679"/>
                    <a:pt x="630" y="1679"/>
                    <a:pt x="631" y="1679"/>
                  </a:cubicBezTo>
                  <a:cubicBezTo>
                    <a:pt x="631" y="1679"/>
                    <a:pt x="631" y="1679"/>
                    <a:pt x="631" y="1679"/>
                  </a:cubicBezTo>
                  <a:close/>
                  <a:moveTo>
                    <a:pt x="1136" y="1622"/>
                  </a:moveTo>
                  <a:cubicBezTo>
                    <a:pt x="1145" y="1662"/>
                    <a:pt x="1150" y="1703"/>
                    <a:pt x="1150" y="1744"/>
                  </a:cubicBezTo>
                  <a:lnTo>
                    <a:pt x="1150" y="1744"/>
                  </a:lnTo>
                  <a:cubicBezTo>
                    <a:pt x="1336" y="1744"/>
                    <a:pt x="1328" y="1743"/>
                    <a:pt x="1223" y="1736"/>
                  </a:cubicBezTo>
                  <a:cubicBezTo>
                    <a:pt x="1158" y="1728"/>
                    <a:pt x="1158" y="1728"/>
                    <a:pt x="1223" y="1728"/>
                  </a:cubicBezTo>
                  <a:cubicBezTo>
                    <a:pt x="1280" y="1728"/>
                    <a:pt x="1280" y="1728"/>
                    <a:pt x="1280" y="1720"/>
                  </a:cubicBezTo>
                  <a:cubicBezTo>
                    <a:pt x="1280" y="1711"/>
                    <a:pt x="1280" y="1703"/>
                    <a:pt x="1223" y="1703"/>
                  </a:cubicBezTo>
                  <a:lnTo>
                    <a:pt x="1223" y="1695"/>
                  </a:lnTo>
                  <a:cubicBezTo>
                    <a:pt x="1304" y="1695"/>
                    <a:pt x="1306" y="1692"/>
                    <a:pt x="1262" y="1692"/>
                  </a:cubicBezTo>
                  <a:cubicBezTo>
                    <a:pt x="1240" y="1692"/>
                    <a:pt x="1207" y="1693"/>
                    <a:pt x="1166" y="1695"/>
                  </a:cubicBezTo>
                  <a:lnTo>
                    <a:pt x="1166" y="1687"/>
                  </a:lnTo>
                  <a:lnTo>
                    <a:pt x="1223" y="1687"/>
                  </a:lnTo>
                  <a:cubicBezTo>
                    <a:pt x="1288" y="1687"/>
                    <a:pt x="1288" y="1679"/>
                    <a:pt x="1288" y="1655"/>
                  </a:cubicBezTo>
                  <a:cubicBezTo>
                    <a:pt x="1296" y="1630"/>
                    <a:pt x="1296" y="1622"/>
                    <a:pt x="1174" y="1622"/>
                  </a:cubicBezTo>
                  <a:cubicBezTo>
                    <a:pt x="1160" y="1622"/>
                    <a:pt x="1147" y="1622"/>
                    <a:pt x="1136" y="1622"/>
                  </a:cubicBezTo>
                  <a:close/>
                  <a:moveTo>
                    <a:pt x="1150" y="1744"/>
                  </a:moveTo>
                  <a:cubicBezTo>
                    <a:pt x="1135" y="1744"/>
                    <a:pt x="1119" y="1744"/>
                    <a:pt x="1101" y="1744"/>
                  </a:cubicBezTo>
                  <a:lnTo>
                    <a:pt x="915" y="1744"/>
                  </a:lnTo>
                  <a:lnTo>
                    <a:pt x="1093" y="1752"/>
                  </a:lnTo>
                  <a:cubicBezTo>
                    <a:pt x="1113" y="1752"/>
                    <a:pt x="1132" y="1752"/>
                    <a:pt x="1150" y="1752"/>
                  </a:cubicBezTo>
                  <a:lnTo>
                    <a:pt x="1150" y="1752"/>
                  </a:lnTo>
                  <a:cubicBezTo>
                    <a:pt x="1150" y="1749"/>
                    <a:pt x="1150" y="1747"/>
                    <a:pt x="1150" y="1744"/>
                  </a:cubicBezTo>
                  <a:close/>
                  <a:moveTo>
                    <a:pt x="1150" y="1752"/>
                  </a:moveTo>
                  <a:cubicBezTo>
                    <a:pt x="1150" y="1765"/>
                    <a:pt x="1149" y="1778"/>
                    <a:pt x="1148" y="1790"/>
                  </a:cubicBezTo>
                  <a:lnTo>
                    <a:pt x="1148" y="1790"/>
                  </a:lnTo>
                  <a:cubicBezTo>
                    <a:pt x="1150" y="1790"/>
                    <a:pt x="1152" y="1791"/>
                    <a:pt x="1154" y="1791"/>
                  </a:cubicBezTo>
                  <a:cubicBezTo>
                    <a:pt x="1174" y="1791"/>
                    <a:pt x="1195" y="1788"/>
                    <a:pt x="1215" y="1784"/>
                  </a:cubicBezTo>
                  <a:lnTo>
                    <a:pt x="1272" y="1784"/>
                  </a:lnTo>
                  <a:cubicBezTo>
                    <a:pt x="1393" y="1784"/>
                    <a:pt x="1337" y="1776"/>
                    <a:pt x="1272" y="1768"/>
                  </a:cubicBezTo>
                  <a:cubicBezTo>
                    <a:pt x="1158" y="1760"/>
                    <a:pt x="1158" y="1760"/>
                    <a:pt x="1272" y="1760"/>
                  </a:cubicBezTo>
                  <a:cubicBezTo>
                    <a:pt x="1380" y="1760"/>
                    <a:pt x="1301" y="1754"/>
                    <a:pt x="1150" y="1752"/>
                  </a:cubicBezTo>
                  <a:close/>
                  <a:moveTo>
                    <a:pt x="1094" y="1785"/>
                  </a:moveTo>
                  <a:lnTo>
                    <a:pt x="1094" y="1785"/>
                  </a:lnTo>
                  <a:cubicBezTo>
                    <a:pt x="1112" y="1788"/>
                    <a:pt x="1130" y="1790"/>
                    <a:pt x="1148" y="1791"/>
                  </a:cubicBezTo>
                  <a:lnTo>
                    <a:pt x="1148" y="1791"/>
                  </a:lnTo>
                  <a:cubicBezTo>
                    <a:pt x="1148" y="1791"/>
                    <a:pt x="1148" y="1791"/>
                    <a:pt x="1148" y="1790"/>
                  </a:cubicBezTo>
                  <a:lnTo>
                    <a:pt x="1148" y="1790"/>
                  </a:lnTo>
                  <a:cubicBezTo>
                    <a:pt x="1130" y="1790"/>
                    <a:pt x="1112" y="1788"/>
                    <a:pt x="1094" y="1785"/>
                  </a:cubicBezTo>
                  <a:close/>
                  <a:moveTo>
                    <a:pt x="972" y="1801"/>
                  </a:moveTo>
                  <a:lnTo>
                    <a:pt x="1028" y="1809"/>
                  </a:lnTo>
                  <a:lnTo>
                    <a:pt x="1093" y="1801"/>
                  </a:lnTo>
                  <a:close/>
                  <a:moveTo>
                    <a:pt x="1085" y="1874"/>
                  </a:moveTo>
                  <a:cubicBezTo>
                    <a:pt x="1077" y="1881"/>
                    <a:pt x="1077" y="1882"/>
                    <a:pt x="1132" y="1882"/>
                  </a:cubicBezTo>
                  <a:lnTo>
                    <a:pt x="1132" y="1882"/>
                  </a:lnTo>
                  <a:cubicBezTo>
                    <a:pt x="1133" y="1879"/>
                    <a:pt x="1133" y="1876"/>
                    <a:pt x="1134" y="1874"/>
                  </a:cubicBezTo>
                  <a:close/>
                  <a:moveTo>
                    <a:pt x="2334" y="1890"/>
                  </a:moveTo>
                  <a:cubicBezTo>
                    <a:pt x="2277" y="1890"/>
                    <a:pt x="2277" y="1890"/>
                    <a:pt x="2277" y="1898"/>
                  </a:cubicBezTo>
                  <a:lnTo>
                    <a:pt x="2391" y="1898"/>
                  </a:lnTo>
                  <a:cubicBezTo>
                    <a:pt x="2455" y="1898"/>
                    <a:pt x="2455" y="1898"/>
                    <a:pt x="2334" y="1890"/>
                  </a:cubicBezTo>
                  <a:close/>
                  <a:moveTo>
                    <a:pt x="364" y="1898"/>
                  </a:moveTo>
                  <a:cubicBezTo>
                    <a:pt x="331" y="1902"/>
                    <a:pt x="315" y="1904"/>
                    <a:pt x="307" y="1904"/>
                  </a:cubicBezTo>
                  <a:cubicBezTo>
                    <a:pt x="299" y="1904"/>
                    <a:pt x="299" y="1902"/>
                    <a:pt x="299" y="1898"/>
                  </a:cubicBezTo>
                  <a:close/>
                  <a:moveTo>
                    <a:pt x="1116" y="1930"/>
                  </a:moveTo>
                  <a:lnTo>
                    <a:pt x="1116" y="1930"/>
                  </a:lnTo>
                  <a:cubicBezTo>
                    <a:pt x="1077" y="1930"/>
                    <a:pt x="1077" y="1931"/>
                    <a:pt x="1077" y="1938"/>
                  </a:cubicBezTo>
                  <a:lnTo>
                    <a:pt x="1113" y="1938"/>
                  </a:lnTo>
                  <a:cubicBezTo>
                    <a:pt x="1114" y="1936"/>
                    <a:pt x="1115" y="1933"/>
                    <a:pt x="1116" y="1930"/>
                  </a:cubicBezTo>
                  <a:close/>
                  <a:moveTo>
                    <a:pt x="751" y="1951"/>
                  </a:moveTo>
                  <a:cubicBezTo>
                    <a:pt x="757" y="1951"/>
                    <a:pt x="764" y="1952"/>
                    <a:pt x="769" y="1955"/>
                  </a:cubicBezTo>
                  <a:lnTo>
                    <a:pt x="712" y="1955"/>
                  </a:lnTo>
                  <a:cubicBezTo>
                    <a:pt x="723" y="1955"/>
                    <a:pt x="737" y="1951"/>
                    <a:pt x="751" y="1951"/>
                  </a:cubicBezTo>
                  <a:close/>
                  <a:moveTo>
                    <a:pt x="825" y="1954"/>
                  </a:moveTo>
                  <a:cubicBezTo>
                    <a:pt x="825" y="1954"/>
                    <a:pt x="825" y="1955"/>
                    <a:pt x="826" y="1955"/>
                  </a:cubicBezTo>
                  <a:lnTo>
                    <a:pt x="834" y="1955"/>
                  </a:lnTo>
                  <a:cubicBezTo>
                    <a:pt x="831" y="1955"/>
                    <a:pt x="828" y="1955"/>
                    <a:pt x="825" y="1954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47" y="1987"/>
                  </a:lnTo>
                  <a:close/>
                  <a:moveTo>
                    <a:pt x="1004" y="2011"/>
                  </a:moveTo>
                  <a:cubicBezTo>
                    <a:pt x="882" y="2011"/>
                    <a:pt x="826" y="2011"/>
                    <a:pt x="882" y="2020"/>
                  </a:cubicBezTo>
                  <a:lnTo>
                    <a:pt x="1004" y="2020"/>
                  </a:lnTo>
                  <a:lnTo>
                    <a:pt x="1004" y="2011"/>
                  </a:lnTo>
                  <a:close/>
                  <a:moveTo>
                    <a:pt x="1296" y="2036"/>
                  </a:moveTo>
                  <a:cubicBezTo>
                    <a:pt x="1296" y="2044"/>
                    <a:pt x="1353" y="2044"/>
                    <a:pt x="1296" y="2044"/>
                  </a:cubicBezTo>
                  <a:cubicBezTo>
                    <a:pt x="1280" y="2044"/>
                    <a:pt x="1255" y="2044"/>
                    <a:pt x="1239" y="2036"/>
                  </a:cubicBezTo>
                  <a:close/>
                  <a:moveTo>
                    <a:pt x="1166" y="2101"/>
                  </a:moveTo>
                  <a:lnTo>
                    <a:pt x="1166" y="2109"/>
                  </a:lnTo>
                  <a:cubicBezTo>
                    <a:pt x="1109" y="2109"/>
                    <a:pt x="1053" y="2101"/>
                    <a:pt x="1053" y="2101"/>
                  </a:cubicBezTo>
                  <a:close/>
                  <a:moveTo>
                    <a:pt x="809" y="2125"/>
                  </a:moveTo>
                  <a:cubicBezTo>
                    <a:pt x="886" y="2130"/>
                    <a:pt x="940" y="2132"/>
                    <a:pt x="967" y="2133"/>
                  </a:cubicBezTo>
                  <a:lnTo>
                    <a:pt x="967" y="2133"/>
                  </a:lnTo>
                  <a:cubicBezTo>
                    <a:pt x="968" y="2132"/>
                    <a:pt x="968" y="2132"/>
                    <a:pt x="969" y="2132"/>
                  </a:cubicBezTo>
                  <a:lnTo>
                    <a:pt x="969" y="2132"/>
                  </a:lnTo>
                  <a:lnTo>
                    <a:pt x="866" y="2125"/>
                  </a:lnTo>
                  <a:close/>
                  <a:moveTo>
                    <a:pt x="1215" y="2166"/>
                  </a:moveTo>
                  <a:lnTo>
                    <a:pt x="1215" y="2174"/>
                  </a:lnTo>
                  <a:cubicBezTo>
                    <a:pt x="1117" y="2174"/>
                    <a:pt x="1104" y="2168"/>
                    <a:pt x="1215" y="2166"/>
                  </a:cubicBezTo>
                  <a:close/>
                  <a:moveTo>
                    <a:pt x="1037" y="2190"/>
                  </a:moveTo>
                  <a:cubicBezTo>
                    <a:pt x="1093" y="2190"/>
                    <a:pt x="1158" y="2198"/>
                    <a:pt x="1215" y="2198"/>
                  </a:cubicBezTo>
                  <a:lnTo>
                    <a:pt x="1215" y="2206"/>
                  </a:lnTo>
                  <a:lnTo>
                    <a:pt x="1093" y="2198"/>
                  </a:lnTo>
                  <a:cubicBezTo>
                    <a:pt x="915" y="2190"/>
                    <a:pt x="915" y="2190"/>
                    <a:pt x="1037" y="2190"/>
                  </a:cubicBezTo>
                  <a:close/>
                  <a:moveTo>
                    <a:pt x="915" y="2206"/>
                  </a:moveTo>
                  <a:lnTo>
                    <a:pt x="972" y="2214"/>
                  </a:lnTo>
                  <a:lnTo>
                    <a:pt x="915" y="2214"/>
                  </a:lnTo>
                  <a:cubicBezTo>
                    <a:pt x="850" y="2214"/>
                    <a:pt x="850" y="2214"/>
                    <a:pt x="858" y="2206"/>
                  </a:cubicBezTo>
                  <a:close/>
                  <a:moveTo>
                    <a:pt x="614" y="1258"/>
                  </a:moveTo>
                  <a:lnTo>
                    <a:pt x="614" y="1258"/>
                  </a:lnTo>
                  <a:cubicBezTo>
                    <a:pt x="58" y="1300"/>
                    <a:pt x="0" y="2160"/>
                    <a:pt x="607" y="2230"/>
                  </a:cubicBezTo>
                  <a:cubicBezTo>
                    <a:pt x="550" y="2222"/>
                    <a:pt x="550" y="2222"/>
                    <a:pt x="607" y="2214"/>
                  </a:cubicBezTo>
                  <a:lnTo>
                    <a:pt x="615" y="2206"/>
                  </a:lnTo>
                  <a:cubicBezTo>
                    <a:pt x="550" y="2206"/>
                    <a:pt x="558" y="2190"/>
                    <a:pt x="615" y="2182"/>
                  </a:cubicBezTo>
                  <a:lnTo>
                    <a:pt x="615" y="2174"/>
                  </a:lnTo>
                  <a:cubicBezTo>
                    <a:pt x="493" y="2174"/>
                    <a:pt x="566" y="2133"/>
                    <a:pt x="680" y="2125"/>
                  </a:cubicBezTo>
                  <a:lnTo>
                    <a:pt x="623" y="2125"/>
                  </a:lnTo>
                  <a:cubicBezTo>
                    <a:pt x="566" y="2125"/>
                    <a:pt x="566" y="2117"/>
                    <a:pt x="566" y="2117"/>
                  </a:cubicBezTo>
                  <a:cubicBezTo>
                    <a:pt x="623" y="2109"/>
                    <a:pt x="623" y="2101"/>
                    <a:pt x="631" y="2093"/>
                  </a:cubicBezTo>
                  <a:cubicBezTo>
                    <a:pt x="631" y="2093"/>
                    <a:pt x="631" y="2084"/>
                    <a:pt x="688" y="2084"/>
                  </a:cubicBezTo>
                  <a:cubicBezTo>
                    <a:pt x="631" y="2084"/>
                    <a:pt x="631" y="2076"/>
                    <a:pt x="688" y="2076"/>
                  </a:cubicBezTo>
                  <a:cubicBezTo>
                    <a:pt x="728" y="2068"/>
                    <a:pt x="769" y="2068"/>
                    <a:pt x="809" y="2068"/>
                  </a:cubicBezTo>
                  <a:cubicBezTo>
                    <a:pt x="809" y="2068"/>
                    <a:pt x="809" y="2076"/>
                    <a:pt x="866" y="2076"/>
                  </a:cubicBezTo>
                  <a:cubicBezTo>
                    <a:pt x="907" y="2076"/>
                    <a:pt x="947" y="2076"/>
                    <a:pt x="988" y="2068"/>
                  </a:cubicBezTo>
                  <a:cubicBezTo>
                    <a:pt x="1053" y="2060"/>
                    <a:pt x="1053" y="2060"/>
                    <a:pt x="931" y="2060"/>
                  </a:cubicBezTo>
                  <a:lnTo>
                    <a:pt x="696" y="2060"/>
                  </a:lnTo>
                  <a:cubicBezTo>
                    <a:pt x="631" y="2052"/>
                    <a:pt x="574" y="2052"/>
                    <a:pt x="631" y="2044"/>
                  </a:cubicBezTo>
                  <a:cubicBezTo>
                    <a:pt x="518" y="2044"/>
                    <a:pt x="518" y="2044"/>
                    <a:pt x="639" y="2028"/>
                  </a:cubicBezTo>
                  <a:cubicBezTo>
                    <a:pt x="696" y="2020"/>
                    <a:pt x="696" y="2020"/>
                    <a:pt x="639" y="2011"/>
                  </a:cubicBezTo>
                  <a:cubicBezTo>
                    <a:pt x="639" y="2011"/>
                    <a:pt x="582" y="2011"/>
                    <a:pt x="639" y="2003"/>
                  </a:cubicBezTo>
                  <a:cubicBezTo>
                    <a:pt x="704" y="2003"/>
                    <a:pt x="704" y="2003"/>
                    <a:pt x="704" y="1995"/>
                  </a:cubicBezTo>
                  <a:cubicBezTo>
                    <a:pt x="761" y="1987"/>
                    <a:pt x="704" y="1987"/>
                    <a:pt x="647" y="1987"/>
                  </a:cubicBezTo>
                  <a:cubicBezTo>
                    <a:pt x="526" y="1987"/>
                    <a:pt x="526" y="1987"/>
                    <a:pt x="647" y="1979"/>
                  </a:cubicBezTo>
                  <a:lnTo>
                    <a:pt x="704" y="1979"/>
                  </a:lnTo>
                  <a:cubicBezTo>
                    <a:pt x="647" y="1979"/>
                    <a:pt x="582" y="1979"/>
                    <a:pt x="647" y="1971"/>
                  </a:cubicBezTo>
                  <a:cubicBezTo>
                    <a:pt x="704" y="1971"/>
                    <a:pt x="704" y="1963"/>
                    <a:pt x="704" y="1963"/>
                  </a:cubicBezTo>
                  <a:lnTo>
                    <a:pt x="769" y="1963"/>
                  </a:lnTo>
                  <a:cubicBezTo>
                    <a:pt x="882" y="1955"/>
                    <a:pt x="882" y="1955"/>
                    <a:pt x="826" y="1955"/>
                  </a:cubicBezTo>
                  <a:lnTo>
                    <a:pt x="769" y="1955"/>
                  </a:lnTo>
                  <a:cubicBezTo>
                    <a:pt x="777" y="1952"/>
                    <a:pt x="784" y="1951"/>
                    <a:pt x="791" y="1951"/>
                  </a:cubicBezTo>
                  <a:cubicBezTo>
                    <a:pt x="802" y="1951"/>
                    <a:pt x="813" y="1953"/>
                    <a:pt x="825" y="1954"/>
                  </a:cubicBezTo>
                  <a:lnTo>
                    <a:pt x="825" y="1954"/>
                  </a:lnTo>
                  <a:cubicBezTo>
                    <a:pt x="785" y="1938"/>
                    <a:pt x="744" y="1938"/>
                    <a:pt x="712" y="1938"/>
                  </a:cubicBezTo>
                  <a:lnTo>
                    <a:pt x="647" y="1938"/>
                  </a:lnTo>
                  <a:cubicBezTo>
                    <a:pt x="647" y="1930"/>
                    <a:pt x="647" y="1930"/>
                    <a:pt x="591" y="1930"/>
                  </a:cubicBezTo>
                  <a:cubicBezTo>
                    <a:pt x="534" y="1930"/>
                    <a:pt x="534" y="1922"/>
                    <a:pt x="534" y="1922"/>
                  </a:cubicBezTo>
                  <a:cubicBezTo>
                    <a:pt x="591" y="1914"/>
                    <a:pt x="591" y="1914"/>
                    <a:pt x="591" y="1914"/>
                  </a:cubicBezTo>
                  <a:cubicBezTo>
                    <a:pt x="534" y="1914"/>
                    <a:pt x="591" y="1906"/>
                    <a:pt x="655" y="1906"/>
                  </a:cubicBezTo>
                  <a:cubicBezTo>
                    <a:pt x="712" y="1898"/>
                    <a:pt x="712" y="1898"/>
                    <a:pt x="655" y="1898"/>
                  </a:cubicBezTo>
                  <a:cubicBezTo>
                    <a:pt x="534" y="1898"/>
                    <a:pt x="534" y="1890"/>
                    <a:pt x="655" y="1890"/>
                  </a:cubicBezTo>
                  <a:lnTo>
                    <a:pt x="712" y="1890"/>
                  </a:lnTo>
                  <a:cubicBezTo>
                    <a:pt x="712" y="1890"/>
                    <a:pt x="712" y="1898"/>
                    <a:pt x="777" y="1898"/>
                  </a:cubicBezTo>
                  <a:cubicBezTo>
                    <a:pt x="777" y="1890"/>
                    <a:pt x="777" y="1890"/>
                    <a:pt x="834" y="1890"/>
                  </a:cubicBezTo>
                  <a:cubicBezTo>
                    <a:pt x="737" y="1890"/>
                    <a:pt x="639" y="1882"/>
                    <a:pt x="542" y="1866"/>
                  </a:cubicBezTo>
                  <a:cubicBezTo>
                    <a:pt x="542" y="1857"/>
                    <a:pt x="542" y="1857"/>
                    <a:pt x="599" y="1857"/>
                  </a:cubicBezTo>
                  <a:cubicBezTo>
                    <a:pt x="664" y="1857"/>
                    <a:pt x="664" y="1857"/>
                    <a:pt x="664" y="1849"/>
                  </a:cubicBezTo>
                  <a:lnTo>
                    <a:pt x="542" y="1849"/>
                  </a:lnTo>
                  <a:cubicBezTo>
                    <a:pt x="420" y="1849"/>
                    <a:pt x="420" y="1849"/>
                    <a:pt x="485" y="1841"/>
                  </a:cubicBezTo>
                  <a:cubicBezTo>
                    <a:pt x="526" y="1841"/>
                    <a:pt x="566" y="1841"/>
                    <a:pt x="607" y="1833"/>
                  </a:cubicBezTo>
                  <a:cubicBezTo>
                    <a:pt x="607" y="1825"/>
                    <a:pt x="607" y="1825"/>
                    <a:pt x="607" y="1825"/>
                  </a:cubicBezTo>
                  <a:cubicBezTo>
                    <a:pt x="664" y="1833"/>
                    <a:pt x="664" y="1833"/>
                    <a:pt x="728" y="1833"/>
                  </a:cubicBezTo>
                  <a:cubicBezTo>
                    <a:pt x="728" y="1825"/>
                    <a:pt x="728" y="1825"/>
                    <a:pt x="664" y="1825"/>
                  </a:cubicBezTo>
                  <a:cubicBezTo>
                    <a:pt x="550" y="1825"/>
                    <a:pt x="550" y="1825"/>
                    <a:pt x="550" y="1817"/>
                  </a:cubicBezTo>
                  <a:cubicBezTo>
                    <a:pt x="607" y="1817"/>
                    <a:pt x="550" y="1809"/>
                    <a:pt x="485" y="1809"/>
                  </a:cubicBezTo>
                  <a:lnTo>
                    <a:pt x="550" y="1809"/>
                  </a:lnTo>
                  <a:cubicBezTo>
                    <a:pt x="728" y="1801"/>
                    <a:pt x="728" y="1801"/>
                    <a:pt x="607" y="1801"/>
                  </a:cubicBezTo>
                  <a:cubicBezTo>
                    <a:pt x="550" y="1801"/>
                    <a:pt x="493" y="1793"/>
                    <a:pt x="550" y="1793"/>
                  </a:cubicBezTo>
                  <a:lnTo>
                    <a:pt x="615" y="1793"/>
                  </a:lnTo>
                  <a:cubicBezTo>
                    <a:pt x="493" y="1793"/>
                    <a:pt x="558" y="1768"/>
                    <a:pt x="615" y="1768"/>
                  </a:cubicBezTo>
                  <a:cubicBezTo>
                    <a:pt x="672" y="1768"/>
                    <a:pt x="672" y="1768"/>
                    <a:pt x="615" y="1760"/>
                  </a:cubicBezTo>
                  <a:cubicBezTo>
                    <a:pt x="558" y="1752"/>
                    <a:pt x="558" y="1752"/>
                    <a:pt x="558" y="1744"/>
                  </a:cubicBezTo>
                  <a:cubicBezTo>
                    <a:pt x="623" y="1736"/>
                    <a:pt x="623" y="1720"/>
                    <a:pt x="501" y="1711"/>
                  </a:cubicBezTo>
                  <a:cubicBezTo>
                    <a:pt x="566" y="1711"/>
                    <a:pt x="566" y="1703"/>
                    <a:pt x="566" y="1695"/>
                  </a:cubicBezTo>
                  <a:cubicBezTo>
                    <a:pt x="566" y="1687"/>
                    <a:pt x="623" y="1687"/>
                    <a:pt x="623" y="1679"/>
                  </a:cubicBezTo>
                  <a:cubicBezTo>
                    <a:pt x="625" y="1679"/>
                    <a:pt x="627" y="1679"/>
                    <a:pt x="628" y="1679"/>
                  </a:cubicBezTo>
                  <a:lnTo>
                    <a:pt x="628" y="1679"/>
                  </a:lnTo>
                  <a:cubicBezTo>
                    <a:pt x="566" y="1679"/>
                    <a:pt x="566" y="1670"/>
                    <a:pt x="574" y="1638"/>
                  </a:cubicBezTo>
                  <a:cubicBezTo>
                    <a:pt x="574" y="1614"/>
                    <a:pt x="639" y="1598"/>
                    <a:pt x="639" y="1598"/>
                  </a:cubicBezTo>
                  <a:lnTo>
                    <a:pt x="582" y="1598"/>
                  </a:lnTo>
                  <a:lnTo>
                    <a:pt x="582" y="1590"/>
                  </a:lnTo>
                  <a:lnTo>
                    <a:pt x="639" y="1590"/>
                  </a:lnTo>
                  <a:cubicBezTo>
                    <a:pt x="582" y="1590"/>
                    <a:pt x="639" y="1582"/>
                    <a:pt x="639" y="1582"/>
                  </a:cubicBezTo>
                  <a:cubicBezTo>
                    <a:pt x="761" y="1574"/>
                    <a:pt x="761" y="1566"/>
                    <a:pt x="647" y="1557"/>
                  </a:cubicBezTo>
                  <a:cubicBezTo>
                    <a:pt x="526" y="1557"/>
                    <a:pt x="526" y="1557"/>
                    <a:pt x="647" y="1549"/>
                  </a:cubicBezTo>
                  <a:cubicBezTo>
                    <a:pt x="769" y="1549"/>
                    <a:pt x="769" y="1549"/>
                    <a:pt x="647" y="1541"/>
                  </a:cubicBezTo>
                  <a:cubicBezTo>
                    <a:pt x="591" y="1541"/>
                    <a:pt x="591" y="1541"/>
                    <a:pt x="704" y="1533"/>
                  </a:cubicBezTo>
                  <a:lnTo>
                    <a:pt x="712" y="1533"/>
                  </a:lnTo>
                  <a:cubicBezTo>
                    <a:pt x="534" y="1525"/>
                    <a:pt x="534" y="1517"/>
                    <a:pt x="647" y="1517"/>
                  </a:cubicBezTo>
                  <a:cubicBezTo>
                    <a:pt x="769" y="1517"/>
                    <a:pt x="769" y="1517"/>
                    <a:pt x="647" y="1509"/>
                  </a:cubicBezTo>
                  <a:cubicBezTo>
                    <a:pt x="591" y="1509"/>
                    <a:pt x="591" y="1493"/>
                    <a:pt x="712" y="1493"/>
                  </a:cubicBezTo>
                  <a:cubicBezTo>
                    <a:pt x="712" y="1493"/>
                    <a:pt x="712" y="1493"/>
                    <a:pt x="655" y="1484"/>
                  </a:cubicBezTo>
                  <a:cubicBezTo>
                    <a:pt x="599" y="1476"/>
                    <a:pt x="542" y="1460"/>
                    <a:pt x="655" y="1460"/>
                  </a:cubicBezTo>
                  <a:lnTo>
                    <a:pt x="664" y="1452"/>
                  </a:lnTo>
                  <a:lnTo>
                    <a:pt x="664" y="1444"/>
                  </a:lnTo>
                  <a:cubicBezTo>
                    <a:pt x="599" y="1444"/>
                    <a:pt x="615" y="1339"/>
                    <a:pt x="680" y="1339"/>
                  </a:cubicBezTo>
                  <a:cubicBezTo>
                    <a:pt x="680" y="1330"/>
                    <a:pt x="680" y="1322"/>
                    <a:pt x="615" y="1322"/>
                  </a:cubicBezTo>
                  <a:lnTo>
                    <a:pt x="680" y="1322"/>
                  </a:lnTo>
                  <a:cubicBezTo>
                    <a:pt x="680" y="1322"/>
                    <a:pt x="680" y="1314"/>
                    <a:pt x="623" y="1314"/>
                  </a:cubicBezTo>
                  <a:lnTo>
                    <a:pt x="623" y="1306"/>
                  </a:lnTo>
                  <a:cubicBezTo>
                    <a:pt x="680" y="1306"/>
                    <a:pt x="680" y="1298"/>
                    <a:pt x="623" y="1298"/>
                  </a:cubicBezTo>
                  <a:cubicBezTo>
                    <a:pt x="566" y="1290"/>
                    <a:pt x="566" y="1290"/>
                    <a:pt x="566" y="1290"/>
                  </a:cubicBezTo>
                  <a:cubicBezTo>
                    <a:pt x="623" y="1282"/>
                    <a:pt x="623" y="1274"/>
                    <a:pt x="623" y="1266"/>
                  </a:cubicBezTo>
                  <a:cubicBezTo>
                    <a:pt x="625" y="1263"/>
                    <a:pt x="621" y="1261"/>
                    <a:pt x="614" y="1258"/>
                  </a:cubicBezTo>
                  <a:close/>
                  <a:moveTo>
                    <a:pt x="1312" y="2328"/>
                  </a:moveTo>
                  <a:cubicBezTo>
                    <a:pt x="1255" y="2328"/>
                    <a:pt x="1255" y="2336"/>
                    <a:pt x="1255" y="2336"/>
                  </a:cubicBezTo>
                  <a:cubicBezTo>
                    <a:pt x="1191" y="2344"/>
                    <a:pt x="1255" y="2344"/>
                    <a:pt x="1312" y="2344"/>
                  </a:cubicBezTo>
                  <a:cubicBezTo>
                    <a:pt x="1369" y="2344"/>
                    <a:pt x="1377" y="2344"/>
                    <a:pt x="1377" y="2336"/>
                  </a:cubicBezTo>
                  <a:cubicBezTo>
                    <a:pt x="1353" y="2336"/>
                    <a:pt x="1337" y="2336"/>
                    <a:pt x="1312" y="2328"/>
                  </a:cubicBezTo>
                  <a:close/>
                  <a:moveTo>
                    <a:pt x="1194" y="2354"/>
                  </a:moveTo>
                  <a:cubicBezTo>
                    <a:pt x="1213" y="2354"/>
                    <a:pt x="1231" y="2356"/>
                    <a:pt x="1247" y="2360"/>
                  </a:cubicBezTo>
                  <a:lnTo>
                    <a:pt x="1247" y="2368"/>
                  </a:lnTo>
                  <a:cubicBezTo>
                    <a:pt x="1207" y="2368"/>
                    <a:pt x="1174" y="2368"/>
                    <a:pt x="1134" y="2360"/>
                  </a:cubicBezTo>
                  <a:cubicBezTo>
                    <a:pt x="1154" y="2356"/>
                    <a:pt x="1174" y="2354"/>
                    <a:pt x="1194" y="2354"/>
                  </a:cubicBezTo>
                  <a:close/>
                  <a:moveTo>
                    <a:pt x="688" y="2522"/>
                  </a:moveTo>
                  <a:cubicBezTo>
                    <a:pt x="631" y="2522"/>
                    <a:pt x="631" y="2522"/>
                    <a:pt x="631" y="2530"/>
                  </a:cubicBezTo>
                  <a:lnTo>
                    <a:pt x="688" y="2530"/>
                  </a:lnTo>
                  <a:lnTo>
                    <a:pt x="688" y="2522"/>
                  </a:lnTo>
                  <a:close/>
                  <a:moveTo>
                    <a:pt x="1166" y="2530"/>
                  </a:moveTo>
                  <a:cubicBezTo>
                    <a:pt x="1126" y="2538"/>
                    <a:pt x="1085" y="2538"/>
                    <a:pt x="1045" y="2538"/>
                  </a:cubicBezTo>
                  <a:cubicBezTo>
                    <a:pt x="984" y="2543"/>
                    <a:pt x="953" y="2545"/>
                    <a:pt x="938" y="2545"/>
                  </a:cubicBezTo>
                  <a:cubicBezTo>
                    <a:pt x="923" y="2545"/>
                    <a:pt x="923" y="2543"/>
                    <a:pt x="923" y="2538"/>
                  </a:cubicBezTo>
                  <a:cubicBezTo>
                    <a:pt x="923" y="2530"/>
                    <a:pt x="931" y="2530"/>
                    <a:pt x="988" y="2530"/>
                  </a:cubicBezTo>
                  <a:cubicBezTo>
                    <a:pt x="950" y="2530"/>
                    <a:pt x="963" y="2534"/>
                    <a:pt x="992" y="2534"/>
                  </a:cubicBezTo>
                  <a:cubicBezTo>
                    <a:pt x="1007" y="2534"/>
                    <a:pt x="1026" y="2533"/>
                    <a:pt x="1045" y="2530"/>
                  </a:cubicBezTo>
                  <a:close/>
                  <a:moveTo>
                    <a:pt x="1045" y="2571"/>
                  </a:moveTo>
                  <a:lnTo>
                    <a:pt x="980" y="2579"/>
                  </a:lnTo>
                  <a:cubicBezTo>
                    <a:pt x="923" y="2579"/>
                    <a:pt x="923" y="2571"/>
                    <a:pt x="923" y="2571"/>
                  </a:cubicBezTo>
                  <a:close/>
                  <a:moveTo>
                    <a:pt x="1855" y="2575"/>
                  </a:moveTo>
                  <a:cubicBezTo>
                    <a:pt x="1842" y="2575"/>
                    <a:pt x="1828" y="2576"/>
                    <a:pt x="1815" y="2579"/>
                  </a:cubicBezTo>
                  <a:lnTo>
                    <a:pt x="1936" y="2579"/>
                  </a:lnTo>
                  <a:cubicBezTo>
                    <a:pt x="1909" y="2579"/>
                    <a:pt x="1882" y="2575"/>
                    <a:pt x="1855" y="2575"/>
                  </a:cubicBezTo>
                  <a:close/>
                  <a:moveTo>
                    <a:pt x="1255" y="1789"/>
                  </a:moveTo>
                  <a:cubicBezTo>
                    <a:pt x="1246" y="1789"/>
                    <a:pt x="1234" y="1790"/>
                    <a:pt x="1215" y="1793"/>
                  </a:cubicBezTo>
                  <a:cubicBezTo>
                    <a:pt x="1193" y="1793"/>
                    <a:pt x="1170" y="1793"/>
                    <a:pt x="1148" y="1791"/>
                  </a:cubicBezTo>
                  <a:lnTo>
                    <a:pt x="1148" y="1791"/>
                  </a:lnTo>
                  <a:cubicBezTo>
                    <a:pt x="1146" y="1819"/>
                    <a:pt x="1141" y="1847"/>
                    <a:pt x="1134" y="1874"/>
                  </a:cubicBezTo>
                  <a:lnTo>
                    <a:pt x="1142" y="1874"/>
                  </a:lnTo>
                  <a:cubicBezTo>
                    <a:pt x="1199" y="1874"/>
                    <a:pt x="1142" y="1874"/>
                    <a:pt x="1142" y="1882"/>
                  </a:cubicBezTo>
                  <a:cubicBezTo>
                    <a:pt x="1138" y="1882"/>
                    <a:pt x="1135" y="1882"/>
                    <a:pt x="1132" y="1882"/>
                  </a:cubicBezTo>
                  <a:lnTo>
                    <a:pt x="1132" y="1882"/>
                  </a:lnTo>
                  <a:cubicBezTo>
                    <a:pt x="1128" y="1898"/>
                    <a:pt x="1122" y="1914"/>
                    <a:pt x="1116" y="1930"/>
                  </a:cubicBezTo>
                  <a:lnTo>
                    <a:pt x="1116" y="1930"/>
                  </a:lnTo>
                  <a:cubicBezTo>
                    <a:pt x="1121" y="1930"/>
                    <a:pt x="1127" y="1930"/>
                    <a:pt x="1134" y="1930"/>
                  </a:cubicBezTo>
                  <a:lnTo>
                    <a:pt x="1191" y="1930"/>
                  </a:lnTo>
                  <a:cubicBezTo>
                    <a:pt x="1174" y="1938"/>
                    <a:pt x="1150" y="1938"/>
                    <a:pt x="1134" y="1938"/>
                  </a:cubicBezTo>
                  <a:lnTo>
                    <a:pt x="1113" y="1938"/>
                  </a:lnTo>
                  <a:cubicBezTo>
                    <a:pt x="1083" y="2013"/>
                    <a:pt x="1035" y="2081"/>
                    <a:pt x="969" y="2132"/>
                  </a:cubicBezTo>
                  <a:lnTo>
                    <a:pt x="969" y="2132"/>
                  </a:lnTo>
                  <a:lnTo>
                    <a:pt x="988" y="2133"/>
                  </a:lnTo>
                  <a:cubicBezTo>
                    <a:pt x="988" y="2133"/>
                    <a:pt x="981" y="2133"/>
                    <a:pt x="967" y="2133"/>
                  </a:cubicBezTo>
                  <a:lnTo>
                    <a:pt x="967" y="2133"/>
                  </a:lnTo>
                  <a:cubicBezTo>
                    <a:pt x="890" y="2192"/>
                    <a:pt x="789" y="2229"/>
                    <a:pt x="664" y="2230"/>
                  </a:cubicBezTo>
                  <a:cubicBezTo>
                    <a:pt x="607" y="2230"/>
                    <a:pt x="607" y="2238"/>
                    <a:pt x="607" y="2255"/>
                  </a:cubicBezTo>
                  <a:cubicBezTo>
                    <a:pt x="607" y="2263"/>
                    <a:pt x="607" y="2263"/>
                    <a:pt x="664" y="2263"/>
                  </a:cubicBezTo>
                  <a:cubicBezTo>
                    <a:pt x="720" y="2271"/>
                    <a:pt x="664" y="2271"/>
                    <a:pt x="599" y="2271"/>
                  </a:cubicBezTo>
                  <a:cubicBezTo>
                    <a:pt x="485" y="2271"/>
                    <a:pt x="485" y="2279"/>
                    <a:pt x="664" y="2279"/>
                  </a:cubicBezTo>
                  <a:cubicBezTo>
                    <a:pt x="777" y="2279"/>
                    <a:pt x="777" y="2287"/>
                    <a:pt x="720" y="2287"/>
                  </a:cubicBezTo>
                  <a:cubicBezTo>
                    <a:pt x="655" y="2287"/>
                    <a:pt x="664" y="2287"/>
                    <a:pt x="664" y="2279"/>
                  </a:cubicBezTo>
                  <a:lnTo>
                    <a:pt x="542" y="2279"/>
                  </a:lnTo>
                  <a:cubicBezTo>
                    <a:pt x="542" y="2287"/>
                    <a:pt x="542" y="2287"/>
                    <a:pt x="599" y="2287"/>
                  </a:cubicBezTo>
                  <a:cubicBezTo>
                    <a:pt x="599" y="2287"/>
                    <a:pt x="599" y="2287"/>
                    <a:pt x="655" y="2295"/>
                  </a:cubicBezTo>
                  <a:lnTo>
                    <a:pt x="842" y="2295"/>
                  </a:lnTo>
                  <a:cubicBezTo>
                    <a:pt x="861" y="2293"/>
                    <a:pt x="873" y="2292"/>
                    <a:pt x="882" y="2292"/>
                  </a:cubicBezTo>
                  <a:cubicBezTo>
                    <a:pt x="899" y="2292"/>
                    <a:pt x="899" y="2295"/>
                    <a:pt x="899" y="2295"/>
                  </a:cubicBezTo>
                  <a:cubicBezTo>
                    <a:pt x="834" y="2303"/>
                    <a:pt x="777" y="2303"/>
                    <a:pt x="720" y="2303"/>
                  </a:cubicBezTo>
                  <a:cubicBezTo>
                    <a:pt x="680" y="2295"/>
                    <a:pt x="639" y="2295"/>
                    <a:pt x="599" y="2295"/>
                  </a:cubicBezTo>
                  <a:cubicBezTo>
                    <a:pt x="542" y="2295"/>
                    <a:pt x="655" y="2311"/>
                    <a:pt x="777" y="2320"/>
                  </a:cubicBezTo>
                  <a:lnTo>
                    <a:pt x="712" y="2320"/>
                  </a:lnTo>
                  <a:cubicBezTo>
                    <a:pt x="655" y="2320"/>
                    <a:pt x="655" y="2320"/>
                    <a:pt x="655" y="2328"/>
                  </a:cubicBezTo>
                  <a:cubicBezTo>
                    <a:pt x="655" y="2336"/>
                    <a:pt x="655" y="2336"/>
                    <a:pt x="712" y="2336"/>
                  </a:cubicBezTo>
                  <a:cubicBezTo>
                    <a:pt x="753" y="2336"/>
                    <a:pt x="793" y="2336"/>
                    <a:pt x="834" y="2344"/>
                  </a:cubicBezTo>
                  <a:cubicBezTo>
                    <a:pt x="874" y="2336"/>
                    <a:pt x="915" y="2336"/>
                    <a:pt x="947" y="2336"/>
                  </a:cubicBezTo>
                  <a:cubicBezTo>
                    <a:pt x="947" y="2336"/>
                    <a:pt x="891" y="2344"/>
                    <a:pt x="834" y="2344"/>
                  </a:cubicBezTo>
                  <a:cubicBezTo>
                    <a:pt x="712" y="2352"/>
                    <a:pt x="647" y="2360"/>
                    <a:pt x="647" y="2368"/>
                  </a:cubicBezTo>
                  <a:cubicBezTo>
                    <a:pt x="647" y="2376"/>
                    <a:pt x="647" y="2384"/>
                    <a:pt x="582" y="2393"/>
                  </a:cubicBezTo>
                  <a:cubicBezTo>
                    <a:pt x="582" y="2393"/>
                    <a:pt x="582" y="2401"/>
                    <a:pt x="647" y="2401"/>
                  </a:cubicBezTo>
                  <a:lnTo>
                    <a:pt x="639" y="2409"/>
                  </a:lnTo>
                  <a:cubicBezTo>
                    <a:pt x="582" y="2409"/>
                    <a:pt x="582" y="2417"/>
                    <a:pt x="639" y="2417"/>
                  </a:cubicBezTo>
                  <a:cubicBezTo>
                    <a:pt x="704" y="2417"/>
                    <a:pt x="639" y="2417"/>
                    <a:pt x="639" y="2425"/>
                  </a:cubicBezTo>
                  <a:cubicBezTo>
                    <a:pt x="578" y="2429"/>
                    <a:pt x="548" y="2431"/>
                    <a:pt x="555" y="2431"/>
                  </a:cubicBezTo>
                  <a:cubicBezTo>
                    <a:pt x="562" y="2431"/>
                    <a:pt x="607" y="2429"/>
                    <a:pt x="696" y="2425"/>
                  </a:cubicBezTo>
                  <a:cubicBezTo>
                    <a:pt x="737" y="2425"/>
                    <a:pt x="777" y="2425"/>
                    <a:pt x="818" y="2417"/>
                  </a:cubicBezTo>
                  <a:lnTo>
                    <a:pt x="818" y="2409"/>
                  </a:lnTo>
                  <a:lnTo>
                    <a:pt x="882" y="2417"/>
                  </a:lnTo>
                  <a:cubicBezTo>
                    <a:pt x="915" y="2425"/>
                    <a:pt x="955" y="2425"/>
                    <a:pt x="996" y="2425"/>
                  </a:cubicBezTo>
                  <a:cubicBezTo>
                    <a:pt x="1020" y="2425"/>
                    <a:pt x="1037" y="2425"/>
                    <a:pt x="1061" y="2433"/>
                  </a:cubicBezTo>
                  <a:lnTo>
                    <a:pt x="939" y="2433"/>
                  </a:lnTo>
                  <a:cubicBezTo>
                    <a:pt x="882" y="2425"/>
                    <a:pt x="818" y="2425"/>
                    <a:pt x="761" y="2425"/>
                  </a:cubicBezTo>
                  <a:cubicBezTo>
                    <a:pt x="639" y="2433"/>
                    <a:pt x="574" y="2441"/>
                    <a:pt x="696" y="2441"/>
                  </a:cubicBezTo>
                  <a:cubicBezTo>
                    <a:pt x="696" y="2441"/>
                    <a:pt x="696" y="2441"/>
                    <a:pt x="639" y="2449"/>
                  </a:cubicBezTo>
                  <a:lnTo>
                    <a:pt x="696" y="2449"/>
                  </a:lnTo>
                  <a:cubicBezTo>
                    <a:pt x="818" y="2457"/>
                    <a:pt x="818" y="2457"/>
                    <a:pt x="696" y="2457"/>
                  </a:cubicBezTo>
                  <a:cubicBezTo>
                    <a:pt x="574" y="2465"/>
                    <a:pt x="574" y="2482"/>
                    <a:pt x="631" y="2482"/>
                  </a:cubicBezTo>
                  <a:cubicBezTo>
                    <a:pt x="753" y="2482"/>
                    <a:pt x="753" y="2490"/>
                    <a:pt x="688" y="2490"/>
                  </a:cubicBezTo>
                  <a:cubicBezTo>
                    <a:pt x="631" y="2498"/>
                    <a:pt x="631" y="2498"/>
                    <a:pt x="688" y="2498"/>
                  </a:cubicBezTo>
                  <a:cubicBezTo>
                    <a:pt x="631" y="2498"/>
                    <a:pt x="566" y="2506"/>
                    <a:pt x="631" y="2506"/>
                  </a:cubicBezTo>
                  <a:cubicBezTo>
                    <a:pt x="631" y="2506"/>
                    <a:pt x="628" y="2510"/>
                    <a:pt x="644" y="2510"/>
                  </a:cubicBezTo>
                  <a:cubicBezTo>
                    <a:pt x="653" y="2510"/>
                    <a:pt x="666" y="2509"/>
                    <a:pt x="688" y="2506"/>
                  </a:cubicBezTo>
                  <a:lnTo>
                    <a:pt x="809" y="2514"/>
                  </a:lnTo>
                  <a:cubicBezTo>
                    <a:pt x="826" y="2510"/>
                    <a:pt x="844" y="2508"/>
                    <a:pt x="863" y="2508"/>
                  </a:cubicBezTo>
                  <a:cubicBezTo>
                    <a:pt x="882" y="2508"/>
                    <a:pt x="903" y="2510"/>
                    <a:pt x="923" y="2514"/>
                  </a:cubicBezTo>
                  <a:cubicBezTo>
                    <a:pt x="988" y="2514"/>
                    <a:pt x="923" y="2522"/>
                    <a:pt x="745" y="2530"/>
                  </a:cubicBezTo>
                  <a:lnTo>
                    <a:pt x="623" y="2538"/>
                  </a:lnTo>
                  <a:lnTo>
                    <a:pt x="680" y="2538"/>
                  </a:lnTo>
                  <a:cubicBezTo>
                    <a:pt x="623" y="2538"/>
                    <a:pt x="623" y="2538"/>
                    <a:pt x="623" y="2547"/>
                  </a:cubicBezTo>
                  <a:lnTo>
                    <a:pt x="680" y="2547"/>
                  </a:lnTo>
                  <a:cubicBezTo>
                    <a:pt x="801" y="2547"/>
                    <a:pt x="801" y="2547"/>
                    <a:pt x="737" y="2555"/>
                  </a:cubicBezTo>
                  <a:cubicBezTo>
                    <a:pt x="623" y="2555"/>
                    <a:pt x="623" y="2555"/>
                    <a:pt x="737" y="2563"/>
                  </a:cubicBezTo>
                  <a:cubicBezTo>
                    <a:pt x="696" y="2563"/>
                    <a:pt x="655" y="2563"/>
                    <a:pt x="615" y="2571"/>
                  </a:cubicBezTo>
                  <a:lnTo>
                    <a:pt x="680" y="2571"/>
                  </a:lnTo>
                  <a:cubicBezTo>
                    <a:pt x="801" y="2571"/>
                    <a:pt x="801" y="2571"/>
                    <a:pt x="737" y="2579"/>
                  </a:cubicBezTo>
                  <a:cubicBezTo>
                    <a:pt x="680" y="2579"/>
                    <a:pt x="680" y="2579"/>
                    <a:pt x="737" y="2587"/>
                  </a:cubicBezTo>
                  <a:cubicBezTo>
                    <a:pt x="737" y="2587"/>
                    <a:pt x="737" y="2595"/>
                    <a:pt x="672" y="2595"/>
                  </a:cubicBezTo>
                  <a:cubicBezTo>
                    <a:pt x="737" y="2603"/>
                    <a:pt x="737" y="2603"/>
                    <a:pt x="672" y="2603"/>
                  </a:cubicBezTo>
                  <a:cubicBezTo>
                    <a:pt x="615" y="2611"/>
                    <a:pt x="615" y="2611"/>
                    <a:pt x="672" y="2611"/>
                  </a:cubicBezTo>
                  <a:lnTo>
                    <a:pt x="850" y="2611"/>
                  </a:lnTo>
                  <a:cubicBezTo>
                    <a:pt x="850" y="2603"/>
                    <a:pt x="850" y="2603"/>
                    <a:pt x="915" y="2603"/>
                  </a:cubicBezTo>
                  <a:lnTo>
                    <a:pt x="915" y="2611"/>
                  </a:lnTo>
                  <a:cubicBezTo>
                    <a:pt x="915" y="2620"/>
                    <a:pt x="915" y="2620"/>
                    <a:pt x="972" y="2628"/>
                  </a:cubicBezTo>
                  <a:lnTo>
                    <a:pt x="1093" y="2628"/>
                  </a:lnTo>
                  <a:lnTo>
                    <a:pt x="1150" y="2620"/>
                  </a:lnTo>
                  <a:lnTo>
                    <a:pt x="1158" y="2620"/>
                  </a:lnTo>
                  <a:cubicBezTo>
                    <a:pt x="972" y="2620"/>
                    <a:pt x="972" y="2620"/>
                    <a:pt x="1093" y="2611"/>
                  </a:cubicBezTo>
                  <a:lnTo>
                    <a:pt x="1215" y="2611"/>
                  </a:lnTo>
                  <a:cubicBezTo>
                    <a:pt x="1215" y="2603"/>
                    <a:pt x="1215" y="2603"/>
                    <a:pt x="1280" y="2603"/>
                  </a:cubicBezTo>
                  <a:cubicBezTo>
                    <a:pt x="1320" y="2603"/>
                    <a:pt x="1361" y="2603"/>
                    <a:pt x="1393" y="2595"/>
                  </a:cubicBezTo>
                  <a:lnTo>
                    <a:pt x="1337" y="2595"/>
                  </a:lnTo>
                  <a:cubicBezTo>
                    <a:pt x="1280" y="2595"/>
                    <a:pt x="1280" y="2595"/>
                    <a:pt x="1401" y="2587"/>
                  </a:cubicBezTo>
                  <a:lnTo>
                    <a:pt x="1337" y="2587"/>
                  </a:lnTo>
                  <a:cubicBezTo>
                    <a:pt x="1223" y="2587"/>
                    <a:pt x="1223" y="2579"/>
                    <a:pt x="1337" y="2579"/>
                  </a:cubicBezTo>
                  <a:lnTo>
                    <a:pt x="1345" y="2571"/>
                  </a:lnTo>
                  <a:cubicBezTo>
                    <a:pt x="1324" y="2567"/>
                    <a:pt x="1304" y="2565"/>
                    <a:pt x="1284" y="2565"/>
                  </a:cubicBezTo>
                  <a:cubicBezTo>
                    <a:pt x="1264" y="2565"/>
                    <a:pt x="1243" y="2567"/>
                    <a:pt x="1223" y="2571"/>
                  </a:cubicBezTo>
                  <a:cubicBezTo>
                    <a:pt x="1101" y="2571"/>
                    <a:pt x="1101" y="2571"/>
                    <a:pt x="1166" y="2563"/>
                  </a:cubicBezTo>
                  <a:lnTo>
                    <a:pt x="1280" y="2563"/>
                  </a:lnTo>
                  <a:cubicBezTo>
                    <a:pt x="1345" y="2563"/>
                    <a:pt x="1345" y="2555"/>
                    <a:pt x="1345" y="2555"/>
                  </a:cubicBezTo>
                  <a:cubicBezTo>
                    <a:pt x="1345" y="2555"/>
                    <a:pt x="1345" y="2547"/>
                    <a:pt x="1288" y="2547"/>
                  </a:cubicBezTo>
                  <a:lnTo>
                    <a:pt x="1345" y="2547"/>
                  </a:lnTo>
                  <a:cubicBezTo>
                    <a:pt x="1345" y="2547"/>
                    <a:pt x="1345" y="2538"/>
                    <a:pt x="1409" y="2530"/>
                  </a:cubicBezTo>
                  <a:cubicBezTo>
                    <a:pt x="1447" y="2530"/>
                    <a:pt x="1406" y="2523"/>
                    <a:pt x="1338" y="2523"/>
                  </a:cubicBezTo>
                  <a:cubicBezTo>
                    <a:pt x="1304" y="2523"/>
                    <a:pt x="1264" y="2525"/>
                    <a:pt x="1223" y="2530"/>
                  </a:cubicBezTo>
                  <a:cubicBezTo>
                    <a:pt x="1223" y="2530"/>
                    <a:pt x="1223" y="2530"/>
                    <a:pt x="1231" y="2522"/>
                  </a:cubicBezTo>
                  <a:lnTo>
                    <a:pt x="1166" y="2522"/>
                  </a:lnTo>
                  <a:cubicBezTo>
                    <a:pt x="1109" y="2522"/>
                    <a:pt x="1109" y="2514"/>
                    <a:pt x="1109" y="2514"/>
                  </a:cubicBezTo>
                  <a:lnTo>
                    <a:pt x="1231" y="2514"/>
                  </a:lnTo>
                  <a:cubicBezTo>
                    <a:pt x="1409" y="2514"/>
                    <a:pt x="1466" y="2514"/>
                    <a:pt x="1288" y="2506"/>
                  </a:cubicBezTo>
                  <a:lnTo>
                    <a:pt x="1353" y="2506"/>
                  </a:lnTo>
                  <a:cubicBezTo>
                    <a:pt x="1409" y="2506"/>
                    <a:pt x="1409" y="2506"/>
                    <a:pt x="1353" y="2498"/>
                  </a:cubicBezTo>
                  <a:cubicBezTo>
                    <a:pt x="1353" y="2498"/>
                    <a:pt x="1231" y="2490"/>
                    <a:pt x="1174" y="2490"/>
                  </a:cubicBezTo>
                  <a:cubicBezTo>
                    <a:pt x="1296" y="2490"/>
                    <a:pt x="1296" y="2482"/>
                    <a:pt x="1174" y="2482"/>
                  </a:cubicBezTo>
                  <a:lnTo>
                    <a:pt x="1231" y="2482"/>
                  </a:lnTo>
                  <a:cubicBezTo>
                    <a:pt x="1296" y="2482"/>
                    <a:pt x="1353" y="2474"/>
                    <a:pt x="1296" y="2457"/>
                  </a:cubicBezTo>
                  <a:cubicBezTo>
                    <a:pt x="1296" y="2449"/>
                    <a:pt x="1296" y="2441"/>
                    <a:pt x="1361" y="2441"/>
                  </a:cubicBezTo>
                  <a:cubicBezTo>
                    <a:pt x="1418" y="2441"/>
                    <a:pt x="1304" y="2425"/>
                    <a:pt x="1182" y="2417"/>
                  </a:cubicBezTo>
                  <a:cubicBezTo>
                    <a:pt x="1239" y="2417"/>
                    <a:pt x="1239" y="2417"/>
                    <a:pt x="1247" y="2409"/>
                  </a:cubicBezTo>
                  <a:cubicBezTo>
                    <a:pt x="1247" y="2401"/>
                    <a:pt x="1247" y="2401"/>
                    <a:pt x="1304" y="2401"/>
                  </a:cubicBezTo>
                  <a:cubicBezTo>
                    <a:pt x="1182" y="2393"/>
                    <a:pt x="1247" y="2384"/>
                    <a:pt x="1369" y="2384"/>
                  </a:cubicBezTo>
                  <a:cubicBezTo>
                    <a:pt x="1426" y="2384"/>
                    <a:pt x="1426" y="2384"/>
                    <a:pt x="1426" y="2376"/>
                  </a:cubicBezTo>
                  <a:cubicBezTo>
                    <a:pt x="1369" y="2376"/>
                    <a:pt x="1369" y="2368"/>
                    <a:pt x="1369" y="2360"/>
                  </a:cubicBezTo>
                  <a:cubicBezTo>
                    <a:pt x="1369" y="2352"/>
                    <a:pt x="1369" y="2352"/>
                    <a:pt x="1247" y="2352"/>
                  </a:cubicBezTo>
                  <a:cubicBezTo>
                    <a:pt x="1134" y="2352"/>
                    <a:pt x="1134" y="2344"/>
                    <a:pt x="1134" y="2344"/>
                  </a:cubicBezTo>
                  <a:cubicBezTo>
                    <a:pt x="1134" y="2336"/>
                    <a:pt x="1134" y="2336"/>
                    <a:pt x="1191" y="2336"/>
                  </a:cubicBezTo>
                  <a:cubicBezTo>
                    <a:pt x="1215" y="2336"/>
                    <a:pt x="1231" y="2336"/>
                    <a:pt x="1255" y="2328"/>
                  </a:cubicBezTo>
                  <a:cubicBezTo>
                    <a:pt x="1255" y="2328"/>
                    <a:pt x="1255" y="2320"/>
                    <a:pt x="1312" y="2320"/>
                  </a:cubicBezTo>
                  <a:cubicBezTo>
                    <a:pt x="1312" y="2320"/>
                    <a:pt x="1377" y="2320"/>
                    <a:pt x="1377" y="2311"/>
                  </a:cubicBezTo>
                  <a:cubicBezTo>
                    <a:pt x="1377" y="2311"/>
                    <a:pt x="1377" y="2303"/>
                    <a:pt x="1434" y="2303"/>
                  </a:cubicBezTo>
                  <a:cubicBezTo>
                    <a:pt x="1442" y="2295"/>
                    <a:pt x="1442" y="2295"/>
                    <a:pt x="1377" y="2295"/>
                  </a:cubicBezTo>
                  <a:cubicBezTo>
                    <a:pt x="1320" y="2295"/>
                    <a:pt x="1255" y="2295"/>
                    <a:pt x="1320" y="2279"/>
                  </a:cubicBezTo>
                  <a:cubicBezTo>
                    <a:pt x="1320" y="2279"/>
                    <a:pt x="1320" y="2271"/>
                    <a:pt x="1264" y="2271"/>
                  </a:cubicBezTo>
                  <a:cubicBezTo>
                    <a:pt x="1264" y="2263"/>
                    <a:pt x="1264" y="2263"/>
                    <a:pt x="1320" y="2263"/>
                  </a:cubicBezTo>
                  <a:cubicBezTo>
                    <a:pt x="1442" y="2263"/>
                    <a:pt x="1442" y="2255"/>
                    <a:pt x="1328" y="2255"/>
                  </a:cubicBezTo>
                  <a:cubicBezTo>
                    <a:pt x="1264" y="2255"/>
                    <a:pt x="1264" y="2247"/>
                    <a:pt x="1328" y="2247"/>
                  </a:cubicBezTo>
                  <a:cubicBezTo>
                    <a:pt x="1328" y="2247"/>
                    <a:pt x="1328" y="2247"/>
                    <a:pt x="1264" y="2238"/>
                  </a:cubicBezTo>
                  <a:cubicBezTo>
                    <a:pt x="1207" y="2238"/>
                    <a:pt x="1207" y="2238"/>
                    <a:pt x="1272" y="2230"/>
                  </a:cubicBezTo>
                  <a:cubicBezTo>
                    <a:pt x="1328" y="2230"/>
                    <a:pt x="1328" y="2230"/>
                    <a:pt x="1328" y="2222"/>
                  </a:cubicBezTo>
                  <a:cubicBezTo>
                    <a:pt x="1272" y="2214"/>
                    <a:pt x="1272" y="2182"/>
                    <a:pt x="1337" y="2182"/>
                  </a:cubicBezTo>
                  <a:cubicBezTo>
                    <a:pt x="1280" y="2182"/>
                    <a:pt x="1280" y="2182"/>
                    <a:pt x="1280" y="2174"/>
                  </a:cubicBezTo>
                  <a:cubicBezTo>
                    <a:pt x="1385" y="2174"/>
                    <a:pt x="1344" y="2167"/>
                    <a:pt x="1242" y="2166"/>
                  </a:cubicBezTo>
                  <a:lnTo>
                    <a:pt x="1242" y="2166"/>
                  </a:lnTo>
                  <a:cubicBezTo>
                    <a:pt x="1253" y="2166"/>
                    <a:pt x="1266" y="2165"/>
                    <a:pt x="1280" y="2165"/>
                  </a:cubicBezTo>
                  <a:cubicBezTo>
                    <a:pt x="1401" y="2165"/>
                    <a:pt x="1401" y="2165"/>
                    <a:pt x="1280" y="2157"/>
                  </a:cubicBezTo>
                  <a:cubicBezTo>
                    <a:pt x="1158" y="2157"/>
                    <a:pt x="1158" y="2149"/>
                    <a:pt x="1280" y="2149"/>
                  </a:cubicBezTo>
                  <a:cubicBezTo>
                    <a:pt x="1045" y="2141"/>
                    <a:pt x="988" y="2133"/>
                    <a:pt x="1223" y="2133"/>
                  </a:cubicBezTo>
                  <a:cubicBezTo>
                    <a:pt x="1280" y="2133"/>
                    <a:pt x="1345" y="2133"/>
                    <a:pt x="1401" y="2125"/>
                  </a:cubicBezTo>
                  <a:cubicBezTo>
                    <a:pt x="1374" y="2125"/>
                    <a:pt x="1347" y="2121"/>
                    <a:pt x="1323" y="2121"/>
                  </a:cubicBezTo>
                  <a:cubicBezTo>
                    <a:pt x="1310" y="2121"/>
                    <a:pt x="1299" y="2122"/>
                    <a:pt x="1288" y="2125"/>
                  </a:cubicBezTo>
                  <a:cubicBezTo>
                    <a:pt x="1166" y="2125"/>
                    <a:pt x="1166" y="2125"/>
                    <a:pt x="1288" y="2117"/>
                  </a:cubicBezTo>
                  <a:cubicBezTo>
                    <a:pt x="1466" y="2109"/>
                    <a:pt x="1466" y="2101"/>
                    <a:pt x="1353" y="2093"/>
                  </a:cubicBezTo>
                  <a:cubicBezTo>
                    <a:pt x="1264" y="2081"/>
                    <a:pt x="1240" y="2073"/>
                    <a:pt x="1281" y="2073"/>
                  </a:cubicBezTo>
                  <a:cubicBezTo>
                    <a:pt x="1296" y="2073"/>
                    <a:pt x="1320" y="2074"/>
                    <a:pt x="1353" y="2076"/>
                  </a:cubicBezTo>
                  <a:cubicBezTo>
                    <a:pt x="1409" y="2080"/>
                    <a:pt x="1438" y="2082"/>
                    <a:pt x="1445" y="2082"/>
                  </a:cubicBezTo>
                  <a:cubicBezTo>
                    <a:pt x="1452" y="2082"/>
                    <a:pt x="1438" y="2080"/>
                    <a:pt x="1409" y="2076"/>
                  </a:cubicBezTo>
                  <a:cubicBezTo>
                    <a:pt x="1409" y="2076"/>
                    <a:pt x="1409" y="2068"/>
                    <a:pt x="1409" y="2060"/>
                  </a:cubicBezTo>
                  <a:cubicBezTo>
                    <a:pt x="1390" y="2060"/>
                    <a:pt x="1368" y="2057"/>
                    <a:pt x="1344" y="2057"/>
                  </a:cubicBezTo>
                  <a:lnTo>
                    <a:pt x="1344" y="2057"/>
                  </a:lnTo>
                  <a:cubicBezTo>
                    <a:pt x="1430" y="2050"/>
                    <a:pt x="1457" y="2044"/>
                    <a:pt x="1353" y="2044"/>
                  </a:cubicBezTo>
                  <a:lnTo>
                    <a:pt x="1353" y="2036"/>
                  </a:lnTo>
                  <a:cubicBezTo>
                    <a:pt x="1361" y="2036"/>
                    <a:pt x="1361" y="2036"/>
                    <a:pt x="1296" y="2028"/>
                  </a:cubicBezTo>
                  <a:cubicBezTo>
                    <a:pt x="1239" y="2028"/>
                    <a:pt x="1296" y="2020"/>
                    <a:pt x="1361" y="2020"/>
                  </a:cubicBezTo>
                  <a:cubicBezTo>
                    <a:pt x="1418" y="2020"/>
                    <a:pt x="1482" y="2011"/>
                    <a:pt x="1418" y="2011"/>
                  </a:cubicBezTo>
                  <a:cubicBezTo>
                    <a:pt x="1361" y="2011"/>
                    <a:pt x="1304" y="2011"/>
                    <a:pt x="1239" y="2003"/>
                  </a:cubicBezTo>
                  <a:cubicBezTo>
                    <a:pt x="1201" y="2003"/>
                    <a:pt x="1214" y="2000"/>
                    <a:pt x="1246" y="2000"/>
                  </a:cubicBezTo>
                  <a:cubicBezTo>
                    <a:pt x="1262" y="2000"/>
                    <a:pt x="1282" y="2001"/>
                    <a:pt x="1304" y="2003"/>
                  </a:cubicBezTo>
                  <a:cubicBezTo>
                    <a:pt x="1345" y="2003"/>
                    <a:pt x="1385" y="2003"/>
                    <a:pt x="1426" y="1995"/>
                  </a:cubicBezTo>
                  <a:cubicBezTo>
                    <a:pt x="1426" y="1995"/>
                    <a:pt x="1426" y="1987"/>
                    <a:pt x="1361" y="1987"/>
                  </a:cubicBezTo>
                  <a:cubicBezTo>
                    <a:pt x="1304" y="1987"/>
                    <a:pt x="1304" y="1971"/>
                    <a:pt x="1369" y="1963"/>
                  </a:cubicBezTo>
                  <a:lnTo>
                    <a:pt x="1369" y="1955"/>
                  </a:lnTo>
                  <a:cubicBezTo>
                    <a:pt x="1369" y="1955"/>
                    <a:pt x="1312" y="1955"/>
                    <a:pt x="1312" y="1947"/>
                  </a:cubicBezTo>
                  <a:lnTo>
                    <a:pt x="1247" y="1947"/>
                  </a:lnTo>
                  <a:cubicBezTo>
                    <a:pt x="1247" y="1938"/>
                    <a:pt x="1247" y="1938"/>
                    <a:pt x="1312" y="1938"/>
                  </a:cubicBezTo>
                  <a:cubicBezTo>
                    <a:pt x="1191" y="1930"/>
                    <a:pt x="1191" y="1930"/>
                    <a:pt x="1312" y="1930"/>
                  </a:cubicBezTo>
                  <a:cubicBezTo>
                    <a:pt x="1255" y="1922"/>
                    <a:pt x="1255" y="1922"/>
                    <a:pt x="1312" y="1922"/>
                  </a:cubicBezTo>
                  <a:cubicBezTo>
                    <a:pt x="1369" y="1922"/>
                    <a:pt x="1377" y="1914"/>
                    <a:pt x="1312" y="1914"/>
                  </a:cubicBezTo>
                  <a:cubicBezTo>
                    <a:pt x="1191" y="1914"/>
                    <a:pt x="1134" y="1906"/>
                    <a:pt x="1255" y="1906"/>
                  </a:cubicBezTo>
                  <a:cubicBezTo>
                    <a:pt x="1255" y="1906"/>
                    <a:pt x="1255" y="1906"/>
                    <a:pt x="1199" y="1898"/>
                  </a:cubicBezTo>
                  <a:cubicBezTo>
                    <a:pt x="1320" y="1890"/>
                    <a:pt x="1320" y="1890"/>
                    <a:pt x="1199" y="1890"/>
                  </a:cubicBezTo>
                  <a:cubicBezTo>
                    <a:pt x="1199" y="1890"/>
                    <a:pt x="1142" y="1882"/>
                    <a:pt x="1199" y="1882"/>
                  </a:cubicBezTo>
                  <a:cubicBezTo>
                    <a:pt x="1264" y="1874"/>
                    <a:pt x="1320" y="1857"/>
                    <a:pt x="1199" y="1857"/>
                  </a:cubicBezTo>
                  <a:lnTo>
                    <a:pt x="1207" y="1849"/>
                  </a:lnTo>
                  <a:cubicBezTo>
                    <a:pt x="1264" y="1849"/>
                    <a:pt x="1264" y="1841"/>
                    <a:pt x="1207" y="1841"/>
                  </a:cubicBezTo>
                  <a:lnTo>
                    <a:pt x="1142" y="1841"/>
                  </a:lnTo>
                  <a:cubicBezTo>
                    <a:pt x="1182" y="1841"/>
                    <a:pt x="1223" y="1833"/>
                    <a:pt x="1264" y="1833"/>
                  </a:cubicBezTo>
                  <a:cubicBezTo>
                    <a:pt x="1264" y="1825"/>
                    <a:pt x="1264" y="1825"/>
                    <a:pt x="1207" y="1825"/>
                  </a:cubicBezTo>
                  <a:cubicBezTo>
                    <a:pt x="1188" y="1828"/>
                    <a:pt x="1175" y="1829"/>
                    <a:pt x="1167" y="1829"/>
                  </a:cubicBezTo>
                  <a:cubicBezTo>
                    <a:pt x="1150" y="1829"/>
                    <a:pt x="1150" y="1825"/>
                    <a:pt x="1150" y="1825"/>
                  </a:cubicBezTo>
                  <a:cubicBezTo>
                    <a:pt x="1191" y="1817"/>
                    <a:pt x="1231" y="1817"/>
                    <a:pt x="1272" y="1817"/>
                  </a:cubicBezTo>
                  <a:cubicBezTo>
                    <a:pt x="1150" y="1817"/>
                    <a:pt x="1150" y="1809"/>
                    <a:pt x="1207" y="1809"/>
                  </a:cubicBezTo>
                  <a:cubicBezTo>
                    <a:pt x="1272" y="1809"/>
                    <a:pt x="1272" y="1809"/>
                    <a:pt x="1272" y="1801"/>
                  </a:cubicBezTo>
                  <a:lnTo>
                    <a:pt x="1272" y="1793"/>
                  </a:lnTo>
                  <a:cubicBezTo>
                    <a:pt x="1272" y="1793"/>
                    <a:pt x="1272" y="1789"/>
                    <a:pt x="1255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2"/>
            <p:cNvSpPr/>
            <p:nvPr/>
          </p:nvSpPr>
          <p:spPr>
            <a:xfrm>
              <a:off x="8658469" y="1800052"/>
              <a:ext cx="42353" cy="45300"/>
            </a:xfrm>
            <a:custGeom>
              <a:avLst/>
              <a:gdLst/>
              <a:ahLst/>
              <a:cxnLst/>
              <a:rect l="l" t="t" r="r" b="b"/>
              <a:pathLst>
                <a:path w="2457" h="2628" extrusionOk="0">
                  <a:moveTo>
                    <a:pt x="724" y="19"/>
                  </a:moveTo>
                  <a:cubicBezTo>
                    <a:pt x="754" y="19"/>
                    <a:pt x="815" y="21"/>
                    <a:pt x="876" y="25"/>
                  </a:cubicBezTo>
                  <a:cubicBezTo>
                    <a:pt x="862" y="28"/>
                    <a:pt x="849" y="29"/>
                    <a:pt x="835" y="29"/>
                  </a:cubicBezTo>
                  <a:cubicBezTo>
                    <a:pt x="808" y="29"/>
                    <a:pt x="781" y="25"/>
                    <a:pt x="754" y="25"/>
                  </a:cubicBezTo>
                  <a:cubicBezTo>
                    <a:pt x="693" y="21"/>
                    <a:pt x="693" y="19"/>
                    <a:pt x="724" y="19"/>
                  </a:cubicBezTo>
                  <a:close/>
                  <a:moveTo>
                    <a:pt x="1407" y="19"/>
                  </a:moveTo>
                  <a:cubicBezTo>
                    <a:pt x="1387" y="19"/>
                    <a:pt x="1366" y="21"/>
                    <a:pt x="1346" y="25"/>
                  </a:cubicBezTo>
                  <a:cubicBezTo>
                    <a:pt x="1360" y="28"/>
                    <a:pt x="1373" y="29"/>
                    <a:pt x="1387" y="29"/>
                  </a:cubicBezTo>
                  <a:cubicBezTo>
                    <a:pt x="1414" y="29"/>
                    <a:pt x="1441" y="25"/>
                    <a:pt x="1468" y="25"/>
                  </a:cubicBezTo>
                  <a:cubicBezTo>
                    <a:pt x="1447" y="21"/>
                    <a:pt x="1427" y="19"/>
                    <a:pt x="1407" y="19"/>
                  </a:cubicBezTo>
                  <a:close/>
                  <a:moveTo>
                    <a:pt x="811" y="455"/>
                  </a:moveTo>
                  <a:cubicBezTo>
                    <a:pt x="852" y="455"/>
                    <a:pt x="892" y="455"/>
                    <a:pt x="933" y="463"/>
                  </a:cubicBezTo>
                  <a:cubicBezTo>
                    <a:pt x="868" y="463"/>
                    <a:pt x="811" y="463"/>
                    <a:pt x="754" y="455"/>
                  </a:cubicBezTo>
                  <a:close/>
                  <a:moveTo>
                    <a:pt x="1095" y="560"/>
                  </a:moveTo>
                  <a:cubicBezTo>
                    <a:pt x="1095" y="560"/>
                    <a:pt x="1151" y="568"/>
                    <a:pt x="1095" y="568"/>
                  </a:cubicBezTo>
                  <a:lnTo>
                    <a:pt x="1038" y="568"/>
                  </a:lnTo>
                  <a:cubicBezTo>
                    <a:pt x="973" y="560"/>
                    <a:pt x="916" y="560"/>
                    <a:pt x="973" y="560"/>
                  </a:cubicBezTo>
                  <a:close/>
                  <a:moveTo>
                    <a:pt x="1014" y="682"/>
                  </a:moveTo>
                  <a:cubicBezTo>
                    <a:pt x="1038" y="682"/>
                    <a:pt x="1054" y="682"/>
                    <a:pt x="1079" y="690"/>
                  </a:cubicBezTo>
                  <a:lnTo>
                    <a:pt x="957" y="690"/>
                  </a:lnTo>
                  <a:cubicBezTo>
                    <a:pt x="973" y="682"/>
                    <a:pt x="997" y="682"/>
                    <a:pt x="1014" y="682"/>
                  </a:cubicBezTo>
                  <a:close/>
                  <a:moveTo>
                    <a:pt x="1135" y="714"/>
                  </a:moveTo>
                  <a:lnTo>
                    <a:pt x="1070" y="722"/>
                  </a:lnTo>
                  <a:lnTo>
                    <a:pt x="1070" y="714"/>
                  </a:lnTo>
                  <a:close/>
                  <a:moveTo>
                    <a:pt x="1163" y="724"/>
                  </a:moveTo>
                  <a:cubicBezTo>
                    <a:pt x="1156" y="724"/>
                    <a:pt x="1156" y="726"/>
                    <a:pt x="1184" y="730"/>
                  </a:cubicBezTo>
                  <a:cubicBezTo>
                    <a:pt x="1184" y="726"/>
                    <a:pt x="1170" y="724"/>
                    <a:pt x="1163" y="724"/>
                  </a:cubicBezTo>
                  <a:close/>
                  <a:moveTo>
                    <a:pt x="1127" y="747"/>
                  </a:moveTo>
                  <a:lnTo>
                    <a:pt x="1070" y="755"/>
                  </a:lnTo>
                  <a:lnTo>
                    <a:pt x="1070" y="747"/>
                  </a:lnTo>
                  <a:close/>
                  <a:moveTo>
                    <a:pt x="1062" y="763"/>
                  </a:moveTo>
                  <a:cubicBezTo>
                    <a:pt x="1095" y="767"/>
                    <a:pt x="1111" y="767"/>
                    <a:pt x="1119" y="767"/>
                  </a:cubicBezTo>
                  <a:cubicBezTo>
                    <a:pt x="1127" y="767"/>
                    <a:pt x="1127" y="767"/>
                    <a:pt x="1127" y="771"/>
                  </a:cubicBezTo>
                  <a:cubicBezTo>
                    <a:pt x="1127" y="775"/>
                    <a:pt x="1127" y="777"/>
                    <a:pt x="1119" y="777"/>
                  </a:cubicBezTo>
                  <a:cubicBezTo>
                    <a:pt x="1111" y="777"/>
                    <a:pt x="1095" y="775"/>
                    <a:pt x="1062" y="771"/>
                  </a:cubicBezTo>
                  <a:cubicBezTo>
                    <a:pt x="1006" y="771"/>
                    <a:pt x="1006" y="763"/>
                    <a:pt x="1062" y="763"/>
                  </a:cubicBezTo>
                  <a:close/>
                  <a:moveTo>
                    <a:pt x="702" y="789"/>
                  </a:moveTo>
                  <a:cubicBezTo>
                    <a:pt x="722" y="789"/>
                    <a:pt x="742" y="791"/>
                    <a:pt x="762" y="795"/>
                  </a:cubicBezTo>
                  <a:lnTo>
                    <a:pt x="641" y="795"/>
                  </a:lnTo>
                  <a:cubicBezTo>
                    <a:pt x="661" y="791"/>
                    <a:pt x="681" y="789"/>
                    <a:pt x="702" y="789"/>
                  </a:cubicBezTo>
                  <a:close/>
                  <a:moveTo>
                    <a:pt x="819" y="828"/>
                  </a:moveTo>
                  <a:lnTo>
                    <a:pt x="754" y="836"/>
                  </a:lnTo>
                  <a:cubicBezTo>
                    <a:pt x="697" y="836"/>
                    <a:pt x="697" y="828"/>
                    <a:pt x="697" y="828"/>
                  </a:cubicBezTo>
                  <a:close/>
                  <a:moveTo>
                    <a:pt x="1022" y="1087"/>
                  </a:moveTo>
                  <a:cubicBezTo>
                    <a:pt x="1054" y="1087"/>
                    <a:pt x="1095" y="1087"/>
                    <a:pt x="1135" y="1095"/>
                  </a:cubicBezTo>
                  <a:lnTo>
                    <a:pt x="1022" y="1095"/>
                  </a:lnTo>
                  <a:lnTo>
                    <a:pt x="1022" y="1087"/>
                  </a:lnTo>
                  <a:close/>
                  <a:moveTo>
                    <a:pt x="1119" y="1209"/>
                  </a:moveTo>
                  <a:cubicBezTo>
                    <a:pt x="1184" y="1209"/>
                    <a:pt x="1176" y="1217"/>
                    <a:pt x="1176" y="1225"/>
                  </a:cubicBezTo>
                  <a:cubicBezTo>
                    <a:pt x="1135" y="1225"/>
                    <a:pt x="1103" y="1225"/>
                    <a:pt x="1062" y="1217"/>
                  </a:cubicBezTo>
                  <a:cubicBezTo>
                    <a:pt x="1062" y="1209"/>
                    <a:pt x="1062" y="1209"/>
                    <a:pt x="1119" y="1209"/>
                  </a:cubicBezTo>
                  <a:close/>
                  <a:moveTo>
                    <a:pt x="665" y="1468"/>
                  </a:moveTo>
                  <a:lnTo>
                    <a:pt x="665" y="1476"/>
                  </a:lnTo>
                  <a:lnTo>
                    <a:pt x="787" y="1476"/>
                  </a:lnTo>
                  <a:cubicBezTo>
                    <a:pt x="746" y="1468"/>
                    <a:pt x="706" y="1468"/>
                    <a:pt x="665" y="1468"/>
                  </a:cubicBezTo>
                  <a:close/>
                  <a:moveTo>
                    <a:pt x="1079" y="1525"/>
                  </a:moveTo>
                  <a:cubicBezTo>
                    <a:pt x="1086" y="1525"/>
                    <a:pt x="1095" y="1525"/>
                    <a:pt x="1105" y="1525"/>
                  </a:cubicBezTo>
                  <a:lnTo>
                    <a:pt x="1105" y="1525"/>
                  </a:lnTo>
                  <a:cubicBezTo>
                    <a:pt x="1105" y="1525"/>
                    <a:pt x="1104" y="1525"/>
                    <a:pt x="1104" y="1525"/>
                  </a:cubicBezTo>
                  <a:close/>
                  <a:moveTo>
                    <a:pt x="1127" y="1598"/>
                  </a:moveTo>
                  <a:lnTo>
                    <a:pt x="1127" y="1606"/>
                  </a:lnTo>
                  <a:lnTo>
                    <a:pt x="1134" y="1606"/>
                  </a:lnTo>
                  <a:cubicBezTo>
                    <a:pt x="1133" y="1603"/>
                    <a:pt x="1133" y="1601"/>
                    <a:pt x="1132" y="1598"/>
                  </a:cubicBezTo>
                  <a:lnTo>
                    <a:pt x="1132" y="1598"/>
                  </a:lnTo>
                  <a:cubicBezTo>
                    <a:pt x="1130" y="1598"/>
                    <a:pt x="1129" y="1598"/>
                    <a:pt x="1127" y="1598"/>
                  </a:cubicBezTo>
                  <a:close/>
                  <a:moveTo>
                    <a:pt x="933" y="1"/>
                  </a:moveTo>
                  <a:cubicBezTo>
                    <a:pt x="852" y="1"/>
                    <a:pt x="770" y="1"/>
                    <a:pt x="689" y="9"/>
                  </a:cubicBezTo>
                  <a:cubicBezTo>
                    <a:pt x="633" y="25"/>
                    <a:pt x="568" y="33"/>
                    <a:pt x="689" y="33"/>
                  </a:cubicBezTo>
                  <a:lnTo>
                    <a:pt x="746" y="33"/>
                  </a:lnTo>
                  <a:cubicBezTo>
                    <a:pt x="730" y="41"/>
                    <a:pt x="706" y="41"/>
                    <a:pt x="689" y="41"/>
                  </a:cubicBezTo>
                  <a:cubicBezTo>
                    <a:pt x="624" y="41"/>
                    <a:pt x="624" y="57"/>
                    <a:pt x="624" y="74"/>
                  </a:cubicBezTo>
                  <a:cubicBezTo>
                    <a:pt x="616" y="90"/>
                    <a:pt x="616" y="98"/>
                    <a:pt x="560" y="98"/>
                  </a:cubicBezTo>
                  <a:cubicBezTo>
                    <a:pt x="495" y="106"/>
                    <a:pt x="495" y="106"/>
                    <a:pt x="495" y="106"/>
                  </a:cubicBezTo>
                  <a:cubicBezTo>
                    <a:pt x="560" y="106"/>
                    <a:pt x="552" y="122"/>
                    <a:pt x="552" y="147"/>
                  </a:cubicBezTo>
                  <a:cubicBezTo>
                    <a:pt x="543" y="171"/>
                    <a:pt x="543" y="187"/>
                    <a:pt x="600" y="187"/>
                  </a:cubicBezTo>
                  <a:lnTo>
                    <a:pt x="600" y="195"/>
                  </a:lnTo>
                  <a:cubicBezTo>
                    <a:pt x="543" y="195"/>
                    <a:pt x="543" y="203"/>
                    <a:pt x="543" y="212"/>
                  </a:cubicBezTo>
                  <a:cubicBezTo>
                    <a:pt x="600" y="220"/>
                    <a:pt x="600" y="220"/>
                    <a:pt x="600" y="220"/>
                  </a:cubicBezTo>
                  <a:cubicBezTo>
                    <a:pt x="543" y="220"/>
                    <a:pt x="535" y="228"/>
                    <a:pt x="535" y="228"/>
                  </a:cubicBezTo>
                  <a:cubicBezTo>
                    <a:pt x="535" y="236"/>
                    <a:pt x="535" y="244"/>
                    <a:pt x="600" y="244"/>
                  </a:cubicBezTo>
                  <a:cubicBezTo>
                    <a:pt x="600" y="244"/>
                    <a:pt x="592" y="268"/>
                    <a:pt x="535" y="276"/>
                  </a:cubicBezTo>
                  <a:cubicBezTo>
                    <a:pt x="470" y="276"/>
                    <a:pt x="535" y="285"/>
                    <a:pt x="592" y="285"/>
                  </a:cubicBezTo>
                  <a:cubicBezTo>
                    <a:pt x="633" y="285"/>
                    <a:pt x="673" y="285"/>
                    <a:pt x="714" y="293"/>
                  </a:cubicBezTo>
                  <a:lnTo>
                    <a:pt x="592" y="293"/>
                  </a:lnTo>
                  <a:cubicBezTo>
                    <a:pt x="560" y="289"/>
                    <a:pt x="543" y="287"/>
                    <a:pt x="535" y="287"/>
                  </a:cubicBezTo>
                  <a:cubicBezTo>
                    <a:pt x="527" y="287"/>
                    <a:pt x="527" y="289"/>
                    <a:pt x="527" y="293"/>
                  </a:cubicBezTo>
                  <a:lnTo>
                    <a:pt x="527" y="301"/>
                  </a:lnTo>
                  <a:cubicBezTo>
                    <a:pt x="592" y="301"/>
                    <a:pt x="584" y="317"/>
                    <a:pt x="584" y="333"/>
                  </a:cubicBezTo>
                  <a:cubicBezTo>
                    <a:pt x="576" y="366"/>
                    <a:pt x="576" y="374"/>
                    <a:pt x="641" y="374"/>
                  </a:cubicBezTo>
                  <a:cubicBezTo>
                    <a:pt x="697" y="374"/>
                    <a:pt x="697" y="374"/>
                    <a:pt x="633" y="390"/>
                  </a:cubicBezTo>
                  <a:cubicBezTo>
                    <a:pt x="454" y="406"/>
                    <a:pt x="454" y="406"/>
                    <a:pt x="511" y="406"/>
                  </a:cubicBezTo>
                  <a:lnTo>
                    <a:pt x="633" y="406"/>
                  </a:lnTo>
                  <a:cubicBezTo>
                    <a:pt x="754" y="406"/>
                    <a:pt x="754" y="406"/>
                    <a:pt x="633" y="414"/>
                  </a:cubicBezTo>
                  <a:cubicBezTo>
                    <a:pt x="511" y="414"/>
                    <a:pt x="568" y="455"/>
                    <a:pt x="681" y="463"/>
                  </a:cubicBezTo>
                  <a:lnTo>
                    <a:pt x="624" y="463"/>
                  </a:lnTo>
                  <a:cubicBezTo>
                    <a:pt x="568" y="463"/>
                    <a:pt x="568" y="463"/>
                    <a:pt x="560" y="479"/>
                  </a:cubicBezTo>
                  <a:lnTo>
                    <a:pt x="560" y="487"/>
                  </a:lnTo>
                  <a:cubicBezTo>
                    <a:pt x="681" y="487"/>
                    <a:pt x="616" y="503"/>
                    <a:pt x="560" y="503"/>
                  </a:cubicBezTo>
                  <a:cubicBezTo>
                    <a:pt x="495" y="503"/>
                    <a:pt x="495" y="503"/>
                    <a:pt x="495" y="512"/>
                  </a:cubicBezTo>
                  <a:cubicBezTo>
                    <a:pt x="616" y="520"/>
                    <a:pt x="552" y="536"/>
                    <a:pt x="495" y="536"/>
                  </a:cubicBezTo>
                  <a:lnTo>
                    <a:pt x="495" y="544"/>
                  </a:lnTo>
                  <a:cubicBezTo>
                    <a:pt x="552" y="544"/>
                    <a:pt x="552" y="552"/>
                    <a:pt x="552" y="552"/>
                  </a:cubicBezTo>
                  <a:cubicBezTo>
                    <a:pt x="552" y="568"/>
                    <a:pt x="552" y="568"/>
                    <a:pt x="608" y="568"/>
                  </a:cubicBezTo>
                  <a:cubicBezTo>
                    <a:pt x="622" y="566"/>
                    <a:pt x="635" y="565"/>
                    <a:pt x="649" y="565"/>
                  </a:cubicBezTo>
                  <a:cubicBezTo>
                    <a:pt x="676" y="565"/>
                    <a:pt x="703" y="568"/>
                    <a:pt x="730" y="568"/>
                  </a:cubicBezTo>
                  <a:lnTo>
                    <a:pt x="673" y="568"/>
                  </a:lnTo>
                  <a:cubicBezTo>
                    <a:pt x="608" y="568"/>
                    <a:pt x="608" y="576"/>
                    <a:pt x="608" y="593"/>
                  </a:cubicBezTo>
                  <a:cubicBezTo>
                    <a:pt x="608" y="609"/>
                    <a:pt x="600" y="609"/>
                    <a:pt x="543" y="617"/>
                  </a:cubicBezTo>
                  <a:lnTo>
                    <a:pt x="600" y="617"/>
                  </a:lnTo>
                  <a:cubicBezTo>
                    <a:pt x="665" y="625"/>
                    <a:pt x="665" y="625"/>
                    <a:pt x="600" y="625"/>
                  </a:cubicBezTo>
                  <a:cubicBezTo>
                    <a:pt x="543" y="625"/>
                    <a:pt x="543" y="641"/>
                    <a:pt x="600" y="649"/>
                  </a:cubicBezTo>
                  <a:cubicBezTo>
                    <a:pt x="479" y="657"/>
                    <a:pt x="479" y="666"/>
                    <a:pt x="592" y="666"/>
                  </a:cubicBezTo>
                  <a:cubicBezTo>
                    <a:pt x="535" y="666"/>
                    <a:pt x="535" y="674"/>
                    <a:pt x="535" y="674"/>
                  </a:cubicBezTo>
                  <a:cubicBezTo>
                    <a:pt x="592" y="682"/>
                    <a:pt x="592" y="690"/>
                    <a:pt x="535" y="690"/>
                  </a:cubicBezTo>
                  <a:lnTo>
                    <a:pt x="535" y="698"/>
                  </a:lnTo>
                  <a:cubicBezTo>
                    <a:pt x="592" y="698"/>
                    <a:pt x="592" y="698"/>
                    <a:pt x="592" y="706"/>
                  </a:cubicBezTo>
                  <a:cubicBezTo>
                    <a:pt x="592" y="706"/>
                    <a:pt x="592" y="714"/>
                    <a:pt x="649" y="714"/>
                  </a:cubicBezTo>
                  <a:cubicBezTo>
                    <a:pt x="706" y="714"/>
                    <a:pt x="706" y="722"/>
                    <a:pt x="706" y="722"/>
                  </a:cubicBezTo>
                  <a:cubicBezTo>
                    <a:pt x="665" y="722"/>
                    <a:pt x="624" y="722"/>
                    <a:pt x="592" y="714"/>
                  </a:cubicBezTo>
                  <a:cubicBezTo>
                    <a:pt x="527" y="714"/>
                    <a:pt x="527" y="722"/>
                    <a:pt x="649" y="730"/>
                  </a:cubicBezTo>
                  <a:cubicBezTo>
                    <a:pt x="606" y="730"/>
                    <a:pt x="566" y="727"/>
                    <a:pt x="561" y="727"/>
                  </a:cubicBezTo>
                  <a:lnTo>
                    <a:pt x="561" y="727"/>
                  </a:lnTo>
                  <a:cubicBezTo>
                    <a:pt x="559" y="727"/>
                    <a:pt x="565" y="728"/>
                    <a:pt x="584" y="730"/>
                  </a:cubicBezTo>
                  <a:cubicBezTo>
                    <a:pt x="584" y="730"/>
                    <a:pt x="584" y="739"/>
                    <a:pt x="649" y="739"/>
                  </a:cubicBezTo>
                  <a:lnTo>
                    <a:pt x="641" y="747"/>
                  </a:lnTo>
                  <a:cubicBezTo>
                    <a:pt x="584" y="755"/>
                    <a:pt x="584" y="755"/>
                    <a:pt x="584" y="763"/>
                  </a:cubicBezTo>
                  <a:cubicBezTo>
                    <a:pt x="519" y="763"/>
                    <a:pt x="519" y="771"/>
                    <a:pt x="641" y="771"/>
                  </a:cubicBezTo>
                  <a:cubicBezTo>
                    <a:pt x="697" y="771"/>
                    <a:pt x="697" y="779"/>
                    <a:pt x="641" y="779"/>
                  </a:cubicBezTo>
                  <a:lnTo>
                    <a:pt x="576" y="779"/>
                  </a:lnTo>
                  <a:cubicBezTo>
                    <a:pt x="641" y="787"/>
                    <a:pt x="641" y="787"/>
                    <a:pt x="641" y="787"/>
                  </a:cubicBezTo>
                  <a:cubicBezTo>
                    <a:pt x="576" y="787"/>
                    <a:pt x="576" y="820"/>
                    <a:pt x="568" y="844"/>
                  </a:cubicBezTo>
                  <a:cubicBezTo>
                    <a:pt x="608" y="852"/>
                    <a:pt x="649" y="852"/>
                    <a:pt x="689" y="852"/>
                  </a:cubicBezTo>
                  <a:cubicBezTo>
                    <a:pt x="511" y="852"/>
                    <a:pt x="511" y="860"/>
                    <a:pt x="689" y="860"/>
                  </a:cubicBezTo>
                  <a:cubicBezTo>
                    <a:pt x="624" y="868"/>
                    <a:pt x="624" y="868"/>
                    <a:pt x="689" y="868"/>
                  </a:cubicBezTo>
                  <a:cubicBezTo>
                    <a:pt x="624" y="876"/>
                    <a:pt x="568" y="876"/>
                    <a:pt x="624" y="876"/>
                  </a:cubicBezTo>
                  <a:cubicBezTo>
                    <a:pt x="624" y="876"/>
                    <a:pt x="624" y="884"/>
                    <a:pt x="568" y="884"/>
                  </a:cubicBezTo>
                  <a:cubicBezTo>
                    <a:pt x="503" y="884"/>
                    <a:pt x="568" y="893"/>
                    <a:pt x="624" y="893"/>
                  </a:cubicBezTo>
                  <a:cubicBezTo>
                    <a:pt x="710" y="898"/>
                    <a:pt x="736" y="904"/>
                    <a:pt x="700" y="904"/>
                  </a:cubicBezTo>
                  <a:cubicBezTo>
                    <a:pt x="685" y="904"/>
                    <a:pt x="660" y="903"/>
                    <a:pt x="624" y="901"/>
                  </a:cubicBezTo>
                  <a:cubicBezTo>
                    <a:pt x="503" y="901"/>
                    <a:pt x="560" y="917"/>
                    <a:pt x="681" y="917"/>
                  </a:cubicBezTo>
                  <a:cubicBezTo>
                    <a:pt x="803" y="925"/>
                    <a:pt x="803" y="925"/>
                    <a:pt x="738" y="925"/>
                  </a:cubicBezTo>
                  <a:cubicBezTo>
                    <a:pt x="719" y="922"/>
                    <a:pt x="706" y="921"/>
                    <a:pt x="698" y="921"/>
                  </a:cubicBezTo>
                  <a:cubicBezTo>
                    <a:pt x="681" y="921"/>
                    <a:pt x="681" y="925"/>
                    <a:pt x="681" y="925"/>
                  </a:cubicBezTo>
                  <a:cubicBezTo>
                    <a:pt x="681" y="925"/>
                    <a:pt x="681" y="933"/>
                    <a:pt x="616" y="933"/>
                  </a:cubicBezTo>
                  <a:cubicBezTo>
                    <a:pt x="616" y="933"/>
                    <a:pt x="616" y="933"/>
                    <a:pt x="681" y="941"/>
                  </a:cubicBezTo>
                  <a:cubicBezTo>
                    <a:pt x="795" y="949"/>
                    <a:pt x="738" y="957"/>
                    <a:pt x="616" y="957"/>
                  </a:cubicBezTo>
                  <a:lnTo>
                    <a:pt x="673" y="966"/>
                  </a:lnTo>
                  <a:cubicBezTo>
                    <a:pt x="795" y="966"/>
                    <a:pt x="852" y="974"/>
                    <a:pt x="730" y="974"/>
                  </a:cubicBezTo>
                  <a:lnTo>
                    <a:pt x="673" y="974"/>
                  </a:lnTo>
                  <a:cubicBezTo>
                    <a:pt x="795" y="974"/>
                    <a:pt x="730" y="990"/>
                    <a:pt x="608" y="990"/>
                  </a:cubicBezTo>
                  <a:lnTo>
                    <a:pt x="730" y="990"/>
                  </a:lnTo>
                  <a:cubicBezTo>
                    <a:pt x="730" y="998"/>
                    <a:pt x="730" y="998"/>
                    <a:pt x="665" y="998"/>
                  </a:cubicBezTo>
                  <a:cubicBezTo>
                    <a:pt x="608" y="998"/>
                    <a:pt x="552" y="1006"/>
                    <a:pt x="608" y="1006"/>
                  </a:cubicBezTo>
                  <a:cubicBezTo>
                    <a:pt x="608" y="1006"/>
                    <a:pt x="608" y="1006"/>
                    <a:pt x="543" y="1014"/>
                  </a:cubicBezTo>
                  <a:cubicBezTo>
                    <a:pt x="543" y="1014"/>
                    <a:pt x="543" y="1014"/>
                    <a:pt x="543" y="1022"/>
                  </a:cubicBezTo>
                  <a:cubicBezTo>
                    <a:pt x="608" y="1022"/>
                    <a:pt x="600" y="1030"/>
                    <a:pt x="543" y="1030"/>
                  </a:cubicBezTo>
                  <a:cubicBezTo>
                    <a:pt x="543" y="1030"/>
                    <a:pt x="543" y="1039"/>
                    <a:pt x="600" y="1039"/>
                  </a:cubicBezTo>
                  <a:cubicBezTo>
                    <a:pt x="600" y="1047"/>
                    <a:pt x="600" y="1055"/>
                    <a:pt x="543" y="1055"/>
                  </a:cubicBezTo>
                  <a:cubicBezTo>
                    <a:pt x="600" y="1055"/>
                    <a:pt x="600" y="1055"/>
                    <a:pt x="600" y="1063"/>
                  </a:cubicBezTo>
                  <a:cubicBezTo>
                    <a:pt x="657" y="1063"/>
                    <a:pt x="657" y="1063"/>
                    <a:pt x="657" y="1071"/>
                  </a:cubicBezTo>
                  <a:cubicBezTo>
                    <a:pt x="657" y="1071"/>
                    <a:pt x="600" y="1079"/>
                    <a:pt x="600" y="1087"/>
                  </a:cubicBezTo>
                  <a:cubicBezTo>
                    <a:pt x="596" y="1091"/>
                    <a:pt x="594" y="1093"/>
                    <a:pt x="601" y="1093"/>
                  </a:cubicBezTo>
                  <a:cubicBezTo>
                    <a:pt x="608" y="1093"/>
                    <a:pt x="624" y="1091"/>
                    <a:pt x="657" y="1087"/>
                  </a:cubicBezTo>
                  <a:cubicBezTo>
                    <a:pt x="657" y="1087"/>
                    <a:pt x="714" y="1087"/>
                    <a:pt x="657" y="1095"/>
                  </a:cubicBezTo>
                  <a:cubicBezTo>
                    <a:pt x="657" y="1095"/>
                    <a:pt x="592" y="1103"/>
                    <a:pt x="592" y="1120"/>
                  </a:cubicBezTo>
                  <a:cubicBezTo>
                    <a:pt x="592" y="1128"/>
                    <a:pt x="592" y="1128"/>
                    <a:pt x="649" y="1128"/>
                  </a:cubicBezTo>
                  <a:cubicBezTo>
                    <a:pt x="527" y="1136"/>
                    <a:pt x="527" y="1144"/>
                    <a:pt x="592" y="1144"/>
                  </a:cubicBezTo>
                  <a:lnTo>
                    <a:pt x="649" y="1144"/>
                  </a:lnTo>
                  <a:cubicBezTo>
                    <a:pt x="592" y="1144"/>
                    <a:pt x="592" y="1152"/>
                    <a:pt x="649" y="1160"/>
                  </a:cubicBezTo>
                  <a:lnTo>
                    <a:pt x="584" y="1160"/>
                  </a:lnTo>
                  <a:lnTo>
                    <a:pt x="584" y="1168"/>
                  </a:lnTo>
                  <a:cubicBezTo>
                    <a:pt x="706" y="1168"/>
                    <a:pt x="641" y="1193"/>
                    <a:pt x="584" y="1193"/>
                  </a:cubicBezTo>
                  <a:cubicBezTo>
                    <a:pt x="584" y="1193"/>
                    <a:pt x="584" y="1193"/>
                    <a:pt x="641" y="1201"/>
                  </a:cubicBezTo>
                  <a:cubicBezTo>
                    <a:pt x="762" y="1201"/>
                    <a:pt x="762" y="1209"/>
                    <a:pt x="641" y="1209"/>
                  </a:cubicBezTo>
                  <a:cubicBezTo>
                    <a:pt x="697" y="1209"/>
                    <a:pt x="697" y="1225"/>
                    <a:pt x="576" y="1225"/>
                  </a:cubicBezTo>
                  <a:lnTo>
                    <a:pt x="462" y="1225"/>
                  </a:lnTo>
                  <a:cubicBezTo>
                    <a:pt x="519" y="1225"/>
                    <a:pt x="519" y="1233"/>
                    <a:pt x="519" y="1233"/>
                  </a:cubicBezTo>
                  <a:cubicBezTo>
                    <a:pt x="576" y="1233"/>
                    <a:pt x="576" y="1233"/>
                    <a:pt x="576" y="1241"/>
                  </a:cubicBezTo>
                  <a:cubicBezTo>
                    <a:pt x="576" y="1247"/>
                    <a:pt x="603" y="1252"/>
                    <a:pt x="619" y="1258"/>
                  </a:cubicBezTo>
                  <a:lnTo>
                    <a:pt x="619" y="1258"/>
                  </a:lnTo>
                  <a:cubicBezTo>
                    <a:pt x="632" y="1257"/>
                    <a:pt x="645" y="1257"/>
                    <a:pt x="658" y="1257"/>
                  </a:cubicBezTo>
                  <a:cubicBezTo>
                    <a:pt x="668" y="1257"/>
                    <a:pt x="679" y="1257"/>
                    <a:pt x="689" y="1257"/>
                  </a:cubicBezTo>
                  <a:cubicBezTo>
                    <a:pt x="849" y="1266"/>
                    <a:pt x="967" y="1333"/>
                    <a:pt x="1044" y="1428"/>
                  </a:cubicBezTo>
                  <a:lnTo>
                    <a:pt x="1044" y="1428"/>
                  </a:lnTo>
                  <a:cubicBezTo>
                    <a:pt x="1039" y="1428"/>
                    <a:pt x="1035" y="1428"/>
                    <a:pt x="1030" y="1428"/>
                  </a:cubicBezTo>
                  <a:lnTo>
                    <a:pt x="1030" y="1436"/>
                  </a:lnTo>
                  <a:lnTo>
                    <a:pt x="1050" y="1436"/>
                  </a:lnTo>
                  <a:cubicBezTo>
                    <a:pt x="1048" y="1433"/>
                    <a:pt x="1046" y="1430"/>
                    <a:pt x="1044" y="1428"/>
                  </a:cubicBezTo>
                  <a:lnTo>
                    <a:pt x="1044" y="1428"/>
                  </a:lnTo>
                  <a:cubicBezTo>
                    <a:pt x="1080" y="1428"/>
                    <a:pt x="1116" y="1429"/>
                    <a:pt x="1151" y="1436"/>
                  </a:cubicBezTo>
                  <a:lnTo>
                    <a:pt x="1050" y="1436"/>
                  </a:lnTo>
                  <a:cubicBezTo>
                    <a:pt x="1072" y="1464"/>
                    <a:pt x="1090" y="1493"/>
                    <a:pt x="1104" y="1525"/>
                  </a:cubicBezTo>
                  <a:lnTo>
                    <a:pt x="1257" y="1525"/>
                  </a:lnTo>
                  <a:cubicBezTo>
                    <a:pt x="1257" y="1528"/>
                    <a:pt x="1243" y="1529"/>
                    <a:pt x="1223" y="1529"/>
                  </a:cubicBezTo>
                  <a:cubicBezTo>
                    <a:pt x="1191" y="1529"/>
                    <a:pt x="1142" y="1526"/>
                    <a:pt x="1105" y="1525"/>
                  </a:cubicBezTo>
                  <a:lnTo>
                    <a:pt x="1105" y="1525"/>
                  </a:lnTo>
                  <a:cubicBezTo>
                    <a:pt x="1115" y="1549"/>
                    <a:pt x="1125" y="1573"/>
                    <a:pt x="1132" y="1598"/>
                  </a:cubicBezTo>
                  <a:lnTo>
                    <a:pt x="1132" y="1598"/>
                  </a:lnTo>
                  <a:cubicBezTo>
                    <a:pt x="1170" y="1598"/>
                    <a:pt x="1202" y="1598"/>
                    <a:pt x="1241" y="1606"/>
                  </a:cubicBezTo>
                  <a:lnTo>
                    <a:pt x="1134" y="1606"/>
                  </a:lnTo>
                  <a:cubicBezTo>
                    <a:pt x="1135" y="1609"/>
                    <a:pt x="1136" y="1612"/>
                    <a:pt x="1136" y="1615"/>
                  </a:cubicBezTo>
                  <a:lnTo>
                    <a:pt x="1136" y="1615"/>
                  </a:lnTo>
                  <a:cubicBezTo>
                    <a:pt x="1147" y="1614"/>
                    <a:pt x="1161" y="1614"/>
                    <a:pt x="1176" y="1614"/>
                  </a:cubicBezTo>
                  <a:lnTo>
                    <a:pt x="1241" y="1614"/>
                  </a:lnTo>
                  <a:cubicBezTo>
                    <a:pt x="1241" y="1614"/>
                    <a:pt x="1241" y="1606"/>
                    <a:pt x="1297" y="1606"/>
                  </a:cubicBezTo>
                  <a:cubicBezTo>
                    <a:pt x="1419" y="1598"/>
                    <a:pt x="1362" y="1590"/>
                    <a:pt x="1306" y="1590"/>
                  </a:cubicBezTo>
                  <a:cubicBezTo>
                    <a:pt x="1265" y="1593"/>
                    <a:pt x="1244" y="1593"/>
                    <a:pt x="1237" y="1593"/>
                  </a:cubicBezTo>
                  <a:cubicBezTo>
                    <a:pt x="1223" y="1593"/>
                    <a:pt x="1262" y="1590"/>
                    <a:pt x="1306" y="1590"/>
                  </a:cubicBezTo>
                  <a:cubicBezTo>
                    <a:pt x="1362" y="1590"/>
                    <a:pt x="1419" y="1582"/>
                    <a:pt x="1362" y="1582"/>
                  </a:cubicBezTo>
                  <a:cubicBezTo>
                    <a:pt x="1306" y="1582"/>
                    <a:pt x="1249" y="1566"/>
                    <a:pt x="1370" y="1566"/>
                  </a:cubicBezTo>
                  <a:lnTo>
                    <a:pt x="1370" y="1557"/>
                  </a:lnTo>
                  <a:cubicBezTo>
                    <a:pt x="1306" y="1557"/>
                    <a:pt x="1306" y="1549"/>
                    <a:pt x="1306" y="1541"/>
                  </a:cubicBezTo>
                  <a:cubicBezTo>
                    <a:pt x="1314" y="1541"/>
                    <a:pt x="1314" y="1533"/>
                    <a:pt x="1370" y="1533"/>
                  </a:cubicBezTo>
                  <a:cubicBezTo>
                    <a:pt x="1387" y="1535"/>
                    <a:pt x="1399" y="1536"/>
                    <a:pt x="1406" y="1536"/>
                  </a:cubicBezTo>
                  <a:cubicBezTo>
                    <a:pt x="1422" y="1536"/>
                    <a:pt x="1411" y="1531"/>
                    <a:pt x="1370" y="1525"/>
                  </a:cubicBezTo>
                  <a:cubicBezTo>
                    <a:pt x="1370" y="1525"/>
                    <a:pt x="1249" y="1525"/>
                    <a:pt x="1249" y="1517"/>
                  </a:cubicBezTo>
                  <a:cubicBezTo>
                    <a:pt x="1216" y="1517"/>
                    <a:pt x="1176" y="1517"/>
                    <a:pt x="1135" y="1509"/>
                  </a:cubicBezTo>
                  <a:lnTo>
                    <a:pt x="1257" y="1509"/>
                  </a:lnTo>
                  <a:cubicBezTo>
                    <a:pt x="1314" y="1501"/>
                    <a:pt x="1314" y="1501"/>
                    <a:pt x="1314" y="1493"/>
                  </a:cubicBezTo>
                  <a:cubicBezTo>
                    <a:pt x="1314" y="1484"/>
                    <a:pt x="1322" y="1484"/>
                    <a:pt x="1257" y="1476"/>
                  </a:cubicBezTo>
                  <a:cubicBezTo>
                    <a:pt x="1379" y="1476"/>
                    <a:pt x="1379" y="1460"/>
                    <a:pt x="1265" y="1452"/>
                  </a:cubicBezTo>
                  <a:cubicBezTo>
                    <a:pt x="1200" y="1452"/>
                    <a:pt x="1200" y="1452"/>
                    <a:pt x="1265" y="1444"/>
                  </a:cubicBezTo>
                  <a:cubicBezTo>
                    <a:pt x="1208" y="1436"/>
                    <a:pt x="1265" y="1436"/>
                    <a:pt x="1322" y="1436"/>
                  </a:cubicBezTo>
                  <a:cubicBezTo>
                    <a:pt x="1443" y="1428"/>
                    <a:pt x="1443" y="1428"/>
                    <a:pt x="1387" y="1420"/>
                  </a:cubicBezTo>
                  <a:cubicBezTo>
                    <a:pt x="1330" y="1420"/>
                    <a:pt x="1330" y="1411"/>
                    <a:pt x="1330" y="1411"/>
                  </a:cubicBezTo>
                  <a:cubicBezTo>
                    <a:pt x="1301" y="1406"/>
                    <a:pt x="1273" y="1400"/>
                    <a:pt x="1244" y="1400"/>
                  </a:cubicBezTo>
                  <a:cubicBezTo>
                    <a:pt x="1232" y="1400"/>
                    <a:pt x="1220" y="1401"/>
                    <a:pt x="1208" y="1403"/>
                  </a:cubicBezTo>
                  <a:cubicBezTo>
                    <a:pt x="1190" y="1403"/>
                    <a:pt x="1170" y="1402"/>
                    <a:pt x="1152" y="1401"/>
                  </a:cubicBezTo>
                  <a:lnTo>
                    <a:pt x="1152" y="1401"/>
                  </a:lnTo>
                  <a:cubicBezTo>
                    <a:pt x="1171" y="1401"/>
                    <a:pt x="1190" y="1399"/>
                    <a:pt x="1208" y="1395"/>
                  </a:cubicBezTo>
                  <a:cubicBezTo>
                    <a:pt x="1273" y="1395"/>
                    <a:pt x="1273" y="1387"/>
                    <a:pt x="1273" y="1379"/>
                  </a:cubicBezTo>
                  <a:cubicBezTo>
                    <a:pt x="1273" y="1379"/>
                    <a:pt x="1273" y="1371"/>
                    <a:pt x="1273" y="1371"/>
                  </a:cubicBezTo>
                  <a:cubicBezTo>
                    <a:pt x="1338" y="1363"/>
                    <a:pt x="1338" y="1355"/>
                    <a:pt x="1273" y="1355"/>
                  </a:cubicBezTo>
                  <a:lnTo>
                    <a:pt x="1216" y="1355"/>
                  </a:lnTo>
                  <a:cubicBezTo>
                    <a:pt x="1338" y="1355"/>
                    <a:pt x="1338" y="1322"/>
                    <a:pt x="1224" y="1314"/>
                  </a:cubicBezTo>
                  <a:lnTo>
                    <a:pt x="1281" y="1314"/>
                  </a:lnTo>
                  <a:cubicBezTo>
                    <a:pt x="1338" y="1314"/>
                    <a:pt x="1338" y="1314"/>
                    <a:pt x="1338" y="1306"/>
                  </a:cubicBezTo>
                  <a:cubicBezTo>
                    <a:pt x="1338" y="1306"/>
                    <a:pt x="1281" y="1290"/>
                    <a:pt x="1289" y="1282"/>
                  </a:cubicBezTo>
                  <a:cubicBezTo>
                    <a:pt x="1289" y="1274"/>
                    <a:pt x="1289" y="1266"/>
                    <a:pt x="1233" y="1266"/>
                  </a:cubicBezTo>
                  <a:cubicBezTo>
                    <a:pt x="1233" y="1257"/>
                    <a:pt x="1233" y="1257"/>
                    <a:pt x="1289" y="1257"/>
                  </a:cubicBezTo>
                  <a:cubicBezTo>
                    <a:pt x="1308" y="1260"/>
                    <a:pt x="1321" y="1261"/>
                    <a:pt x="1329" y="1261"/>
                  </a:cubicBezTo>
                  <a:cubicBezTo>
                    <a:pt x="1346" y="1261"/>
                    <a:pt x="1346" y="1257"/>
                    <a:pt x="1346" y="1257"/>
                  </a:cubicBezTo>
                  <a:cubicBezTo>
                    <a:pt x="1314" y="1249"/>
                    <a:pt x="1273" y="1249"/>
                    <a:pt x="1233" y="1249"/>
                  </a:cubicBezTo>
                  <a:cubicBezTo>
                    <a:pt x="1168" y="1249"/>
                    <a:pt x="1168" y="1249"/>
                    <a:pt x="1233" y="1241"/>
                  </a:cubicBezTo>
                  <a:cubicBezTo>
                    <a:pt x="1289" y="1233"/>
                    <a:pt x="1297" y="1225"/>
                    <a:pt x="1233" y="1217"/>
                  </a:cubicBezTo>
                  <a:cubicBezTo>
                    <a:pt x="1233" y="1217"/>
                    <a:pt x="1233" y="1209"/>
                    <a:pt x="1297" y="1209"/>
                  </a:cubicBezTo>
                  <a:cubicBezTo>
                    <a:pt x="1354" y="1209"/>
                    <a:pt x="1419" y="1201"/>
                    <a:pt x="1297" y="1201"/>
                  </a:cubicBezTo>
                  <a:cubicBezTo>
                    <a:pt x="1297" y="1193"/>
                    <a:pt x="1297" y="1193"/>
                    <a:pt x="1362" y="1193"/>
                  </a:cubicBezTo>
                  <a:cubicBezTo>
                    <a:pt x="1419" y="1193"/>
                    <a:pt x="1476" y="1193"/>
                    <a:pt x="1362" y="1184"/>
                  </a:cubicBezTo>
                  <a:cubicBezTo>
                    <a:pt x="1297" y="1184"/>
                    <a:pt x="1306" y="1168"/>
                    <a:pt x="1362" y="1168"/>
                  </a:cubicBezTo>
                  <a:cubicBezTo>
                    <a:pt x="1362" y="1160"/>
                    <a:pt x="1362" y="1160"/>
                    <a:pt x="1306" y="1160"/>
                  </a:cubicBezTo>
                  <a:lnTo>
                    <a:pt x="1241" y="1160"/>
                  </a:lnTo>
                  <a:cubicBezTo>
                    <a:pt x="1362" y="1160"/>
                    <a:pt x="1362" y="1160"/>
                    <a:pt x="1249" y="1152"/>
                  </a:cubicBezTo>
                  <a:cubicBezTo>
                    <a:pt x="1306" y="1144"/>
                    <a:pt x="1306" y="1144"/>
                    <a:pt x="1306" y="1144"/>
                  </a:cubicBezTo>
                  <a:cubicBezTo>
                    <a:pt x="1306" y="1144"/>
                    <a:pt x="1249" y="1128"/>
                    <a:pt x="1249" y="1111"/>
                  </a:cubicBezTo>
                  <a:cubicBezTo>
                    <a:pt x="1257" y="1087"/>
                    <a:pt x="1257" y="1079"/>
                    <a:pt x="1200" y="1079"/>
                  </a:cubicBezTo>
                  <a:cubicBezTo>
                    <a:pt x="1135" y="1071"/>
                    <a:pt x="1135" y="1071"/>
                    <a:pt x="1200" y="1071"/>
                  </a:cubicBezTo>
                  <a:cubicBezTo>
                    <a:pt x="1257" y="1071"/>
                    <a:pt x="1257" y="1063"/>
                    <a:pt x="1257" y="1063"/>
                  </a:cubicBezTo>
                  <a:cubicBezTo>
                    <a:pt x="1257" y="1055"/>
                    <a:pt x="1257" y="1055"/>
                    <a:pt x="1322" y="1055"/>
                  </a:cubicBezTo>
                  <a:cubicBezTo>
                    <a:pt x="1257" y="1055"/>
                    <a:pt x="1257" y="1055"/>
                    <a:pt x="1257" y="1047"/>
                  </a:cubicBezTo>
                  <a:cubicBezTo>
                    <a:pt x="1322" y="1047"/>
                    <a:pt x="1322" y="1047"/>
                    <a:pt x="1257" y="1039"/>
                  </a:cubicBezTo>
                  <a:cubicBezTo>
                    <a:pt x="1322" y="1039"/>
                    <a:pt x="1379" y="1030"/>
                    <a:pt x="1322" y="1030"/>
                  </a:cubicBezTo>
                  <a:cubicBezTo>
                    <a:pt x="1265" y="1030"/>
                    <a:pt x="1265" y="1030"/>
                    <a:pt x="1200" y="1022"/>
                  </a:cubicBezTo>
                  <a:cubicBezTo>
                    <a:pt x="1200" y="1022"/>
                    <a:pt x="1208" y="1014"/>
                    <a:pt x="1265" y="1014"/>
                  </a:cubicBezTo>
                  <a:cubicBezTo>
                    <a:pt x="1322" y="1014"/>
                    <a:pt x="1265" y="998"/>
                    <a:pt x="1208" y="998"/>
                  </a:cubicBezTo>
                  <a:cubicBezTo>
                    <a:pt x="1151" y="998"/>
                    <a:pt x="1151" y="990"/>
                    <a:pt x="1208" y="990"/>
                  </a:cubicBezTo>
                  <a:lnTo>
                    <a:pt x="1265" y="990"/>
                  </a:lnTo>
                  <a:cubicBezTo>
                    <a:pt x="1208" y="982"/>
                    <a:pt x="1265" y="982"/>
                    <a:pt x="1330" y="982"/>
                  </a:cubicBezTo>
                  <a:cubicBezTo>
                    <a:pt x="1346" y="984"/>
                    <a:pt x="1358" y="985"/>
                    <a:pt x="1367" y="985"/>
                  </a:cubicBezTo>
                  <a:cubicBezTo>
                    <a:pt x="1387" y="985"/>
                    <a:pt x="1387" y="979"/>
                    <a:pt x="1387" y="974"/>
                  </a:cubicBezTo>
                  <a:cubicBezTo>
                    <a:pt x="1330" y="974"/>
                    <a:pt x="1330" y="966"/>
                    <a:pt x="1330" y="949"/>
                  </a:cubicBezTo>
                  <a:cubicBezTo>
                    <a:pt x="1338" y="933"/>
                    <a:pt x="1273" y="933"/>
                    <a:pt x="1160" y="925"/>
                  </a:cubicBezTo>
                  <a:lnTo>
                    <a:pt x="1338" y="925"/>
                  </a:lnTo>
                  <a:cubicBezTo>
                    <a:pt x="1297" y="917"/>
                    <a:pt x="1257" y="917"/>
                    <a:pt x="1216" y="917"/>
                  </a:cubicBezTo>
                  <a:cubicBezTo>
                    <a:pt x="1160" y="917"/>
                    <a:pt x="1160" y="917"/>
                    <a:pt x="1216" y="909"/>
                  </a:cubicBezTo>
                  <a:cubicBezTo>
                    <a:pt x="1281" y="901"/>
                    <a:pt x="1281" y="901"/>
                    <a:pt x="1224" y="901"/>
                  </a:cubicBezTo>
                  <a:cubicBezTo>
                    <a:pt x="1224" y="893"/>
                    <a:pt x="1224" y="893"/>
                    <a:pt x="1281" y="884"/>
                  </a:cubicBezTo>
                  <a:lnTo>
                    <a:pt x="1224" y="884"/>
                  </a:lnTo>
                  <a:cubicBezTo>
                    <a:pt x="1168" y="884"/>
                    <a:pt x="1168" y="884"/>
                    <a:pt x="1224" y="876"/>
                  </a:cubicBezTo>
                  <a:cubicBezTo>
                    <a:pt x="1346" y="876"/>
                    <a:pt x="1346" y="868"/>
                    <a:pt x="1289" y="868"/>
                  </a:cubicBezTo>
                  <a:cubicBezTo>
                    <a:pt x="1224" y="868"/>
                    <a:pt x="1224" y="860"/>
                    <a:pt x="1224" y="860"/>
                  </a:cubicBezTo>
                  <a:cubicBezTo>
                    <a:pt x="1224" y="860"/>
                    <a:pt x="1224" y="852"/>
                    <a:pt x="1168" y="852"/>
                  </a:cubicBezTo>
                  <a:lnTo>
                    <a:pt x="1168" y="844"/>
                  </a:lnTo>
                  <a:lnTo>
                    <a:pt x="1289" y="844"/>
                  </a:lnTo>
                  <a:cubicBezTo>
                    <a:pt x="1289" y="836"/>
                    <a:pt x="1289" y="836"/>
                    <a:pt x="1233" y="836"/>
                  </a:cubicBezTo>
                  <a:cubicBezTo>
                    <a:pt x="1111" y="828"/>
                    <a:pt x="1111" y="828"/>
                    <a:pt x="1233" y="828"/>
                  </a:cubicBezTo>
                  <a:cubicBezTo>
                    <a:pt x="1289" y="828"/>
                    <a:pt x="1354" y="828"/>
                    <a:pt x="1289" y="820"/>
                  </a:cubicBezTo>
                  <a:lnTo>
                    <a:pt x="1297" y="820"/>
                  </a:lnTo>
                  <a:cubicBezTo>
                    <a:pt x="1411" y="820"/>
                    <a:pt x="1411" y="820"/>
                    <a:pt x="1297" y="803"/>
                  </a:cubicBezTo>
                  <a:cubicBezTo>
                    <a:pt x="1297" y="803"/>
                    <a:pt x="1241" y="787"/>
                    <a:pt x="1241" y="779"/>
                  </a:cubicBezTo>
                  <a:cubicBezTo>
                    <a:pt x="1241" y="763"/>
                    <a:pt x="1241" y="763"/>
                    <a:pt x="1306" y="755"/>
                  </a:cubicBezTo>
                  <a:lnTo>
                    <a:pt x="1362" y="755"/>
                  </a:lnTo>
                  <a:cubicBezTo>
                    <a:pt x="1241" y="755"/>
                    <a:pt x="1241" y="755"/>
                    <a:pt x="1241" y="747"/>
                  </a:cubicBezTo>
                  <a:cubicBezTo>
                    <a:pt x="1306" y="739"/>
                    <a:pt x="1249" y="730"/>
                    <a:pt x="1184" y="730"/>
                  </a:cubicBezTo>
                  <a:cubicBezTo>
                    <a:pt x="1070" y="730"/>
                    <a:pt x="1070" y="730"/>
                    <a:pt x="1127" y="722"/>
                  </a:cubicBezTo>
                  <a:lnTo>
                    <a:pt x="1249" y="722"/>
                  </a:lnTo>
                  <a:cubicBezTo>
                    <a:pt x="1289" y="722"/>
                    <a:pt x="1330" y="722"/>
                    <a:pt x="1370" y="714"/>
                  </a:cubicBezTo>
                  <a:cubicBezTo>
                    <a:pt x="1370" y="714"/>
                    <a:pt x="1370" y="711"/>
                    <a:pt x="1351" y="711"/>
                  </a:cubicBezTo>
                  <a:cubicBezTo>
                    <a:pt x="1342" y="711"/>
                    <a:pt x="1327" y="712"/>
                    <a:pt x="1306" y="714"/>
                  </a:cubicBezTo>
                  <a:cubicBezTo>
                    <a:pt x="1249" y="714"/>
                    <a:pt x="1249" y="714"/>
                    <a:pt x="1249" y="706"/>
                  </a:cubicBezTo>
                  <a:cubicBezTo>
                    <a:pt x="1249" y="706"/>
                    <a:pt x="1249" y="698"/>
                    <a:pt x="1192" y="698"/>
                  </a:cubicBezTo>
                  <a:cubicBezTo>
                    <a:pt x="1127" y="698"/>
                    <a:pt x="1135" y="698"/>
                    <a:pt x="1135" y="690"/>
                  </a:cubicBezTo>
                  <a:cubicBezTo>
                    <a:pt x="1192" y="690"/>
                    <a:pt x="1192" y="682"/>
                    <a:pt x="1192" y="682"/>
                  </a:cubicBezTo>
                  <a:lnTo>
                    <a:pt x="1370" y="682"/>
                  </a:lnTo>
                  <a:cubicBezTo>
                    <a:pt x="1354" y="674"/>
                    <a:pt x="1330" y="674"/>
                    <a:pt x="1314" y="674"/>
                  </a:cubicBezTo>
                  <a:cubicBezTo>
                    <a:pt x="1257" y="674"/>
                    <a:pt x="1265" y="601"/>
                    <a:pt x="1265" y="593"/>
                  </a:cubicBezTo>
                  <a:cubicBezTo>
                    <a:pt x="1311" y="587"/>
                    <a:pt x="1324" y="581"/>
                    <a:pt x="1305" y="581"/>
                  </a:cubicBezTo>
                  <a:cubicBezTo>
                    <a:pt x="1297" y="581"/>
                    <a:pt x="1284" y="582"/>
                    <a:pt x="1265" y="584"/>
                  </a:cubicBezTo>
                  <a:cubicBezTo>
                    <a:pt x="1208" y="584"/>
                    <a:pt x="1208" y="568"/>
                    <a:pt x="1216" y="544"/>
                  </a:cubicBezTo>
                  <a:cubicBezTo>
                    <a:pt x="1216" y="528"/>
                    <a:pt x="1216" y="512"/>
                    <a:pt x="1160" y="512"/>
                  </a:cubicBezTo>
                  <a:lnTo>
                    <a:pt x="1160" y="503"/>
                  </a:lnTo>
                  <a:cubicBezTo>
                    <a:pt x="1160" y="495"/>
                    <a:pt x="1103" y="487"/>
                    <a:pt x="1103" y="487"/>
                  </a:cubicBezTo>
                  <a:cubicBezTo>
                    <a:pt x="1046" y="479"/>
                    <a:pt x="1046" y="479"/>
                    <a:pt x="1103" y="479"/>
                  </a:cubicBezTo>
                  <a:cubicBezTo>
                    <a:pt x="1116" y="482"/>
                    <a:pt x="1130" y="483"/>
                    <a:pt x="1143" y="483"/>
                  </a:cubicBezTo>
                  <a:cubicBezTo>
                    <a:pt x="1170" y="483"/>
                    <a:pt x="1197" y="479"/>
                    <a:pt x="1224" y="479"/>
                  </a:cubicBezTo>
                  <a:cubicBezTo>
                    <a:pt x="1184" y="471"/>
                    <a:pt x="1143" y="471"/>
                    <a:pt x="1103" y="471"/>
                  </a:cubicBezTo>
                  <a:lnTo>
                    <a:pt x="1046" y="471"/>
                  </a:lnTo>
                  <a:cubicBezTo>
                    <a:pt x="1046" y="463"/>
                    <a:pt x="1046" y="463"/>
                    <a:pt x="1103" y="463"/>
                  </a:cubicBezTo>
                  <a:lnTo>
                    <a:pt x="1168" y="463"/>
                  </a:lnTo>
                  <a:cubicBezTo>
                    <a:pt x="1168" y="455"/>
                    <a:pt x="1168" y="455"/>
                    <a:pt x="1281" y="455"/>
                  </a:cubicBezTo>
                  <a:lnTo>
                    <a:pt x="1289" y="455"/>
                  </a:lnTo>
                  <a:lnTo>
                    <a:pt x="1224" y="447"/>
                  </a:lnTo>
                  <a:cubicBezTo>
                    <a:pt x="1346" y="439"/>
                    <a:pt x="1224" y="439"/>
                    <a:pt x="1168" y="430"/>
                  </a:cubicBezTo>
                  <a:cubicBezTo>
                    <a:pt x="1289" y="430"/>
                    <a:pt x="1289" y="430"/>
                    <a:pt x="1168" y="422"/>
                  </a:cubicBezTo>
                  <a:cubicBezTo>
                    <a:pt x="1111" y="422"/>
                    <a:pt x="1111" y="422"/>
                    <a:pt x="1168" y="414"/>
                  </a:cubicBezTo>
                  <a:cubicBezTo>
                    <a:pt x="1233" y="414"/>
                    <a:pt x="1233" y="414"/>
                    <a:pt x="1233" y="406"/>
                  </a:cubicBezTo>
                  <a:cubicBezTo>
                    <a:pt x="1176" y="398"/>
                    <a:pt x="1176" y="382"/>
                    <a:pt x="1176" y="357"/>
                  </a:cubicBezTo>
                  <a:cubicBezTo>
                    <a:pt x="1184" y="325"/>
                    <a:pt x="1184" y="309"/>
                    <a:pt x="1127" y="309"/>
                  </a:cubicBezTo>
                  <a:cubicBezTo>
                    <a:pt x="1127" y="309"/>
                    <a:pt x="1127" y="309"/>
                    <a:pt x="1184" y="301"/>
                  </a:cubicBezTo>
                  <a:cubicBezTo>
                    <a:pt x="1249" y="301"/>
                    <a:pt x="1249" y="301"/>
                    <a:pt x="1127" y="293"/>
                  </a:cubicBezTo>
                  <a:cubicBezTo>
                    <a:pt x="1192" y="293"/>
                    <a:pt x="1192" y="285"/>
                    <a:pt x="1192" y="276"/>
                  </a:cubicBezTo>
                  <a:cubicBezTo>
                    <a:pt x="1192" y="268"/>
                    <a:pt x="1192" y="252"/>
                    <a:pt x="1135" y="252"/>
                  </a:cubicBezTo>
                  <a:cubicBezTo>
                    <a:pt x="1257" y="252"/>
                    <a:pt x="1314" y="236"/>
                    <a:pt x="1200" y="228"/>
                  </a:cubicBezTo>
                  <a:cubicBezTo>
                    <a:pt x="1200" y="228"/>
                    <a:pt x="1200" y="220"/>
                    <a:pt x="1257" y="220"/>
                  </a:cubicBezTo>
                  <a:cubicBezTo>
                    <a:pt x="1257" y="220"/>
                    <a:pt x="1257" y="220"/>
                    <a:pt x="1200" y="203"/>
                  </a:cubicBezTo>
                  <a:cubicBezTo>
                    <a:pt x="1200" y="203"/>
                    <a:pt x="1200" y="195"/>
                    <a:pt x="1200" y="187"/>
                  </a:cubicBezTo>
                  <a:cubicBezTo>
                    <a:pt x="1208" y="179"/>
                    <a:pt x="1143" y="171"/>
                    <a:pt x="1143" y="171"/>
                  </a:cubicBezTo>
                  <a:cubicBezTo>
                    <a:pt x="1208" y="171"/>
                    <a:pt x="1208" y="155"/>
                    <a:pt x="1208" y="130"/>
                  </a:cubicBezTo>
                  <a:cubicBezTo>
                    <a:pt x="1216" y="114"/>
                    <a:pt x="1216" y="90"/>
                    <a:pt x="1281" y="90"/>
                  </a:cubicBezTo>
                  <a:cubicBezTo>
                    <a:pt x="1281" y="90"/>
                    <a:pt x="1281" y="90"/>
                    <a:pt x="1216" y="82"/>
                  </a:cubicBezTo>
                  <a:cubicBezTo>
                    <a:pt x="1103" y="82"/>
                    <a:pt x="1103" y="74"/>
                    <a:pt x="1160" y="74"/>
                  </a:cubicBezTo>
                  <a:cubicBezTo>
                    <a:pt x="1281" y="74"/>
                    <a:pt x="1281" y="57"/>
                    <a:pt x="1160" y="57"/>
                  </a:cubicBezTo>
                  <a:lnTo>
                    <a:pt x="1224" y="57"/>
                  </a:lnTo>
                  <a:cubicBezTo>
                    <a:pt x="1346" y="49"/>
                    <a:pt x="1281" y="41"/>
                    <a:pt x="1168" y="41"/>
                  </a:cubicBezTo>
                  <a:cubicBezTo>
                    <a:pt x="1224" y="33"/>
                    <a:pt x="1289" y="33"/>
                    <a:pt x="1224" y="33"/>
                  </a:cubicBezTo>
                  <a:cubicBezTo>
                    <a:pt x="1224" y="25"/>
                    <a:pt x="1224" y="25"/>
                    <a:pt x="1346" y="25"/>
                  </a:cubicBezTo>
                  <a:lnTo>
                    <a:pt x="1346" y="17"/>
                  </a:lnTo>
                  <a:cubicBezTo>
                    <a:pt x="1346" y="17"/>
                    <a:pt x="1346" y="9"/>
                    <a:pt x="1289" y="9"/>
                  </a:cubicBezTo>
                  <a:lnTo>
                    <a:pt x="1233" y="9"/>
                  </a:lnTo>
                  <a:cubicBezTo>
                    <a:pt x="1270" y="9"/>
                    <a:pt x="1258" y="5"/>
                    <a:pt x="1226" y="5"/>
                  </a:cubicBezTo>
                  <a:cubicBezTo>
                    <a:pt x="1210" y="5"/>
                    <a:pt x="1189" y="6"/>
                    <a:pt x="1168" y="9"/>
                  </a:cubicBezTo>
                  <a:cubicBezTo>
                    <a:pt x="1127" y="9"/>
                    <a:pt x="1087" y="9"/>
                    <a:pt x="1054" y="1"/>
                  </a:cubicBezTo>
                  <a:close/>
                  <a:moveTo>
                    <a:pt x="1136" y="1615"/>
                  </a:moveTo>
                  <a:cubicBezTo>
                    <a:pt x="1075" y="1616"/>
                    <a:pt x="1076" y="1621"/>
                    <a:pt x="1138" y="1622"/>
                  </a:cubicBezTo>
                  <a:lnTo>
                    <a:pt x="1138" y="1622"/>
                  </a:lnTo>
                  <a:cubicBezTo>
                    <a:pt x="1137" y="1619"/>
                    <a:pt x="1137" y="1617"/>
                    <a:pt x="1136" y="1615"/>
                  </a:cubicBezTo>
                  <a:close/>
                  <a:moveTo>
                    <a:pt x="714" y="1675"/>
                  </a:moveTo>
                  <a:cubicBezTo>
                    <a:pt x="700" y="1675"/>
                    <a:pt x="673" y="1676"/>
                    <a:pt x="633" y="1679"/>
                  </a:cubicBezTo>
                  <a:cubicBezTo>
                    <a:pt x="714" y="1679"/>
                    <a:pt x="741" y="1675"/>
                    <a:pt x="714" y="1675"/>
                  </a:cubicBezTo>
                  <a:close/>
                  <a:moveTo>
                    <a:pt x="1138" y="1622"/>
                  </a:moveTo>
                  <a:cubicBezTo>
                    <a:pt x="1148" y="1662"/>
                    <a:pt x="1152" y="1703"/>
                    <a:pt x="1153" y="1744"/>
                  </a:cubicBezTo>
                  <a:lnTo>
                    <a:pt x="1153" y="1744"/>
                  </a:lnTo>
                  <a:cubicBezTo>
                    <a:pt x="1337" y="1744"/>
                    <a:pt x="1329" y="1743"/>
                    <a:pt x="1224" y="1736"/>
                  </a:cubicBezTo>
                  <a:cubicBezTo>
                    <a:pt x="1160" y="1728"/>
                    <a:pt x="1160" y="1728"/>
                    <a:pt x="1224" y="1728"/>
                  </a:cubicBezTo>
                  <a:cubicBezTo>
                    <a:pt x="1281" y="1728"/>
                    <a:pt x="1281" y="1728"/>
                    <a:pt x="1281" y="1720"/>
                  </a:cubicBezTo>
                  <a:cubicBezTo>
                    <a:pt x="1289" y="1711"/>
                    <a:pt x="1289" y="1703"/>
                    <a:pt x="1224" y="1703"/>
                  </a:cubicBezTo>
                  <a:lnTo>
                    <a:pt x="1224" y="1695"/>
                  </a:lnTo>
                  <a:cubicBezTo>
                    <a:pt x="1306" y="1695"/>
                    <a:pt x="1307" y="1692"/>
                    <a:pt x="1263" y="1692"/>
                  </a:cubicBezTo>
                  <a:cubicBezTo>
                    <a:pt x="1242" y="1692"/>
                    <a:pt x="1208" y="1693"/>
                    <a:pt x="1168" y="1695"/>
                  </a:cubicBezTo>
                  <a:lnTo>
                    <a:pt x="1168" y="1687"/>
                  </a:lnTo>
                  <a:lnTo>
                    <a:pt x="1233" y="1687"/>
                  </a:lnTo>
                  <a:cubicBezTo>
                    <a:pt x="1289" y="1687"/>
                    <a:pt x="1289" y="1679"/>
                    <a:pt x="1289" y="1655"/>
                  </a:cubicBezTo>
                  <a:cubicBezTo>
                    <a:pt x="1297" y="1630"/>
                    <a:pt x="1297" y="1622"/>
                    <a:pt x="1176" y="1622"/>
                  </a:cubicBezTo>
                  <a:cubicBezTo>
                    <a:pt x="1161" y="1622"/>
                    <a:pt x="1149" y="1622"/>
                    <a:pt x="1138" y="1622"/>
                  </a:cubicBezTo>
                  <a:close/>
                  <a:moveTo>
                    <a:pt x="1153" y="1744"/>
                  </a:moveTo>
                  <a:lnTo>
                    <a:pt x="1153" y="1744"/>
                  </a:lnTo>
                  <a:cubicBezTo>
                    <a:pt x="1137" y="1744"/>
                    <a:pt x="1121" y="1744"/>
                    <a:pt x="1103" y="1744"/>
                  </a:cubicBezTo>
                  <a:lnTo>
                    <a:pt x="924" y="1744"/>
                  </a:lnTo>
                  <a:lnTo>
                    <a:pt x="1103" y="1752"/>
                  </a:lnTo>
                  <a:cubicBezTo>
                    <a:pt x="1120" y="1752"/>
                    <a:pt x="1137" y="1752"/>
                    <a:pt x="1153" y="1752"/>
                  </a:cubicBezTo>
                  <a:lnTo>
                    <a:pt x="1153" y="1752"/>
                  </a:lnTo>
                  <a:cubicBezTo>
                    <a:pt x="1153" y="1749"/>
                    <a:pt x="1153" y="1747"/>
                    <a:pt x="1153" y="1744"/>
                  </a:cubicBezTo>
                  <a:close/>
                  <a:moveTo>
                    <a:pt x="1153" y="1752"/>
                  </a:moveTo>
                  <a:cubicBezTo>
                    <a:pt x="1152" y="1765"/>
                    <a:pt x="1152" y="1778"/>
                    <a:pt x="1151" y="1790"/>
                  </a:cubicBezTo>
                  <a:lnTo>
                    <a:pt x="1151" y="1790"/>
                  </a:lnTo>
                  <a:cubicBezTo>
                    <a:pt x="1132" y="1790"/>
                    <a:pt x="1114" y="1788"/>
                    <a:pt x="1096" y="1785"/>
                  </a:cubicBezTo>
                  <a:lnTo>
                    <a:pt x="1096" y="1785"/>
                  </a:lnTo>
                  <a:cubicBezTo>
                    <a:pt x="1114" y="1788"/>
                    <a:pt x="1132" y="1790"/>
                    <a:pt x="1151" y="1791"/>
                  </a:cubicBezTo>
                  <a:lnTo>
                    <a:pt x="1151" y="1791"/>
                  </a:lnTo>
                  <a:cubicBezTo>
                    <a:pt x="1151" y="1791"/>
                    <a:pt x="1151" y="1791"/>
                    <a:pt x="1151" y="1790"/>
                  </a:cubicBezTo>
                  <a:lnTo>
                    <a:pt x="1151" y="1790"/>
                  </a:lnTo>
                  <a:cubicBezTo>
                    <a:pt x="1152" y="1791"/>
                    <a:pt x="1154" y="1791"/>
                    <a:pt x="1156" y="1791"/>
                  </a:cubicBezTo>
                  <a:cubicBezTo>
                    <a:pt x="1176" y="1791"/>
                    <a:pt x="1196" y="1788"/>
                    <a:pt x="1216" y="1784"/>
                  </a:cubicBezTo>
                  <a:lnTo>
                    <a:pt x="1273" y="1784"/>
                  </a:lnTo>
                  <a:cubicBezTo>
                    <a:pt x="1395" y="1784"/>
                    <a:pt x="1338" y="1776"/>
                    <a:pt x="1273" y="1768"/>
                  </a:cubicBezTo>
                  <a:cubicBezTo>
                    <a:pt x="1160" y="1760"/>
                    <a:pt x="1160" y="1760"/>
                    <a:pt x="1281" y="1760"/>
                  </a:cubicBezTo>
                  <a:cubicBezTo>
                    <a:pt x="1384" y="1760"/>
                    <a:pt x="1301" y="1753"/>
                    <a:pt x="1153" y="1752"/>
                  </a:cubicBezTo>
                  <a:close/>
                  <a:moveTo>
                    <a:pt x="973" y="1801"/>
                  </a:moveTo>
                  <a:lnTo>
                    <a:pt x="1038" y="1809"/>
                  </a:lnTo>
                  <a:lnTo>
                    <a:pt x="1095" y="1801"/>
                  </a:lnTo>
                  <a:close/>
                  <a:moveTo>
                    <a:pt x="1173" y="1813"/>
                  </a:moveTo>
                  <a:cubicBezTo>
                    <a:pt x="1176" y="1813"/>
                    <a:pt x="1185" y="1814"/>
                    <a:pt x="1198" y="1815"/>
                  </a:cubicBezTo>
                  <a:lnTo>
                    <a:pt x="1198" y="1815"/>
                  </a:lnTo>
                  <a:cubicBezTo>
                    <a:pt x="1175" y="1814"/>
                    <a:pt x="1168" y="1813"/>
                    <a:pt x="1173" y="1813"/>
                  </a:cubicBezTo>
                  <a:close/>
                  <a:moveTo>
                    <a:pt x="616" y="1806"/>
                  </a:moveTo>
                  <a:cubicBezTo>
                    <a:pt x="612" y="1811"/>
                    <a:pt x="610" y="1818"/>
                    <a:pt x="608" y="1825"/>
                  </a:cubicBezTo>
                  <a:lnTo>
                    <a:pt x="608" y="1825"/>
                  </a:lnTo>
                  <a:cubicBezTo>
                    <a:pt x="552" y="1825"/>
                    <a:pt x="552" y="1823"/>
                    <a:pt x="552" y="1817"/>
                  </a:cubicBezTo>
                  <a:cubicBezTo>
                    <a:pt x="608" y="1817"/>
                    <a:pt x="552" y="1809"/>
                    <a:pt x="495" y="1809"/>
                  </a:cubicBezTo>
                  <a:lnTo>
                    <a:pt x="552" y="1809"/>
                  </a:lnTo>
                  <a:cubicBezTo>
                    <a:pt x="576" y="1808"/>
                    <a:pt x="598" y="1807"/>
                    <a:pt x="616" y="1806"/>
                  </a:cubicBezTo>
                  <a:close/>
                  <a:moveTo>
                    <a:pt x="608" y="1833"/>
                  </a:moveTo>
                  <a:cubicBezTo>
                    <a:pt x="608" y="1839"/>
                    <a:pt x="608" y="1844"/>
                    <a:pt x="609" y="1849"/>
                  </a:cubicBezTo>
                  <a:lnTo>
                    <a:pt x="552" y="1849"/>
                  </a:lnTo>
                  <a:cubicBezTo>
                    <a:pt x="430" y="1849"/>
                    <a:pt x="430" y="1849"/>
                    <a:pt x="487" y="1841"/>
                  </a:cubicBezTo>
                  <a:cubicBezTo>
                    <a:pt x="527" y="1841"/>
                    <a:pt x="568" y="1841"/>
                    <a:pt x="608" y="1833"/>
                  </a:cubicBezTo>
                  <a:close/>
                  <a:moveTo>
                    <a:pt x="610" y="1857"/>
                  </a:moveTo>
                  <a:cubicBezTo>
                    <a:pt x="613" y="1865"/>
                    <a:pt x="617" y="1871"/>
                    <a:pt x="622" y="1877"/>
                  </a:cubicBezTo>
                  <a:lnTo>
                    <a:pt x="622" y="1877"/>
                  </a:lnTo>
                  <a:cubicBezTo>
                    <a:pt x="595" y="1874"/>
                    <a:pt x="569" y="1870"/>
                    <a:pt x="543" y="1866"/>
                  </a:cubicBezTo>
                  <a:cubicBezTo>
                    <a:pt x="543" y="1857"/>
                    <a:pt x="543" y="1857"/>
                    <a:pt x="608" y="1857"/>
                  </a:cubicBezTo>
                  <a:cubicBezTo>
                    <a:pt x="609" y="1857"/>
                    <a:pt x="610" y="1857"/>
                    <a:pt x="610" y="1857"/>
                  </a:cubicBezTo>
                  <a:close/>
                  <a:moveTo>
                    <a:pt x="1087" y="1874"/>
                  </a:moveTo>
                  <a:cubicBezTo>
                    <a:pt x="1087" y="1881"/>
                    <a:pt x="1087" y="1882"/>
                    <a:pt x="1135" y="1882"/>
                  </a:cubicBezTo>
                  <a:lnTo>
                    <a:pt x="1135" y="1882"/>
                  </a:lnTo>
                  <a:cubicBezTo>
                    <a:pt x="1136" y="1879"/>
                    <a:pt x="1137" y="1876"/>
                    <a:pt x="1137" y="1874"/>
                  </a:cubicBezTo>
                  <a:close/>
                  <a:moveTo>
                    <a:pt x="2335" y="1890"/>
                  </a:moveTo>
                  <a:cubicBezTo>
                    <a:pt x="2278" y="1890"/>
                    <a:pt x="2278" y="1890"/>
                    <a:pt x="2278" y="1898"/>
                  </a:cubicBezTo>
                  <a:lnTo>
                    <a:pt x="2400" y="1898"/>
                  </a:lnTo>
                  <a:cubicBezTo>
                    <a:pt x="2457" y="1898"/>
                    <a:pt x="2457" y="1898"/>
                    <a:pt x="2335" y="1890"/>
                  </a:cubicBezTo>
                  <a:close/>
                  <a:moveTo>
                    <a:pt x="365" y="1898"/>
                  </a:moveTo>
                  <a:cubicBezTo>
                    <a:pt x="333" y="1902"/>
                    <a:pt x="316" y="1904"/>
                    <a:pt x="308" y="1904"/>
                  </a:cubicBezTo>
                  <a:cubicBezTo>
                    <a:pt x="300" y="1904"/>
                    <a:pt x="300" y="1902"/>
                    <a:pt x="300" y="1898"/>
                  </a:cubicBezTo>
                  <a:close/>
                  <a:moveTo>
                    <a:pt x="1120" y="1930"/>
                  </a:moveTo>
                  <a:cubicBezTo>
                    <a:pt x="1079" y="1930"/>
                    <a:pt x="1079" y="1931"/>
                    <a:pt x="1079" y="1938"/>
                  </a:cubicBezTo>
                  <a:lnTo>
                    <a:pt x="1117" y="1938"/>
                  </a:lnTo>
                  <a:cubicBezTo>
                    <a:pt x="1118" y="1936"/>
                    <a:pt x="1119" y="1933"/>
                    <a:pt x="1120" y="1930"/>
                  </a:cubicBezTo>
                  <a:close/>
                  <a:moveTo>
                    <a:pt x="752" y="1951"/>
                  </a:moveTo>
                  <a:cubicBezTo>
                    <a:pt x="759" y="1951"/>
                    <a:pt x="765" y="1952"/>
                    <a:pt x="770" y="1955"/>
                  </a:cubicBezTo>
                  <a:lnTo>
                    <a:pt x="714" y="1955"/>
                  </a:lnTo>
                  <a:cubicBezTo>
                    <a:pt x="724" y="1955"/>
                    <a:pt x="739" y="1951"/>
                    <a:pt x="752" y="1951"/>
                  </a:cubicBezTo>
                  <a:close/>
                  <a:moveTo>
                    <a:pt x="892" y="1987"/>
                  </a:moveTo>
                  <a:lnTo>
                    <a:pt x="892" y="1995"/>
                  </a:lnTo>
                  <a:lnTo>
                    <a:pt x="949" y="1987"/>
                  </a:lnTo>
                  <a:close/>
                  <a:moveTo>
                    <a:pt x="1006" y="2011"/>
                  </a:moveTo>
                  <a:cubicBezTo>
                    <a:pt x="884" y="2011"/>
                    <a:pt x="827" y="2011"/>
                    <a:pt x="884" y="2020"/>
                  </a:cubicBezTo>
                  <a:lnTo>
                    <a:pt x="1006" y="2020"/>
                  </a:lnTo>
                  <a:lnTo>
                    <a:pt x="1006" y="2011"/>
                  </a:lnTo>
                  <a:close/>
                  <a:moveTo>
                    <a:pt x="1297" y="2036"/>
                  </a:moveTo>
                  <a:cubicBezTo>
                    <a:pt x="1297" y="2044"/>
                    <a:pt x="1362" y="2044"/>
                    <a:pt x="1297" y="2044"/>
                  </a:cubicBezTo>
                  <a:cubicBezTo>
                    <a:pt x="1281" y="2044"/>
                    <a:pt x="1257" y="2044"/>
                    <a:pt x="1241" y="2036"/>
                  </a:cubicBezTo>
                  <a:close/>
                  <a:moveTo>
                    <a:pt x="1168" y="2101"/>
                  </a:moveTo>
                  <a:lnTo>
                    <a:pt x="1168" y="2109"/>
                  </a:lnTo>
                  <a:cubicBezTo>
                    <a:pt x="1111" y="2109"/>
                    <a:pt x="1054" y="2101"/>
                    <a:pt x="1054" y="2101"/>
                  </a:cubicBezTo>
                  <a:close/>
                  <a:moveTo>
                    <a:pt x="811" y="2125"/>
                  </a:moveTo>
                  <a:cubicBezTo>
                    <a:pt x="891" y="2131"/>
                    <a:pt x="947" y="2132"/>
                    <a:pt x="973" y="2133"/>
                  </a:cubicBezTo>
                  <a:lnTo>
                    <a:pt x="973" y="2133"/>
                  </a:lnTo>
                  <a:cubicBezTo>
                    <a:pt x="973" y="2133"/>
                    <a:pt x="974" y="2132"/>
                    <a:pt x="974" y="2132"/>
                  </a:cubicBezTo>
                  <a:lnTo>
                    <a:pt x="974" y="2132"/>
                  </a:lnTo>
                  <a:lnTo>
                    <a:pt x="868" y="2125"/>
                  </a:lnTo>
                  <a:close/>
                  <a:moveTo>
                    <a:pt x="1224" y="2166"/>
                  </a:moveTo>
                  <a:lnTo>
                    <a:pt x="1224" y="2174"/>
                  </a:lnTo>
                  <a:lnTo>
                    <a:pt x="1216" y="2174"/>
                  </a:lnTo>
                  <a:cubicBezTo>
                    <a:pt x="1116" y="2174"/>
                    <a:pt x="1104" y="2167"/>
                    <a:pt x="1224" y="2166"/>
                  </a:cubicBezTo>
                  <a:close/>
                  <a:moveTo>
                    <a:pt x="1038" y="2190"/>
                  </a:moveTo>
                  <a:cubicBezTo>
                    <a:pt x="1095" y="2190"/>
                    <a:pt x="1160" y="2198"/>
                    <a:pt x="1216" y="2198"/>
                  </a:cubicBezTo>
                  <a:lnTo>
                    <a:pt x="1216" y="2206"/>
                  </a:lnTo>
                  <a:lnTo>
                    <a:pt x="1095" y="2198"/>
                  </a:lnTo>
                  <a:cubicBezTo>
                    <a:pt x="916" y="2190"/>
                    <a:pt x="916" y="2190"/>
                    <a:pt x="1038" y="2190"/>
                  </a:cubicBezTo>
                  <a:close/>
                  <a:moveTo>
                    <a:pt x="916" y="2206"/>
                  </a:moveTo>
                  <a:lnTo>
                    <a:pt x="973" y="2214"/>
                  </a:lnTo>
                  <a:lnTo>
                    <a:pt x="916" y="2214"/>
                  </a:lnTo>
                  <a:cubicBezTo>
                    <a:pt x="860" y="2214"/>
                    <a:pt x="860" y="2214"/>
                    <a:pt x="860" y="2206"/>
                  </a:cubicBezTo>
                  <a:close/>
                  <a:moveTo>
                    <a:pt x="619" y="1258"/>
                  </a:moveTo>
                  <a:cubicBezTo>
                    <a:pt x="67" y="1297"/>
                    <a:pt x="1" y="2160"/>
                    <a:pt x="608" y="2230"/>
                  </a:cubicBezTo>
                  <a:cubicBezTo>
                    <a:pt x="552" y="2222"/>
                    <a:pt x="552" y="2222"/>
                    <a:pt x="616" y="2214"/>
                  </a:cubicBezTo>
                  <a:lnTo>
                    <a:pt x="616" y="2206"/>
                  </a:lnTo>
                  <a:cubicBezTo>
                    <a:pt x="560" y="2206"/>
                    <a:pt x="560" y="2190"/>
                    <a:pt x="616" y="2182"/>
                  </a:cubicBezTo>
                  <a:lnTo>
                    <a:pt x="616" y="2174"/>
                  </a:lnTo>
                  <a:cubicBezTo>
                    <a:pt x="503" y="2174"/>
                    <a:pt x="568" y="2133"/>
                    <a:pt x="689" y="2125"/>
                  </a:cubicBezTo>
                  <a:lnTo>
                    <a:pt x="624" y="2125"/>
                  </a:lnTo>
                  <a:cubicBezTo>
                    <a:pt x="568" y="2125"/>
                    <a:pt x="568" y="2125"/>
                    <a:pt x="568" y="2117"/>
                  </a:cubicBezTo>
                  <a:cubicBezTo>
                    <a:pt x="633" y="2109"/>
                    <a:pt x="633" y="2101"/>
                    <a:pt x="633" y="2093"/>
                  </a:cubicBezTo>
                  <a:cubicBezTo>
                    <a:pt x="633" y="2093"/>
                    <a:pt x="633" y="2084"/>
                    <a:pt x="697" y="2084"/>
                  </a:cubicBezTo>
                  <a:cubicBezTo>
                    <a:pt x="633" y="2084"/>
                    <a:pt x="633" y="2076"/>
                    <a:pt x="697" y="2076"/>
                  </a:cubicBezTo>
                  <a:cubicBezTo>
                    <a:pt x="738" y="2068"/>
                    <a:pt x="779" y="2068"/>
                    <a:pt x="811" y="2068"/>
                  </a:cubicBezTo>
                  <a:cubicBezTo>
                    <a:pt x="811" y="2068"/>
                    <a:pt x="811" y="2076"/>
                    <a:pt x="876" y="2076"/>
                  </a:cubicBezTo>
                  <a:cubicBezTo>
                    <a:pt x="916" y="2076"/>
                    <a:pt x="957" y="2076"/>
                    <a:pt x="997" y="2068"/>
                  </a:cubicBezTo>
                  <a:cubicBezTo>
                    <a:pt x="1054" y="2060"/>
                    <a:pt x="1054" y="2060"/>
                    <a:pt x="933" y="2060"/>
                  </a:cubicBezTo>
                  <a:lnTo>
                    <a:pt x="697" y="2060"/>
                  </a:lnTo>
                  <a:cubicBezTo>
                    <a:pt x="641" y="2052"/>
                    <a:pt x="576" y="2052"/>
                    <a:pt x="641" y="2044"/>
                  </a:cubicBezTo>
                  <a:cubicBezTo>
                    <a:pt x="519" y="2044"/>
                    <a:pt x="519" y="2044"/>
                    <a:pt x="641" y="2028"/>
                  </a:cubicBezTo>
                  <a:cubicBezTo>
                    <a:pt x="706" y="2020"/>
                    <a:pt x="706" y="2020"/>
                    <a:pt x="641" y="2011"/>
                  </a:cubicBezTo>
                  <a:cubicBezTo>
                    <a:pt x="641" y="2011"/>
                    <a:pt x="584" y="2011"/>
                    <a:pt x="649" y="2003"/>
                  </a:cubicBezTo>
                  <a:cubicBezTo>
                    <a:pt x="706" y="2003"/>
                    <a:pt x="706" y="2003"/>
                    <a:pt x="706" y="1995"/>
                  </a:cubicBezTo>
                  <a:cubicBezTo>
                    <a:pt x="770" y="1987"/>
                    <a:pt x="706" y="1987"/>
                    <a:pt x="649" y="1987"/>
                  </a:cubicBezTo>
                  <a:cubicBezTo>
                    <a:pt x="527" y="1987"/>
                    <a:pt x="527" y="1987"/>
                    <a:pt x="649" y="1979"/>
                  </a:cubicBezTo>
                  <a:lnTo>
                    <a:pt x="706" y="1979"/>
                  </a:lnTo>
                  <a:cubicBezTo>
                    <a:pt x="649" y="1979"/>
                    <a:pt x="592" y="1979"/>
                    <a:pt x="649" y="1971"/>
                  </a:cubicBezTo>
                  <a:cubicBezTo>
                    <a:pt x="714" y="1971"/>
                    <a:pt x="714" y="1963"/>
                    <a:pt x="714" y="1963"/>
                  </a:cubicBezTo>
                  <a:lnTo>
                    <a:pt x="770" y="1963"/>
                  </a:lnTo>
                  <a:cubicBezTo>
                    <a:pt x="892" y="1955"/>
                    <a:pt x="892" y="1955"/>
                    <a:pt x="835" y="1955"/>
                  </a:cubicBezTo>
                  <a:lnTo>
                    <a:pt x="770" y="1955"/>
                  </a:lnTo>
                  <a:cubicBezTo>
                    <a:pt x="779" y="1952"/>
                    <a:pt x="786" y="1951"/>
                    <a:pt x="793" y="1951"/>
                  </a:cubicBezTo>
                  <a:cubicBezTo>
                    <a:pt x="806" y="1951"/>
                    <a:pt x="819" y="1955"/>
                    <a:pt x="835" y="1955"/>
                  </a:cubicBezTo>
                  <a:cubicBezTo>
                    <a:pt x="795" y="1938"/>
                    <a:pt x="754" y="1938"/>
                    <a:pt x="714" y="1938"/>
                  </a:cubicBezTo>
                  <a:lnTo>
                    <a:pt x="657" y="1938"/>
                  </a:lnTo>
                  <a:cubicBezTo>
                    <a:pt x="657" y="1930"/>
                    <a:pt x="657" y="1930"/>
                    <a:pt x="592" y="1930"/>
                  </a:cubicBezTo>
                  <a:cubicBezTo>
                    <a:pt x="535" y="1930"/>
                    <a:pt x="535" y="1922"/>
                    <a:pt x="535" y="1922"/>
                  </a:cubicBezTo>
                  <a:cubicBezTo>
                    <a:pt x="600" y="1914"/>
                    <a:pt x="600" y="1914"/>
                    <a:pt x="600" y="1914"/>
                  </a:cubicBezTo>
                  <a:cubicBezTo>
                    <a:pt x="535" y="1914"/>
                    <a:pt x="600" y="1906"/>
                    <a:pt x="657" y="1906"/>
                  </a:cubicBezTo>
                  <a:cubicBezTo>
                    <a:pt x="722" y="1898"/>
                    <a:pt x="722" y="1898"/>
                    <a:pt x="657" y="1898"/>
                  </a:cubicBezTo>
                  <a:cubicBezTo>
                    <a:pt x="550" y="1898"/>
                    <a:pt x="544" y="1891"/>
                    <a:pt x="639" y="1890"/>
                  </a:cubicBezTo>
                  <a:lnTo>
                    <a:pt x="639" y="1890"/>
                  </a:lnTo>
                  <a:cubicBezTo>
                    <a:pt x="648" y="1894"/>
                    <a:pt x="658" y="1897"/>
                    <a:pt x="668" y="1897"/>
                  </a:cubicBezTo>
                  <a:cubicBezTo>
                    <a:pt x="678" y="1897"/>
                    <a:pt x="688" y="1894"/>
                    <a:pt x="696" y="1890"/>
                  </a:cubicBezTo>
                  <a:lnTo>
                    <a:pt x="722" y="1890"/>
                  </a:lnTo>
                  <a:cubicBezTo>
                    <a:pt x="722" y="1890"/>
                    <a:pt x="722" y="1898"/>
                    <a:pt x="779" y="1898"/>
                  </a:cubicBezTo>
                  <a:cubicBezTo>
                    <a:pt x="779" y="1890"/>
                    <a:pt x="779" y="1890"/>
                    <a:pt x="843" y="1890"/>
                  </a:cubicBezTo>
                  <a:cubicBezTo>
                    <a:pt x="795" y="1890"/>
                    <a:pt x="749" y="1888"/>
                    <a:pt x="704" y="1885"/>
                  </a:cubicBezTo>
                  <a:lnTo>
                    <a:pt x="704" y="1885"/>
                  </a:lnTo>
                  <a:cubicBezTo>
                    <a:pt x="713" y="1877"/>
                    <a:pt x="720" y="1865"/>
                    <a:pt x="722" y="1849"/>
                  </a:cubicBezTo>
                  <a:cubicBezTo>
                    <a:pt x="723" y="1844"/>
                    <a:pt x="724" y="1838"/>
                    <a:pt x="723" y="1833"/>
                  </a:cubicBezTo>
                  <a:lnTo>
                    <a:pt x="723" y="1833"/>
                  </a:lnTo>
                  <a:cubicBezTo>
                    <a:pt x="725" y="1833"/>
                    <a:pt x="728" y="1833"/>
                    <a:pt x="730" y="1833"/>
                  </a:cubicBezTo>
                  <a:cubicBezTo>
                    <a:pt x="730" y="1829"/>
                    <a:pt x="730" y="1827"/>
                    <a:pt x="723" y="1826"/>
                  </a:cubicBezTo>
                  <a:lnTo>
                    <a:pt x="723" y="1826"/>
                  </a:lnTo>
                  <a:cubicBezTo>
                    <a:pt x="718" y="1798"/>
                    <a:pt x="690" y="1781"/>
                    <a:pt x="663" y="1781"/>
                  </a:cubicBezTo>
                  <a:cubicBezTo>
                    <a:pt x="647" y="1781"/>
                    <a:pt x="630" y="1787"/>
                    <a:pt x="620" y="1801"/>
                  </a:cubicBezTo>
                  <a:lnTo>
                    <a:pt x="620" y="1801"/>
                  </a:lnTo>
                  <a:cubicBezTo>
                    <a:pt x="619" y="1801"/>
                    <a:pt x="617" y="1801"/>
                    <a:pt x="616" y="1801"/>
                  </a:cubicBezTo>
                  <a:cubicBezTo>
                    <a:pt x="552" y="1801"/>
                    <a:pt x="495" y="1793"/>
                    <a:pt x="560" y="1793"/>
                  </a:cubicBezTo>
                  <a:lnTo>
                    <a:pt x="616" y="1793"/>
                  </a:lnTo>
                  <a:cubicBezTo>
                    <a:pt x="495" y="1793"/>
                    <a:pt x="560" y="1768"/>
                    <a:pt x="616" y="1768"/>
                  </a:cubicBezTo>
                  <a:cubicBezTo>
                    <a:pt x="681" y="1768"/>
                    <a:pt x="681" y="1768"/>
                    <a:pt x="624" y="1760"/>
                  </a:cubicBezTo>
                  <a:cubicBezTo>
                    <a:pt x="560" y="1760"/>
                    <a:pt x="560" y="1752"/>
                    <a:pt x="560" y="1744"/>
                  </a:cubicBezTo>
                  <a:cubicBezTo>
                    <a:pt x="624" y="1736"/>
                    <a:pt x="624" y="1720"/>
                    <a:pt x="511" y="1711"/>
                  </a:cubicBezTo>
                  <a:cubicBezTo>
                    <a:pt x="568" y="1711"/>
                    <a:pt x="568" y="1703"/>
                    <a:pt x="568" y="1695"/>
                  </a:cubicBezTo>
                  <a:cubicBezTo>
                    <a:pt x="568" y="1687"/>
                    <a:pt x="633" y="1687"/>
                    <a:pt x="633" y="1679"/>
                  </a:cubicBezTo>
                  <a:cubicBezTo>
                    <a:pt x="576" y="1679"/>
                    <a:pt x="576" y="1671"/>
                    <a:pt x="576" y="1638"/>
                  </a:cubicBezTo>
                  <a:cubicBezTo>
                    <a:pt x="584" y="1614"/>
                    <a:pt x="641" y="1598"/>
                    <a:pt x="641" y="1598"/>
                  </a:cubicBezTo>
                  <a:lnTo>
                    <a:pt x="584" y="1598"/>
                  </a:lnTo>
                  <a:lnTo>
                    <a:pt x="584" y="1590"/>
                  </a:lnTo>
                  <a:lnTo>
                    <a:pt x="649" y="1590"/>
                  </a:lnTo>
                  <a:cubicBezTo>
                    <a:pt x="584" y="1590"/>
                    <a:pt x="649" y="1582"/>
                    <a:pt x="649" y="1582"/>
                  </a:cubicBezTo>
                  <a:cubicBezTo>
                    <a:pt x="770" y="1574"/>
                    <a:pt x="770" y="1566"/>
                    <a:pt x="649" y="1557"/>
                  </a:cubicBezTo>
                  <a:cubicBezTo>
                    <a:pt x="527" y="1557"/>
                    <a:pt x="527" y="1557"/>
                    <a:pt x="649" y="1549"/>
                  </a:cubicBezTo>
                  <a:cubicBezTo>
                    <a:pt x="770" y="1549"/>
                    <a:pt x="770" y="1549"/>
                    <a:pt x="649" y="1541"/>
                  </a:cubicBezTo>
                  <a:cubicBezTo>
                    <a:pt x="592" y="1541"/>
                    <a:pt x="592" y="1541"/>
                    <a:pt x="714" y="1533"/>
                  </a:cubicBezTo>
                  <a:cubicBezTo>
                    <a:pt x="535" y="1525"/>
                    <a:pt x="535" y="1517"/>
                    <a:pt x="657" y="1517"/>
                  </a:cubicBezTo>
                  <a:cubicBezTo>
                    <a:pt x="779" y="1517"/>
                    <a:pt x="779" y="1517"/>
                    <a:pt x="657" y="1509"/>
                  </a:cubicBezTo>
                  <a:cubicBezTo>
                    <a:pt x="600" y="1509"/>
                    <a:pt x="600" y="1493"/>
                    <a:pt x="722" y="1493"/>
                  </a:cubicBezTo>
                  <a:cubicBezTo>
                    <a:pt x="722" y="1493"/>
                    <a:pt x="722" y="1493"/>
                    <a:pt x="657" y="1484"/>
                  </a:cubicBezTo>
                  <a:cubicBezTo>
                    <a:pt x="600" y="1476"/>
                    <a:pt x="543" y="1460"/>
                    <a:pt x="665" y="1460"/>
                  </a:cubicBezTo>
                  <a:lnTo>
                    <a:pt x="665" y="1452"/>
                  </a:lnTo>
                  <a:lnTo>
                    <a:pt x="665" y="1444"/>
                  </a:lnTo>
                  <a:cubicBezTo>
                    <a:pt x="608" y="1444"/>
                    <a:pt x="624" y="1339"/>
                    <a:pt x="681" y="1339"/>
                  </a:cubicBezTo>
                  <a:cubicBezTo>
                    <a:pt x="681" y="1330"/>
                    <a:pt x="681" y="1322"/>
                    <a:pt x="624" y="1322"/>
                  </a:cubicBezTo>
                  <a:lnTo>
                    <a:pt x="681" y="1322"/>
                  </a:lnTo>
                  <a:cubicBezTo>
                    <a:pt x="681" y="1322"/>
                    <a:pt x="681" y="1314"/>
                    <a:pt x="624" y="1314"/>
                  </a:cubicBezTo>
                  <a:lnTo>
                    <a:pt x="624" y="1306"/>
                  </a:lnTo>
                  <a:cubicBezTo>
                    <a:pt x="689" y="1306"/>
                    <a:pt x="689" y="1298"/>
                    <a:pt x="624" y="1298"/>
                  </a:cubicBezTo>
                  <a:cubicBezTo>
                    <a:pt x="568" y="1290"/>
                    <a:pt x="568" y="1290"/>
                    <a:pt x="568" y="1290"/>
                  </a:cubicBezTo>
                  <a:cubicBezTo>
                    <a:pt x="633" y="1282"/>
                    <a:pt x="633" y="1274"/>
                    <a:pt x="633" y="1266"/>
                  </a:cubicBezTo>
                  <a:cubicBezTo>
                    <a:pt x="633" y="1263"/>
                    <a:pt x="627" y="1260"/>
                    <a:pt x="619" y="1258"/>
                  </a:cubicBezTo>
                  <a:close/>
                  <a:moveTo>
                    <a:pt x="1314" y="2328"/>
                  </a:moveTo>
                  <a:cubicBezTo>
                    <a:pt x="1257" y="2328"/>
                    <a:pt x="1257" y="2336"/>
                    <a:pt x="1257" y="2336"/>
                  </a:cubicBezTo>
                  <a:cubicBezTo>
                    <a:pt x="1200" y="2344"/>
                    <a:pt x="1257" y="2344"/>
                    <a:pt x="1314" y="2344"/>
                  </a:cubicBezTo>
                  <a:cubicBezTo>
                    <a:pt x="1379" y="2344"/>
                    <a:pt x="1379" y="2344"/>
                    <a:pt x="1379" y="2336"/>
                  </a:cubicBezTo>
                  <a:cubicBezTo>
                    <a:pt x="1354" y="2336"/>
                    <a:pt x="1338" y="2336"/>
                    <a:pt x="1314" y="2328"/>
                  </a:cubicBezTo>
                  <a:close/>
                  <a:moveTo>
                    <a:pt x="1196" y="2354"/>
                  </a:moveTo>
                  <a:cubicBezTo>
                    <a:pt x="1216" y="2354"/>
                    <a:pt x="1237" y="2356"/>
                    <a:pt x="1257" y="2360"/>
                  </a:cubicBezTo>
                  <a:lnTo>
                    <a:pt x="1257" y="2368"/>
                  </a:lnTo>
                  <a:cubicBezTo>
                    <a:pt x="1216" y="2368"/>
                    <a:pt x="1176" y="2368"/>
                    <a:pt x="1135" y="2360"/>
                  </a:cubicBezTo>
                  <a:cubicBezTo>
                    <a:pt x="1156" y="2356"/>
                    <a:pt x="1176" y="2354"/>
                    <a:pt x="1196" y="2354"/>
                  </a:cubicBezTo>
                  <a:close/>
                  <a:moveTo>
                    <a:pt x="689" y="2522"/>
                  </a:moveTo>
                  <a:cubicBezTo>
                    <a:pt x="633" y="2522"/>
                    <a:pt x="633" y="2522"/>
                    <a:pt x="633" y="2530"/>
                  </a:cubicBezTo>
                  <a:lnTo>
                    <a:pt x="689" y="2530"/>
                  </a:lnTo>
                  <a:lnTo>
                    <a:pt x="689" y="2522"/>
                  </a:lnTo>
                  <a:close/>
                  <a:moveTo>
                    <a:pt x="1168" y="2530"/>
                  </a:moveTo>
                  <a:cubicBezTo>
                    <a:pt x="1127" y="2538"/>
                    <a:pt x="1087" y="2538"/>
                    <a:pt x="1046" y="2538"/>
                  </a:cubicBezTo>
                  <a:cubicBezTo>
                    <a:pt x="989" y="2543"/>
                    <a:pt x="961" y="2545"/>
                    <a:pt x="947" y="2545"/>
                  </a:cubicBezTo>
                  <a:cubicBezTo>
                    <a:pt x="933" y="2545"/>
                    <a:pt x="933" y="2543"/>
                    <a:pt x="933" y="2538"/>
                  </a:cubicBezTo>
                  <a:cubicBezTo>
                    <a:pt x="933" y="2530"/>
                    <a:pt x="933" y="2530"/>
                    <a:pt x="989" y="2530"/>
                  </a:cubicBezTo>
                  <a:cubicBezTo>
                    <a:pt x="951" y="2530"/>
                    <a:pt x="964" y="2534"/>
                    <a:pt x="994" y="2534"/>
                  </a:cubicBezTo>
                  <a:cubicBezTo>
                    <a:pt x="1008" y="2534"/>
                    <a:pt x="1027" y="2533"/>
                    <a:pt x="1046" y="2530"/>
                  </a:cubicBezTo>
                  <a:close/>
                  <a:moveTo>
                    <a:pt x="1046" y="2571"/>
                  </a:moveTo>
                  <a:lnTo>
                    <a:pt x="981" y="2579"/>
                  </a:lnTo>
                  <a:cubicBezTo>
                    <a:pt x="924" y="2579"/>
                    <a:pt x="924" y="2571"/>
                    <a:pt x="924" y="2571"/>
                  </a:cubicBezTo>
                  <a:close/>
                  <a:moveTo>
                    <a:pt x="1857" y="2575"/>
                  </a:moveTo>
                  <a:cubicBezTo>
                    <a:pt x="1843" y="2575"/>
                    <a:pt x="1830" y="2576"/>
                    <a:pt x="1816" y="2579"/>
                  </a:cubicBezTo>
                  <a:lnTo>
                    <a:pt x="1938" y="2579"/>
                  </a:lnTo>
                  <a:cubicBezTo>
                    <a:pt x="1911" y="2579"/>
                    <a:pt x="1884" y="2575"/>
                    <a:pt x="1857" y="2575"/>
                  </a:cubicBezTo>
                  <a:close/>
                  <a:moveTo>
                    <a:pt x="1256" y="1789"/>
                  </a:moveTo>
                  <a:cubicBezTo>
                    <a:pt x="1248" y="1789"/>
                    <a:pt x="1235" y="1790"/>
                    <a:pt x="1216" y="1793"/>
                  </a:cubicBezTo>
                  <a:cubicBezTo>
                    <a:pt x="1194" y="1793"/>
                    <a:pt x="1173" y="1793"/>
                    <a:pt x="1151" y="1791"/>
                  </a:cubicBezTo>
                  <a:lnTo>
                    <a:pt x="1151" y="1791"/>
                  </a:lnTo>
                  <a:cubicBezTo>
                    <a:pt x="1148" y="1819"/>
                    <a:pt x="1144" y="1847"/>
                    <a:pt x="1137" y="1874"/>
                  </a:cubicBezTo>
                  <a:lnTo>
                    <a:pt x="1143" y="1874"/>
                  </a:lnTo>
                  <a:cubicBezTo>
                    <a:pt x="1200" y="1874"/>
                    <a:pt x="1143" y="1874"/>
                    <a:pt x="1143" y="1882"/>
                  </a:cubicBezTo>
                  <a:cubicBezTo>
                    <a:pt x="1140" y="1882"/>
                    <a:pt x="1138" y="1882"/>
                    <a:pt x="1135" y="1882"/>
                  </a:cubicBezTo>
                  <a:lnTo>
                    <a:pt x="1135" y="1882"/>
                  </a:lnTo>
                  <a:cubicBezTo>
                    <a:pt x="1131" y="1898"/>
                    <a:pt x="1126" y="1914"/>
                    <a:pt x="1120" y="1930"/>
                  </a:cubicBezTo>
                  <a:lnTo>
                    <a:pt x="1120" y="1930"/>
                  </a:lnTo>
                  <a:cubicBezTo>
                    <a:pt x="1124" y="1930"/>
                    <a:pt x="1130" y="1930"/>
                    <a:pt x="1135" y="1930"/>
                  </a:cubicBezTo>
                  <a:lnTo>
                    <a:pt x="1200" y="1930"/>
                  </a:lnTo>
                  <a:cubicBezTo>
                    <a:pt x="1176" y="1938"/>
                    <a:pt x="1160" y="1938"/>
                    <a:pt x="1135" y="1938"/>
                  </a:cubicBezTo>
                  <a:lnTo>
                    <a:pt x="1117" y="1938"/>
                  </a:lnTo>
                  <a:cubicBezTo>
                    <a:pt x="1087" y="2013"/>
                    <a:pt x="1040" y="2081"/>
                    <a:pt x="974" y="2132"/>
                  </a:cubicBezTo>
                  <a:lnTo>
                    <a:pt x="974" y="2132"/>
                  </a:lnTo>
                  <a:lnTo>
                    <a:pt x="989" y="2133"/>
                  </a:lnTo>
                  <a:cubicBezTo>
                    <a:pt x="989" y="2133"/>
                    <a:pt x="984" y="2133"/>
                    <a:pt x="973" y="2133"/>
                  </a:cubicBezTo>
                  <a:lnTo>
                    <a:pt x="973" y="2133"/>
                  </a:lnTo>
                  <a:cubicBezTo>
                    <a:pt x="897" y="2192"/>
                    <a:pt x="797" y="2229"/>
                    <a:pt x="673" y="2230"/>
                  </a:cubicBezTo>
                  <a:cubicBezTo>
                    <a:pt x="608" y="2230"/>
                    <a:pt x="608" y="2238"/>
                    <a:pt x="608" y="2255"/>
                  </a:cubicBezTo>
                  <a:cubicBezTo>
                    <a:pt x="608" y="2263"/>
                    <a:pt x="608" y="2263"/>
                    <a:pt x="665" y="2263"/>
                  </a:cubicBezTo>
                  <a:cubicBezTo>
                    <a:pt x="722" y="2271"/>
                    <a:pt x="665" y="2271"/>
                    <a:pt x="608" y="2271"/>
                  </a:cubicBezTo>
                  <a:cubicBezTo>
                    <a:pt x="487" y="2271"/>
                    <a:pt x="487" y="2279"/>
                    <a:pt x="665" y="2279"/>
                  </a:cubicBezTo>
                  <a:cubicBezTo>
                    <a:pt x="787" y="2279"/>
                    <a:pt x="787" y="2287"/>
                    <a:pt x="722" y="2287"/>
                  </a:cubicBezTo>
                  <a:cubicBezTo>
                    <a:pt x="665" y="2287"/>
                    <a:pt x="665" y="2287"/>
                    <a:pt x="665" y="2279"/>
                  </a:cubicBezTo>
                  <a:lnTo>
                    <a:pt x="543" y="2279"/>
                  </a:lnTo>
                  <a:cubicBezTo>
                    <a:pt x="543" y="2287"/>
                    <a:pt x="543" y="2287"/>
                    <a:pt x="600" y="2287"/>
                  </a:cubicBezTo>
                  <a:cubicBezTo>
                    <a:pt x="600" y="2287"/>
                    <a:pt x="600" y="2287"/>
                    <a:pt x="665" y="2295"/>
                  </a:cubicBezTo>
                  <a:lnTo>
                    <a:pt x="843" y="2295"/>
                  </a:lnTo>
                  <a:cubicBezTo>
                    <a:pt x="862" y="2293"/>
                    <a:pt x="875" y="2292"/>
                    <a:pt x="883" y="2292"/>
                  </a:cubicBezTo>
                  <a:cubicBezTo>
                    <a:pt x="900" y="2292"/>
                    <a:pt x="900" y="2295"/>
                    <a:pt x="900" y="2295"/>
                  </a:cubicBezTo>
                  <a:cubicBezTo>
                    <a:pt x="843" y="2303"/>
                    <a:pt x="779" y="2303"/>
                    <a:pt x="722" y="2303"/>
                  </a:cubicBezTo>
                  <a:cubicBezTo>
                    <a:pt x="681" y="2295"/>
                    <a:pt x="641" y="2295"/>
                    <a:pt x="600" y="2295"/>
                  </a:cubicBezTo>
                  <a:cubicBezTo>
                    <a:pt x="543" y="2295"/>
                    <a:pt x="657" y="2311"/>
                    <a:pt x="779" y="2320"/>
                  </a:cubicBezTo>
                  <a:lnTo>
                    <a:pt x="722" y="2320"/>
                  </a:lnTo>
                  <a:cubicBezTo>
                    <a:pt x="657" y="2320"/>
                    <a:pt x="657" y="2320"/>
                    <a:pt x="657" y="2328"/>
                  </a:cubicBezTo>
                  <a:cubicBezTo>
                    <a:pt x="657" y="2336"/>
                    <a:pt x="657" y="2336"/>
                    <a:pt x="714" y="2336"/>
                  </a:cubicBezTo>
                  <a:cubicBezTo>
                    <a:pt x="754" y="2336"/>
                    <a:pt x="795" y="2336"/>
                    <a:pt x="835" y="2344"/>
                  </a:cubicBezTo>
                  <a:cubicBezTo>
                    <a:pt x="876" y="2336"/>
                    <a:pt x="916" y="2336"/>
                    <a:pt x="957" y="2336"/>
                  </a:cubicBezTo>
                  <a:cubicBezTo>
                    <a:pt x="957" y="2336"/>
                    <a:pt x="892" y="2344"/>
                    <a:pt x="835" y="2344"/>
                  </a:cubicBezTo>
                  <a:cubicBezTo>
                    <a:pt x="714" y="2352"/>
                    <a:pt x="657" y="2360"/>
                    <a:pt x="649" y="2368"/>
                  </a:cubicBezTo>
                  <a:cubicBezTo>
                    <a:pt x="649" y="2376"/>
                    <a:pt x="649" y="2384"/>
                    <a:pt x="592" y="2393"/>
                  </a:cubicBezTo>
                  <a:cubicBezTo>
                    <a:pt x="592" y="2393"/>
                    <a:pt x="584" y="2401"/>
                    <a:pt x="649" y="2401"/>
                  </a:cubicBezTo>
                  <a:lnTo>
                    <a:pt x="649" y="2409"/>
                  </a:lnTo>
                  <a:cubicBezTo>
                    <a:pt x="584" y="2409"/>
                    <a:pt x="584" y="2417"/>
                    <a:pt x="649" y="2417"/>
                  </a:cubicBezTo>
                  <a:cubicBezTo>
                    <a:pt x="706" y="2417"/>
                    <a:pt x="641" y="2425"/>
                    <a:pt x="641" y="2425"/>
                  </a:cubicBezTo>
                  <a:cubicBezTo>
                    <a:pt x="584" y="2429"/>
                    <a:pt x="556" y="2431"/>
                    <a:pt x="564" y="2431"/>
                  </a:cubicBezTo>
                  <a:cubicBezTo>
                    <a:pt x="572" y="2431"/>
                    <a:pt x="616" y="2429"/>
                    <a:pt x="706" y="2425"/>
                  </a:cubicBezTo>
                  <a:cubicBezTo>
                    <a:pt x="746" y="2425"/>
                    <a:pt x="787" y="2425"/>
                    <a:pt x="827" y="2417"/>
                  </a:cubicBezTo>
                  <a:lnTo>
                    <a:pt x="827" y="2409"/>
                  </a:lnTo>
                  <a:lnTo>
                    <a:pt x="884" y="2417"/>
                  </a:lnTo>
                  <a:cubicBezTo>
                    <a:pt x="924" y="2425"/>
                    <a:pt x="965" y="2425"/>
                    <a:pt x="1006" y="2425"/>
                  </a:cubicBezTo>
                  <a:cubicBezTo>
                    <a:pt x="1022" y="2425"/>
                    <a:pt x="1038" y="2425"/>
                    <a:pt x="1062" y="2433"/>
                  </a:cubicBezTo>
                  <a:lnTo>
                    <a:pt x="941" y="2433"/>
                  </a:lnTo>
                  <a:cubicBezTo>
                    <a:pt x="884" y="2425"/>
                    <a:pt x="819" y="2425"/>
                    <a:pt x="762" y="2425"/>
                  </a:cubicBezTo>
                  <a:cubicBezTo>
                    <a:pt x="641" y="2433"/>
                    <a:pt x="584" y="2441"/>
                    <a:pt x="697" y="2441"/>
                  </a:cubicBezTo>
                  <a:cubicBezTo>
                    <a:pt x="697" y="2441"/>
                    <a:pt x="697" y="2441"/>
                    <a:pt x="641" y="2449"/>
                  </a:cubicBezTo>
                  <a:lnTo>
                    <a:pt x="697" y="2449"/>
                  </a:lnTo>
                  <a:cubicBezTo>
                    <a:pt x="819" y="2457"/>
                    <a:pt x="819" y="2457"/>
                    <a:pt x="697" y="2457"/>
                  </a:cubicBezTo>
                  <a:cubicBezTo>
                    <a:pt x="576" y="2465"/>
                    <a:pt x="576" y="2482"/>
                    <a:pt x="633" y="2482"/>
                  </a:cubicBezTo>
                  <a:cubicBezTo>
                    <a:pt x="754" y="2482"/>
                    <a:pt x="754" y="2490"/>
                    <a:pt x="697" y="2490"/>
                  </a:cubicBezTo>
                  <a:cubicBezTo>
                    <a:pt x="633" y="2498"/>
                    <a:pt x="633" y="2498"/>
                    <a:pt x="689" y="2498"/>
                  </a:cubicBezTo>
                  <a:cubicBezTo>
                    <a:pt x="633" y="2498"/>
                    <a:pt x="576" y="2506"/>
                    <a:pt x="633" y="2506"/>
                  </a:cubicBezTo>
                  <a:cubicBezTo>
                    <a:pt x="633" y="2506"/>
                    <a:pt x="633" y="2510"/>
                    <a:pt x="649" y="2510"/>
                  </a:cubicBezTo>
                  <a:cubicBezTo>
                    <a:pt x="658" y="2510"/>
                    <a:pt x="670" y="2509"/>
                    <a:pt x="689" y="2506"/>
                  </a:cubicBezTo>
                  <a:lnTo>
                    <a:pt x="811" y="2514"/>
                  </a:lnTo>
                  <a:cubicBezTo>
                    <a:pt x="838" y="2514"/>
                    <a:pt x="865" y="2511"/>
                    <a:pt x="892" y="2511"/>
                  </a:cubicBezTo>
                  <a:cubicBezTo>
                    <a:pt x="906" y="2511"/>
                    <a:pt x="919" y="2511"/>
                    <a:pt x="933" y="2514"/>
                  </a:cubicBezTo>
                  <a:cubicBezTo>
                    <a:pt x="989" y="2514"/>
                    <a:pt x="924" y="2522"/>
                    <a:pt x="746" y="2530"/>
                  </a:cubicBezTo>
                  <a:lnTo>
                    <a:pt x="624" y="2538"/>
                  </a:lnTo>
                  <a:lnTo>
                    <a:pt x="689" y="2538"/>
                  </a:lnTo>
                  <a:cubicBezTo>
                    <a:pt x="624" y="2538"/>
                    <a:pt x="624" y="2538"/>
                    <a:pt x="624" y="2547"/>
                  </a:cubicBezTo>
                  <a:lnTo>
                    <a:pt x="681" y="2547"/>
                  </a:lnTo>
                  <a:cubicBezTo>
                    <a:pt x="803" y="2547"/>
                    <a:pt x="803" y="2547"/>
                    <a:pt x="746" y="2555"/>
                  </a:cubicBezTo>
                  <a:cubicBezTo>
                    <a:pt x="624" y="2555"/>
                    <a:pt x="624" y="2555"/>
                    <a:pt x="746" y="2563"/>
                  </a:cubicBezTo>
                  <a:cubicBezTo>
                    <a:pt x="706" y="2563"/>
                    <a:pt x="665" y="2563"/>
                    <a:pt x="624" y="2571"/>
                  </a:cubicBezTo>
                  <a:lnTo>
                    <a:pt x="681" y="2571"/>
                  </a:lnTo>
                  <a:cubicBezTo>
                    <a:pt x="803" y="2571"/>
                    <a:pt x="803" y="2571"/>
                    <a:pt x="738" y="2579"/>
                  </a:cubicBezTo>
                  <a:cubicBezTo>
                    <a:pt x="681" y="2579"/>
                    <a:pt x="681" y="2579"/>
                    <a:pt x="738" y="2587"/>
                  </a:cubicBezTo>
                  <a:cubicBezTo>
                    <a:pt x="738" y="2587"/>
                    <a:pt x="738" y="2595"/>
                    <a:pt x="681" y="2595"/>
                  </a:cubicBezTo>
                  <a:cubicBezTo>
                    <a:pt x="738" y="2603"/>
                    <a:pt x="738" y="2603"/>
                    <a:pt x="681" y="2603"/>
                  </a:cubicBezTo>
                  <a:cubicBezTo>
                    <a:pt x="616" y="2611"/>
                    <a:pt x="616" y="2611"/>
                    <a:pt x="673" y="2611"/>
                  </a:cubicBezTo>
                  <a:lnTo>
                    <a:pt x="860" y="2611"/>
                  </a:lnTo>
                  <a:cubicBezTo>
                    <a:pt x="860" y="2603"/>
                    <a:pt x="860" y="2603"/>
                    <a:pt x="916" y="2603"/>
                  </a:cubicBezTo>
                  <a:lnTo>
                    <a:pt x="916" y="2611"/>
                  </a:lnTo>
                  <a:cubicBezTo>
                    <a:pt x="916" y="2620"/>
                    <a:pt x="916" y="2620"/>
                    <a:pt x="973" y="2628"/>
                  </a:cubicBezTo>
                  <a:lnTo>
                    <a:pt x="1095" y="2628"/>
                  </a:lnTo>
                  <a:lnTo>
                    <a:pt x="1160" y="2620"/>
                  </a:lnTo>
                  <a:cubicBezTo>
                    <a:pt x="981" y="2620"/>
                    <a:pt x="981" y="2620"/>
                    <a:pt x="1095" y="2611"/>
                  </a:cubicBezTo>
                  <a:lnTo>
                    <a:pt x="1216" y="2611"/>
                  </a:lnTo>
                  <a:cubicBezTo>
                    <a:pt x="1216" y="2603"/>
                    <a:pt x="1216" y="2603"/>
                    <a:pt x="1281" y="2603"/>
                  </a:cubicBezTo>
                  <a:cubicBezTo>
                    <a:pt x="1322" y="2603"/>
                    <a:pt x="1362" y="2603"/>
                    <a:pt x="1403" y="2595"/>
                  </a:cubicBezTo>
                  <a:lnTo>
                    <a:pt x="1338" y="2595"/>
                  </a:lnTo>
                  <a:cubicBezTo>
                    <a:pt x="1281" y="2595"/>
                    <a:pt x="1281" y="2595"/>
                    <a:pt x="1403" y="2587"/>
                  </a:cubicBezTo>
                  <a:lnTo>
                    <a:pt x="1338" y="2587"/>
                  </a:lnTo>
                  <a:cubicBezTo>
                    <a:pt x="1224" y="2587"/>
                    <a:pt x="1224" y="2579"/>
                    <a:pt x="1346" y="2579"/>
                  </a:cubicBezTo>
                  <a:lnTo>
                    <a:pt x="1346" y="2571"/>
                  </a:lnTo>
                  <a:cubicBezTo>
                    <a:pt x="1319" y="2571"/>
                    <a:pt x="1292" y="2567"/>
                    <a:pt x="1265" y="2567"/>
                  </a:cubicBezTo>
                  <a:cubicBezTo>
                    <a:pt x="1251" y="2567"/>
                    <a:pt x="1238" y="2568"/>
                    <a:pt x="1224" y="2571"/>
                  </a:cubicBezTo>
                  <a:cubicBezTo>
                    <a:pt x="1103" y="2571"/>
                    <a:pt x="1103" y="2571"/>
                    <a:pt x="1168" y="2563"/>
                  </a:cubicBezTo>
                  <a:lnTo>
                    <a:pt x="1289" y="2563"/>
                  </a:lnTo>
                  <a:cubicBezTo>
                    <a:pt x="1346" y="2563"/>
                    <a:pt x="1346" y="2555"/>
                    <a:pt x="1346" y="2555"/>
                  </a:cubicBezTo>
                  <a:cubicBezTo>
                    <a:pt x="1346" y="2555"/>
                    <a:pt x="1346" y="2547"/>
                    <a:pt x="1289" y="2547"/>
                  </a:cubicBezTo>
                  <a:lnTo>
                    <a:pt x="1346" y="2547"/>
                  </a:lnTo>
                  <a:cubicBezTo>
                    <a:pt x="1346" y="2547"/>
                    <a:pt x="1346" y="2538"/>
                    <a:pt x="1411" y="2530"/>
                  </a:cubicBezTo>
                  <a:cubicBezTo>
                    <a:pt x="1449" y="2530"/>
                    <a:pt x="1411" y="2523"/>
                    <a:pt x="1345" y="2523"/>
                  </a:cubicBezTo>
                  <a:cubicBezTo>
                    <a:pt x="1313" y="2523"/>
                    <a:pt x="1273" y="2525"/>
                    <a:pt x="1233" y="2530"/>
                  </a:cubicBezTo>
                  <a:cubicBezTo>
                    <a:pt x="1233" y="2530"/>
                    <a:pt x="1233" y="2530"/>
                    <a:pt x="1233" y="2522"/>
                  </a:cubicBezTo>
                  <a:lnTo>
                    <a:pt x="1168" y="2522"/>
                  </a:lnTo>
                  <a:cubicBezTo>
                    <a:pt x="1111" y="2522"/>
                    <a:pt x="1111" y="2514"/>
                    <a:pt x="1111" y="2514"/>
                  </a:cubicBezTo>
                  <a:lnTo>
                    <a:pt x="1233" y="2514"/>
                  </a:lnTo>
                  <a:cubicBezTo>
                    <a:pt x="1411" y="2514"/>
                    <a:pt x="1468" y="2514"/>
                    <a:pt x="1289" y="2506"/>
                  </a:cubicBezTo>
                  <a:lnTo>
                    <a:pt x="1354" y="2506"/>
                  </a:lnTo>
                  <a:cubicBezTo>
                    <a:pt x="1411" y="2506"/>
                    <a:pt x="1411" y="2506"/>
                    <a:pt x="1354" y="2498"/>
                  </a:cubicBezTo>
                  <a:cubicBezTo>
                    <a:pt x="1354" y="2498"/>
                    <a:pt x="1233" y="2490"/>
                    <a:pt x="1176" y="2490"/>
                  </a:cubicBezTo>
                  <a:cubicBezTo>
                    <a:pt x="1297" y="2490"/>
                    <a:pt x="1297" y="2482"/>
                    <a:pt x="1176" y="2482"/>
                  </a:cubicBezTo>
                  <a:lnTo>
                    <a:pt x="1241" y="2482"/>
                  </a:lnTo>
                  <a:cubicBezTo>
                    <a:pt x="1297" y="2482"/>
                    <a:pt x="1354" y="2474"/>
                    <a:pt x="1297" y="2457"/>
                  </a:cubicBezTo>
                  <a:cubicBezTo>
                    <a:pt x="1297" y="2449"/>
                    <a:pt x="1306" y="2441"/>
                    <a:pt x="1362" y="2441"/>
                  </a:cubicBezTo>
                  <a:cubicBezTo>
                    <a:pt x="1419" y="2441"/>
                    <a:pt x="1306" y="2425"/>
                    <a:pt x="1184" y="2417"/>
                  </a:cubicBezTo>
                  <a:cubicBezTo>
                    <a:pt x="1249" y="2417"/>
                    <a:pt x="1249" y="2417"/>
                    <a:pt x="1249" y="2409"/>
                  </a:cubicBezTo>
                  <a:cubicBezTo>
                    <a:pt x="1249" y="2401"/>
                    <a:pt x="1249" y="2401"/>
                    <a:pt x="1306" y="2401"/>
                  </a:cubicBezTo>
                  <a:cubicBezTo>
                    <a:pt x="1192" y="2393"/>
                    <a:pt x="1249" y="2384"/>
                    <a:pt x="1370" y="2384"/>
                  </a:cubicBezTo>
                  <a:cubicBezTo>
                    <a:pt x="1427" y="2384"/>
                    <a:pt x="1427" y="2384"/>
                    <a:pt x="1427" y="2376"/>
                  </a:cubicBezTo>
                  <a:cubicBezTo>
                    <a:pt x="1370" y="2376"/>
                    <a:pt x="1370" y="2368"/>
                    <a:pt x="1370" y="2360"/>
                  </a:cubicBezTo>
                  <a:cubicBezTo>
                    <a:pt x="1370" y="2352"/>
                    <a:pt x="1370" y="2352"/>
                    <a:pt x="1257" y="2352"/>
                  </a:cubicBezTo>
                  <a:cubicBezTo>
                    <a:pt x="1135" y="2352"/>
                    <a:pt x="1135" y="2344"/>
                    <a:pt x="1135" y="2344"/>
                  </a:cubicBezTo>
                  <a:cubicBezTo>
                    <a:pt x="1135" y="2336"/>
                    <a:pt x="1135" y="2336"/>
                    <a:pt x="1200" y="2336"/>
                  </a:cubicBezTo>
                  <a:cubicBezTo>
                    <a:pt x="1216" y="2336"/>
                    <a:pt x="1241" y="2336"/>
                    <a:pt x="1257" y="2328"/>
                  </a:cubicBezTo>
                  <a:cubicBezTo>
                    <a:pt x="1257" y="2328"/>
                    <a:pt x="1257" y="2320"/>
                    <a:pt x="1322" y="2320"/>
                  </a:cubicBezTo>
                  <a:cubicBezTo>
                    <a:pt x="1322" y="2320"/>
                    <a:pt x="1379" y="2320"/>
                    <a:pt x="1379" y="2311"/>
                  </a:cubicBezTo>
                  <a:cubicBezTo>
                    <a:pt x="1379" y="2311"/>
                    <a:pt x="1379" y="2303"/>
                    <a:pt x="1443" y="2303"/>
                  </a:cubicBezTo>
                  <a:cubicBezTo>
                    <a:pt x="1443" y="2295"/>
                    <a:pt x="1443" y="2295"/>
                    <a:pt x="1379" y="2295"/>
                  </a:cubicBezTo>
                  <a:cubicBezTo>
                    <a:pt x="1322" y="2295"/>
                    <a:pt x="1265" y="2295"/>
                    <a:pt x="1322" y="2279"/>
                  </a:cubicBezTo>
                  <a:cubicBezTo>
                    <a:pt x="1322" y="2279"/>
                    <a:pt x="1330" y="2271"/>
                    <a:pt x="1265" y="2271"/>
                  </a:cubicBezTo>
                  <a:cubicBezTo>
                    <a:pt x="1265" y="2263"/>
                    <a:pt x="1265" y="2263"/>
                    <a:pt x="1330" y="2263"/>
                  </a:cubicBezTo>
                  <a:cubicBezTo>
                    <a:pt x="1443" y="2263"/>
                    <a:pt x="1443" y="2255"/>
                    <a:pt x="1330" y="2255"/>
                  </a:cubicBezTo>
                  <a:cubicBezTo>
                    <a:pt x="1265" y="2255"/>
                    <a:pt x="1265" y="2247"/>
                    <a:pt x="1330" y="2247"/>
                  </a:cubicBezTo>
                  <a:cubicBezTo>
                    <a:pt x="1330" y="2247"/>
                    <a:pt x="1330" y="2247"/>
                    <a:pt x="1273" y="2238"/>
                  </a:cubicBezTo>
                  <a:cubicBezTo>
                    <a:pt x="1208" y="2238"/>
                    <a:pt x="1208" y="2238"/>
                    <a:pt x="1273" y="2230"/>
                  </a:cubicBezTo>
                  <a:cubicBezTo>
                    <a:pt x="1330" y="2230"/>
                    <a:pt x="1330" y="2230"/>
                    <a:pt x="1330" y="2222"/>
                  </a:cubicBezTo>
                  <a:cubicBezTo>
                    <a:pt x="1273" y="2214"/>
                    <a:pt x="1281" y="2182"/>
                    <a:pt x="1338" y="2182"/>
                  </a:cubicBezTo>
                  <a:cubicBezTo>
                    <a:pt x="1281" y="2182"/>
                    <a:pt x="1281" y="2182"/>
                    <a:pt x="1281" y="2174"/>
                  </a:cubicBezTo>
                  <a:cubicBezTo>
                    <a:pt x="1394" y="2174"/>
                    <a:pt x="1346" y="2167"/>
                    <a:pt x="1247" y="2166"/>
                  </a:cubicBezTo>
                  <a:lnTo>
                    <a:pt x="1247" y="2166"/>
                  </a:lnTo>
                  <a:cubicBezTo>
                    <a:pt x="1258" y="2166"/>
                    <a:pt x="1269" y="2165"/>
                    <a:pt x="1281" y="2165"/>
                  </a:cubicBezTo>
                  <a:cubicBezTo>
                    <a:pt x="1403" y="2165"/>
                    <a:pt x="1403" y="2165"/>
                    <a:pt x="1281" y="2157"/>
                  </a:cubicBezTo>
                  <a:cubicBezTo>
                    <a:pt x="1160" y="2157"/>
                    <a:pt x="1160" y="2149"/>
                    <a:pt x="1281" y="2149"/>
                  </a:cubicBezTo>
                  <a:cubicBezTo>
                    <a:pt x="1046" y="2141"/>
                    <a:pt x="989" y="2133"/>
                    <a:pt x="1224" y="2133"/>
                  </a:cubicBezTo>
                  <a:cubicBezTo>
                    <a:pt x="1289" y="2133"/>
                    <a:pt x="1346" y="2133"/>
                    <a:pt x="1403" y="2125"/>
                  </a:cubicBezTo>
                  <a:cubicBezTo>
                    <a:pt x="1381" y="2125"/>
                    <a:pt x="1356" y="2121"/>
                    <a:pt x="1330" y="2121"/>
                  </a:cubicBezTo>
                  <a:cubicBezTo>
                    <a:pt x="1316" y="2121"/>
                    <a:pt x="1303" y="2122"/>
                    <a:pt x="1289" y="2125"/>
                  </a:cubicBezTo>
                  <a:cubicBezTo>
                    <a:pt x="1168" y="2125"/>
                    <a:pt x="1168" y="2125"/>
                    <a:pt x="1289" y="2117"/>
                  </a:cubicBezTo>
                  <a:cubicBezTo>
                    <a:pt x="1468" y="2109"/>
                    <a:pt x="1468" y="2101"/>
                    <a:pt x="1354" y="2093"/>
                  </a:cubicBezTo>
                  <a:cubicBezTo>
                    <a:pt x="1265" y="2081"/>
                    <a:pt x="1241" y="2073"/>
                    <a:pt x="1283" y="2073"/>
                  </a:cubicBezTo>
                  <a:cubicBezTo>
                    <a:pt x="1298" y="2073"/>
                    <a:pt x="1322" y="2074"/>
                    <a:pt x="1354" y="2076"/>
                  </a:cubicBezTo>
                  <a:cubicBezTo>
                    <a:pt x="1415" y="2080"/>
                    <a:pt x="1445" y="2082"/>
                    <a:pt x="1452" y="2082"/>
                  </a:cubicBezTo>
                  <a:cubicBezTo>
                    <a:pt x="1460" y="2082"/>
                    <a:pt x="1443" y="2080"/>
                    <a:pt x="1411" y="2076"/>
                  </a:cubicBezTo>
                  <a:cubicBezTo>
                    <a:pt x="1411" y="2076"/>
                    <a:pt x="1411" y="2068"/>
                    <a:pt x="1419" y="2060"/>
                  </a:cubicBezTo>
                  <a:cubicBezTo>
                    <a:pt x="1396" y="2060"/>
                    <a:pt x="1374" y="2058"/>
                    <a:pt x="1351" y="2057"/>
                  </a:cubicBezTo>
                  <a:lnTo>
                    <a:pt x="1351" y="2057"/>
                  </a:lnTo>
                  <a:cubicBezTo>
                    <a:pt x="1433" y="2052"/>
                    <a:pt x="1457" y="2051"/>
                    <a:pt x="1362" y="2044"/>
                  </a:cubicBezTo>
                  <a:lnTo>
                    <a:pt x="1362" y="2036"/>
                  </a:lnTo>
                  <a:cubicBezTo>
                    <a:pt x="1362" y="2036"/>
                    <a:pt x="1362" y="2036"/>
                    <a:pt x="1297" y="2028"/>
                  </a:cubicBezTo>
                  <a:cubicBezTo>
                    <a:pt x="1241" y="2028"/>
                    <a:pt x="1306" y="2020"/>
                    <a:pt x="1362" y="2020"/>
                  </a:cubicBezTo>
                  <a:cubicBezTo>
                    <a:pt x="1419" y="2020"/>
                    <a:pt x="1484" y="2011"/>
                    <a:pt x="1419" y="2011"/>
                  </a:cubicBezTo>
                  <a:cubicBezTo>
                    <a:pt x="1362" y="2011"/>
                    <a:pt x="1306" y="2011"/>
                    <a:pt x="1241" y="2003"/>
                  </a:cubicBezTo>
                  <a:cubicBezTo>
                    <a:pt x="1203" y="2003"/>
                    <a:pt x="1219" y="2000"/>
                    <a:pt x="1251" y="2000"/>
                  </a:cubicBezTo>
                  <a:cubicBezTo>
                    <a:pt x="1267" y="2000"/>
                    <a:pt x="1287" y="2001"/>
                    <a:pt x="1306" y="2003"/>
                  </a:cubicBezTo>
                  <a:cubicBezTo>
                    <a:pt x="1346" y="2003"/>
                    <a:pt x="1387" y="2003"/>
                    <a:pt x="1427" y="1995"/>
                  </a:cubicBezTo>
                  <a:cubicBezTo>
                    <a:pt x="1427" y="1995"/>
                    <a:pt x="1427" y="1987"/>
                    <a:pt x="1370" y="1987"/>
                  </a:cubicBezTo>
                  <a:cubicBezTo>
                    <a:pt x="1306" y="1987"/>
                    <a:pt x="1306" y="1971"/>
                    <a:pt x="1370" y="1963"/>
                  </a:cubicBezTo>
                  <a:lnTo>
                    <a:pt x="1370" y="1955"/>
                  </a:lnTo>
                  <a:cubicBezTo>
                    <a:pt x="1370" y="1955"/>
                    <a:pt x="1314" y="1955"/>
                    <a:pt x="1314" y="1947"/>
                  </a:cubicBezTo>
                  <a:lnTo>
                    <a:pt x="1257" y="1947"/>
                  </a:lnTo>
                  <a:cubicBezTo>
                    <a:pt x="1257" y="1938"/>
                    <a:pt x="1257" y="1938"/>
                    <a:pt x="1314" y="1938"/>
                  </a:cubicBezTo>
                  <a:cubicBezTo>
                    <a:pt x="1192" y="1930"/>
                    <a:pt x="1192" y="1930"/>
                    <a:pt x="1314" y="1930"/>
                  </a:cubicBezTo>
                  <a:cubicBezTo>
                    <a:pt x="1257" y="1922"/>
                    <a:pt x="1257" y="1922"/>
                    <a:pt x="1314" y="1922"/>
                  </a:cubicBezTo>
                  <a:cubicBezTo>
                    <a:pt x="1379" y="1922"/>
                    <a:pt x="1379" y="1914"/>
                    <a:pt x="1314" y="1914"/>
                  </a:cubicBezTo>
                  <a:cubicBezTo>
                    <a:pt x="1200" y="1914"/>
                    <a:pt x="1135" y="1906"/>
                    <a:pt x="1257" y="1906"/>
                  </a:cubicBezTo>
                  <a:cubicBezTo>
                    <a:pt x="1257" y="1906"/>
                    <a:pt x="1257" y="1906"/>
                    <a:pt x="1200" y="1898"/>
                  </a:cubicBezTo>
                  <a:cubicBezTo>
                    <a:pt x="1322" y="1890"/>
                    <a:pt x="1322" y="1890"/>
                    <a:pt x="1200" y="1890"/>
                  </a:cubicBezTo>
                  <a:cubicBezTo>
                    <a:pt x="1200" y="1890"/>
                    <a:pt x="1143" y="1882"/>
                    <a:pt x="1200" y="1882"/>
                  </a:cubicBezTo>
                  <a:cubicBezTo>
                    <a:pt x="1265" y="1874"/>
                    <a:pt x="1322" y="1857"/>
                    <a:pt x="1208" y="1857"/>
                  </a:cubicBezTo>
                  <a:lnTo>
                    <a:pt x="1208" y="1849"/>
                  </a:lnTo>
                  <a:cubicBezTo>
                    <a:pt x="1265" y="1849"/>
                    <a:pt x="1265" y="1841"/>
                    <a:pt x="1208" y="1841"/>
                  </a:cubicBezTo>
                  <a:lnTo>
                    <a:pt x="1151" y="1841"/>
                  </a:lnTo>
                  <a:cubicBezTo>
                    <a:pt x="1192" y="1841"/>
                    <a:pt x="1233" y="1833"/>
                    <a:pt x="1265" y="1833"/>
                  </a:cubicBezTo>
                  <a:cubicBezTo>
                    <a:pt x="1265" y="1825"/>
                    <a:pt x="1265" y="1825"/>
                    <a:pt x="1208" y="1825"/>
                  </a:cubicBezTo>
                  <a:cubicBezTo>
                    <a:pt x="1189" y="1828"/>
                    <a:pt x="1177" y="1829"/>
                    <a:pt x="1168" y="1829"/>
                  </a:cubicBezTo>
                  <a:cubicBezTo>
                    <a:pt x="1151" y="1829"/>
                    <a:pt x="1151" y="1825"/>
                    <a:pt x="1151" y="1825"/>
                  </a:cubicBezTo>
                  <a:cubicBezTo>
                    <a:pt x="1192" y="1817"/>
                    <a:pt x="1233" y="1817"/>
                    <a:pt x="1273" y="1817"/>
                  </a:cubicBezTo>
                  <a:cubicBezTo>
                    <a:pt x="1249" y="1817"/>
                    <a:pt x="1230" y="1817"/>
                    <a:pt x="1214" y="1816"/>
                  </a:cubicBezTo>
                  <a:lnTo>
                    <a:pt x="1214" y="1816"/>
                  </a:lnTo>
                  <a:cubicBezTo>
                    <a:pt x="1273" y="1809"/>
                    <a:pt x="1273" y="1808"/>
                    <a:pt x="1273" y="1801"/>
                  </a:cubicBezTo>
                  <a:lnTo>
                    <a:pt x="1273" y="1793"/>
                  </a:lnTo>
                  <a:cubicBezTo>
                    <a:pt x="1273" y="1793"/>
                    <a:pt x="1273" y="1789"/>
                    <a:pt x="125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2"/>
            <p:cNvSpPr/>
            <p:nvPr/>
          </p:nvSpPr>
          <p:spPr>
            <a:xfrm>
              <a:off x="8722799" y="1800052"/>
              <a:ext cx="42180" cy="45300"/>
            </a:xfrm>
            <a:custGeom>
              <a:avLst/>
              <a:gdLst/>
              <a:ahLst/>
              <a:cxnLst/>
              <a:rect l="l" t="t" r="r" b="b"/>
              <a:pathLst>
                <a:path w="2447" h="2628" extrusionOk="0">
                  <a:moveTo>
                    <a:pt x="713" y="19"/>
                  </a:moveTo>
                  <a:cubicBezTo>
                    <a:pt x="744" y="19"/>
                    <a:pt x="804" y="21"/>
                    <a:pt x="865" y="25"/>
                  </a:cubicBezTo>
                  <a:cubicBezTo>
                    <a:pt x="852" y="28"/>
                    <a:pt x="838" y="29"/>
                    <a:pt x="825" y="29"/>
                  </a:cubicBezTo>
                  <a:cubicBezTo>
                    <a:pt x="798" y="29"/>
                    <a:pt x="771" y="25"/>
                    <a:pt x="744" y="25"/>
                  </a:cubicBezTo>
                  <a:cubicBezTo>
                    <a:pt x="683" y="21"/>
                    <a:pt x="683" y="19"/>
                    <a:pt x="713" y="19"/>
                  </a:cubicBezTo>
                  <a:close/>
                  <a:moveTo>
                    <a:pt x="1396" y="19"/>
                  </a:moveTo>
                  <a:cubicBezTo>
                    <a:pt x="1376" y="19"/>
                    <a:pt x="1356" y="21"/>
                    <a:pt x="1336" y="25"/>
                  </a:cubicBezTo>
                  <a:cubicBezTo>
                    <a:pt x="1349" y="28"/>
                    <a:pt x="1363" y="29"/>
                    <a:pt x="1376" y="29"/>
                  </a:cubicBezTo>
                  <a:cubicBezTo>
                    <a:pt x="1403" y="29"/>
                    <a:pt x="1430" y="25"/>
                    <a:pt x="1457" y="25"/>
                  </a:cubicBezTo>
                  <a:cubicBezTo>
                    <a:pt x="1437" y="21"/>
                    <a:pt x="1417" y="19"/>
                    <a:pt x="1396" y="19"/>
                  </a:cubicBezTo>
                  <a:close/>
                  <a:moveTo>
                    <a:pt x="800" y="455"/>
                  </a:moveTo>
                  <a:cubicBezTo>
                    <a:pt x="841" y="455"/>
                    <a:pt x="882" y="455"/>
                    <a:pt x="922" y="463"/>
                  </a:cubicBezTo>
                  <a:cubicBezTo>
                    <a:pt x="857" y="463"/>
                    <a:pt x="800" y="463"/>
                    <a:pt x="744" y="455"/>
                  </a:cubicBezTo>
                  <a:close/>
                  <a:moveTo>
                    <a:pt x="1084" y="560"/>
                  </a:moveTo>
                  <a:cubicBezTo>
                    <a:pt x="1084" y="560"/>
                    <a:pt x="1141" y="568"/>
                    <a:pt x="1084" y="568"/>
                  </a:cubicBezTo>
                  <a:lnTo>
                    <a:pt x="1027" y="568"/>
                  </a:lnTo>
                  <a:cubicBezTo>
                    <a:pt x="963" y="560"/>
                    <a:pt x="906" y="560"/>
                    <a:pt x="963" y="560"/>
                  </a:cubicBezTo>
                  <a:close/>
                  <a:moveTo>
                    <a:pt x="1011" y="682"/>
                  </a:moveTo>
                  <a:cubicBezTo>
                    <a:pt x="1027" y="682"/>
                    <a:pt x="1044" y="682"/>
                    <a:pt x="1068" y="690"/>
                  </a:cubicBezTo>
                  <a:lnTo>
                    <a:pt x="946" y="690"/>
                  </a:lnTo>
                  <a:cubicBezTo>
                    <a:pt x="971" y="682"/>
                    <a:pt x="987" y="682"/>
                    <a:pt x="1011" y="682"/>
                  </a:cubicBezTo>
                  <a:close/>
                  <a:moveTo>
                    <a:pt x="1125" y="714"/>
                  </a:moveTo>
                  <a:lnTo>
                    <a:pt x="1060" y="722"/>
                  </a:lnTo>
                  <a:lnTo>
                    <a:pt x="1060" y="714"/>
                  </a:lnTo>
                  <a:close/>
                  <a:moveTo>
                    <a:pt x="1152" y="724"/>
                  </a:moveTo>
                  <a:cubicBezTo>
                    <a:pt x="1145" y="724"/>
                    <a:pt x="1145" y="726"/>
                    <a:pt x="1173" y="730"/>
                  </a:cubicBezTo>
                  <a:cubicBezTo>
                    <a:pt x="1173" y="726"/>
                    <a:pt x="1159" y="724"/>
                    <a:pt x="1152" y="724"/>
                  </a:cubicBezTo>
                  <a:close/>
                  <a:moveTo>
                    <a:pt x="1117" y="747"/>
                  </a:moveTo>
                  <a:lnTo>
                    <a:pt x="1060" y="755"/>
                  </a:lnTo>
                  <a:lnTo>
                    <a:pt x="1060" y="747"/>
                  </a:lnTo>
                  <a:close/>
                  <a:moveTo>
                    <a:pt x="1052" y="763"/>
                  </a:moveTo>
                  <a:cubicBezTo>
                    <a:pt x="1084" y="767"/>
                    <a:pt x="1100" y="767"/>
                    <a:pt x="1109" y="767"/>
                  </a:cubicBezTo>
                  <a:cubicBezTo>
                    <a:pt x="1117" y="767"/>
                    <a:pt x="1117" y="767"/>
                    <a:pt x="1117" y="771"/>
                  </a:cubicBezTo>
                  <a:cubicBezTo>
                    <a:pt x="1117" y="775"/>
                    <a:pt x="1117" y="777"/>
                    <a:pt x="1109" y="777"/>
                  </a:cubicBezTo>
                  <a:cubicBezTo>
                    <a:pt x="1100" y="777"/>
                    <a:pt x="1084" y="775"/>
                    <a:pt x="1052" y="771"/>
                  </a:cubicBezTo>
                  <a:cubicBezTo>
                    <a:pt x="995" y="771"/>
                    <a:pt x="995" y="763"/>
                    <a:pt x="1052" y="763"/>
                  </a:cubicBezTo>
                  <a:close/>
                  <a:moveTo>
                    <a:pt x="691" y="789"/>
                  </a:moveTo>
                  <a:cubicBezTo>
                    <a:pt x="711" y="789"/>
                    <a:pt x="732" y="791"/>
                    <a:pt x="752" y="795"/>
                  </a:cubicBezTo>
                  <a:lnTo>
                    <a:pt x="630" y="795"/>
                  </a:lnTo>
                  <a:cubicBezTo>
                    <a:pt x="650" y="791"/>
                    <a:pt x="671" y="789"/>
                    <a:pt x="691" y="789"/>
                  </a:cubicBezTo>
                  <a:close/>
                  <a:moveTo>
                    <a:pt x="809" y="828"/>
                  </a:moveTo>
                  <a:lnTo>
                    <a:pt x="744" y="836"/>
                  </a:lnTo>
                  <a:cubicBezTo>
                    <a:pt x="687" y="836"/>
                    <a:pt x="687" y="828"/>
                    <a:pt x="687" y="828"/>
                  </a:cubicBezTo>
                  <a:close/>
                  <a:moveTo>
                    <a:pt x="1011" y="1087"/>
                  </a:moveTo>
                  <a:cubicBezTo>
                    <a:pt x="1052" y="1087"/>
                    <a:pt x="1092" y="1087"/>
                    <a:pt x="1125" y="1095"/>
                  </a:cubicBezTo>
                  <a:lnTo>
                    <a:pt x="1011" y="1095"/>
                  </a:lnTo>
                  <a:lnTo>
                    <a:pt x="1011" y="1087"/>
                  </a:lnTo>
                  <a:close/>
                  <a:moveTo>
                    <a:pt x="1109" y="1209"/>
                  </a:moveTo>
                  <a:cubicBezTo>
                    <a:pt x="1173" y="1209"/>
                    <a:pt x="1173" y="1217"/>
                    <a:pt x="1173" y="1225"/>
                  </a:cubicBezTo>
                  <a:cubicBezTo>
                    <a:pt x="1133" y="1225"/>
                    <a:pt x="1092" y="1225"/>
                    <a:pt x="1052" y="1217"/>
                  </a:cubicBezTo>
                  <a:cubicBezTo>
                    <a:pt x="1052" y="1209"/>
                    <a:pt x="1052" y="1209"/>
                    <a:pt x="1109" y="1209"/>
                  </a:cubicBezTo>
                  <a:close/>
                  <a:moveTo>
                    <a:pt x="654" y="1468"/>
                  </a:moveTo>
                  <a:lnTo>
                    <a:pt x="654" y="1476"/>
                  </a:lnTo>
                  <a:lnTo>
                    <a:pt x="776" y="1476"/>
                  </a:lnTo>
                  <a:cubicBezTo>
                    <a:pt x="736" y="1468"/>
                    <a:pt x="695" y="1468"/>
                    <a:pt x="654" y="1468"/>
                  </a:cubicBezTo>
                  <a:close/>
                  <a:moveTo>
                    <a:pt x="1068" y="1525"/>
                  </a:moveTo>
                  <a:cubicBezTo>
                    <a:pt x="1077" y="1525"/>
                    <a:pt x="1087" y="1525"/>
                    <a:pt x="1098" y="1525"/>
                  </a:cubicBezTo>
                  <a:lnTo>
                    <a:pt x="1098" y="1525"/>
                  </a:lnTo>
                  <a:cubicBezTo>
                    <a:pt x="1098" y="1525"/>
                    <a:pt x="1098" y="1525"/>
                    <a:pt x="1098" y="1525"/>
                  </a:cubicBezTo>
                  <a:close/>
                  <a:moveTo>
                    <a:pt x="922" y="1"/>
                  </a:moveTo>
                  <a:cubicBezTo>
                    <a:pt x="841" y="1"/>
                    <a:pt x="760" y="1"/>
                    <a:pt x="679" y="9"/>
                  </a:cubicBezTo>
                  <a:cubicBezTo>
                    <a:pt x="622" y="25"/>
                    <a:pt x="557" y="33"/>
                    <a:pt x="679" y="33"/>
                  </a:cubicBezTo>
                  <a:lnTo>
                    <a:pt x="736" y="33"/>
                  </a:lnTo>
                  <a:cubicBezTo>
                    <a:pt x="719" y="41"/>
                    <a:pt x="695" y="41"/>
                    <a:pt x="679" y="41"/>
                  </a:cubicBezTo>
                  <a:cubicBezTo>
                    <a:pt x="614" y="41"/>
                    <a:pt x="614" y="57"/>
                    <a:pt x="614" y="74"/>
                  </a:cubicBezTo>
                  <a:cubicBezTo>
                    <a:pt x="606" y="90"/>
                    <a:pt x="606" y="98"/>
                    <a:pt x="549" y="98"/>
                  </a:cubicBezTo>
                  <a:cubicBezTo>
                    <a:pt x="484" y="106"/>
                    <a:pt x="484" y="106"/>
                    <a:pt x="484" y="106"/>
                  </a:cubicBezTo>
                  <a:cubicBezTo>
                    <a:pt x="549" y="106"/>
                    <a:pt x="541" y="122"/>
                    <a:pt x="541" y="147"/>
                  </a:cubicBezTo>
                  <a:cubicBezTo>
                    <a:pt x="541" y="171"/>
                    <a:pt x="533" y="187"/>
                    <a:pt x="598" y="187"/>
                  </a:cubicBezTo>
                  <a:lnTo>
                    <a:pt x="598" y="195"/>
                  </a:lnTo>
                  <a:cubicBezTo>
                    <a:pt x="533" y="195"/>
                    <a:pt x="533" y="203"/>
                    <a:pt x="533" y="212"/>
                  </a:cubicBezTo>
                  <a:cubicBezTo>
                    <a:pt x="590" y="220"/>
                    <a:pt x="590" y="220"/>
                    <a:pt x="590" y="220"/>
                  </a:cubicBezTo>
                  <a:cubicBezTo>
                    <a:pt x="533" y="220"/>
                    <a:pt x="533" y="228"/>
                    <a:pt x="533" y="228"/>
                  </a:cubicBezTo>
                  <a:cubicBezTo>
                    <a:pt x="533" y="236"/>
                    <a:pt x="525" y="244"/>
                    <a:pt x="590" y="244"/>
                  </a:cubicBezTo>
                  <a:cubicBezTo>
                    <a:pt x="590" y="244"/>
                    <a:pt x="582" y="268"/>
                    <a:pt x="525" y="276"/>
                  </a:cubicBezTo>
                  <a:cubicBezTo>
                    <a:pt x="460" y="276"/>
                    <a:pt x="525" y="285"/>
                    <a:pt x="582" y="285"/>
                  </a:cubicBezTo>
                  <a:cubicBezTo>
                    <a:pt x="622" y="285"/>
                    <a:pt x="663" y="285"/>
                    <a:pt x="703" y="293"/>
                  </a:cubicBezTo>
                  <a:lnTo>
                    <a:pt x="582" y="293"/>
                  </a:lnTo>
                  <a:cubicBezTo>
                    <a:pt x="553" y="289"/>
                    <a:pt x="539" y="287"/>
                    <a:pt x="531" y="287"/>
                  </a:cubicBezTo>
                  <a:cubicBezTo>
                    <a:pt x="523" y="287"/>
                    <a:pt x="521" y="289"/>
                    <a:pt x="517" y="293"/>
                  </a:cubicBezTo>
                  <a:lnTo>
                    <a:pt x="517" y="301"/>
                  </a:lnTo>
                  <a:cubicBezTo>
                    <a:pt x="582" y="301"/>
                    <a:pt x="573" y="317"/>
                    <a:pt x="573" y="333"/>
                  </a:cubicBezTo>
                  <a:cubicBezTo>
                    <a:pt x="573" y="366"/>
                    <a:pt x="565" y="374"/>
                    <a:pt x="630" y="374"/>
                  </a:cubicBezTo>
                  <a:cubicBezTo>
                    <a:pt x="687" y="374"/>
                    <a:pt x="687" y="374"/>
                    <a:pt x="630" y="390"/>
                  </a:cubicBezTo>
                  <a:cubicBezTo>
                    <a:pt x="444" y="406"/>
                    <a:pt x="444" y="406"/>
                    <a:pt x="500" y="406"/>
                  </a:cubicBezTo>
                  <a:lnTo>
                    <a:pt x="622" y="406"/>
                  </a:lnTo>
                  <a:cubicBezTo>
                    <a:pt x="744" y="406"/>
                    <a:pt x="744" y="406"/>
                    <a:pt x="622" y="414"/>
                  </a:cubicBezTo>
                  <a:cubicBezTo>
                    <a:pt x="500" y="414"/>
                    <a:pt x="557" y="455"/>
                    <a:pt x="679" y="463"/>
                  </a:cubicBezTo>
                  <a:lnTo>
                    <a:pt x="614" y="463"/>
                  </a:lnTo>
                  <a:cubicBezTo>
                    <a:pt x="557" y="463"/>
                    <a:pt x="557" y="463"/>
                    <a:pt x="557" y="479"/>
                  </a:cubicBezTo>
                  <a:lnTo>
                    <a:pt x="549" y="487"/>
                  </a:lnTo>
                  <a:cubicBezTo>
                    <a:pt x="671" y="487"/>
                    <a:pt x="606" y="503"/>
                    <a:pt x="549" y="503"/>
                  </a:cubicBezTo>
                  <a:cubicBezTo>
                    <a:pt x="492" y="503"/>
                    <a:pt x="492" y="503"/>
                    <a:pt x="492" y="512"/>
                  </a:cubicBezTo>
                  <a:cubicBezTo>
                    <a:pt x="606" y="520"/>
                    <a:pt x="549" y="536"/>
                    <a:pt x="484" y="536"/>
                  </a:cubicBezTo>
                  <a:lnTo>
                    <a:pt x="484" y="544"/>
                  </a:lnTo>
                  <a:cubicBezTo>
                    <a:pt x="541" y="544"/>
                    <a:pt x="541" y="552"/>
                    <a:pt x="541" y="552"/>
                  </a:cubicBezTo>
                  <a:cubicBezTo>
                    <a:pt x="541" y="568"/>
                    <a:pt x="541" y="568"/>
                    <a:pt x="598" y="568"/>
                  </a:cubicBezTo>
                  <a:cubicBezTo>
                    <a:pt x="611" y="566"/>
                    <a:pt x="625" y="565"/>
                    <a:pt x="638" y="565"/>
                  </a:cubicBezTo>
                  <a:cubicBezTo>
                    <a:pt x="665" y="565"/>
                    <a:pt x="692" y="568"/>
                    <a:pt x="719" y="568"/>
                  </a:cubicBezTo>
                  <a:lnTo>
                    <a:pt x="663" y="568"/>
                  </a:lnTo>
                  <a:cubicBezTo>
                    <a:pt x="598" y="568"/>
                    <a:pt x="598" y="576"/>
                    <a:pt x="598" y="593"/>
                  </a:cubicBezTo>
                  <a:cubicBezTo>
                    <a:pt x="598" y="609"/>
                    <a:pt x="598" y="609"/>
                    <a:pt x="533" y="617"/>
                  </a:cubicBezTo>
                  <a:lnTo>
                    <a:pt x="590" y="617"/>
                  </a:lnTo>
                  <a:cubicBezTo>
                    <a:pt x="654" y="625"/>
                    <a:pt x="654" y="625"/>
                    <a:pt x="590" y="625"/>
                  </a:cubicBezTo>
                  <a:cubicBezTo>
                    <a:pt x="533" y="625"/>
                    <a:pt x="533" y="641"/>
                    <a:pt x="590" y="649"/>
                  </a:cubicBezTo>
                  <a:cubicBezTo>
                    <a:pt x="468" y="657"/>
                    <a:pt x="468" y="666"/>
                    <a:pt x="590" y="666"/>
                  </a:cubicBezTo>
                  <a:cubicBezTo>
                    <a:pt x="525" y="666"/>
                    <a:pt x="525" y="674"/>
                    <a:pt x="525" y="674"/>
                  </a:cubicBezTo>
                  <a:cubicBezTo>
                    <a:pt x="582" y="682"/>
                    <a:pt x="582" y="690"/>
                    <a:pt x="525" y="690"/>
                  </a:cubicBezTo>
                  <a:lnTo>
                    <a:pt x="525" y="698"/>
                  </a:lnTo>
                  <a:cubicBezTo>
                    <a:pt x="582" y="698"/>
                    <a:pt x="582" y="698"/>
                    <a:pt x="582" y="706"/>
                  </a:cubicBezTo>
                  <a:cubicBezTo>
                    <a:pt x="582" y="706"/>
                    <a:pt x="582" y="714"/>
                    <a:pt x="638" y="714"/>
                  </a:cubicBezTo>
                  <a:cubicBezTo>
                    <a:pt x="695" y="714"/>
                    <a:pt x="695" y="722"/>
                    <a:pt x="695" y="722"/>
                  </a:cubicBezTo>
                  <a:cubicBezTo>
                    <a:pt x="663" y="722"/>
                    <a:pt x="622" y="722"/>
                    <a:pt x="582" y="714"/>
                  </a:cubicBezTo>
                  <a:cubicBezTo>
                    <a:pt x="517" y="714"/>
                    <a:pt x="517" y="722"/>
                    <a:pt x="638" y="730"/>
                  </a:cubicBezTo>
                  <a:cubicBezTo>
                    <a:pt x="600" y="730"/>
                    <a:pt x="559" y="727"/>
                    <a:pt x="555" y="727"/>
                  </a:cubicBezTo>
                  <a:lnTo>
                    <a:pt x="555" y="727"/>
                  </a:lnTo>
                  <a:cubicBezTo>
                    <a:pt x="553" y="727"/>
                    <a:pt x="560" y="728"/>
                    <a:pt x="582" y="730"/>
                  </a:cubicBezTo>
                  <a:cubicBezTo>
                    <a:pt x="582" y="730"/>
                    <a:pt x="573" y="739"/>
                    <a:pt x="638" y="739"/>
                  </a:cubicBezTo>
                  <a:lnTo>
                    <a:pt x="638" y="747"/>
                  </a:lnTo>
                  <a:cubicBezTo>
                    <a:pt x="573" y="755"/>
                    <a:pt x="573" y="755"/>
                    <a:pt x="573" y="763"/>
                  </a:cubicBezTo>
                  <a:cubicBezTo>
                    <a:pt x="517" y="763"/>
                    <a:pt x="509" y="771"/>
                    <a:pt x="630" y="771"/>
                  </a:cubicBezTo>
                  <a:cubicBezTo>
                    <a:pt x="695" y="771"/>
                    <a:pt x="695" y="779"/>
                    <a:pt x="630" y="779"/>
                  </a:cubicBezTo>
                  <a:lnTo>
                    <a:pt x="573" y="779"/>
                  </a:lnTo>
                  <a:cubicBezTo>
                    <a:pt x="630" y="787"/>
                    <a:pt x="630" y="787"/>
                    <a:pt x="630" y="787"/>
                  </a:cubicBezTo>
                  <a:cubicBezTo>
                    <a:pt x="573" y="787"/>
                    <a:pt x="565" y="820"/>
                    <a:pt x="565" y="844"/>
                  </a:cubicBezTo>
                  <a:cubicBezTo>
                    <a:pt x="598" y="852"/>
                    <a:pt x="638" y="852"/>
                    <a:pt x="679" y="852"/>
                  </a:cubicBezTo>
                  <a:cubicBezTo>
                    <a:pt x="500" y="852"/>
                    <a:pt x="500" y="860"/>
                    <a:pt x="679" y="860"/>
                  </a:cubicBezTo>
                  <a:cubicBezTo>
                    <a:pt x="622" y="868"/>
                    <a:pt x="622" y="868"/>
                    <a:pt x="679" y="868"/>
                  </a:cubicBezTo>
                  <a:cubicBezTo>
                    <a:pt x="622" y="876"/>
                    <a:pt x="557" y="876"/>
                    <a:pt x="614" y="876"/>
                  </a:cubicBezTo>
                  <a:cubicBezTo>
                    <a:pt x="614" y="876"/>
                    <a:pt x="614" y="884"/>
                    <a:pt x="557" y="884"/>
                  </a:cubicBezTo>
                  <a:cubicBezTo>
                    <a:pt x="500" y="884"/>
                    <a:pt x="557" y="893"/>
                    <a:pt x="614" y="893"/>
                  </a:cubicBezTo>
                  <a:cubicBezTo>
                    <a:pt x="700" y="898"/>
                    <a:pt x="725" y="904"/>
                    <a:pt x="690" y="904"/>
                  </a:cubicBezTo>
                  <a:cubicBezTo>
                    <a:pt x="675" y="904"/>
                    <a:pt x="650" y="903"/>
                    <a:pt x="614" y="901"/>
                  </a:cubicBezTo>
                  <a:cubicBezTo>
                    <a:pt x="492" y="901"/>
                    <a:pt x="549" y="917"/>
                    <a:pt x="671" y="917"/>
                  </a:cubicBezTo>
                  <a:cubicBezTo>
                    <a:pt x="792" y="925"/>
                    <a:pt x="792" y="925"/>
                    <a:pt x="727" y="925"/>
                  </a:cubicBezTo>
                  <a:cubicBezTo>
                    <a:pt x="709" y="922"/>
                    <a:pt x="696" y="921"/>
                    <a:pt x="688" y="921"/>
                  </a:cubicBezTo>
                  <a:cubicBezTo>
                    <a:pt x="671" y="921"/>
                    <a:pt x="671" y="925"/>
                    <a:pt x="671" y="925"/>
                  </a:cubicBezTo>
                  <a:cubicBezTo>
                    <a:pt x="671" y="925"/>
                    <a:pt x="671" y="933"/>
                    <a:pt x="606" y="933"/>
                  </a:cubicBezTo>
                  <a:cubicBezTo>
                    <a:pt x="606" y="933"/>
                    <a:pt x="606" y="933"/>
                    <a:pt x="671" y="941"/>
                  </a:cubicBezTo>
                  <a:cubicBezTo>
                    <a:pt x="784" y="949"/>
                    <a:pt x="727" y="957"/>
                    <a:pt x="606" y="957"/>
                  </a:cubicBezTo>
                  <a:lnTo>
                    <a:pt x="663" y="966"/>
                  </a:lnTo>
                  <a:cubicBezTo>
                    <a:pt x="784" y="966"/>
                    <a:pt x="841" y="974"/>
                    <a:pt x="727" y="974"/>
                  </a:cubicBezTo>
                  <a:lnTo>
                    <a:pt x="663" y="974"/>
                  </a:lnTo>
                  <a:cubicBezTo>
                    <a:pt x="784" y="974"/>
                    <a:pt x="719" y="990"/>
                    <a:pt x="598" y="990"/>
                  </a:cubicBezTo>
                  <a:lnTo>
                    <a:pt x="719" y="990"/>
                  </a:lnTo>
                  <a:cubicBezTo>
                    <a:pt x="719" y="998"/>
                    <a:pt x="719" y="998"/>
                    <a:pt x="663" y="998"/>
                  </a:cubicBezTo>
                  <a:cubicBezTo>
                    <a:pt x="598" y="998"/>
                    <a:pt x="541" y="1006"/>
                    <a:pt x="598" y="1006"/>
                  </a:cubicBezTo>
                  <a:cubicBezTo>
                    <a:pt x="598" y="1006"/>
                    <a:pt x="598" y="1006"/>
                    <a:pt x="541" y="1014"/>
                  </a:cubicBezTo>
                  <a:cubicBezTo>
                    <a:pt x="541" y="1014"/>
                    <a:pt x="541" y="1014"/>
                    <a:pt x="533" y="1022"/>
                  </a:cubicBezTo>
                  <a:cubicBezTo>
                    <a:pt x="598" y="1022"/>
                    <a:pt x="598" y="1030"/>
                    <a:pt x="533" y="1030"/>
                  </a:cubicBezTo>
                  <a:cubicBezTo>
                    <a:pt x="533" y="1030"/>
                    <a:pt x="533" y="1039"/>
                    <a:pt x="590" y="1039"/>
                  </a:cubicBezTo>
                  <a:cubicBezTo>
                    <a:pt x="590" y="1047"/>
                    <a:pt x="590" y="1055"/>
                    <a:pt x="533" y="1055"/>
                  </a:cubicBezTo>
                  <a:cubicBezTo>
                    <a:pt x="590" y="1055"/>
                    <a:pt x="590" y="1055"/>
                    <a:pt x="590" y="1063"/>
                  </a:cubicBezTo>
                  <a:cubicBezTo>
                    <a:pt x="646" y="1063"/>
                    <a:pt x="646" y="1063"/>
                    <a:pt x="646" y="1071"/>
                  </a:cubicBezTo>
                  <a:cubicBezTo>
                    <a:pt x="646" y="1071"/>
                    <a:pt x="590" y="1079"/>
                    <a:pt x="590" y="1087"/>
                  </a:cubicBezTo>
                  <a:cubicBezTo>
                    <a:pt x="590" y="1091"/>
                    <a:pt x="590" y="1093"/>
                    <a:pt x="597" y="1093"/>
                  </a:cubicBezTo>
                  <a:cubicBezTo>
                    <a:pt x="604" y="1093"/>
                    <a:pt x="618" y="1091"/>
                    <a:pt x="646" y="1087"/>
                  </a:cubicBezTo>
                  <a:cubicBezTo>
                    <a:pt x="646" y="1087"/>
                    <a:pt x="703" y="1087"/>
                    <a:pt x="646" y="1095"/>
                  </a:cubicBezTo>
                  <a:cubicBezTo>
                    <a:pt x="646" y="1095"/>
                    <a:pt x="582" y="1103"/>
                    <a:pt x="582" y="1120"/>
                  </a:cubicBezTo>
                  <a:cubicBezTo>
                    <a:pt x="582" y="1128"/>
                    <a:pt x="582" y="1128"/>
                    <a:pt x="638" y="1128"/>
                  </a:cubicBezTo>
                  <a:cubicBezTo>
                    <a:pt x="525" y="1136"/>
                    <a:pt x="517" y="1144"/>
                    <a:pt x="582" y="1144"/>
                  </a:cubicBezTo>
                  <a:lnTo>
                    <a:pt x="638" y="1144"/>
                  </a:lnTo>
                  <a:cubicBezTo>
                    <a:pt x="582" y="1144"/>
                    <a:pt x="582" y="1152"/>
                    <a:pt x="638" y="1160"/>
                  </a:cubicBezTo>
                  <a:lnTo>
                    <a:pt x="582" y="1160"/>
                  </a:lnTo>
                  <a:lnTo>
                    <a:pt x="573" y="1168"/>
                  </a:lnTo>
                  <a:cubicBezTo>
                    <a:pt x="695" y="1168"/>
                    <a:pt x="630" y="1193"/>
                    <a:pt x="573" y="1193"/>
                  </a:cubicBezTo>
                  <a:cubicBezTo>
                    <a:pt x="573" y="1193"/>
                    <a:pt x="573" y="1193"/>
                    <a:pt x="630" y="1201"/>
                  </a:cubicBezTo>
                  <a:cubicBezTo>
                    <a:pt x="752" y="1201"/>
                    <a:pt x="752" y="1209"/>
                    <a:pt x="630" y="1209"/>
                  </a:cubicBezTo>
                  <a:cubicBezTo>
                    <a:pt x="687" y="1209"/>
                    <a:pt x="687" y="1225"/>
                    <a:pt x="565" y="1225"/>
                  </a:cubicBezTo>
                  <a:lnTo>
                    <a:pt x="452" y="1225"/>
                  </a:lnTo>
                  <a:cubicBezTo>
                    <a:pt x="509" y="1225"/>
                    <a:pt x="509" y="1233"/>
                    <a:pt x="509" y="1233"/>
                  </a:cubicBezTo>
                  <a:cubicBezTo>
                    <a:pt x="565" y="1233"/>
                    <a:pt x="565" y="1233"/>
                    <a:pt x="565" y="1241"/>
                  </a:cubicBezTo>
                  <a:cubicBezTo>
                    <a:pt x="565" y="1247"/>
                    <a:pt x="594" y="1253"/>
                    <a:pt x="610" y="1258"/>
                  </a:cubicBezTo>
                  <a:lnTo>
                    <a:pt x="610" y="1258"/>
                  </a:lnTo>
                  <a:cubicBezTo>
                    <a:pt x="625" y="1257"/>
                    <a:pt x="640" y="1257"/>
                    <a:pt x="655" y="1257"/>
                  </a:cubicBezTo>
                  <a:cubicBezTo>
                    <a:pt x="666" y="1257"/>
                    <a:pt x="676" y="1257"/>
                    <a:pt x="687" y="1257"/>
                  </a:cubicBezTo>
                  <a:cubicBezTo>
                    <a:pt x="844" y="1266"/>
                    <a:pt x="961" y="1333"/>
                    <a:pt x="1038" y="1428"/>
                  </a:cubicBezTo>
                  <a:lnTo>
                    <a:pt x="1038" y="1428"/>
                  </a:lnTo>
                  <a:cubicBezTo>
                    <a:pt x="1032" y="1428"/>
                    <a:pt x="1026" y="1428"/>
                    <a:pt x="1019" y="1428"/>
                  </a:cubicBezTo>
                  <a:lnTo>
                    <a:pt x="1019" y="1436"/>
                  </a:lnTo>
                  <a:lnTo>
                    <a:pt x="1044" y="1436"/>
                  </a:lnTo>
                  <a:cubicBezTo>
                    <a:pt x="1042" y="1433"/>
                    <a:pt x="1040" y="1430"/>
                    <a:pt x="1038" y="1428"/>
                  </a:cubicBezTo>
                  <a:lnTo>
                    <a:pt x="1038" y="1428"/>
                  </a:lnTo>
                  <a:cubicBezTo>
                    <a:pt x="1072" y="1428"/>
                    <a:pt x="1107" y="1429"/>
                    <a:pt x="1141" y="1436"/>
                  </a:cubicBezTo>
                  <a:lnTo>
                    <a:pt x="1044" y="1436"/>
                  </a:lnTo>
                  <a:cubicBezTo>
                    <a:pt x="1065" y="1464"/>
                    <a:pt x="1083" y="1493"/>
                    <a:pt x="1098" y="1525"/>
                  </a:cubicBezTo>
                  <a:lnTo>
                    <a:pt x="1246" y="1525"/>
                  </a:lnTo>
                  <a:cubicBezTo>
                    <a:pt x="1246" y="1528"/>
                    <a:pt x="1233" y="1529"/>
                    <a:pt x="1213" y="1529"/>
                  </a:cubicBezTo>
                  <a:cubicBezTo>
                    <a:pt x="1182" y="1529"/>
                    <a:pt x="1135" y="1526"/>
                    <a:pt x="1098" y="1525"/>
                  </a:cubicBezTo>
                  <a:lnTo>
                    <a:pt x="1098" y="1525"/>
                  </a:lnTo>
                  <a:cubicBezTo>
                    <a:pt x="1109" y="1549"/>
                    <a:pt x="1118" y="1573"/>
                    <a:pt x="1125" y="1598"/>
                  </a:cubicBezTo>
                  <a:lnTo>
                    <a:pt x="1125" y="1598"/>
                  </a:lnTo>
                  <a:cubicBezTo>
                    <a:pt x="1122" y="1598"/>
                    <a:pt x="1120" y="1598"/>
                    <a:pt x="1117" y="1598"/>
                  </a:cubicBezTo>
                  <a:lnTo>
                    <a:pt x="1117" y="1606"/>
                  </a:lnTo>
                  <a:lnTo>
                    <a:pt x="1128" y="1606"/>
                  </a:lnTo>
                  <a:cubicBezTo>
                    <a:pt x="1127" y="1603"/>
                    <a:pt x="1126" y="1601"/>
                    <a:pt x="1125" y="1598"/>
                  </a:cubicBezTo>
                  <a:lnTo>
                    <a:pt x="1125" y="1598"/>
                  </a:lnTo>
                  <a:cubicBezTo>
                    <a:pt x="1163" y="1598"/>
                    <a:pt x="1200" y="1599"/>
                    <a:pt x="1230" y="1606"/>
                  </a:cubicBezTo>
                  <a:lnTo>
                    <a:pt x="1128" y="1606"/>
                  </a:lnTo>
                  <a:cubicBezTo>
                    <a:pt x="1128" y="1609"/>
                    <a:pt x="1129" y="1612"/>
                    <a:pt x="1130" y="1615"/>
                  </a:cubicBezTo>
                  <a:lnTo>
                    <a:pt x="1130" y="1615"/>
                  </a:lnTo>
                  <a:cubicBezTo>
                    <a:pt x="1142" y="1614"/>
                    <a:pt x="1157" y="1614"/>
                    <a:pt x="1173" y="1614"/>
                  </a:cubicBezTo>
                  <a:lnTo>
                    <a:pt x="1230" y="1614"/>
                  </a:lnTo>
                  <a:cubicBezTo>
                    <a:pt x="1230" y="1614"/>
                    <a:pt x="1230" y="1606"/>
                    <a:pt x="1295" y="1606"/>
                  </a:cubicBezTo>
                  <a:cubicBezTo>
                    <a:pt x="1409" y="1598"/>
                    <a:pt x="1352" y="1590"/>
                    <a:pt x="1295" y="1590"/>
                  </a:cubicBezTo>
                  <a:cubicBezTo>
                    <a:pt x="1254" y="1593"/>
                    <a:pt x="1234" y="1593"/>
                    <a:pt x="1227" y="1593"/>
                  </a:cubicBezTo>
                  <a:cubicBezTo>
                    <a:pt x="1212" y="1593"/>
                    <a:pt x="1252" y="1590"/>
                    <a:pt x="1295" y="1590"/>
                  </a:cubicBezTo>
                  <a:cubicBezTo>
                    <a:pt x="1352" y="1590"/>
                    <a:pt x="1417" y="1582"/>
                    <a:pt x="1352" y="1582"/>
                  </a:cubicBezTo>
                  <a:cubicBezTo>
                    <a:pt x="1295" y="1582"/>
                    <a:pt x="1238" y="1566"/>
                    <a:pt x="1360" y="1566"/>
                  </a:cubicBezTo>
                  <a:lnTo>
                    <a:pt x="1360" y="1557"/>
                  </a:lnTo>
                  <a:cubicBezTo>
                    <a:pt x="1295" y="1557"/>
                    <a:pt x="1295" y="1549"/>
                    <a:pt x="1303" y="1541"/>
                  </a:cubicBezTo>
                  <a:cubicBezTo>
                    <a:pt x="1303" y="1541"/>
                    <a:pt x="1303" y="1533"/>
                    <a:pt x="1360" y="1533"/>
                  </a:cubicBezTo>
                  <a:cubicBezTo>
                    <a:pt x="1376" y="1535"/>
                    <a:pt x="1388" y="1536"/>
                    <a:pt x="1395" y="1536"/>
                  </a:cubicBezTo>
                  <a:cubicBezTo>
                    <a:pt x="1412" y="1536"/>
                    <a:pt x="1400" y="1531"/>
                    <a:pt x="1360" y="1525"/>
                  </a:cubicBezTo>
                  <a:cubicBezTo>
                    <a:pt x="1360" y="1525"/>
                    <a:pt x="1246" y="1525"/>
                    <a:pt x="1246" y="1517"/>
                  </a:cubicBezTo>
                  <a:cubicBezTo>
                    <a:pt x="1206" y="1517"/>
                    <a:pt x="1165" y="1517"/>
                    <a:pt x="1125" y="1509"/>
                  </a:cubicBezTo>
                  <a:lnTo>
                    <a:pt x="1246" y="1509"/>
                  </a:lnTo>
                  <a:cubicBezTo>
                    <a:pt x="1303" y="1501"/>
                    <a:pt x="1303" y="1501"/>
                    <a:pt x="1303" y="1493"/>
                  </a:cubicBezTo>
                  <a:cubicBezTo>
                    <a:pt x="1311" y="1484"/>
                    <a:pt x="1311" y="1484"/>
                    <a:pt x="1246" y="1476"/>
                  </a:cubicBezTo>
                  <a:cubicBezTo>
                    <a:pt x="1368" y="1476"/>
                    <a:pt x="1368" y="1460"/>
                    <a:pt x="1254" y="1452"/>
                  </a:cubicBezTo>
                  <a:cubicBezTo>
                    <a:pt x="1190" y="1452"/>
                    <a:pt x="1190" y="1452"/>
                    <a:pt x="1254" y="1444"/>
                  </a:cubicBezTo>
                  <a:cubicBezTo>
                    <a:pt x="1198" y="1436"/>
                    <a:pt x="1254" y="1436"/>
                    <a:pt x="1311" y="1436"/>
                  </a:cubicBezTo>
                  <a:cubicBezTo>
                    <a:pt x="1433" y="1428"/>
                    <a:pt x="1433" y="1428"/>
                    <a:pt x="1376" y="1420"/>
                  </a:cubicBezTo>
                  <a:cubicBezTo>
                    <a:pt x="1319" y="1420"/>
                    <a:pt x="1319" y="1411"/>
                    <a:pt x="1319" y="1411"/>
                  </a:cubicBezTo>
                  <a:cubicBezTo>
                    <a:pt x="1291" y="1406"/>
                    <a:pt x="1262" y="1400"/>
                    <a:pt x="1233" y="1400"/>
                  </a:cubicBezTo>
                  <a:cubicBezTo>
                    <a:pt x="1221" y="1400"/>
                    <a:pt x="1210" y="1401"/>
                    <a:pt x="1198" y="1403"/>
                  </a:cubicBezTo>
                  <a:cubicBezTo>
                    <a:pt x="1179" y="1403"/>
                    <a:pt x="1160" y="1402"/>
                    <a:pt x="1143" y="1401"/>
                  </a:cubicBezTo>
                  <a:lnTo>
                    <a:pt x="1143" y="1401"/>
                  </a:lnTo>
                  <a:cubicBezTo>
                    <a:pt x="1161" y="1401"/>
                    <a:pt x="1179" y="1399"/>
                    <a:pt x="1198" y="1395"/>
                  </a:cubicBezTo>
                  <a:cubicBezTo>
                    <a:pt x="1263" y="1395"/>
                    <a:pt x="1263" y="1387"/>
                    <a:pt x="1263" y="1379"/>
                  </a:cubicBezTo>
                  <a:cubicBezTo>
                    <a:pt x="1263" y="1379"/>
                    <a:pt x="1263" y="1371"/>
                    <a:pt x="1263" y="1371"/>
                  </a:cubicBezTo>
                  <a:cubicBezTo>
                    <a:pt x="1327" y="1363"/>
                    <a:pt x="1327" y="1355"/>
                    <a:pt x="1263" y="1355"/>
                  </a:cubicBezTo>
                  <a:lnTo>
                    <a:pt x="1206" y="1355"/>
                  </a:lnTo>
                  <a:cubicBezTo>
                    <a:pt x="1327" y="1355"/>
                    <a:pt x="1327" y="1322"/>
                    <a:pt x="1214" y="1314"/>
                  </a:cubicBezTo>
                  <a:lnTo>
                    <a:pt x="1271" y="1314"/>
                  </a:lnTo>
                  <a:cubicBezTo>
                    <a:pt x="1327" y="1314"/>
                    <a:pt x="1327" y="1314"/>
                    <a:pt x="1336" y="1306"/>
                  </a:cubicBezTo>
                  <a:cubicBezTo>
                    <a:pt x="1336" y="1306"/>
                    <a:pt x="1271" y="1290"/>
                    <a:pt x="1279" y="1282"/>
                  </a:cubicBezTo>
                  <a:cubicBezTo>
                    <a:pt x="1279" y="1274"/>
                    <a:pt x="1279" y="1266"/>
                    <a:pt x="1222" y="1266"/>
                  </a:cubicBezTo>
                  <a:cubicBezTo>
                    <a:pt x="1222" y="1257"/>
                    <a:pt x="1222" y="1257"/>
                    <a:pt x="1279" y="1257"/>
                  </a:cubicBezTo>
                  <a:cubicBezTo>
                    <a:pt x="1298" y="1260"/>
                    <a:pt x="1310" y="1261"/>
                    <a:pt x="1319" y="1261"/>
                  </a:cubicBezTo>
                  <a:cubicBezTo>
                    <a:pt x="1336" y="1261"/>
                    <a:pt x="1338" y="1257"/>
                    <a:pt x="1344" y="1257"/>
                  </a:cubicBezTo>
                  <a:cubicBezTo>
                    <a:pt x="1303" y="1249"/>
                    <a:pt x="1263" y="1249"/>
                    <a:pt x="1222" y="1249"/>
                  </a:cubicBezTo>
                  <a:cubicBezTo>
                    <a:pt x="1157" y="1249"/>
                    <a:pt x="1165" y="1249"/>
                    <a:pt x="1222" y="1241"/>
                  </a:cubicBezTo>
                  <a:cubicBezTo>
                    <a:pt x="1287" y="1233"/>
                    <a:pt x="1287" y="1225"/>
                    <a:pt x="1222" y="1217"/>
                  </a:cubicBezTo>
                  <a:cubicBezTo>
                    <a:pt x="1222" y="1217"/>
                    <a:pt x="1230" y="1209"/>
                    <a:pt x="1287" y="1209"/>
                  </a:cubicBezTo>
                  <a:cubicBezTo>
                    <a:pt x="1344" y="1209"/>
                    <a:pt x="1409" y="1201"/>
                    <a:pt x="1287" y="1201"/>
                  </a:cubicBezTo>
                  <a:cubicBezTo>
                    <a:pt x="1287" y="1193"/>
                    <a:pt x="1287" y="1193"/>
                    <a:pt x="1352" y="1193"/>
                  </a:cubicBezTo>
                  <a:cubicBezTo>
                    <a:pt x="1409" y="1193"/>
                    <a:pt x="1465" y="1193"/>
                    <a:pt x="1352" y="1184"/>
                  </a:cubicBezTo>
                  <a:cubicBezTo>
                    <a:pt x="1295" y="1184"/>
                    <a:pt x="1295" y="1168"/>
                    <a:pt x="1352" y="1168"/>
                  </a:cubicBezTo>
                  <a:cubicBezTo>
                    <a:pt x="1352" y="1160"/>
                    <a:pt x="1352" y="1160"/>
                    <a:pt x="1295" y="1160"/>
                  </a:cubicBezTo>
                  <a:lnTo>
                    <a:pt x="1238" y="1160"/>
                  </a:lnTo>
                  <a:cubicBezTo>
                    <a:pt x="1352" y="1160"/>
                    <a:pt x="1352" y="1160"/>
                    <a:pt x="1238" y="1152"/>
                  </a:cubicBezTo>
                  <a:cubicBezTo>
                    <a:pt x="1295" y="1144"/>
                    <a:pt x="1295" y="1144"/>
                    <a:pt x="1295" y="1144"/>
                  </a:cubicBezTo>
                  <a:cubicBezTo>
                    <a:pt x="1295" y="1144"/>
                    <a:pt x="1238" y="1128"/>
                    <a:pt x="1238" y="1111"/>
                  </a:cubicBezTo>
                  <a:cubicBezTo>
                    <a:pt x="1246" y="1087"/>
                    <a:pt x="1246" y="1079"/>
                    <a:pt x="1190" y="1079"/>
                  </a:cubicBezTo>
                  <a:cubicBezTo>
                    <a:pt x="1125" y="1071"/>
                    <a:pt x="1125" y="1071"/>
                    <a:pt x="1190" y="1071"/>
                  </a:cubicBezTo>
                  <a:cubicBezTo>
                    <a:pt x="1246" y="1071"/>
                    <a:pt x="1246" y="1063"/>
                    <a:pt x="1246" y="1063"/>
                  </a:cubicBezTo>
                  <a:cubicBezTo>
                    <a:pt x="1246" y="1055"/>
                    <a:pt x="1246" y="1055"/>
                    <a:pt x="1311" y="1055"/>
                  </a:cubicBezTo>
                  <a:cubicBezTo>
                    <a:pt x="1246" y="1055"/>
                    <a:pt x="1246" y="1055"/>
                    <a:pt x="1246" y="1047"/>
                  </a:cubicBezTo>
                  <a:cubicBezTo>
                    <a:pt x="1311" y="1047"/>
                    <a:pt x="1311" y="1047"/>
                    <a:pt x="1254" y="1039"/>
                  </a:cubicBezTo>
                  <a:cubicBezTo>
                    <a:pt x="1311" y="1039"/>
                    <a:pt x="1376" y="1030"/>
                    <a:pt x="1311" y="1030"/>
                  </a:cubicBezTo>
                  <a:cubicBezTo>
                    <a:pt x="1254" y="1030"/>
                    <a:pt x="1254" y="1030"/>
                    <a:pt x="1198" y="1022"/>
                  </a:cubicBezTo>
                  <a:cubicBezTo>
                    <a:pt x="1198" y="1022"/>
                    <a:pt x="1198" y="1014"/>
                    <a:pt x="1254" y="1014"/>
                  </a:cubicBezTo>
                  <a:cubicBezTo>
                    <a:pt x="1311" y="1014"/>
                    <a:pt x="1254" y="998"/>
                    <a:pt x="1198" y="998"/>
                  </a:cubicBezTo>
                  <a:cubicBezTo>
                    <a:pt x="1141" y="998"/>
                    <a:pt x="1141" y="990"/>
                    <a:pt x="1198" y="990"/>
                  </a:cubicBezTo>
                  <a:lnTo>
                    <a:pt x="1263" y="990"/>
                  </a:lnTo>
                  <a:cubicBezTo>
                    <a:pt x="1198" y="982"/>
                    <a:pt x="1263" y="982"/>
                    <a:pt x="1319" y="982"/>
                  </a:cubicBezTo>
                  <a:cubicBezTo>
                    <a:pt x="1336" y="984"/>
                    <a:pt x="1348" y="985"/>
                    <a:pt x="1356" y="985"/>
                  </a:cubicBezTo>
                  <a:cubicBezTo>
                    <a:pt x="1376" y="985"/>
                    <a:pt x="1376" y="979"/>
                    <a:pt x="1376" y="974"/>
                  </a:cubicBezTo>
                  <a:cubicBezTo>
                    <a:pt x="1319" y="974"/>
                    <a:pt x="1319" y="966"/>
                    <a:pt x="1327" y="949"/>
                  </a:cubicBezTo>
                  <a:cubicBezTo>
                    <a:pt x="1327" y="933"/>
                    <a:pt x="1263" y="933"/>
                    <a:pt x="1149" y="925"/>
                  </a:cubicBezTo>
                  <a:lnTo>
                    <a:pt x="1327" y="925"/>
                  </a:lnTo>
                  <a:cubicBezTo>
                    <a:pt x="1287" y="917"/>
                    <a:pt x="1246" y="917"/>
                    <a:pt x="1206" y="917"/>
                  </a:cubicBezTo>
                  <a:cubicBezTo>
                    <a:pt x="1149" y="917"/>
                    <a:pt x="1149" y="917"/>
                    <a:pt x="1214" y="909"/>
                  </a:cubicBezTo>
                  <a:cubicBezTo>
                    <a:pt x="1271" y="901"/>
                    <a:pt x="1271" y="901"/>
                    <a:pt x="1214" y="901"/>
                  </a:cubicBezTo>
                  <a:cubicBezTo>
                    <a:pt x="1214" y="893"/>
                    <a:pt x="1214" y="893"/>
                    <a:pt x="1271" y="884"/>
                  </a:cubicBezTo>
                  <a:lnTo>
                    <a:pt x="1214" y="884"/>
                  </a:lnTo>
                  <a:cubicBezTo>
                    <a:pt x="1157" y="884"/>
                    <a:pt x="1157" y="884"/>
                    <a:pt x="1214" y="876"/>
                  </a:cubicBezTo>
                  <a:cubicBezTo>
                    <a:pt x="1336" y="876"/>
                    <a:pt x="1336" y="868"/>
                    <a:pt x="1279" y="868"/>
                  </a:cubicBezTo>
                  <a:cubicBezTo>
                    <a:pt x="1214" y="868"/>
                    <a:pt x="1214" y="860"/>
                    <a:pt x="1214" y="860"/>
                  </a:cubicBezTo>
                  <a:cubicBezTo>
                    <a:pt x="1214" y="860"/>
                    <a:pt x="1214" y="852"/>
                    <a:pt x="1157" y="852"/>
                  </a:cubicBezTo>
                  <a:lnTo>
                    <a:pt x="1157" y="844"/>
                  </a:lnTo>
                  <a:lnTo>
                    <a:pt x="1279" y="844"/>
                  </a:lnTo>
                  <a:cubicBezTo>
                    <a:pt x="1279" y="836"/>
                    <a:pt x="1279" y="836"/>
                    <a:pt x="1222" y="836"/>
                  </a:cubicBezTo>
                  <a:cubicBezTo>
                    <a:pt x="1100" y="828"/>
                    <a:pt x="1100" y="828"/>
                    <a:pt x="1222" y="828"/>
                  </a:cubicBezTo>
                  <a:cubicBezTo>
                    <a:pt x="1279" y="828"/>
                    <a:pt x="1344" y="828"/>
                    <a:pt x="1279" y="820"/>
                  </a:cubicBezTo>
                  <a:lnTo>
                    <a:pt x="1287" y="820"/>
                  </a:lnTo>
                  <a:cubicBezTo>
                    <a:pt x="1400" y="820"/>
                    <a:pt x="1400" y="820"/>
                    <a:pt x="1287" y="803"/>
                  </a:cubicBezTo>
                  <a:cubicBezTo>
                    <a:pt x="1287" y="803"/>
                    <a:pt x="1230" y="787"/>
                    <a:pt x="1230" y="779"/>
                  </a:cubicBezTo>
                  <a:cubicBezTo>
                    <a:pt x="1230" y="763"/>
                    <a:pt x="1230" y="763"/>
                    <a:pt x="1295" y="755"/>
                  </a:cubicBezTo>
                  <a:lnTo>
                    <a:pt x="1352" y="755"/>
                  </a:lnTo>
                  <a:cubicBezTo>
                    <a:pt x="1230" y="755"/>
                    <a:pt x="1230" y="755"/>
                    <a:pt x="1230" y="747"/>
                  </a:cubicBezTo>
                  <a:cubicBezTo>
                    <a:pt x="1295" y="739"/>
                    <a:pt x="1238" y="730"/>
                    <a:pt x="1173" y="730"/>
                  </a:cubicBezTo>
                  <a:cubicBezTo>
                    <a:pt x="1060" y="730"/>
                    <a:pt x="1060" y="730"/>
                    <a:pt x="1117" y="722"/>
                  </a:cubicBezTo>
                  <a:lnTo>
                    <a:pt x="1238" y="722"/>
                  </a:lnTo>
                  <a:cubicBezTo>
                    <a:pt x="1279" y="722"/>
                    <a:pt x="1319" y="722"/>
                    <a:pt x="1360" y="714"/>
                  </a:cubicBezTo>
                  <a:cubicBezTo>
                    <a:pt x="1360" y="714"/>
                    <a:pt x="1360" y="711"/>
                    <a:pt x="1341" y="711"/>
                  </a:cubicBezTo>
                  <a:cubicBezTo>
                    <a:pt x="1331" y="711"/>
                    <a:pt x="1317" y="712"/>
                    <a:pt x="1295" y="714"/>
                  </a:cubicBezTo>
                  <a:cubicBezTo>
                    <a:pt x="1238" y="714"/>
                    <a:pt x="1238" y="714"/>
                    <a:pt x="1238" y="706"/>
                  </a:cubicBezTo>
                  <a:cubicBezTo>
                    <a:pt x="1238" y="706"/>
                    <a:pt x="1238" y="698"/>
                    <a:pt x="1181" y="698"/>
                  </a:cubicBezTo>
                  <a:cubicBezTo>
                    <a:pt x="1125" y="698"/>
                    <a:pt x="1125" y="698"/>
                    <a:pt x="1125" y="690"/>
                  </a:cubicBezTo>
                  <a:cubicBezTo>
                    <a:pt x="1181" y="690"/>
                    <a:pt x="1181" y="682"/>
                    <a:pt x="1181" y="682"/>
                  </a:cubicBezTo>
                  <a:lnTo>
                    <a:pt x="1360" y="682"/>
                  </a:lnTo>
                  <a:cubicBezTo>
                    <a:pt x="1344" y="674"/>
                    <a:pt x="1319" y="674"/>
                    <a:pt x="1303" y="674"/>
                  </a:cubicBezTo>
                  <a:cubicBezTo>
                    <a:pt x="1246" y="674"/>
                    <a:pt x="1254" y="601"/>
                    <a:pt x="1254" y="593"/>
                  </a:cubicBezTo>
                  <a:cubicBezTo>
                    <a:pt x="1300" y="587"/>
                    <a:pt x="1314" y="581"/>
                    <a:pt x="1295" y="581"/>
                  </a:cubicBezTo>
                  <a:cubicBezTo>
                    <a:pt x="1287" y="581"/>
                    <a:pt x="1273" y="582"/>
                    <a:pt x="1254" y="584"/>
                  </a:cubicBezTo>
                  <a:cubicBezTo>
                    <a:pt x="1198" y="584"/>
                    <a:pt x="1198" y="568"/>
                    <a:pt x="1206" y="544"/>
                  </a:cubicBezTo>
                  <a:cubicBezTo>
                    <a:pt x="1206" y="528"/>
                    <a:pt x="1206" y="512"/>
                    <a:pt x="1149" y="512"/>
                  </a:cubicBezTo>
                  <a:cubicBezTo>
                    <a:pt x="1149" y="512"/>
                    <a:pt x="1149" y="503"/>
                    <a:pt x="1149" y="503"/>
                  </a:cubicBezTo>
                  <a:cubicBezTo>
                    <a:pt x="1149" y="495"/>
                    <a:pt x="1092" y="487"/>
                    <a:pt x="1092" y="487"/>
                  </a:cubicBezTo>
                  <a:cubicBezTo>
                    <a:pt x="1036" y="479"/>
                    <a:pt x="1036" y="479"/>
                    <a:pt x="1092" y="479"/>
                  </a:cubicBezTo>
                  <a:cubicBezTo>
                    <a:pt x="1106" y="482"/>
                    <a:pt x="1119" y="483"/>
                    <a:pt x="1133" y="483"/>
                  </a:cubicBezTo>
                  <a:cubicBezTo>
                    <a:pt x="1160" y="483"/>
                    <a:pt x="1187" y="479"/>
                    <a:pt x="1214" y="479"/>
                  </a:cubicBezTo>
                  <a:cubicBezTo>
                    <a:pt x="1173" y="471"/>
                    <a:pt x="1133" y="471"/>
                    <a:pt x="1092" y="471"/>
                  </a:cubicBezTo>
                  <a:lnTo>
                    <a:pt x="1036" y="471"/>
                  </a:lnTo>
                  <a:cubicBezTo>
                    <a:pt x="1036" y="463"/>
                    <a:pt x="1036" y="463"/>
                    <a:pt x="1092" y="463"/>
                  </a:cubicBezTo>
                  <a:lnTo>
                    <a:pt x="1157" y="463"/>
                  </a:lnTo>
                  <a:cubicBezTo>
                    <a:pt x="1157" y="455"/>
                    <a:pt x="1157" y="455"/>
                    <a:pt x="1279" y="455"/>
                  </a:cubicBezTo>
                  <a:lnTo>
                    <a:pt x="1214" y="447"/>
                  </a:lnTo>
                  <a:cubicBezTo>
                    <a:pt x="1336" y="439"/>
                    <a:pt x="1222" y="439"/>
                    <a:pt x="1157" y="430"/>
                  </a:cubicBezTo>
                  <a:cubicBezTo>
                    <a:pt x="1279" y="430"/>
                    <a:pt x="1279" y="430"/>
                    <a:pt x="1157" y="422"/>
                  </a:cubicBezTo>
                  <a:cubicBezTo>
                    <a:pt x="1100" y="422"/>
                    <a:pt x="1100" y="422"/>
                    <a:pt x="1157" y="414"/>
                  </a:cubicBezTo>
                  <a:cubicBezTo>
                    <a:pt x="1222" y="414"/>
                    <a:pt x="1222" y="414"/>
                    <a:pt x="1222" y="406"/>
                  </a:cubicBezTo>
                  <a:cubicBezTo>
                    <a:pt x="1165" y="398"/>
                    <a:pt x="1165" y="382"/>
                    <a:pt x="1173" y="357"/>
                  </a:cubicBezTo>
                  <a:cubicBezTo>
                    <a:pt x="1173" y="325"/>
                    <a:pt x="1173" y="309"/>
                    <a:pt x="1117" y="309"/>
                  </a:cubicBezTo>
                  <a:cubicBezTo>
                    <a:pt x="1117" y="309"/>
                    <a:pt x="1117" y="309"/>
                    <a:pt x="1181" y="301"/>
                  </a:cubicBezTo>
                  <a:cubicBezTo>
                    <a:pt x="1238" y="301"/>
                    <a:pt x="1238" y="301"/>
                    <a:pt x="1117" y="293"/>
                  </a:cubicBezTo>
                  <a:cubicBezTo>
                    <a:pt x="1181" y="293"/>
                    <a:pt x="1181" y="285"/>
                    <a:pt x="1181" y="276"/>
                  </a:cubicBezTo>
                  <a:cubicBezTo>
                    <a:pt x="1181" y="268"/>
                    <a:pt x="1181" y="252"/>
                    <a:pt x="1125" y="252"/>
                  </a:cubicBezTo>
                  <a:cubicBezTo>
                    <a:pt x="1246" y="252"/>
                    <a:pt x="1303" y="236"/>
                    <a:pt x="1190" y="228"/>
                  </a:cubicBezTo>
                  <a:cubicBezTo>
                    <a:pt x="1190" y="228"/>
                    <a:pt x="1190" y="220"/>
                    <a:pt x="1246" y="220"/>
                  </a:cubicBezTo>
                  <a:cubicBezTo>
                    <a:pt x="1246" y="220"/>
                    <a:pt x="1246" y="220"/>
                    <a:pt x="1190" y="203"/>
                  </a:cubicBezTo>
                  <a:cubicBezTo>
                    <a:pt x="1190" y="203"/>
                    <a:pt x="1190" y="195"/>
                    <a:pt x="1198" y="187"/>
                  </a:cubicBezTo>
                  <a:cubicBezTo>
                    <a:pt x="1198" y="179"/>
                    <a:pt x="1133" y="171"/>
                    <a:pt x="1133" y="171"/>
                  </a:cubicBezTo>
                  <a:cubicBezTo>
                    <a:pt x="1138" y="171"/>
                    <a:pt x="1140" y="167"/>
                    <a:pt x="1141" y="167"/>
                  </a:cubicBezTo>
                  <a:cubicBezTo>
                    <a:pt x="1141" y="167"/>
                    <a:pt x="1141" y="168"/>
                    <a:pt x="1141" y="171"/>
                  </a:cubicBezTo>
                  <a:cubicBezTo>
                    <a:pt x="1198" y="171"/>
                    <a:pt x="1198" y="155"/>
                    <a:pt x="1206" y="130"/>
                  </a:cubicBezTo>
                  <a:cubicBezTo>
                    <a:pt x="1206" y="114"/>
                    <a:pt x="1206" y="90"/>
                    <a:pt x="1271" y="90"/>
                  </a:cubicBezTo>
                  <a:cubicBezTo>
                    <a:pt x="1271" y="90"/>
                    <a:pt x="1271" y="90"/>
                    <a:pt x="1206" y="82"/>
                  </a:cubicBezTo>
                  <a:cubicBezTo>
                    <a:pt x="1092" y="82"/>
                    <a:pt x="1092" y="74"/>
                    <a:pt x="1149" y="74"/>
                  </a:cubicBezTo>
                  <a:cubicBezTo>
                    <a:pt x="1271" y="74"/>
                    <a:pt x="1271" y="57"/>
                    <a:pt x="1157" y="57"/>
                  </a:cubicBezTo>
                  <a:lnTo>
                    <a:pt x="1214" y="57"/>
                  </a:lnTo>
                  <a:cubicBezTo>
                    <a:pt x="1336" y="49"/>
                    <a:pt x="1279" y="41"/>
                    <a:pt x="1157" y="41"/>
                  </a:cubicBezTo>
                  <a:cubicBezTo>
                    <a:pt x="1214" y="33"/>
                    <a:pt x="1279" y="33"/>
                    <a:pt x="1214" y="33"/>
                  </a:cubicBezTo>
                  <a:cubicBezTo>
                    <a:pt x="1214" y="25"/>
                    <a:pt x="1214" y="25"/>
                    <a:pt x="1336" y="25"/>
                  </a:cubicBezTo>
                  <a:lnTo>
                    <a:pt x="1336" y="17"/>
                  </a:lnTo>
                  <a:cubicBezTo>
                    <a:pt x="1336" y="17"/>
                    <a:pt x="1336" y="9"/>
                    <a:pt x="1279" y="9"/>
                  </a:cubicBezTo>
                  <a:lnTo>
                    <a:pt x="1222" y="9"/>
                  </a:lnTo>
                  <a:cubicBezTo>
                    <a:pt x="1260" y="9"/>
                    <a:pt x="1247" y="5"/>
                    <a:pt x="1215" y="5"/>
                  </a:cubicBezTo>
                  <a:cubicBezTo>
                    <a:pt x="1200" y="5"/>
                    <a:pt x="1179" y="6"/>
                    <a:pt x="1157" y="9"/>
                  </a:cubicBezTo>
                  <a:cubicBezTo>
                    <a:pt x="1117" y="9"/>
                    <a:pt x="1084" y="9"/>
                    <a:pt x="1044" y="1"/>
                  </a:cubicBezTo>
                  <a:close/>
                  <a:moveTo>
                    <a:pt x="1130" y="1615"/>
                  </a:moveTo>
                  <a:cubicBezTo>
                    <a:pt x="1064" y="1616"/>
                    <a:pt x="1065" y="1621"/>
                    <a:pt x="1132" y="1622"/>
                  </a:cubicBezTo>
                  <a:lnTo>
                    <a:pt x="1132" y="1622"/>
                  </a:lnTo>
                  <a:cubicBezTo>
                    <a:pt x="1131" y="1620"/>
                    <a:pt x="1130" y="1617"/>
                    <a:pt x="1130" y="1615"/>
                  </a:cubicBezTo>
                  <a:close/>
                  <a:moveTo>
                    <a:pt x="703" y="1675"/>
                  </a:moveTo>
                  <a:cubicBezTo>
                    <a:pt x="690" y="1675"/>
                    <a:pt x="663" y="1676"/>
                    <a:pt x="622" y="1679"/>
                  </a:cubicBezTo>
                  <a:cubicBezTo>
                    <a:pt x="703" y="1679"/>
                    <a:pt x="730" y="1675"/>
                    <a:pt x="703" y="1675"/>
                  </a:cubicBezTo>
                  <a:close/>
                  <a:moveTo>
                    <a:pt x="1132" y="1622"/>
                  </a:moveTo>
                  <a:cubicBezTo>
                    <a:pt x="1141" y="1662"/>
                    <a:pt x="1146" y="1703"/>
                    <a:pt x="1146" y="1744"/>
                  </a:cubicBezTo>
                  <a:lnTo>
                    <a:pt x="1146" y="1744"/>
                  </a:lnTo>
                  <a:cubicBezTo>
                    <a:pt x="1327" y="1744"/>
                    <a:pt x="1318" y="1743"/>
                    <a:pt x="1214" y="1736"/>
                  </a:cubicBezTo>
                  <a:cubicBezTo>
                    <a:pt x="1157" y="1728"/>
                    <a:pt x="1157" y="1728"/>
                    <a:pt x="1214" y="1728"/>
                  </a:cubicBezTo>
                  <a:cubicBezTo>
                    <a:pt x="1271" y="1728"/>
                    <a:pt x="1271" y="1728"/>
                    <a:pt x="1279" y="1720"/>
                  </a:cubicBezTo>
                  <a:cubicBezTo>
                    <a:pt x="1279" y="1711"/>
                    <a:pt x="1279" y="1703"/>
                    <a:pt x="1214" y="1703"/>
                  </a:cubicBezTo>
                  <a:lnTo>
                    <a:pt x="1214" y="1695"/>
                  </a:lnTo>
                  <a:cubicBezTo>
                    <a:pt x="1295" y="1695"/>
                    <a:pt x="1297" y="1692"/>
                    <a:pt x="1253" y="1692"/>
                  </a:cubicBezTo>
                  <a:cubicBezTo>
                    <a:pt x="1231" y="1692"/>
                    <a:pt x="1198" y="1693"/>
                    <a:pt x="1157" y="1695"/>
                  </a:cubicBezTo>
                  <a:lnTo>
                    <a:pt x="1157" y="1687"/>
                  </a:lnTo>
                  <a:lnTo>
                    <a:pt x="1222" y="1687"/>
                  </a:lnTo>
                  <a:cubicBezTo>
                    <a:pt x="1279" y="1687"/>
                    <a:pt x="1279" y="1679"/>
                    <a:pt x="1287" y="1655"/>
                  </a:cubicBezTo>
                  <a:cubicBezTo>
                    <a:pt x="1287" y="1630"/>
                    <a:pt x="1287" y="1622"/>
                    <a:pt x="1165" y="1622"/>
                  </a:cubicBezTo>
                  <a:cubicBezTo>
                    <a:pt x="1153" y="1622"/>
                    <a:pt x="1141" y="1622"/>
                    <a:pt x="1132" y="1622"/>
                  </a:cubicBezTo>
                  <a:close/>
                  <a:moveTo>
                    <a:pt x="1146" y="1744"/>
                  </a:moveTo>
                  <a:cubicBezTo>
                    <a:pt x="1130" y="1744"/>
                    <a:pt x="1112" y="1744"/>
                    <a:pt x="1092" y="1744"/>
                  </a:cubicBezTo>
                  <a:lnTo>
                    <a:pt x="914" y="1744"/>
                  </a:lnTo>
                  <a:lnTo>
                    <a:pt x="1092" y="1752"/>
                  </a:lnTo>
                  <a:cubicBezTo>
                    <a:pt x="1111" y="1752"/>
                    <a:pt x="1129" y="1752"/>
                    <a:pt x="1146" y="1752"/>
                  </a:cubicBezTo>
                  <a:lnTo>
                    <a:pt x="1146" y="1752"/>
                  </a:lnTo>
                  <a:cubicBezTo>
                    <a:pt x="1146" y="1749"/>
                    <a:pt x="1146" y="1747"/>
                    <a:pt x="1146" y="1744"/>
                  </a:cubicBezTo>
                  <a:close/>
                  <a:moveTo>
                    <a:pt x="1146" y="1752"/>
                  </a:moveTo>
                  <a:lnTo>
                    <a:pt x="1146" y="1752"/>
                  </a:lnTo>
                  <a:cubicBezTo>
                    <a:pt x="1146" y="1765"/>
                    <a:pt x="1145" y="1778"/>
                    <a:pt x="1144" y="1791"/>
                  </a:cubicBezTo>
                  <a:lnTo>
                    <a:pt x="1144" y="1791"/>
                  </a:lnTo>
                  <a:cubicBezTo>
                    <a:pt x="1125" y="1790"/>
                    <a:pt x="1105" y="1789"/>
                    <a:pt x="1085" y="1785"/>
                  </a:cubicBezTo>
                  <a:lnTo>
                    <a:pt x="1085" y="1785"/>
                  </a:lnTo>
                  <a:cubicBezTo>
                    <a:pt x="1105" y="1789"/>
                    <a:pt x="1125" y="1790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4" y="1791"/>
                    <a:pt x="1144" y="1791"/>
                  </a:cubicBezTo>
                  <a:lnTo>
                    <a:pt x="1144" y="1791"/>
                  </a:lnTo>
                  <a:cubicBezTo>
                    <a:pt x="1144" y="1791"/>
                    <a:pt x="1145" y="1791"/>
                    <a:pt x="1145" y="1791"/>
                  </a:cubicBezTo>
                  <a:cubicBezTo>
                    <a:pt x="1165" y="1791"/>
                    <a:pt x="1186" y="1788"/>
                    <a:pt x="1206" y="1784"/>
                  </a:cubicBezTo>
                  <a:lnTo>
                    <a:pt x="1263" y="1784"/>
                  </a:lnTo>
                  <a:cubicBezTo>
                    <a:pt x="1384" y="1784"/>
                    <a:pt x="1327" y="1776"/>
                    <a:pt x="1271" y="1768"/>
                  </a:cubicBezTo>
                  <a:cubicBezTo>
                    <a:pt x="1149" y="1760"/>
                    <a:pt x="1149" y="1760"/>
                    <a:pt x="1271" y="1760"/>
                  </a:cubicBezTo>
                  <a:cubicBezTo>
                    <a:pt x="1372" y="1760"/>
                    <a:pt x="1292" y="1754"/>
                    <a:pt x="1146" y="1752"/>
                  </a:cubicBezTo>
                  <a:close/>
                  <a:moveTo>
                    <a:pt x="963" y="1801"/>
                  </a:moveTo>
                  <a:lnTo>
                    <a:pt x="1027" y="1809"/>
                  </a:lnTo>
                  <a:lnTo>
                    <a:pt x="1084" y="1801"/>
                  </a:lnTo>
                  <a:close/>
                  <a:moveTo>
                    <a:pt x="1162" y="1813"/>
                  </a:moveTo>
                  <a:cubicBezTo>
                    <a:pt x="1165" y="1813"/>
                    <a:pt x="1174" y="1814"/>
                    <a:pt x="1187" y="1815"/>
                  </a:cubicBezTo>
                  <a:lnTo>
                    <a:pt x="1187" y="1815"/>
                  </a:lnTo>
                  <a:cubicBezTo>
                    <a:pt x="1165" y="1814"/>
                    <a:pt x="1158" y="1813"/>
                    <a:pt x="1162" y="1813"/>
                  </a:cubicBezTo>
                  <a:close/>
                  <a:moveTo>
                    <a:pt x="1076" y="1874"/>
                  </a:moveTo>
                  <a:cubicBezTo>
                    <a:pt x="1076" y="1882"/>
                    <a:pt x="1076" y="1882"/>
                    <a:pt x="1129" y="1882"/>
                  </a:cubicBezTo>
                  <a:lnTo>
                    <a:pt x="1129" y="1882"/>
                  </a:lnTo>
                  <a:cubicBezTo>
                    <a:pt x="1129" y="1879"/>
                    <a:pt x="1130" y="1876"/>
                    <a:pt x="1131" y="1874"/>
                  </a:cubicBezTo>
                  <a:close/>
                  <a:moveTo>
                    <a:pt x="2325" y="1890"/>
                  </a:moveTo>
                  <a:cubicBezTo>
                    <a:pt x="2268" y="1890"/>
                    <a:pt x="2268" y="1890"/>
                    <a:pt x="2268" y="1898"/>
                  </a:cubicBezTo>
                  <a:lnTo>
                    <a:pt x="2390" y="1898"/>
                  </a:lnTo>
                  <a:cubicBezTo>
                    <a:pt x="2446" y="1898"/>
                    <a:pt x="2446" y="1898"/>
                    <a:pt x="2325" y="1890"/>
                  </a:cubicBezTo>
                  <a:close/>
                  <a:moveTo>
                    <a:pt x="354" y="1898"/>
                  </a:moveTo>
                  <a:cubicBezTo>
                    <a:pt x="322" y="1902"/>
                    <a:pt x="306" y="1904"/>
                    <a:pt x="298" y="1904"/>
                  </a:cubicBezTo>
                  <a:cubicBezTo>
                    <a:pt x="290" y="1904"/>
                    <a:pt x="290" y="1902"/>
                    <a:pt x="290" y="1898"/>
                  </a:cubicBezTo>
                  <a:close/>
                  <a:moveTo>
                    <a:pt x="1113" y="1930"/>
                  </a:moveTo>
                  <a:cubicBezTo>
                    <a:pt x="1068" y="1930"/>
                    <a:pt x="1068" y="1931"/>
                    <a:pt x="1068" y="1938"/>
                  </a:cubicBezTo>
                  <a:lnTo>
                    <a:pt x="1110" y="1938"/>
                  </a:lnTo>
                  <a:cubicBezTo>
                    <a:pt x="1111" y="1936"/>
                    <a:pt x="1112" y="1933"/>
                    <a:pt x="1113" y="1930"/>
                  </a:cubicBezTo>
                  <a:close/>
                  <a:moveTo>
                    <a:pt x="746" y="1951"/>
                  </a:moveTo>
                  <a:cubicBezTo>
                    <a:pt x="753" y="1951"/>
                    <a:pt x="760" y="1952"/>
                    <a:pt x="768" y="1955"/>
                  </a:cubicBezTo>
                  <a:lnTo>
                    <a:pt x="703" y="1955"/>
                  </a:lnTo>
                  <a:cubicBezTo>
                    <a:pt x="719" y="1955"/>
                    <a:pt x="732" y="1951"/>
                    <a:pt x="746" y="1951"/>
                  </a:cubicBezTo>
                  <a:close/>
                  <a:moveTo>
                    <a:pt x="882" y="1987"/>
                  </a:moveTo>
                  <a:lnTo>
                    <a:pt x="882" y="1995"/>
                  </a:lnTo>
                  <a:lnTo>
                    <a:pt x="938" y="1987"/>
                  </a:lnTo>
                  <a:close/>
                  <a:moveTo>
                    <a:pt x="995" y="2011"/>
                  </a:moveTo>
                  <a:cubicBezTo>
                    <a:pt x="873" y="2011"/>
                    <a:pt x="817" y="2011"/>
                    <a:pt x="873" y="2020"/>
                  </a:cubicBezTo>
                  <a:lnTo>
                    <a:pt x="995" y="2020"/>
                  </a:lnTo>
                  <a:lnTo>
                    <a:pt x="995" y="2011"/>
                  </a:lnTo>
                  <a:close/>
                  <a:moveTo>
                    <a:pt x="1287" y="2036"/>
                  </a:moveTo>
                  <a:cubicBezTo>
                    <a:pt x="1287" y="2044"/>
                    <a:pt x="1352" y="2044"/>
                    <a:pt x="1287" y="2044"/>
                  </a:cubicBezTo>
                  <a:cubicBezTo>
                    <a:pt x="1271" y="2044"/>
                    <a:pt x="1246" y="2044"/>
                    <a:pt x="1230" y="2036"/>
                  </a:cubicBezTo>
                  <a:close/>
                  <a:moveTo>
                    <a:pt x="1165" y="2101"/>
                  </a:moveTo>
                  <a:lnTo>
                    <a:pt x="1165" y="2109"/>
                  </a:lnTo>
                  <a:cubicBezTo>
                    <a:pt x="1100" y="2109"/>
                    <a:pt x="1044" y="2101"/>
                    <a:pt x="1044" y="2101"/>
                  </a:cubicBezTo>
                  <a:close/>
                  <a:moveTo>
                    <a:pt x="800" y="2125"/>
                  </a:moveTo>
                  <a:cubicBezTo>
                    <a:pt x="888" y="2131"/>
                    <a:pt x="942" y="2132"/>
                    <a:pt x="965" y="2133"/>
                  </a:cubicBezTo>
                  <a:lnTo>
                    <a:pt x="965" y="2133"/>
                  </a:lnTo>
                  <a:cubicBezTo>
                    <a:pt x="966" y="2133"/>
                    <a:pt x="966" y="2132"/>
                    <a:pt x="966" y="2132"/>
                  </a:cubicBezTo>
                  <a:lnTo>
                    <a:pt x="966" y="2132"/>
                  </a:lnTo>
                  <a:lnTo>
                    <a:pt x="857" y="2125"/>
                  </a:lnTo>
                  <a:close/>
                  <a:moveTo>
                    <a:pt x="1214" y="2166"/>
                  </a:moveTo>
                  <a:lnTo>
                    <a:pt x="1214" y="2174"/>
                  </a:lnTo>
                  <a:lnTo>
                    <a:pt x="1206" y="2174"/>
                  </a:lnTo>
                  <a:cubicBezTo>
                    <a:pt x="1106" y="2174"/>
                    <a:pt x="1094" y="2167"/>
                    <a:pt x="1214" y="2166"/>
                  </a:cubicBezTo>
                  <a:close/>
                  <a:moveTo>
                    <a:pt x="1027" y="2190"/>
                  </a:moveTo>
                  <a:cubicBezTo>
                    <a:pt x="1092" y="2190"/>
                    <a:pt x="1149" y="2198"/>
                    <a:pt x="1206" y="2198"/>
                  </a:cubicBezTo>
                  <a:lnTo>
                    <a:pt x="1206" y="2206"/>
                  </a:lnTo>
                  <a:lnTo>
                    <a:pt x="1084" y="2198"/>
                  </a:lnTo>
                  <a:cubicBezTo>
                    <a:pt x="906" y="2190"/>
                    <a:pt x="906" y="2190"/>
                    <a:pt x="1027" y="2190"/>
                  </a:cubicBezTo>
                  <a:close/>
                  <a:moveTo>
                    <a:pt x="906" y="2206"/>
                  </a:moveTo>
                  <a:lnTo>
                    <a:pt x="971" y="2214"/>
                  </a:lnTo>
                  <a:lnTo>
                    <a:pt x="906" y="2214"/>
                  </a:lnTo>
                  <a:cubicBezTo>
                    <a:pt x="849" y="2214"/>
                    <a:pt x="849" y="2214"/>
                    <a:pt x="849" y="2206"/>
                  </a:cubicBezTo>
                  <a:close/>
                  <a:moveTo>
                    <a:pt x="610" y="1258"/>
                  </a:moveTo>
                  <a:cubicBezTo>
                    <a:pt x="56" y="1303"/>
                    <a:pt x="0" y="2160"/>
                    <a:pt x="606" y="2230"/>
                  </a:cubicBezTo>
                  <a:cubicBezTo>
                    <a:pt x="549" y="2222"/>
                    <a:pt x="549" y="2222"/>
                    <a:pt x="606" y="2214"/>
                  </a:cubicBezTo>
                  <a:lnTo>
                    <a:pt x="606" y="2206"/>
                  </a:lnTo>
                  <a:cubicBezTo>
                    <a:pt x="549" y="2206"/>
                    <a:pt x="549" y="2190"/>
                    <a:pt x="614" y="2182"/>
                  </a:cubicBezTo>
                  <a:lnTo>
                    <a:pt x="614" y="2174"/>
                  </a:lnTo>
                  <a:cubicBezTo>
                    <a:pt x="492" y="2174"/>
                    <a:pt x="557" y="2133"/>
                    <a:pt x="679" y="2125"/>
                  </a:cubicBezTo>
                  <a:lnTo>
                    <a:pt x="622" y="2125"/>
                  </a:lnTo>
                  <a:cubicBezTo>
                    <a:pt x="557" y="2125"/>
                    <a:pt x="557" y="2125"/>
                    <a:pt x="565" y="2117"/>
                  </a:cubicBezTo>
                  <a:cubicBezTo>
                    <a:pt x="622" y="2109"/>
                    <a:pt x="622" y="2101"/>
                    <a:pt x="622" y="2093"/>
                  </a:cubicBezTo>
                  <a:cubicBezTo>
                    <a:pt x="622" y="2093"/>
                    <a:pt x="622" y="2084"/>
                    <a:pt x="687" y="2084"/>
                  </a:cubicBezTo>
                  <a:cubicBezTo>
                    <a:pt x="630" y="2084"/>
                    <a:pt x="630" y="2076"/>
                    <a:pt x="687" y="2076"/>
                  </a:cubicBezTo>
                  <a:cubicBezTo>
                    <a:pt x="727" y="2068"/>
                    <a:pt x="768" y="2068"/>
                    <a:pt x="809" y="2068"/>
                  </a:cubicBezTo>
                  <a:cubicBezTo>
                    <a:pt x="809" y="2068"/>
                    <a:pt x="809" y="2076"/>
                    <a:pt x="865" y="2076"/>
                  </a:cubicBezTo>
                  <a:cubicBezTo>
                    <a:pt x="906" y="2076"/>
                    <a:pt x="946" y="2076"/>
                    <a:pt x="987" y="2068"/>
                  </a:cubicBezTo>
                  <a:cubicBezTo>
                    <a:pt x="1052" y="2060"/>
                    <a:pt x="1052" y="2060"/>
                    <a:pt x="930" y="2060"/>
                  </a:cubicBezTo>
                  <a:lnTo>
                    <a:pt x="687" y="2060"/>
                  </a:lnTo>
                  <a:cubicBezTo>
                    <a:pt x="630" y="2052"/>
                    <a:pt x="573" y="2052"/>
                    <a:pt x="630" y="2044"/>
                  </a:cubicBezTo>
                  <a:cubicBezTo>
                    <a:pt x="509" y="2044"/>
                    <a:pt x="509" y="2044"/>
                    <a:pt x="630" y="2028"/>
                  </a:cubicBezTo>
                  <a:cubicBezTo>
                    <a:pt x="695" y="2020"/>
                    <a:pt x="695" y="2020"/>
                    <a:pt x="638" y="2011"/>
                  </a:cubicBezTo>
                  <a:cubicBezTo>
                    <a:pt x="638" y="2011"/>
                    <a:pt x="573" y="2011"/>
                    <a:pt x="638" y="2003"/>
                  </a:cubicBezTo>
                  <a:cubicBezTo>
                    <a:pt x="695" y="2003"/>
                    <a:pt x="695" y="2003"/>
                    <a:pt x="695" y="1995"/>
                  </a:cubicBezTo>
                  <a:cubicBezTo>
                    <a:pt x="760" y="1987"/>
                    <a:pt x="703" y="1987"/>
                    <a:pt x="638" y="1987"/>
                  </a:cubicBezTo>
                  <a:cubicBezTo>
                    <a:pt x="517" y="1987"/>
                    <a:pt x="517" y="1987"/>
                    <a:pt x="638" y="1979"/>
                  </a:cubicBezTo>
                  <a:lnTo>
                    <a:pt x="703" y="1979"/>
                  </a:lnTo>
                  <a:cubicBezTo>
                    <a:pt x="638" y="1979"/>
                    <a:pt x="582" y="1979"/>
                    <a:pt x="638" y="1971"/>
                  </a:cubicBezTo>
                  <a:cubicBezTo>
                    <a:pt x="703" y="1971"/>
                    <a:pt x="703" y="1963"/>
                    <a:pt x="703" y="1963"/>
                  </a:cubicBezTo>
                  <a:lnTo>
                    <a:pt x="760" y="1963"/>
                  </a:lnTo>
                  <a:cubicBezTo>
                    <a:pt x="882" y="1955"/>
                    <a:pt x="882" y="1955"/>
                    <a:pt x="825" y="1955"/>
                  </a:cubicBezTo>
                  <a:lnTo>
                    <a:pt x="768" y="1955"/>
                  </a:lnTo>
                  <a:cubicBezTo>
                    <a:pt x="773" y="1952"/>
                    <a:pt x="779" y="1951"/>
                    <a:pt x="785" y="1951"/>
                  </a:cubicBezTo>
                  <a:cubicBezTo>
                    <a:pt x="796" y="1951"/>
                    <a:pt x="809" y="1955"/>
                    <a:pt x="825" y="1955"/>
                  </a:cubicBezTo>
                  <a:cubicBezTo>
                    <a:pt x="784" y="1938"/>
                    <a:pt x="744" y="1938"/>
                    <a:pt x="703" y="1938"/>
                  </a:cubicBezTo>
                  <a:lnTo>
                    <a:pt x="646" y="1938"/>
                  </a:lnTo>
                  <a:cubicBezTo>
                    <a:pt x="646" y="1930"/>
                    <a:pt x="646" y="1930"/>
                    <a:pt x="590" y="1930"/>
                  </a:cubicBezTo>
                  <a:cubicBezTo>
                    <a:pt x="525" y="1930"/>
                    <a:pt x="525" y="1922"/>
                    <a:pt x="533" y="1922"/>
                  </a:cubicBezTo>
                  <a:cubicBezTo>
                    <a:pt x="590" y="1914"/>
                    <a:pt x="590" y="1914"/>
                    <a:pt x="590" y="1914"/>
                  </a:cubicBezTo>
                  <a:cubicBezTo>
                    <a:pt x="533" y="1914"/>
                    <a:pt x="590" y="1906"/>
                    <a:pt x="654" y="1906"/>
                  </a:cubicBezTo>
                  <a:cubicBezTo>
                    <a:pt x="711" y="1898"/>
                    <a:pt x="711" y="1898"/>
                    <a:pt x="654" y="1898"/>
                  </a:cubicBezTo>
                  <a:cubicBezTo>
                    <a:pt x="533" y="1898"/>
                    <a:pt x="533" y="1890"/>
                    <a:pt x="654" y="1890"/>
                  </a:cubicBezTo>
                  <a:lnTo>
                    <a:pt x="711" y="1890"/>
                  </a:lnTo>
                  <a:cubicBezTo>
                    <a:pt x="711" y="1890"/>
                    <a:pt x="711" y="1898"/>
                    <a:pt x="768" y="1898"/>
                  </a:cubicBezTo>
                  <a:cubicBezTo>
                    <a:pt x="768" y="1890"/>
                    <a:pt x="776" y="1890"/>
                    <a:pt x="833" y="1890"/>
                  </a:cubicBezTo>
                  <a:cubicBezTo>
                    <a:pt x="736" y="1890"/>
                    <a:pt x="638" y="1882"/>
                    <a:pt x="533" y="1866"/>
                  </a:cubicBezTo>
                  <a:cubicBezTo>
                    <a:pt x="541" y="1857"/>
                    <a:pt x="541" y="1857"/>
                    <a:pt x="598" y="1857"/>
                  </a:cubicBezTo>
                  <a:cubicBezTo>
                    <a:pt x="654" y="1857"/>
                    <a:pt x="654" y="1857"/>
                    <a:pt x="654" y="1849"/>
                  </a:cubicBezTo>
                  <a:lnTo>
                    <a:pt x="541" y="1849"/>
                  </a:lnTo>
                  <a:cubicBezTo>
                    <a:pt x="419" y="1849"/>
                    <a:pt x="419" y="1849"/>
                    <a:pt x="476" y="1841"/>
                  </a:cubicBezTo>
                  <a:cubicBezTo>
                    <a:pt x="525" y="1841"/>
                    <a:pt x="565" y="1841"/>
                    <a:pt x="598" y="1833"/>
                  </a:cubicBezTo>
                  <a:cubicBezTo>
                    <a:pt x="606" y="1825"/>
                    <a:pt x="606" y="1825"/>
                    <a:pt x="606" y="1825"/>
                  </a:cubicBezTo>
                  <a:cubicBezTo>
                    <a:pt x="663" y="1833"/>
                    <a:pt x="663" y="1833"/>
                    <a:pt x="719" y="1833"/>
                  </a:cubicBezTo>
                  <a:cubicBezTo>
                    <a:pt x="719" y="1825"/>
                    <a:pt x="719" y="1825"/>
                    <a:pt x="663" y="1825"/>
                  </a:cubicBezTo>
                  <a:cubicBezTo>
                    <a:pt x="541" y="1825"/>
                    <a:pt x="541" y="1825"/>
                    <a:pt x="541" y="1817"/>
                  </a:cubicBezTo>
                  <a:cubicBezTo>
                    <a:pt x="606" y="1817"/>
                    <a:pt x="541" y="1809"/>
                    <a:pt x="484" y="1809"/>
                  </a:cubicBezTo>
                  <a:lnTo>
                    <a:pt x="549" y="1809"/>
                  </a:lnTo>
                  <a:cubicBezTo>
                    <a:pt x="727" y="1801"/>
                    <a:pt x="727" y="1801"/>
                    <a:pt x="606" y="1801"/>
                  </a:cubicBezTo>
                  <a:cubicBezTo>
                    <a:pt x="549" y="1801"/>
                    <a:pt x="484" y="1793"/>
                    <a:pt x="549" y="1793"/>
                  </a:cubicBezTo>
                  <a:lnTo>
                    <a:pt x="606" y="1793"/>
                  </a:lnTo>
                  <a:cubicBezTo>
                    <a:pt x="484" y="1793"/>
                    <a:pt x="549" y="1768"/>
                    <a:pt x="614" y="1768"/>
                  </a:cubicBezTo>
                  <a:cubicBezTo>
                    <a:pt x="671" y="1768"/>
                    <a:pt x="671" y="1768"/>
                    <a:pt x="614" y="1760"/>
                  </a:cubicBezTo>
                  <a:cubicBezTo>
                    <a:pt x="549" y="1760"/>
                    <a:pt x="549" y="1752"/>
                    <a:pt x="557" y="1744"/>
                  </a:cubicBezTo>
                  <a:cubicBezTo>
                    <a:pt x="614" y="1736"/>
                    <a:pt x="614" y="1720"/>
                    <a:pt x="500" y="1711"/>
                  </a:cubicBezTo>
                  <a:cubicBezTo>
                    <a:pt x="557" y="1711"/>
                    <a:pt x="557" y="1703"/>
                    <a:pt x="557" y="1695"/>
                  </a:cubicBezTo>
                  <a:cubicBezTo>
                    <a:pt x="565" y="1687"/>
                    <a:pt x="622" y="1687"/>
                    <a:pt x="622" y="1679"/>
                  </a:cubicBezTo>
                  <a:cubicBezTo>
                    <a:pt x="565" y="1679"/>
                    <a:pt x="565" y="1671"/>
                    <a:pt x="565" y="1638"/>
                  </a:cubicBezTo>
                  <a:cubicBezTo>
                    <a:pt x="573" y="1614"/>
                    <a:pt x="638" y="1598"/>
                    <a:pt x="638" y="1598"/>
                  </a:cubicBezTo>
                  <a:lnTo>
                    <a:pt x="573" y="1598"/>
                  </a:lnTo>
                  <a:lnTo>
                    <a:pt x="573" y="1590"/>
                  </a:lnTo>
                  <a:lnTo>
                    <a:pt x="638" y="1590"/>
                  </a:lnTo>
                  <a:cubicBezTo>
                    <a:pt x="573" y="1590"/>
                    <a:pt x="638" y="1582"/>
                    <a:pt x="638" y="1582"/>
                  </a:cubicBezTo>
                  <a:cubicBezTo>
                    <a:pt x="760" y="1574"/>
                    <a:pt x="760" y="1566"/>
                    <a:pt x="638" y="1557"/>
                  </a:cubicBezTo>
                  <a:cubicBezTo>
                    <a:pt x="525" y="1557"/>
                    <a:pt x="525" y="1557"/>
                    <a:pt x="638" y="1549"/>
                  </a:cubicBezTo>
                  <a:cubicBezTo>
                    <a:pt x="760" y="1549"/>
                    <a:pt x="760" y="1549"/>
                    <a:pt x="646" y="1541"/>
                  </a:cubicBezTo>
                  <a:cubicBezTo>
                    <a:pt x="582" y="1541"/>
                    <a:pt x="582" y="1541"/>
                    <a:pt x="703" y="1533"/>
                  </a:cubicBezTo>
                  <a:cubicBezTo>
                    <a:pt x="525" y="1525"/>
                    <a:pt x="525" y="1517"/>
                    <a:pt x="646" y="1517"/>
                  </a:cubicBezTo>
                  <a:cubicBezTo>
                    <a:pt x="768" y="1517"/>
                    <a:pt x="768" y="1517"/>
                    <a:pt x="646" y="1509"/>
                  </a:cubicBezTo>
                  <a:cubicBezTo>
                    <a:pt x="590" y="1509"/>
                    <a:pt x="590" y="1493"/>
                    <a:pt x="711" y="1493"/>
                  </a:cubicBezTo>
                  <a:cubicBezTo>
                    <a:pt x="711" y="1493"/>
                    <a:pt x="711" y="1493"/>
                    <a:pt x="654" y="1484"/>
                  </a:cubicBezTo>
                  <a:cubicBezTo>
                    <a:pt x="590" y="1476"/>
                    <a:pt x="533" y="1460"/>
                    <a:pt x="654" y="1460"/>
                  </a:cubicBezTo>
                  <a:cubicBezTo>
                    <a:pt x="654" y="1460"/>
                    <a:pt x="654" y="1460"/>
                    <a:pt x="654" y="1452"/>
                  </a:cubicBezTo>
                  <a:lnTo>
                    <a:pt x="654" y="1444"/>
                  </a:lnTo>
                  <a:cubicBezTo>
                    <a:pt x="598" y="1444"/>
                    <a:pt x="614" y="1339"/>
                    <a:pt x="671" y="1339"/>
                  </a:cubicBezTo>
                  <a:cubicBezTo>
                    <a:pt x="671" y="1330"/>
                    <a:pt x="671" y="1322"/>
                    <a:pt x="614" y="1322"/>
                  </a:cubicBezTo>
                  <a:lnTo>
                    <a:pt x="679" y="1322"/>
                  </a:lnTo>
                  <a:cubicBezTo>
                    <a:pt x="679" y="1322"/>
                    <a:pt x="679" y="1314"/>
                    <a:pt x="614" y="1314"/>
                  </a:cubicBezTo>
                  <a:lnTo>
                    <a:pt x="614" y="1306"/>
                  </a:lnTo>
                  <a:cubicBezTo>
                    <a:pt x="679" y="1306"/>
                    <a:pt x="679" y="1298"/>
                    <a:pt x="622" y="1298"/>
                  </a:cubicBezTo>
                  <a:cubicBezTo>
                    <a:pt x="557" y="1290"/>
                    <a:pt x="557" y="1290"/>
                    <a:pt x="557" y="1290"/>
                  </a:cubicBezTo>
                  <a:cubicBezTo>
                    <a:pt x="622" y="1282"/>
                    <a:pt x="622" y="1274"/>
                    <a:pt x="622" y="1266"/>
                  </a:cubicBezTo>
                  <a:cubicBezTo>
                    <a:pt x="622" y="1263"/>
                    <a:pt x="617" y="1261"/>
                    <a:pt x="610" y="1258"/>
                  </a:cubicBezTo>
                  <a:close/>
                  <a:moveTo>
                    <a:pt x="1311" y="2328"/>
                  </a:moveTo>
                  <a:cubicBezTo>
                    <a:pt x="1246" y="2328"/>
                    <a:pt x="1246" y="2336"/>
                    <a:pt x="1246" y="2336"/>
                  </a:cubicBezTo>
                  <a:cubicBezTo>
                    <a:pt x="1190" y="2344"/>
                    <a:pt x="1246" y="2344"/>
                    <a:pt x="1303" y="2344"/>
                  </a:cubicBezTo>
                  <a:cubicBezTo>
                    <a:pt x="1368" y="2344"/>
                    <a:pt x="1368" y="2344"/>
                    <a:pt x="1368" y="2336"/>
                  </a:cubicBezTo>
                  <a:cubicBezTo>
                    <a:pt x="1344" y="2336"/>
                    <a:pt x="1327" y="2336"/>
                    <a:pt x="1311" y="2328"/>
                  </a:cubicBezTo>
                  <a:close/>
                  <a:moveTo>
                    <a:pt x="1186" y="2354"/>
                  </a:moveTo>
                  <a:cubicBezTo>
                    <a:pt x="1206" y="2354"/>
                    <a:pt x="1226" y="2356"/>
                    <a:pt x="1246" y="2360"/>
                  </a:cubicBezTo>
                  <a:lnTo>
                    <a:pt x="1246" y="2368"/>
                  </a:lnTo>
                  <a:cubicBezTo>
                    <a:pt x="1206" y="2368"/>
                    <a:pt x="1165" y="2368"/>
                    <a:pt x="1125" y="2360"/>
                  </a:cubicBezTo>
                  <a:cubicBezTo>
                    <a:pt x="1145" y="2356"/>
                    <a:pt x="1165" y="2354"/>
                    <a:pt x="1186" y="2354"/>
                  </a:cubicBezTo>
                  <a:close/>
                  <a:moveTo>
                    <a:pt x="679" y="2522"/>
                  </a:moveTo>
                  <a:cubicBezTo>
                    <a:pt x="622" y="2522"/>
                    <a:pt x="622" y="2522"/>
                    <a:pt x="622" y="2530"/>
                  </a:cubicBezTo>
                  <a:lnTo>
                    <a:pt x="679" y="2530"/>
                  </a:lnTo>
                  <a:lnTo>
                    <a:pt x="679" y="2522"/>
                  </a:lnTo>
                  <a:close/>
                  <a:moveTo>
                    <a:pt x="1157" y="2530"/>
                  </a:moveTo>
                  <a:cubicBezTo>
                    <a:pt x="1117" y="2538"/>
                    <a:pt x="1076" y="2538"/>
                    <a:pt x="1036" y="2538"/>
                  </a:cubicBezTo>
                  <a:cubicBezTo>
                    <a:pt x="979" y="2543"/>
                    <a:pt x="950" y="2545"/>
                    <a:pt x="936" y="2545"/>
                  </a:cubicBezTo>
                  <a:cubicBezTo>
                    <a:pt x="922" y="2545"/>
                    <a:pt x="922" y="2543"/>
                    <a:pt x="922" y="2538"/>
                  </a:cubicBezTo>
                  <a:cubicBezTo>
                    <a:pt x="922" y="2530"/>
                    <a:pt x="922" y="2530"/>
                    <a:pt x="979" y="2530"/>
                  </a:cubicBezTo>
                  <a:cubicBezTo>
                    <a:pt x="941" y="2530"/>
                    <a:pt x="954" y="2534"/>
                    <a:pt x="985" y="2534"/>
                  </a:cubicBezTo>
                  <a:cubicBezTo>
                    <a:pt x="1001" y="2534"/>
                    <a:pt x="1022" y="2533"/>
                    <a:pt x="1044" y="2530"/>
                  </a:cubicBezTo>
                  <a:close/>
                  <a:moveTo>
                    <a:pt x="1036" y="2571"/>
                  </a:moveTo>
                  <a:lnTo>
                    <a:pt x="971" y="2579"/>
                  </a:lnTo>
                  <a:cubicBezTo>
                    <a:pt x="914" y="2579"/>
                    <a:pt x="914" y="2571"/>
                    <a:pt x="914" y="2571"/>
                  </a:cubicBezTo>
                  <a:close/>
                  <a:moveTo>
                    <a:pt x="1849" y="2575"/>
                  </a:moveTo>
                  <a:cubicBezTo>
                    <a:pt x="1836" y="2575"/>
                    <a:pt x="1825" y="2576"/>
                    <a:pt x="1814" y="2579"/>
                  </a:cubicBezTo>
                  <a:lnTo>
                    <a:pt x="1927" y="2579"/>
                  </a:lnTo>
                  <a:cubicBezTo>
                    <a:pt x="1900" y="2579"/>
                    <a:pt x="1873" y="2575"/>
                    <a:pt x="1849" y="2575"/>
                  </a:cubicBezTo>
                  <a:close/>
                  <a:moveTo>
                    <a:pt x="1246" y="1789"/>
                  </a:moveTo>
                  <a:cubicBezTo>
                    <a:pt x="1237" y="1789"/>
                    <a:pt x="1225" y="1790"/>
                    <a:pt x="1206" y="1793"/>
                  </a:cubicBezTo>
                  <a:cubicBezTo>
                    <a:pt x="1185" y="1793"/>
                    <a:pt x="1165" y="1793"/>
                    <a:pt x="1144" y="1791"/>
                  </a:cubicBezTo>
                  <a:lnTo>
                    <a:pt x="1144" y="1791"/>
                  </a:lnTo>
                  <a:cubicBezTo>
                    <a:pt x="1142" y="1819"/>
                    <a:pt x="1137" y="1847"/>
                    <a:pt x="1131" y="1874"/>
                  </a:cubicBezTo>
                  <a:lnTo>
                    <a:pt x="1133" y="1874"/>
                  </a:lnTo>
                  <a:cubicBezTo>
                    <a:pt x="1198" y="1874"/>
                    <a:pt x="1133" y="1874"/>
                    <a:pt x="1133" y="1882"/>
                  </a:cubicBezTo>
                  <a:cubicBezTo>
                    <a:pt x="1131" y="1882"/>
                    <a:pt x="1130" y="1882"/>
                    <a:pt x="1129" y="1882"/>
                  </a:cubicBezTo>
                  <a:lnTo>
                    <a:pt x="1129" y="1882"/>
                  </a:lnTo>
                  <a:cubicBezTo>
                    <a:pt x="1124" y="1898"/>
                    <a:pt x="1119" y="1914"/>
                    <a:pt x="1113" y="1930"/>
                  </a:cubicBezTo>
                  <a:lnTo>
                    <a:pt x="1113" y="1930"/>
                  </a:lnTo>
                  <a:cubicBezTo>
                    <a:pt x="1117" y="1930"/>
                    <a:pt x="1121" y="1930"/>
                    <a:pt x="1125" y="1930"/>
                  </a:cubicBezTo>
                  <a:lnTo>
                    <a:pt x="1190" y="1930"/>
                  </a:lnTo>
                  <a:cubicBezTo>
                    <a:pt x="1165" y="1938"/>
                    <a:pt x="1149" y="1938"/>
                    <a:pt x="1125" y="1938"/>
                  </a:cubicBezTo>
                  <a:lnTo>
                    <a:pt x="1110" y="1938"/>
                  </a:lnTo>
                  <a:cubicBezTo>
                    <a:pt x="1080" y="2013"/>
                    <a:pt x="1033" y="2081"/>
                    <a:pt x="966" y="2132"/>
                  </a:cubicBezTo>
                  <a:lnTo>
                    <a:pt x="966" y="2132"/>
                  </a:lnTo>
                  <a:lnTo>
                    <a:pt x="979" y="2133"/>
                  </a:lnTo>
                  <a:cubicBezTo>
                    <a:pt x="979" y="2133"/>
                    <a:pt x="974" y="2133"/>
                    <a:pt x="965" y="2133"/>
                  </a:cubicBezTo>
                  <a:lnTo>
                    <a:pt x="965" y="2133"/>
                  </a:lnTo>
                  <a:cubicBezTo>
                    <a:pt x="889" y="2192"/>
                    <a:pt x="788" y="2229"/>
                    <a:pt x="663" y="2230"/>
                  </a:cubicBezTo>
                  <a:cubicBezTo>
                    <a:pt x="606" y="2230"/>
                    <a:pt x="606" y="2238"/>
                    <a:pt x="606" y="2255"/>
                  </a:cubicBezTo>
                  <a:cubicBezTo>
                    <a:pt x="598" y="2263"/>
                    <a:pt x="598" y="2263"/>
                    <a:pt x="663" y="2263"/>
                  </a:cubicBezTo>
                  <a:cubicBezTo>
                    <a:pt x="719" y="2271"/>
                    <a:pt x="663" y="2271"/>
                    <a:pt x="598" y="2271"/>
                  </a:cubicBezTo>
                  <a:cubicBezTo>
                    <a:pt x="476" y="2271"/>
                    <a:pt x="476" y="2279"/>
                    <a:pt x="654" y="2279"/>
                  </a:cubicBezTo>
                  <a:cubicBezTo>
                    <a:pt x="776" y="2279"/>
                    <a:pt x="776" y="2287"/>
                    <a:pt x="719" y="2287"/>
                  </a:cubicBezTo>
                  <a:cubicBezTo>
                    <a:pt x="654" y="2287"/>
                    <a:pt x="654" y="2287"/>
                    <a:pt x="654" y="2279"/>
                  </a:cubicBezTo>
                  <a:lnTo>
                    <a:pt x="541" y="2279"/>
                  </a:lnTo>
                  <a:cubicBezTo>
                    <a:pt x="541" y="2287"/>
                    <a:pt x="541" y="2287"/>
                    <a:pt x="598" y="2287"/>
                  </a:cubicBezTo>
                  <a:cubicBezTo>
                    <a:pt x="598" y="2287"/>
                    <a:pt x="598" y="2287"/>
                    <a:pt x="654" y="2295"/>
                  </a:cubicBezTo>
                  <a:lnTo>
                    <a:pt x="833" y="2295"/>
                  </a:lnTo>
                  <a:cubicBezTo>
                    <a:pt x="854" y="2293"/>
                    <a:pt x="869" y="2292"/>
                    <a:pt x="878" y="2292"/>
                  </a:cubicBezTo>
                  <a:cubicBezTo>
                    <a:pt x="898" y="2292"/>
                    <a:pt x="898" y="2295"/>
                    <a:pt x="898" y="2295"/>
                  </a:cubicBezTo>
                  <a:cubicBezTo>
                    <a:pt x="833" y="2303"/>
                    <a:pt x="776" y="2303"/>
                    <a:pt x="711" y="2303"/>
                  </a:cubicBezTo>
                  <a:cubicBezTo>
                    <a:pt x="679" y="2295"/>
                    <a:pt x="638" y="2295"/>
                    <a:pt x="598" y="2295"/>
                  </a:cubicBezTo>
                  <a:cubicBezTo>
                    <a:pt x="533" y="2295"/>
                    <a:pt x="654" y="2311"/>
                    <a:pt x="776" y="2320"/>
                  </a:cubicBezTo>
                  <a:lnTo>
                    <a:pt x="711" y="2320"/>
                  </a:lnTo>
                  <a:cubicBezTo>
                    <a:pt x="654" y="2320"/>
                    <a:pt x="654" y="2320"/>
                    <a:pt x="654" y="2328"/>
                  </a:cubicBezTo>
                  <a:cubicBezTo>
                    <a:pt x="646" y="2336"/>
                    <a:pt x="646" y="2336"/>
                    <a:pt x="711" y="2336"/>
                  </a:cubicBezTo>
                  <a:cubicBezTo>
                    <a:pt x="752" y="2336"/>
                    <a:pt x="792" y="2336"/>
                    <a:pt x="825" y="2344"/>
                  </a:cubicBezTo>
                  <a:cubicBezTo>
                    <a:pt x="865" y="2336"/>
                    <a:pt x="906" y="2336"/>
                    <a:pt x="946" y="2336"/>
                  </a:cubicBezTo>
                  <a:cubicBezTo>
                    <a:pt x="946" y="2336"/>
                    <a:pt x="890" y="2344"/>
                    <a:pt x="825" y="2344"/>
                  </a:cubicBezTo>
                  <a:cubicBezTo>
                    <a:pt x="703" y="2352"/>
                    <a:pt x="646" y="2360"/>
                    <a:pt x="646" y="2368"/>
                  </a:cubicBezTo>
                  <a:cubicBezTo>
                    <a:pt x="646" y="2376"/>
                    <a:pt x="646" y="2384"/>
                    <a:pt x="582" y="2393"/>
                  </a:cubicBezTo>
                  <a:cubicBezTo>
                    <a:pt x="582" y="2393"/>
                    <a:pt x="582" y="2401"/>
                    <a:pt x="638" y="2401"/>
                  </a:cubicBezTo>
                  <a:lnTo>
                    <a:pt x="638" y="2409"/>
                  </a:lnTo>
                  <a:cubicBezTo>
                    <a:pt x="582" y="2409"/>
                    <a:pt x="582" y="2417"/>
                    <a:pt x="638" y="2417"/>
                  </a:cubicBezTo>
                  <a:cubicBezTo>
                    <a:pt x="695" y="2417"/>
                    <a:pt x="638" y="2425"/>
                    <a:pt x="638" y="2425"/>
                  </a:cubicBezTo>
                  <a:cubicBezTo>
                    <a:pt x="577" y="2429"/>
                    <a:pt x="547" y="2431"/>
                    <a:pt x="554" y="2431"/>
                  </a:cubicBezTo>
                  <a:cubicBezTo>
                    <a:pt x="561" y="2431"/>
                    <a:pt x="606" y="2429"/>
                    <a:pt x="695" y="2425"/>
                  </a:cubicBezTo>
                  <a:cubicBezTo>
                    <a:pt x="736" y="2425"/>
                    <a:pt x="776" y="2425"/>
                    <a:pt x="817" y="2417"/>
                  </a:cubicBezTo>
                  <a:lnTo>
                    <a:pt x="817" y="2409"/>
                  </a:lnTo>
                  <a:lnTo>
                    <a:pt x="873" y="2417"/>
                  </a:lnTo>
                  <a:cubicBezTo>
                    <a:pt x="914" y="2425"/>
                    <a:pt x="954" y="2425"/>
                    <a:pt x="995" y="2425"/>
                  </a:cubicBezTo>
                  <a:cubicBezTo>
                    <a:pt x="1019" y="2425"/>
                    <a:pt x="1036" y="2425"/>
                    <a:pt x="1052" y="2433"/>
                  </a:cubicBezTo>
                  <a:lnTo>
                    <a:pt x="938" y="2433"/>
                  </a:lnTo>
                  <a:cubicBezTo>
                    <a:pt x="873" y="2425"/>
                    <a:pt x="817" y="2425"/>
                    <a:pt x="760" y="2425"/>
                  </a:cubicBezTo>
                  <a:cubicBezTo>
                    <a:pt x="638" y="2433"/>
                    <a:pt x="573" y="2441"/>
                    <a:pt x="695" y="2441"/>
                  </a:cubicBezTo>
                  <a:cubicBezTo>
                    <a:pt x="695" y="2441"/>
                    <a:pt x="695" y="2441"/>
                    <a:pt x="630" y="2449"/>
                  </a:cubicBezTo>
                  <a:lnTo>
                    <a:pt x="695" y="2449"/>
                  </a:lnTo>
                  <a:cubicBezTo>
                    <a:pt x="809" y="2457"/>
                    <a:pt x="809" y="2457"/>
                    <a:pt x="695" y="2457"/>
                  </a:cubicBezTo>
                  <a:cubicBezTo>
                    <a:pt x="573" y="2465"/>
                    <a:pt x="565" y="2482"/>
                    <a:pt x="630" y="2482"/>
                  </a:cubicBezTo>
                  <a:cubicBezTo>
                    <a:pt x="752" y="2482"/>
                    <a:pt x="744" y="2490"/>
                    <a:pt x="687" y="2490"/>
                  </a:cubicBezTo>
                  <a:cubicBezTo>
                    <a:pt x="630" y="2498"/>
                    <a:pt x="630" y="2498"/>
                    <a:pt x="687" y="2498"/>
                  </a:cubicBezTo>
                  <a:cubicBezTo>
                    <a:pt x="622" y="2498"/>
                    <a:pt x="565" y="2506"/>
                    <a:pt x="622" y="2506"/>
                  </a:cubicBezTo>
                  <a:cubicBezTo>
                    <a:pt x="622" y="2506"/>
                    <a:pt x="622" y="2510"/>
                    <a:pt x="641" y="2510"/>
                  </a:cubicBezTo>
                  <a:cubicBezTo>
                    <a:pt x="651" y="2510"/>
                    <a:pt x="665" y="2509"/>
                    <a:pt x="687" y="2506"/>
                  </a:cubicBezTo>
                  <a:lnTo>
                    <a:pt x="800" y="2514"/>
                  </a:lnTo>
                  <a:cubicBezTo>
                    <a:pt x="827" y="2514"/>
                    <a:pt x="854" y="2511"/>
                    <a:pt x="882" y="2511"/>
                  </a:cubicBezTo>
                  <a:cubicBezTo>
                    <a:pt x="895" y="2511"/>
                    <a:pt x="909" y="2511"/>
                    <a:pt x="922" y="2514"/>
                  </a:cubicBezTo>
                  <a:cubicBezTo>
                    <a:pt x="987" y="2514"/>
                    <a:pt x="922" y="2522"/>
                    <a:pt x="744" y="2530"/>
                  </a:cubicBezTo>
                  <a:lnTo>
                    <a:pt x="622" y="2538"/>
                  </a:lnTo>
                  <a:lnTo>
                    <a:pt x="679" y="2538"/>
                  </a:lnTo>
                  <a:cubicBezTo>
                    <a:pt x="622" y="2538"/>
                    <a:pt x="622" y="2538"/>
                    <a:pt x="622" y="2547"/>
                  </a:cubicBezTo>
                  <a:lnTo>
                    <a:pt x="679" y="2547"/>
                  </a:lnTo>
                  <a:cubicBezTo>
                    <a:pt x="800" y="2547"/>
                    <a:pt x="800" y="2547"/>
                    <a:pt x="736" y="2555"/>
                  </a:cubicBezTo>
                  <a:cubicBezTo>
                    <a:pt x="614" y="2555"/>
                    <a:pt x="614" y="2555"/>
                    <a:pt x="736" y="2563"/>
                  </a:cubicBezTo>
                  <a:cubicBezTo>
                    <a:pt x="695" y="2563"/>
                    <a:pt x="654" y="2563"/>
                    <a:pt x="614" y="2571"/>
                  </a:cubicBezTo>
                  <a:lnTo>
                    <a:pt x="679" y="2571"/>
                  </a:lnTo>
                  <a:cubicBezTo>
                    <a:pt x="792" y="2571"/>
                    <a:pt x="792" y="2571"/>
                    <a:pt x="736" y="2579"/>
                  </a:cubicBezTo>
                  <a:cubicBezTo>
                    <a:pt x="671" y="2579"/>
                    <a:pt x="671" y="2579"/>
                    <a:pt x="736" y="2587"/>
                  </a:cubicBezTo>
                  <a:cubicBezTo>
                    <a:pt x="736" y="2587"/>
                    <a:pt x="736" y="2595"/>
                    <a:pt x="671" y="2595"/>
                  </a:cubicBezTo>
                  <a:cubicBezTo>
                    <a:pt x="736" y="2603"/>
                    <a:pt x="736" y="2603"/>
                    <a:pt x="671" y="2603"/>
                  </a:cubicBezTo>
                  <a:cubicBezTo>
                    <a:pt x="614" y="2611"/>
                    <a:pt x="614" y="2611"/>
                    <a:pt x="671" y="2611"/>
                  </a:cubicBezTo>
                  <a:lnTo>
                    <a:pt x="849" y="2611"/>
                  </a:lnTo>
                  <a:cubicBezTo>
                    <a:pt x="849" y="2603"/>
                    <a:pt x="849" y="2603"/>
                    <a:pt x="914" y="2603"/>
                  </a:cubicBezTo>
                  <a:lnTo>
                    <a:pt x="906" y="2611"/>
                  </a:lnTo>
                  <a:cubicBezTo>
                    <a:pt x="906" y="2620"/>
                    <a:pt x="906" y="2620"/>
                    <a:pt x="971" y="2628"/>
                  </a:cubicBezTo>
                  <a:lnTo>
                    <a:pt x="1084" y="2628"/>
                  </a:lnTo>
                  <a:lnTo>
                    <a:pt x="1149" y="2620"/>
                  </a:lnTo>
                  <a:cubicBezTo>
                    <a:pt x="971" y="2620"/>
                    <a:pt x="971" y="2620"/>
                    <a:pt x="1084" y="2611"/>
                  </a:cubicBezTo>
                  <a:lnTo>
                    <a:pt x="1206" y="2611"/>
                  </a:lnTo>
                  <a:cubicBezTo>
                    <a:pt x="1206" y="2603"/>
                    <a:pt x="1206" y="2603"/>
                    <a:pt x="1271" y="2603"/>
                  </a:cubicBezTo>
                  <a:cubicBezTo>
                    <a:pt x="1311" y="2603"/>
                    <a:pt x="1352" y="2603"/>
                    <a:pt x="1392" y="2595"/>
                  </a:cubicBezTo>
                  <a:lnTo>
                    <a:pt x="1327" y="2595"/>
                  </a:lnTo>
                  <a:cubicBezTo>
                    <a:pt x="1271" y="2595"/>
                    <a:pt x="1271" y="2595"/>
                    <a:pt x="1392" y="2587"/>
                  </a:cubicBezTo>
                  <a:lnTo>
                    <a:pt x="1336" y="2587"/>
                  </a:lnTo>
                  <a:cubicBezTo>
                    <a:pt x="1214" y="2587"/>
                    <a:pt x="1214" y="2579"/>
                    <a:pt x="1336" y="2579"/>
                  </a:cubicBezTo>
                  <a:lnTo>
                    <a:pt x="1336" y="2571"/>
                  </a:lnTo>
                  <a:cubicBezTo>
                    <a:pt x="1309" y="2571"/>
                    <a:pt x="1281" y="2567"/>
                    <a:pt x="1254" y="2567"/>
                  </a:cubicBezTo>
                  <a:cubicBezTo>
                    <a:pt x="1241" y="2567"/>
                    <a:pt x="1227" y="2568"/>
                    <a:pt x="1214" y="2571"/>
                  </a:cubicBezTo>
                  <a:cubicBezTo>
                    <a:pt x="1092" y="2571"/>
                    <a:pt x="1092" y="2571"/>
                    <a:pt x="1157" y="2563"/>
                  </a:cubicBezTo>
                  <a:lnTo>
                    <a:pt x="1279" y="2563"/>
                  </a:lnTo>
                  <a:cubicBezTo>
                    <a:pt x="1336" y="2563"/>
                    <a:pt x="1336" y="2555"/>
                    <a:pt x="1336" y="2555"/>
                  </a:cubicBezTo>
                  <a:cubicBezTo>
                    <a:pt x="1336" y="2555"/>
                    <a:pt x="1336" y="2547"/>
                    <a:pt x="1279" y="2547"/>
                  </a:cubicBezTo>
                  <a:lnTo>
                    <a:pt x="1336" y="2547"/>
                  </a:lnTo>
                  <a:cubicBezTo>
                    <a:pt x="1336" y="2547"/>
                    <a:pt x="1336" y="2538"/>
                    <a:pt x="1400" y="2530"/>
                  </a:cubicBezTo>
                  <a:cubicBezTo>
                    <a:pt x="1438" y="2530"/>
                    <a:pt x="1400" y="2523"/>
                    <a:pt x="1335" y="2523"/>
                  </a:cubicBezTo>
                  <a:cubicBezTo>
                    <a:pt x="1302" y="2523"/>
                    <a:pt x="1263" y="2525"/>
                    <a:pt x="1222" y="2530"/>
                  </a:cubicBezTo>
                  <a:lnTo>
                    <a:pt x="1222" y="2522"/>
                  </a:lnTo>
                  <a:lnTo>
                    <a:pt x="1157" y="2522"/>
                  </a:lnTo>
                  <a:cubicBezTo>
                    <a:pt x="1100" y="2522"/>
                    <a:pt x="1100" y="2514"/>
                    <a:pt x="1100" y="2514"/>
                  </a:cubicBezTo>
                  <a:lnTo>
                    <a:pt x="1222" y="2514"/>
                  </a:lnTo>
                  <a:cubicBezTo>
                    <a:pt x="1400" y="2514"/>
                    <a:pt x="1457" y="2514"/>
                    <a:pt x="1279" y="2506"/>
                  </a:cubicBezTo>
                  <a:lnTo>
                    <a:pt x="1344" y="2506"/>
                  </a:lnTo>
                  <a:cubicBezTo>
                    <a:pt x="1400" y="2506"/>
                    <a:pt x="1400" y="2506"/>
                    <a:pt x="1344" y="2498"/>
                  </a:cubicBezTo>
                  <a:cubicBezTo>
                    <a:pt x="1344" y="2498"/>
                    <a:pt x="1222" y="2490"/>
                    <a:pt x="1165" y="2490"/>
                  </a:cubicBezTo>
                  <a:cubicBezTo>
                    <a:pt x="1287" y="2490"/>
                    <a:pt x="1287" y="2482"/>
                    <a:pt x="1165" y="2482"/>
                  </a:cubicBezTo>
                  <a:lnTo>
                    <a:pt x="1230" y="2482"/>
                  </a:lnTo>
                  <a:cubicBezTo>
                    <a:pt x="1287" y="2482"/>
                    <a:pt x="1344" y="2474"/>
                    <a:pt x="1287" y="2457"/>
                  </a:cubicBezTo>
                  <a:cubicBezTo>
                    <a:pt x="1295" y="2449"/>
                    <a:pt x="1295" y="2441"/>
                    <a:pt x="1352" y="2441"/>
                  </a:cubicBezTo>
                  <a:cubicBezTo>
                    <a:pt x="1409" y="2441"/>
                    <a:pt x="1295" y="2425"/>
                    <a:pt x="1173" y="2417"/>
                  </a:cubicBezTo>
                  <a:cubicBezTo>
                    <a:pt x="1238" y="2417"/>
                    <a:pt x="1238" y="2417"/>
                    <a:pt x="1238" y="2409"/>
                  </a:cubicBezTo>
                  <a:cubicBezTo>
                    <a:pt x="1238" y="2401"/>
                    <a:pt x="1238" y="2401"/>
                    <a:pt x="1295" y="2401"/>
                  </a:cubicBezTo>
                  <a:cubicBezTo>
                    <a:pt x="1181" y="2393"/>
                    <a:pt x="1238" y="2384"/>
                    <a:pt x="1360" y="2384"/>
                  </a:cubicBezTo>
                  <a:cubicBezTo>
                    <a:pt x="1417" y="2384"/>
                    <a:pt x="1417" y="2384"/>
                    <a:pt x="1417" y="2376"/>
                  </a:cubicBezTo>
                  <a:cubicBezTo>
                    <a:pt x="1360" y="2376"/>
                    <a:pt x="1360" y="2368"/>
                    <a:pt x="1360" y="2360"/>
                  </a:cubicBezTo>
                  <a:cubicBezTo>
                    <a:pt x="1360" y="2352"/>
                    <a:pt x="1360" y="2352"/>
                    <a:pt x="1246" y="2352"/>
                  </a:cubicBezTo>
                  <a:cubicBezTo>
                    <a:pt x="1125" y="2352"/>
                    <a:pt x="1125" y="2344"/>
                    <a:pt x="1125" y="2344"/>
                  </a:cubicBezTo>
                  <a:cubicBezTo>
                    <a:pt x="1125" y="2336"/>
                    <a:pt x="1125" y="2336"/>
                    <a:pt x="1190" y="2336"/>
                  </a:cubicBezTo>
                  <a:cubicBezTo>
                    <a:pt x="1206" y="2336"/>
                    <a:pt x="1230" y="2336"/>
                    <a:pt x="1246" y="2328"/>
                  </a:cubicBezTo>
                  <a:cubicBezTo>
                    <a:pt x="1246" y="2328"/>
                    <a:pt x="1246" y="2320"/>
                    <a:pt x="1311" y="2320"/>
                  </a:cubicBezTo>
                  <a:cubicBezTo>
                    <a:pt x="1311" y="2320"/>
                    <a:pt x="1368" y="2320"/>
                    <a:pt x="1368" y="2311"/>
                  </a:cubicBezTo>
                  <a:cubicBezTo>
                    <a:pt x="1368" y="2311"/>
                    <a:pt x="1368" y="2303"/>
                    <a:pt x="1433" y="2303"/>
                  </a:cubicBezTo>
                  <a:cubicBezTo>
                    <a:pt x="1433" y="2295"/>
                    <a:pt x="1433" y="2295"/>
                    <a:pt x="1368" y="2295"/>
                  </a:cubicBezTo>
                  <a:cubicBezTo>
                    <a:pt x="1311" y="2295"/>
                    <a:pt x="1254" y="2295"/>
                    <a:pt x="1311" y="2279"/>
                  </a:cubicBezTo>
                  <a:cubicBezTo>
                    <a:pt x="1311" y="2279"/>
                    <a:pt x="1319" y="2271"/>
                    <a:pt x="1254" y="2271"/>
                  </a:cubicBezTo>
                  <a:cubicBezTo>
                    <a:pt x="1254" y="2263"/>
                    <a:pt x="1254" y="2263"/>
                    <a:pt x="1319" y="2263"/>
                  </a:cubicBezTo>
                  <a:cubicBezTo>
                    <a:pt x="1433" y="2263"/>
                    <a:pt x="1433" y="2255"/>
                    <a:pt x="1319" y="2255"/>
                  </a:cubicBezTo>
                  <a:cubicBezTo>
                    <a:pt x="1254" y="2255"/>
                    <a:pt x="1254" y="2247"/>
                    <a:pt x="1319" y="2247"/>
                  </a:cubicBezTo>
                  <a:cubicBezTo>
                    <a:pt x="1319" y="2247"/>
                    <a:pt x="1319" y="2247"/>
                    <a:pt x="1263" y="2238"/>
                  </a:cubicBezTo>
                  <a:cubicBezTo>
                    <a:pt x="1198" y="2238"/>
                    <a:pt x="1198" y="2238"/>
                    <a:pt x="1263" y="2230"/>
                  </a:cubicBezTo>
                  <a:cubicBezTo>
                    <a:pt x="1319" y="2230"/>
                    <a:pt x="1319" y="2230"/>
                    <a:pt x="1319" y="2222"/>
                  </a:cubicBezTo>
                  <a:cubicBezTo>
                    <a:pt x="1263" y="2214"/>
                    <a:pt x="1271" y="2182"/>
                    <a:pt x="1327" y="2182"/>
                  </a:cubicBezTo>
                  <a:cubicBezTo>
                    <a:pt x="1271" y="2182"/>
                    <a:pt x="1271" y="2182"/>
                    <a:pt x="1271" y="2174"/>
                  </a:cubicBezTo>
                  <a:cubicBezTo>
                    <a:pt x="1384" y="2174"/>
                    <a:pt x="1335" y="2167"/>
                    <a:pt x="1237" y="2166"/>
                  </a:cubicBezTo>
                  <a:lnTo>
                    <a:pt x="1237" y="2166"/>
                  </a:lnTo>
                  <a:cubicBezTo>
                    <a:pt x="1247" y="2166"/>
                    <a:pt x="1258" y="2165"/>
                    <a:pt x="1271" y="2165"/>
                  </a:cubicBezTo>
                  <a:cubicBezTo>
                    <a:pt x="1392" y="2165"/>
                    <a:pt x="1392" y="2165"/>
                    <a:pt x="1271" y="2157"/>
                  </a:cubicBezTo>
                  <a:cubicBezTo>
                    <a:pt x="1149" y="2157"/>
                    <a:pt x="1149" y="2149"/>
                    <a:pt x="1271" y="2149"/>
                  </a:cubicBezTo>
                  <a:cubicBezTo>
                    <a:pt x="1036" y="2141"/>
                    <a:pt x="979" y="2133"/>
                    <a:pt x="1214" y="2133"/>
                  </a:cubicBezTo>
                  <a:cubicBezTo>
                    <a:pt x="1279" y="2133"/>
                    <a:pt x="1336" y="2133"/>
                    <a:pt x="1392" y="2125"/>
                  </a:cubicBezTo>
                  <a:cubicBezTo>
                    <a:pt x="1371" y="2125"/>
                    <a:pt x="1345" y="2121"/>
                    <a:pt x="1319" y="2121"/>
                  </a:cubicBezTo>
                  <a:cubicBezTo>
                    <a:pt x="1306" y="2121"/>
                    <a:pt x="1292" y="2122"/>
                    <a:pt x="1279" y="2125"/>
                  </a:cubicBezTo>
                  <a:cubicBezTo>
                    <a:pt x="1157" y="2125"/>
                    <a:pt x="1157" y="2125"/>
                    <a:pt x="1279" y="2117"/>
                  </a:cubicBezTo>
                  <a:cubicBezTo>
                    <a:pt x="1457" y="2109"/>
                    <a:pt x="1457" y="2101"/>
                    <a:pt x="1344" y="2093"/>
                  </a:cubicBezTo>
                  <a:cubicBezTo>
                    <a:pt x="1255" y="2081"/>
                    <a:pt x="1231" y="2073"/>
                    <a:pt x="1272" y="2073"/>
                  </a:cubicBezTo>
                  <a:cubicBezTo>
                    <a:pt x="1287" y="2073"/>
                    <a:pt x="1311" y="2074"/>
                    <a:pt x="1344" y="2076"/>
                  </a:cubicBezTo>
                  <a:cubicBezTo>
                    <a:pt x="1404" y="2080"/>
                    <a:pt x="1435" y="2082"/>
                    <a:pt x="1442" y="2082"/>
                  </a:cubicBezTo>
                  <a:cubicBezTo>
                    <a:pt x="1449" y="2082"/>
                    <a:pt x="1433" y="2080"/>
                    <a:pt x="1400" y="2076"/>
                  </a:cubicBezTo>
                  <a:cubicBezTo>
                    <a:pt x="1400" y="2076"/>
                    <a:pt x="1409" y="2068"/>
                    <a:pt x="1409" y="2060"/>
                  </a:cubicBezTo>
                  <a:cubicBezTo>
                    <a:pt x="1386" y="2060"/>
                    <a:pt x="1363" y="2058"/>
                    <a:pt x="1340" y="2057"/>
                  </a:cubicBezTo>
                  <a:lnTo>
                    <a:pt x="1340" y="2057"/>
                  </a:lnTo>
                  <a:cubicBezTo>
                    <a:pt x="1422" y="2052"/>
                    <a:pt x="1447" y="2051"/>
                    <a:pt x="1352" y="2044"/>
                  </a:cubicBezTo>
                  <a:lnTo>
                    <a:pt x="1352" y="2036"/>
                  </a:lnTo>
                  <a:cubicBezTo>
                    <a:pt x="1352" y="2036"/>
                    <a:pt x="1352" y="2036"/>
                    <a:pt x="1287" y="2028"/>
                  </a:cubicBezTo>
                  <a:cubicBezTo>
                    <a:pt x="1230" y="2028"/>
                    <a:pt x="1295" y="2020"/>
                    <a:pt x="1352" y="2020"/>
                  </a:cubicBezTo>
                  <a:cubicBezTo>
                    <a:pt x="1409" y="2020"/>
                    <a:pt x="1473" y="2011"/>
                    <a:pt x="1409" y="2011"/>
                  </a:cubicBezTo>
                  <a:cubicBezTo>
                    <a:pt x="1352" y="2011"/>
                    <a:pt x="1295" y="2011"/>
                    <a:pt x="1230" y="2003"/>
                  </a:cubicBezTo>
                  <a:cubicBezTo>
                    <a:pt x="1192" y="2003"/>
                    <a:pt x="1209" y="2000"/>
                    <a:pt x="1240" y="2000"/>
                  </a:cubicBezTo>
                  <a:cubicBezTo>
                    <a:pt x="1256" y="2000"/>
                    <a:pt x="1276" y="2001"/>
                    <a:pt x="1295" y="2003"/>
                  </a:cubicBezTo>
                  <a:cubicBezTo>
                    <a:pt x="1336" y="2003"/>
                    <a:pt x="1376" y="2003"/>
                    <a:pt x="1417" y="1995"/>
                  </a:cubicBezTo>
                  <a:cubicBezTo>
                    <a:pt x="1417" y="1995"/>
                    <a:pt x="1417" y="1987"/>
                    <a:pt x="1360" y="1987"/>
                  </a:cubicBezTo>
                  <a:cubicBezTo>
                    <a:pt x="1295" y="1987"/>
                    <a:pt x="1295" y="1971"/>
                    <a:pt x="1360" y="1963"/>
                  </a:cubicBezTo>
                  <a:lnTo>
                    <a:pt x="1360" y="1955"/>
                  </a:lnTo>
                  <a:cubicBezTo>
                    <a:pt x="1360" y="1955"/>
                    <a:pt x="1303" y="1955"/>
                    <a:pt x="1303" y="1947"/>
                  </a:cubicBezTo>
                  <a:lnTo>
                    <a:pt x="1246" y="1947"/>
                  </a:lnTo>
                  <a:cubicBezTo>
                    <a:pt x="1246" y="1938"/>
                    <a:pt x="1246" y="1938"/>
                    <a:pt x="1303" y="1938"/>
                  </a:cubicBezTo>
                  <a:cubicBezTo>
                    <a:pt x="1181" y="1930"/>
                    <a:pt x="1181" y="1930"/>
                    <a:pt x="1303" y="1930"/>
                  </a:cubicBezTo>
                  <a:cubicBezTo>
                    <a:pt x="1246" y="1922"/>
                    <a:pt x="1246" y="1922"/>
                    <a:pt x="1303" y="1922"/>
                  </a:cubicBezTo>
                  <a:cubicBezTo>
                    <a:pt x="1368" y="1922"/>
                    <a:pt x="1368" y="1914"/>
                    <a:pt x="1303" y="1914"/>
                  </a:cubicBezTo>
                  <a:cubicBezTo>
                    <a:pt x="1190" y="1914"/>
                    <a:pt x="1125" y="1906"/>
                    <a:pt x="1246" y="1906"/>
                  </a:cubicBezTo>
                  <a:cubicBezTo>
                    <a:pt x="1246" y="1906"/>
                    <a:pt x="1246" y="1906"/>
                    <a:pt x="1190" y="1898"/>
                  </a:cubicBezTo>
                  <a:cubicBezTo>
                    <a:pt x="1311" y="1890"/>
                    <a:pt x="1311" y="1890"/>
                    <a:pt x="1190" y="1890"/>
                  </a:cubicBezTo>
                  <a:cubicBezTo>
                    <a:pt x="1190" y="1890"/>
                    <a:pt x="1133" y="1882"/>
                    <a:pt x="1190" y="1882"/>
                  </a:cubicBezTo>
                  <a:cubicBezTo>
                    <a:pt x="1254" y="1874"/>
                    <a:pt x="1311" y="1857"/>
                    <a:pt x="1198" y="1857"/>
                  </a:cubicBezTo>
                  <a:lnTo>
                    <a:pt x="1198" y="1849"/>
                  </a:lnTo>
                  <a:cubicBezTo>
                    <a:pt x="1254" y="1849"/>
                    <a:pt x="1254" y="1841"/>
                    <a:pt x="1198" y="1841"/>
                  </a:cubicBezTo>
                  <a:lnTo>
                    <a:pt x="1141" y="1841"/>
                  </a:lnTo>
                  <a:cubicBezTo>
                    <a:pt x="1181" y="1841"/>
                    <a:pt x="1222" y="1833"/>
                    <a:pt x="1254" y="1833"/>
                  </a:cubicBezTo>
                  <a:cubicBezTo>
                    <a:pt x="1263" y="1825"/>
                    <a:pt x="1263" y="1825"/>
                    <a:pt x="1198" y="1825"/>
                  </a:cubicBezTo>
                  <a:cubicBezTo>
                    <a:pt x="1179" y="1828"/>
                    <a:pt x="1166" y="1829"/>
                    <a:pt x="1158" y="1829"/>
                  </a:cubicBezTo>
                  <a:cubicBezTo>
                    <a:pt x="1141" y="1829"/>
                    <a:pt x="1141" y="1825"/>
                    <a:pt x="1141" y="1825"/>
                  </a:cubicBezTo>
                  <a:cubicBezTo>
                    <a:pt x="1181" y="1817"/>
                    <a:pt x="1222" y="1817"/>
                    <a:pt x="1263" y="1817"/>
                  </a:cubicBezTo>
                  <a:cubicBezTo>
                    <a:pt x="1238" y="1817"/>
                    <a:pt x="1219" y="1817"/>
                    <a:pt x="1204" y="1816"/>
                  </a:cubicBezTo>
                  <a:lnTo>
                    <a:pt x="1204" y="1816"/>
                  </a:lnTo>
                  <a:cubicBezTo>
                    <a:pt x="1263" y="1809"/>
                    <a:pt x="1263" y="1808"/>
                    <a:pt x="1263" y="1801"/>
                  </a:cubicBezTo>
                  <a:lnTo>
                    <a:pt x="1263" y="1793"/>
                  </a:lnTo>
                  <a:cubicBezTo>
                    <a:pt x="1263" y="1793"/>
                    <a:pt x="1263" y="1789"/>
                    <a:pt x="1246" y="1789"/>
                  </a:cubicBezTo>
                  <a:close/>
                </a:path>
              </a:pathLst>
            </a:custGeom>
            <a:solidFill>
              <a:srgbClr val="D78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2"/>
            <p:cNvSpPr/>
            <p:nvPr/>
          </p:nvSpPr>
          <p:spPr>
            <a:xfrm>
              <a:off x="6365606" y="1249141"/>
              <a:ext cx="91135" cy="83705"/>
            </a:xfrm>
            <a:custGeom>
              <a:avLst/>
              <a:gdLst/>
              <a:ahLst/>
              <a:cxnLst/>
              <a:rect l="l" t="t" r="r" b="b"/>
              <a:pathLst>
                <a:path w="5287" h="4856" extrusionOk="0">
                  <a:moveTo>
                    <a:pt x="2935" y="0"/>
                  </a:moveTo>
                  <a:lnTo>
                    <a:pt x="2919" y="8"/>
                  </a:lnTo>
                  <a:cubicBezTo>
                    <a:pt x="2895" y="8"/>
                    <a:pt x="2903" y="73"/>
                    <a:pt x="2911" y="138"/>
                  </a:cubicBezTo>
                  <a:lnTo>
                    <a:pt x="2935" y="138"/>
                  </a:lnTo>
                  <a:cubicBezTo>
                    <a:pt x="2943" y="97"/>
                    <a:pt x="2943" y="49"/>
                    <a:pt x="2935" y="0"/>
                  </a:cubicBezTo>
                  <a:close/>
                  <a:moveTo>
                    <a:pt x="3000" y="1022"/>
                  </a:moveTo>
                  <a:lnTo>
                    <a:pt x="3024" y="1095"/>
                  </a:lnTo>
                  <a:cubicBezTo>
                    <a:pt x="3033" y="1159"/>
                    <a:pt x="3016" y="1159"/>
                    <a:pt x="3008" y="1159"/>
                  </a:cubicBezTo>
                  <a:cubicBezTo>
                    <a:pt x="2992" y="1159"/>
                    <a:pt x="2992" y="1159"/>
                    <a:pt x="2984" y="1095"/>
                  </a:cubicBezTo>
                  <a:cubicBezTo>
                    <a:pt x="2984" y="1095"/>
                    <a:pt x="2984" y="1022"/>
                    <a:pt x="3000" y="1022"/>
                  </a:cubicBezTo>
                  <a:close/>
                  <a:moveTo>
                    <a:pt x="2807" y="899"/>
                  </a:moveTo>
                  <a:cubicBezTo>
                    <a:pt x="2817" y="899"/>
                    <a:pt x="2846" y="968"/>
                    <a:pt x="2854" y="1030"/>
                  </a:cubicBezTo>
                  <a:cubicBezTo>
                    <a:pt x="2895" y="1168"/>
                    <a:pt x="2895" y="1168"/>
                    <a:pt x="2870" y="1168"/>
                  </a:cubicBezTo>
                  <a:cubicBezTo>
                    <a:pt x="2862" y="1168"/>
                    <a:pt x="2846" y="1168"/>
                    <a:pt x="2830" y="1103"/>
                  </a:cubicBezTo>
                  <a:lnTo>
                    <a:pt x="2846" y="1103"/>
                  </a:lnTo>
                  <a:cubicBezTo>
                    <a:pt x="2851" y="1121"/>
                    <a:pt x="2853" y="1128"/>
                    <a:pt x="2854" y="1128"/>
                  </a:cubicBezTo>
                  <a:cubicBezTo>
                    <a:pt x="2857" y="1128"/>
                    <a:pt x="2847" y="1077"/>
                    <a:pt x="2830" y="1030"/>
                  </a:cubicBezTo>
                  <a:cubicBezTo>
                    <a:pt x="2814" y="965"/>
                    <a:pt x="2806" y="900"/>
                    <a:pt x="2806" y="900"/>
                  </a:cubicBezTo>
                  <a:cubicBezTo>
                    <a:pt x="2806" y="900"/>
                    <a:pt x="2806" y="899"/>
                    <a:pt x="2807" y="899"/>
                  </a:cubicBezTo>
                  <a:close/>
                  <a:moveTo>
                    <a:pt x="1916" y="1090"/>
                  </a:moveTo>
                  <a:cubicBezTo>
                    <a:pt x="1907" y="1090"/>
                    <a:pt x="1900" y="1096"/>
                    <a:pt x="1889" y="1103"/>
                  </a:cubicBezTo>
                  <a:cubicBezTo>
                    <a:pt x="1881" y="1119"/>
                    <a:pt x="1914" y="1176"/>
                    <a:pt x="1914" y="1176"/>
                  </a:cubicBezTo>
                  <a:cubicBezTo>
                    <a:pt x="1939" y="1206"/>
                    <a:pt x="1955" y="1214"/>
                    <a:pt x="1965" y="1214"/>
                  </a:cubicBezTo>
                  <a:cubicBezTo>
                    <a:pt x="1971" y="1214"/>
                    <a:pt x="1975" y="1211"/>
                    <a:pt x="1979" y="1208"/>
                  </a:cubicBezTo>
                  <a:cubicBezTo>
                    <a:pt x="1992" y="1215"/>
                    <a:pt x="2001" y="1218"/>
                    <a:pt x="2007" y="1218"/>
                  </a:cubicBezTo>
                  <a:cubicBezTo>
                    <a:pt x="2030" y="1218"/>
                    <a:pt x="2003" y="1172"/>
                    <a:pt x="1970" y="1127"/>
                  </a:cubicBezTo>
                  <a:cubicBezTo>
                    <a:pt x="1943" y="1100"/>
                    <a:pt x="1928" y="1090"/>
                    <a:pt x="1916" y="1090"/>
                  </a:cubicBezTo>
                  <a:close/>
                  <a:moveTo>
                    <a:pt x="2076" y="1127"/>
                  </a:moveTo>
                  <a:cubicBezTo>
                    <a:pt x="2116" y="1176"/>
                    <a:pt x="2141" y="1249"/>
                    <a:pt x="2133" y="1257"/>
                  </a:cubicBezTo>
                  <a:cubicBezTo>
                    <a:pt x="2131" y="1257"/>
                    <a:pt x="2130" y="1258"/>
                    <a:pt x="2129" y="1258"/>
                  </a:cubicBezTo>
                  <a:cubicBezTo>
                    <a:pt x="2111" y="1258"/>
                    <a:pt x="2074" y="1211"/>
                    <a:pt x="2051" y="1143"/>
                  </a:cubicBezTo>
                  <a:lnTo>
                    <a:pt x="2076" y="1127"/>
                  </a:lnTo>
                  <a:close/>
                  <a:moveTo>
                    <a:pt x="3338" y="1104"/>
                  </a:moveTo>
                  <a:cubicBezTo>
                    <a:pt x="3339" y="1104"/>
                    <a:pt x="3337" y="1138"/>
                    <a:pt x="3333" y="1208"/>
                  </a:cubicBezTo>
                  <a:lnTo>
                    <a:pt x="3333" y="1200"/>
                  </a:lnTo>
                  <a:cubicBezTo>
                    <a:pt x="3333" y="1273"/>
                    <a:pt x="3324" y="1338"/>
                    <a:pt x="3316" y="1338"/>
                  </a:cubicBezTo>
                  <a:cubicBezTo>
                    <a:pt x="3309" y="1376"/>
                    <a:pt x="3304" y="1391"/>
                    <a:pt x="3301" y="1391"/>
                  </a:cubicBezTo>
                  <a:cubicBezTo>
                    <a:pt x="3295" y="1391"/>
                    <a:pt x="3301" y="1298"/>
                    <a:pt x="3324" y="1200"/>
                  </a:cubicBezTo>
                  <a:cubicBezTo>
                    <a:pt x="3332" y="1136"/>
                    <a:pt x="3336" y="1104"/>
                    <a:pt x="3338" y="1104"/>
                  </a:cubicBezTo>
                  <a:close/>
                  <a:moveTo>
                    <a:pt x="2887" y="1443"/>
                  </a:moveTo>
                  <a:cubicBezTo>
                    <a:pt x="2903" y="1508"/>
                    <a:pt x="2903" y="1508"/>
                    <a:pt x="2911" y="1508"/>
                  </a:cubicBezTo>
                  <a:lnTo>
                    <a:pt x="2919" y="1500"/>
                  </a:lnTo>
                  <a:lnTo>
                    <a:pt x="2895" y="1443"/>
                  </a:lnTo>
                  <a:close/>
                  <a:moveTo>
                    <a:pt x="1881" y="1824"/>
                  </a:moveTo>
                  <a:lnTo>
                    <a:pt x="1946" y="1849"/>
                  </a:lnTo>
                  <a:cubicBezTo>
                    <a:pt x="2003" y="1881"/>
                    <a:pt x="1995" y="1889"/>
                    <a:pt x="1995" y="1897"/>
                  </a:cubicBezTo>
                  <a:lnTo>
                    <a:pt x="1930" y="1865"/>
                  </a:lnTo>
                  <a:lnTo>
                    <a:pt x="1881" y="1824"/>
                  </a:lnTo>
                  <a:close/>
                  <a:moveTo>
                    <a:pt x="1630" y="1711"/>
                  </a:moveTo>
                  <a:lnTo>
                    <a:pt x="1735" y="1800"/>
                  </a:lnTo>
                  <a:cubicBezTo>
                    <a:pt x="1834" y="1870"/>
                    <a:pt x="1875" y="1900"/>
                    <a:pt x="1869" y="1900"/>
                  </a:cubicBezTo>
                  <a:cubicBezTo>
                    <a:pt x="1865" y="1900"/>
                    <a:pt x="1835" y="1884"/>
                    <a:pt x="1784" y="1857"/>
                  </a:cubicBezTo>
                  <a:cubicBezTo>
                    <a:pt x="1719" y="1832"/>
                    <a:pt x="1662" y="1792"/>
                    <a:pt x="1614" y="1735"/>
                  </a:cubicBezTo>
                  <a:lnTo>
                    <a:pt x="1630" y="1711"/>
                  </a:lnTo>
                  <a:close/>
                  <a:moveTo>
                    <a:pt x="4604" y="1980"/>
                  </a:moveTo>
                  <a:cubicBezTo>
                    <a:pt x="4613" y="1980"/>
                    <a:pt x="4619" y="1982"/>
                    <a:pt x="4622" y="1986"/>
                  </a:cubicBezTo>
                  <a:cubicBezTo>
                    <a:pt x="4565" y="2019"/>
                    <a:pt x="4500" y="2051"/>
                    <a:pt x="4427" y="2059"/>
                  </a:cubicBezTo>
                  <a:cubicBezTo>
                    <a:pt x="4427" y="2051"/>
                    <a:pt x="4427" y="2051"/>
                    <a:pt x="4484" y="2019"/>
                  </a:cubicBezTo>
                  <a:cubicBezTo>
                    <a:pt x="4531" y="1995"/>
                    <a:pt x="4579" y="1980"/>
                    <a:pt x="4604" y="1980"/>
                  </a:cubicBezTo>
                  <a:close/>
                  <a:moveTo>
                    <a:pt x="1508" y="2149"/>
                  </a:moveTo>
                  <a:cubicBezTo>
                    <a:pt x="1557" y="2165"/>
                    <a:pt x="1597" y="2181"/>
                    <a:pt x="1638" y="2197"/>
                  </a:cubicBezTo>
                  <a:lnTo>
                    <a:pt x="1638" y="2213"/>
                  </a:lnTo>
                  <a:cubicBezTo>
                    <a:pt x="1573" y="2197"/>
                    <a:pt x="1500" y="2181"/>
                    <a:pt x="1508" y="2165"/>
                  </a:cubicBezTo>
                  <a:lnTo>
                    <a:pt x="1508" y="2149"/>
                  </a:lnTo>
                  <a:close/>
                  <a:moveTo>
                    <a:pt x="1739" y="2107"/>
                  </a:moveTo>
                  <a:cubicBezTo>
                    <a:pt x="1756" y="2107"/>
                    <a:pt x="1813" y="2138"/>
                    <a:pt x="1930" y="2189"/>
                  </a:cubicBezTo>
                  <a:cubicBezTo>
                    <a:pt x="1957" y="2209"/>
                    <a:pt x="1971" y="2219"/>
                    <a:pt x="1964" y="2219"/>
                  </a:cubicBezTo>
                  <a:cubicBezTo>
                    <a:pt x="1957" y="2219"/>
                    <a:pt x="1925" y="2206"/>
                    <a:pt x="1857" y="2181"/>
                  </a:cubicBezTo>
                  <a:lnTo>
                    <a:pt x="1735" y="2108"/>
                  </a:lnTo>
                  <a:cubicBezTo>
                    <a:pt x="1736" y="2107"/>
                    <a:pt x="1737" y="2107"/>
                    <a:pt x="1739" y="2107"/>
                  </a:cubicBezTo>
                  <a:close/>
                  <a:moveTo>
                    <a:pt x="4930" y="2327"/>
                  </a:moveTo>
                  <a:cubicBezTo>
                    <a:pt x="4930" y="2327"/>
                    <a:pt x="4995" y="2327"/>
                    <a:pt x="4930" y="2335"/>
                  </a:cubicBezTo>
                  <a:lnTo>
                    <a:pt x="4865" y="2351"/>
                  </a:lnTo>
                  <a:cubicBezTo>
                    <a:pt x="4792" y="2351"/>
                    <a:pt x="4727" y="2351"/>
                    <a:pt x="4792" y="2335"/>
                  </a:cubicBezTo>
                  <a:cubicBezTo>
                    <a:pt x="4832" y="2327"/>
                    <a:pt x="4881" y="2327"/>
                    <a:pt x="4930" y="2327"/>
                  </a:cubicBezTo>
                  <a:close/>
                  <a:moveTo>
                    <a:pt x="1310" y="2396"/>
                  </a:moveTo>
                  <a:cubicBezTo>
                    <a:pt x="1325" y="2396"/>
                    <a:pt x="1370" y="2427"/>
                    <a:pt x="1370" y="2441"/>
                  </a:cubicBezTo>
                  <a:lnTo>
                    <a:pt x="1297" y="2432"/>
                  </a:lnTo>
                  <a:cubicBezTo>
                    <a:pt x="1304" y="2418"/>
                    <a:pt x="1251" y="2398"/>
                    <a:pt x="1283" y="2398"/>
                  </a:cubicBezTo>
                  <a:cubicBezTo>
                    <a:pt x="1288" y="2398"/>
                    <a:pt x="1296" y="2399"/>
                    <a:pt x="1306" y="2400"/>
                  </a:cubicBezTo>
                  <a:cubicBezTo>
                    <a:pt x="1306" y="2397"/>
                    <a:pt x="1307" y="2396"/>
                    <a:pt x="1310" y="2396"/>
                  </a:cubicBezTo>
                  <a:close/>
                  <a:moveTo>
                    <a:pt x="1995" y="2441"/>
                  </a:moveTo>
                  <a:lnTo>
                    <a:pt x="2124" y="2465"/>
                  </a:lnTo>
                  <a:lnTo>
                    <a:pt x="2124" y="2465"/>
                  </a:lnTo>
                  <a:lnTo>
                    <a:pt x="2060" y="2449"/>
                  </a:lnTo>
                  <a:lnTo>
                    <a:pt x="1995" y="2441"/>
                  </a:lnTo>
                  <a:close/>
                  <a:moveTo>
                    <a:pt x="1630" y="2554"/>
                  </a:moveTo>
                  <a:cubicBezTo>
                    <a:pt x="1695" y="2562"/>
                    <a:pt x="1768" y="2570"/>
                    <a:pt x="1768" y="2578"/>
                  </a:cubicBezTo>
                  <a:cubicBezTo>
                    <a:pt x="1803" y="2587"/>
                    <a:pt x="1797" y="2594"/>
                    <a:pt x="1763" y="2594"/>
                  </a:cubicBezTo>
                  <a:cubicBezTo>
                    <a:pt x="1735" y="2594"/>
                    <a:pt x="1688" y="2589"/>
                    <a:pt x="1630" y="2578"/>
                  </a:cubicBezTo>
                  <a:lnTo>
                    <a:pt x="1630" y="2554"/>
                  </a:lnTo>
                  <a:close/>
                  <a:moveTo>
                    <a:pt x="1751" y="2676"/>
                  </a:moveTo>
                  <a:lnTo>
                    <a:pt x="1751" y="2684"/>
                  </a:lnTo>
                  <a:cubicBezTo>
                    <a:pt x="1751" y="2700"/>
                    <a:pt x="1751" y="2700"/>
                    <a:pt x="1679" y="2700"/>
                  </a:cubicBezTo>
                  <a:lnTo>
                    <a:pt x="1679" y="2684"/>
                  </a:lnTo>
                  <a:lnTo>
                    <a:pt x="1751" y="2676"/>
                  </a:lnTo>
                  <a:close/>
                  <a:moveTo>
                    <a:pt x="1946" y="2797"/>
                  </a:moveTo>
                  <a:cubicBezTo>
                    <a:pt x="1906" y="2805"/>
                    <a:pt x="1857" y="2805"/>
                    <a:pt x="1816" y="2813"/>
                  </a:cubicBezTo>
                  <a:cubicBezTo>
                    <a:pt x="1816" y="2822"/>
                    <a:pt x="1833" y="2824"/>
                    <a:pt x="1849" y="2824"/>
                  </a:cubicBezTo>
                  <a:cubicBezTo>
                    <a:pt x="1865" y="2824"/>
                    <a:pt x="1881" y="2822"/>
                    <a:pt x="1881" y="2822"/>
                  </a:cubicBezTo>
                  <a:cubicBezTo>
                    <a:pt x="1881" y="2822"/>
                    <a:pt x="1954" y="2822"/>
                    <a:pt x="1954" y="2813"/>
                  </a:cubicBezTo>
                  <a:lnTo>
                    <a:pt x="1946" y="2797"/>
                  </a:lnTo>
                  <a:close/>
                  <a:moveTo>
                    <a:pt x="4873" y="2838"/>
                  </a:moveTo>
                  <a:cubicBezTo>
                    <a:pt x="4873" y="2838"/>
                    <a:pt x="4946" y="2846"/>
                    <a:pt x="4946" y="2862"/>
                  </a:cubicBezTo>
                  <a:lnTo>
                    <a:pt x="4808" y="2862"/>
                  </a:lnTo>
                  <a:lnTo>
                    <a:pt x="4808" y="2854"/>
                  </a:lnTo>
                  <a:cubicBezTo>
                    <a:pt x="4808" y="2838"/>
                    <a:pt x="4873" y="2838"/>
                    <a:pt x="4873" y="2838"/>
                  </a:cubicBezTo>
                  <a:close/>
                  <a:moveTo>
                    <a:pt x="1476" y="2895"/>
                  </a:moveTo>
                  <a:cubicBezTo>
                    <a:pt x="1541" y="2895"/>
                    <a:pt x="1549" y="2903"/>
                    <a:pt x="1549" y="2903"/>
                  </a:cubicBezTo>
                  <a:cubicBezTo>
                    <a:pt x="1549" y="2919"/>
                    <a:pt x="1549" y="2935"/>
                    <a:pt x="1476" y="2935"/>
                  </a:cubicBezTo>
                  <a:cubicBezTo>
                    <a:pt x="1476" y="2935"/>
                    <a:pt x="1460" y="2937"/>
                    <a:pt x="1443" y="2937"/>
                  </a:cubicBezTo>
                  <a:cubicBezTo>
                    <a:pt x="1427" y="2937"/>
                    <a:pt x="1411" y="2935"/>
                    <a:pt x="1411" y="2927"/>
                  </a:cubicBezTo>
                  <a:cubicBezTo>
                    <a:pt x="1411" y="2919"/>
                    <a:pt x="1476" y="2895"/>
                    <a:pt x="1476" y="2895"/>
                  </a:cubicBezTo>
                  <a:close/>
                  <a:moveTo>
                    <a:pt x="2416" y="2923"/>
                  </a:moveTo>
                  <a:cubicBezTo>
                    <a:pt x="2408" y="2923"/>
                    <a:pt x="2392" y="2927"/>
                    <a:pt x="2360" y="2935"/>
                  </a:cubicBezTo>
                  <a:lnTo>
                    <a:pt x="2360" y="2951"/>
                  </a:lnTo>
                  <a:cubicBezTo>
                    <a:pt x="2424" y="2943"/>
                    <a:pt x="2424" y="2943"/>
                    <a:pt x="2424" y="2935"/>
                  </a:cubicBezTo>
                  <a:cubicBezTo>
                    <a:pt x="2424" y="2927"/>
                    <a:pt x="2424" y="2923"/>
                    <a:pt x="2416" y="2923"/>
                  </a:cubicBezTo>
                  <a:close/>
                  <a:moveTo>
                    <a:pt x="4943" y="2978"/>
                  </a:moveTo>
                  <a:cubicBezTo>
                    <a:pt x="4952" y="2978"/>
                    <a:pt x="4968" y="2980"/>
                    <a:pt x="4995" y="2984"/>
                  </a:cubicBezTo>
                  <a:lnTo>
                    <a:pt x="4995" y="3000"/>
                  </a:lnTo>
                  <a:lnTo>
                    <a:pt x="4930" y="3008"/>
                  </a:lnTo>
                  <a:lnTo>
                    <a:pt x="4930" y="2992"/>
                  </a:lnTo>
                  <a:cubicBezTo>
                    <a:pt x="4930" y="2982"/>
                    <a:pt x="4930" y="2978"/>
                    <a:pt x="4943" y="2978"/>
                  </a:cubicBezTo>
                  <a:close/>
                  <a:moveTo>
                    <a:pt x="5033" y="3033"/>
                  </a:moveTo>
                  <a:cubicBezTo>
                    <a:pt x="5027" y="3033"/>
                    <a:pt x="5030" y="3038"/>
                    <a:pt x="5059" y="3049"/>
                  </a:cubicBezTo>
                  <a:cubicBezTo>
                    <a:pt x="5059" y="3040"/>
                    <a:pt x="5040" y="3033"/>
                    <a:pt x="5033" y="3033"/>
                  </a:cubicBezTo>
                  <a:close/>
                  <a:moveTo>
                    <a:pt x="4915" y="3115"/>
                  </a:moveTo>
                  <a:cubicBezTo>
                    <a:pt x="4924" y="3115"/>
                    <a:pt x="4942" y="3118"/>
                    <a:pt x="4978" y="3122"/>
                  </a:cubicBezTo>
                  <a:lnTo>
                    <a:pt x="4970" y="3138"/>
                  </a:lnTo>
                  <a:lnTo>
                    <a:pt x="4905" y="3138"/>
                  </a:lnTo>
                  <a:lnTo>
                    <a:pt x="4905" y="3122"/>
                  </a:lnTo>
                  <a:cubicBezTo>
                    <a:pt x="4905" y="3118"/>
                    <a:pt x="4905" y="3115"/>
                    <a:pt x="4915" y="3115"/>
                  </a:cubicBezTo>
                  <a:close/>
                  <a:moveTo>
                    <a:pt x="1557" y="3138"/>
                  </a:moveTo>
                  <a:cubicBezTo>
                    <a:pt x="1565" y="3138"/>
                    <a:pt x="1565" y="3146"/>
                    <a:pt x="1565" y="3162"/>
                  </a:cubicBezTo>
                  <a:cubicBezTo>
                    <a:pt x="1573" y="3170"/>
                    <a:pt x="1500" y="3186"/>
                    <a:pt x="1500" y="3186"/>
                  </a:cubicBezTo>
                  <a:cubicBezTo>
                    <a:pt x="1487" y="3190"/>
                    <a:pt x="1480" y="3191"/>
                    <a:pt x="1476" y="3191"/>
                  </a:cubicBezTo>
                  <a:cubicBezTo>
                    <a:pt x="1458" y="3191"/>
                    <a:pt x="1500" y="3169"/>
                    <a:pt x="1500" y="3162"/>
                  </a:cubicBezTo>
                  <a:cubicBezTo>
                    <a:pt x="1533" y="3146"/>
                    <a:pt x="1549" y="3138"/>
                    <a:pt x="1557" y="3138"/>
                  </a:cubicBezTo>
                  <a:close/>
                  <a:moveTo>
                    <a:pt x="4395" y="3170"/>
                  </a:moveTo>
                  <a:cubicBezTo>
                    <a:pt x="4459" y="3186"/>
                    <a:pt x="4524" y="3211"/>
                    <a:pt x="4524" y="3219"/>
                  </a:cubicBezTo>
                  <a:lnTo>
                    <a:pt x="4451" y="3211"/>
                  </a:lnTo>
                  <a:lnTo>
                    <a:pt x="4395" y="3178"/>
                  </a:lnTo>
                  <a:lnTo>
                    <a:pt x="4395" y="3170"/>
                  </a:lnTo>
                  <a:close/>
                  <a:moveTo>
                    <a:pt x="4838" y="3195"/>
                  </a:moveTo>
                  <a:cubicBezTo>
                    <a:pt x="4845" y="3195"/>
                    <a:pt x="4859" y="3197"/>
                    <a:pt x="4881" y="3203"/>
                  </a:cubicBezTo>
                  <a:cubicBezTo>
                    <a:pt x="4946" y="3211"/>
                    <a:pt x="4946" y="3211"/>
                    <a:pt x="4946" y="3227"/>
                  </a:cubicBezTo>
                  <a:cubicBezTo>
                    <a:pt x="4942" y="3239"/>
                    <a:pt x="4940" y="3245"/>
                    <a:pt x="4931" y="3245"/>
                  </a:cubicBezTo>
                  <a:cubicBezTo>
                    <a:pt x="4922" y="3245"/>
                    <a:pt x="4905" y="3239"/>
                    <a:pt x="4873" y="3227"/>
                  </a:cubicBezTo>
                  <a:cubicBezTo>
                    <a:pt x="4835" y="3205"/>
                    <a:pt x="4823" y="3195"/>
                    <a:pt x="4838" y="3195"/>
                  </a:cubicBezTo>
                  <a:close/>
                  <a:moveTo>
                    <a:pt x="137" y="3286"/>
                  </a:moveTo>
                  <a:cubicBezTo>
                    <a:pt x="114" y="3286"/>
                    <a:pt x="89" y="3288"/>
                    <a:pt x="65" y="3292"/>
                  </a:cubicBezTo>
                  <a:cubicBezTo>
                    <a:pt x="0" y="3300"/>
                    <a:pt x="0" y="3324"/>
                    <a:pt x="138" y="3324"/>
                  </a:cubicBezTo>
                  <a:cubicBezTo>
                    <a:pt x="211" y="3316"/>
                    <a:pt x="203" y="3316"/>
                    <a:pt x="203" y="3292"/>
                  </a:cubicBezTo>
                  <a:cubicBezTo>
                    <a:pt x="183" y="3288"/>
                    <a:pt x="160" y="3286"/>
                    <a:pt x="137" y="3286"/>
                  </a:cubicBezTo>
                  <a:close/>
                  <a:moveTo>
                    <a:pt x="4420" y="3311"/>
                  </a:moveTo>
                  <a:cubicBezTo>
                    <a:pt x="4428" y="3311"/>
                    <a:pt x="4443" y="3317"/>
                    <a:pt x="4484" y="3332"/>
                  </a:cubicBezTo>
                  <a:cubicBezTo>
                    <a:pt x="4484" y="3332"/>
                    <a:pt x="4549" y="3357"/>
                    <a:pt x="4541" y="3365"/>
                  </a:cubicBezTo>
                  <a:lnTo>
                    <a:pt x="4476" y="3349"/>
                  </a:lnTo>
                  <a:cubicBezTo>
                    <a:pt x="4411" y="3324"/>
                    <a:pt x="4411" y="3316"/>
                    <a:pt x="4411" y="3316"/>
                  </a:cubicBezTo>
                  <a:cubicBezTo>
                    <a:pt x="4414" y="3313"/>
                    <a:pt x="4416" y="3311"/>
                    <a:pt x="4420" y="3311"/>
                  </a:cubicBezTo>
                  <a:close/>
                  <a:moveTo>
                    <a:pt x="1785" y="3319"/>
                  </a:moveTo>
                  <a:cubicBezTo>
                    <a:pt x="1793" y="3319"/>
                    <a:pt x="1763" y="3336"/>
                    <a:pt x="1679" y="3373"/>
                  </a:cubicBezTo>
                  <a:cubicBezTo>
                    <a:pt x="1643" y="3386"/>
                    <a:pt x="1627" y="3392"/>
                    <a:pt x="1620" y="3392"/>
                  </a:cubicBezTo>
                  <a:cubicBezTo>
                    <a:pt x="1614" y="3392"/>
                    <a:pt x="1614" y="3388"/>
                    <a:pt x="1614" y="3381"/>
                  </a:cubicBezTo>
                  <a:cubicBezTo>
                    <a:pt x="1654" y="3365"/>
                    <a:pt x="1695" y="3340"/>
                    <a:pt x="1743" y="3332"/>
                  </a:cubicBezTo>
                  <a:cubicBezTo>
                    <a:pt x="1766" y="3324"/>
                    <a:pt x="1780" y="3319"/>
                    <a:pt x="1785" y="3319"/>
                  </a:cubicBezTo>
                  <a:close/>
                  <a:moveTo>
                    <a:pt x="1768" y="3422"/>
                  </a:moveTo>
                  <a:lnTo>
                    <a:pt x="1776" y="3438"/>
                  </a:lnTo>
                  <a:cubicBezTo>
                    <a:pt x="1726" y="3457"/>
                    <a:pt x="1675" y="3475"/>
                    <a:pt x="1655" y="3475"/>
                  </a:cubicBezTo>
                  <a:cubicBezTo>
                    <a:pt x="1649" y="3475"/>
                    <a:pt x="1646" y="3474"/>
                    <a:pt x="1646" y="3470"/>
                  </a:cubicBezTo>
                  <a:lnTo>
                    <a:pt x="1703" y="3438"/>
                  </a:lnTo>
                  <a:lnTo>
                    <a:pt x="1768" y="3422"/>
                  </a:lnTo>
                  <a:close/>
                  <a:moveTo>
                    <a:pt x="3503" y="3795"/>
                  </a:moveTo>
                  <a:cubicBezTo>
                    <a:pt x="3503" y="3795"/>
                    <a:pt x="3503" y="3795"/>
                    <a:pt x="3503" y="3795"/>
                  </a:cubicBezTo>
                  <a:lnTo>
                    <a:pt x="3503" y="3795"/>
                  </a:lnTo>
                  <a:close/>
                  <a:moveTo>
                    <a:pt x="2757" y="3965"/>
                  </a:moveTo>
                  <a:cubicBezTo>
                    <a:pt x="2733" y="4030"/>
                    <a:pt x="2708" y="4094"/>
                    <a:pt x="2700" y="4094"/>
                  </a:cubicBezTo>
                  <a:lnTo>
                    <a:pt x="2692" y="4086"/>
                  </a:lnTo>
                  <a:cubicBezTo>
                    <a:pt x="2708" y="4046"/>
                    <a:pt x="2724" y="4005"/>
                    <a:pt x="2749" y="3965"/>
                  </a:cubicBezTo>
                  <a:close/>
                  <a:moveTo>
                    <a:pt x="2100" y="4184"/>
                  </a:moveTo>
                  <a:lnTo>
                    <a:pt x="2108" y="4200"/>
                  </a:lnTo>
                  <a:cubicBezTo>
                    <a:pt x="2071" y="4245"/>
                    <a:pt x="2026" y="4290"/>
                    <a:pt x="2013" y="4290"/>
                  </a:cubicBezTo>
                  <a:cubicBezTo>
                    <a:pt x="2012" y="4290"/>
                    <a:pt x="2012" y="4290"/>
                    <a:pt x="2011" y="4289"/>
                  </a:cubicBezTo>
                  <a:lnTo>
                    <a:pt x="2043" y="4232"/>
                  </a:lnTo>
                  <a:lnTo>
                    <a:pt x="2100" y="4184"/>
                  </a:lnTo>
                  <a:close/>
                  <a:moveTo>
                    <a:pt x="4119" y="4224"/>
                  </a:moveTo>
                  <a:cubicBezTo>
                    <a:pt x="4160" y="4281"/>
                    <a:pt x="4192" y="4338"/>
                    <a:pt x="4184" y="4346"/>
                  </a:cubicBezTo>
                  <a:lnTo>
                    <a:pt x="4168" y="4354"/>
                  </a:lnTo>
                  <a:cubicBezTo>
                    <a:pt x="4151" y="4313"/>
                    <a:pt x="4127" y="4273"/>
                    <a:pt x="4111" y="4232"/>
                  </a:cubicBezTo>
                  <a:lnTo>
                    <a:pt x="4119" y="4224"/>
                  </a:lnTo>
                  <a:close/>
                  <a:moveTo>
                    <a:pt x="2384" y="4313"/>
                  </a:moveTo>
                  <a:lnTo>
                    <a:pt x="2384" y="4313"/>
                  </a:lnTo>
                  <a:cubicBezTo>
                    <a:pt x="2400" y="4322"/>
                    <a:pt x="2400" y="4322"/>
                    <a:pt x="2368" y="4378"/>
                  </a:cubicBezTo>
                  <a:cubicBezTo>
                    <a:pt x="2343" y="4419"/>
                    <a:pt x="2319" y="4459"/>
                    <a:pt x="2287" y="4492"/>
                  </a:cubicBezTo>
                  <a:cubicBezTo>
                    <a:pt x="2278" y="4484"/>
                    <a:pt x="2351" y="4370"/>
                    <a:pt x="2384" y="4313"/>
                  </a:cubicBezTo>
                  <a:close/>
                  <a:moveTo>
                    <a:pt x="2757" y="4403"/>
                  </a:moveTo>
                  <a:lnTo>
                    <a:pt x="2765" y="4411"/>
                  </a:lnTo>
                  <a:cubicBezTo>
                    <a:pt x="2749" y="4476"/>
                    <a:pt x="2733" y="4540"/>
                    <a:pt x="2724" y="4540"/>
                  </a:cubicBezTo>
                  <a:lnTo>
                    <a:pt x="2724" y="4467"/>
                  </a:lnTo>
                  <a:lnTo>
                    <a:pt x="2757" y="4403"/>
                  </a:lnTo>
                  <a:close/>
                  <a:moveTo>
                    <a:pt x="3672" y="4464"/>
                  </a:moveTo>
                  <a:cubicBezTo>
                    <a:pt x="3682" y="4464"/>
                    <a:pt x="3685" y="4476"/>
                    <a:pt x="3697" y="4524"/>
                  </a:cubicBezTo>
                  <a:cubicBezTo>
                    <a:pt x="3714" y="4589"/>
                    <a:pt x="3689" y="4597"/>
                    <a:pt x="3673" y="4605"/>
                  </a:cubicBezTo>
                  <a:cubicBezTo>
                    <a:pt x="3649" y="4532"/>
                    <a:pt x="3649" y="4467"/>
                    <a:pt x="3657" y="4467"/>
                  </a:cubicBezTo>
                  <a:cubicBezTo>
                    <a:pt x="3663" y="4465"/>
                    <a:pt x="3668" y="4464"/>
                    <a:pt x="3672" y="4464"/>
                  </a:cubicBezTo>
                  <a:close/>
                  <a:moveTo>
                    <a:pt x="3357" y="519"/>
                  </a:moveTo>
                  <a:cubicBezTo>
                    <a:pt x="3341" y="519"/>
                    <a:pt x="3341" y="584"/>
                    <a:pt x="3333" y="657"/>
                  </a:cubicBezTo>
                  <a:lnTo>
                    <a:pt x="3300" y="649"/>
                  </a:lnTo>
                  <a:cubicBezTo>
                    <a:pt x="3300" y="649"/>
                    <a:pt x="3292" y="649"/>
                    <a:pt x="3284" y="714"/>
                  </a:cubicBezTo>
                  <a:cubicBezTo>
                    <a:pt x="3284" y="773"/>
                    <a:pt x="3273" y="779"/>
                    <a:pt x="3265" y="779"/>
                  </a:cubicBezTo>
                  <a:cubicBezTo>
                    <a:pt x="3263" y="779"/>
                    <a:pt x="3261" y="778"/>
                    <a:pt x="3260" y="778"/>
                  </a:cubicBezTo>
                  <a:cubicBezTo>
                    <a:pt x="3260" y="760"/>
                    <a:pt x="3258" y="752"/>
                    <a:pt x="3257" y="752"/>
                  </a:cubicBezTo>
                  <a:lnTo>
                    <a:pt x="3257" y="752"/>
                  </a:lnTo>
                  <a:cubicBezTo>
                    <a:pt x="3253" y="752"/>
                    <a:pt x="3248" y="800"/>
                    <a:pt x="3260" y="851"/>
                  </a:cubicBezTo>
                  <a:cubicBezTo>
                    <a:pt x="3260" y="916"/>
                    <a:pt x="3251" y="981"/>
                    <a:pt x="3243" y="981"/>
                  </a:cubicBezTo>
                  <a:lnTo>
                    <a:pt x="3243" y="1119"/>
                  </a:lnTo>
                  <a:cubicBezTo>
                    <a:pt x="3235" y="1208"/>
                    <a:pt x="3243" y="1305"/>
                    <a:pt x="3260" y="1395"/>
                  </a:cubicBezTo>
                  <a:cubicBezTo>
                    <a:pt x="3284" y="1443"/>
                    <a:pt x="3302" y="1488"/>
                    <a:pt x="3315" y="1488"/>
                  </a:cubicBezTo>
                  <a:cubicBezTo>
                    <a:pt x="3323" y="1488"/>
                    <a:pt x="3329" y="1467"/>
                    <a:pt x="3333" y="1411"/>
                  </a:cubicBezTo>
                  <a:cubicBezTo>
                    <a:pt x="3333" y="1411"/>
                    <a:pt x="3349" y="1346"/>
                    <a:pt x="3357" y="1346"/>
                  </a:cubicBezTo>
                  <a:cubicBezTo>
                    <a:pt x="3373" y="1346"/>
                    <a:pt x="3373" y="1419"/>
                    <a:pt x="3373" y="1419"/>
                  </a:cubicBezTo>
                  <a:cubicBezTo>
                    <a:pt x="3373" y="1484"/>
                    <a:pt x="3405" y="1492"/>
                    <a:pt x="3462" y="1492"/>
                  </a:cubicBezTo>
                  <a:cubicBezTo>
                    <a:pt x="3519" y="1500"/>
                    <a:pt x="3551" y="1500"/>
                    <a:pt x="3543" y="1573"/>
                  </a:cubicBezTo>
                  <a:cubicBezTo>
                    <a:pt x="3535" y="1646"/>
                    <a:pt x="3543" y="1646"/>
                    <a:pt x="3543" y="1646"/>
                  </a:cubicBezTo>
                  <a:cubicBezTo>
                    <a:pt x="3551" y="1614"/>
                    <a:pt x="3566" y="1603"/>
                    <a:pt x="3585" y="1603"/>
                  </a:cubicBezTo>
                  <a:cubicBezTo>
                    <a:pt x="3604" y="1603"/>
                    <a:pt x="3628" y="1614"/>
                    <a:pt x="3657" y="1622"/>
                  </a:cubicBezTo>
                  <a:cubicBezTo>
                    <a:pt x="3685" y="1634"/>
                    <a:pt x="3712" y="1644"/>
                    <a:pt x="3735" y="1644"/>
                  </a:cubicBezTo>
                  <a:cubicBezTo>
                    <a:pt x="3758" y="1644"/>
                    <a:pt x="3778" y="1634"/>
                    <a:pt x="3795" y="1605"/>
                  </a:cubicBezTo>
                  <a:lnTo>
                    <a:pt x="3803" y="1614"/>
                  </a:lnTo>
                  <a:cubicBezTo>
                    <a:pt x="3770" y="1678"/>
                    <a:pt x="3787" y="1686"/>
                    <a:pt x="3795" y="1695"/>
                  </a:cubicBezTo>
                  <a:cubicBezTo>
                    <a:pt x="3831" y="1658"/>
                    <a:pt x="3849" y="1654"/>
                    <a:pt x="3856" y="1654"/>
                  </a:cubicBezTo>
                  <a:cubicBezTo>
                    <a:pt x="3858" y="1654"/>
                    <a:pt x="3860" y="1654"/>
                    <a:pt x="3860" y="1654"/>
                  </a:cubicBezTo>
                  <a:cubicBezTo>
                    <a:pt x="3827" y="1711"/>
                    <a:pt x="3827" y="1719"/>
                    <a:pt x="3843" y="1727"/>
                  </a:cubicBezTo>
                  <a:cubicBezTo>
                    <a:pt x="3846" y="1729"/>
                    <a:pt x="3848" y="1731"/>
                    <a:pt x="3851" y="1731"/>
                  </a:cubicBezTo>
                  <a:cubicBezTo>
                    <a:pt x="3858" y="1731"/>
                    <a:pt x="3871" y="1720"/>
                    <a:pt x="3900" y="1678"/>
                  </a:cubicBezTo>
                  <a:cubicBezTo>
                    <a:pt x="3932" y="1703"/>
                    <a:pt x="3949" y="1751"/>
                    <a:pt x="3924" y="1784"/>
                  </a:cubicBezTo>
                  <a:cubicBezTo>
                    <a:pt x="3913" y="1803"/>
                    <a:pt x="3912" y="1811"/>
                    <a:pt x="3917" y="1811"/>
                  </a:cubicBezTo>
                  <a:cubicBezTo>
                    <a:pt x="3926" y="1811"/>
                    <a:pt x="3957" y="1783"/>
                    <a:pt x="3989" y="1751"/>
                  </a:cubicBezTo>
                  <a:cubicBezTo>
                    <a:pt x="4026" y="1699"/>
                    <a:pt x="4070" y="1661"/>
                    <a:pt x="4084" y="1661"/>
                  </a:cubicBezTo>
                  <a:cubicBezTo>
                    <a:pt x="4085" y="1661"/>
                    <a:pt x="4086" y="1661"/>
                    <a:pt x="4087" y="1662"/>
                  </a:cubicBezTo>
                  <a:lnTo>
                    <a:pt x="3997" y="1759"/>
                  </a:lnTo>
                  <a:cubicBezTo>
                    <a:pt x="3949" y="1808"/>
                    <a:pt x="3949" y="1808"/>
                    <a:pt x="3957" y="1824"/>
                  </a:cubicBezTo>
                  <a:lnTo>
                    <a:pt x="3965" y="1832"/>
                  </a:lnTo>
                  <a:cubicBezTo>
                    <a:pt x="3984" y="1813"/>
                    <a:pt x="3999" y="1805"/>
                    <a:pt x="4014" y="1805"/>
                  </a:cubicBezTo>
                  <a:cubicBezTo>
                    <a:pt x="4035" y="1805"/>
                    <a:pt x="4054" y="1824"/>
                    <a:pt x="4078" y="1849"/>
                  </a:cubicBezTo>
                  <a:cubicBezTo>
                    <a:pt x="4112" y="1888"/>
                    <a:pt x="4126" y="1915"/>
                    <a:pt x="4151" y="1915"/>
                  </a:cubicBezTo>
                  <a:cubicBezTo>
                    <a:pt x="4161" y="1915"/>
                    <a:pt x="4174" y="1910"/>
                    <a:pt x="4192" y="1897"/>
                  </a:cubicBezTo>
                  <a:cubicBezTo>
                    <a:pt x="4215" y="1878"/>
                    <a:pt x="4229" y="1868"/>
                    <a:pt x="4234" y="1868"/>
                  </a:cubicBezTo>
                  <a:lnTo>
                    <a:pt x="4234" y="1868"/>
                  </a:lnTo>
                  <a:cubicBezTo>
                    <a:pt x="4242" y="1868"/>
                    <a:pt x="4232" y="1888"/>
                    <a:pt x="4208" y="1922"/>
                  </a:cubicBezTo>
                  <a:cubicBezTo>
                    <a:pt x="4112" y="2034"/>
                    <a:pt x="4079" y="2065"/>
                    <a:pt x="4090" y="2065"/>
                  </a:cubicBezTo>
                  <a:cubicBezTo>
                    <a:pt x="4094" y="2065"/>
                    <a:pt x="4107" y="2059"/>
                    <a:pt x="4127" y="2051"/>
                  </a:cubicBezTo>
                  <a:cubicBezTo>
                    <a:pt x="4127" y="2043"/>
                    <a:pt x="4184" y="2003"/>
                    <a:pt x="4241" y="1970"/>
                  </a:cubicBezTo>
                  <a:cubicBezTo>
                    <a:pt x="4293" y="1937"/>
                    <a:pt x="4323" y="1920"/>
                    <a:pt x="4329" y="1920"/>
                  </a:cubicBezTo>
                  <a:lnTo>
                    <a:pt x="4329" y="1920"/>
                  </a:lnTo>
                  <a:cubicBezTo>
                    <a:pt x="4336" y="1920"/>
                    <a:pt x="4310" y="1943"/>
                    <a:pt x="4249" y="1986"/>
                  </a:cubicBezTo>
                  <a:cubicBezTo>
                    <a:pt x="4164" y="2038"/>
                    <a:pt x="4210" y="2106"/>
                    <a:pt x="4298" y="2106"/>
                  </a:cubicBezTo>
                  <a:cubicBezTo>
                    <a:pt x="4320" y="2106"/>
                    <a:pt x="4344" y="2102"/>
                    <a:pt x="4370" y="2092"/>
                  </a:cubicBezTo>
                  <a:cubicBezTo>
                    <a:pt x="4396" y="2082"/>
                    <a:pt x="4411" y="2076"/>
                    <a:pt x="4413" y="2076"/>
                  </a:cubicBezTo>
                  <a:lnTo>
                    <a:pt x="4413" y="2076"/>
                  </a:lnTo>
                  <a:cubicBezTo>
                    <a:pt x="4415" y="2076"/>
                    <a:pt x="4384" y="2090"/>
                    <a:pt x="4305" y="2124"/>
                  </a:cubicBezTo>
                  <a:cubicBezTo>
                    <a:pt x="4249" y="2149"/>
                    <a:pt x="4249" y="2157"/>
                    <a:pt x="4265" y="2189"/>
                  </a:cubicBezTo>
                  <a:lnTo>
                    <a:pt x="4273" y="2213"/>
                  </a:lnTo>
                  <a:cubicBezTo>
                    <a:pt x="4302" y="2203"/>
                    <a:pt x="4322" y="2198"/>
                    <a:pt x="4336" y="2198"/>
                  </a:cubicBezTo>
                  <a:cubicBezTo>
                    <a:pt x="4383" y="2198"/>
                    <a:pt x="4346" y="2251"/>
                    <a:pt x="4289" y="2270"/>
                  </a:cubicBezTo>
                  <a:cubicBezTo>
                    <a:pt x="4232" y="2295"/>
                    <a:pt x="4232" y="2295"/>
                    <a:pt x="4232" y="2319"/>
                  </a:cubicBezTo>
                  <a:cubicBezTo>
                    <a:pt x="4247" y="2317"/>
                    <a:pt x="4259" y="2316"/>
                    <a:pt x="4269" y="2316"/>
                  </a:cubicBezTo>
                  <a:cubicBezTo>
                    <a:pt x="4351" y="2316"/>
                    <a:pt x="4306" y="2369"/>
                    <a:pt x="4241" y="2384"/>
                  </a:cubicBezTo>
                  <a:lnTo>
                    <a:pt x="4249" y="2400"/>
                  </a:lnTo>
                  <a:cubicBezTo>
                    <a:pt x="4314" y="2400"/>
                    <a:pt x="4322" y="2416"/>
                    <a:pt x="4322" y="2424"/>
                  </a:cubicBezTo>
                  <a:cubicBezTo>
                    <a:pt x="4327" y="2440"/>
                    <a:pt x="4329" y="2449"/>
                    <a:pt x="4347" y="2449"/>
                  </a:cubicBezTo>
                  <a:cubicBezTo>
                    <a:pt x="4357" y="2449"/>
                    <a:pt x="4372" y="2446"/>
                    <a:pt x="4395" y="2441"/>
                  </a:cubicBezTo>
                  <a:cubicBezTo>
                    <a:pt x="4440" y="2429"/>
                    <a:pt x="4486" y="2418"/>
                    <a:pt x="4512" y="2418"/>
                  </a:cubicBezTo>
                  <a:cubicBezTo>
                    <a:pt x="4523" y="2418"/>
                    <a:pt x="4530" y="2420"/>
                    <a:pt x="4532" y="2424"/>
                  </a:cubicBezTo>
                  <a:lnTo>
                    <a:pt x="4459" y="2432"/>
                  </a:lnTo>
                  <a:cubicBezTo>
                    <a:pt x="4395" y="2449"/>
                    <a:pt x="4411" y="2473"/>
                    <a:pt x="4403" y="2513"/>
                  </a:cubicBezTo>
                  <a:cubicBezTo>
                    <a:pt x="4403" y="2570"/>
                    <a:pt x="4403" y="2586"/>
                    <a:pt x="4338" y="2603"/>
                  </a:cubicBezTo>
                  <a:lnTo>
                    <a:pt x="4403" y="2603"/>
                  </a:lnTo>
                  <a:cubicBezTo>
                    <a:pt x="4476" y="2611"/>
                    <a:pt x="4476" y="2619"/>
                    <a:pt x="4403" y="2627"/>
                  </a:cubicBezTo>
                  <a:cubicBezTo>
                    <a:pt x="4338" y="2643"/>
                    <a:pt x="4338" y="2676"/>
                    <a:pt x="4411" y="2700"/>
                  </a:cubicBezTo>
                  <a:lnTo>
                    <a:pt x="4411" y="2716"/>
                  </a:lnTo>
                  <a:cubicBezTo>
                    <a:pt x="4273" y="2732"/>
                    <a:pt x="4273" y="2757"/>
                    <a:pt x="4411" y="2765"/>
                  </a:cubicBezTo>
                  <a:cubicBezTo>
                    <a:pt x="4338" y="2765"/>
                    <a:pt x="4338" y="2773"/>
                    <a:pt x="4338" y="2781"/>
                  </a:cubicBezTo>
                  <a:cubicBezTo>
                    <a:pt x="4397" y="2803"/>
                    <a:pt x="4395" y="2839"/>
                    <a:pt x="4346" y="2839"/>
                  </a:cubicBezTo>
                  <a:cubicBezTo>
                    <a:pt x="4341" y="2839"/>
                    <a:pt x="4336" y="2839"/>
                    <a:pt x="4330" y="2838"/>
                  </a:cubicBezTo>
                  <a:lnTo>
                    <a:pt x="4330" y="2854"/>
                  </a:lnTo>
                  <a:cubicBezTo>
                    <a:pt x="4395" y="2862"/>
                    <a:pt x="4395" y="2878"/>
                    <a:pt x="4395" y="2886"/>
                  </a:cubicBezTo>
                  <a:cubicBezTo>
                    <a:pt x="4387" y="2895"/>
                    <a:pt x="4387" y="2903"/>
                    <a:pt x="4451" y="2919"/>
                  </a:cubicBezTo>
                  <a:cubicBezTo>
                    <a:pt x="4524" y="2943"/>
                    <a:pt x="4524" y="2951"/>
                    <a:pt x="4524" y="2951"/>
                  </a:cubicBezTo>
                  <a:cubicBezTo>
                    <a:pt x="4523" y="2953"/>
                    <a:pt x="4519" y="2953"/>
                    <a:pt x="4515" y="2953"/>
                  </a:cubicBezTo>
                  <a:cubicBezTo>
                    <a:pt x="4492" y="2953"/>
                    <a:pt x="4439" y="2940"/>
                    <a:pt x="4387" y="2927"/>
                  </a:cubicBezTo>
                  <a:cubicBezTo>
                    <a:pt x="4368" y="2918"/>
                    <a:pt x="4355" y="2914"/>
                    <a:pt x="4349" y="2914"/>
                  </a:cubicBezTo>
                  <a:cubicBezTo>
                    <a:pt x="4332" y="2914"/>
                    <a:pt x="4358" y="2941"/>
                    <a:pt x="4451" y="2976"/>
                  </a:cubicBezTo>
                  <a:cubicBezTo>
                    <a:pt x="4519" y="3001"/>
                    <a:pt x="4552" y="3013"/>
                    <a:pt x="4548" y="3013"/>
                  </a:cubicBezTo>
                  <a:cubicBezTo>
                    <a:pt x="4546" y="3013"/>
                    <a:pt x="4513" y="3003"/>
                    <a:pt x="4451" y="2984"/>
                  </a:cubicBezTo>
                  <a:cubicBezTo>
                    <a:pt x="4408" y="2969"/>
                    <a:pt x="4367" y="2957"/>
                    <a:pt x="4355" y="2957"/>
                  </a:cubicBezTo>
                  <a:cubicBezTo>
                    <a:pt x="4347" y="2957"/>
                    <a:pt x="4352" y="2963"/>
                    <a:pt x="4378" y="2976"/>
                  </a:cubicBezTo>
                  <a:cubicBezTo>
                    <a:pt x="4378" y="2976"/>
                    <a:pt x="4378" y="2992"/>
                    <a:pt x="4443" y="3008"/>
                  </a:cubicBezTo>
                  <a:lnTo>
                    <a:pt x="4435" y="3032"/>
                  </a:lnTo>
                  <a:cubicBezTo>
                    <a:pt x="4362" y="3040"/>
                    <a:pt x="4362" y="3049"/>
                    <a:pt x="4354" y="3057"/>
                  </a:cubicBezTo>
                  <a:cubicBezTo>
                    <a:pt x="4395" y="3072"/>
                    <a:pt x="4410" y="3078"/>
                    <a:pt x="4399" y="3078"/>
                  </a:cubicBezTo>
                  <a:cubicBezTo>
                    <a:pt x="4393" y="3078"/>
                    <a:pt x="4378" y="3076"/>
                    <a:pt x="4354" y="3073"/>
                  </a:cubicBezTo>
                  <a:cubicBezTo>
                    <a:pt x="4334" y="3068"/>
                    <a:pt x="4319" y="3066"/>
                    <a:pt x="4311" y="3066"/>
                  </a:cubicBezTo>
                  <a:cubicBezTo>
                    <a:pt x="4291" y="3066"/>
                    <a:pt x="4317" y="3080"/>
                    <a:pt x="4411" y="3097"/>
                  </a:cubicBezTo>
                  <a:cubicBezTo>
                    <a:pt x="4464" y="3117"/>
                    <a:pt x="4474" y="3132"/>
                    <a:pt x="4435" y="3132"/>
                  </a:cubicBezTo>
                  <a:cubicBezTo>
                    <a:pt x="4426" y="3132"/>
                    <a:pt x="4416" y="3131"/>
                    <a:pt x="4403" y="3130"/>
                  </a:cubicBezTo>
                  <a:cubicBezTo>
                    <a:pt x="4338" y="3113"/>
                    <a:pt x="4305" y="3107"/>
                    <a:pt x="4297" y="3107"/>
                  </a:cubicBezTo>
                  <a:cubicBezTo>
                    <a:pt x="4289" y="3107"/>
                    <a:pt x="4305" y="3113"/>
                    <a:pt x="4338" y="3122"/>
                  </a:cubicBezTo>
                  <a:cubicBezTo>
                    <a:pt x="4403" y="3146"/>
                    <a:pt x="4395" y="3154"/>
                    <a:pt x="4395" y="3154"/>
                  </a:cubicBezTo>
                  <a:cubicBezTo>
                    <a:pt x="4389" y="3153"/>
                    <a:pt x="4384" y="3152"/>
                    <a:pt x="4380" y="3152"/>
                  </a:cubicBezTo>
                  <a:cubicBezTo>
                    <a:pt x="4327" y="3152"/>
                    <a:pt x="4310" y="3232"/>
                    <a:pt x="4265" y="3292"/>
                  </a:cubicBezTo>
                  <a:cubicBezTo>
                    <a:pt x="4265" y="3300"/>
                    <a:pt x="4322" y="3340"/>
                    <a:pt x="4387" y="3365"/>
                  </a:cubicBezTo>
                  <a:cubicBezTo>
                    <a:pt x="4438" y="3389"/>
                    <a:pt x="4458" y="3397"/>
                    <a:pt x="4457" y="3397"/>
                  </a:cubicBezTo>
                  <a:cubicBezTo>
                    <a:pt x="4457" y="3397"/>
                    <a:pt x="4420" y="3382"/>
                    <a:pt x="4378" y="3373"/>
                  </a:cubicBezTo>
                  <a:cubicBezTo>
                    <a:pt x="4295" y="3340"/>
                    <a:pt x="4248" y="3326"/>
                    <a:pt x="4237" y="3326"/>
                  </a:cubicBezTo>
                  <a:cubicBezTo>
                    <a:pt x="4223" y="3326"/>
                    <a:pt x="4267" y="3349"/>
                    <a:pt x="4370" y="3389"/>
                  </a:cubicBezTo>
                  <a:cubicBezTo>
                    <a:pt x="4438" y="3415"/>
                    <a:pt x="4470" y="3427"/>
                    <a:pt x="4467" y="3427"/>
                  </a:cubicBezTo>
                  <a:cubicBezTo>
                    <a:pt x="4465" y="3427"/>
                    <a:pt x="4432" y="3417"/>
                    <a:pt x="4370" y="3397"/>
                  </a:cubicBezTo>
                  <a:cubicBezTo>
                    <a:pt x="4342" y="3391"/>
                    <a:pt x="4326" y="3387"/>
                    <a:pt x="4320" y="3387"/>
                  </a:cubicBezTo>
                  <a:cubicBezTo>
                    <a:pt x="4311" y="3387"/>
                    <a:pt x="4327" y="3397"/>
                    <a:pt x="4362" y="3422"/>
                  </a:cubicBezTo>
                  <a:cubicBezTo>
                    <a:pt x="4395" y="3436"/>
                    <a:pt x="4409" y="3444"/>
                    <a:pt x="4402" y="3444"/>
                  </a:cubicBezTo>
                  <a:cubicBezTo>
                    <a:pt x="4397" y="3444"/>
                    <a:pt x="4381" y="3440"/>
                    <a:pt x="4354" y="3430"/>
                  </a:cubicBezTo>
                  <a:cubicBezTo>
                    <a:pt x="4312" y="3414"/>
                    <a:pt x="4269" y="3398"/>
                    <a:pt x="4261" y="3398"/>
                  </a:cubicBezTo>
                  <a:lnTo>
                    <a:pt x="4261" y="3398"/>
                  </a:lnTo>
                  <a:cubicBezTo>
                    <a:pt x="4256" y="3398"/>
                    <a:pt x="4262" y="3402"/>
                    <a:pt x="4281" y="3413"/>
                  </a:cubicBezTo>
                  <a:cubicBezTo>
                    <a:pt x="4281" y="3413"/>
                    <a:pt x="4281" y="3415"/>
                    <a:pt x="4277" y="3415"/>
                  </a:cubicBezTo>
                  <a:cubicBezTo>
                    <a:pt x="4271" y="3415"/>
                    <a:pt x="4255" y="3412"/>
                    <a:pt x="4216" y="3397"/>
                  </a:cubicBezTo>
                  <a:cubicBezTo>
                    <a:pt x="4203" y="3392"/>
                    <a:pt x="4194" y="3390"/>
                    <a:pt x="4190" y="3390"/>
                  </a:cubicBezTo>
                  <a:cubicBezTo>
                    <a:pt x="4175" y="3390"/>
                    <a:pt x="4220" y="3422"/>
                    <a:pt x="4265" y="3454"/>
                  </a:cubicBezTo>
                  <a:cubicBezTo>
                    <a:pt x="4323" y="3503"/>
                    <a:pt x="4347" y="3528"/>
                    <a:pt x="4337" y="3528"/>
                  </a:cubicBezTo>
                  <a:cubicBezTo>
                    <a:pt x="4329" y="3528"/>
                    <a:pt x="4300" y="3511"/>
                    <a:pt x="4249" y="3478"/>
                  </a:cubicBezTo>
                  <a:cubicBezTo>
                    <a:pt x="4214" y="3456"/>
                    <a:pt x="4193" y="3447"/>
                    <a:pt x="4183" y="3447"/>
                  </a:cubicBezTo>
                  <a:cubicBezTo>
                    <a:pt x="4162" y="3447"/>
                    <a:pt x="4200" y="3495"/>
                    <a:pt x="4273" y="3551"/>
                  </a:cubicBezTo>
                  <a:cubicBezTo>
                    <a:pt x="4297" y="3568"/>
                    <a:pt x="4315" y="3582"/>
                    <a:pt x="4330" y="3592"/>
                  </a:cubicBezTo>
                  <a:lnTo>
                    <a:pt x="4330" y="3592"/>
                  </a:lnTo>
                  <a:cubicBezTo>
                    <a:pt x="4273" y="3559"/>
                    <a:pt x="4265" y="3559"/>
                    <a:pt x="4265" y="3559"/>
                  </a:cubicBezTo>
                  <a:cubicBezTo>
                    <a:pt x="4261" y="3563"/>
                    <a:pt x="4258" y="3567"/>
                    <a:pt x="4250" y="3567"/>
                  </a:cubicBezTo>
                  <a:cubicBezTo>
                    <a:pt x="4241" y="3567"/>
                    <a:pt x="4227" y="3561"/>
                    <a:pt x="4200" y="3543"/>
                  </a:cubicBezTo>
                  <a:lnTo>
                    <a:pt x="4200" y="3543"/>
                  </a:lnTo>
                  <a:cubicBezTo>
                    <a:pt x="4200" y="3543"/>
                    <a:pt x="4192" y="3543"/>
                    <a:pt x="4232" y="3600"/>
                  </a:cubicBezTo>
                  <a:cubicBezTo>
                    <a:pt x="4283" y="3646"/>
                    <a:pt x="4291" y="3667"/>
                    <a:pt x="4274" y="3667"/>
                  </a:cubicBezTo>
                  <a:cubicBezTo>
                    <a:pt x="4255" y="3667"/>
                    <a:pt x="4206" y="3642"/>
                    <a:pt x="4151" y="3600"/>
                  </a:cubicBezTo>
                  <a:lnTo>
                    <a:pt x="4151" y="3600"/>
                  </a:lnTo>
                  <a:lnTo>
                    <a:pt x="4192" y="3657"/>
                  </a:lnTo>
                  <a:cubicBezTo>
                    <a:pt x="4255" y="3720"/>
                    <a:pt x="4298" y="3766"/>
                    <a:pt x="4291" y="3766"/>
                  </a:cubicBezTo>
                  <a:cubicBezTo>
                    <a:pt x="4287" y="3766"/>
                    <a:pt x="4269" y="3753"/>
                    <a:pt x="4232" y="3722"/>
                  </a:cubicBezTo>
                  <a:lnTo>
                    <a:pt x="4184" y="3673"/>
                  </a:lnTo>
                  <a:lnTo>
                    <a:pt x="4184" y="3673"/>
                  </a:lnTo>
                  <a:cubicBezTo>
                    <a:pt x="4228" y="3718"/>
                    <a:pt x="4234" y="3738"/>
                    <a:pt x="4217" y="3738"/>
                  </a:cubicBezTo>
                  <a:cubicBezTo>
                    <a:pt x="4198" y="3738"/>
                    <a:pt x="4147" y="3709"/>
                    <a:pt x="4095" y="3657"/>
                  </a:cubicBezTo>
                  <a:cubicBezTo>
                    <a:pt x="4046" y="3616"/>
                    <a:pt x="4046" y="3616"/>
                    <a:pt x="4038" y="3616"/>
                  </a:cubicBezTo>
                  <a:lnTo>
                    <a:pt x="4087" y="3665"/>
                  </a:lnTo>
                  <a:cubicBezTo>
                    <a:pt x="4135" y="3713"/>
                    <a:pt x="4192" y="3754"/>
                    <a:pt x="4184" y="3762"/>
                  </a:cubicBezTo>
                  <a:cubicBezTo>
                    <a:pt x="4181" y="3765"/>
                    <a:pt x="4178" y="3768"/>
                    <a:pt x="4172" y="3768"/>
                  </a:cubicBezTo>
                  <a:cubicBezTo>
                    <a:pt x="4164" y="3768"/>
                    <a:pt x="4149" y="3760"/>
                    <a:pt x="4119" y="3730"/>
                  </a:cubicBezTo>
                  <a:cubicBezTo>
                    <a:pt x="4080" y="3697"/>
                    <a:pt x="4042" y="3667"/>
                    <a:pt x="4036" y="3667"/>
                  </a:cubicBezTo>
                  <a:lnTo>
                    <a:pt x="4036" y="3667"/>
                  </a:lnTo>
                  <a:cubicBezTo>
                    <a:pt x="4034" y="3667"/>
                    <a:pt x="4039" y="3674"/>
                    <a:pt x="4054" y="3689"/>
                  </a:cubicBezTo>
                  <a:cubicBezTo>
                    <a:pt x="4054" y="3689"/>
                    <a:pt x="4054" y="3690"/>
                    <a:pt x="4052" y="3690"/>
                  </a:cubicBezTo>
                  <a:cubicBezTo>
                    <a:pt x="4048" y="3690"/>
                    <a:pt x="4034" y="3685"/>
                    <a:pt x="3997" y="3649"/>
                  </a:cubicBezTo>
                  <a:lnTo>
                    <a:pt x="3973" y="3673"/>
                  </a:lnTo>
                  <a:cubicBezTo>
                    <a:pt x="3996" y="3705"/>
                    <a:pt x="4001" y="3721"/>
                    <a:pt x="3994" y="3721"/>
                  </a:cubicBezTo>
                  <a:cubicBezTo>
                    <a:pt x="3988" y="3721"/>
                    <a:pt x="3975" y="3711"/>
                    <a:pt x="3957" y="3689"/>
                  </a:cubicBezTo>
                  <a:lnTo>
                    <a:pt x="3957" y="3689"/>
                  </a:lnTo>
                  <a:cubicBezTo>
                    <a:pt x="3957" y="3689"/>
                    <a:pt x="3941" y="3697"/>
                    <a:pt x="3981" y="3754"/>
                  </a:cubicBezTo>
                  <a:cubicBezTo>
                    <a:pt x="3978" y="3757"/>
                    <a:pt x="3975" y="3760"/>
                    <a:pt x="3970" y="3760"/>
                  </a:cubicBezTo>
                  <a:cubicBezTo>
                    <a:pt x="3962" y="3760"/>
                    <a:pt x="3950" y="3752"/>
                    <a:pt x="3924" y="3722"/>
                  </a:cubicBezTo>
                  <a:cubicBezTo>
                    <a:pt x="3904" y="3693"/>
                    <a:pt x="3894" y="3679"/>
                    <a:pt x="3893" y="3679"/>
                  </a:cubicBezTo>
                  <a:lnTo>
                    <a:pt x="3893" y="3679"/>
                  </a:lnTo>
                  <a:cubicBezTo>
                    <a:pt x="3892" y="3679"/>
                    <a:pt x="3900" y="3693"/>
                    <a:pt x="3916" y="3722"/>
                  </a:cubicBezTo>
                  <a:cubicBezTo>
                    <a:pt x="3957" y="3778"/>
                    <a:pt x="3949" y="3778"/>
                    <a:pt x="3941" y="3778"/>
                  </a:cubicBezTo>
                  <a:lnTo>
                    <a:pt x="3924" y="3786"/>
                  </a:lnTo>
                  <a:cubicBezTo>
                    <a:pt x="3965" y="3843"/>
                    <a:pt x="3965" y="3843"/>
                    <a:pt x="3957" y="3851"/>
                  </a:cubicBezTo>
                  <a:cubicBezTo>
                    <a:pt x="3949" y="3851"/>
                    <a:pt x="3893" y="3810"/>
                    <a:pt x="3885" y="3810"/>
                  </a:cubicBezTo>
                  <a:cubicBezTo>
                    <a:pt x="3884" y="3810"/>
                    <a:pt x="3884" y="3810"/>
                    <a:pt x="3884" y="3811"/>
                  </a:cubicBezTo>
                  <a:cubicBezTo>
                    <a:pt x="3860" y="3819"/>
                    <a:pt x="3860" y="3819"/>
                    <a:pt x="3900" y="3876"/>
                  </a:cubicBezTo>
                  <a:cubicBezTo>
                    <a:pt x="3901" y="3875"/>
                    <a:pt x="3901" y="3875"/>
                    <a:pt x="3902" y="3875"/>
                  </a:cubicBezTo>
                  <a:cubicBezTo>
                    <a:pt x="3908" y="3875"/>
                    <a:pt x="3922" y="3899"/>
                    <a:pt x="3917" y="3899"/>
                  </a:cubicBezTo>
                  <a:cubicBezTo>
                    <a:pt x="3914" y="3899"/>
                    <a:pt x="3907" y="3893"/>
                    <a:pt x="3892" y="3876"/>
                  </a:cubicBezTo>
                  <a:cubicBezTo>
                    <a:pt x="3891" y="3876"/>
                    <a:pt x="3890" y="3876"/>
                    <a:pt x="3889" y="3876"/>
                  </a:cubicBezTo>
                  <a:cubicBezTo>
                    <a:pt x="3877" y="3876"/>
                    <a:pt x="3840" y="3848"/>
                    <a:pt x="3820" y="3848"/>
                  </a:cubicBezTo>
                  <a:cubicBezTo>
                    <a:pt x="3816" y="3848"/>
                    <a:pt x="3813" y="3849"/>
                    <a:pt x="3811" y="3851"/>
                  </a:cubicBezTo>
                  <a:cubicBezTo>
                    <a:pt x="3778" y="3867"/>
                    <a:pt x="3778" y="3867"/>
                    <a:pt x="3811" y="3924"/>
                  </a:cubicBezTo>
                  <a:cubicBezTo>
                    <a:pt x="3844" y="3986"/>
                    <a:pt x="3858" y="4016"/>
                    <a:pt x="3855" y="4016"/>
                  </a:cubicBezTo>
                  <a:cubicBezTo>
                    <a:pt x="3853" y="4016"/>
                    <a:pt x="3835" y="3988"/>
                    <a:pt x="3803" y="3932"/>
                  </a:cubicBezTo>
                  <a:cubicBezTo>
                    <a:pt x="3761" y="3862"/>
                    <a:pt x="3740" y="3832"/>
                    <a:pt x="3737" y="3832"/>
                  </a:cubicBezTo>
                  <a:lnTo>
                    <a:pt x="3737" y="3832"/>
                  </a:lnTo>
                  <a:cubicBezTo>
                    <a:pt x="3734" y="3832"/>
                    <a:pt x="3740" y="3848"/>
                    <a:pt x="3754" y="3876"/>
                  </a:cubicBezTo>
                  <a:cubicBezTo>
                    <a:pt x="3770" y="3940"/>
                    <a:pt x="3770" y="3940"/>
                    <a:pt x="3762" y="3940"/>
                  </a:cubicBezTo>
                  <a:cubicBezTo>
                    <a:pt x="3746" y="3909"/>
                    <a:pt x="3736" y="3893"/>
                    <a:pt x="3731" y="3893"/>
                  </a:cubicBezTo>
                  <a:cubicBezTo>
                    <a:pt x="3726" y="3893"/>
                    <a:pt x="3726" y="3911"/>
                    <a:pt x="3730" y="3949"/>
                  </a:cubicBezTo>
                  <a:cubicBezTo>
                    <a:pt x="3722" y="3949"/>
                    <a:pt x="3722" y="3949"/>
                    <a:pt x="3697" y="3884"/>
                  </a:cubicBezTo>
                  <a:lnTo>
                    <a:pt x="3681" y="3892"/>
                  </a:lnTo>
                  <a:cubicBezTo>
                    <a:pt x="3696" y="3951"/>
                    <a:pt x="3687" y="3973"/>
                    <a:pt x="3670" y="3973"/>
                  </a:cubicBezTo>
                  <a:cubicBezTo>
                    <a:pt x="3651" y="3973"/>
                    <a:pt x="3621" y="3943"/>
                    <a:pt x="3608" y="3908"/>
                  </a:cubicBezTo>
                  <a:cubicBezTo>
                    <a:pt x="3608" y="3908"/>
                    <a:pt x="3600" y="3908"/>
                    <a:pt x="3608" y="3981"/>
                  </a:cubicBezTo>
                  <a:cubicBezTo>
                    <a:pt x="3621" y="4047"/>
                    <a:pt x="3625" y="4081"/>
                    <a:pt x="3621" y="4081"/>
                  </a:cubicBezTo>
                  <a:cubicBezTo>
                    <a:pt x="3618" y="4081"/>
                    <a:pt x="3608" y="4049"/>
                    <a:pt x="3592" y="3981"/>
                  </a:cubicBezTo>
                  <a:cubicBezTo>
                    <a:pt x="3576" y="3917"/>
                    <a:pt x="3568" y="3885"/>
                    <a:pt x="3567" y="3885"/>
                  </a:cubicBezTo>
                  <a:lnTo>
                    <a:pt x="3567" y="3885"/>
                  </a:lnTo>
                  <a:cubicBezTo>
                    <a:pt x="3565" y="3885"/>
                    <a:pt x="3572" y="3919"/>
                    <a:pt x="3584" y="3989"/>
                  </a:cubicBezTo>
                  <a:cubicBezTo>
                    <a:pt x="3587" y="4021"/>
                    <a:pt x="3580" y="4041"/>
                    <a:pt x="3569" y="4041"/>
                  </a:cubicBezTo>
                  <a:cubicBezTo>
                    <a:pt x="3555" y="4041"/>
                    <a:pt x="3536" y="4009"/>
                    <a:pt x="3527" y="3932"/>
                  </a:cubicBezTo>
                  <a:lnTo>
                    <a:pt x="3503" y="3795"/>
                  </a:lnTo>
                  <a:cubicBezTo>
                    <a:pt x="3503" y="3867"/>
                    <a:pt x="3495" y="3867"/>
                    <a:pt x="3495" y="3867"/>
                  </a:cubicBezTo>
                  <a:cubicBezTo>
                    <a:pt x="3503" y="3932"/>
                    <a:pt x="3495" y="3932"/>
                    <a:pt x="3470" y="3932"/>
                  </a:cubicBezTo>
                  <a:cubicBezTo>
                    <a:pt x="3446" y="3932"/>
                    <a:pt x="3422" y="3997"/>
                    <a:pt x="3397" y="3997"/>
                  </a:cubicBezTo>
                  <a:cubicBezTo>
                    <a:pt x="3393" y="3999"/>
                    <a:pt x="3388" y="4001"/>
                    <a:pt x="3383" y="4001"/>
                  </a:cubicBezTo>
                  <a:cubicBezTo>
                    <a:pt x="3366" y="4001"/>
                    <a:pt x="3345" y="3987"/>
                    <a:pt x="3333" y="3932"/>
                  </a:cubicBezTo>
                  <a:cubicBezTo>
                    <a:pt x="3324" y="3940"/>
                    <a:pt x="3316" y="3940"/>
                    <a:pt x="3300" y="4005"/>
                  </a:cubicBezTo>
                  <a:cubicBezTo>
                    <a:pt x="3296" y="4043"/>
                    <a:pt x="3287" y="4061"/>
                    <a:pt x="3280" y="4061"/>
                  </a:cubicBezTo>
                  <a:cubicBezTo>
                    <a:pt x="3273" y="4061"/>
                    <a:pt x="3268" y="4045"/>
                    <a:pt x="3268" y="4013"/>
                  </a:cubicBezTo>
                  <a:lnTo>
                    <a:pt x="3260" y="4013"/>
                  </a:lnTo>
                  <a:cubicBezTo>
                    <a:pt x="3246" y="4073"/>
                    <a:pt x="3233" y="4079"/>
                    <a:pt x="3229" y="4079"/>
                  </a:cubicBezTo>
                  <a:cubicBezTo>
                    <a:pt x="3228" y="4079"/>
                    <a:pt x="3227" y="4078"/>
                    <a:pt x="3227" y="4078"/>
                  </a:cubicBezTo>
                  <a:cubicBezTo>
                    <a:pt x="3227" y="4031"/>
                    <a:pt x="3223" y="3980"/>
                    <a:pt x="3217" y="3980"/>
                  </a:cubicBezTo>
                  <a:cubicBezTo>
                    <a:pt x="3215" y="3980"/>
                    <a:pt x="3213" y="3987"/>
                    <a:pt x="3211" y="4005"/>
                  </a:cubicBezTo>
                  <a:cubicBezTo>
                    <a:pt x="3211" y="4065"/>
                    <a:pt x="3200" y="4070"/>
                    <a:pt x="3187" y="4070"/>
                  </a:cubicBezTo>
                  <a:cubicBezTo>
                    <a:pt x="3184" y="4070"/>
                    <a:pt x="3181" y="4070"/>
                    <a:pt x="3178" y="4070"/>
                  </a:cubicBezTo>
                  <a:cubicBezTo>
                    <a:pt x="3161" y="4018"/>
                    <a:pt x="2996" y="3978"/>
                    <a:pt x="2902" y="3978"/>
                  </a:cubicBezTo>
                  <a:cubicBezTo>
                    <a:pt x="2866" y="3978"/>
                    <a:pt x="2840" y="3984"/>
                    <a:pt x="2838" y="3997"/>
                  </a:cubicBezTo>
                  <a:lnTo>
                    <a:pt x="2814" y="3989"/>
                  </a:lnTo>
                  <a:lnTo>
                    <a:pt x="2781" y="3973"/>
                  </a:lnTo>
                  <a:cubicBezTo>
                    <a:pt x="2803" y="3914"/>
                    <a:pt x="2802" y="3893"/>
                    <a:pt x="2789" y="3893"/>
                  </a:cubicBezTo>
                  <a:cubicBezTo>
                    <a:pt x="2774" y="3893"/>
                    <a:pt x="2743" y="3922"/>
                    <a:pt x="2716" y="3949"/>
                  </a:cubicBezTo>
                  <a:cubicBezTo>
                    <a:pt x="2684" y="4000"/>
                    <a:pt x="2672" y="4006"/>
                    <a:pt x="2665" y="4006"/>
                  </a:cubicBezTo>
                  <a:cubicBezTo>
                    <a:pt x="2663" y="4006"/>
                    <a:pt x="2661" y="4005"/>
                    <a:pt x="2660" y="4005"/>
                  </a:cubicBezTo>
                  <a:cubicBezTo>
                    <a:pt x="2697" y="3925"/>
                    <a:pt x="2699" y="3891"/>
                    <a:pt x="2685" y="3891"/>
                  </a:cubicBezTo>
                  <a:cubicBezTo>
                    <a:pt x="2677" y="3891"/>
                    <a:pt x="2665" y="3900"/>
                    <a:pt x="2651" y="3916"/>
                  </a:cubicBezTo>
                  <a:cubicBezTo>
                    <a:pt x="2620" y="3975"/>
                    <a:pt x="2600" y="4003"/>
                    <a:pt x="2595" y="4003"/>
                  </a:cubicBezTo>
                  <a:cubicBezTo>
                    <a:pt x="2590" y="4003"/>
                    <a:pt x="2602" y="3971"/>
                    <a:pt x="2635" y="3908"/>
                  </a:cubicBezTo>
                  <a:cubicBezTo>
                    <a:pt x="2666" y="3851"/>
                    <a:pt x="2680" y="3818"/>
                    <a:pt x="2675" y="3818"/>
                  </a:cubicBezTo>
                  <a:lnTo>
                    <a:pt x="2675" y="3818"/>
                  </a:lnTo>
                  <a:cubicBezTo>
                    <a:pt x="2669" y="3818"/>
                    <a:pt x="2638" y="3859"/>
                    <a:pt x="2578" y="3949"/>
                  </a:cubicBezTo>
                  <a:cubicBezTo>
                    <a:pt x="2560" y="3975"/>
                    <a:pt x="2550" y="3987"/>
                    <a:pt x="2547" y="3987"/>
                  </a:cubicBezTo>
                  <a:cubicBezTo>
                    <a:pt x="2543" y="3987"/>
                    <a:pt x="2549" y="3971"/>
                    <a:pt x="2562" y="3940"/>
                  </a:cubicBezTo>
                  <a:cubicBezTo>
                    <a:pt x="2596" y="3862"/>
                    <a:pt x="2610" y="3831"/>
                    <a:pt x="2607" y="3831"/>
                  </a:cubicBezTo>
                  <a:lnTo>
                    <a:pt x="2607" y="3831"/>
                  </a:lnTo>
                  <a:cubicBezTo>
                    <a:pt x="2604" y="3831"/>
                    <a:pt x="2595" y="3845"/>
                    <a:pt x="2578" y="3867"/>
                  </a:cubicBezTo>
                  <a:cubicBezTo>
                    <a:pt x="2544" y="3921"/>
                    <a:pt x="2522" y="3948"/>
                    <a:pt x="2516" y="3948"/>
                  </a:cubicBezTo>
                  <a:cubicBezTo>
                    <a:pt x="2510" y="3948"/>
                    <a:pt x="2524" y="3915"/>
                    <a:pt x="2562" y="3851"/>
                  </a:cubicBezTo>
                  <a:cubicBezTo>
                    <a:pt x="2591" y="3789"/>
                    <a:pt x="2605" y="3759"/>
                    <a:pt x="2602" y="3759"/>
                  </a:cubicBezTo>
                  <a:lnTo>
                    <a:pt x="2602" y="3759"/>
                  </a:lnTo>
                  <a:cubicBezTo>
                    <a:pt x="2598" y="3759"/>
                    <a:pt x="2578" y="3787"/>
                    <a:pt x="2538" y="3843"/>
                  </a:cubicBezTo>
                  <a:cubicBezTo>
                    <a:pt x="2502" y="3890"/>
                    <a:pt x="2474" y="3911"/>
                    <a:pt x="2460" y="3911"/>
                  </a:cubicBezTo>
                  <a:cubicBezTo>
                    <a:pt x="2443" y="3911"/>
                    <a:pt x="2449" y="3878"/>
                    <a:pt x="2489" y="3819"/>
                  </a:cubicBezTo>
                  <a:cubicBezTo>
                    <a:pt x="2489" y="3813"/>
                    <a:pt x="2505" y="3780"/>
                    <a:pt x="2501" y="3780"/>
                  </a:cubicBezTo>
                  <a:lnTo>
                    <a:pt x="2501" y="3780"/>
                  </a:lnTo>
                  <a:cubicBezTo>
                    <a:pt x="2499" y="3780"/>
                    <a:pt x="2493" y="3786"/>
                    <a:pt x="2481" y="3803"/>
                  </a:cubicBezTo>
                  <a:lnTo>
                    <a:pt x="2522" y="3746"/>
                  </a:lnTo>
                  <a:lnTo>
                    <a:pt x="2506" y="3730"/>
                  </a:lnTo>
                  <a:lnTo>
                    <a:pt x="2465" y="3778"/>
                  </a:lnTo>
                  <a:cubicBezTo>
                    <a:pt x="2457" y="3778"/>
                    <a:pt x="2473" y="3681"/>
                    <a:pt x="2433" y="3649"/>
                  </a:cubicBezTo>
                  <a:cubicBezTo>
                    <a:pt x="2392" y="3613"/>
                    <a:pt x="2380" y="3586"/>
                    <a:pt x="2362" y="3586"/>
                  </a:cubicBezTo>
                  <a:cubicBezTo>
                    <a:pt x="2352" y="3586"/>
                    <a:pt x="2340" y="3595"/>
                    <a:pt x="2319" y="3616"/>
                  </a:cubicBezTo>
                  <a:cubicBezTo>
                    <a:pt x="2271" y="3657"/>
                    <a:pt x="2243" y="3675"/>
                    <a:pt x="2237" y="3675"/>
                  </a:cubicBezTo>
                  <a:cubicBezTo>
                    <a:pt x="2230" y="3675"/>
                    <a:pt x="2253" y="3649"/>
                    <a:pt x="2311" y="3600"/>
                  </a:cubicBezTo>
                  <a:cubicBezTo>
                    <a:pt x="2303" y="3592"/>
                    <a:pt x="2351" y="3535"/>
                    <a:pt x="2343" y="3519"/>
                  </a:cubicBezTo>
                  <a:cubicBezTo>
                    <a:pt x="2335" y="3503"/>
                    <a:pt x="2327" y="3495"/>
                    <a:pt x="2384" y="3454"/>
                  </a:cubicBezTo>
                  <a:lnTo>
                    <a:pt x="2376" y="3446"/>
                  </a:lnTo>
                  <a:cubicBezTo>
                    <a:pt x="2334" y="3465"/>
                    <a:pt x="2303" y="3473"/>
                    <a:pt x="2281" y="3473"/>
                  </a:cubicBezTo>
                  <a:cubicBezTo>
                    <a:pt x="2238" y="3473"/>
                    <a:pt x="2233" y="3443"/>
                    <a:pt x="2270" y="3405"/>
                  </a:cubicBezTo>
                  <a:cubicBezTo>
                    <a:pt x="2270" y="3393"/>
                    <a:pt x="2266" y="3386"/>
                    <a:pt x="2238" y="3386"/>
                  </a:cubicBezTo>
                  <a:cubicBezTo>
                    <a:pt x="2228" y="3386"/>
                    <a:pt x="2215" y="3387"/>
                    <a:pt x="2197" y="3389"/>
                  </a:cubicBezTo>
                  <a:cubicBezTo>
                    <a:pt x="2176" y="3395"/>
                    <a:pt x="2161" y="3397"/>
                    <a:pt x="2154" y="3397"/>
                  </a:cubicBezTo>
                  <a:cubicBezTo>
                    <a:pt x="2139" y="3397"/>
                    <a:pt x="2151" y="3386"/>
                    <a:pt x="2189" y="3365"/>
                  </a:cubicBezTo>
                  <a:cubicBezTo>
                    <a:pt x="2233" y="3340"/>
                    <a:pt x="2271" y="3292"/>
                    <a:pt x="2230" y="3292"/>
                  </a:cubicBezTo>
                  <a:cubicBezTo>
                    <a:pt x="2217" y="3292"/>
                    <a:pt x="2196" y="3296"/>
                    <a:pt x="2165" y="3308"/>
                  </a:cubicBezTo>
                  <a:lnTo>
                    <a:pt x="2230" y="3276"/>
                  </a:lnTo>
                  <a:cubicBezTo>
                    <a:pt x="2253" y="3263"/>
                    <a:pt x="2256" y="3257"/>
                    <a:pt x="2247" y="3257"/>
                  </a:cubicBezTo>
                  <a:cubicBezTo>
                    <a:pt x="2235" y="3257"/>
                    <a:pt x="2196" y="3269"/>
                    <a:pt x="2157" y="3284"/>
                  </a:cubicBezTo>
                  <a:cubicBezTo>
                    <a:pt x="2104" y="3303"/>
                    <a:pt x="2073" y="3314"/>
                    <a:pt x="2067" y="3314"/>
                  </a:cubicBezTo>
                  <a:cubicBezTo>
                    <a:pt x="2058" y="3314"/>
                    <a:pt x="2103" y="3291"/>
                    <a:pt x="2214" y="3243"/>
                  </a:cubicBezTo>
                  <a:cubicBezTo>
                    <a:pt x="2296" y="3212"/>
                    <a:pt x="2323" y="3201"/>
                    <a:pt x="2315" y="3201"/>
                  </a:cubicBezTo>
                  <a:cubicBezTo>
                    <a:pt x="2310" y="3201"/>
                    <a:pt x="2294" y="3205"/>
                    <a:pt x="2270" y="3211"/>
                  </a:cubicBezTo>
                  <a:cubicBezTo>
                    <a:pt x="2233" y="3220"/>
                    <a:pt x="2193" y="3229"/>
                    <a:pt x="2178" y="3229"/>
                  </a:cubicBezTo>
                  <a:cubicBezTo>
                    <a:pt x="2167" y="3229"/>
                    <a:pt x="2170" y="3224"/>
                    <a:pt x="2197" y="3211"/>
                  </a:cubicBezTo>
                  <a:cubicBezTo>
                    <a:pt x="2197" y="3207"/>
                    <a:pt x="2197" y="3204"/>
                    <a:pt x="2189" y="3204"/>
                  </a:cubicBezTo>
                  <a:cubicBezTo>
                    <a:pt x="2176" y="3204"/>
                    <a:pt x="2144" y="3211"/>
                    <a:pt x="2068" y="3235"/>
                  </a:cubicBezTo>
                  <a:cubicBezTo>
                    <a:pt x="2042" y="3245"/>
                    <a:pt x="2027" y="3248"/>
                    <a:pt x="2017" y="3248"/>
                  </a:cubicBezTo>
                  <a:cubicBezTo>
                    <a:pt x="2003" y="3248"/>
                    <a:pt x="2003" y="3240"/>
                    <a:pt x="2003" y="3235"/>
                  </a:cubicBezTo>
                  <a:cubicBezTo>
                    <a:pt x="2043" y="3219"/>
                    <a:pt x="2083" y="3211"/>
                    <a:pt x="2131" y="3203"/>
                  </a:cubicBezTo>
                  <a:lnTo>
                    <a:pt x="2131" y="3203"/>
                  </a:lnTo>
                  <a:cubicBezTo>
                    <a:pt x="2132" y="3205"/>
                    <a:pt x="2132" y="3206"/>
                    <a:pt x="2132" y="3206"/>
                  </a:cubicBezTo>
                  <a:cubicBezTo>
                    <a:pt x="2133" y="3206"/>
                    <a:pt x="2133" y="3205"/>
                    <a:pt x="2133" y="3203"/>
                  </a:cubicBezTo>
                  <a:lnTo>
                    <a:pt x="2133" y="3203"/>
                  </a:lnTo>
                  <a:cubicBezTo>
                    <a:pt x="2132" y="3203"/>
                    <a:pt x="2132" y="3203"/>
                    <a:pt x="2131" y="3203"/>
                  </a:cubicBezTo>
                  <a:lnTo>
                    <a:pt x="2131" y="3203"/>
                  </a:lnTo>
                  <a:cubicBezTo>
                    <a:pt x="2130" y="3200"/>
                    <a:pt x="2128" y="3194"/>
                    <a:pt x="2124" y="3186"/>
                  </a:cubicBezTo>
                  <a:cubicBezTo>
                    <a:pt x="2165" y="3154"/>
                    <a:pt x="2206" y="3130"/>
                    <a:pt x="2254" y="3122"/>
                  </a:cubicBezTo>
                  <a:cubicBezTo>
                    <a:pt x="2287" y="3105"/>
                    <a:pt x="2303" y="3095"/>
                    <a:pt x="2295" y="3095"/>
                  </a:cubicBezTo>
                  <a:cubicBezTo>
                    <a:pt x="2287" y="3095"/>
                    <a:pt x="2254" y="3105"/>
                    <a:pt x="2189" y="3130"/>
                  </a:cubicBezTo>
                  <a:cubicBezTo>
                    <a:pt x="2113" y="3149"/>
                    <a:pt x="2082" y="3157"/>
                    <a:pt x="2067" y="3157"/>
                  </a:cubicBezTo>
                  <a:cubicBezTo>
                    <a:pt x="2057" y="3157"/>
                    <a:pt x="2055" y="3153"/>
                    <a:pt x="2051" y="3146"/>
                  </a:cubicBezTo>
                  <a:cubicBezTo>
                    <a:pt x="2051" y="3138"/>
                    <a:pt x="2051" y="3122"/>
                    <a:pt x="2116" y="3105"/>
                  </a:cubicBezTo>
                  <a:cubicBezTo>
                    <a:pt x="2181" y="3089"/>
                    <a:pt x="2181" y="3089"/>
                    <a:pt x="2173" y="3073"/>
                  </a:cubicBezTo>
                  <a:cubicBezTo>
                    <a:pt x="2173" y="3062"/>
                    <a:pt x="2130" y="3058"/>
                    <a:pt x="2070" y="3058"/>
                  </a:cubicBezTo>
                  <a:cubicBezTo>
                    <a:pt x="1998" y="3058"/>
                    <a:pt x="1900" y="3064"/>
                    <a:pt x="1824" y="3073"/>
                  </a:cubicBezTo>
                  <a:cubicBezTo>
                    <a:pt x="1768" y="3084"/>
                    <a:pt x="1736" y="3090"/>
                    <a:pt x="1729" y="3090"/>
                  </a:cubicBezTo>
                  <a:cubicBezTo>
                    <a:pt x="1719" y="3090"/>
                    <a:pt x="1751" y="3080"/>
                    <a:pt x="1824" y="3057"/>
                  </a:cubicBezTo>
                  <a:cubicBezTo>
                    <a:pt x="1889" y="3049"/>
                    <a:pt x="1889" y="3040"/>
                    <a:pt x="1889" y="3024"/>
                  </a:cubicBezTo>
                  <a:lnTo>
                    <a:pt x="1889" y="3024"/>
                  </a:lnTo>
                  <a:cubicBezTo>
                    <a:pt x="1870" y="3029"/>
                    <a:pt x="1861" y="3030"/>
                    <a:pt x="1858" y="3030"/>
                  </a:cubicBezTo>
                  <a:cubicBezTo>
                    <a:pt x="1851" y="3030"/>
                    <a:pt x="1875" y="3023"/>
                    <a:pt x="1885" y="3023"/>
                  </a:cubicBezTo>
                  <a:cubicBezTo>
                    <a:pt x="1888" y="3023"/>
                    <a:pt x="1889" y="3023"/>
                    <a:pt x="1889" y="3024"/>
                  </a:cubicBezTo>
                  <a:cubicBezTo>
                    <a:pt x="1908" y="3022"/>
                    <a:pt x="1922" y="3021"/>
                    <a:pt x="1931" y="3021"/>
                  </a:cubicBezTo>
                  <a:cubicBezTo>
                    <a:pt x="1955" y="3021"/>
                    <a:pt x="1957" y="3027"/>
                    <a:pt x="1962" y="3032"/>
                  </a:cubicBezTo>
                  <a:lnTo>
                    <a:pt x="2027" y="3024"/>
                  </a:lnTo>
                  <a:cubicBezTo>
                    <a:pt x="2126" y="2999"/>
                    <a:pt x="2150" y="2989"/>
                    <a:pt x="2094" y="2989"/>
                  </a:cubicBezTo>
                  <a:cubicBezTo>
                    <a:pt x="2076" y="2989"/>
                    <a:pt x="2052" y="2990"/>
                    <a:pt x="2019" y="2992"/>
                  </a:cubicBezTo>
                  <a:cubicBezTo>
                    <a:pt x="1954" y="2992"/>
                    <a:pt x="1954" y="2992"/>
                    <a:pt x="2019" y="2976"/>
                  </a:cubicBezTo>
                  <a:cubicBezTo>
                    <a:pt x="2079" y="2956"/>
                    <a:pt x="2134" y="2941"/>
                    <a:pt x="2115" y="2941"/>
                  </a:cubicBezTo>
                  <a:cubicBezTo>
                    <a:pt x="2111" y="2941"/>
                    <a:pt x="2104" y="2942"/>
                    <a:pt x="2092" y="2943"/>
                  </a:cubicBezTo>
                  <a:cubicBezTo>
                    <a:pt x="2092" y="2943"/>
                    <a:pt x="2092" y="2927"/>
                    <a:pt x="2157" y="2903"/>
                  </a:cubicBezTo>
                  <a:cubicBezTo>
                    <a:pt x="2157" y="2891"/>
                    <a:pt x="2157" y="2883"/>
                    <a:pt x="2131" y="2883"/>
                  </a:cubicBezTo>
                  <a:cubicBezTo>
                    <a:pt x="2122" y="2883"/>
                    <a:pt x="2109" y="2884"/>
                    <a:pt x="2092" y="2886"/>
                  </a:cubicBezTo>
                  <a:cubicBezTo>
                    <a:pt x="2019" y="2886"/>
                    <a:pt x="2019" y="2878"/>
                    <a:pt x="2019" y="2870"/>
                  </a:cubicBezTo>
                  <a:cubicBezTo>
                    <a:pt x="2019" y="2864"/>
                    <a:pt x="2019" y="2852"/>
                    <a:pt x="1985" y="2852"/>
                  </a:cubicBezTo>
                  <a:cubicBezTo>
                    <a:pt x="1977" y="2852"/>
                    <a:pt x="1967" y="2852"/>
                    <a:pt x="1954" y="2854"/>
                  </a:cubicBezTo>
                  <a:cubicBezTo>
                    <a:pt x="1881" y="2854"/>
                    <a:pt x="1816" y="2846"/>
                    <a:pt x="1816" y="2830"/>
                  </a:cubicBezTo>
                  <a:cubicBezTo>
                    <a:pt x="1743" y="2805"/>
                    <a:pt x="1743" y="2805"/>
                    <a:pt x="1881" y="2789"/>
                  </a:cubicBezTo>
                  <a:cubicBezTo>
                    <a:pt x="1946" y="2789"/>
                    <a:pt x="1946" y="2781"/>
                    <a:pt x="1946" y="2765"/>
                  </a:cubicBezTo>
                  <a:cubicBezTo>
                    <a:pt x="1946" y="2765"/>
                    <a:pt x="1946" y="2757"/>
                    <a:pt x="2011" y="2749"/>
                  </a:cubicBezTo>
                  <a:cubicBezTo>
                    <a:pt x="2084" y="2732"/>
                    <a:pt x="2019" y="2732"/>
                    <a:pt x="1946" y="2732"/>
                  </a:cubicBezTo>
                  <a:lnTo>
                    <a:pt x="1808" y="2732"/>
                  </a:lnTo>
                  <a:cubicBezTo>
                    <a:pt x="1862" y="2721"/>
                    <a:pt x="1911" y="2713"/>
                    <a:pt x="1962" y="2713"/>
                  </a:cubicBezTo>
                  <a:cubicBezTo>
                    <a:pt x="1981" y="2713"/>
                    <a:pt x="1999" y="2714"/>
                    <a:pt x="2019" y="2716"/>
                  </a:cubicBezTo>
                  <a:cubicBezTo>
                    <a:pt x="2157" y="2708"/>
                    <a:pt x="2157" y="2708"/>
                    <a:pt x="2019" y="2708"/>
                  </a:cubicBezTo>
                  <a:cubicBezTo>
                    <a:pt x="1954" y="2700"/>
                    <a:pt x="1881" y="2692"/>
                    <a:pt x="1954" y="2668"/>
                  </a:cubicBezTo>
                  <a:cubicBezTo>
                    <a:pt x="1961" y="2654"/>
                    <a:pt x="1962" y="2633"/>
                    <a:pt x="2004" y="2633"/>
                  </a:cubicBezTo>
                  <a:cubicBezTo>
                    <a:pt x="2011" y="2633"/>
                    <a:pt x="2018" y="2634"/>
                    <a:pt x="2027" y="2635"/>
                  </a:cubicBezTo>
                  <a:cubicBezTo>
                    <a:pt x="2100" y="2627"/>
                    <a:pt x="2035" y="2611"/>
                    <a:pt x="2035" y="2611"/>
                  </a:cubicBezTo>
                  <a:cubicBezTo>
                    <a:pt x="1970" y="2595"/>
                    <a:pt x="1970" y="2586"/>
                    <a:pt x="2043" y="2562"/>
                  </a:cubicBezTo>
                  <a:cubicBezTo>
                    <a:pt x="2181" y="2530"/>
                    <a:pt x="2181" y="2530"/>
                    <a:pt x="2043" y="2513"/>
                  </a:cubicBezTo>
                  <a:cubicBezTo>
                    <a:pt x="1996" y="2502"/>
                    <a:pt x="1948" y="2494"/>
                    <a:pt x="1977" y="2494"/>
                  </a:cubicBezTo>
                  <a:cubicBezTo>
                    <a:pt x="1988" y="2494"/>
                    <a:pt x="2009" y="2495"/>
                    <a:pt x="2043" y="2497"/>
                  </a:cubicBezTo>
                  <a:cubicBezTo>
                    <a:pt x="2116" y="2497"/>
                    <a:pt x="2043" y="2481"/>
                    <a:pt x="1987" y="2449"/>
                  </a:cubicBezTo>
                  <a:cubicBezTo>
                    <a:pt x="1897" y="2424"/>
                    <a:pt x="1816" y="2408"/>
                    <a:pt x="1727" y="2392"/>
                  </a:cubicBezTo>
                  <a:cubicBezTo>
                    <a:pt x="1589" y="2368"/>
                    <a:pt x="1589" y="2368"/>
                    <a:pt x="1662" y="2351"/>
                  </a:cubicBezTo>
                  <a:cubicBezTo>
                    <a:pt x="1666" y="2348"/>
                    <a:pt x="1679" y="2346"/>
                    <a:pt x="1698" y="2346"/>
                  </a:cubicBezTo>
                  <a:cubicBezTo>
                    <a:pt x="1726" y="2346"/>
                    <a:pt x="1766" y="2350"/>
                    <a:pt x="1808" y="2359"/>
                  </a:cubicBezTo>
                  <a:cubicBezTo>
                    <a:pt x="1873" y="2368"/>
                    <a:pt x="1865" y="2384"/>
                    <a:pt x="1865" y="2384"/>
                  </a:cubicBezTo>
                  <a:lnTo>
                    <a:pt x="1865" y="2392"/>
                  </a:lnTo>
                  <a:cubicBezTo>
                    <a:pt x="1905" y="2402"/>
                    <a:pt x="1945" y="2409"/>
                    <a:pt x="1972" y="2409"/>
                  </a:cubicBezTo>
                  <a:cubicBezTo>
                    <a:pt x="1988" y="2409"/>
                    <a:pt x="2000" y="2406"/>
                    <a:pt x="2003" y="2400"/>
                  </a:cubicBezTo>
                  <a:cubicBezTo>
                    <a:pt x="2016" y="2401"/>
                    <a:pt x="2027" y="2402"/>
                    <a:pt x="2036" y="2402"/>
                  </a:cubicBezTo>
                  <a:cubicBezTo>
                    <a:pt x="2074" y="2402"/>
                    <a:pt x="2064" y="2389"/>
                    <a:pt x="2011" y="2376"/>
                  </a:cubicBezTo>
                  <a:lnTo>
                    <a:pt x="2011" y="2376"/>
                  </a:lnTo>
                  <a:cubicBezTo>
                    <a:pt x="2024" y="2377"/>
                    <a:pt x="2035" y="2378"/>
                    <a:pt x="2043" y="2378"/>
                  </a:cubicBezTo>
                  <a:cubicBezTo>
                    <a:pt x="2084" y="2378"/>
                    <a:pt x="2085" y="2363"/>
                    <a:pt x="2092" y="2343"/>
                  </a:cubicBezTo>
                  <a:cubicBezTo>
                    <a:pt x="2099" y="2329"/>
                    <a:pt x="2106" y="2309"/>
                    <a:pt x="2150" y="2309"/>
                  </a:cubicBezTo>
                  <a:cubicBezTo>
                    <a:pt x="2156" y="2309"/>
                    <a:pt x="2164" y="2310"/>
                    <a:pt x="2173" y="2311"/>
                  </a:cubicBezTo>
                  <a:cubicBezTo>
                    <a:pt x="2181" y="2295"/>
                    <a:pt x="2181" y="2286"/>
                    <a:pt x="2116" y="2262"/>
                  </a:cubicBezTo>
                  <a:cubicBezTo>
                    <a:pt x="2028" y="2235"/>
                    <a:pt x="2000" y="2218"/>
                    <a:pt x="2011" y="2218"/>
                  </a:cubicBezTo>
                  <a:cubicBezTo>
                    <a:pt x="2017" y="2218"/>
                    <a:pt x="2031" y="2222"/>
                    <a:pt x="2051" y="2230"/>
                  </a:cubicBezTo>
                  <a:cubicBezTo>
                    <a:pt x="2072" y="2233"/>
                    <a:pt x="2092" y="2235"/>
                    <a:pt x="2110" y="2235"/>
                  </a:cubicBezTo>
                  <a:cubicBezTo>
                    <a:pt x="2218" y="2235"/>
                    <a:pt x="2285" y="2180"/>
                    <a:pt x="2181" y="2124"/>
                  </a:cubicBezTo>
                  <a:cubicBezTo>
                    <a:pt x="2181" y="2124"/>
                    <a:pt x="2189" y="2116"/>
                    <a:pt x="2189" y="2108"/>
                  </a:cubicBezTo>
                  <a:cubicBezTo>
                    <a:pt x="2199" y="2110"/>
                    <a:pt x="2208" y="2111"/>
                    <a:pt x="2216" y="2111"/>
                  </a:cubicBezTo>
                  <a:cubicBezTo>
                    <a:pt x="2267" y="2111"/>
                    <a:pt x="2279" y="2070"/>
                    <a:pt x="2230" y="2035"/>
                  </a:cubicBezTo>
                  <a:cubicBezTo>
                    <a:pt x="2238" y="2027"/>
                    <a:pt x="2238" y="2019"/>
                    <a:pt x="2246" y="2011"/>
                  </a:cubicBezTo>
                  <a:cubicBezTo>
                    <a:pt x="2273" y="2020"/>
                    <a:pt x="2291" y="2024"/>
                    <a:pt x="2299" y="2024"/>
                  </a:cubicBezTo>
                  <a:cubicBezTo>
                    <a:pt x="2312" y="2024"/>
                    <a:pt x="2301" y="2012"/>
                    <a:pt x="2270" y="1986"/>
                  </a:cubicBezTo>
                  <a:cubicBezTo>
                    <a:pt x="2229" y="1951"/>
                    <a:pt x="2189" y="1925"/>
                    <a:pt x="2190" y="1925"/>
                  </a:cubicBezTo>
                  <a:lnTo>
                    <a:pt x="2190" y="1925"/>
                  </a:lnTo>
                  <a:cubicBezTo>
                    <a:pt x="2191" y="1925"/>
                    <a:pt x="2198" y="1929"/>
                    <a:pt x="2214" y="1938"/>
                  </a:cubicBezTo>
                  <a:cubicBezTo>
                    <a:pt x="2242" y="1956"/>
                    <a:pt x="2260" y="1963"/>
                    <a:pt x="2273" y="1963"/>
                  </a:cubicBezTo>
                  <a:cubicBezTo>
                    <a:pt x="2289" y="1963"/>
                    <a:pt x="2297" y="1951"/>
                    <a:pt x="2311" y="1938"/>
                  </a:cubicBezTo>
                  <a:cubicBezTo>
                    <a:pt x="2327" y="1905"/>
                    <a:pt x="2327" y="1905"/>
                    <a:pt x="2270" y="1873"/>
                  </a:cubicBezTo>
                  <a:cubicBezTo>
                    <a:pt x="2258" y="1846"/>
                    <a:pt x="2259" y="1835"/>
                    <a:pt x="2266" y="1835"/>
                  </a:cubicBezTo>
                  <a:cubicBezTo>
                    <a:pt x="2279" y="1835"/>
                    <a:pt x="2313" y="1864"/>
                    <a:pt x="2343" y="1889"/>
                  </a:cubicBezTo>
                  <a:cubicBezTo>
                    <a:pt x="2388" y="1927"/>
                    <a:pt x="2416" y="1948"/>
                    <a:pt x="2420" y="1948"/>
                  </a:cubicBezTo>
                  <a:cubicBezTo>
                    <a:pt x="2426" y="1948"/>
                    <a:pt x="2391" y="1911"/>
                    <a:pt x="2303" y="1832"/>
                  </a:cubicBezTo>
                  <a:cubicBezTo>
                    <a:pt x="2240" y="1770"/>
                    <a:pt x="2221" y="1741"/>
                    <a:pt x="2231" y="1741"/>
                  </a:cubicBezTo>
                  <a:lnTo>
                    <a:pt x="2231" y="1741"/>
                  </a:lnTo>
                  <a:cubicBezTo>
                    <a:pt x="2236" y="1741"/>
                    <a:pt x="2250" y="1750"/>
                    <a:pt x="2270" y="1768"/>
                  </a:cubicBezTo>
                  <a:cubicBezTo>
                    <a:pt x="2319" y="1808"/>
                    <a:pt x="2311" y="1816"/>
                    <a:pt x="2311" y="1824"/>
                  </a:cubicBezTo>
                  <a:lnTo>
                    <a:pt x="2408" y="1914"/>
                  </a:lnTo>
                  <a:cubicBezTo>
                    <a:pt x="2416" y="1905"/>
                    <a:pt x="2416" y="1905"/>
                    <a:pt x="2368" y="1857"/>
                  </a:cubicBezTo>
                  <a:cubicBezTo>
                    <a:pt x="2368" y="1857"/>
                    <a:pt x="2376" y="1849"/>
                    <a:pt x="2335" y="1800"/>
                  </a:cubicBezTo>
                  <a:cubicBezTo>
                    <a:pt x="2287" y="1743"/>
                    <a:pt x="2238" y="1703"/>
                    <a:pt x="2181" y="1662"/>
                  </a:cubicBezTo>
                  <a:cubicBezTo>
                    <a:pt x="2124" y="1622"/>
                    <a:pt x="2133" y="1614"/>
                    <a:pt x="2141" y="1605"/>
                  </a:cubicBezTo>
                  <a:lnTo>
                    <a:pt x="2141" y="1605"/>
                  </a:lnTo>
                  <a:cubicBezTo>
                    <a:pt x="2197" y="1638"/>
                    <a:pt x="2254" y="1686"/>
                    <a:pt x="2295" y="1743"/>
                  </a:cubicBezTo>
                  <a:cubicBezTo>
                    <a:pt x="2287" y="1743"/>
                    <a:pt x="2343" y="1792"/>
                    <a:pt x="2392" y="1841"/>
                  </a:cubicBezTo>
                  <a:cubicBezTo>
                    <a:pt x="2399" y="1846"/>
                    <a:pt x="2404" y="1849"/>
                    <a:pt x="2406" y="1849"/>
                  </a:cubicBezTo>
                  <a:cubicBezTo>
                    <a:pt x="2422" y="1849"/>
                    <a:pt x="2363" y="1753"/>
                    <a:pt x="2287" y="1662"/>
                  </a:cubicBezTo>
                  <a:lnTo>
                    <a:pt x="2287" y="1662"/>
                  </a:lnTo>
                  <a:cubicBezTo>
                    <a:pt x="2299" y="1674"/>
                    <a:pt x="2315" y="1691"/>
                    <a:pt x="2335" y="1711"/>
                  </a:cubicBezTo>
                  <a:cubicBezTo>
                    <a:pt x="2363" y="1738"/>
                    <a:pt x="2380" y="1748"/>
                    <a:pt x="2391" y="1748"/>
                  </a:cubicBezTo>
                  <a:cubicBezTo>
                    <a:pt x="2400" y="1748"/>
                    <a:pt x="2405" y="1742"/>
                    <a:pt x="2408" y="1735"/>
                  </a:cubicBezTo>
                  <a:cubicBezTo>
                    <a:pt x="2424" y="1727"/>
                    <a:pt x="2433" y="1719"/>
                    <a:pt x="2384" y="1670"/>
                  </a:cubicBezTo>
                  <a:cubicBezTo>
                    <a:pt x="2343" y="1622"/>
                    <a:pt x="2295" y="1565"/>
                    <a:pt x="2303" y="1557"/>
                  </a:cubicBezTo>
                  <a:lnTo>
                    <a:pt x="2303" y="1557"/>
                  </a:lnTo>
                  <a:cubicBezTo>
                    <a:pt x="2302" y="1557"/>
                    <a:pt x="2301" y="1558"/>
                    <a:pt x="2300" y="1558"/>
                  </a:cubicBezTo>
                  <a:cubicBezTo>
                    <a:pt x="2288" y="1558"/>
                    <a:pt x="2243" y="1513"/>
                    <a:pt x="2206" y="1468"/>
                  </a:cubicBezTo>
                  <a:lnTo>
                    <a:pt x="2206" y="1468"/>
                  </a:lnTo>
                  <a:cubicBezTo>
                    <a:pt x="2246" y="1492"/>
                    <a:pt x="2278" y="1516"/>
                    <a:pt x="2319" y="1549"/>
                  </a:cubicBezTo>
                  <a:cubicBezTo>
                    <a:pt x="2414" y="1629"/>
                    <a:pt x="2463" y="1663"/>
                    <a:pt x="2495" y="1663"/>
                  </a:cubicBezTo>
                  <a:cubicBezTo>
                    <a:pt x="2499" y="1663"/>
                    <a:pt x="2502" y="1663"/>
                    <a:pt x="2506" y="1662"/>
                  </a:cubicBezTo>
                  <a:cubicBezTo>
                    <a:pt x="2513" y="1659"/>
                    <a:pt x="2521" y="1654"/>
                    <a:pt x="2532" y="1654"/>
                  </a:cubicBezTo>
                  <a:cubicBezTo>
                    <a:pt x="2546" y="1654"/>
                    <a:pt x="2564" y="1662"/>
                    <a:pt x="2587" y="1695"/>
                  </a:cubicBezTo>
                  <a:cubicBezTo>
                    <a:pt x="2603" y="1686"/>
                    <a:pt x="2611" y="1686"/>
                    <a:pt x="2570" y="1630"/>
                  </a:cubicBezTo>
                  <a:lnTo>
                    <a:pt x="2587" y="1622"/>
                  </a:lnTo>
                  <a:cubicBezTo>
                    <a:pt x="2609" y="1644"/>
                    <a:pt x="2623" y="1656"/>
                    <a:pt x="2628" y="1656"/>
                  </a:cubicBezTo>
                  <a:cubicBezTo>
                    <a:pt x="2634" y="1656"/>
                    <a:pt x="2628" y="1640"/>
                    <a:pt x="2611" y="1605"/>
                  </a:cubicBezTo>
                  <a:cubicBezTo>
                    <a:pt x="2602" y="1582"/>
                    <a:pt x="2602" y="1574"/>
                    <a:pt x="2605" y="1574"/>
                  </a:cubicBezTo>
                  <a:lnTo>
                    <a:pt x="2605" y="1574"/>
                  </a:lnTo>
                  <a:cubicBezTo>
                    <a:pt x="2612" y="1574"/>
                    <a:pt x="2630" y="1597"/>
                    <a:pt x="2635" y="1597"/>
                  </a:cubicBezTo>
                  <a:cubicBezTo>
                    <a:pt x="2668" y="1648"/>
                    <a:pt x="2686" y="1676"/>
                    <a:pt x="2687" y="1676"/>
                  </a:cubicBezTo>
                  <a:cubicBezTo>
                    <a:pt x="2689" y="1676"/>
                    <a:pt x="2665" y="1632"/>
                    <a:pt x="2611" y="1532"/>
                  </a:cubicBezTo>
                  <a:cubicBezTo>
                    <a:pt x="2581" y="1472"/>
                    <a:pt x="2537" y="1426"/>
                    <a:pt x="2524" y="1426"/>
                  </a:cubicBezTo>
                  <a:cubicBezTo>
                    <a:pt x="2523" y="1426"/>
                    <a:pt x="2522" y="1426"/>
                    <a:pt x="2522" y="1427"/>
                  </a:cubicBezTo>
                  <a:lnTo>
                    <a:pt x="2497" y="1435"/>
                  </a:lnTo>
                  <a:lnTo>
                    <a:pt x="2489" y="1362"/>
                  </a:lnTo>
                  <a:cubicBezTo>
                    <a:pt x="2489" y="1314"/>
                    <a:pt x="2481" y="1265"/>
                    <a:pt x="2457" y="1224"/>
                  </a:cubicBezTo>
                  <a:cubicBezTo>
                    <a:pt x="2457" y="1224"/>
                    <a:pt x="2424" y="1168"/>
                    <a:pt x="2433" y="1159"/>
                  </a:cubicBezTo>
                  <a:lnTo>
                    <a:pt x="2433" y="1159"/>
                  </a:lnTo>
                  <a:cubicBezTo>
                    <a:pt x="2433" y="1160"/>
                    <a:pt x="2465" y="1224"/>
                    <a:pt x="2497" y="1281"/>
                  </a:cubicBezTo>
                  <a:cubicBezTo>
                    <a:pt x="2514" y="1346"/>
                    <a:pt x="2546" y="1411"/>
                    <a:pt x="2578" y="1468"/>
                  </a:cubicBezTo>
                  <a:cubicBezTo>
                    <a:pt x="2622" y="1535"/>
                    <a:pt x="2657" y="1583"/>
                    <a:pt x="2666" y="1583"/>
                  </a:cubicBezTo>
                  <a:cubicBezTo>
                    <a:pt x="2672" y="1583"/>
                    <a:pt x="2666" y="1561"/>
                    <a:pt x="2643" y="1508"/>
                  </a:cubicBezTo>
                  <a:cubicBezTo>
                    <a:pt x="2651" y="1508"/>
                    <a:pt x="2651" y="1508"/>
                    <a:pt x="2684" y="1565"/>
                  </a:cubicBezTo>
                  <a:cubicBezTo>
                    <a:pt x="2697" y="1588"/>
                    <a:pt x="2706" y="1602"/>
                    <a:pt x="2709" y="1602"/>
                  </a:cubicBezTo>
                  <a:cubicBezTo>
                    <a:pt x="2714" y="1602"/>
                    <a:pt x="2705" y="1572"/>
                    <a:pt x="2676" y="1500"/>
                  </a:cubicBezTo>
                  <a:cubicBezTo>
                    <a:pt x="2651" y="1434"/>
                    <a:pt x="2643" y="1402"/>
                    <a:pt x="2649" y="1402"/>
                  </a:cubicBezTo>
                  <a:lnTo>
                    <a:pt x="2649" y="1402"/>
                  </a:lnTo>
                  <a:cubicBezTo>
                    <a:pt x="2654" y="1402"/>
                    <a:pt x="2672" y="1432"/>
                    <a:pt x="2700" y="1492"/>
                  </a:cubicBezTo>
                  <a:cubicBezTo>
                    <a:pt x="2741" y="1559"/>
                    <a:pt x="2769" y="1587"/>
                    <a:pt x="2781" y="1587"/>
                  </a:cubicBezTo>
                  <a:cubicBezTo>
                    <a:pt x="2792" y="1587"/>
                    <a:pt x="2792" y="1569"/>
                    <a:pt x="2781" y="1541"/>
                  </a:cubicBezTo>
                  <a:cubicBezTo>
                    <a:pt x="2757" y="1462"/>
                    <a:pt x="2756" y="1428"/>
                    <a:pt x="2766" y="1428"/>
                  </a:cubicBezTo>
                  <a:lnTo>
                    <a:pt x="2766" y="1428"/>
                  </a:lnTo>
                  <a:cubicBezTo>
                    <a:pt x="2773" y="1428"/>
                    <a:pt x="2785" y="1442"/>
                    <a:pt x="2797" y="1468"/>
                  </a:cubicBezTo>
                  <a:cubicBezTo>
                    <a:pt x="2813" y="1499"/>
                    <a:pt x="2823" y="1515"/>
                    <a:pt x="2827" y="1515"/>
                  </a:cubicBezTo>
                  <a:cubicBezTo>
                    <a:pt x="2832" y="1515"/>
                    <a:pt x="2830" y="1497"/>
                    <a:pt x="2822" y="1459"/>
                  </a:cubicBezTo>
                  <a:lnTo>
                    <a:pt x="2822" y="1459"/>
                  </a:lnTo>
                  <a:cubicBezTo>
                    <a:pt x="2839" y="1505"/>
                    <a:pt x="2856" y="1551"/>
                    <a:pt x="2862" y="1551"/>
                  </a:cubicBezTo>
                  <a:cubicBezTo>
                    <a:pt x="2864" y="1551"/>
                    <a:pt x="2865" y="1543"/>
                    <a:pt x="2862" y="1524"/>
                  </a:cubicBezTo>
                  <a:cubicBezTo>
                    <a:pt x="2862" y="1524"/>
                    <a:pt x="2870" y="1516"/>
                    <a:pt x="2846" y="1459"/>
                  </a:cubicBezTo>
                  <a:lnTo>
                    <a:pt x="2830" y="1322"/>
                  </a:lnTo>
                  <a:cubicBezTo>
                    <a:pt x="2814" y="1322"/>
                    <a:pt x="2797" y="1257"/>
                    <a:pt x="2781" y="1192"/>
                  </a:cubicBezTo>
                  <a:cubicBezTo>
                    <a:pt x="2777" y="1174"/>
                    <a:pt x="2778" y="1165"/>
                    <a:pt x="2785" y="1165"/>
                  </a:cubicBezTo>
                  <a:cubicBezTo>
                    <a:pt x="2801" y="1165"/>
                    <a:pt x="2848" y="1229"/>
                    <a:pt x="2895" y="1370"/>
                  </a:cubicBezTo>
                  <a:lnTo>
                    <a:pt x="2935" y="1500"/>
                  </a:lnTo>
                  <a:cubicBezTo>
                    <a:pt x="2927" y="1435"/>
                    <a:pt x="2911" y="1362"/>
                    <a:pt x="2911" y="1362"/>
                  </a:cubicBezTo>
                  <a:cubicBezTo>
                    <a:pt x="2919" y="1362"/>
                    <a:pt x="2935" y="1362"/>
                    <a:pt x="2943" y="1435"/>
                  </a:cubicBezTo>
                  <a:cubicBezTo>
                    <a:pt x="2960" y="1500"/>
                    <a:pt x="2960" y="1500"/>
                    <a:pt x="2968" y="1500"/>
                  </a:cubicBezTo>
                  <a:cubicBezTo>
                    <a:pt x="2968" y="1500"/>
                    <a:pt x="2976" y="1500"/>
                    <a:pt x="2968" y="1427"/>
                  </a:cubicBezTo>
                  <a:cubicBezTo>
                    <a:pt x="2953" y="1351"/>
                    <a:pt x="2948" y="1320"/>
                    <a:pt x="2950" y="1320"/>
                  </a:cubicBezTo>
                  <a:lnTo>
                    <a:pt x="2950" y="1320"/>
                  </a:lnTo>
                  <a:cubicBezTo>
                    <a:pt x="2952" y="1320"/>
                    <a:pt x="2958" y="1335"/>
                    <a:pt x="2968" y="1362"/>
                  </a:cubicBezTo>
                  <a:cubicBezTo>
                    <a:pt x="2984" y="1431"/>
                    <a:pt x="2994" y="1466"/>
                    <a:pt x="2999" y="1466"/>
                  </a:cubicBezTo>
                  <a:cubicBezTo>
                    <a:pt x="3004" y="1466"/>
                    <a:pt x="3004" y="1431"/>
                    <a:pt x="3000" y="1362"/>
                  </a:cubicBezTo>
                  <a:cubicBezTo>
                    <a:pt x="2988" y="1293"/>
                    <a:pt x="2982" y="1259"/>
                    <a:pt x="2983" y="1259"/>
                  </a:cubicBezTo>
                  <a:lnTo>
                    <a:pt x="2983" y="1259"/>
                  </a:lnTo>
                  <a:cubicBezTo>
                    <a:pt x="2984" y="1259"/>
                    <a:pt x="2992" y="1293"/>
                    <a:pt x="3008" y="1362"/>
                  </a:cubicBezTo>
                  <a:cubicBezTo>
                    <a:pt x="3008" y="1411"/>
                    <a:pt x="3024" y="1459"/>
                    <a:pt x="3049" y="1500"/>
                  </a:cubicBezTo>
                  <a:lnTo>
                    <a:pt x="3041" y="1427"/>
                  </a:lnTo>
                  <a:cubicBezTo>
                    <a:pt x="3031" y="1351"/>
                    <a:pt x="3030" y="1320"/>
                    <a:pt x="3034" y="1320"/>
                  </a:cubicBezTo>
                  <a:lnTo>
                    <a:pt x="3034" y="1320"/>
                  </a:lnTo>
                  <a:cubicBezTo>
                    <a:pt x="3037" y="1320"/>
                    <a:pt x="3042" y="1335"/>
                    <a:pt x="3049" y="1362"/>
                  </a:cubicBezTo>
                  <a:cubicBezTo>
                    <a:pt x="3053" y="1395"/>
                    <a:pt x="3059" y="1411"/>
                    <a:pt x="3065" y="1411"/>
                  </a:cubicBezTo>
                  <a:cubicBezTo>
                    <a:pt x="3071" y="1411"/>
                    <a:pt x="3077" y="1395"/>
                    <a:pt x="3081" y="1362"/>
                  </a:cubicBezTo>
                  <a:cubicBezTo>
                    <a:pt x="3086" y="1362"/>
                    <a:pt x="3089" y="1362"/>
                    <a:pt x="3093" y="1362"/>
                  </a:cubicBezTo>
                  <a:cubicBezTo>
                    <a:pt x="3108" y="1362"/>
                    <a:pt x="3115" y="1367"/>
                    <a:pt x="3122" y="1427"/>
                  </a:cubicBezTo>
                  <a:cubicBezTo>
                    <a:pt x="3126" y="1496"/>
                    <a:pt x="3128" y="1530"/>
                    <a:pt x="3129" y="1530"/>
                  </a:cubicBezTo>
                  <a:cubicBezTo>
                    <a:pt x="3130" y="1530"/>
                    <a:pt x="3130" y="1496"/>
                    <a:pt x="3130" y="1427"/>
                  </a:cubicBezTo>
                  <a:cubicBezTo>
                    <a:pt x="3134" y="1389"/>
                    <a:pt x="3136" y="1371"/>
                    <a:pt x="3140" y="1371"/>
                  </a:cubicBezTo>
                  <a:cubicBezTo>
                    <a:pt x="3144" y="1371"/>
                    <a:pt x="3150" y="1387"/>
                    <a:pt x="3162" y="1419"/>
                  </a:cubicBezTo>
                  <a:cubicBezTo>
                    <a:pt x="3170" y="1455"/>
                    <a:pt x="3174" y="1474"/>
                    <a:pt x="3177" y="1474"/>
                  </a:cubicBezTo>
                  <a:cubicBezTo>
                    <a:pt x="3180" y="1474"/>
                    <a:pt x="3183" y="1455"/>
                    <a:pt x="3187" y="1419"/>
                  </a:cubicBezTo>
                  <a:cubicBezTo>
                    <a:pt x="3178" y="1281"/>
                    <a:pt x="3178" y="1216"/>
                    <a:pt x="3162" y="1216"/>
                  </a:cubicBezTo>
                  <a:cubicBezTo>
                    <a:pt x="3154" y="1216"/>
                    <a:pt x="3154" y="1216"/>
                    <a:pt x="3146" y="1151"/>
                  </a:cubicBezTo>
                  <a:lnTo>
                    <a:pt x="3170" y="1151"/>
                  </a:lnTo>
                  <a:cubicBezTo>
                    <a:pt x="3187" y="1151"/>
                    <a:pt x="3195" y="1143"/>
                    <a:pt x="3219" y="1078"/>
                  </a:cubicBezTo>
                  <a:cubicBezTo>
                    <a:pt x="3238" y="1020"/>
                    <a:pt x="3248" y="920"/>
                    <a:pt x="3234" y="920"/>
                  </a:cubicBezTo>
                  <a:lnTo>
                    <a:pt x="3234" y="920"/>
                  </a:lnTo>
                  <a:cubicBezTo>
                    <a:pt x="3230" y="920"/>
                    <a:pt x="3225" y="926"/>
                    <a:pt x="3219" y="941"/>
                  </a:cubicBezTo>
                  <a:lnTo>
                    <a:pt x="3211" y="876"/>
                  </a:lnTo>
                  <a:cubicBezTo>
                    <a:pt x="3207" y="771"/>
                    <a:pt x="3197" y="721"/>
                    <a:pt x="3189" y="721"/>
                  </a:cubicBezTo>
                  <a:cubicBezTo>
                    <a:pt x="3181" y="721"/>
                    <a:pt x="3174" y="773"/>
                    <a:pt x="3178" y="876"/>
                  </a:cubicBezTo>
                  <a:cubicBezTo>
                    <a:pt x="3183" y="988"/>
                    <a:pt x="3185" y="1038"/>
                    <a:pt x="3183" y="1038"/>
                  </a:cubicBezTo>
                  <a:cubicBezTo>
                    <a:pt x="3182" y="1038"/>
                    <a:pt x="3178" y="1006"/>
                    <a:pt x="3170" y="949"/>
                  </a:cubicBezTo>
                  <a:cubicBezTo>
                    <a:pt x="3162" y="811"/>
                    <a:pt x="3146" y="811"/>
                    <a:pt x="3138" y="811"/>
                  </a:cubicBezTo>
                  <a:cubicBezTo>
                    <a:pt x="3122" y="811"/>
                    <a:pt x="3122" y="811"/>
                    <a:pt x="3114" y="746"/>
                  </a:cubicBezTo>
                  <a:cubicBezTo>
                    <a:pt x="3114" y="673"/>
                    <a:pt x="3097" y="608"/>
                    <a:pt x="3081" y="608"/>
                  </a:cubicBezTo>
                  <a:cubicBezTo>
                    <a:pt x="3065" y="608"/>
                    <a:pt x="3065" y="608"/>
                    <a:pt x="3065" y="681"/>
                  </a:cubicBezTo>
                  <a:cubicBezTo>
                    <a:pt x="3075" y="708"/>
                    <a:pt x="3075" y="723"/>
                    <a:pt x="3071" y="723"/>
                  </a:cubicBezTo>
                  <a:cubicBezTo>
                    <a:pt x="3064" y="723"/>
                    <a:pt x="3047" y="690"/>
                    <a:pt x="3033" y="608"/>
                  </a:cubicBezTo>
                  <a:cubicBezTo>
                    <a:pt x="3023" y="582"/>
                    <a:pt x="3017" y="566"/>
                    <a:pt x="3014" y="566"/>
                  </a:cubicBezTo>
                  <a:lnTo>
                    <a:pt x="3014" y="566"/>
                  </a:lnTo>
                  <a:cubicBezTo>
                    <a:pt x="3011" y="566"/>
                    <a:pt x="3015" y="599"/>
                    <a:pt x="3024" y="681"/>
                  </a:cubicBezTo>
                  <a:cubicBezTo>
                    <a:pt x="3028" y="750"/>
                    <a:pt x="3024" y="785"/>
                    <a:pt x="3015" y="785"/>
                  </a:cubicBezTo>
                  <a:cubicBezTo>
                    <a:pt x="3006" y="785"/>
                    <a:pt x="2992" y="750"/>
                    <a:pt x="2976" y="681"/>
                  </a:cubicBezTo>
                  <a:lnTo>
                    <a:pt x="2943" y="689"/>
                  </a:lnTo>
                  <a:cubicBezTo>
                    <a:pt x="2927" y="689"/>
                    <a:pt x="2935" y="754"/>
                    <a:pt x="2951" y="819"/>
                  </a:cubicBezTo>
                  <a:cubicBezTo>
                    <a:pt x="2961" y="901"/>
                    <a:pt x="2965" y="934"/>
                    <a:pt x="2961" y="934"/>
                  </a:cubicBezTo>
                  <a:cubicBezTo>
                    <a:pt x="2959" y="934"/>
                    <a:pt x="2953" y="918"/>
                    <a:pt x="2943" y="892"/>
                  </a:cubicBezTo>
                  <a:cubicBezTo>
                    <a:pt x="2927" y="843"/>
                    <a:pt x="2919" y="803"/>
                    <a:pt x="2911" y="754"/>
                  </a:cubicBezTo>
                  <a:cubicBezTo>
                    <a:pt x="2895" y="689"/>
                    <a:pt x="2887" y="689"/>
                    <a:pt x="2870" y="689"/>
                  </a:cubicBezTo>
                  <a:cubicBezTo>
                    <a:pt x="2854" y="689"/>
                    <a:pt x="2822" y="697"/>
                    <a:pt x="2838" y="762"/>
                  </a:cubicBezTo>
                  <a:cubicBezTo>
                    <a:pt x="2840" y="781"/>
                    <a:pt x="2841" y="789"/>
                    <a:pt x="2841" y="789"/>
                  </a:cubicBezTo>
                  <a:cubicBezTo>
                    <a:pt x="2841" y="789"/>
                    <a:pt x="2833" y="743"/>
                    <a:pt x="2822" y="697"/>
                  </a:cubicBezTo>
                  <a:cubicBezTo>
                    <a:pt x="2811" y="697"/>
                    <a:pt x="2804" y="665"/>
                    <a:pt x="2803" y="665"/>
                  </a:cubicBezTo>
                  <a:lnTo>
                    <a:pt x="2803" y="665"/>
                  </a:lnTo>
                  <a:cubicBezTo>
                    <a:pt x="2802" y="665"/>
                    <a:pt x="2803" y="673"/>
                    <a:pt x="2806" y="697"/>
                  </a:cubicBezTo>
                  <a:cubicBezTo>
                    <a:pt x="2806" y="697"/>
                    <a:pt x="2789" y="697"/>
                    <a:pt x="2749" y="632"/>
                  </a:cubicBezTo>
                  <a:cubicBezTo>
                    <a:pt x="2741" y="624"/>
                    <a:pt x="2735" y="620"/>
                    <a:pt x="2729" y="620"/>
                  </a:cubicBezTo>
                  <a:cubicBezTo>
                    <a:pt x="2700" y="620"/>
                    <a:pt x="2703" y="740"/>
                    <a:pt x="2765" y="843"/>
                  </a:cubicBezTo>
                  <a:lnTo>
                    <a:pt x="2749" y="843"/>
                  </a:lnTo>
                  <a:cubicBezTo>
                    <a:pt x="2733" y="851"/>
                    <a:pt x="2749" y="916"/>
                    <a:pt x="2749" y="916"/>
                  </a:cubicBezTo>
                  <a:cubicBezTo>
                    <a:pt x="2765" y="981"/>
                    <a:pt x="2757" y="989"/>
                    <a:pt x="2741" y="989"/>
                  </a:cubicBezTo>
                  <a:lnTo>
                    <a:pt x="2708" y="860"/>
                  </a:lnTo>
                  <a:cubicBezTo>
                    <a:pt x="2685" y="744"/>
                    <a:pt x="2659" y="676"/>
                    <a:pt x="2649" y="676"/>
                  </a:cubicBezTo>
                  <a:lnTo>
                    <a:pt x="2649" y="676"/>
                  </a:lnTo>
                  <a:cubicBezTo>
                    <a:pt x="2641" y="676"/>
                    <a:pt x="2642" y="715"/>
                    <a:pt x="2660" y="803"/>
                  </a:cubicBezTo>
                  <a:lnTo>
                    <a:pt x="2660" y="803"/>
                  </a:lnTo>
                  <a:cubicBezTo>
                    <a:pt x="2655" y="785"/>
                    <a:pt x="2649" y="762"/>
                    <a:pt x="2643" y="738"/>
                  </a:cubicBezTo>
                  <a:cubicBezTo>
                    <a:pt x="2636" y="703"/>
                    <a:pt x="2628" y="687"/>
                    <a:pt x="2621" y="687"/>
                  </a:cubicBezTo>
                  <a:cubicBezTo>
                    <a:pt x="2614" y="687"/>
                    <a:pt x="2607" y="707"/>
                    <a:pt x="2603" y="746"/>
                  </a:cubicBezTo>
                  <a:cubicBezTo>
                    <a:pt x="2595" y="819"/>
                    <a:pt x="2611" y="884"/>
                    <a:pt x="2635" y="949"/>
                  </a:cubicBezTo>
                  <a:cubicBezTo>
                    <a:pt x="2651" y="1014"/>
                    <a:pt x="2643" y="1022"/>
                    <a:pt x="2643" y="1022"/>
                  </a:cubicBezTo>
                  <a:cubicBezTo>
                    <a:pt x="2627" y="1022"/>
                    <a:pt x="2627" y="1022"/>
                    <a:pt x="2603" y="957"/>
                  </a:cubicBezTo>
                  <a:cubicBezTo>
                    <a:pt x="2583" y="895"/>
                    <a:pt x="2566" y="864"/>
                    <a:pt x="2556" y="864"/>
                  </a:cubicBezTo>
                  <a:lnTo>
                    <a:pt x="2556" y="864"/>
                  </a:lnTo>
                  <a:cubicBezTo>
                    <a:pt x="2546" y="864"/>
                    <a:pt x="2545" y="901"/>
                    <a:pt x="2562" y="973"/>
                  </a:cubicBezTo>
                  <a:lnTo>
                    <a:pt x="2538" y="908"/>
                  </a:lnTo>
                  <a:cubicBezTo>
                    <a:pt x="2527" y="866"/>
                    <a:pt x="2507" y="824"/>
                    <a:pt x="2480" y="824"/>
                  </a:cubicBezTo>
                  <a:cubicBezTo>
                    <a:pt x="2466" y="824"/>
                    <a:pt x="2450" y="836"/>
                    <a:pt x="2433" y="868"/>
                  </a:cubicBezTo>
                  <a:cubicBezTo>
                    <a:pt x="2403" y="872"/>
                    <a:pt x="2377" y="883"/>
                    <a:pt x="2355" y="883"/>
                  </a:cubicBezTo>
                  <a:cubicBezTo>
                    <a:pt x="2335" y="883"/>
                    <a:pt x="2318" y="874"/>
                    <a:pt x="2303" y="843"/>
                  </a:cubicBezTo>
                  <a:cubicBezTo>
                    <a:pt x="2299" y="833"/>
                    <a:pt x="2296" y="828"/>
                    <a:pt x="2293" y="828"/>
                  </a:cubicBezTo>
                  <a:lnTo>
                    <a:pt x="2293" y="828"/>
                  </a:lnTo>
                  <a:cubicBezTo>
                    <a:pt x="2280" y="828"/>
                    <a:pt x="2286" y="955"/>
                    <a:pt x="2327" y="1070"/>
                  </a:cubicBezTo>
                  <a:cubicBezTo>
                    <a:pt x="2307" y="1031"/>
                    <a:pt x="2294" y="1018"/>
                    <a:pt x="2280" y="1018"/>
                  </a:cubicBezTo>
                  <a:cubicBezTo>
                    <a:pt x="2272" y="1018"/>
                    <a:pt x="2264" y="1023"/>
                    <a:pt x="2254" y="1030"/>
                  </a:cubicBezTo>
                  <a:cubicBezTo>
                    <a:pt x="2240" y="1035"/>
                    <a:pt x="2231" y="1039"/>
                    <a:pt x="2223" y="1039"/>
                  </a:cubicBezTo>
                  <a:cubicBezTo>
                    <a:pt x="2210" y="1039"/>
                    <a:pt x="2202" y="1026"/>
                    <a:pt x="2181" y="989"/>
                  </a:cubicBezTo>
                  <a:cubicBezTo>
                    <a:pt x="2153" y="929"/>
                    <a:pt x="2139" y="899"/>
                    <a:pt x="2137" y="899"/>
                  </a:cubicBezTo>
                  <a:lnTo>
                    <a:pt x="2137" y="899"/>
                  </a:lnTo>
                  <a:cubicBezTo>
                    <a:pt x="2134" y="899"/>
                    <a:pt x="2144" y="931"/>
                    <a:pt x="2165" y="997"/>
                  </a:cubicBezTo>
                  <a:cubicBezTo>
                    <a:pt x="2193" y="1050"/>
                    <a:pt x="2195" y="1072"/>
                    <a:pt x="2182" y="1072"/>
                  </a:cubicBezTo>
                  <a:cubicBezTo>
                    <a:pt x="2166" y="1072"/>
                    <a:pt x="2122" y="1033"/>
                    <a:pt x="2076" y="973"/>
                  </a:cubicBezTo>
                  <a:cubicBezTo>
                    <a:pt x="2052" y="940"/>
                    <a:pt x="2036" y="929"/>
                    <a:pt x="2023" y="929"/>
                  </a:cubicBezTo>
                  <a:cubicBezTo>
                    <a:pt x="2013" y="929"/>
                    <a:pt x="2005" y="934"/>
                    <a:pt x="1995" y="941"/>
                  </a:cubicBezTo>
                  <a:cubicBezTo>
                    <a:pt x="2019" y="997"/>
                    <a:pt x="1995" y="1014"/>
                    <a:pt x="1970" y="1038"/>
                  </a:cubicBezTo>
                  <a:cubicBezTo>
                    <a:pt x="1938" y="1062"/>
                    <a:pt x="1938" y="1062"/>
                    <a:pt x="2019" y="1168"/>
                  </a:cubicBezTo>
                  <a:cubicBezTo>
                    <a:pt x="2108" y="1281"/>
                    <a:pt x="2100" y="1289"/>
                    <a:pt x="2076" y="1305"/>
                  </a:cubicBezTo>
                  <a:cubicBezTo>
                    <a:pt x="2073" y="1308"/>
                    <a:pt x="2070" y="1312"/>
                    <a:pt x="2064" y="1312"/>
                  </a:cubicBezTo>
                  <a:cubicBezTo>
                    <a:pt x="2056" y="1312"/>
                    <a:pt x="2041" y="1303"/>
                    <a:pt x="2011" y="1273"/>
                  </a:cubicBezTo>
                  <a:cubicBezTo>
                    <a:pt x="2011" y="1273"/>
                    <a:pt x="1964" y="1239"/>
                    <a:pt x="1949" y="1239"/>
                  </a:cubicBezTo>
                  <a:cubicBezTo>
                    <a:pt x="1948" y="1239"/>
                    <a:pt x="1947" y="1240"/>
                    <a:pt x="1946" y="1241"/>
                  </a:cubicBezTo>
                  <a:cubicBezTo>
                    <a:pt x="1943" y="1244"/>
                    <a:pt x="1939" y="1247"/>
                    <a:pt x="1932" y="1247"/>
                  </a:cubicBezTo>
                  <a:cubicBezTo>
                    <a:pt x="1921" y="1247"/>
                    <a:pt x="1903" y="1238"/>
                    <a:pt x="1873" y="1208"/>
                  </a:cubicBezTo>
                  <a:cubicBezTo>
                    <a:pt x="1873" y="1208"/>
                    <a:pt x="1840" y="1184"/>
                    <a:pt x="1813" y="1184"/>
                  </a:cubicBezTo>
                  <a:cubicBezTo>
                    <a:pt x="1805" y="1184"/>
                    <a:pt x="1798" y="1186"/>
                    <a:pt x="1792" y="1192"/>
                  </a:cubicBezTo>
                  <a:cubicBezTo>
                    <a:pt x="1778" y="1201"/>
                    <a:pt x="1767" y="1213"/>
                    <a:pt x="1750" y="1213"/>
                  </a:cubicBezTo>
                  <a:cubicBezTo>
                    <a:pt x="1737" y="1213"/>
                    <a:pt x="1720" y="1205"/>
                    <a:pt x="1695" y="1184"/>
                  </a:cubicBezTo>
                  <a:lnTo>
                    <a:pt x="1695" y="1184"/>
                  </a:lnTo>
                  <a:cubicBezTo>
                    <a:pt x="1687" y="1192"/>
                    <a:pt x="1687" y="1192"/>
                    <a:pt x="1735" y="1241"/>
                  </a:cubicBezTo>
                  <a:cubicBezTo>
                    <a:pt x="1784" y="1289"/>
                    <a:pt x="1824" y="1338"/>
                    <a:pt x="1735" y="1338"/>
                  </a:cubicBezTo>
                  <a:cubicBezTo>
                    <a:pt x="1711" y="1362"/>
                    <a:pt x="1687" y="1403"/>
                    <a:pt x="1743" y="1443"/>
                  </a:cubicBezTo>
                  <a:cubicBezTo>
                    <a:pt x="1741" y="1446"/>
                    <a:pt x="1739" y="1447"/>
                    <a:pt x="1736" y="1447"/>
                  </a:cubicBezTo>
                  <a:cubicBezTo>
                    <a:pt x="1730" y="1447"/>
                    <a:pt x="1718" y="1439"/>
                    <a:pt x="1679" y="1411"/>
                  </a:cubicBezTo>
                  <a:cubicBezTo>
                    <a:pt x="1636" y="1378"/>
                    <a:pt x="1607" y="1363"/>
                    <a:pt x="1593" y="1363"/>
                  </a:cubicBezTo>
                  <a:cubicBezTo>
                    <a:pt x="1573" y="1363"/>
                    <a:pt x="1588" y="1397"/>
                    <a:pt x="1646" y="1459"/>
                  </a:cubicBezTo>
                  <a:cubicBezTo>
                    <a:pt x="1677" y="1485"/>
                    <a:pt x="1685" y="1501"/>
                    <a:pt x="1670" y="1501"/>
                  </a:cubicBezTo>
                  <a:cubicBezTo>
                    <a:pt x="1662" y="1501"/>
                    <a:pt x="1646" y="1496"/>
                    <a:pt x="1622" y="1484"/>
                  </a:cubicBezTo>
                  <a:lnTo>
                    <a:pt x="1622" y="1484"/>
                  </a:lnTo>
                  <a:cubicBezTo>
                    <a:pt x="1622" y="1484"/>
                    <a:pt x="1614" y="1500"/>
                    <a:pt x="1662" y="1549"/>
                  </a:cubicBezTo>
                  <a:cubicBezTo>
                    <a:pt x="1693" y="1580"/>
                    <a:pt x="1704" y="1591"/>
                    <a:pt x="1690" y="1591"/>
                  </a:cubicBezTo>
                  <a:cubicBezTo>
                    <a:pt x="1682" y="1591"/>
                    <a:pt x="1665" y="1587"/>
                    <a:pt x="1638" y="1581"/>
                  </a:cubicBezTo>
                  <a:cubicBezTo>
                    <a:pt x="1610" y="1565"/>
                    <a:pt x="1593" y="1559"/>
                    <a:pt x="1582" y="1559"/>
                  </a:cubicBezTo>
                  <a:cubicBezTo>
                    <a:pt x="1571" y="1559"/>
                    <a:pt x="1565" y="1565"/>
                    <a:pt x="1557" y="1573"/>
                  </a:cubicBezTo>
                  <a:cubicBezTo>
                    <a:pt x="1588" y="1628"/>
                    <a:pt x="1528" y="1760"/>
                    <a:pt x="1458" y="1760"/>
                  </a:cubicBezTo>
                  <a:cubicBezTo>
                    <a:pt x="1456" y="1760"/>
                    <a:pt x="1454" y="1760"/>
                    <a:pt x="1452" y="1759"/>
                  </a:cubicBezTo>
                  <a:lnTo>
                    <a:pt x="1452" y="1759"/>
                  </a:lnTo>
                  <a:cubicBezTo>
                    <a:pt x="1508" y="1800"/>
                    <a:pt x="1508" y="1800"/>
                    <a:pt x="1500" y="1808"/>
                  </a:cubicBezTo>
                  <a:cubicBezTo>
                    <a:pt x="1464" y="1797"/>
                    <a:pt x="1442" y="1792"/>
                    <a:pt x="1432" y="1792"/>
                  </a:cubicBezTo>
                  <a:cubicBezTo>
                    <a:pt x="1408" y="1792"/>
                    <a:pt x="1464" y="1824"/>
                    <a:pt x="1557" y="1865"/>
                  </a:cubicBezTo>
                  <a:lnTo>
                    <a:pt x="1557" y="1857"/>
                  </a:lnTo>
                  <a:lnTo>
                    <a:pt x="1565" y="1841"/>
                  </a:lnTo>
                  <a:cubicBezTo>
                    <a:pt x="1634" y="1873"/>
                    <a:pt x="1659" y="1897"/>
                    <a:pt x="1633" y="1897"/>
                  </a:cubicBezTo>
                  <a:cubicBezTo>
                    <a:pt x="1613" y="1897"/>
                    <a:pt x="1564" y="1883"/>
                    <a:pt x="1484" y="1849"/>
                  </a:cubicBezTo>
                  <a:cubicBezTo>
                    <a:pt x="1429" y="1831"/>
                    <a:pt x="1397" y="1821"/>
                    <a:pt x="1387" y="1821"/>
                  </a:cubicBezTo>
                  <a:cubicBezTo>
                    <a:pt x="1375" y="1821"/>
                    <a:pt x="1403" y="1839"/>
                    <a:pt x="1468" y="1881"/>
                  </a:cubicBezTo>
                  <a:cubicBezTo>
                    <a:pt x="1544" y="1922"/>
                    <a:pt x="1572" y="1940"/>
                    <a:pt x="1549" y="1940"/>
                  </a:cubicBezTo>
                  <a:cubicBezTo>
                    <a:pt x="1535" y="1940"/>
                    <a:pt x="1503" y="1934"/>
                    <a:pt x="1452" y="1922"/>
                  </a:cubicBezTo>
                  <a:cubicBezTo>
                    <a:pt x="1391" y="1895"/>
                    <a:pt x="1359" y="1883"/>
                    <a:pt x="1354" y="1883"/>
                  </a:cubicBezTo>
                  <a:lnTo>
                    <a:pt x="1354" y="1883"/>
                  </a:lnTo>
                  <a:cubicBezTo>
                    <a:pt x="1348" y="1883"/>
                    <a:pt x="1378" y="1899"/>
                    <a:pt x="1443" y="1930"/>
                  </a:cubicBezTo>
                  <a:cubicBezTo>
                    <a:pt x="1602" y="2014"/>
                    <a:pt x="1678" y="2064"/>
                    <a:pt x="1640" y="2064"/>
                  </a:cubicBezTo>
                  <a:cubicBezTo>
                    <a:pt x="1619" y="2064"/>
                    <a:pt x="1566" y="2050"/>
                    <a:pt x="1476" y="2019"/>
                  </a:cubicBezTo>
                  <a:cubicBezTo>
                    <a:pt x="1387" y="1991"/>
                    <a:pt x="1329" y="1979"/>
                    <a:pt x="1298" y="1979"/>
                  </a:cubicBezTo>
                  <a:cubicBezTo>
                    <a:pt x="1284" y="1979"/>
                    <a:pt x="1276" y="1981"/>
                    <a:pt x="1273" y="1986"/>
                  </a:cubicBezTo>
                  <a:cubicBezTo>
                    <a:pt x="1273" y="2003"/>
                    <a:pt x="1338" y="2019"/>
                    <a:pt x="1403" y="2043"/>
                  </a:cubicBezTo>
                  <a:cubicBezTo>
                    <a:pt x="1496" y="2061"/>
                    <a:pt x="1522" y="2074"/>
                    <a:pt x="1478" y="2074"/>
                  </a:cubicBezTo>
                  <a:cubicBezTo>
                    <a:pt x="1461" y="2074"/>
                    <a:pt x="1433" y="2072"/>
                    <a:pt x="1395" y="2068"/>
                  </a:cubicBezTo>
                  <a:cubicBezTo>
                    <a:pt x="1364" y="2065"/>
                    <a:pt x="1337" y="2064"/>
                    <a:pt x="1314" y="2064"/>
                  </a:cubicBezTo>
                  <a:cubicBezTo>
                    <a:pt x="1184" y="2064"/>
                    <a:pt x="1193" y="2103"/>
                    <a:pt x="1289" y="2165"/>
                  </a:cubicBezTo>
                  <a:cubicBezTo>
                    <a:pt x="1368" y="2228"/>
                    <a:pt x="1389" y="2267"/>
                    <a:pt x="1361" y="2267"/>
                  </a:cubicBezTo>
                  <a:cubicBezTo>
                    <a:pt x="1346" y="2267"/>
                    <a:pt x="1316" y="2255"/>
                    <a:pt x="1273" y="2230"/>
                  </a:cubicBezTo>
                  <a:cubicBezTo>
                    <a:pt x="1208" y="2195"/>
                    <a:pt x="1178" y="2179"/>
                    <a:pt x="1172" y="2179"/>
                  </a:cubicBezTo>
                  <a:lnTo>
                    <a:pt x="1172" y="2179"/>
                  </a:lnTo>
                  <a:cubicBezTo>
                    <a:pt x="1168" y="2179"/>
                    <a:pt x="1182" y="2191"/>
                    <a:pt x="1208" y="2213"/>
                  </a:cubicBezTo>
                  <a:cubicBezTo>
                    <a:pt x="1200" y="2246"/>
                    <a:pt x="1192" y="2270"/>
                    <a:pt x="1184" y="2286"/>
                  </a:cubicBezTo>
                  <a:cubicBezTo>
                    <a:pt x="1184" y="2303"/>
                    <a:pt x="1249" y="2335"/>
                    <a:pt x="1314" y="2343"/>
                  </a:cubicBezTo>
                  <a:cubicBezTo>
                    <a:pt x="1296" y="2342"/>
                    <a:pt x="1280" y="2342"/>
                    <a:pt x="1265" y="2342"/>
                  </a:cubicBezTo>
                  <a:cubicBezTo>
                    <a:pt x="1161" y="2342"/>
                    <a:pt x="1119" y="2366"/>
                    <a:pt x="1233" y="2408"/>
                  </a:cubicBezTo>
                  <a:cubicBezTo>
                    <a:pt x="1233" y="2424"/>
                    <a:pt x="1233" y="2441"/>
                    <a:pt x="1233" y="2441"/>
                  </a:cubicBezTo>
                  <a:cubicBezTo>
                    <a:pt x="1233" y="2457"/>
                    <a:pt x="1233" y="2457"/>
                    <a:pt x="1297" y="2473"/>
                  </a:cubicBezTo>
                  <a:cubicBezTo>
                    <a:pt x="1362" y="2497"/>
                    <a:pt x="1289" y="2505"/>
                    <a:pt x="1224" y="2513"/>
                  </a:cubicBezTo>
                  <a:cubicBezTo>
                    <a:pt x="1152" y="2522"/>
                    <a:pt x="1079" y="2538"/>
                    <a:pt x="1152" y="2538"/>
                  </a:cubicBezTo>
                  <a:cubicBezTo>
                    <a:pt x="1216" y="2554"/>
                    <a:pt x="1281" y="2570"/>
                    <a:pt x="1346" y="2603"/>
                  </a:cubicBezTo>
                  <a:cubicBezTo>
                    <a:pt x="1391" y="2613"/>
                    <a:pt x="1381" y="2620"/>
                    <a:pt x="1351" y="2620"/>
                  </a:cubicBezTo>
                  <a:cubicBezTo>
                    <a:pt x="1332" y="2620"/>
                    <a:pt x="1306" y="2617"/>
                    <a:pt x="1281" y="2611"/>
                  </a:cubicBezTo>
                  <a:cubicBezTo>
                    <a:pt x="1269" y="2609"/>
                    <a:pt x="1257" y="2608"/>
                    <a:pt x="1245" y="2608"/>
                  </a:cubicBezTo>
                  <a:cubicBezTo>
                    <a:pt x="1209" y="2608"/>
                    <a:pt x="1174" y="2617"/>
                    <a:pt x="1143" y="2635"/>
                  </a:cubicBezTo>
                  <a:cubicBezTo>
                    <a:pt x="1135" y="2651"/>
                    <a:pt x="1135" y="2684"/>
                    <a:pt x="1200" y="2684"/>
                  </a:cubicBezTo>
                  <a:cubicBezTo>
                    <a:pt x="1265" y="2684"/>
                    <a:pt x="1265" y="2773"/>
                    <a:pt x="1200" y="2789"/>
                  </a:cubicBezTo>
                  <a:lnTo>
                    <a:pt x="1200" y="2822"/>
                  </a:lnTo>
                  <a:cubicBezTo>
                    <a:pt x="1200" y="2838"/>
                    <a:pt x="1265" y="2854"/>
                    <a:pt x="1273" y="2862"/>
                  </a:cubicBezTo>
                  <a:cubicBezTo>
                    <a:pt x="1273" y="2862"/>
                    <a:pt x="1273" y="2878"/>
                    <a:pt x="1338" y="2895"/>
                  </a:cubicBezTo>
                  <a:cubicBezTo>
                    <a:pt x="1338" y="2911"/>
                    <a:pt x="1338" y="2919"/>
                    <a:pt x="1273" y="2927"/>
                  </a:cubicBezTo>
                  <a:cubicBezTo>
                    <a:pt x="1411" y="2935"/>
                    <a:pt x="1411" y="2927"/>
                    <a:pt x="1273" y="2959"/>
                  </a:cubicBezTo>
                  <a:cubicBezTo>
                    <a:pt x="1135" y="2968"/>
                    <a:pt x="1135" y="2968"/>
                    <a:pt x="1273" y="2976"/>
                  </a:cubicBezTo>
                  <a:cubicBezTo>
                    <a:pt x="1346" y="2984"/>
                    <a:pt x="1346" y="2984"/>
                    <a:pt x="1273" y="3000"/>
                  </a:cubicBezTo>
                  <a:cubicBezTo>
                    <a:pt x="1221" y="3007"/>
                    <a:pt x="1211" y="3018"/>
                    <a:pt x="1243" y="3018"/>
                  </a:cubicBezTo>
                  <a:cubicBezTo>
                    <a:pt x="1251" y="3018"/>
                    <a:pt x="1261" y="3018"/>
                    <a:pt x="1273" y="3016"/>
                  </a:cubicBezTo>
                  <a:cubicBezTo>
                    <a:pt x="1411" y="3016"/>
                    <a:pt x="1484" y="3049"/>
                    <a:pt x="1346" y="3065"/>
                  </a:cubicBezTo>
                  <a:cubicBezTo>
                    <a:pt x="1346" y="3065"/>
                    <a:pt x="1346" y="3081"/>
                    <a:pt x="1419" y="3089"/>
                  </a:cubicBezTo>
                  <a:cubicBezTo>
                    <a:pt x="1467" y="3086"/>
                    <a:pt x="1497" y="3084"/>
                    <a:pt x="1509" y="3084"/>
                  </a:cubicBezTo>
                  <a:cubicBezTo>
                    <a:pt x="1531" y="3084"/>
                    <a:pt x="1501" y="3090"/>
                    <a:pt x="1419" y="3105"/>
                  </a:cubicBezTo>
                  <a:cubicBezTo>
                    <a:pt x="1305" y="3132"/>
                    <a:pt x="1291" y="3148"/>
                    <a:pt x="1368" y="3148"/>
                  </a:cubicBezTo>
                  <a:cubicBezTo>
                    <a:pt x="1384" y="3148"/>
                    <a:pt x="1404" y="3147"/>
                    <a:pt x="1427" y="3146"/>
                  </a:cubicBezTo>
                  <a:cubicBezTo>
                    <a:pt x="1427" y="3146"/>
                    <a:pt x="1492" y="3146"/>
                    <a:pt x="1427" y="3170"/>
                  </a:cubicBezTo>
                  <a:cubicBezTo>
                    <a:pt x="1381" y="3203"/>
                    <a:pt x="1340" y="3280"/>
                    <a:pt x="1398" y="3280"/>
                  </a:cubicBezTo>
                  <a:cubicBezTo>
                    <a:pt x="1410" y="3280"/>
                    <a:pt x="1428" y="3276"/>
                    <a:pt x="1452" y="3267"/>
                  </a:cubicBezTo>
                  <a:lnTo>
                    <a:pt x="1460" y="3300"/>
                  </a:lnTo>
                  <a:cubicBezTo>
                    <a:pt x="1395" y="3340"/>
                    <a:pt x="1403" y="3357"/>
                    <a:pt x="1468" y="3357"/>
                  </a:cubicBezTo>
                  <a:lnTo>
                    <a:pt x="1541" y="3349"/>
                  </a:lnTo>
                  <a:lnTo>
                    <a:pt x="1541" y="3349"/>
                  </a:lnTo>
                  <a:cubicBezTo>
                    <a:pt x="1476" y="3365"/>
                    <a:pt x="1411" y="3397"/>
                    <a:pt x="1411" y="3413"/>
                  </a:cubicBezTo>
                  <a:cubicBezTo>
                    <a:pt x="1415" y="3422"/>
                    <a:pt x="1417" y="3426"/>
                    <a:pt x="1426" y="3426"/>
                  </a:cubicBezTo>
                  <a:cubicBezTo>
                    <a:pt x="1435" y="3426"/>
                    <a:pt x="1452" y="3422"/>
                    <a:pt x="1484" y="3413"/>
                  </a:cubicBezTo>
                  <a:cubicBezTo>
                    <a:pt x="1510" y="3395"/>
                    <a:pt x="1526" y="3388"/>
                    <a:pt x="1536" y="3388"/>
                  </a:cubicBezTo>
                  <a:cubicBezTo>
                    <a:pt x="1546" y="3388"/>
                    <a:pt x="1549" y="3397"/>
                    <a:pt x="1549" y="3405"/>
                  </a:cubicBezTo>
                  <a:cubicBezTo>
                    <a:pt x="1549" y="3413"/>
                    <a:pt x="1492" y="3454"/>
                    <a:pt x="1427" y="3470"/>
                  </a:cubicBezTo>
                  <a:lnTo>
                    <a:pt x="1427" y="3486"/>
                  </a:lnTo>
                  <a:cubicBezTo>
                    <a:pt x="1492" y="3466"/>
                    <a:pt x="1527" y="3458"/>
                    <a:pt x="1537" y="3458"/>
                  </a:cubicBezTo>
                  <a:cubicBezTo>
                    <a:pt x="1547" y="3458"/>
                    <a:pt x="1533" y="3466"/>
                    <a:pt x="1500" y="3478"/>
                  </a:cubicBezTo>
                  <a:cubicBezTo>
                    <a:pt x="1443" y="3519"/>
                    <a:pt x="1443" y="3527"/>
                    <a:pt x="1452" y="3543"/>
                  </a:cubicBezTo>
                  <a:cubicBezTo>
                    <a:pt x="1467" y="3537"/>
                    <a:pt x="1476" y="3535"/>
                    <a:pt x="1480" y="3535"/>
                  </a:cubicBezTo>
                  <a:cubicBezTo>
                    <a:pt x="1489" y="3535"/>
                    <a:pt x="1471" y="3547"/>
                    <a:pt x="1459" y="3547"/>
                  </a:cubicBezTo>
                  <a:cubicBezTo>
                    <a:pt x="1456" y="3547"/>
                    <a:pt x="1453" y="3546"/>
                    <a:pt x="1452" y="3543"/>
                  </a:cubicBezTo>
                  <a:lnTo>
                    <a:pt x="1387" y="3567"/>
                  </a:lnTo>
                  <a:cubicBezTo>
                    <a:pt x="1365" y="3583"/>
                    <a:pt x="1361" y="3589"/>
                    <a:pt x="1368" y="3589"/>
                  </a:cubicBezTo>
                  <a:cubicBezTo>
                    <a:pt x="1380" y="3589"/>
                    <a:pt x="1420" y="3574"/>
                    <a:pt x="1460" y="3559"/>
                  </a:cubicBezTo>
                  <a:lnTo>
                    <a:pt x="1468" y="3584"/>
                  </a:lnTo>
                  <a:cubicBezTo>
                    <a:pt x="1471" y="3591"/>
                    <a:pt x="1473" y="3597"/>
                    <a:pt x="1480" y="3597"/>
                  </a:cubicBezTo>
                  <a:cubicBezTo>
                    <a:pt x="1488" y="3597"/>
                    <a:pt x="1502" y="3589"/>
                    <a:pt x="1533" y="3567"/>
                  </a:cubicBezTo>
                  <a:cubicBezTo>
                    <a:pt x="1583" y="3549"/>
                    <a:pt x="1633" y="3530"/>
                    <a:pt x="1657" y="3530"/>
                  </a:cubicBezTo>
                  <a:cubicBezTo>
                    <a:pt x="1664" y="3530"/>
                    <a:pt x="1669" y="3531"/>
                    <a:pt x="1670" y="3535"/>
                  </a:cubicBezTo>
                  <a:cubicBezTo>
                    <a:pt x="1687" y="3526"/>
                    <a:pt x="1694" y="3522"/>
                    <a:pt x="1695" y="3522"/>
                  </a:cubicBezTo>
                  <a:lnTo>
                    <a:pt x="1695" y="3522"/>
                  </a:lnTo>
                  <a:cubicBezTo>
                    <a:pt x="1698" y="3522"/>
                    <a:pt x="1677" y="3536"/>
                    <a:pt x="1672" y="3536"/>
                  </a:cubicBezTo>
                  <a:cubicBezTo>
                    <a:pt x="1671" y="3536"/>
                    <a:pt x="1670" y="3536"/>
                    <a:pt x="1670" y="3535"/>
                  </a:cubicBezTo>
                  <a:cubicBezTo>
                    <a:pt x="1606" y="3559"/>
                    <a:pt x="1541" y="3584"/>
                    <a:pt x="1549" y="3600"/>
                  </a:cubicBezTo>
                  <a:cubicBezTo>
                    <a:pt x="1549" y="3608"/>
                    <a:pt x="1492" y="3640"/>
                    <a:pt x="1492" y="3640"/>
                  </a:cubicBezTo>
                  <a:cubicBezTo>
                    <a:pt x="1386" y="3674"/>
                    <a:pt x="1421" y="3701"/>
                    <a:pt x="1477" y="3701"/>
                  </a:cubicBezTo>
                  <a:cubicBezTo>
                    <a:pt x="1490" y="3701"/>
                    <a:pt x="1503" y="3700"/>
                    <a:pt x="1516" y="3697"/>
                  </a:cubicBezTo>
                  <a:cubicBezTo>
                    <a:pt x="1565" y="3685"/>
                    <a:pt x="1596" y="3679"/>
                    <a:pt x="1610" y="3679"/>
                  </a:cubicBezTo>
                  <a:cubicBezTo>
                    <a:pt x="1634" y="3679"/>
                    <a:pt x="1609" y="3697"/>
                    <a:pt x="1533" y="3738"/>
                  </a:cubicBezTo>
                  <a:cubicBezTo>
                    <a:pt x="1491" y="3757"/>
                    <a:pt x="1479" y="3766"/>
                    <a:pt x="1488" y="3766"/>
                  </a:cubicBezTo>
                  <a:cubicBezTo>
                    <a:pt x="1507" y="3766"/>
                    <a:pt x="1605" y="3734"/>
                    <a:pt x="1727" y="3681"/>
                  </a:cubicBezTo>
                  <a:lnTo>
                    <a:pt x="1914" y="3600"/>
                  </a:lnTo>
                  <a:lnTo>
                    <a:pt x="1735" y="3697"/>
                  </a:lnTo>
                  <a:cubicBezTo>
                    <a:pt x="1570" y="3794"/>
                    <a:pt x="1517" y="3823"/>
                    <a:pt x="1551" y="3823"/>
                  </a:cubicBezTo>
                  <a:cubicBezTo>
                    <a:pt x="1565" y="3823"/>
                    <a:pt x="1595" y="3818"/>
                    <a:pt x="1638" y="3811"/>
                  </a:cubicBezTo>
                  <a:cubicBezTo>
                    <a:pt x="1668" y="3807"/>
                    <a:pt x="1685" y="3804"/>
                    <a:pt x="1692" y="3804"/>
                  </a:cubicBezTo>
                  <a:cubicBezTo>
                    <a:pt x="1701" y="3804"/>
                    <a:pt x="1688" y="3811"/>
                    <a:pt x="1654" y="3835"/>
                  </a:cubicBezTo>
                  <a:cubicBezTo>
                    <a:pt x="1589" y="3867"/>
                    <a:pt x="1597" y="3884"/>
                    <a:pt x="1622" y="3916"/>
                  </a:cubicBezTo>
                  <a:cubicBezTo>
                    <a:pt x="1636" y="3940"/>
                    <a:pt x="1645" y="3952"/>
                    <a:pt x="1661" y="3952"/>
                  </a:cubicBezTo>
                  <a:cubicBezTo>
                    <a:pt x="1672" y="3952"/>
                    <a:pt x="1687" y="3946"/>
                    <a:pt x="1711" y="3932"/>
                  </a:cubicBezTo>
                  <a:cubicBezTo>
                    <a:pt x="1711" y="3932"/>
                    <a:pt x="1719" y="3940"/>
                    <a:pt x="1727" y="3957"/>
                  </a:cubicBezTo>
                  <a:cubicBezTo>
                    <a:pt x="1679" y="3997"/>
                    <a:pt x="1668" y="4016"/>
                    <a:pt x="1680" y="4016"/>
                  </a:cubicBezTo>
                  <a:cubicBezTo>
                    <a:pt x="1695" y="4016"/>
                    <a:pt x="1743" y="3989"/>
                    <a:pt x="1800" y="3940"/>
                  </a:cubicBezTo>
                  <a:lnTo>
                    <a:pt x="1816" y="3957"/>
                  </a:lnTo>
                  <a:lnTo>
                    <a:pt x="1760" y="3997"/>
                  </a:lnTo>
                  <a:cubicBezTo>
                    <a:pt x="1703" y="4038"/>
                    <a:pt x="1719" y="4070"/>
                    <a:pt x="1792" y="4159"/>
                  </a:cubicBezTo>
                  <a:cubicBezTo>
                    <a:pt x="1838" y="4210"/>
                    <a:pt x="1865" y="4236"/>
                    <a:pt x="1893" y="4236"/>
                  </a:cubicBezTo>
                  <a:cubicBezTo>
                    <a:pt x="1918" y="4236"/>
                    <a:pt x="1944" y="4214"/>
                    <a:pt x="1987" y="4167"/>
                  </a:cubicBezTo>
                  <a:cubicBezTo>
                    <a:pt x="2035" y="4127"/>
                    <a:pt x="2063" y="4106"/>
                    <a:pt x="2070" y="4106"/>
                  </a:cubicBezTo>
                  <a:lnTo>
                    <a:pt x="2070" y="4106"/>
                  </a:lnTo>
                  <a:cubicBezTo>
                    <a:pt x="2079" y="4106"/>
                    <a:pt x="2059" y="4135"/>
                    <a:pt x="2011" y="4192"/>
                  </a:cubicBezTo>
                  <a:cubicBezTo>
                    <a:pt x="1975" y="4227"/>
                    <a:pt x="1949" y="4267"/>
                    <a:pt x="1952" y="4267"/>
                  </a:cubicBezTo>
                  <a:cubicBezTo>
                    <a:pt x="1954" y="4267"/>
                    <a:pt x="1959" y="4262"/>
                    <a:pt x="1970" y="4249"/>
                  </a:cubicBezTo>
                  <a:lnTo>
                    <a:pt x="1970" y="4249"/>
                  </a:lnTo>
                  <a:cubicBezTo>
                    <a:pt x="1970" y="4249"/>
                    <a:pt x="1995" y="4273"/>
                    <a:pt x="1954" y="4330"/>
                  </a:cubicBezTo>
                  <a:cubicBezTo>
                    <a:pt x="1926" y="4399"/>
                    <a:pt x="1926" y="4423"/>
                    <a:pt x="1939" y="4423"/>
                  </a:cubicBezTo>
                  <a:cubicBezTo>
                    <a:pt x="1952" y="4423"/>
                    <a:pt x="1979" y="4399"/>
                    <a:pt x="2003" y="4370"/>
                  </a:cubicBezTo>
                  <a:cubicBezTo>
                    <a:pt x="2032" y="4325"/>
                    <a:pt x="2044" y="4308"/>
                    <a:pt x="2047" y="4308"/>
                  </a:cubicBezTo>
                  <a:lnTo>
                    <a:pt x="2047" y="4308"/>
                  </a:lnTo>
                  <a:cubicBezTo>
                    <a:pt x="2050" y="4308"/>
                    <a:pt x="2030" y="4347"/>
                    <a:pt x="2011" y="4386"/>
                  </a:cubicBezTo>
                  <a:cubicBezTo>
                    <a:pt x="1987" y="4434"/>
                    <a:pt x="1964" y="4481"/>
                    <a:pt x="1968" y="4481"/>
                  </a:cubicBezTo>
                  <a:cubicBezTo>
                    <a:pt x="1970" y="4481"/>
                    <a:pt x="1976" y="4475"/>
                    <a:pt x="1987" y="4459"/>
                  </a:cubicBezTo>
                  <a:cubicBezTo>
                    <a:pt x="2011" y="4442"/>
                    <a:pt x="2046" y="4429"/>
                    <a:pt x="2071" y="4429"/>
                  </a:cubicBezTo>
                  <a:cubicBezTo>
                    <a:pt x="2105" y="4429"/>
                    <a:pt x="2122" y="4451"/>
                    <a:pt x="2076" y="4516"/>
                  </a:cubicBezTo>
                  <a:lnTo>
                    <a:pt x="2108" y="4540"/>
                  </a:lnTo>
                  <a:cubicBezTo>
                    <a:pt x="2125" y="4506"/>
                    <a:pt x="2140" y="4497"/>
                    <a:pt x="2154" y="4497"/>
                  </a:cubicBezTo>
                  <a:cubicBezTo>
                    <a:pt x="2166" y="4497"/>
                    <a:pt x="2178" y="4504"/>
                    <a:pt x="2189" y="4508"/>
                  </a:cubicBezTo>
                  <a:cubicBezTo>
                    <a:pt x="2222" y="4524"/>
                    <a:pt x="2230" y="4532"/>
                    <a:pt x="2197" y="4597"/>
                  </a:cubicBezTo>
                  <a:cubicBezTo>
                    <a:pt x="2170" y="4625"/>
                    <a:pt x="2163" y="4639"/>
                    <a:pt x="2173" y="4639"/>
                  </a:cubicBezTo>
                  <a:cubicBezTo>
                    <a:pt x="2180" y="4639"/>
                    <a:pt x="2197" y="4631"/>
                    <a:pt x="2222" y="4613"/>
                  </a:cubicBezTo>
                  <a:cubicBezTo>
                    <a:pt x="2222" y="4614"/>
                    <a:pt x="2223" y="4614"/>
                    <a:pt x="2224" y="4614"/>
                  </a:cubicBezTo>
                  <a:cubicBezTo>
                    <a:pt x="2242" y="4614"/>
                    <a:pt x="2307" y="4516"/>
                    <a:pt x="2325" y="4516"/>
                  </a:cubicBezTo>
                  <a:cubicBezTo>
                    <a:pt x="2326" y="4516"/>
                    <a:pt x="2327" y="4516"/>
                    <a:pt x="2327" y="4516"/>
                  </a:cubicBezTo>
                  <a:cubicBezTo>
                    <a:pt x="2357" y="4456"/>
                    <a:pt x="2394" y="4410"/>
                    <a:pt x="2406" y="4410"/>
                  </a:cubicBezTo>
                  <a:cubicBezTo>
                    <a:pt x="2407" y="4410"/>
                    <a:pt x="2408" y="4410"/>
                    <a:pt x="2408" y="4411"/>
                  </a:cubicBezTo>
                  <a:lnTo>
                    <a:pt x="2376" y="4467"/>
                  </a:lnTo>
                  <a:lnTo>
                    <a:pt x="2319" y="4589"/>
                  </a:lnTo>
                  <a:cubicBezTo>
                    <a:pt x="2325" y="4592"/>
                    <a:pt x="2329" y="4595"/>
                    <a:pt x="2335" y="4595"/>
                  </a:cubicBezTo>
                  <a:cubicBezTo>
                    <a:pt x="2344" y="4595"/>
                    <a:pt x="2355" y="4585"/>
                    <a:pt x="2376" y="4549"/>
                  </a:cubicBezTo>
                  <a:lnTo>
                    <a:pt x="2376" y="4549"/>
                  </a:lnTo>
                  <a:cubicBezTo>
                    <a:pt x="2360" y="4613"/>
                    <a:pt x="2368" y="4630"/>
                    <a:pt x="2400" y="4638"/>
                  </a:cubicBezTo>
                  <a:cubicBezTo>
                    <a:pt x="2409" y="4641"/>
                    <a:pt x="2418" y="4643"/>
                    <a:pt x="2429" y="4643"/>
                  </a:cubicBezTo>
                  <a:cubicBezTo>
                    <a:pt x="2447" y="4643"/>
                    <a:pt x="2468" y="4634"/>
                    <a:pt x="2489" y="4597"/>
                  </a:cubicBezTo>
                  <a:lnTo>
                    <a:pt x="2489" y="4597"/>
                  </a:lnTo>
                  <a:cubicBezTo>
                    <a:pt x="2471" y="4671"/>
                    <a:pt x="2492" y="4714"/>
                    <a:pt x="2524" y="4714"/>
                  </a:cubicBezTo>
                  <a:cubicBezTo>
                    <a:pt x="2548" y="4714"/>
                    <a:pt x="2578" y="4690"/>
                    <a:pt x="2603" y="4638"/>
                  </a:cubicBezTo>
                  <a:cubicBezTo>
                    <a:pt x="2615" y="4606"/>
                    <a:pt x="2623" y="4590"/>
                    <a:pt x="2627" y="4590"/>
                  </a:cubicBezTo>
                  <a:cubicBezTo>
                    <a:pt x="2631" y="4590"/>
                    <a:pt x="2631" y="4608"/>
                    <a:pt x="2627" y="4646"/>
                  </a:cubicBezTo>
                  <a:cubicBezTo>
                    <a:pt x="2627" y="4683"/>
                    <a:pt x="2627" y="4702"/>
                    <a:pt x="2632" y="4702"/>
                  </a:cubicBezTo>
                  <a:cubicBezTo>
                    <a:pt x="2636" y="4702"/>
                    <a:pt x="2644" y="4685"/>
                    <a:pt x="2660" y="4654"/>
                  </a:cubicBezTo>
                  <a:cubicBezTo>
                    <a:pt x="2668" y="4640"/>
                    <a:pt x="2673" y="4634"/>
                    <a:pt x="2677" y="4634"/>
                  </a:cubicBezTo>
                  <a:cubicBezTo>
                    <a:pt x="2688" y="4634"/>
                    <a:pt x="2684" y="4687"/>
                    <a:pt x="2684" y="4735"/>
                  </a:cubicBezTo>
                  <a:cubicBezTo>
                    <a:pt x="2669" y="4820"/>
                    <a:pt x="2669" y="4855"/>
                    <a:pt x="2679" y="4855"/>
                  </a:cubicBezTo>
                  <a:cubicBezTo>
                    <a:pt x="2686" y="4855"/>
                    <a:pt x="2696" y="4841"/>
                    <a:pt x="2708" y="4816"/>
                  </a:cubicBezTo>
                  <a:cubicBezTo>
                    <a:pt x="2745" y="4780"/>
                    <a:pt x="2767" y="4775"/>
                    <a:pt x="2783" y="4775"/>
                  </a:cubicBezTo>
                  <a:cubicBezTo>
                    <a:pt x="2789" y="4775"/>
                    <a:pt x="2793" y="4776"/>
                    <a:pt x="2797" y="4776"/>
                  </a:cubicBezTo>
                  <a:cubicBezTo>
                    <a:pt x="2838" y="4711"/>
                    <a:pt x="2854" y="4711"/>
                    <a:pt x="2854" y="4646"/>
                  </a:cubicBezTo>
                  <a:cubicBezTo>
                    <a:pt x="2862" y="4597"/>
                    <a:pt x="2870" y="4557"/>
                    <a:pt x="2887" y="4508"/>
                  </a:cubicBezTo>
                  <a:cubicBezTo>
                    <a:pt x="2899" y="4488"/>
                    <a:pt x="2907" y="4481"/>
                    <a:pt x="2911" y="4481"/>
                  </a:cubicBezTo>
                  <a:lnTo>
                    <a:pt x="2911" y="4481"/>
                  </a:lnTo>
                  <a:cubicBezTo>
                    <a:pt x="2921" y="4481"/>
                    <a:pt x="2914" y="4516"/>
                    <a:pt x="2903" y="4516"/>
                  </a:cubicBezTo>
                  <a:cubicBezTo>
                    <a:pt x="2862" y="4573"/>
                    <a:pt x="2878" y="4581"/>
                    <a:pt x="2878" y="4646"/>
                  </a:cubicBezTo>
                  <a:cubicBezTo>
                    <a:pt x="2887" y="4719"/>
                    <a:pt x="2911" y="4719"/>
                    <a:pt x="2927" y="4719"/>
                  </a:cubicBezTo>
                  <a:lnTo>
                    <a:pt x="2984" y="4727"/>
                  </a:lnTo>
                  <a:cubicBezTo>
                    <a:pt x="3005" y="4765"/>
                    <a:pt x="3020" y="4786"/>
                    <a:pt x="3030" y="4786"/>
                  </a:cubicBezTo>
                  <a:cubicBezTo>
                    <a:pt x="3039" y="4786"/>
                    <a:pt x="3045" y="4769"/>
                    <a:pt x="3049" y="4735"/>
                  </a:cubicBezTo>
                  <a:lnTo>
                    <a:pt x="3049" y="4670"/>
                  </a:lnTo>
                  <a:cubicBezTo>
                    <a:pt x="3049" y="4745"/>
                    <a:pt x="3101" y="4786"/>
                    <a:pt x="3151" y="4786"/>
                  </a:cubicBezTo>
                  <a:cubicBezTo>
                    <a:pt x="3192" y="4786"/>
                    <a:pt x="3232" y="4757"/>
                    <a:pt x="3235" y="4694"/>
                  </a:cubicBezTo>
                  <a:lnTo>
                    <a:pt x="3235" y="4767"/>
                  </a:lnTo>
                  <a:cubicBezTo>
                    <a:pt x="3235" y="4832"/>
                    <a:pt x="3251" y="4832"/>
                    <a:pt x="3284" y="4832"/>
                  </a:cubicBezTo>
                  <a:cubicBezTo>
                    <a:pt x="3300" y="4832"/>
                    <a:pt x="3357" y="4759"/>
                    <a:pt x="3397" y="4751"/>
                  </a:cubicBezTo>
                  <a:cubicBezTo>
                    <a:pt x="3462" y="4751"/>
                    <a:pt x="3503" y="4743"/>
                    <a:pt x="3495" y="4678"/>
                  </a:cubicBezTo>
                  <a:cubicBezTo>
                    <a:pt x="3511" y="4678"/>
                    <a:pt x="3511" y="4678"/>
                    <a:pt x="3519" y="4743"/>
                  </a:cubicBezTo>
                  <a:cubicBezTo>
                    <a:pt x="3511" y="4816"/>
                    <a:pt x="3527" y="4816"/>
                    <a:pt x="3543" y="4816"/>
                  </a:cubicBezTo>
                  <a:cubicBezTo>
                    <a:pt x="3560" y="4808"/>
                    <a:pt x="3551" y="4743"/>
                    <a:pt x="3543" y="4678"/>
                  </a:cubicBezTo>
                  <a:cubicBezTo>
                    <a:pt x="3539" y="4641"/>
                    <a:pt x="3539" y="4622"/>
                    <a:pt x="3546" y="4622"/>
                  </a:cubicBezTo>
                  <a:cubicBezTo>
                    <a:pt x="3552" y="4622"/>
                    <a:pt x="3564" y="4639"/>
                    <a:pt x="3584" y="4670"/>
                  </a:cubicBezTo>
                  <a:cubicBezTo>
                    <a:pt x="3603" y="4705"/>
                    <a:pt x="3628" y="4721"/>
                    <a:pt x="3649" y="4721"/>
                  </a:cubicBezTo>
                  <a:cubicBezTo>
                    <a:pt x="3673" y="4721"/>
                    <a:pt x="3693" y="4701"/>
                    <a:pt x="3697" y="4662"/>
                  </a:cubicBezTo>
                  <a:cubicBezTo>
                    <a:pt x="3700" y="4662"/>
                    <a:pt x="3703" y="4662"/>
                    <a:pt x="3706" y="4662"/>
                  </a:cubicBezTo>
                  <a:cubicBezTo>
                    <a:pt x="3719" y="4662"/>
                    <a:pt x="3733" y="4667"/>
                    <a:pt x="3746" y="4727"/>
                  </a:cubicBezTo>
                  <a:cubicBezTo>
                    <a:pt x="3759" y="4758"/>
                    <a:pt x="3779" y="4788"/>
                    <a:pt x="3794" y="4788"/>
                  </a:cubicBezTo>
                  <a:cubicBezTo>
                    <a:pt x="3806" y="4788"/>
                    <a:pt x="3815" y="4766"/>
                    <a:pt x="3811" y="4703"/>
                  </a:cubicBezTo>
                  <a:cubicBezTo>
                    <a:pt x="3827" y="4703"/>
                    <a:pt x="3827" y="4703"/>
                    <a:pt x="3843" y="4767"/>
                  </a:cubicBezTo>
                  <a:cubicBezTo>
                    <a:pt x="3862" y="4800"/>
                    <a:pt x="3878" y="4835"/>
                    <a:pt x="3883" y="4835"/>
                  </a:cubicBezTo>
                  <a:cubicBezTo>
                    <a:pt x="3888" y="4835"/>
                    <a:pt x="3886" y="4815"/>
                    <a:pt x="3876" y="4759"/>
                  </a:cubicBezTo>
                  <a:cubicBezTo>
                    <a:pt x="3880" y="4713"/>
                    <a:pt x="3896" y="4690"/>
                    <a:pt x="3919" y="4690"/>
                  </a:cubicBezTo>
                  <a:cubicBezTo>
                    <a:pt x="3936" y="4690"/>
                    <a:pt x="3957" y="4703"/>
                    <a:pt x="3981" y="4727"/>
                  </a:cubicBezTo>
                  <a:cubicBezTo>
                    <a:pt x="3997" y="4719"/>
                    <a:pt x="4014" y="4719"/>
                    <a:pt x="3989" y="4654"/>
                  </a:cubicBezTo>
                  <a:lnTo>
                    <a:pt x="3965" y="4589"/>
                  </a:lnTo>
                  <a:lnTo>
                    <a:pt x="3965" y="4589"/>
                  </a:lnTo>
                  <a:cubicBezTo>
                    <a:pt x="3993" y="4649"/>
                    <a:pt x="4009" y="4679"/>
                    <a:pt x="4013" y="4679"/>
                  </a:cubicBezTo>
                  <a:cubicBezTo>
                    <a:pt x="4018" y="4679"/>
                    <a:pt x="4010" y="4647"/>
                    <a:pt x="3989" y="4581"/>
                  </a:cubicBezTo>
                  <a:cubicBezTo>
                    <a:pt x="3977" y="4549"/>
                    <a:pt x="3975" y="4532"/>
                    <a:pt x="3979" y="4532"/>
                  </a:cubicBezTo>
                  <a:lnTo>
                    <a:pt x="3979" y="4532"/>
                  </a:lnTo>
                  <a:cubicBezTo>
                    <a:pt x="3983" y="4532"/>
                    <a:pt x="3993" y="4549"/>
                    <a:pt x="4005" y="4581"/>
                  </a:cubicBezTo>
                  <a:cubicBezTo>
                    <a:pt x="4037" y="4625"/>
                    <a:pt x="4054" y="4630"/>
                    <a:pt x="4060" y="4630"/>
                  </a:cubicBezTo>
                  <a:cubicBezTo>
                    <a:pt x="4061" y="4630"/>
                    <a:pt x="4062" y="4630"/>
                    <a:pt x="4062" y="4630"/>
                  </a:cubicBezTo>
                  <a:cubicBezTo>
                    <a:pt x="4078" y="4630"/>
                    <a:pt x="4119" y="4540"/>
                    <a:pt x="4176" y="4500"/>
                  </a:cubicBezTo>
                  <a:cubicBezTo>
                    <a:pt x="4273" y="4451"/>
                    <a:pt x="4314" y="4427"/>
                    <a:pt x="4281" y="4370"/>
                  </a:cubicBezTo>
                  <a:cubicBezTo>
                    <a:pt x="4264" y="4335"/>
                    <a:pt x="4256" y="4319"/>
                    <a:pt x="4261" y="4319"/>
                  </a:cubicBezTo>
                  <a:lnTo>
                    <a:pt x="4261" y="4319"/>
                  </a:lnTo>
                  <a:cubicBezTo>
                    <a:pt x="4265" y="4319"/>
                    <a:pt x="4279" y="4331"/>
                    <a:pt x="4305" y="4354"/>
                  </a:cubicBezTo>
                  <a:cubicBezTo>
                    <a:pt x="4337" y="4391"/>
                    <a:pt x="4351" y="4400"/>
                    <a:pt x="4362" y="4400"/>
                  </a:cubicBezTo>
                  <a:cubicBezTo>
                    <a:pt x="4368" y="4400"/>
                    <a:pt x="4373" y="4397"/>
                    <a:pt x="4378" y="4394"/>
                  </a:cubicBezTo>
                  <a:cubicBezTo>
                    <a:pt x="4384" y="4392"/>
                    <a:pt x="4389" y="4389"/>
                    <a:pt x="4394" y="4389"/>
                  </a:cubicBezTo>
                  <a:cubicBezTo>
                    <a:pt x="4404" y="4389"/>
                    <a:pt x="4417" y="4398"/>
                    <a:pt x="4443" y="4435"/>
                  </a:cubicBezTo>
                  <a:cubicBezTo>
                    <a:pt x="4419" y="4370"/>
                    <a:pt x="4419" y="4370"/>
                    <a:pt x="4427" y="4362"/>
                  </a:cubicBezTo>
                  <a:lnTo>
                    <a:pt x="4427" y="4362"/>
                  </a:lnTo>
                  <a:cubicBezTo>
                    <a:pt x="4444" y="4386"/>
                    <a:pt x="4457" y="4397"/>
                    <a:pt x="4464" y="4397"/>
                  </a:cubicBezTo>
                  <a:cubicBezTo>
                    <a:pt x="4473" y="4397"/>
                    <a:pt x="4470" y="4378"/>
                    <a:pt x="4451" y="4346"/>
                  </a:cubicBezTo>
                  <a:cubicBezTo>
                    <a:pt x="4414" y="4283"/>
                    <a:pt x="4393" y="4252"/>
                    <a:pt x="4395" y="4252"/>
                  </a:cubicBezTo>
                  <a:lnTo>
                    <a:pt x="4395" y="4252"/>
                  </a:lnTo>
                  <a:cubicBezTo>
                    <a:pt x="4396" y="4252"/>
                    <a:pt x="4416" y="4279"/>
                    <a:pt x="4459" y="4330"/>
                  </a:cubicBezTo>
                  <a:cubicBezTo>
                    <a:pt x="4485" y="4365"/>
                    <a:pt x="4526" y="4388"/>
                    <a:pt x="4540" y="4388"/>
                  </a:cubicBezTo>
                  <a:cubicBezTo>
                    <a:pt x="4547" y="4388"/>
                    <a:pt x="4545" y="4380"/>
                    <a:pt x="4524" y="4362"/>
                  </a:cubicBezTo>
                  <a:cubicBezTo>
                    <a:pt x="4484" y="4313"/>
                    <a:pt x="4500" y="4297"/>
                    <a:pt x="4468" y="4232"/>
                  </a:cubicBezTo>
                  <a:cubicBezTo>
                    <a:pt x="4471" y="4229"/>
                    <a:pt x="4475" y="4226"/>
                    <a:pt x="4481" y="4226"/>
                  </a:cubicBezTo>
                  <a:cubicBezTo>
                    <a:pt x="4491" y="4226"/>
                    <a:pt x="4507" y="4234"/>
                    <a:pt x="4532" y="4265"/>
                  </a:cubicBezTo>
                  <a:cubicBezTo>
                    <a:pt x="4543" y="4271"/>
                    <a:pt x="4552" y="4274"/>
                    <a:pt x="4560" y="4274"/>
                  </a:cubicBezTo>
                  <a:cubicBezTo>
                    <a:pt x="4599" y="4274"/>
                    <a:pt x="4599" y="4199"/>
                    <a:pt x="4565" y="4151"/>
                  </a:cubicBezTo>
                  <a:cubicBezTo>
                    <a:pt x="4539" y="4125"/>
                    <a:pt x="4529" y="4110"/>
                    <a:pt x="4533" y="4110"/>
                  </a:cubicBezTo>
                  <a:lnTo>
                    <a:pt x="4533" y="4110"/>
                  </a:lnTo>
                  <a:cubicBezTo>
                    <a:pt x="4537" y="4110"/>
                    <a:pt x="4551" y="4121"/>
                    <a:pt x="4573" y="4143"/>
                  </a:cubicBezTo>
                  <a:cubicBezTo>
                    <a:pt x="4599" y="4169"/>
                    <a:pt x="4616" y="4177"/>
                    <a:pt x="4627" y="4177"/>
                  </a:cubicBezTo>
                  <a:cubicBezTo>
                    <a:pt x="4637" y="4177"/>
                    <a:pt x="4642" y="4171"/>
                    <a:pt x="4646" y="4167"/>
                  </a:cubicBezTo>
                  <a:cubicBezTo>
                    <a:pt x="4633" y="4149"/>
                    <a:pt x="4629" y="4142"/>
                    <a:pt x="4632" y="4142"/>
                  </a:cubicBezTo>
                  <a:lnTo>
                    <a:pt x="4632" y="4142"/>
                  </a:lnTo>
                  <a:cubicBezTo>
                    <a:pt x="4637" y="4142"/>
                    <a:pt x="4672" y="4175"/>
                    <a:pt x="4711" y="4208"/>
                  </a:cubicBezTo>
                  <a:cubicBezTo>
                    <a:pt x="4728" y="4238"/>
                    <a:pt x="4741" y="4248"/>
                    <a:pt x="4752" y="4248"/>
                  </a:cubicBezTo>
                  <a:cubicBezTo>
                    <a:pt x="4763" y="4248"/>
                    <a:pt x="4772" y="4240"/>
                    <a:pt x="4784" y="4232"/>
                  </a:cubicBezTo>
                  <a:cubicBezTo>
                    <a:pt x="4759" y="4184"/>
                    <a:pt x="4768" y="4127"/>
                    <a:pt x="4808" y="4094"/>
                  </a:cubicBezTo>
                  <a:cubicBezTo>
                    <a:pt x="4849" y="4030"/>
                    <a:pt x="4808" y="3981"/>
                    <a:pt x="4711" y="3876"/>
                  </a:cubicBezTo>
                  <a:lnTo>
                    <a:pt x="4605" y="3795"/>
                  </a:lnTo>
                  <a:lnTo>
                    <a:pt x="4719" y="3867"/>
                  </a:lnTo>
                  <a:cubicBezTo>
                    <a:pt x="4776" y="3908"/>
                    <a:pt x="4897" y="3965"/>
                    <a:pt x="4897" y="3965"/>
                  </a:cubicBezTo>
                  <a:cubicBezTo>
                    <a:pt x="4905" y="3957"/>
                    <a:pt x="4849" y="3916"/>
                    <a:pt x="4792" y="3884"/>
                  </a:cubicBezTo>
                  <a:cubicBezTo>
                    <a:pt x="4753" y="3856"/>
                    <a:pt x="4745" y="3843"/>
                    <a:pt x="4766" y="3843"/>
                  </a:cubicBezTo>
                  <a:cubicBezTo>
                    <a:pt x="4777" y="3843"/>
                    <a:pt x="4793" y="3846"/>
                    <a:pt x="4816" y="3851"/>
                  </a:cubicBezTo>
                  <a:cubicBezTo>
                    <a:pt x="4832" y="3853"/>
                    <a:pt x="4845" y="3854"/>
                    <a:pt x="4855" y="3854"/>
                  </a:cubicBezTo>
                  <a:cubicBezTo>
                    <a:pt x="4893" y="3854"/>
                    <a:pt x="4893" y="3841"/>
                    <a:pt x="4849" y="3803"/>
                  </a:cubicBezTo>
                  <a:cubicBezTo>
                    <a:pt x="4854" y="3797"/>
                    <a:pt x="4860" y="3788"/>
                    <a:pt x="4884" y="3788"/>
                  </a:cubicBezTo>
                  <a:cubicBezTo>
                    <a:pt x="4895" y="3788"/>
                    <a:pt x="4910" y="3789"/>
                    <a:pt x="4930" y="3795"/>
                  </a:cubicBezTo>
                  <a:cubicBezTo>
                    <a:pt x="4938" y="3786"/>
                    <a:pt x="4938" y="3786"/>
                    <a:pt x="4881" y="3754"/>
                  </a:cubicBezTo>
                  <a:cubicBezTo>
                    <a:pt x="4838" y="3732"/>
                    <a:pt x="4827" y="3718"/>
                    <a:pt x="4844" y="3718"/>
                  </a:cubicBezTo>
                  <a:cubicBezTo>
                    <a:pt x="4852" y="3718"/>
                    <a:pt x="4868" y="3722"/>
                    <a:pt x="4889" y="3730"/>
                  </a:cubicBezTo>
                  <a:cubicBezTo>
                    <a:pt x="4929" y="3745"/>
                    <a:pt x="4960" y="3750"/>
                    <a:pt x="4980" y="3750"/>
                  </a:cubicBezTo>
                  <a:cubicBezTo>
                    <a:pt x="5025" y="3750"/>
                    <a:pt x="5023" y="3722"/>
                    <a:pt x="4978" y="3705"/>
                  </a:cubicBezTo>
                  <a:cubicBezTo>
                    <a:pt x="4914" y="3673"/>
                    <a:pt x="4922" y="3665"/>
                    <a:pt x="4930" y="3649"/>
                  </a:cubicBezTo>
                  <a:cubicBezTo>
                    <a:pt x="4938" y="3632"/>
                    <a:pt x="4938" y="3624"/>
                    <a:pt x="4881" y="3584"/>
                  </a:cubicBezTo>
                  <a:lnTo>
                    <a:pt x="4897" y="3559"/>
                  </a:lnTo>
                  <a:cubicBezTo>
                    <a:pt x="4899" y="3557"/>
                    <a:pt x="4901" y="3556"/>
                    <a:pt x="4905" y="3556"/>
                  </a:cubicBezTo>
                  <a:cubicBezTo>
                    <a:pt x="4922" y="3556"/>
                    <a:pt x="4961" y="3586"/>
                    <a:pt x="4954" y="3600"/>
                  </a:cubicBezTo>
                  <a:lnTo>
                    <a:pt x="5027" y="3608"/>
                  </a:lnTo>
                  <a:cubicBezTo>
                    <a:pt x="5035" y="3584"/>
                    <a:pt x="5043" y="3567"/>
                    <a:pt x="4986" y="3535"/>
                  </a:cubicBezTo>
                  <a:cubicBezTo>
                    <a:pt x="4921" y="3500"/>
                    <a:pt x="4891" y="3484"/>
                    <a:pt x="4897" y="3484"/>
                  </a:cubicBezTo>
                  <a:lnTo>
                    <a:pt x="4897" y="3484"/>
                  </a:lnTo>
                  <a:cubicBezTo>
                    <a:pt x="4902" y="3484"/>
                    <a:pt x="4934" y="3496"/>
                    <a:pt x="4995" y="3519"/>
                  </a:cubicBezTo>
                  <a:cubicBezTo>
                    <a:pt x="5029" y="3532"/>
                    <a:pt x="5064" y="3540"/>
                    <a:pt x="5080" y="3540"/>
                  </a:cubicBezTo>
                  <a:cubicBezTo>
                    <a:pt x="5094" y="3540"/>
                    <a:pt x="5094" y="3534"/>
                    <a:pt x="5068" y="3519"/>
                  </a:cubicBezTo>
                  <a:cubicBezTo>
                    <a:pt x="5000" y="3483"/>
                    <a:pt x="4993" y="3472"/>
                    <a:pt x="5010" y="3472"/>
                  </a:cubicBezTo>
                  <a:cubicBezTo>
                    <a:pt x="5024" y="3472"/>
                    <a:pt x="5055" y="3479"/>
                    <a:pt x="5084" y="3486"/>
                  </a:cubicBezTo>
                  <a:cubicBezTo>
                    <a:pt x="5137" y="3515"/>
                    <a:pt x="5167" y="3531"/>
                    <a:pt x="5174" y="3531"/>
                  </a:cubicBezTo>
                  <a:cubicBezTo>
                    <a:pt x="5183" y="3531"/>
                    <a:pt x="5156" y="3505"/>
                    <a:pt x="5092" y="3446"/>
                  </a:cubicBezTo>
                  <a:cubicBezTo>
                    <a:pt x="5100" y="3413"/>
                    <a:pt x="5051" y="3340"/>
                    <a:pt x="5068" y="3300"/>
                  </a:cubicBezTo>
                  <a:cubicBezTo>
                    <a:pt x="5084" y="3243"/>
                    <a:pt x="5092" y="3219"/>
                    <a:pt x="5157" y="3219"/>
                  </a:cubicBezTo>
                  <a:cubicBezTo>
                    <a:pt x="5216" y="3229"/>
                    <a:pt x="5250" y="3232"/>
                    <a:pt x="5264" y="3232"/>
                  </a:cubicBezTo>
                  <a:cubicBezTo>
                    <a:pt x="5283" y="3232"/>
                    <a:pt x="5267" y="3227"/>
                    <a:pt x="5230" y="3227"/>
                  </a:cubicBezTo>
                  <a:cubicBezTo>
                    <a:pt x="5092" y="3203"/>
                    <a:pt x="5100" y="3186"/>
                    <a:pt x="5108" y="3146"/>
                  </a:cubicBezTo>
                  <a:cubicBezTo>
                    <a:pt x="5189" y="3113"/>
                    <a:pt x="5124" y="3073"/>
                    <a:pt x="5059" y="3049"/>
                  </a:cubicBezTo>
                  <a:lnTo>
                    <a:pt x="5051" y="3081"/>
                  </a:lnTo>
                  <a:cubicBezTo>
                    <a:pt x="4922" y="3057"/>
                    <a:pt x="4922" y="3040"/>
                    <a:pt x="4995" y="3024"/>
                  </a:cubicBezTo>
                  <a:cubicBezTo>
                    <a:pt x="4995" y="3022"/>
                    <a:pt x="5000" y="3021"/>
                    <a:pt x="5010" y="3021"/>
                  </a:cubicBezTo>
                  <a:cubicBezTo>
                    <a:pt x="5033" y="3021"/>
                    <a:pt x="5081" y="3027"/>
                    <a:pt x="5132" y="3032"/>
                  </a:cubicBezTo>
                  <a:cubicBezTo>
                    <a:pt x="5150" y="3035"/>
                    <a:pt x="5167" y="3036"/>
                    <a:pt x="5183" y="3036"/>
                  </a:cubicBezTo>
                  <a:cubicBezTo>
                    <a:pt x="5228" y="3036"/>
                    <a:pt x="5264" y="3028"/>
                    <a:pt x="5270" y="3016"/>
                  </a:cubicBezTo>
                  <a:cubicBezTo>
                    <a:pt x="5270" y="3003"/>
                    <a:pt x="5270" y="2990"/>
                    <a:pt x="5231" y="2990"/>
                  </a:cubicBezTo>
                  <a:cubicBezTo>
                    <a:pt x="5222" y="2990"/>
                    <a:pt x="5211" y="2990"/>
                    <a:pt x="5197" y="2992"/>
                  </a:cubicBezTo>
                  <a:cubicBezTo>
                    <a:pt x="5132" y="2984"/>
                    <a:pt x="5132" y="2984"/>
                    <a:pt x="5132" y="2968"/>
                  </a:cubicBezTo>
                  <a:cubicBezTo>
                    <a:pt x="5141" y="2959"/>
                    <a:pt x="5141" y="2943"/>
                    <a:pt x="5076" y="2919"/>
                  </a:cubicBezTo>
                  <a:cubicBezTo>
                    <a:pt x="5003" y="2919"/>
                    <a:pt x="5003" y="2903"/>
                    <a:pt x="5011" y="2886"/>
                  </a:cubicBezTo>
                  <a:cubicBezTo>
                    <a:pt x="5076" y="2878"/>
                    <a:pt x="5084" y="2854"/>
                    <a:pt x="5084" y="2854"/>
                  </a:cubicBezTo>
                  <a:lnTo>
                    <a:pt x="5149" y="2854"/>
                  </a:lnTo>
                  <a:cubicBezTo>
                    <a:pt x="5197" y="2854"/>
                    <a:pt x="5238" y="2854"/>
                    <a:pt x="5286" y="2846"/>
                  </a:cubicBezTo>
                  <a:cubicBezTo>
                    <a:pt x="5286" y="2830"/>
                    <a:pt x="5222" y="2830"/>
                    <a:pt x="5222" y="2830"/>
                  </a:cubicBezTo>
                  <a:cubicBezTo>
                    <a:pt x="5173" y="2822"/>
                    <a:pt x="5149" y="2473"/>
                    <a:pt x="5149" y="2424"/>
                  </a:cubicBezTo>
                  <a:cubicBezTo>
                    <a:pt x="5201" y="2398"/>
                    <a:pt x="5211" y="2361"/>
                    <a:pt x="5178" y="2361"/>
                  </a:cubicBezTo>
                  <a:cubicBezTo>
                    <a:pt x="5171" y="2361"/>
                    <a:pt x="5161" y="2363"/>
                    <a:pt x="5149" y="2368"/>
                  </a:cubicBezTo>
                  <a:cubicBezTo>
                    <a:pt x="5145" y="2368"/>
                    <a:pt x="5141" y="2368"/>
                    <a:pt x="5137" y="2368"/>
                  </a:cubicBezTo>
                  <a:cubicBezTo>
                    <a:pt x="5074" y="2368"/>
                    <a:pt x="5059" y="2306"/>
                    <a:pt x="5043" y="2222"/>
                  </a:cubicBezTo>
                  <a:cubicBezTo>
                    <a:pt x="5029" y="2134"/>
                    <a:pt x="5014" y="2073"/>
                    <a:pt x="4965" y="2073"/>
                  </a:cubicBezTo>
                  <a:cubicBezTo>
                    <a:pt x="4959" y="2073"/>
                    <a:pt x="4953" y="2074"/>
                    <a:pt x="4946" y="2076"/>
                  </a:cubicBezTo>
                  <a:lnTo>
                    <a:pt x="4938" y="2035"/>
                  </a:lnTo>
                  <a:cubicBezTo>
                    <a:pt x="4922" y="2011"/>
                    <a:pt x="4849" y="2011"/>
                    <a:pt x="4841" y="1995"/>
                  </a:cubicBezTo>
                  <a:cubicBezTo>
                    <a:pt x="4820" y="2000"/>
                    <a:pt x="4806" y="2002"/>
                    <a:pt x="4797" y="2002"/>
                  </a:cubicBezTo>
                  <a:cubicBezTo>
                    <a:pt x="4778" y="2002"/>
                    <a:pt x="4790" y="1992"/>
                    <a:pt x="4841" y="1986"/>
                  </a:cubicBezTo>
                  <a:cubicBezTo>
                    <a:pt x="4905" y="1962"/>
                    <a:pt x="4970" y="1938"/>
                    <a:pt x="4962" y="1922"/>
                  </a:cubicBezTo>
                  <a:cubicBezTo>
                    <a:pt x="4960" y="1914"/>
                    <a:pt x="4953" y="1912"/>
                    <a:pt x="4942" y="1912"/>
                  </a:cubicBezTo>
                  <a:cubicBezTo>
                    <a:pt x="4916" y="1912"/>
                    <a:pt x="4870" y="1929"/>
                    <a:pt x="4824" y="1946"/>
                  </a:cubicBezTo>
                  <a:cubicBezTo>
                    <a:pt x="4785" y="1961"/>
                    <a:pt x="4770" y="1963"/>
                    <a:pt x="4764" y="1963"/>
                  </a:cubicBezTo>
                  <a:cubicBezTo>
                    <a:pt x="4759" y="1963"/>
                    <a:pt x="4759" y="1962"/>
                    <a:pt x="4759" y="1962"/>
                  </a:cubicBezTo>
                  <a:cubicBezTo>
                    <a:pt x="4751" y="1946"/>
                    <a:pt x="4751" y="1946"/>
                    <a:pt x="4816" y="1922"/>
                  </a:cubicBezTo>
                  <a:lnTo>
                    <a:pt x="4938" y="1865"/>
                  </a:lnTo>
                  <a:lnTo>
                    <a:pt x="4938" y="1857"/>
                  </a:lnTo>
                  <a:cubicBezTo>
                    <a:pt x="4899" y="1871"/>
                    <a:pt x="4880" y="1874"/>
                    <a:pt x="4872" y="1874"/>
                  </a:cubicBezTo>
                  <a:cubicBezTo>
                    <a:pt x="4866" y="1874"/>
                    <a:pt x="4865" y="1873"/>
                    <a:pt x="4865" y="1873"/>
                  </a:cubicBezTo>
                  <a:cubicBezTo>
                    <a:pt x="4865" y="1857"/>
                    <a:pt x="4865" y="1857"/>
                    <a:pt x="4986" y="1800"/>
                  </a:cubicBezTo>
                  <a:cubicBezTo>
                    <a:pt x="5059" y="1766"/>
                    <a:pt x="5085" y="1747"/>
                    <a:pt x="5068" y="1747"/>
                  </a:cubicBezTo>
                  <a:cubicBezTo>
                    <a:pt x="5056" y="1747"/>
                    <a:pt x="5023" y="1756"/>
                    <a:pt x="4970" y="1776"/>
                  </a:cubicBezTo>
                  <a:lnTo>
                    <a:pt x="4905" y="1776"/>
                  </a:lnTo>
                  <a:cubicBezTo>
                    <a:pt x="4960" y="1741"/>
                    <a:pt x="4958" y="1730"/>
                    <a:pt x="4935" y="1730"/>
                  </a:cubicBezTo>
                  <a:cubicBezTo>
                    <a:pt x="4910" y="1730"/>
                    <a:pt x="4858" y="1743"/>
                    <a:pt x="4824" y="1751"/>
                  </a:cubicBezTo>
                  <a:cubicBezTo>
                    <a:pt x="4894" y="1706"/>
                    <a:pt x="4918" y="1683"/>
                    <a:pt x="4898" y="1683"/>
                  </a:cubicBezTo>
                  <a:cubicBezTo>
                    <a:pt x="4885" y="1683"/>
                    <a:pt x="4855" y="1692"/>
                    <a:pt x="4808" y="1711"/>
                  </a:cubicBezTo>
                  <a:cubicBezTo>
                    <a:pt x="4782" y="1727"/>
                    <a:pt x="4765" y="1734"/>
                    <a:pt x="4758" y="1734"/>
                  </a:cubicBezTo>
                  <a:cubicBezTo>
                    <a:pt x="4747" y="1734"/>
                    <a:pt x="4758" y="1719"/>
                    <a:pt x="4792" y="1695"/>
                  </a:cubicBezTo>
                  <a:cubicBezTo>
                    <a:pt x="4841" y="1646"/>
                    <a:pt x="4832" y="1630"/>
                    <a:pt x="4816" y="1605"/>
                  </a:cubicBezTo>
                  <a:lnTo>
                    <a:pt x="4816" y="1605"/>
                  </a:lnTo>
                  <a:cubicBezTo>
                    <a:pt x="4808" y="1609"/>
                    <a:pt x="4799" y="1610"/>
                    <a:pt x="4791" y="1610"/>
                  </a:cubicBezTo>
                  <a:cubicBezTo>
                    <a:pt x="4738" y="1610"/>
                    <a:pt x="4694" y="1544"/>
                    <a:pt x="4638" y="1459"/>
                  </a:cubicBezTo>
                  <a:cubicBezTo>
                    <a:pt x="4583" y="1387"/>
                    <a:pt x="4533" y="1336"/>
                    <a:pt x="4491" y="1336"/>
                  </a:cubicBezTo>
                  <a:cubicBezTo>
                    <a:pt x="4477" y="1336"/>
                    <a:pt x="4464" y="1342"/>
                    <a:pt x="4451" y="1354"/>
                  </a:cubicBezTo>
                  <a:cubicBezTo>
                    <a:pt x="4443" y="1346"/>
                    <a:pt x="4443" y="1346"/>
                    <a:pt x="4484" y="1289"/>
                  </a:cubicBezTo>
                  <a:cubicBezTo>
                    <a:pt x="4503" y="1266"/>
                    <a:pt x="4511" y="1251"/>
                    <a:pt x="4504" y="1251"/>
                  </a:cubicBezTo>
                  <a:lnTo>
                    <a:pt x="4504" y="1251"/>
                  </a:lnTo>
                  <a:cubicBezTo>
                    <a:pt x="4497" y="1251"/>
                    <a:pt x="4470" y="1270"/>
                    <a:pt x="4419" y="1322"/>
                  </a:cubicBezTo>
                  <a:cubicBezTo>
                    <a:pt x="4388" y="1344"/>
                    <a:pt x="4359" y="1369"/>
                    <a:pt x="4354" y="1369"/>
                  </a:cubicBezTo>
                  <a:cubicBezTo>
                    <a:pt x="4351" y="1369"/>
                    <a:pt x="4363" y="1353"/>
                    <a:pt x="4403" y="1305"/>
                  </a:cubicBezTo>
                  <a:cubicBezTo>
                    <a:pt x="4451" y="1257"/>
                    <a:pt x="4435" y="1241"/>
                    <a:pt x="4395" y="1200"/>
                  </a:cubicBezTo>
                  <a:cubicBezTo>
                    <a:pt x="4382" y="1175"/>
                    <a:pt x="4358" y="1162"/>
                    <a:pt x="4335" y="1162"/>
                  </a:cubicBezTo>
                  <a:cubicBezTo>
                    <a:pt x="4314" y="1162"/>
                    <a:pt x="4293" y="1173"/>
                    <a:pt x="4281" y="1192"/>
                  </a:cubicBezTo>
                  <a:cubicBezTo>
                    <a:pt x="4249" y="1216"/>
                    <a:pt x="4232" y="1228"/>
                    <a:pt x="4230" y="1228"/>
                  </a:cubicBezTo>
                  <a:cubicBezTo>
                    <a:pt x="4228" y="1228"/>
                    <a:pt x="4241" y="1216"/>
                    <a:pt x="4265" y="1192"/>
                  </a:cubicBezTo>
                  <a:cubicBezTo>
                    <a:pt x="4330" y="1116"/>
                    <a:pt x="4335" y="1043"/>
                    <a:pt x="4292" y="1043"/>
                  </a:cubicBezTo>
                  <a:cubicBezTo>
                    <a:pt x="4276" y="1043"/>
                    <a:pt x="4253" y="1054"/>
                    <a:pt x="4224" y="1078"/>
                  </a:cubicBezTo>
                  <a:cubicBezTo>
                    <a:pt x="4208" y="1070"/>
                    <a:pt x="4200" y="1062"/>
                    <a:pt x="4232" y="1005"/>
                  </a:cubicBezTo>
                  <a:cubicBezTo>
                    <a:pt x="4229" y="1002"/>
                    <a:pt x="4224" y="999"/>
                    <a:pt x="4216" y="999"/>
                  </a:cubicBezTo>
                  <a:cubicBezTo>
                    <a:pt x="4203" y="999"/>
                    <a:pt x="4182" y="1006"/>
                    <a:pt x="4143" y="1030"/>
                  </a:cubicBezTo>
                  <a:lnTo>
                    <a:pt x="4062" y="973"/>
                  </a:lnTo>
                  <a:cubicBezTo>
                    <a:pt x="4060" y="972"/>
                    <a:pt x="4057" y="972"/>
                    <a:pt x="4054" y="972"/>
                  </a:cubicBezTo>
                  <a:cubicBezTo>
                    <a:pt x="4023" y="972"/>
                    <a:pt x="3981" y="1014"/>
                    <a:pt x="3981" y="1014"/>
                  </a:cubicBezTo>
                  <a:cubicBezTo>
                    <a:pt x="3974" y="1014"/>
                    <a:pt x="3969" y="1012"/>
                    <a:pt x="3966" y="1011"/>
                  </a:cubicBezTo>
                  <a:lnTo>
                    <a:pt x="3966" y="1011"/>
                  </a:lnTo>
                  <a:cubicBezTo>
                    <a:pt x="3988" y="948"/>
                    <a:pt x="3923" y="924"/>
                    <a:pt x="3835" y="892"/>
                  </a:cubicBezTo>
                  <a:cubicBezTo>
                    <a:pt x="3738" y="860"/>
                    <a:pt x="3657" y="827"/>
                    <a:pt x="3657" y="762"/>
                  </a:cubicBezTo>
                  <a:cubicBezTo>
                    <a:pt x="3657" y="762"/>
                    <a:pt x="3641" y="762"/>
                    <a:pt x="3616" y="827"/>
                  </a:cubicBezTo>
                  <a:cubicBezTo>
                    <a:pt x="3593" y="906"/>
                    <a:pt x="3581" y="937"/>
                    <a:pt x="3572" y="937"/>
                  </a:cubicBezTo>
                  <a:cubicBezTo>
                    <a:pt x="3566" y="937"/>
                    <a:pt x="3563" y="920"/>
                    <a:pt x="3560" y="892"/>
                  </a:cubicBezTo>
                  <a:cubicBezTo>
                    <a:pt x="3564" y="820"/>
                    <a:pt x="3550" y="783"/>
                    <a:pt x="3532" y="783"/>
                  </a:cubicBezTo>
                  <a:cubicBezTo>
                    <a:pt x="3515" y="783"/>
                    <a:pt x="3494" y="813"/>
                    <a:pt x="3479" y="874"/>
                  </a:cubicBezTo>
                  <a:lnTo>
                    <a:pt x="3479" y="874"/>
                  </a:lnTo>
                  <a:cubicBezTo>
                    <a:pt x="3481" y="856"/>
                    <a:pt x="3484" y="833"/>
                    <a:pt x="3487" y="811"/>
                  </a:cubicBezTo>
                  <a:cubicBezTo>
                    <a:pt x="3487" y="757"/>
                    <a:pt x="3478" y="734"/>
                    <a:pt x="3466" y="734"/>
                  </a:cubicBezTo>
                  <a:cubicBezTo>
                    <a:pt x="3447" y="734"/>
                    <a:pt x="3420" y="789"/>
                    <a:pt x="3405" y="868"/>
                  </a:cubicBezTo>
                  <a:cubicBezTo>
                    <a:pt x="3400" y="821"/>
                    <a:pt x="3394" y="769"/>
                    <a:pt x="3385" y="769"/>
                  </a:cubicBezTo>
                  <a:cubicBezTo>
                    <a:pt x="3381" y="769"/>
                    <a:pt x="3378" y="777"/>
                    <a:pt x="3373" y="795"/>
                  </a:cubicBezTo>
                  <a:cubicBezTo>
                    <a:pt x="3357" y="795"/>
                    <a:pt x="3357" y="795"/>
                    <a:pt x="3365" y="657"/>
                  </a:cubicBezTo>
                  <a:cubicBezTo>
                    <a:pt x="3365" y="592"/>
                    <a:pt x="3373" y="519"/>
                    <a:pt x="3357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2"/>
            <p:cNvSpPr/>
            <p:nvPr/>
          </p:nvSpPr>
          <p:spPr>
            <a:xfrm>
              <a:off x="6534981" y="1351291"/>
              <a:ext cx="60331" cy="52006"/>
            </a:xfrm>
            <a:custGeom>
              <a:avLst/>
              <a:gdLst/>
              <a:ahLst/>
              <a:cxnLst/>
              <a:rect l="l" t="t" r="r" b="b"/>
              <a:pathLst>
                <a:path w="3500" h="3017" extrusionOk="0">
                  <a:moveTo>
                    <a:pt x="2133" y="1"/>
                  </a:moveTo>
                  <a:cubicBezTo>
                    <a:pt x="2117" y="1"/>
                    <a:pt x="2125" y="74"/>
                    <a:pt x="2133" y="139"/>
                  </a:cubicBezTo>
                  <a:lnTo>
                    <a:pt x="2149" y="139"/>
                  </a:lnTo>
                  <a:cubicBezTo>
                    <a:pt x="2149" y="90"/>
                    <a:pt x="2149" y="49"/>
                    <a:pt x="2149" y="1"/>
                  </a:cubicBezTo>
                  <a:close/>
                  <a:moveTo>
                    <a:pt x="1609" y="891"/>
                  </a:moveTo>
                  <a:cubicBezTo>
                    <a:pt x="1604" y="891"/>
                    <a:pt x="1601" y="895"/>
                    <a:pt x="1598" y="901"/>
                  </a:cubicBezTo>
                  <a:cubicBezTo>
                    <a:pt x="1590" y="901"/>
                    <a:pt x="1622" y="958"/>
                    <a:pt x="1622" y="958"/>
                  </a:cubicBezTo>
                  <a:cubicBezTo>
                    <a:pt x="1660" y="1002"/>
                    <a:pt x="1669" y="1007"/>
                    <a:pt x="1674" y="1007"/>
                  </a:cubicBezTo>
                  <a:cubicBezTo>
                    <a:pt x="1676" y="1007"/>
                    <a:pt x="1677" y="1006"/>
                    <a:pt x="1679" y="1006"/>
                  </a:cubicBezTo>
                  <a:cubicBezTo>
                    <a:pt x="1693" y="1016"/>
                    <a:pt x="1701" y="1020"/>
                    <a:pt x="1704" y="1020"/>
                  </a:cubicBezTo>
                  <a:cubicBezTo>
                    <a:pt x="1717" y="1020"/>
                    <a:pt x="1686" y="977"/>
                    <a:pt x="1655" y="933"/>
                  </a:cubicBezTo>
                  <a:cubicBezTo>
                    <a:pt x="1629" y="902"/>
                    <a:pt x="1616" y="891"/>
                    <a:pt x="1609" y="891"/>
                  </a:cubicBezTo>
                  <a:close/>
                  <a:moveTo>
                    <a:pt x="1736" y="958"/>
                  </a:moveTo>
                  <a:cubicBezTo>
                    <a:pt x="1760" y="998"/>
                    <a:pt x="1785" y="1039"/>
                    <a:pt x="1793" y="1087"/>
                  </a:cubicBezTo>
                  <a:cubicBezTo>
                    <a:pt x="1760" y="1055"/>
                    <a:pt x="1736" y="1014"/>
                    <a:pt x="1720" y="966"/>
                  </a:cubicBezTo>
                  <a:lnTo>
                    <a:pt x="1736" y="958"/>
                  </a:lnTo>
                  <a:close/>
                  <a:moveTo>
                    <a:pt x="2133" y="885"/>
                  </a:moveTo>
                  <a:lnTo>
                    <a:pt x="2133" y="885"/>
                  </a:lnTo>
                  <a:cubicBezTo>
                    <a:pt x="2149" y="925"/>
                    <a:pt x="2166" y="974"/>
                    <a:pt x="2174" y="1014"/>
                  </a:cubicBezTo>
                  <a:cubicBezTo>
                    <a:pt x="2206" y="1152"/>
                    <a:pt x="2206" y="1152"/>
                    <a:pt x="2198" y="1152"/>
                  </a:cubicBezTo>
                  <a:cubicBezTo>
                    <a:pt x="2190" y="1152"/>
                    <a:pt x="2182" y="1152"/>
                    <a:pt x="2174" y="1087"/>
                  </a:cubicBezTo>
                  <a:lnTo>
                    <a:pt x="2174" y="1087"/>
                  </a:lnTo>
                  <a:cubicBezTo>
                    <a:pt x="2178" y="1105"/>
                    <a:pt x="2181" y="1113"/>
                    <a:pt x="2182" y="1113"/>
                  </a:cubicBezTo>
                  <a:cubicBezTo>
                    <a:pt x="2184" y="1113"/>
                    <a:pt x="2175" y="1061"/>
                    <a:pt x="2157" y="1014"/>
                  </a:cubicBezTo>
                  <a:lnTo>
                    <a:pt x="2133" y="885"/>
                  </a:lnTo>
                  <a:close/>
                  <a:moveTo>
                    <a:pt x="2239" y="1014"/>
                  </a:moveTo>
                  <a:lnTo>
                    <a:pt x="2255" y="1087"/>
                  </a:lnTo>
                  <a:cubicBezTo>
                    <a:pt x="2263" y="1152"/>
                    <a:pt x="2255" y="1152"/>
                    <a:pt x="2255" y="1152"/>
                  </a:cubicBezTo>
                  <a:cubicBezTo>
                    <a:pt x="2247" y="1152"/>
                    <a:pt x="2247" y="1152"/>
                    <a:pt x="2239" y="1087"/>
                  </a:cubicBezTo>
                  <a:cubicBezTo>
                    <a:pt x="2239" y="1087"/>
                    <a:pt x="2230" y="1014"/>
                    <a:pt x="2239" y="1014"/>
                  </a:cubicBezTo>
                  <a:close/>
                  <a:moveTo>
                    <a:pt x="2385" y="1201"/>
                  </a:moveTo>
                  <a:cubicBezTo>
                    <a:pt x="2385" y="1249"/>
                    <a:pt x="2385" y="1298"/>
                    <a:pt x="2376" y="1339"/>
                  </a:cubicBezTo>
                  <a:cubicBezTo>
                    <a:pt x="2372" y="1379"/>
                    <a:pt x="2369" y="1396"/>
                    <a:pt x="2368" y="1396"/>
                  </a:cubicBezTo>
                  <a:cubicBezTo>
                    <a:pt x="2366" y="1396"/>
                    <a:pt x="2373" y="1298"/>
                    <a:pt x="2385" y="1201"/>
                  </a:cubicBezTo>
                  <a:close/>
                  <a:moveTo>
                    <a:pt x="1509" y="1282"/>
                  </a:moveTo>
                  <a:lnTo>
                    <a:pt x="1614" y="1371"/>
                  </a:lnTo>
                  <a:cubicBezTo>
                    <a:pt x="1707" y="1436"/>
                    <a:pt x="1746" y="1464"/>
                    <a:pt x="1743" y="1464"/>
                  </a:cubicBezTo>
                  <a:cubicBezTo>
                    <a:pt x="1740" y="1464"/>
                    <a:pt x="1712" y="1448"/>
                    <a:pt x="1663" y="1420"/>
                  </a:cubicBezTo>
                  <a:cubicBezTo>
                    <a:pt x="1606" y="1379"/>
                    <a:pt x="1549" y="1347"/>
                    <a:pt x="1501" y="1298"/>
                  </a:cubicBezTo>
                  <a:lnTo>
                    <a:pt x="1509" y="1282"/>
                  </a:lnTo>
                  <a:close/>
                  <a:moveTo>
                    <a:pt x="2328" y="1420"/>
                  </a:moveTo>
                  <a:cubicBezTo>
                    <a:pt x="2328" y="1456"/>
                    <a:pt x="2330" y="1474"/>
                    <a:pt x="2331" y="1474"/>
                  </a:cubicBezTo>
                  <a:cubicBezTo>
                    <a:pt x="2332" y="1474"/>
                    <a:pt x="2332" y="1456"/>
                    <a:pt x="2328" y="1420"/>
                  </a:cubicBezTo>
                  <a:close/>
                  <a:moveTo>
                    <a:pt x="2239" y="1420"/>
                  </a:moveTo>
                  <a:cubicBezTo>
                    <a:pt x="2255" y="1485"/>
                    <a:pt x="2255" y="1485"/>
                    <a:pt x="2263" y="1485"/>
                  </a:cubicBezTo>
                  <a:lnTo>
                    <a:pt x="2247" y="1420"/>
                  </a:lnTo>
                  <a:close/>
                  <a:moveTo>
                    <a:pt x="2263" y="1420"/>
                  </a:moveTo>
                  <a:cubicBezTo>
                    <a:pt x="2271" y="1485"/>
                    <a:pt x="2271" y="1485"/>
                    <a:pt x="2279" y="1485"/>
                  </a:cubicBezTo>
                  <a:cubicBezTo>
                    <a:pt x="2279" y="1460"/>
                    <a:pt x="2271" y="1444"/>
                    <a:pt x="2263" y="1420"/>
                  </a:cubicBezTo>
                  <a:close/>
                  <a:moveTo>
                    <a:pt x="1736" y="1420"/>
                  </a:moveTo>
                  <a:lnTo>
                    <a:pt x="1793" y="1460"/>
                  </a:lnTo>
                  <a:cubicBezTo>
                    <a:pt x="1849" y="1493"/>
                    <a:pt x="1841" y="1501"/>
                    <a:pt x="1841" y="1501"/>
                  </a:cubicBezTo>
                  <a:lnTo>
                    <a:pt x="1785" y="1468"/>
                  </a:lnTo>
                  <a:lnTo>
                    <a:pt x="1736" y="1420"/>
                  </a:lnTo>
                  <a:close/>
                  <a:moveTo>
                    <a:pt x="1468" y="1517"/>
                  </a:moveTo>
                  <a:lnTo>
                    <a:pt x="1590" y="1574"/>
                  </a:lnTo>
                  <a:cubicBezTo>
                    <a:pt x="1541" y="1566"/>
                    <a:pt x="1501" y="1549"/>
                    <a:pt x="1468" y="1525"/>
                  </a:cubicBezTo>
                  <a:lnTo>
                    <a:pt x="1468" y="1517"/>
                  </a:lnTo>
                  <a:close/>
                  <a:moveTo>
                    <a:pt x="2944" y="1509"/>
                  </a:moveTo>
                  <a:cubicBezTo>
                    <a:pt x="2895" y="1549"/>
                    <a:pt x="2839" y="1582"/>
                    <a:pt x="2774" y="1606"/>
                  </a:cubicBezTo>
                  <a:cubicBezTo>
                    <a:pt x="2774" y="1598"/>
                    <a:pt x="2774" y="1598"/>
                    <a:pt x="2830" y="1566"/>
                  </a:cubicBezTo>
                  <a:cubicBezTo>
                    <a:pt x="2863" y="1541"/>
                    <a:pt x="2903" y="1525"/>
                    <a:pt x="2944" y="1509"/>
                  </a:cubicBezTo>
                  <a:close/>
                  <a:moveTo>
                    <a:pt x="1663" y="1549"/>
                  </a:moveTo>
                  <a:cubicBezTo>
                    <a:pt x="1728" y="1574"/>
                    <a:pt x="1785" y="1598"/>
                    <a:pt x="1841" y="1630"/>
                  </a:cubicBezTo>
                  <a:cubicBezTo>
                    <a:pt x="1866" y="1644"/>
                    <a:pt x="1880" y="1652"/>
                    <a:pt x="1879" y="1652"/>
                  </a:cubicBezTo>
                  <a:cubicBezTo>
                    <a:pt x="1877" y="1652"/>
                    <a:pt x="1849" y="1638"/>
                    <a:pt x="1785" y="1606"/>
                  </a:cubicBezTo>
                  <a:lnTo>
                    <a:pt x="1663" y="1549"/>
                  </a:lnTo>
                  <a:close/>
                  <a:moveTo>
                    <a:pt x="1278" y="1625"/>
                  </a:moveTo>
                  <a:cubicBezTo>
                    <a:pt x="1282" y="1625"/>
                    <a:pt x="1291" y="1627"/>
                    <a:pt x="1306" y="1630"/>
                  </a:cubicBezTo>
                  <a:cubicBezTo>
                    <a:pt x="1306" y="1629"/>
                    <a:pt x="1307" y="1629"/>
                    <a:pt x="1309" y="1629"/>
                  </a:cubicBezTo>
                  <a:cubicBezTo>
                    <a:pt x="1321" y="1629"/>
                    <a:pt x="1363" y="1648"/>
                    <a:pt x="1363" y="1655"/>
                  </a:cubicBezTo>
                  <a:lnTo>
                    <a:pt x="1298" y="1647"/>
                  </a:lnTo>
                  <a:cubicBezTo>
                    <a:pt x="1298" y="1641"/>
                    <a:pt x="1265" y="1625"/>
                    <a:pt x="1278" y="1625"/>
                  </a:cubicBezTo>
                  <a:close/>
                  <a:moveTo>
                    <a:pt x="3195" y="1620"/>
                  </a:moveTo>
                  <a:cubicBezTo>
                    <a:pt x="3203" y="1620"/>
                    <a:pt x="3203" y="1622"/>
                    <a:pt x="3171" y="1630"/>
                  </a:cubicBezTo>
                  <a:lnTo>
                    <a:pt x="3106" y="1647"/>
                  </a:lnTo>
                  <a:cubicBezTo>
                    <a:pt x="3072" y="1652"/>
                    <a:pt x="3034" y="1660"/>
                    <a:pt x="3023" y="1660"/>
                  </a:cubicBezTo>
                  <a:cubicBezTo>
                    <a:pt x="3015" y="1660"/>
                    <a:pt x="3019" y="1656"/>
                    <a:pt x="3041" y="1647"/>
                  </a:cubicBezTo>
                  <a:cubicBezTo>
                    <a:pt x="3041" y="1647"/>
                    <a:pt x="3106" y="1630"/>
                    <a:pt x="3171" y="1622"/>
                  </a:cubicBezTo>
                  <a:cubicBezTo>
                    <a:pt x="3171" y="1622"/>
                    <a:pt x="3187" y="1620"/>
                    <a:pt x="3195" y="1620"/>
                  </a:cubicBezTo>
                  <a:close/>
                  <a:moveTo>
                    <a:pt x="2518" y="1718"/>
                  </a:moveTo>
                  <a:cubicBezTo>
                    <a:pt x="2510" y="1725"/>
                    <a:pt x="2506" y="1729"/>
                    <a:pt x="2506" y="1729"/>
                  </a:cubicBezTo>
                  <a:cubicBezTo>
                    <a:pt x="2506" y="1729"/>
                    <a:pt x="2510" y="1726"/>
                    <a:pt x="2518" y="1718"/>
                  </a:cubicBezTo>
                  <a:close/>
                  <a:moveTo>
                    <a:pt x="1606" y="1736"/>
                  </a:moveTo>
                  <a:cubicBezTo>
                    <a:pt x="1655" y="1744"/>
                    <a:pt x="1695" y="1752"/>
                    <a:pt x="1736" y="1760"/>
                  </a:cubicBezTo>
                  <a:cubicBezTo>
                    <a:pt x="1765" y="1767"/>
                    <a:pt x="1768" y="1772"/>
                    <a:pt x="1751" y="1772"/>
                  </a:cubicBezTo>
                  <a:cubicBezTo>
                    <a:pt x="1729" y="1772"/>
                    <a:pt x="1678" y="1765"/>
                    <a:pt x="1606" y="1752"/>
                  </a:cubicBezTo>
                  <a:lnTo>
                    <a:pt x="1606" y="1736"/>
                  </a:lnTo>
                  <a:close/>
                  <a:moveTo>
                    <a:pt x="1728" y="1801"/>
                  </a:moveTo>
                  <a:lnTo>
                    <a:pt x="1728" y="1809"/>
                  </a:lnTo>
                  <a:lnTo>
                    <a:pt x="1663" y="1809"/>
                  </a:lnTo>
                  <a:lnTo>
                    <a:pt x="1663" y="1801"/>
                  </a:lnTo>
                  <a:close/>
                  <a:moveTo>
                    <a:pt x="1914" y="1849"/>
                  </a:moveTo>
                  <a:lnTo>
                    <a:pt x="1785" y="1858"/>
                  </a:lnTo>
                  <a:lnTo>
                    <a:pt x="1914" y="1858"/>
                  </a:lnTo>
                  <a:lnTo>
                    <a:pt x="1914" y="1849"/>
                  </a:lnTo>
                  <a:close/>
                  <a:moveTo>
                    <a:pt x="3106" y="1866"/>
                  </a:moveTo>
                  <a:cubicBezTo>
                    <a:pt x="3106" y="1866"/>
                    <a:pt x="3171" y="1866"/>
                    <a:pt x="3171" y="1874"/>
                  </a:cubicBezTo>
                  <a:cubicBezTo>
                    <a:pt x="3171" y="1874"/>
                    <a:pt x="3142" y="1877"/>
                    <a:pt x="3104" y="1877"/>
                  </a:cubicBezTo>
                  <a:cubicBezTo>
                    <a:pt x="3084" y="1877"/>
                    <a:pt x="3063" y="1876"/>
                    <a:pt x="3041" y="1874"/>
                  </a:cubicBezTo>
                  <a:cubicBezTo>
                    <a:pt x="3066" y="1866"/>
                    <a:pt x="3082" y="1866"/>
                    <a:pt x="3106" y="1866"/>
                  </a:cubicBezTo>
                  <a:close/>
                  <a:moveTo>
                    <a:pt x="2201" y="1890"/>
                  </a:moveTo>
                  <a:cubicBezTo>
                    <a:pt x="2199" y="1890"/>
                    <a:pt x="2177" y="1897"/>
                    <a:pt x="2126" y="1914"/>
                  </a:cubicBezTo>
                  <a:lnTo>
                    <a:pt x="2126" y="1914"/>
                  </a:lnTo>
                  <a:cubicBezTo>
                    <a:pt x="2137" y="1911"/>
                    <a:pt x="2147" y="1908"/>
                    <a:pt x="2157" y="1906"/>
                  </a:cubicBezTo>
                  <a:cubicBezTo>
                    <a:pt x="2186" y="1896"/>
                    <a:pt x="2202" y="1890"/>
                    <a:pt x="2201" y="1890"/>
                  </a:cubicBezTo>
                  <a:close/>
                  <a:moveTo>
                    <a:pt x="1468" y="1890"/>
                  </a:moveTo>
                  <a:cubicBezTo>
                    <a:pt x="1533" y="1890"/>
                    <a:pt x="1533" y="1898"/>
                    <a:pt x="1533" y="1898"/>
                  </a:cubicBezTo>
                  <a:cubicBezTo>
                    <a:pt x="1533" y="1906"/>
                    <a:pt x="1533" y="1906"/>
                    <a:pt x="1468" y="1914"/>
                  </a:cubicBezTo>
                  <a:lnTo>
                    <a:pt x="1403" y="1914"/>
                  </a:lnTo>
                  <a:cubicBezTo>
                    <a:pt x="1403" y="1906"/>
                    <a:pt x="1468" y="1890"/>
                    <a:pt x="1468" y="1890"/>
                  </a:cubicBezTo>
                  <a:close/>
                  <a:moveTo>
                    <a:pt x="2126" y="1914"/>
                  </a:moveTo>
                  <a:lnTo>
                    <a:pt x="2126" y="1914"/>
                  </a:lnTo>
                  <a:cubicBezTo>
                    <a:pt x="2116" y="1917"/>
                    <a:pt x="2106" y="1920"/>
                    <a:pt x="2096" y="1924"/>
                  </a:cubicBezTo>
                  <a:lnTo>
                    <a:pt x="2096" y="1924"/>
                  </a:lnTo>
                  <a:cubicBezTo>
                    <a:pt x="2097" y="1923"/>
                    <a:pt x="2099" y="1923"/>
                    <a:pt x="2101" y="1922"/>
                  </a:cubicBezTo>
                  <a:cubicBezTo>
                    <a:pt x="2110" y="1919"/>
                    <a:pt x="2118" y="1916"/>
                    <a:pt x="2126" y="1914"/>
                  </a:cubicBezTo>
                  <a:close/>
                  <a:moveTo>
                    <a:pt x="3170" y="1932"/>
                  </a:moveTo>
                  <a:cubicBezTo>
                    <a:pt x="3177" y="1932"/>
                    <a:pt x="3191" y="1935"/>
                    <a:pt x="3220" y="1939"/>
                  </a:cubicBezTo>
                  <a:lnTo>
                    <a:pt x="3220" y="1947"/>
                  </a:lnTo>
                  <a:lnTo>
                    <a:pt x="3155" y="1947"/>
                  </a:lnTo>
                  <a:lnTo>
                    <a:pt x="3163" y="1939"/>
                  </a:lnTo>
                  <a:cubicBezTo>
                    <a:pt x="3163" y="1935"/>
                    <a:pt x="3163" y="1932"/>
                    <a:pt x="3170" y="1932"/>
                  </a:cubicBezTo>
                  <a:close/>
                  <a:moveTo>
                    <a:pt x="3257" y="1962"/>
                  </a:moveTo>
                  <a:cubicBezTo>
                    <a:pt x="3253" y="1962"/>
                    <a:pt x="3257" y="1964"/>
                    <a:pt x="3284" y="1971"/>
                  </a:cubicBezTo>
                  <a:cubicBezTo>
                    <a:pt x="3284" y="1966"/>
                    <a:pt x="3263" y="1962"/>
                    <a:pt x="3257" y="1962"/>
                  </a:cubicBezTo>
                  <a:close/>
                  <a:moveTo>
                    <a:pt x="2693" y="1955"/>
                  </a:moveTo>
                  <a:cubicBezTo>
                    <a:pt x="2733" y="1963"/>
                    <a:pt x="2774" y="1971"/>
                    <a:pt x="2814" y="1995"/>
                  </a:cubicBezTo>
                  <a:lnTo>
                    <a:pt x="2749" y="1979"/>
                  </a:lnTo>
                  <a:lnTo>
                    <a:pt x="2693" y="1955"/>
                  </a:lnTo>
                  <a:close/>
                  <a:moveTo>
                    <a:pt x="3151" y="1990"/>
                  </a:moveTo>
                  <a:cubicBezTo>
                    <a:pt x="3158" y="1990"/>
                    <a:pt x="3174" y="1994"/>
                    <a:pt x="3212" y="2003"/>
                  </a:cubicBezTo>
                  <a:lnTo>
                    <a:pt x="3212" y="2012"/>
                  </a:ln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2"/>
                    <a:pt x="3147" y="1990"/>
                    <a:pt x="3151" y="1990"/>
                  </a:cubicBezTo>
                  <a:close/>
                  <a:moveTo>
                    <a:pt x="2385" y="2012"/>
                  </a:moveTo>
                  <a:lnTo>
                    <a:pt x="2391" y="2036"/>
                  </a:lnTo>
                  <a:lnTo>
                    <a:pt x="2391" y="2036"/>
                  </a:lnTo>
                  <a:cubicBezTo>
                    <a:pt x="2389" y="2028"/>
                    <a:pt x="2387" y="2020"/>
                    <a:pt x="2385" y="2012"/>
                  </a:cubicBezTo>
                  <a:close/>
                  <a:moveTo>
                    <a:pt x="1527" y="2007"/>
                  </a:moveTo>
                  <a:cubicBezTo>
                    <a:pt x="1535" y="2007"/>
                    <a:pt x="1537" y="2012"/>
                    <a:pt x="1541" y="2020"/>
                  </a:cubicBezTo>
                  <a:cubicBezTo>
                    <a:pt x="1541" y="2020"/>
                    <a:pt x="1476" y="2036"/>
                    <a:pt x="1476" y="2036"/>
                  </a:cubicBezTo>
                  <a:cubicBezTo>
                    <a:pt x="1461" y="2040"/>
                    <a:pt x="1453" y="2041"/>
                    <a:pt x="1449" y="2041"/>
                  </a:cubicBezTo>
                  <a:cubicBezTo>
                    <a:pt x="1439" y="2041"/>
                    <a:pt x="1476" y="2026"/>
                    <a:pt x="1476" y="2020"/>
                  </a:cubicBezTo>
                  <a:cubicBezTo>
                    <a:pt x="1505" y="2012"/>
                    <a:pt x="1519" y="2007"/>
                    <a:pt x="1527" y="2007"/>
                  </a:cubicBezTo>
                  <a:close/>
                  <a:moveTo>
                    <a:pt x="2742" y="2007"/>
                  </a:moveTo>
                  <a:cubicBezTo>
                    <a:pt x="2749" y="2007"/>
                    <a:pt x="2762" y="2012"/>
                    <a:pt x="2798" y="2028"/>
                  </a:cubicBezTo>
                  <a:cubicBezTo>
                    <a:pt x="2814" y="2036"/>
                    <a:pt x="2839" y="2044"/>
                    <a:pt x="2855" y="2052"/>
                  </a:cubicBezTo>
                  <a:lnTo>
                    <a:pt x="2790" y="2036"/>
                  </a:lnTo>
                  <a:cubicBezTo>
                    <a:pt x="2733" y="2012"/>
                    <a:pt x="2733" y="2012"/>
                    <a:pt x="2733" y="2012"/>
                  </a:cubicBezTo>
                  <a:cubicBezTo>
                    <a:pt x="2736" y="2009"/>
                    <a:pt x="2738" y="2007"/>
                    <a:pt x="2742" y="2007"/>
                  </a:cubicBezTo>
                  <a:close/>
                  <a:moveTo>
                    <a:pt x="3086" y="2025"/>
                  </a:moveTo>
                  <a:cubicBezTo>
                    <a:pt x="3089" y="2025"/>
                    <a:pt x="3105" y="2029"/>
                    <a:pt x="3130" y="2036"/>
                  </a:cubicBezTo>
                  <a:cubicBezTo>
                    <a:pt x="3195" y="2044"/>
                    <a:pt x="3195" y="2044"/>
                    <a:pt x="3195" y="2052"/>
                  </a:cubicBezTo>
                  <a:cubicBezTo>
                    <a:pt x="3192" y="2059"/>
                    <a:pt x="3190" y="2063"/>
                    <a:pt x="3183" y="2063"/>
                  </a:cubicBezTo>
                  <a:cubicBezTo>
                    <a:pt x="3176" y="2063"/>
                    <a:pt x="3162" y="2057"/>
                    <a:pt x="3130" y="2044"/>
                  </a:cubicBezTo>
                  <a:cubicBezTo>
                    <a:pt x="3095" y="2031"/>
                    <a:pt x="3081" y="2025"/>
                    <a:pt x="3086" y="2025"/>
                  </a:cubicBezTo>
                  <a:close/>
                  <a:moveTo>
                    <a:pt x="1716" y="2063"/>
                  </a:moveTo>
                  <a:cubicBezTo>
                    <a:pt x="1721" y="2063"/>
                    <a:pt x="1695" y="2078"/>
                    <a:pt x="1622" y="2109"/>
                  </a:cubicBezTo>
                  <a:cubicBezTo>
                    <a:pt x="1558" y="2125"/>
                    <a:pt x="1558" y="2125"/>
                    <a:pt x="1558" y="2125"/>
                  </a:cubicBezTo>
                  <a:cubicBezTo>
                    <a:pt x="1558" y="2125"/>
                    <a:pt x="1614" y="2093"/>
                    <a:pt x="1679" y="2076"/>
                  </a:cubicBezTo>
                  <a:cubicBezTo>
                    <a:pt x="1700" y="2068"/>
                    <a:pt x="1713" y="2063"/>
                    <a:pt x="1716" y="2063"/>
                  </a:cubicBezTo>
                  <a:close/>
                  <a:moveTo>
                    <a:pt x="2587" y="2085"/>
                  </a:moveTo>
                  <a:lnTo>
                    <a:pt x="2587" y="2085"/>
                  </a:lnTo>
                  <a:cubicBezTo>
                    <a:pt x="2611" y="2108"/>
                    <a:pt x="2632" y="2127"/>
                    <a:pt x="2650" y="2142"/>
                  </a:cubicBezTo>
                  <a:lnTo>
                    <a:pt x="2650" y="2142"/>
                  </a:lnTo>
                  <a:cubicBezTo>
                    <a:pt x="2631" y="2121"/>
                    <a:pt x="2609" y="2101"/>
                    <a:pt x="2587" y="2085"/>
                  </a:cubicBezTo>
                  <a:close/>
                  <a:moveTo>
                    <a:pt x="1687" y="2117"/>
                  </a:moveTo>
                  <a:lnTo>
                    <a:pt x="1687" y="2125"/>
                  </a:lnTo>
                  <a:cubicBezTo>
                    <a:pt x="1655" y="2141"/>
                    <a:pt x="1614" y="2157"/>
                    <a:pt x="1566" y="2166"/>
                  </a:cubicBezTo>
                  <a:lnTo>
                    <a:pt x="1622" y="2133"/>
                  </a:lnTo>
                  <a:lnTo>
                    <a:pt x="1687" y="2117"/>
                  </a:lnTo>
                  <a:close/>
                  <a:moveTo>
                    <a:pt x="204" y="2182"/>
                  </a:moveTo>
                  <a:cubicBezTo>
                    <a:pt x="163" y="2182"/>
                    <a:pt x="114" y="2182"/>
                    <a:pt x="74" y="2190"/>
                  </a:cubicBezTo>
                  <a:cubicBezTo>
                    <a:pt x="1" y="2198"/>
                    <a:pt x="1" y="2214"/>
                    <a:pt x="139" y="2214"/>
                  </a:cubicBezTo>
                  <a:cubicBezTo>
                    <a:pt x="212" y="2198"/>
                    <a:pt x="212" y="2198"/>
                    <a:pt x="204" y="2182"/>
                  </a:cubicBezTo>
                  <a:close/>
                  <a:moveTo>
                    <a:pt x="2514" y="2190"/>
                  </a:moveTo>
                  <a:cubicBezTo>
                    <a:pt x="2547" y="2247"/>
                    <a:pt x="2561" y="2275"/>
                    <a:pt x="2560" y="2275"/>
                  </a:cubicBezTo>
                  <a:cubicBezTo>
                    <a:pt x="2559" y="2275"/>
                    <a:pt x="2543" y="2247"/>
                    <a:pt x="2514" y="2190"/>
                  </a:cubicBezTo>
                  <a:close/>
                  <a:moveTo>
                    <a:pt x="1963" y="1071"/>
                  </a:moveTo>
                  <a:lnTo>
                    <a:pt x="2028" y="1193"/>
                  </a:lnTo>
                  <a:cubicBezTo>
                    <a:pt x="2052" y="1258"/>
                    <a:pt x="2085" y="1314"/>
                    <a:pt x="2117" y="1379"/>
                  </a:cubicBezTo>
                  <a:cubicBezTo>
                    <a:pt x="2157" y="1453"/>
                    <a:pt x="2184" y="1504"/>
                    <a:pt x="2187" y="1504"/>
                  </a:cubicBezTo>
                  <a:cubicBezTo>
                    <a:pt x="2188" y="1504"/>
                    <a:pt x="2180" y="1483"/>
                    <a:pt x="2157" y="1436"/>
                  </a:cubicBezTo>
                  <a:lnTo>
                    <a:pt x="2157" y="1436"/>
                  </a:lnTo>
                  <a:cubicBezTo>
                    <a:pt x="2157" y="1436"/>
                    <a:pt x="2158" y="1437"/>
                    <a:pt x="2190" y="1493"/>
                  </a:cubicBezTo>
                  <a:cubicBezTo>
                    <a:pt x="2200" y="1520"/>
                    <a:pt x="2207" y="1535"/>
                    <a:pt x="2208" y="1535"/>
                  </a:cubicBezTo>
                  <a:cubicBezTo>
                    <a:pt x="2210" y="1535"/>
                    <a:pt x="2199" y="1504"/>
                    <a:pt x="2166" y="1428"/>
                  </a:cubicBezTo>
                  <a:cubicBezTo>
                    <a:pt x="2141" y="1367"/>
                    <a:pt x="2131" y="1337"/>
                    <a:pt x="2134" y="1337"/>
                  </a:cubicBezTo>
                  <a:lnTo>
                    <a:pt x="2134" y="1337"/>
                  </a:lnTo>
                  <a:cubicBezTo>
                    <a:pt x="2137" y="1337"/>
                    <a:pt x="2153" y="1367"/>
                    <a:pt x="2182" y="1428"/>
                  </a:cubicBezTo>
                  <a:cubicBezTo>
                    <a:pt x="2215" y="1504"/>
                    <a:pt x="2232" y="1535"/>
                    <a:pt x="2235" y="1535"/>
                  </a:cubicBezTo>
                  <a:cubicBezTo>
                    <a:pt x="2237" y="1535"/>
                    <a:pt x="2232" y="1520"/>
                    <a:pt x="2222" y="1493"/>
                  </a:cubicBezTo>
                  <a:cubicBezTo>
                    <a:pt x="2194" y="1417"/>
                    <a:pt x="2188" y="1385"/>
                    <a:pt x="2192" y="1385"/>
                  </a:cubicBezTo>
                  <a:lnTo>
                    <a:pt x="2192" y="1385"/>
                  </a:lnTo>
                  <a:cubicBezTo>
                    <a:pt x="2195" y="1385"/>
                    <a:pt x="2204" y="1401"/>
                    <a:pt x="2214" y="1428"/>
                  </a:cubicBezTo>
                  <a:cubicBezTo>
                    <a:pt x="2226" y="1460"/>
                    <a:pt x="2232" y="1476"/>
                    <a:pt x="2234" y="1476"/>
                  </a:cubicBezTo>
                  <a:cubicBezTo>
                    <a:pt x="2235" y="1476"/>
                    <a:pt x="2230" y="1460"/>
                    <a:pt x="2222" y="1428"/>
                  </a:cubicBezTo>
                  <a:lnTo>
                    <a:pt x="2222" y="1428"/>
                  </a:lnTo>
                  <a:cubicBezTo>
                    <a:pt x="2234" y="1474"/>
                    <a:pt x="2249" y="1520"/>
                    <a:pt x="2252" y="1520"/>
                  </a:cubicBezTo>
                  <a:cubicBezTo>
                    <a:pt x="2253" y="1520"/>
                    <a:pt x="2251" y="1512"/>
                    <a:pt x="2247" y="1493"/>
                  </a:cubicBezTo>
                  <a:cubicBezTo>
                    <a:pt x="2247" y="1493"/>
                    <a:pt x="2247" y="1493"/>
                    <a:pt x="2230" y="1428"/>
                  </a:cubicBezTo>
                  <a:cubicBezTo>
                    <a:pt x="2230" y="1428"/>
                    <a:pt x="2214" y="1355"/>
                    <a:pt x="2198" y="1290"/>
                  </a:cubicBezTo>
                  <a:cubicBezTo>
                    <a:pt x="2182" y="1249"/>
                    <a:pt x="2166" y="1209"/>
                    <a:pt x="2157" y="1160"/>
                  </a:cubicBezTo>
                  <a:cubicBezTo>
                    <a:pt x="2151" y="1143"/>
                    <a:pt x="2150" y="1135"/>
                    <a:pt x="2152" y="1135"/>
                  </a:cubicBezTo>
                  <a:lnTo>
                    <a:pt x="2152" y="1135"/>
                  </a:lnTo>
                  <a:cubicBezTo>
                    <a:pt x="2158" y="1135"/>
                    <a:pt x="2194" y="1205"/>
                    <a:pt x="2230" y="1355"/>
                  </a:cubicBezTo>
                  <a:lnTo>
                    <a:pt x="2271" y="1485"/>
                  </a:lnTo>
                  <a:lnTo>
                    <a:pt x="2239" y="1355"/>
                  </a:lnTo>
                  <a:lnTo>
                    <a:pt x="2239" y="1355"/>
                  </a:lnTo>
                  <a:cubicBezTo>
                    <a:pt x="2239" y="1355"/>
                    <a:pt x="2247" y="1355"/>
                    <a:pt x="2263" y="1420"/>
                  </a:cubicBezTo>
                  <a:cubicBezTo>
                    <a:pt x="2249" y="1340"/>
                    <a:pt x="2243" y="1306"/>
                    <a:pt x="2244" y="1306"/>
                  </a:cubicBezTo>
                  <a:lnTo>
                    <a:pt x="2244" y="1306"/>
                  </a:lnTo>
                  <a:cubicBezTo>
                    <a:pt x="2244" y="1306"/>
                    <a:pt x="2248" y="1324"/>
                    <a:pt x="2255" y="1355"/>
                  </a:cubicBezTo>
                  <a:cubicBezTo>
                    <a:pt x="2271" y="1420"/>
                    <a:pt x="2279" y="1452"/>
                    <a:pt x="2281" y="1452"/>
                  </a:cubicBezTo>
                  <a:cubicBezTo>
                    <a:pt x="2283" y="1452"/>
                    <a:pt x="2279" y="1420"/>
                    <a:pt x="2271" y="1355"/>
                  </a:cubicBezTo>
                  <a:lnTo>
                    <a:pt x="2271" y="1355"/>
                  </a:lnTo>
                  <a:cubicBezTo>
                    <a:pt x="2279" y="1420"/>
                    <a:pt x="2295" y="1485"/>
                    <a:pt x="2295" y="1485"/>
                  </a:cubicBezTo>
                  <a:lnTo>
                    <a:pt x="2287" y="1420"/>
                  </a:lnTo>
                  <a:cubicBezTo>
                    <a:pt x="2278" y="1340"/>
                    <a:pt x="2274" y="1306"/>
                    <a:pt x="2275" y="1306"/>
                  </a:cubicBezTo>
                  <a:lnTo>
                    <a:pt x="2275" y="1306"/>
                  </a:lnTo>
                  <a:cubicBezTo>
                    <a:pt x="2276" y="1306"/>
                    <a:pt x="2280" y="1324"/>
                    <a:pt x="2287" y="1355"/>
                  </a:cubicBezTo>
                  <a:cubicBezTo>
                    <a:pt x="2291" y="1387"/>
                    <a:pt x="2293" y="1403"/>
                    <a:pt x="2294" y="1403"/>
                  </a:cubicBezTo>
                  <a:cubicBezTo>
                    <a:pt x="2295" y="1403"/>
                    <a:pt x="2295" y="1387"/>
                    <a:pt x="2295" y="1355"/>
                  </a:cubicBezTo>
                  <a:cubicBezTo>
                    <a:pt x="2303" y="1355"/>
                    <a:pt x="2312" y="1355"/>
                    <a:pt x="2312" y="1420"/>
                  </a:cubicBezTo>
                  <a:cubicBezTo>
                    <a:pt x="2320" y="1489"/>
                    <a:pt x="2322" y="1523"/>
                    <a:pt x="2322" y="1523"/>
                  </a:cubicBezTo>
                  <a:cubicBezTo>
                    <a:pt x="2322" y="1523"/>
                    <a:pt x="2320" y="1489"/>
                    <a:pt x="2320" y="1420"/>
                  </a:cubicBezTo>
                  <a:cubicBezTo>
                    <a:pt x="2316" y="1387"/>
                    <a:pt x="2314" y="1371"/>
                    <a:pt x="2315" y="1371"/>
                  </a:cubicBezTo>
                  <a:lnTo>
                    <a:pt x="2315" y="1371"/>
                  </a:lnTo>
                  <a:cubicBezTo>
                    <a:pt x="2316" y="1371"/>
                    <a:pt x="2320" y="1387"/>
                    <a:pt x="2328" y="1420"/>
                  </a:cubicBezTo>
                  <a:cubicBezTo>
                    <a:pt x="2336" y="1355"/>
                    <a:pt x="2328" y="1282"/>
                    <a:pt x="2320" y="1217"/>
                  </a:cubicBezTo>
                  <a:cubicBezTo>
                    <a:pt x="2312" y="1217"/>
                    <a:pt x="2312" y="1217"/>
                    <a:pt x="2312" y="1152"/>
                  </a:cubicBezTo>
                  <a:lnTo>
                    <a:pt x="2320" y="1152"/>
                  </a:lnTo>
                  <a:cubicBezTo>
                    <a:pt x="2328" y="1152"/>
                    <a:pt x="2328" y="1152"/>
                    <a:pt x="2344" y="1079"/>
                  </a:cubicBezTo>
                  <a:lnTo>
                    <a:pt x="2344" y="1128"/>
                  </a:lnTo>
                  <a:cubicBezTo>
                    <a:pt x="2344" y="1266"/>
                    <a:pt x="2344" y="1330"/>
                    <a:pt x="2352" y="1403"/>
                  </a:cubicBezTo>
                  <a:cubicBezTo>
                    <a:pt x="2362" y="1446"/>
                    <a:pt x="2365" y="1486"/>
                    <a:pt x="2369" y="1486"/>
                  </a:cubicBezTo>
                  <a:cubicBezTo>
                    <a:pt x="2371" y="1486"/>
                    <a:pt x="2373" y="1466"/>
                    <a:pt x="2376" y="1412"/>
                  </a:cubicBezTo>
                  <a:cubicBezTo>
                    <a:pt x="2376" y="1387"/>
                    <a:pt x="2385" y="1363"/>
                    <a:pt x="2385" y="1347"/>
                  </a:cubicBezTo>
                  <a:cubicBezTo>
                    <a:pt x="2393" y="1363"/>
                    <a:pt x="2393" y="1387"/>
                    <a:pt x="2385" y="1412"/>
                  </a:cubicBezTo>
                  <a:cubicBezTo>
                    <a:pt x="2385" y="1476"/>
                    <a:pt x="2393" y="1485"/>
                    <a:pt x="2401" y="1485"/>
                  </a:cubicBezTo>
                  <a:cubicBezTo>
                    <a:pt x="2417" y="1493"/>
                    <a:pt x="2425" y="1493"/>
                    <a:pt x="2417" y="1566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2" y="1587"/>
                    <a:pt x="2419" y="1576"/>
                    <a:pt x="2427" y="1576"/>
                  </a:cubicBezTo>
                  <a:cubicBezTo>
                    <a:pt x="2431" y="1576"/>
                    <a:pt x="2436" y="1579"/>
                    <a:pt x="2441" y="1582"/>
                  </a:cubicBezTo>
                  <a:cubicBezTo>
                    <a:pt x="2443" y="1584"/>
                    <a:pt x="2446" y="1586"/>
                    <a:pt x="2450" y="1586"/>
                  </a:cubicBezTo>
                  <a:cubicBezTo>
                    <a:pt x="2459" y="1586"/>
                    <a:pt x="2474" y="1574"/>
                    <a:pt x="2498" y="1533"/>
                  </a:cubicBezTo>
                  <a:lnTo>
                    <a:pt x="2498" y="1533"/>
                  </a:lnTo>
                  <a:cubicBezTo>
                    <a:pt x="2466" y="1598"/>
                    <a:pt x="2474" y="1598"/>
                    <a:pt x="2474" y="1606"/>
                  </a:cubicBezTo>
                  <a:cubicBezTo>
                    <a:pt x="2500" y="1554"/>
                    <a:pt x="2510" y="1549"/>
                    <a:pt x="2513" y="1549"/>
                  </a:cubicBezTo>
                  <a:cubicBezTo>
                    <a:pt x="2514" y="1549"/>
                    <a:pt x="2514" y="1549"/>
                    <a:pt x="2514" y="1549"/>
                  </a:cubicBezTo>
                  <a:cubicBezTo>
                    <a:pt x="2482" y="1606"/>
                    <a:pt x="2482" y="1606"/>
                    <a:pt x="2482" y="1614"/>
                  </a:cubicBezTo>
                  <a:cubicBezTo>
                    <a:pt x="2490" y="1614"/>
                    <a:pt x="2490" y="1614"/>
                    <a:pt x="2522" y="1558"/>
                  </a:cubicBezTo>
                  <a:lnTo>
                    <a:pt x="2522" y="1558"/>
                  </a:lnTo>
                  <a:cubicBezTo>
                    <a:pt x="2522" y="1558"/>
                    <a:pt x="2539" y="1574"/>
                    <a:pt x="2506" y="1630"/>
                  </a:cubicBezTo>
                  <a:cubicBezTo>
                    <a:pt x="2493" y="1648"/>
                    <a:pt x="2489" y="1656"/>
                    <a:pt x="2489" y="1656"/>
                  </a:cubicBezTo>
                  <a:cubicBezTo>
                    <a:pt x="2491" y="1656"/>
                    <a:pt x="2519" y="1621"/>
                    <a:pt x="2547" y="1582"/>
                  </a:cubicBezTo>
                  <a:cubicBezTo>
                    <a:pt x="2571" y="1549"/>
                    <a:pt x="2603" y="1509"/>
                    <a:pt x="2636" y="1485"/>
                  </a:cubicBezTo>
                  <a:lnTo>
                    <a:pt x="2636" y="1485"/>
                  </a:lnTo>
                  <a:lnTo>
                    <a:pt x="2547" y="1590"/>
                  </a:lnTo>
                  <a:cubicBezTo>
                    <a:pt x="2506" y="1639"/>
                    <a:pt x="2506" y="1639"/>
                    <a:pt x="2506" y="1647"/>
                  </a:cubicBezTo>
                  <a:lnTo>
                    <a:pt x="2514" y="1647"/>
                  </a:lnTo>
                  <a:cubicBezTo>
                    <a:pt x="2539" y="1616"/>
                    <a:pt x="2552" y="1608"/>
                    <a:pt x="2560" y="1608"/>
                  </a:cubicBezTo>
                  <a:cubicBezTo>
                    <a:pt x="2565" y="1608"/>
                    <a:pt x="2568" y="1611"/>
                    <a:pt x="2571" y="1614"/>
                  </a:cubicBezTo>
                  <a:cubicBezTo>
                    <a:pt x="2575" y="1626"/>
                    <a:pt x="2577" y="1634"/>
                    <a:pt x="2584" y="1634"/>
                  </a:cubicBezTo>
                  <a:cubicBezTo>
                    <a:pt x="2592" y="1634"/>
                    <a:pt x="2606" y="1624"/>
                    <a:pt x="2636" y="1598"/>
                  </a:cubicBezTo>
                  <a:cubicBezTo>
                    <a:pt x="2659" y="1579"/>
                    <a:pt x="2671" y="1569"/>
                    <a:pt x="2672" y="1569"/>
                  </a:cubicBezTo>
                  <a:lnTo>
                    <a:pt x="2672" y="1569"/>
                  </a:lnTo>
                  <a:cubicBezTo>
                    <a:pt x="2673" y="1569"/>
                    <a:pt x="2661" y="1581"/>
                    <a:pt x="2636" y="1606"/>
                  </a:cubicBezTo>
                  <a:cubicBezTo>
                    <a:pt x="2573" y="1669"/>
                    <a:pt x="2536" y="1703"/>
                    <a:pt x="2518" y="1718"/>
                  </a:cubicBezTo>
                  <a:lnTo>
                    <a:pt x="2518" y="1718"/>
                  </a:lnTo>
                  <a:cubicBezTo>
                    <a:pt x="2524" y="1714"/>
                    <a:pt x="2530" y="1709"/>
                    <a:pt x="2539" y="1703"/>
                  </a:cubicBezTo>
                  <a:cubicBezTo>
                    <a:pt x="2539" y="1703"/>
                    <a:pt x="2595" y="1663"/>
                    <a:pt x="2644" y="1622"/>
                  </a:cubicBezTo>
                  <a:cubicBezTo>
                    <a:pt x="2694" y="1584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6" y="1565"/>
                    <a:pt x="2699" y="1588"/>
                    <a:pt x="2644" y="1630"/>
                  </a:cubicBezTo>
                  <a:cubicBezTo>
                    <a:pt x="2593" y="1670"/>
                    <a:pt x="2582" y="1686"/>
                    <a:pt x="2597" y="1686"/>
                  </a:cubicBezTo>
                  <a:cubicBezTo>
                    <a:pt x="2613" y="1686"/>
                    <a:pt x="2659" y="1668"/>
                    <a:pt x="2717" y="1639"/>
                  </a:cubicBezTo>
                  <a:lnTo>
                    <a:pt x="2717" y="1639"/>
                  </a:lnTo>
                  <a:lnTo>
                    <a:pt x="2660" y="1671"/>
                  </a:lnTo>
                  <a:cubicBezTo>
                    <a:pt x="2603" y="1703"/>
                    <a:pt x="2603" y="1703"/>
                    <a:pt x="2603" y="1720"/>
                  </a:cubicBezTo>
                  <a:cubicBezTo>
                    <a:pt x="2645" y="1700"/>
                    <a:pt x="2666" y="1693"/>
                    <a:pt x="2673" y="1693"/>
                  </a:cubicBezTo>
                  <a:cubicBezTo>
                    <a:pt x="2686" y="1693"/>
                    <a:pt x="2649" y="1720"/>
                    <a:pt x="2612" y="1736"/>
                  </a:cubicBezTo>
                  <a:cubicBezTo>
                    <a:pt x="2547" y="1760"/>
                    <a:pt x="2547" y="1760"/>
                    <a:pt x="2547" y="1768"/>
                  </a:cubicBezTo>
                  <a:cubicBezTo>
                    <a:pt x="2588" y="1754"/>
                    <a:pt x="2609" y="1749"/>
                    <a:pt x="2616" y="1749"/>
                  </a:cubicBezTo>
                  <a:cubicBezTo>
                    <a:pt x="2628" y="1749"/>
                    <a:pt x="2589" y="1769"/>
                    <a:pt x="2547" y="1785"/>
                  </a:cubicBezTo>
                  <a:cubicBezTo>
                    <a:pt x="2579" y="1776"/>
                    <a:pt x="2595" y="1774"/>
                    <a:pt x="2603" y="1774"/>
                  </a:cubicBezTo>
                  <a:cubicBezTo>
                    <a:pt x="2612" y="1774"/>
                    <a:pt x="2612" y="1776"/>
                    <a:pt x="2612" y="1776"/>
                  </a:cubicBezTo>
                  <a:cubicBezTo>
                    <a:pt x="2612" y="1776"/>
                    <a:pt x="2612" y="1778"/>
                    <a:pt x="2616" y="1778"/>
                  </a:cubicBezTo>
                  <a:cubicBezTo>
                    <a:pt x="2622" y="1778"/>
                    <a:pt x="2637" y="1775"/>
                    <a:pt x="2676" y="1760"/>
                  </a:cubicBezTo>
                  <a:cubicBezTo>
                    <a:pt x="2717" y="1752"/>
                    <a:pt x="2757" y="1736"/>
                    <a:pt x="2798" y="1736"/>
                  </a:cubicBezTo>
                  <a:lnTo>
                    <a:pt x="2733" y="1752"/>
                  </a:lnTo>
                  <a:cubicBezTo>
                    <a:pt x="2676" y="1768"/>
                    <a:pt x="2676" y="1776"/>
                    <a:pt x="2676" y="1785"/>
                  </a:cubicBezTo>
                  <a:cubicBezTo>
                    <a:pt x="2668" y="1793"/>
                    <a:pt x="2668" y="1801"/>
                    <a:pt x="2603" y="1809"/>
                  </a:cubicBezTo>
                  <a:lnTo>
                    <a:pt x="2668" y="1809"/>
                  </a:lnTo>
                  <a:cubicBezTo>
                    <a:pt x="2603" y="1825"/>
                    <a:pt x="2603" y="1825"/>
                    <a:pt x="2668" y="1825"/>
                  </a:cubicBezTo>
                  <a:lnTo>
                    <a:pt x="2668" y="1833"/>
                  </a:lnTo>
                  <a:cubicBezTo>
                    <a:pt x="2539" y="1841"/>
                    <a:pt x="2539" y="1841"/>
                    <a:pt x="2668" y="1841"/>
                  </a:cubicBezTo>
                  <a:cubicBezTo>
                    <a:pt x="2603" y="1849"/>
                    <a:pt x="2603" y="1849"/>
                    <a:pt x="2603" y="1849"/>
                  </a:cubicBezTo>
                  <a:cubicBezTo>
                    <a:pt x="2644" y="1855"/>
                    <a:pt x="2655" y="1861"/>
                    <a:pt x="2636" y="1861"/>
                  </a:cubicBezTo>
                  <a:cubicBezTo>
                    <a:pt x="2628" y="1861"/>
                    <a:pt x="2614" y="1860"/>
                    <a:pt x="2595" y="1858"/>
                  </a:cubicBezTo>
                  <a:lnTo>
                    <a:pt x="2595" y="1866"/>
                  </a:lnTo>
                  <a:cubicBezTo>
                    <a:pt x="2660" y="1866"/>
                    <a:pt x="2660" y="1874"/>
                    <a:pt x="2660" y="1874"/>
                  </a:cubicBezTo>
                  <a:cubicBezTo>
                    <a:pt x="2652" y="1874"/>
                    <a:pt x="2652" y="1874"/>
                    <a:pt x="2717" y="1890"/>
                  </a:cubicBezTo>
                  <a:cubicBezTo>
                    <a:pt x="2782" y="1898"/>
                    <a:pt x="2782" y="1898"/>
                    <a:pt x="2782" y="1898"/>
                  </a:cubicBezTo>
                  <a:cubicBezTo>
                    <a:pt x="2733" y="1898"/>
                    <a:pt x="2693" y="1890"/>
                    <a:pt x="2652" y="1882"/>
                  </a:cubicBezTo>
                  <a:cubicBezTo>
                    <a:pt x="2631" y="1879"/>
                    <a:pt x="2617" y="1877"/>
                    <a:pt x="2614" y="1877"/>
                  </a:cubicBezTo>
                  <a:cubicBezTo>
                    <a:pt x="2608" y="1877"/>
                    <a:pt x="2635" y="1883"/>
                    <a:pt x="2717" y="1898"/>
                  </a:cubicBezTo>
                  <a:cubicBezTo>
                    <a:pt x="2782" y="1915"/>
                    <a:pt x="2812" y="1923"/>
                    <a:pt x="2808" y="1923"/>
                  </a:cubicBezTo>
                  <a:cubicBezTo>
                    <a:pt x="2804" y="1923"/>
                    <a:pt x="2773" y="1917"/>
                    <a:pt x="2717" y="1906"/>
                  </a:cubicBezTo>
                  <a:cubicBezTo>
                    <a:pt x="2677" y="1896"/>
                    <a:pt x="2637" y="1889"/>
                    <a:pt x="2627" y="1889"/>
                  </a:cubicBezTo>
                  <a:cubicBezTo>
                    <a:pt x="2621" y="1889"/>
                    <a:pt x="2627" y="1892"/>
                    <a:pt x="2652" y="1898"/>
                  </a:cubicBezTo>
                  <a:cubicBezTo>
                    <a:pt x="2652" y="1898"/>
                    <a:pt x="2652" y="1898"/>
                    <a:pt x="2709" y="1906"/>
                  </a:cubicBezTo>
                  <a:lnTo>
                    <a:pt x="2709" y="1914"/>
                  </a:lnTo>
                  <a:cubicBezTo>
                    <a:pt x="2687" y="1912"/>
                    <a:pt x="2673" y="1911"/>
                    <a:pt x="2663" y="1911"/>
                  </a:cubicBezTo>
                  <a:cubicBezTo>
                    <a:pt x="2643" y="1911"/>
                    <a:pt x="2641" y="1914"/>
                    <a:pt x="2636" y="1914"/>
                  </a:cubicBezTo>
                  <a:cubicBezTo>
                    <a:pt x="2612" y="1911"/>
                    <a:pt x="2597" y="1909"/>
                    <a:pt x="2594" y="1909"/>
                  </a:cubicBezTo>
                  <a:cubicBezTo>
                    <a:pt x="2588" y="1909"/>
                    <a:pt x="2618" y="1915"/>
                    <a:pt x="2701" y="1930"/>
                  </a:cubicBezTo>
                  <a:cubicBezTo>
                    <a:pt x="2732" y="1944"/>
                    <a:pt x="2746" y="1950"/>
                    <a:pt x="2741" y="1950"/>
                  </a:cubicBezTo>
                  <a:cubicBezTo>
                    <a:pt x="2738" y="1950"/>
                    <a:pt x="2722" y="1946"/>
                    <a:pt x="2693" y="1939"/>
                  </a:cubicBezTo>
                  <a:cubicBezTo>
                    <a:pt x="2632" y="1922"/>
                    <a:pt x="2601" y="1916"/>
                    <a:pt x="2593" y="1916"/>
                  </a:cubicBezTo>
                  <a:cubicBezTo>
                    <a:pt x="2585" y="1916"/>
                    <a:pt x="2599" y="1922"/>
                    <a:pt x="2628" y="1930"/>
                  </a:cubicBezTo>
                  <a:cubicBezTo>
                    <a:pt x="2693" y="1947"/>
                    <a:pt x="2693" y="1947"/>
                    <a:pt x="2693" y="1947"/>
                  </a:cubicBezTo>
                  <a:cubicBezTo>
                    <a:pt x="2678" y="1943"/>
                    <a:pt x="2666" y="1941"/>
                    <a:pt x="2657" y="1941"/>
                  </a:cubicBezTo>
                  <a:cubicBezTo>
                    <a:pt x="2627" y="1941"/>
                    <a:pt x="2624" y="1959"/>
                    <a:pt x="2612" y="1971"/>
                  </a:cubicBezTo>
                  <a:cubicBezTo>
                    <a:pt x="2612" y="1971"/>
                    <a:pt x="2668" y="1995"/>
                    <a:pt x="2725" y="2028"/>
                  </a:cubicBezTo>
                  <a:cubicBezTo>
                    <a:pt x="2638" y="1988"/>
                    <a:pt x="2593" y="1968"/>
                    <a:pt x="2590" y="1968"/>
                  </a:cubicBezTo>
                  <a:lnTo>
                    <a:pt x="2590" y="1968"/>
                  </a:lnTo>
                  <a:cubicBezTo>
                    <a:pt x="2587" y="1968"/>
                    <a:pt x="2630" y="1990"/>
                    <a:pt x="2717" y="2036"/>
                  </a:cubicBezTo>
                  <a:cubicBezTo>
                    <a:pt x="2691" y="2025"/>
                    <a:pt x="2676" y="2019"/>
                    <a:pt x="2675" y="2019"/>
                  </a:cubicBezTo>
                  <a:lnTo>
                    <a:pt x="2675" y="2019"/>
                  </a:lnTo>
                  <a:cubicBezTo>
                    <a:pt x="2672" y="2019"/>
                    <a:pt x="2687" y="2027"/>
                    <a:pt x="2717" y="2044"/>
                  </a:cubicBezTo>
                  <a:cubicBezTo>
                    <a:pt x="2747" y="2057"/>
                    <a:pt x="2759" y="2065"/>
                    <a:pt x="2755" y="2065"/>
                  </a:cubicBezTo>
                  <a:cubicBezTo>
                    <a:pt x="2751" y="2065"/>
                    <a:pt x="2735" y="2059"/>
                    <a:pt x="2709" y="2044"/>
                  </a:cubicBezTo>
                  <a:cubicBezTo>
                    <a:pt x="2669" y="2027"/>
                    <a:pt x="2629" y="2006"/>
                    <a:pt x="2629" y="2006"/>
                  </a:cubicBezTo>
                  <a:lnTo>
                    <a:pt x="2629" y="2006"/>
                  </a:lnTo>
                  <a:cubicBezTo>
                    <a:pt x="2628" y="2006"/>
                    <a:pt x="2635" y="2010"/>
                    <a:pt x="2652" y="2020"/>
                  </a:cubicBezTo>
                  <a:cubicBezTo>
                    <a:pt x="2652" y="2020"/>
                    <a:pt x="2649" y="2018"/>
                    <a:pt x="2595" y="1987"/>
                  </a:cubicBezTo>
                  <a:cubicBezTo>
                    <a:pt x="2581" y="1981"/>
                    <a:pt x="2574" y="1979"/>
                    <a:pt x="2572" y="1979"/>
                  </a:cubicBezTo>
                  <a:lnTo>
                    <a:pt x="2572" y="1979"/>
                  </a:lnTo>
                  <a:cubicBezTo>
                    <a:pt x="2566" y="1979"/>
                    <a:pt x="2607" y="2003"/>
                    <a:pt x="2644" y="2028"/>
                  </a:cubicBezTo>
                  <a:cubicBezTo>
                    <a:pt x="2700" y="2066"/>
                    <a:pt x="2726" y="2087"/>
                    <a:pt x="2723" y="2087"/>
                  </a:cubicBezTo>
                  <a:cubicBezTo>
                    <a:pt x="2720" y="2087"/>
                    <a:pt x="2694" y="2070"/>
                    <a:pt x="2644" y="2036"/>
                  </a:cubicBezTo>
                  <a:cubicBezTo>
                    <a:pt x="2602" y="2009"/>
                    <a:pt x="2582" y="1997"/>
                    <a:pt x="2579" y="1997"/>
                  </a:cubicBezTo>
                  <a:lnTo>
                    <a:pt x="2579" y="1997"/>
                  </a:lnTo>
                  <a:cubicBezTo>
                    <a:pt x="2574" y="1997"/>
                    <a:pt x="2618" y="2030"/>
                    <a:pt x="2684" y="2076"/>
                  </a:cubicBezTo>
                  <a:cubicBezTo>
                    <a:pt x="2746" y="2124"/>
                    <a:pt x="2769" y="2144"/>
                    <a:pt x="2768" y="2144"/>
                  </a:cubicBezTo>
                  <a:cubicBezTo>
                    <a:pt x="2766" y="2144"/>
                    <a:pt x="2753" y="2134"/>
                    <a:pt x="2733" y="2117"/>
                  </a:cubicBezTo>
                  <a:cubicBezTo>
                    <a:pt x="2684" y="2085"/>
                    <a:pt x="2676" y="2085"/>
                    <a:pt x="2676" y="2085"/>
                  </a:cubicBezTo>
                  <a:cubicBezTo>
                    <a:pt x="2676" y="2085"/>
                    <a:pt x="2676" y="2085"/>
                    <a:pt x="2675" y="2085"/>
                  </a:cubicBezTo>
                  <a:cubicBezTo>
                    <a:pt x="2672" y="2085"/>
                    <a:pt x="2660" y="2081"/>
                    <a:pt x="2620" y="2052"/>
                  </a:cubicBezTo>
                  <a:lnTo>
                    <a:pt x="2620" y="2052"/>
                  </a:lnTo>
                  <a:cubicBezTo>
                    <a:pt x="2620" y="2052"/>
                    <a:pt x="2620" y="2053"/>
                    <a:pt x="2668" y="2093"/>
                  </a:cubicBezTo>
                  <a:cubicBezTo>
                    <a:pt x="2709" y="2130"/>
                    <a:pt x="2723" y="2146"/>
                    <a:pt x="2717" y="2146"/>
                  </a:cubicBezTo>
                  <a:cubicBezTo>
                    <a:pt x="2709" y="2146"/>
                    <a:pt x="2665" y="2115"/>
                    <a:pt x="2603" y="2068"/>
                  </a:cubicBezTo>
                  <a:lnTo>
                    <a:pt x="2603" y="2068"/>
                  </a:lnTo>
                  <a:lnTo>
                    <a:pt x="2652" y="2117"/>
                  </a:lnTo>
                  <a:cubicBezTo>
                    <a:pt x="2713" y="2167"/>
                    <a:pt x="2751" y="2205"/>
                    <a:pt x="2748" y="2205"/>
                  </a:cubicBezTo>
                  <a:cubicBezTo>
                    <a:pt x="2746" y="2205"/>
                    <a:pt x="2729" y="2191"/>
                    <a:pt x="2693" y="2157"/>
                  </a:cubicBezTo>
                  <a:lnTo>
                    <a:pt x="2644" y="2117"/>
                  </a:lnTo>
                  <a:lnTo>
                    <a:pt x="2644" y="2117"/>
                  </a:lnTo>
                  <a:cubicBezTo>
                    <a:pt x="2684" y="2154"/>
                    <a:pt x="2697" y="2170"/>
                    <a:pt x="2691" y="2170"/>
                  </a:cubicBezTo>
                  <a:cubicBezTo>
                    <a:pt x="2687" y="2170"/>
                    <a:pt x="2672" y="2160"/>
                    <a:pt x="2650" y="2142"/>
                  </a:cubicBezTo>
                  <a:lnTo>
                    <a:pt x="2650" y="2142"/>
                  </a:lnTo>
                  <a:cubicBezTo>
                    <a:pt x="2659" y="2152"/>
                    <a:pt x="2668" y="2163"/>
                    <a:pt x="2676" y="2174"/>
                  </a:cubicBezTo>
                  <a:cubicBezTo>
                    <a:pt x="2676" y="2174"/>
                    <a:pt x="2676" y="2174"/>
                    <a:pt x="2674" y="2174"/>
                  </a:cubicBezTo>
                  <a:cubicBezTo>
                    <a:pt x="2670" y="2174"/>
                    <a:pt x="2658" y="2170"/>
                    <a:pt x="2628" y="2133"/>
                  </a:cubicBezTo>
                  <a:cubicBezTo>
                    <a:pt x="2594" y="2105"/>
                    <a:pt x="2559" y="2072"/>
                    <a:pt x="2559" y="2072"/>
                  </a:cubicBezTo>
                  <a:lnTo>
                    <a:pt x="2559" y="2072"/>
                  </a:lnTo>
                  <a:cubicBezTo>
                    <a:pt x="2559" y="2072"/>
                    <a:pt x="2565" y="2078"/>
                    <a:pt x="2579" y="2093"/>
                  </a:cubicBezTo>
                  <a:cubicBezTo>
                    <a:pt x="2579" y="2093"/>
                    <a:pt x="2571" y="2093"/>
                    <a:pt x="2530" y="2044"/>
                  </a:cubicBezTo>
                  <a:lnTo>
                    <a:pt x="2522" y="2052"/>
                  </a:lnTo>
                  <a:cubicBezTo>
                    <a:pt x="2543" y="2076"/>
                    <a:pt x="2551" y="2089"/>
                    <a:pt x="2549" y="2089"/>
                  </a:cubicBezTo>
                  <a:cubicBezTo>
                    <a:pt x="2547" y="2089"/>
                    <a:pt x="2535" y="2076"/>
                    <a:pt x="2514" y="2052"/>
                  </a:cubicBezTo>
                  <a:lnTo>
                    <a:pt x="2514" y="2052"/>
                  </a:lnTo>
                  <a:cubicBezTo>
                    <a:pt x="2514" y="2052"/>
                    <a:pt x="2515" y="2053"/>
                    <a:pt x="2547" y="2109"/>
                  </a:cubicBezTo>
                  <a:cubicBezTo>
                    <a:pt x="2547" y="2109"/>
                    <a:pt x="2547" y="2109"/>
                    <a:pt x="2506" y="2060"/>
                  </a:cubicBezTo>
                  <a:lnTo>
                    <a:pt x="2506" y="2060"/>
                  </a:lnTo>
                  <a:cubicBezTo>
                    <a:pt x="2539" y="2109"/>
                    <a:pt x="2539" y="2109"/>
                    <a:pt x="2539" y="2109"/>
                  </a:cubicBezTo>
                  <a:lnTo>
                    <a:pt x="2530" y="2109"/>
                  </a:lnTo>
                  <a:cubicBezTo>
                    <a:pt x="2571" y="2166"/>
                    <a:pt x="2571" y="2166"/>
                    <a:pt x="2563" y="2166"/>
                  </a:cubicBezTo>
                  <a:cubicBezTo>
                    <a:pt x="2547" y="2149"/>
                    <a:pt x="2530" y="2133"/>
                    <a:pt x="2514" y="2117"/>
                  </a:cubicBezTo>
                  <a:cubicBezTo>
                    <a:pt x="2506" y="2117"/>
                    <a:pt x="2506" y="2117"/>
                    <a:pt x="2547" y="2174"/>
                  </a:cubicBezTo>
                  <a:cubicBezTo>
                    <a:pt x="2539" y="2174"/>
                    <a:pt x="2498" y="2125"/>
                    <a:pt x="2498" y="2125"/>
                  </a:cubicBezTo>
                  <a:lnTo>
                    <a:pt x="2498" y="2125"/>
                  </a:lnTo>
                  <a:cubicBezTo>
                    <a:pt x="2490" y="2133"/>
                    <a:pt x="2490" y="2133"/>
                    <a:pt x="2514" y="2190"/>
                  </a:cubicBezTo>
                  <a:cubicBezTo>
                    <a:pt x="2476" y="2123"/>
                    <a:pt x="2460" y="2096"/>
                    <a:pt x="2459" y="2096"/>
                  </a:cubicBezTo>
                  <a:lnTo>
                    <a:pt x="2459" y="2096"/>
                  </a:lnTo>
                  <a:cubicBezTo>
                    <a:pt x="2458" y="2096"/>
                    <a:pt x="2464" y="2110"/>
                    <a:pt x="2474" y="2133"/>
                  </a:cubicBezTo>
                  <a:cubicBezTo>
                    <a:pt x="2497" y="2188"/>
                    <a:pt x="2498" y="2190"/>
                    <a:pt x="2498" y="2190"/>
                  </a:cubicBezTo>
                  <a:cubicBezTo>
                    <a:pt x="2486" y="2162"/>
                    <a:pt x="2480" y="2147"/>
                    <a:pt x="2479" y="2147"/>
                  </a:cubicBezTo>
                  <a:lnTo>
                    <a:pt x="2479" y="2147"/>
                  </a:lnTo>
                  <a:cubicBezTo>
                    <a:pt x="2478" y="2147"/>
                    <a:pt x="2482" y="2162"/>
                    <a:pt x="2490" y="2190"/>
                  </a:cubicBezTo>
                  <a:cubicBezTo>
                    <a:pt x="2490" y="2190"/>
                    <a:pt x="2490" y="2190"/>
                    <a:pt x="2466" y="2133"/>
                  </a:cubicBezTo>
                  <a:lnTo>
                    <a:pt x="2457" y="2133"/>
                  </a:lnTo>
                  <a:cubicBezTo>
                    <a:pt x="2475" y="2185"/>
                    <a:pt x="2477" y="2205"/>
                    <a:pt x="2473" y="2205"/>
                  </a:cubicBezTo>
                  <a:cubicBezTo>
                    <a:pt x="2466" y="2205"/>
                    <a:pt x="2447" y="2170"/>
                    <a:pt x="2433" y="2133"/>
                  </a:cubicBezTo>
                  <a:lnTo>
                    <a:pt x="2433" y="2133"/>
                  </a:lnTo>
                  <a:cubicBezTo>
                    <a:pt x="2441" y="2157"/>
                    <a:pt x="2441" y="2182"/>
                    <a:pt x="2449" y="2198"/>
                  </a:cubicBezTo>
                  <a:cubicBezTo>
                    <a:pt x="2466" y="2259"/>
                    <a:pt x="2474" y="2289"/>
                    <a:pt x="2473" y="2289"/>
                  </a:cubicBezTo>
                  <a:cubicBezTo>
                    <a:pt x="2472" y="2289"/>
                    <a:pt x="2462" y="2259"/>
                    <a:pt x="2441" y="2198"/>
                  </a:cubicBezTo>
                  <a:lnTo>
                    <a:pt x="2441" y="2198"/>
                  </a:lnTo>
                  <a:cubicBezTo>
                    <a:pt x="2448" y="2225"/>
                    <a:pt x="2449" y="2241"/>
                    <a:pt x="2446" y="2241"/>
                  </a:cubicBezTo>
                  <a:cubicBezTo>
                    <a:pt x="2442" y="2241"/>
                    <a:pt x="2431" y="2212"/>
                    <a:pt x="2417" y="2141"/>
                  </a:cubicBezTo>
                  <a:lnTo>
                    <a:pt x="2391" y="2036"/>
                  </a:lnTo>
                  <a:lnTo>
                    <a:pt x="2391" y="2036"/>
                  </a:lnTo>
                  <a:cubicBezTo>
                    <a:pt x="2393" y="2049"/>
                    <a:pt x="2393" y="2061"/>
                    <a:pt x="2393" y="2076"/>
                  </a:cubicBezTo>
                  <a:cubicBezTo>
                    <a:pt x="2406" y="2128"/>
                    <a:pt x="2408" y="2133"/>
                    <a:pt x="2405" y="2133"/>
                  </a:cubicBezTo>
                  <a:cubicBezTo>
                    <a:pt x="2404" y="2133"/>
                    <a:pt x="2402" y="2133"/>
                    <a:pt x="2401" y="2133"/>
                  </a:cubicBezTo>
                  <a:cubicBezTo>
                    <a:pt x="2393" y="2133"/>
                    <a:pt x="2393" y="2198"/>
                    <a:pt x="2393" y="2198"/>
                  </a:cubicBezTo>
                  <a:cubicBezTo>
                    <a:pt x="2385" y="2198"/>
                    <a:pt x="2376" y="2198"/>
                    <a:pt x="2368" y="2133"/>
                  </a:cubicBezTo>
                  <a:cubicBezTo>
                    <a:pt x="2368" y="2133"/>
                    <a:pt x="2368" y="2133"/>
                    <a:pt x="2360" y="2198"/>
                  </a:cubicBezTo>
                  <a:cubicBezTo>
                    <a:pt x="2360" y="2226"/>
                    <a:pt x="2360" y="2241"/>
                    <a:pt x="2359" y="2241"/>
                  </a:cubicBezTo>
                  <a:cubicBezTo>
                    <a:pt x="2358" y="2241"/>
                    <a:pt x="2356" y="2226"/>
                    <a:pt x="2352" y="2198"/>
                  </a:cubicBezTo>
                  <a:cubicBezTo>
                    <a:pt x="2344" y="2255"/>
                    <a:pt x="2344" y="2255"/>
                    <a:pt x="2344" y="2255"/>
                  </a:cubicBezTo>
                  <a:cubicBezTo>
                    <a:pt x="2344" y="2209"/>
                    <a:pt x="2344" y="2163"/>
                    <a:pt x="2341" y="2163"/>
                  </a:cubicBezTo>
                  <a:cubicBezTo>
                    <a:pt x="2340" y="2163"/>
                    <a:pt x="2338" y="2171"/>
                    <a:pt x="2336" y="2190"/>
                  </a:cubicBezTo>
                  <a:cubicBezTo>
                    <a:pt x="2336" y="2255"/>
                    <a:pt x="2336" y="2255"/>
                    <a:pt x="2328" y="2255"/>
                  </a:cubicBezTo>
                  <a:cubicBezTo>
                    <a:pt x="2323" y="2215"/>
                    <a:pt x="2293" y="2191"/>
                    <a:pt x="2268" y="2191"/>
                  </a:cubicBezTo>
                  <a:cubicBezTo>
                    <a:pt x="2252" y="2191"/>
                    <a:pt x="2237" y="2200"/>
                    <a:pt x="2230" y="2222"/>
                  </a:cubicBezTo>
                  <a:lnTo>
                    <a:pt x="2222" y="2214"/>
                  </a:lnTo>
                  <a:lnTo>
                    <a:pt x="2214" y="2214"/>
                  </a:lnTo>
                  <a:cubicBezTo>
                    <a:pt x="2232" y="2160"/>
                    <a:pt x="2236" y="2141"/>
                    <a:pt x="2231" y="2141"/>
                  </a:cubicBezTo>
                  <a:lnTo>
                    <a:pt x="2231" y="2141"/>
                  </a:lnTo>
                  <a:cubicBezTo>
                    <a:pt x="2226" y="2141"/>
                    <a:pt x="2208" y="2171"/>
                    <a:pt x="2190" y="2198"/>
                  </a:cubicBezTo>
                  <a:cubicBezTo>
                    <a:pt x="2166" y="2255"/>
                    <a:pt x="2157" y="2255"/>
                    <a:pt x="2157" y="2255"/>
                  </a:cubicBezTo>
                  <a:cubicBezTo>
                    <a:pt x="2192" y="2186"/>
                    <a:pt x="2203" y="2156"/>
                    <a:pt x="2198" y="2156"/>
                  </a:cubicBezTo>
                  <a:lnTo>
                    <a:pt x="2198" y="2156"/>
                  </a:lnTo>
                  <a:cubicBezTo>
                    <a:pt x="2195" y="2156"/>
                    <a:pt x="2186" y="2168"/>
                    <a:pt x="2174" y="2190"/>
                  </a:cubicBezTo>
                  <a:cubicBezTo>
                    <a:pt x="2142" y="2245"/>
                    <a:pt x="2126" y="2271"/>
                    <a:pt x="2124" y="2271"/>
                  </a:cubicBezTo>
                  <a:cubicBezTo>
                    <a:pt x="2122" y="2271"/>
                    <a:pt x="2136" y="2241"/>
                    <a:pt x="2166" y="2182"/>
                  </a:cubicBezTo>
                  <a:cubicBezTo>
                    <a:pt x="2195" y="2130"/>
                    <a:pt x="2211" y="2102"/>
                    <a:pt x="2210" y="2102"/>
                  </a:cubicBezTo>
                  <a:lnTo>
                    <a:pt x="2210" y="2102"/>
                  </a:lnTo>
                  <a:cubicBezTo>
                    <a:pt x="2209" y="2102"/>
                    <a:pt x="2182" y="2142"/>
                    <a:pt x="2125" y="2230"/>
                  </a:cubicBezTo>
                  <a:cubicBezTo>
                    <a:pt x="2164" y="2162"/>
                    <a:pt x="2177" y="2135"/>
                    <a:pt x="2173" y="2135"/>
                  </a:cubicBezTo>
                  <a:lnTo>
                    <a:pt x="2173" y="2135"/>
                  </a:lnTo>
                  <a:cubicBezTo>
                    <a:pt x="2171" y="2135"/>
                    <a:pt x="2162" y="2146"/>
                    <a:pt x="2149" y="2166"/>
                  </a:cubicBezTo>
                  <a:cubicBezTo>
                    <a:pt x="2118" y="2221"/>
                    <a:pt x="2099" y="2248"/>
                    <a:pt x="2097" y="2248"/>
                  </a:cubicBezTo>
                  <a:cubicBezTo>
                    <a:pt x="2094" y="2248"/>
                    <a:pt x="2108" y="2219"/>
                    <a:pt x="2141" y="2166"/>
                  </a:cubicBezTo>
                  <a:cubicBezTo>
                    <a:pt x="2178" y="2108"/>
                    <a:pt x="2197" y="2079"/>
                    <a:pt x="2196" y="2079"/>
                  </a:cubicBezTo>
                  <a:lnTo>
                    <a:pt x="2196" y="2079"/>
                  </a:lnTo>
                  <a:cubicBezTo>
                    <a:pt x="2195" y="2079"/>
                    <a:pt x="2177" y="2106"/>
                    <a:pt x="2141" y="2157"/>
                  </a:cubicBezTo>
                  <a:cubicBezTo>
                    <a:pt x="2102" y="2208"/>
                    <a:pt x="2080" y="2233"/>
                    <a:pt x="2076" y="2233"/>
                  </a:cubicBezTo>
                  <a:cubicBezTo>
                    <a:pt x="2071" y="2233"/>
                    <a:pt x="2087" y="2204"/>
                    <a:pt x="2125" y="2149"/>
                  </a:cubicBezTo>
                  <a:cubicBezTo>
                    <a:pt x="2125" y="2144"/>
                    <a:pt x="2140" y="2120"/>
                    <a:pt x="2139" y="2120"/>
                  </a:cubicBezTo>
                  <a:lnTo>
                    <a:pt x="2139" y="2120"/>
                  </a:lnTo>
                  <a:cubicBezTo>
                    <a:pt x="2139" y="2120"/>
                    <a:pt x="2136" y="2125"/>
                    <a:pt x="2126" y="2139"/>
                  </a:cubicBezTo>
                  <a:lnTo>
                    <a:pt x="2126" y="2139"/>
                  </a:lnTo>
                  <a:lnTo>
                    <a:pt x="2157" y="2093"/>
                  </a:lnTo>
                  <a:lnTo>
                    <a:pt x="2157" y="2085"/>
                  </a:lnTo>
                  <a:lnTo>
                    <a:pt x="2117" y="2133"/>
                  </a:lnTo>
                  <a:cubicBezTo>
                    <a:pt x="2117" y="2133"/>
                    <a:pt x="2149" y="2068"/>
                    <a:pt x="2141" y="2060"/>
                  </a:cubicBezTo>
                  <a:cubicBezTo>
                    <a:pt x="2134" y="2050"/>
                    <a:pt x="2130" y="2044"/>
                    <a:pt x="2124" y="2044"/>
                  </a:cubicBezTo>
                  <a:cubicBezTo>
                    <a:pt x="2116" y="2044"/>
                    <a:pt x="2104" y="2054"/>
                    <a:pt x="2076" y="2076"/>
                  </a:cubicBezTo>
                  <a:cubicBezTo>
                    <a:pt x="2030" y="2119"/>
                    <a:pt x="2006" y="2139"/>
                    <a:pt x="2004" y="2139"/>
                  </a:cubicBezTo>
                  <a:cubicBezTo>
                    <a:pt x="2001" y="2139"/>
                    <a:pt x="2026" y="2115"/>
                    <a:pt x="2076" y="2068"/>
                  </a:cubicBezTo>
                  <a:cubicBezTo>
                    <a:pt x="2068" y="2068"/>
                    <a:pt x="2117" y="2028"/>
                    <a:pt x="2117" y="2020"/>
                  </a:cubicBezTo>
                  <a:cubicBezTo>
                    <a:pt x="2117" y="2020"/>
                    <a:pt x="2117" y="2012"/>
                    <a:pt x="2166" y="1979"/>
                  </a:cubicBezTo>
                  <a:lnTo>
                    <a:pt x="2166" y="1971"/>
                  </a:lnTo>
                  <a:cubicBezTo>
                    <a:pt x="2113" y="2007"/>
                    <a:pt x="2085" y="2022"/>
                    <a:pt x="2076" y="2022"/>
                  </a:cubicBezTo>
                  <a:cubicBezTo>
                    <a:pt x="2068" y="2022"/>
                    <a:pt x="2080" y="2007"/>
                    <a:pt x="2109" y="1987"/>
                  </a:cubicBezTo>
                  <a:cubicBezTo>
                    <a:pt x="2109" y="1987"/>
                    <a:pt x="2109" y="1986"/>
                    <a:pt x="2105" y="1986"/>
                  </a:cubicBezTo>
                  <a:cubicBezTo>
                    <a:pt x="2098" y="1986"/>
                    <a:pt x="2083" y="1989"/>
                    <a:pt x="2044" y="2003"/>
                  </a:cubicBezTo>
                  <a:cubicBezTo>
                    <a:pt x="2018" y="2015"/>
                    <a:pt x="2004" y="2021"/>
                    <a:pt x="2002" y="2021"/>
                  </a:cubicBezTo>
                  <a:cubicBezTo>
                    <a:pt x="1999" y="2021"/>
                    <a:pt x="2014" y="2013"/>
                    <a:pt x="2044" y="1995"/>
                  </a:cubicBezTo>
                  <a:cubicBezTo>
                    <a:pt x="2080" y="1980"/>
                    <a:pt x="2115" y="1958"/>
                    <a:pt x="2109" y="1958"/>
                  </a:cubicBezTo>
                  <a:lnTo>
                    <a:pt x="2109" y="1958"/>
                  </a:lnTo>
                  <a:cubicBezTo>
                    <a:pt x="2105" y="1958"/>
                    <a:pt x="2086" y="1966"/>
                    <a:pt x="2044" y="1987"/>
                  </a:cubicBezTo>
                  <a:lnTo>
                    <a:pt x="2101" y="1955"/>
                  </a:lnTo>
                  <a:lnTo>
                    <a:pt x="2101" y="1955"/>
                  </a:lnTo>
                  <a:cubicBezTo>
                    <a:pt x="2086" y="1961"/>
                    <a:pt x="2065" y="1970"/>
                    <a:pt x="2044" y="1979"/>
                  </a:cubicBezTo>
                  <a:cubicBezTo>
                    <a:pt x="1993" y="1999"/>
                    <a:pt x="1964" y="2010"/>
                    <a:pt x="1959" y="2010"/>
                  </a:cubicBezTo>
                  <a:cubicBezTo>
                    <a:pt x="1953" y="2010"/>
                    <a:pt x="1997" y="1989"/>
                    <a:pt x="2101" y="1947"/>
                  </a:cubicBezTo>
                  <a:cubicBezTo>
                    <a:pt x="2124" y="1937"/>
                    <a:pt x="2143" y="1929"/>
                    <a:pt x="2157" y="1922"/>
                  </a:cubicBezTo>
                  <a:lnTo>
                    <a:pt x="2157" y="1922"/>
                  </a:lnTo>
                  <a:cubicBezTo>
                    <a:pt x="2120" y="1938"/>
                    <a:pt x="2080" y="1951"/>
                    <a:pt x="2074" y="1951"/>
                  </a:cubicBezTo>
                  <a:cubicBezTo>
                    <a:pt x="2071" y="1951"/>
                    <a:pt x="2078" y="1947"/>
                    <a:pt x="2101" y="1939"/>
                  </a:cubicBezTo>
                  <a:lnTo>
                    <a:pt x="2101" y="1939"/>
                  </a:lnTo>
                  <a:cubicBezTo>
                    <a:pt x="2052" y="1947"/>
                    <a:pt x="2020" y="1963"/>
                    <a:pt x="1979" y="1979"/>
                  </a:cubicBezTo>
                  <a:cubicBezTo>
                    <a:pt x="1941" y="1989"/>
                    <a:pt x="1925" y="1993"/>
                    <a:pt x="1919" y="1993"/>
                  </a:cubicBezTo>
                  <a:cubicBezTo>
                    <a:pt x="1914" y="1993"/>
                    <a:pt x="1914" y="1991"/>
                    <a:pt x="1914" y="1987"/>
                  </a:cubicBezTo>
                  <a:cubicBezTo>
                    <a:pt x="1979" y="1971"/>
                    <a:pt x="1979" y="1971"/>
                    <a:pt x="2036" y="1955"/>
                  </a:cubicBezTo>
                  <a:lnTo>
                    <a:pt x="2036" y="1947"/>
                  </a:lnTo>
                  <a:cubicBezTo>
                    <a:pt x="2056" y="1939"/>
                    <a:pt x="2076" y="1931"/>
                    <a:pt x="2096" y="1924"/>
                  </a:cubicBezTo>
                  <a:lnTo>
                    <a:pt x="2096" y="1924"/>
                  </a:lnTo>
                  <a:cubicBezTo>
                    <a:pt x="2019" y="1944"/>
                    <a:pt x="1992" y="1951"/>
                    <a:pt x="1984" y="1951"/>
                  </a:cubicBezTo>
                  <a:cubicBezTo>
                    <a:pt x="1979" y="1951"/>
                    <a:pt x="1979" y="1949"/>
                    <a:pt x="1979" y="1947"/>
                  </a:cubicBezTo>
                  <a:cubicBezTo>
                    <a:pt x="1979" y="1947"/>
                    <a:pt x="1971" y="1947"/>
                    <a:pt x="2036" y="1930"/>
                  </a:cubicBezTo>
                  <a:cubicBezTo>
                    <a:pt x="2101" y="1914"/>
                    <a:pt x="2101" y="1914"/>
                    <a:pt x="2101" y="1906"/>
                  </a:cubicBezTo>
                  <a:lnTo>
                    <a:pt x="2101" y="1906"/>
                  </a:lnTo>
                  <a:cubicBezTo>
                    <a:pt x="2101" y="1906"/>
                    <a:pt x="1914" y="1939"/>
                    <a:pt x="1785" y="1955"/>
                  </a:cubicBezTo>
                  <a:cubicBezTo>
                    <a:pt x="1730" y="1962"/>
                    <a:pt x="1700" y="1966"/>
                    <a:pt x="1694" y="1966"/>
                  </a:cubicBezTo>
                  <a:cubicBezTo>
                    <a:pt x="1687" y="1966"/>
                    <a:pt x="1718" y="1960"/>
                    <a:pt x="1785" y="1947"/>
                  </a:cubicBezTo>
                  <a:cubicBezTo>
                    <a:pt x="1849" y="1939"/>
                    <a:pt x="1849" y="1930"/>
                    <a:pt x="1849" y="1930"/>
                  </a:cubicBezTo>
                  <a:lnTo>
                    <a:pt x="1849" y="1930"/>
                  </a:lnTo>
                  <a:cubicBezTo>
                    <a:pt x="1836" y="1932"/>
                    <a:pt x="1828" y="1933"/>
                    <a:pt x="1824" y="1933"/>
                  </a:cubicBezTo>
                  <a:cubicBezTo>
                    <a:pt x="1813" y="1933"/>
                    <a:pt x="1832" y="1928"/>
                    <a:pt x="1843" y="1928"/>
                  </a:cubicBezTo>
                  <a:cubicBezTo>
                    <a:pt x="1846" y="1928"/>
                    <a:pt x="1849" y="1929"/>
                    <a:pt x="1849" y="1930"/>
                  </a:cubicBezTo>
                  <a:cubicBezTo>
                    <a:pt x="1906" y="1922"/>
                    <a:pt x="1906" y="1922"/>
                    <a:pt x="1906" y="1922"/>
                  </a:cubicBezTo>
                  <a:lnTo>
                    <a:pt x="1971" y="1914"/>
                  </a:lnTo>
                  <a:cubicBezTo>
                    <a:pt x="2042" y="1901"/>
                    <a:pt x="2075" y="1895"/>
                    <a:pt x="2067" y="1895"/>
                  </a:cubicBezTo>
                  <a:cubicBezTo>
                    <a:pt x="2061" y="1895"/>
                    <a:pt x="2029" y="1899"/>
                    <a:pt x="1971" y="1906"/>
                  </a:cubicBezTo>
                  <a:cubicBezTo>
                    <a:pt x="1944" y="1910"/>
                    <a:pt x="1928" y="1911"/>
                    <a:pt x="1924" y="1911"/>
                  </a:cubicBezTo>
                  <a:cubicBezTo>
                    <a:pt x="1917" y="1911"/>
                    <a:pt x="1933" y="1908"/>
                    <a:pt x="1971" y="1898"/>
                  </a:cubicBezTo>
                  <a:cubicBezTo>
                    <a:pt x="1995" y="1895"/>
                    <a:pt x="2018" y="1892"/>
                    <a:pt x="2036" y="1890"/>
                  </a:cubicBezTo>
                  <a:lnTo>
                    <a:pt x="2036" y="1890"/>
                  </a:lnTo>
                  <a:cubicBezTo>
                    <a:pt x="2036" y="1890"/>
                    <a:pt x="2036" y="1882"/>
                    <a:pt x="2101" y="1874"/>
                  </a:cubicBezTo>
                  <a:cubicBezTo>
                    <a:pt x="2101" y="1870"/>
                    <a:pt x="2101" y="1868"/>
                    <a:pt x="2093" y="1868"/>
                  </a:cubicBezTo>
                  <a:cubicBezTo>
                    <a:pt x="2085" y="1868"/>
                    <a:pt x="2068" y="1870"/>
                    <a:pt x="2036" y="1874"/>
                  </a:cubicBezTo>
                  <a:lnTo>
                    <a:pt x="1971" y="1874"/>
                  </a:lnTo>
                  <a:cubicBezTo>
                    <a:pt x="1971" y="1866"/>
                    <a:pt x="1979" y="1866"/>
                    <a:pt x="1914" y="1866"/>
                  </a:cubicBezTo>
                  <a:cubicBezTo>
                    <a:pt x="1895" y="1868"/>
                    <a:pt x="1876" y="1869"/>
                    <a:pt x="1859" y="1869"/>
                  </a:cubicBezTo>
                  <a:cubicBezTo>
                    <a:pt x="1817" y="1869"/>
                    <a:pt x="1785" y="1863"/>
                    <a:pt x="1785" y="1858"/>
                  </a:cubicBezTo>
                  <a:cubicBezTo>
                    <a:pt x="1720" y="1849"/>
                    <a:pt x="1720" y="1849"/>
                    <a:pt x="1849" y="1849"/>
                  </a:cubicBezTo>
                  <a:cubicBezTo>
                    <a:pt x="1914" y="1849"/>
                    <a:pt x="1914" y="1841"/>
                    <a:pt x="1914" y="1841"/>
                  </a:cubicBezTo>
                  <a:cubicBezTo>
                    <a:pt x="1914" y="1841"/>
                    <a:pt x="1914" y="1841"/>
                    <a:pt x="1979" y="1833"/>
                  </a:cubicBezTo>
                  <a:lnTo>
                    <a:pt x="1914" y="1833"/>
                  </a:lnTo>
                  <a:lnTo>
                    <a:pt x="1785" y="1825"/>
                  </a:lnTo>
                  <a:lnTo>
                    <a:pt x="1979" y="1825"/>
                  </a:lnTo>
                  <a:cubicBezTo>
                    <a:pt x="1914" y="1825"/>
                    <a:pt x="1858" y="1817"/>
                    <a:pt x="1922" y="1809"/>
                  </a:cubicBezTo>
                  <a:cubicBezTo>
                    <a:pt x="1922" y="1809"/>
                    <a:pt x="1922" y="1805"/>
                    <a:pt x="1942" y="1805"/>
                  </a:cubicBezTo>
                  <a:cubicBezTo>
                    <a:pt x="1951" y="1805"/>
                    <a:pt x="1966" y="1806"/>
                    <a:pt x="1987" y="1809"/>
                  </a:cubicBezTo>
                  <a:cubicBezTo>
                    <a:pt x="2052" y="1809"/>
                    <a:pt x="1987" y="1801"/>
                    <a:pt x="1987" y="1801"/>
                  </a:cubicBezTo>
                  <a:cubicBezTo>
                    <a:pt x="1922" y="1793"/>
                    <a:pt x="1922" y="1785"/>
                    <a:pt x="1987" y="1785"/>
                  </a:cubicBezTo>
                  <a:cubicBezTo>
                    <a:pt x="2046" y="1792"/>
                    <a:pt x="2078" y="1796"/>
                    <a:pt x="2084" y="1796"/>
                  </a:cubicBezTo>
                  <a:cubicBezTo>
                    <a:pt x="2092" y="1796"/>
                    <a:pt x="2062" y="1790"/>
                    <a:pt x="1995" y="1776"/>
                  </a:cubicBezTo>
                  <a:cubicBezTo>
                    <a:pt x="1954" y="1766"/>
                    <a:pt x="1913" y="1756"/>
                    <a:pt x="1921" y="1756"/>
                  </a:cubicBezTo>
                  <a:cubicBezTo>
                    <a:pt x="1926" y="1756"/>
                    <a:pt x="1948" y="1759"/>
                    <a:pt x="1995" y="1768"/>
                  </a:cubicBezTo>
                  <a:cubicBezTo>
                    <a:pt x="2013" y="1773"/>
                    <a:pt x="2021" y="1775"/>
                    <a:pt x="2022" y="1775"/>
                  </a:cubicBezTo>
                  <a:cubicBezTo>
                    <a:pt x="2025" y="1775"/>
                    <a:pt x="1979" y="1762"/>
                    <a:pt x="1939" y="1744"/>
                  </a:cubicBezTo>
                  <a:lnTo>
                    <a:pt x="1939" y="1744"/>
                  </a:lnTo>
                  <a:lnTo>
                    <a:pt x="1995" y="1760"/>
                  </a:lnTo>
                  <a:lnTo>
                    <a:pt x="2060" y="1776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939" y="1744"/>
                  </a:lnTo>
                  <a:lnTo>
                    <a:pt x="1687" y="1679"/>
                  </a:lnTo>
                  <a:cubicBezTo>
                    <a:pt x="1606" y="1658"/>
                    <a:pt x="1579" y="1650"/>
                    <a:pt x="1589" y="1650"/>
                  </a:cubicBezTo>
                  <a:cubicBezTo>
                    <a:pt x="1594" y="1650"/>
                    <a:pt x="1609" y="1652"/>
                    <a:pt x="1630" y="1655"/>
                  </a:cubicBezTo>
                  <a:cubicBezTo>
                    <a:pt x="1671" y="1655"/>
                    <a:pt x="1712" y="1663"/>
                    <a:pt x="1752" y="1679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8" y="1720"/>
                    <a:pt x="1898" y="1728"/>
                    <a:pt x="1939" y="1728"/>
                  </a:cubicBezTo>
                  <a:cubicBezTo>
                    <a:pt x="1971" y="1736"/>
                    <a:pt x="1987" y="1740"/>
                    <a:pt x="1988" y="1740"/>
                  </a:cubicBezTo>
                  <a:cubicBezTo>
                    <a:pt x="1989" y="1740"/>
                    <a:pt x="1975" y="1736"/>
                    <a:pt x="1947" y="1728"/>
                  </a:cubicBezTo>
                  <a:lnTo>
                    <a:pt x="1947" y="1728"/>
                  </a:lnTo>
                  <a:cubicBezTo>
                    <a:pt x="1974" y="1735"/>
                    <a:pt x="1990" y="1737"/>
                    <a:pt x="1999" y="1737"/>
                  </a:cubicBezTo>
                  <a:cubicBezTo>
                    <a:pt x="2012" y="1737"/>
                    <a:pt x="2012" y="1732"/>
                    <a:pt x="2012" y="1728"/>
                  </a:cubicBezTo>
                  <a:cubicBezTo>
                    <a:pt x="2012" y="1728"/>
                    <a:pt x="2013" y="1726"/>
                    <a:pt x="2018" y="1726"/>
                  </a:cubicBezTo>
                  <a:cubicBezTo>
                    <a:pt x="2026" y="1726"/>
                    <a:pt x="2042" y="1729"/>
                    <a:pt x="2076" y="1744"/>
                  </a:cubicBezTo>
                  <a:cubicBezTo>
                    <a:pt x="2085" y="1736"/>
                    <a:pt x="2085" y="1736"/>
                    <a:pt x="2020" y="1712"/>
                  </a:cubicBezTo>
                  <a:cubicBezTo>
                    <a:pt x="1942" y="1680"/>
                    <a:pt x="1917" y="1666"/>
                    <a:pt x="1924" y="1666"/>
                  </a:cubicBezTo>
                  <a:cubicBezTo>
                    <a:pt x="1928" y="1666"/>
                    <a:pt x="1943" y="1670"/>
                    <a:pt x="1963" y="1679"/>
                  </a:cubicBezTo>
                  <a:cubicBezTo>
                    <a:pt x="2028" y="1705"/>
                    <a:pt x="2079" y="1722"/>
                    <a:pt x="2095" y="1722"/>
                  </a:cubicBezTo>
                  <a:cubicBezTo>
                    <a:pt x="2109" y="1722"/>
                    <a:pt x="2097" y="1709"/>
                    <a:pt x="2044" y="1679"/>
                  </a:cubicBezTo>
                  <a:lnTo>
                    <a:pt x="2044" y="1671"/>
                  </a:lnTo>
                  <a:cubicBezTo>
                    <a:pt x="2071" y="1685"/>
                    <a:pt x="2088" y="1691"/>
                    <a:pt x="2095" y="1691"/>
                  </a:cubicBezTo>
                  <a:cubicBezTo>
                    <a:pt x="2104" y="1691"/>
                    <a:pt x="2093" y="1678"/>
                    <a:pt x="2060" y="1655"/>
                  </a:cubicBezTo>
                  <a:lnTo>
                    <a:pt x="2068" y="1647"/>
                  </a:lnTo>
                  <a:cubicBezTo>
                    <a:pt x="2095" y="1662"/>
                    <a:pt x="2109" y="1670"/>
                    <a:pt x="2112" y="1670"/>
                  </a:cubicBezTo>
                  <a:cubicBezTo>
                    <a:pt x="2114" y="1670"/>
                    <a:pt x="2102" y="1660"/>
                    <a:pt x="2076" y="1639"/>
                  </a:cubicBezTo>
                  <a:cubicBezTo>
                    <a:pt x="2065" y="1630"/>
                    <a:pt x="2053" y="1622"/>
                    <a:pt x="2043" y="1614"/>
                  </a:cubicBezTo>
                  <a:lnTo>
                    <a:pt x="2043" y="1614"/>
                  </a:lnTo>
                  <a:cubicBezTo>
                    <a:pt x="2065" y="1629"/>
                    <a:pt x="2073" y="1631"/>
                    <a:pt x="2078" y="1631"/>
                  </a:cubicBezTo>
                  <a:cubicBezTo>
                    <a:pt x="2081" y="1631"/>
                    <a:pt x="2082" y="1630"/>
                    <a:pt x="2085" y="1630"/>
                  </a:cubicBezTo>
                  <a:cubicBezTo>
                    <a:pt x="2093" y="1622"/>
                    <a:pt x="2093" y="1622"/>
                    <a:pt x="2044" y="1582"/>
                  </a:cubicBezTo>
                  <a:cubicBezTo>
                    <a:pt x="2030" y="1562"/>
                    <a:pt x="2027" y="1554"/>
                    <a:pt x="2030" y="1554"/>
                  </a:cubicBezTo>
                  <a:lnTo>
                    <a:pt x="2030" y="1554"/>
                  </a:lnTo>
                  <a:cubicBezTo>
                    <a:pt x="2037" y="1554"/>
                    <a:pt x="2069" y="1582"/>
                    <a:pt x="2101" y="1614"/>
                  </a:cubicBezTo>
                  <a:cubicBezTo>
                    <a:pt x="2143" y="1657"/>
                    <a:pt x="2167" y="1679"/>
                    <a:pt x="2169" y="1679"/>
                  </a:cubicBezTo>
                  <a:cubicBezTo>
                    <a:pt x="2170" y="1679"/>
                    <a:pt x="2134" y="1643"/>
                    <a:pt x="2052" y="1566"/>
                  </a:cubicBezTo>
                  <a:cubicBezTo>
                    <a:pt x="1997" y="1506"/>
                    <a:pt x="1976" y="1480"/>
                    <a:pt x="1979" y="1480"/>
                  </a:cubicBezTo>
                  <a:lnTo>
                    <a:pt x="1979" y="1480"/>
                  </a:lnTo>
                  <a:cubicBezTo>
                    <a:pt x="1981" y="1480"/>
                    <a:pt x="1993" y="1490"/>
                    <a:pt x="2012" y="1509"/>
                  </a:cubicBezTo>
                  <a:cubicBezTo>
                    <a:pt x="2060" y="1558"/>
                    <a:pt x="2060" y="1566"/>
                    <a:pt x="2060" y="1566"/>
                  </a:cubicBezTo>
                  <a:lnTo>
                    <a:pt x="2149" y="1655"/>
                  </a:lnTo>
                  <a:cubicBezTo>
                    <a:pt x="2141" y="1639"/>
                    <a:pt x="2125" y="1622"/>
                    <a:pt x="2109" y="1606"/>
                  </a:cubicBezTo>
                  <a:cubicBezTo>
                    <a:pt x="2093" y="1590"/>
                    <a:pt x="2085" y="1574"/>
                    <a:pt x="2068" y="1558"/>
                  </a:cubicBezTo>
                  <a:cubicBezTo>
                    <a:pt x="2020" y="1509"/>
                    <a:pt x="1971" y="1460"/>
                    <a:pt x="1922" y="1412"/>
                  </a:cubicBezTo>
                  <a:cubicBezTo>
                    <a:pt x="1874" y="1363"/>
                    <a:pt x="1882" y="1363"/>
                    <a:pt x="1882" y="1363"/>
                  </a:cubicBezTo>
                  <a:lnTo>
                    <a:pt x="1882" y="1363"/>
                  </a:lnTo>
                  <a:cubicBezTo>
                    <a:pt x="1930" y="1403"/>
                    <a:pt x="1979" y="1452"/>
                    <a:pt x="2028" y="1501"/>
                  </a:cubicBezTo>
                  <a:cubicBezTo>
                    <a:pt x="2052" y="1541"/>
                    <a:pt x="2085" y="1574"/>
                    <a:pt x="2117" y="1606"/>
                  </a:cubicBezTo>
                  <a:cubicBezTo>
                    <a:pt x="2124" y="1615"/>
                    <a:pt x="2127" y="1618"/>
                    <a:pt x="2128" y="1618"/>
                  </a:cubicBezTo>
                  <a:cubicBezTo>
                    <a:pt x="2129" y="1618"/>
                    <a:pt x="2062" y="1531"/>
                    <a:pt x="1995" y="1444"/>
                  </a:cubicBezTo>
                  <a:lnTo>
                    <a:pt x="1995" y="1444"/>
                  </a:lnTo>
                  <a:lnTo>
                    <a:pt x="2036" y="1493"/>
                  </a:lnTo>
                  <a:cubicBezTo>
                    <a:pt x="2085" y="1541"/>
                    <a:pt x="2085" y="1541"/>
                    <a:pt x="2093" y="1541"/>
                  </a:cubicBezTo>
                  <a:cubicBezTo>
                    <a:pt x="2101" y="1533"/>
                    <a:pt x="2101" y="1533"/>
                    <a:pt x="2060" y="1485"/>
                  </a:cubicBezTo>
                  <a:cubicBezTo>
                    <a:pt x="2028" y="1444"/>
                    <a:pt x="2003" y="1412"/>
                    <a:pt x="1979" y="1371"/>
                  </a:cubicBezTo>
                  <a:cubicBezTo>
                    <a:pt x="1947" y="1339"/>
                    <a:pt x="1914" y="1306"/>
                    <a:pt x="1890" y="1266"/>
                  </a:cubicBezTo>
                  <a:lnTo>
                    <a:pt x="1890" y="1266"/>
                  </a:lnTo>
                  <a:cubicBezTo>
                    <a:pt x="1922" y="1298"/>
                    <a:pt x="1955" y="1330"/>
                    <a:pt x="1987" y="1363"/>
                  </a:cubicBezTo>
                  <a:cubicBezTo>
                    <a:pt x="2071" y="1462"/>
                    <a:pt x="2112" y="1518"/>
                    <a:pt x="2123" y="1518"/>
                  </a:cubicBezTo>
                  <a:cubicBezTo>
                    <a:pt x="2124" y="1518"/>
                    <a:pt x="2125" y="1517"/>
                    <a:pt x="2125" y="1517"/>
                  </a:cubicBezTo>
                  <a:cubicBezTo>
                    <a:pt x="2127" y="1517"/>
                    <a:pt x="2129" y="1517"/>
                    <a:pt x="2131" y="1517"/>
                  </a:cubicBezTo>
                  <a:cubicBezTo>
                    <a:pt x="2138" y="1517"/>
                    <a:pt x="2150" y="1521"/>
                    <a:pt x="2182" y="1566"/>
                  </a:cubicBezTo>
                  <a:cubicBezTo>
                    <a:pt x="2182" y="1566"/>
                    <a:pt x="2182" y="1566"/>
                    <a:pt x="2149" y="1509"/>
                  </a:cubicBezTo>
                  <a:lnTo>
                    <a:pt x="2157" y="1509"/>
                  </a:lnTo>
                  <a:cubicBezTo>
                    <a:pt x="2173" y="1536"/>
                    <a:pt x="2183" y="1550"/>
                    <a:pt x="2186" y="1550"/>
                  </a:cubicBezTo>
                  <a:cubicBezTo>
                    <a:pt x="2188" y="1550"/>
                    <a:pt x="2182" y="1534"/>
                    <a:pt x="2166" y="1501"/>
                  </a:cubicBezTo>
                  <a:cubicBezTo>
                    <a:pt x="2155" y="1482"/>
                    <a:pt x="2151" y="1476"/>
                    <a:pt x="2151" y="1476"/>
                  </a:cubicBezTo>
                  <a:lnTo>
                    <a:pt x="2151" y="1476"/>
                  </a:lnTo>
                  <a:cubicBezTo>
                    <a:pt x="2152" y="1476"/>
                    <a:pt x="2168" y="1501"/>
                    <a:pt x="2174" y="1501"/>
                  </a:cubicBezTo>
                  <a:cubicBezTo>
                    <a:pt x="2203" y="1555"/>
                    <a:pt x="2219" y="1585"/>
                    <a:pt x="2219" y="1585"/>
                  </a:cubicBezTo>
                  <a:cubicBezTo>
                    <a:pt x="2219" y="1585"/>
                    <a:pt x="2195" y="1539"/>
                    <a:pt x="2141" y="1436"/>
                  </a:cubicBezTo>
                  <a:cubicBezTo>
                    <a:pt x="2125" y="1395"/>
                    <a:pt x="2101" y="1355"/>
                    <a:pt x="2068" y="1322"/>
                  </a:cubicBezTo>
                  <a:lnTo>
                    <a:pt x="2060" y="1330"/>
                  </a:lnTo>
                  <a:lnTo>
                    <a:pt x="2036" y="1266"/>
                  </a:lnTo>
                  <a:cubicBezTo>
                    <a:pt x="2028" y="1217"/>
                    <a:pt x="2012" y="1176"/>
                    <a:pt x="1987" y="1136"/>
                  </a:cubicBezTo>
                  <a:cubicBezTo>
                    <a:pt x="1987" y="1136"/>
                    <a:pt x="1963" y="1071"/>
                    <a:pt x="1963" y="1071"/>
                  </a:cubicBezTo>
                  <a:close/>
                  <a:moveTo>
                    <a:pt x="2206" y="2206"/>
                  </a:moveTo>
                  <a:cubicBezTo>
                    <a:pt x="2190" y="2247"/>
                    <a:pt x="2174" y="2287"/>
                    <a:pt x="2157" y="2328"/>
                  </a:cubicBezTo>
                  <a:lnTo>
                    <a:pt x="2149" y="2328"/>
                  </a:lnTo>
                  <a:lnTo>
                    <a:pt x="2206" y="2206"/>
                  </a:lnTo>
                  <a:close/>
                  <a:moveTo>
                    <a:pt x="2757" y="2498"/>
                  </a:moveTo>
                  <a:cubicBezTo>
                    <a:pt x="2782" y="2530"/>
                    <a:pt x="2798" y="2571"/>
                    <a:pt x="2814" y="2612"/>
                  </a:cubicBezTo>
                  <a:lnTo>
                    <a:pt x="2806" y="2620"/>
                  </a:lnTo>
                  <a:lnTo>
                    <a:pt x="2749" y="2506"/>
                  </a:lnTo>
                  <a:lnTo>
                    <a:pt x="2757" y="2498"/>
                  </a:lnTo>
                  <a:close/>
                  <a:moveTo>
                    <a:pt x="1785" y="2530"/>
                  </a:moveTo>
                  <a:lnTo>
                    <a:pt x="1785" y="2530"/>
                  </a:lnTo>
                  <a:cubicBezTo>
                    <a:pt x="1744" y="2579"/>
                    <a:pt x="1703" y="2628"/>
                    <a:pt x="1703" y="2628"/>
                  </a:cubicBezTo>
                  <a:lnTo>
                    <a:pt x="1736" y="2571"/>
                  </a:lnTo>
                  <a:lnTo>
                    <a:pt x="1785" y="2530"/>
                  </a:lnTo>
                  <a:close/>
                  <a:moveTo>
                    <a:pt x="2133" y="2595"/>
                  </a:moveTo>
                  <a:cubicBezTo>
                    <a:pt x="2125" y="2636"/>
                    <a:pt x="2109" y="2676"/>
                    <a:pt x="2093" y="2717"/>
                  </a:cubicBezTo>
                  <a:lnTo>
                    <a:pt x="2101" y="2652"/>
                  </a:lnTo>
                  <a:lnTo>
                    <a:pt x="2125" y="2595"/>
                  </a:lnTo>
                  <a:close/>
                  <a:moveTo>
                    <a:pt x="1939" y="2571"/>
                  </a:moveTo>
                  <a:cubicBezTo>
                    <a:pt x="1947" y="2571"/>
                    <a:pt x="1947" y="2571"/>
                    <a:pt x="1914" y="2628"/>
                  </a:cubicBezTo>
                  <a:cubicBezTo>
                    <a:pt x="1890" y="2668"/>
                    <a:pt x="1874" y="2701"/>
                    <a:pt x="1841" y="2741"/>
                  </a:cubicBezTo>
                  <a:cubicBezTo>
                    <a:pt x="1874" y="2676"/>
                    <a:pt x="1906" y="2628"/>
                    <a:pt x="1939" y="2571"/>
                  </a:cubicBezTo>
                  <a:close/>
                  <a:moveTo>
                    <a:pt x="2539" y="2636"/>
                  </a:moveTo>
                  <a:cubicBezTo>
                    <a:pt x="2555" y="2636"/>
                    <a:pt x="2555" y="2636"/>
                    <a:pt x="2571" y="2693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25"/>
                    <a:pt x="2539" y="2676"/>
                    <a:pt x="2539" y="2636"/>
                  </a:cubicBezTo>
                  <a:close/>
                  <a:moveTo>
                    <a:pt x="2415" y="527"/>
                  </a:moveTo>
                  <a:cubicBezTo>
                    <a:pt x="2401" y="527"/>
                    <a:pt x="2401" y="596"/>
                    <a:pt x="2401" y="658"/>
                  </a:cubicBezTo>
                  <a:lnTo>
                    <a:pt x="2385" y="658"/>
                  </a:lnTo>
                  <a:cubicBezTo>
                    <a:pt x="2385" y="658"/>
                    <a:pt x="2376" y="658"/>
                    <a:pt x="2368" y="722"/>
                  </a:cubicBezTo>
                  <a:cubicBezTo>
                    <a:pt x="2368" y="782"/>
                    <a:pt x="2363" y="788"/>
                    <a:pt x="2356" y="788"/>
                  </a:cubicBezTo>
                  <a:cubicBezTo>
                    <a:pt x="2355" y="788"/>
                    <a:pt x="2354" y="787"/>
                    <a:pt x="2352" y="787"/>
                  </a:cubicBezTo>
                  <a:cubicBezTo>
                    <a:pt x="2352" y="769"/>
                    <a:pt x="2351" y="761"/>
                    <a:pt x="2351" y="761"/>
                  </a:cubicBezTo>
                  <a:lnTo>
                    <a:pt x="2351" y="761"/>
                  </a:lnTo>
                  <a:cubicBezTo>
                    <a:pt x="2349" y="761"/>
                    <a:pt x="2346" y="808"/>
                    <a:pt x="2352" y="860"/>
                  </a:cubicBezTo>
                  <a:cubicBezTo>
                    <a:pt x="2358" y="892"/>
                    <a:pt x="2355" y="929"/>
                    <a:pt x="2349" y="963"/>
                  </a:cubicBezTo>
                  <a:lnTo>
                    <a:pt x="2349" y="963"/>
                  </a:lnTo>
                  <a:cubicBezTo>
                    <a:pt x="2348" y="943"/>
                    <a:pt x="2347" y="929"/>
                    <a:pt x="2344" y="929"/>
                  </a:cubicBezTo>
                  <a:cubicBezTo>
                    <a:pt x="2342" y="929"/>
                    <a:pt x="2339" y="935"/>
                    <a:pt x="2336" y="949"/>
                  </a:cubicBezTo>
                  <a:lnTo>
                    <a:pt x="2336" y="876"/>
                  </a:lnTo>
                  <a:cubicBezTo>
                    <a:pt x="2332" y="775"/>
                    <a:pt x="2326" y="724"/>
                    <a:pt x="2322" y="724"/>
                  </a:cubicBezTo>
                  <a:cubicBezTo>
                    <a:pt x="2318" y="724"/>
                    <a:pt x="2316" y="775"/>
                    <a:pt x="2320" y="876"/>
                  </a:cubicBezTo>
                  <a:cubicBezTo>
                    <a:pt x="2324" y="989"/>
                    <a:pt x="2326" y="1039"/>
                    <a:pt x="2324" y="1039"/>
                  </a:cubicBezTo>
                  <a:cubicBezTo>
                    <a:pt x="2323" y="1039"/>
                    <a:pt x="2319" y="1007"/>
                    <a:pt x="2312" y="949"/>
                  </a:cubicBezTo>
                  <a:cubicBezTo>
                    <a:pt x="2312" y="812"/>
                    <a:pt x="2303" y="812"/>
                    <a:pt x="2295" y="812"/>
                  </a:cubicBezTo>
                  <a:cubicBezTo>
                    <a:pt x="2287" y="812"/>
                    <a:pt x="2287" y="812"/>
                    <a:pt x="2279" y="747"/>
                  </a:cubicBezTo>
                  <a:cubicBezTo>
                    <a:pt x="2287" y="698"/>
                    <a:pt x="2279" y="649"/>
                    <a:pt x="2255" y="609"/>
                  </a:cubicBezTo>
                  <a:cubicBezTo>
                    <a:pt x="2247" y="609"/>
                    <a:pt x="2247" y="609"/>
                    <a:pt x="2255" y="674"/>
                  </a:cubicBezTo>
                  <a:cubicBezTo>
                    <a:pt x="2258" y="705"/>
                    <a:pt x="2259" y="722"/>
                    <a:pt x="2256" y="722"/>
                  </a:cubicBezTo>
                  <a:cubicBezTo>
                    <a:pt x="2253" y="722"/>
                    <a:pt x="2245" y="689"/>
                    <a:pt x="2230" y="609"/>
                  </a:cubicBezTo>
                  <a:cubicBezTo>
                    <a:pt x="2224" y="582"/>
                    <a:pt x="2220" y="566"/>
                    <a:pt x="2219" y="566"/>
                  </a:cubicBezTo>
                  <a:lnTo>
                    <a:pt x="2219" y="566"/>
                  </a:lnTo>
                  <a:cubicBezTo>
                    <a:pt x="2217" y="566"/>
                    <a:pt x="2221" y="598"/>
                    <a:pt x="2230" y="674"/>
                  </a:cubicBezTo>
                  <a:cubicBezTo>
                    <a:pt x="2235" y="744"/>
                    <a:pt x="2235" y="778"/>
                    <a:pt x="2230" y="778"/>
                  </a:cubicBezTo>
                  <a:cubicBezTo>
                    <a:pt x="2226" y="778"/>
                    <a:pt x="2218" y="746"/>
                    <a:pt x="2206" y="682"/>
                  </a:cubicBezTo>
                  <a:lnTo>
                    <a:pt x="2190" y="682"/>
                  </a:lnTo>
                  <a:cubicBezTo>
                    <a:pt x="2182" y="722"/>
                    <a:pt x="2190" y="771"/>
                    <a:pt x="2198" y="812"/>
                  </a:cubicBezTo>
                  <a:cubicBezTo>
                    <a:pt x="2208" y="893"/>
                    <a:pt x="2212" y="927"/>
                    <a:pt x="2210" y="927"/>
                  </a:cubicBezTo>
                  <a:cubicBezTo>
                    <a:pt x="2209" y="927"/>
                    <a:pt x="2205" y="911"/>
                    <a:pt x="2198" y="885"/>
                  </a:cubicBezTo>
                  <a:cubicBezTo>
                    <a:pt x="2182" y="812"/>
                    <a:pt x="2174" y="747"/>
                    <a:pt x="2174" y="747"/>
                  </a:cubicBezTo>
                  <a:cubicBezTo>
                    <a:pt x="2157" y="682"/>
                    <a:pt x="2149" y="682"/>
                    <a:pt x="2141" y="682"/>
                  </a:cubicBezTo>
                  <a:cubicBezTo>
                    <a:pt x="2133" y="682"/>
                    <a:pt x="2117" y="682"/>
                    <a:pt x="2133" y="747"/>
                  </a:cubicBezTo>
                  <a:cubicBezTo>
                    <a:pt x="2125" y="714"/>
                    <a:pt x="2125" y="722"/>
                    <a:pt x="2117" y="682"/>
                  </a:cubicBezTo>
                  <a:cubicBezTo>
                    <a:pt x="2112" y="682"/>
                    <a:pt x="2103" y="653"/>
                    <a:pt x="2102" y="653"/>
                  </a:cubicBezTo>
                  <a:lnTo>
                    <a:pt x="2102" y="653"/>
                  </a:lnTo>
                  <a:cubicBezTo>
                    <a:pt x="2102" y="653"/>
                    <a:pt x="2103" y="660"/>
                    <a:pt x="2109" y="682"/>
                  </a:cubicBezTo>
                  <a:cubicBezTo>
                    <a:pt x="2109" y="682"/>
                    <a:pt x="2101" y="682"/>
                    <a:pt x="2068" y="617"/>
                  </a:cubicBezTo>
                  <a:cubicBezTo>
                    <a:pt x="2063" y="606"/>
                    <a:pt x="2058" y="601"/>
                    <a:pt x="2055" y="601"/>
                  </a:cubicBezTo>
                  <a:lnTo>
                    <a:pt x="2055" y="601"/>
                  </a:lnTo>
                  <a:cubicBezTo>
                    <a:pt x="2040" y="601"/>
                    <a:pt x="2054" y="719"/>
                    <a:pt x="2101" y="820"/>
                  </a:cubicBezTo>
                  <a:lnTo>
                    <a:pt x="2093" y="820"/>
                  </a:lnTo>
                  <a:cubicBezTo>
                    <a:pt x="2085" y="828"/>
                    <a:pt x="2101" y="893"/>
                    <a:pt x="2101" y="893"/>
                  </a:cubicBezTo>
                  <a:cubicBezTo>
                    <a:pt x="2117" y="958"/>
                    <a:pt x="2117" y="958"/>
                    <a:pt x="2109" y="958"/>
                  </a:cubicBezTo>
                  <a:lnTo>
                    <a:pt x="2068" y="828"/>
                  </a:lnTo>
                  <a:cubicBezTo>
                    <a:pt x="2045" y="711"/>
                    <a:pt x="2022" y="643"/>
                    <a:pt x="2015" y="643"/>
                  </a:cubicBezTo>
                  <a:lnTo>
                    <a:pt x="2015" y="643"/>
                  </a:lnTo>
                  <a:cubicBezTo>
                    <a:pt x="2011" y="643"/>
                    <a:pt x="2015" y="680"/>
                    <a:pt x="2036" y="763"/>
                  </a:cubicBezTo>
                  <a:cubicBezTo>
                    <a:pt x="2028" y="731"/>
                    <a:pt x="2028" y="739"/>
                    <a:pt x="2020" y="698"/>
                  </a:cubicBezTo>
                  <a:cubicBezTo>
                    <a:pt x="2012" y="668"/>
                    <a:pt x="2004" y="653"/>
                    <a:pt x="1999" y="653"/>
                  </a:cubicBezTo>
                  <a:cubicBezTo>
                    <a:pt x="1994" y="653"/>
                    <a:pt x="1991" y="672"/>
                    <a:pt x="1995" y="706"/>
                  </a:cubicBezTo>
                  <a:cubicBezTo>
                    <a:pt x="2003" y="779"/>
                    <a:pt x="2020" y="844"/>
                    <a:pt x="2044" y="909"/>
                  </a:cubicBezTo>
                  <a:cubicBezTo>
                    <a:pt x="2060" y="974"/>
                    <a:pt x="2060" y="974"/>
                    <a:pt x="2060" y="974"/>
                  </a:cubicBezTo>
                  <a:cubicBezTo>
                    <a:pt x="2052" y="974"/>
                    <a:pt x="2052" y="974"/>
                    <a:pt x="2028" y="909"/>
                  </a:cubicBezTo>
                  <a:cubicBezTo>
                    <a:pt x="2008" y="846"/>
                    <a:pt x="1994" y="816"/>
                    <a:pt x="1990" y="816"/>
                  </a:cubicBezTo>
                  <a:lnTo>
                    <a:pt x="1990" y="816"/>
                  </a:lnTo>
                  <a:cubicBezTo>
                    <a:pt x="1985" y="816"/>
                    <a:pt x="1991" y="850"/>
                    <a:pt x="2012" y="917"/>
                  </a:cubicBezTo>
                  <a:lnTo>
                    <a:pt x="1987" y="852"/>
                  </a:lnTo>
                  <a:cubicBezTo>
                    <a:pt x="1971" y="808"/>
                    <a:pt x="1950" y="763"/>
                    <a:pt x="1934" y="763"/>
                  </a:cubicBezTo>
                  <a:cubicBezTo>
                    <a:pt x="1926" y="763"/>
                    <a:pt x="1919" y="772"/>
                    <a:pt x="1914" y="795"/>
                  </a:cubicBezTo>
                  <a:cubicBezTo>
                    <a:pt x="1901" y="799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5"/>
                  </a:cubicBezTo>
                  <a:cubicBezTo>
                    <a:pt x="1828" y="744"/>
                    <a:pt x="1824" y="739"/>
                    <a:pt x="1821" y="739"/>
                  </a:cubicBezTo>
                  <a:lnTo>
                    <a:pt x="1821" y="739"/>
                  </a:lnTo>
                  <a:cubicBezTo>
                    <a:pt x="1810" y="739"/>
                    <a:pt x="1835" y="857"/>
                    <a:pt x="1882" y="958"/>
                  </a:cubicBezTo>
                  <a:cubicBezTo>
                    <a:pt x="1858" y="916"/>
                    <a:pt x="1848" y="905"/>
                    <a:pt x="1837" y="905"/>
                  </a:cubicBezTo>
                  <a:cubicBezTo>
                    <a:pt x="1833" y="905"/>
                    <a:pt x="1830" y="907"/>
                    <a:pt x="1825" y="909"/>
                  </a:cubicBezTo>
                  <a:cubicBezTo>
                    <a:pt x="1821" y="911"/>
                    <a:pt x="1817" y="913"/>
                    <a:pt x="1814" y="913"/>
                  </a:cubicBezTo>
                  <a:cubicBezTo>
                    <a:pt x="1806" y="913"/>
                    <a:pt x="1800" y="901"/>
                    <a:pt x="1776" y="860"/>
                  </a:cubicBezTo>
                  <a:cubicBezTo>
                    <a:pt x="1745" y="800"/>
                    <a:pt x="1728" y="770"/>
                    <a:pt x="1727" y="770"/>
                  </a:cubicBezTo>
                  <a:lnTo>
                    <a:pt x="1727" y="770"/>
                  </a:lnTo>
                  <a:cubicBezTo>
                    <a:pt x="1725" y="770"/>
                    <a:pt x="1739" y="802"/>
                    <a:pt x="1768" y="868"/>
                  </a:cubicBezTo>
                  <a:cubicBezTo>
                    <a:pt x="1791" y="917"/>
                    <a:pt x="1797" y="939"/>
                    <a:pt x="1791" y="939"/>
                  </a:cubicBezTo>
                  <a:cubicBezTo>
                    <a:pt x="1782" y="939"/>
                    <a:pt x="1747" y="892"/>
                    <a:pt x="1703" y="820"/>
                  </a:cubicBezTo>
                  <a:cubicBezTo>
                    <a:pt x="1677" y="783"/>
                    <a:pt x="1665" y="773"/>
                    <a:pt x="1655" y="773"/>
                  </a:cubicBezTo>
                  <a:cubicBezTo>
                    <a:pt x="1649" y="773"/>
                    <a:pt x="1644" y="776"/>
                    <a:pt x="1639" y="779"/>
                  </a:cubicBezTo>
                  <a:cubicBezTo>
                    <a:pt x="1671" y="836"/>
                    <a:pt x="1655" y="844"/>
                    <a:pt x="1639" y="860"/>
                  </a:cubicBezTo>
                  <a:cubicBezTo>
                    <a:pt x="1622" y="876"/>
                    <a:pt x="1622" y="876"/>
                    <a:pt x="1703" y="982"/>
                  </a:cubicBezTo>
                  <a:cubicBezTo>
                    <a:pt x="1785" y="1095"/>
                    <a:pt x="1776" y="1095"/>
                    <a:pt x="1768" y="1103"/>
                  </a:cubicBezTo>
                  <a:cubicBezTo>
                    <a:pt x="1766" y="1106"/>
                    <a:pt x="1764" y="1108"/>
                    <a:pt x="1762" y="1108"/>
                  </a:cubicBezTo>
                  <a:cubicBezTo>
                    <a:pt x="1757" y="1108"/>
                    <a:pt x="1748" y="1097"/>
                    <a:pt x="1720" y="1063"/>
                  </a:cubicBezTo>
                  <a:cubicBezTo>
                    <a:pt x="1720" y="1063"/>
                    <a:pt x="1671" y="1014"/>
                    <a:pt x="1663" y="1014"/>
                  </a:cubicBezTo>
                  <a:cubicBezTo>
                    <a:pt x="1660" y="1017"/>
                    <a:pt x="1657" y="1020"/>
                    <a:pt x="1653" y="1020"/>
                  </a:cubicBezTo>
                  <a:cubicBezTo>
                    <a:pt x="1645" y="1020"/>
                    <a:pt x="1632" y="1010"/>
                    <a:pt x="1606" y="974"/>
                  </a:cubicBezTo>
                  <a:cubicBezTo>
                    <a:pt x="1606" y="974"/>
                    <a:pt x="1566" y="940"/>
                    <a:pt x="1546" y="940"/>
                  </a:cubicBezTo>
                  <a:cubicBezTo>
                    <a:pt x="1545" y="940"/>
                    <a:pt x="1543" y="941"/>
                    <a:pt x="1541" y="941"/>
                  </a:cubicBezTo>
                  <a:cubicBezTo>
                    <a:pt x="1534" y="945"/>
                    <a:pt x="1528" y="951"/>
                    <a:pt x="1519" y="951"/>
                  </a:cubicBezTo>
                  <a:cubicBezTo>
                    <a:pt x="1509" y="951"/>
                    <a:pt x="1494" y="943"/>
                    <a:pt x="1468" y="917"/>
                  </a:cubicBezTo>
                  <a:cubicBezTo>
                    <a:pt x="1460" y="917"/>
                    <a:pt x="1460" y="917"/>
                    <a:pt x="1509" y="966"/>
                  </a:cubicBezTo>
                  <a:cubicBezTo>
                    <a:pt x="1549" y="1012"/>
                    <a:pt x="1583" y="1053"/>
                    <a:pt x="1554" y="1053"/>
                  </a:cubicBezTo>
                  <a:cubicBezTo>
                    <a:pt x="1548" y="1053"/>
                    <a:pt x="1538" y="1051"/>
                    <a:pt x="1525" y="1047"/>
                  </a:cubicBezTo>
                  <a:lnTo>
                    <a:pt x="1525" y="1047"/>
                  </a:lnTo>
                  <a:cubicBezTo>
                    <a:pt x="1517" y="1063"/>
                    <a:pt x="1501" y="1079"/>
                    <a:pt x="1549" y="1120"/>
                  </a:cubicBezTo>
                  <a:cubicBezTo>
                    <a:pt x="1547" y="1122"/>
                    <a:pt x="1545" y="1124"/>
                    <a:pt x="1543" y="1124"/>
                  </a:cubicBezTo>
                  <a:cubicBezTo>
                    <a:pt x="1537" y="1124"/>
                    <a:pt x="1526" y="1115"/>
                    <a:pt x="1493" y="1087"/>
                  </a:cubicBezTo>
                  <a:cubicBezTo>
                    <a:pt x="1449" y="1047"/>
                    <a:pt x="1422" y="1029"/>
                    <a:pt x="1414" y="1029"/>
                  </a:cubicBezTo>
                  <a:cubicBezTo>
                    <a:pt x="1403" y="1029"/>
                    <a:pt x="1423" y="1058"/>
                    <a:pt x="1476" y="1112"/>
                  </a:cubicBezTo>
                  <a:cubicBezTo>
                    <a:pt x="1505" y="1135"/>
                    <a:pt x="1514" y="1148"/>
                    <a:pt x="1507" y="1148"/>
                  </a:cubicBezTo>
                  <a:cubicBezTo>
                    <a:pt x="1502" y="1148"/>
                    <a:pt x="1489" y="1141"/>
                    <a:pt x="1468" y="1128"/>
                  </a:cubicBezTo>
                  <a:lnTo>
                    <a:pt x="1468" y="1128"/>
                  </a:lnTo>
                  <a:cubicBezTo>
                    <a:pt x="1468" y="1128"/>
                    <a:pt x="1460" y="1128"/>
                    <a:pt x="1509" y="1176"/>
                  </a:cubicBezTo>
                  <a:cubicBezTo>
                    <a:pt x="1533" y="1205"/>
                    <a:pt x="1545" y="1217"/>
                    <a:pt x="1539" y="1217"/>
                  </a:cubicBezTo>
                  <a:cubicBezTo>
                    <a:pt x="1534" y="1217"/>
                    <a:pt x="1520" y="1211"/>
                    <a:pt x="1493" y="1201"/>
                  </a:cubicBezTo>
                  <a:cubicBezTo>
                    <a:pt x="1453" y="1173"/>
                    <a:pt x="1441" y="1164"/>
                    <a:pt x="1435" y="1164"/>
                  </a:cubicBezTo>
                  <a:cubicBezTo>
                    <a:pt x="1432" y="1164"/>
                    <a:pt x="1430" y="1166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9"/>
                    <a:pt x="1371" y="1266"/>
                  </a:cubicBezTo>
                  <a:lnTo>
                    <a:pt x="1371" y="1266"/>
                  </a:lnTo>
                  <a:cubicBezTo>
                    <a:pt x="1420" y="1306"/>
                    <a:pt x="1420" y="1306"/>
                    <a:pt x="1420" y="1314"/>
                  </a:cubicBezTo>
                  <a:cubicBezTo>
                    <a:pt x="1379" y="1295"/>
                    <a:pt x="1358" y="1287"/>
                    <a:pt x="1353" y="1287"/>
                  </a:cubicBezTo>
                  <a:cubicBezTo>
                    <a:pt x="1342" y="1287"/>
                    <a:pt x="1393" y="1320"/>
                    <a:pt x="1468" y="1363"/>
                  </a:cubicBezTo>
                  <a:lnTo>
                    <a:pt x="1468" y="1355"/>
                  </a:lnTo>
                  <a:lnTo>
                    <a:pt x="1476" y="1347"/>
                  </a:lnTo>
                  <a:cubicBezTo>
                    <a:pt x="1535" y="1380"/>
                    <a:pt x="1561" y="1400"/>
                    <a:pt x="1549" y="1400"/>
                  </a:cubicBezTo>
                  <a:cubicBezTo>
                    <a:pt x="1537" y="1400"/>
                    <a:pt x="1490" y="1382"/>
                    <a:pt x="1403" y="1339"/>
                  </a:cubicBezTo>
                  <a:cubicBezTo>
                    <a:pt x="1350" y="1312"/>
                    <a:pt x="1322" y="1298"/>
                    <a:pt x="1319" y="1298"/>
                  </a:cubicBezTo>
                  <a:lnTo>
                    <a:pt x="1319" y="1298"/>
                  </a:lnTo>
                  <a:cubicBezTo>
                    <a:pt x="1315" y="1298"/>
                    <a:pt x="1343" y="1316"/>
                    <a:pt x="1403" y="1355"/>
                  </a:cubicBezTo>
                  <a:cubicBezTo>
                    <a:pt x="1460" y="1390"/>
                    <a:pt x="1486" y="1406"/>
                    <a:pt x="1480" y="1406"/>
                  </a:cubicBezTo>
                  <a:cubicBezTo>
                    <a:pt x="1474" y="1406"/>
                    <a:pt x="1444" y="1394"/>
                    <a:pt x="1387" y="1371"/>
                  </a:cubicBezTo>
                  <a:cubicBezTo>
                    <a:pt x="1332" y="1344"/>
                    <a:pt x="1304" y="1329"/>
                    <a:pt x="1302" y="1329"/>
                  </a:cubicBezTo>
                  <a:lnTo>
                    <a:pt x="1302" y="1329"/>
                  </a:lnTo>
                  <a:cubicBezTo>
                    <a:pt x="1300" y="1329"/>
                    <a:pt x="1329" y="1346"/>
                    <a:pt x="1387" y="1379"/>
                  </a:cubicBezTo>
                  <a:cubicBezTo>
                    <a:pt x="1526" y="1458"/>
                    <a:pt x="1598" y="1504"/>
                    <a:pt x="1580" y="1504"/>
                  </a:cubicBezTo>
                  <a:cubicBezTo>
                    <a:pt x="1568" y="1504"/>
                    <a:pt x="1520" y="1485"/>
                    <a:pt x="1428" y="1444"/>
                  </a:cubicBezTo>
                  <a:cubicBezTo>
                    <a:pt x="1325" y="1396"/>
                    <a:pt x="1263" y="1377"/>
                    <a:pt x="1246" y="1377"/>
                  </a:cubicBezTo>
                  <a:cubicBezTo>
                    <a:pt x="1243" y="1377"/>
                    <a:pt x="1241" y="1378"/>
                    <a:pt x="1241" y="1379"/>
                  </a:cubicBezTo>
                  <a:cubicBezTo>
                    <a:pt x="1233" y="1387"/>
                    <a:pt x="1298" y="1412"/>
                    <a:pt x="1363" y="1436"/>
                  </a:cubicBezTo>
                  <a:cubicBezTo>
                    <a:pt x="1430" y="1463"/>
                    <a:pt x="1458" y="1475"/>
                    <a:pt x="1449" y="1475"/>
                  </a:cubicBezTo>
                  <a:cubicBezTo>
                    <a:pt x="1441" y="1475"/>
                    <a:pt x="1409" y="1467"/>
                    <a:pt x="1355" y="1452"/>
                  </a:cubicBezTo>
                  <a:cubicBezTo>
                    <a:pt x="1287" y="1434"/>
                    <a:pt x="1242" y="1426"/>
                    <a:pt x="1218" y="1426"/>
                  </a:cubicBezTo>
                  <a:cubicBezTo>
                    <a:pt x="1175" y="1426"/>
                    <a:pt x="1196" y="1451"/>
                    <a:pt x="1274" y="1493"/>
                  </a:cubicBezTo>
                  <a:cubicBezTo>
                    <a:pt x="1341" y="1536"/>
                    <a:pt x="1366" y="1559"/>
                    <a:pt x="1351" y="1559"/>
                  </a:cubicBezTo>
                  <a:cubicBezTo>
                    <a:pt x="1341" y="1559"/>
                    <a:pt x="1312" y="1548"/>
                    <a:pt x="1266" y="1525"/>
                  </a:cubicBezTo>
                  <a:cubicBezTo>
                    <a:pt x="1200" y="1494"/>
                    <a:pt x="1167" y="1480"/>
                    <a:pt x="1161" y="1480"/>
                  </a:cubicBezTo>
                  <a:lnTo>
                    <a:pt x="1161" y="1480"/>
                  </a:lnTo>
                  <a:cubicBezTo>
                    <a:pt x="1157" y="1480"/>
                    <a:pt x="1171" y="1490"/>
                    <a:pt x="1201" y="1509"/>
                  </a:cubicBezTo>
                  <a:cubicBezTo>
                    <a:pt x="1193" y="1525"/>
                    <a:pt x="1193" y="1541"/>
                    <a:pt x="1185" y="1549"/>
                  </a:cubicBezTo>
                  <a:cubicBezTo>
                    <a:pt x="1185" y="1558"/>
                    <a:pt x="1249" y="1582"/>
                    <a:pt x="1306" y="1598"/>
                  </a:cubicBezTo>
                  <a:cubicBezTo>
                    <a:pt x="1261" y="1589"/>
                    <a:pt x="1221" y="1584"/>
                    <a:pt x="1196" y="1584"/>
                  </a:cubicBezTo>
                  <a:cubicBezTo>
                    <a:pt x="1155" y="1584"/>
                    <a:pt x="1155" y="1597"/>
                    <a:pt x="1241" y="1622"/>
                  </a:cubicBezTo>
                  <a:lnTo>
                    <a:pt x="1233" y="1639"/>
                  </a:lnTo>
                  <a:cubicBezTo>
                    <a:pt x="1233" y="1647"/>
                    <a:pt x="1233" y="1647"/>
                    <a:pt x="1298" y="1671"/>
                  </a:cubicBezTo>
                  <a:cubicBezTo>
                    <a:pt x="1336" y="1681"/>
                    <a:pt x="1330" y="1684"/>
                    <a:pt x="1305" y="1684"/>
                  </a:cubicBezTo>
                  <a:cubicBezTo>
                    <a:pt x="1287" y="1684"/>
                    <a:pt x="1260" y="1682"/>
                    <a:pt x="1233" y="1679"/>
                  </a:cubicBezTo>
                  <a:cubicBezTo>
                    <a:pt x="1160" y="1679"/>
                    <a:pt x="1095" y="1679"/>
                    <a:pt x="1160" y="1687"/>
                  </a:cubicBezTo>
                  <a:cubicBezTo>
                    <a:pt x="1233" y="1703"/>
                    <a:pt x="1290" y="1728"/>
                    <a:pt x="1355" y="1736"/>
                  </a:cubicBezTo>
                  <a:cubicBezTo>
                    <a:pt x="1388" y="1745"/>
                    <a:pt x="1380" y="1749"/>
                    <a:pt x="1355" y="1749"/>
                  </a:cubicBezTo>
                  <a:cubicBezTo>
                    <a:pt x="1338" y="1749"/>
                    <a:pt x="1313" y="1747"/>
                    <a:pt x="1290" y="1744"/>
                  </a:cubicBezTo>
                  <a:cubicBezTo>
                    <a:pt x="1266" y="1740"/>
                    <a:pt x="1243" y="1738"/>
                    <a:pt x="1221" y="1738"/>
                  </a:cubicBezTo>
                  <a:cubicBezTo>
                    <a:pt x="1199" y="1738"/>
                    <a:pt x="1176" y="1740"/>
                    <a:pt x="1152" y="1744"/>
                  </a:cubicBezTo>
                  <a:cubicBezTo>
                    <a:pt x="1152" y="1752"/>
                    <a:pt x="1152" y="1768"/>
                    <a:pt x="1217" y="1776"/>
                  </a:cubicBezTo>
                  <a:cubicBezTo>
                    <a:pt x="1282" y="1785"/>
                    <a:pt x="1274" y="1825"/>
                    <a:pt x="1217" y="1833"/>
                  </a:cubicBezTo>
                  <a:lnTo>
                    <a:pt x="1217" y="1858"/>
                  </a:lnTo>
                  <a:cubicBezTo>
                    <a:pt x="1217" y="1866"/>
                    <a:pt x="1274" y="1874"/>
                    <a:pt x="1282" y="1882"/>
                  </a:cubicBezTo>
                  <a:cubicBezTo>
                    <a:pt x="1282" y="1882"/>
                    <a:pt x="1282" y="1890"/>
                    <a:pt x="1339" y="1890"/>
                  </a:cubicBezTo>
                  <a:cubicBezTo>
                    <a:pt x="1339" y="1898"/>
                    <a:pt x="1339" y="1906"/>
                    <a:pt x="1282" y="1914"/>
                  </a:cubicBezTo>
                  <a:cubicBezTo>
                    <a:pt x="1330" y="1914"/>
                    <a:pt x="1360" y="1913"/>
                    <a:pt x="1369" y="1913"/>
                  </a:cubicBezTo>
                  <a:cubicBezTo>
                    <a:pt x="1384" y="1913"/>
                    <a:pt x="1355" y="1916"/>
                    <a:pt x="1282" y="1930"/>
                  </a:cubicBezTo>
                  <a:cubicBezTo>
                    <a:pt x="1152" y="1939"/>
                    <a:pt x="1152" y="1939"/>
                    <a:pt x="1282" y="1939"/>
                  </a:cubicBezTo>
                  <a:cubicBezTo>
                    <a:pt x="1339" y="1939"/>
                    <a:pt x="1339" y="1939"/>
                    <a:pt x="1282" y="1955"/>
                  </a:cubicBezTo>
                  <a:cubicBezTo>
                    <a:pt x="1217" y="1955"/>
                    <a:pt x="1217" y="1963"/>
                    <a:pt x="1282" y="1963"/>
                  </a:cubicBezTo>
                  <a:cubicBezTo>
                    <a:pt x="1304" y="1961"/>
                    <a:pt x="1325" y="1961"/>
                    <a:pt x="1342" y="1961"/>
                  </a:cubicBezTo>
                  <a:cubicBezTo>
                    <a:pt x="1421" y="1961"/>
                    <a:pt x="1445" y="1974"/>
                    <a:pt x="1339" y="1987"/>
                  </a:cubicBezTo>
                  <a:cubicBezTo>
                    <a:pt x="1339" y="1987"/>
                    <a:pt x="1339" y="1991"/>
                    <a:pt x="1358" y="1991"/>
                  </a:cubicBezTo>
                  <a:cubicBezTo>
                    <a:pt x="1367" y="1991"/>
                    <a:pt x="1382" y="1990"/>
                    <a:pt x="1403" y="1987"/>
                  </a:cubicBezTo>
                  <a:cubicBezTo>
                    <a:pt x="1457" y="1984"/>
                    <a:pt x="1489" y="1982"/>
                    <a:pt x="1498" y="1982"/>
                  </a:cubicBezTo>
                  <a:cubicBezTo>
                    <a:pt x="1511" y="1982"/>
                    <a:pt x="1479" y="1986"/>
                    <a:pt x="1403" y="1995"/>
                  </a:cubicBezTo>
                  <a:cubicBezTo>
                    <a:pt x="1322" y="2017"/>
                    <a:pt x="1295" y="2028"/>
                    <a:pt x="1325" y="2028"/>
                  </a:cubicBezTo>
                  <a:cubicBezTo>
                    <a:pt x="1340" y="2028"/>
                    <a:pt x="1368" y="2025"/>
                    <a:pt x="1412" y="2020"/>
                  </a:cubicBezTo>
                  <a:cubicBezTo>
                    <a:pt x="1412" y="2020"/>
                    <a:pt x="1421" y="2018"/>
                    <a:pt x="1428" y="2018"/>
                  </a:cubicBezTo>
                  <a:cubicBezTo>
                    <a:pt x="1439" y="2018"/>
                    <a:pt x="1446" y="2021"/>
                    <a:pt x="1412" y="2036"/>
                  </a:cubicBezTo>
                  <a:cubicBezTo>
                    <a:pt x="1368" y="2055"/>
                    <a:pt x="1324" y="2098"/>
                    <a:pt x="1362" y="2098"/>
                  </a:cubicBezTo>
                  <a:cubicBezTo>
                    <a:pt x="1373" y="2098"/>
                    <a:pt x="1392" y="2094"/>
                    <a:pt x="1420" y="2085"/>
                  </a:cubicBezTo>
                  <a:lnTo>
                    <a:pt x="1420" y="2101"/>
                  </a:lnTo>
                  <a:cubicBezTo>
                    <a:pt x="1382" y="2122"/>
                    <a:pt x="1369" y="2133"/>
                    <a:pt x="1384" y="2133"/>
                  </a:cubicBezTo>
                  <a:cubicBezTo>
                    <a:pt x="1392" y="2133"/>
                    <a:pt x="1406" y="2130"/>
                    <a:pt x="1428" y="2125"/>
                  </a:cubicBezTo>
                  <a:lnTo>
                    <a:pt x="1493" y="2117"/>
                  </a:lnTo>
                  <a:lnTo>
                    <a:pt x="1493" y="2117"/>
                  </a:lnTo>
                  <a:cubicBezTo>
                    <a:pt x="1444" y="2125"/>
                    <a:pt x="1403" y="2141"/>
                    <a:pt x="1371" y="2166"/>
                  </a:cubicBezTo>
                  <a:cubicBezTo>
                    <a:pt x="1371" y="2169"/>
                    <a:pt x="1371" y="2171"/>
                    <a:pt x="1376" y="2171"/>
                  </a:cubicBezTo>
                  <a:cubicBezTo>
                    <a:pt x="1382" y="2171"/>
                    <a:pt x="1398" y="2167"/>
                    <a:pt x="1436" y="2157"/>
                  </a:cubicBezTo>
                  <a:cubicBezTo>
                    <a:pt x="1472" y="2142"/>
                    <a:pt x="1485" y="2136"/>
                    <a:pt x="1490" y="2136"/>
                  </a:cubicBezTo>
                  <a:cubicBezTo>
                    <a:pt x="1493" y="2136"/>
                    <a:pt x="1493" y="2138"/>
                    <a:pt x="1493" y="2141"/>
                  </a:cubicBezTo>
                  <a:cubicBezTo>
                    <a:pt x="1460" y="2166"/>
                    <a:pt x="1420" y="2190"/>
                    <a:pt x="1379" y="2198"/>
                  </a:cubicBezTo>
                  <a:lnTo>
                    <a:pt x="1379" y="2206"/>
                  </a:lnTo>
                  <a:cubicBezTo>
                    <a:pt x="1444" y="2184"/>
                    <a:pt x="1475" y="2177"/>
                    <a:pt x="1480" y="2177"/>
                  </a:cubicBezTo>
                  <a:cubicBezTo>
                    <a:pt x="1484" y="2177"/>
                    <a:pt x="1470" y="2182"/>
                    <a:pt x="1444" y="2190"/>
                  </a:cubicBezTo>
                  <a:cubicBezTo>
                    <a:pt x="1387" y="2222"/>
                    <a:pt x="1387" y="2230"/>
                    <a:pt x="1387" y="2239"/>
                  </a:cubicBezTo>
                  <a:cubicBezTo>
                    <a:pt x="1406" y="2232"/>
                    <a:pt x="1414" y="2229"/>
                    <a:pt x="1417" y="2229"/>
                  </a:cubicBezTo>
                  <a:cubicBezTo>
                    <a:pt x="1423" y="2229"/>
                    <a:pt x="1402" y="2240"/>
                    <a:pt x="1392" y="2240"/>
                  </a:cubicBezTo>
                  <a:cubicBezTo>
                    <a:pt x="1390" y="2240"/>
                    <a:pt x="1388" y="2240"/>
                    <a:pt x="1387" y="2239"/>
                  </a:cubicBezTo>
                  <a:lnTo>
                    <a:pt x="1330" y="2263"/>
                  </a:lnTo>
                  <a:cubicBezTo>
                    <a:pt x="1311" y="2274"/>
                    <a:pt x="1305" y="2279"/>
                    <a:pt x="1308" y="2279"/>
                  </a:cubicBezTo>
                  <a:cubicBezTo>
                    <a:pt x="1314" y="2279"/>
                    <a:pt x="1353" y="2263"/>
                    <a:pt x="1395" y="2247"/>
                  </a:cubicBezTo>
                  <a:lnTo>
                    <a:pt x="1395" y="2263"/>
                  </a:lnTo>
                  <a:cubicBezTo>
                    <a:pt x="1398" y="2263"/>
                    <a:pt x="1400" y="2264"/>
                    <a:pt x="1403" y="2264"/>
                  </a:cubicBezTo>
                  <a:cubicBezTo>
                    <a:pt x="1410" y="2264"/>
                    <a:pt x="1422" y="2260"/>
                    <a:pt x="1460" y="2239"/>
                  </a:cubicBezTo>
                  <a:cubicBezTo>
                    <a:pt x="1501" y="2222"/>
                    <a:pt x="1533" y="2206"/>
                    <a:pt x="1582" y="2198"/>
                  </a:cubicBezTo>
                  <a:lnTo>
                    <a:pt x="1582" y="2198"/>
                  </a:lnTo>
                  <a:cubicBezTo>
                    <a:pt x="1541" y="2206"/>
                    <a:pt x="1501" y="2230"/>
                    <a:pt x="1468" y="2255"/>
                  </a:cubicBezTo>
                  <a:cubicBezTo>
                    <a:pt x="1468" y="2263"/>
                    <a:pt x="1412" y="2287"/>
                    <a:pt x="1412" y="2287"/>
                  </a:cubicBezTo>
                  <a:cubicBezTo>
                    <a:pt x="1334" y="2318"/>
                    <a:pt x="1336" y="2333"/>
                    <a:pt x="1362" y="2333"/>
                  </a:cubicBezTo>
                  <a:cubicBezTo>
                    <a:pt x="1377" y="2333"/>
                    <a:pt x="1399" y="2328"/>
                    <a:pt x="1420" y="2320"/>
                  </a:cubicBezTo>
                  <a:cubicBezTo>
                    <a:pt x="1473" y="2302"/>
                    <a:pt x="1503" y="2292"/>
                    <a:pt x="1510" y="2292"/>
                  </a:cubicBezTo>
                  <a:cubicBezTo>
                    <a:pt x="1519" y="2292"/>
                    <a:pt x="1491" y="2308"/>
                    <a:pt x="1428" y="2344"/>
                  </a:cubicBezTo>
                  <a:cubicBezTo>
                    <a:pt x="1392" y="2362"/>
                    <a:pt x="1379" y="2370"/>
                    <a:pt x="1385" y="2370"/>
                  </a:cubicBezTo>
                  <a:cubicBezTo>
                    <a:pt x="1396" y="2370"/>
                    <a:pt x="1490" y="2332"/>
                    <a:pt x="1606" y="2271"/>
                  </a:cubicBezTo>
                  <a:lnTo>
                    <a:pt x="1776" y="2182"/>
                  </a:lnTo>
                  <a:lnTo>
                    <a:pt x="1606" y="2279"/>
                  </a:lnTo>
                  <a:cubicBezTo>
                    <a:pt x="1466" y="2362"/>
                    <a:pt x="1415" y="2392"/>
                    <a:pt x="1429" y="2392"/>
                  </a:cubicBezTo>
                  <a:cubicBezTo>
                    <a:pt x="1437" y="2392"/>
                    <a:pt x="1465" y="2383"/>
                    <a:pt x="1509" y="2368"/>
                  </a:cubicBezTo>
                  <a:cubicBezTo>
                    <a:pt x="1539" y="2357"/>
                    <a:pt x="1553" y="2351"/>
                    <a:pt x="1555" y="2351"/>
                  </a:cubicBezTo>
                  <a:lnTo>
                    <a:pt x="1555" y="2351"/>
                  </a:lnTo>
                  <a:cubicBezTo>
                    <a:pt x="1557" y="2351"/>
                    <a:pt x="1543" y="2359"/>
                    <a:pt x="1517" y="2376"/>
                  </a:cubicBezTo>
                  <a:cubicBezTo>
                    <a:pt x="1460" y="2417"/>
                    <a:pt x="1468" y="2417"/>
                    <a:pt x="1476" y="2441"/>
                  </a:cubicBezTo>
                  <a:cubicBezTo>
                    <a:pt x="1485" y="2449"/>
                    <a:pt x="1489" y="2455"/>
                    <a:pt x="1498" y="2455"/>
                  </a:cubicBezTo>
                  <a:cubicBezTo>
                    <a:pt x="1507" y="2455"/>
                    <a:pt x="1521" y="2449"/>
                    <a:pt x="1549" y="2433"/>
                  </a:cubicBezTo>
                  <a:lnTo>
                    <a:pt x="1558" y="2441"/>
                  </a:lnTo>
                  <a:cubicBezTo>
                    <a:pt x="1512" y="2480"/>
                    <a:pt x="1498" y="2497"/>
                    <a:pt x="1505" y="2497"/>
                  </a:cubicBezTo>
                  <a:cubicBezTo>
                    <a:pt x="1514" y="2497"/>
                    <a:pt x="1559" y="2467"/>
                    <a:pt x="1614" y="2417"/>
                  </a:cubicBezTo>
                  <a:lnTo>
                    <a:pt x="1622" y="2433"/>
                  </a:lnTo>
                  <a:lnTo>
                    <a:pt x="1566" y="2466"/>
                  </a:lnTo>
                  <a:cubicBezTo>
                    <a:pt x="1517" y="2506"/>
                    <a:pt x="1525" y="2522"/>
                    <a:pt x="1566" y="2579"/>
                  </a:cubicBezTo>
                  <a:cubicBezTo>
                    <a:pt x="1587" y="2601"/>
                    <a:pt x="1601" y="2614"/>
                    <a:pt x="1616" y="2614"/>
                  </a:cubicBezTo>
                  <a:cubicBezTo>
                    <a:pt x="1636" y="2614"/>
                    <a:pt x="1658" y="2593"/>
                    <a:pt x="1703" y="2539"/>
                  </a:cubicBezTo>
                  <a:cubicBezTo>
                    <a:pt x="1750" y="2496"/>
                    <a:pt x="1774" y="2476"/>
                    <a:pt x="1778" y="2476"/>
                  </a:cubicBezTo>
                  <a:lnTo>
                    <a:pt x="1778" y="2476"/>
                  </a:lnTo>
                  <a:cubicBezTo>
                    <a:pt x="1782" y="2476"/>
                    <a:pt x="1762" y="2500"/>
                    <a:pt x="1720" y="2547"/>
                  </a:cubicBezTo>
                  <a:cubicBezTo>
                    <a:pt x="1684" y="2582"/>
                    <a:pt x="1657" y="2622"/>
                    <a:pt x="1661" y="2622"/>
                  </a:cubicBezTo>
                  <a:cubicBezTo>
                    <a:pt x="1663" y="2622"/>
                    <a:pt x="1668" y="2617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2"/>
                    <a:pt x="1655" y="2668"/>
                  </a:cubicBezTo>
                  <a:cubicBezTo>
                    <a:pt x="1625" y="2725"/>
                    <a:pt x="1619" y="2745"/>
                    <a:pt x="1625" y="2745"/>
                  </a:cubicBezTo>
                  <a:cubicBezTo>
                    <a:pt x="1632" y="2745"/>
                    <a:pt x="1654" y="2719"/>
                    <a:pt x="1671" y="2693"/>
                  </a:cubicBezTo>
                  <a:cubicBezTo>
                    <a:pt x="1704" y="2650"/>
                    <a:pt x="1717" y="2634"/>
                    <a:pt x="1718" y="2634"/>
                  </a:cubicBezTo>
                  <a:lnTo>
                    <a:pt x="1718" y="2634"/>
                  </a:lnTo>
                  <a:cubicBezTo>
                    <a:pt x="1720" y="2634"/>
                    <a:pt x="1698" y="2667"/>
                    <a:pt x="1679" y="2701"/>
                  </a:cubicBezTo>
                  <a:cubicBezTo>
                    <a:pt x="1655" y="2742"/>
                    <a:pt x="1632" y="2784"/>
                    <a:pt x="1637" y="2784"/>
                  </a:cubicBezTo>
                  <a:cubicBezTo>
                    <a:pt x="1638" y="2784"/>
                    <a:pt x="1644" y="2779"/>
                    <a:pt x="1655" y="2766"/>
                  </a:cubicBezTo>
                  <a:cubicBezTo>
                    <a:pt x="1675" y="2742"/>
                    <a:pt x="1704" y="2724"/>
                    <a:pt x="1720" y="2724"/>
                  </a:cubicBezTo>
                  <a:cubicBezTo>
                    <a:pt x="1738" y="2724"/>
                    <a:pt x="1741" y="2744"/>
                    <a:pt x="1703" y="2798"/>
                  </a:cubicBezTo>
                  <a:lnTo>
                    <a:pt x="1720" y="2806"/>
                  </a:lnTo>
                  <a:cubicBezTo>
                    <a:pt x="1738" y="2774"/>
                    <a:pt x="1751" y="2765"/>
                    <a:pt x="1761" y="2765"/>
                  </a:cubicBezTo>
                  <a:cubicBezTo>
                    <a:pt x="1768" y="2765"/>
                    <a:pt x="1773" y="2770"/>
                    <a:pt x="1776" y="2774"/>
                  </a:cubicBezTo>
                  <a:cubicBezTo>
                    <a:pt x="1793" y="2782"/>
                    <a:pt x="1801" y="2782"/>
                    <a:pt x="1768" y="2839"/>
                  </a:cubicBezTo>
                  <a:cubicBezTo>
                    <a:pt x="1743" y="2868"/>
                    <a:pt x="1735" y="2882"/>
                    <a:pt x="1739" y="2882"/>
                  </a:cubicBezTo>
                  <a:cubicBezTo>
                    <a:pt x="1743" y="2882"/>
                    <a:pt x="1757" y="2870"/>
                    <a:pt x="1776" y="2847"/>
                  </a:cubicBezTo>
                  <a:cubicBezTo>
                    <a:pt x="1777" y="2847"/>
                    <a:pt x="1777" y="2847"/>
                    <a:pt x="1778" y="2847"/>
                  </a:cubicBezTo>
                  <a:cubicBezTo>
                    <a:pt x="1790" y="2847"/>
                    <a:pt x="1858" y="2749"/>
                    <a:pt x="1866" y="2749"/>
                  </a:cubicBezTo>
                  <a:cubicBezTo>
                    <a:pt x="1882" y="2709"/>
                    <a:pt x="1906" y="2676"/>
                    <a:pt x="1939" y="2644"/>
                  </a:cubicBezTo>
                  <a:lnTo>
                    <a:pt x="1939" y="2644"/>
                  </a:lnTo>
                  <a:lnTo>
                    <a:pt x="1906" y="2701"/>
                  </a:lnTo>
                  <a:lnTo>
                    <a:pt x="1849" y="2814"/>
                  </a:lnTo>
                  <a:cubicBezTo>
                    <a:pt x="1849" y="2817"/>
                    <a:pt x="1850" y="2820"/>
                    <a:pt x="1853" y="2820"/>
                  </a:cubicBezTo>
                  <a:cubicBezTo>
                    <a:pt x="1858" y="2820"/>
                    <a:pt x="1868" y="2809"/>
                    <a:pt x="1890" y="2766"/>
                  </a:cubicBezTo>
                  <a:lnTo>
                    <a:pt x="1890" y="2766"/>
                  </a:lnTo>
                  <a:cubicBezTo>
                    <a:pt x="1866" y="2830"/>
                    <a:pt x="1874" y="2839"/>
                    <a:pt x="1890" y="2839"/>
                  </a:cubicBezTo>
                  <a:cubicBezTo>
                    <a:pt x="1896" y="2841"/>
                    <a:pt x="1901" y="2844"/>
                    <a:pt x="1908" y="2844"/>
                  </a:cubicBezTo>
                  <a:cubicBezTo>
                    <a:pt x="1920" y="2844"/>
                    <a:pt x="1934" y="2835"/>
                    <a:pt x="1955" y="2798"/>
                  </a:cubicBezTo>
                  <a:lnTo>
                    <a:pt x="1955" y="2798"/>
                  </a:lnTo>
                  <a:cubicBezTo>
                    <a:pt x="1928" y="2864"/>
                    <a:pt x="1933" y="2899"/>
                    <a:pt x="1951" y="2899"/>
                  </a:cubicBezTo>
                  <a:cubicBezTo>
                    <a:pt x="1965" y="2899"/>
                    <a:pt x="1989" y="2874"/>
                    <a:pt x="2012" y="2822"/>
                  </a:cubicBezTo>
                  <a:cubicBezTo>
                    <a:pt x="2019" y="2791"/>
                    <a:pt x="2025" y="2777"/>
                    <a:pt x="2028" y="2777"/>
                  </a:cubicBezTo>
                  <a:lnTo>
                    <a:pt x="2028" y="2777"/>
                  </a:lnTo>
                  <a:cubicBezTo>
                    <a:pt x="2032" y="2777"/>
                    <a:pt x="2032" y="2793"/>
                    <a:pt x="2028" y="2822"/>
                  </a:cubicBezTo>
                  <a:cubicBezTo>
                    <a:pt x="2019" y="2856"/>
                    <a:pt x="2015" y="2872"/>
                    <a:pt x="2017" y="2872"/>
                  </a:cubicBezTo>
                  <a:cubicBezTo>
                    <a:pt x="2018" y="2872"/>
                    <a:pt x="2024" y="2858"/>
                    <a:pt x="2036" y="2830"/>
                  </a:cubicBezTo>
                  <a:cubicBezTo>
                    <a:pt x="2045" y="2815"/>
                    <a:pt x="2050" y="2809"/>
                    <a:pt x="2053" y="2809"/>
                  </a:cubicBezTo>
                  <a:lnTo>
                    <a:pt x="2053" y="2809"/>
                  </a:lnTo>
                  <a:cubicBezTo>
                    <a:pt x="2060" y="2809"/>
                    <a:pt x="2050" y="2856"/>
                    <a:pt x="2044" y="2903"/>
                  </a:cubicBezTo>
                  <a:cubicBezTo>
                    <a:pt x="2024" y="2982"/>
                    <a:pt x="2020" y="3016"/>
                    <a:pt x="2026" y="3016"/>
                  </a:cubicBezTo>
                  <a:cubicBezTo>
                    <a:pt x="2030" y="3016"/>
                    <a:pt x="2039" y="3002"/>
                    <a:pt x="2052" y="2976"/>
                  </a:cubicBezTo>
                  <a:cubicBezTo>
                    <a:pt x="2085" y="2920"/>
                    <a:pt x="2093" y="2920"/>
                    <a:pt x="2109" y="2920"/>
                  </a:cubicBezTo>
                  <a:cubicBezTo>
                    <a:pt x="2133" y="2887"/>
                    <a:pt x="2149" y="2847"/>
                    <a:pt x="2149" y="2798"/>
                  </a:cubicBezTo>
                  <a:cubicBezTo>
                    <a:pt x="2157" y="2741"/>
                    <a:pt x="2182" y="2676"/>
                    <a:pt x="2182" y="2676"/>
                  </a:cubicBezTo>
                  <a:cubicBezTo>
                    <a:pt x="2190" y="2657"/>
                    <a:pt x="2194" y="2651"/>
                    <a:pt x="2195" y="2651"/>
                  </a:cubicBezTo>
                  <a:lnTo>
                    <a:pt x="2195" y="2651"/>
                  </a:lnTo>
                  <a:cubicBezTo>
                    <a:pt x="2197" y="2651"/>
                    <a:pt x="2190" y="2676"/>
                    <a:pt x="2190" y="2676"/>
                  </a:cubicBezTo>
                  <a:cubicBezTo>
                    <a:pt x="2166" y="2717"/>
                    <a:pt x="2157" y="2757"/>
                    <a:pt x="2166" y="2806"/>
                  </a:cubicBezTo>
                  <a:cubicBezTo>
                    <a:pt x="2157" y="2863"/>
                    <a:pt x="2174" y="2871"/>
                    <a:pt x="2182" y="2871"/>
                  </a:cubicBezTo>
                  <a:lnTo>
                    <a:pt x="2214" y="2879"/>
                  </a:lnTo>
                  <a:cubicBezTo>
                    <a:pt x="2222" y="2912"/>
                    <a:pt x="2228" y="2928"/>
                    <a:pt x="2234" y="2928"/>
                  </a:cubicBezTo>
                  <a:cubicBezTo>
                    <a:pt x="2239" y="2928"/>
                    <a:pt x="2243" y="2912"/>
                    <a:pt x="2247" y="2879"/>
                  </a:cubicBezTo>
                  <a:cubicBezTo>
                    <a:pt x="2247" y="2859"/>
                    <a:pt x="2247" y="2849"/>
                    <a:pt x="2247" y="2843"/>
                  </a:cubicBezTo>
                  <a:lnTo>
                    <a:pt x="2247" y="2843"/>
                  </a:lnTo>
                  <a:cubicBezTo>
                    <a:pt x="2250" y="2893"/>
                    <a:pt x="2272" y="2920"/>
                    <a:pt x="2294" y="2920"/>
                  </a:cubicBezTo>
                  <a:cubicBezTo>
                    <a:pt x="2317" y="2920"/>
                    <a:pt x="2340" y="2891"/>
                    <a:pt x="2344" y="2830"/>
                  </a:cubicBezTo>
                  <a:lnTo>
                    <a:pt x="2344" y="2895"/>
                  </a:lnTo>
                  <a:cubicBezTo>
                    <a:pt x="2344" y="2960"/>
                    <a:pt x="2352" y="2960"/>
                    <a:pt x="2368" y="2960"/>
                  </a:cubicBezTo>
                  <a:cubicBezTo>
                    <a:pt x="2376" y="2960"/>
                    <a:pt x="2409" y="2895"/>
                    <a:pt x="2433" y="2895"/>
                  </a:cubicBezTo>
                  <a:cubicBezTo>
                    <a:pt x="2466" y="2895"/>
                    <a:pt x="2490" y="2895"/>
                    <a:pt x="2482" y="2830"/>
                  </a:cubicBezTo>
                  <a:cubicBezTo>
                    <a:pt x="2490" y="2830"/>
                    <a:pt x="2490" y="2830"/>
                    <a:pt x="2498" y="2895"/>
                  </a:cubicBezTo>
                  <a:cubicBezTo>
                    <a:pt x="2498" y="2952"/>
                    <a:pt x="2506" y="2952"/>
                    <a:pt x="2514" y="2952"/>
                  </a:cubicBezTo>
                  <a:cubicBezTo>
                    <a:pt x="2514" y="2912"/>
                    <a:pt x="2514" y="2871"/>
                    <a:pt x="2506" y="2830"/>
                  </a:cubicBezTo>
                  <a:cubicBezTo>
                    <a:pt x="2498" y="2798"/>
                    <a:pt x="2496" y="2782"/>
                    <a:pt x="2499" y="2782"/>
                  </a:cubicBezTo>
                  <a:lnTo>
                    <a:pt x="2499" y="2782"/>
                  </a:lnTo>
                  <a:cubicBezTo>
                    <a:pt x="2502" y="2782"/>
                    <a:pt x="2510" y="2798"/>
                    <a:pt x="2522" y="2830"/>
                  </a:cubicBezTo>
                  <a:cubicBezTo>
                    <a:pt x="2538" y="2858"/>
                    <a:pt x="2554" y="2872"/>
                    <a:pt x="2566" y="2872"/>
                  </a:cubicBezTo>
                  <a:cubicBezTo>
                    <a:pt x="2579" y="2872"/>
                    <a:pt x="2587" y="2856"/>
                    <a:pt x="2587" y="2822"/>
                  </a:cubicBezTo>
                  <a:cubicBezTo>
                    <a:pt x="2595" y="2822"/>
                    <a:pt x="2603" y="2822"/>
                    <a:pt x="2620" y="2879"/>
                  </a:cubicBezTo>
                  <a:cubicBezTo>
                    <a:pt x="2633" y="2915"/>
                    <a:pt x="2649" y="2949"/>
                    <a:pt x="2657" y="2949"/>
                  </a:cubicBezTo>
                  <a:cubicBezTo>
                    <a:pt x="2662" y="2949"/>
                    <a:pt x="2663" y="2928"/>
                    <a:pt x="2652" y="2871"/>
                  </a:cubicBezTo>
                  <a:cubicBezTo>
                    <a:pt x="2660" y="2871"/>
                    <a:pt x="2660" y="2871"/>
                    <a:pt x="2684" y="2928"/>
                  </a:cubicBezTo>
                  <a:cubicBezTo>
                    <a:pt x="2699" y="2965"/>
                    <a:pt x="2713" y="3003"/>
                    <a:pt x="2716" y="3003"/>
                  </a:cubicBezTo>
                  <a:cubicBezTo>
                    <a:pt x="2718" y="3003"/>
                    <a:pt x="2714" y="2983"/>
                    <a:pt x="2701" y="2928"/>
                  </a:cubicBezTo>
                  <a:cubicBezTo>
                    <a:pt x="2696" y="2892"/>
                    <a:pt x="2702" y="2874"/>
                    <a:pt x="2714" y="2874"/>
                  </a:cubicBezTo>
                  <a:cubicBezTo>
                    <a:pt x="2724" y="2874"/>
                    <a:pt x="2739" y="2886"/>
                    <a:pt x="2757" y="2912"/>
                  </a:cubicBezTo>
                  <a:cubicBezTo>
                    <a:pt x="2766" y="2912"/>
                    <a:pt x="2774" y="2903"/>
                    <a:pt x="2749" y="2847"/>
                  </a:cubicBezTo>
                  <a:lnTo>
                    <a:pt x="2725" y="2790"/>
                  </a:lnTo>
                  <a:lnTo>
                    <a:pt x="2725" y="2790"/>
                  </a:lnTo>
                  <a:cubicBezTo>
                    <a:pt x="2753" y="2846"/>
                    <a:pt x="2767" y="2874"/>
                    <a:pt x="2770" y="2874"/>
                  </a:cubicBezTo>
                  <a:cubicBezTo>
                    <a:pt x="2772" y="2874"/>
                    <a:pt x="2762" y="2844"/>
                    <a:pt x="2741" y="2782"/>
                  </a:cubicBezTo>
                  <a:cubicBezTo>
                    <a:pt x="2729" y="2753"/>
                    <a:pt x="2725" y="2739"/>
                    <a:pt x="2727" y="2739"/>
                  </a:cubicBezTo>
                  <a:lnTo>
                    <a:pt x="2727" y="2739"/>
                  </a:lnTo>
                  <a:cubicBezTo>
                    <a:pt x="2729" y="2739"/>
                    <a:pt x="2737" y="2753"/>
                    <a:pt x="2749" y="2782"/>
                  </a:cubicBezTo>
                  <a:cubicBezTo>
                    <a:pt x="2782" y="2839"/>
                    <a:pt x="2790" y="2839"/>
                    <a:pt x="2790" y="2839"/>
                  </a:cubicBezTo>
                  <a:cubicBezTo>
                    <a:pt x="2798" y="2839"/>
                    <a:pt x="2806" y="2766"/>
                    <a:pt x="2839" y="2741"/>
                  </a:cubicBezTo>
                  <a:cubicBezTo>
                    <a:pt x="2895" y="2717"/>
                    <a:pt x="2920" y="2709"/>
                    <a:pt x="2879" y="2652"/>
                  </a:cubicBezTo>
                  <a:cubicBezTo>
                    <a:pt x="2866" y="2623"/>
                    <a:pt x="2858" y="2608"/>
                    <a:pt x="2860" y="2608"/>
                  </a:cubicBezTo>
                  <a:lnTo>
                    <a:pt x="2860" y="2608"/>
                  </a:lnTo>
                  <a:cubicBezTo>
                    <a:pt x="2862" y="2608"/>
                    <a:pt x="2872" y="2621"/>
                    <a:pt x="2895" y="2644"/>
                  </a:cubicBezTo>
                  <a:cubicBezTo>
                    <a:pt x="2924" y="2678"/>
                    <a:pt x="2937" y="2689"/>
                    <a:pt x="2944" y="2689"/>
                  </a:cubicBezTo>
                  <a:cubicBezTo>
                    <a:pt x="2947" y="2689"/>
                    <a:pt x="2950" y="2687"/>
                    <a:pt x="2952" y="2684"/>
                  </a:cubicBezTo>
                  <a:cubicBezTo>
                    <a:pt x="2960" y="2684"/>
                    <a:pt x="2968" y="2684"/>
                    <a:pt x="3001" y="2733"/>
                  </a:cubicBezTo>
                  <a:cubicBezTo>
                    <a:pt x="2976" y="2676"/>
                    <a:pt x="2968" y="2676"/>
                    <a:pt x="2976" y="2676"/>
                  </a:cubicBezTo>
                  <a:cubicBezTo>
                    <a:pt x="2994" y="2698"/>
                    <a:pt x="3006" y="2708"/>
                    <a:pt x="3010" y="2708"/>
                  </a:cubicBezTo>
                  <a:cubicBezTo>
                    <a:pt x="3016" y="2708"/>
                    <a:pt x="3011" y="2692"/>
                    <a:pt x="2993" y="2660"/>
                  </a:cubicBezTo>
                  <a:lnTo>
                    <a:pt x="2993" y="2660"/>
                  </a:lnTo>
                  <a:cubicBezTo>
                    <a:pt x="3020" y="2693"/>
                    <a:pt x="3059" y="2719"/>
                    <a:pt x="3066" y="2719"/>
                  </a:cubicBezTo>
                  <a:cubicBezTo>
                    <a:pt x="3069" y="2719"/>
                    <a:pt x="3065" y="2714"/>
                    <a:pt x="3049" y="2701"/>
                  </a:cubicBezTo>
                  <a:cubicBezTo>
                    <a:pt x="3009" y="2644"/>
                    <a:pt x="3017" y="2636"/>
                    <a:pt x="2984" y="2587"/>
                  </a:cubicBezTo>
                  <a:cubicBezTo>
                    <a:pt x="2988" y="2584"/>
                    <a:pt x="2989" y="2581"/>
                    <a:pt x="2993" y="2581"/>
                  </a:cubicBezTo>
                  <a:cubicBezTo>
                    <a:pt x="3000" y="2581"/>
                    <a:pt x="3011" y="2589"/>
                    <a:pt x="3041" y="2620"/>
                  </a:cubicBezTo>
                  <a:cubicBezTo>
                    <a:pt x="3052" y="2631"/>
                    <a:pt x="3060" y="2636"/>
                    <a:pt x="3065" y="2636"/>
                  </a:cubicBezTo>
                  <a:cubicBezTo>
                    <a:pt x="3081" y="2636"/>
                    <a:pt x="3064" y="2582"/>
                    <a:pt x="3033" y="2539"/>
                  </a:cubicBezTo>
                  <a:cubicBezTo>
                    <a:pt x="3012" y="2517"/>
                    <a:pt x="3002" y="2505"/>
                    <a:pt x="3004" y="2505"/>
                  </a:cubicBezTo>
                  <a:lnTo>
                    <a:pt x="3004" y="2505"/>
                  </a:lnTo>
                  <a:cubicBezTo>
                    <a:pt x="3006" y="2505"/>
                    <a:pt x="3018" y="2515"/>
                    <a:pt x="3041" y="2539"/>
                  </a:cubicBezTo>
                  <a:cubicBezTo>
                    <a:pt x="3069" y="2567"/>
                    <a:pt x="3082" y="2575"/>
                    <a:pt x="3090" y="2575"/>
                  </a:cubicBezTo>
                  <a:cubicBezTo>
                    <a:pt x="3093" y="2575"/>
                    <a:pt x="3095" y="2573"/>
                    <a:pt x="3098" y="2571"/>
                  </a:cubicBezTo>
                  <a:cubicBezTo>
                    <a:pt x="3086" y="2556"/>
                    <a:pt x="3082" y="2551"/>
                    <a:pt x="3083" y="2551"/>
                  </a:cubicBezTo>
                  <a:lnTo>
                    <a:pt x="3083" y="2551"/>
                  </a:lnTo>
                  <a:cubicBezTo>
                    <a:pt x="3086" y="2551"/>
                    <a:pt x="3118" y="2583"/>
                    <a:pt x="3147" y="2612"/>
                  </a:cubicBezTo>
                  <a:cubicBezTo>
                    <a:pt x="3172" y="2642"/>
                    <a:pt x="3185" y="2654"/>
                    <a:pt x="3195" y="2654"/>
                  </a:cubicBezTo>
                  <a:cubicBezTo>
                    <a:pt x="3201" y="2654"/>
                    <a:pt x="3206" y="2650"/>
                    <a:pt x="3212" y="2644"/>
                  </a:cubicBezTo>
                  <a:cubicBezTo>
                    <a:pt x="3171" y="2595"/>
                    <a:pt x="3187" y="2571"/>
                    <a:pt x="3203" y="2547"/>
                  </a:cubicBezTo>
                  <a:cubicBezTo>
                    <a:pt x="3228" y="2514"/>
                    <a:pt x="3187" y="2474"/>
                    <a:pt x="3090" y="2385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2"/>
                  </a:lnTo>
                  <a:cubicBezTo>
                    <a:pt x="3260" y="2474"/>
                    <a:pt x="3212" y="2441"/>
                    <a:pt x="3155" y="2409"/>
                  </a:cubicBezTo>
                  <a:cubicBezTo>
                    <a:pt x="3124" y="2383"/>
                    <a:pt x="3113" y="2371"/>
                    <a:pt x="3125" y="2371"/>
                  </a:cubicBezTo>
                  <a:cubicBezTo>
                    <a:pt x="3131" y="2371"/>
                    <a:pt x="3147" y="2375"/>
                    <a:pt x="3171" y="2385"/>
                  </a:cubicBezTo>
                  <a:cubicBezTo>
                    <a:pt x="3195" y="2394"/>
                    <a:pt x="3210" y="2398"/>
                    <a:pt x="3217" y="2398"/>
                  </a:cubicBezTo>
                  <a:cubicBezTo>
                    <a:pt x="3229" y="2398"/>
                    <a:pt x="3218" y="2386"/>
                    <a:pt x="3187" y="2360"/>
                  </a:cubicBezTo>
                  <a:cubicBezTo>
                    <a:pt x="3190" y="2360"/>
                    <a:pt x="3192" y="2359"/>
                    <a:pt x="3197" y="2359"/>
                  </a:cubicBezTo>
                  <a:cubicBezTo>
                    <a:pt x="3204" y="2359"/>
                    <a:pt x="3218" y="2362"/>
                    <a:pt x="3252" y="2376"/>
                  </a:cubicBezTo>
                  <a:cubicBezTo>
                    <a:pt x="3260" y="2368"/>
                    <a:pt x="3260" y="2368"/>
                    <a:pt x="3203" y="2336"/>
                  </a:cubicBezTo>
                  <a:cubicBezTo>
                    <a:pt x="3173" y="2318"/>
                    <a:pt x="3161" y="2310"/>
                    <a:pt x="3166" y="2310"/>
                  </a:cubicBezTo>
                  <a:lnTo>
                    <a:pt x="3166" y="2310"/>
                  </a:lnTo>
                  <a:cubicBezTo>
                    <a:pt x="3169" y="2310"/>
                    <a:pt x="3185" y="2316"/>
                    <a:pt x="3212" y="2328"/>
                  </a:cubicBezTo>
                  <a:cubicBezTo>
                    <a:pt x="3259" y="2348"/>
                    <a:pt x="3290" y="2356"/>
                    <a:pt x="3305" y="2356"/>
                  </a:cubicBezTo>
                  <a:cubicBezTo>
                    <a:pt x="3326" y="2356"/>
                    <a:pt x="3317" y="2342"/>
                    <a:pt x="3284" y="2328"/>
                  </a:cubicBezTo>
                  <a:cubicBezTo>
                    <a:pt x="3228" y="2295"/>
                    <a:pt x="3228" y="2295"/>
                    <a:pt x="3236" y="2287"/>
                  </a:cubicBezTo>
                  <a:cubicBezTo>
                    <a:pt x="3236" y="2279"/>
                    <a:pt x="3236" y="2271"/>
                    <a:pt x="3187" y="2239"/>
                  </a:cubicBezTo>
                  <a:lnTo>
                    <a:pt x="3195" y="2222"/>
                  </a:lnTo>
                  <a:cubicBezTo>
                    <a:pt x="3195" y="2222"/>
                    <a:pt x="3252" y="2255"/>
                    <a:pt x="3244" y="2255"/>
                  </a:cubicBezTo>
                  <a:lnTo>
                    <a:pt x="3309" y="2279"/>
                  </a:lnTo>
                  <a:cubicBezTo>
                    <a:pt x="3317" y="2263"/>
                    <a:pt x="3317" y="2255"/>
                    <a:pt x="3260" y="2222"/>
                  </a:cubicBezTo>
                  <a:cubicBezTo>
                    <a:pt x="3201" y="2197"/>
                    <a:pt x="3172" y="2185"/>
                    <a:pt x="3176" y="2185"/>
                  </a:cubicBezTo>
                  <a:lnTo>
                    <a:pt x="3176" y="2185"/>
                  </a:lnTo>
                  <a:cubicBezTo>
                    <a:pt x="3180" y="2185"/>
                    <a:pt x="3210" y="2195"/>
                    <a:pt x="3268" y="2214"/>
                  </a:cubicBezTo>
                  <a:cubicBezTo>
                    <a:pt x="3305" y="2230"/>
                    <a:pt x="3346" y="2242"/>
                    <a:pt x="3354" y="2242"/>
                  </a:cubicBezTo>
                  <a:cubicBezTo>
                    <a:pt x="3358" y="2242"/>
                    <a:pt x="3353" y="2239"/>
                    <a:pt x="3333" y="2230"/>
                  </a:cubicBezTo>
                  <a:cubicBezTo>
                    <a:pt x="3276" y="2202"/>
                    <a:pt x="3264" y="2192"/>
                    <a:pt x="3273" y="2192"/>
                  </a:cubicBezTo>
                  <a:cubicBezTo>
                    <a:pt x="3282" y="2192"/>
                    <a:pt x="3313" y="2202"/>
                    <a:pt x="3341" y="2214"/>
                  </a:cubicBezTo>
                  <a:cubicBezTo>
                    <a:pt x="3392" y="2236"/>
                    <a:pt x="3422" y="2248"/>
                    <a:pt x="3429" y="2248"/>
                  </a:cubicBezTo>
                  <a:cubicBezTo>
                    <a:pt x="3437" y="2248"/>
                    <a:pt x="3412" y="2230"/>
                    <a:pt x="3349" y="2190"/>
                  </a:cubicBezTo>
                  <a:cubicBezTo>
                    <a:pt x="3349" y="2174"/>
                    <a:pt x="3301" y="2125"/>
                    <a:pt x="3309" y="2101"/>
                  </a:cubicBezTo>
                  <a:cubicBezTo>
                    <a:pt x="3315" y="2081"/>
                    <a:pt x="3322" y="2066"/>
                    <a:pt x="3360" y="2066"/>
                  </a:cubicBezTo>
                  <a:cubicBezTo>
                    <a:pt x="3369" y="2066"/>
                    <a:pt x="3378" y="2067"/>
                    <a:pt x="3390" y="2068"/>
                  </a:cubicBezTo>
                  <a:cubicBezTo>
                    <a:pt x="3451" y="2080"/>
                    <a:pt x="3483" y="2085"/>
                    <a:pt x="3491" y="2085"/>
                  </a:cubicBezTo>
                  <a:cubicBezTo>
                    <a:pt x="3499" y="2085"/>
                    <a:pt x="3483" y="2080"/>
                    <a:pt x="3447" y="2076"/>
                  </a:cubicBezTo>
                  <a:cubicBezTo>
                    <a:pt x="3325" y="2052"/>
                    <a:pt x="3325" y="2044"/>
                    <a:pt x="3333" y="2028"/>
                  </a:cubicBezTo>
                  <a:cubicBezTo>
                    <a:pt x="3406" y="2012"/>
                    <a:pt x="3341" y="1987"/>
                    <a:pt x="3284" y="1971"/>
                  </a:cubicBezTo>
                  <a:lnTo>
                    <a:pt x="3276" y="1987"/>
                  </a:lnTo>
                  <a:cubicBezTo>
                    <a:pt x="3155" y="1963"/>
                    <a:pt x="3155" y="1963"/>
                    <a:pt x="3220" y="1955"/>
                  </a:cubicBezTo>
                  <a:cubicBezTo>
                    <a:pt x="3260" y="1955"/>
                    <a:pt x="3301" y="1955"/>
                    <a:pt x="3349" y="1963"/>
                  </a:cubicBezTo>
                  <a:cubicBezTo>
                    <a:pt x="3370" y="1967"/>
                    <a:pt x="3390" y="1969"/>
                    <a:pt x="3410" y="1969"/>
                  </a:cubicBezTo>
                  <a:cubicBezTo>
                    <a:pt x="3430" y="1969"/>
                    <a:pt x="3451" y="1967"/>
                    <a:pt x="3471" y="1963"/>
                  </a:cubicBezTo>
                  <a:cubicBezTo>
                    <a:pt x="3479" y="1955"/>
                    <a:pt x="3479" y="1947"/>
                    <a:pt x="3414" y="1947"/>
                  </a:cubicBezTo>
                  <a:cubicBezTo>
                    <a:pt x="3349" y="1939"/>
                    <a:pt x="3349" y="1939"/>
                    <a:pt x="3349" y="1930"/>
                  </a:cubicBezTo>
                  <a:cubicBezTo>
                    <a:pt x="3349" y="1930"/>
                    <a:pt x="3349" y="1922"/>
                    <a:pt x="3293" y="1906"/>
                  </a:cubicBezTo>
                  <a:cubicBezTo>
                    <a:pt x="3228" y="1906"/>
                    <a:pt x="3228" y="1898"/>
                    <a:pt x="3228" y="1890"/>
                  </a:cubicBezTo>
                  <a:cubicBezTo>
                    <a:pt x="3293" y="1890"/>
                    <a:pt x="3293" y="1874"/>
                    <a:pt x="3293" y="1874"/>
                  </a:cubicBezTo>
                  <a:lnTo>
                    <a:pt x="3357" y="1874"/>
                  </a:lnTo>
                  <a:cubicBezTo>
                    <a:pt x="3398" y="1874"/>
                    <a:pt x="3447" y="1874"/>
                    <a:pt x="3487" y="1866"/>
                  </a:cubicBezTo>
                  <a:cubicBezTo>
                    <a:pt x="3487" y="1858"/>
                    <a:pt x="3422" y="1858"/>
                    <a:pt x="3422" y="1858"/>
                  </a:cubicBezTo>
                  <a:cubicBezTo>
                    <a:pt x="3374" y="1858"/>
                    <a:pt x="3366" y="1671"/>
                    <a:pt x="3366" y="1647"/>
                  </a:cubicBezTo>
                  <a:cubicBezTo>
                    <a:pt x="3414" y="1628"/>
                    <a:pt x="3422" y="1606"/>
                    <a:pt x="3399" y="1606"/>
                  </a:cubicBezTo>
                  <a:cubicBezTo>
                    <a:pt x="3391" y="1606"/>
                    <a:pt x="3380" y="1608"/>
                    <a:pt x="3366" y="1614"/>
                  </a:cubicBezTo>
                  <a:cubicBezTo>
                    <a:pt x="3354" y="1617"/>
                    <a:pt x="3344" y="1618"/>
                    <a:pt x="3336" y="1618"/>
                  </a:cubicBezTo>
                  <a:cubicBezTo>
                    <a:pt x="3298" y="1618"/>
                    <a:pt x="3291" y="1589"/>
                    <a:pt x="3284" y="1549"/>
                  </a:cubicBezTo>
                  <a:cubicBezTo>
                    <a:pt x="3278" y="1511"/>
                    <a:pt x="3272" y="1477"/>
                    <a:pt x="3241" y="1477"/>
                  </a:cubicBezTo>
                  <a:cubicBezTo>
                    <a:pt x="3233" y="1477"/>
                    <a:pt x="3223" y="1480"/>
                    <a:pt x="3212" y="1485"/>
                  </a:cubicBezTo>
                  <a:lnTo>
                    <a:pt x="3203" y="1468"/>
                  </a:lnTo>
                  <a:cubicBezTo>
                    <a:pt x="3203" y="1462"/>
                    <a:pt x="3195" y="1461"/>
                    <a:pt x="3183" y="1461"/>
                  </a:cubicBezTo>
                  <a:cubicBezTo>
                    <a:pt x="3171" y="1461"/>
                    <a:pt x="3156" y="1463"/>
                    <a:pt x="3147" y="1463"/>
                  </a:cubicBezTo>
                  <a:cubicBezTo>
                    <a:pt x="3142" y="1463"/>
                    <a:pt x="3139" y="1462"/>
                    <a:pt x="3139" y="1460"/>
                  </a:cubicBezTo>
                  <a:cubicBezTo>
                    <a:pt x="3109" y="1471"/>
                    <a:pt x="3093" y="1476"/>
                    <a:pt x="3090" y="1476"/>
                  </a:cubicBezTo>
                  <a:cubicBezTo>
                    <a:pt x="3085" y="1476"/>
                    <a:pt x="3099" y="1469"/>
                    <a:pt x="3130" y="1460"/>
                  </a:cubicBezTo>
                  <a:cubicBezTo>
                    <a:pt x="3171" y="1444"/>
                    <a:pt x="3212" y="1420"/>
                    <a:pt x="3244" y="1395"/>
                  </a:cubicBezTo>
                  <a:cubicBezTo>
                    <a:pt x="3244" y="1392"/>
                    <a:pt x="3242" y="1391"/>
                    <a:pt x="3238" y="1391"/>
                  </a:cubicBezTo>
                  <a:cubicBezTo>
                    <a:pt x="3222" y="1391"/>
                    <a:pt x="3175" y="1416"/>
                    <a:pt x="3122" y="1436"/>
                  </a:cubicBezTo>
                  <a:cubicBezTo>
                    <a:pt x="3084" y="1458"/>
                    <a:pt x="3072" y="1461"/>
                    <a:pt x="3068" y="1461"/>
                  </a:cubicBezTo>
                  <a:cubicBezTo>
                    <a:pt x="3066" y="1461"/>
                    <a:pt x="3066" y="1460"/>
                    <a:pt x="3066" y="1460"/>
                  </a:cubicBezTo>
                  <a:cubicBezTo>
                    <a:pt x="3066" y="1460"/>
                    <a:pt x="3066" y="1460"/>
                    <a:pt x="3122" y="1428"/>
                  </a:cubicBezTo>
                  <a:lnTo>
                    <a:pt x="3236" y="1363"/>
                  </a:lnTo>
                  <a:lnTo>
                    <a:pt x="3236" y="1355"/>
                  </a:lnTo>
                  <a:cubicBezTo>
                    <a:pt x="3198" y="1376"/>
                    <a:pt x="3182" y="1380"/>
                    <a:pt x="3175" y="1380"/>
                  </a:cubicBezTo>
                  <a:cubicBezTo>
                    <a:pt x="3172" y="1380"/>
                    <a:pt x="3171" y="1379"/>
                    <a:pt x="3171" y="1379"/>
                  </a:cubicBezTo>
                  <a:cubicBezTo>
                    <a:pt x="3171" y="1371"/>
                    <a:pt x="3171" y="1371"/>
                    <a:pt x="3284" y="1306"/>
                  </a:cubicBezTo>
                  <a:cubicBezTo>
                    <a:pt x="3345" y="1272"/>
                    <a:pt x="3373" y="1253"/>
                    <a:pt x="3368" y="1253"/>
                  </a:cubicBezTo>
                  <a:lnTo>
                    <a:pt x="3368" y="1253"/>
                  </a:lnTo>
                  <a:cubicBezTo>
                    <a:pt x="3364" y="1253"/>
                    <a:pt x="3333" y="1268"/>
                    <a:pt x="3276" y="1298"/>
                  </a:cubicBezTo>
                  <a:lnTo>
                    <a:pt x="3220" y="1314"/>
                  </a:lnTo>
                  <a:cubicBezTo>
                    <a:pt x="3259" y="1284"/>
                    <a:pt x="3268" y="1273"/>
                    <a:pt x="3260" y="1273"/>
                  </a:cubicBezTo>
                  <a:cubicBezTo>
                    <a:pt x="3247" y="1273"/>
                    <a:pt x="3190" y="1302"/>
                    <a:pt x="3155" y="1322"/>
                  </a:cubicBezTo>
                  <a:cubicBezTo>
                    <a:pt x="3213" y="1277"/>
                    <a:pt x="3239" y="1255"/>
                    <a:pt x="3231" y="1255"/>
                  </a:cubicBezTo>
                  <a:lnTo>
                    <a:pt x="3231" y="1255"/>
                  </a:lnTo>
                  <a:cubicBezTo>
                    <a:pt x="3225" y="1255"/>
                    <a:pt x="3197" y="1269"/>
                    <a:pt x="3147" y="1298"/>
                  </a:cubicBezTo>
                  <a:cubicBezTo>
                    <a:pt x="3121" y="1316"/>
                    <a:pt x="3107" y="1325"/>
                    <a:pt x="3104" y="1325"/>
                  </a:cubicBezTo>
                  <a:cubicBezTo>
                    <a:pt x="3100" y="1325"/>
                    <a:pt x="3112" y="1312"/>
                    <a:pt x="3139" y="1290"/>
                  </a:cubicBezTo>
                  <a:cubicBezTo>
                    <a:pt x="3187" y="1241"/>
                    <a:pt x="3187" y="1241"/>
                    <a:pt x="3179" y="1225"/>
                  </a:cubicBezTo>
                  <a:lnTo>
                    <a:pt x="3179" y="1225"/>
                  </a:lnTo>
                  <a:cubicBezTo>
                    <a:pt x="3165" y="1233"/>
                    <a:pt x="3152" y="1237"/>
                    <a:pt x="3141" y="1237"/>
                  </a:cubicBezTo>
                  <a:cubicBezTo>
                    <a:pt x="3107" y="1237"/>
                    <a:pt x="3084" y="1205"/>
                    <a:pt x="3066" y="1168"/>
                  </a:cubicBezTo>
                  <a:cubicBezTo>
                    <a:pt x="3040" y="1133"/>
                    <a:pt x="3018" y="1110"/>
                    <a:pt x="2995" y="1110"/>
                  </a:cubicBezTo>
                  <a:cubicBezTo>
                    <a:pt x="2981" y="1110"/>
                    <a:pt x="2967" y="1118"/>
                    <a:pt x="2952" y="1136"/>
                  </a:cubicBezTo>
                  <a:cubicBezTo>
                    <a:pt x="2944" y="1128"/>
                    <a:pt x="2944" y="1128"/>
                    <a:pt x="2984" y="1071"/>
                  </a:cubicBezTo>
                  <a:cubicBezTo>
                    <a:pt x="3002" y="1050"/>
                    <a:pt x="3012" y="1037"/>
                    <a:pt x="3010" y="1037"/>
                  </a:cubicBezTo>
                  <a:lnTo>
                    <a:pt x="3010" y="1037"/>
                  </a:lnTo>
                  <a:cubicBezTo>
                    <a:pt x="3008" y="1037"/>
                    <a:pt x="2986" y="1060"/>
                    <a:pt x="2936" y="1120"/>
                  </a:cubicBezTo>
                  <a:cubicBezTo>
                    <a:pt x="2908" y="1143"/>
                    <a:pt x="2882" y="1172"/>
                    <a:pt x="2882" y="1172"/>
                  </a:cubicBezTo>
                  <a:cubicBezTo>
                    <a:pt x="2881" y="1172"/>
                    <a:pt x="2893" y="1156"/>
                    <a:pt x="2928" y="1112"/>
                  </a:cubicBezTo>
                  <a:cubicBezTo>
                    <a:pt x="2968" y="1055"/>
                    <a:pt x="2960" y="1047"/>
                    <a:pt x="2944" y="1022"/>
                  </a:cubicBezTo>
                  <a:cubicBezTo>
                    <a:pt x="2937" y="1016"/>
                    <a:pt x="2929" y="1010"/>
                    <a:pt x="2919" y="1010"/>
                  </a:cubicBezTo>
                  <a:cubicBezTo>
                    <a:pt x="2905" y="1010"/>
                    <a:pt x="2887" y="1021"/>
                    <a:pt x="2863" y="1055"/>
                  </a:cubicBezTo>
                  <a:cubicBezTo>
                    <a:pt x="2839" y="1078"/>
                    <a:pt x="2827" y="1090"/>
                    <a:pt x="2826" y="1090"/>
                  </a:cubicBezTo>
                  <a:cubicBezTo>
                    <a:pt x="2824" y="1090"/>
                    <a:pt x="2834" y="1076"/>
                    <a:pt x="2855" y="1047"/>
                  </a:cubicBezTo>
                  <a:cubicBezTo>
                    <a:pt x="2910" y="975"/>
                    <a:pt x="2928" y="910"/>
                    <a:pt x="2907" y="910"/>
                  </a:cubicBezTo>
                  <a:cubicBezTo>
                    <a:pt x="2898" y="910"/>
                    <a:pt x="2880" y="924"/>
                    <a:pt x="2855" y="958"/>
                  </a:cubicBezTo>
                  <a:cubicBezTo>
                    <a:pt x="2847" y="958"/>
                    <a:pt x="2839" y="949"/>
                    <a:pt x="2871" y="893"/>
                  </a:cubicBezTo>
                  <a:cubicBezTo>
                    <a:pt x="2871" y="890"/>
                    <a:pt x="2870" y="889"/>
                    <a:pt x="2868" y="889"/>
                  </a:cubicBezTo>
                  <a:cubicBezTo>
                    <a:pt x="2863" y="889"/>
                    <a:pt x="2849" y="899"/>
                    <a:pt x="2814" y="933"/>
                  </a:cubicBezTo>
                  <a:lnTo>
                    <a:pt x="2766" y="901"/>
                  </a:lnTo>
                  <a:cubicBezTo>
                    <a:pt x="2757" y="901"/>
                    <a:pt x="2717" y="958"/>
                    <a:pt x="2717" y="958"/>
                  </a:cubicBezTo>
                  <a:cubicBezTo>
                    <a:pt x="2709" y="949"/>
                    <a:pt x="2701" y="949"/>
                    <a:pt x="2709" y="949"/>
                  </a:cubicBezTo>
                  <a:cubicBezTo>
                    <a:pt x="2733" y="893"/>
                    <a:pt x="2701" y="876"/>
                    <a:pt x="2652" y="860"/>
                  </a:cubicBezTo>
                  <a:cubicBezTo>
                    <a:pt x="2603" y="836"/>
                    <a:pt x="2563" y="820"/>
                    <a:pt x="2571" y="755"/>
                  </a:cubicBezTo>
                  <a:lnTo>
                    <a:pt x="2571" y="755"/>
                  </a:lnTo>
                  <a:cubicBezTo>
                    <a:pt x="2571" y="755"/>
                    <a:pt x="2563" y="755"/>
                    <a:pt x="2539" y="820"/>
                  </a:cubicBezTo>
                  <a:cubicBezTo>
                    <a:pt x="2520" y="896"/>
                    <a:pt x="2512" y="927"/>
                    <a:pt x="2508" y="927"/>
                  </a:cubicBezTo>
                  <a:cubicBezTo>
                    <a:pt x="2506" y="927"/>
                    <a:pt x="2506" y="911"/>
                    <a:pt x="2506" y="885"/>
                  </a:cubicBezTo>
                  <a:cubicBezTo>
                    <a:pt x="2514" y="814"/>
                    <a:pt x="2510" y="777"/>
                    <a:pt x="2500" y="777"/>
                  </a:cubicBezTo>
                  <a:cubicBezTo>
                    <a:pt x="2492" y="777"/>
                    <a:pt x="2479" y="806"/>
                    <a:pt x="2468" y="866"/>
                  </a:cubicBezTo>
                  <a:lnTo>
                    <a:pt x="2468" y="866"/>
                  </a:lnTo>
                  <a:cubicBezTo>
                    <a:pt x="2472" y="837"/>
                    <a:pt x="2466" y="841"/>
                    <a:pt x="2474" y="812"/>
                  </a:cubicBezTo>
                  <a:cubicBezTo>
                    <a:pt x="2477" y="758"/>
                    <a:pt x="2474" y="735"/>
                    <a:pt x="2468" y="735"/>
                  </a:cubicBezTo>
                  <a:cubicBezTo>
                    <a:pt x="2459" y="735"/>
                    <a:pt x="2443" y="790"/>
                    <a:pt x="2433" y="868"/>
                  </a:cubicBezTo>
                  <a:cubicBezTo>
                    <a:pt x="2433" y="821"/>
                    <a:pt x="2429" y="770"/>
                    <a:pt x="2423" y="770"/>
                  </a:cubicBezTo>
                  <a:cubicBezTo>
                    <a:pt x="2421" y="770"/>
                    <a:pt x="2419" y="778"/>
                    <a:pt x="2417" y="795"/>
                  </a:cubicBezTo>
                  <a:cubicBezTo>
                    <a:pt x="2409" y="795"/>
                    <a:pt x="2409" y="795"/>
                    <a:pt x="2417" y="666"/>
                  </a:cubicBezTo>
                  <a:cubicBezTo>
                    <a:pt x="2425" y="617"/>
                    <a:pt x="2425" y="568"/>
                    <a:pt x="2417" y="528"/>
                  </a:cubicBezTo>
                  <a:cubicBezTo>
                    <a:pt x="2416" y="527"/>
                    <a:pt x="2415" y="527"/>
                    <a:pt x="2415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2"/>
            <p:cNvSpPr/>
            <p:nvPr/>
          </p:nvSpPr>
          <p:spPr>
            <a:xfrm>
              <a:off x="5116869" y="3902113"/>
              <a:ext cx="74776" cy="56229"/>
            </a:xfrm>
            <a:custGeom>
              <a:avLst/>
              <a:gdLst/>
              <a:ahLst/>
              <a:cxnLst/>
              <a:rect l="l" t="t" r="r" b="b"/>
              <a:pathLst>
                <a:path w="4338" h="3262" extrusionOk="0">
                  <a:moveTo>
                    <a:pt x="2149" y="0"/>
                  </a:moveTo>
                  <a:cubicBezTo>
                    <a:pt x="2133" y="0"/>
                    <a:pt x="2149" y="65"/>
                    <a:pt x="2157" y="138"/>
                  </a:cubicBezTo>
                  <a:lnTo>
                    <a:pt x="2173" y="130"/>
                  </a:lnTo>
                  <a:cubicBezTo>
                    <a:pt x="2173" y="89"/>
                    <a:pt x="2165" y="41"/>
                    <a:pt x="2165" y="0"/>
                  </a:cubicBezTo>
                  <a:close/>
                  <a:moveTo>
                    <a:pt x="1617" y="935"/>
                  </a:moveTo>
                  <a:cubicBezTo>
                    <a:pt x="1612" y="935"/>
                    <a:pt x="1609" y="938"/>
                    <a:pt x="1606" y="941"/>
                  </a:cubicBezTo>
                  <a:cubicBezTo>
                    <a:pt x="1598" y="949"/>
                    <a:pt x="1638" y="1006"/>
                    <a:pt x="1638" y="1006"/>
                  </a:cubicBezTo>
                  <a:cubicBezTo>
                    <a:pt x="1668" y="1042"/>
                    <a:pt x="1681" y="1047"/>
                    <a:pt x="1688" y="1047"/>
                  </a:cubicBezTo>
                  <a:cubicBezTo>
                    <a:pt x="1691" y="1047"/>
                    <a:pt x="1693" y="1046"/>
                    <a:pt x="1695" y="1046"/>
                  </a:cubicBezTo>
                  <a:cubicBezTo>
                    <a:pt x="1708" y="1056"/>
                    <a:pt x="1717" y="1060"/>
                    <a:pt x="1721" y="1060"/>
                  </a:cubicBezTo>
                  <a:cubicBezTo>
                    <a:pt x="1735" y="1060"/>
                    <a:pt x="1708" y="1017"/>
                    <a:pt x="1670" y="973"/>
                  </a:cubicBezTo>
                  <a:cubicBezTo>
                    <a:pt x="1640" y="943"/>
                    <a:pt x="1626" y="935"/>
                    <a:pt x="1617" y="935"/>
                  </a:cubicBezTo>
                  <a:close/>
                  <a:moveTo>
                    <a:pt x="1752" y="998"/>
                  </a:moveTo>
                  <a:cubicBezTo>
                    <a:pt x="1784" y="1030"/>
                    <a:pt x="1808" y="1070"/>
                    <a:pt x="1825" y="1119"/>
                  </a:cubicBezTo>
                  <a:cubicBezTo>
                    <a:pt x="1784" y="1087"/>
                    <a:pt x="1760" y="1054"/>
                    <a:pt x="1743" y="1006"/>
                  </a:cubicBezTo>
                  <a:lnTo>
                    <a:pt x="1752" y="998"/>
                  </a:lnTo>
                  <a:close/>
                  <a:moveTo>
                    <a:pt x="2295" y="1014"/>
                  </a:moveTo>
                  <a:lnTo>
                    <a:pt x="2319" y="1079"/>
                  </a:lnTo>
                  <a:cubicBezTo>
                    <a:pt x="2327" y="1143"/>
                    <a:pt x="2319" y="1143"/>
                    <a:pt x="2319" y="1143"/>
                  </a:cubicBezTo>
                  <a:cubicBezTo>
                    <a:pt x="2311" y="1143"/>
                    <a:pt x="2311" y="1143"/>
                    <a:pt x="2295" y="1079"/>
                  </a:cubicBezTo>
                  <a:cubicBezTo>
                    <a:pt x="2295" y="1079"/>
                    <a:pt x="2295" y="1014"/>
                    <a:pt x="2295" y="1014"/>
                  </a:cubicBezTo>
                  <a:close/>
                  <a:moveTo>
                    <a:pt x="2173" y="892"/>
                  </a:moveTo>
                  <a:lnTo>
                    <a:pt x="2173" y="892"/>
                  </a:lnTo>
                  <a:cubicBezTo>
                    <a:pt x="2206" y="933"/>
                    <a:pt x="2222" y="973"/>
                    <a:pt x="2230" y="1022"/>
                  </a:cubicBezTo>
                  <a:cubicBezTo>
                    <a:pt x="2270" y="1152"/>
                    <a:pt x="2270" y="1152"/>
                    <a:pt x="2254" y="1152"/>
                  </a:cubicBezTo>
                  <a:cubicBezTo>
                    <a:pt x="2254" y="1152"/>
                    <a:pt x="2246" y="1152"/>
                    <a:pt x="2230" y="1087"/>
                  </a:cubicBezTo>
                  <a:lnTo>
                    <a:pt x="2230" y="1087"/>
                  </a:lnTo>
                  <a:cubicBezTo>
                    <a:pt x="2237" y="1106"/>
                    <a:pt x="2241" y="1114"/>
                    <a:pt x="2242" y="1114"/>
                  </a:cubicBezTo>
                  <a:cubicBezTo>
                    <a:pt x="2244" y="1114"/>
                    <a:pt x="2231" y="1068"/>
                    <a:pt x="2214" y="1022"/>
                  </a:cubicBezTo>
                  <a:lnTo>
                    <a:pt x="2173" y="892"/>
                  </a:lnTo>
                  <a:close/>
                  <a:moveTo>
                    <a:pt x="2464" y="1089"/>
                  </a:moveTo>
                  <a:cubicBezTo>
                    <a:pt x="2465" y="1089"/>
                    <a:pt x="2465" y="1123"/>
                    <a:pt x="2465" y="1192"/>
                  </a:cubicBezTo>
                  <a:cubicBezTo>
                    <a:pt x="2457" y="1257"/>
                    <a:pt x="2457" y="1330"/>
                    <a:pt x="2457" y="1330"/>
                  </a:cubicBezTo>
                  <a:cubicBezTo>
                    <a:pt x="2455" y="1368"/>
                    <a:pt x="2453" y="1383"/>
                    <a:pt x="2452" y="1383"/>
                  </a:cubicBezTo>
                  <a:cubicBezTo>
                    <a:pt x="2450" y="1383"/>
                    <a:pt x="2451" y="1290"/>
                    <a:pt x="2457" y="1192"/>
                  </a:cubicBezTo>
                  <a:cubicBezTo>
                    <a:pt x="2461" y="1123"/>
                    <a:pt x="2463" y="1089"/>
                    <a:pt x="2464" y="1089"/>
                  </a:cubicBezTo>
                  <a:close/>
                  <a:moveTo>
                    <a:pt x="2003" y="1087"/>
                  </a:moveTo>
                  <a:cubicBezTo>
                    <a:pt x="2003" y="1087"/>
                    <a:pt x="2043" y="1143"/>
                    <a:pt x="2076" y="1208"/>
                  </a:cubicBezTo>
                  <a:cubicBezTo>
                    <a:pt x="2108" y="1265"/>
                    <a:pt x="2140" y="1321"/>
                    <a:pt x="2173" y="1386"/>
                  </a:cubicBezTo>
                  <a:lnTo>
                    <a:pt x="2173" y="1386"/>
                  </a:lnTo>
                  <a:cubicBezTo>
                    <a:pt x="2158" y="1366"/>
                    <a:pt x="2141" y="1347"/>
                    <a:pt x="2125" y="1330"/>
                  </a:cubicBezTo>
                  <a:lnTo>
                    <a:pt x="2116" y="1338"/>
                  </a:lnTo>
                  <a:lnTo>
                    <a:pt x="2092" y="1273"/>
                  </a:lnTo>
                  <a:cubicBezTo>
                    <a:pt x="2076" y="1233"/>
                    <a:pt x="2060" y="1184"/>
                    <a:pt x="2035" y="1152"/>
                  </a:cubicBezTo>
                  <a:cubicBezTo>
                    <a:pt x="2035" y="1152"/>
                    <a:pt x="2003" y="1087"/>
                    <a:pt x="2003" y="1087"/>
                  </a:cubicBezTo>
                  <a:close/>
                  <a:moveTo>
                    <a:pt x="2311" y="1419"/>
                  </a:moveTo>
                  <a:cubicBezTo>
                    <a:pt x="2335" y="1484"/>
                    <a:pt x="2335" y="1484"/>
                    <a:pt x="2335" y="1484"/>
                  </a:cubicBezTo>
                  <a:lnTo>
                    <a:pt x="2343" y="1484"/>
                  </a:lnTo>
                  <a:lnTo>
                    <a:pt x="2319" y="1419"/>
                  </a:lnTo>
                  <a:close/>
                  <a:moveTo>
                    <a:pt x="1516" y="1346"/>
                  </a:moveTo>
                  <a:lnTo>
                    <a:pt x="1630" y="1419"/>
                  </a:lnTo>
                  <a:cubicBezTo>
                    <a:pt x="1733" y="1480"/>
                    <a:pt x="1776" y="1506"/>
                    <a:pt x="1771" y="1506"/>
                  </a:cubicBezTo>
                  <a:cubicBezTo>
                    <a:pt x="1768" y="1506"/>
                    <a:pt x="1738" y="1492"/>
                    <a:pt x="1687" y="1468"/>
                  </a:cubicBezTo>
                  <a:cubicBezTo>
                    <a:pt x="1622" y="1435"/>
                    <a:pt x="1565" y="1403"/>
                    <a:pt x="1508" y="1362"/>
                  </a:cubicBezTo>
                  <a:lnTo>
                    <a:pt x="1516" y="1346"/>
                  </a:lnTo>
                  <a:close/>
                  <a:moveTo>
                    <a:pt x="1768" y="1468"/>
                  </a:moveTo>
                  <a:lnTo>
                    <a:pt x="1833" y="1492"/>
                  </a:lnTo>
                  <a:cubicBezTo>
                    <a:pt x="1889" y="1525"/>
                    <a:pt x="1889" y="1533"/>
                    <a:pt x="1881" y="1533"/>
                  </a:cubicBezTo>
                  <a:lnTo>
                    <a:pt x="1825" y="1500"/>
                  </a:lnTo>
                  <a:lnTo>
                    <a:pt x="1768" y="1468"/>
                  </a:lnTo>
                  <a:close/>
                  <a:moveTo>
                    <a:pt x="1476" y="1597"/>
                  </a:moveTo>
                  <a:cubicBezTo>
                    <a:pt x="1549" y="1614"/>
                    <a:pt x="1606" y="1638"/>
                    <a:pt x="1606" y="1638"/>
                  </a:cubicBezTo>
                  <a:lnTo>
                    <a:pt x="1606" y="1646"/>
                  </a:lnTo>
                  <a:cubicBezTo>
                    <a:pt x="1565" y="1638"/>
                    <a:pt x="1516" y="1622"/>
                    <a:pt x="1476" y="1606"/>
                  </a:cubicBezTo>
                  <a:lnTo>
                    <a:pt x="1476" y="1597"/>
                  </a:lnTo>
                  <a:close/>
                  <a:moveTo>
                    <a:pt x="1695" y="1606"/>
                  </a:moveTo>
                  <a:cubicBezTo>
                    <a:pt x="1760" y="1622"/>
                    <a:pt x="1825" y="1646"/>
                    <a:pt x="1889" y="1670"/>
                  </a:cubicBezTo>
                  <a:cubicBezTo>
                    <a:pt x="1918" y="1681"/>
                    <a:pt x="1934" y="1687"/>
                    <a:pt x="1932" y="1687"/>
                  </a:cubicBezTo>
                  <a:cubicBezTo>
                    <a:pt x="1930" y="1687"/>
                    <a:pt x="1898" y="1677"/>
                    <a:pt x="1825" y="1654"/>
                  </a:cubicBezTo>
                  <a:lnTo>
                    <a:pt x="1695" y="1606"/>
                  </a:lnTo>
                  <a:close/>
                  <a:moveTo>
                    <a:pt x="1977" y="1697"/>
                  </a:moveTo>
                  <a:cubicBezTo>
                    <a:pt x="1978" y="1697"/>
                    <a:pt x="1990" y="1700"/>
                    <a:pt x="2009" y="1707"/>
                  </a:cubicBezTo>
                  <a:lnTo>
                    <a:pt x="2009" y="1707"/>
                  </a:lnTo>
                  <a:cubicBezTo>
                    <a:pt x="1985" y="1700"/>
                    <a:pt x="1975" y="1697"/>
                    <a:pt x="1977" y="1697"/>
                  </a:cubicBezTo>
                  <a:close/>
                  <a:moveTo>
                    <a:pt x="3260" y="1687"/>
                  </a:moveTo>
                  <a:cubicBezTo>
                    <a:pt x="3187" y="1687"/>
                    <a:pt x="3122" y="1703"/>
                    <a:pt x="3122" y="1703"/>
                  </a:cubicBezTo>
                  <a:cubicBezTo>
                    <a:pt x="3089" y="1707"/>
                    <a:pt x="3089" y="1709"/>
                    <a:pt x="3106" y="1709"/>
                  </a:cubicBezTo>
                  <a:cubicBezTo>
                    <a:pt x="3122" y="1709"/>
                    <a:pt x="3154" y="1707"/>
                    <a:pt x="3187" y="1703"/>
                  </a:cubicBezTo>
                  <a:lnTo>
                    <a:pt x="3260" y="1695"/>
                  </a:lnTo>
                  <a:cubicBezTo>
                    <a:pt x="3324" y="1687"/>
                    <a:pt x="3260" y="1687"/>
                    <a:pt x="3260" y="1687"/>
                  </a:cubicBezTo>
                  <a:close/>
                  <a:moveTo>
                    <a:pt x="1317" y="1726"/>
                  </a:moveTo>
                  <a:cubicBezTo>
                    <a:pt x="1331" y="1726"/>
                    <a:pt x="1379" y="1745"/>
                    <a:pt x="1379" y="1752"/>
                  </a:cubicBezTo>
                  <a:lnTo>
                    <a:pt x="1306" y="1752"/>
                  </a:lnTo>
                  <a:cubicBezTo>
                    <a:pt x="1314" y="1743"/>
                    <a:pt x="1241" y="1727"/>
                    <a:pt x="1314" y="1727"/>
                  </a:cubicBezTo>
                  <a:cubicBezTo>
                    <a:pt x="1314" y="1726"/>
                    <a:pt x="1315" y="1726"/>
                    <a:pt x="1317" y="1726"/>
                  </a:cubicBezTo>
                  <a:close/>
                  <a:moveTo>
                    <a:pt x="1684" y="1813"/>
                  </a:moveTo>
                  <a:cubicBezTo>
                    <a:pt x="1715" y="1813"/>
                    <a:pt x="1750" y="1819"/>
                    <a:pt x="1784" y="1824"/>
                  </a:cubicBezTo>
                  <a:cubicBezTo>
                    <a:pt x="1816" y="1829"/>
                    <a:pt x="1814" y="1831"/>
                    <a:pt x="1788" y="1831"/>
                  </a:cubicBezTo>
                  <a:cubicBezTo>
                    <a:pt x="1762" y="1831"/>
                    <a:pt x="1711" y="1829"/>
                    <a:pt x="1646" y="1824"/>
                  </a:cubicBezTo>
                  <a:lnTo>
                    <a:pt x="1646" y="1816"/>
                  </a:lnTo>
                  <a:cubicBezTo>
                    <a:pt x="1658" y="1814"/>
                    <a:pt x="1671" y="1813"/>
                    <a:pt x="1684" y="1813"/>
                  </a:cubicBezTo>
                  <a:close/>
                  <a:moveTo>
                    <a:pt x="1776" y="1881"/>
                  </a:moveTo>
                  <a:lnTo>
                    <a:pt x="1776" y="1889"/>
                  </a:lnTo>
                  <a:cubicBezTo>
                    <a:pt x="1776" y="1897"/>
                    <a:pt x="1776" y="1897"/>
                    <a:pt x="1711" y="1897"/>
                  </a:cubicBezTo>
                  <a:lnTo>
                    <a:pt x="1711" y="1889"/>
                  </a:lnTo>
                  <a:lnTo>
                    <a:pt x="1776" y="1881"/>
                  </a:lnTo>
                  <a:close/>
                  <a:moveTo>
                    <a:pt x="1979" y="1987"/>
                  </a:moveTo>
                  <a:cubicBezTo>
                    <a:pt x="1930" y="1987"/>
                    <a:pt x="1881" y="1987"/>
                    <a:pt x="1841" y="1995"/>
                  </a:cubicBezTo>
                  <a:cubicBezTo>
                    <a:pt x="1841" y="2003"/>
                    <a:pt x="1906" y="2003"/>
                    <a:pt x="1906" y="2003"/>
                  </a:cubicBezTo>
                  <a:cubicBezTo>
                    <a:pt x="1906" y="2003"/>
                    <a:pt x="1979" y="2003"/>
                    <a:pt x="1979" y="1995"/>
                  </a:cubicBezTo>
                  <a:lnTo>
                    <a:pt x="1979" y="1987"/>
                  </a:lnTo>
                  <a:close/>
                  <a:moveTo>
                    <a:pt x="3179" y="2003"/>
                  </a:moveTo>
                  <a:cubicBezTo>
                    <a:pt x="3179" y="2003"/>
                    <a:pt x="3163" y="2003"/>
                    <a:pt x="3146" y="2004"/>
                  </a:cubicBezTo>
                  <a:lnTo>
                    <a:pt x="3146" y="2004"/>
                  </a:lnTo>
                  <a:cubicBezTo>
                    <a:pt x="3150" y="2008"/>
                    <a:pt x="3154" y="2013"/>
                    <a:pt x="3158" y="2017"/>
                  </a:cubicBezTo>
                  <a:lnTo>
                    <a:pt x="3158" y="2017"/>
                  </a:lnTo>
                  <a:cubicBezTo>
                    <a:pt x="3187" y="2014"/>
                    <a:pt x="3217" y="2011"/>
                    <a:pt x="3243" y="2011"/>
                  </a:cubicBezTo>
                  <a:cubicBezTo>
                    <a:pt x="3243" y="2003"/>
                    <a:pt x="3179" y="2003"/>
                    <a:pt x="3179" y="2003"/>
                  </a:cubicBezTo>
                  <a:close/>
                  <a:moveTo>
                    <a:pt x="1492" y="2035"/>
                  </a:moveTo>
                  <a:cubicBezTo>
                    <a:pt x="1565" y="2035"/>
                    <a:pt x="1565" y="2043"/>
                    <a:pt x="1565" y="2043"/>
                  </a:cubicBezTo>
                  <a:cubicBezTo>
                    <a:pt x="1565" y="2052"/>
                    <a:pt x="1565" y="2060"/>
                    <a:pt x="1492" y="2060"/>
                  </a:cubicBezTo>
                  <a:cubicBezTo>
                    <a:pt x="1492" y="2060"/>
                    <a:pt x="1427" y="2060"/>
                    <a:pt x="1427" y="2052"/>
                  </a:cubicBezTo>
                  <a:cubicBezTo>
                    <a:pt x="1427" y="2043"/>
                    <a:pt x="1492" y="2035"/>
                    <a:pt x="1492" y="2035"/>
                  </a:cubicBezTo>
                  <a:close/>
                  <a:moveTo>
                    <a:pt x="3243" y="2076"/>
                  </a:moveTo>
                  <a:lnTo>
                    <a:pt x="3235" y="2084"/>
                  </a:lnTo>
                  <a:lnTo>
                    <a:pt x="3308" y="2084"/>
                  </a:lnTo>
                  <a:lnTo>
                    <a:pt x="3308" y="2076"/>
                  </a:lnTo>
                  <a:close/>
                  <a:moveTo>
                    <a:pt x="3242" y="2143"/>
                  </a:moveTo>
                  <a:cubicBezTo>
                    <a:pt x="3251" y="2143"/>
                    <a:pt x="3268" y="2145"/>
                    <a:pt x="3300" y="2149"/>
                  </a:cubicBezTo>
                  <a:lnTo>
                    <a:pt x="3300" y="2157"/>
                  </a:lnTo>
                  <a:lnTo>
                    <a:pt x="3227" y="2149"/>
                  </a:lnTo>
                  <a:cubicBezTo>
                    <a:pt x="3231" y="2145"/>
                    <a:pt x="3233" y="2143"/>
                    <a:pt x="3242" y="2143"/>
                  </a:cubicBezTo>
                  <a:close/>
                  <a:moveTo>
                    <a:pt x="1558" y="2162"/>
                  </a:moveTo>
                  <a:cubicBezTo>
                    <a:pt x="1565" y="2162"/>
                    <a:pt x="1565" y="2166"/>
                    <a:pt x="1565" y="2173"/>
                  </a:cubicBezTo>
                  <a:cubicBezTo>
                    <a:pt x="1565" y="2181"/>
                    <a:pt x="1492" y="2189"/>
                    <a:pt x="1492" y="2189"/>
                  </a:cubicBezTo>
                  <a:cubicBezTo>
                    <a:pt x="1476" y="2193"/>
                    <a:pt x="1468" y="2195"/>
                    <a:pt x="1465" y="2195"/>
                  </a:cubicBezTo>
                  <a:cubicBezTo>
                    <a:pt x="1456" y="2195"/>
                    <a:pt x="1492" y="2181"/>
                    <a:pt x="1492" y="2181"/>
                  </a:cubicBezTo>
                  <a:cubicBezTo>
                    <a:pt x="1532" y="2168"/>
                    <a:pt x="1550" y="2162"/>
                    <a:pt x="1558" y="2162"/>
                  </a:cubicBezTo>
                  <a:close/>
                  <a:moveTo>
                    <a:pt x="3448" y="2194"/>
                  </a:moveTo>
                  <a:cubicBezTo>
                    <a:pt x="3464" y="2198"/>
                    <a:pt x="3479" y="2202"/>
                    <a:pt x="3495" y="2206"/>
                  </a:cubicBezTo>
                  <a:cubicBezTo>
                    <a:pt x="3491" y="2206"/>
                    <a:pt x="3487" y="2206"/>
                    <a:pt x="3483" y="2206"/>
                  </a:cubicBezTo>
                  <a:lnTo>
                    <a:pt x="3483" y="2206"/>
                  </a:lnTo>
                  <a:cubicBezTo>
                    <a:pt x="3467" y="2202"/>
                    <a:pt x="3456" y="2198"/>
                    <a:pt x="3448" y="2194"/>
                  </a:cubicBezTo>
                  <a:close/>
                  <a:moveTo>
                    <a:pt x="3181" y="2178"/>
                  </a:moveTo>
                  <a:cubicBezTo>
                    <a:pt x="3189" y="2178"/>
                    <a:pt x="3202" y="2179"/>
                    <a:pt x="3219" y="2181"/>
                  </a:cubicBezTo>
                  <a:cubicBezTo>
                    <a:pt x="3292" y="2197"/>
                    <a:pt x="3292" y="2197"/>
                    <a:pt x="3284" y="2206"/>
                  </a:cubicBezTo>
                  <a:cubicBezTo>
                    <a:pt x="3284" y="2213"/>
                    <a:pt x="3284" y="2217"/>
                    <a:pt x="3278" y="2217"/>
                  </a:cubicBezTo>
                  <a:cubicBezTo>
                    <a:pt x="3271" y="2217"/>
                    <a:pt x="3255" y="2211"/>
                    <a:pt x="3219" y="2197"/>
                  </a:cubicBezTo>
                  <a:cubicBezTo>
                    <a:pt x="3172" y="2186"/>
                    <a:pt x="3159" y="2178"/>
                    <a:pt x="3181" y="2178"/>
                  </a:cubicBezTo>
                  <a:close/>
                  <a:moveTo>
                    <a:pt x="2789" y="2173"/>
                  </a:moveTo>
                  <a:cubicBezTo>
                    <a:pt x="2789" y="2173"/>
                    <a:pt x="2790" y="2173"/>
                    <a:pt x="2854" y="2197"/>
                  </a:cubicBezTo>
                  <a:cubicBezTo>
                    <a:pt x="2879" y="2206"/>
                    <a:pt x="2895" y="2214"/>
                    <a:pt x="2919" y="2222"/>
                  </a:cubicBezTo>
                  <a:lnTo>
                    <a:pt x="2854" y="2206"/>
                  </a:lnTo>
                  <a:cubicBezTo>
                    <a:pt x="2789" y="2181"/>
                    <a:pt x="2789" y="2173"/>
                    <a:pt x="2789" y="2173"/>
                  </a:cubicBezTo>
                  <a:close/>
                  <a:moveTo>
                    <a:pt x="2765" y="2214"/>
                  </a:moveTo>
                  <a:lnTo>
                    <a:pt x="2765" y="2214"/>
                  </a:lnTo>
                  <a:cubicBezTo>
                    <a:pt x="2800" y="2227"/>
                    <a:pt x="2816" y="2235"/>
                    <a:pt x="2813" y="2235"/>
                  </a:cubicBezTo>
                  <a:cubicBezTo>
                    <a:pt x="2811" y="2235"/>
                    <a:pt x="2795" y="2229"/>
                    <a:pt x="2765" y="2214"/>
                  </a:cubicBezTo>
                  <a:close/>
                  <a:moveTo>
                    <a:pt x="2408" y="2197"/>
                  </a:moveTo>
                  <a:lnTo>
                    <a:pt x="2408" y="2197"/>
                  </a:lnTo>
                  <a:cubicBezTo>
                    <a:pt x="2408" y="2197"/>
                    <a:pt x="2415" y="2225"/>
                    <a:pt x="2425" y="2262"/>
                  </a:cubicBezTo>
                  <a:cubicBezTo>
                    <a:pt x="2425" y="2238"/>
                    <a:pt x="2416" y="2214"/>
                    <a:pt x="2408" y="2197"/>
                  </a:cubicBezTo>
                  <a:close/>
                  <a:moveTo>
                    <a:pt x="2554" y="2230"/>
                  </a:moveTo>
                  <a:cubicBezTo>
                    <a:pt x="2579" y="2254"/>
                    <a:pt x="2589" y="2266"/>
                    <a:pt x="2588" y="2266"/>
                  </a:cubicBezTo>
                  <a:cubicBezTo>
                    <a:pt x="2587" y="2266"/>
                    <a:pt x="2574" y="2254"/>
                    <a:pt x="2554" y="2230"/>
                  </a:cubicBezTo>
                  <a:close/>
                  <a:moveTo>
                    <a:pt x="1753" y="2236"/>
                  </a:moveTo>
                  <a:cubicBezTo>
                    <a:pt x="1759" y="2236"/>
                    <a:pt x="1728" y="2248"/>
                    <a:pt x="1646" y="2279"/>
                  </a:cubicBezTo>
                  <a:cubicBezTo>
                    <a:pt x="1608" y="2288"/>
                    <a:pt x="1592" y="2292"/>
                    <a:pt x="1586" y="2292"/>
                  </a:cubicBezTo>
                  <a:cubicBezTo>
                    <a:pt x="1581" y="2292"/>
                    <a:pt x="1581" y="2290"/>
                    <a:pt x="1581" y="2287"/>
                  </a:cubicBezTo>
                  <a:cubicBezTo>
                    <a:pt x="1581" y="2287"/>
                    <a:pt x="1646" y="2262"/>
                    <a:pt x="1711" y="2246"/>
                  </a:cubicBezTo>
                  <a:cubicBezTo>
                    <a:pt x="1735" y="2240"/>
                    <a:pt x="1750" y="2236"/>
                    <a:pt x="1753" y="2236"/>
                  </a:cubicBezTo>
                  <a:close/>
                  <a:moveTo>
                    <a:pt x="65" y="2270"/>
                  </a:moveTo>
                  <a:cubicBezTo>
                    <a:pt x="0" y="2279"/>
                    <a:pt x="0" y="2303"/>
                    <a:pt x="138" y="2303"/>
                  </a:cubicBezTo>
                  <a:cubicBezTo>
                    <a:pt x="203" y="2295"/>
                    <a:pt x="203" y="2295"/>
                    <a:pt x="203" y="2279"/>
                  </a:cubicBezTo>
                  <a:cubicBezTo>
                    <a:pt x="154" y="2270"/>
                    <a:pt x="114" y="2270"/>
                    <a:pt x="65" y="2270"/>
                  </a:cubicBezTo>
                  <a:close/>
                  <a:moveTo>
                    <a:pt x="2733" y="2254"/>
                  </a:moveTo>
                  <a:cubicBezTo>
                    <a:pt x="2801" y="2298"/>
                    <a:pt x="2828" y="2315"/>
                    <a:pt x="2827" y="2315"/>
                  </a:cubicBezTo>
                  <a:cubicBezTo>
                    <a:pt x="2826" y="2315"/>
                    <a:pt x="2812" y="2308"/>
                    <a:pt x="2789" y="2295"/>
                  </a:cubicBezTo>
                  <a:cubicBezTo>
                    <a:pt x="2733" y="2255"/>
                    <a:pt x="2733" y="2254"/>
                    <a:pt x="2733" y="2254"/>
                  </a:cubicBezTo>
                  <a:close/>
                  <a:moveTo>
                    <a:pt x="2141" y="2262"/>
                  </a:moveTo>
                  <a:cubicBezTo>
                    <a:pt x="2089" y="2306"/>
                    <a:pt x="2063" y="2326"/>
                    <a:pt x="2062" y="2326"/>
                  </a:cubicBezTo>
                  <a:cubicBezTo>
                    <a:pt x="2060" y="2326"/>
                    <a:pt x="2087" y="2304"/>
                    <a:pt x="2141" y="2262"/>
                  </a:cubicBezTo>
                  <a:close/>
                  <a:moveTo>
                    <a:pt x="1719" y="2295"/>
                  </a:moveTo>
                  <a:lnTo>
                    <a:pt x="1719" y="2295"/>
                  </a:lnTo>
                  <a:cubicBezTo>
                    <a:pt x="1679" y="2319"/>
                    <a:pt x="1638" y="2327"/>
                    <a:pt x="1589" y="2335"/>
                  </a:cubicBezTo>
                  <a:lnTo>
                    <a:pt x="1654" y="2311"/>
                  </a:lnTo>
                  <a:lnTo>
                    <a:pt x="1719" y="2295"/>
                  </a:lnTo>
                  <a:close/>
                  <a:moveTo>
                    <a:pt x="1627" y="2358"/>
                  </a:moveTo>
                  <a:cubicBezTo>
                    <a:pt x="1633" y="2358"/>
                    <a:pt x="1612" y="2369"/>
                    <a:pt x="1602" y="2369"/>
                  </a:cubicBezTo>
                  <a:cubicBezTo>
                    <a:pt x="1600" y="2369"/>
                    <a:pt x="1598" y="2369"/>
                    <a:pt x="1598" y="2368"/>
                  </a:cubicBezTo>
                  <a:cubicBezTo>
                    <a:pt x="1616" y="2361"/>
                    <a:pt x="1624" y="2358"/>
                    <a:pt x="1627" y="2358"/>
                  </a:cubicBezTo>
                  <a:close/>
                  <a:moveTo>
                    <a:pt x="2587" y="2360"/>
                  </a:moveTo>
                  <a:cubicBezTo>
                    <a:pt x="2592" y="2360"/>
                    <a:pt x="2608" y="2385"/>
                    <a:pt x="2606" y="2385"/>
                  </a:cubicBezTo>
                  <a:cubicBezTo>
                    <a:pt x="2606" y="2385"/>
                    <a:pt x="2600" y="2379"/>
                    <a:pt x="2587" y="2360"/>
                  </a:cubicBezTo>
                  <a:close/>
                  <a:moveTo>
                    <a:pt x="2554" y="2376"/>
                  </a:moveTo>
                  <a:cubicBezTo>
                    <a:pt x="2587" y="2434"/>
                    <a:pt x="2603" y="2464"/>
                    <a:pt x="2603" y="2464"/>
                  </a:cubicBezTo>
                  <a:cubicBezTo>
                    <a:pt x="2602" y="2464"/>
                    <a:pt x="2586" y="2436"/>
                    <a:pt x="2554" y="2376"/>
                  </a:cubicBezTo>
                  <a:close/>
                  <a:moveTo>
                    <a:pt x="2419" y="1030"/>
                  </a:moveTo>
                  <a:lnTo>
                    <a:pt x="2425" y="1119"/>
                  </a:lnTo>
                  <a:cubicBezTo>
                    <a:pt x="2433" y="1249"/>
                    <a:pt x="2441" y="1322"/>
                    <a:pt x="2441" y="1387"/>
                  </a:cubicBezTo>
                  <a:cubicBezTo>
                    <a:pt x="2445" y="1430"/>
                    <a:pt x="2447" y="1473"/>
                    <a:pt x="2450" y="1473"/>
                  </a:cubicBezTo>
                  <a:cubicBezTo>
                    <a:pt x="2452" y="1473"/>
                    <a:pt x="2454" y="1452"/>
                    <a:pt x="2457" y="1395"/>
                  </a:cubicBezTo>
                  <a:cubicBezTo>
                    <a:pt x="2457" y="1370"/>
                    <a:pt x="2457" y="1346"/>
                    <a:pt x="2465" y="1330"/>
                  </a:cubicBezTo>
                  <a:cubicBezTo>
                    <a:pt x="2465" y="1346"/>
                    <a:pt x="2465" y="1370"/>
                    <a:pt x="2465" y="1395"/>
                  </a:cubicBezTo>
                  <a:cubicBezTo>
                    <a:pt x="2457" y="1460"/>
                    <a:pt x="2465" y="1468"/>
                    <a:pt x="2473" y="1468"/>
                  </a:cubicBezTo>
                  <a:cubicBezTo>
                    <a:pt x="2481" y="1476"/>
                    <a:pt x="2481" y="1484"/>
                    <a:pt x="2465" y="1549"/>
                  </a:cubicBezTo>
                  <a:cubicBezTo>
                    <a:pt x="2449" y="1614"/>
                    <a:pt x="2449" y="1614"/>
                    <a:pt x="2449" y="1614"/>
                  </a:cubicBezTo>
                  <a:cubicBezTo>
                    <a:pt x="2461" y="1566"/>
                    <a:pt x="2468" y="1553"/>
                    <a:pt x="2475" y="1553"/>
                  </a:cubicBezTo>
                  <a:cubicBezTo>
                    <a:pt x="2477" y="1553"/>
                    <a:pt x="2479" y="1555"/>
                    <a:pt x="2481" y="1557"/>
                  </a:cubicBezTo>
                  <a:cubicBezTo>
                    <a:pt x="2484" y="1560"/>
                    <a:pt x="2487" y="1563"/>
                    <a:pt x="2491" y="1563"/>
                  </a:cubicBezTo>
                  <a:cubicBezTo>
                    <a:pt x="2498" y="1563"/>
                    <a:pt x="2509" y="1553"/>
                    <a:pt x="2530" y="1516"/>
                  </a:cubicBezTo>
                  <a:lnTo>
                    <a:pt x="2530" y="1516"/>
                  </a:lnTo>
                  <a:cubicBezTo>
                    <a:pt x="2497" y="1573"/>
                    <a:pt x="2506" y="1581"/>
                    <a:pt x="2506" y="1581"/>
                  </a:cubicBezTo>
                  <a:cubicBezTo>
                    <a:pt x="2537" y="1537"/>
                    <a:pt x="2544" y="1532"/>
                    <a:pt x="2546" y="1532"/>
                  </a:cubicBezTo>
                  <a:cubicBezTo>
                    <a:pt x="2546" y="1532"/>
                    <a:pt x="2546" y="1533"/>
                    <a:pt x="2546" y="1533"/>
                  </a:cubicBezTo>
                  <a:cubicBezTo>
                    <a:pt x="2506" y="1589"/>
                    <a:pt x="2514" y="1589"/>
                    <a:pt x="2514" y="1589"/>
                  </a:cubicBezTo>
                  <a:cubicBezTo>
                    <a:pt x="2514" y="1589"/>
                    <a:pt x="2514" y="1590"/>
                    <a:pt x="2514" y="1590"/>
                  </a:cubicBezTo>
                  <a:cubicBezTo>
                    <a:pt x="2516" y="1590"/>
                    <a:pt x="2523" y="1585"/>
                    <a:pt x="2554" y="1541"/>
                  </a:cubicBezTo>
                  <a:lnTo>
                    <a:pt x="2554" y="1541"/>
                  </a:lnTo>
                  <a:cubicBezTo>
                    <a:pt x="2554" y="1541"/>
                    <a:pt x="2570" y="1557"/>
                    <a:pt x="2530" y="1614"/>
                  </a:cubicBezTo>
                  <a:cubicBezTo>
                    <a:pt x="2518" y="1631"/>
                    <a:pt x="2513" y="1637"/>
                    <a:pt x="2513" y="1637"/>
                  </a:cubicBezTo>
                  <a:cubicBezTo>
                    <a:pt x="2514" y="1637"/>
                    <a:pt x="2544" y="1599"/>
                    <a:pt x="2579" y="1565"/>
                  </a:cubicBezTo>
                  <a:cubicBezTo>
                    <a:pt x="2611" y="1533"/>
                    <a:pt x="2643" y="1500"/>
                    <a:pt x="2676" y="1476"/>
                  </a:cubicBezTo>
                  <a:lnTo>
                    <a:pt x="2676" y="1476"/>
                  </a:lnTo>
                  <a:lnTo>
                    <a:pt x="2587" y="1573"/>
                  </a:lnTo>
                  <a:cubicBezTo>
                    <a:pt x="2538" y="1622"/>
                    <a:pt x="2538" y="1622"/>
                    <a:pt x="2538" y="1622"/>
                  </a:cubicBezTo>
                  <a:lnTo>
                    <a:pt x="2538" y="1630"/>
                  </a:lnTo>
                  <a:cubicBezTo>
                    <a:pt x="2566" y="1602"/>
                    <a:pt x="2580" y="1593"/>
                    <a:pt x="2589" y="1593"/>
                  </a:cubicBezTo>
                  <a:cubicBezTo>
                    <a:pt x="2596" y="1593"/>
                    <a:pt x="2599" y="1599"/>
                    <a:pt x="2603" y="1606"/>
                  </a:cubicBezTo>
                  <a:cubicBezTo>
                    <a:pt x="2611" y="1618"/>
                    <a:pt x="2615" y="1626"/>
                    <a:pt x="2624" y="1626"/>
                  </a:cubicBezTo>
                  <a:cubicBezTo>
                    <a:pt x="2633" y="1626"/>
                    <a:pt x="2647" y="1618"/>
                    <a:pt x="2676" y="1597"/>
                  </a:cubicBezTo>
                  <a:cubicBezTo>
                    <a:pt x="2701" y="1579"/>
                    <a:pt x="2715" y="1571"/>
                    <a:pt x="2719" y="1571"/>
                  </a:cubicBezTo>
                  <a:cubicBezTo>
                    <a:pt x="2723" y="1571"/>
                    <a:pt x="2711" y="1583"/>
                    <a:pt x="2684" y="1606"/>
                  </a:cubicBezTo>
                  <a:cubicBezTo>
                    <a:pt x="2570" y="1692"/>
                    <a:pt x="2533" y="1717"/>
                    <a:pt x="2537" y="1717"/>
                  </a:cubicBezTo>
                  <a:cubicBezTo>
                    <a:pt x="2539" y="1717"/>
                    <a:pt x="2552" y="1711"/>
                    <a:pt x="2570" y="1703"/>
                  </a:cubicBezTo>
                  <a:cubicBezTo>
                    <a:pt x="2570" y="1703"/>
                    <a:pt x="2635" y="1662"/>
                    <a:pt x="2692" y="1630"/>
                  </a:cubicBezTo>
                  <a:lnTo>
                    <a:pt x="2692" y="1630"/>
                  </a:lnTo>
                  <a:cubicBezTo>
                    <a:pt x="2633" y="1668"/>
                    <a:pt x="2622" y="1684"/>
                    <a:pt x="2642" y="1684"/>
                  </a:cubicBezTo>
                  <a:cubicBezTo>
                    <a:pt x="2661" y="1684"/>
                    <a:pt x="2706" y="1670"/>
                    <a:pt x="2765" y="1646"/>
                  </a:cubicBezTo>
                  <a:lnTo>
                    <a:pt x="2765" y="1646"/>
                  </a:lnTo>
                  <a:lnTo>
                    <a:pt x="2708" y="1679"/>
                  </a:lnTo>
                  <a:cubicBezTo>
                    <a:pt x="2643" y="1703"/>
                    <a:pt x="2643" y="1703"/>
                    <a:pt x="2643" y="1719"/>
                  </a:cubicBezTo>
                  <a:cubicBezTo>
                    <a:pt x="2684" y="1706"/>
                    <a:pt x="2707" y="1702"/>
                    <a:pt x="2716" y="1702"/>
                  </a:cubicBezTo>
                  <a:cubicBezTo>
                    <a:pt x="2737" y="1702"/>
                    <a:pt x="2696" y="1724"/>
                    <a:pt x="2652" y="1735"/>
                  </a:cubicBezTo>
                  <a:cubicBezTo>
                    <a:pt x="2587" y="1760"/>
                    <a:pt x="2587" y="1760"/>
                    <a:pt x="2587" y="1760"/>
                  </a:cubicBezTo>
                  <a:cubicBezTo>
                    <a:pt x="2626" y="1752"/>
                    <a:pt x="2648" y="1749"/>
                    <a:pt x="2656" y="1749"/>
                  </a:cubicBezTo>
                  <a:cubicBezTo>
                    <a:pt x="2677" y="1749"/>
                    <a:pt x="2632" y="1765"/>
                    <a:pt x="2587" y="1776"/>
                  </a:cubicBezTo>
                  <a:cubicBezTo>
                    <a:pt x="2608" y="1773"/>
                    <a:pt x="2623" y="1772"/>
                    <a:pt x="2632" y="1772"/>
                  </a:cubicBezTo>
                  <a:cubicBezTo>
                    <a:pt x="2652" y="1772"/>
                    <a:pt x="2652" y="1776"/>
                    <a:pt x="2652" y="1776"/>
                  </a:cubicBezTo>
                  <a:cubicBezTo>
                    <a:pt x="2652" y="1779"/>
                    <a:pt x="2652" y="1781"/>
                    <a:pt x="2656" y="1781"/>
                  </a:cubicBezTo>
                  <a:cubicBezTo>
                    <a:pt x="2663" y="1781"/>
                    <a:pt x="2678" y="1777"/>
                    <a:pt x="2716" y="1768"/>
                  </a:cubicBezTo>
                  <a:cubicBezTo>
                    <a:pt x="2757" y="1760"/>
                    <a:pt x="2806" y="1760"/>
                    <a:pt x="2854" y="1752"/>
                  </a:cubicBezTo>
                  <a:lnTo>
                    <a:pt x="2854" y="1752"/>
                  </a:lnTo>
                  <a:lnTo>
                    <a:pt x="2781" y="1768"/>
                  </a:lnTo>
                  <a:cubicBezTo>
                    <a:pt x="2716" y="1776"/>
                    <a:pt x="2716" y="1784"/>
                    <a:pt x="2716" y="1792"/>
                  </a:cubicBezTo>
                  <a:cubicBezTo>
                    <a:pt x="2708" y="1808"/>
                    <a:pt x="2708" y="1816"/>
                    <a:pt x="2643" y="1816"/>
                  </a:cubicBezTo>
                  <a:lnTo>
                    <a:pt x="2708" y="1816"/>
                  </a:lnTo>
                  <a:cubicBezTo>
                    <a:pt x="2781" y="1816"/>
                    <a:pt x="2781" y="1824"/>
                    <a:pt x="2708" y="1824"/>
                  </a:cubicBezTo>
                  <a:cubicBezTo>
                    <a:pt x="2643" y="1824"/>
                    <a:pt x="2643" y="1865"/>
                    <a:pt x="2708" y="1889"/>
                  </a:cubicBezTo>
                  <a:lnTo>
                    <a:pt x="2708" y="1906"/>
                  </a:lnTo>
                  <a:cubicBezTo>
                    <a:pt x="2570" y="1914"/>
                    <a:pt x="2570" y="1938"/>
                    <a:pt x="2700" y="1954"/>
                  </a:cubicBezTo>
                  <a:cubicBezTo>
                    <a:pt x="2635" y="1954"/>
                    <a:pt x="2635" y="1962"/>
                    <a:pt x="2635" y="1970"/>
                  </a:cubicBezTo>
                  <a:cubicBezTo>
                    <a:pt x="2694" y="1985"/>
                    <a:pt x="2700" y="2020"/>
                    <a:pt x="2645" y="2020"/>
                  </a:cubicBezTo>
                  <a:cubicBezTo>
                    <a:pt x="2640" y="2020"/>
                    <a:pt x="2634" y="2020"/>
                    <a:pt x="2627" y="2019"/>
                  </a:cubicBezTo>
                  <a:lnTo>
                    <a:pt x="2627" y="2027"/>
                  </a:lnTo>
                  <a:cubicBezTo>
                    <a:pt x="2700" y="2027"/>
                    <a:pt x="2700" y="2027"/>
                    <a:pt x="2700" y="2035"/>
                  </a:cubicBezTo>
                  <a:cubicBezTo>
                    <a:pt x="2700" y="2035"/>
                    <a:pt x="2700" y="2035"/>
                    <a:pt x="2765" y="2043"/>
                  </a:cubicBezTo>
                  <a:cubicBezTo>
                    <a:pt x="2830" y="2052"/>
                    <a:pt x="2830" y="2052"/>
                    <a:pt x="2830" y="2052"/>
                  </a:cubicBezTo>
                  <a:cubicBezTo>
                    <a:pt x="2781" y="2052"/>
                    <a:pt x="2741" y="2052"/>
                    <a:pt x="2692" y="2043"/>
                  </a:cubicBezTo>
                  <a:cubicBezTo>
                    <a:pt x="2668" y="2040"/>
                    <a:pt x="2653" y="2039"/>
                    <a:pt x="2650" y="2039"/>
                  </a:cubicBezTo>
                  <a:cubicBezTo>
                    <a:pt x="2645" y="2039"/>
                    <a:pt x="2675" y="2044"/>
                    <a:pt x="2757" y="2060"/>
                  </a:cubicBezTo>
                  <a:cubicBezTo>
                    <a:pt x="2733" y="2057"/>
                    <a:pt x="2709" y="2054"/>
                    <a:pt x="2692" y="2052"/>
                  </a:cubicBezTo>
                  <a:lnTo>
                    <a:pt x="2692" y="2052"/>
                  </a:lnTo>
                  <a:cubicBezTo>
                    <a:pt x="2692" y="2052"/>
                    <a:pt x="2692" y="2060"/>
                    <a:pt x="2757" y="2068"/>
                  </a:cubicBezTo>
                  <a:lnTo>
                    <a:pt x="2757" y="2076"/>
                  </a:lnTo>
                  <a:lnTo>
                    <a:pt x="2684" y="2076"/>
                  </a:lnTo>
                  <a:cubicBezTo>
                    <a:pt x="2722" y="2085"/>
                    <a:pt x="2738" y="2089"/>
                    <a:pt x="2731" y="2089"/>
                  </a:cubicBezTo>
                  <a:cubicBezTo>
                    <a:pt x="2727" y="2089"/>
                    <a:pt x="2711" y="2087"/>
                    <a:pt x="2684" y="2084"/>
                  </a:cubicBezTo>
                  <a:lnTo>
                    <a:pt x="2684" y="2084"/>
                  </a:lnTo>
                  <a:cubicBezTo>
                    <a:pt x="2700" y="2088"/>
                    <a:pt x="2722" y="2093"/>
                    <a:pt x="2749" y="2100"/>
                  </a:cubicBezTo>
                  <a:cubicBezTo>
                    <a:pt x="2787" y="2110"/>
                    <a:pt x="2803" y="2114"/>
                    <a:pt x="2796" y="2114"/>
                  </a:cubicBezTo>
                  <a:cubicBezTo>
                    <a:pt x="2791" y="2114"/>
                    <a:pt x="2776" y="2112"/>
                    <a:pt x="2749" y="2108"/>
                  </a:cubicBezTo>
                  <a:cubicBezTo>
                    <a:pt x="2668" y="2089"/>
                    <a:pt x="2635" y="2081"/>
                    <a:pt x="2634" y="2081"/>
                  </a:cubicBezTo>
                  <a:lnTo>
                    <a:pt x="2634" y="2081"/>
                  </a:lnTo>
                  <a:cubicBezTo>
                    <a:pt x="2633" y="2081"/>
                    <a:pt x="2649" y="2085"/>
                    <a:pt x="2676" y="2092"/>
                  </a:cubicBezTo>
                  <a:cubicBezTo>
                    <a:pt x="2749" y="2108"/>
                    <a:pt x="2741" y="2116"/>
                    <a:pt x="2741" y="2116"/>
                  </a:cubicBezTo>
                  <a:cubicBezTo>
                    <a:pt x="2789" y="2124"/>
                    <a:pt x="2830" y="2141"/>
                    <a:pt x="2870" y="2157"/>
                  </a:cubicBezTo>
                  <a:lnTo>
                    <a:pt x="2806" y="2141"/>
                  </a:lnTo>
                  <a:lnTo>
                    <a:pt x="2741" y="2124"/>
                  </a:lnTo>
                  <a:lnTo>
                    <a:pt x="2741" y="2116"/>
                  </a:lnTo>
                  <a:cubicBezTo>
                    <a:pt x="2722" y="2112"/>
                    <a:pt x="2708" y="2110"/>
                    <a:pt x="2697" y="2110"/>
                  </a:cubicBezTo>
                  <a:cubicBezTo>
                    <a:pt x="2670" y="2110"/>
                    <a:pt x="2663" y="2121"/>
                    <a:pt x="2652" y="2133"/>
                  </a:cubicBezTo>
                  <a:cubicBezTo>
                    <a:pt x="2652" y="2133"/>
                    <a:pt x="2716" y="2165"/>
                    <a:pt x="2781" y="2189"/>
                  </a:cubicBezTo>
                  <a:cubicBezTo>
                    <a:pt x="2836" y="2215"/>
                    <a:pt x="2855" y="2224"/>
                    <a:pt x="2853" y="2224"/>
                  </a:cubicBezTo>
                  <a:cubicBezTo>
                    <a:pt x="2850" y="2224"/>
                    <a:pt x="2817" y="2211"/>
                    <a:pt x="2781" y="2197"/>
                  </a:cubicBezTo>
                  <a:cubicBezTo>
                    <a:pt x="2686" y="2158"/>
                    <a:pt x="2638" y="2138"/>
                    <a:pt x="2634" y="2138"/>
                  </a:cubicBezTo>
                  <a:cubicBezTo>
                    <a:pt x="2631" y="2138"/>
                    <a:pt x="2678" y="2160"/>
                    <a:pt x="2773" y="2206"/>
                  </a:cubicBezTo>
                  <a:cubicBezTo>
                    <a:pt x="2743" y="2194"/>
                    <a:pt x="2727" y="2188"/>
                    <a:pt x="2724" y="2188"/>
                  </a:cubicBezTo>
                  <a:cubicBezTo>
                    <a:pt x="2720" y="2188"/>
                    <a:pt x="2735" y="2196"/>
                    <a:pt x="2765" y="2214"/>
                  </a:cubicBezTo>
                  <a:cubicBezTo>
                    <a:pt x="2720" y="2197"/>
                    <a:pt x="2674" y="2176"/>
                    <a:pt x="2673" y="2176"/>
                  </a:cubicBezTo>
                  <a:lnTo>
                    <a:pt x="2673" y="2176"/>
                  </a:lnTo>
                  <a:cubicBezTo>
                    <a:pt x="2673" y="2176"/>
                    <a:pt x="2681" y="2180"/>
                    <a:pt x="2700" y="2189"/>
                  </a:cubicBezTo>
                  <a:cubicBezTo>
                    <a:pt x="2700" y="2189"/>
                    <a:pt x="2700" y="2189"/>
                    <a:pt x="2635" y="2165"/>
                  </a:cubicBezTo>
                  <a:cubicBezTo>
                    <a:pt x="2616" y="2156"/>
                    <a:pt x="2608" y="2152"/>
                    <a:pt x="2608" y="2152"/>
                  </a:cubicBezTo>
                  <a:lnTo>
                    <a:pt x="2608" y="2152"/>
                  </a:lnTo>
                  <a:cubicBezTo>
                    <a:pt x="2608" y="2152"/>
                    <a:pt x="2652" y="2175"/>
                    <a:pt x="2692" y="2197"/>
                  </a:cubicBezTo>
                  <a:cubicBezTo>
                    <a:pt x="2752" y="2236"/>
                    <a:pt x="2780" y="2256"/>
                    <a:pt x="2776" y="2256"/>
                  </a:cubicBezTo>
                  <a:cubicBezTo>
                    <a:pt x="2772" y="2256"/>
                    <a:pt x="2741" y="2240"/>
                    <a:pt x="2684" y="2206"/>
                  </a:cubicBezTo>
                  <a:cubicBezTo>
                    <a:pt x="2642" y="2182"/>
                    <a:pt x="2622" y="2171"/>
                    <a:pt x="2620" y="2171"/>
                  </a:cubicBezTo>
                  <a:cubicBezTo>
                    <a:pt x="2615" y="2171"/>
                    <a:pt x="2661" y="2203"/>
                    <a:pt x="2733" y="2254"/>
                  </a:cubicBezTo>
                  <a:cubicBezTo>
                    <a:pt x="2733" y="2257"/>
                    <a:pt x="2732" y="2258"/>
                    <a:pt x="2729" y="2258"/>
                  </a:cubicBezTo>
                  <a:cubicBezTo>
                    <a:pt x="2723" y="2258"/>
                    <a:pt x="2707" y="2250"/>
                    <a:pt x="2668" y="2222"/>
                  </a:cubicBezTo>
                  <a:lnTo>
                    <a:pt x="2668" y="2222"/>
                  </a:lnTo>
                  <a:cubicBezTo>
                    <a:pt x="2684" y="2238"/>
                    <a:pt x="2700" y="2254"/>
                    <a:pt x="2716" y="2270"/>
                  </a:cubicBezTo>
                  <a:cubicBezTo>
                    <a:pt x="2765" y="2305"/>
                    <a:pt x="2779" y="2320"/>
                    <a:pt x="2772" y="2320"/>
                  </a:cubicBezTo>
                  <a:cubicBezTo>
                    <a:pt x="2762" y="2320"/>
                    <a:pt x="2712" y="2293"/>
                    <a:pt x="2652" y="2246"/>
                  </a:cubicBezTo>
                  <a:lnTo>
                    <a:pt x="2652" y="2246"/>
                  </a:lnTo>
                  <a:lnTo>
                    <a:pt x="2700" y="2287"/>
                  </a:lnTo>
                  <a:cubicBezTo>
                    <a:pt x="2766" y="2343"/>
                    <a:pt x="2810" y="2383"/>
                    <a:pt x="2808" y="2383"/>
                  </a:cubicBezTo>
                  <a:cubicBezTo>
                    <a:pt x="2806" y="2383"/>
                    <a:pt x="2788" y="2368"/>
                    <a:pt x="2749" y="2335"/>
                  </a:cubicBezTo>
                  <a:lnTo>
                    <a:pt x="2692" y="2295"/>
                  </a:lnTo>
                  <a:lnTo>
                    <a:pt x="2692" y="2295"/>
                  </a:lnTo>
                  <a:cubicBezTo>
                    <a:pt x="2735" y="2331"/>
                    <a:pt x="2749" y="2347"/>
                    <a:pt x="2745" y="2347"/>
                  </a:cubicBezTo>
                  <a:cubicBezTo>
                    <a:pt x="2740" y="2347"/>
                    <a:pt x="2693" y="2312"/>
                    <a:pt x="2635" y="2254"/>
                  </a:cubicBezTo>
                  <a:cubicBezTo>
                    <a:pt x="2619" y="2238"/>
                    <a:pt x="2595" y="2230"/>
                    <a:pt x="2579" y="2214"/>
                  </a:cubicBezTo>
                  <a:lnTo>
                    <a:pt x="2579" y="2214"/>
                  </a:lnTo>
                  <a:lnTo>
                    <a:pt x="2627" y="2262"/>
                  </a:lnTo>
                  <a:cubicBezTo>
                    <a:pt x="2668" y="2287"/>
                    <a:pt x="2700" y="2319"/>
                    <a:pt x="2724" y="2351"/>
                  </a:cubicBezTo>
                  <a:cubicBezTo>
                    <a:pt x="2724" y="2354"/>
                    <a:pt x="2724" y="2356"/>
                    <a:pt x="2723" y="2356"/>
                  </a:cubicBezTo>
                  <a:cubicBezTo>
                    <a:pt x="2720" y="2356"/>
                    <a:pt x="2710" y="2345"/>
                    <a:pt x="2676" y="2311"/>
                  </a:cubicBezTo>
                  <a:cubicBezTo>
                    <a:pt x="2636" y="2283"/>
                    <a:pt x="2600" y="2250"/>
                    <a:pt x="2599" y="2250"/>
                  </a:cubicBezTo>
                  <a:lnTo>
                    <a:pt x="2599" y="2250"/>
                  </a:lnTo>
                  <a:cubicBezTo>
                    <a:pt x="2599" y="2250"/>
                    <a:pt x="2605" y="2256"/>
                    <a:pt x="2619" y="2270"/>
                  </a:cubicBezTo>
                  <a:cubicBezTo>
                    <a:pt x="2619" y="2270"/>
                    <a:pt x="2619" y="2270"/>
                    <a:pt x="2562" y="2222"/>
                  </a:cubicBezTo>
                  <a:lnTo>
                    <a:pt x="2554" y="2230"/>
                  </a:lnTo>
                  <a:cubicBezTo>
                    <a:pt x="2554" y="2230"/>
                    <a:pt x="2546" y="2230"/>
                    <a:pt x="2587" y="2287"/>
                  </a:cubicBezTo>
                  <a:cubicBezTo>
                    <a:pt x="2587" y="2287"/>
                    <a:pt x="2587" y="2287"/>
                    <a:pt x="2538" y="2238"/>
                  </a:cubicBezTo>
                  <a:lnTo>
                    <a:pt x="2538" y="2238"/>
                  </a:lnTo>
                  <a:cubicBezTo>
                    <a:pt x="2579" y="2287"/>
                    <a:pt x="2579" y="2295"/>
                    <a:pt x="2579" y="2295"/>
                  </a:cubicBezTo>
                  <a:lnTo>
                    <a:pt x="2570" y="2295"/>
                  </a:lnTo>
                  <a:cubicBezTo>
                    <a:pt x="2611" y="2351"/>
                    <a:pt x="2611" y="2351"/>
                    <a:pt x="2611" y="2351"/>
                  </a:cubicBezTo>
                  <a:cubicBezTo>
                    <a:pt x="2587" y="2335"/>
                    <a:pt x="2570" y="2319"/>
                    <a:pt x="2554" y="2303"/>
                  </a:cubicBezTo>
                  <a:lnTo>
                    <a:pt x="2554" y="2303"/>
                  </a:lnTo>
                  <a:cubicBezTo>
                    <a:pt x="2546" y="2303"/>
                    <a:pt x="2546" y="2303"/>
                    <a:pt x="2587" y="2360"/>
                  </a:cubicBezTo>
                  <a:cubicBezTo>
                    <a:pt x="2579" y="2360"/>
                    <a:pt x="2538" y="2311"/>
                    <a:pt x="2530" y="2311"/>
                  </a:cubicBezTo>
                  <a:cubicBezTo>
                    <a:pt x="2522" y="2319"/>
                    <a:pt x="2522" y="2311"/>
                    <a:pt x="2554" y="2376"/>
                  </a:cubicBezTo>
                  <a:cubicBezTo>
                    <a:pt x="2512" y="2306"/>
                    <a:pt x="2494" y="2276"/>
                    <a:pt x="2493" y="2276"/>
                  </a:cubicBezTo>
                  <a:lnTo>
                    <a:pt x="2493" y="2276"/>
                  </a:lnTo>
                  <a:cubicBezTo>
                    <a:pt x="2492" y="2276"/>
                    <a:pt x="2500" y="2292"/>
                    <a:pt x="2514" y="2319"/>
                  </a:cubicBezTo>
                  <a:cubicBezTo>
                    <a:pt x="2538" y="2376"/>
                    <a:pt x="2538" y="2376"/>
                    <a:pt x="2538" y="2376"/>
                  </a:cubicBezTo>
                  <a:cubicBezTo>
                    <a:pt x="2522" y="2348"/>
                    <a:pt x="2514" y="2334"/>
                    <a:pt x="2513" y="2334"/>
                  </a:cubicBezTo>
                  <a:cubicBezTo>
                    <a:pt x="2511" y="2334"/>
                    <a:pt x="2517" y="2350"/>
                    <a:pt x="2530" y="2384"/>
                  </a:cubicBezTo>
                  <a:cubicBezTo>
                    <a:pt x="2522" y="2384"/>
                    <a:pt x="2522" y="2384"/>
                    <a:pt x="2497" y="2319"/>
                  </a:cubicBezTo>
                  <a:lnTo>
                    <a:pt x="2489" y="2319"/>
                  </a:lnTo>
                  <a:cubicBezTo>
                    <a:pt x="2511" y="2376"/>
                    <a:pt x="2513" y="2397"/>
                    <a:pt x="2508" y="2397"/>
                  </a:cubicBezTo>
                  <a:cubicBezTo>
                    <a:pt x="2501" y="2397"/>
                    <a:pt x="2482" y="2363"/>
                    <a:pt x="2473" y="2327"/>
                  </a:cubicBezTo>
                  <a:lnTo>
                    <a:pt x="2473" y="2327"/>
                  </a:lnTo>
                  <a:cubicBezTo>
                    <a:pt x="2473" y="2343"/>
                    <a:pt x="2481" y="2368"/>
                    <a:pt x="2489" y="2392"/>
                  </a:cubicBezTo>
                  <a:cubicBezTo>
                    <a:pt x="2506" y="2457"/>
                    <a:pt x="2514" y="2489"/>
                    <a:pt x="2513" y="2489"/>
                  </a:cubicBezTo>
                  <a:lnTo>
                    <a:pt x="2513" y="2489"/>
                  </a:lnTo>
                  <a:cubicBezTo>
                    <a:pt x="2512" y="2489"/>
                    <a:pt x="2502" y="2457"/>
                    <a:pt x="2481" y="2392"/>
                  </a:cubicBezTo>
                  <a:cubicBezTo>
                    <a:pt x="2461" y="2327"/>
                    <a:pt x="2451" y="2295"/>
                    <a:pt x="2450" y="2295"/>
                  </a:cubicBezTo>
                  <a:lnTo>
                    <a:pt x="2450" y="2295"/>
                  </a:lnTo>
                  <a:cubicBezTo>
                    <a:pt x="2449" y="2295"/>
                    <a:pt x="2457" y="2327"/>
                    <a:pt x="2473" y="2392"/>
                  </a:cubicBezTo>
                  <a:cubicBezTo>
                    <a:pt x="2483" y="2419"/>
                    <a:pt x="2485" y="2435"/>
                    <a:pt x="2481" y="2435"/>
                  </a:cubicBezTo>
                  <a:cubicBezTo>
                    <a:pt x="2476" y="2435"/>
                    <a:pt x="2460" y="2403"/>
                    <a:pt x="2441" y="2327"/>
                  </a:cubicBezTo>
                  <a:cubicBezTo>
                    <a:pt x="2435" y="2305"/>
                    <a:pt x="2430" y="2283"/>
                    <a:pt x="2425" y="2264"/>
                  </a:cubicBezTo>
                  <a:lnTo>
                    <a:pt x="2425" y="2264"/>
                  </a:lnTo>
                  <a:cubicBezTo>
                    <a:pt x="2441" y="2327"/>
                    <a:pt x="2441" y="2327"/>
                    <a:pt x="2433" y="2327"/>
                  </a:cubicBezTo>
                  <a:cubicBezTo>
                    <a:pt x="2425" y="2327"/>
                    <a:pt x="2425" y="2392"/>
                    <a:pt x="2416" y="2392"/>
                  </a:cubicBezTo>
                  <a:cubicBezTo>
                    <a:pt x="2408" y="2392"/>
                    <a:pt x="2400" y="2392"/>
                    <a:pt x="2392" y="2327"/>
                  </a:cubicBezTo>
                  <a:cubicBezTo>
                    <a:pt x="2384" y="2327"/>
                    <a:pt x="2384" y="2327"/>
                    <a:pt x="2384" y="2392"/>
                  </a:cubicBezTo>
                  <a:cubicBezTo>
                    <a:pt x="2384" y="2424"/>
                    <a:pt x="2382" y="2441"/>
                    <a:pt x="2380" y="2441"/>
                  </a:cubicBezTo>
                  <a:cubicBezTo>
                    <a:pt x="2378" y="2441"/>
                    <a:pt x="2376" y="2424"/>
                    <a:pt x="2376" y="2392"/>
                  </a:cubicBezTo>
                  <a:lnTo>
                    <a:pt x="2368" y="2392"/>
                  </a:lnTo>
                  <a:cubicBezTo>
                    <a:pt x="2368" y="2416"/>
                    <a:pt x="2368" y="2441"/>
                    <a:pt x="2368" y="2457"/>
                  </a:cubicBezTo>
                  <a:cubicBezTo>
                    <a:pt x="2362" y="2411"/>
                    <a:pt x="2360" y="2362"/>
                    <a:pt x="2360" y="2362"/>
                  </a:cubicBezTo>
                  <a:cubicBezTo>
                    <a:pt x="2360" y="2362"/>
                    <a:pt x="2360" y="2370"/>
                    <a:pt x="2360" y="2392"/>
                  </a:cubicBezTo>
                  <a:cubicBezTo>
                    <a:pt x="2360" y="2457"/>
                    <a:pt x="2360" y="2457"/>
                    <a:pt x="2360" y="2457"/>
                  </a:cubicBezTo>
                  <a:cubicBezTo>
                    <a:pt x="2355" y="2417"/>
                    <a:pt x="2341" y="2393"/>
                    <a:pt x="2323" y="2393"/>
                  </a:cubicBezTo>
                  <a:cubicBezTo>
                    <a:pt x="2312" y="2393"/>
                    <a:pt x="2299" y="2402"/>
                    <a:pt x="2287" y="2424"/>
                  </a:cubicBezTo>
                  <a:lnTo>
                    <a:pt x="2279" y="2416"/>
                  </a:lnTo>
                  <a:cubicBezTo>
                    <a:pt x="2300" y="2363"/>
                    <a:pt x="2306" y="2344"/>
                    <a:pt x="2303" y="2344"/>
                  </a:cubicBezTo>
                  <a:cubicBezTo>
                    <a:pt x="2299" y="2344"/>
                    <a:pt x="2281" y="2376"/>
                    <a:pt x="2262" y="2408"/>
                  </a:cubicBezTo>
                  <a:cubicBezTo>
                    <a:pt x="2230" y="2465"/>
                    <a:pt x="2222" y="2465"/>
                    <a:pt x="2222" y="2465"/>
                  </a:cubicBezTo>
                  <a:cubicBezTo>
                    <a:pt x="2262" y="2390"/>
                    <a:pt x="2274" y="2358"/>
                    <a:pt x="2270" y="2358"/>
                  </a:cubicBezTo>
                  <a:cubicBezTo>
                    <a:pt x="2267" y="2358"/>
                    <a:pt x="2259" y="2370"/>
                    <a:pt x="2246" y="2392"/>
                  </a:cubicBezTo>
                  <a:cubicBezTo>
                    <a:pt x="2210" y="2452"/>
                    <a:pt x="2192" y="2480"/>
                    <a:pt x="2190" y="2480"/>
                  </a:cubicBezTo>
                  <a:cubicBezTo>
                    <a:pt x="2189" y="2480"/>
                    <a:pt x="2205" y="2450"/>
                    <a:pt x="2238" y="2392"/>
                  </a:cubicBezTo>
                  <a:cubicBezTo>
                    <a:pt x="2271" y="2336"/>
                    <a:pt x="2290" y="2306"/>
                    <a:pt x="2288" y="2306"/>
                  </a:cubicBezTo>
                  <a:lnTo>
                    <a:pt x="2288" y="2306"/>
                  </a:lnTo>
                  <a:cubicBezTo>
                    <a:pt x="2287" y="2306"/>
                    <a:pt x="2259" y="2348"/>
                    <a:pt x="2197" y="2441"/>
                  </a:cubicBezTo>
                  <a:cubicBezTo>
                    <a:pt x="2178" y="2468"/>
                    <a:pt x="2168" y="2482"/>
                    <a:pt x="2166" y="2482"/>
                  </a:cubicBezTo>
                  <a:cubicBezTo>
                    <a:pt x="2165" y="2482"/>
                    <a:pt x="2173" y="2466"/>
                    <a:pt x="2189" y="2433"/>
                  </a:cubicBezTo>
                  <a:cubicBezTo>
                    <a:pt x="2232" y="2366"/>
                    <a:pt x="2250" y="2339"/>
                    <a:pt x="2249" y="2339"/>
                  </a:cubicBezTo>
                  <a:lnTo>
                    <a:pt x="2249" y="2339"/>
                  </a:lnTo>
                  <a:cubicBezTo>
                    <a:pt x="2248" y="2339"/>
                    <a:pt x="2239" y="2352"/>
                    <a:pt x="2222" y="2376"/>
                  </a:cubicBezTo>
                  <a:cubicBezTo>
                    <a:pt x="2183" y="2431"/>
                    <a:pt x="2162" y="2457"/>
                    <a:pt x="2160" y="2457"/>
                  </a:cubicBezTo>
                  <a:cubicBezTo>
                    <a:pt x="2158" y="2457"/>
                    <a:pt x="2176" y="2426"/>
                    <a:pt x="2214" y="2368"/>
                  </a:cubicBezTo>
                  <a:cubicBezTo>
                    <a:pt x="2255" y="2310"/>
                    <a:pt x="2275" y="2282"/>
                    <a:pt x="2274" y="2282"/>
                  </a:cubicBezTo>
                  <a:lnTo>
                    <a:pt x="2274" y="2282"/>
                  </a:lnTo>
                  <a:cubicBezTo>
                    <a:pt x="2274" y="2282"/>
                    <a:pt x="2253" y="2308"/>
                    <a:pt x="2214" y="2360"/>
                  </a:cubicBezTo>
                  <a:cubicBezTo>
                    <a:pt x="2171" y="2410"/>
                    <a:pt x="2147" y="2435"/>
                    <a:pt x="2142" y="2435"/>
                  </a:cubicBezTo>
                  <a:cubicBezTo>
                    <a:pt x="2137" y="2435"/>
                    <a:pt x="2155" y="2406"/>
                    <a:pt x="2197" y="2351"/>
                  </a:cubicBezTo>
                  <a:cubicBezTo>
                    <a:pt x="2197" y="2346"/>
                    <a:pt x="2216" y="2322"/>
                    <a:pt x="2215" y="2322"/>
                  </a:cubicBezTo>
                  <a:lnTo>
                    <a:pt x="2215" y="2322"/>
                  </a:lnTo>
                  <a:cubicBezTo>
                    <a:pt x="2215" y="2322"/>
                    <a:pt x="2211" y="2328"/>
                    <a:pt x="2197" y="2343"/>
                  </a:cubicBezTo>
                  <a:lnTo>
                    <a:pt x="2238" y="2287"/>
                  </a:lnTo>
                  <a:lnTo>
                    <a:pt x="2238" y="2287"/>
                  </a:lnTo>
                  <a:lnTo>
                    <a:pt x="2189" y="2335"/>
                  </a:lnTo>
                  <a:cubicBezTo>
                    <a:pt x="2189" y="2327"/>
                    <a:pt x="2222" y="2270"/>
                    <a:pt x="2214" y="2254"/>
                  </a:cubicBezTo>
                  <a:cubicBezTo>
                    <a:pt x="2206" y="2242"/>
                    <a:pt x="2202" y="2234"/>
                    <a:pt x="2192" y="2234"/>
                  </a:cubicBezTo>
                  <a:cubicBezTo>
                    <a:pt x="2183" y="2234"/>
                    <a:pt x="2169" y="2242"/>
                    <a:pt x="2141" y="2262"/>
                  </a:cubicBezTo>
                  <a:cubicBezTo>
                    <a:pt x="2141" y="2254"/>
                    <a:pt x="2189" y="2214"/>
                    <a:pt x="2189" y="2206"/>
                  </a:cubicBezTo>
                  <a:cubicBezTo>
                    <a:pt x="2189" y="2206"/>
                    <a:pt x="2189" y="2197"/>
                    <a:pt x="2246" y="2165"/>
                  </a:cubicBezTo>
                  <a:lnTo>
                    <a:pt x="2246" y="2157"/>
                  </a:lnTo>
                  <a:cubicBezTo>
                    <a:pt x="2189" y="2193"/>
                    <a:pt x="2157" y="2208"/>
                    <a:pt x="2147" y="2208"/>
                  </a:cubicBezTo>
                  <a:cubicBezTo>
                    <a:pt x="2137" y="2208"/>
                    <a:pt x="2149" y="2193"/>
                    <a:pt x="2181" y="2173"/>
                  </a:cubicBezTo>
                  <a:cubicBezTo>
                    <a:pt x="2181" y="2170"/>
                    <a:pt x="2181" y="2168"/>
                    <a:pt x="2178" y="2168"/>
                  </a:cubicBezTo>
                  <a:cubicBezTo>
                    <a:pt x="2173" y="2168"/>
                    <a:pt x="2158" y="2174"/>
                    <a:pt x="2116" y="2189"/>
                  </a:cubicBezTo>
                  <a:cubicBezTo>
                    <a:pt x="2086" y="2201"/>
                    <a:pt x="2070" y="2207"/>
                    <a:pt x="2067" y="2207"/>
                  </a:cubicBezTo>
                  <a:cubicBezTo>
                    <a:pt x="2064" y="2207"/>
                    <a:pt x="2078" y="2199"/>
                    <a:pt x="2108" y="2181"/>
                  </a:cubicBezTo>
                  <a:cubicBezTo>
                    <a:pt x="2151" y="2165"/>
                    <a:pt x="2194" y="2142"/>
                    <a:pt x="2181" y="2142"/>
                  </a:cubicBezTo>
                  <a:cubicBezTo>
                    <a:pt x="2174" y="2142"/>
                    <a:pt x="2153" y="2148"/>
                    <a:pt x="2108" y="2165"/>
                  </a:cubicBezTo>
                  <a:lnTo>
                    <a:pt x="2173" y="2141"/>
                  </a:lnTo>
                  <a:cubicBezTo>
                    <a:pt x="2196" y="2129"/>
                    <a:pt x="2202" y="2125"/>
                    <a:pt x="2199" y="2125"/>
                  </a:cubicBezTo>
                  <a:cubicBezTo>
                    <a:pt x="2193" y="2125"/>
                    <a:pt x="2151" y="2141"/>
                    <a:pt x="2108" y="2157"/>
                  </a:cubicBezTo>
                  <a:cubicBezTo>
                    <a:pt x="2053" y="2178"/>
                    <a:pt x="2021" y="2188"/>
                    <a:pt x="2018" y="2188"/>
                  </a:cubicBezTo>
                  <a:cubicBezTo>
                    <a:pt x="2014" y="2188"/>
                    <a:pt x="2062" y="2170"/>
                    <a:pt x="2173" y="2133"/>
                  </a:cubicBezTo>
                  <a:cubicBezTo>
                    <a:pt x="2200" y="2122"/>
                    <a:pt x="2222" y="2114"/>
                    <a:pt x="2238" y="2108"/>
                  </a:cubicBezTo>
                  <a:lnTo>
                    <a:pt x="2238" y="2108"/>
                  </a:lnTo>
                  <a:cubicBezTo>
                    <a:pt x="2192" y="2120"/>
                    <a:pt x="2142" y="2131"/>
                    <a:pt x="2140" y="2131"/>
                  </a:cubicBezTo>
                  <a:cubicBezTo>
                    <a:pt x="2139" y="2131"/>
                    <a:pt x="2146" y="2129"/>
                    <a:pt x="2165" y="2124"/>
                  </a:cubicBezTo>
                  <a:cubicBezTo>
                    <a:pt x="2125" y="2124"/>
                    <a:pt x="2084" y="2141"/>
                    <a:pt x="2035" y="2157"/>
                  </a:cubicBezTo>
                  <a:cubicBezTo>
                    <a:pt x="1997" y="2166"/>
                    <a:pt x="1982" y="2170"/>
                    <a:pt x="1975" y="2170"/>
                  </a:cubicBezTo>
                  <a:cubicBezTo>
                    <a:pt x="1970" y="2170"/>
                    <a:pt x="1970" y="2168"/>
                    <a:pt x="1970" y="2165"/>
                  </a:cubicBezTo>
                  <a:lnTo>
                    <a:pt x="2100" y="2133"/>
                  </a:lnTo>
                  <a:lnTo>
                    <a:pt x="2100" y="2124"/>
                  </a:lnTo>
                  <a:cubicBezTo>
                    <a:pt x="2149" y="2108"/>
                    <a:pt x="2189" y="2092"/>
                    <a:pt x="2238" y="2084"/>
                  </a:cubicBezTo>
                  <a:cubicBezTo>
                    <a:pt x="2265" y="2077"/>
                    <a:pt x="2281" y="2073"/>
                    <a:pt x="2280" y="2073"/>
                  </a:cubicBezTo>
                  <a:lnTo>
                    <a:pt x="2280" y="2073"/>
                  </a:lnTo>
                  <a:cubicBezTo>
                    <a:pt x="2279" y="2073"/>
                    <a:pt x="2246" y="2081"/>
                    <a:pt x="2165" y="2100"/>
                  </a:cubicBezTo>
                  <a:cubicBezTo>
                    <a:pt x="2079" y="2122"/>
                    <a:pt x="2050" y="2129"/>
                    <a:pt x="2040" y="2129"/>
                  </a:cubicBezTo>
                  <a:cubicBezTo>
                    <a:pt x="2035" y="2129"/>
                    <a:pt x="2035" y="2127"/>
                    <a:pt x="2035" y="2124"/>
                  </a:cubicBezTo>
                  <a:cubicBezTo>
                    <a:pt x="2035" y="2124"/>
                    <a:pt x="2035" y="2116"/>
                    <a:pt x="2100" y="2108"/>
                  </a:cubicBezTo>
                  <a:cubicBezTo>
                    <a:pt x="2165" y="2092"/>
                    <a:pt x="2165" y="2092"/>
                    <a:pt x="2173" y="2084"/>
                  </a:cubicBezTo>
                  <a:lnTo>
                    <a:pt x="2173" y="2084"/>
                  </a:lnTo>
                  <a:cubicBezTo>
                    <a:pt x="2173" y="2084"/>
                    <a:pt x="1970" y="2108"/>
                    <a:pt x="1833" y="2116"/>
                  </a:cubicBezTo>
                  <a:cubicBezTo>
                    <a:pt x="1771" y="2124"/>
                    <a:pt x="1737" y="2128"/>
                    <a:pt x="1730" y="2128"/>
                  </a:cubicBezTo>
                  <a:cubicBezTo>
                    <a:pt x="1723" y="2128"/>
                    <a:pt x="1757" y="2122"/>
                    <a:pt x="1833" y="2108"/>
                  </a:cubicBezTo>
                  <a:cubicBezTo>
                    <a:pt x="1897" y="2100"/>
                    <a:pt x="1897" y="2100"/>
                    <a:pt x="1897" y="2092"/>
                  </a:cubicBezTo>
                  <a:cubicBezTo>
                    <a:pt x="1922" y="2089"/>
                    <a:pt x="1938" y="2088"/>
                    <a:pt x="1949" y="2088"/>
                  </a:cubicBezTo>
                  <a:cubicBezTo>
                    <a:pt x="1970" y="2088"/>
                    <a:pt x="1970" y="2092"/>
                    <a:pt x="1970" y="2092"/>
                  </a:cubicBezTo>
                  <a:lnTo>
                    <a:pt x="2035" y="2084"/>
                  </a:lnTo>
                  <a:cubicBezTo>
                    <a:pt x="2116" y="2074"/>
                    <a:pt x="2150" y="2071"/>
                    <a:pt x="2136" y="2071"/>
                  </a:cubicBezTo>
                  <a:cubicBezTo>
                    <a:pt x="2126" y="2071"/>
                    <a:pt x="2092" y="2072"/>
                    <a:pt x="2035" y="2076"/>
                  </a:cubicBezTo>
                  <a:cubicBezTo>
                    <a:pt x="2016" y="2078"/>
                    <a:pt x="2003" y="2079"/>
                    <a:pt x="1995" y="2079"/>
                  </a:cubicBezTo>
                  <a:cubicBezTo>
                    <a:pt x="1976" y="2079"/>
                    <a:pt x="1989" y="2073"/>
                    <a:pt x="2035" y="2068"/>
                  </a:cubicBezTo>
                  <a:cubicBezTo>
                    <a:pt x="2063" y="2065"/>
                    <a:pt x="2090" y="2062"/>
                    <a:pt x="2108" y="2059"/>
                  </a:cubicBezTo>
                  <a:lnTo>
                    <a:pt x="2108" y="2059"/>
                  </a:lnTo>
                  <a:cubicBezTo>
                    <a:pt x="2108" y="2060"/>
                    <a:pt x="2108" y="2060"/>
                    <a:pt x="2108" y="2060"/>
                  </a:cubicBezTo>
                  <a:cubicBezTo>
                    <a:pt x="2127" y="2057"/>
                    <a:pt x="2135" y="2056"/>
                    <a:pt x="2135" y="2056"/>
                  </a:cubicBezTo>
                  <a:lnTo>
                    <a:pt x="2135" y="2056"/>
                  </a:lnTo>
                  <a:cubicBezTo>
                    <a:pt x="2135" y="2056"/>
                    <a:pt x="2124" y="2057"/>
                    <a:pt x="2108" y="2059"/>
                  </a:cubicBezTo>
                  <a:lnTo>
                    <a:pt x="2108" y="2059"/>
                  </a:lnTo>
                  <a:cubicBezTo>
                    <a:pt x="2109" y="2058"/>
                    <a:pt x="2115" y="2052"/>
                    <a:pt x="2173" y="2052"/>
                  </a:cubicBezTo>
                  <a:cubicBezTo>
                    <a:pt x="2173" y="2043"/>
                    <a:pt x="2173" y="2043"/>
                    <a:pt x="2108" y="2043"/>
                  </a:cubicBezTo>
                  <a:cubicBezTo>
                    <a:pt x="2035" y="2043"/>
                    <a:pt x="2035" y="2043"/>
                    <a:pt x="2043" y="2035"/>
                  </a:cubicBezTo>
                  <a:cubicBezTo>
                    <a:pt x="2043" y="2035"/>
                    <a:pt x="2043" y="2027"/>
                    <a:pt x="1970" y="2027"/>
                  </a:cubicBezTo>
                  <a:cubicBezTo>
                    <a:pt x="1906" y="2027"/>
                    <a:pt x="1833" y="2019"/>
                    <a:pt x="1841" y="2003"/>
                  </a:cubicBezTo>
                  <a:cubicBezTo>
                    <a:pt x="1768" y="1979"/>
                    <a:pt x="1768" y="1979"/>
                    <a:pt x="1906" y="1970"/>
                  </a:cubicBezTo>
                  <a:cubicBezTo>
                    <a:pt x="1979" y="1970"/>
                    <a:pt x="1979" y="1962"/>
                    <a:pt x="1979" y="1954"/>
                  </a:cubicBezTo>
                  <a:cubicBezTo>
                    <a:pt x="1979" y="1954"/>
                    <a:pt x="1979" y="1946"/>
                    <a:pt x="2043" y="1938"/>
                  </a:cubicBezTo>
                  <a:cubicBezTo>
                    <a:pt x="2116" y="1922"/>
                    <a:pt x="2043" y="1922"/>
                    <a:pt x="1979" y="1922"/>
                  </a:cubicBezTo>
                  <a:lnTo>
                    <a:pt x="1841" y="1922"/>
                  </a:lnTo>
                  <a:cubicBezTo>
                    <a:pt x="1906" y="1914"/>
                    <a:pt x="1979" y="1906"/>
                    <a:pt x="2043" y="1906"/>
                  </a:cubicBezTo>
                  <a:cubicBezTo>
                    <a:pt x="2181" y="1897"/>
                    <a:pt x="2181" y="1897"/>
                    <a:pt x="2043" y="1897"/>
                  </a:cubicBezTo>
                  <a:cubicBezTo>
                    <a:pt x="1979" y="1897"/>
                    <a:pt x="1914" y="1889"/>
                    <a:pt x="1979" y="1873"/>
                  </a:cubicBezTo>
                  <a:cubicBezTo>
                    <a:pt x="1979" y="1849"/>
                    <a:pt x="1979" y="1833"/>
                    <a:pt x="2052" y="1833"/>
                  </a:cubicBezTo>
                  <a:cubicBezTo>
                    <a:pt x="1987" y="1824"/>
                    <a:pt x="1987" y="1824"/>
                    <a:pt x="2052" y="1816"/>
                  </a:cubicBezTo>
                  <a:cubicBezTo>
                    <a:pt x="2197" y="1808"/>
                    <a:pt x="2197" y="1816"/>
                    <a:pt x="2060" y="1800"/>
                  </a:cubicBezTo>
                  <a:cubicBezTo>
                    <a:pt x="2018" y="1795"/>
                    <a:pt x="1978" y="1791"/>
                    <a:pt x="1979" y="1791"/>
                  </a:cubicBezTo>
                  <a:cubicBezTo>
                    <a:pt x="1979" y="1791"/>
                    <a:pt x="2001" y="1793"/>
                    <a:pt x="2060" y="1800"/>
                  </a:cubicBezTo>
                  <a:cubicBezTo>
                    <a:pt x="2125" y="1800"/>
                    <a:pt x="2060" y="1792"/>
                    <a:pt x="1995" y="1776"/>
                  </a:cubicBezTo>
                  <a:lnTo>
                    <a:pt x="1995" y="1776"/>
                  </a:lnTo>
                  <a:cubicBezTo>
                    <a:pt x="2035" y="1784"/>
                    <a:pt x="2027" y="1784"/>
                    <a:pt x="2060" y="1784"/>
                  </a:cubicBezTo>
                  <a:lnTo>
                    <a:pt x="2133" y="1792"/>
                  </a:lnTo>
                  <a:lnTo>
                    <a:pt x="1995" y="1776"/>
                  </a:lnTo>
                  <a:lnTo>
                    <a:pt x="1995" y="1776"/>
                  </a:lnTo>
                  <a:cubicBezTo>
                    <a:pt x="1995" y="1776"/>
                    <a:pt x="1995" y="1776"/>
                    <a:pt x="1995" y="1776"/>
                  </a:cubicBezTo>
                  <a:lnTo>
                    <a:pt x="1727" y="1735"/>
                  </a:lnTo>
                  <a:cubicBezTo>
                    <a:pt x="1589" y="1719"/>
                    <a:pt x="1589" y="1719"/>
                    <a:pt x="1662" y="1711"/>
                  </a:cubicBezTo>
                  <a:cubicBezTo>
                    <a:pt x="1703" y="1711"/>
                    <a:pt x="1752" y="1719"/>
                    <a:pt x="1800" y="1727"/>
                  </a:cubicBezTo>
                  <a:cubicBezTo>
                    <a:pt x="1865" y="1735"/>
                    <a:pt x="1865" y="1743"/>
                    <a:pt x="1865" y="1743"/>
                  </a:cubicBezTo>
                  <a:cubicBezTo>
                    <a:pt x="1906" y="1760"/>
                    <a:pt x="1954" y="1760"/>
                    <a:pt x="1995" y="1760"/>
                  </a:cubicBezTo>
                  <a:cubicBezTo>
                    <a:pt x="2025" y="1763"/>
                    <a:pt x="2043" y="1765"/>
                    <a:pt x="2048" y="1765"/>
                  </a:cubicBezTo>
                  <a:cubicBezTo>
                    <a:pt x="2057" y="1765"/>
                    <a:pt x="2041" y="1761"/>
                    <a:pt x="2003" y="1752"/>
                  </a:cubicBezTo>
                  <a:lnTo>
                    <a:pt x="2003" y="1752"/>
                  </a:lnTo>
                  <a:cubicBezTo>
                    <a:pt x="2030" y="1758"/>
                    <a:pt x="2046" y="1761"/>
                    <a:pt x="2056" y="1761"/>
                  </a:cubicBezTo>
                  <a:cubicBezTo>
                    <a:pt x="2069" y="1761"/>
                    <a:pt x="2071" y="1756"/>
                    <a:pt x="2076" y="1752"/>
                  </a:cubicBezTo>
                  <a:cubicBezTo>
                    <a:pt x="2076" y="1752"/>
                    <a:pt x="2078" y="1749"/>
                    <a:pt x="2088" y="1749"/>
                  </a:cubicBezTo>
                  <a:cubicBezTo>
                    <a:pt x="2098" y="1749"/>
                    <a:pt x="2116" y="1752"/>
                    <a:pt x="2149" y="1760"/>
                  </a:cubicBezTo>
                  <a:cubicBezTo>
                    <a:pt x="2149" y="1752"/>
                    <a:pt x="2149" y="1752"/>
                    <a:pt x="2084" y="1727"/>
                  </a:cubicBezTo>
                  <a:cubicBezTo>
                    <a:pt x="2071" y="1724"/>
                    <a:pt x="2059" y="1721"/>
                    <a:pt x="2048" y="1718"/>
                  </a:cubicBezTo>
                  <a:lnTo>
                    <a:pt x="2048" y="1718"/>
                  </a:lnTo>
                  <a:cubicBezTo>
                    <a:pt x="2094" y="1729"/>
                    <a:pt x="2132" y="1736"/>
                    <a:pt x="2152" y="1736"/>
                  </a:cubicBezTo>
                  <a:cubicBezTo>
                    <a:pt x="2181" y="1736"/>
                    <a:pt x="2174" y="1722"/>
                    <a:pt x="2108" y="1687"/>
                  </a:cubicBezTo>
                  <a:lnTo>
                    <a:pt x="2108" y="1687"/>
                  </a:lnTo>
                  <a:cubicBezTo>
                    <a:pt x="2133" y="1696"/>
                    <a:pt x="2149" y="1700"/>
                    <a:pt x="2157" y="1700"/>
                  </a:cubicBezTo>
                  <a:cubicBezTo>
                    <a:pt x="2170" y="1700"/>
                    <a:pt x="2160" y="1688"/>
                    <a:pt x="2125" y="1662"/>
                  </a:cubicBezTo>
                  <a:lnTo>
                    <a:pt x="2133" y="1662"/>
                  </a:lnTo>
                  <a:cubicBezTo>
                    <a:pt x="2163" y="1674"/>
                    <a:pt x="2179" y="1680"/>
                    <a:pt x="2182" y="1680"/>
                  </a:cubicBezTo>
                  <a:cubicBezTo>
                    <a:pt x="2185" y="1680"/>
                    <a:pt x="2171" y="1672"/>
                    <a:pt x="2141" y="1654"/>
                  </a:cubicBezTo>
                  <a:cubicBezTo>
                    <a:pt x="2120" y="1639"/>
                    <a:pt x="2099" y="1625"/>
                    <a:pt x="2084" y="1614"/>
                  </a:cubicBezTo>
                  <a:lnTo>
                    <a:pt x="2084" y="1614"/>
                  </a:lnTo>
                  <a:cubicBezTo>
                    <a:pt x="2122" y="1635"/>
                    <a:pt x="2134" y="1643"/>
                    <a:pt x="2141" y="1643"/>
                  </a:cubicBezTo>
                  <a:cubicBezTo>
                    <a:pt x="2144" y="1643"/>
                    <a:pt x="2146" y="1641"/>
                    <a:pt x="2149" y="1638"/>
                  </a:cubicBezTo>
                  <a:cubicBezTo>
                    <a:pt x="2157" y="1630"/>
                    <a:pt x="2157" y="1630"/>
                    <a:pt x="2100" y="1589"/>
                  </a:cubicBezTo>
                  <a:cubicBezTo>
                    <a:pt x="2087" y="1574"/>
                    <a:pt x="2083" y="1567"/>
                    <a:pt x="2086" y="1567"/>
                  </a:cubicBezTo>
                  <a:cubicBezTo>
                    <a:pt x="2092" y="1567"/>
                    <a:pt x="2127" y="1594"/>
                    <a:pt x="2165" y="1622"/>
                  </a:cubicBezTo>
                  <a:cubicBezTo>
                    <a:pt x="2213" y="1662"/>
                    <a:pt x="2241" y="1684"/>
                    <a:pt x="2242" y="1684"/>
                  </a:cubicBezTo>
                  <a:cubicBezTo>
                    <a:pt x="2243" y="1684"/>
                    <a:pt x="2205" y="1652"/>
                    <a:pt x="2116" y="1581"/>
                  </a:cubicBezTo>
                  <a:cubicBezTo>
                    <a:pt x="2050" y="1525"/>
                    <a:pt x="2029" y="1501"/>
                    <a:pt x="2034" y="1501"/>
                  </a:cubicBezTo>
                  <a:cubicBezTo>
                    <a:pt x="2037" y="1501"/>
                    <a:pt x="2050" y="1509"/>
                    <a:pt x="2068" y="1525"/>
                  </a:cubicBezTo>
                  <a:cubicBezTo>
                    <a:pt x="2125" y="1573"/>
                    <a:pt x="2116" y="1573"/>
                    <a:pt x="2116" y="1573"/>
                  </a:cubicBezTo>
                  <a:lnTo>
                    <a:pt x="2222" y="1662"/>
                  </a:lnTo>
                  <a:cubicBezTo>
                    <a:pt x="2214" y="1646"/>
                    <a:pt x="2189" y="1630"/>
                    <a:pt x="2173" y="1614"/>
                  </a:cubicBezTo>
                  <a:cubicBezTo>
                    <a:pt x="2173" y="1614"/>
                    <a:pt x="2181" y="1614"/>
                    <a:pt x="2125" y="1565"/>
                  </a:cubicBezTo>
                  <a:cubicBezTo>
                    <a:pt x="2076" y="1516"/>
                    <a:pt x="2027" y="1476"/>
                    <a:pt x="1970" y="1435"/>
                  </a:cubicBezTo>
                  <a:cubicBezTo>
                    <a:pt x="1914" y="1395"/>
                    <a:pt x="1922" y="1387"/>
                    <a:pt x="1922" y="1387"/>
                  </a:cubicBezTo>
                  <a:lnTo>
                    <a:pt x="1922" y="1387"/>
                  </a:lnTo>
                  <a:cubicBezTo>
                    <a:pt x="1979" y="1427"/>
                    <a:pt x="2035" y="1468"/>
                    <a:pt x="2084" y="1516"/>
                  </a:cubicBezTo>
                  <a:cubicBezTo>
                    <a:pt x="2116" y="1549"/>
                    <a:pt x="2149" y="1581"/>
                    <a:pt x="2181" y="1614"/>
                  </a:cubicBezTo>
                  <a:cubicBezTo>
                    <a:pt x="2189" y="1620"/>
                    <a:pt x="2193" y="1623"/>
                    <a:pt x="2195" y="1623"/>
                  </a:cubicBezTo>
                  <a:cubicBezTo>
                    <a:pt x="2201" y="1623"/>
                    <a:pt x="2125" y="1541"/>
                    <a:pt x="2044" y="1460"/>
                  </a:cubicBezTo>
                  <a:lnTo>
                    <a:pt x="2044" y="1460"/>
                  </a:lnTo>
                  <a:lnTo>
                    <a:pt x="2092" y="1508"/>
                  </a:lnTo>
                  <a:cubicBezTo>
                    <a:pt x="2135" y="1545"/>
                    <a:pt x="2145" y="1549"/>
                    <a:pt x="2151" y="1549"/>
                  </a:cubicBezTo>
                  <a:cubicBezTo>
                    <a:pt x="2153" y="1549"/>
                    <a:pt x="2155" y="1549"/>
                    <a:pt x="2157" y="1549"/>
                  </a:cubicBezTo>
                  <a:cubicBezTo>
                    <a:pt x="2165" y="1541"/>
                    <a:pt x="2165" y="1541"/>
                    <a:pt x="2116" y="1492"/>
                  </a:cubicBezTo>
                  <a:cubicBezTo>
                    <a:pt x="2084" y="1460"/>
                    <a:pt x="2052" y="1427"/>
                    <a:pt x="2027" y="1387"/>
                  </a:cubicBezTo>
                  <a:cubicBezTo>
                    <a:pt x="1995" y="1362"/>
                    <a:pt x="1962" y="1330"/>
                    <a:pt x="1930" y="1289"/>
                  </a:cubicBezTo>
                  <a:lnTo>
                    <a:pt x="1930" y="1289"/>
                  </a:lnTo>
                  <a:cubicBezTo>
                    <a:pt x="1962" y="1322"/>
                    <a:pt x="2003" y="1354"/>
                    <a:pt x="2035" y="1387"/>
                  </a:cubicBezTo>
                  <a:cubicBezTo>
                    <a:pt x="2126" y="1477"/>
                    <a:pt x="2174" y="1525"/>
                    <a:pt x="2193" y="1525"/>
                  </a:cubicBezTo>
                  <a:cubicBezTo>
                    <a:pt x="2195" y="1525"/>
                    <a:pt x="2196" y="1525"/>
                    <a:pt x="2197" y="1525"/>
                  </a:cubicBezTo>
                  <a:cubicBezTo>
                    <a:pt x="2197" y="1525"/>
                    <a:pt x="2198" y="1524"/>
                    <a:pt x="2199" y="1524"/>
                  </a:cubicBezTo>
                  <a:cubicBezTo>
                    <a:pt x="2203" y="1524"/>
                    <a:pt x="2215" y="1529"/>
                    <a:pt x="2246" y="1573"/>
                  </a:cubicBezTo>
                  <a:cubicBezTo>
                    <a:pt x="2254" y="1573"/>
                    <a:pt x="2254" y="1565"/>
                    <a:pt x="2222" y="1508"/>
                  </a:cubicBezTo>
                  <a:lnTo>
                    <a:pt x="2222" y="1508"/>
                  </a:lnTo>
                  <a:cubicBezTo>
                    <a:pt x="2242" y="1537"/>
                    <a:pt x="2254" y="1551"/>
                    <a:pt x="2256" y="1551"/>
                  </a:cubicBezTo>
                  <a:cubicBezTo>
                    <a:pt x="2258" y="1551"/>
                    <a:pt x="2250" y="1537"/>
                    <a:pt x="2230" y="1508"/>
                  </a:cubicBezTo>
                  <a:cubicBezTo>
                    <a:pt x="2219" y="1489"/>
                    <a:pt x="2216" y="1483"/>
                    <a:pt x="2218" y="1483"/>
                  </a:cubicBezTo>
                  <a:cubicBezTo>
                    <a:pt x="2220" y="1483"/>
                    <a:pt x="2235" y="1501"/>
                    <a:pt x="2237" y="1501"/>
                  </a:cubicBezTo>
                  <a:cubicBezTo>
                    <a:pt x="2238" y="1501"/>
                    <a:pt x="2238" y="1501"/>
                    <a:pt x="2238" y="1500"/>
                  </a:cubicBezTo>
                  <a:cubicBezTo>
                    <a:pt x="2275" y="1555"/>
                    <a:pt x="2295" y="1585"/>
                    <a:pt x="2295" y="1585"/>
                  </a:cubicBezTo>
                  <a:cubicBezTo>
                    <a:pt x="2296" y="1585"/>
                    <a:pt x="2268" y="1541"/>
                    <a:pt x="2206" y="1443"/>
                  </a:cubicBezTo>
                  <a:cubicBezTo>
                    <a:pt x="2202" y="1435"/>
                    <a:pt x="2198" y="1426"/>
                    <a:pt x="2193" y="1418"/>
                  </a:cubicBezTo>
                  <a:lnTo>
                    <a:pt x="2193" y="1418"/>
                  </a:lnTo>
                  <a:cubicBezTo>
                    <a:pt x="2227" y="1470"/>
                    <a:pt x="2250" y="1503"/>
                    <a:pt x="2254" y="1503"/>
                  </a:cubicBezTo>
                  <a:cubicBezTo>
                    <a:pt x="2257" y="1503"/>
                    <a:pt x="2247" y="1483"/>
                    <a:pt x="2222" y="1435"/>
                  </a:cubicBezTo>
                  <a:lnTo>
                    <a:pt x="2222" y="1435"/>
                  </a:lnTo>
                  <a:cubicBezTo>
                    <a:pt x="2222" y="1435"/>
                    <a:pt x="2222" y="1436"/>
                    <a:pt x="2262" y="1500"/>
                  </a:cubicBezTo>
                  <a:cubicBezTo>
                    <a:pt x="2276" y="1523"/>
                    <a:pt x="2283" y="1537"/>
                    <a:pt x="2284" y="1537"/>
                  </a:cubicBezTo>
                  <a:cubicBezTo>
                    <a:pt x="2285" y="1537"/>
                    <a:pt x="2272" y="1508"/>
                    <a:pt x="2238" y="1435"/>
                  </a:cubicBezTo>
                  <a:cubicBezTo>
                    <a:pt x="2205" y="1372"/>
                    <a:pt x="2190" y="1340"/>
                    <a:pt x="2194" y="1340"/>
                  </a:cubicBezTo>
                  <a:cubicBezTo>
                    <a:pt x="2197" y="1340"/>
                    <a:pt x="2215" y="1368"/>
                    <a:pt x="2246" y="1427"/>
                  </a:cubicBezTo>
                  <a:cubicBezTo>
                    <a:pt x="2284" y="1497"/>
                    <a:pt x="2302" y="1527"/>
                    <a:pt x="2306" y="1527"/>
                  </a:cubicBezTo>
                  <a:cubicBezTo>
                    <a:pt x="2310" y="1527"/>
                    <a:pt x="2305" y="1511"/>
                    <a:pt x="2295" y="1484"/>
                  </a:cubicBezTo>
                  <a:cubicBezTo>
                    <a:pt x="2261" y="1412"/>
                    <a:pt x="2253" y="1382"/>
                    <a:pt x="2257" y="1382"/>
                  </a:cubicBezTo>
                  <a:cubicBezTo>
                    <a:pt x="2260" y="1382"/>
                    <a:pt x="2269" y="1396"/>
                    <a:pt x="2279" y="1419"/>
                  </a:cubicBezTo>
                  <a:cubicBezTo>
                    <a:pt x="2295" y="1452"/>
                    <a:pt x="2303" y="1468"/>
                    <a:pt x="2304" y="1468"/>
                  </a:cubicBezTo>
                  <a:cubicBezTo>
                    <a:pt x="2305" y="1468"/>
                    <a:pt x="2299" y="1452"/>
                    <a:pt x="2287" y="1420"/>
                  </a:cubicBezTo>
                  <a:lnTo>
                    <a:pt x="2287" y="1420"/>
                  </a:lnTo>
                  <a:cubicBezTo>
                    <a:pt x="2304" y="1466"/>
                    <a:pt x="2321" y="1511"/>
                    <a:pt x="2324" y="1511"/>
                  </a:cubicBezTo>
                  <a:cubicBezTo>
                    <a:pt x="2325" y="1511"/>
                    <a:pt x="2324" y="1503"/>
                    <a:pt x="2319" y="1484"/>
                  </a:cubicBezTo>
                  <a:cubicBezTo>
                    <a:pt x="2319" y="1484"/>
                    <a:pt x="2319" y="1484"/>
                    <a:pt x="2295" y="1419"/>
                  </a:cubicBezTo>
                  <a:lnTo>
                    <a:pt x="2262" y="1289"/>
                  </a:lnTo>
                  <a:cubicBezTo>
                    <a:pt x="2238" y="1249"/>
                    <a:pt x="2222" y="1200"/>
                    <a:pt x="2214" y="1160"/>
                  </a:cubicBezTo>
                  <a:cubicBezTo>
                    <a:pt x="2207" y="1143"/>
                    <a:pt x="2206" y="1134"/>
                    <a:pt x="2209" y="1134"/>
                  </a:cubicBezTo>
                  <a:cubicBezTo>
                    <a:pt x="2216" y="1134"/>
                    <a:pt x="2255" y="1203"/>
                    <a:pt x="2303" y="1346"/>
                  </a:cubicBezTo>
                  <a:lnTo>
                    <a:pt x="2343" y="1484"/>
                  </a:lnTo>
                  <a:lnTo>
                    <a:pt x="2311" y="1346"/>
                  </a:lnTo>
                  <a:lnTo>
                    <a:pt x="2311" y="1346"/>
                  </a:lnTo>
                  <a:cubicBezTo>
                    <a:pt x="2311" y="1346"/>
                    <a:pt x="2319" y="1346"/>
                    <a:pt x="2335" y="1411"/>
                  </a:cubicBezTo>
                  <a:cubicBezTo>
                    <a:pt x="2352" y="1476"/>
                    <a:pt x="2352" y="1476"/>
                    <a:pt x="2352" y="1476"/>
                  </a:cubicBezTo>
                  <a:cubicBezTo>
                    <a:pt x="2352" y="1460"/>
                    <a:pt x="2352" y="1435"/>
                    <a:pt x="2343" y="1411"/>
                  </a:cubicBezTo>
                  <a:cubicBezTo>
                    <a:pt x="2337" y="1384"/>
                    <a:pt x="2331" y="1363"/>
                    <a:pt x="2327" y="1346"/>
                  </a:cubicBezTo>
                  <a:lnTo>
                    <a:pt x="2327" y="1346"/>
                  </a:lnTo>
                  <a:cubicBezTo>
                    <a:pt x="2343" y="1411"/>
                    <a:pt x="2354" y="1443"/>
                    <a:pt x="2357" y="1443"/>
                  </a:cubicBezTo>
                  <a:cubicBezTo>
                    <a:pt x="2360" y="1443"/>
                    <a:pt x="2356" y="1411"/>
                    <a:pt x="2343" y="1346"/>
                  </a:cubicBezTo>
                  <a:lnTo>
                    <a:pt x="2343" y="1346"/>
                  </a:lnTo>
                  <a:cubicBezTo>
                    <a:pt x="2352" y="1387"/>
                    <a:pt x="2368" y="1435"/>
                    <a:pt x="2376" y="1476"/>
                  </a:cubicBezTo>
                  <a:lnTo>
                    <a:pt x="2368" y="1411"/>
                  </a:lnTo>
                  <a:cubicBezTo>
                    <a:pt x="2353" y="1335"/>
                    <a:pt x="2348" y="1304"/>
                    <a:pt x="2348" y="1304"/>
                  </a:cubicBezTo>
                  <a:lnTo>
                    <a:pt x="2348" y="1304"/>
                  </a:lnTo>
                  <a:cubicBezTo>
                    <a:pt x="2349" y="1304"/>
                    <a:pt x="2353" y="1319"/>
                    <a:pt x="2360" y="1346"/>
                  </a:cubicBezTo>
                  <a:cubicBezTo>
                    <a:pt x="2368" y="1379"/>
                    <a:pt x="2372" y="1395"/>
                    <a:pt x="2374" y="1395"/>
                  </a:cubicBezTo>
                  <a:cubicBezTo>
                    <a:pt x="2376" y="1395"/>
                    <a:pt x="2376" y="1379"/>
                    <a:pt x="2376" y="1346"/>
                  </a:cubicBezTo>
                  <a:cubicBezTo>
                    <a:pt x="2384" y="1346"/>
                    <a:pt x="2384" y="1346"/>
                    <a:pt x="2392" y="1411"/>
                  </a:cubicBezTo>
                  <a:cubicBezTo>
                    <a:pt x="2404" y="1480"/>
                    <a:pt x="2408" y="1514"/>
                    <a:pt x="2408" y="1514"/>
                  </a:cubicBezTo>
                  <a:cubicBezTo>
                    <a:pt x="2408" y="1514"/>
                    <a:pt x="2404" y="1480"/>
                    <a:pt x="2400" y="1411"/>
                  </a:cubicBezTo>
                  <a:cubicBezTo>
                    <a:pt x="2396" y="1379"/>
                    <a:pt x="2394" y="1362"/>
                    <a:pt x="2395" y="1362"/>
                  </a:cubicBezTo>
                  <a:lnTo>
                    <a:pt x="2395" y="1362"/>
                  </a:lnTo>
                  <a:cubicBezTo>
                    <a:pt x="2396" y="1362"/>
                    <a:pt x="2400" y="1379"/>
                    <a:pt x="2408" y="1411"/>
                  </a:cubicBezTo>
                  <a:cubicBezTo>
                    <a:pt x="2416" y="1443"/>
                    <a:pt x="2418" y="1460"/>
                    <a:pt x="2418" y="1460"/>
                  </a:cubicBezTo>
                  <a:cubicBezTo>
                    <a:pt x="2418" y="1460"/>
                    <a:pt x="2416" y="1443"/>
                    <a:pt x="2416" y="1411"/>
                  </a:cubicBezTo>
                  <a:cubicBezTo>
                    <a:pt x="2416" y="1346"/>
                    <a:pt x="2408" y="1273"/>
                    <a:pt x="2392" y="1208"/>
                  </a:cubicBezTo>
                  <a:cubicBezTo>
                    <a:pt x="2392" y="1208"/>
                    <a:pt x="2392" y="1208"/>
                    <a:pt x="2384" y="1143"/>
                  </a:cubicBezTo>
                  <a:lnTo>
                    <a:pt x="2392" y="1143"/>
                  </a:lnTo>
                  <a:cubicBezTo>
                    <a:pt x="2400" y="1143"/>
                    <a:pt x="2408" y="1143"/>
                    <a:pt x="2416" y="1070"/>
                  </a:cubicBezTo>
                  <a:cubicBezTo>
                    <a:pt x="2418" y="1059"/>
                    <a:pt x="2419" y="1045"/>
                    <a:pt x="2419" y="1030"/>
                  </a:cubicBezTo>
                  <a:close/>
                  <a:moveTo>
                    <a:pt x="2270" y="2416"/>
                  </a:moveTo>
                  <a:cubicBezTo>
                    <a:pt x="2254" y="2457"/>
                    <a:pt x="2238" y="2497"/>
                    <a:pt x="2214" y="2538"/>
                  </a:cubicBezTo>
                  <a:lnTo>
                    <a:pt x="2270" y="2416"/>
                  </a:lnTo>
                  <a:close/>
                  <a:moveTo>
                    <a:pt x="2822" y="2700"/>
                  </a:moveTo>
                  <a:cubicBezTo>
                    <a:pt x="2854" y="2733"/>
                    <a:pt x="2879" y="2773"/>
                    <a:pt x="2895" y="2822"/>
                  </a:cubicBezTo>
                  <a:lnTo>
                    <a:pt x="2887" y="2822"/>
                  </a:lnTo>
                  <a:lnTo>
                    <a:pt x="2814" y="2700"/>
                  </a:lnTo>
                  <a:close/>
                  <a:moveTo>
                    <a:pt x="1816" y="2733"/>
                  </a:moveTo>
                  <a:lnTo>
                    <a:pt x="1816" y="2741"/>
                  </a:lnTo>
                  <a:cubicBezTo>
                    <a:pt x="1779" y="2786"/>
                    <a:pt x="1734" y="2831"/>
                    <a:pt x="1722" y="2831"/>
                  </a:cubicBezTo>
                  <a:cubicBezTo>
                    <a:pt x="1721" y="2831"/>
                    <a:pt x="1720" y="2830"/>
                    <a:pt x="1719" y="2830"/>
                  </a:cubicBezTo>
                  <a:lnTo>
                    <a:pt x="1768" y="2773"/>
                  </a:lnTo>
                  <a:lnTo>
                    <a:pt x="1816" y="2733"/>
                  </a:lnTo>
                  <a:close/>
                  <a:moveTo>
                    <a:pt x="2173" y="2822"/>
                  </a:moveTo>
                  <a:lnTo>
                    <a:pt x="2173" y="2822"/>
                  </a:lnTo>
                  <a:cubicBezTo>
                    <a:pt x="2165" y="2870"/>
                    <a:pt x="2149" y="2911"/>
                    <a:pt x="2133" y="2951"/>
                  </a:cubicBezTo>
                  <a:lnTo>
                    <a:pt x="2141" y="2887"/>
                  </a:lnTo>
                  <a:lnTo>
                    <a:pt x="2173" y="2822"/>
                  </a:lnTo>
                  <a:close/>
                  <a:moveTo>
                    <a:pt x="1979" y="2789"/>
                  </a:moveTo>
                  <a:cubicBezTo>
                    <a:pt x="1987" y="2789"/>
                    <a:pt x="1987" y="2789"/>
                    <a:pt x="1946" y="2854"/>
                  </a:cubicBezTo>
                  <a:cubicBezTo>
                    <a:pt x="1930" y="2887"/>
                    <a:pt x="1897" y="2927"/>
                    <a:pt x="1873" y="2960"/>
                  </a:cubicBezTo>
                  <a:cubicBezTo>
                    <a:pt x="1906" y="2903"/>
                    <a:pt x="1938" y="2846"/>
                    <a:pt x="1979" y="2789"/>
                  </a:cubicBezTo>
                  <a:close/>
                  <a:moveTo>
                    <a:pt x="2604" y="2851"/>
                  </a:moveTo>
                  <a:cubicBezTo>
                    <a:pt x="2612" y="2851"/>
                    <a:pt x="2615" y="2864"/>
                    <a:pt x="2627" y="2919"/>
                  </a:cubicBezTo>
                  <a:cubicBezTo>
                    <a:pt x="2652" y="2984"/>
                    <a:pt x="2635" y="2984"/>
                    <a:pt x="2627" y="2984"/>
                  </a:cubicBezTo>
                  <a:cubicBezTo>
                    <a:pt x="2611" y="2943"/>
                    <a:pt x="2595" y="2895"/>
                    <a:pt x="2595" y="2854"/>
                  </a:cubicBezTo>
                  <a:cubicBezTo>
                    <a:pt x="2599" y="2852"/>
                    <a:pt x="2602" y="2851"/>
                    <a:pt x="2604" y="2851"/>
                  </a:cubicBezTo>
                  <a:close/>
                  <a:moveTo>
                    <a:pt x="2471" y="510"/>
                  </a:moveTo>
                  <a:cubicBezTo>
                    <a:pt x="2457" y="510"/>
                    <a:pt x="2457" y="579"/>
                    <a:pt x="2457" y="641"/>
                  </a:cubicBezTo>
                  <a:lnTo>
                    <a:pt x="2441" y="641"/>
                  </a:lnTo>
                  <a:cubicBezTo>
                    <a:pt x="2441" y="641"/>
                    <a:pt x="2433" y="641"/>
                    <a:pt x="2433" y="706"/>
                  </a:cubicBezTo>
                  <a:cubicBezTo>
                    <a:pt x="2433" y="779"/>
                    <a:pt x="2425" y="779"/>
                    <a:pt x="2416" y="779"/>
                  </a:cubicBezTo>
                  <a:cubicBezTo>
                    <a:pt x="2416" y="757"/>
                    <a:pt x="2416" y="748"/>
                    <a:pt x="2415" y="748"/>
                  </a:cubicBezTo>
                  <a:lnTo>
                    <a:pt x="2415" y="748"/>
                  </a:lnTo>
                  <a:cubicBezTo>
                    <a:pt x="2414" y="748"/>
                    <a:pt x="2413" y="798"/>
                    <a:pt x="2425" y="843"/>
                  </a:cubicBezTo>
                  <a:cubicBezTo>
                    <a:pt x="2425" y="886"/>
                    <a:pt x="2425" y="923"/>
                    <a:pt x="2419" y="964"/>
                  </a:cubicBezTo>
                  <a:lnTo>
                    <a:pt x="2419" y="964"/>
                  </a:lnTo>
                  <a:cubicBezTo>
                    <a:pt x="2418" y="939"/>
                    <a:pt x="2416" y="920"/>
                    <a:pt x="2413" y="920"/>
                  </a:cubicBezTo>
                  <a:cubicBezTo>
                    <a:pt x="2412" y="920"/>
                    <a:pt x="2410" y="926"/>
                    <a:pt x="2408" y="941"/>
                  </a:cubicBezTo>
                  <a:lnTo>
                    <a:pt x="2392" y="868"/>
                  </a:lnTo>
                  <a:cubicBezTo>
                    <a:pt x="2388" y="766"/>
                    <a:pt x="2382" y="716"/>
                    <a:pt x="2379" y="716"/>
                  </a:cubicBezTo>
                  <a:cubicBezTo>
                    <a:pt x="2376" y="716"/>
                    <a:pt x="2376" y="766"/>
                    <a:pt x="2384" y="868"/>
                  </a:cubicBezTo>
                  <a:cubicBezTo>
                    <a:pt x="2393" y="980"/>
                    <a:pt x="2397" y="1030"/>
                    <a:pt x="2395" y="1030"/>
                  </a:cubicBezTo>
                  <a:cubicBezTo>
                    <a:pt x="2393" y="1030"/>
                    <a:pt x="2387" y="998"/>
                    <a:pt x="2376" y="941"/>
                  </a:cubicBezTo>
                  <a:cubicBezTo>
                    <a:pt x="2368" y="803"/>
                    <a:pt x="2360" y="803"/>
                    <a:pt x="2352" y="803"/>
                  </a:cubicBezTo>
                  <a:cubicBezTo>
                    <a:pt x="2343" y="803"/>
                    <a:pt x="2343" y="803"/>
                    <a:pt x="2335" y="738"/>
                  </a:cubicBezTo>
                  <a:cubicBezTo>
                    <a:pt x="2335" y="689"/>
                    <a:pt x="2327" y="641"/>
                    <a:pt x="2303" y="600"/>
                  </a:cubicBezTo>
                  <a:cubicBezTo>
                    <a:pt x="2295" y="600"/>
                    <a:pt x="2295" y="600"/>
                    <a:pt x="2303" y="665"/>
                  </a:cubicBezTo>
                  <a:cubicBezTo>
                    <a:pt x="2310" y="696"/>
                    <a:pt x="2311" y="714"/>
                    <a:pt x="2307" y="714"/>
                  </a:cubicBezTo>
                  <a:cubicBezTo>
                    <a:pt x="2303" y="714"/>
                    <a:pt x="2289" y="680"/>
                    <a:pt x="2270" y="600"/>
                  </a:cubicBezTo>
                  <a:cubicBezTo>
                    <a:pt x="2264" y="574"/>
                    <a:pt x="2260" y="558"/>
                    <a:pt x="2259" y="558"/>
                  </a:cubicBezTo>
                  <a:cubicBezTo>
                    <a:pt x="2257" y="558"/>
                    <a:pt x="2261" y="591"/>
                    <a:pt x="2270" y="673"/>
                  </a:cubicBezTo>
                  <a:cubicBezTo>
                    <a:pt x="2283" y="738"/>
                    <a:pt x="2285" y="770"/>
                    <a:pt x="2280" y="770"/>
                  </a:cubicBezTo>
                  <a:cubicBezTo>
                    <a:pt x="2275" y="770"/>
                    <a:pt x="2262" y="738"/>
                    <a:pt x="2246" y="673"/>
                  </a:cubicBezTo>
                  <a:lnTo>
                    <a:pt x="2230" y="673"/>
                  </a:lnTo>
                  <a:cubicBezTo>
                    <a:pt x="2230" y="722"/>
                    <a:pt x="2230" y="770"/>
                    <a:pt x="2246" y="811"/>
                  </a:cubicBezTo>
                  <a:cubicBezTo>
                    <a:pt x="2260" y="887"/>
                    <a:pt x="2266" y="918"/>
                    <a:pt x="2265" y="918"/>
                  </a:cubicBezTo>
                  <a:cubicBezTo>
                    <a:pt x="2265" y="918"/>
                    <a:pt x="2261" y="903"/>
                    <a:pt x="2254" y="876"/>
                  </a:cubicBezTo>
                  <a:cubicBezTo>
                    <a:pt x="2230" y="811"/>
                    <a:pt x="2214" y="746"/>
                    <a:pt x="2214" y="746"/>
                  </a:cubicBezTo>
                  <a:cubicBezTo>
                    <a:pt x="2206" y="681"/>
                    <a:pt x="2189" y="681"/>
                    <a:pt x="2181" y="681"/>
                  </a:cubicBezTo>
                  <a:cubicBezTo>
                    <a:pt x="2173" y="681"/>
                    <a:pt x="2157" y="689"/>
                    <a:pt x="2173" y="754"/>
                  </a:cubicBezTo>
                  <a:lnTo>
                    <a:pt x="2157" y="689"/>
                  </a:lnTo>
                  <a:cubicBezTo>
                    <a:pt x="2152" y="689"/>
                    <a:pt x="2143" y="661"/>
                    <a:pt x="2142" y="661"/>
                  </a:cubicBezTo>
                  <a:lnTo>
                    <a:pt x="2142" y="661"/>
                  </a:lnTo>
                  <a:cubicBezTo>
                    <a:pt x="2142" y="661"/>
                    <a:pt x="2143" y="668"/>
                    <a:pt x="2149" y="689"/>
                  </a:cubicBezTo>
                  <a:cubicBezTo>
                    <a:pt x="2149" y="689"/>
                    <a:pt x="2141" y="689"/>
                    <a:pt x="2100" y="625"/>
                  </a:cubicBezTo>
                  <a:cubicBezTo>
                    <a:pt x="2095" y="615"/>
                    <a:pt x="2091" y="611"/>
                    <a:pt x="2088" y="611"/>
                  </a:cubicBezTo>
                  <a:cubicBezTo>
                    <a:pt x="2072" y="611"/>
                    <a:pt x="2086" y="725"/>
                    <a:pt x="2141" y="827"/>
                  </a:cubicBezTo>
                  <a:lnTo>
                    <a:pt x="2133" y="827"/>
                  </a:lnTo>
                  <a:cubicBezTo>
                    <a:pt x="2125" y="835"/>
                    <a:pt x="2149" y="900"/>
                    <a:pt x="2149" y="900"/>
                  </a:cubicBezTo>
                  <a:cubicBezTo>
                    <a:pt x="2165" y="965"/>
                    <a:pt x="2157" y="965"/>
                    <a:pt x="2157" y="965"/>
                  </a:cubicBezTo>
                  <a:cubicBezTo>
                    <a:pt x="2157" y="965"/>
                    <a:pt x="2133" y="900"/>
                    <a:pt x="2108" y="835"/>
                  </a:cubicBezTo>
                  <a:cubicBezTo>
                    <a:pt x="2080" y="724"/>
                    <a:pt x="2055" y="655"/>
                    <a:pt x="2049" y="655"/>
                  </a:cubicBezTo>
                  <a:cubicBezTo>
                    <a:pt x="2045" y="655"/>
                    <a:pt x="2052" y="692"/>
                    <a:pt x="2076" y="779"/>
                  </a:cubicBezTo>
                  <a:cubicBezTo>
                    <a:pt x="2060" y="738"/>
                    <a:pt x="2060" y="746"/>
                    <a:pt x="2052" y="714"/>
                  </a:cubicBezTo>
                  <a:cubicBezTo>
                    <a:pt x="2040" y="682"/>
                    <a:pt x="2032" y="666"/>
                    <a:pt x="2028" y="666"/>
                  </a:cubicBezTo>
                  <a:cubicBezTo>
                    <a:pt x="2023" y="666"/>
                    <a:pt x="2023" y="684"/>
                    <a:pt x="2027" y="722"/>
                  </a:cubicBezTo>
                  <a:cubicBezTo>
                    <a:pt x="2035" y="787"/>
                    <a:pt x="2052" y="852"/>
                    <a:pt x="2084" y="916"/>
                  </a:cubicBezTo>
                  <a:cubicBezTo>
                    <a:pt x="2108" y="981"/>
                    <a:pt x="2100" y="981"/>
                    <a:pt x="2100" y="981"/>
                  </a:cubicBezTo>
                  <a:cubicBezTo>
                    <a:pt x="2092" y="981"/>
                    <a:pt x="2092" y="981"/>
                    <a:pt x="2068" y="916"/>
                  </a:cubicBezTo>
                  <a:cubicBezTo>
                    <a:pt x="2044" y="858"/>
                    <a:pt x="2026" y="829"/>
                    <a:pt x="2020" y="829"/>
                  </a:cubicBezTo>
                  <a:cubicBezTo>
                    <a:pt x="2014" y="829"/>
                    <a:pt x="2017" y="850"/>
                    <a:pt x="2030" y="889"/>
                  </a:cubicBezTo>
                  <a:lnTo>
                    <a:pt x="2030" y="889"/>
                  </a:lnTo>
                  <a:lnTo>
                    <a:pt x="2019" y="860"/>
                  </a:lnTo>
                  <a:cubicBezTo>
                    <a:pt x="2003" y="822"/>
                    <a:pt x="1980" y="781"/>
                    <a:pt x="1964" y="781"/>
                  </a:cubicBezTo>
                  <a:cubicBezTo>
                    <a:pt x="1955" y="781"/>
                    <a:pt x="1949" y="792"/>
                    <a:pt x="1946" y="819"/>
                  </a:cubicBezTo>
                  <a:cubicBezTo>
                    <a:pt x="1933" y="826"/>
                    <a:pt x="1921" y="831"/>
                    <a:pt x="1909" y="831"/>
                  </a:cubicBezTo>
                  <a:cubicBezTo>
                    <a:pt x="1891" y="831"/>
                    <a:pt x="1873" y="820"/>
                    <a:pt x="1849" y="787"/>
                  </a:cubicBezTo>
                  <a:cubicBezTo>
                    <a:pt x="1843" y="775"/>
                    <a:pt x="1839" y="770"/>
                    <a:pt x="1838" y="770"/>
                  </a:cubicBezTo>
                  <a:cubicBezTo>
                    <a:pt x="1829" y="770"/>
                    <a:pt x="1860" y="881"/>
                    <a:pt x="1914" y="981"/>
                  </a:cubicBezTo>
                  <a:cubicBezTo>
                    <a:pt x="1888" y="945"/>
                    <a:pt x="1875" y="935"/>
                    <a:pt x="1867" y="935"/>
                  </a:cubicBezTo>
                  <a:cubicBezTo>
                    <a:pt x="1863" y="935"/>
                    <a:pt x="1860" y="938"/>
                    <a:pt x="1857" y="941"/>
                  </a:cubicBezTo>
                  <a:cubicBezTo>
                    <a:pt x="1850" y="943"/>
                    <a:pt x="1845" y="945"/>
                    <a:pt x="1841" y="945"/>
                  </a:cubicBezTo>
                  <a:cubicBezTo>
                    <a:pt x="1830" y="945"/>
                    <a:pt x="1822" y="933"/>
                    <a:pt x="1792" y="892"/>
                  </a:cubicBezTo>
                  <a:cubicBezTo>
                    <a:pt x="1760" y="836"/>
                    <a:pt x="1742" y="808"/>
                    <a:pt x="1740" y="808"/>
                  </a:cubicBezTo>
                  <a:cubicBezTo>
                    <a:pt x="1737" y="808"/>
                    <a:pt x="1751" y="838"/>
                    <a:pt x="1784" y="900"/>
                  </a:cubicBezTo>
                  <a:cubicBezTo>
                    <a:pt x="1814" y="947"/>
                    <a:pt x="1822" y="968"/>
                    <a:pt x="1815" y="968"/>
                  </a:cubicBezTo>
                  <a:cubicBezTo>
                    <a:pt x="1804" y="968"/>
                    <a:pt x="1763" y="926"/>
                    <a:pt x="1711" y="860"/>
                  </a:cubicBezTo>
                  <a:cubicBezTo>
                    <a:pt x="1685" y="823"/>
                    <a:pt x="1672" y="813"/>
                    <a:pt x="1662" y="813"/>
                  </a:cubicBezTo>
                  <a:cubicBezTo>
                    <a:pt x="1657" y="813"/>
                    <a:pt x="1652" y="816"/>
                    <a:pt x="1646" y="819"/>
                  </a:cubicBezTo>
                  <a:cubicBezTo>
                    <a:pt x="1687" y="884"/>
                    <a:pt x="1670" y="892"/>
                    <a:pt x="1654" y="900"/>
                  </a:cubicBezTo>
                  <a:cubicBezTo>
                    <a:pt x="1630" y="916"/>
                    <a:pt x="1630" y="916"/>
                    <a:pt x="1719" y="1022"/>
                  </a:cubicBezTo>
                  <a:cubicBezTo>
                    <a:pt x="1808" y="1127"/>
                    <a:pt x="1808" y="1127"/>
                    <a:pt x="1792" y="1135"/>
                  </a:cubicBezTo>
                  <a:cubicBezTo>
                    <a:pt x="1792" y="1138"/>
                    <a:pt x="1791" y="1141"/>
                    <a:pt x="1788" y="1141"/>
                  </a:cubicBezTo>
                  <a:cubicBezTo>
                    <a:pt x="1781" y="1141"/>
                    <a:pt x="1767" y="1131"/>
                    <a:pt x="1735" y="1095"/>
                  </a:cubicBezTo>
                  <a:cubicBezTo>
                    <a:pt x="1735" y="1095"/>
                    <a:pt x="1688" y="1061"/>
                    <a:pt x="1680" y="1061"/>
                  </a:cubicBezTo>
                  <a:cubicBezTo>
                    <a:pt x="1679" y="1061"/>
                    <a:pt x="1679" y="1062"/>
                    <a:pt x="1679" y="1062"/>
                  </a:cubicBezTo>
                  <a:cubicBezTo>
                    <a:pt x="1677" y="1062"/>
                    <a:pt x="1675" y="1063"/>
                    <a:pt x="1672" y="1063"/>
                  </a:cubicBezTo>
                  <a:cubicBezTo>
                    <a:pt x="1664" y="1063"/>
                    <a:pt x="1650" y="1058"/>
                    <a:pt x="1614" y="1022"/>
                  </a:cubicBezTo>
                  <a:cubicBezTo>
                    <a:pt x="1614" y="1022"/>
                    <a:pt x="1567" y="988"/>
                    <a:pt x="1546" y="988"/>
                  </a:cubicBezTo>
                  <a:cubicBezTo>
                    <a:pt x="1544" y="988"/>
                    <a:pt x="1542" y="989"/>
                    <a:pt x="1541" y="989"/>
                  </a:cubicBezTo>
                  <a:cubicBezTo>
                    <a:pt x="1537" y="998"/>
                    <a:pt x="1531" y="1006"/>
                    <a:pt x="1519" y="1006"/>
                  </a:cubicBezTo>
                  <a:cubicBezTo>
                    <a:pt x="1508" y="1006"/>
                    <a:pt x="1492" y="998"/>
                    <a:pt x="1468" y="973"/>
                  </a:cubicBezTo>
                  <a:lnTo>
                    <a:pt x="1468" y="973"/>
                  </a:lnTo>
                  <a:cubicBezTo>
                    <a:pt x="1460" y="981"/>
                    <a:pt x="1460" y="981"/>
                    <a:pt x="1508" y="1022"/>
                  </a:cubicBezTo>
                  <a:cubicBezTo>
                    <a:pt x="1557" y="1064"/>
                    <a:pt x="1594" y="1106"/>
                    <a:pt x="1556" y="1106"/>
                  </a:cubicBezTo>
                  <a:cubicBezTo>
                    <a:pt x="1550" y="1106"/>
                    <a:pt x="1542" y="1105"/>
                    <a:pt x="1533" y="1103"/>
                  </a:cubicBezTo>
                  <a:lnTo>
                    <a:pt x="1533" y="1103"/>
                  </a:lnTo>
                  <a:cubicBezTo>
                    <a:pt x="1516" y="1119"/>
                    <a:pt x="1500" y="1135"/>
                    <a:pt x="1557" y="1176"/>
                  </a:cubicBezTo>
                  <a:cubicBezTo>
                    <a:pt x="1554" y="1178"/>
                    <a:pt x="1553" y="1180"/>
                    <a:pt x="1550" y="1180"/>
                  </a:cubicBezTo>
                  <a:cubicBezTo>
                    <a:pt x="1543" y="1180"/>
                    <a:pt x="1531" y="1171"/>
                    <a:pt x="1492" y="1143"/>
                  </a:cubicBezTo>
                  <a:cubicBezTo>
                    <a:pt x="1446" y="1108"/>
                    <a:pt x="1416" y="1091"/>
                    <a:pt x="1407" y="1091"/>
                  </a:cubicBezTo>
                  <a:cubicBezTo>
                    <a:pt x="1396" y="1091"/>
                    <a:pt x="1417" y="1118"/>
                    <a:pt x="1476" y="1168"/>
                  </a:cubicBezTo>
                  <a:cubicBezTo>
                    <a:pt x="1504" y="1191"/>
                    <a:pt x="1516" y="1204"/>
                    <a:pt x="1508" y="1204"/>
                  </a:cubicBezTo>
                  <a:cubicBezTo>
                    <a:pt x="1503" y="1204"/>
                    <a:pt x="1487" y="1198"/>
                    <a:pt x="1460" y="1184"/>
                  </a:cubicBezTo>
                  <a:lnTo>
                    <a:pt x="1460" y="1184"/>
                  </a:lnTo>
                  <a:cubicBezTo>
                    <a:pt x="1460" y="1184"/>
                    <a:pt x="1460" y="1192"/>
                    <a:pt x="1508" y="1233"/>
                  </a:cubicBezTo>
                  <a:cubicBezTo>
                    <a:pt x="1542" y="1261"/>
                    <a:pt x="1555" y="1273"/>
                    <a:pt x="1546" y="1273"/>
                  </a:cubicBezTo>
                  <a:cubicBezTo>
                    <a:pt x="1540" y="1273"/>
                    <a:pt x="1522" y="1267"/>
                    <a:pt x="1492" y="1257"/>
                  </a:cubicBezTo>
                  <a:cubicBezTo>
                    <a:pt x="1459" y="1233"/>
                    <a:pt x="1442" y="1226"/>
                    <a:pt x="1434" y="1226"/>
                  </a:cubicBezTo>
                  <a:cubicBezTo>
                    <a:pt x="1429" y="1226"/>
                    <a:pt x="1427" y="1229"/>
                    <a:pt x="1427" y="1233"/>
                  </a:cubicBezTo>
                  <a:cubicBezTo>
                    <a:pt x="1472" y="1277"/>
                    <a:pt x="1435" y="1348"/>
                    <a:pt x="1379" y="1348"/>
                  </a:cubicBezTo>
                  <a:cubicBezTo>
                    <a:pt x="1374" y="1348"/>
                    <a:pt x="1368" y="1348"/>
                    <a:pt x="1362" y="1346"/>
                  </a:cubicBezTo>
                  <a:lnTo>
                    <a:pt x="1362" y="1346"/>
                  </a:lnTo>
                  <a:cubicBezTo>
                    <a:pt x="1419" y="1379"/>
                    <a:pt x="1419" y="1379"/>
                    <a:pt x="1411" y="1387"/>
                  </a:cubicBezTo>
                  <a:cubicBezTo>
                    <a:pt x="1370" y="1371"/>
                    <a:pt x="1348" y="1365"/>
                    <a:pt x="1342" y="1365"/>
                  </a:cubicBezTo>
                  <a:cubicBezTo>
                    <a:pt x="1328" y="1365"/>
                    <a:pt x="1385" y="1394"/>
                    <a:pt x="1468" y="1427"/>
                  </a:cubicBezTo>
                  <a:lnTo>
                    <a:pt x="1476" y="1419"/>
                  </a:lnTo>
                  <a:lnTo>
                    <a:pt x="1476" y="1411"/>
                  </a:lnTo>
                  <a:cubicBezTo>
                    <a:pt x="1545" y="1441"/>
                    <a:pt x="1575" y="1460"/>
                    <a:pt x="1559" y="1460"/>
                  </a:cubicBezTo>
                  <a:cubicBezTo>
                    <a:pt x="1544" y="1460"/>
                    <a:pt x="1494" y="1445"/>
                    <a:pt x="1403" y="1411"/>
                  </a:cubicBezTo>
                  <a:cubicBezTo>
                    <a:pt x="1343" y="1388"/>
                    <a:pt x="1310" y="1376"/>
                    <a:pt x="1305" y="1376"/>
                  </a:cubicBezTo>
                  <a:cubicBezTo>
                    <a:pt x="1299" y="1376"/>
                    <a:pt x="1330" y="1392"/>
                    <a:pt x="1395" y="1427"/>
                  </a:cubicBezTo>
                  <a:cubicBezTo>
                    <a:pt x="1470" y="1460"/>
                    <a:pt x="1499" y="1477"/>
                    <a:pt x="1484" y="1477"/>
                  </a:cubicBezTo>
                  <a:cubicBezTo>
                    <a:pt x="1474" y="1477"/>
                    <a:pt x="1441" y="1468"/>
                    <a:pt x="1387" y="1452"/>
                  </a:cubicBezTo>
                  <a:cubicBezTo>
                    <a:pt x="1324" y="1428"/>
                    <a:pt x="1292" y="1416"/>
                    <a:pt x="1290" y="1416"/>
                  </a:cubicBezTo>
                  <a:cubicBezTo>
                    <a:pt x="1287" y="1416"/>
                    <a:pt x="1319" y="1430"/>
                    <a:pt x="1387" y="1460"/>
                  </a:cubicBezTo>
                  <a:cubicBezTo>
                    <a:pt x="1537" y="1525"/>
                    <a:pt x="1619" y="1562"/>
                    <a:pt x="1599" y="1562"/>
                  </a:cubicBezTo>
                  <a:cubicBezTo>
                    <a:pt x="1587" y="1562"/>
                    <a:pt x="1535" y="1547"/>
                    <a:pt x="1435" y="1516"/>
                  </a:cubicBezTo>
                  <a:cubicBezTo>
                    <a:pt x="1333" y="1486"/>
                    <a:pt x="1271" y="1470"/>
                    <a:pt x="1246" y="1470"/>
                  </a:cubicBezTo>
                  <a:cubicBezTo>
                    <a:pt x="1237" y="1470"/>
                    <a:pt x="1233" y="1472"/>
                    <a:pt x="1233" y="1476"/>
                  </a:cubicBezTo>
                  <a:cubicBezTo>
                    <a:pt x="1225" y="1484"/>
                    <a:pt x="1289" y="1500"/>
                    <a:pt x="1362" y="1516"/>
                  </a:cubicBezTo>
                  <a:cubicBezTo>
                    <a:pt x="1449" y="1538"/>
                    <a:pt x="1478" y="1549"/>
                    <a:pt x="1446" y="1549"/>
                  </a:cubicBezTo>
                  <a:cubicBezTo>
                    <a:pt x="1431" y="1549"/>
                    <a:pt x="1400" y="1546"/>
                    <a:pt x="1354" y="1541"/>
                  </a:cubicBezTo>
                  <a:cubicBezTo>
                    <a:pt x="1292" y="1531"/>
                    <a:pt x="1248" y="1526"/>
                    <a:pt x="1219" y="1526"/>
                  </a:cubicBezTo>
                  <a:cubicBezTo>
                    <a:pt x="1155" y="1526"/>
                    <a:pt x="1175" y="1550"/>
                    <a:pt x="1265" y="1589"/>
                  </a:cubicBezTo>
                  <a:cubicBezTo>
                    <a:pt x="1344" y="1629"/>
                    <a:pt x="1372" y="1650"/>
                    <a:pt x="1353" y="1650"/>
                  </a:cubicBezTo>
                  <a:cubicBezTo>
                    <a:pt x="1340" y="1650"/>
                    <a:pt x="1308" y="1641"/>
                    <a:pt x="1257" y="1622"/>
                  </a:cubicBezTo>
                  <a:cubicBezTo>
                    <a:pt x="1189" y="1600"/>
                    <a:pt x="1156" y="1590"/>
                    <a:pt x="1150" y="1590"/>
                  </a:cubicBezTo>
                  <a:cubicBezTo>
                    <a:pt x="1145" y="1590"/>
                    <a:pt x="1161" y="1598"/>
                    <a:pt x="1192" y="1614"/>
                  </a:cubicBezTo>
                  <a:cubicBezTo>
                    <a:pt x="1192" y="1630"/>
                    <a:pt x="1184" y="1646"/>
                    <a:pt x="1184" y="1662"/>
                  </a:cubicBezTo>
                  <a:cubicBezTo>
                    <a:pt x="1184" y="1670"/>
                    <a:pt x="1249" y="1687"/>
                    <a:pt x="1314" y="1695"/>
                  </a:cubicBezTo>
                  <a:cubicBezTo>
                    <a:pt x="1290" y="1693"/>
                    <a:pt x="1269" y="1693"/>
                    <a:pt x="1250" y="1693"/>
                  </a:cubicBezTo>
                  <a:cubicBezTo>
                    <a:pt x="1159" y="1693"/>
                    <a:pt x="1133" y="1708"/>
                    <a:pt x="1241" y="1735"/>
                  </a:cubicBezTo>
                  <a:lnTo>
                    <a:pt x="1241" y="1752"/>
                  </a:lnTo>
                  <a:cubicBezTo>
                    <a:pt x="1241" y="1760"/>
                    <a:pt x="1241" y="1760"/>
                    <a:pt x="1306" y="1776"/>
                  </a:cubicBezTo>
                  <a:cubicBezTo>
                    <a:pt x="1370" y="1784"/>
                    <a:pt x="1306" y="1792"/>
                    <a:pt x="1233" y="1800"/>
                  </a:cubicBezTo>
                  <a:cubicBezTo>
                    <a:pt x="1168" y="1800"/>
                    <a:pt x="1095" y="1816"/>
                    <a:pt x="1168" y="1816"/>
                  </a:cubicBezTo>
                  <a:cubicBezTo>
                    <a:pt x="1233" y="1816"/>
                    <a:pt x="1298" y="1833"/>
                    <a:pt x="1370" y="1841"/>
                  </a:cubicBezTo>
                  <a:cubicBezTo>
                    <a:pt x="1415" y="1846"/>
                    <a:pt x="1398" y="1856"/>
                    <a:pt x="1359" y="1856"/>
                  </a:cubicBezTo>
                  <a:cubicBezTo>
                    <a:pt x="1342" y="1856"/>
                    <a:pt x="1320" y="1854"/>
                    <a:pt x="1298" y="1849"/>
                  </a:cubicBezTo>
                  <a:cubicBezTo>
                    <a:pt x="1249" y="1849"/>
                    <a:pt x="1208" y="1857"/>
                    <a:pt x="1160" y="1873"/>
                  </a:cubicBezTo>
                  <a:cubicBezTo>
                    <a:pt x="1160" y="1881"/>
                    <a:pt x="1160" y="1897"/>
                    <a:pt x="1225" y="1897"/>
                  </a:cubicBezTo>
                  <a:cubicBezTo>
                    <a:pt x="1298" y="1897"/>
                    <a:pt x="1298" y="1954"/>
                    <a:pt x="1225" y="1962"/>
                  </a:cubicBezTo>
                  <a:cubicBezTo>
                    <a:pt x="1225" y="1962"/>
                    <a:pt x="1225" y="1970"/>
                    <a:pt x="1225" y="1979"/>
                  </a:cubicBezTo>
                  <a:cubicBezTo>
                    <a:pt x="1225" y="1995"/>
                    <a:pt x="1289" y="2003"/>
                    <a:pt x="1289" y="2011"/>
                  </a:cubicBezTo>
                  <a:cubicBezTo>
                    <a:pt x="1289" y="2011"/>
                    <a:pt x="1289" y="2019"/>
                    <a:pt x="1354" y="2027"/>
                  </a:cubicBezTo>
                  <a:cubicBezTo>
                    <a:pt x="1354" y="2035"/>
                    <a:pt x="1354" y="2043"/>
                    <a:pt x="1289" y="2043"/>
                  </a:cubicBezTo>
                  <a:cubicBezTo>
                    <a:pt x="1427" y="2052"/>
                    <a:pt x="1427" y="2052"/>
                    <a:pt x="1289" y="2068"/>
                  </a:cubicBezTo>
                  <a:cubicBezTo>
                    <a:pt x="1152" y="2068"/>
                    <a:pt x="1152" y="2068"/>
                    <a:pt x="1289" y="2076"/>
                  </a:cubicBezTo>
                  <a:cubicBezTo>
                    <a:pt x="1354" y="2084"/>
                    <a:pt x="1354" y="2076"/>
                    <a:pt x="1289" y="2092"/>
                  </a:cubicBezTo>
                  <a:cubicBezTo>
                    <a:pt x="1216" y="2092"/>
                    <a:pt x="1216" y="2100"/>
                    <a:pt x="1289" y="2100"/>
                  </a:cubicBezTo>
                  <a:cubicBezTo>
                    <a:pt x="1427" y="2100"/>
                    <a:pt x="1492" y="2116"/>
                    <a:pt x="1354" y="2133"/>
                  </a:cubicBezTo>
                  <a:cubicBezTo>
                    <a:pt x="1354" y="2133"/>
                    <a:pt x="1354" y="2141"/>
                    <a:pt x="1427" y="2141"/>
                  </a:cubicBezTo>
                  <a:cubicBezTo>
                    <a:pt x="1481" y="2137"/>
                    <a:pt x="1512" y="2135"/>
                    <a:pt x="1522" y="2135"/>
                  </a:cubicBezTo>
                  <a:cubicBezTo>
                    <a:pt x="1535" y="2135"/>
                    <a:pt x="1503" y="2139"/>
                    <a:pt x="1427" y="2149"/>
                  </a:cubicBezTo>
                  <a:cubicBezTo>
                    <a:pt x="1324" y="2167"/>
                    <a:pt x="1298" y="2176"/>
                    <a:pt x="1350" y="2176"/>
                  </a:cubicBezTo>
                  <a:cubicBezTo>
                    <a:pt x="1367" y="2176"/>
                    <a:pt x="1393" y="2175"/>
                    <a:pt x="1427" y="2173"/>
                  </a:cubicBezTo>
                  <a:cubicBezTo>
                    <a:pt x="1427" y="2173"/>
                    <a:pt x="1492" y="2173"/>
                    <a:pt x="1427" y="2189"/>
                  </a:cubicBezTo>
                  <a:cubicBezTo>
                    <a:pt x="1377" y="2208"/>
                    <a:pt x="1327" y="2251"/>
                    <a:pt x="1370" y="2251"/>
                  </a:cubicBezTo>
                  <a:cubicBezTo>
                    <a:pt x="1383" y="2251"/>
                    <a:pt x="1404" y="2247"/>
                    <a:pt x="1435" y="2238"/>
                  </a:cubicBezTo>
                  <a:lnTo>
                    <a:pt x="1435" y="2254"/>
                  </a:lnTo>
                  <a:cubicBezTo>
                    <a:pt x="1386" y="2279"/>
                    <a:pt x="1374" y="2290"/>
                    <a:pt x="1404" y="2290"/>
                  </a:cubicBezTo>
                  <a:cubicBezTo>
                    <a:pt x="1413" y="2290"/>
                    <a:pt x="1426" y="2289"/>
                    <a:pt x="1443" y="2287"/>
                  </a:cubicBezTo>
                  <a:lnTo>
                    <a:pt x="1508" y="2279"/>
                  </a:lnTo>
                  <a:lnTo>
                    <a:pt x="1508" y="2279"/>
                  </a:lnTo>
                  <a:cubicBezTo>
                    <a:pt x="1460" y="2287"/>
                    <a:pt x="1419" y="2303"/>
                    <a:pt x="1379" y="2327"/>
                  </a:cubicBezTo>
                  <a:cubicBezTo>
                    <a:pt x="1379" y="2331"/>
                    <a:pt x="1379" y="2332"/>
                    <a:pt x="1383" y="2332"/>
                  </a:cubicBezTo>
                  <a:cubicBezTo>
                    <a:pt x="1390" y="2332"/>
                    <a:pt x="1405" y="2329"/>
                    <a:pt x="1443" y="2319"/>
                  </a:cubicBezTo>
                  <a:cubicBezTo>
                    <a:pt x="1476" y="2307"/>
                    <a:pt x="1492" y="2303"/>
                    <a:pt x="1501" y="2303"/>
                  </a:cubicBezTo>
                  <a:cubicBezTo>
                    <a:pt x="1510" y="2303"/>
                    <a:pt x="1512" y="2307"/>
                    <a:pt x="1516" y="2311"/>
                  </a:cubicBezTo>
                  <a:cubicBezTo>
                    <a:pt x="1476" y="2335"/>
                    <a:pt x="1427" y="2351"/>
                    <a:pt x="1387" y="2360"/>
                  </a:cubicBezTo>
                  <a:lnTo>
                    <a:pt x="1387" y="2368"/>
                  </a:lnTo>
                  <a:cubicBezTo>
                    <a:pt x="1452" y="2347"/>
                    <a:pt x="1484" y="2339"/>
                    <a:pt x="1492" y="2339"/>
                  </a:cubicBezTo>
                  <a:cubicBezTo>
                    <a:pt x="1500" y="2339"/>
                    <a:pt x="1484" y="2347"/>
                    <a:pt x="1452" y="2360"/>
                  </a:cubicBezTo>
                  <a:cubicBezTo>
                    <a:pt x="1395" y="2384"/>
                    <a:pt x="1395" y="2392"/>
                    <a:pt x="1395" y="2400"/>
                  </a:cubicBezTo>
                  <a:cubicBezTo>
                    <a:pt x="1412" y="2396"/>
                    <a:pt x="1420" y="2394"/>
                    <a:pt x="1424" y="2394"/>
                  </a:cubicBezTo>
                  <a:cubicBezTo>
                    <a:pt x="1431" y="2394"/>
                    <a:pt x="1412" y="2402"/>
                    <a:pt x="1401" y="2402"/>
                  </a:cubicBezTo>
                  <a:cubicBezTo>
                    <a:pt x="1398" y="2402"/>
                    <a:pt x="1396" y="2401"/>
                    <a:pt x="1395" y="2400"/>
                  </a:cubicBezTo>
                  <a:lnTo>
                    <a:pt x="1330" y="2424"/>
                  </a:lnTo>
                  <a:cubicBezTo>
                    <a:pt x="1310" y="2436"/>
                    <a:pt x="1305" y="2440"/>
                    <a:pt x="1310" y="2440"/>
                  </a:cubicBezTo>
                  <a:cubicBezTo>
                    <a:pt x="1318" y="2440"/>
                    <a:pt x="1360" y="2424"/>
                    <a:pt x="1403" y="2408"/>
                  </a:cubicBezTo>
                  <a:cubicBezTo>
                    <a:pt x="1403" y="2408"/>
                    <a:pt x="1403" y="2416"/>
                    <a:pt x="1403" y="2424"/>
                  </a:cubicBezTo>
                  <a:cubicBezTo>
                    <a:pt x="1403" y="2428"/>
                    <a:pt x="1405" y="2432"/>
                    <a:pt x="1411" y="2432"/>
                  </a:cubicBezTo>
                  <a:cubicBezTo>
                    <a:pt x="1420" y="2432"/>
                    <a:pt x="1436" y="2426"/>
                    <a:pt x="1468" y="2408"/>
                  </a:cubicBezTo>
                  <a:cubicBezTo>
                    <a:pt x="1508" y="2392"/>
                    <a:pt x="1557" y="2376"/>
                    <a:pt x="1598" y="2368"/>
                  </a:cubicBezTo>
                  <a:lnTo>
                    <a:pt x="1598" y="2368"/>
                  </a:lnTo>
                  <a:cubicBezTo>
                    <a:pt x="1557" y="2384"/>
                    <a:pt x="1516" y="2400"/>
                    <a:pt x="1476" y="2424"/>
                  </a:cubicBezTo>
                  <a:cubicBezTo>
                    <a:pt x="1476" y="2433"/>
                    <a:pt x="1411" y="2457"/>
                    <a:pt x="1411" y="2457"/>
                  </a:cubicBezTo>
                  <a:cubicBezTo>
                    <a:pt x="1328" y="2488"/>
                    <a:pt x="1331" y="2503"/>
                    <a:pt x="1362" y="2503"/>
                  </a:cubicBezTo>
                  <a:cubicBezTo>
                    <a:pt x="1379" y="2503"/>
                    <a:pt x="1404" y="2498"/>
                    <a:pt x="1427" y="2489"/>
                  </a:cubicBezTo>
                  <a:cubicBezTo>
                    <a:pt x="1481" y="2472"/>
                    <a:pt x="1513" y="2464"/>
                    <a:pt x="1522" y="2464"/>
                  </a:cubicBezTo>
                  <a:cubicBezTo>
                    <a:pt x="1536" y="2464"/>
                    <a:pt x="1506" y="2481"/>
                    <a:pt x="1435" y="2514"/>
                  </a:cubicBezTo>
                  <a:cubicBezTo>
                    <a:pt x="1396" y="2535"/>
                    <a:pt x="1383" y="2544"/>
                    <a:pt x="1390" y="2544"/>
                  </a:cubicBezTo>
                  <a:cubicBezTo>
                    <a:pt x="1403" y="2544"/>
                    <a:pt x="1504" y="2504"/>
                    <a:pt x="1630" y="2449"/>
                  </a:cubicBezTo>
                  <a:lnTo>
                    <a:pt x="1816" y="2360"/>
                  </a:lnTo>
                  <a:lnTo>
                    <a:pt x="1816" y="2360"/>
                  </a:lnTo>
                  <a:lnTo>
                    <a:pt x="1630" y="2457"/>
                  </a:lnTo>
                  <a:cubicBezTo>
                    <a:pt x="1479" y="2540"/>
                    <a:pt x="1425" y="2570"/>
                    <a:pt x="1440" y="2570"/>
                  </a:cubicBezTo>
                  <a:cubicBezTo>
                    <a:pt x="1448" y="2570"/>
                    <a:pt x="1478" y="2561"/>
                    <a:pt x="1525" y="2546"/>
                  </a:cubicBezTo>
                  <a:cubicBezTo>
                    <a:pt x="1555" y="2539"/>
                    <a:pt x="1571" y="2533"/>
                    <a:pt x="1574" y="2533"/>
                  </a:cubicBezTo>
                  <a:cubicBezTo>
                    <a:pt x="1577" y="2533"/>
                    <a:pt x="1563" y="2541"/>
                    <a:pt x="1533" y="2562"/>
                  </a:cubicBezTo>
                  <a:cubicBezTo>
                    <a:pt x="1468" y="2595"/>
                    <a:pt x="1476" y="2603"/>
                    <a:pt x="1484" y="2627"/>
                  </a:cubicBezTo>
                  <a:cubicBezTo>
                    <a:pt x="1492" y="2635"/>
                    <a:pt x="1496" y="2641"/>
                    <a:pt x="1505" y="2641"/>
                  </a:cubicBezTo>
                  <a:cubicBezTo>
                    <a:pt x="1514" y="2641"/>
                    <a:pt x="1529" y="2635"/>
                    <a:pt x="1557" y="2619"/>
                  </a:cubicBezTo>
                  <a:lnTo>
                    <a:pt x="1565" y="2627"/>
                  </a:lnTo>
                  <a:cubicBezTo>
                    <a:pt x="1519" y="2666"/>
                    <a:pt x="1506" y="2683"/>
                    <a:pt x="1513" y="2683"/>
                  </a:cubicBezTo>
                  <a:cubicBezTo>
                    <a:pt x="1523" y="2683"/>
                    <a:pt x="1570" y="2653"/>
                    <a:pt x="1630" y="2603"/>
                  </a:cubicBezTo>
                  <a:lnTo>
                    <a:pt x="1638" y="2619"/>
                  </a:lnTo>
                  <a:lnTo>
                    <a:pt x="1589" y="2660"/>
                  </a:lnTo>
                  <a:cubicBezTo>
                    <a:pt x="1533" y="2700"/>
                    <a:pt x="1541" y="2716"/>
                    <a:pt x="1581" y="2773"/>
                  </a:cubicBezTo>
                  <a:cubicBezTo>
                    <a:pt x="1604" y="2799"/>
                    <a:pt x="1616" y="2815"/>
                    <a:pt x="1633" y="2815"/>
                  </a:cubicBezTo>
                  <a:cubicBezTo>
                    <a:pt x="1652" y="2815"/>
                    <a:pt x="1678" y="2793"/>
                    <a:pt x="1735" y="2741"/>
                  </a:cubicBezTo>
                  <a:cubicBezTo>
                    <a:pt x="1781" y="2699"/>
                    <a:pt x="1807" y="2679"/>
                    <a:pt x="1812" y="2679"/>
                  </a:cubicBezTo>
                  <a:cubicBezTo>
                    <a:pt x="1817" y="2679"/>
                    <a:pt x="1795" y="2705"/>
                    <a:pt x="1743" y="2757"/>
                  </a:cubicBezTo>
                  <a:cubicBezTo>
                    <a:pt x="1709" y="2791"/>
                    <a:pt x="1679" y="2826"/>
                    <a:pt x="1681" y="2826"/>
                  </a:cubicBezTo>
                  <a:cubicBezTo>
                    <a:pt x="1682" y="2826"/>
                    <a:pt x="1689" y="2820"/>
                    <a:pt x="1703" y="2806"/>
                  </a:cubicBezTo>
                  <a:lnTo>
                    <a:pt x="1703" y="2806"/>
                  </a:lnTo>
                  <a:cubicBezTo>
                    <a:pt x="1703" y="2806"/>
                    <a:pt x="1711" y="2822"/>
                    <a:pt x="1670" y="2878"/>
                  </a:cubicBezTo>
                  <a:cubicBezTo>
                    <a:pt x="1636" y="2932"/>
                    <a:pt x="1629" y="2952"/>
                    <a:pt x="1636" y="2952"/>
                  </a:cubicBezTo>
                  <a:cubicBezTo>
                    <a:pt x="1644" y="2952"/>
                    <a:pt x="1669" y="2928"/>
                    <a:pt x="1695" y="2903"/>
                  </a:cubicBezTo>
                  <a:cubicBezTo>
                    <a:pt x="1728" y="2856"/>
                    <a:pt x="1741" y="2838"/>
                    <a:pt x="1742" y="2838"/>
                  </a:cubicBezTo>
                  <a:lnTo>
                    <a:pt x="1742" y="2838"/>
                  </a:lnTo>
                  <a:cubicBezTo>
                    <a:pt x="1744" y="2838"/>
                    <a:pt x="1722" y="2873"/>
                    <a:pt x="1703" y="2911"/>
                  </a:cubicBezTo>
                  <a:cubicBezTo>
                    <a:pt x="1673" y="2953"/>
                    <a:pt x="1643" y="2994"/>
                    <a:pt x="1649" y="2994"/>
                  </a:cubicBezTo>
                  <a:cubicBezTo>
                    <a:pt x="1651" y="2994"/>
                    <a:pt x="1658" y="2989"/>
                    <a:pt x="1670" y="2976"/>
                  </a:cubicBezTo>
                  <a:cubicBezTo>
                    <a:pt x="1694" y="2953"/>
                    <a:pt x="1724" y="2935"/>
                    <a:pt x="1741" y="2935"/>
                  </a:cubicBezTo>
                  <a:cubicBezTo>
                    <a:pt x="1760" y="2935"/>
                    <a:pt x="1762" y="2957"/>
                    <a:pt x="1719" y="3016"/>
                  </a:cubicBezTo>
                  <a:lnTo>
                    <a:pt x="1727" y="3024"/>
                  </a:lnTo>
                  <a:cubicBezTo>
                    <a:pt x="1750" y="2992"/>
                    <a:pt x="1765" y="2983"/>
                    <a:pt x="1777" y="2983"/>
                  </a:cubicBezTo>
                  <a:cubicBezTo>
                    <a:pt x="1786" y="2983"/>
                    <a:pt x="1793" y="2989"/>
                    <a:pt x="1800" y="2992"/>
                  </a:cubicBezTo>
                  <a:cubicBezTo>
                    <a:pt x="1816" y="3000"/>
                    <a:pt x="1816" y="3008"/>
                    <a:pt x="1784" y="3065"/>
                  </a:cubicBezTo>
                  <a:cubicBezTo>
                    <a:pt x="1758" y="3096"/>
                    <a:pt x="1748" y="3110"/>
                    <a:pt x="1754" y="3110"/>
                  </a:cubicBezTo>
                  <a:cubicBezTo>
                    <a:pt x="1758" y="3110"/>
                    <a:pt x="1774" y="3100"/>
                    <a:pt x="1800" y="3081"/>
                  </a:cubicBezTo>
                  <a:cubicBezTo>
                    <a:pt x="1808" y="3081"/>
                    <a:pt x="1881" y="2976"/>
                    <a:pt x="1889" y="2976"/>
                  </a:cubicBezTo>
                  <a:cubicBezTo>
                    <a:pt x="1914" y="2935"/>
                    <a:pt x="1938" y="2895"/>
                    <a:pt x="1970" y="2870"/>
                  </a:cubicBezTo>
                  <a:lnTo>
                    <a:pt x="1970" y="2870"/>
                  </a:lnTo>
                  <a:lnTo>
                    <a:pt x="1938" y="2927"/>
                  </a:lnTo>
                  <a:lnTo>
                    <a:pt x="1873" y="3049"/>
                  </a:lnTo>
                  <a:cubicBezTo>
                    <a:pt x="1873" y="3049"/>
                    <a:pt x="1873" y="3049"/>
                    <a:pt x="1874" y="3049"/>
                  </a:cubicBezTo>
                  <a:cubicBezTo>
                    <a:pt x="1878" y="3049"/>
                    <a:pt x="1889" y="3044"/>
                    <a:pt x="1922" y="2992"/>
                  </a:cubicBezTo>
                  <a:lnTo>
                    <a:pt x="1922" y="2992"/>
                  </a:lnTo>
                  <a:cubicBezTo>
                    <a:pt x="1889" y="3057"/>
                    <a:pt x="1897" y="3065"/>
                    <a:pt x="1914" y="3073"/>
                  </a:cubicBezTo>
                  <a:cubicBezTo>
                    <a:pt x="1919" y="3076"/>
                    <a:pt x="1925" y="3079"/>
                    <a:pt x="1932" y="3079"/>
                  </a:cubicBezTo>
                  <a:cubicBezTo>
                    <a:pt x="1943" y="3079"/>
                    <a:pt x="1958" y="3069"/>
                    <a:pt x="1979" y="3033"/>
                  </a:cubicBezTo>
                  <a:lnTo>
                    <a:pt x="1979" y="3033"/>
                  </a:lnTo>
                  <a:cubicBezTo>
                    <a:pt x="1952" y="3103"/>
                    <a:pt x="1957" y="3143"/>
                    <a:pt x="1976" y="3143"/>
                  </a:cubicBezTo>
                  <a:cubicBezTo>
                    <a:pt x="1992" y="3143"/>
                    <a:pt x="2018" y="3116"/>
                    <a:pt x="2043" y="3057"/>
                  </a:cubicBezTo>
                  <a:cubicBezTo>
                    <a:pt x="2055" y="3029"/>
                    <a:pt x="2063" y="3015"/>
                    <a:pt x="2066" y="3015"/>
                  </a:cubicBezTo>
                  <a:cubicBezTo>
                    <a:pt x="2070" y="3015"/>
                    <a:pt x="2068" y="3031"/>
                    <a:pt x="2060" y="3065"/>
                  </a:cubicBezTo>
                  <a:cubicBezTo>
                    <a:pt x="2051" y="3103"/>
                    <a:pt x="2047" y="3121"/>
                    <a:pt x="2050" y="3121"/>
                  </a:cubicBezTo>
                  <a:cubicBezTo>
                    <a:pt x="2052" y="3121"/>
                    <a:pt x="2060" y="3105"/>
                    <a:pt x="2076" y="3073"/>
                  </a:cubicBezTo>
                  <a:cubicBezTo>
                    <a:pt x="2082" y="3058"/>
                    <a:pt x="2086" y="3051"/>
                    <a:pt x="2088" y="3051"/>
                  </a:cubicBezTo>
                  <a:cubicBezTo>
                    <a:pt x="2092" y="3051"/>
                    <a:pt x="2082" y="3099"/>
                    <a:pt x="2076" y="3146"/>
                  </a:cubicBezTo>
                  <a:cubicBezTo>
                    <a:pt x="2057" y="3228"/>
                    <a:pt x="2052" y="3261"/>
                    <a:pt x="2058" y="3261"/>
                  </a:cubicBezTo>
                  <a:cubicBezTo>
                    <a:pt x="2062" y="3261"/>
                    <a:pt x="2071" y="3245"/>
                    <a:pt x="2084" y="3219"/>
                  </a:cubicBezTo>
                  <a:cubicBezTo>
                    <a:pt x="2109" y="3175"/>
                    <a:pt x="2125" y="3170"/>
                    <a:pt x="2134" y="3170"/>
                  </a:cubicBezTo>
                  <a:cubicBezTo>
                    <a:pt x="2137" y="3170"/>
                    <a:pt x="2139" y="3170"/>
                    <a:pt x="2141" y="3170"/>
                  </a:cubicBezTo>
                  <a:cubicBezTo>
                    <a:pt x="2173" y="3130"/>
                    <a:pt x="2189" y="3089"/>
                    <a:pt x="2189" y="3041"/>
                  </a:cubicBezTo>
                  <a:cubicBezTo>
                    <a:pt x="2206" y="2976"/>
                    <a:pt x="2222" y="2911"/>
                    <a:pt x="2222" y="2911"/>
                  </a:cubicBezTo>
                  <a:cubicBezTo>
                    <a:pt x="2230" y="2889"/>
                    <a:pt x="2234" y="2882"/>
                    <a:pt x="2237" y="2882"/>
                  </a:cubicBezTo>
                  <a:cubicBezTo>
                    <a:pt x="2241" y="2882"/>
                    <a:pt x="2235" y="2911"/>
                    <a:pt x="2230" y="2911"/>
                  </a:cubicBezTo>
                  <a:cubicBezTo>
                    <a:pt x="2214" y="2951"/>
                    <a:pt x="2197" y="3000"/>
                    <a:pt x="2206" y="3049"/>
                  </a:cubicBezTo>
                  <a:cubicBezTo>
                    <a:pt x="2197" y="3114"/>
                    <a:pt x="2214" y="3122"/>
                    <a:pt x="2222" y="3122"/>
                  </a:cubicBezTo>
                  <a:lnTo>
                    <a:pt x="2254" y="3130"/>
                  </a:lnTo>
                  <a:cubicBezTo>
                    <a:pt x="2262" y="3166"/>
                    <a:pt x="2268" y="3185"/>
                    <a:pt x="2273" y="3185"/>
                  </a:cubicBezTo>
                  <a:cubicBezTo>
                    <a:pt x="2279" y="3185"/>
                    <a:pt x="2283" y="3166"/>
                    <a:pt x="2287" y="3130"/>
                  </a:cubicBezTo>
                  <a:cubicBezTo>
                    <a:pt x="2295" y="3073"/>
                    <a:pt x="2287" y="3097"/>
                    <a:pt x="2295" y="3065"/>
                  </a:cubicBezTo>
                  <a:lnTo>
                    <a:pt x="2295" y="3065"/>
                  </a:lnTo>
                  <a:cubicBezTo>
                    <a:pt x="2291" y="3136"/>
                    <a:pt x="2317" y="3172"/>
                    <a:pt x="2343" y="3172"/>
                  </a:cubicBezTo>
                  <a:cubicBezTo>
                    <a:pt x="2367" y="3172"/>
                    <a:pt x="2392" y="3140"/>
                    <a:pt x="2392" y="3073"/>
                  </a:cubicBezTo>
                  <a:cubicBezTo>
                    <a:pt x="2392" y="3114"/>
                    <a:pt x="2392" y="3106"/>
                    <a:pt x="2392" y="3146"/>
                  </a:cubicBezTo>
                  <a:cubicBezTo>
                    <a:pt x="2400" y="3211"/>
                    <a:pt x="2408" y="3211"/>
                    <a:pt x="2425" y="3211"/>
                  </a:cubicBezTo>
                  <a:cubicBezTo>
                    <a:pt x="2433" y="3211"/>
                    <a:pt x="2465" y="3138"/>
                    <a:pt x="2489" y="3138"/>
                  </a:cubicBezTo>
                  <a:cubicBezTo>
                    <a:pt x="2522" y="3138"/>
                    <a:pt x="2554" y="3130"/>
                    <a:pt x="2538" y="3065"/>
                  </a:cubicBezTo>
                  <a:cubicBezTo>
                    <a:pt x="2546" y="3065"/>
                    <a:pt x="2546" y="3065"/>
                    <a:pt x="2562" y="3130"/>
                  </a:cubicBezTo>
                  <a:cubicBezTo>
                    <a:pt x="2562" y="3203"/>
                    <a:pt x="2570" y="3203"/>
                    <a:pt x="2579" y="3203"/>
                  </a:cubicBezTo>
                  <a:cubicBezTo>
                    <a:pt x="2587" y="3154"/>
                    <a:pt x="2579" y="3106"/>
                    <a:pt x="2562" y="3065"/>
                  </a:cubicBezTo>
                  <a:cubicBezTo>
                    <a:pt x="2558" y="3033"/>
                    <a:pt x="2558" y="3016"/>
                    <a:pt x="2562" y="3016"/>
                  </a:cubicBezTo>
                  <a:cubicBezTo>
                    <a:pt x="2566" y="3016"/>
                    <a:pt x="2574" y="3033"/>
                    <a:pt x="2587" y="3065"/>
                  </a:cubicBezTo>
                  <a:cubicBezTo>
                    <a:pt x="2601" y="3093"/>
                    <a:pt x="2615" y="3106"/>
                    <a:pt x="2627" y="3106"/>
                  </a:cubicBezTo>
                  <a:cubicBezTo>
                    <a:pt x="2641" y="3106"/>
                    <a:pt x="2652" y="3085"/>
                    <a:pt x="2652" y="3049"/>
                  </a:cubicBezTo>
                  <a:cubicBezTo>
                    <a:pt x="2660" y="3049"/>
                    <a:pt x="2668" y="3049"/>
                    <a:pt x="2692" y="3114"/>
                  </a:cubicBezTo>
                  <a:cubicBezTo>
                    <a:pt x="2706" y="3145"/>
                    <a:pt x="2724" y="3180"/>
                    <a:pt x="2734" y="3180"/>
                  </a:cubicBezTo>
                  <a:cubicBezTo>
                    <a:pt x="2741" y="3180"/>
                    <a:pt x="2743" y="3158"/>
                    <a:pt x="2733" y="3097"/>
                  </a:cubicBezTo>
                  <a:cubicBezTo>
                    <a:pt x="2741" y="3097"/>
                    <a:pt x="2741" y="3097"/>
                    <a:pt x="2765" y="3162"/>
                  </a:cubicBezTo>
                  <a:cubicBezTo>
                    <a:pt x="2779" y="3199"/>
                    <a:pt x="2792" y="3232"/>
                    <a:pt x="2796" y="3232"/>
                  </a:cubicBezTo>
                  <a:cubicBezTo>
                    <a:pt x="2799" y="3232"/>
                    <a:pt x="2796" y="3211"/>
                    <a:pt x="2781" y="3154"/>
                  </a:cubicBezTo>
                  <a:cubicBezTo>
                    <a:pt x="2777" y="3118"/>
                    <a:pt x="2782" y="3100"/>
                    <a:pt x="2795" y="3100"/>
                  </a:cubicBezTo>
                  <a:cubicBezTo>
                    <a:pt x="2805" y="3100"/>
                    <a:pt x="2820" y="3112"/>
                    <a:pt x="2838" y="3138"/>
                  </a:cubicBezTo>
                  <a:cubicBezTo>
                    <a:pt x="2846" y="3138"/>
                    <a:pt x="2862" y="3130"/>
                    <a:pt x="2830" y="3065"/>
                  </a:cubicBezTo>
                  <a:cubicBezTo>
                    <a:pt x="2817" y="3040"/>
                    <a:pt x="2819" y="3039"/>
                    <a:pt x="2813" y="3024"/>
                  </a:cubicBezTo>
                  <a:lnTo>
                    <a:pt x="2813" y="3024"/>
                  </a:lnTo>
                  <a:cubicBezTo>
                    <a:pt x="2836" y="3074"/>
                    <a:pt x="2850" y="3098"/>
                    <a:pt x="2853" y="3098"/>
                  </a:cubicBezTo>
                  <a:cubicBezTo>
                    <a:pt x="2857" y="3098"/>
                    <a:pt x="2846" y="3066"/>
                    <a:pt x="2822" y="3000"/>
                  </a:cubicBezTo>
                  <a:cubicBezTo>
                    <a:pt x="2806" y="2968"/>
                    <a:pt x="2799" y="2951"/>
                    <a:pt x="2802" y="2951"/>
                  </a:cubicBezTo>
                  <a:cubicBezTo>
                    <a:pt x="2804" y="2951"/>
                    <a:pt x="2814" y="2968"/>
                    <a:pt x="2830" y="3000"/>
                  </a:cubicBezTo>
                  <a:cubicBezTo>
                    <a:pt x="2855" y="3044"/>
                    <a:pt x="2866" y="3049"/>
                    <a:pt x="2869" y="3049"/>
                  </a:cubicBezTo>
                  <a:cubicBezTo>
                    <a:pt x="2870" y="3049"/>
                    <a:pt x="2870" y="3049"/>
                    <a:pt x="2870" y="3049"/>
                  </a:cubicBezTo>
                  <a:cubicBezTo>
                    <a:pt x="2879" y="3049"/>
                    <a:pt x="2887" y="2976"/>
                    <a:pt x="2927" y="2951"/>
                  </a:cubicBezTo>
                  <a:cubicBezTo>
                    <a:pt x="2984" y="2927"/>
                    <a:pt x="3008" y="2911"/>
                    <a:pt x="2968" y="2854"/>
                  </a:cubicBezTo>
                  <a:cubicBezTo>
                    <a:pt x="2947" y="2825"/>
                    <a:pt x="2937" y="2811"/>
                    <a:pt x="2938" y="2811"/>
                  </a:cubicBezTo>
                  <a:cubicBezTo>
                    <a:pt x="2940" y="2811"/>
                    <a:pt x="2952" y="2823"/>
                    <a:pt x="2976" y="2846"/>
                  </a:cubicBezTo>
                  <a:cubicBezTo>
                    <a:pt x="3010" y="2881"/>
                    <a:pt x="3024" y="2891"/>
                    <a:pt x="3033" y="2891"/>
                  </a:cubicBezTo>
                  <a:cubicBezTo>
                    <a:pt x="3036" y="2891"/>
                    <a:pt x="3038" y="2889"/>
                    <a:pt x="3041" y="2887"/>
                  </a:cubicBezTo>
                  <a:cubicBezTo>
                    <a:pt x="3043" y="2884"/>
                    <a:pt x="3045" y="2883"/>
                    <a:pt x="3049" y="2883"/>
                  </a:cubicBezTo>
                  <a:cubicBezTo>
                    <a:pt x="3056" y="2883"/>
                    <a:pt x="3069" y="2893"/>
                    <a:pt x="3097" y="2927"/>
                  </a:cubicBezTo>
                  <a:cubicBezTo>
                    <a:pt x="3065" y="2871"/>
                    <a:pt x="3065" y="2870"/>
                    <a:pt x="3065" y="2870"/>
                  </a:cubicBezTo>
                  <a:lnTo>
                    <a:pt x="3065" y="2870"/>
                  </a:lnTo>
                  <a:cubicBezTo>
                    <a:pt x="3088" y="2894"/>
                    <a:pt x="3102" y="2906"/>
                    <a:pt x="3106" y="2906"/>
                  </a:cubicBezTo>
                  <a:cubicBezTo>
                    <a:pt x="3110" y="2906"/>
                    <a:pt x="3102" y="2892"/>
                    <a:pt x="3081" y="2862"/>
                  </a:cubicBezTo>
                  <a:cubicBezTo>
                    <a:pt x="3040" y="2804"/>
                    <a:pt x="3020" y="2776"/>
                    <a:pt x="3022" y="2776"/>
                  </a:cubicBezTo>
                  <a:cubicBezTo>
                    <a:pt x="3023" y="2776"/>
                    <a:pt x="3046" y="2802"/>
                    <a:pt x="3089" y="2854"/>
                  </a:cubicBezTo>
                  <a:cubicBezTo>
                    <a:pt x="3117" y="2887"/>
                    <a:pt x="3160" y="2917"/>
                    <a:pt x="3166" y="2917"/>
                  </a:cubicBezTo>
                  <a:cubicBezTo>
                    <a:pt x="3169" y="2917"/>
                    <a:pt x="3164" y="2910"/>
                    <a:pt x="3146" y="2895"/>
                  </a:cubicBezTo>
                  <a:cubicBezTo>
                    <a:pt x="3097" y="2846"/>
                    <a:pt x="3114" y="2830"/>
                    <a:pt x="3073" y="2773"/>
                  </a:cubicBezTo>
                  <a:cubicBezTo>
                    <a:pt x="3075" y="2773"/>
                    <a:pt x="3077" y="2773"/>
                    <a:pt x="3080" y="2773"/>
                  </a:cubicBezTo>
                  <a:cubicBezTo>
                    <a:pt x="3088" y="2773"/>
                    <a:pt x="3101" y="2777"/>
                    <a:pt x="3138" y="2814"/>
                  </a:cubicBezTo>
                  <a:cubicBezTo>
                    <a:pt x="3149" y="2824"/>
                    <a:pt x="3156" y="2829"/>
                    <a:pt x="3161" y="2829"/>
                  </a:cubicBezTo>
                  <a:cubicBezTo>
                    <a:pt x="3178" y="2829"/>
                    <a:pt x="3162" y="2771"/>
                    <a:pt x="3130" y="2733"/>
                  </a:cubicBezTo>
                  <a:cubicBezTo>
                    <a:pt x="3104" y="2706"/>
                    <a:pt x="3091" y="2692"/>
                    <a:pt x="3095" y="2692"/>
                  </a:cubicBezTo>
                  <a:cubicBezTo>
                    <a:pt x="3098" y="2692"/>
                    <a:pt x="3112" y="2702"/>
                    <a:pt x="3138" y="2724"/>
                  </a:cubicBezTo>
                  <a:cubicBezTo>
                    <a:pt x="3168" y="2755"/>
                    <a:pt x="3183" y="2763"/>
                    <a:pt x="3190" y="2763"/>
                  </a:cubicBezTo>
                  <a:cubicBezTo>
                    <a:pt x="3194" y="2763"/>
                    <a:pt x="3195" y="2760"/>
                    <a:pt x="3195" y="2757"/>
                  </a:cubicBezTo>
                  <a:cubicBezTo>
                    <a:pt x="3183" y="2742"/>
                    <a:pt x="3178" y="2737"/>
                    <a:pt x="3180" y="2737"/>
                  </a:cubicBezTo>
                  <a:cubicBezTo>
                    <a:pt x="3183" y="2737"/>
                    <a:pt x="3217" y="2769"/>
                    <a:pt x="3251" y="2797"/>
                  </a:cubicBezTo>
                  <a:cubicBezTo>
                    <a:pt x="3280" y="2831"/>
                    <a:pt x="3295" y="2842"/>
                    <a:pt x="3305" y="2842"/>
                  </a:cubicBezTo>
                  <a:cubicBezTo>
                    <a:pt x="3313" y="2842"/>
                    <a:pt x="3318" y="2837"/>
                    <a:pt x="3324" y="2830"/>
                  </a:cubicBezTo>
                  <a:cubicBezTo>
                    <a:pt x="3276" y="2781"/>
                    <a:pt x="3300" y="2757"/>
                    <a:pt x="3316" y="2733"/>
                  </a:cubicBezTo>
                  <a:cubicBezTo>
                    <a:pt x="3349" y="2700"/>
                    <a:pt x="3300" y="2651"/>
                    <a:pt x="3187" y="2562"/>
                  </a:cubicBezTo>
                  <a:lnTo>
                    <a:pt x="3081" y="2481"/>
                  </a:lnTo>
                  <a:lnTo>
                    <a:pt x="3081" y="2481"/>
                  </a:lnTo>
                  <a:lnTo>
                    <a:pt x="3195" y="2554"/>
                  </a:lnTo>
                  <a:cubicBezTo>
                    <a:pt x="3251" y="2595"/>
                    <a:pt x="3373" y="2660"/>
                    <a:pt x="3373" y="2660"/>
                  </a:cubicBezTo>
                  <a:cubicBezTo>
                    <a:pt x="3381" y="2651"/>
                    <a:pt x="3316" y="2619"/>
                    <a:pt x="3260" y="2579"/>
                  </a:cubicBezTo>
                  <a:cubicBezTo>
                    <a:pt x="3225" y="2559"/>
                    <a:pt x="3212" y="2548"/>
                    <a:pt x="3223" y="2548"/>
                  </a:cubicBezTo>
                  <a:cubicBezTo>
                    <a:pt x="3230" y="2548"/>
                    <a:pt x="3247" y="2553"/>
                    <a:pt x="3276" y="2562"/>
                  </a:cubicBezTo>
                  <a:cubicBezTo>
                    <a:pt x="3300" y="2571"/>
                    <a:pt x="3316" y="2576"/>
                    <a:pt x="3324" y="2576"/>
                  </a:cubicBezTo>
                  <a:cubicBezTo>
                    <a:pt x="3338" y="2576"/>
                    <a:pt x="3328" y="2563"/>
                    <a:pt x="3292" y="2538"/>
                  </a:cubicBezTo>
                  <a:cubicBezTo>
                    <a:pt x="3296" y="2534"/>
                    <a:pt x="3298" y="2530"/>
                    <a:pt x="3307" y="2530"/>
                  </a:cubicBezTo>
                  <a:cubicBezTo>
                    <a:pt x="3316" y="2530"/>
                    <a:pt x="3333" y="2534"/>
                    <a:pt x="3365" y="2546"/>
                  </a:cubicBezTo>
                  <a:cubicBezTo>
                    <a:pt x="3373" y="2538"/>
                    <a:pt x="3373" y="2538"/>
                    <a:pt x="3308" y="2506"/>
                  </a:cubicBezTo>
                  <a:cubicBezTo>
                    <a:pt x="3278" y="2488"/>
                    <a:pt x="3264" y="2480"/>
                    <a:pt x="3267" y="2480"/>
                  </a:cubicBezTo>
                  <a:cubicBezTo>
                    <a:pt x="3270" y="2480"/>
                    <a:pt x="3286" y="2486"/>
                    <a:pt x="3316" y="2497"/>
                  </a:cubicBezTo>
                  <a:cubicBezTo>
                    <a:pt x="3371" y="2518"/>
                    <a:pt x="3406" y="2526"/>
                    <a:pt x="3422" y="2526"/>
                  </a:cubicBezTo>
                  <a:cubicBezTo>
                    <a:pt x="3445" y="2526"/>
                    <a:pt x="3435" y="2511"/>
                    <a:pt x="3397" y="2497"/>
                  </a:cubicBezTo>
                  <a:cubicBezTo>
                    <a:pt x="3333" y="2465"/>
                    <a:pt x="3341" y="2457"/>
                    <a:pt x="3341" y="2449"/>
                  </a:cubicBezTo>
                  <a:cubicBezTo>
                    <a:pt x="3349" y="2441"/>
                    <a:pt x="3349" y="2433"/>
                    <a:pt x="3284" y="2400"/>
                  </a:cubicBezTo>
                  <a:lnTo>
                    <a:pt x="3292" y="2392"/>
                  </a:lnTo>
                  <a:cubicBezTo>
                    <a:pt x="3293" y="2391"/>
                    <a:pt x="3294" y="2391"/>
                    <a:pt x="3296" y="2391"/>
                  </a:cubicBezTo>
                  <a:cubicBezTo>
                    <a:pt x="3312" y="2391"/>
                    <a:pt x="3357" y="2417"/>
                    <a:pt x="3357" y="2424"/>
                  </a:cubicBezTo>
                  <a:lnTo>
                    <a:pt x="3422" y="2441"/>
                  </a:lnTo>
                  <a:cubicBezTo>
                    <a:pt x="3430" y="2424"/>
                    <a:pt x="3430" y="2416"/>
                    <a:pt x="3373" y="2384"/>
                  </a:cubicBezTo>
                  <a:cubicBezTo>
                    <a:pt x="3309" y="2356"/>
                    <a:pt x="3276" y="2344"/>
                    <a:pt x="3276" y="2343"/>
                  </a:cubicBezTo>
                  <a:lnTo>
                    <a:pt x="3276" y="2343"/>
                  </a:lnTo>
                  <a:cubicBezTo>
                    <a:pt x="3276" y="2344"/>
                    <a:pt x="3309" y="2356"/>
                    <a:pt x="3373" y="2376"/>
                  </a:cubicBezTo>
                  <a:cubicBezTo>
                    <a:pt x="3412" y="2390"/>
                    <a:pt x="3454" y="2402"/>
                    <a:pt x="3467" y="2402"/>
                  </a:cubicBezTo>
                  <a:cubicBezTo>
                    <a:pt x="3476" y="2402"/>
                    <a:pt x="3472" y="2397"/>
                    <a:pt x="3446" y="2384"/>
                  </a:cubicBezTo>
                  <a:cubicBezTo>
                    <a:pt x="3381" y="2360"/>
                    <a:pt x="3367" y="2351"/>
                    <a:pt x="3377" y="2351"/>
                  </a:cubicBezTo>
                  <a:cubicBezTo>
                    <a:pt x="3387" y="2351"/>
                    <a:pt x="3422" y="2360"/>
                    <a:pt x="3454" y="2368"/>
                  </a:cubicBezTo>
                  <a:cubicBezTo>
                    <a:pt x="3512" y="2390"/>
                    <a:pt x="3545" y="2402"/>
                    <a:pt x="3551" y="2402"/>
                  </a:cubicBezTo>
                  <a:cubicBezTo>
                    <a:pt x="3559" y="2402"/>
                    <a:pt x="3529" y="2384"/>
                    <a:pt x="3462" y="2343"/>
                  </a:cubicBezTo>
                  <a:cubicBezTo>
                    <a:pt x="3462" y="2327"/>
                    <a:pt x="3414" y="2279"/>
                    <a:pt x="3414" y="2254"/>
                  </a:cubicBezTo>
                  <a:cubicBezTo>
                    <a:pt x="3421" y="2224"/>
                    <a:pt x="3429" y="2208"/>
                    <a:pt x="3483" y="2206"/>
                  </a:cubicBezTo>
                  <a:lnTo>
                    <a:pt x="3483" y="2206"/>
                  </a:lnTo>
                  <a:cubicBezTo>
                    <a:pt x="3502" y="2210"/>
                    <a:pt x="3526" y="2216"/>
                    <a:pt x="3560" y="2222"/>
                  </a:cubicBezTo>
                  <a:cubicBezTo>
                    <a:pt x="3585" y="2225"/>
                    <a:pt x="3610" y="2226"/>
                    <a:pt x="3635" y="2226"/>
                  </a:cubicBezTo>
                  <a:cubicBezTo>
                    <a:pt x="3961" y="2226"/>
                    <a:pt x="4244" y="1986"/>
                    <a:pt x="4289" y="1654"/>
                  </a:cubicBezTo>
                  <a:cubicBezTo>
                    <a:pt x="4338" y="1306"/>
                    <a:pt x="4095" y="973"/>
                    <a:pt x="3746" y="916"/>
                  </a:cubicBezTo>
                  <a:cubicBezTo>
                    <a:pt x="3710" y="911"/>
                    <a:pt x="3674" y="908"/>
                    <a:pt x="3639" y="908"/>
                  </a:cubicBezTo>
                  <a:cubicBezTo>
                    <a:pt x="3435" y="908"/>
                    <a:pt x="3243" y="1002"/>
                    <a:pt x="3120" y="1158"/>
                  </a:cubicBezTo>
                  <a:lnTo>
                    <a:pt x="3120" y="1158"/>
                  </a:lnTo>
                  <a:cubicBezTo>
                    <a:pt x="3131" y="1169"/>
                    <a:pt x="3142" y="1184"/>
                    <a:pt x="3154" y="1200"/>
                  </a:cubicBezTo>
                  <a:cubicBezTo>
                    <a:pt x="3180" y="1245"/>
                    <a:pt x="3201" y="1280"/>
                    <a:pt x="3241" y="1280"/>
                  </a:cubicBezTo>
                  <a:cubicBezTo>
                    <a:pt x="3251" y="1280"/>
                    <a:pt x="3263" y="1278"/>
                    <a:pt x="3276" y="1273"/>
                  </a:cubicBezTo>
                  <a:lnTo>
                    <a:pt x="3276" y="1273"/>
                  </a:lnTo>
                  <a:cubicBezTo>
                    <a:pt x="3284" y="1289"/>
                    <a:pt x="3284" y="1297"/>
                    <a:pt x="3227" y="1338"/>
                  </a:cubicBezTo>
                  <a:cubicBezTo>
                    <a:pt x="3197" y="1359"/>
                    <a:pt x="3185" y="1370"/>
                    <a:pt x="3189" y="1370"/>
                  </a:cubicBezTo>
                  <a:cubicBezTo>
                    <a:pt x="3193" y="1370"/>
                    <a:pt x="3208" y="1361"/>
                    <a:pt x="3235" y="1346"/>
                  </a:cubicBezTo>
                  <a:cubicBezTo>
                    <a:pt x="3288" y="1321"/>
                    <a:pt x="3320" y="1309"/>
                    <a:pt x="3328" y="1309"/>
                  </a:cubicBezTo>
                  <a:cubicBezTo>
                    <a:pt x="3339" y="1309"/>
                    <a:pt x="3312" y="1329"/>
                    <a:pt x="3243" y="1370"/>
                  </a:cubicBezTo>
                  <a:cubicBezTo>
                    <a:pt x="3282" y="1356"/>
                    <a:pt x="3345" y="1335"/>
                    <a:pt x="3362" y="1335"/>
                  </a:cubicBezTo>
                  <a:cubicBezTo>
                    <a:pt x="3373" y="1335"/>
                    <a:pt x="3365" y="1345"/>
                    <a:pt x="3316" y="1370"/>
                  </a:cubicBezTo>
                  <a:lnTo>
                    <a:pt x="3389" y="1354"/>
                  </a:lnTo>
                  <a:cubicBezTo>
                    <a:pt x="3443" y="1333"/>
                    <a:pt x="3475" y="1322"/>
                    <a:pt x="3482" y="1322"/>
                  </a:cubicBezTo>
                  <a:cubicBezTo>
                    <a:pt x="3491" y="1322"/>
                    <a:pt x="3462" y="1339"/>
                    <a:pt x="3389" y="1370"/>
                  </a:cubicBezTo>
                  <a:cubicBezTo>
                    <a:pt x="3268" y="1427"/>
                    <a:pt x="3268" y="1427"/>
                    <a:pt x="3268" y="1435"/>
                  </a:cubicBezTo>
                  <a:cubicBezTo>
                    <a:pt x="3268" y="1435"/>
                    <a:pt x="3269" y="1436"/>
                    <a:pt x="3272" y="1436"/>
                  </a:cubicBezTo>
                  <a:cubicBezTo>
                    <a:pt x="3279" y="1436"/>
                    <a:pt x="3297" y="1433"/>
                    <a:pt x="3341" y="1411"/>
                  </a:cubicBezTo>
                  <a:lnTo>
                    <a:pt x="3341" y="1419"/>
                  </a:lnTo>
                  <a:lnTo>
                    <a:pt x="3211" y="1476"/>
                  </a:lnTo>
                  <a:cubicBezTo>
                    <a:pt x="3146" y="1500"/>
                    <a:pt x="3146" y="1500"/>
                    <a:pt x="3154" y="1508"/>
                  </a:cubicBezTo>
                  <a:cubicBezTo>
                    <a:pt x="3154" y="1508"/>
                    <a:pt x="3154" y="1509"/>
                    <a:pt x="3157" y="1509"/>
                  </a:cubicBezTo>
                  <a:cubicBezTo>
                    <a:pt x="3161" y="1509"/>
                    <a:pt x="3176" y="1506"/>
                    <a:pt x="3219" y="1484"/>
                  </a:cubicBezTo>
                  <a:cubicBezTo>
                    <a:pt x="3269" y="1465"/>
                    <a:pt x="3315" y="1446"/>
                    <a:pt x="3336" y="1446"/>
                  </a:cubicBezTo>
                  <a:cubicBezTo>
                    <a:pt x="3343" y="1446"/>
                    <a:pt x="3347" y="1448"/>
                    <a:pt x="3349" y="1452"/>
                  </a:cubicBezTo>
                  <a:cubicBezTo>
                    <a:pt x="3308" y="1476"/>
                    <a:pt x="3268" y="1492"/>
                    <a:pt x="3219" y="1508"/>
                  </a:cubicBezTo>
                  <a:cubicBezTo>
                    <a:pt x="3179" y="1518"/>
                    <a:pt x="3167" y="1525"/>
                    <a:pt x="3179" y="1525"/>
                  </a:cubicBezTo>
                  <a:cubicBezTo>
                    <a:pt x="3186" y="1525"/>
                    <a:pt x="3202" y="1523"/>
                    <a:pt x="3227" y="1516"/>
                  </a:cubicBezTo>
                  <a:cubicBezTo>
                    <a:pt x="3227" y="1520"/>
                    <a:pt x="3243" y="1520"/>
                    <a:pt x="3261" y="1520"/>
                  </a:cubicBezTo>
                  <a:cubicBezTo>
                    <a:pt x="3278" y="1520"/>
                    <a:pt x="3296" y="1520"/>
                    <a:pt x="3300" y="1525"/>
                  </a:cubicBezTo>
                  <a:lnTo>
                    <a:pt x="3308" y="1549"/>
                  </a:lnTo>
                  <a:cubicBezTo>
                    <a:pt x="3317" y="1546"/>
                    <a:pt x="3325" y="1545"/>
                    <a:pt x="3332" y="1545"/>
                  </a:cubicBezTo>
                  <a:cubicBezTo>
                    <a:pt x="3370" y="1545"/>
                    <a:pt x="3382" y="1581"/>
                    <a:pt x="3389" y="1622"/>
                  </a:cubicBezTo>
                  <a:cubicBezTo>
                    <a:pt x="3389" y="1666"/>
                    <a:pt x="3396" y="1704"/>
                    <a:pt x="3447" y="1704"/>
                  </a:cubicBezTo>
                  <a:cubicBezTo>
                    <a:pt x="3452" y="1704"/>
                    <a:pt x="3457" y="1704"/>
                    <a:pt x="3462" y="1703"/>
                  </a:cubicBezTo>
                  <a:cubicBezTo>
                    <a:pt x="3475" y="1700"/>
                    <a:pt x="3485" y="1698"/>
                    <a:pt x="3492" y="1698"/>
                  </a:cubicBezTo>
                  <a:cubicBezTo>
                    <a:pt x="3525" y="1698"/>
                    <a:pt x="3515" y="1722"/>
                    <a:pt x="3462" y="1735"/>
                  </a:cubicBezTo>
                  <a:cubicBezTo>
                    <a:pt x="3462" y="1760"/>
                    <a:pt x="3454" y="1979"/>
                    <a:pt x="3519" y="1979"/>
                  </a:cubicBezTo>
                  <a:cubicBezTo>
                    <a:pt x="3519" y="1979"/>
                    <a:pt x="3592" y="1979"/>
                    <a:pt x="3592" y="1987"/>
                  </a:cubicBezTo>
                  <a:cubicBezTo>
                    <a:pt x="3543" y="1995"/>
                    <a:pt x="3495" y="1995"/>
                    <a:pt x="3454" y="1995"/>
                  </a:cubicBezTo>
                  <a:lnTo>
                    <a:pt x="3381" y="1995"/>
                  </a:lnTo>
                  <a:cubicBezTo>
                    <a:pt x="3381" y="1995"/>
                    <a:pt x="3381" y="2019"/>
                    <a:pt x="3316" y="2027"/>
                  </a:cubicBezTo>
                  <a:cubicBezTo>
                    <a:pt x="3316" y="2035"/>
                    <a:pt x="3316" y="2043"/>
                    <a:pt x="3381" y="2043"/>
                  </a:cubicBezTo>
                  <a:cubicBezTo>
                    <a:pt x="3446" y="2052"/>
                    <a:pt x="3446" y="2060"/>
                    <a:pt x="3446" y="2068"/>
                  </a:cubicBezTo>
                  <a:cubicBezTo>
                    <a:pt x="3446" y="2076"/>
                    <a:pt x="3446" y="2076"/>
                    <a:pt x="3511" y="2076"/>
                  </a:cubicBezTo>
                  <a:cubicBezTo>
                    <a:pt x="3584" y="2076"/>
                    <a:pt x="3584" y="2084"/>
                    <a:pt x="3584" y="2092"/>
                  </a:cubicBezTo>
                  <a:cubicBezTo>
                    <a:pt x="3555" y="2102"/>
                    <a:pt x="3527" y="2105"/>
                    <a:pt x="3500" y="2105"/>
                  </a:cubicBezTo>
                  <a:cubicBezTo>
                    <a:pt x="3481" y="2105"/>
                    <a:pt x="3463" y="2104"/>
                    <a:pt x="3446" y="2100"/>
                  </a:cubicBezTo>
                  <a:cubicBezTo>
                    <a:pt x="3422" y="2096"/>
                    <a:pt x="3397" y="2094"/>
                    <a:pt x="3374" y="2094"/>
                  </a:cubicBezTo>
                  <a:cubicBezTo>
                    <a:pt x="3351" y="2094"/>
                    <a:pt x="3329" y="2096"/>
                    <a:pt x="3308" y="2100"/>
                  </a:cubicBezTo>
                  <a:cubicBezTo>
                    <a:pt x="3284" y="2103"/>
                    <a:pt x="3268" y="2105"/>
                    <a:pt x="3262" y="2106"/>
                  </a:cubicBezTo>
                  <a:lnTo>
                    <a:pt x="3262" y="2106"/>
                  </a:lnTo>
                  <a:cubicBezTo>
                    <a:pt x="3265" y="2108"/>
                    <a:pt x="3267" y="2110"/>
                    <a:pt x="3270" y="2111"/>
                  </a:cubicBezTo>
                  <a:lnTo>
                    <a:pt x="3270" y="2111"/>
                  </a:lnTo>
                  <a:cubicBezTo>
                    <a:pt x="3285" y="2114"/>
                    <a:pt x="3318" y="2118"/>
                    <a:pt x="3373" y="2124"/>
                  </a:cubicBezTo>
                  <a:lnTo>
                    <a:pt x="3373" y="2108"/>
                  </a:lnTo>
                  <a:cubicBezTo>
                    <a:pt x="3341" y="2104"/>
                    <a:pt x="3341" y="2102"/>
                    <a:pt x="3349" y="2102"/>
                  </a:cubicBezTo>
                  <a:cubicBezTo>
                    <a:pt x="3357" y="2102"/>
                    <a:pt x="3373" y="2104"/>
                    <a:pt x="3373" y="2108"/>
                  </a:cubicBezTo>
                  <a:cubicBezTo>
                    <a:pt x="3438" y="2124"/>
                    <a:pt x="3503" y="2149"/>
                    <a:pt x="3438" y="2165"/>
                  </a:cubicBezTo>
                  <a:cubicBezTo>
                    <a:pt x="3434" y="2178"/>
                    <a:pt x="3432" y="2186"/>
                    <a:pt x="3448" y="2194"/>
                  </a:cubicBezTo>
                  <a:lnTo>
                    <a:pt x="3448" y="2194"/>
                  </a:lnTo>
                  <a:cubicBezTo>
                    <a:pt x="3383" y="2175"/>
                    <a:pt x="3323" y="2147"/>
                    <a:pt x="3270" y="2111"/>
                  </a:cubicBezTo>
                  <a:lnTo>
                    <a:pt x="3270" y="2111"/>
                  </a:lnTo>
                  <a:cubicBezTo>
                    <a:pt x="3259" y="2109"/>
                    <a:pt x="3257" y="2108"/>
                    <a:pt x="3262" y="2106"/>
                  </a:cubicBezTo>
                  <a:lnTo>
                    <a:pt x="3262" y="2106"/>
                  </a:lnTo>
                  <a:cubicBezTo>
                    <a:pt x="3224" y="2080"/>
                    <a:pt x="3189" y="2050"/>
                    <a:pt x="3158" y="2017"/>
                  </a:cubicBezTo>
                  <a:lnTo>
                    <a:pt x="3158" y="2017"/>
                  </a:lnTo>
                  <a:cubicBezTo>
                    <a:pt x="3143" y="2018"/>
                    <a:pt x="3128" y="2019"/>
                    <a:pt x="3114" y="2019"/>
                  </a:cubicBezTo>
                  <a:lnTo>
                    <a:pt x="3106" y="2019"/>
                  </a:lnTo>
                  <a:lnTo>
                    <a:pt x="3106" y="2011"/>
                  </a:lnTo>
                  <a:cubicBezTo>
                    <a:pt x="3110" y="2007"/>
                    <a:pt x="3129" y="2005"/>
                    <a:pt x="3146" y="2004"/>
                  </a:cubicBezTo>
                  <a:lnTo>
                    <a:pt x="3146" y="2004"/>
                  </a:lnTo>
                  <a:cubicBezTo>
                    <a:pt x="3041" y="1885"/>
                    <a:pt x="2980" y="1727"/>
                    <a:pt x="2981" y="1561"/>
                  </a:cubicBezTo>
                  <a:lnTo>
                    <a:pt x="2981" y="1561"/>
                  </a:lnTo>
                  <a:cubicBezTo>
                    <a:pt x="2930" y="1584"/>
                    <a:pt x="2880" y="1603"/>
                    <a:pt x="2830" y="1622"/>
                  </a:cubicBezTo>
                  <a:cubicBezTo>
                    <a:pt x="2830" y="1614"/>
                    <a:pt x="2830" y="1614"/>
                    <a:pt x="2895" y="1589"/>
                  </a:cubicBezTo>
                  <a:cubicBezTo>
                    <a:pt x="2923" y="1573"/>
                    <a:pt x="2950" y="1560"/>
                    <a:pt x="2981" y="1551"/>
                  </a:cubicBezTo>
                  <a:lnTo>
                    <a:pt x="2981" y="1551"/>
                  </a:lnTo>
                  <a:cubicBezTo>
                    <a:pt x="2981" y="1554"/>
                    <a:pt x="2981" y="1558"/>
                    <a:pt x="2981" y="1561"/>
                  </a:cubicBezTo>
                  <a:lnTo>
                    <a:pt x="2981" y="1561"/>
                  </a:lnTo>
                  <a:cubicBezTo>
                    <a:pt x="2995" y="1555"/>
                    <a:pt x="3010" y="1548"/>
                    <a:pt x="3024" y="1541"/>
                  </a:cubicBezTo>
                  <a:lnTo>
                    <a:pt x="3024" y="1541"/>
                  </a:lnTo>
                  <a:cubicBezTo>
                    <a:pt x="3009" y="1543"/>
                    <a:pt x="2995" y="1547"/>
                    <a:pt x="2981" y="1551"/>
                  </a:cubicBezTo>
                  <a:lnTo>
                    <a:pt x="2981" y="1551"/>
                  </a:lnTo>
                  <a:cubicBezTo>
                    <a:pt x="2982" y="1515"/>
                    <a:pt x="2985" y="1479"/>
                    <a:pt x="2992" y="1443"/>
                  </a:cubicBezTo>
                  <a:cubicBezTo>
                    <a:pt x="3012" y="1335"/>
                    <a:pt x="3057" y="1238"/>
                    <a:pt x="3120" y="1158"/>
                  </a:cubicBezTo>
                  <a:lnTo>
                    <a:pt x="3120" y="1158"/>
                  </a:lnTo>
                  <a:cubicBezTo>
                    <a:pt x="3106" y="1144"/>
                    <a:pt x="3092" y="1136"/>
                    <a:pt x="3078" y="1136"/>
                  </a:cubicBezTo>
                  <a:cubicBezTo>
                    <a:pt x="3064" y="1136"/>
                    <a:pt x="3049" y="1143"/>
                    <a:pt x="3033" y="1160"/>
                  </a:cubicBezTo>
                  <a:cubicBezTo>
                    <a:pt x="3024" y="1152"/>
                    <a:pt x="3024" y="1152"/>
                    <a:pt x="3073" y="1095"/>
                  </a:cubicBezTo>
                  <a:cubicBezTo>
                    <a:pt x="3094" y="1074"/>
                    <a:pt x="3104" y="1062"/>
                    <a:pt x="3102" y="1062"/>
                  </a:cubicBezTo>
                  <a:cubicBezTo>
                    <a:pt x="3099" y="1062"/>
                    <a:pt x="3072" y="1084"/>
                    <a:pt x="3016" y="1135"/>
                  </a:cubicBezTo>
                  <a:cubicBezTo>
                    <a:pt x="2984" y="1159"/>
                    <a:pt x="2954" y="1187"/>
                    <a:pt x="2953" y="1187"/>
                  </a:cubicBezTo>
                  <a:cubicBezTo>
                    <a:pt x="2952" y="1187"/>
                    <a:pt x="2967" y="1172"/>
                    <a:pt x="3008" y="1127"/>
                  </a:cubicBezTo>
                  <a:cubicBezTo>
                    <a:pt x="3057" y="1079"/>
                    <a:pt x="3041" y="1070"/>
                    <a:pt x="3024" y="1046"/>
                  </a:cubicBezTo>
                  <a:cubicBezTo>
                    <a:pt x="3016" y="1038"/>
                    <a:pt x="3006" y="1030"/>
                    <a:pt x="2993" y="1030"/>
                  </a:cubicBezTo>
                  <a:cubicBezTo>
                    <a:pt x="2980" y="1030"/>
                    <a:pt x="2964" y="1038"/>
                    <a:pt x="2943" y="1062"/>
                  </a:cubicBezTo>
                  <a:cubicBezTo>
                    <a:pt x="2915" y="1087"/>
                    <a:pt x="2901" y="1099"/>
                    <a:pt x="2900" y="1099"/>
                  </a:cubicBezTo>
                  <a:cubicBezTo>
                    <a:pt x="2899" y="1099"/>
                    <a:pt x="2911" y="1087"/>
                    <a:pt x="2935" y="1062"/>
                  </a:cubicBezTo>
                  <a:cubicBezTo>
                    <a:pt x="2996" y="990"/>
                    <a:pt x="3019" y="926"/>
                    <a:pt x="2997" y="926"/>
                  </a:cubicBezTo>
                  <a:cubicBezTo>
                    <a:pt x="2986" y="926"/>
                    <a:pt x="2966" y="940"/>
                    <a:pt x="2935" y="973"/>
                  </a:cubicBezTo>
                  <a:cubicBezTo>
                    <a:pt x="2927" y="965"/>
                    <a:pt x="2919" y="957"/>
                    <a:pt x="2960" y="900"/>
                  </a:cubicBezTo>
                  <a:cubicBezTo>
                    <a:pt x="2958" y="900"/>
                    <a:pt x="2956" y="900"/>
                    <a:pt x="2953" y="900"/>
                  </a:cubicBezTo>
                  <a:cubicBezTo>
                    <a:pt x="2945" y="900"/>
                    <a:pt x="2931" y="904"/>
                    <a:pt x="2895" y="941"/>
                  </a:cubicBezTo>
                  <a:cubicBezTo>
                    <a:pt x="2879" y="925"/>
                    <a:pt x="2862" y="916"/>
                    <a:pt x="2846" y="908"/>
                  </a:cubicBezTo>
                  <a:cubicBezTo>
                    <a:pt x="2845" y="908"/>
                    <a:pt x="2843" y="907"/>
                    <a:pt x="2842" y="907"/>
                  </a:cubicBezTo>
                  <a:cubicBezTo>
                    <a:pt x="2824" y="907"/>
                    <a:pt x="2789" y="949"/>
                    <a:pt x="2789" y="949"/>
                  </a:cubicBezTo>
                  <a:lnTo>
                    <a:pt x="2781" y="949"/>
                  </a:lnTo>
                  <a:cubicBezTo>
                    <a:pt x="2814" y="884"/>
                    <a:pt x="2781" y="868"/>
                    <a:pt x="2724" y="843"/>
                  </a:cubicBezTo>
                  <a:cubicBezTo>
                    <a:pt x="2676" y="819"/>
                    <a:pt x="2635" y="811"/>
                    <a:pt x="2643" y="746"/>
                  </a:cubicBezTo>
                  <a:cubicBezTo>
                    <a:pt x="2643" y="746"/>
                    <a:pt x="2643" y="746"/>
                    <a:pt x="2642" y="746"/>
                  </a:cubicBezTo>
                  <a:cubicBezTo>
                    <a:pt x="2640" y="746"/>
                    <a:pt x="2630" y="751"/>
                    <a:pt x="2611" y="803"/>
                  </a:cubicBezTo>
                  <a:cubicBezTo>
                    <a:pt x="2592" y="879"/>
                    <a:pt x="2581" y="910"/>
                    <a:pt x="2577" y="910"/>
                  </a:cubicBezTo>
                  <a:cubicBezTo>
                    <a:pt x="2575" y="910"/>
                    <a:pt x="2575" y="895"/>
                    <a:pt x="2579" y="868"/>
                  </a:cubicBezTo>
                  <a:cubicBezTo>
                    <a:pt x="2587" y="797"/>
                    <a:pt x="2580" y="760"/>
                    <a:pt x="2570" y="760"/>
                  </a:cubicBezTo>
                  <a:cubicBezTo>
                    <a:pt x="2559" y="760"/>
                    <a:pt x="2546" y="793"/>
                    <a:pt x="2538" y="860"/>
                  </a:cubicBezTo>
                  <a:lnTo>
                    <a:pt x="2546" y="787"/>
                  </a:lnTo>
                  <a:cubicBezTo>
                    <a:pt x="2549" y="736"/>
                    <a:pt x="2545" y="714"/>
                    <a:pt x="2538" y="714"/>
                  </a:cubicBezTo>
                  <a:cubicBezTo>
                    <a:pt x="2526" y="714"/>
                    <a:pt x="2507" y="768"/>
                    <a:pt x="2497" y="852"/>
                  </a:cubicBezTo>
                  <a:cubicBezTo>
                    <a:pt x="2497" y="800"/>
                    <a:pt x="2493" y="752"/>
                    <a:pt x="2488" y="752"/>
                  </a:cubicBezTo>
                  <a:cubicBezTo>
                    <a:pt x="2486" y="752"/>
                    <a:pt x="2484" y="760"/>
                    <a:pt x="2481" y="779"/>
                  </a:cubicBezTo>
                  <a:cubicBezTo>
                    <a:pt x="2473" y="779"/>
                    <a:pt x="2473" y="779"/>
                    <a:pt x="2481" y="641"/>
                  </a:cubicBezTo>
                  <a:cubicBezTo>
                    <a:pt x="2481" y="576"/>
                    <a:pt x="2481" y="511"/>
                    <a:pt x="2473" y="511"/>
                  </a:cubicBezTo>
                  <a:cubicBezTo>
                    <a:pt x="2472" y="511"/>
                    <a:pt x="2472" y="510"/>
                    <a:pt x="2471" y="5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2"/>
            <p:cNvSpPr/>
            <p:nvPr/>
          </p:nvSpPr>
          <p:spPr>
            <a:xfrm>
              <a:off x="5297156" y="3858778"/>
              <a:ext cx="91135" cy="83654"/>
            </a:xfrm>
            <a:custGeom>
              <a:avLst/>
              <a:gdLst/>
              <a:ahLst/>
              <a:cxnLst/>
              <a:rect l="l" t="t" r="r" b="b"/>
              <a:pathLst>
                <a:path w="5287" h="4853" extrusionOk="0">
                  <a:moveTo>
                    <a:pt x="2919" y="1"/>
                  </a:moveTo>
                  <a:cubicBezTo>
                    <a:pt x="2895" y="1"/>
                    <a:pt x="2903" y="66"/>
                    <a:pt x="2911" y="139"/>
                  </a:cubicBezTo>
                  <a:lnTo>
                    <a:pt x="2935" y="131"/>
                  </a:lnTo>
                  <a:cubicBezTo>
                    <a:pt x="2943" y="90"/>
                    <a:pt x="2943" y="41"/>
                    <a:pt x="2935" y="1"/>
                  </a:cubicBezTo>
                  <a:close/>
                  <a:moveTo>
                    <a:pt x="3000" y="1014"/>
                  </a:moveTo>
                  <a:lnTo>
                    <a:pt x="3024" y="1087"/>
                  </a:lnTo>
                  <a:cubicBezTo>
                    <a:pt x="3033" y="1152"/>
                    <a:pt x="3016" y="1152"/>
                    <a:pt x="3008" y="1152"/>
                  </a:cubicBezTo>
                  <a:cubicBezTo>
                    <a:pt x="2992" y="1152"/>
                    <a:pt x="2992" y="1152"/>
                    <a:pt x="2984" y="1087"/>
                  </a:cubicBezTo>
                  <a:cubicBezTo>
                    <a:pt x="2984" y="1087"/>
                    <a:pt x="2992" y="1022"/>
                    <a:pt x="3000" y="1014"/>
                  </a:cubicBezTo>
                  <a:close/>
                  <a:moveTo>
                    <a:pt x="2806" y="893"/>
                  </a:moveTo>
                  <a:cubicBezTo>
                    <a:pt x="2814" y="893"/>
                    <a:pt x="2846" y="958"/>
                    <a:pt x="2854" y="1022"/>
                  </a:cubicBezTo>
                  <a:cubicBezTo>
                    <a:pt x="2895" y="1160"/>
                    <a:pt x="2895" y="1160"/>
                    <a:pt x="2870" y="1160"/>
                  </a:cubicBezTo>
                  <a:cubicBezTo>
                    <a:pt x="2869" y="1160"/>
                    <a:pt x="2867" y="1161"/>
                    <a:pt x="2865" y="1161"/>
                  </a:cubicBezTo>
                  <a:cubicBezTo>
                    <a:pt x="2857" y="1161"/>
                    <a:pt x="2845" y="1155"/>
                    <a:pt x="2838" y="1095"/>
                  </a:cubicBezTo>
                  <a:lnTo>
                    <a:pt x="2846" y="1095"/>
                  </a:lnTo>
                  <a:cubicBezTo>
                    <a:pt x="2851" y="1113"/>
                    <a:pt x="2853" y="1121"/>
                    <a:pt x="2854" y="1121"/>
                  </a:cubicBezTo>
                  <a:cubicBezTo>
                    <a:pt x="2857" y="1121"/>
                    <a:pt x="2847" y="1071"/>
                    <a:pt x="2830" y="1031"/>
                  </a:cubicBezTo>
                  <a:lnTo>
                    <a:pt x="2806" y="893"/>
                  </a:lnTo>
                  <a:close/>
                  <a:moveTo>
                    <a:pt x="1919" y="1084"/>
                  </a:moveTo>
                  <a:cubicBezTo>
                    <a:pt x="1909" y="1084"/>
                    <a:pt x="1901" y="1092"/>
                    <a:pt x="1889" y="1104"/>
                  </a:cubicBezTo>
                  <a:cubicBezTo>
                    <a:pt x="1881" y="1112"/>
                    <a:pt x="1914" y="1168"/>
                    <a:pt x="1914" y="1168"/>
                  </a:cubicBezTo>
                  <a:cubicBezTo>
                    <a:pt x="1941" y="1201"/>
                    <a:pt x="1956" y="1209"/>
                    <a:pt x="1965" y="1209"/>
                  </a:cubicBezTo>
                  <a:cubicBezTo>
                    <a:pt x="1972" y="1209"/>
                    <a:pt x="1975" y="1204"/>
                    <a:pt x="1979" y="1201"/>
                  </a:cubicBezTo>
                  <a:cubicBezTo>
                    <a:pt x="1992" y="1207"/>
                    <a:pt x="2001" y="1210"/>
                    <a:pt x="2007" y="1210"/>
                  </a:cubicBezTo>
                  <a:cubicBezTo>
                    <a:pt x="2030" y="1210"/>
                    <a:pt x="2003" y="1165"/>
                    <a:pt x="1970" y="1120"/>
                  </a:cubicBezTo>
                  <a:cubicBezTo>
                    <a:pt x="1945" y="1094"/>
                    <a:pt x="1930" y="1084"/>
                    <a:pt x="1919" y="1084"/>
                  </a:cubicBezTo>
                  <a:close/>
                  <a:moveTo>
                    <a:pt x="2076" y="1120"/>
                  </a:moveTo>
                  <a:cubicBezTo>
                    <a:pt x="2116" y="1168"/>
                    <a:pt x="2141" y="1241"/>
                    <a:pt x="2133" y="1249"/>
                  </a:cubicBezTo>
                  <a:cubicBezTo>
                    <a:pt x="2131" y="1250"/>
                    <a:pt x="2130" y="1250"/>
                    <a:pt x="2129" y="1250"/>
                  </a:cubicBezTo>
                  <a:cubicBezTo>
                    <a:pt x="2111" y="1250"/>
                    <a:pt x="2075" y="1204"/>
                    <a:pt x="2060" y="1136"/>
                  </a:cubicBezTo>
                  <a:lnTo>
                    <a:pt x="2076" y="1120"/>
                  </a:lnTo>
                  <a:close/>
                  <a:moveTo>
                    <a:pt x="3338" y="1096"/>
                  </a:moveTo>
                  <a:cubicBezTo>
                    <a:pt x="3339" y="1096"/>
                    <a:pt x="3337" y="1131"/>
                    <a:pt x="3333" y="1201"/>
                  </a:cubicBezTo>
                  <a:cubicBezTo>
                    <a:pt x="3333" y="1266"/>
                    <a:pt x="3333" y="1331"/>
                    <a:pt x="3316" y="1331"/>
                  </a:cubicBezTo>
                  <a:cubicBezTo>
                    <a:pt x="3309" y="1371"/>
                    <a:pt x="3304" y="1388"/>
                    <a:pt x="3301" y="1388"/>
                  </a:cubicBezTo>
                  <a:cubicBezTo>
                    <a:pt x="3295" y="1388"/>
                    <a:pt x="3302" y="1290"/>
                    <a:pt x="3324" y="1193"/>
                  </a:cubicBezTo>
                  <a:cubicBezTo>
                    <a:pt x="3332" y="1129"/>
                    <a:pt x="3337" y="1096"/>
                    <a:pt x="3338" y="1096"/>
                  </a:cubicBezTo>
                  <a:close/>
                  <a:moveTo>
                    <a:pt x="2887" y="1436"/>
                  </a:moveTo>
                  <a:cubicBezTo>
                    <a:pt x="2903" y="1501"/>
                    <a:pt x="2903" y="1501"/>
                    <a:pt x="2911" y="1501"/>
                  </a:cubicBezTo>
                  <a:lnTo>
                    <a:pt x="2919" y="1501"/>
                  </a:lnTo>
                  <a:lnTo>
                    <a:pt x="2895" y="1436"/>
                  </a:lnTo>
                  <a:close/>
                  <a:moveTo>
                    <a:pt x="1881" y="1817"/>
                  </a:moveTo>
                  <a:lnTo>
                    <a:pt x="1946" y="1841"/>
                  </a:lnTo>
                  <a:cubicBezTo>
                    <a:pt x="2003" y="1874"/>
                    <a:pt x="1995" y="1882"/>
                    <a:pt x="1995" y="1890"/>
                  </a:cubicBezTo>
                  <a:lnTo>
                    <a:pt x="1930" y="1858"/>
                  </a:lnTo>
                  <a:lnTo>
                    <a:pt x="1881" y="1817"/>
                  </a:lnTo>
                  <a:close/>
                  <a:moveTo>
                    <a:pt x="1630" y="1703"/>
                  </a:moveTo>
                  <a:lnTo>
                    <a:pt x="1735" y="1793"/>
                  </a:lnTo>
                  <a:cubicBezTo>
                    <a:pt x="1834" y="1863"/>
                    <a:pt x="1875" y="1893"/>
                    <a:pt x="1869" y="1893"/>
                  </a:cubicBezTo>
                  <a:cubicBezTo>
                    <a:pt x="1865" y="1893"/>
                    <a:pt x="1835" y="1877"/>
                    <a:pt x="1784" y="1849"/>
                  </a:cubicBezTo>
                  <a:cubicBezTo>
                    <a:pt x="1719" y="1825"/>
                    <a:pt x="1662" y="1785"/>
                    <a:pt x="1614" y="1728"/>
                  </a:cubicBezTo>
                  <a:cubicBezTo>
                    <a:pt x="1622" y="1720"/>
                    <a:pt x="1630" y="1703"/>
                    <a:pt x="1630" y="1703"/>
                  </a:cubicBezTo>
                  <a:close/>
                  <a:moveTo>
                    <a:pt x="4608" y="1974"/>
                  </a:moveTo>
                  <a:cubicBezTo>
                    <a:pt x="4615" y="1974"/>
                    <a:pt x="4620" y="1975"/>
                    <a:pt x="4622" y="1979"/>
                  </a:cubicBezTo>
                  <a:cubicBezTo>
                    <a:pt x="4565" y="2020"/>
                    <a:pt x="4500" y="2044"/>
                    <a:pt x="4427" y="2052"/>
                  </a:cubicBezTo>
                  <a:cubicBezTo>
                    <a:pt x="4427" y="2044"/>
                    <a:pt x="4427" y="2044"/>
                    <a:pt x="4484" y="2012"/>
                  </a:cubicBezTo>
                  <a:cubicBezTo>
                    <a:pt x="4534" y="1993"/>
                    <a:pt x="4584" y="1974"/>
                    <a:pt x="4608" y="1974"/>
                  </a:cubicBezTo>
                  <a:close/>
                  <a:moveTo>
                    <a:pt x="1516" y="2149"/>
                  </a:moveTo>
                  <a:cubicBezTo>
                    <a:pt x="1557" y="2158"/>
                    <a:pt x="1598" y="2174"/>
                    <a:pt x="1638" y="2198"/>
                  </a:cubicBezTo>
                  <a:lnTo>
                    <a:pt x="1638" y="2206"/>
                  </a:lnTo>
                  <a:cubicBezTo>
                    <a:pt x="1573" y="2190"/>
                    <a:pt x="1508" y="2174"/>
                    <a:pt x="1508" y="2158"/>
                  </a:cubicBezTo>
                  <a:lnTo>
                    <a:pt x="1516" y="2149"/>
                  </a:lnTo>
                  <a:close/>
                  <a:moveTo>
                    <a:pt x="1744" y="2105"/>
                  </a:moveTo>
                  <a:cubicBezTo>
                    <a:pt x="1765" y="2105"/>
                    <a:pt x="1823" y="2135"/>
                    <a:pt x="1930" y="2182"/>
                  </a:cubicBezTo>
                  <a:cubicBezTo>
                    <a:pt x="1957" y="2201"/>
                    <a:pt x="1971" y="2211"/>
                    <a:pt x="1964" y="2211"/>
                  </a:cubicBezTo>
                  <a:cubicBezTo>
                    <a:pt x="1957" y="2211"/>
                    <a:pt x="1925" y="2199"/>
                    <a:pt x="1857" y="2174"/>
                  </a:cubicBezTo>
                  <a:lnTo>
                    <a:pt x="1735" y="2109"/>
                  </a:lnTo>
                  <a:cubicBezTo>
                    <a:pt x="1737" y="2106"/>
                    <a:pt x="1740" y="2105"/>
                    <a:pt x="1744" y="2105"/>
                  </a:cubicBezTo>
                  <a:close/>
                  <a:moveTo>
                    <a:pt x="4930" y="2320"/>
                  </a:moveTo>
                  <a:cubicBezTo>
                    <a:pt x="4930" y="2320"/>
                    <a:pt x="4995" y="2320"/>
                    <a:pt x="4930" y="2328"/>
                  </a:cubicBezTo>
                  <a:lnTo>
                    <a:pt x="4865" y="2344"/>
                  </a:lnTo>
                  <a:cubicBezTo>
                    <a:pt x="4792" y="2344"/>
                    <a:pt x="4727" y="2344"/>
                    <a:pt x="4792" y="2336"/>
                  </a:cubicBezTo>
                  <a:cubicBezTo>
                    <a:pt x="4833" y="2320"/>
                    <a:pt x="4881" y="2320"/>
                    <a:pt x="4930" y="2320"/>
                  </a:cubicBezTo>
                  <a:close/>
                  <a:moveTo>
                    <a:pt x="1286" y="2391"/>
                  </a:moveTo>
                  <a:cubicBezTo>
                    <a:pt x="1290" y="2391"/>
                    <a:pt x="1297" y="2392"/>
                    <a:pt x="1306" y="2393"/>
                  </a:cubicBezTo>
                  <a:lnTo>
                    <a:pt x="1306" y="2401"/>
                  </a:lnTo>
                  <a:cubicBezTo>
                    <a:pt x="1306" y="2398"/>
                    <a:pt x="1307" y="2397"/>
                    <a:pt x="1310" y="2397"/>
                  </a:cubicBezTo>
                  <a:cubicBezTo>
                    <a:pt x="1325" y="2397"/>
                    <a:pt x="1371" y="2426"/>
                    <a:pt x="1371" y="2433"/>
                  </a:cubicBezTo>
                  <a:lnTo>
                    <a:pt x="1298" y="2425"/>
                  </a:lnTo>
                  <a:cubicBezTo>
                    <a:pt x="1305" y="2411"/>
                    <a:pt x="1257" y="2391"/>
                    <a:pt x="1286" y="2391"/>
                  </a:cubicBezTo>
                  <a:close/>
                  <a:moveTo>
                    <a:pt x="1995" y="2433"/>
                  </a:moveTo>
                  <a:lnTo>
                    <a:pt x="2060" y="2449"/>
                  </a:lnTo>
                  <a:lnTo>
                    <a:pt x="2125" y="2457"/>
                  </a:lnTo>
                  <a:lnTo>
                    <a:pt x="2125" y="2457"/>
                  </a:lnTo>
                  <a:lnTo>
                    <a:pt x="1995" y="2433"/>
                  </a:lnTo>
                  <a:close/>
                  <a:moveTo>
                    <a:pt x="1630" y="2547"/>
                  </a:moveTo>
                  <a:cubicBezTo>
                    <a:pt x="1695" y="2555"/>
                    <a:pt x="1768" y="2563"/>
                    <a:pt x="1768" y="2571"/>
                  </a:cubicBezTo>
                  <a:cubicBezTo>
                    <a:pt x="1800" y="2583"/>
                    <a:pt x="1798" y="2589"/>
                    <a:pt x="1772" y="2589"/>
                  </a:cubicBezTo>
                  <a:cubicBezTo>
                    <a:pt x="1745" y="2589"/>
                    <a:pt x="1695" y="2583"/>
                    <a:pt x="1630" y="2571"/>
                  </a:cubicBezTo>
                  <a:lnTo>
                    <a:pt x="1630" y="2547"/>
                  </a:lnTo>
                  <a:close/>
                  <a:moveTo>
                    <a:pt x="1752" y="2668"/>
                  </a:moveTo>
                  <a:lnTo>
                    <a:pt x="1752" y="2685"/>
                  </a:lnTo>
                  <a:cubicBezTo>
                    <a:pt x="1752" y="2693"/>
                    <a:pt x="1752" y="2693"/>
                    <a:pt x="1679" y="2693"/>
                  </a:cubicBezTo>
                  <a:lnTo>
                    <a:pt x="1679" y="2676"/>
                  </a:lnTo>
                  <a:lnTo>
                    <a:pt x="1752" y="2668"/>
                  </a:lnTo>
                  <a:close/>
                  <a:moveTo>
                    <a:pt x="1954" y="2798"/>
                  </a:moveTo>
                  <a:cubicBezTo>
                    <a:pt x="1906" y="2798"/>
                    <a:pt x="1857" y="2798"/>
                    <a:pt x="1816" y="2814"/>
                  </a:cubicBezTo>
                  <a:cubicBezTo>
                    <a:pt x="1816" y="2822"/>
                    <a:pt x="1881" y="2822"/>
                    <a:pt x="1881" y="2822"/>
                  </a:cubicBezTo>
                  <a:cubicBezTo>
                    <a:pt x="1881" y="2822"/>
                    <a:pt x="1954" y="2814"/>
                    <a:pt x="1954" y="2806"/>
                  </a:cubicBezTo>
                  <a:lnTo>
                    <a:pt x="1954" y="2798"/>
                  </a:lnTo>
                  <a:close/>
                  <a:moveTo>
                    <a:pt x="4845" y="2837"/>
                  </a:moveTo>
                  <a:cubicBezTo>
                    <a:pt x="4863" y="2837"/>
                    <a:pt x="4881" y="2839"/>
                    <a:pt x="4881" y="2839"/>
                  </a:cubicBezTo>
                  <a:cubicBezTo>
                    <a:pt x="4881" y="2839"/>
                    <a:pt x="4946" y="2839"/>
                    <a:pt x="4946" y="2855"/>
                  </a:cubicBezTo>
                  <a:cubicBezTo>
                    <a:pt x="4914" y="2855"/>
                    <a:pt x="4881" y="2858"/>
                    <a:pt x="4851" y="2858"/>
                  </a:cubicBezTo>
                  <a:cubicBezTo>
                    <a:pt x="4836" y="2858"/>
                    <a:pt x="4822" y="2857"/>
                    <a:pt x="4808" y="2855"/>
                  </a:cubicBezTo>
                  <a:lnTo>
                    <a:pt x="4808" y="2847"/>
                  </a:lnTo>
                  <a:cubicBezTo>
                    <a:pt x="4808" y="2839"/>
                    <a:pt x="4826" y="2837"/>
                    <a:pt x="4845" y="2837"/>
                  </a:cubicBezTo>
                  <a:close/>
                  <a:moveTo>
                    <a:pt x="1512" y="2893"/>
                  </a:moveTo>
                  <a:cubicBezTo>
                    <a:pt x="1549" y="2893"/>
                    <a:pt x="1549" y="2903"/>
                    <a:pt x="1549" y="2903"/>
                  </a:cubicBezTo>
                  <a:cubicBezTo>
                    <a:pt x="1549" y="2912"/>
                    <a:pt x="1549" y="2928"/>
                    <a:pt x="1476" y="2936"/>
                  </a:cubicBezTo>
                  <a:cubicBezTo>
                    <a:pt x="1476" y="2936"/>
                    <a:pt x="1411" y="2936"/>
                    <a:pt x="1411" y="2928"/>
                  </a:cubicBezTo>
                  <a:cubicBezTo>
                    <a:pt x="1411" y="2912"/>
                    <a:pt x="1476" y="2895"/>
                    <a:pt x="1476" y="2895"/>
                  </a:cubicBezTo>
                  <a:cubicBezTo>
                    <a:pt x="1491" y="2894"/>
                    <a:pt x="1502" y="2893"/>
                    <a:pt x="1512" y="2893"/>
                  </a:cubicBezTo>
                  <a:close/>
                  <a:moveTo>
                    <a:pt x="2422" y="2916"/>
                  </a:moveTo>
                  <a:cubicBezTo>
                    <a:pt x="2414" y="2916"/>
                    <a:pt x="2396" y="2920"/>
                    <a:pt x="2360" y="2928"/>
                  </a:cubicBezTo>
                  <a:lnTo>
                    <a:pt x="2360" y="2944"/>
                  </a:lnTo>
                  <a:cubicBezTo>
                    <a:pt x="2425" y="2936"/>
                    <a:pt x="2425" y="2936"/>
                    <a:pt x="2425" y="2928"/>
                  </a:cubicBezTo>
                  <a:cubicBezTo>
                    <a:pt x="2429" y="2920"/>
                    <a:pt x="2431" y="2916"/>
                    <a:pt x="2422" y="2916"/>
                  </a:cubicBezTo>
                  <a:close/>
                  <a:moveTo>
                    <a:pt x="4938" y="2978"/>
                  </a:moveTo>
                  <a:cubicBezTo>
                    <a:pt x="4946" y="2978"/>
                    <a:pt x="4962" y="2980"/>
                    <a:pt x="4995" y="2984"/>
                  </a:cubicBezTo>
                  <a:lnTo>
                    <a:pt x="4995" y="2993"/>
                  </a:lnTo>
                  <a:lnTo>
                    <a:pt x="4930" y="3001"/>
                  </a:lnTo>
                  <a:lnTo>
                    <a:pt x="4930" y="2984"/>
                  </a:lnTo>
                  <a:cubicBezTo>
                    <a:pt x="4930" y="2980"/>
                    <a:pt x="4930" y="2978"/>
                    <a:pt x="4938" y="2978"/>
                  </a:cubicBezTo>
                  <a:close/>
                  <a:moveTo>
                    <a:pt x="5032" y="3032"/>
                  </a:moveTo>
                  <a:cubicBezTo>
                    <a:pt x="5028" y="3032"/>
                    <a:pt x="5032" y="3034"/>
                    <a:pt x="5060" y="3041"/>
                  </a:cubicBezTo>
                  <a:cubicBezTo>
                    <a:pt x="5060" y="3037"/>
                    <a:pt x="5038" y="3032"/>
                    <a:pt x="5032" y="3032"/>
                  </a:cubicBezTo>
                  <a:close/>
                  <a:moveTo>
                    <a:pt x="4921" y="3108"/>
                  </a:moveTo>
                  <a:cubicBezTo>
                    <a:pt x="4930" y="3108"/>
                    <a:pt x="4946" y="3110"/>
                    <a:pt x="4978" y="3114"/>
                  </a:cubicBezTo>
                  <a:lnTo>
                    <a:pt x="4970" y="3130"/>
                  </a:lnTo>
                  <a:lnTo>
                    <a:pt x="4905" y="3130"/>
                  </a:lnTo>
                  <a:lnTo>
                    <a:pt x="4905" y="3114"/>
                  </a:lnTo>
                  <a:cubicBezTo>
                    <a:pt x="4910" y="3110"/>
                    <a:pt x="4912" y="3108"/>
                    <a:pt x="4921" y="3108"/>
                  </a:cubicBezTo>
                  <a:close/>
                  <a:moveTo>
                    <a:pt x="1557" y="3137"/>
                  </a:moveTo>
                  <a:cubicBezTo>
                    <a:pt x="1565" y="3137"/>
                    <a:pt x="1565" y="3143"/>
                    <a:pt x="1565" y="3155"/>
                  </a:cubicBezTo>
                  <a:cubicBezTo>
                    <a:pt x="1573" y="3171"/>
                    <a:pt x="1508" y="3179"/>
                    <a:pt x="1508" y="3179"/>
                  </a:cubicBezTo>
                  <a:cubicBezTo>
                    <a:pt x="1494" y="3182"/>
                    <a:pt x="1485" y="3184"/>
                    <a:pt x="1480" y="3184"/>
                  </a:cubicBezTo>
                  <a:cubicBezTo>
                    <a:pt x="1458" y="3184"/>
                    <a:pt x="1500" y="3161"/>
                    <a:pt x="1500" y="3155"/>
                  </a:cubicBezTo>
                  <a:cubicBezTo>
                    <a:pt x="1533" y="3143"/>
                    <a:pt x="1549" y="3137"/>
                    <a:pt x="1557" y="3137"/>
                  </a:cubicBezTo>
                  <a:close/>
                  <a:moveTo>
                    <a:pt x="4395" y="3163"/>
                  </a:moveTo>
                  <a:cubicBezTo>
                    <a:pt x="4460" y="3179"/>
                    <a:pt x="4524" y="3203"/>
                    <a:pt x="4524" y="3212"/>
                  </a:cubicBezTo>
                  <a:lnTo>
                    <a:pt x="4451" y="3203"/>
                  </a:lnTo>
                  <a:lnTo>
                    <a:pt x="4395" y="3171"/>
                  </a:lnTo>
                  <a:lnTo>
                    <a:pt x="4395" y="3163"/>
                  </a:lnTo>
                  <a:close/>
                  <a:moveTo>
                    <a:pt x="5269" y="3225"/>
                  </a:moveTo>
                  <a:cubicBezTo>
                    <a:pt x="5267" y="3225"/>
                    <a:pt x="5265" y="3225"/>
                    <a:pt x="5263" y="3225"/>
                  </a:cubicBezTo>
                  <a:lnTo>
                    <a:pt x="5263" y="3225"/>
                  </a:lnTo>
                  <a:cubicBezTo>
                    <a:pt x="5268" y="3226"/>
                    <a:pt x="5271" y="3226"/>
                    <a:pt x="5273" y="3226"/>
                  </a:cubicBezTo>
                  <a:cubicBezTo>
                    <a:pt x="5278" y="3226"/>
                    <a:pt x="5276" y="3225"/>
                    <a:pt x="5269" y="3225"/>
                  </a:cubicBezTo>
                  <a:close/>
                  <a:moveTo>
                    <a:pt x="5174" y="3213"/>
                  </a:moveTo>
                  <a:cubicBezTo>
                    <a:pt x="5189" y="3218"/>
                    <a:pt x="5208" y="3223"/>
                    <a:pt x="5230" y="3228"/>
                  </a:cubicBezTo>
                  <a:cubicBezTo>
                    <a:pt x="5244" y="3226"/>
                    <a:pt x="5255" y="3225"/>
                    <a:pt x="5263" y="3225"/>
                  </a:cubicBezTo>
                  <a:lnTo>
                    <a:pt x="5263" y="3225"/>
                  </a:lnTo>
                  <a:cubicBezTo>
                    <a:pt x="5248" y="3224"/>
                    <a:pt x="5219" y="3221"/>
                    <a:pt x="5174" y="3213"/>
                  </a:cubicBezTo>
                  <a:close/>
                  <a:moveTo>
                    <a:pt x="4838" y="3187"/>
                  </a:moveTo>
                  <a:cubicBezTo>
                    <a:pt x="4845" y="3187"/>
                    <a:pt x="4860" y="3190"/>
                    <a:pt x="4881" y="3195"/>
                  </a:cubicBezTo>
                  <a:cubicBezTo>
                    <a:pt x="4946" y="3212"/>
                    <a:pt x="4954" y="3212"/>
                    <a:pt x="4946" y="3220"/>
                  </a:cubicBezTo>
                  <a:cubicBezTo>
                    <a:pt x="4942" y="3235"/>
                    <a:pt x="4940" y="3241"/>
                    <a:pt x="4933" y="3241"/>
                  </a:cubicBezTo>
                  <a:cubicBezTo>
                    <a:pt x="4924" y="3241"/>
                    <a:pt x="4908" y="3233"/>
                    <a:pt x="4873" y="3220"/>
                  </a:cubicBezTo>
                  <a:cubicBezTo>
                    <a:pt x="4835" y="3198"/>
                    <a:pt x="4823" y="3187"/>
                    <a:pt x="4838" y="3187"/>
                  </a:cubicBezTo>
                  <a:close/>
                  <a:moveTo>
                    <a:pt x="65" y="3284"/>
                  </a:moveTo>
                  <a:cubicBezTo>
                    <a:pt x="0" y="3293"/>
                    <a:pt x="0" y="3317"/>
                    <a:pt x="138" y="3325"/>
                  </a:cubicBezTo>
                  <a:cubicBezTo>
                    <a:pt x="211" y="3309"/>
                    <a:pt x="203" y="3309"/>
                    <a:pt x="203" y="3284"/>
                  </a:cubicBezTo>
                  <a:close/>
                  <a:moveTo>
                    <a:pt x="4420" y="3304"/>
                  </a:moveTo>
                  <a:cubicBezTo>
                    <a:pt x="4428" y="3304"/>
                    <a:pt x="4443" y="3310"/>
                    <a:pt x="4484" y="3325"/>
                  </a:cubicBezTo>
                  <a:cubicBezTo>
                    <a:pt x="4484" y="3325"/>
                    <a:pt x="4549" y="3349"/>
                    <a:pt x="4541" y="3357"/>
                  </a:cubicBezTo>
                  <a:lnTo>
                    <a:pt x="4476" y="3341"/>
                  </a:lnTo>
                  <a:cubicBezTo>
                    <a:pt x="4411" y="3317"/>
                    <a:pt x="4411" y="3309"/>
                    <a:pt x="4411" y="3309"/>
                  </a:cubicBezTo>
                  <a:cubicBezTo>
                    <a:pt x="4414" y="3306"/>
                    <a:pt x="4416" y="3304"/>
                    <a:pt x="4420" y="3304"/>
                  </a:cubicBezTo>
                  <a:close/>
                  <a:moveTo>
                    <a:pt x="1783" y="3314"/>
                  </a:moveTo>
                  <a:cubicBezTo>
                    <a:pt x="1796" y="3314"/>
                    <a:pt x="1768" y="3332"/>
                    <a:pt x="1679" y="3366"/>
                  </a:cubicBezTo>
                  <a:cubicBezTo>
                    <a:pt x="1643" y="3379"/>
                    <a:pt x="1627" y="3385"/>
                    <a:pt x="1620" y="3385"/>
                  </a:cubicBezTo>
                  <a:cubicBezTo>
                    <a:pt x="1614" y="3385"/>
                    <a:pt x="1614" y="3381"/>
                    <a:pt x="1614" y="3374"/>
                  </a:cubicBezTo>
                  <a:cubicBezTo>
                    <a:pt x="1654" y="3357"/>
                    <a:pt x="1695" y="3333"/>
                    <a:pt x="1743" y="3325"/>
                  </a:cubicBezTo>
                  <a:cubicBezTo>
                    <a:pt x="1764" y="3317"/>
                    <a:pt x="1777" y="3314"/>
                    <a:pt x="1783" y="3314"/>
                  </a:cubicBezTo>
                  <a:close/>
                  <a:moveTo>
                    <a:pt x="1768" y="3414"/>
                  </a:moveTo>
                  <a:lnTo>
                    <a:pt x="1776" y="3430"/>
                  </a:lnTo>
                  <a:cubicBezTo>
                    <a:pt x="1726" y="3449"/>
                    <a:pt x="1675" y="3468"/>
                    <a:pt x="1655" y="3468"/>
                  </a:cubicBezTo>
                  <a:cubicBezTo>
                    <a:pt x="1649" y="3468"/>
                    <a:pt x="1646" y="3467"/>
                    <a:pt x="1646" y="3463"/>
                  </a:cubicBezTo>
                  <a:lnTo>
                    <a:pt x="1703" y="3430"/>
                  </a:lnTo>
                  <a:lnTo>
                    <a:pt x="1768" y="3414"/>
                  </a:lnTo>
                  <a:close/>
                  <a:moveTo>
                    <a:pt x="2749" y="3957"/>
                  </a:moveTo>
                  <a:lnTo>
                    <a:pt x="2757" y="3966"/>
                  </a:lnTo>
                  <a:cubicBezTo>
                    <a:pt x="2734" y="4027"/>
                    <a:pt x="2711" y="4088"/>
                    <a:pt x="2702" y="4088"/>
                  </a:cubicBezTo>
                  <a:cubicBezTo>
                    <a:pt x="2701" y="4088"/>
                    <a:pt x="2701" y="4088"/>
                    <a:pt x="2700" y="4087"/>
                  </a:cubicBezTo>
                  <a:lnTo>
                    <a:pt x="2692" y="4087"/>
                  </a:lnTo>
                  <a:cubicBezTo>
                    <a:pt x="2708" y="4039"/>
                    <a:pt x="2733" y="3998"/>
                    <a:pt x="2749" y="3957"/>
                  </a:cubicBezTo>
                  <a:close/>
                  <a:moveTo>
                    <a:pt x="2100" y="4184"/>
                  </a:moveTo>
                  <a:lnTo>
                    <a:pt x="2108" y="4193"/>
                  </a:lnTo>
                  <a:cubicBezTo>
                    <a:pt x="2073" y="4235"/>
                    <a:pt x="2031" y="4285"/>
                    <a:pt x="2016" y="4285"/>
                  </a:cubicBezTo>
                  <a:cubicBezTo>
                    <a:pt x="2014" y="4285"/>
                    <a:pt x="2012" y="4284"/>
                    <a:pt x="2011" y="4282"/>
                  </a:cubicBezTo>
                  <a:lnTo>
                    <a:pt x="2043" y="4225"/>
                  </a:lnTo>
                  <a:lnTo>
                    <a:pt x="2100" y="4184"/>
                  </a:lnTo>
                  <a:close/>
                  <a:moveTo>
                    <a:pt x="4127" y="4217"/>
                  </a:moveTo>
                  <a:cubicBezTo>
                    <a:pt x="4160" y="4274"/>
                    <a:pt x="4192" y="4330"/>
                    <a:pt x="4184" y="4338"/>
                  </a:cubicBezTo>
                  <a:lnTo>
                    <a:pt x="4168" y="4347"/>
                  </a:lnTo>
                  <a:cubicBezTo>
                    <a:pt x="4151" y="4306"/>
                    <a:pt x="4127" y="4266"/>
                    <a:pt x="4111" y="4225"/>
                  </a:cubicBezTo>
                  <a:lnTo>
                    <a:pt x="4127" y="4217"/>
                  </a:lnTo>
                  <a:close/>
                  <a:moveTo>
                    <a:pt x="2392" y="4306"/>
                  </a:moveTo>
                  <a:lnTo>
                    <a:pt x="2392" y="4306"/>
                  </a:lnTo>
                  <a:cubicBezTo>
                    <a:pt x="2400" y="4314"/>
                    <a:pt x="2400" y="4314"/>
                    <a:pt x="2368" y="4379"/>
                  </a:cubicBezTo>
                  <a:cubicBezTo>
                    <a:pt x="2343" y="4411"/>
                    <a:pt x="2319" y="4452"/>
                    <a:pt x="2287" y="4484"/>
                  </a:cubicBezTo>
                  <a:cubicBezTo>
                    <a:pt x="2279" y="4476"/>
                    <a:pt x="2352" y="4371"/>
                    <a:pt x="2392" y="4306"/>
                  </a:cubicBezTo>
                  <a:close/>
                  <a:moveTo>
                    <a:pt x="2757" y="4395"/>
                  </a:moveTo>
                  <a:lnTo>
                    <a:pt x="2765" y="4403"/>
                  </a:lnTo>
                  <a:cubicBezTo>
                    <a:pt x="2749" y="4468"/>
                    <a:pt x="2733" y="4533"/>
                    <a:pt x="2725" y="4533"/>
                  </a:cubicBezTo>
                  <a:lnTo>
                    <a:pt x="2725" y="4460"/>
                  </a:lnTo>
                  <a:lnTo>
                    <a:pt x="2757" y="4395"/>
                  </a:lnTo>
                  <a:close/>
                  <a:moveTo>
                    <a:pt x="3672" y="4456"/>
                  </a:moveTo>
                  <a:cubicBezTo>
                    <a:pt x="3682" y="4456"/>
                    <a:pt x="3685" y="4469"/>
                    <a:pt x="3697" y="4517"/>
                  </a:cubicBezTo>
                  <a:cubicBezTo>
                    <a:pt x="3714" y="4590"/>
                    <a:pt x="3689" y="4598"/>
                    <a:pt x="3673" y="4598"/>
                  </a:cubicBezTo>
                  <a:cubicBezTo>
                    <a:pt x="3649" y="4533"/>
                    <a:pt x="3649" y="4468"/>
                    <a:pt x="3657" y="4460"/>
                  </a:cubicBezTo>
                  <a:cubicBezTo>
                    <a:pt x="3663" y="4458"/>
                    <a:pt x="3668" y="4456"/>
                    <a:pt x="3672" y="4456"/>
                  </a:cubicBezTo>
                  <a:close/>
                  <a:moveTo>
                    <a:pt x="3357" y="512"/>
                  </a:moveTo>
                  <a:cubicBezTo>
                    <a:pt x="3341" y="512"/>
                    <a:pt x="3341" y="585"/>
                    <a:pt x="3333" y="649"/>
                  </a:cubicBezTo>
                  <a:lnTo>
                    <a:pt x="3308" y="641"/>
                  </a:lnTo>
                  <a:cubicBezTo>
                    <a:pt x="3308" y="641"/>
                    <a:pt x="3292" y="641"/>
                    <a:pt x="3284" y="714"/>
                  </a:cubicBezTo>
                  <a:cubicBezTo>
                    <a:pt x="3284" y="779"/>
                    <a:pt x="3268" y="779"/>
                    <a:pt x="3260" y="779"/>
                  </a:cubicBezTo>
                  <a:cubicBezTo>
                    <a:pt x="3260" y="757"/>
                    <a:pt x="3258" y="747"/>
                    <a:pt x="3256" y="747"/>
                  </a:cubicBezTo>
                  <a:cubicBezTo>
                    <a:pt x="3253" y="747"/>
                    <a:pt x="3248" y="794"/>
                    <a:pt x="3260" y="844"/>
                  </a:cubicBezTo>
                  <a:cubicBezTo>
                    <a:pt x="3260" y="906"/>
                    <a:pt x="3252" y="974"/>
                    <a:pt x="3245" y="974"/>
                  </a:cubicBezTo>
                  <a:cubicBezTo>
                    <a:pt x="3244" y="974"/>
                    <a:pt x="3244" y="974"/>
                    <a:pt x="3243" y="974"/>
                  </a:cubicBezTo>
                  <a:lnTo>
                    <a:pt x="3243" y="1112"/>
                  </a:lnTo>
                  <a:cubicBezTo>
                    <a:pt x="3235" y="1209"/>
                    <a:pt x="3243" y="1298"/>
                    <a:pt x="3260" y="1387"/>
                  </a:cubicBezTo>
                  <a:cubicBezTo>
                    <a:pt x="3284" y="1435"/>
                    <a:pt x="3302" y="1481"/>
                    <a:pt x="3315" y="1481"/>
                  </a:cubicBezTo>
                  <a:cubicBezTo>
                    <a:pt x="3323" y="1481"/>
                    <a:pt x="3329" y="1459"/>
                    <a:pt x="3333" y="1403"/>
                  </a:cubicBezTo>
                  <a:cubicBezTo>
                    <a:pt x="3333" y="1403"/>
                    <a:pt x="3349" y="1339"/>
                    <a:pt x="3357" y="1339"/>
                  </a:cubicBezTo>
                  <a:cubicBezTo>
                    <a:pt x="3373" y="1339"/>
                    <a:pt x="3373" y="1412"/>
                    <a:pt x="3373" y="1412"/>
                  </a:cubicBezTo>
                  <a:cubicBezTo>
                    <a:pt x="3373" y="1476"/>
                    <a:pt x="3414" y="1485"/>
                    <a:pt x="3462" y="1493"/>
                  </a:cubicBezTo>
                  <a:cubicBezTo>
                    <a:pt x="3519" y="1501"/>
                    <a:pt x="3551" y="1501"/>
                    <a:pt x="3543" y="1574"/>
                  </a:cubicBezTo>
                  <a:cubicBezTo>
                    <a:pt x="3535" y="1639"/>
                    <a:pt x="3543" y="1647"/>
                    <a:pt x="3543" y="1647"/>
                  </a:cubicBezTo>
                  <a:cubicBezTo>
                    <a:pt x="3552" y="1613"/>
                    <a:pt x="3567" y="1601"/>
                    <a:pt x="3588" y="1601"/>
                  </a:cubicBezTo>
                  <a:cubicBezTo>
                    <a:pt x="3606" y="1601"/>
                    <a:pt x="3630" y="1611"/>
                    <a:pt x="3657" y="1622"/>
                  </a:cubicBezTo>
                  <a:cubicBezTo>
                    <a:pt x="3684" y="1630"/>
                    <a:pt x="3710" y="1638"/>
                    <a:pt x="3734" y="1638"/>
                  </a:cubicBezTo>
                  <a:cubicBezTo>
                    <a:pt x="3760" y="1638"/>
                    <a:pt x="3782" y="1628"/>
                    <a:pt x="3795" y="1598"/>
                  </a:cubicBezTo>
                  <a:lnTo>
                    <a:pt x="3803" y="1606"/>
                  </a:lnTo>
                  <a:cubicBezTo>
                    <a:pt x="3779" y="1671"/>
                    <a:pt x="3787" y="1679"/>
                    <a:pt x="3803" y="1687"/>
                  </a:cubicBezTo>
                  <a:cubicBezTo>
                    <a:pt x="3833" y="1651"/>
                    <a:pt x="3850" y="1646"/>
                    <a:pt x="3856" y="1646"/>
                  </a:cubicBezTo>
                  <a:cubicBezTo>
                    <a:pt x="3859" y="1646"/>
                    <a:pt x="3860" y="1647"/>
                    <a:pt x="3860" y="1647"/>
                  </a:cubicBezTo>
                  <a:cubicBezTo>
                    <a:pt x="3827" y="1712"/>
                    <a:pt x="3827" y="1712"/>
                    <a:pt x="3843" y="1720"/>
                  </a:cubicBezTo>
                  <a:cubicBezTo>
                    <a:pt x="3846" y="1723"/>
                    <a:pt x="3849" y="1725"/>
                    <a:pt x="3853" y="1725"/>
                  </a:cubicBezTo>
                  <a:cubicBezTo>
                    <a:pt x="3861" y="1725"/>
                    <a:pt x="3874" y="1716"/>
                    <a:pt x="3900" y="1679"/>
                  </a:cubicBezTo>
                  <a:cubicBezTo>
                    <a:pt x="3933" y="1695"/>
                    <a:pt x="3949" y="1744"/>
                    <a:pt x="3933" y="1776"/>
                  </a:cubicBezTo>
                  <a:cubicBezTo>
                    <a:pt x="3919" y="1799"/>
                    <a:pt x="3915" y="1808"/>
                    <a:pt x="3919" y="1808"/>
                  </a:cubicBezTo>
                  <a:cubicBezTo>
                    <a:pt x="3926" y="1808"/>
                    <a:pt x="3957" y="1776"/>
                    <a:pt x="3989" y="1744"/>
                  </a:cubicBezTo>
                  <a:cubicBezTo>
                    <a:pt x="4027" y="1699"/>
                    <a:pt x="4071" y="1654"/>
                    <a:pt x="4084" y="1654"/>
                  </a:cubicBezTo>
                  <a:cubicBezTo>
                    <a:pt x="4085" y="1654"/>
                    <a:pt x="4086" y="1654"/>
                    <a:pt x="4087" y="1655"/>
                  </a:cubicBezTo>
                  <a:lnTo>
                    <a:pt x="3997" y="1760"/>
                  </a:lnTo>
                  <a:cubicBezTo>
                    <a:pt x="3949" y="1801"/>
                    <a:pt x="3949" y="1801"/>
                    <a:pt x="3957" y="1817"/>
                  </a:cubicBezTo>
                  <a:lnTo>
                    <a:pt x="3965" y="1825"/>
                  </a:lnTo>
                  <a:cubicBezTo>
                    <a:pt x="3983" y="1807"/>
                    <a:pt x="3997" y="1800"/>
                    <a:pt x="4011" y="1800"/>
                  </a:cubicBezTo>
                  <a:cubicBezTo>
                    <a:pt x="4034" y="1800"/>
                    <a:pt x="4053" y="1821"/>
                    <a:pt x="4079" y="1841"/>
                  </a:cubicBezTo>
                  <a:cubicBezTo>
                    <a:pt x="4112" y="1880"/>
                    <a:pt x="4126" y="1908"/>
                    <a:pt x="4151" y="1908"/>
                  </a:cubicBezTo>
                  <a:cubicBezTo>
                    <a:pt x="4162" y="1908"/>
                    <a:pt x="4174" y="1903"/>
                    <a:pt x="4192" y="1890"/>
                  </a:cubicBezTo>
                  <a:cubicBezTo>
                    <a:pt x="4215" y="1874"/>
                    <a:pt x="4229" y="1865"/>
                    <a:pt x="4234" y="1865"/>
                  </a:cubicBezTo>
                  <a:cubicBezTo>
                    <a:pt x="4242" y="1865"/>
                    <a:pt x="4232" y="1884"/>
                    <a:pt x="4208" y="1922"/>
                  </a:cubicBezTo>
                  <a:cubicBezTo>
                    <a:pt x="4113" y="2028"/>
                    <a:pt x="4080" y="2058"/>
                    <a:pt x="4089" y="2058"/>
                  </a:cubicBezTo>
                  <a:cubicBezTo>
                    <a:pt x="4094" y="2058"/>
                    <a:pt x="4107" y="2052"/>
                    <a:pt x="4127" y="2044"/>
                  </a:cubicBezTo>
                  <a:cubicBezTo>
                    <a:pt x="4127" y="2036"/>
                    <a:pt x="4184" y="2003"/>
                    <a:pt x="4241" y="1963"/>
                  </a:cubicBezTo>
                  <a:cubicBezTo>
                    <a:pt x="4293" y="1929"/>
                    <a:pt x="4323" y="1913"/>
                    <a:pt x="4329" y="1913"/>
                  </a:cubicBezTo>
                  <a:cubicBezTo>
                    <a:pt x="4336" y="1913"/>
                    <a:pt x="4310" y="1935"/>
                    <a:pt x="4249" y="1979"/>
                  </a:cubicBezTo>
                  <a:cubicBezTo>
                    <a:pt x="4162" y="2033"/>
                    <a:pt x="4213" y="2103"/>
                    <a:pt x="4306" y="2103"/>
                  </a:cubicBezTo>
                  <a:cubicBezTo>
                    <a:pt x="4326" y="2103"/>
                    <a:pt x="4348" y="2100"/>
                    <a:pt x="4370" y="2093"/>
                  </a:cubicBezTo>
                  <a:lnTo>
                    <a:pt x="4370" y="2093"/>
                  </a:lnTo>
                  <a:lnTo>
                    <a:pt x="4306" y="2117"/>
                  </a:lnTo>
                  <a:cubicBezTo>
                    <a:pt x="4249" y="2149"/>
                    <a:pt x="4249" y="2158"/>
                    <a:pt x="4265" y="2190"/>
                  </a:cubicBezTo>
                  <a:lnTo>
                    <a:pt x="4273" y="2214"/>
                  </a:lnTo>
                  <a:cubicBezTo>
                    <a:pt x="4304" y="2203"/>
                    <a:pt x="4326" y="2198"/>
                    <a:pt x="4339" y="2198"/>
                  </a:cubicBezTo>
                  <a:cubicBezTo>
                    <a:pt x="4382" y="2198"/>
                    <a:pt x="4347" y="2244"/>
                    <a:pt x="4297" y="2263"/>
                  </a:cubicBezTo>
                  <a:cubicBezTo>
                    <a:pt x="4233" y="2295"/>
                    <a:pt x="4233" y="2295"/>
                    <a:pt x="4233" y="2312"/>
                  </a:cubicBezTo>
                  <a:cubicBezTo>
                    <a:pt x="4246" y="2310"/>
                    <a:pt x="4258" y="2309"/>
                    <a:pt x="4268" y="2309"/>
                  </a:cubicBezTo>
                  <a:cubicBezTo>
                    <a:pt x="4359" y="2309"/>
                    <a:pt x="4306" y="2370"/>
                    <a:pt x="4241" y="2385"/>
                  </a:cubicBezTo>
                  <a:cubicBezTo>
                    <a:pt x="4241" y="2385"/>
                    <a:pt x="4249" y="2393"/>
                    <a:pt x="4249" y="2401"/>
                  </a:cubicBezTo>
                  <a:cubicBezTo>
                    <a:pt x="4261" y="2399"/>
                    <a:pt x="4271" y="2399"/>
                    <a:pt x="4280" y="2399"/>
                  </a:cubicBezTo>
                  <a:cubicBezTo>
                    <a:pt x="4316" y="2399"/>
                    <a:pt x="4322" y="2410"/>
                    <a:pt x="4322" y="2417"/>
                  </a:cubicBezTo>
                  <a:cubicBezTo>
                    <a:pt x="4327" y="2437"/>
                    <a:pt x="4329" y="2447"/>
                    <a:pt x="4344" y="2447"/>
                  </a:cubicBezTo>
                  <a:cubicBezTo>
                    <a:pt x="4354" y="2447"/>
                    <a:pt x="4369" y="2443"/>
                    <a:pt x="4395" y="2433"/>
                  </a:cubicBezTo>
                  <a:cubicBezTo>
                    <a:pt x="4442" y="2421"/>
                    <a:pt x="4490" y="2414"/>
                    <a:pt x="4515" y="2414"/>
                  </a:cubicBezTo>
                  <a:cubicBezTo>
                    <a:pt x="4524" y="2414"/>
                    <a:pt x="4530" y="2415"/>
                    <a:pt x="4533" y="2417"/>
                  </a:cubicBezTo>
                  <a:lnTo>
                    <a:pt x="4460" y="2433"/>
                  </a:lnTo>
                  <a:cubicBezTo>
                    <a:pt x="4395" y="2441"/>
                    <a:pt x="4411" y="2474"/>
                    <a:pt x="4403" y="2514"/>
                  </a:cubicBezTo>
                  <a:cubicBezTo>
                    <a:pt x="4403" y="2563"/>
                    <a:pt x="4403" y="2579"/>
                    <a:pt x="4338" y="2595"/>
                  </a:cubicBezTo>
                  <a:lnTo>
                    <a:pt x="4403" y="2603"/>
                  </a:lnTo>
                  <a:cubicBezTo>
                    <a:pt x="4476" y="2603"/>
                    <a:pt x="4476" y="2620"/>
                    <a:pt x="4403" y="2620"/>
                  </a:cubicBezTo>
                  <a:cubicBezTo>
                    <a:pt x="4338" y="2636"/>
                    <a:pt x="4338" y="2676"/>
                    <a:pt x="4411" y="2693"/>
                  </a:cubicBezTo>
                  <a:lnTo>
                    <a:pt x="4411" y="2709"/>
                  </a:lnTo>
                  <a:cubicBezTo>
                    <a:pt x="4281" y="2725"/>
                    <a:pt x="4273" y="2749"/>
                    <a:pt x="4411" y="2766"/>
                  </a:cubicBezTo>
                  <a:cubicBezTo>
                    <a:pt x="4397" y="2764"/>
                    <a:pt x="4386" y="2763"/>
                    <a:pt x="4377" y="2763"/>
                  </a:cubicBezTo>
                  <a:cubicBezTo>
                    <a:pt x="4338" y="2763"/>
                    <a:pt x="4338" y="2775"/>
                    <a:pt x="4338" y="2782"/>
                  </a:cubicBezTo>
                  <a:cubicBezTo>
                    <a:pt x="4403" y="2798"/>
                    <a:pt x="4395" y="2839"/>
                    <a:pt x="4330" y="2839"/>
                  </a:cubicBezTo>
                  <a:lnTo>
                    <a:pt x="4330" y="2847"/>
                  </a:lnTo>
                  <a:cubicBezTo>
                    <a:pt x="4395" y="2863"/>
                    <a:pt x="4395" y="2871"/>
                    <a:pt x="4395" y="2879"/>
                  </a:cubicBezTo>
                  <a:cubicBezTo>
                    <a:pt x="4387" y="2887"/>
                    <a:pt x="4387" y="2903"/>
                    <a:pt x="4460" y="2920"/>
                  </a:cubicBezTo>
                  <a:cubicBezTo>
                    <a:pt x="4524" y="2936"/>
                    <a:pt x="4524" y="2944"/>
                    <a:pt x="4524" y="2944"/>
                  </a:cubicBezTo>
                  <a:cubicBezTo>
                    <a:pt x="4523" y="2948"/>
                    <a:pt x="4518" y="2949"/>
                    <a:pt x="4510" y="2949"/>
                  </a:cubicBezTo>
                  <a:cubicBezTo>
                    <a:pt x="4486" y="2949"/>
                    <a:pt x="4436" y="2932"/>
                    <a:pt x="4387" y="2920"/>
                  </a:cubicBezTo>
                  <a:cubicBezTo>
                    <a:pt x="4369" y="2913"/>
                    <a:pt x="4356" y="2910"/>
                    <a:pt x="4350" y="2910"/>
                  </a:cubicBezTo>
                  <a:cubicBezTo>
                    <a:pt x="4331" y="2910"/>
                    <a:pt x="4356" y="2933"/>
                    <a:pt x="4451" y="2968"/>
                  </a:cubicBezTo>
                  <a:cubicBezTo>
                    <a:pt x="4522" y="2995"/>
                    <a:pt x="4554" y="3009"/>
                    <a:pt x="4548" y="3009"/>
                  </a:cubicBezTo>
                  <a:cubicBezTo>
                    <a:pt x="4543" y="3009"/>
                    <a:pt x="4511" y="2999"/>
                    <a:pt x="4451" y="2976"/>
                  </a:cubicBezTo>
                  <a:cubicBezTo>
                    <a:pt x="4410" y="2966"/>
                    <a:pt x="4365" y="2952"/>
                    <a:pt x="4355" y="2952"/>
                  </a:cubicBezTo>
                  <a:cubicBezTo>
                    <a:pt x="4350" y="2952"/>
                    <a:pt x="4355" y="2957"/>
                    <a:pt x="4378" y="2968"/>
                  </a:cubicBezTo>
                  <a:cubicBezTo>
                    <a:pt x="4378" y="2968"/>
                    <a:pt x="4378" y="2984"/>
                    <a:pt x="4443" y="3001"/>
                  </a:cubicBezTo>
                  <a:lnTo>
                    <a:pt x="4435" y="3025"/>
                  </a:lnTo>
                  <a:cubicBezTo>
                    <a:pt x="4362" y="3033"/>
                    <a:pt x="4362" y="3041"/>
                    <a:pt x="4354" y="3049"/>
                  </a:cubicBezTo>
                  <a:cubicBezTo>
                    <a:pt x="4419" y="3074"/>
                    <a:pt x="4419" y="3074"/>
                    <a:pt x="4354" y="3074"/>
                  </a:cubicBezTo>
                  <a:cubicBezTo>
                    <a:pt x="4330" y="3068"/>
                    <a:pt x="4314" y="3066"/>
                    <a:pt x="4308" y="3066"/>
                  </a:cubicBezTo>
                  <a:cubicBezTo>
                    <a:pt x="4296" y="3066"/>
                    <a:pt x="4324" y="3076"/>
                    <a:pt x="4411" y="3098"/>
                  </a:cubicBezTo>
                  <a:cubicBezTo>
                    <a:pt x="4460" y="3116"/>
                    <a:pt x="4472" y="3125"/>
                    <a:pt x="4444" y="3125"/>
                  </a:cubicBezTo>
                  <a:cubicBezTo>
                    <a:pt x="4435" y="3125"/>
                    <a:pt x="4421" y="3124"/>
                    <a:pt x="4403" y="3122"/>
                  </a:cubicBezTo>
                  <a:cubicBezTo>
                    <a:pt x="4338" y="3106"/>
                    <a:pt x="4306" y="3100"/>
                    <a:pt x="4297" y="3100"/>
                  </a:cubicBezTo>
                  <a:cubicBezTo>
                    <a:pt x="4289" y="3100"/>
                    <a:pt x="4306" y="3106"/>
                    <a:pt x="4338" y="3114"/>
                  </a:cubicBezTo>
                  <a:cubicBezTo>
                    <a:pt x="4403" y="3147"/>
                    <a:pt x="4395" y="3155"/>
                    <a:pt x="4395" y="3155"/>
                  </a:cubicBezTo>
                  <a:cubicBezTo>
                    <a:pt x="4387" y="3152"/>
                    <a:pt x="4380" y="3151"/>
                    <a:pt x="4374" y="3151"/>
                  </a:cubicBezTo>
                  <a:cubicBezTo>
                    <a:pt x="4326" y="3151"/>
                    <a:pt x="4309" y="3228"/>
                    <a:pt x="4273" y="3293"/>
                  </a:cubicBezTo>
                  <a:cubicBezTo>
                    <a:pt x="4265" y="3301"/>
                    <a:pt x="4322" y="3333"/>
                    <a:pt x="4387" y="3357"/>
                  </a:cubicBezTo>
                  <a:cubicBezTo>
                    <a:pt x="4442" y="3383"/>
                    <a:pt x="4460" y="3392"/>
                    <a:pt x="4457" y="3392"/>
                  </a:cubicBezTo>
                  <a:cubicBezTo>
                    <a:pt x="4454" y="3392"/>
                    <a:pt x="4418" y="3379"/>
                    <a:pt x="4378" y="3366"/>
                  </a:cubicBezTo>
                  <a:cubicBezTo>
                    <a:pt x="4297" y="3334"/>
                    <a:pt x="4250" y="3319"/>
                    <a:pt x="4238" y="3319"/>
                  </a:cubicBezTo>
                  <a:cubicBezTo>
                    <a:pt x="4222" y="3319"/>
                    <a:pt x="4265" y="3344"/>
                    <a:pt x="4370" y="3390"/>
                  </a:cubicBezTo>
                  <a:cubicBezTo>
                    <a:pt x="4439" y="3411"/>
                    <a:pt x="4471" y="3421"/>
                    <a:pt x="4467" y="3421"/>
                  </a:cubicBezTo>
                  <a:cubicBezTo>
                    <a:pt x="4464" y="3421"/>
                    <a:pt x="4432" y="3413"/>
                    <a:pt x="4370" y="3398"/>
                  </a:cubicBezTo>
                  <a:cubicBezTo>
                    <a:pt x="4342" y="3387"/>
                    <a:pt x="4326" y="3381"/>
                    <a:pt x="4322" y="3381"/>
                  </a:cubicBezTo>
                  <a:cubicBezTo>
                    <a:pt x="4316" y="3381"/>
                    <a:pt x="4330" y="3391"/>
                    <a:pt x="4362" y="3414"/>
                  </a:cubicBezTo>
                  <a:cubicBezTo>
                    <a:pt x="4394" y="3432"/>
                    <a:pt x="4408" y="3443"/>
                    <a:pt x="4403" y="3443"/>
                  </a:cubicBezTo>
                  <a:cubicBezTo>
                    <a:pt x="4399" y="3443"/>
                    <a:pt x="4383" y="3437"/>
                    <a:pt x="4354" y="3422"/>
                  </a:cubicBezTo>
                  <a:cubicBezTo>
                    <a:pt x="4312" y="3406"/>
                    <a:pt x="4270" y="3394"/>
                    <a:pt x="4263" y="3394"/>
                  </a:cubicBezTo>
                  <a:cubicBezTo>
                    <a:pt x="4260" y="3394"/>
                    <a:pt x="4267" y="3398"/>
                    <a:pt x="4289" y="3406"/>
                  </a:cubicBezTo>
                  <a:cubicBezTo>
                    <a:pt x="4289" y="3406"/>
                    <a:pt x="4287" y="3408"/>
                    <a:pt x="4277" y="3408"/>
                  </a:cubicBezTo>
                  <a:cubicBezTo>
                    <a:pt x="4267" y="3408"/>
                    <a:pt x="4249" y="3406"/>
                    <a:pt x="4216" y="3398"/>
                  </a:cubicBezTo>
                  <a:cubicBezTo>
                    <a:pt x="4201" y="3392"/>
                    <a:pt x="4193" y="3390"/>
                    <a:pt x="4189" y="3390"/>
                  </a:cubicBezTo>
                  <a:cubicBezTo>
                    <a:pt x="4178" y="3390"/>
                    <a:pt x="4221" y="3417"/>
                    <a:pt x="4265" y="3455"/>
                  </a:cubicBezTo>
                  <a:cubicBezTo>
                    <a:pt x="4321" y="3503"/>
                    <a:pt x="4345" y="3527"/>
                    <a:pt x="4338" y="3527"/>
                  </a:cubicBezTo>
                  <a:cubicBezTo>
                    <a:pt x="4331" y="3527"/>
                    <a:pt x="4301" y="3509"/>
                    <a:pt x="4249" y="3471"/>
                  </a:cubicBezTo>
                  <a:cubicBezTo>
                    <a:pt x="4214" y="3449"/>
                    <a:pt x="4193" y="3439"/>
                    <a:pt x="4184" y="3439"/>
                  </a:cubicBezTo>
                  <a:cubicBezTo>
                    <a:pt x="4163" y="3439"/>
                    <a:pt x="4202" y="3488"/>
                    <a:pt x="4281" y="3544"/>
                  </a:cubicBezTo>
                  <a:cubicBezTo>
                    <a:pt x="4346" y="3594"/>
                    <a:pt x="4371" y="3613"/>
                    <a:pt x="4367" y="3613"/>
                  </a:cubicBezTo>
                  <a:cubicBezTo>
                    <a:pt x="4365" y="3613"/>
                    <a:pt x="4352" y="3605"/>
                    <a:pt x="4330" y="3593"/>
                  </a:cubicBezTo>
                  <a:cubicBezTo>
                    <a:pt x="4289" y="3564"/>
                    <a:pt x="4274" y="3559"/>
                    <a:pt x="4268" y="3559"/>
                  </a:cubicBezTo>
                  <a:cubicBezTo>
                    <a:pt x="4266" y="3559"/>
                    <a:pt x="4265" y="3560"/>
                    <a:pt x="4265" y="3560"/>
                  </a:cubicBezTo>
                  <a:cubicBezTo>
                    <a:pt x="4262" y="3563"/>
                    <a:pt x="4260" y="3567"/>
                    <a:pt x="4255" y="3567"/>
                  </a:cubicBezTo>
                  <a:cubicBezTo>
                    <a:pt x="4247" y="3567"/>
                    <a:pt x="4234" y="3560"/>
                    <a:pt x="4200" y="3536"/>
                  </a:cubicBezTo>
                  <a:lnTo>
                    <a:pt x="4200" y="3536"/>
                  </a:lnTo>
                  <a:cubicBezTo>
                    <a:pt x="4200" y="3536"/>
                    <a:pt x="4192" y="3544"/>
                    <a:pt x="4233" y="3593"/>
                  </a:cubicBezTo>
                  <a:cubicBezTo>
                    <a:pt x="4284" y="3640"/>
                    <a:pt x="4291" y="3661"/>
                    <a:pt x="4272" y="3661"/>
                  </a:cubicBezTo>
                  <a:cubicBezTo>
                    <a:pt x="4253" y="3661"/>
                    <a:pt x="4205" y="3638"/>
                    <a:pt x="4151" y="3601"/>
                  </a:cubicBezTo>
                  <a:lnTo>
                    <a:pt x="4151" y="3601"/>
                  </a:lnTo>
                  <a:lnTo>
                    <a:pt x="4192" y="3657"/>
                  </a:lnTo>
                  <a:cubicBezTo>
                    <a:pt x="4255" y="3715"/>
                    <a:pt x="4297" y="3759"/>
                    <a:pt x="4291" y="3759"/>
                  </a:cubicBezTo>
                  <a:cubicBezTo>
                    <a:pt x="4288" y="3759"/>
                    <a:pt x="4270" y="3746"/>
                    <a:pt x="4233" y="3714"/>
                  </a:cubicBezTo>
                  <a:lnTo>
                    <a:pt x="4184" y="3674"/>
                  </a:lnTo>
                  <a:lnTo>
                    <a:pt x="4184" y="3674"/>
                  </a:lnTo>
                  <a:cubicBezTo>
                    <a:pt x="4227" y="3717"/>
                    <a:pt x="4234" y="3736"/>
                    <a:pt x="4219" y="3736"/>
                  </a:cubicBezTo>
                  <a:cubicBezTo>
                    <a:pt x="4200" y="3736"/>
                    <a:pt x="4149" y="3707"/>
                    <a:pt x="4095" y="3657"/>
                  </a:cubicBezTo>
                  <a:cubicBezTo>
                    <a:pt x="4046" y="3609"/>
                    <a:pt x="4046" y="3609"/>
                    <a:pt x="4038" y="3609"/>
                  </a:cubicBezTo>
                  <a:lnTo>
                    <a:pt x="4087" y="3657"/>
                  </a:lnTo>
                  <a:cubicBezTo>
                    <a:pt x="4143" y="3706"/>
                    <a:pt x="4192" y="3755"/>
                    <a:pt x="4184" y="3755"/>
                  </a:cubicBezTo>
                  <a:cubicBezTo>
                    <a:pt x="4181" y="3758"/>
                    <a:pt x="4178" y="3761"/>
                    <a:pt x="4173" y="3761"/>
                  </a:cubicBezTo>
                  <a:cubicBezTo>
                    <a:pt x="4164" y="3761"/>
                    <a:pt x="4149" y="3753"/>
                    <a:pt x="4119" y="3722"/>
                  </a:cubicBezTo>
                  <a:cubicBezTo>
                    <a:pt x="4079" y="3694"/>
                    <a:pt x="4039" y="3661"/>
                    <a:pt x="4036" y="3661"/>
                  </a:cubicBezTo>
                  <a:cubicBezTo>
                    <a:pt x="4035" y="3661"/>
                    <a:pt x="4040" y="3667"/>
                    <a:pt x="4054" y="3682"/>
                  </a:cubicBezTo>
                  <a:cubicBezTo>
                    <a:pt x="4054" y="3682"/>
                    <a:pt x="4054" y="3682"/>
                    <a:pt x="4052" y="3682"/>
                  </a:cubicBezTo>
                  <a:cubicBezTo>
                    <a:pt x="4048" y="3682"/>
                    <a:pt x="4034" y="3678"/>
                    <a:pt x="3997" y="3641"/>
                  </a:cubicBezTo>
                  <a:lnTo>
                    <a:pt x="3973" y="3666"/>
                  </a:lnTo>
                  <a:cubicBezTo>
                    <a:pt x="3996" y="3697"/>
                    <a:pt x="4001" y="3714"/>
                    <a:pt x="3994" y="3714"/>
                  </a:cubicBezTo>
                  <a:cubicBezTo>
                    <a:pt x="3988" y="3714"/>
                    <a:pt x="3975" y="3703"/>
                    <a:pt x="3957" y="3682"/>
                  </a:cubicBezTo>
                  <a:lnTo>
                    <a:pt x="3957" y="3682"/>
                  </a:lnTo>
                  <a:cubicBezTo>
                    <a:pt x="3957" y="3682"/>
                    <a:pt x="3949" y="3690"/>
                    <a:pt x="3981" y="3747"/>
                  </a:cubicBezTo>
                  <a:cubicBezTo>
                    <a:pt x="3978" y="3753"/>
                    <a:pt x="3975" y="3759"/>
                    <a:pt x="3969" y="3759"/>
                  </a:cubicBezTo>
                  <a:cubicBezTo>
                    <a:pt x="3961" y="3759"/>
                    <a:pt x="3948" y="3748"/>
                    <a:pt x="3924" y="3714"/>
                  </a:cubicBezTo>
                  <a:cubicBezTo>
                    <a:pt x="3904" y="3686"/>
                    <a:pt x="3894" y="3672"/>
                    <a:pt x="3893" y="3672"/>
                  </a:cubicBezTo>
                  <a:lnTo>
                    <a:pt x="3893" y="3672"/>
                  </a:lnTo>
                  <a:cubicBezTo>
                    <a:pt x="3892" y="3672"/>
                    <a:pt x="3900" y="3686"/>
                    <a:pt x="3916" y="3714"/>
                  </a:cubicBezTo>
                  <a:cubicBezTo>
                    <a:pt x="3957" y="3771"/>
                    <a:pt x="3949" y="3771"/>
                    <a:pt x="3941" y="3779"/>
                  </a:cubicBezTo>
                  <a:lnTo>
                    <a:pt x="3924" y="3787"/>
                  </a:lnTo>
                  <a:cubicBezTo>
                    <a:pt x="3965" y="3844"/>
                    <a:pt x="3965" y="3844"/>
                    <a:pt x="3957" y="3844"/>
                  </a:cubicBezTo>
                  <a:cubicBezTo>
                    <a:pt x="3949" y="3844"/>
                    <a:pt x="3892" y="3803"/>
                    <a:pt x="3884" y="3803"/>
                  </a:cubicBezTo>
                  <a:cubicBezTo>
                    <a:pt x="3860" y="3811"/>
                    <a:pt x="3860" y="3820"/>
                    <a:pt x="3900" y="3868"/>
                  </a:cubicBezTo>
                  <a:cubicBezTo>
                    <a:pt x="3906" y="3868"/>
                    <a:pt x="3927" y="3896"/>
                    <a:pt x="3920" y="3896"/>
                  </a:cubicBezTo>
                  <a:cubicBezTo>
                    <a:pt x="3917" y="3896"/>
                    <a:pt x="3909" y="3891"/>
                    <a:pt x="3892" y="3876"/>
                  </a:cubicBezTo>
                  <a:cubicBezTo>
                    <a:pt x="3885" y="3876"/>
                    <a:pt x="3842" y="3841"/>
                    <a:pt x="3820" y="3841"/>
                  </a:cubicBezTo>
                  <a:cubicBezTo>
                    <a:pt x="3816" y="3841"/>
                    <a:pt x="3813" y="3842"/>
                    <a:pt x="3811" y="3844"/>
                  </a:cubicBezTo>
                  <a:cubicBezTo>
                    <a:pt x="3787" y="3860"/>
                    <a:pt x="3787" y="3860"/>
                    <a:pt x="3811" y="3925"/>
                  </a:cubicBezTo>
                  <a:cubicBezTo>
                    <a:pt x="3844" y="3983"/>
                    <a:pt x="3858" y="4013"/>
                    <a:pt x="3855" y="4013"/>
                  </a:cubicBezTo>
                  <a:cubicBezTo>
                    <a:pt x="3853" y="4013"/>
                    <a:pt x="3835" y="3985"/>
                    <a:pt x="3803" y="3925"/>
                  </a:cubicBezTo>
                  <a:cubicBezTo>
                    <a:pt x="3760" y="3858"/>
                    <a:pt x="3739" y="3827"/>
                    <a:pt x="3736" y="3827"/>
                  </a:cubicBezTo>
                  <a:cubicBezTo>
                    <a:pt x="3734" y="3827"/>
                    <a:pt x="3741" y="3842"/>
                    <a:pt x="3754" y="3868"/>
                  </a:cubicBezTo>
                  <a:cubicBezTo>
                    <a:pt x="3770" y="3933"/>
                    <a:pt x="3770" y="3933"/>
                    <a:pt x="3762" y="3933"/>
                  </a:cubicBezTo>
                  <a:cubicBezTo>
                    <a:pt x="3751" y="3906"/>
                    <a:pt x="3743" y="3891"/>
                    <a:pt x="3737" y="3891"/>
                  </a:cubicBezTo>
                  <a:cubicBezTo>
                    <a:pt x="3732" y="3891"/>
                    <a:pt x="3730" y="3908"/>
                    <a:pt x="3730" y="3941"/>
                  </a:cubicBezTo>
                  <a:cubicBezTo>
                    <a:pt x="3722" y="3941"/>
                    <a:pt x="3722" y="3941"/>
                    <a:pt x="3697" y="3876"/>
                  </a:cubicBezTo>
                  <a:lnTo>
                    <a:pt x="3681" y="3884"/>
                  </a:lnTo>
                  <a:cubicBezTo>
                    <a:pt x="3696" y="3944"/>
                    <a:pt x="3687" y="3966"/>
                    <a:pt x="3671" y="3966"/>
                  </a:cubicBezTo>
                  <a:cubicBezTo>
                    <a:pt x="3651" y="3966"/>
                    <a:pt x="3621" y="3936"/>
                    <a:pt x="3608" y="3901"/>
                  </a:cubicBezTo>
                  <a:cubicBezTo>
                    <a:pt x="3608" y="3901"/>
                    <a:pt x="3600" y="3909"/>
                    <a:pt x="3608" y="3974"/>
                  </a:cubicBezTo>
                  <a:cubicBezTo>
                    <a:pt x="3621" y="4044"/>
                    <a:pt x="3625" y="4078"/>
                    <a:pt x="3621" y="4078"/>
                  </a:cubicBezTo>
                  <a:cubicBezTo>
                    <a:pt x="3618" y="4078"/>
                    <a:pt x="3608" y="4046"/>
                    <a:pt x="3592" y="3982"/>
                  </a:cubicBezTo>
                  <a:cubicBezTo>
                    <a:pt x="3576" y="3913"/>
                    <a:pt x="3568" y="3878"/>
                    <a:pt x="3567" y="3878"/>
                  </a:cubicBezTo>
                  <a:lnTo>
                    <a:pt x="3567" y="3878"/>
                  </a:lnTo>
                  <a:cubicBezTo>
                    <a:pt x="3566" y="3878"/>
                    <a:pt x="3572" y="3913"/>
                    <a:pt x="3584" y="3982"/>
                  </a:cubicBezTo>
                  <a:cubicBezTo>
                    <a:pt x="3588" y="4014"/>
                    <a:pt x="3580" y="4033"/>
                    <a:pt x="3569" y="4033"/>
                  </a:cubicBezTo>
                  <a:cubicBezTo>
                    <a:pt x="3555" y="4033"/>
                    <a:pt x="3536" y="4002"/>
                    <a:pt x="3527" y="3925"/>
                  </a:cubicBezTo>
                  <a:lnTo>
                    <a:pt x="3503" y="3795"/>
                  </a:lnTo>
                  <a:cubicBezTo>
                    <a:pt x="3503" y="3860"/>
                    <a:pt x="3495" y="3860"/>
                    <a:pt x="3495" y="3860"/>
                  </a:cubicBezTo>
                  <a:cubicBezTo>
                    <a:pt x="3511" y="3925"/>
                    <a:pt x="3495" y="3925"/>
                    <a:pt x="3470" y="3925"/>
                  </a:cubicBezTo>
                  <a:cubicBezTo>
                    <a:pt x="3446" y="3925"/>
                    <a:pt x="3422" y="3998"/>
                    <a:pt x="3397" y="3998"/>
                  </a:cubicBezTo>
                  <a:cubicBezTo>
                    <a:pt x="3381" y="3998"/>
                    <a:pt x="3349" y="3998"/>
                    <a:pt x="3333" y="3933"/>
                  </a:cubicBezTo>
                  <a:cubicBezTo>
                    <a:pt x="3324" y="3933"/>
                    <a:pt x="3316" y="3933"/>
                    <a:pt x="3300" y="4006"/>
                  </a:cubicBezTo>
                  <a:cubicBezTo>
                    <a:pt x="3296" y="4039"/>
                    <a:pt x="3288" y="4055"/>
                    <a:pt x="3281" y="4055"/>
                  </a:cubicBezTo>
                  <a:cubicBezTo>
                    <a:pt x="3274" y="4055"/>
                    <a:pt x="3268" y="4039"/>
                    <a:pt x="3268" y="4006"/>
                  </a:cubicBezTo>
                  <a:lnTo>
                    <a:pt x="3260" y="4006"/>
                  </a:lnTo>
                  <a:cubicBezTo>
                    <a:pt x="3246" y="4066"/>
                    <a:pt x="3233" y="4071"/>
                    <a:pt x="3229" y="4071"/>
                  </a:cubicBezTo>
                  <a:cubicBezTo>
                    <a:pt x="3228" y="4071"/>
                    <a:pt x="3227" y="4071"/>
                    <a:pt x="3227" y="4071"/>
                  </a:cubicBezTo>
                  <a:cubicBezTo>
                    <a:pt x="3227" y="4024"/>
                    <a:pt x="3223" y="3973"/>
                    <a:pt x="3218" y="3973"/>
                  </a:cubicBezTo>
                  <a:cubicBezTo>
                    <a:pt x="3215" y="3973"/>
                    <a:pt x="3213" y="3980"/>
                    <a:pt x="3211" y="3998"/>
                  </a:cubicBezTo>
                  <a:cubicBezTo>
                    <a:pt x="3211" y="4053"/>
                    <a:pt x="3202" y="4066"/>
                    <a:pt x="3190" y="4066"/>
                  </a:cubicBezTo>
                  <a:cubicBezTo>
                    <a:pt x="3187" y="4066"/>
                    <a:pt x="3183" y="4065"/>
                    <a:pt x="3179" y="4063"/>
                  </a:cubicBezTo>
                  <a:cubicBezTo>
                    <a:pt x="3161" y="4010"/>
                    <a:pt x="2993" y="3974"/>
                    <a:pt x="2900" y="3974"/>
                  </a:cubicBezTo>
                  <a:cubicBezTo>
                    <a:pt x="2865" y="3974"/>
                    <a:pt x="2840" y="3979"/>
                    <a:pt x="2838" y="3990"/>
                  </a:cubicBezTo>
                  <a:lnTo>
                    <a:pt x="2814" y="3982"/>
                  </a:lnTo>
                  <a:lnTo>
                    <a:pt x="2781" y="3974"/>
                  </a:lnTo>
                  <a:cubicBezTo>
                    <a:pt x="2804" y="3913"/>
                    <a:pt x="2802" y="3891"/>
                    <a:pt x="2788" y="3891"/>
                  </a:cubicBezTo>
                  <a:cubicBezTo>
                    <a:pt x="2773" y="3891"/>
                    <a:pt x="2742" y="3919"/>
                    <a:pt x="2716" y="3949"/>
                  </a:cubicBezTo>
                  <a:cubicBezTo>
                    <a:pt x="2693" y="3991"/>
                    <a:pt x="2678" y="4002"/>
                    <a:pt x="2668" y="4002"/>
                  </a:cubicBezTo>
                  <a:cubicBezTo>
                    <a:pt x="2665" y="4002"/>
                    <a:pt x="2662" y="4000"/>
                    <a:pt x="2660" y="3998"/>
                  </a:cubicBezTo>
                  <a:cubicBezTo>
                    <a:pt x="2696" y="3920"/>
                    <a:pt x="2699" y="3885"/>
                    <a:pt x="2686" y="3885"/>
                  </a:cubicBezTo>
                  <a:cubicBezTo>
                    <a:pt x="2679" y="3885"/>
                    <a:pt x="2666" y="3896"/>
                    <a:pt x="2652" y="3917"/>
                  </a:cubicBezTo>
                  <a:cubicBezTo>
                    <a:pt x="2621" y="3971"/>
                    <a:pt x="2603" y="3997"/>
                    <a:pt x="2598" y="3997"/>
                  </a:cubicBezTo>
                  <a:cubicBezTo>
                    <a:pt x="2594" y="3997"/>
                    <a:pt x="2605" y="3965"/>
                    <a:pt x="2635" y="3901"/>
                  </a:cubicBezTo>
                  <a:cubicBezTo>
                    <a:pt x="2666" y="3843"/>
                    <a:pt x="2680" y="3811"/>
                    <a:pt x="2675" y="3811"/>
                  </a:cubicBezTo>
                  <a:cubicBezTo>
                    <a:pt x="2669" y="3811"/>
                    <a:pt x="2638" y="3851"/>
                    <a:pt x="2579" y="3941"/>
                  </a:cubicBezTo>
                  <a:cubicBezTo>
                    <a:pt x="2559" y="3969"/>
                    <a:pt x="2549" y="3983"/>
                    <a:pt x="2546" y="3983"/>
                  </a:cubicBezTo>
                  <a:cubicBezTo>
                    <a:pt x="2544" y="3983"/>
                    <a:pt x="2550" y="3967"/>
                    <a:pt x="2562" y="3933"/>
                  </a:cubicBezTo>
                  <a:cubicBezTo>
                    <a:pt x="2597" y="3858"/>
                    <a:pt x="2611" y="3826"/>
                    <a:pt x="2606" y="3826"/>
                  </a:cubicBezTo>
                  <a:cubicBezTo>
                    <a:pt x="2604" y="3826"/>
                    <a:pt x="2594" y="3838"/>
                    <a:pt x="2579" y="3860"/>
                  </a:cubicBezTo>
                  <a:cubicBezTo>
                    <a:pt x="2543" y="3915"/>
                    <a:pt x="2523" y="3941"/>
                    <a:pt x="2519" y="3941"/>
                  </a:cubicBezTo>
                  <a:cubicBezTo>
                    <a:pt x="2515" y="3941"/>
                    <a:pt x="2529" y="3911"/>
                    <a:pt x="2562" y="3852"/>
                  </a:cubicBezTo>
                  <a:cubicBezTo>
                    <a:pt x="2591" y="3786"/>
                    <a:pt x="2605" y="3756"/>
                    <a:pt x="2602" y="3756"/>
                  </a:cubicBezTo>
                  <a:cubicBezTo>
                    <a:pt x="2598" y="3756"/>
                    <a:pt x="2578" y="3784"/>
                    <a:pt x="2538" y="3836"/>
                  </a:cubicBezTo>
                  <a:cubicBezTo>
                    <a:pt x="2501" y="3884"/>
                    <a:pt x="2473" y="3906"/>
                    <a:pt x="2460" y="3906"/>
                  </a:cubicBezTo>
                  <a:cubicBezTo>
                    <a:pt x="2445" y="3906"/>
                    <a:pt x="2453" y="3873"/>
                    <a:pt x="2497" y="3811"/>
                  </a:cubicBezTo>
                  <a:cubicBezTo>
                    <a:pt x="2492" y="3806"/>
                    <a:pt x="2506" y="3776"/>
                    <a:pt x="2501" y="3776"/>
                  </a:cubicBezTo>
                  <a:cubicBezTo>
                    <a:pt x="2499" y="3776"/>
                    <a:pt x="2493" y="3781"/>
                    <a:pt x="2481" y="3795"/>
                  </a:cubicBezTo>
                  <a:lnTo>
                    <a:pt x="2522" y="3739"/>
                  </a:lnTo>
                  <a:lnTo>
                    <a:pt x="2506" y="3722"/>
                  </a:lnTo>
                  <a:lnTo>
                    <a:pt x="2465" y="3779"/>
                  </a:lnTo>
                  <a:cubicBezTo>
                    <a:pt x="2457" y="3771"/>
                    <a:pt x="2473" y="3682"/>
                    <a:pt x="2433" y="3641"/>
                  </a:cubicBezTo>
                  <a:cubicBezTo>
                    <a:pt x="2392" y="3605"/>
                    <a:pt x="2380" y="3579"/>
                    <a:pt x="2362" y="3579"/>
                  </a:cubicBezTo>
                  <a:cubicBezTo>
                    <a:pt x="2352" y="3579"/>
                    <a:pt x="2340" y="3588"/>
                    <a:pt x="2319" y="3609"/>
                  </a:cubicBezTo>
                  <a:cubicBezTo>
                    <a:pt x="2271" y="3649"/>
                    <a:pt x="2243" y="3668"/>
                    <a:pt x="2237" y="3668"/>
                  </a:cubicBezTo>
                  <a:cubicBezTo>
                    <a:pt x="2230" y="3668"/>
                    <a:pt x="2254" y="3641"/>
                    <a:pt x="2311" y="3593"/>
                  </a:cubicBezTo>
                  <a:cubicBezTo>
                    <a:pt x="2303" y="3584"/>
                    <a:pt x="2352" y="3528"/>
                    <a:pt x="2343" y="3512"/>
                  </a:cubicBezTo>
                  <a:cubicBezTo>
                    <a:pt x="2335" y="3503"/>
                    <a:pt x="2327" y="3487"/>
                    <a:pt x="2384" y="3447"/>
                  </a:cubicBezTo>
                  <a:lnTo>
                    <a:pt x="2376" y="3439"/>
                  </a:lnTo>
                  <a:cubicBezTo>
                    <a:pt x="2333" y="3462"/>
                    <a:pt x="2299" y="3471"/>
                    <a:pt x="2278" y="3471"/>
                  </a:cubicBezTo>
                  <a:cubicBezTo>
                    <a:pt x="2239" y="3471"/>
                    <a:pt x="2237" y="3440"/>
                    <a:pt x="2279" y="3398"/>
                  </a:cubicBezTo>
                  <a:cubicBezTo>
                    <a:pt x="2273" y="3386"/>
                    <a:pt x="2271" y="3379"/>
                    <a:pt x="2242" y="3379"/>
                  </a:cubicBezTo>
                  <a:cubicBezTo>
                    <a:pt x="2231" y="3379"/>
                    <a:pt x="2217" y="3380"/>
                    <a:pt x="2198" y="3382"/>
                  </a:cubicBezTo>
                  <a:cubicBezTo>
                    <a:pt x="2172" y="3388"/>
                    <a:pt x="2157" y="3392"/>
                    <a:pt x="2151" y="3392"/>
                  </a:cubicBezTo>
                  <a:cubicBezTo>
                    <a:pt x="2141" y="3392"/>
                    <a:pt x="2155" y="3382"/>
                    <a:pt x="2189" y="3357"/>
                  </a:cubicBezTo>
                  <a:cubicBezTo>
                    <a:pt x="2237" y="3334"/>
                    <a:pt x="2272" y="3288"/>
                    <a:pt x="2235" y="3288"/>
                  </a:cubicBezTo>
                  <a:cubicBezTo>
                    <a:pt x="2222" y="3288"/>
                    <a:pt x="2199" y="3294"/>
                    <a:pt x="2165" y="3309"/>
                  </a:cubicBezTo>
                  <a:lnTo>
                    <a:pt x="2230" y="3268"/>
                  </a:lnTo>
                  <a:cubicBezTo>
                    <a:pt x="2250" y="3257"/>
                    <a:pt x="2255" y="3252"/>
                    <a:pt x="2250" y="3252"/>
                  </a:cubicBezTo>
                  <a:cubicBezTo>
                    <a:pt x="2240" y="3252"/>
                    <a:pt x="2198" y="3266"/>
                    <a:pt x="2157" y="3276"/>
                  </a:cubicBezTo>
                  <a:cubicBezTo>
                    <a:pt x="2105" y="3299"/>
                    <a:pt x="2074" y="3310"/>
                    <a:pt x="2067" y="3310"/>
                  </a:cubicBezTo>
                  <a:cubicBezTo>
                    <a:pt x="2057" y="3310"/>
                    <a:pt x="2101" y="3285"/>
                    <a:pt x="2214" y="3236"/>
                  </a:cubicBezTo>
                  <a:cubicBezTo>
                    <a:pt x="2295" y="3211"/>
                    <a:pt x="2322" y="3198"/>
                    <a:pt x="2317" y="3198"/>
                  </a:cubicBezTo>
                  <a:cubicBezTo>
                    <a:pt x="2314" y="3198"/>
                    <a:pt x="2300" y="3202"/>
                    <a:pt x="2279" y="3212"/>
                  </a:cubicBezTo>
                  <a:cubicBezTo>
                    <a:pt x="2242" y="3220"/>
                    <a:pt x="2208" y="3226"/>
                    <a:pt x="2190" y="3226"/>
                  </a:cubicBezTo>
                  <a:cubicBezTo>
                    <a:pt x="2173" y="3226"/>
                    <a:pt x="2173" y="3220"/>
                    <a:pt x="2206" y="3203"/>
                  </a:cubicBezTo>
                  <a:cubicBezTo>
                    <a:pt x="2202" y="3200"/>
                    <a:pt x="2200" y="3197"/>
                    <a:pt x="2190" y="3197"/>
                  </a:cubicBezTo>
                  <a:cubicBezTo>
                    <a:pt x="2176" y="3197"/>
                    <a:pt x="2145" y="3204"/>
                    <a:pt x="2068" y="3228"/>
                  </a:cubicBezTo>
                  <a:cubicBezTo>
                    <a:pt x="2042" y="3237"/>
                    <a:pt x="2027" y="3241"/>
                    <a:pt x="2017" y="3241"/>
                  </a:cubicBezTo>
                  <a:cubicBezTo>
                    <a:pt x="2003" y="3241"/>
                    <a:pt x="2003" y="3233"/>
                    <a:pt x="2003" y="3228"/>
                  </a:cubicBezTo>
                  <a:cubicBezTo>
                    <a:pt x="2043" y="3212"/>
                    <a:pt x="2084" y="3203"/>
                    <a:pt x="2133" y="3195"/>
                  </a:cubicBezTo>
                  <a:cubicBezTo>
                    <a:pt x="2133" y="3191"/>
                    <a:pt x="2133" y="3185"/>
                    <a:pt x="2133" y="3179"/>
                  </a:cubicBezTo>
                  <a:cubicBezTo>
                    <a:pt x="2165" y="3147"/>
                    <a:pt x="2206" y="3122"/>
                    <a:pt x="2254" y="3114"/>
                  </a:cubicBezTo>
                  <a:cubicBezTo>
                    <a:pt x="2287" y="3102"/>
                    <a:pt x="2303" y="3094"/>
                    <a:pt x="2295" y="3094"/>
                  </a:cubicBezTo>
                  <a:cubicBezTo>
                    <a:pt x="2287" y="3094"/>
                    <a:pt x="2254" y="3102"/>
                    <a:pt x="2189" y="3122"/>
                  </a:cubicBezTo>
                  <a:cubicBezTo>
                    <a:pt x="2120" y="3144"/>
                    <a:pt x="2088" y="3152"/>
                    <a:pt x="2071" y="3152"/>
                  </a:cubicBezTo>
                  <a:cubicBezTo>
                    <a:pt x="2057" y="3152"/>
                    <a:pt x="2055" y="3146"/>
                    <a:pt x="2052" y="3139"/>
                  </a:cubicBezTo>
                  <a:cubicBezTo>
                    <a:pt x="2052" y="3130"/>
                    <a:pt x="2052" y="3122"/>
                    <a:pt x="2116" y="3106"/>
                  </a:cubicBezTo>
                  <a:cubicBezTo>
                    <a:pt x="2181" y="3090"/>
                    <a:pt x="2181" y="3090"/>
                    <a:pt x="2181" y="3066"/>
                  </a:cubicBezTo>
                  <a:cubicBezTo>
                    <a:pt x="2178" y="3056"/>
                    <a:pt x="2144" y="3053"/>
                    <a:pt x="2095" y="3053"/>
                  </a:cubicBezTo>
                  <a:cubicBezTo>
                    <a:pt x="2019" y="3053"/>
                    <a:pt x="1908" y="3061"/>
                    <a:pt x="1825" y="3066"/>
                  </a:cubicBezTo>
                  <a:cubicBezTo>
                    <a:pt x="1764" y="3077"/>
                    <a:pt x="1732" y="3083"/>
                    <a:pt x="1728" y="3083"/>
                  </a:cubicBezTo>
                  <a:cubicBezTo>
                    <a:pt x="1723" y="3083"/>
                    <a:pt x="1755" y="3075"/>
                    <a:pt x="1825" y="3057"/>
                  </a:cubicBezTo>
                  <a:cubicBezTo>
                    <a:pt x="1889" y="3041"/>
                    <a:pt x="1889" y="3033"/>
                    <a:pt x="1889" y="3017"/>
                  </a:cubicBezTo>
                  <a:lnTo>
                    <a:pt x="1889" y="3017"/>
                  </a:lnTo>
                  <a:cubicBezTo>
                    <a:pt x="1872" y="3021"/>
                    <a:pt x="1864" y="3023"/>
                    <a:pt x="1862" y="3023"/>
                  </a:cubicBezTo>
                  <a:cubicBezTo>
                    <a:pt x="1856" y="3023"/>
                    <a:pt x="1877" y="3015"/>
                    <a:pt x="1886" y="3015"/>
                  </a:cubicBezTo>
                  <a:cubicBezTo>
                    <a:pt x="1888" y="3015"/>
                    <a:pt x="1889" y="3016"/>
                    <a:pt x="1889" y="3017"/>
                  </a:cubicBezTo>
                  <a:cubicBezTo>
                    <a:pt x="1907" y="3015"/>
                    <a:pt x="1920" y="3014"/>
                    <a:pt x="1929" y="3014"/>
                  </a:cubicBezTo>
                  <a:cubicBezTo>
                    <a:pt x="1955" y="3014"/>
                    <a:pt x="1956" y="3021"/>
                    <a:pt x="1962" y="3033"/>
                  </a:cubicBezTo>
                  <a:lnTo>
                    <a:pt x="2027" y="3017"/>
                  </a:lnTo>
                  <a:cubicBezTo>
                    <a:pt x="2114" y="2995"/>
                    <a:pt x="2143" y="2984"/>
                    <a:pt x="2111" y="2984"/>
                  </a:cubicBezTo>
                  <a:cubicBezTo>
                    <a:pt x="2096" y="2984"/>
                    <a:pt x="2065" y="2987"/>
                    <a:pt x="2019" y="2993"/>
                  </a:cubicBezTo>
                  <a:cubicBezTo>
                    <a:pt x="1954" y="2993"/>
                    <a:pt x="1954" y="2984"/>
                    <a:pt x="2019" y="2968"/>
                  </a:cubicBezTo>
                  <a:cubicBezTo>
                    <a:pt x="2079" y="2948"/>
                    <a:pt x="2134" y="2934"/>
                    <a:pt x="2115" y="2934"/>
                  </a:cubicBezTo>
                  <a:cubicBezTo>
                    <a:pt x="2111" y="2934"/>
                    <a:pt x="2104" y="2934"/>
                    <a:pt x="2092" y="2936"/>
                  </a:cubicBezTo>
                  <a:cubicBezTo>
                    <a:pt x="2092" y="2936"/>
                    <a:pt x="2092" y="2920"/>
                    <a:pt x="2157" y="2903"/>
                  </a:cubicBezTo>
                  <a:cubicBezTo>
                    <a:pt x="2157" y="2885"/>
                    <a:pt x="2157" y="2876"/>
                    <a:pt x="2130" y="2876"/>
                  </a:cubicBezTo>
                  <a:cubicBezTo>
                    <a:pt x="2120" y="2876"/>
                    <a:pt x="2108" y="2877"/>
                    <a:pt x="2092" y="2879"/>
                  </a:cubicBezTo>
                  <a:cubicBezTo>
                    <a:pt x="2078" y="2881"/>
                    <a:pt x="2067" y="2881"/>
                    <a:pt x="2058" y="2881"/>
                  </a:cubicBezTo>
                  <a:cubicBezTo>
                    <a:pt x="2019" y="2881"/>
                    <a:pt x="2019" y="2869"/>
                    <a:pt x="2019" y="2863"/>
                  </a:cubicBezTo>
                  <a:cubicBezTo>
                    <a:pt x="2019" y="2855"/>
                    <a:pt x="2019" y="2847"/>
                    <a:pt x="1954" y="2847"/>
                  </a:cubicBezTo>
                  <a:cubicBezTo>
                    <a:pt x="1936" y="2849"/>
                    <a:pt x="1918" y="2850"/>
                    <a:pt x="1902" y="2850"/>
                  </a:cubicBezTo>
                  <a:cubicBezTo>
                    <a:pt x="1853" y="2850"/>
                    <a:pt x="1816" y="2841"/>
                    <a:pt x="1816" y="2822"/>
                  </a:cubicBezTo>
                  <a:cubicBezTo>
                    <a:pt x="1743" y="2798"/>
                    <a:pt x="1743" y="2798"/>
                    <a:pt x="1881" y="2782"/>
                  </a:cubicBezTo>
                  <a:cubicBezTo>
                    <a:pt x="1946" y="2782"/>
                    <a:pt x="1946" y="2774"/>
                    <a:pt x="1946" y="2757"/>
                  </a:cubicBezTo>
                  <a:cubicBezTo>
                    <a:pt x="1946" y="2757"/>
                    <a:pt x="1946" y="2749"/>
                    <a:pt x="2011" y="2741"/>
                  </a:cubicBezTo>
                  <a:cubicBezTo>
                    <a:pt x="2084" y="2733"/>
                    <a:pt x="2019" y="2733"/>
                    <a:pt x="1946" y="2733"/>
                  </a:cubicBezTo>
                  <a:lnTo>
                    <a:pt x="1808" y="2725"/>
                  </a:lnTo>
                  <a:cubicBezTo>
                    <a:pt x="1881" y="2709"/>
                    <a:pt x="1946" y="2709"/>
                    <a:pt x="2019" y="2709"/>
                  </a:cubicBezTo>
                  <a:cubicBezTo>
                    <a:pt x="2157" y="2701"/>
                    <a:pt x="2157" y="2701"/>
                    <a:pt x="2019" y="2701"/>
                  </a:cubicBezTo>
                  <a:cubicBezTo>
                    <a:pt x="1954" y="2701"/>
                    <a:pt x="1889" y="2685"/>
                    <a:pt x="1954" y="2668"/>
                  </a:cubicBezTo>
                  <a:cubicBezTo>
                    <a:pt x="1961" y="2647"/>
                    <a:pt x="1962" y="2626"/>
                    <a:pt x="2010" y="2626"/>
                  </a:cubicBezTo>
                  <a:cubicBezTo>
                    <a:pt x="2017" y="2626"/>
                    <a:pt x="2026" y="2627"/>
                    <a:pt x="2035" y="2628"/>
                  </a:cubicBezTo>
                  <a:cubicBezTo>
                    <a:pt x="2100" y="2620"/>
                    <a:pt x="2035" y="2603"/>
                    <a:pt x="2035" y="2603"/>
                  </a:cubicBezTo>
                  <a:cubicBezTo>
                    <a:pt x="1970" y="2595"/>
                    <a:pt x="1970" y="2579"/>
                    <a:pt x="2043" y="2555"/>
                  </a:cubicBezTo>
                  <a:cubicBezTo>
                    <a:pt x="2181" y="2522"/>
                    <a:pt x="2181" y="2522"/>
                    <a:pt x="2043" y="2506"/>
                  </a:cubicBezTo>
                  <a:cubicBezTo>
                    <a:pt x="1999" y="2501"/>
                    <a:pt x="1954" y="2491"/>
                    <a:pt x="1973" y="2491"/>
                  </a:cubicBezTo>
                  <a:cubicBezTo>
                    <a:pt x="1982" y="2491"/>
                    <a:pt x="2003" y="2493"/>
                    <a:pt x="2043" y="2498"/>
                  </a:cubicBezTo>
                  <a:cubicBezTo>
                    <a:pt x="2116" y="2498"/>
                    <a:pt x="2052" y="2474"/>
                    <a:pt x="1987" y="2441"/>
                  </a:cubicBezTo>
                  <a:cubicBezTo>
                    <a:pt x="1906" y="2417"/>
                    <a:pt x="1816" y="2401"/>
                    <a:pt x="1727" y="2385"/>
                  </a:cubicBezTo>
                  <a:cubicBezTo>
                    <a:pt x="1589" y="2360"/>
                    <a:pt x="1589" y="2360"/>
                    <a:pt x="1662" y="2344"/>
                  </a:cubicBezTo>
                  <a:cubicBezTo>
                    <a:pt x="1666" y="2341"/>
                    <a:pt x="1679" y="2339"/>
                    <a:pt x="1698" y="2339"/>
                  </a:cubicBezTo>
                  <a:cubicBezTo>
                    <a:pt x="1726" y="2339"/>
                    <a:pt x="1766" y="2343"/>
                    <a:pt x="1808" y="2352"/>
                  </a:cubicBezTo>
                  <a:cubicBezTo>
                    <a:pt x="1873" y="2368"/>
                    <a:pt x="1865" y="2376"/>
                    <a:pt x="1865" y="2376"/>
                  </a:cubicBezTo>
                  <a:lnTo>
                    <a:pt x="1865" y="2385"/>
                  </a:lnTo>
                  <a:cubicBezTo>
                    <a:pt x="1906" y="2395"/>
                    <a:pt x="1950" y="2405"/>
                    <a:pt x="1977" y="2405"/>
                  </a:cubicBezTo>
                  <a:cubicBezTo>
                    <a:pt x="1993" y="2405"/>
                    <a:pt x="2003" y="2402"/>
                    <a:pt x="2003" y="2393"/>
                  </a:cubicBezTo>
                  <a:cubicBezTo>
                    <a:pt x="2022" y="2395"/>
                    <a:pt x="2037" y="2396"/>
                    <a:pt x="2046" y="2396"/>
                  </a:cubicBezTo>
                  <a:cubicBezTo>
                    <a:pt x="2071" y="2396"/>
                    <a:pt x="2059" y="2388"/>
                    <a:pt x="2011" y="2376"/>
                  </a:cubicBezTo>
                  <a:cubicBezTo>
                    <a:pt x="2084" y="2376"/>
                    <a:pt x="2084" y="2360"/>
                    <a:pt x="2092" y="2344"/>
                  </a:cubicBezTo>
                  <a:cubicBezTo>
                    <a:pt x="2099" y="2323"/>
                    <a:pt x="2106" y="2302"/>
                    <a:pt x="2150" y="2302"/>
                  </a:cubicBezTo>
                  <a:cubicBezTo>
                    <a:pt x="2157" y="2302"/>
                    <a:pt x="2164" y="2302"/>
                    <a:pt x="2173" y="2303"/>
                  </a:cubicBezTo>
                  <a:cubicBezTo>
                    <a:pt x="2181" y="2287"/>
                    <a:pt x="2181" y="2279"/>
                    <a:pt x="2116" y="2255"/>
                  </a:cubicBezTo>
                  <a:cubicBezTo>
                    <a:pt x="2028" y="2227"/>
                    <a:pt x="2000" y="2211"/>
                    <a:pt x="2011" y="2211"/>
                  </a:cubicBezTo>
                  <a:cubicBezTo>
                    <a:pt x="2017" y="2211"/>
                    <a:pt x="2031" y="2215"/>
                    <a:pt x="2052" y="2222"/>
                  </a:cubicBezTo>
                  <a:cubicBezTo>
                    <a:pt x="2075" y="2228"/>
                    <a:pt x="2098" y="2230"/>
                    <a:pt x="2119" y="2230"/>
                  </a:cubicBezTo>
                  <a:cubicBezTo>
                    <a:pt x="2224" y="2230"/>
                    <a:pt x="2290" y="2171"/>
                    <a:pt x="2189" y="2117"/>
                  </a:cubicBezTo>
                  <a:lnTo>
                    <a:pt x="2198" y="2101"/>
                  </a:lnTo>
                  <a:cubicBezTo>
                    <a:pt x="2206" y="2103"/>
                    <a:pt x="2214" y="2104"/>
                    <a:pt x="2222" y="2104"/>
                  </a:cubicBezTo>
                  <a:cubicBezTo>
                    <a:pt x="2267" y="2104"/>
                    <a:pt x="2279" y="2063"/>
                    <a:pt x="2230" y="2028"/>
                  </a:cubicBezTo>
                  <a:cubicBezTo>
                    <a:pt x="2238" y="2020"/>
                    <a:pt x="2238" y="2012"/>
                    <a:pt x="2246" y="2003"/>
                  </a:cubicBezTo>
                  <a:cubicBezTo>
                    <a:pt x="2274" y="2013"/>
                    <a:pt x="2291" y="2017"/>
                    <a:pt x="2299" y="2017"/>
                  </a:cubicBezTo>
                  <a:cubicBezTo>
                    <a:pt x="2312" y="2017"/>
                    <a:pt x="2301" y="2004"/>
                    <a:pt x="2270" y="1979"/>
                  </a:cubicBezTo>
                  <a:cubicBezTo>
                    <a:pt x="2234" y="1949"/>
                    <a:pt x="2193" y="1919"/>
                    <a:pt x="2199" y="1919"/>
                  </a:cubicBezTo>
                  <a:cubicBezTo>
                    <a:pt x="2200" y="1919"/>
                    <a:pt x="2207" y="1922"/>
                    <a:pt x="2222" y="1930"/>
                  </a:cubicBezTo>
                  <a:cubicBezTo>
                    <a:pt x="2247" y="1948"/>
                    <a:pt x="2262" y="1955"/>
                    <a:pt x="2274" y="1955"/>
                  </a:cubicBezTo>
                  <a:cubicBezTo>
                    <a:pt x="2289" y="1955"/>
                    <a:pt x="2297" y="1944"/>
                    <a:pt x="2311" y="1930"/>
                  </a:cubicBezTo>
                  <a:cubicBezTo>
                    <a:pt x="2327" y="1906"/>
                    <a:pt x="2327" y="1906"/>
                    <a:pt x="2270" y="1866"/>
                  </a:cubicBezTo>
                  <a:cubicBezTo>
                    <a:pt x="2258" y="1841"/>
                    <a:pt x="2259" y="1832"/>
                    <a:pt x="2267" y="1832"/>
                  </a:cubicBezTo>
                  <a:cubicBezTo>
                    <a:pt x="2280" y="1832"/>
                    <a:pt x="2313" y="1857"/>
                    <a:pt x="2343" y="1882"/>
                  </a:cubicBezTo>
                  <a:cubicBezTo>
                    <a:pt x="2389" y="1920"/>
                    <a:pt x="2416" y="1940"/>
                    <a:pt x="2420" y="1940"/>
                  </a:cubicBezTo>
                  <a:cubicBezTo>
                    <a:pt x="2426" y="1940"/>
                    <a:pt x="2391" y="1904"/>
                    <a:pt x="2303" y="1825"/>
                  </a:cubicBezTo>
                  <a:cubicBezTo>
                    <a:pt x="2241" y="1763"/>
                    <a:pt x="2221" y="1734"/>
                    <a:pt x="2231" y="1734"/>
                  </a:cubicBezTo>
                  <a:cubicBezTo>
                    <a:pt x="2236" y="1734"/>
                    <a:pt x="2250" y="1743"/>
                    <a:pt x="2270" y="1760"/>
                  </a:cubicBezTo>
                  <a:cubicBezTo>
                    <a:pt x="2319" y="1801"/>
                    <a:pt x="2311" y="1809"/>
                    <a:pt x="2311" y="1817"/>
                  </a:cubicBezTo>
                  <a:lnTo>
                    <a:pt x="2416" y="1906"/>
                  </a:lnTo>
                  <a:cubicBezTo>
                    <a:pt x="2416" y="1898"/>
                    <a:pt x="2416" y="1898"/>
                    <a:pt x="2368" y="1849"/>
                  </a:cubicBezTo>
                  <a:cubicBezTo>
                    <a:pt x="2368" y="1849"/>
                    <a:pt x="2376" y="1841"/>
                    <a:pt x="2335" y="1793"/>
                  </a:cubicBezTo>
                  <a:cubicBezTo>
                    <a:pt x="2287" y="1736"/>
                    <a:pt x="2238" y="1695"/>
                    <a:pt x="2181" y="1655"/>
                  </a:cubicBezTo>
                  <a:cubicBezTo>
                    <a:pt x="2125" y="1614"/>
                    <a:pt x="2133" y="1606"/>
                    <a:pt x="2141" y="1606"/>
                  </a:cubicBezTo>
                  <a:cubicBezTo>
                    <a:pt x="2206" y="1631"/>
                    <a:pt x="2254" y="1679"/>
                    <a:pt x="2295" y="1736"/>
                  </a:cubicBezTo>
                  <a:cubicBezTo>
                    <a:pt x="2295" y="1736"/>
                    <a:pt x="2343" y="1785"/>
                    <a:pt x="2392" y="1833"/>
                  </a:cubicBezTo>
                  <a:cubicBezTo>
                    <a:pt x="2399" y="1839"/>
                    <a:pt x="2404" y="1842"/>
                    <a:pt x="2406" y="1842"/>
                  </a:cubicBezTo>
                  <a:cubicBezTo>
                    <a:pt x="2422" y="1842"/>
                    <a:pt x="2363" y="1745"/>
                    <a:pt x="2287" y="1655"/>
                  </a:cubicBezTo>
                  <a:lnTo>
                    <a:pt x="2287" y="1655"/>
                  </a:lnTo>
                  <a:lnTo>
                    <a:pt x="2335" y="1703"/>
                  </a:lnTo>
                  <a:cubicBezTo>
                    <a:pt x="2363" y="1731"/>
                    <a:pt x="2380" y="1740"/>
                    <a:pt x="2391" y="1740"/>
                  </a:cubicBezTo>
                  <a:cubicBezTo>
                    <a:pt x="2400" y="1740"/>
                    <a:pt x="2405" y="1735"/>
                    <a:pt x="2408" y="1728"/>
                  </a:cubicBezTo>
                  <a:cubicBezTo>
                    <a:pt x="2425" y="1720"/>
                    <a:pt x="2433" y="1712"/>
                    <a:pt x="2384" y="1663"/>
                  </a:cubicBezTo>
                  <a:cubicBezTo>
                    <a:pt x="2343" y="1614"/>
                    <a:pt x="2295" y="1558"/>
                    <a:pt x="2303" y="1549"/>
                  </a:cubicBezTo>
                  <a:lnTo>
                    <a:pt x="2303" y="1549"/>
                  </a:lnTo>
                  <a:cubicBezTo>
                    <a:pt x="2302" y="1550"/>
                    <a:pt x="2301" y="1550"/>
                    <a:pt x="2300" y="1550"/>
                  </a:cubicBezTo>
                  <a:cubicBezTo>
                    <a:pt x="2288" y="1550"/>
                    <a:pt x="2243" y="1505"/>
                    <a:pt x="2206" y="1460"/>
                  </a:cubicBezTo>
                  <a:lnTo>
                    <a:pt x="2206" y="1460"/>
                  </a:lnTo>
                  <a:cubicBezTo>
                    <a:pt x="2246" y="1485"/>
                    <a:pt x="2287" y="1509"/>
                    <a:pt x="2319" y="1541"/>
                  </a:cubicBezTo>
                  <a:cubicBezTo>
                    <a:pt x="2409" y="1618"/>
                    <a:pt x="2458" y="1658"/>
                    <a:pt x="2490" y="1658"/>
                  </a:cubicBezTo>
                  <a:cubicBezTo>
                    <a:pt x="2496" y="1658"/>
                    <a:pt x="2501" y="1657"/>
                    <a:pt x="2506" y="1655"/>
                  </a:cubicBezTo>
                  <a:cubicBezTo>
                    <a:pt x="2512" y="1652"/>
                    <a:pt x="2519" y="1649"/>
                    <a:pt x="2528" y="1649"/>
                  </a:cubicBezTo>
                  <a:cubicBezTo>
                    <a:pt x="2543" y="1649"/>
                    <a:pt x="2561" y="1657"/>
                    <a:pt x="2587" y="1687"/>
                  </a:cubicBezTo>
                  <a:cubicBezTo>
                    <a:pt x="2603" y="1679"/>
                    <a:pt x="2611" y="1679"/>
                    <a:pt x="2579" y="1622"/>
                  </a:cubicBezTo>
                  <a:lnTo>
                    <a:pt x="2587" y="1614"/>
                  </a:lnTo>
                  <a:cubicBezTo>
                    <a:pt x="2609" y="1640"/>
                    <a:pt x="2622" y="1652"/>
                    <a:pt x="2628" y="1652"/>
                  </a:cubicBezTo>
                  <a:cubicBezTo>
                    <a:pt x="2634" y="1652"/>
                    <a:pt x="2629" y="1634"/>
                    <a:pt x="2611" y="1598"/>
                  </a:cubicBezTo>
                  <a:cubicBezTo>
                    <a:pt x="2602" y="1574"/>
                    <a:pt x="2602" y="1567"/>
                    <a:pt x="2606" y="1567"/>
                  </a:cubicBezTo>
                  <a:cubicBezTo>
                    <a:pt x="2612" y="1567"/>
                    <a:pt x="2630" y="1590"/>
                    <a:pt x="2635" y="1590"/>
                  </a:cubicBezTo>
                  <a:cubicBezTo>
                    <a:pt x="2671" y="1640"/>
                    <a:pt x="2691" y="1668"/>
                    <a:pt x="2693" y="1668"/>
                  </a:cubicBezTo>
                  <a:cubicBezTo>
                    <a:pt x="2696" y="1668"/>
                    <a:pt x="2670" y="1624"/>
                    <a:pt x="2611" y="1525"/>
                  </a:cubicBezTo>
                  <a:cubicBezTo>
                    <a:pt x="2581" y="1465"/>
                    <a:pt x="2537" y="1419"/>
                    <a:pt x="2524" y="1419"/>
                  </a:cubicBezTo>
                  <a:cubicBezTo>
                    <a:pt x="2523" y="1419"/>
                    <a:pt x="2522" y="1419"/>
                    <a:pt x="2522" y="1420"/>
                  </a:cubicBezTo>
                  <a:lnTo>
                    <a:pt x="2497" y="1436"/>
                  </a:lnTo>
                  <a:lnTo>
                    <a:pt x="2489" y="1355"/>
                  </a:lnTo>
                  <a:cubicBezTo>
                    <a:pt x="2489" y="1306"/>
                    <a:pt x="2481" y="1258"/>
                    <a:pt x="2457" y="1217"/>
                  </a:cubicBezTo>
                  <a:cubicBezTo>
                    <a:pt x="2457" y="1217"/>
                    <a:pt x="2425" y="1160"/>
                    <a:pt x="2433" y="1152"/>
                  </a:cubicBezTo>
                  <a:lnTo>
                    <a:pt x="2433" y="1152"/>
                  </a:lnTo>
                  <a:lnTo>
                    <a:pt x="2497" y="1274"/>
                  </a:lnTo>
                  <a:cubicBezTo>
                    <a:pt x="2522" y="1339"/>
                    <a:pt x="2546" y="1403"/>
                    <a:pt x="2579" y="1460"/>
                  </a:cubicBezTo>
                  <a:cubicBezTo>
                    <a:pt x="2621" y="1531"/>
                    <a:pt x="2656" y="1578"/>
                    <a:pt x="2665" y="1578"/>
                  </a:cubicBezTo>
                  <a:cubicBezTo>
                    <a:pt x="2672" y="1578"/>
                    <a:pt x="2667" y="1555"/>
                    <a:pt x="2643" y="1501"/>
                  </a:cubicBezTo>
                  <a:cubicBezTo>
                    <a:pt x="2652" y="1501"/>
                    <a:pt x="2652" y="1501"/>
                    <a:pt x="2684" y="1558"/>
                  </a:cubicBezTo>
                  <a:cubicBezTo>
                    <a:pt x="2697" y="1581"/>
                    <a:pt x="2706" y="1594"/>
                    <a:pt x="2709" y="1594"/>
                  </a:cubicBezTo>
                  <a:cubicBezTo>
                    <a:pt x="2714" y="1594"/>
                    <a:pt x="2705" y="1565"/>
                    <a:pt x="2676" y="1493"/>
                  </a:cubicBezTo>
                  <a:cubicBezTo>
                    <a:pt x="2655" y="1427"/>
                    <a:pt x="2647" y="1394"/>
                    <a:pt x="2653" y="1394"/>
                  </a:cubicBezTo>
                  <a:cubicBezTo>
                    <a:pt x="2658" y="1394"/>
                    <a:pt x="2676" y="1425"/>
                    <a:pt x="2708" y="1485"/>
                  </a:cubicBezTo>
                  <a:cubicBezTo>
                    <a:pt x="2744" y="1552"/>
                    <a:pt x="2770" y="1580"/>
                    <a:pt x="2782" y="1580"/>
                  </a:cubicBezTo>
                  <a:cubicBezTo>
                    <a:pt x="2792" y="1580"/>
                    <a:pt x="2792" y="1562"/>
                    <a:pt x="2781" y="1533"/>
                  </a:cubicBezTo>
                  <a:cubicBezTo>
                    <a:pt x="2757" y="1455"/>
                    <a:pt x="2756" y="1424"/>
                    <a:pt x="2766" y="1424"/>
                  </a:cubicBezTo>
                  <a:cubicBezTo>
                    <a:pt x="2773" y="1424"/>
                    <a:pt x="2785" y="1438"/>
                    <a:pt x="2797" y="1460"/>
                  </a:cubicBezTo>
                  <a:cubicBezTo>
                    <a:pt x="2813" y="1492"/>
                    <a:pt x="2823" y="1508"/>
                    <a:pt x="2828" y="1508"/>
                  </a:cubicBezTo>
                  <a:cubicBezTo>
                    <a:pt x="2832" y="1508"/>
                    <a:pt x="2830" y="1490"/>
                    <a:pt x="2822" y="1452"/>
                  </a:cubicBezTo>
                  <a:lnTo>
                    <a:pt x="2822" y="1452"/>
                  </a:lnTo>
                  <a:cubicBezTo>
                    <a:pt x="2839" y="1498"/>
                    <a:pt x="2856" y="1544"/>
                    <a:pt x="2862" y="1544"/>
                  </a:cubicBezTo>
                  <a:cubicBezTo>
                    <a:pt x="2864" y="1544"/>
                    <a:pt x="2865" y="1536"/>
                    <a:pt x="2862" y="1517"/>
                  </a:cubicBezTo>
                  <a:cubicBezTo>
                    <a:pt x="2862" y="1517"/>
                    <a:pt x="2870" y="1509"/>
                    <a:pt x="2846" y="1452"/>
                  </a:cubicBezTo>
                  <a:cubicBezTo>
                    <a:pt x="2846" y="1452"/>
                    <a:pt x="2838" y="1379"/>
                    <a:pt x="2830" y="1314"/>
                  </a:cubicBezTo>
                  <a:cubicBezTo>
                    <a:pt x="2814" y="1314"/>
                    <a:pt x="2797" y="1249"/>
                    <a:pt x="2781" y="1185"/>
                  </a:cubicBezTo>
                  <a:cubicBezTo>
                    <a:pt x="2777" y="1167"/>
                    <a:pt x="2778" y="1157"/>
                    <a:pt x="2785" y="1157"/>
                  </a:cubicBezTo>
                  <a:cubicBezTo>
                    <a:pt x="2801" y="1157"/>
                    <a:pt x="2848" y="1222"/>
                    <a:pt x="2895" y="1363"/>
                  </a:cubicBezTo>
                  <a:lnTo>
                    <a:pt x="2935" y="1493"/>
                  </a:lnTo>
                  <a:cubicBezTo>
                    <a:pt x="2927" y="1428"/>
                    <a:pt x="2911" y="1355"/>
                    <a:pt x="2911" y="1355"/>
                  </a:cubicBezTo>
                  <a:cubicBezTo>
                    <a:pt x="2919" y="1355"/>
                    <a:pt x="2935" y="1355"/>
                    <a:pt x="2943" y="1428"/>
                  </a:cubicBezTo>
                  <a:cubicBezTo>
                    <a:pt x="2960" y="1493"/>
                    <a:pt x="2960" y="1493"/>
                    <a:pt x="2968" y="1493"/>
                  </a:cubicBezTo>
                  <a:cubicBezTo>
                    <a:pt x="2968" y="1493"/>
                    <a:pt x="2976" y="1493"/>
                    <a:pt x="2968" y="1428"/>
                  </a:cubicBezTo>
                  <a:cubicBezTo>
                    <a:pt x="2953" y="1346"/>
                    <a:pt x="2947" y="1313"/>
                    <a:pt x="2950" y="1313"/>
                  </a:cubicBezTo>
                  <a:cubicBezTo>
                    <a:pt x="2952" y="1313"/>
                    <a:pt x="2958" y="1328"/>
                    <a:pt x="2968" y="1355"/>
                  </a:cubicBezTo>
                  <a:cubicBezTo>
                    <a:pt x="2984" y="1424"/>
                    <a:pt x="2994" y="1458"/>
                    <a:pt x="2999" y="1458"/>
                  </a:cubicBezTo>
                  <a:cubicBezTo>
                    <a:pt x="3004" y="1458"/>
                    <a:pt x="3004" y="1424"/>
                    <a:pt x="3000" y="1355"/>
                  </a:cubicBezTo>
                  <a:cubicBezTo>
                    <a:pt x="2988" y="1290"/>
                    <a:pt x="2982" y="1258"/>
                    <a:pt x="2983" y="1258"/>
                  </a:cubicBezTo>
                  <a:lnTo>
                    <a:pt x="2983" y="1258"/>
                  </a:lnTo>
                  <a:cubicBezTo>
                    <a:pt x="2984" y="1258"/>
                    <a:pt x="2992" y="1290"/>
                    <a:pt x="3008" y="1355"/>
                  </a:cubicBezTo>
                  <a:cubicBezTo>
                    <a:pt x="3016" y="1403"/>
                    <a:pt x="3024" y="1452"/>
                    <a:pt x="3049" y="1493"/>
                  </a:cubicBezTo>
                  <a:lnTo>
                    <a:pt x="3041" y="1420"/>
                  </a:lnTo>
                  <a:cubicBezTo>
                    <a:pt x="3031" y="1344"/>
                    <a:pt x="3030" y="1312"/>
                    <a:pt x="3036" y="1312"/>
                  </a:cubicBezTo>
                  <a:cubicBezTo>
                    <a:pt x="3040" y="1312"/>
                    <a:pt x="3047" y="1328"/>
                    <a:pt x="3057" y="1355"/>
                  </a:cubicBezTo>
                  <a:cubicBezTo>
                    <a:pt x="3061" y="1387"/>
                    <a:pt x="3065" y="1403"/>
                    <a:pt x="3070" y="1403"/>
                  </a:cubicBezTo>
                  <a:cubicBezTo>
                    <a:pt x="3075" y="1403"/>
                    <a:pt x="3081" y="1387"/>
                    <a:pt x="3089" y="1355"/>
                  </a:cubicBezTo>
                  <a:cubicBezTo>
                    <a:pt x="3106" y="1355"/>
                    <a:pt x="3122" y="1355"/>
                    <a:pt x="3122" y="1420"/>
                  </a:cubicBezTo>
                  <a:cubicBezTo>
                    <a:pt x="3126" y="1489"/>
                    <a:pt x="3128" y="1523"/>
                    <a:pt x="3129" y="1523"/>
                  </a:cubicBezTo>
                  <a:cubicBezTo>
                    <a:pt x="3130" y="1523"/>
                    <a:pt x="3130" y="1489"/>
                    <a:pt x="3130" y="1420"/>
                  </a:cubicBezTo>
                  <a:cubicBezTo>
                    <a:pt x="3134" y="1383"/>
                    <a:pt x="3136" y="1365"/>
                    <a:pt x="3140" y="1365"/>
                  </a:cubicBezTo>
                  <a:cubicBezTo>
                    <a:pt x="3144" y="1365"/>
                    <a:pt x="3150" y="1383"/>
                    <a:pt x="3162" y="1420"/>
                  </a:cubicBezTo>
                  <a:cubicBezTo>
                    <a:pt x="3170" y="1451"/>
                    <a:pt x="3174" y="1467"/>
                    <a:pt x="3177" y="1467"/>
                  </a:cubicBezTo>
                  <a:cubicBezTo>
                    <a:pt x="3180" y="1467"/>
                    <a:pt x="3182" y="1449"/>
                    <a:pt x="3187" y="1412"/>
                  </a:cubicBezTo>
                  <a:cubicBezTo>
                    <a:pt x="3179" y="1282"/>
                    <a:pt x="3179" y="1209"/>
                    <a:pt x="3162" y="1209"/>
                  </a:cubicBezTo>
                  <a:cubicBezTo>
                    <a:pt x="3154" y="1209"/>
                    <a:pt x="3154" y="1209"/>
                    <a:pt x="3154" y="1144"/>
                  </a:cubicBezTo>
                  <a:lnTo>
                    <a:pt x="3179" y="1144"/>
                  </a:lnTo>
                  <a:cubicBezTo>
                    <a:pt x="3187" y="1144"/>
                    <a:pt x="3195" y="1144"/>
                    <a:pt x="3219" y="1071"/>
                  </a:cubicBezTo>
                  <a:cubicBezTo>
                    <a:pt x="3239" y="1012"/>
                    <a:pt x="3248" y="916"/>
                    <a:pt x="3233" y="916"/>
                  </a:cubicBezTo>
                  <a:cubicBezTo>
                    <a:pt x="3230" y="916"/>
                    <a:pt x="3225" y="921"/>
                    <a:pt x="3219" y="933"/>
                  </a:cubicBezTo>
                  <a:lnTo>
                    <a:pt x="3211" y="868"/>
                  </a:lnTo>
                  <a:cubicBezTo>
                    <a:pt x="3207" y="767"/>
                    <a:pt x="3199" y="716"/>
                    <a:pt x="3192" y="716"/>
                  </a:cubicBezTo>
                  <a:cubicBezTo>
                    <a:pt x="3185" y="716"/>
                    <a:pt x="3179" y="767"/>
                    <a:pt x="3179" y="868"/>
                  </a:cubicBezTo>
                  <a:cubicBezTo>
                    <a:pt x="3183" y="981"/>
                    <a:pt x="3185" y="1031"/>
                    <a:pt x="3183" y="1031"/>
                  </a:cubicBezTo>
                  <a:cubicBezTo>
                    <a:pt x="3182" y="1031"/>
                    <a:pt x="3178" y="999"/>
                    <a:pt x="3170" y="941"/>
                  </a:cubicBezTo>
                  <a:cubicBezTo>
                    <a:pt x="3162" y="804"/>
                    <a:pt x="3154" y="804"/>
                    <a:pt x="3138" y="804"/>
                  </a:cubicBezTo>
                  <a:cubicBezTo>
                    <a:pt x="3122" y="804"/>
                    <a:pt x="3122" y="804"/>
                    <a:pt x="3114" y="739"/>
                  </a:cubicBezTo>
                  <a:cubicBezTo>
                    <a:pt x="3114" y="666"/>
                    <a:pt x="3097" y="601"/>
                    <a:pt x="3081" y="601"/>
                  </a:cubicBezTo>
                  <a:cubicBezTo>
                    <a:pt x="3065" y="601"/>
                    <a:pt x="3065" y="601"/>
                    <a:pt x="3065" y="674"/>
                  </a:cubicBezTo>
                  <a:cubicBezTo>
                    <a:pt x="3075" y="701"/>
                    <a:pt x="3075" y="716"/>
                    <a:pt x="3071" y="716"/>
                  </a:cubicBezTo>
                  <a:cubicBezTo>
                    <a:pt x="3064" y="716"/>
                    <a:pt x="3047" y="685"/>
                    <a:pt x="3033" y="609"/>
                  </a:cubicBezTo>
                  <a:cubicBezTo>
                    <a:pt x="3022" y="578"/>
                    <a:pt x="3016" y="560"/>
                    <a:pt x="3014" y="560"/>
                  </a:cubicBezTo>
                  <a:cubicBezTo>
                    <a:pt x="3011" y="560"/>
                    <a:pt x="3015" y="594"/>
                    <a:pt x="3024" y="674"/>
                  </a:cubicBezTo>
                  <a:cubicBezTo>
                    <a:pt x="3029" y="744"/>
                    <a:pt x="3024" y="778"/>
                    <a:pt x="3015" y="778"/>
                  </a:cubicBezTo>
                  <a:cubicBezTo>
                    <a:pt x="3006" y="778"/>
                    <a:pt x="2992" y="746"/>
                    <a:pt x="2976" y="682"/>
                  </a:cubicBezTo>
                  <a:lnTo>
                    <a:pt x="2943" y="682"/>
                  </a:lnTo>
                  <a:cubicBezTo>
                    <a:pt x="2927" y="682"/>
                    <a:pt x="2943" y="747"/>
                    <a:pt x="2952" y="820"/>
                  </a:cubicBezTo>
                  <a:cubicBezTo>
                    <a:pt x="2961" y="896"/>
                    <a:pt x="2965" y="927"/>
                    <a:pt x="2962" y="927"/>
                  </a:cubicBezTo>
                  <a:cubicBezTo>
                    <a:pt x="2959" y="927"/>
                    <a:pt x="2953" y="911"/>
                    <a:pt x="2943" y="885"/>
                  </a:cubicBezTo>
                  <a:cubicBezTo>
                    <a:pt x="2927" y="844"/>
                    <a:pt x="2919" y="795"/>
                    <a:pt x="2911" y="747"/>
                  </a:cubicBezTo>
                  <a:cubicBezTo>
                    <a:pt x="2903" y="682"/>
                    <a:pt x="2887" y="682"/>
                    <a:pt x="2870" y="682"/>
                  </a:cubicBezTo>
                  <a:cubicBezTo>
                    <a:pt x="2854" y="690"/>
                    <a:pt x="2822" y="690"/>
                    <a:pt x="2838" y="755"/>
                  </a:cubicBezTo>
                  <a:cubicBezTo>
                    <a:pt x="2840" y="774"/>
                    <a:pt x="2841" y="782"/>
                    <a:pt x="2841" y="782"/>
                  </a:cubicBezTo>
                  <a:cubicBezTo>
                    <a:pt x="2841" y="782"/>
                    <a:pt x="2833" y="736"/>
                    <a:pt x="2822" y="690"/>
                  </a:cubicBezTo>
                  <a:cubicBezTo>
                    <a:pt x="2811" y="690"/>
                    <a:pt x="2804" y="661"/>
                    <a:pt x="2803" y="661"/>
                  </a:cubicBezTo>
                  <a:lnTo>
                    <a:pt x="2803" y="661"/>
                  </a:lnTo>
                  <a:cubicBezTo>
                    <a:pt x="2802" y="661"/>
                    <a:pt x="2803" y="668"/>
                    <a:pt x="2806" y="690"/>
                  </a:cubicBezTo>
                  <a:cubicBezTo>
                    <a:pt x="2806" y="690"/>
                    <a:pt x="2789" y="690"/>
                    <a:pt x="2749" y="625"/>
                  </a:cubicBezTo>
                  <a:cubicBezTo>
                    <a:pt x="2741" y="616"/>
                    <a:pt x="2735" y="613"/>
                    <a:pt x="2729" y="613"/>
                  </a:cubicBezTo>
                  <a:cubicBezTo>
                    <a:pt x="2700" y="613"/>
                    <a:pt x="2703" y="730"/>
                    <a:pt x="2762" y="831"/>
                  </a:cubicBezTo>
                  <a:lnTo>
                    <a:pt x="2762" y="831"/>
                  </a:lnTo>
                  <a:cubicBezTo>
                    <a:pt x="2759" y="833"/>
                    <a:pt x="2755" y="834"/>
                    <a:pt x="2749" y="836"/>
                  </a:cubicBezTo>
                  <a:cubicBezTo>
                    <a:pt x="2733" y="844"/>
                    <a:pt x="2749" y="909"/>
                    <a:pt x="2749" y="909"/>
                  </a:cubicBezTo>
                  <a:cubicBezTo>
                    <a:pt x="2765" y="974"/>
                    <a:pt x="2757" y="982"/>
                    <a:pt x="2741" y="982"/>
                  </a:cubicBezTo>
                  <a:cubicBezTo>
                    <a:pt x="2741" y="982"/>
                    <a:pt x="2725" y="917"/>
                    <a:pt x="2708" y="852"/>
                  </a:cubicBezTo>
                  <a:cubicBezTo>
                    <a:pt x="2690" y="737"/>
                    <a:pt x="2666" y="669"/>
                    <a:pt x="2655" y="669"/>
                  </a:cubicBezTo>
                  <a:cubicBezTo>
                    <a:pt x="2647" y="669"/>
                    <a:pt x="2646" y="704"/>
                    <a:pt x="2657" y="781"/>
                  </a:cubicBezTo>
                  <a:lnTo>
                    <a:pt x="2657" y="781"/>
                  </a:lnTo>
                  <a:cubicBezTo>
                    <a:pt x="2653" y="766"/>
                    <a:pt x="2648" y="748"/>
                    <a:pt x="2643" y="731"/>
                  </a:cubicBezTo>
                  <a:cubicBezTo>
                    <a:pt x="2636" y="699"/>
                    <a:pt x="2628" y="683"/>
                    <a:pt x="2621" y="683"/>
                  </a:cubicBezTo>
                  <a:cubicBezTo>
                    <a:pt x="2613" y="683"/>
                    <a:pt x="2607" y="701"/>
                    <a:pt x="2603" y="739"/>
                  </a:cubicBezTo>
                  <a:cubicBezTo>
                    <a:pt x="2595" y="812"/>
                    <a:pt x="2611" y="876"/>
                    <a:pt x="2635" y="941"/>
                  </a:cubicBezTo>
                  <a:cubicBezTo>
                    <a:pt x="2652" y="1006"/>
                    <a:pt x="2643" y="1014"/>
                    <a:pt x="2643" y="1014"/>
                  </a:cubicBezTo>
                  <a:cubicBezTo>
                    <a:pt x="2627" y="1014"/>
                    <a:pt x="2627" y="1014"/>
                    <a:pt x="2603" y="949"/>
                  </a:cubicBezTo>
                  <a:cubicBezTo>
                    <a:pt x="2584" y="888"/>
                    <a:pt x="2566" y="857"/>
                    <a:pt x="2557" y="857"/>
                  </a:cubicBezTo>
                  <a:cubicBezTo>
                    <a:pt x="2548" y="857"/>
                    <a:pt x="2549" y="894"/>
                    <a:pt x="2570" y="966"/>
                  </a:cubicBezTo>
                  <a:lnTo>
                    <a:pt x="2546" y="901"/>
                  </a:lnTo>
                  <a:cubicBezTo>
                    <a:pt x="2530" y="859"/>
                    <a:pt x="2508" y="820"/>
                    <a:pt x="2481" y="820"/>
                  </a:cubicBezTo>
                  <a:cubicBezTo>
                    <a:pt x="2466" y="820"/>
                    <a:pt x="2450" y="832"/>
                    <a:pt x="2433" y="860"/>
                  </a:cubicBezTo>
                  <a:cubicBezTo>
                    <a:pt x="2403" y="865"/>
                    <a:pt x="2377" y="876"/>
                    <a:pt x="2356" y="876"/>
                  </a:cubicBezTo>
                  <a:cubicBezTo>
                    <a:pt x="2338" y="876"/>
                    <a:pt x="2323" y="867"/>
                    <a:pt x="2311" y="836"/>
                  </a:cubicBezTo>
                  <a:cubicBezTo>
                    <a:pt x="2306" y="825"/>
                    <a:pt x="2301" y="821"/>
                    <a:pt x="2298" y="821"/>
                  </a:cubicBezTo>
                  <a:cubicBezTo>
                    <a:pt x="2280" y="821"/>
                    <a:pt x="2286" y="948"/>
                    <a:pt x="2327" y="1063"/>
                  </a:cubicBezTo>
                  <a:cubicBezTo>
                    <a:pt x="2307" y="1023"/>
                    <a:pt x="2294" y="1011"/>
                    <a:pt x="2280" y="1011"/>
                  </a:cubicBezTo>
                  <a:cubicBezTo>
                    <a:pt x="2272" y="1011"/>
                    <a:pt x="2264" y="1016"/>
                    <a:pt x="2254" y="1022"/>
                  </a:cubicBezTo>
                  <a:cubicBezTo>
                    <a:pt x="2240" y="1028"/>
                    <a:pt x="2231" y="1032"/>
                    <a:pt x="2224" y="1032"/>
                  </a:cubicBezTo>
                  <a:cubicBezTo>
                    <a:pt x="2210" y="1032"/>
                    <a:pt x="2202" y="1019"/>
                    <a:pt x="2181" y="982"/>
                  </a:cubicBezTo>
                  <a:cubicBezTo>
                    <a:pt x="2153" y="922"/>
                    <a:pt x="2139" y="892"/>
                    <a:pt x="2137" y="892"/>
                  </a:cubicBezTo>
                  <a:cubicBezTo>
                    <a:pt x="2134" y="892"/>
                    <a:pt x="2144" y="924"/>
                    <a:pt x="2165" y="990"/>
                  </a:cubicBezTo>
                  <a:cubicBezTo>
                    <a:pt x="2194" y="1044"/>
                    <a:pt x="2195" y="1067"/>
                    <a:pt x="2182" y="1067"/>
                  </a:cubicBezTo>
                  <a:cubicBezTo>
                    <a:pt x="2164" y="1067"/>
                    <a:pt x="2121" y="1029"/>
                    <a:pt x="2076" y="966"/>
                  </a:cubicBezTo>
                  <a:cubicBezTo>
                    <a:pt x="2052" y="932"/>
                    <a:pt x="2039" y="921"/>
                    <a:pt x="2026" y="921"/>
                  </a:cubicBezTo>
                  <a:cubicBezTo>
                    <a:pt x="2017" y="921"/>
                    <a:pt x="2008" y="927"/>
                    <a:pt x="1995" y="933"/>
                  </a:cubicBezTo>
                  <a:cubicBezTo>
                    <a:pt x="2019" y="998"/>
                    <a:pt x="1995" y="1006"/>
                    <a:pt x="1970" y="1031"/>
                  </a:cubicBezTo>
                  <a:cubicBezTo>
                    <a:pt x="1938" y="1063"/>
                    <a:pt x="1938" y="1063"/>
                    <a:pt x="2019" y="1168"/>
                  </a:cubicBezTo>
                  <a:cubicBezTo>
                    <a:pt x="2108" y="1274"/>
                    <a:pt x="2100" y="1282"/>
                    <a:pt x="2076" y="1298"/>
                  </a:cubicBezTo>
                  <a:cubicBezTo>
                    <a:pt x="2073" y="1301"/>
                    <a:pt x="2070" y="1304"/>
                    <a:pt x="2065" y="1304"/>
                  </a:cubicBezTo>
                  <a:cubicBezTo>
                    <a:pt x="2056" y="1304"/>
                    <a:pt x="2041" y="1296"/>
                    <a:pt x="2011" y="1266"/>
                  </a:cubicBezTo>
                  <a:cubicBezTo>
                    <a:pt x="2011" y="1266"/>
                    <a:pt x="1971" y="1232"/>
                    <a:pt x="1951" y="1232"/>
                  </a:cubicBezTo>
                  <a:cubicBezTo>
                    <a:pt x="1949" y="1232"/>
                    <a:pt x="1948" y="1232"/>
                    <a:pt x="1946" y="1233"/>
                  </a:cubicBezTo>
                  <a:cubicBezTo>
                    <a:pt x="1943" y="1236"/>
                    <a:pt x="1939" y="1239"/>
                    <a:pt x="1933" y="1239"/>
                  </a:cubicBezTo>
                  <a:cubicBezTo>
                    <a:pt x="1922" y="1239"/>
                    <a:pt x="1907" y="1231"/>
                    <a:pt x="1881" y="1201"/>
                  </a:cubicBezTo>
                  <a:cubicBezTo>
                    <a:pt x="1881" y="1201"/>
                    <a:pt x="1843" y="1177"/>
                    <a:pt x="1818" y="1177"/>
                  </a:cubicBezTo>
                  <a:cubicBezTo>
                    <a:pt x="1810" y="1177"/>
                    <a:pt x="1804" y="1179"/>
                    <a:pt x="1800" y="1185"/>
                  </a:cubicBezTo>
                  <a:cubicBezTo>
                    <a:pt x="1787" y="1194"/>
                    <a:pt x="1773" y="1205"/>
                    <a:pt x="1755" y="1205"/>
                  </a:cubicBezTo>
                  <a:cubicBezTo>
                    <a:pt x="1741" y="1205"/>
                    <a:pt x="1724" y="1198"/>
                    <a:pt x="1703" y="1176"/>
                  </a:cubicBezTo>
                  <a:lnTo>
                    <a:pt x="1703" y="1176"/>
                  </a:lnTo>
                  <a:cubicBezTo>
                    <a:pt x="1687" y="1193"/>
                    <a:pt x="1687" y="1193"/>
                    <a:pt x="1735" y="1233"/>
                  </a:cubicBezTo>
                  <a:cubicBezTo>
                    <a:pt x="1792" y="1282"/>
                    <a:pt x="1825" y="1331"/>
                    <a:pt x="1735" y="1339"/>
                  </a:cubicBezTo>
                  <a:cubicBezTo>
                    <a:pt x="1719" y="1355"/>
                    <a:pt x="1687" y="1395"/>
                    <a:pt x="1743" y="1436"/>
                  </a:cubicBezTo>
                  <a:cubicBezTo>
                    <a:pt x="1740" y="1442"/>
                    <a:pt x="1739" y="1446"/>
                    <a:pt x="1735" y="1446"/>
                  </a:cubicBezTo>
                  <a:cubicBezTo>
                    <a:pt x="1728" y="1446"/>
                    <a:pt x="1715" y="1434"/>
                    <a:pt x="1679" y="1403"/>
                  </a:cubicBezTo>
                  <a:cubicBezTo>
                    <a:pt x="1638" y="1372"/>
                    <a:pt x="1609" y="1358"/>
                    <a:pt x="1595" y="1358"/>
                  </a:cubicBezTo>
                  <a:cubicBezTo>
                    <a:pt x="1573" y="1358"/>
                    <a:pt x="1587" y="1393"/>
                    <a:pt x="1646" y="1452"/>
                  </a:cubicBezTo>
                  <a:cubicBezTo>
                    <a:pt x="1682" y="1478"/>
                    <a:pt x="1692" y="1494"/>
                    <a:pt x="1676" y="1494"/>
                  </a:cubicBezTo>
                  <a:cubicBezTo>
                    <a:pt x="1667" y="1494"/>
                    <a:pt x="1649" y="1488"/>
                    <a:pt x="1622" y="1476"/>
                  </a:cubicBezTo>
                  <a:lnTo>
                    <a:pt x="1622" y="1476"/>
                  </a:lnTo>
                  <a:cubicBezTo>
                    <a:pt x="1622" y="1476"/>
                    <a:pt x="1614" y="1493"/>
                    <a:pt x="1662" y="1541"/>
                  </a:cubicBezTo>
                  <a:cubicBezTo>
                    <a:pt x="1693" y="1572"/>
                    <a:pt x="1705" y="1583"/>
                    <a:pt x="1690" y="1583"/>
                  </a:cubicBezTo>
                  <a:cubicBezTo>
                    <a:pt x="1682" y="1583"/>
                    <a:pt x="1665" y="1580"/>
                    <a:pt x="1638" y="1574"/>
                  </a:cubicBezTo>
                  <a:cubicBezTo>
                    <a:pt x="1610" y="1558"/>
                    <a:pt x="1593" y="1551"/>
                    <a:pt x="1583" y="1551"/>
                  </a:cubicBezTo>
                  <a:cubicBezTo>
                    <a:pt x="1573" y="1551"/>
                    <a:pt x="1569" y="1558"/>
                    <a:pt x="1565" y="1566"/>
                  </a:cubicBezTo>
                  <a:cubicBezTo>
                    <a:pt x="1589" y="1621"/>
                    <a:pt x="1528" y="1752"/>
                    <a:pt x="1465" y="1752"/>
                  </a:cubicBezTo>
                  <a:cubicBezTo>
                    <a:pt x="1463" y="1752"/>
                    <a:pt x="1462" y="1752"/>
                    <a:pt x="1460" y="1752"/>
                  </a:cubicBezTo>
                  <a:lnTo>
                    <a:pt x="1460" y="1752"/>
                  </a:lnTo>
                  <a:cubicBezTo>
                    <a:pt x="1508" y="1793"/>
                    <a:pt x="1508" y="1793"/>
                    <a:pt x="1508" y="1809"/>
                  </a:cubicBezTo>
                  <a:cubicBezTo>
                    <a:pt x="1470" y="1795"/>
                    <a:pt x="1448" y="1789"/>
                    <a:pt x="1438" y="1789"/>
                  </a:cubicBezTo>
                  <a:cubicBezTo>
                    <a:pt x="1414" y="1789"/>
                    <a:pt x="1465" y="1823"/>
                    <a:pt x="1557" y="1858"/>
                  </a:cubicBezTo>
                  <a:lnTo>
                    <a:pt x="1557" y="1849"/>
                  </a:lnTo>
                  <a:lnTo>
                    <a:pt x="1565" y="1833"/>
                  </a:lnTo>
                  <a:cubicBezTo>
                    <a:pt x="1642" y="1867"/>
                    <a:pt x="1665" y="1895"/>
                    <a:pt x="1631" y="1895"/>
                  </a:cubicBezTo>
                  <a:cubicBezTo>
                    <a:pt x="1608" y="1895"/>
                    <a:pt x="1559" y="1882"/>
                    <a:pt x="1484" y="1849"/>
                  </a:cubicBezTo>
                  <a:cubicBezTo>
                    <a:pt x="1428" y="1829"/>
                    <a:pt x="1397" y="1818"/>
                    <a:pt x="1388" y="1818"/>
                  </a:cubicBezTo>
                  <a:cubicBezTo>
                    <a:pt x="1377" y="1818"/>
                    <a:pt x="1406" y="1837"/>
                    <a:pt x="1476" y="1874"/>
                  </a:cubicBezTo>
                  <a:cubicBezTo>
                    <a:pt x="1547" y="1914"/>
                    <a:pt x="1574" y="1933"/>
                    <a:pt x="1549" y="1933"/>
                  </a:cubicBezTo>
                  <a:cubicBezTo>
                    <a:pt x="1535" y="1933"/>
                    <a:pt x="1503" y="1926"/>
                    <a:pt x="1452" y="1914"/>
                  </a:cubicBezTo>
                  <a:cubicBezTo>
                    <a:pt x="1393" y="1891"/>
                    <a:pt x="1363" y="1879"/>
                    <a:pt x="1360" y="1879"/>
                  </a:cubicBezTo>
                  <a:cubicBezTo>
                    <a:pt x="1356" y="1879"/>
                    <a:pt x="1385" y="1893"/>
                    <a:pt x="1443" y="1922"/>
                  </a:cubicBezTo>
                  <a:cubicBezTo>
                    <a:pt x="1602" y="2007"/>
                    <a:pt x="1678" y="2057"/>
                    <a:pt x="1640" y="2057"/>
                  </a:cubicBezTo>
                  <a:cubicBezTo>
                    <a:pt x="1619" y="2057"/>
                    <a:pt x="1566" y="2043"/>
                    <a:pt x="1476" y="2012"/>
                  </a:cubicBezTo>
                  <a:cubicBezTo>
                    <a:pt x="1387" y="1984"/>
                    <a:pt x="1329" y="1971"/>
                    <a:pt x="1298" y="1971"/>
                  </a:cubicBezTo>
                  <a:cubicBezTo>
                    <a:pt x="1284" y="1971"/>
                    <a:pt x="1276" y="1974"/>
                    <a:pt x="1273" y="1979"/>
                  </a:cubicBezTo>
                  <a:cubicBezTo>
                    <a:pt x="1273" y="1995"/>
                    <a:pt x="1338" y="2012"/>
                    <a:pt x="1403" y="2036"/>
                  </a:cubicBezTo>
                  <a:cubicBezTo>
                    <a:pt x="1496" y="2053"/>
                    <a:pt x="1523" y="2067"/>
                    <a:pt x="1478" y="2067"/>
                  </a:cubicBezTo>
                  <a:cubicBezTo>
                    <a:pt x="1461" y="2067"/>
                    <a:pt x="1433" y="2065"/>
                    <a:pt x="1395" y="2060"/>
                  </a:cubicBezTo>
                  <a:cubicBezTo>
                    <a:pt x="1364" y="2058"/>
                    <a:pt x="1338" y="2057"/>
                    <a:pt x="1315" y="2057"/>
                  </a:cubicBezTo>
                  <a:cubicBezTo>
                    <a:pt x="1184" y="2057"/>
                    <a:pt x="1194" y="2096"/>
                    <a:pt x="1298" y="2166"/>
                  </a:cubicBezTo>
                  <a:cubicBezTo>
                    <a:pt x="1370" y="2223"/>
                    <a:pt x="1390" y="2260"/>
                    <a:pt x="1364" y="2260"/>
                  </a:cubicBezTo>
                  <a:cubicBezTo>
                    <a:pt x="1350" y="2260"/>
                    <a:pt x="1322" y="2248"/>
                    <a:pt x="1281" y="2222"/>
                  </a:cubicBezTo>
                  <a:cubicBezTo>
                    <a:pt x="1212" y="2188"/>
                    <a:pt x="1180" y="2171"/>
                    <a:pt x="1173" y="2171"/>
                  </a:cubicBezTo>
                  <a:cubicBezTo>
                    <a:pt x="1168" y="2171"/>
                    <a:pt x="1182" y="2184"/>
                    <a:pt x="1208" y="2206"/>
                  </a:cubicBezTo>
                  <a:cubicBezTo>
                    <a:pt x="1200" y="2239"/>
                    <a:pt x="1192" y="2271"/>
                    <a:pt x="1192" y="2279"/>
                  </a:cubicBezTo>
                  <a:cubicBezTo>
                    <a:pt x="1184" y="2295"/>
                    <a:pt x="1249" y="2328"/>
                    <a:pt x="1314" y="2336"/>
                  </a:cubicBezTo>
                  <a:cubicBezTo>
                    <a:pt x="1296" y="2335"/>
                    <a:pt x="1280" y="2334"/>
                    <a:pt x="1265" y="2334"/>
                  </a:cubicBezTo>
                  <a:cubicBezTo>
                    <a:pt x="1161" y="2334"/>
                    <a:pt x="1119" y="2358"/>
                    <a:pt x="1233" y="2401"/>
                  </a:cubicBezTo>
                  <a:cubicBezTo>
                    <a:pt x="1233" y="2417"/>
                    <a:pt x="1233" y="2433"/>
                    <a:pt x="1233" y="2433"/>
                  </a:cubicBezTo>
                  <a:cubicBezTo>
                    <a:pt x="1233" y="2449"/>
                    <a:pt x="1233" y="2449"/>
                    <a:pt x="1298" y="2474"/>
                  </a:cubicBezTo>
                  <a:cubicBezTo>
                    <a:pt x="1362" y="2490"/>
                    <a:pt x="1289" y="2498"/>
                    <a:pt x="1225" y="2506"/>
                  </a:cubicBezTo>
                  <a:cubicBezTo>
                    <a:pt x="1152" y="2514"/>
                    <a:pt x="1087" y="2530"/>
                    <a:pt x="1152" y="2530"/>
                  </a:cubicBezTo>
                  <a:cubicBezTo>
                    <a:pt x="1216" y="2547"/>
                    <a:pt x="1289" y="2571"/>
                    <a:pt x="1354" y="2595"/>
                  </a:cubicBezTo>
                  <a:cubicBezTo>
                    <a:pt x="1394" y="2605"/>
                    <a:pt x="1382" y="2612"/>
                    <a:pt x="1351" y="2612"/>
                  </a:cubicBezTo>
                  <a:cubicBezTo>
                    <a:pt x="1332" y="2612"/>
                    <a:pt x="1306" y="2610"/>
                    <a:pt x="1281" y="2603"/>
                  </a:cubicBezTo>
                  <a:cubicBezTo>
                    <a:pt x="1269" y="2601"/>
                    <a:pt x="1257" y="2600"/>
                    <a:pt x="1245" y="2600"/>
                  </a:cubicBezTo>
                  <a:cubicBezTo>
                    <a:pt x="1209" y="2600"/>
                    <a:pt x="1174" y="2610"/>
                    <a:pt x="1143" y="2628"/>
                  </a:cubicBezTo>
                  <a:cubicBezTo>
                    <a:pt x="1135" y="2644"/>
                    <a:pt x="1135" y="2676"/>
                    <a:pt x="1200" y="2676"/>
                  </a:cubicBezTo>
                  <a:cubicBezTo>
                    <a:pt x="1273" y="2676"/>
                    <a:pt x="1265" y="2766"/>
                    <a:pt x="1200" y="2790"/>
                  </a:cubicBezTo>
                  <a:cubicBezTo>
                    <a:pt x="1200" y="2790"/>
                    <a:pt x="1200" y="2798"/>
                    <a:pt x="1200" y="2814"/>
                  </a:cubicBezTo>
                  <a:cubicBezTo>
                    <a:pt x="1200" y="2830"/>
                    <a:pt x="1273" y="2847"/>
                    <a:pt x="1273" y="2863"/>
                  </a:cubicBezTo>
                  <a:cubicBezTo>
                    <a:pt x="1273" y="2863"/>
                    <a:pt x="1273" y="2879"/>
                    <a:pt x="1338" y="2887"/>
                  </a:cubicBezTo>
                  <a:cubicBezTo>
                    <a:pt x="1338" y="2903"/>
                    <a:pt x="1338" y="2912"/>
                    <a:pt x="1273" y="2920"/>
                  </a:cubicBezTo>
                  <a:cubicBezTo>
                    <a:pt x="1411" y="2928"/>
                    <a:pt x="1411" y="2928"/>
                    <a:pt x="1273" y="2952"/>
                  </a:cubicBezTo>
                  <a:cubicBezTo>
                    <a:pt x="1135" y="2960"/>
                    <a:pt x="1135" y="2960"/>
                    <a:pt x="1273" y="2968"/>
                  </a:cubicBezTo>
                  <a:cubicBezTo>
                    <a:pt x="1346" y="2976"/>
                    <a:pt x="1346" y="2976"/>
                    <a:pt x="1273" y="3001"/>
                  </a:cubicBezTo>
                  <a:cubicBezTo>
                    <a:pt x="1221" y="3001"/>
                    <a:pt x="1211" y="3011"/>
                    <a:pt x="1246" y="3011"/>
                  </a:cubicBezTo>
                  <a:cubicBezTo>
                    <a:pt x="1255" y="3011"/>
                    <a:pt x="1267" y="3010"/>
                    <a:pt x="1281" y="3009"/>
                  </a:cubicBezTo>
                  <a:cubicBezTo>
                    <a:pt x="1411" y="3009"/>
                    <a:pt x="1484" y="3041"/>
                    <a:pt x="1346" y="3066"/>
                  </a:cubicBezTo>
                  <a:cubicBezTo>
                    <a:pt x="1346" y="3066"/>
                    <a:pt x="1346" y="3082"/>
                    <a:pt x="1419" y="3082"/>
                  </a:cubicBezTo>
                  <a:cubicBezTo>
                    <a:pt x="1467" y="3079"/>
                    <a:pt x="1497" y="3077"/>
                    <a:pt x="1509" y="3077"/>
                  </a:cubicBezTo>
                  <a:cubicBezTo>
                    <a:pt x="1531" y="3077"/>
                    <a:pt x="1501" y="3083"/>
                    <a:pt x="1419" y="3098"/>
                  </a:cubicBezTo>
                  <a:cubicBezTo>
                    <a:pt x="1305" y="3125"/>
                    <a:pt x="1291" y="3141"/>
                    <a:pt x="1368" y="3141"/>
                  </a:cubicBezTo>
                  <a:cubicBezTo>
                    <a:pt x="1384" y="3141"/>
                    <a:pt x="1404" y="3140"/>
                    <a:pt x="1427" y="3139"/>
                  </a:cubicBezTo>
                  <a:cubicBezTo>
                    <a:pt x="1427" y="3139"/>
                    <a:pt x="1492" y="3139"/>
                    <a:pt x="1427" y="3163"/>
                  </a:cubicBezTo>
                  <a:cubicBezTo>
                    <a:pt x="1381" y="3196"/>
                    <a:pt x="1340" y="3273"/>
                    <a:pt x="1398" y="3273"/>
                  </a:cubicBezTo>
                  <a:cubicBezTo>
                    <a:pt x="1410" y="3273"/>
                    <a:pt x="1428" y="3269"/>
                    <a:pt x="1452" y="3260"/>
                  </a:cubicBezTo>
                  <a:lnTo>
                    <a:pt x="1460" y="3293"/>
                  </a:lnTo>
                  <a:cubicBezTo>
                    <a:pt x="1395" y="3333"/>
                    <a:pt x="1403" y="3349"/>
                    <a:pt x="1468" y="3349"/>
                  </a:cubicBezTo>
                  <a:lnTo>
                    <a:pt x="1541" y="3341"/>
                  </a:lnTo>
                  <a:lnTo>
                    <a:pt x="1541" y="3341"/>
                  </a:lnTo>
                  <a:cubicBezTo>
                    <a:pt x="1476" y="3366"/>
                    <a:pt x="1411" y="3398"/>
                    <a:pt x="1411" y="3406"/>
                  </a:cubicBezTo>
                  <a:cubicBezTo>
                    <a:pt x="1415" y="3414"/>
                    <a:pt x="1417" y="3418"/>
                    <a:pt x="1426" y="3418"/>
                  </a:cubicBezTo>
                  <a:cubicBezTo>
                    <a:pt x="1435" y="3418"/>
                    <a:pt x="1452" y="3414"/>
                    <a:pt x="1484" y="3406"/>
                  </a:cubicBezTo>
                  <a:cubicBezTo>
                    <a:pt x="1512" y="3390"/>
                    <a:pt x="1529" y="3384"/>
                    <a:pt x="1538" y="3384"/>
                  </a:cubicBezTo>
                  <a:cubicBezTo>
                    <a:pt x="1547" y="3384"/>
                    <a:pt x="1549" y="3390"/>
                    <a:pt x="1549" y="3398"/>
                  </a:cubicBezTo>
                  <a:cubicBezTo>
                    <a:pt x="1549" y="3414"/>
                    <a:pt x="1492" y="3447"/>
                    <a:pt x="1427" y="3471"/>
                  </a:cubicBezTo>
                  <a:lnTo>
                    <a:pt x="1427" y="3479"/>
                  </a:lnTo>
                  <a:cubicBezTo>
                    <a:pt x="1488" y="3460"/>
                    <a:pt x="1522" y="3454"/>
                    <a:pt x="1534" y="3454"/>
                  </a:cubicBezTo>
                  <a:cubicBezTo>
                    <a:pt x="1549" y="3454"/>
                    <a:pt x="1535" y="3462"/>
                    <a:pt x="1500" y="3471"/>
                  </a:cubicBezTo>
                  <a:cubicBezTo>
                    <a:pt x="1443" y="3512"/>
                    <a:pt x="1443" y="3528"/>
                    <a:pt x="1452" y="3536"/>
                  </a:cubicBezTo>
                  <a:cubicBezTo>
                    <a:pt x="1467" y="3530"/>
                    <a:pt x="1476" y="3528"/>
                    <a:pt x="1480" y="3528"/>
                  </a:cubicBezTo>
                  <a:cubicBezTo>
                    <a:pt x="1489" y="3528"/>
                    <a:pt x="1471" y="3540"/>
                    <a:pt x="1459" y="3540"/>
                  </a:cubicBezTo>
                  <a:cubicBezTo>
                    <a:pt x="1456" y="3540"/>
                    <a:pt x="1453" y="3539"/>
                    <a:pt x="1452" y="3536"/>
                  </a:cubicBezTo>
                  <a:lnTo>
                    <a:pt x="1387" y="3560"/>
                  </a:lnTo>
                  <a:cubicBezTo>
                    <a:pt x="1365" y="3576"/>
                    <a:pt x="1361" y="3582"/>
                    <a:pt x="1368" y="3582"/>
                  </a:cubicBezTo>
                  <a:cubicBezTo>
                    <a:pt x="1380" y="3582"/>
                    <a:pt x="1420" y="3567"/>
                    <a:pt x="1460" y="3552"/>
                  </a:cubicBezTo>
                  <a:lnTo>
                    <a:pt x="1468" y="3576"/>
                  </a:lnTo>
                  <a:cubicBezTo>
                    <a:pt x="1472" y="3585"/>
                    <a:pt x="1474" y="3594"/>
                    <a:pt x="1485" y="3594"/>
                  </a:cubicBezTo>
                  <a:cubicBezTo>
                    <a:pt x="1494" y="3594"/>
                    <a:pt x="1511" y="3587"/>
                    <a:pt x="1541" y="3568"/>
                  </a:cubicBezTo>
                  <a:cubicBezTo>
                    <a:pt x="1587" y="3548"/>
                    <a:pt x="1638" y="3523"/>
                    <a:pt x="1660" y="3523"/>
                  </a:cubicBezTo>
                  <a:cubicBezTo>
                    <a:pt x="1665" y="3523"/>
                    <a:pt x="1669" y="3525"/>
                    <a:pt x="1670" y="3528"/>
                  </a:cubicBezTo>
                  <a:cubicBezTo>
                    <a:pt x="1689" y="3521"/>
                    <a:pt x="1697" y="3518"/>
                    <a:pt x="1699" y="3518"/>
                  </a:cubicBezTo>
                  <a:cubicBezTo>
                    <a:pt x="1703" y="3518"/>
                    <a:pt x="1680" y="3529"/>
                    <a:pt x="1673" y="3529"/>
                  </a:cubicBezTo>
                  <a:cubicBezTo>
                    <a:pt x="1671" y="3529"/>
                    <a:pt x="1670" y="3529"/>
                    <a:pt x="1670" y="3528"/>
                  </a:cubicBezTo>
                  <a:cubicBezTo>
                    <a:pt x="1606" y="3552"/>
                    <a:pt x="1541" y="3576"/>
                    <a:pt x="1549" y="3593"/>
                  </a:cubicBezTo>
                  <a:cubicBezTo>
                    <a:pt x="1557" y="3609"/>
                    <a:pt x="1492" y="3633"/>
                    <a:pt x="1492" y="3633"/>
                  </a:cubicBezTo>
                  <a:cubicBezTo>
                    <a:pt x="1386" y="3666"/>
                    <a:pt x="1421" y="3694"/>
                    <a:pt x="1477" y="3694"/>
                  </a:cubicBezTo>
                  <a:cubicBezTo>
                    <a:pt x="1490" y="3694"/>
                    <a:pt x="1503" y="3693"/>
                    <a:pt x="1516" y="3690"/>
                  </a:cubicBezTo>
                  <a:cubicBezTo>
                    <a:pt x="1565" y="3678"/>
                    <a:pt x="1596" y="3671"/>
                    <a:pt x="1610" y="3671"/>
                  </a:cubicBezTo>
                  <a:cubicBezTo>
                    <a:pt x="1634" y="3671"/>
                    <a:pt x="1609" y="3690"/>
                    <a:pt x="1533" y="3730"/>
                  </a:cubicBezTo>
                  <a:cubicBezTo>
                    <a:pt x="1491" y="3750"/>
                    <a:pt x="1479" y="3759"/>
                    <a:pt x="1489" y="3759"/>
                  </a:cubicBezTo>
                  <a:cubicBezTo>
                    <a:pt x="1507" y="3759"/>
                    <a:pt x="1605" y="3727"/>
                    <a:pt x="1727" y="3674"/>
                  </a:cubicBezTo>
                  <a:lnTo>
                    <a:pt x="1914" y="3593"/>
                  </a:lnTo>
                  <a:lnTo>
                    <a:pt x="1735" y="3690"/>
                  </a:lnTo>
                  <a:cubicBezTo>
                    <a:pt x="1571" y="3786"/>
                    <a:pt x="1518" y="3819"/>
                    <a:pt x="1550" y="3819"/>
                  </a:cubicBezTo>
                  <a:cubicBezTo>
                    <a:pt x="1564" y="3819"/>
                    <a:pt x="1594" y="3813"/>
                    <a:pt x="1638" y="3803"/>
                  </a:cubicBezTo>
                  <a:cubicBezTo>
                    <a:pt x="1662" y="3801"/>
                    <a:pt x="1679" y="3799"/>
                    <a:pt x="1687" y="3799"/>
                  </a:cubicBezTo>
                  <a:cubicBezTo>
                    <a:pt x="1705" y="3799"/>
                    <a:pt x="1692" y="3806"/>
                    <a:pt x="1654" y="3828"/>
                  </a:cubicBezTo>
                  <a:cubicBezTo>
                    <a:pt x="1589" y="3860"/>
                    <a:pt x="1598" y="3876"/>
                    <a:pt x="1622" y="3909"/>
                  </a:cubicBezTo>
                  <a:cubicBezTo>
                    <a:pt x="1636" y="3933"/>
                    <a:pt x="1645" y="3948"/>
                    <a:pt x="1662" y="3948"/>
                  </a:cubicBezTo>
                  <a:cubicBezTo>
                    <a:pt x="1673" y="3948"/>
                    <a:pt x="1688" y="3941"/>
                    <a:pt x="1711" y="3925"/>
                  </a:cubicBezTo>
                  <a:cubicBezTo>
                    <a:pt x="1711" y="3925"/>
                    <a:pt x="1719" y="3933"/>
                    <a:pt x="1727" y="3949"/>
                  </a:cubicBezTo>
                  <a:cubicBezTo>
                    <a:pt x="1679" y="3990"/>
                    <a:pt x="1668" y="4009"/>
                    <a:pt x="1680" y="4009"/>
                  </a:cubicBezTo>
                  <a:cubicBezTo>
                    <a:pt x="1695" y="4009"/>
                    <a:pt x="1743" y="3982"/>
                    <a:pt x="1800" y="3933"/>
                  </a:cubicBezTo>
                  <a:lnTo>
                    <a:pt x="1816" y="3957"/>
                  </a:lnTo>
                  <a:lnTo>
                    <a:pt x="1760" y="3998"/>
                  </a:lnTo>
                  <a:cubicBezTo>
                    <a:pt x="1711" y="4030"/>
                    <a:pt x="1719" y="4063"/>
                    <a:pt x="1792" y="4160"/>
                  </a:cubicBezTo>
                  <a:cubicBezTo>
                    <a:pt x="1839" y="4207"/>
                    <a:pt x="1865" y="4233"/>
                    <a:pt x="1893" y="4233"/>
                  </a:cubicBezTo>
                  <a:cubicBezTo>
                    <a:pt x="1918" y="4233"/>
                    <a:pt x="1944" y="4211"/>
                    <a:pt x="1987" y="4160"/>
                  </a:cubicBezTo>
                  <a:cubicBezTo>
                    <a:pt x="2035" y="4119"/>
                    <a:pt x="2063" y="4099"/>
                    <a:pt x="2070" y="4099"/>
                  </a:cubicBezTo>
                  <a:cubicBezTo>
                    <a:pt x="2079" y="4099"/>
                    <a:pt x="2059" y="4127"/>
                    <a:pt x="2011" y="4184"/>
                  </a:cubicBezTo>
                  <a:cubicBezTo>
                    <a:pt x="1976" y="4220"/>
                    <a:pt x="1949" y="4260"/>
                    <a:pt x="1952" y="4260"/>
                  </a:cubicBezTo>
                  <a:cubicBezTo>
                    <a:pt x="1954" y="4260"/>
                    <a:pt x="1960" y="4254"/>
                    <a:pt x="1970" y="4241"/>
                  </a:cubicBezTo>
                  <a:lnTo>
                    <a:pt x="1970" y="4241"/>
                  </a:lnTo>
                  <a:cubicBezTo>
                    <a:pt x="1970" y="4241"/>
                    <a:pt x="1995" y="4266"/>
                    <a:pt x="1954" y="4322"/>
                  </a:cubicBezTo>
                  <a:cubicBezTo>
                    <a:pt x="1925" y="4393"/>
                    <a:pt x="1926" y="4417"/>
                    <a:pt x="1940" y="4417"/>
                  </a:cubicBezTo>
                  <a:cubicBezTo>
                    <a:pt x="1953" y="4417"/>
                    <a:pt x="1979" y="4395"/>
                    <a:pt x="2003" y="4371"/>
                  </a:cubicBezTo>
                  <a:cubicBezTo>
                    <a:pt x="2033" y="4321"/>
                    <a:pt x="2045" y="4303"/>
                    <a:pt x="2047" y="4303"/>
                  </a:cubicBezTo>
                  <a:cubicBezTo>
                    <a:pt x="2049" y="4303"/>
                    <a:pt x="2030" y="4341"/>
                    <a:pt x="2011" y="4379"/>
                  </a:cubicBezTo>
                  <a:cubicBezTo>
                    <a:pt x="1987" y="4426"/>
                    <a:pt x="1964" y="4474"/>
                    <a:pt x="1968" y="4474"/>
                  </a:cubicBezTo>
                  <a:cubicBezTo>
                    <a:pt x="1970" y="4474"/>
                    <a:pt x="1976" y="4467"/>
                    <a:pt x="1987" y="4452"/>
                  </a:cubicBezTo>
                  <a:cubicBezTo>
                    <a:pt x="2010" y="4436"/>
                    <a:pt x="2042" y="4425"/>
                    <a:pt x="2066" y="4425"/>
                  </a:cubicBezTo>
                  <a:cubicBezTo>
                    <a:pt x="2103" y="4425"/>
                    <a:pt x="2124" y="4449"/>
                    <a:pt x="2076" y="4517"/>
                  </a:cubicBezTo>
                  <a:lnTo>
                    <a:pt x="2108" y="4533"/>
                  </a:lnTo>
                  <a:cubicBezTo>
                    <a:pt x="2125" y="4503"/>
                    <a:pt x="2140" y="4493"/>
                    <a:pt x="2154" y="4493"/>
                  </a:cubicBezTo>
                  <a:cubicBezTo>
                    <a:pt x="2166" y="4493"/>
                    <a:pt x="2178" y="4501"/>
                    <a:pt x="2189" y="4509"/>
                  </a:cubicBezTo>
                  <a:cubicBezTo>
                    <a:pt x="2222" y="4525"/>
                    <a:pt x="2230" y="4533"/>
                    <a:pt x="2198" y="4590"/>
                  </a:cubicBezTo>
                  <a:cubicBezTo>
                    <a:pt x="2170" y="4617"/>
                    <a:pt x="2163" y="4632"/>
                    <a:pt x="2173" y="4632"/>
                  </a:cubicBezTo>
                  <a:cubicBezTo>
                    <a:pt x="2180" y="4632"/>
                    <a:pt x="2197" y="4624"/>
                    <a:pt x="2222" y="4606"/>
                  </a:cubicBezTo>
                  <a:cubicBezTo>
                    <a:pt x="2222" y="4606"/>
                    <a:pt x="2223" y="4606"/>
                    <a:pt x="2224" y="4606"/>
                  </a:cubicBezTo>
                  <a:cubicBezTo>
                    <a:pt x="2242" y="4606"/>
                    <a:pt x="2307" y="4508"/>
                    <a:pt x="2325" y="4508"/>
                  </a:cubicBezTo>
                  <a:cubicBezTo>
                    <a:pt x="2326" y="4508"/>
                    <a:pt x="2327" y="4508"/>
                    <a:pt x="2327" y="4509"/>
                  </a:cubicBezTo>
                  <a:cubicBezTo>
                    <a:pt x="2358" y="4456"/>
                    <a:pt x="2395" y="4403"/>
                    <a:pt x="2406" y="4403"/>
                  </a:cubicBezTo>
                  <a:cubicBezTo>
                    <a:pt x="2407" y="4403"/>
                    <a:pt x="2408" y="4403"/>
                    <a:pt x="2408" y="4403"/>
                  </a:cubicBezTo>
                  <a:lnTo>
                    <a:pt x="2384" y="4468"/>
                  </a:lnTo>
                  <a:lnTo>
                    <a:pt x="2319" y="4590"/>
                  </a:lnTo>
                  <a:cubicBezTo>
                    <a:pt x="2325" y="4593"/>
                    <a:pt x="2329" y="4595"/>
                    <a:pt x="2334" y="4595"/>
                  </a:cubicBezTo>
                  <a:cubicBezTo>
                    <a:pt x="2343" y="4595"/>
                    <a:pt x="2354" y="4584"/>
                    <a:pt x="2376" y="4541"/>
                  </a:cubicBezTo>
                  <a:lnTo>
                    <a:pt x="2376" y="4541"/>
                  </a:lnTo>
                  <a:cubicBezTo>
                    <a:pt x="2360" y="4614"/>
                    <a:pt x="2368" y="4622"/>
                    <a:pt x="2400" y="4630"/>
                  </a:cubicBezTo>
                  <a:cubicBezTo>
                    <a:pt x="2409" y="4633"/>
                    <a:pt x="2418" y="4636"/>
                    <a:pt x="2429" y="4636"/>
                  </a:cubicBezTo>
                  <a:cubicBezTo>
                    <a:pt x="2448" y="4636"/>
                    <a:pt x="2471" y="4627"/>
                    <a:pt x="2497" y="4590"/>
                  </a:cubicBezTo>
                  <a:lnTo>
                    <a:pt x="2497" y="4590"/>
                  </a:lnTo>
                  <a:cubicBezTo>
                    <a:pt x="2474" y="4668"/>
                    <a:pt x="2493" y="4712"/>
                    <a:pt x="2524" y="4712"/>
                  </a:cubicBezTo>
                  <a:cubicBezTo>
                    <a:pt x="2548" y="4712"/>
                    <a:pt x="2578" y="4687"/>
                    <a:pt x="2603" y="4630"/>
                  </a:cubicBezTo>
                  <a:cubicBezTo>
                    <a:pt x="2614" y="4600"/>
                    <a:pt x="2622" y="4586"/>
                    <a:pt x="2626" y="4586"/>
                  </a:cubicBezTo>
                  <a:cubicBezTo>
                    <a:pt x="2631" y="4586"/>
                    <a:pt x="2632" y="4604"/>
                    <a:pt x="2627" y="4638"/>
                  </a:cubicBezTo>
                  <a:cubicBezTo>
                    <a:pt x="2627" y="4677"/>
                    <a:pt x="2627" y="4695"/>
                    <a:pt x="2632" y="4695"/>
                  </a:cubicBezTo>
                  <a:cubicBezTo>
                    <a:pt x="2636" y="4695"/>
                    <a:pt x="2644" y="4681"/>
                    <a:pt x="2660" y="4655"/>
                  </a:cubicBezTo>
                  <a:cubicBezTo>
                    <a:pt x="2668" y="4637"/>
                    <a:pt x="2674" y="4630"/>
                    <a:pt x="2678" y="4630"/>
                  </a:cubicBezTo>
                  <a:cubicBezTo>
                    <a:pt x="2688" y="4630"/>
                    <a:pt x="2684" y="4683"/>
                    <a:pt x="2684" y="4736"/>
                  </a:cubicBezTo>
                  <a:cubicBezTo>
                    <a:pt x="2669" y="4820"/>
                    <a:pt x="2669" y="4853"/>
                    <a:pt x="2679" y="4853"/>
                  </a:cubicBezTo>
                  <a:cubicBezTo>
                    <a:pt x="2685" y="4853"/>
                    <a:pt x="2696" y="4839"/>
                    <a:pt x="2708" y="4817"/>
                  </a:cubicBezTo>
                  <a:cubicBezTo>
                    <a:pt x="2746" y="4773"/>
                    <a:pt x="2769" y="4768"/>
                    <a:pt x="2785" y="4768"/>
                  </a:cubicBezTo>
                  <a:cubicBezTo>
                    <a:pt x="2790" y="4768"/>
                    <a:pt x="2794" y="4768"/>
                    <a:pt x="2797" y="4768"/>
                  </a:cubicBezTo>
                  <a:cubicBezTo>
                    <a:pt x="2838" y="4703"/>
                    <a:pt x="2854" y="4711"/>
                    <a:pt x="2854" y="4638"/>
                  </a:cubicBezTo>
                  <a:cubicBezTo>
                    <a:pt x="2862" y="4590"/>
                    <a:pt x="2879" y="4549"/>
                    <a:pt x="2895" y="4509"/>
                  </a:cubicBezTo>
                  <a:cubicBezTo>
                    <a:pt x="2906" y="4487"/>
                    <a:pt x="2912" y="4480"/>
                    <a:pt x="2915" y="4480"/>
                  </a:cubicBezTo>
                  <a:cubicBezTo>
                    <a:pt x="2921" y="4480"/>
                    <a:pt x="2914" y="4509"/>
                    <a:pt x="2903" y="4509"/>
                  </a:cubicBezTo>
                  <a:cubicBezTo>
                    <a:pt x="2862" y="4574"/>
                    <a:pt x="2879" y="4574"/>
                    <a:pt x="2879" y="4638"/>
                  </a:cubicBezTo>
                  <a:cubicBezTo>
                    <a:pt x="2887" y="4711"/>
                    <a:pt x="2911" y="4711"/>
                    <a:pt x="2927" y="4720"/>
                  </a:cubicBezTo>
                  <a:lnTo>
                    <a:pt x="2984" y="4728"/>
                  </a:lnTo>
                  <a:cubicBezTo>
                    <a:pt x="3005" y="4765"/>
                    <a:pt x="3019" y="4783"/>
                    <a:pt x="3029" y="4783"/>
                  </a:cubicBezTo>
                  <a:cubicBezTo>
                    <a:pt x="3039" y="4783"/>
                    <a:pt x="3045" y="4767"/>
                    <a:pt x="3049" y="4736"/>
                  </a:cubicBezTo>
                  <a:lnTo>
                    <a:pt x="3049" y="4663"/>
                  </a:lnTo>
                  <a:cubicBezTo>
                    <a:pt x="3049" y="4738"/>
                    <a:pt x="3102" y="4779"/>
                    <a:pt x="3151" y="4779"/>
                  </a:cubicBezTo>
                  <a:cubicBezTo>
                    <a:pt x="3192" y="4779"/>
                    <a:pt x="3232" y="4750"/>
                    <a:pt x="3235" y="4687"/>
                  </a:cubicBezTo>
                  <a:lnTo>
                    <a:pt x="3235" y="4760"/>
                  </a:lnTo>
                  <a:cubicBezTo>
                    <a:pt x="3235" y="4825"/>
                    <a:pt x="3252" y="4825"/>
                    <a:pt x="3284" y="4825"/>
                  </a:cubicBezTo>
                  <a:cubicBezTo>
                    <a:pt x="3300" y="4825"/>
                    <a:pt x="3357" y="4752"/>
                    <a:pt x="3406" y="4752"/>
                  </a:cubicBezTo>
                  <a:cubicBezTo>
                    <a:pt x="3462" y="4744"/>
                    <a:pt x="3503" y="4744"/>
                    <a:pt x="3495" y="4671"/>
                  </a:cubicBezTo>
                  <a:cubicBezTo>
                    <a:pt x="3511" y="4671"/>
                    <a:pt x="3511" y="4671"/>
                    <a:pt x="3519" y="4744"/>
                  </a:cubicBezTo>
                  <a:cubicBezTo>
                    <a:pt x="3511" y="4809"/>
                    <a:pt x="3527" y="4809"/>
                    <a:pt x="3543" y="4809"/>
                  </a:cubicBezTo>
                  <a:cubicBezTo>
                    <a:pt x="3560" y="4809"/>
                    <a:pt x="3551" y="4736"/>
                    <a:pt x="3543" y="4671"/>
                  </a:cubicBezTo>
                  <a:cubicBezTo>
                    <a:pt x="3539" y="4638"/>
                    <a:pt x="3539" y="4622"/>
                    <a:pt x="3545" y="4622"/>
                  </a:cubicBezTo>
                  <a:cubicBezTo>
                    <a:pt x="3551" y="4622"/>
                    <a:pt x="3564" y="4638"/>
                    <a:pt x="3584" y="4671"/>
                  </a:cubicBezTo>
                  <a:cubicBezTo>
                    <a:pt x="3604" y="4702"/>
                    <a:pt x="3629" y="4719"/>
                    <a:pt x="3651" y="4719"/>
                  </a:cubicBezTo>
                  <a:cubicBezTo>
                    <a:pt x="3674" y="4719"/>
                    <a:pt x="3693" y="4700"/>
                    <a:pt x="3697" y="4663"/>
                  </a:cubicBezTo>
                  <a:cubicBezTo>
                    <a:pt x="3702" y="4661"/>
                    <a:pt x="3706" y="4659"/>
                    <a:pt x="3710" y="4659"/>
                  </a:cubicBezTo>
                  <a:cubicBezTo>
                    <a:pt x="3722" y="4659"/>
                    <a:pt x="3734" y="4672"/>
                    <a:pt x="3746" y="4720"/>
                  </a:cubicBezTo>
                  <a:cubicBezTo>
                    <a:pt x="3759" y="4754"/>
                    <a:pt x="3779" y="4787"/>
                    <a:pt x="3795" y="4787"/>
                  </a:cubicBezTo>
                  <a:cubicBezTo>
                    <a:pt x="3809" y="4787"/>
                    <a:pt x="3819" y="4763"/>
                    <a:pt x="3819" y="4695"/>
                  </a:cubicBezTo>
                  <a:cubicBezTo>
                    <a:pt x="3827" y="4695"/>
                    <a:pt x="3827" y="4695"/>
                    <a:pt x="3851" y="4760"/>
                  </a:cubicBezTo>
                  <a:cubicBezTo>
                    <a:pt x="3870" y="4797"/>
                    <a:pt x="3883" y="4833"/>
                    <a:pt x="3887" y="4833"/>
                  </a:cubicBezTo>
                  <a:cubicBezTo>
                    <a:pt x="3889" y="4833"/>
                    <a:pt x="3886" y="4812"/>
                    <a:pt x="3876" y="4752"/>
                  </a:cubicBezTo>
                  <a:cubicBezTo>
                    <a:pt x="3881" y="4709"/>
                    <a:pt x="3900" y="4685"/>
                    <a:pt x="3925" y="4685"/>
                  </a:cubicBezTo>
                  <a:cubicBezTo>
                    <a:pt x="3942" y="4685"/>
                    <a:pt x="3961" y="4696"/>
                    <a:pt x="3981" y="4720"/>
                  </a:cubicBezTo>
                  <a:cubicBezTo>
                    <a:pt x="3997" y="4720"/>
                    <a:pt x="4014" y="4711"/>
                    <a:pt x="3989" y="4647"/>
                  </a:cubicBezTo>
                  <a:cubicBezTo>
                    <a:pt x="3980" y="4623"/>
                    <a:pt x="3972" y="4599"/>
                    <a:pt x="3965" y="4582"/>
                  </a:cubicBezTo>
                  <a:lnTo>
                    <a:pt x="3965" y="4582"/>
                  </a:lnTo>
                  <a:cubicBezTo>
                    <a:pt x="3993" y="4646"/>
                    <a:pt x="4009" y="4678"/>
                    <a:pt x="4013" y="4678"/>
                  </a:cubicBezTo>
                  <a:cubicBezTo>
                    <a:pt x="4018" y="4678"/>
                    <a:pt x="4010" y="4644"/>
                    <a:pt x="3989" y="4574"/>
                  </a:cubicBezTo>
                  <a:cubicBezTo>
                    <a:pt x="3977" y="4544"/>
                    <a:pt x="3975" y="4528"/>
                    <a:pt x="3980" y="4528"/>
                  </a:cubicBezTo>
                  <a:cubicBezTo>
                    <a:pt x="3984" y="4528"/>
                    <a:pt x="3994" y="4542"/>
                    <a:pt x="4006" y="4574"/>
                  </a:cubicBezTo>
                  <a:cubicBezTo>
                    <a:pt x="4046" y="4630"/>
                    <a:pt x="4062" y="4630"/>
                    <a:pt x="4062" y="4630"/>
                  </a:cubicBezTo>
                  <a:cubicBezTo>
                    <a:pt x="4079" y="4630"/>
                    <a:pt x="4119" y="4533"/>
                    <a:pt x="4176" y="4501"/>
                  </a:cubicBezTo>
                  <a:cubicBezTo>
                    <a:pt x="4281" y="4444"/>
                    <a:pt x="4314" y="4420"/>
                    <a:pt x="4281" y="4363"/>
                  </a:cubicBezTo>
                  <a:cubicBezTo>
                    <a:pt x="4269" y="4330"/>
                    <a:pt x="4261" y="4316"/>
                    <a:pt x="4263" y="4316"/>
                  </a:cubicBezTo>
                  <a:cubicBezTo>
                    <a:pt x="4265" y="4316"/>
                    <a:pt x="4277" y="4330"/>
                    <a:pt x="4306" y="4355"/>
                  </a:cubicBezTo>
                  <a:cubicBezTo>
                    <a:pt x="4336" y="4385"/>
                    <a:pt x="4353" y="4393"/>
                    <a:pt x="4365" y="4393"/>
                  </a:cubicBezTo>
                  <a:cubicBezTo>
                    <a:pt x="4371" y="4393"/>
                    <a:pt x="4375" y="4390"/>
                    <a:pt x="4378" y="4387"/>
                  </a:cubicBezTo>
                  <a:cubicBezTo>
                    <a:pt x="4384" y="4384"/>
                    <a:pt x="4389" y="4381"/>
                    <a:pt x="4394" y="4381"/>
                  </a:cubicBezTo>
                  <a:cubicBezTo>
                    <a:pt x="4404" y="4381"/>
                    <a:pt x="4417" y="4391"/>
                    <a:pt x="4443" y="4428"/>
                  </a:cubicBezTo>
                  <a:cubicBezTo>
                    <a:pt x="4419" y="4371"/>
                    <a:pt x="4419" y="4363"/>
                    <a:pt x="4427" y="4355"/>
                  </a:cubicBezTo>
                  <a:lnTo>
                    <a:pt x="4427" y="4355"/>
                  </a:lnTo>
                  <a:cubicBezTo>
                    <a:pt x="4445" y="4380"/>
                    <a:pt x="4459" y="4393"/>
                    <a:pt x="4465" y="4393"/>
                  </a:cubicBezTo>
                  <a:cubicBezTo>
                    <a:pt x="4472" y="4393"/>
                    <a:pt x="4469" y="4374"/>
                    <a:pt x="4451" y="4338"/>
                  </a:cubicBezTo>
                  <a:cubicBezTo>
                    <a:pt x="4414" y="4281"/>
                    <a:pt x="4396" y="4252"/>
                    <a:pt x="4398" y="4252"/>
                  </a:cubicBezTo>
                  <a:lnTo>
                    <a:pt x="4398" y="4252"/>
                  </a:lnTo>
                  <a:cubicBezTo>
                    <a:pt x="4400" y="4252"/>
                    <a:pt x="4420" y="4279"/>
                    <a:pt x="4460" y="4330"/>
                  </a:cubicBezTo>
                  <a:cubicBezTo>
                    <a:pt x="4486" y="4362"/>
                    <a:pt x="4529" y="4383"/>
                    <a:pt x="4541" y="4383"/>
                  </a:cubicBezTo>
                  <a:cubicBezTo>
                    <a:pt x="4547" y="4383"/>
                    <a:pt x="4544" y="4377"/>
                    <a:pt x="4524" y="4363"/>
                  </a:cubicBezTo>
                  <a:cubicBezTo>
                    <a:pt x="4484" y="4306"/>
                    <a:pt x="4508" y="4290"/>
                    <a:pt x="4468" y="4225"/>
                  </a:cubicBezTo>
                  <a:cubicBezTo>
                    <a:pt x="4474" y="4222"/>
                    <a:pt x="4479" y="4219"/>
                    <a:pt x="4485" y="4219"/>
                  </a:cubicBezTo>
                  <a:cubicBezTo>
                    <a:pt x="4496" y="4219"/>
                    <a:pt x="4510" y="4227"/>
                    <a:pt x="4541" y="4257"/>
                  </a:cubicBezTo>
                  <a:cubicBezTo>
                    <a:pt x="4550" y="4264"/>
                    <a:pt x="4558" y="4267"/>
                    <a:pt x="4565" y="4267"/>
                  </a:cubicBezTo>
                  <a:cubicBezTo>
                    <a:pt x="4599" y="4267"/>
                    <a:pt x="4599" y="4191"/>
                    <a:pt x="4565" y="4144"/>
                  </a:cubicBezTo>
                  <a:cubicBezTo>
                    <a:pt x="4539" y="4118"/>
                    <a:pt x="4529" y="4103"/>
                    <a:pt x="4533" y="4103"/>
                  </a:cubicBezTo>
                  <a:cubicBezTo>
                    <a:pt x="4537" y="4103"/>
                    <a:pt x="4551" y="4113"/>
                    <a:pt x="4573" y="4136"/>
                  </a:cubicBezTo>
                  <a:cubicBezTo>
                    <a:pt x="4603" y="4166"/>
                    <a:pt x="4621" y="4174"/>
                    <a:pt x="4632" y="4174"/>
                  </a:cubicBezTo>
                  <a:cubicBezTo>
                    <a:pt x="4639" y="4174"/>
                    <a:pt x="4643" y="4171"/>
                    <a:pt x="4646" y="4168"/>
                  </a:cubicBezTo>
                  <a:cubicBezTo>
                    <a:pt x="4632" y="4149"/>
                    <a:pt x="4629" y="4141"/>
                    <a:pt x="4633" y="4141"/>
                  </a:cubicBezTo>
                  <a:cubicBezTo>
                    <a:pt x="4640" y="4141"/>
                    <a:pt x="4674" y="4169"/>
                    <a:pt x="4711" y="4201"/>
                  </a:cubicBezTo>
                  <a:cubicBezTo>
                    <a:pt x="4729" y="4232"/>
                    <a:pt x="4742" y="4244"/>
                    <a:pt x="4754" y="4244"/>
                  </a:cubicBezTo>
                  <a:cubicBezTo>
                    <a:pt x="4764" y="4244"/>
                    <a:pt x="4773" y="4236"/>
                    <a:pt x="4784" y="4225"/>
                  </a:cubicBezTo>
                  <a:cubicBezTo>
                    <a:pt x="4760" y="4176"/>
                    <a:pt x="4768" y="4120"/>
                    <a:pt x="4808" y="4087"/>
                  </a:cubicBezTo>
                  <a:cubicBezTo>
                    <a:pt x="4849" y="4022"/>
                    <a:pt x="4808" y="3974"/>
                    <a:pt x="4711" y="3876"/>
                  </a:cubicBezTo>
                  <a:lnTo>
                    <a:pt x="4606" y="3787"/>
                  </a:lnTo>
                  <a:lnTo>
                    <a:pt x="4606" y="3787"/>
                  </a:lnTo>
                  <a:lnTo>
                    <a:pt x="4719" y="3860"/>
                  </a:lnTo>
                  <a:cubicBezTo>
                    <a:pt x="4776" y="3901"/>
                    <a:pt x="4897" y="3966"/>
                    <a:pt x="4897" y="3966"/>
                  </a:cubicBezTo>
                  <a:cubicBezTo>
                    <a:pt x="4905" y="3949"/>
                    <a:pt x="4849" y="3917"/>
                    <a:pt x="4792" y="3876"/>
                  </a:cubicBezTo>
                  <a:cubicBezTo>
                    <a:pt x="4750" y="3853"/>
                    <a:pt x="4744" y="3838"/>
                    <a:pt x="4772" y="3838"/>
                  </a:cubicBezTo>
                  <a:cubicBezTo>
                    <a:pt x="4782" y="3838"/>
                    <a:pt x="4797" y="3840"/>
                    <a:pt x="4816" y="3844"/>
                  </a:cubicBezTo>
                  <a:cubicBezTo>
                    <a:pt x="4837" y="3848"/>
                    <a:pt x="4852" y="3850"/>
                    <a:pt x="4864" y="3850"/>
                  </a:cubicBezTo>
                  <a:cubicBezTo>
                    <a:pt x="4898" y="3850"/>
                    <a:pt x="4893" y="3832"/>
                    <a:pt x="4857" y="3795"/>
                  </a:cubicBezTo>
                  <a:cubicBezTo>
                    <a:pt x="4862" y="3790"/>
                    <a:pt x="4864" y="3782"/>
                    <a:pt x="4879" y="3782"/>
                  </a:cubicBezTo>
                  <a:cubicBezTo>
                    <a:pt x="4889" y="3782"/>
                    <a:pt x="4904" y="3786"/>
                    <a:pt x="4930" y="3795"/>
                  </a:cubicBezTo>
                  <a:cubicBezTo>
                    <a:pt x="4938" y="3779"/>
                    <a:pt x="4938" y="3779"/>
                    <a:pt x="4881" y="3747"/>
                  </a:cubicBezTo>
                  <a:cubicBezTo>
                    <a:pt x="4838" y="3725"/>
                    <a:pt x="4827" y="3714"/>
                    <a:pt x="4844" y="3714"/>
                  </a:cubicBezTo>
                  <a:cubicBezTo>
                    <a:pt x="4852" y="3714"/>
                    <a:pt x="4868" y="3717"/>
                    <a:pt x="4889" y="3722"/>
                  </a:cubicBezTo>
                  <a:cubicBezTo>
                    <a:pt x="4933" y="3739"/>
                    <a:pt x="4964" y="3745"/>
                    <a:pt x="4984" y="3745"/>
                  </a:cubicBezTo>
                  <a:cubicBezTo>
                    <a:pt x="5025" y="3745"/>
                    <a:pt x="5022" y="3720"/>
                    <a:pt x="4978" y="3698"/>
                  </a:cubicBezTo>
                  <a:cubicBezTo>
                    <a:pt x="4914" y="3674"/>
                    <a:pt x="4922" y="3657"/>
                    <a:pt x="4930" y="3641"/>
                  </a:cubicBezTo>
                  <a:cubicBezTo>
                    <a:pt x="4938" y="3633"/>
                    <a:pt x="4938" y="3617"/>
                    <a:pt x="4889" y="3576"/>
                  </a:cubicBezTo>
                  <a:lnTo>
                    <a:pt x="4897" y="3552"/>
                  </a:lnTo>
                  <a:cubicBezTo>
                    <a:pt x="4898" y="3551"/>
                    <a:pt x="4900" y="3551"/>
                    <a:pt x="4902" y="3551"/>
                  </a:cubicBezTo>
                  <a:cubicBezTo>
                    <a:pt x="4917" y="3551"/>
                    <a:pt x="4961" y="3578"/>
                    <a:pt x="4954" y="3593"/>
                  </a:cubicBezTo>
                  <a:lnTo>
                    <a:pt x="5027" y="3609"/>
                  </a:lnTo>
                  <a:cubicBezTo>
                    <a:pt x="5035" y="3576"/>
                    <a:pt x="5043" y="3568"/>
                    <a:pt x="4987" y="3528"/>
                  </a:cubicBezTo>
                  <a:cubicBezTo>
                    <a:pt x="4921" y="3493"/>
                    <a:pt x="4891" y="3477"/>
                    <a:pt x="4897" y="3477"/>
                  </a:cubicBezTo>
                  <a:cubicBezTo>
                    <a:pt x="4902" y="3477"/>
                    <a:pt x="4934" y="3489"/>
                    <a:pt x="4995" y="3512"/>
                  </a:cubicBezTo>
                  <a:cubicBezTo>
                    <a:pt x="5031" y="3525"/>
                    <a:pt x="5067" y="3536"/>
                    <a:pt x="5082" y="3536"/>
                  </a:cubicBezTo>
                  <a:cubicBezTo>
                    <a:pt x="5094" y="3536"/>
                    <a:pt x="5093" y="3529"/>
                    <a:pt x="5068" y="3512"/>
                  </a:cubicBezTo>
                  <a:cubicBezTo>
                    <a:pt x="5001" y="3480"/>
                    <a:pt x="4993" y="3469"/>
                    <a:pt x="5010" y="3469"/>
                  </a:cubicBezTo>
                  <a:cubicBezTo>
                    <a:pt x="5024" y="3469"/>
                    <a:pt x="5055" y="3476"/>
                    <a:pt x="5084" y="3487"/>
                  </a:cubicBezTo>
                  <a:cubicBezTo>
                    <a:pt x="5135" y="3511"/>
                    <a:pt x="5165" y="3525"/>
                    <a:pt x="5174" y="3525"/>
                  </a:cubicBezTo>
                  <a:cubicBezTo>
                    <a:pt x="5185" y="3525"/>
                    <a:pt x="5157" y="3499"/>
                    <a:pt x="5092" y="3439"/>
                  </a:cubicBezTo>
                  <a:cubicBezTo>
                    <a:pt x="5100" y="3414"/>
                    <a:pt x="5051" y="3333"/>
                    <a:pt x="5068" y="3293"/>
                  </a:cubicBezTo>
                  <a:cubicBezTo>
                    <a:pt x="5084" y="3236"/>
                    <a:pt x="5092" y="3212"/>
                    <a:pt x="5165" y="3212"/>
                  </a:cubicBezTo>
                  <a:cubicBezTo>
                    <a:pt x="5168" y="3212"/>
                    <a:pt x="5171" y="3213"/>
                    <a:pt x="5174" y="3213"/>
                  </a:cubicBezTo>
                  <a:lnTo>
                    <a:pt x="5174" y="3213"/>
                  </a:lnTo>
                  <a:cubicBezTo>
                    <a:pt x="5095" y="3189"/>
                    <a:pt x="5101" y="3173"/>
                    <a:pt x="5108" y="3139"/>
                  </a:cubicBezTo>
                  <a:cubicBezTo>
                    <a:pt x="5189" y="3106"/>
                    <a:pt x="5124" y="3066"/>
                    <a:pt x="5060" y="3041"/>
                  </a:cubicBezTo>
                  <a:cubicBezTo>
                    <a:pt x="5060" y="3057"/>
                    <a:pt x="5051" y="3074"/>
                    <a:pt x="5051" y="3074"/>
                  </a:cubicBezTo>
                  <a:cubicBezTo>
                    <a:pt x="4922" y="3049"/>
                    <a:pt x="4922" y="3041"/>
                    <a:pt x="4995" y="3025"/>
                  </a:cubicBezTo>
                  <a:cubicBezTo>
                    <a:pt x="4995" y="3018"/>
                    <a:pt x="5006" y="3016"/>
                    <a:pt x="5025" y="3016"/>
                  </a:cubicBezTo>
                  <a:cubicBezTo>
                    <a:pt x="5051" y="3016"/>
                    <a:pt x="5090" y="3020"/>
                    <a:pt x="5133" y="3025"/>
                  </a:cubicBezTo>
                  <a:cubicBezTo>
                    <a:pt x="5150" y="3027"/>
                    <a:pt x="5167" y="3028"/>
                    <a:pt x="5184" y="3028"/>
                  </a:cubicBezTo>
                  <a:cubicBezTo>
                    <a:pt x="5228" y="3028"/>
                    <a:pt x="5264" y="3021"/>
                    <a:pt x="5270" y="3009"/>
                  </a:cubicBezTo>
                  <a:cubicBezTo>
                    <a:pt x="5270" y="2997"/>
                    <a:pt x="5270" y="2989"/>
                    <a:pt x="5245" y="2989"/>
                  </a:cubicBezTo>
                  <a:cubicBezTo>
                    <a:pt x="5236" y="2989"/>
                    <a:pt x="5223" y="2990"/>
                    <a:pt x="5205" y="2993"/>
                  </a:cubicBezTo>
                  <a:cubicBezTo>
                    <a:pt x="5133" y="2984"/>
                    <a:pt x="5133" y="2984"/>
                    <a:pt x="5133" y="2968"/>
                  </a:cubicBezTo>
                  <a:cubicBezTo>
                    <a:pt x="5141" y="2952"/>
                    <a:pt x="5141" y="2936"/>
                    <a:pt x="5076" y="2920"/>
                  </a:cubicBezTo>
                  <a:cubicBezTo>
                    <a:pt x="5003" y="2912"/>
                    <a:pt x="5003" y="2895"/>
                    <a:pt x="5011" y="2887"/>
                  </a:cubicBezTo>
                  <a:cubicBezTo>
                    <a:pt x="5076" y="2879"/>
                    <a:pt x="5084" y="2847"/>
                    <a:pt x="5084" y="2847"/>
                  </a:cubicBezTo>
                  <a:lnTo>
                    <a:pt x="5149" y="2847"/>
                  </a:lnTo>
                  <a:cubicBezTo>
                    <a:pt x="5163" y="2849"/>
                    <a:pt x="5177" y="2850"/>
                    <a:pt x="5190" y="2850"/>
                  </a:cubicBezTo>
                  <a:cubicBezTo>
                    <a:pt x="5222" y="2850"/>
                    <a:pt x="5252" y="2844"/>
                    <a:pt x="5287" y="2839"/>
                  </a:cubicBezTo>
                  <a:cubicBezTo>
                    <a:pt x="5287" y="2822"/>
                    <a:pt x="5222" y="2822"/>
                    <a:pt x="5222" y="2822"/>
                  </a:cubicBezTo>
                  <a:cubicBezTo>
                    <a:pt x="5173" y="2822"/>
                    <a:pt x="5149" y="2466"/>
                    <a:pt x="5149" y="2425"/>
                  </a:cubicBezTo>
                  <a:cubicBezTo>
                    <a:pt x="5202" y="2392"/>
                    <a:pt x="5211" y="2354"/>
                    <a:pt x="5178" y="2354"/>
                  </a:cubicBezTo>
                  <a:cubicBezTo>
                    <a:pt x="5171" y="2354"/>
                    <a:pt x="5161" y="2356"/>
                    <a:pt x="5149" y="2360"/>
                  </a:cubicBezTo>
                  <a:cubicBezTo>
                    <a:pt x="5142" y="2362"/>
                    <a:pt x="5135" y="2362"/>
                    <a:pt x="5129" y="2362"/>
                  </a:cubicBezTo>
                  <a:cubicBezTo>
                    <a:pt x="5073" y="2362"/>
                    <a:pt x="5058" y="2296"/>
                    <a:pt x="5043" y="2222"/>
                  </a:cubicBezTo>
                  <a:cubicBezTo>
                    <a:pt x="5029" y="2134"/>
                    <a:pt x="5014" y="2066"/>
                    <a:pt x="4963" y="2066"/>
                  </a:cubicBezTo>
                  <a:cubicBezTo>
                    <a:pt x="4958" y="2066"/>
                    <a:pt x="4952" y="2067"/>
                    <a:pt x="4946" y="2068"/>
                  </a:cubicBezTo>
                  <a:lnTo>
                    <a:pt x="4938" y="2028"/>
                  </a:lnTo>
                  <a:cubicBezTo>
                    <a:pt x="4922" y="2003"/>
                    <a:pt x="4849" y="2003"/>
                    <a:pt x="4849" y="1995"/>
                  </a:cubicBezTo>
                  <a:cubicBezTo>
                    <a:pt x="4829" y="1998"/>
                    <a:pt x="4814" y="1999"/>
                    <a:pt x="4804" y="1999"/>
                  </a:cubicBezTo>
                  <a:cubicBezTo>
                    <a:pt x="4777" y="1999"/>
                    <a:pt x="4787" y="1991"/>
                    <a:pt x="4841" y="1979"/>
                  </a:cubicBezTo>
                  <a:cubicBezTo>
                    <a:pt x="4905" y="1955"/>
                    <a:pt x="4970" y="1930"/>
                    <a:pt x="4962" y="1914"/>
                  </a:cubicBezTo>
                  <a:cubicBezTo>
                    <a:pt x="4960" y="1907"/>
                    <a:pt x="4953" y="1904"/>
                    <a:pt x="4943" y="1904"/>
                  </a:cubicBezTo>
                  <a:cubicBezTo>
                    <a:pt x="4917" y="1904"/>
                    <a:pt x="4871" y="1923"/>
                    <a:pt x="4824" y="1947"/>
                  </a:cubicBezTo>
                  <a:cubicBezTo>
                    <a:pt x="4797" y="1957"/>
                    <a:pt x="4781" y="1960"/>
                    <a:pt x="4772" y="1960"/>
                  </a:cubicBezTo>
                  <a:cubicBezTo>
                    <a:pt x="4760" y="1960"/>
                    <a:pt x="4760" y="1955"/>
                    <a:pt x="4760" y="1955"/>
                  </a:cubicBezTo>
                  <a:cubicBezTo>
                    <a:pt x="4751" y="1947"/>
                    <a:pt x="4751" y="1947"/>
                    <a:pt x="4816" y="1914"/>
                  </a:cubicBezTo>
                  <a:lnTo>
                    <a:pt x="4938" y="1866"/>
                  </a:lnTo>
                  <a:lnTo>
                    <a:pt x="4938" y="1849"/>
                  </a:lnTo>
                  <a:cubicBezTo>
                    <a:pt x="4899" y="1864"/>
                    <a:pt x="4881" y="1867"/>
                    <a:pt x="4872" y="1867"/>
                  </a:cubicBezTo>
                  <a:cubicBezTo>
                    <a:pt x="4866" y="1867"/>
                    <a:pt x="4865" y="1866"/>
                    <a:pt x="4865" y="1866"/>
                  </a:cubicBezTo>
                  <a:cubicBezTo>
                    <a:pt x="4865" y="1849"/>
                    <a:pt x="4865" y="1849"/>
                    <a:pt x="4987" y="1793"/>
                  </a:cubicBezTo>
                  <a:cubicBezTo>
                    <a:pt x="5059" y="1759"/>
                    <a:pt x="5085" y="1740"/>
                    <a:pt x="5069" y="1740"/>
                  </a:cubicBezTo>
                  <a:cubicBezTo>
                    <a:pt x="5058" y="1740"/>
                    <a:pt x="5028" y="1749"/>
                    <a:pt x="4978" y="1768"/>
                  </a:cubicBezTo>
                  <a:lnTo>
                    <a:pt x="4905" y="1768"/>
                  </a:lnTo>
                  <a:cubicBezTo>
                    <a:pt x="4958" y="1735"/>
                    <a:pt x="4958" y="1724"/>
                    <a:pt x="4938" y="1724"/>
                  </a:cubicBezTo>
                  <a:cubicBezTo>
                    <a:pt x="4913" y="1724"/>
                    <a:pt x="4859" y="1739"/>
                    <a:pt x="4824" y="1752"/>
                  </a:cubicBezTo>
                  <a:cubicBezTo>
                    <a:pt x="4893" y="1703"/>
                    <a:pt x="4917" y="1678"/>
                    <a:pt x="4899" y="1678"/>
                  </a:cubicBezTo>
                  <a:cubicBezTo>
                    <a:pt x="4887" y="1678"/>
                    <a:pt x="4857" y="1689"/>
                    <a:pt x="4808" y="1712"/>
                  </a:cubicBezTo>
                  <a:cubicBezTo>
                    <a:pt x="4782" y="1725"/>
                    <a:pt x="4765" y="1731"/>
                    <a:pt x="4758" y="1731"/>
                  </a:cubicBezTo>
                  <a:cubicBezTo>
                    <a:pt x="4747" y="1731"/>
                    <a:pt x="4758" y="1716"/>
                    <a:pt x="4792" y="1687"/>
                  </a:cubicBezTo>
                  <a:cubicBezTo>
                    <a:pt x="4841" y="1639"/>
                    <a:pt x="4833" y="1631"/>
                    <a:pt x="4816" y="1606"/>
                  </a:cubicBezTo>
                  <a:lnTo>
                    <a:pt x="4816" y="1606"/>
                  </a:lnTo>
                  <a:cubicBezTo>
                    <a:pt x="4808" y="1609"/>
                    <a:pt x="4801" y="1611"/>
                    <a:pt x="4793" y="1611"/>
                  </a:cubicBezTo>
                  <a:cubicBezTo>
                    <a:pt x="4739" y="1611"/>
                    <a:pt x="4695" y="1538"/>
                    <a:pt x="4638" y="1452"/>
                  </a:cubicBezTo>
                  <a:cubicBezTo>
                    <a:pt x="4585" y="1381"/>
                    <a:pt x="4535" y="1336"/>
                    <a:pt x="4494" y="1336"/>
                  </a:cubicBezTo>
                  <a:cubicBezTo>
                    <a:pt x="4479" y="1336"/>
                    <a:pt x="4464" y="1342"/>
                    <a:pt x="4451" y="1355"/>
                  </a:cubicBezTo>
                  <a:cubicBezTo>
                    <a:pt x="4443" y="1339"/>
                    <a:pt x="4443" y="1339"/>
                    <a:pt x="4484" y="1282"/>
                  </a:cubicBezTo>
                  <a:cubicBezTo>
                    <a:pt x="4502" y="1260"/>
                    <a:pt x="4511" y="1246"/>
                    <a:pt x="4505" y="1246"/>
                  </a:cubicBezTo>
                  <a:cubicBezTo>
                    <a:pt x="4499" y="1246"/>
                    <a:pt x="4472" y="1266"/>
                    <a:pt x="4419" y="1314"/>
                  </a:cubicBezTo>
                  <a:cubicBezTo>
                    <a:pt x="4387" y="1337"/>
                    <a:pt x="4357" y="1363"/>
                    <a:pt x="4355" y="1363"/>
                  </a:cubicBezTo>
                  <a:cubicBezTo>
                    <a:pt x="4354" y="1363"/>
                    <a:pt x="4369" y="1348"/>
                    <a:pt x="4411" y="1306"/>
                  </a:cubicBezTo>
                  <a:cubicBezTo>
                    <a:pt x="4451" y="1249"/>
                    <a:pt x="4435" y="1233"/>
                    <a:pt x="4395" y="1193"/>
                  </a:cubicBezTo>
                  <a:cubicBezTo>
                    <a:pt x="4383" y="1168"/>
                    <a:pt x="4360" y="1156"/>
                    <a:pt x="4338" y="1156"/>
                  </a:cubicBezTo>
                  <a:cubicBezTo>
                    <a:pt x="4316" y="1156"/>
                    <a:pt x="4293" y="1168"/>
                    <a:pt x="4281" y="1193"/>
                  </a:cubicBezTo>
                  <a:cubicBezTo>
                    <a:pt x="4250" y="1212"/>
                    <a:pt x="4234" y="1222"/>
                    <a:pt x="4231" y="1222"/>
                  </a:cubicBezTo>
                  <a:cubicBezTo>
                    <a:pt x="4227" y="1222"/>
                    <a:pt x="4240" y="1210"/>
                    <a:pt x="4265" y="1185"/>
                  </a:cubicBezTo>
                  <a:cubicBezTo>
                    <a:pt x="4330" y="1108"/>
                    <a:pt x="4335" y="1036"/>
                    <a:pt x="4292" y="1036"/>
                  </a:cubicBezTo>
                  <a:cubicBezTo>
                    <a:pt x="4276" y="1036"/>
                    <a:pt x="4253" y="1047"/>
                    <a:pt x="4224" y="1071"/>
                  </a:cubicBezTo>
                  <a:cubicBezTo>
                    <a:pt x="4208" y="1063"/>
                    <a:pt x="4200" y="1063"/>
                    <a:pt x="4233" y="998"/>
                  </a:cubicBezTo>
                  <a:cubicBezTo>
                    <a:pt x="4229" y="995"/>
                    <a:pt x="4225" y="991"/>
                    <a:pt x="4216" y="991"/>
                  </a:cubicBezTo>
                  <a:cubicBezTo>
                    <a:pt x="4203" y="991"/>
                    <a:pt x="4182" y="998"/>
                    <a:pt x="4143" y="1022"/>
                  </a:cubicBezTo>
                  <a:cubicBezTo>
                    <a:pt x="4127" y="1014"/>
                    <a:pt x="4087" y="982"/>
                    <a:pt x="4062" y="966"/>
                  </a:cubicBezTo>
                  <a:cubicBezTo>
                    <a:pt x="4060" y="965"/>
                    <a:pt x="4058" y="965"/>
                    <a:pt x="4056" y="965"/>
                  </a:cubicBezTo>
                  <a:cubicBezTo>
                    <a:pt x="4024" y="965"/>
                    <a:pt x="3981" y="1014"/>
                    <a:pt x="3981" y="1014"/>
                  </a:cubicBezTo>
                  <a:lnTo>
                    <a:pt x="3965" y="1006"/>
                  </a:lnTo>
                  <a:cubicBezTo>
                    <a:pt x="3997" y="941"/>
                    <a:pt x="3924" y="925"/>
                    <a:pt x="3835" y="885"/>
                  </a:cubicBezTo>
                  <a:cubicBezTo>
                    <a:pt x="3738" y="852"/>
                    <a:pt x="3657" y="820"/>
                    <a:pt x="3657" y="763"/>
                  </a:cubicBezTo>
                  <a:cubicBezTo>
                    <a:pt x="3657" y="763"/>
                    <a:pt x="3656" y="763"/>
                    <a:pt x="3655" y="763"/>
                  </a:cubicBezTo>
                  <a:cubicBezTo>
                    <a:pt x="3650" y="763"/>
                    <a:pt x="3636" y="768"/>
                    <a:pt x="3616" y="820"/>
                  </a:cubicBezTo>
                  <a:cubicBezTo>
                    <a:pt x="3593" y="900"/>
                    <a:pt x="3580" y="933"/>
                    <a:pt x="3572" y="933"/>
                  </a:cubicBezTo>
                  <a:cubicBezTo>
                    <a:pt x="3566" y="933"/>
                    <a:pt x="3563" y="915"/>
                    <a:pt x="3560" y="885"/>
                  </a:cubicBezTo>
                  <a:cubicBezTo>
                    <a:pt x="3564" y="814"/>
                    <a:pt x="3551" y="777"/>
                    <a:pt x="3533" y="777"/>
                  </a:cubicBezTo>
                  <a:cubicBezTo>
                    <a:pt x="3516" y="777"/>
                    <a:pt x="3494" y="810"/>
                    <a:pt x="3479" y="876"/>
                  </a:cubicBezTo>
                  <a:cubicBezTo>
                    <a:pt x="3476" y="895"/>
                    <a:pt x="3475" y="903"/>
                    <a:pt x="3475" y="903"/>
                  </a:cubicBezTo>
                  <a:cubicBezTo>
                    <a:pt x="3475" y="903"/>
                    <a:pt x="3481" y="855"/>
                    <a:pt x="3487" y="804"/>
                  </a:cubicBezTo>
                  <a:cubicBezTo>
                    <a:pt x="3487" y="750"/>
                    <a:pt x="3478" y="727"/>
                    <a:pt x="3467" y="727"/>
                  </a:cubicBezTo>
                  <a:cubicBezTo>
                    <a:pt x="3449" y="727"/>
                    <a:pt x="3424" y="784"/>
                    <a:pt x="3414" y="868"/>
                  </a:cubicBezTo>
                  <a:cubicBezTo>
                    <a:pt x="3408" y="815"/>
                    <a:pt x="3398" y="762"/>
                    <a:pt x="3386" y="762"/>
                  </a:cubicBezTo>
                  <a:cubicBezTo>
                    <a:pt x="3382" y="762"/>
                    <a:pt x="3378" y="770"/>
                    <a:pt x="3373" y="787"/>
                  </a:cubicBezTo>
                  <a:cubicBezTo>
                    <a:pt x="3357" y="787"/>
                    <a:pt x="3357" y="787"/>
                    <a:pt x="3365" y="649"/>
                  </a:cubicBezTo>
                  <a:cubicBezTo>
                    <a:pt x="3365" y="585"/>
                    <a:pt x="3373" y="520"/>
                    <a:pt x="3357" y="5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2"/>
            <p:cNvSpPr/>
            <p:nvPr/>
          </p:nvSpPr>
          <p:spPr>
            <a:xfrm>
              <a:off x="5357557" y="2759767"/>
              <a:ext cx="60297" cy="51988"/>
            </a:xfrm>
            <a:custGeom>
              <a:avLst/>
              <a:gdLst/>
              <a:ahLst/>
              <a:cxnLst/>
              <a:rect l="l" t="t" r="r" b="b"/>
              <a:pathLst>
                <a:path w="3498" h="3016" extrusionOk="0">
                  <a:moveTo>
                    <a:pt x="2123" y="0"/>
                  </a:moveTo>
                  <a:cubicBezTo>
                    <a:pt x="2115" y="0"/>
                    <a:pt x="2123" y="73"/>
                    <a:pt x="2131" y="138"/>
                  </a:cubicBezTo>
                  <a:lnTo>
                    <a:pt x="2139" y="138"/>
                  </a:lnTo>
                  <a:cubicBezTo>
                    <a:pt x="2147" y="90"/>
                    <a:pt x="2147" y="49"/>
                    <a:pt x="2139" y="0"/>
                  </a:cubicBezTo>
                  <a:close/>
                  <a:moveTo>
                    <a:pt x="1605" y="891"/>
                  </a:moveTo>
                  <a:cubicBezTo>
                    <a:pt x="1599" y="891"/>
                    <a:pt x="1594" y="895"/>
                    <a:pt x="1588" y="900"/>
                  </a:cubicBezTo>
                  <a:cubicBezTo>
                    <a:pt x="1580" y="900"/>
                    <a:pt x="1620" y="965"/>
                    <a:pt x="1620" y="965"/>
                  </a:cubicBezTo>
                  <a:cubicBezTo>
                    <a:pt x="1651" y="1002"/>
                    <a:pt x="1663" y="1006"/>
                    <a:pt x="1671" y="1006"/>
                  </a:cubicBezTo>
                  <a:cubicBezTo>
                    <a:pt x="1673" y="1006"/>
                    <a:pt x="1675" y="1006"/>
                    <a:pt x="1677" y="1006"/>
                  </a:cubicBezTo>
                  <a:cubicBezTo>
                    <a:pt x="1689" y="1015"/>
                    <a:pt x="1696" y="1020"/>
                    <a:pt x="1699" y="1020"/>
                  </a:cubicBezTo>
                  <a:cubicBezTo>
                    <a:pt x="1710" y="1020"/>
                    <a:pt x="1684" y="976"/>
                    <a:pt x="1653" y="933"/>
                  </a:cubicBezTo>
                  <a:cubicBezTo>
                    <a:pt x="1627" y="902"/>
                    <a:pt x="1615" y="891"/>
                    <a:pt x="1605" y="891"/>
                  </a:cubicBezTo>
                  <a:close/>
                  <a:moveTo>
                    <a:pt x="1726" y="957"/>
                  </a:moveTo>
                  <a:cubicBezTo>
                    <a:pt x="1758" y="998"/>
                    <a:pt x="1775" y="1038"/>
                    <a:pt x="1791" y="1087"/>
                  </a:cubicBezTo>
                  <a:cubicBezTo>
                    <a:pt x="1758" y="1054"/>
                    <a:pt x="1734" y="1014"/>
                    <a:pt x="1718" y="965"/>
                  </a:cubicBezTo>
                  <a:lnTo>
                    <a:pt x="1726" y="957"/>
                  </a:lnTo>
                  <a:close/>
                  <a:moveTo>
                    <a:pt x="2123" y="884"/>
                  </a:moveTo>
                  <a:lnTo>
                    <a:pt x="2123" y="884"/>
                  </a:lnTo>
                  <a:cubicBezTo>
                    <a:pt x="2147" y="925"/>
                    <a:pt x="2164" y="973"/>
                    <a:pt x="2164" y="1022"/>
                  </a:cubicBezTo>
                  <a:lnTo>
                    <a:pt x="2164" y="1014"/>
                  </a:lnTo>
                  <a:cubicBezTo>
                    <a:pt x="2204" y="1152"/>
                    <a:pt x="2196" y="1152"/>
                    <a:pt x="2188" y="1152"/>
                  </a:cubicBezTo>
                  <a:cubicBezTo>
                    <a:pt x="2188" y="1152"/>
                    <a:pt x="2180" y="1152"/>
                    <a:pt x="2164" y="1087"/>
                  </a:cubicBezTo>
                  <a:lnTo>
                    <a:pt x="2172" y="1087"/>
                  </a:lnTo>
                  <a:cubicBezTo>
                    <a:pt x="2176" y="1106"/>
                    <a:pt x="2178" y="1114"/>
                    <a:pt x="2179" y="1114"/>
                  </a:cubicBezTo>
                  <a:cubicBezTo>
                    <a:pt x="2179" y="1114"/>
                    <a:pt x="2167" y="1066"/>
                    <a:pt x="2156" y="1014"/>
                  </a:cubicBezTo>
                  <a:lnTo>
                    <a:pt x="2123" y="884"/>
                  </a:lnTo>
                  <a:close/>
                  <a:moveTo>
                    <a:pt x="2237" y="1014"/>
                  </a:moveTo>
                  <a:lnTo>
                    <a:pt x="2245" y="1087"/>
                  </a:lnTo>
                  <a:cubicBezTo>
                    <a:pt x="2253" y="1152"/>
                    <a:pt x="2253" y="1152"/>
                    <a:pt x="2245" y="1152"/>
                  </a:cubicBezTo>
                  <a:cubicBezTo>
                    <a:pt x="2245" y="1152"/>
                    <a:pt x="2245" y="1152"/>
                    <a:pt x="2229" y="1087"/>
                  </a:cubicBezTo>
                  <a:cubicBezTo>
                    <a:pt x="2229" y="1087"/>
                    <a:pt x="2229" y="1014"/>
                    <a:pt x="2237" y="1014"/>
                  </a:cubicBezTo>
                  <a:close/>
                  <a:moveTo>
                    <a:pt x="1961" y="1071"/>
                  </a:moveTo>
                  <a:lnTo>
                    <a:pt x="1961" y="1071"/>
                  </a:lnTo>
                  <a:cubicBezTo>
                    <a:pt x="1961" y="1071"/>
                    <a:pt x="1993" y="1127"/>
                    <a:pt x="2026" y="1192"/>
                  </a:cubicBezTo>
                  <a:cubicBezTo>
                    <a:pt x="2047" y="1250"/>
                    <a:pt x="2069" y="1301"/>
                    <a:pt x="2096" y="1357"/>
                  </a:cubicBezTo>
                  <a:lnTo>
                    <a:pt x="2096" y="1357"/>
                  </a:lnTo>
                  <a:cubicBezTo>
                    <a:pt x="2087" y="1345"/>
                    <a:pt x="2077" y="1333"/>
                    <a:pt x="2066" y="1322"/>
                  </a:cubicBezTo>
                  <a:lnTo>
                    <a:pt x="2058" y="1330"/>
                  </a:lnTo>
                  <a:lnTo>
                    <a:pt x="2034" y="1265"/>
                  </a:lnTo>
                  <a:cubicBezTo>
                    <a:pt x="2026" y="1217"/>
                    <a:pt x="2010" y="1176"/>
                    <a:pt x="1985" y="1136"/>
                  </a:cubicBezTo>
                  <a:cubicBezTo>
                    <a:pt x="1985" y="1136"/>
                    <a:pt x="1953" y="1071"/>
                    <a:pt x="1961" y="1071"/>
                  </a:cubicBezTo>
                  <a:close/>
                  <a:moveTo>
                    <a:pt x="2388" y="1104"/>
                  </a:moveTo>
                  <a:cubicBezTo>
                    <a:pt x="2389" y="1104"/>
                    <a:pt x="2387" y="1139"/>
                    <a:pt x="2383" y="1209"/>
                  </a:cubicBezTo>
                  <a:cubicBezTo>
                    <a:pt x="2383" y="1249"/>
                    <a:pt x="2374" y="1298"/>
                    <a:pt x="2366" y="1338"/>
                  </a:cubicBezTo>
                  <a:cubicBezTo>
                    <a:pt x="2364" y="1379"/>
                    <a:pt x="2362" y="1395"/>
                    <a:pt x="2362" y="1395"/>
                  </a:cubicBezTo>
                  <a:cubicBezTo>
                    <a:pt x="2360" y="1395"/>
                    <a:pt x="2363" y="1298"/>
                    <a:pt x="2374" y="1200"/>
                  </a:cubicBezTo>
                  <a:cubicBezTo>
                    <a:pt x="2382" y="1137"/>
                    <a:pt x="2387" y="1104"/>
                    <a:pt x="2388" y="1104"/>
                  </a:cubicBezTo>
                  <a:close/>
                  <a:moveTo>
                    <a:pt x="1507" y="1282"/>
                  </a:moveTo>
                  <a:lnTo>
                    <a:pt x="1604" y="1371"/>
                  </a:lnTo>
                  <a:cubicBezTo>
                    <a:pt x="1697" y="1435"/>
                    <a:pt x="1736" y="1463"/>
                    <a:pt x="1734" y="1463"/>
                  </a:cubicBezTo>
                  <a:cubicBezTo>
                    <a:pt x="1732" y="1463"/>
                    <a:pt x="1706" y="1447"/>
                    <a:pt x="1661" y="1419"/>
                  </a:cubicBezTo>
                  <a:cubicBezTo>
                    <a:pt x="1596" y="1379"/>
                    <a:pt x="1548" y="1346"/>
                    <a:pt x="1499" y="1298"/>
                  </a:cubicBezTo>
                  <a:lnTo>
                    <a:pt x="1507" y="1282"/>
                  </a:lnTo>
                  <a:close/>
                  <a:moveTo>
                    <a:pt x="3129" y="1460"/>
                  </a:moveTo>
                  <a:cubicBezTo>
                    <a:pt x="3103" y="1471"/>
                    <a:pt x="3089" y="1475"/>
                    <a:pt x="3086" y="1475"/>
                  </a:cubicBezTo>
                  <a:cubicBezTo>
                    <a:pt x="3083" y="1475"/>
                    <a:pt x="3097" y="1469"/>
                    <a:pt x="3129" y="1460"/>
                  </a:cubicBezTo>
                  <a:close/>
                  <a:moveTo>
                    <a:pt x="2237" y="1419"/>
                  </a:moveTo>
                  <a:cubicBezTo>
                    <a:pt x="2249" y="1474"/>
                    <a:pt x="2252" y="1488"/>
                    <a:pt x="2253" y="1488"/>
                  </a:cubicBezTo>
                  <a:cubicBezTo>
                    <a:pt x="2253" y="1488"/>
                    <a:pt x="2253" y="1486"/>
                    <a:pt x="2253" y="1484"/>
                  </a:cubicBezTo>
                  <a:lnTo>
                    <a:pt x="2261" y="1484"/>
                  </a:lnTo>
                  <a:lnTo>
                    <a:pt x="2237" y="1419"/>
                  </a:lnTo>
                  <a:close/>
                  <a:moveTo>
                    <a:pt x="1726" y="1419"/>
                  </a:moveTo>
                  <a:lnTo>
                    <a:pt x="1791" y="1460"/>
                  </a:lnTo>
                  <a:cubicBezTo>
                    <a:pt x="1839" y="1492"/>
                    <a:pt x="1839" y="1500"/>
                    <a:pt x="1839" y="1500"/>
                  </a:cubicBezTo>
                  <a:lnTo>
                    <a:pt x="1783" y="1468"/>
                  </a:lnTo>
                  <a:lnTo>
                    <a:pt x="1726" y="1419"/>
                  </a:lnTo>
                  <a:close/>
                  <a:moveTo>
                    <a:pt x="1975" y="1479"/>
                  </a:moveTo>
                  <a:cubicBezTo>
                    <a:pt x="1978" y="1479"/>
                    <a:pt x="1991" y="1490"/>
                    <a:pt x="2010" y="1509"/>
                  </a:cubicBezTo>
                  <a:cubicBezTo>
                    <a:pt x="2058" y="1557"/>
                    <a:pt x="2050" y="1565"/>
                    <a:pt x="2050" y="1565"/>
                  </a:cubicBezTo>
                  <a:cubicBezTo>
                    <a:pt x="1990" y="1506"/>
                    <a:pt x="1970" y="1479"/>
                    <a:pt x="1975" y="1479"/>
                  </a:cubicBezTo>
                  <a:close/>
                  <a:moveTo>
                    <a:pt x="1466" y="1517"/>
                  </a:moveTo>
                  <a:lnTo>
                    <a:pt x="1580" y="1573"/>
                  </a:lnTo>
                  <a:cubicBezTo>
                    <a:pt x="1539" y="1565"/>
                    <a:pt x="1499" y="1549"/>
                    <a:pt x="1458" y="1525"/>
                  </a:cubicBezTo>
                  <a:lnTo>
                    <a:pt x="1466" y="1517"/>
                  </a:lnTo>
                  <a:close/>
                  <a:moveTo>
                    <a:pt x="1880" y="1363"/>
                  </a:moveTo>
                  <a:cubicBezTo>
                    <a:pt x="1929" y="1403"/>
                    <a:pt x="1977" y="1452"/>
                    <a:pt x="2018" y="1500"/>
                  </a:cubicBezTo>
                  <a:cubicBezTo>
                    <a:pt x="2050" y="1541"/>
                    <a:pt x="2075" y="1573"/>
                    <a:pt x="2107" y="1606"/>
                  </a:cubicBezTo>
                  <a:cubicBezTo>
                    <a:pt x="2107" y="1606"/>
                    <a:pt x="2107" y="1606"/>
                    <a:pt x="2058" y="1557"/>
                  </a:cubicBezTo>
                  <a:cubicBezTo>
                    <a:pt x="2018" y="1509"/>
                    <a:pt x="1969" y="1460"/>
                    <a:pt x="1920" y="1411"/>
                  </a:cubicBezTo>
                  <a:cubicBezTo>
                    <a:pt x="1872" y="1363"/>
                    <a:pt x="1872" y="1363"/>
                    <a:pt x="1880" y="1363"/>
                  </a:cubicBezTo>
                  <a:close/>
                  <a:moveTo>
                    <a:pt x="2942" y="1509"/>
                  </a:moveTo>
                  <a:cubicBezTo>
                    <a:pt x="2885" y="1549"/>
                    <a:pt x="2829" y="1581"/>
                    <a:pt x="2772" y="1606"/>
                  </a:cubicBezTo>
                  <a:cubicBezTo>
                    <a:pt x="2772" y="1598"/>
                    <a:pt x="2772" y="1598"/>
                    <a:pt x="2829" y="1565"/>
                  </a:cubicBezTo>
                  <a:cubicBezTo>
                    <a:pt x="2861" y="1541"/>
                    <a:pt x="2901" y="1525"/>
                    <a:pt x="2942" y="1509"/>
                  </a:cubicBezTo>
                  <a:close/>
                  <a:moveTo>
                    <a:pt x="1661" y="1549"/>
                  </a:moveTo>
                  <a:cubicBezTo>
                    <a:pt x="1718" y="1573"/>
                    <a:pt x="1783" y="1598"/>
                    <a:pt x="1839" y="1630"/>
                  </a:cubicBezTo>
                  <a:cubicBezTo>
                    <a:pt x="1864" y="1644"/>
                    <a:pt x="1878" y="1652"/>
                    <a:pt x="1876" y="1652"/>
                  </a:cubicBezTo>
                  <a:cubicBezTo>
                    <a:pt x="1874" y="1652"/>
                    <a:pt x="1844" y="1638"/>
                    <a:pt x="1775" y="1606"/>
                  </a:cubicBezTo>
                  <a:lnTo>
                    <a:pt x="1661" y="1549"/>
                  </a:lnTo>
                  <a:close/>
                  <a:moveTo>
                    <a:pt x="1269" y="1625"/>
                  </a:moveTo>
                  <a:cubicBezTo>
                    <a:pt x="1272" y="1625"/>
                    <a:pt x="1281" y="1626"/>
                    <a:pt x="1296" y="1630"/>
                  </a:cubicBezTo>
                  <a:cubicBezTo>
                    <a:pt x="1296" y="1629"/>
                    <a:pt x="1297" y="1629"/>
                    <a:pt x="1300" y="1629"/>
                  </a:cubicBezTo>
                  <a:cubicBezTo>
                    <a:pt x="1313" y="1629"/>
                    <a:pt x="1361" y="1647"/>
                    <a:pt x="1361" y="1654"/>
                  </a:cubicBezTo>
                  <a:lnTo>
                    <a:pt x="1296" y="1646"/>
                  </a:lnTo>
                  <a:cubicBezTo>
                    <a:pt x="1296" y="1640"/>
                    <a:pt x="1259" y="1625"/>
                    <a:pt x="1269" y="1625"/>
                  </a:cubicBezTo>
                  <a:close/>
                  <a:moveTo>
                    <a:pt x="3186" y="1620"/>
                  </a:moveTo>
                  <a:cubicBezTo>
                    <a:pt x="3195" y="1620"/>
                    <a:pt x="3197" y="1622"/>
                    <a:pt x="3169" y="1630"/>
                  </a:cubicBezTo>
                  <a:lnTo>
                    <a:pt x="3104" y="1646"/>
                  </a:lnTo>
                  <a:cubicBezTo>
                    <a:pt x="3059" y="1652"/>
                    <a:pt x="3015" y="1661"/>
                    <a:pt x="3013" y="1661"/>
                  </a:cubicBezTo>
                  <a:cubicBezTo>
                    <a:pt x="3012" y="1661"/>
                    <a:pt x="3019" y="1659"/>
                    <a:pt x="3039" y="1654"/>
                  </a:cubicBezTo>
                  <a:cubicBezTo>
                    <a:pt x="3039" y="1654"/>
                    <a:pt x="3104" y="1630"/>
                    <a:pt x="3161" y="1622"/>
                  </a:cubicBezTo>
                  <a:cubicBezTo>
                    <a:pt x="3161" y="1622"/>
                    <a:pt x="3177" y="1620"/>
                    <a:pt x="3186" y="1620"/>
                  </a:cubicBezTo>
                  <a:close/>
                  <a:moveTo>
                    <a:pt x="1604" y="1736"/>
                  </a:moveTo>
                  <a:cubicBezTo>
                    <a:pt x="1645" y="1744"/>
                    <a:pt x="1685" y="1752"/>
                    <a:pt x="1734" y="1760"/>
                  </a:cubicBezTo>
                  <a:cubicBezTo>
                    <a:pt x="1759" y="1767"/>
                    <a:pt x="1760" y="1771"/>
                    <a:pt x="1743" y="1771"/>
                  </a:cubicBezTo>
                  <a:cubicBezTo>
                    <a:pt x="1721" y="1771"/>
                    <a:pt x="1671" y="1765"/>
                    <a:pt x="1604" y="1752"/>
                  </a:cubicBezTo>
                  <a:lnTo>
                    <a:pt x="1604" y="1736"/>
                  </a:lnTo>
                  <a:close/>
                  <a:moveTo>
                    <a:pt x="1929" y="1744"/>
                  </a:moveTo>
                  <a:lnTo>
                    <a:pt x="1993" y="1760"/>
                  </a:lnTo>
                  <a:lnTo>
                    <a:pt x="2052" y="1774"/>
                  </a:lnTo>
                  <a:lnTo>
                    <a:pt x="1929" y="1744"/>
                  </a:lnTo>
                  <a:close/>
                  <a:moveTo>
                    <a:pt x="2052" y="1774"/>
                  </a:moveTo>
                  <a:lnTo>
                    <a:pt x="2058" y="1776"/>
                  </a:lnTo>
                  <a:lnTo>
                    <a:pt x="2052" y="1774"/>
                  </a:lnTo>
                  <a:close/>
                  <a:moveTo>
                    <a:pt x="1726" y="1800"/>
                  </a:moveTo>
                  <a:lnTo>
                    <a:pt x="1726" y="1809"/>
                  </a:lnTo>
                  <a:lnTo>
                    <a:pt x="1661" y="1809"/>
                  </a:lnTo>
                  <a:lnTo>
                    <a:pt x="1661" y="1800"/>
                  </a:lnTo>
                  <a:close/>
                  <a:moveTo>
                    <a:pt x="1904" y="1849"/>
                  </a:moveTo>
                  <a:lnTo>
                    <a:pt x="1783" y="1857"/>
                  </a:lnTo>
                  <a:cubicBezTo>
                    <a:pt x="1793" y="1857"/>
                    <a:pt x="1808" y="1861"/>
                    <a:pt x="1821" y="1861"/>
                  </a:cubicBezTo>
                  <a:cubicBezTo>
                    <a:pt x="1828" y="1861"/>
                    <a:pt x="1834" y="1860"/>
                    <a:pt x="1839" y="1857"/>
                  </a:cubicBezTo>
                  <a:lnTo>
                    <a:pt x="1904" y="1857"/>
                  </a:lnTo>
                  <a:lnTo>
                    <a:pt x="1904" y="1849"/>
                  </a:lnTo>
                  <a:close/>
                  <a:moveTo>
                    <a:pt x="3104" y="1865"/>
                  </a:moveTo>
                  <a:cubicBezTo>
                    <a:pt x="3104" y="1865"/>
                    <a:pt x="3161" y="1865"/>
                    <a:pt x="3161" y="1873"/>
                  </a:cubicBezTo>
                  <a:cubicBezTo>
                    <a:pt x="3161" y="1873"/>
                    <a:pt x="3132" y="1877"/>
                    <a:pt x="3096" y="1877"/>
                  </a:cubicBezTo>
                  <a:cubicBezTo>
                    <a:pt x="3078" y="1877"/>
                    <a:pt x="3058" y="1876"/>
                    <a:pt x="3039" y="1873"/>
                  </a:cubicBezTo>
                  <a:cubicBezTo>
                    <a:pt x="3056" y="1865"/>
                    <a:pt x="3080" y="1865"/>
                    <a:pt x="3104" y="1865"/>
                  </a:cubicBezTo>
                  <a:close/>
                  <a:moveTo>
                    <a:pt x="2625" y="1889"/>
                  </a:moveTo>
                  <a:cubicBezTo>
                    <a:pt x="2620" y="1889"/>
                    <a:pt x="2625" y="1891"/>
                    <a:pt x="2650" y="1898"/>
                  </a:cubicBezTo>
                  <a:cubicBezTo>
                    <a:pt x="2650" y="1898"/>
                    <a:pt x="2642" y="1898"/>
                    <a:pt x="2707" y="1906"/>
                  </a:cubicBezTo>
                  <a:cubicBezTo>
                    <a:pt x="2672" y="1896"/>
                    <a:pt x="2634" y="1889"/>
                    <a:pt x="2625" y="1889"/>
                  </a:cubicBezTo>
                  <a:close/>
                  <a:moveTo>
                    <a:pt x="1466" y="1890"/>
                  </a:moveTo>
                  <a:cubicBezTo>
                    <a:pt x="1523" y="1890"/>
                    <a:pt x="1523" y="1898"/>
                    <a:pt x="1523" y="1898"/>
                  </a:cubicBezTo>
                  <a:cubicBezTo>
                    <a:pt x="1523" y="1906"/>
                    <a:pt x="1523" y="1906"/>
                    <a:pt x="1466" y="1914"/>
                  </a:cubicBezTo>
                  <a:cubicBezTo>
                    <a:pt x="1466" y="1914"/>
                    <a:pt x="1438" y="1918"/>
                    <a:pt x="1418" y="1918"/>
                  </a:cubicBezTo>
                  <a:cubicBezTo>
                    <a:pt x="1409" y="1918"/>
                    <a:pt x="1402" y="1917"/>
                    <a:pt x="1402" y="1914"/>
                  </a:cubicBezTo>
                  <a:cubicBezTo>
                    <a:pt x="1402" y="1906"/>
                    <a:pt x="1466" y="1898"/>
                    <a:pt x="1466" y="1898"/>
                  </a:cubicBezTo>
                  <a:lnTo>
                    <a:pt x="1466" y="1890"/>
                  </a:lnTo>
                  <a:close/>
                  <a:moveTo>
                    <a:pt x="2192" y="1906"/>
                  </a:moveTo>
                  <a:lnTo>
                    <a:pt x="2192" y="1906"/>
                  </a:lnTo>
                  <a:cubicBezTo>
                    <a:pt x="2192" y="1906"/>
                    <a:pt x="2169" y="1915"/>
                    <a:pt x="2116" y="1936"/>
                  </a:cubicBezTo>
                  <a:lnTo>
                    <a:pt x="2116" y="1936"/>
                  </a:lnTo>
                  <a:cubicBezTo>
                    <a:pt x="2128" y="1932"/>
                    <a:pt x="2142" y="1927"/>
                    <a:pt x="2156" y="1922"/>
                  </a:cubicBezTo>
                  <a:cubicBezTo>
                    <a:pt x="2179" y="1912"/>
                    <a:pt x="2193" y="1906"/>
                    <a:pt x="2192" y="1906"/>
                  </a:cubicBezTo>
                  <a:close/>
                  <a:moveTo>
                    <a:pt x="3161" y="1932"/>
                  </a:moveTo>
                  <a:cubicBezTo>
                    <a:pt x="3169" y="1932"/>
                    <a:pt x="3185" y="1934"/>
                    <a:pt x="3218" y="1938"/>
                  </a:cubicBezTo>
                  <a:lnTo>
                    <a:pt x="3218" y="1946"/>
                  </a:lnTo>
                  <a:lnTo>
                    <a:pt x="3153" y="1946"/>
                  </a:lnTo>
                  <a:lnTo>
                    <a:pt x="3153" y="1938"/>
                  </a:lnTo>
                  <a:cubicBezTo>
                    <a:pt x="3153" y="1934"/>
                    <a:pt x="3153" y="1932"/>
                    <a:pt x="3161" y="1932"/>
                  </a:cubicBezTo>
                  <a:close/>
                  <a:moveTo>
                    <a:pt x="2191" y="1893"/>
                  </a:moveTo>
                  <a:cubicBezTo>
                    <a:pt x="2186" y="1893"/>
                    <a:pt x="2156" y="1900"/>
                    <a:pt x="2091" y="1922"/>
                  </a:cubicBezTo>
                  <a:cubicBezTo>
                    <a:pt x="2067" y="1928"/>
                    <a:pt x="2047" y="1934"/>
                    <a:pt x="2032" y="1938"/>
                  </a:cubicBezTo>
                  <a:lnTo>
                    <a:pt x="2032" y="1938"/>
                  </a:lnTo>
                  <a:cubicBezTo>
                    <a:pt x="2031" y="1935"/>
                    <a:pt x="2030" y="1933"/>
                    <a:pt x="2029" y="1931"/>
                  </a:cubicBezTo>
                  <a:lnTo>
                    <a:pt x="2029" y="1931"/>
                  </a:lnTo>
                  <a:cubicBezTo>
                    <a:pt x="1969" y="1946"/>
                    <a:pt x="1969" y="1946"/>
                    <a:pt x="1969" y="1946"/>
                  </a:cubicBezTo>
                  <a:cubicBezTo>
                    <a:pt x="1969" y="1949"/>
                    <a:pt x="1969" y="1951"/>
                    <a:pt x="1974" y="1951"/>
                  </a:cubicBezTo>
                  <a:cubicBezTo>
                    <a:pt x="1980" y="1951"/>
                    <a:pt x="1995" y="1947"/>
                    <a:pt x="2032" y="1938"/>
                  </a:cubicBezTo>
                  <a:lnTo>
                    <a:pt x="2032" y="1938"/>
                  </a:lnTo>
                  <a:cubicBezTo>
                    <a:pt x="2033" y="1940"/>
                    <a:pt x="2034" y="1943"/>
                    <a:pt x="2034" y="1946"/>
                  </a:cubicBezTo>
                  <a:cubicBezTo>
                    <a:pt x="2075" y="1930"/>
                    <a:pt x="2115" y="1914"/>
                    <a:pt x="2156" y="1906"/>
                  </a:cubicBezTo>
                  <a:cubicBezTo>
                    <a:pt x="2182" y="1898"/>
                    <a:pt x="2196" y="1893"/>
                    <a:pt x="2191" y="1893"/>
                  </a:cubicBezTo>
                  <a:close/>
                  <a:moveTo>
                    <a:pt x="3250" y="1961"/>
                  </a:moveTo>
                  <a:cubicBezTo>
                    <a:pt x="3247" y="1961"/>
                    <a:pt x="3250" y="1964"/>
                    <a:pt x="3274" y="1971"/>
                  </a:cubicBezTo>
                  <a:cubicBezTo>
                    <a:pt x="3274" y="1966"/>
                    <a:pt x="3256" y="1961"/>
                    <a:pt x="3250" y="1961"/>
                  </a:cubicBezTo>
                  <a:close/>
                  <a:moveTo>
                    <a:pt x="2116" y="1936"/>
                  </a:moveTo>
                  <a:lnTo>
                    <a:pt x="2116" y="1936"/>
                  </a:lnTo>
                  <a:cubicBezTo>
                    <a:pt x="2091" y="1945"/>
                    <a:pt x="2072" y="1950"/>
                    <a:pt x="2068" y="1950"/>
                  </a:cubicBezTo>
                  <a:cubicBezTo>
                    <a:pt x="2065" y="1950"/>
                    <a:pt x="2071" y="1947"/>
                    <a:pt x="2091" y="1938"/>
                  </a:cubicBezTo>
                  <a:lnTo>
                    <a:pt x="2091" y="1938"/>
                  </a:lnTo>
                  <a:cubicBezTo>
                    <a:pt x="2070" y="1942"/>
                    <a:pt x="2050" y="1949"/>
                    <a:pt x="2029" y="1956"/>
                  </a:cubicBezTo>
                  <a:lnTo>
                    <a:pt x="2029" y="1956"/>
                  </a:lnTo>
                  <a:lnTo>
                    <a:pt x="2034" y="1954"/>
                  </a:lnTo>
                  <a:lnTo>
                    <a:pt x="2034" y="1954"/>
                  </a:lnTo>
                  <a:cubicBezTo>
                    <a:pt x="2033" y="1962"/>
                    <a:pt x="2031" y="1968"/>
                    <a:pt x="2028" y="1973"/>
                  </a:cubicBezTo>
                  <a:lnTo>
                    <a:pt x="2028" y="1973"/>
                  </a:lnTo>
                  <a:cubicBezTo>
                    <a:pt x="2046" y="1966"/>
                    <a:pt x="2067" y="1957"/>
                    <a:pt x="2091" y="1946"/>
                  </a:cubicBezTo>
                  <a:cubicBezTo>
                    <a:pt x="2100" y="1943"/>
                    <a:pt x="2108" y="1939"/>
                    <a:pt x="2116" y="1936"/>
                  </a:cubicBezTo>
                  <a:close/>
                  <a:moveTo>
                    <a:pt x="2683" y="1954"/>
                  </a:moveTo>
                  <a:lnTo>
                    <a:pt x="2683" y="1954"/>
                  </a:lnTo>
                  <a:cubicBezTo>
                    <a:pt x="2723" y="1963"/>
                    <a:pt x="2764" y="1979"/>
                    <a:pt x="2804" y="1995"/>
                  </a:cubicBezTo>
                  <a:lnTo>
                    <a:pt x="2747" y="1979"/>
                  </a:lnTo>
                  <a:lnTo>
                    <a:pt x="2683" y="1954"/>
                  </a:lnTo>
                  <a:close/>
                  <a:moveTo>
                    <a:pt x="2028" y="1973"/>
                  </a:moveTo>
                  <a:cubicBezTo>
                    <a:pt x="2004" y="1985"/>
                    <a:pt x="1985" y="1993"/>
                    <a:pt x="1973" y="1999"/>
                  </a:cubicBezTo>
                  <a:lnTo>
                    <a:pt x="1973" y="1999"/>
                  </a:lnTo>
                  <a:cubicBezTo>
                    <a:pt x="1976" y="2000"/>
                    <a:pt x="1979" y="2000"/>
                    <a:pt x="1983" y="2000"/>
                  </a:cubicBezTo>
                  <a:lnTo>
                    <a:pt x="1983" y="2000"/>
                  </a:lnTo>
                  <a:cubicBezTo>
                    <a:pt x="1993" y="1996"/>
                    <a:pt x="2006" y="1991"/>
                    <a:pt x="2021" y="1984"/>
                  </a:cubicBezTo>
                  <a:lnTo>
                    <a:pt x="2021" y="1984"/>
                  </a:lnTo>
                  <a:cubicBezTo>
                    <a:pt x="2024" y="1981"/>
                    <a:pt x="2026" y="1978"/>
                    <a:pt x="2028" y="1973"/>
                  </a:cubicBezTo>
                  <a:close/>
                  <a:moveTo>
                    <a:pt x="3137" y="1995"/>
                  </a:moveTo>
                  <a:cubicBezTo>
                    <a:pt x="3145" y="1995"/>
                    <a:pt x="3145" y="1995"/>
                    <a:pt x="3201" y="2003"/>
                  </a:cubicBezTo>
                  <a:lnTo>
                    <a:pt x="3201" y="2011"/>
                  </a:lnTo>
                  <a:lnTo>
                    <a:pt x="3137" y="2003"/>
                  </a:lnTo>
                  <a:lnTo>
                    <a:pt x="3137" y="1995"/>
                  </a:lnTo>
                  <a:close/>
                  <a:moveTo>
                    <a:pt x="1523" y="2007"/>
                  </a:moveTo>
                  <a:cubicBezTo>
                    <a:pt x="1531" y="2007"/>
                    <a:pt x="1531" y="2011"/>
                    <a:pt x="1531" y="2019"/>
                  </a:cubicBezTo>
                  <a:cubicBezTo>
                    <a:pt x="1531" y="2019"/>
                    <a:pt x="1475" y="2036"/>
                    <a:pt x="1475" y="2036"/>
                  </a:cubicBezTo>
                  <a:cubicBezTo>
                    <a:pt x="1459" y="2039"/>
                    <a:pt x="1451" y="2041"/>
                    <a:pt x="1447" y="2041"/>
                  </a:cubicBezTo>
                  <a:cubicBezTo>
                    <a:pt x="1437" y="2041"/>
                    <a:pt x="1473" y="2025"/>
                    <a:pt x="1466" y="2019"/>
                  </a:cubicBezTo>
                  <a:cubicBezTo>
                    <a:pt x="1499" y="2011"/>
                    <a:pt x="1515" y="2007"/>
                    <a:pt x="1523" y="2007"/>
                  </a:cubicBezTo>
                  <a:close/>
                  <a:moveTo>
                    <a:pt x="2383" y="2011"/>
                  </a:moveTo>
                  <a:lnTo>
                    <a:pt x="2390" y="2053"/>
                  </a:lnTo>
                  <a:lnTo>
                    <a:pt x="2390" y="2053"/>
                  </a:lnTo>
                  <a:cubicBezTo>
                    <a:pt x="2390" y="2039"/>
                    <a:pt x="2388" y="2027"/>
                    <a:pt x="2383" y="2011"/>
                  </a:cubicBezTo>
                  <a:close/>
                  <a:moveTo>
                    <a:pt x="2734" y="2006"/>
                  </a:moveTo>
                  <a:cubicBezTo>
                    <a:pt x="2739" y="2006"/>
                    <a:pt x="2752" y="2012"/>
                    <a:pt x="2788" y="2027"/>
                  </a:cubicBezTo>
                  <a:cubicBezTo>
                    <a:pt x="2812" y="2036"/>
                    <a:pt x="2829" y="2044"/>
                    <a:pt x="2845" y="2060"/>
                  </a:cubicBezTo>
                  <a:lnTo>
                    <a:pt x="2788" y="2036"/>
                  </a:lnTo>
                  <a:cubicBezTo>
                    <a:pt x="2731" y="2011"/>
                    <a:pt x="2731" y="2011"/>
                    <a:pt x="2731" y="2011"/>
                  </a:cubicBezTo>
                  <a:cubicBezTo>
                    <a:pt x="2731" y="2008"/>
                    <a:pt x="2731" y="2006"/>
                    <a:pt x="2734" y="2006"/>
                  </a:cubicBezTo>
                  <a:close/>
                  <a:moveTo>
                    <a:pt x="3080" y="2024"/>
                  </a:moveTo>
                  <a:cubicBezTo>
                    <a:pt x="3083" y="2024"/>
                    <a:pt x="3099" y="2028"/>
                    <a:pt x="3129" y="2036"/>
                  </a:cubicBezTo>
                  <a:cubicBezTo>
                    <a:pt x="3185" y="2044"/>
                    <a:pt x="3193" y="2044"/>
                    <a:pt x="3185" y="2052"/>
                  </a:cubicBezTo>
                  <a:cubicBezTo>
                    <a:pt x="3185" y="2059"/>
                    <a:pt x="3185" y="2063"/>
                    <a:pt x="3179" y="2063"/>
                  </a:cubicBezTo>
                  <a:cubicBezTo>
                    <a:pt x="3172" y="2063"/>
                    <a:pt x="3156" y="2057"/>
                    <a:pt x="3120" y="2044"/>
                  </a:cubicBezTo>
                  <a:cubicBezTo>
                    <a:pt x="3089" y="2030"/>
                    <a:pt x="3075" y="2024"/>
                    <a:pt x="3080" y="2024"/>
                  </a:cubicBezTo>
                  <a:close/>
                  <a:moveTo>
                    <a:pt x="2707" y="2044"/>
                  </a:moveTo>
                  <a:cubicBezTo>
                    <a:pt x="2737" y="2057"/>
                    <a:pt x="2751" y="2065"/>
                    <a:pt x="2749" y="2065"/>
                  </a:cubicBezTo>
                  <a:cubicBezTo>
                    <a:pt x="2747" y="2065"/>
                    <a:pt x="2733" y="2059"/>
                    <a:pt x="2707" y="2044"/>
                  </a:cubicBezTo>
                  <a:close/>
                  <a:moveTo>
                    <a:pt x="1711" y="2063"/>
                  </a:moveTo>
                  <a:cubicBezTo>
                    <a:pt x="1718" y="2063"/>
                    <a:pt x="1690" y="2077"/>
                    <a:pt x="1612" y="2108"/>
                  </a:cubicBezTo>
                  <a:cubicBezTo>
                    <a:pt x="1556" y="2125"/>
                    <a:pt x="1556" y="2125"/>
                    <a:pt x="1556" y="2125"/>
                  </a:cubicBezTo>
                  <a:cubicBezTo>
                    <a:pt x="1548" y="2125"/>
                    <a:pt x="1612" y="2100"/>
                    <a:pt x="1669" y="2076"/>
                  </a:cubicBezTo>
                  <a:cubicBezTo>
                    <a:pt x="1692" y="2067"/>
                    <a:pt x="1707" y="2063"/>
                    <a:pt x="1711" y="2063"/>
                  </a:cubicBezTo>
                  <a:close/>
                  <a:moveTo>
                    <a:pt x="2585" y="2084"/>
                  </a:moveTo>
                  <a:lnTo>
                    <a:pt x="2585" y="2084"/>
                  </a:lnTo>
                  <a:cubicBezTo>
                    <a:pt x="2602" y="2101"/>
                    <a:pt x="2618" y="2115"/>
                    <a:pt x="2632" y="2128"/>
                  </a:cubicBezTo>
                  <a:lnTo>
                    <a:pt x="2632" y="2128"/>
                  </a:lnTo>
                  <a:cubicBezTo>
                    <a:pt x="2617" y="2112"/>
                    <a:pt x="2602" y="2097"/>
                    <a:pt x="2585" y="2084"/>
                  </a:cubicBezTo>
                  <a:close/>
                  <a:moveTo>
                    <a:pt x="1685" y="2117"/>
                  </a:moveTo>
                  <a:lnTo>
                    <a:pt x="1685" y="2125"/>
                  </a:lnTo>
                  <a:cubicBezTo>
                    <a:pt x="1645" y="2141"/>
                    <a:pt x="1604" y="2157"/>
                    <a:pt x="1564" y="2165"/>
                  </a:cubicBezTo>
                  <a:lnTo>
                    <a:pt x="1620" y="2133"/>
                  </a:lnTo>
                  <a:lnTo>
                    <a:pt x="1685" y="2117"/>
                  </a:lnTo>
                  <a:close/>
                  <a:moveTo>
                    <a:pt x="1597" y="2188"/>
                  </a:moveTo>
                  <a:cubicBezTo>
                    <a:pt x="1600" y="2188"/>
                    <a:pt x="1580" y="2199"/>
                    <a:pt x="1574" y="2199"/>
                  </a:cubicBezTo>
                  <a:cubicBezTo>
                    <a:pt x="1573" y="2199"/>
                    <a:pt x="1572" y="2199"/>
                    <a:pt x="1572" y="2198"/>
                  </a:cubicBezTo>
                  <a:cubicBezTo>
                    <a:pt x="1588" y="2191"/>
                    <a:pt x="1595" y="2188"/>
                    <a:pt x="1597" y="2188"/>
                  </a:cubicBezTo>
                  <a:close/>
                  <a:moveTo>
                    <a:pt x="133" y="2183"/>
                  </a:moveTo>
                  <a:cubicBezTo>
                    <a:pt x="110" y="2183"/>
                    <a:pt x="88" y="2186"/>
                    <a:pt x="64" y="2190"/>
                  </a:cubicBezTo>
                  <a:cubicBezTo>
                    <a:pt x="8" y="2197"/>
                    <a:pt x="0" y="2216"/>
                    <a:pt x="87" y="2216"/>
                  </a:cubicBezTo>
                  <a:cubicBezTo>
                    <a:pt x="101" y="2216"/>
                    <a:pt x="118" y="2215"/>
                    <a:pt x="137" y="2214"/>
                  </a:cubicBezTo>
                  <a:cubicBezTo>
                    <a:pt x="202" y="2206"/>
                    <a:pt x="202" y="2206"/>
                    <a:pt x="202" y="2190"/>
                  </a:cubicBezTo>
                  <a:cubicBezTo>
                    <a:pt x="177" y="2186"/>
                    <a:pt x="155" y="2183"/>
                    <a:pt x="133" y="2183"/>
                  </a:cubicBezTo>
                  <a:close/>
                  <a:moveTo>
                    <a:pt x="2342" y="1031"/>
                  </a:moveTo>
                  <a:lnTo>
                    <a:pt x="2342" y="1127"/>
                  </a:lnTo>
                  <a:cubicBezTo>
                    <a:pt x="2342" y="1265"/>
                    <a:pt x="2342" y="1330"/>
                    <a:pt x="2350" y="1403"/>
                  </a:cubicBezTo>
                  <a:cubicBezTo>
                    <a:pt x="2355" y="1446"/>
                    <a:pt x="2357" y="1486"/>
                    <a:pt x="2359" y="1486"/>
                  </a:cubicBezTo>
                  <a:cubicBezTo>
                    <a:pt x="2361" y="1486"/>
                    <a:pt x="2363" y="1465"/>
                    <a:pt x="2366" y="1411"/>
                  </a:cubicBezTo>
                  <a:cubicBezTo>
                    <a:pt x="2374" y="1387"/>
                    <a:pt x="2374" y="1363"/>
                    <a:pt x="2383" y="1346"/>
                  </a:cubicBezTo>
                  <a:cubicBezTo>
                    <a:pt x="2383" y="1363"/>
                    <a:pt x="2383" y="1387"/>
                    <a:pt x="2383" y="1411"/>
                  </a:cubicBezTo>
                  <a:cubicBezTo>
                    <a:pt x="2374" y="1476"/>
                    <a:pt x="2391" y="1484"/>
                    <a:pt x="2399" y="1484"/>
                  </a:cubicBezTo>
                  <a:cubicBezTo>
                    <a:pt x="2415" y="1492"/>
                    <a:pt x="2423" y="1492"/>
                    <a:pt x="2407" y="1565"/>
                  </a:cubicBezTo>
                  <a:cubicBezTo>
                    <a:pt x="2399" y="1630"/>
                    <a:pt x="2399" y="1630"/>
                    <a:pt x="2399" y="1630"/>
                  </a:cubicBezTo>
                  <a:cubicBezTo>
                    <a:pt x="2410" y="1587"/>
                    <a:pt x="2417" y="1576"/>
                    <a:pt x="2423" y="1576"/>
                  </a:cubicBezTo>
                  <a:cubicBezTo>
                    <a:pt x="2426" y="1576"/>
                    <a:pt x="2429" y="1579"/>
                    <a:pt x="2431" y="1581"/>
                  </a:cubicBezTo>
                  <a:cubicBezTo>
                    <a:pt x="2436" y="1584"/>
                    <a:pt x="2440" y="1585"/>
                    <a:pt x="2445" y="1585"/>
                  </a:cubicBezTo>
                  <a:cubicBezTo>
                    <a:pt x="2457" y="1585"/>
                    <a:pt x="2470" y="1574"/>
                    <a:pt x="2488" y="1533"/>
                  </a:cubicBezTo>
                  <a:lnTo>
                    <a:pt x="2496" y="1533"/>
                  </a:lnTo>
                  <a:cubicBezTo>
                    <a:pt x="2464" y="1598"/>
                    <a:pt x="2464" y="1598"/>
                    <a:pt x="2472" y="1606"/>
                  </a:cubicBezTo>
                  <a:cubicBezTo>
                    <a:pt x="2500" y="1556"/>
                    <a:pt x="2504" y="1550"/>
                    <a:pt x="2504" y="1549"/>
                  </a:cubicBezTo>
                  <a:lnTo>
                    <a:pt x="2504" y="1549"/>
                  </a:lnTo>
                  <a:cubicBezTo>
                    <a:pt x="2472" y="1606"/>
                    <a:pt x="2480" y="1606"/>
                    <a:pt x="2480" y="1614"/>
                  </a:cubicBezTo>
                  <a:cubicBezTo>
                    <a:pt x="2480" y="1614"/>
                    <a:pt x="2480" y="1614"/>
                    <a:pt x="2520" y="1557"/>
                  </a:cubicBezTo>
                  <a:lnTo>
                    <a:pt x="2520" y="1557"/>
                  </a:lnTo>
                  <a:cubicBezTo>
                    <a:pt x="2520" y="1557"/>
                    <a:pt x="2537" y="1573"/>
                    <a:pt x="2496" y="1630"/>
                  </a:cubicBezTo>
                  <a:cubicBezTo>
                    <a:pt x="2483" y="1648"/>
                    <a:pt x="2479" y="1655"/>
                    <a:pt x="2480" y="1655"/>
                  </a:cubicBezTo>
                  <a:cubicBezTo>
                    <a:pt x="2482" y="1655"/>
                    <a:pt x="2511" y="1620"/>
                    <a:pt x="2545" y="1581"/>
                  </a:cubicBezTo>
                  <a:cubicBezTo>
                    <a:pt x="2569" y="1549"/>
                    <a:pt x="2593" y="1517"/>
                    <a:pt x="2626" y="1484"/>
                  </a:cubicBezTo>
                  <a:lnTo>
                    <a:pt x="2626" y="1484"/>
                  </a:lnTo>
                  <a:cubicBezTo>
                    <a:pt x="2626" y="1484"/>
                    <a:pt x="2585" y="1533"/>
                    <a:pt x="2545" y="1590"/>
                  </a:cubicBezTo>
                  <a:cubicBezTo>
                    <a:pt x="2504" y="1638"/>
                    <a:pt x="2504" y="1638"/>
                    <a:pt x="2504" y="1646"/>
                  </a:cubicBezTo>
                  <a:cubicBezTo>
                    <a:pt x="2527" y="1619"/>
                    <a:pt x="2540" y="1609"/>
                    <a:pt x="2549" y="1609"/>
                  </a:cubicBezTo>
                  <a:cubicBezTo>
                    <a:pt x="2557" y="1609"/>
                    <a:pt x="2562" y="1615"/>
                    <a:pt x="2569" y="1622"/>
                  </a:cubicBezTo>
                  <a:cubicBezTo>
                    <a:pt x="2573" y="1629"/>
                    <a:pt x="2575" y="1635"/>
                    <a:pt x="2580" y="1635"/>
                  </a:cubicBezTo>
                  <a:cubicBezTo>
                    <a:pt x="2586" y="1635"/>
                    <a:pt x="2598" y="1625"/>
                    <a:pt x="2626" y="1598"/>
                  </a:cubicBezTo>
                  <a:cubicBezTo>
                    <a:pt x="2652" y="1579"/>
                    <a:pt x="2666" y="1569"/>
                    <a:pt x="2669" y="1569"/>
                  </a:cubicBezTo>
                  <a:cubicBezTo>
                    <a:pt x="2672" y="1569"/>
                    <a:pt x="2660" y="1583"/>
                    <a:pt x="2634" y="1614"/>
                  </a:cubicBezTo>
                  <a:cubicBezTo>
                    <a:pt x="2538" y="1700"/>
                    <a:pt x="2502" y="1729"/>
                    <a:pt x="2502" y="1729"/>
                  </a:cubicBezTo>
                  <a:cubicBezTo>
                    <a:pt x="2502" y="1729"/>
                    <a:pt x="2515" y="1718"/>
                    <a:pt x="2537" y="1703"/>
                  </a:cubicBezTo>
                  <a:cubicBezTo>
                    <a:pt x="2537" y="1703"/>
                    <a:pt x="2585" y="1663"/>
                    <a:pt x="2642" y="1622"/>
                  </a:cubicBezTo>
                  <a:cubicBezTo>
                    <a:pt x="2692" y="1584"/>
                    <a:pt x="2718" y="1565"/>
                    <a:pt x="2721" y="1565"/>
                  </a:cubicBezTo>
                  <a:lnTo>
                    <a:pt x="2721" y="1565"/>
                  </a:lnTo>
                  <a:cubicBezTo>
                    <a:pt x="2724" y="1565"/>
                    <a:pt x="2697" y="1588"/>
                    <a:pt x="2642" y="1630"/>
                  </a:cubicBezTo>
                  <a:cubicBezTo>
                    <a:pt x="2591" y="1669"/>
                    <a:pt x="2578" y="1686"/>
                    <a:pt x="2592" y="1686"/>
                  </a:cubicBezTo>
                  <a:cubicBezTo>
                    <a:pt x="2607" y="1686"/>
                    <a:pt x="2652" y="1667"/>
                    <a:pt x="2715" y="1638"/>
                  </a:cubicBezTo>
                  <a:lnTo>
                    <a:pt x="2715" y="1638"/>
                  </a:lnTo>
                  <a:lnTo>
                    <a:pt x="2658" y="1671"/>
                  </a:lnTo>
                  <a:cubicBezTo>
                    <a:pt x="2602" y="1703"/>
                    <a:pt x="2602" y="1711"/>
                    <a:pt x="2602" y="1719"/>
                  </a:cubicBezTo>
                  <a:cubicBezTo>
                    <a:pt x="2640" y="1700"/>
                    <a:pt x="2660" y="1693"/>
                    <a:pt x="2667" y="1693"/>
                  </a:cubicBezTo>
                  <a:cubicBezTo>
                    <a:pt x="2680" y="1693"/>
                    <a:pt x="2644" y="1719"/>
                    <a:pt x="2602" y="1736"/>
                  </a:cubicBezTo>
                  <a:cubicBezTo>
                    <a:pt x="2545" y="1760"/>
                    <a:pt x="2545" y="1760"/>
                    <a:pt x="2545" y="1768"/>
                  </a:cubicBezTo>
                  <a:cubicBezTo>
                    <a:pt x="2586" y="1754"/>
                    <a:pt x="2606" y="1749"/>
                    <a:pt x="2612" y="1749"/>
                  </a:cubicBezTo>
                  <a:cubicBezTo>
                    <a:pt x="2623" y="1749"/>
                    <a:pt x="2582" y="1768"/>
                    <a:pt x="2545" y="1784"/>
                  </a:cubicBezTo>
                  <a:cubicBezTo>
                    <a:pt x="2573" y="1776"/>
                    <a:pt x="2587" y="1774"/>
                    <a:pt x="2594" y="1774"/>
                  </a:cubicBezTo>
                  <a:cubicBezTo>
                    <a:pt x="2602" y="1774"/>
                    <a:pt x="2602" y="1776"/>
                    <a:pt x="2602" y="1776"/>
                  </a:cubicBezTo>
                  <a:cubicBezTo>
                    <a:pt x="2602" y="1776"/>
                    <a:pt x="2602" y="1777"/>
                    <a:pt x="2606" y="1777"/>
                  </a:cubicBezTo>
                  <a:cubicBezTo>
                    <a:pt x="2612" y="1777"/>
                    <a:pt x="2627" y="1774"/>
                    <a:pt x="2666" y="1760"/>
                  </a:cubicBezTo>
                  <a:cubicBezTo>
                    <a:pt x="2707" y="1752"/>
                    <a:pt x="2747" y="1736"/>
                    <a:pt x="2796" y="1736"/>
                  </a:cubicBezTo>
                  <a:lnTo>
                    <a:pt x="2731" y="1752"/>
                  </a:lnTo>
                  <a:cubicBezTo>
                    <a:pt x="2666" y="1768"/>
                    <a:pt x="2666" y="1776"/>
                    <a:pt x="2666" y="1784"/>
                  </a:cubicBezTo>
                  <a:cubicBezTo>
                    <a:pt x="2666" y="1792"/>
                    <a:pt x="2666" y="1800"/>
                    <a:pt x="2602" y="1817"/>
                  </a:cubicBezTo>
                  <a:lnTo>
                    <a:pt x="2666" y="1809"/>
                  </a:lnTo>
                  <a:lnTo>
                    <a:pt x="2666" y="1809"/>
                  </a:lnTo>
                  <a:cubicBezTo>
                    <a:pt x="2602" y="1825"/>
                    <a:pt x="2602" y="1825"/>
                    <a:pt x="2666" y="1825"/>
                  </a:cubicBezTo>
                  <a:lnTo>
                    <a:pt x="2666" y="1833"/>
                  </a:lnTo>
                  <a:cubicBezTo>
                    <a:pt x="2537" y="1841"/>
                    <a:pt x="2537" y="1841"/>
                    <a:pt x="2658" y="1849"/>
                  </a:cubicBezTo>
                  <a:lnTo>
                    <a:pt x="2593" y="1849"/>
                  </a:lnTo>
                  <a:cubicBezTo>
                    <a:pt x="2658" y="1857"/>
                    <a:pt x="2658" y="1865"/>
                    <a:pt x="2593" y="1865"/>
                  </a:cubicBezTo>
                  <a:cubicBezTo>
                    <a:pt x="2650" y="1865"/>
                    <a:pt x="2650" y="1873"/>
                    <a:pt x="2650" y="1873"/>
                  </a:cubicBezTo>
                  <a:cubicBezTo>
                    <a:pt x="2650" y="1873"/>
                    <a:pt x="2650" y="1881"/>
                    <a:pt x="2715" y="1890"/>
                  </a:cubicBezTo>
                  <a:cubicBezTo>
                    <a:pt x="2772" y="1898"/>
                    <a:pt x="2772" y="1898"/>
                    <a:pt x="2772" y="1898"/>
                  </a:cubicBezTo>
                  <a:cubicBezTo>
                    <a:pt x="2731" y="1898"/>
                    <a:pt x="2691" y="1890"/>
                    <a:pt x="2650" y="1881"/>
                  </a:cubicBezTo>
                  <a:cubicBezTo>
                    <a:pt x="2626" y="1879"/>
                    <a:pt x="2611" y="1877"/>
                    <a:pt x="2608" y="1877"/>
                  </a:cubicBezTo>
                  <a:cubicBezTo>
                    <a:pt x="2602" y="1877"/>
                    <a:pt x="2630" y="1882"/>
                    <a:pt x="2707" y="1898"/>
                  </a:cubicBezTo>
                  <a:cubicBezTo>
                    <a:pt x="2776" y="1915"/>
                    <a:pt x="2809" y="1923"/>
                    <a:pt x="2804" y="1923"/>
                  </a:cubicBezTo>
                  <a:cubicBezTo>
                    <a:pt x="2799" y="1923"/>
                    <a:pt x="2767" y="1917"/>
                    <a:pt x="2707" y="1906"/>
                  </a:cubicBezTo>
                  <a:lnTo>
                    <a:pt x="2699" y="1914"/>
                  </a:lnTo>
                  <a:cubicBezTo>
                    <a:pt x="2677" y="1911"/>
                    <a:pt x="2663" y="1910"/>
                    <a:pt x="2653" y="1910"/>
                  </a:cubicBezTo>
                  <a:cubicBezTo>
                    <a:pt x="2634" y="1910"/>
                    <a:pt x="2634" y="1914"/>
                    <a:pt x="2634" y="1914"/>
                  </a:cubicBezTo>
                  <a:cubicBezTo>
                    <a:pt x="2610" y="1911"/>
                    <a:pt x="2595" y="1909"/>
                    <a:pt x="2592" y="1909"/>
                  </a:cubicBezTo>
                  <a:cubicBezTo>
                    <a:pt x="2585" y="1909"/>
                    <a:pt x="2614" y="1915"/>
                    <a:pt x="2691" y="1930"/>
                  </a:cubicBezTo>
                  <a:cubicBezTo>
                    <a:pt x="2726" y="1944"/>
                    <a:pt x="2742" y="1950"/>
                    <a:pt x="2739" y="1950"/>
                  </a:cubicBezTo>
                  <a:cubicBezTo>
                    <a:pt x="2736" y="1950"/>
                    <a:pt x="2720" y="1946"/>
                    <a:pt x="2691" y="1938"/>
                  </a:cubicBezTo>
                  <a:cubicBezTo>
                    <a:pt x="2630" y="1922"/>
                    <a:pt x="2599" y="1916"/>
                    <a:pt x="2591" y="1916"/>
                  </a:cubicBezTo>
                  <a:cubicBezTo>
                    <a:pt x="2583" y="1916"/>
                    <a:pt x="2597" y="1922"/>
                    <a:pt x="2626" y="1930"/>
                  </a:cubicBezTo>
                  <a:cubicBezTo>
                    <a:pt x="2691" y="1946"/>
                    <a:pt x="2683" y="1946"/>
                    <a:pt x="2683" y="1946"/>
                  </a:cubicBezTo>
                  <a:cubicBezTo>
                    <a:pt x="2669" y="1943"/>
                    <a:pt x="2659" y="1941"/>
                    <a:pt x="2651" y="1941"/>
                  </a:cubicBezTo>
                  <a:cubicBezTo>
                    <a:pt x="2625" y="1941"/>
                    <a:pt x="2622" y="1958"/>
                    <a:pt x="2610" y="1971"/>
                  </a:cubicBezTo>
                  <a:cubicBezTo>
                    <a:pt x="2610" y="1971"/>
                    <a:pt x="2666" y="1995"/>
                    <a:pt x="2723" y="2027"/>
                  </a:cubicBezTo>
                  <a:cubicBezTo>
                    <a:pt x="2771" y="2048"/>
                    <a:pt x="2789" y="2056"/>
                    <a:pt x="2788" y="2056"/>
                  </a:cubicBezTo>
                  <a:cubicBezTo>
                    <a:pt x="2787" y="2056"/>
                    <a:pt x="2752" y="2041"/>
                    <a:pt x="2715" y="2027"/>
                  </a:cubicBezTo>
                  <a:cubicBezTo>
                    <a:pt x="2632" y="1988"/>
                    <a:pt x="2589" y="1968"/>
                    <a:pt x="2587" y="1968"/>
                  </a:cubicBezTo>
                  <a:lnTo>
                    <a:pt x="2587" y="1968"/>
                  </a:lnTo>
                  <a:cubicBezTo>
                    <a:pt x="2585" y="1968"/>
                    <a:pt x="2628" y="1990"/>
                    <a:pt x="2715" y="2036"/>
                  </a:cubicBezTo>
                  <a:cubicBezTo>
                    <a:pt x="2689" y="2024"/>
                    <a:pt x="2675" y="2018"/>
                    <a:pt x="2672" y="2018"/>
                  </a:cubicBezTo>
                  <a:cubicBezTo>
                    <a:pt x="2669" y="2018"/>
                    <a:pt x="2681" y="2026"/>
                    <a:pt x="2707" y="2044"/>
                  </a:cubicBezTo>
                  <a:cubicBezTo>
                    <a:pt x="2667" y="2027"/>
                    <a:pt x="2628" y="2006"/>
                    <a:pt x="2627" y="2006"/>
                  </a:cubicBezTo>
                  <a:lnTo>
                    <a:pt x="2627" y="2006"/>
                  </a:lnTo>
                  <a:cubicBezTo>
                    <a:pt x="2626" y="2006"/>
                    <a:pt x="2633" y="2009"/>
                    <a:pt x="2649" y="2019"/>
                  </a:cubicBezTo>
                  <a:lnTo>
                    <a:pt x="2649" y="2019"/>
                  </a:lnTo>
                  <a:cubicBezTo>
                    <a:pt x="2647" y="2018"/>
                    <a:pt x="2637" y="2012"/>
                    <a:pt x="2593" y="1987"/>
                  </a:cubicBezTo>
                  <a:cubicBezTo>
                    <a:pt x="2580" y="1981"/>
                    <a:pt x="2572" y="1978"/>
                    <a:pt x="2569" y="1978"/>
                  </a:cubicBezTo>
                  <a:cubicBezTo>
                    <a:pt x="2561" y="1978"/>
                    <a:pt x="2599" y="2003"/>
                    <a:pt x="2642" y="2027"/>
                  </a:cubicBezTo>
                  <a:cubicBezTo>
                    <a:pt x="2698" y="2066"/>
                    <a:pt x="2722" y="2086"/>
                    <a:pt x="2716" y="2086"/>
                  </a:cubicBezTo>
                  <a:cubicBezTo>
                    <a:pt x="2712" y="2086"/>
                    <a:pt x="2684" y="2070"/>
                    <a:pt x="2634" y="2036"/>
                  </a:cubicBezTo>
                  <a:cubicBezTo>
                    <a:pt x="2595" y="2008"/>
                    <a:pt x="2577" y="1997"/>
                    <a:pt x="2575" y="1997"/>
                  </a:cubicBezTo>
                  <a:lnTo>
                    <a:pt x="2575" y="1997"/>
                  </a:lnTo>
                  <a:cubicBezTo>
                    <a:pt x="2572" y="1997"/>
                    <a:pt x="2616" y="2030"/>
                    <a:pt x="2683" y="2076"/>
                  </a:cubicBezTo>
                  <a:cubicBezTo>
                    <a:pt x="2703" y="2093"/>
                    <a:pt x="2719" y="2106"/>
                    <a:pt x="2731" y="2117"/>
                  </a:cubicBezTo>
                  <a:cubicBezTo>
                    <a:pt x="2674" y="2084"/>
                    <a:pt x="2674" y="2084"/>
                    <a:pt x="2674" y="2084"/>
                  </a:cubicBezTo>
                  <a:cubicBezTo>
                    <a:pt x="2674" y="2084"/>
                    <a:pt x="2674" y="2085"/>
                    <a:pt x="2673" y="2085"/>
                  </a:cubicBezTo>
                  <a:cubicBezTo>
                    <a:pt x="2670" y="2085"/>
                    <a:pt x="2658" y="2081"/>
                    <a:pt x="2618" y="2052"/>
                  </a:cubicBezTo>
                  <a:lnTo>
                    <a:pt x="2618" y="2052"/>
                  </a:lnTo>
                  <a:cubicBezTo>
                    <a:pt x="2618" y="2052"/>
                    <a:pt x="2618" y="2052"/>
                    <a:pt x="2666" y="2092"/>
                  </a:cubicBezTo>
                  <a:cubicBezTo>
                    <a:pt x="2707" y="2130"/>
                    <a:pt x="2719" y="2146"/>
                    <a:pt x="2713" y="2146"/>
                  </a:cubicBezTo>
                  <a:cubicBezTo>
                    <a:pt x="2704" y="2146"/>
                    <a:pt x="2658" y="2115"/>
                    <a:pt x="2602" y="2068"/>
                  </a:cubicBezTo>
                  <a:lnTo>
                    <a:pt x="2602" y="2068"/>
                  </a:lnTo>
                  <a:lnTo>
                    <a:pt x="2650" y="2117"/>
                  </a:lnTo>
                  <a:cubicBezTo>
                    <a:pt x="2706" y="2167"/>
                    <a:pt x="2745" y="2205"/>
                    <a:pt x="2744" y="2205"/>
                  </a:cubicBezTo>
                  <a:cubicBezTo>
                    <a:pt x="2743" y="2205"/>
                    <a:pt x="2727" y="2191"/>
                    <a:pt x="2691" y="2157"/>
                  </a:cubicBezTo>
                  <a:lnTo>
                    <a:pt x="2642" y="2117"/>
                  </a:lnTo>
                  <a:lnTo>
                    <a:pt x="2642" y="2117"/>
                  </a:lnTo>
                  <a:cubicBezTo>
                    <a:pt x="2682" y="2153"/>
                    <a:pt x="2695" y="2169"/>
                    <a:pt x="2689" y="2169"/>
                  </a:cubicBezTo>
                  <a:cubicBezTo>
                    <a:pt x="2684" y="2169"/>
                    <a:pt x="2662" y="2154"/>
                    <a:pt x="2632" y="2128"/>
                  </a:cubicBezTo>
                  <a:lnTo>
                    <a:pt x="2632" y="2128"/>
                  </a:lnTo>
                  <a:cubicBezTo>
                    <a:pt x="2645" y="2142"/>
                    <a:pt x="2659" y="2158"/>
                    <a:pt x="2674" y="2173"/>
                  </a:cubicBezTo>
                  <a:cubicBezTo>
                    <a:pt x="2672" y="2173"/>
                    <a:pt x="2671" y="2174"/>
                    <a:pt x="2669" y="2174"/>
                  </a:cubicBezTo>
                  <a:cubicBezTo>
                    <a:pt x="2663" y="2174"/>
                    <a:pt x="2654" y="2169"/>
                    <a:pt x="2618" y="2133"/>
                  </a:cubicBezTo>
                  <a:cubicBezTo>
                    <a:pt x="2589" y="2104"/>
                    <a:pt x="2557" y="2072"/>
                    <a:pt x="2554" y="2072"/>
                  </a:cubicBezTo>
                  <a:lnTo>
                    <a:pt x="2554" y="2072"/>
                  </a:lnTo>
                  <a:cubicBezTo>
                    <a:pt x="2553" y="2072"/>
                    <a:pt x="2557" y="2078"/>
                    <a:pt x="2569" y="2092"/>
                  </a:cubicBezTo>
                  <a:cubicBezTo>
                    <a:pt x="2569" y="2092"/>
                    <a:pt x="2569" y="2092"/>
                    <a:pt x="2520" y="2044"/>
                  </a:cubicBezTo>
                  <a:lnTo>
                    <a:pt x="2520" y="2052"/>
                  </a:lnTo>
                  <a:cubicBezTo>
                    <a:pt x="2541" y="2076"/>
                    <a:pt x="2549" y="2088"/>
                    <a:pt x="2547" y="2088"/>
                  </a:cubicBezTo>
                  <a:cubicBezTo>
                    <a:pt x="2545" y="2088"/>
                    <a:pt x="2533" y="2076"/>
                    <a:pt x="2512" y="2052"/>
                  </a:cubicBezTo>
                  <a:lnTo>
                    <a:pt x="2512" y="2052"/>
                  </a:lnTo>
                  <a:cubicBezTo>
                    <a:pt x="2512" y="2052"/>
                    <a:pt x="2513" y="2052"/>
                    <a:pt x="2545" y="2108"/>
                  </a:cubicBezTo>
                  <a:cubicBezTo>
                    <a:pt x="2545" y="2108"/>
                    <a:pt x="2537" y="2108"/>
                    <a:pt x="2504" y="2060"/>
                  </a:cubicBezTo>
                  <a:cubicBezTo>
                    <a:pt x="2485" y="2033"/>
                    <a:pt x="2475" y="2020"/>
                    <a:pt x="2473" y="2020"/>
                  </a:cubicBezTo>
                  <a:lnTo>
                    <a:pt x="2473" y="2020"/>
                  </a:lnTo>
                  <a:cubicBezTo>
                    <a:pt x="2471" y="2020"/>
                    <a:pt x="2479" y="2035"/>
                    <a:pt x="2496" y="2060"/>
                  </a:cubicBezTo>
                  <a:cubicBezTo>
                    <a:pt x="2537" y="2108"/>
                    <a:pt x="2537" y="2108"/>
                    <a:pt x="2529" y="2108"/>
                  </a:cubicBezTo>
                  <a:cubicBezTo>
                    <a:pt x="2561" y="2165"/>
                    <a:pt x="2561" y="2165"/>
                    <a:pt x="2561" y="2165"/>
                  </a:cubicBezTo>
                  <a:cubicBezTo>
                    <a:pt x="2545" y="2149"/>
                    <a:pt x="2529" y="2133"/>
                    <a:pt x="2512" y="2117"/>
                  </a:cubicBezTo>
                  <a:cubicBezTo>
                    <a:pt x="2504" y="2117"/>
                    <a:pt x="2504" y="2117"/>
                    <a:pt x="2545" y="2173"/>
                  </a:cubicBezTo>
                  <a:cubicBezTo>
                    <a:pt x="2545" y="2173"/>
                    <a:pt x="2559" y="2199"/>
                    <a:pt x="2557" y="2199"/>
                  </a:cubicBezTo>
                  <a:cubicBezTo>
                    <a:pt x="2556" y="2199"/>
                    <a:pt x="2550" y="2192"/>
                    <a:pt x="2537" y="2173"/>
                  </a:cubicBezTo>
                  <a:cubicBezTo>
                    <a:pt x="2537" y="2173"/>
                    <a:pt x="2496" y="2125"/>
                    <a:pt x="2488" y="2125"/>
                  </a:cubicBezTo>
                  <a:lnTo>
                    <a:pt x="2488" y="2125"/>
                  </a:lnTo>
                  <a:cubicBezTo>
                    <a:pt x="2480" y="2133"/>
                    <a:pt x="2480" y="2133"/>
                    <a:pt x="2512" y="2190"/>
                  </a:cubicBezTo>
                  <a:cubicBezTo>
                    <a:pt x="2541" y="2246"/>
                    <a:pt x="2555" y="2275"/>
                    <a:pt x="2554" y="2275"/>
                  </a:cubicBezTo>
                  <a:cubicBezTo>
                    <a:pt x="2553" y="2275"/>
                    <a:pt x="2537" y="2246"/>
                    <a:pt x="2504" y="2190"/>
                  </a:cubicBezTo>
                  <a:cubicBezTo>
                    <a:pt x="2471" y="2123"/>
                    <a:pt x="2457" y="2096"/>
                    <a:pt x="2456" y="2096"/>
                  </a:cubicBezTo>
                  <a:lnTo>
                    <a:pt x="2456" y="2096"/>
                  </a:lnTo>
                  <a:cubicBezTo>
                    <a:pt x="2456" y="2096"/>
                    <a:pt x="2462" y="2109"/>
                    <a:pt x="2472" y="2133"/>
                  </a:cubicBezTo>
                  <a:cubicBezTo>
                    <a:pt x="2496" y="2190"/>
                    <a:pt x="2496" y="2190"/>
                    <a:pt x="2496" y="2190"/>
                  </a:cubicBezTo>
                  <a:lnTo>
                    <a:pt x="2496" y="2190"/>
                  </a:lnTo>
                  <a:cubicBezTo>
                    <a:pt x="2484" y="2161"/>
                    <a:pt x="2476" y="2147"/>
                    <a:pt x="2474" y="2147"/>
                  </a:cubicBezTo>
                  <a:lnTo>
                    <a:pt x="2474" y="2147"/>
                  </a:lnTo>
                  <a:cubicBezTo>
                    <a:pt x="2472" y="2147"/>
                    <a:pt x="2476" y="2161"/>
                    <a:pt x="2488" y="2190"/>
                  </a:cubicBezTo>
                  <a:cubicBezTo>
                    <a:pt x="2480" y="2190"/>
                    <a:pt x="2480" y="2190"/>
                    <a:pt x="2456" y="2133"/>
                  </a:cubicBezTo>
                  <a:lnTo>
                    <a:pt x="2456" y="2133"/>
                  </a:lnTo>
                  <a:cubicBezTo>
                    <a:pt x="2473" y="2185"/>
                    <a:pt x="2475" y="2204"/>
                    <a:pt x="2471" y="2204"/>
                  </a:cubicBezTo>
                  <a:cubicBezTo>
                    <a:pt x="2464" y="2204"/>
                    <a:pt x="2445" y="2170"/>
                    <a:pt x="2431" y="2133"/>
                  </a:cubicBezTo>
                  <a:lnTo>
                    <a:pt x="2431" y="2133"/>
                  </a:lnTo>
                  <a:cubicBezTo>
                    <a:pt x="2431" y="2157"/>
                    <a:pt x="2439" y="2181"/>
                    <a:pt x="2447" y="2198"/>
                  </a:cubicBezTo>
                  <a:cubicBezTo>
                    <a:pt x="2464" y="2258"/>
                    <a:pt x="2470" y="2289"/>
                    <a:pt x="2468" y="2289"/>
                  </a:cubicBezTo>
                  <a:cubicBezTo>
                    <a:pt x="2466" y="2289"/>
                    <a:pt x="2456" y="2258"/>
                    <a:pt x="2439" y="2198"/>
                  </a:cubicBezTo>
                  <a:lnTo>
                    <a:pt x="2439" y="2198"/>
                  </a:lnTo>
                  <a:cubicBezTo>
                    <a:pt x="2446" y="2225"/>
                    <a:pt x="2446" y="2241"/>
                    <a:pt x="2441" y="2241"/>
                  </a:cubicBezTo>
                  <a:cubicBezTo>
                    <a:pt x="2435" y="2241"/>
                    <a:pt x="2421" y="2211"/>
                    <a:pt x="2407" y="2141"/>
                  </a:cubicBezTo>
                  <a:lnTo>
                    <a:pt x="2390" y="2053"/>
                  </a:lnTo>
                  <a:lnTo>
                    <a:pt x="2390" y="2053"/>
                  </a:lnTo>
                  <a:cubicBezTo>
                    <a:pt x="2391" y="2060"/>
                    <a:pt x="2391" y="2067"/>
                    <a:pt x="2391" y="2076"/>
                  </a:cubicBezTo>
                  <a:cubicBezTo>
                    <a:pt x="2403" y="2124"/>
                    <a:pt x="2401" y="2136"/>
                    <a:pt x="2400" y="2136"/>
                  </a:cubicBezTo>
                  <a:cubicBezTo>
                    <a:pt x="2399" y="2136"/>
                    <a:pt x="2399" y="2135"/>
                    <a:pt x="2399" y="2133"/>
                  </a:cubicBezTo>
                  <a:cubicBezTo>
                    <a:pt x="2391" y="2133"/>
                    <a:pt x="2391" y="2198"/>
                    <a:pt x="2383" y="2198"/>
                  </a:cubicBezTo>
                  <a:cubicBezTo>
                    <a:pt x="2383" y="2198"/>
                    <a:pt x="2374" y="2198"/>
                    <a:pt x="2366" y="2133"/>
                  </a:cubicBezTo>
                  <a:cubicBezTo>
                    <a:pt x="2366" y="2133"/>
                    <a:pt x="2358" y="2133"/>
                    <a:pt x="2358" y="2198"/>
                  </a:cubicBezTo>
                  <a:cubicBezTo>
                    <a:pt x="2358" y="2226"/>
                    <a:pt x="2356" y="2240"/>
                    <a:pt x="2354" y="2240"/>
                  </a:cubicBezTo>
                  <a:cubicBezTo>
                    <a:pt x="2352" y="2240"/>
                    <a:pt x="2350" y="2226"/>
                    <a:pt x="2350" y="2198"/>
                  </a:cubicBezTo>
                  <a:cubicBezTo>
                    <a:pt x="2342" y="2254"/>
                    <a:pt x="2342" y="2254"/>
                    <a:pt x="2342" y="2254"/>
                  </a:cubicBezTo>
                  <a:cubicBezTo>
                    <a:pt x="2342" y="2209"/>
                    <a:pt x="2342" y="2163"/>
                    <a:pt x="2339" y="2163"/>
                  </a:cubicBezTo>
                  <a:cubicBezTo>
                    <a:pt x="2338" y="2163"/>
                    <a:pt x="2336" y="2171"/>
                    <a:pt x="2334" y="2190"/>
                  </a:cubicBezTo>
                  <a:cubicBezTo>
                    <a:pt x="2334" y="2254"/>
                    <a:pt x="2334" y="2254"/>
                    <a:pt x="2326" y="2254"/>
                  </a:cubicBezTo>
                  <a:cubicBezTo>
                    <a:pt x="2321" y="2215"/>
                    <a:pt x="2292" y="2190"/>
                    <a:pt x="2264" y="2190"/>
                  </a:cubicBezTo>
                  <a:cubicBezTo>
                    <a:pt x="2247" y="2190"/>
                    <a:pt x="2230" y="2200"/>
                    <a:pt x="2220" y="2222"/>
                  </a:cubicBezTo>
                  <a:lnTo>
                    <a:pt x="2212" y="2214"/>
                  </a:lnTo>
                  <a:lnTo>
                    <a:pt x="2204" y="2214"/>
                  </a:lnTo>
                  <a:cubicBezTo>
                    <a:pt x="2226" y="2160"/>
                    <a:pt x="2231" y="2141"/>
                    <a:pt x="2228" y="2141"/>
                  </a:cubicBezTo>
                  <a:cubicBezTo>
                    <a:pt x="2224" y="2141"/>
                    <a:pt x="2206" y="2171"/>
                    <a:pt x="2188" y="2198"/>
                  </a:cubicBezTo>
                  <a:cubicBezTo>
                    <a:pt x="2156" y="2254"/>
                    <a:pt x="2156" y="2254"/>
                    <a:pt x="2156" y="2254"/>
                  </a:cubicBezTo>
                  <a:cubicBezTo>
                    <a:pt x="2185" y="2185"/>
                    <a:pt x="2197" y="2155"/>
                    <a:pt x="2194" y="2155"/>
                  </a:cubicBezTo>
                  <a:lnTo>
                    <a:pt x="2194" y="2155"/>
                  </a:lnTo>
                  <a:cubicBezTo>
                    <a:pt x="2192" y="2155"/>
                    <a:pt x="2184" y="2167"/>
                    <a:pt x="2172" y="2190"/>
                  </a:cubicBezTo>
                  <a:cubicBezTo>
                    <a:pt x="2141" y="2244"/>
                    <a:pt x="2122" y="2271"/>
                    <a:pt x="2119" y="2271"/>
                  </a:cubicBezTo>
                  <a:cubicBezTo>
                    <a:pt x="2116" y="2271"/>
                    <a:pt x="2130" y="2240"/>
                    <a:pt x="2164" y="2181"/>
                  </a:cubicBezTo>
                  <a:cubicBezTo>
                    <a:pt x="2193" y="2130"/>
                    <a:pt x="2208" y="2102"/>
                    <a:pt x="2205" y="2102"/>
                  </a:cubicBezTo>
                  <a:lnTo>
                    <a:pt x="2205" y="2102"/>
                  </a:lnTo>
                  <a:cubicBezTo>
                    <a:pt x="2203" y="2102"/>
                    <a:pt x="2176" y="2142"/>
                    <a:pt x="2123" y="2230"/>
                  </a:cubicBezTo>
                  <a:cubicBezTo>
                    <a:pt x="2107" y="2258"/>
                    <a:pt x="2099" y="2273"/>
                    <a:pt x="2098" y="2273"/>
                  </a:cubicBezTo>
                  <a:cubicBezTo>
                    <a:pt x="2097" y="2273"/>
                    <a:pt x="2103" y="2258"/>
                    <a:pt x="2115" y="2230"/>
                  </a:cubicBezTo>
                  <a:cubicBezTo>
                    <a:pt x="2154" y="2162"/>
                    <a:pt x="2170" y="2134"/>
                    <a:pt x="2169" y="2134"/>
                  </a:cubicBezTo>
                  <a:lnTo>
                    <a:pt x="2169" y="2134"/>
                  </a:lnTo>
                  <a:cubicBezTo>
                    <a:pt x="2168" y="2134"/>
                    <a:pt x="2160" y="2146"/>
                    <a:pt x="2147" y="2165"/>
                  </a:cubicBezTo>
                  <a:cubicBezTo>
                    <a:pt x="2112" y="2221"/>
                    <a:pt x="2093" y="2247"/>
                    <a:pt x="2092" y="2247"/>
                  </a:cubicBezTo>
                  <a:cubicBezTo>
                    <a:pt x="2090" y="2247"/>
                    <a:pt x="2106" y="2219"/>
                    <a:pt x="2139" y="2165"/>
                  </a:cubicBezTo>
                  <a:cubicBezTo>
                    <a:pt x="2172" y="2107"/>
                    <a:pt x="2189" y="2079"/>
                    <a:pt x="2187" y="2079"/>
                  </a:cubicBezTo>
                  <a:lnTo>
                    <a:pt x="2187" y="2079"/>
                  </a:lnTo>
                  <a:cubicBezTo>
                    <a:pt x="2185" y="2079"/>
                    <a:pt x="2167" y="2105"/>
                    <a:pt x="2131" y="2157"/>
                  </a:cubicBezTo>
                  <a:cubicBezTo>
                    <a:pt x="2096" y="2208"/>
                    <a:pt x="2074" y="2232"/>
                    <a:pt x="2070" y="2232"/>
                  </a:cubicBezTo>
                  <a:cubicBezTo>
                    <a:pt x="2065" y="2232"/>
                    <a:pt x="2081" y="2204"/>
                    <a:pt x="2123" y="2149"/>
                  </a:cubicBezTo>
                  <a:cubicBezTo>
                    <a:pt x="2118" y="2144"/>
                    <a:pt x="2134" y="2120"/>
                    <a:pt x="2133" y="2120"/>
                  </a:cubicBezTo>
                  <a:lnTo>
                    <a:pt x="2133" y="2120"/>
                  </a:lnTo>
                  <a:cubicBezTo>
                    <a:pt x="2133" y="2120"/>
                    <a:pt x="2128" y="2125"/>
                    <a:pt x="2115" y="2141"/>
                  </a:cubicBezTo>
                  <a:lnTo>
                    <a:pt x="2156" y="2092"/>
                  </a:lnTo>
                  <a:lnTo>
                    <a:pt x="2156" y="2084"/>
                  </a:lnTo>
                  <a:lnTo>
                    <a:pt x="2115" y="2133"/>
                  </a:lnTo>
                  <a:cubicBezTo>
                    <a:pt x="2107" y="2133"/>
                    <a:pt x="2139" y="2068"/>
                    <a:pt x="2131" y="2060"/>
                  </a:cubicBezTo>
                  <a:cubicBezTo>
                    <a:pt x="2124" y="2049"/>
                    <a:pt x="2122" y="2043"/>
                    <a:pt x="2117" y="2043"/>
                  </a:cubicBezTo>
                  <a:cubicBezTo>
                    <a:pt x="2111" y="2043"/>
                    <a:pt x="2102" y="2053"/>
                    <a:pt x="2075" y="2076"/>
                  </a:cubicBezTo>
                  <a:cubicBezTo>
                    <a:pt x="2028" y="2119"/>
                    <a:pt x="2002" y="2139"/>
                    <a:pt x="1998" y="2139"/>
                  </a:cubicBezTo>
                  <a:cubicBezTo>
                    <a:pt x="1993" y="2139"/>
                    <a:pt x="2016" y="2115"/>
                    <a:pt x="2066" y="2068"/>
                  </a:cubicBezTo>
                  <a:cubicBezTo>
                    <a:pt x="2066" y="2068"/>
                    <a:pt x="2115" y="2027"/>
                    <a:pt x="2115" y="2019"/>
                  </a:cubicBezTo>
                  <a:cubicBezTo>
                    <a:pt x="2115" y="2019"/>
                    <a:pt x="2107" y="2011"/>
                    <a:pt x="2164" y="1979"/>
                  </a:cubicBezTo>
                  <a:lnTo>
                    <a:pt x="2164" y="1971"/>
                  </a:lnTo>
                  <a:cubicBezTo>
                    <a:pt x="2111" y="2007"/>
                    <a:pt x="2083" y="2021"/>
                    <a:pt x="2073" y="2021"/>
                  </a:cubicBezTo>
                  <a:cubicBezTo>
                    <a:pt x="2064" y="2021"/>
                    <a:pt x="2075" y="2007"/>
                    <a:pt x="2099" y="1987"/>
                  </a:cubicBezTo>
                  <a:cubicBezTo>
                    <a:pt x="2099" y="1987"/>
                    <a:pt x="2099" y="1986"/>
                    <a:pt x="2095" y="1986"/>
                  </a:cubicBezTo>
                  <a:cubicBezTo>
                    <a:pt x="2090" y="1986"/>
                    <a:pt x="2076" y="1988"/>
                    <a:pt x="2042" y="2003"/>
                  </a:cubicBezTo>
                  <a:cubicBezTo>
                    <a:pt x="2016" y="2014"/>
                    <a:pt x="2002" y="2020"/>
                    <a:pt x="2000" y="2020"/>
                  </a:cubicBezTo>
                  <a:cubicBezTo>
                    <a:pt x="1998" y="2020"/>
                    <a:pt x="2012" y="2012"/>
                    <a:pt x="2042" y="1995"/>
                  </a:cubicBezTo>
                  <a:cubicBezTo>
                    <a:pt x="2078" y="1980"/>
                    <a:pt x="2113" y="1958"/>
                    <a:pt x="2107" y="1958"/>
                  </a:cubicBezTo>
                  <a:cubicBezTo>
                    <a:pt x="2103" y="1958"/>
                    <a:pt x="2084" y="1966"/>
                    <a:pt x="2042" y="1987"/>
                  </a:cubicBezTo>
                  <a:lnTo>
                    <a:pt x="2099" y="1954"/>
                  </a:lnTo>
                  <a:cubicBezTo>
                    <a:pt x="2115" y="1947"/>
                    <a:pt x="2122" y="1944"/>
                    <a:pt x="2122" y="1944"/>
                  </a:cubicBezTo>
                  <a:lnTo>
                    <a:pt x="2122" y="1944"/>
                  </a:lnTo>
                  <a:cubicBezTo>
                    <a:pt x="2122" y="1944"/>
                    <a:pt x="2080" y="1962"/>
                    <a:pt x="2034" y="1979"/>
                  </a:cubicBezTo>
                  <a:cubicBezTo>
                    <a:pt x="2030" y="1981"/>
                    <a:pt x="2025" y="1982"/>
                    <a:pt x="2021" y="1984"/>
                  </a:cubicBezTo>
                  <a:lnTo>
                    <a:pt x="2021" y="1984"/>
                  </a:lnTo>
                  <a:cubicBezTo>
                    <a:pt x="2012" y="1995"/>
                    <a:pt x="1998" y="2000"/>
                    <a:pt x="1985" y="2000"/>
                  </a:cubicBezTo>
                  <a:cubicBezTo>
                    <a:pt x="1984" y="2000"/>
                    <a:pt x="1983" y="2000"/>
                    <a:pt x="1983" y="2000"/>
                  </a:cubicBezTo>
                  <a:lnTo>
                    <a:pt x="1983" y="2000"/>
                  </a:lnTo>
                  <a:cubicBezTo>
                    <a:pt x="1967" y="2006"/>
                    <a:pt x="1957" y="2009"/>
                    <a:pt x="1955" y="2009"/>
                  </a:cubicBezTo>
                  <a:cubicBezTo>
                    <a:pt x="1953" y="2009"/>
                    <a:pt x="1959" y="2006"/>
                    <a:pt x="1973" y="1999"/>
                  </a:cubicBezTo>
                  <a:lnTo>
                    <a:pt x="1973" y="1999"/>
                  </a:lnTo>
                  <a:cubicBezTo>
                    <a:pt x="1964" y="1997"/>
                    <a:pt x="1955" y="1992"/>
                    <a:pt x="1948" y="1985"/>
                  </a:cubicBezTo>
                  <a:lnTo>
                    <a:pt x="1948" y="1985"/>
                  </a:lnTo>
                  <a:cubicBezTo>
                    <a:pt x="1930" y="1990"/>
                    <a:pt x="1921" y="1992"/>
                    <a:pt x="1916" y="1992"/>
                  </a:cubicBezTo>
                  <a:cubicBezTo>
                    <a:pt x="1912" y="1992"/>
                    <a:pt x="1912" y="1990"/>
                    <a:pt x="1912" y="1987"/>
                  </a:cubicBezTo>
                  <a:lnTo>
                    <a:pt x="1943" y="1979"/>
                  </a:lnTo>
                  <a:lnTo>
                    <a:pt x="1943" y="1979"/>
                  </a:lnTo>
                  <a:cubicBezTo>
                    <a:pt x="1945" y="1981"/>
                    <a:pt x="1946" y="1983"/>
                    <a:pt x="1948" y="1985"/>
                  </a:cubicBezTo>
                  <a:lnTo>
                    <a:pt x="1948" y="1985"/>
                  </a:lnTo>
                  <a:cubicBezTo>
                    <a:pt x="1954" y="1983"/>
                    <a:pt x="1961" y="1981"/>
                    <a:pt x="1969" y="1979"/>
                  </a:cubicBezTo>
                  <a:cubicBezTo>
                    <a:pt x="1989" y="1971"/>
                    <a:pt x="2009" y="1963"/>
                    <a:pt x="2029" y="1956"/>
                  </a:cubicBezTo>
                  <a:lnTo>
                    <a:pt x="2029" y="1956"/>
                  </a:lnTo>
                  <a:lnTo>
                    <a:pt x="1943" y="1979"/>
                  </a:lnTo>
                  <a:lnTo>
                    <a:pt x="1943" y="1979"/>
                  </a:lnTo>
                  <a:cubicBezTo>
                    <a:pt x="1939" y="1972"/>
                    <a:pt x="1937" y="1964"/>
                    <a:pt x="1937" y="1954"/>
                  </a:cubicBezTo>
                  <a:cubicBezTo>
                    <a:pt x="1937" y="1945"/>
                    <a:pt x="1938" y="1937"/>
                    <a:pt x="1942" y="1931"/>
                  </a:cubicBezTo>
                  <a:lnTo>
                    <a:pt x="1942" y="1931"/>
                  </a:lnTo>
                  <a:cubicBezTo>
                    <a:pt x="1889" y="1939"/>
                    <a:pt x="1831" y="1948"/>
                    <a:pt x="1783" y="1954"/>
                  </a:cubicBezTo>
                  <a:cubicBezTo>
                    <a:pt x="1724" y="1962"/>
                    <a:pt x="1692" y="1966"/>
                    <a:pt x="1686" y="1966"/>
                  </a:cubicBezTo>
                  <a:cubicBezTo>
                    <a:pt x="1679" y="1966"/>
                    <a:pt x="1711" y="1960"/>
                    <a:pt x="1783" y="1946"/>
                  </a:cubicBezTo>
                  <a:cubicBezTo>
                    <a:pt x="1839" y="1938"/>
                    <a:pt x="1839" y="1930"/>
                    <a:pt x="1839" y="1930"/>
                  </a:cubicBezTo>
                  <a:lnTo>
                    <a:pt x="1839" y="1930"/>
                  </a:lnTo>
                  <a:cubicBezTo>
                    <a:pt x="1827" y="1932"/>
                    <a:pt x="1820" y="1932"/>
                    <a:pt x="1817" y="1932"/>
                  </a:cubicBezTo>
                  <a:cubicBezTo>
                    <a:pt x="1808" y="1932"/>
                    <a:pt x="1824" y="1928"/>
                    <a:pt x="1833" y="1928"/>
                  </a:cubicBezTo>
                  <a:cubicBezTo>
                    <a:pt x="1837" y="1928"/>
                    <a:pt x="1839" y="1928"/>
                    <a:pt x="1839" y="1930"/>
                  </a:cubicBezTo>
                  <a:cubicBezTo>
                    <a:pt x="1904" y="1922"/>
                    <a:pt x="1904" y="1922"/>
                    <a:pt x="1904" y="1922"/>
                  </a:cubicBezTo>
                  <a:lnTo>
                    <a:pt x="1953" y="1916"/>
                  </a:lnTo>
                  <a:lnTo>
                    <a:pt x="1953" y="1916"/>
                  </a:lnTo>
                  <a:cubicBezTo>
                    <a:pt x="1948" y="1920"/>
                    <a:pt x="1944" y="1925"/>
                    <a:pt x="1942" y="1931"/>
                  </a:cubicBezTo>
                  <a:lnTo>
                    <a:pt x="1942" y="1931"/>
                  </a:lnTo>
                  <a:cubicBezTo>
                    <a:pt x="1970" y="1926"/>
                    <a:pt x="1997" y="1922"/>
                    <a:pt x="2019" y="1918"/>
                  </a:cubicBezTo>
                  <a:lnTo>
                    <a:pt x="2019" y="1918"/>
                  </a:lnTo>
                  <a:cubicBezTo>
                    <a:pt x="2023" y="1922"/>
                    <a:pt x="2027" y="1926"/>
                    <a:pt x="2029" y="1931"/>
                  </a:cubicBezTo>
                  <a:lnTo>
                    <a:pt x="2029" y="1931"/>
                  </a:lnTo>
                  <a:cubicBezTo>
                    <a:pt x="2031" y="1931"/>
                    <a:pt x="2032" y="1931"/>
                    <a:pt x="2034" y="1930"/>
                  </a:cubicBezTo>
                  <a:cubicBezTo>
                    <a:pt x="2091" y="1914"/>
                    <a:pt x="2091" y="1914"/>
                    <a:pt x="2091" y="1906"/>
                  </a:cubicBezTo>
                  <a:lnTo>
                    <a:pt x="2091" y="1906"/>
                  </a:lnTo>
                  <a:cubicBezTo>
                    <a:pt x="2091" y="1906"/>
                    <a:pt x="2062" y="1911"/>
                    <a:pt x="2019" y="1918"/>
                  </a:cubicBezTo>
                  <a:lnTo>
                    <a:pt x="2019" y="1918"/>
                  </a:lnTo>
                  <a:cubicBezTo>
                    <a:pt x="2014" y="1913"/>
                    <a:pt x="2008" y="1910"/>
                    <a:pt x="2001" y="1907"/>
                  </a:cubicBezTo>
                  <a:lnTo>
                    <a:pt x="2001" y="1907"/>
                  </a:lnTo>
                  <a:cubicBezTo>
                    <a:pt x="1992" y="1909"/>
                    <a:pt x="1981" y="1912"/>
                    <a:pt x="1969" y="1914"/>
                  </a:cubicBezTo>
                  <a:lnTo>
                    <a:pt x="1953" y="1916"/>
                  </a:lnTo>
                  <a:lnTo>
                    <a:pt x="1953" y="1916"/>
                  </a:lnTo>
                  <a:cubicBezTo>
                    <a:pt x="1962" y="1908"/>
                    <a:pt x="1973" y="1905"/>
                    <a:pt x="1985" y="1905"/>
                  </a:cubicBezTo>
                  <a:cubicBezTo>
                    <a:pt x="1990" y="1905"/>
                    <a:pt x="1996" y="1906"/>
                    <a:pt x="2001" y="1907"/>
                  </a:cubicBezTo>
                  <a:lnTo>
                    <a:pt x="2001" y="1907"/>
                  </a:lnTo>
                  <a:cubicBezTo>
                    <a:pt x="2046" y="1899"/>
                    <a:pt x="2065" y="1894"/>
                    <a:pt x="2059" y="1894"/>
                  </a:cubicBezTo>
                  <a:cubicBezTo>
                    <a:pt x="2054" y="1894"/>
                    <a:pt x="2024" y="1899"/>
                    <a:pt x="1969" y="1906"/>
                  </a:cubicBezTo>
                  <a:cubicBezTo>
                    <a:pt x="1942" y="1909"/>
                    <a:pt x="1927" y="1911"/>
                    <a:pt x="1922" y="1911"/>
                  </a:cubicBezTo>
                  <a:cubicBezTo>
                    <a:pt x="1915" y="1911"/>
                    <a:pt x="1931" y="1907"/>
                    <a:pt x="1969" y="1898"/>
                  </a:cubicBezTo>
                  <a:cubicBezTo>
                    <a:pt x="1994" y="1895"/>
                    <a:pt x="2018" y="1891"/>
                    <a:pt x="2034" y="1889"/>
                  </a:cubicBezTo>
                  <a:lnTo>
                    <a:pt x="2034" y="1889"/>
                  </a:lnTo>
                  <a:cubicBezTo>
                    <a:pt x="2034" y="1889"/>
                    <a:pt x="2034" y="1890"/>
                    <a:pt x="2034" y="1890"/>
                  </a:cubicBezTo>
                  <a:cubicBezTo>
                    <a:pt x="2051" y="1887"/>
                    <a:pt x="2057" y="1886"/>
                    <a:pt x="2057" y="1886"/>
                  </a:cubicBezTo>
                  <a:lnTo>
                    <a:pt x="2057" y="1886"/>
                  </a:lnTo>
                  <a:cubicBezTo>
                    <a:pt x="2057" y="1886"/>
                    <a:pt x="2048" y="1887"/>
                    <a:pt x="2034" y="1889"/>
                  </a:cubicBezTo>
                  <a:lnTo>
                    <a:pt x="2034" y="1889"/>
                  </a:lnTo>
                  <a:cubicBezTo>
                    <a:pt x="2035" y="1888"/>
                    <a:pt x="2041" y="1881"/>
                    <a:pt x="2099" y="1873"/>
                  </a:cubicBezTo>
                  <a:cubicBezTo>
                    <a:pt x="2099" y="1869"/>
                    <a:pt x="2099" y="1867"/>
                    <a:pt x="2091" y="1867"/>
                  </a:cubicBezTo>
                  <a:cubicBezTo>
                    <a:pt x="2083" y="1867"/>
                    <a:pt x="2066" y="1869"/>
                    <a:pt x="2034" y="1873"/>
                  </a:cubicBezTo>
                  <a:lnTo>
                    <a:pt x="1969" y="1873"/>
                  </a:lnTo>
                  <a:cubicBezTo>
                    <a:pt x="1969" y="1865"/>
                    <a:pt x="1969" y="1865"/>
                    <a:pt x="1904" y="1865"/>
                  </a:cubicBezTo>
                  <a:cubicBezTo>
                    <a:pt x="1888" y="1868"/>
                    <a:pt x="1870" y="1869"/>
                    <a:pt x="1854" y="1869"/>
                  </a:cubicBezTo>
                  <a:cubicBezTo>
                    <a:pt x="1815" y="1869"/>
                    <a:pt x="1783" y="1863"/>
                    <a:pt x="1783" y="1857"/>
                  </a:cubicBezTo>
                  <a:cubicBezTo>
                    <a:pt x="1718" y="1849"/>
                    <a:pt x="1718" y="1849"/>
                    <a:pt x="1847" y="1849"/>
                  </a:cubicBezTo>
                  <a:cubicBezTo>
                    <a:pt x="1912" y="1849"/>
                    <a:pt x="1912" y="1841"/>
                    <a:pt x="1912" y="1841"/>
                  </a:cubicBezTo>
                  <a:cubicBezTo>
                    <a:pt x="1912" y="1841"/>
                    <a:pt x="1912" y="1841"/>
                    <a:pt x="1977" y="1833"/>
                  </a:cubicBezTo>
                  <a:lnTo>
                    <a:pt x="1912" y="1833"/>
                  </a:lnTo>
                  <a:lnTo>
                    <a:pt x="1783" y="1825"/>
                  </a:lnTo>
                  <a:lnTo>
                    <a:pt x="1977" y="1825"/>
                  </a:lnTo>
                  <a:cubicBezTo>
                    <a:pt x="1912" y="1825"/>
                    <a:pt x="1847" y="1817"/>
                    <a:pt x="1912" y="1809"/>
                  </a:cubicBezTo>
                  <a:cubicBezTo>
                    <a:pt x="1912" y="1809"/>
                    <a:pt x="1916" y="1805"/>
                    <a:pt x="1935" y="1805"/>
                  </a:cubicBezTo>
                  <a:cubicBezTo>
                    <a:pt x="1945" y="1805"/>
                    <a:pt x="1958" y="1806"/>
                    <a:pt x="1977" y="1809"/>
                  </a:cubicBezTo>
                  <a:cubicBezTo>
                    <a:pt x="2042" y="1809"/>
                    <a:pt x="1985" y="1800"/>
                    <a:pt x="1985" y="1800"/>
                  </a:cubicBezTo>
                  <a:cubicBezTo>
                    <a:pt x="1920" y="1792"/>
                    <a:pt x="1920" y="1784"/>
                    <a:pt x="1985" y="1784"/>
                  </a:cubicBezTo>
                  <a:cubicBezTo>
                    <a:pt x="2044" y="1791"/>
                    <a:pt x="2076" y="1795"/>
                    <a:pt x="2082" y="1795"/>
                  </a:cubicBezTo>
                  <a:cubicBezTo>
                    <a:pt x="2090" y="1795"/>
                    <a:pt x="2060" y="1789"/>
                    <a:pt x="1993" y="1776"/>
                  </a:cubicBezTo>
                  <a:cubicBezTo>
                    <a:pt x="1952" y="1766"/>
                    <a:pt x="1911" y="1756"/>
                    <a:pt x="1920" y="1756"/>
                  </a:cubicBezTo>
                  <a:cubicBezTo>
                    <a:pt x="1924" y="1756"/>
                    <a:pt x="1946" y="1759"/>
                    <a:pt x="1993" y="1768"/>
                  </a:cubicBezTo>
                  <a:cubicBezTo>
                    <a:pt x="2009" y="1772"/>
                    <a:pt x="2016" y="1774"/>
                    <a:pt x="2017" y="1774"/>
                  </a:cubicBezTo>
                  <a:cubicBezTo>
                    <a:pt x="2018" y="1774"/>
                    <a:pt x="1975" y="1761"/>
                    <a:pt x="1929" y="1744"/>
                  </a:cubicBezTo>
                  <a:lnTo>
                    <a:pt x="1929" y="1744"/>
                  </a:lnTo>
                  <a:lnTo>
                    <a:pt x="1929" y="1744"/>
                  </a:lnTo>
                  <a:lnTo>
                    <a:pt x="1685" y="1679"/>
                  </a:lnTo>
                  <a:cubicBezTo>
                    <a:pt x="1599" y="1657"/>
                    <a:pt x="1570" y="1650"/>
                    <a:pt x="1582" y="1650"/>
                  </a:cubicBezTo>
                  <a:cubicBezTo>
                    <a:pt x="1588" y="1650"/>
                    <a:pt x="1604" y="1652"/>
                    <a:pt x="1629" y="1654"/>
                  </a:cubicBezTo>
                  <a:cubicBezTo>
                    <a:pt x="1669" y="1654"/>
                    <a:pt x="1710" y="1663"/>
                    <a:pt x="1750" y="1679"/>
                  </a:cubicBezTo>
                  <a:cubicBezTo>
                    <a:pt x="1815" y="1695"/>
                    <a:pt x="1815" y="1695"/>
                    <a:pt x="1815" y="1695"/>
                  </a:cubicBezTo>
                  <a:lnTo>
                    <a:pt x="1815" y="1703"/>
                  </a:lnTo>
                  <a:cubicBezTo>
                    <a:pt x="1856" y="1719"/>
                    <a:pt x="1896" y="1727"/>
                    <a:pt x="1937" y="1727"/>
                  </a:cubicBezTo>
                  <a:cubicBezTo>
                    <a:pt x="1937" y="1727"/>
                    <a:pt x="1937" y="1727"/>
                    <a:pt x="1937" y="1727"/>
                  </a:cubicBezTo>
                  <a:lnTo>
                    <a:pt x="1937" y="1727"/>
                  </a:lnTo>
                  <a:cubicBezTo>
                    <a:pt x="1969" y="1736"/>
                    <a:pt x="1985" y="1738"/>
                    <a:pt x="1994" y="1738"/>
                  </a:cubicBezTo>
                  <a:cubicBezTo>
                    <a:pt x="2004" y="1738"/>
                    <a:pt x="2006" y="1736"/>
                    <a:pt x="2010" y="1736"/>
                  </a:cubicBezTo>
                  <a:cubicBezTo>
                    <a:pt x="2010" y="1731"/>
                    <a:pt x="2010" y="1727"/>
                    <a:pt x="2018" y="1727"/>
                  </a:cubicBezTo>
                  <a:cubicBezTo>
                    <a:pt x="2026" y="1727"/>
                    <a:pt x="2042" y="1731"/>
                    <a:pt x="2075" y="1744"/>
                  </a:cubicBezTo>
                  <a:cubicBezTo>
                    <a:pt x="2075" y="1736"/>
                    <a:pt x="2075" y="1736"/>
                    <a:pt x="2018" y="1711"/>
                  </a:cubicBezTo>
                  <a:cubicBezTo>
                    <a:pt x="1940" y="1680"/>
                    <a:pt x="1912" y="1666"/>
                    <a:pt x="1919" y="1666"/>
                  </a:cubicBezTo>
                  <a:cubicBezTo>
                    <a:pt x="1923" y="1666"/>
                    <a:pt x="1938" y="1670"/>
                    <a:pt x="1961" y="1679"/>
                  </a:cubicBezTo>
                  <a:cubicBezTo>
                    <a:pt x="2026" y="1705"/>
                    <a:pt x="2077" y="1722"/>
                    <a:pt x="2093" y="1722"/>
                  </a:cubicBezTo>
                  <a:cubicBezTo>
                    <a:pt x="2107" y="1722"/>
                    <a:pt x="2095" y="1709"/>
                    <a:pt x="2042" y="1679"/>
                  </a:cubicBezTo>
                  <a:lnTo>
                    <a:pt x="2042" y="1671"/>
                  </a:lnTo>
                  <a:cubicBezTo>
                    <a:pt x="2069" y="1684"/>
                    <a:pt x="2085" y="1691"/>
                    <a:pt x="2091" y="1691"/>
                  </a:cubicBezTo>
                  <a:cubicBezTo>
                    <a:pt x="2098" y="1691"/>
                    <a:pt x="2087" y="1678"/>
                    <a:pt x="2058" y="1654"/>
                  </a:cubicBezTo>
                  <a:lnTo>
                    <a:pt x="2058" y="1646"/>
                  </a:lnTo>
                  <a:cubicBezTo>
                    <a:pt x="2089" y="1662"/>
                    <a:pt x="2105" y="1670"/>
                    <a:pt x="2108" y="1670"/>
                  </a:cubicBezTo>
                  <a:cubicBezTo>
                    <a:pt x="2111" y="1670"/>
                    <a:pt x="2096" y="1660"/>
                    <a:pt x="2066" y="1638"/>
                  </a:cubicBezTo>
                  <a:cubicBezTo>
                    <a:pt x="2049" y="1623"/>
                    <a:pt x="2031" y="1609"/>
                    <a:pt x="2018" y="1598"/>
                  </a:cubicBezTo>
                  <a:lnTo>
                    <a:pt x="2018" y="1598"/>
                  </a:lnTo>
                  <a:cubicBezTo>
                    <a:pt x="2057" y="1626"/>
                    <a:pt x="2069" y="1634"/>
                    <a:pt x="2076" y="1634"/>
                  </a:cubicBezTo>
                  <a:cubicBezTo>
                    <a:pt x="2078" y="1634"/>
                    <a:pt x="2080" y="1633"/>
                    <a:pt x="2083" y="1630"/>
                  </a:cubicBezTo>
                  <a:cubicBezTo>
                    <a:pt x="2091" y="1622"/>
                    <a:pt x="2091" y="1622"/>
                    <a:pt x="2034" y="1581"/>
                  </a:cubicBezTo>
                  <a:cubicBezTo>
                    <a:pt x="2021" y="1563"/>
                    <a:pt x="2018" y="1556"/>
                    <a:pt x="2022" y="1556"/>
                  </a:cubicBezTo>
                  <a:cubicBezTo>
                    <a:pt x="2030" y="1556"/>
                    <a:pt x="2066" y="1587"/>
                    <a:pt x="2099" y="1614"/>
                  </a:cubicBezTo>
                  <a:cubicBezTo>
                    <a:pt x="2142" y="1657"/>
                    <a:pt x="2166" y="1679"/>
                    <a:pt x="2167" y="1679"/>
                  </a:cubicBezTo>
                  <a:cubicBezTo>
                    <a:pt x="2168" y="1679"/>
                    <a:pt x="2132" y="1643"/>
                    <a:pt x="2050" y="1565"/>
                  </a:cubicBezTo>
                  <a:lnTo>
                    <a:pt x="2050" y="1565"/>
                  </a:lnTo>
                  <a:lnTo>
                    <a:pt x="2147" y="1654"/>
                  </a:lnTo>
                  <a:cubicBezTo>
                    <a:pt x="2131" y="1638"/>
                    <a:pt x="2123" y="1622"/>
                    <a:pt x="2107" y="1606"/>
                  </a:cubicBezTo>
                  <a:lnTo>
                    <a:pt x="2107" y="1606"/>
                  </a:lnTo>
                  <a:cubicBezTo>
                    <a:pt x="2115" y="1614"/>
                    <a:pt x="2120" y="1618"/>
                    <a:pt x="2121" y="1618"/>
                  </a:cubicBezTo>
                  <a:cubicBezTo>
                    <a:pt x="2128" y="1618"/>
                    <a:pt x="2060" y="1531"/>
                    <a:pt x="1993" y="1444"/>
                  </a:cubicBezTo>
                  <a:lnTo>
                    <a:pt x="1993" y="1444"/>
                  </a:lnTo>
                  <a:lnTo>
                    <a:pt x="2034" y="1492"/>
                  </a:lnTo>
                  <a:cubicBezTo>
                    <a:pt x="2083" y="1541"/>
                    <a:pt x="2083" y="1541"/>
                    <a:pt x="2091" y="1541"/>
                  </a:cubicBezTo>
                  <a:cubicBezTo>
                    <a:pt x="2091" y="1533"/>
                    <a:pt x="2099" y="1533"/>
                    <a:pt x="2050" y="1484"/>
                  </a:cubicBezTo>
                  <a:cubicBezTo>
                    <a:pt x="2026" y="1444"/>
                    <a:pt x="1993" y="1411"/>
                    <a:pt x="1969" y="1371"/>
                  </a:cubicBezTo>
                  <a:cubicBezTo>
                    <a:pt x="1937" y="1338"/>
                    <a:pt x="1912" y="1306"/>
                    <a:pt x="1888" y="1265"/>
                  </a:cubicBezTo>
                  <a:lnTo>
                    <a:pt x="1888" y="1265"/>
                  </a:lnTo>
                  <a:cubicBezTo>
                    <a:pt x="1888" y="1265"/>
                    <a:pt x="1937" y="1314"/>
                    <a:pt x="1977" y="1371"/>
                  </a:cubicBezTo>
                  <a:cubicBezTo>
                    <a:pt x="2061" y="1462"/>
                    <a:pt x="2109" y="1517"/>
                    <a:pt x="2121" y="1517"/>
                  </a:cubicBezTo>
                  <a:cubicBezTo>
                    <a:pt x="2122" y="1517"/>
                    <a:pt x="2123" y="1517"/>
                    <a:pt x="2123" y="1517"/>
                  </a:cubicBezTo>
                  <a:cubicBezTo>
                    <a:pt x="2125" y="1517"/>
                    <a:pt x="2126" y="1516"/>
                    <a:pt x="2128" y="1516"/>
                  </a:cubicBezTo>
                  <a:cubicBezTo>
                    <a:pt x="2135" y="1516"/>
                    <a:pt x="2146" y="1521"/>
                    <a:pt x="2172" y="1573"/>
                  </a:cubicBezTo>
                  <a:cubicBezTo>
                    <a:pt x="2180" y="1565"/>
                    <a:pt x="2180" y="1565"/>
                    <a:pt x="2147" y="1509"/>
                  </a:cubicBezTo>
                  <a:lnTo>
                    <a:pt x="2156" y="1509"/>
                  </a:lnTo>
                  <a:cubicBezTo>
                    <a:pt x="2171" y="1536"/>
                    <a:pt x="2179" y="1550"/>
                    <a:pt x="2180" y="1550"/>
                  </a:cubicBezTo>
                  <a:cubicBezTo>
                    <a:pt x="2180" y="1550"/>
                    <a:pt x="2172" y="1534"/>
                    <a:pt x="2156" y="1500"/>
                  </a:cubicBezTo>
                  <a:cubicBezTo>
                    <a:pt x="2147" y="1481"/>
                    <a:pt x="2146" y="1475"/>
                    <a:pt x="2147" y="1475"/>
                  </a:cubicBezTo>
                  <a:lnTo>
                    <a:pt x="2147" y="1475"/>
                  </a:lnTo>
                  <a:cubicBezTo>
                    <a:pt x="2149" y="1475"/>
                    <a:pt x="2164" y="1500"/>
                    <a:pt x="2164" y="1500"/>
                  </a:cubicBezTo>
                  <a:cubicBezTo>
                    <a:pt x="2196" y="1555"/>
                    <a:pt x="2214" y="1585"/>
                    <a:pt x="2216" y="1585"/>
                  </a:cubicBezTo>
                  <a:cubicBezTo>
                    <a:pt x="2217" y="1585"/>
                    <a:pt x="2197" y="1546"/>
                    <a:pt x="2153" y="1461"/>
                  </a:cubicBezTo>
                  <a:lnTo>
                    <a:pt x="2153" y="1461"/>
                  </a:lnTo>
                  <a:cubicBezTo>
                    <a:pt x="2168" y="1488"/>
                    <a:pt x="2178" y="1503"/>
                    <a:pt x="2180" y="1503"/>
                  </a:cubicBezTo>
                  <a:cubicBezTo>
                    <a:pt x="2182" y="1503"/>
                    <a:pt x="2173" y="1483"/>
                    <a:pt x="2147" y="1436"/>
                  </a:cubicBezTo>
                  <a:cubicBezTo>
                    <a:pt x="2156" y="1436"/>
                    <a:pt x="2156" y="1436"/>
                    <a:pt x="2188" y="1492"/>
                  </a:cubicBezTo>
                  <a:cubicBezTo>
                    <a:pt x="2182" y="1476"/>
                    <a:pt x="2174" y="1455"/>
                    <a:pt x="2164" y="1427"/>
                  </a:cubicBezTo>
                  <a:cubicBezTo>
                    <a:pt x="2139" y="1367"/>
                    <a:pt x="2129" y="1336"/>
                    <a:pt x="2131" y="1336"/>
                  </a:cubicBezTo>
                  <a:lnTo>
                    <a:pt x="2131" y="1336"/>
                  </a:lnTo>
                  <a:cubicBezTo>
                    <a:pt x="2133" y="1336"/>
                    <a:pt x="2147" y="1367"/>
                    <a:pt x="2172" y="1427"/>
                  </a:cubicBezTo>
                  <a:cubicBezTo>
                    <a:pt x="2205" y="1503"/>
                    <a:pt x="2222" y="1535"/>
                    <a:pt x="2226" y="1535"/>
                  </a:cubicBezTo>
                  <a:cubicBezTo>
                    <a:pt x="2230" y="1535"/>
                    <a:pt x="2227" y="1519"/>
                    <a:pt x="2220" y="1492"/>
                  </a:cubicBezTo>
                  <a:cubicBezTo>
                    <a:pt x="2192" y="1416"/>
                    <a:pt x="2183" y="1385"/>
                    <a:pt x="2185" y="1385"/>
                  </a:cubicBezTo>
                  <a:lnTo>
                    <a:pt x="2185" y="1385"/>
                  </a:lnTo>
                  <a:cubicBezTo>
                    <a:pt x="2187" y="1385"/>
                    <a:pt x="2194" y="1401"/>
                    <a:pt x="2204" y="1427"/>
                  </a:cubicBezTo>
                  <a:cubicBezTo>
                    <a:pt x="2216" y="1460"/>
                    <a:pt x="2225" y="1476"/>
                    <a:pt x="2227" y="1476"/>
                  </a:cubicBezTo>
                  <a:cubicBezTo>
                    <a:pt x="2229" y="1476"/>
                    <a:pt x="2225" y="1460"/>
                    <a:pt x="2212" y="1428"/>
                  </a:cubicBezTo>
                  <a:lnTo>
                    <a:pt x="2212" y="1428"/>
                  </a:lnTo>
                  <a:cubicBezTo>
                    <a:pt x="2230" y="1473"/>
                    <a:pt x="2247" y="1519"/>
                    <a:pt x="2250" y="1519"/>
                  </a:cubicBezTo>
                  <a:cubicBezTo>
                    <a:pt x="2251" y="1519"/>
                    <a:pt x="2250" y="1511"/>
                    <a:pt x="2245" y="1492"/>
                  </a:cubicBezTo>
                  <a:cubicBezTo>
                    <a:pt x="2245" y="1492"/>
                    <a:pt x="2245" y="1492"/>
                    <a:pt x="2220" y="1427"/>
                  </a:cubicBezTo>
                  <a:lnTo>
                    <a:pt x="2196" y="1290"/>
                  </a:lnTo>
                  <a:cubicBezTo>
                    <a:pt x="2172" y="1249"/>
                    <a:pt x="2164" y="1209"/>
                    <a:pt x="2156" y="1160"/>
                  </a:cubicBezTo>
                  <a:cubicBezTo>
                    <a:pt x="2149" y="1143"/>
                    <a:pt x="2147" y="1134"/>
                    <a:pt x="2149" y="1134"/>
                  </a:cubicBezTo>
                  <a:lnTo>
                    <a:pt x="2149" y="1134"/>
                  </a:lnTo>
                  <a:cubicBezTo>
                    <a:pt x="2153" y="1134"/>
                    <a:pt x="2187" y="1204"/>
                    <a:pt x="2229" y="1354"/>
                  </a:cubicBezTo>
                  <a:lnTo>
                    <a:pt x="2261" y="1484"/>
                  </a:lnTo>
                  <a:lnTo>
                    <a:pt x="2237" y="1354"/>
                  </a:lnTo>
                  <a:lnTo>
                    <a:pt x="2237" y="1354"/>
                  </a:lnTo>
                  <a:cubicBezTo>
                    <a:pt x="2237" y="1354"/>
                    <a:pt x="2245" y="1355"/>
                    <a:pt x="2253" y="1419"/>
                  </a:cubicBezTo>
                  <a:cubicBezTo>
                    <a:pt x="2269" y="1484"/>
                    <a:pt x="2269" y="1484"/>
                    <a:pt x="2269" y="1484"/>
                  </a:cubicBezTo>
                  <a:lnTo>
                    <a:pt x="2269" y="1484"/>
                  </a:lnTo>
                  <a:cubicBezTo>
                    <a:pt x="2269" y="1460"/>
                    <a:pt x="2269" y="1444"/>
                    <a:pt x="2261" y="1419"/>
                  </a:cubicBezTo>
                  <a:cubicBezTo>
                    <a:pt x="2247" y="1340"/>
                    <a:pt x="2241" y="1306"/>
                    <a:pt x="2242" y="1306"/>
                  </a:cubicBezTo>
                  <a:lnTo>
                    <a:pt x="2242" y="1306"/>
                  </a:lnTo>
                  <a:cubicBezTo>
                    <a:pt x="2242" y="1306"/>
                    <a:pt x="2246" y="1324"/>
                    <a:pt x="2253" y="1354"/>
                  </a:cubicBezTo>
                  <a:cubicBezTo>
                    <a:pt x="2269" y="1419"/>
                    <a:pt x="2277" y="1452"/>
                    <a:pt x="2278" y="1452"/>
                  </a:cubicBezTo>
                  <a:cubicBezTo>
                    <a:pt x="2279" y="1452"/>
                    <a:pt x="2273" y="1419"/>
                    <a:pt x="2261" y="1354"/>
                  </a:cubicBezTo>
                  <a:cubicBezTo>
                    <a:pt x="2253" y="1286"/>
                    <a:pt x="2249" y="1251"/>
                    <a:pt x="2250" y="1251"/>
                  </a:cubicBezTo>
                  <a:lnTo>
                    <a:pt x="2250" y="1251"/>
                  </a:lnTo>
                  <a:cubicBezTo>
                    <a:pt x="2251" y="1251"/>
                    <a:pt x="2257" y="1286"/>
                    <a:pt x="2269" y="1354"/>
                  </a:cubicBezTo>
                  <a:cubicBezTo>
                    <a:pt x="2277" y="1419"/>
                    <a:pt x="2293" y="1484"/>
                    <a:pt x="2293" y="1484"/>
                  </a:cubicBezTo>
                  <a:lnTo>
                    <a:pt x="2285" y="1419"/>
                  </a:lnTo>
                  <a:cubicBezTo>
                    <a:pt x="2276" y="1340"/>
                    <a:pt x="2272" y="1306"/>
                    <a:pt x="2273" y="1306"/>
                  </a:cubicBezTo>
                  <a:lnTo>
                    <a:pt x="2273" y="1306"/>
                  </a:lnTo>
                  <a:cubicBezTo>
                    <a:pt x="2275" y="1306"/>
                    <a:pt x="2278" y="1324"/>
                    <a:pt x="2285" y="1354"/>
                  </a:cubicBezTo>
                  <a:cubicBezTo>
                    <a:pt x="2289" y="1387"/>
                    <a:pt x="2291" y="1403"/>
                    <a:pt x="2292" y="1403"/>
                  </a:cubicBezTo>
                  <a:cubicBezTo>
                    <a:pt x="2293" y="1403"/>
                    <a:pt x="2293" y="1387"/>
                    <a:pt x="2293" y="1354"/>
                  </a:cubicBezTo>
                  <a:cubicBezTo>
                    <a:pt x="2302" y="1354"/>
                    <a:pt x="2302" y="1354"/>
                    <a:pt x="2310" y="1419"/>
                  </a:cubicBezTo>
                  <a:cubicBezTo>
                    <a:pt x="2310" y="1387"/>
                    <a:pt x="2310" y="1371"/>
                    <a:pt x="2312" y="1371"/>
                  </a:cubicBezTo>
                  <a:cubicBezTo>
                    <a:pt x="2314" y="1371"/>
                    <a:pt x="2318" y="1387"/>
                    <a:pt x="2326" y="1419"/>
                  </a:cubicBezTo>
                  <a:cubicBezTo>
                    <a:pt x="2326" y="1354"/>
                    <a:pt x="2326" y="1282"/>
                    <a:pt x="2318" y="1217"/>
                  </a:cubicBezTo>
                  <a:cubicBezTo>
                    <a:pt x="2310" y="1217"/>
                    <a:pt x="2310" y="1217"/>
                    <a:pt x="2310" y="1152"/>
                  </a:cubicBezTo>
                  <a:lnTo>
                    <a:pt x="2318" y="1152"/>
                  </a:lnTo>
                  <a:cubicBezTo>
                    <a:pt x="2326" y="1152"/>
                    <a:pt x="2326" y="1152"/>
                    <a:pt x="2334" y="1079"/>
                  </a:cubicBezTo>
                  <a:cubicBezTo>
                    <a:pt x="2337" y="1065"/>
                    <a:pt x="2340" y="1048"/>
                    <a:pt x="2342" y="1031"/>
                  </a:cubicBezTo>
                  <a:close/>
                  <a:moveTo>
                    <a:pt x="2196" y="2206"/>
                  </a:moveTo>
                  <a:lnTo>
                    <a:pt x="2196" y="2206"/>
                  </a:lnTo>
                  <a:cubicBezTo>
                    <a:pt x="2188" y="2246"/>
                    <a:pt x="2172" y="2287"/>
                    <a:pt x="2147" y="2327"/>
                  </a:cubicBezTo>
                  <a:lnTo>
                    <a:pt x="2196" y="2206"/>
                  </a:lnTo>
                  <a:close/>
                  <a:moveTo>
                    <a:pt x="2747" y="2498"/>
                  </a:moveTo>
                  <a:cubicBezTo>
                    <a:pt x="2772" y="2538"/>
                    <a:pt x="2796" y="2571"/>
                    <a:pt x="2812" y="2611"/>
                  </a:cubicBezTo>
                  <a:lnTo>
                    <a:pt x="2804" y="2619"/>
                  </a:lnTo>
                  <a:cubicBezTo>
                    <a:pt x="2772" y="2563"/>
                    <a:pt x="2747" y="2506"/>
                    <a:pt x="2747" y="2506"/>
                  </a:cubicBezTo>
                  <a:lnTo>
                    <a:pt x="2747" y="2498"/>
                  </a:lnTo>
                  <a:close/>
                  <a:moveTo>
                    <a:pt x="1783" y="2530"/>
                  </a:moveTo>
                  <a:cubicBezTo>
                    <a:pt x="1745" y="2576"/>
                    <a:pt x="1707" y="2628"/>
                    <a:pt x="1695" y="2628"/>
                  </a:cubicBezTo>
                  <a:cubicBezTo>
                    <a:pt x="1695" y="2628"/>
                    <a:pt x="1694" y="2628"/>
                    <a:pt x="1693" y="2627"/>
                  </a:cubicBezTo>
                  <a:lnTo>
                    <a:pt x="1734" y="2571"/>
                  </a:lnTo>
                  <a:lnTo>
                    <a:pt x="1775" y="2530"/>
                  </a:lnTo>
                  <a:close/>
                  <a:moveTo>
                    <a:pt x="2131" y="2595"/>
                  </a:moveTo>
                  <a:cubicBezTo>
                    <a:pt x="2115" y="2635"/>
                    <a:pt x="2107" y="2676"/>
                    <a:pt x="2083" y="2717"/>
                  </a:cubicBezTo>
                  <a:lnTo>
                    <a:pt x="2099" y="2652"/>
                  </a:lnTo>
                  <a:lnTo>
                    <a:pt x="2123" y="2595"/>
                  </a:lnTo>
                  <a:close/>
                  <a:moveTo>
                    <a:pt x="1937" y="2571"/>
                  </a:moveTo>
                  <a:cubicBezTo>
                    <a:pt x="1937" y="2571"/>
                    <a:pt x="1936" y="2571"/>
                    <a:pt x="1912" y="2627"/>
                  </a:cubicBezTo>
                  <a:cubicBezTo>
                    <a:pt x="1888" y="2668"/>
                    <a:pt x="1864" y="2700"/>
                    <a:pt x="1839" y="2741"/>
                  </a:cubicBezTo>
                  <a:cubicBezTo>
                    <a:pt x="1872" y="2684"/>
                    <a:pt x="1896" y="2627"/>
                    <a:pt x="1937" y="2571"/>
                  </a:cubicBezTo>
                  <a:close/>
                  <a:moveTo>
                    <a:pt x="2537" y="2635"/>
                  </a:moveTo>
                  <a:cubicBezTo>
                    <a:pt x="2545" y="2635"/>
                    <a:pt x="2545" y="2635"/>
                    <a:pt x="2561" y="2692"/>
                  </a:cubicBezTo>
                  <a:cubicBezTo>
                    <a:pt x="2577" y="2757"/>
                    <a:pt x="2569" y="2765"/>
                    <a:pt x="2561" y="2765"/>
                  </a:cubicBezTo>
                  <a:cubicBezTo>
                    <a:pt x="2545" y="2725"/>
                    <a:pt x="2537" y="2684"/>
                    <a:pt x="2537" y="2635"/>
                  </a:cubicBezTo>
                  <a:close/>
                  <a:moveTo>
                    <a:pt x="2406" y="527"/>
                  </a:moveTo>
                  <a:cubicBezTo>
                    <a:pt x="2399" y="527"/>
                    <a:pt x="2398" y="596"/>
                    <a:pt x="2391" y="657"/>
                  </a:cubicBezTo>
                  <a:lnTo>
                    <a:pt x="2374" y="657"/>
                  </a:lnTo>
                  <a:cubicBezTo>
                    <a:pt x="2374" y="657"/>
                    <a:pt x="2366" y="657"/>
                    <a:pt x="2366" y="722"/>
                  </a:cubicBezTo>
                  <a:cubicBezTo>
                    <a:pt x="2366" y="782"/>
                    <a:pt x="2361" y="787"/>
                    <a:pt x="2355" y="787"/>
                  </a:cubicBezTo>
                  <a:cubicBezTo>
                    <a:pt x="2353" y="787"/>
                    <a:pt x="2352" y="787"/>
                    <a:pt x="2350" y="787"/>
                  </a:cubicBezTo>
                  <a:cubicBezTo>
                    <a:pt x="2350" y="768"/>
                    <a:pt x="2349" y="760"/>
                    <a:pt x="2349" y="760"/>
                  </a:cubicBezTo>
                  <a:lnTo>
                    <a:pt x="2349" y="760"/>
                  </a:lnTo>
                  <a:cubicBezTo>
                    <a:pt x="2347" y="760"/>
                    <a:pt x="2344" y="808"/>
                    <a:pt x="2350" y="860"/>
                  </a:cubicBezTo>
                  <a:cubicBezTo>
                    <a:pt x="2350" y="892"/>
                    <a:pt x="2350" y="929"/>
                    <a:pt x="2346" y="964"/>
                  </a:cubicBezTo>
                  <a:lnTo>
                    <a:pt x="2346" y="964"/>
                  </a:lnTo>
                  <a:cubicBezTo>
                    <a:pt x="2346" y="943"/>
                    <a:pt x="2345" y="928"/>
                    <a:pt x="2342" y="928"/>
                  </a:cubicBezTo>
                  <a:cubicBezTo>
                    <a:pt x="2340" y="928"/>
                    <a:pt x="2337" y="934"/>
                    <a:pt x="2334" y="949"/>
                  </a:cubicBezTo>
                  <a:lnTo>
                    <a:pt x="2326" y="876"/>
                  </a:lnTo>
                  <a:cubicBezTo>
                    <a:pt x="2326" y="775"/>
                    <a:pt x="2322" y="724"/>
                    <a:pt x="2318" y="724"/>
                  </a:cubicBezTo>
                  <a:cubicBezTo>
                    <a:pt x="2314" y="724"/>
                    <a:pt x="2310" y="775"/>
                    <a:pt x="2310" y="876"/>
                  </a:cubicBezTo>
                  <a:cubicBezTo>
                    <a:pt x="2314" y="989"/>
                    <a:pt x="2316" y="1039"/>
                    <a:pt x="2316" y="1039"/>
                  </a:cubicBezTo>
                  <a:cubicBezTo>
                    <a:pt x="2315" y="1039"/>
                    <a:pt x="2313" y="1007"/>
                    <a:pt x="2310" y="949"/>
                  </a:cubicBezTo>
                  <a:cubicBezTo>
                    <a:pt x="2302" y="811"/>
                    <a:pt x="2293" y="811"/>
                    <a:pt x="2285" y="811"/>
                  </a:cubicBezTo>
                  <a:cubicBezTo>
                    <a:pt x="2277" y="811"/>
                    <a:pt x="2277" y="811"/>
                    <a:pt x="2277" y="746"/>
                  </a:cubicBezTo>
                  <a:cubicBezTo>
                    <a:pt x="2277" y="698"/>
                    <a:pt x="2269" y="649"/>
                    <a:pt x="2253" y="609"/>
                  </a:cubicBezTo>
                  <a:cubicBezTo>
                    <a:pt x="2245" y="609"/>
                    <a:pt x="2245" y="609"/>
                    <a:pt x="2245" y="673"/>
                  </a:cubicBezTo>
                  <a:cubicBezTo>
                    <a:pt x="2252" y="704"/>
                    <a:pt x="2253" y="722"/>
                    <a:pt x="2250" y="722"/>
                  </a:cubicBezTo>
                  <a:cubicBezTo>
                    <a:pt x="2247" y="722"/>
                    <a:pt x="2238" y="688"/>
                    <a:pt x="2229" y="609"/>
                  </a:cubicBezTo>
                  <a:cubicBezTo>
                    <a:pt x="2222" y="582"/>
                    <a:pt x="2218" y="567"/>
                    <a:pt x="2216" y="567"/>
                  </a:cubicBezTo>
                  <a:lnTo>
                    <a:pt x="2216" y="567"/>
                  </a:lnTo>
                  <a:cubicBezTo>
                    <a:pt x="2214" y="567"/>
                    <a:pt x="2216" y="600"/>
                    <a:pt x="2220" y="682"/>
                  </a:cubicBezTo>
                  <a:cubicBezTo>
                    <a:pt x="2229" y="746"/>
                    <a:pt x="2229" y="779"/>
                    <a:pt x="2223" y="779"/>
                  </a:cubicBezTo>
                  <a:cubicBezTo>
                    <a:pt x="2218" y="779"/>
                    <a:pt x="2208" y="746"/>
                    <a:pt x="2196" y="682"/>
                  </a:cubicBezTo>
                  <a:lnTo>
                    <a:pt x="2180" y="682"/>
                  </a:lnTo>
                  <a:cubicBezTo>
                    <a:pt x="2180" y="722"/>
                    <a:pt x="2180" y="771"/>
                    <a:pt x="2188" y="811"/>
                  </a:cubicBezTo>
                  <a:cubicBezTo>
                    <a:pt x="2202" y="893"/>
                    <a:pt x="2208" y="926"/>
                    <a:pt x="2207" y="926"/>
                  </a:cubicBezTo>
                  <a:cubicBezTo>
                    <a:pt x="2207" y="926"/>
                    <a:pt x="2203" y="911"/>
                    <a:pt x="2196" y="884"/>
                  </a:cubicBezTo>
                  <a:cubicBezTo>
                    <a:pt x="2180" y="811"/>
                    <a:pt x="2164" y="746"/>
                    <a:pt x="2164" y="746"/>
                  </a:cubicBezTo>
                  <a:cubicBezTo>
                    <a:pt x="2156" y="682"/>
                    <a:pt x="2147" y="682"/>
                    <a:pt x="2139" y="682"/>
                  </a:cubicBezTo>
                  <a:cubicBezTo>
                    <a:pt x="2131" y="682"/>
                    <a:pt x="2115" y="682"/>
                    <a:pt x="2123" y="746"/>
                  </a:cubicBezTo>
                  <a:cubicBezTo>
                    <a:pt x="2115" y="714"/>
                    <a:pt x="2123" y="722"/>
                    <a:pt x="2115" y="682"/>
                  </a:cubicBezTo>
                  <a:cubicBezTo>
                    <a:pt x="2110" y="682"/>
                    <a:pt x="2101" y="653"/>
                    <a:pt x="2100" y="653"/>
                  </a:cubicBezTo>
                  <a:lnTo>
                    <a:pt x="2100" y="653"/>
                  </a:lnTo>
                  <a:cubicBezTo>
                    <a:pt x="2100" y="653"/>
                    <a:pt x="2102" y="660"/>
                    <a:pt x="2107" y="682"/>
                  </a:cubicBezTo>
                  <a:cubicBezTo>
                    <a:pt x="2107" y="682"/>
                    <a:pt x="2099" y="682"/>
                    <a:pt x="2066" y="617"/>
                  </a:cubicBezTo>
                  <a:cubicBezTo>
                    <a:pt x="2060" y="606"/>
                    <a:pt x="2054" y="601"/>
                    <a:pt x="2051" y="601"/>
                  </a:cubicBezTo>
                  <a:cubicBezTo>
                    <a:pt x="2032" y="601"/>
                    <a:pt x="2050" y="718"/>
                    <a:pt x="2091" y="819"/>
                  </a:cubicBezTo>
                  <a:cubicBezTo>
                    <a:pt x="2083" y="827"/>
                    <a:pt x="2099" y="892"/>
                    <a:pt x="2099" y="892"/>
                  </a:cubicBezTo>
                  <a:cubicBezTo>
                    <a:pt x="2115" y="957"/>
                    <a:pt x="2107" y="957"/>
                    <a:pt x="2099" y="957"/>
                  </a:cubicBezTo>
                  <a:cubicBezTo>
                    <a:pt x="2099" y="957"/>
                    <a:pt x="2083" y="892"/>
                    <a:pt x="2066" y="827"/>
                  </a:cubicBezTo>
                  <a:cubicBezTo>
                    <a:pt x="2039" y="712"/>
                    <a:pt x="2016" y="644"/>
                    <a:pt x="2011" y="644"/>
                  </a:cubicBezTo>
                  <a:cubicBezTo>
                    <a:pt x="2008" y="644"/>
                    <a:pt x="2012" y="674"/>
                    <a:pt x="2027" y="739"/>
                  </a:cubicBezTo>
                  <a:lnTo>
                    <a:pt x="2027" y="739"/>
                  </a:lnTo>
                  <a:cubicBezTo>
                    <a:pt x="2023" y="729"/>
                    <a:pt x="2019" y="722"/>
                    <a:pt x="2010" y="698"/>
                  </a:cubicBezTo>
                  <a:cubicBezTo>
                    <a:pt x="2002" y="667"/>
                    <a:pt x="1996" y="653"/>
                    <a:pt x="1992" y="653"/>
                  </a:cubicBezTo>
                  <a:cubicBezTo>
                    <a:pt x="1988" y="653"/>
                    <a:pt x="1985" y="671"/>
                    <a:pt x="1985" y="706"/>
                  </a:cubicBezTo>
                  <a:cubicBezTo>
                    <a:pt x="1993" y="779"/>
                    <a:pt x="2010" y="844"/>
                    <a:pt x="2034" y="909"/>
                  </a:cubicBezTo>
                  <a:cubicBezTo>
                    <a:pt x="2058" y="973"/>
                    <a:pt x="2050" y="973"/>
                    <a:pt x="2050" y="973"/>
                  </a:cubicBezTo>
                  <a:cubicBezTo>
                    <a:pt x="2042" y="973"/>
                    <a:pt x="2042" y="973"/>
                    <a:pt x="2026" y="909"/>
                  </a:cubicBezTo>
                  <a:cubicBezTo>
                    <a:pt x="2002" y="846"/>
                    <a:pt x="1986" y="815"/>
                    <a:pt x="1981" y="815"/>
                  </a:cubicBezTo>
                  <a:cubicBezTo>
                    <a:pt x="1975" y="815"/>
                    <a:pt x="1981" y="850"/>
                    <a:pt x="2002" y="917"/>
                  </a:cubicBezTo>
                  <a:lnTo>
                    <a:pt x="1977" y="852"/>
                  </a:lnTo>
                  <a:cubicBezTo>
                    <a:pt x="1961" y="807"/>
                    <a:pt x="1940" y="763"/>
                    <a:pt x="1924" y="763"/>
                  </a:cubicBezTo>
                  <a:cubicBezTo>
                    <a:pt x="1916" y="763"/>
                    <a:pt x="1909" y="772"/>
                    <a:pt x="1904" y="795"/>
                  </a:cubicBezTo>
                  <a:cubicBezTo>
                    <a:pt x="1891" y="798"/>
                    <a:pt x="1881" y="803"/>
                    <a:pt x="1871" y="803"/>
                  </a:cubicBezTo>
                  <a:cubicBezTo>
                    <a:pt x="1856" y="803"/>
                    <a:pt x="1842" y="793"/>
                    <a:pt x="1823" y="755"/>
                  </a:cubicBezTo>
                  <a:cubicBezTo>
                    <a:pt x="1819" y="743"/>
                    <a:pt x="1816" y="739"/>
                    <a:pt x="1815" y="739"/>
                  </a:cubicBezTo>
                  <a:cubicBezTo>
                    <a:pt x="1808" y="739"/>
                    <a:pt x="1831" y="856"/>
                    <a:pt x="1872" y="957"/>
                  </a:cubicBezTo>
                  <a:cubicBezTo>
                    <a:pt x="1854" y="916"/>
                    <a:pt x="1845" y="905"/>
                    <a:pt x="1835" y="905"/>
                  </a:cubicBezTo>
                  <a:cubicBezTo>
                    <a:pt x="1831" y="905"/>
                    <a:pt x="1828" y="906"/>
                    <a:pt x="1823" y="909"/>
                  </a:cubicBezTo>
                  <a:cubicBezTo>
                    <a:pt x="1816" y="911"/>
                    <a:pt x="1812" y="912"/>
                    <a:pt x="1807" y="912"/>
                  </a:cubicBezTo>
                  <a:cubicBezTo>
                    <a:pt x="1796" y="912"/>
                    <a:pt x="1790" y="901"/>
                    <a:pt x="1766" y="860"/>
                  </a:cubicBezTo>
                  <a:cubicBezTo>
                    <a:pt x="1738" y="800"/>
                    <a:pt x="1724" y="770"/>
                    <a:pt x="1723" y="770"/>
                  </a:cubicBezTo>
                  <a:lnTo>
                    <a:pt x="1723" y="770"/>
                  </a:lnTo>
                  <a:cubicBezTo>
                    <a:pt x="1721" y="770"/>
                    <a:pt x="1734" y="802"/>
                    <a:pt x="1758" y="868"/>
                  </a:cubicBezTo>
                  <a:cubicBezTo>
                    <a:pt x="1784" y="917"/>
                    <a:pt x="1791" y="938"/>
                    <a:pt x="1784" y="938"/>
                  </a:cubicBezTo>
                  <a:cubicBezTo>
                    <a:pt x="1775" y="938"/>
                    <a:pt x="1737" y="892"/>
                    <a:pt x="1693" y="819"/>
                  </a:cubicBezTo>
                  <a:cubicBezTo>
                    <a:pt x="1672" y="783"/>
                    <a:pt x="1662" y="773"/>
                    <a:pt x="1652" y="773"/>
                  </a:cubicBezTo>
                  <a:cubicBezTo>
                    <a:pt x="1647" y="773"/>
                    <a:pt x="1642" y="776"/>
                    <a:pt x="1637" y="779"/>
                  </a:cubicBezTo>
                  <a:cubicBezTo>
                    <a:pt x="1661" y="836"/>
                    <a:pt x="1645" y="844"/>
                    <a:pt x="1637" y="860"/>
                  </a:cubicBezTo>
                  <a:cubicBezTo>
                    <a:pt x="1612" y="876"/>
                    <a:pt x="1612" y="876"/>
                    <a:pt x="1702" y="982"/>
                  </a:cubicBezTo>
                  <a:cubicBezTo>
                    <a:pt x="1783" y="1095"/>
                    <a:pt x="1775" y="1095"/>
                    <a:pt x="1766" y="1103"/>
                  </a:cubicBezTo>
                  <a:cubicBezTo>
                    <a:pt x="1764" y="1105"/>
                    <a:pt x="1762" y="1107"/>
                    <a:pt x="1759" y="1107"/>
                  </a:cubicBezTo>
                  <a:cubicBezTo>
                    <a:pt x="1751" y="1107"/>
                    <a:pt x="1738" y="1097"/>
                    <a:pt x="1710" y="1063"/>
                  </a:cubicBezTo>
                  <a:cubicBezTo>
                    <a:pt x="1710" y="1063"/>
                    <a:pt x="1661" y="1014"/>
                    <a:pt x="1653" y="1014"/>
                  </a:cubicBezTo>
                  <a:cubicBezTo>
                    <a:pt x="1653" y="1017"/>
                    <a:pt x="1652" y="1020"/>
                    <a:pt x="1649" y="1020"/>
                  </a:cubicBezTo>
                  <a:cubicBezTo>
                    <a:pt x="1643" y="1020"/>
                    <a:pt x="1630" y="1010"/>
                    <a:pt x="1604" y="973"/>
                  </a:cubicBezTo>
                  <a:cubicBezTo>
                    <a:pt x="1604" y="973"/>
                    <a:pt x="1557" y="940"/>
                    <a:pt x="1543" y="940"/>
                  </a:cubicBezTo>
                  <a:cubicBezTo>
                    <a:pt x="1541" y="940"/>
                    <a:pt x="1540" y="940"/>
                    <a:pt x="1539" y="941"/>
                  </a:cubicBezTo>
                  <a:cubicBezTo>
                    <a:pt x="1532" y="945"/>
                    <a:pt x="1524" y="950"/>
                    <a:pt x="1514" y="950"/>
                  </a:cubicBezTo>
                  <a:cubicBezTo>
                    <a:pt x="1503" y="950"/>
                    <a:pt x="1488" y="943"/>
                    <a:pt x="1466" y="917"/>
                  </a:cubicBezTo>
                  <a:cubicBezTo>
                    <a:pt x="1458" y="917"/>
                    <a:pt x="1458" y="917"/>
                    <a:pt x="1507" y="973"/>
                  </a:cubicBezTo>
                  <a:cubicBezTo>
                    <a:pt x="1540" y="1013"/>
                    <a:pt x="1573" y="1053"/>
                    <a:pt x="1549" y="1053"/>
                  </a:cubicBezTo>
                  <a:cubicBezTo>
                    <a:pt x="1543" y="1053"/>
                    <a:pt x="1535" y="1051"/>
                    <a:pt x="1523" y="1046"/>
                  </a:cubicBezTo>
                  <a:lnTo>
                    <a:pt x="1523" y="1046"/>
                  </a:lnTo>
                  <a:cubicBezTo>
                    <a:pt x="1507" y="1063"/>
                    <a:pt x="1491" y="1079"/>
                    <a:pt x="1548" y="1127"/>
                  </a:cubicBezTo>
                  <a:cubicBezTo>
                    <a:pt x="1539" y="1127"/>
                    <a:pt x="1539" y="1127"/>
                    <a:pt x="1491" y="1087"/>
                  </a:cubicBezTo>
                  <a:cubicBezTo>
                    <a:pt x="1447" y="1047"/>
                    <a:pt x="1420" y="1028"/>
                    <a:pt x="1411" y="1028"/>
                  </a:cubicBezTo>
                  <a:cubicBezTo>
                    <a:pt x="1400" y="1028"/>
                    <a:pt x="1417" y="1057"/>
                    <a:pt x="1466" y="1111"/>
                  </a:cubicBezTo>
                  <a:cubicBezTo>
                    <a:pt x="1499" y="1135"/>
                    <a:pt x="1511" y="1147"/>
                    <a:pt x="1503" y="1147"/>
                  </a:cubicBezTo>
                  <a:cubicBezTo>
                    <a:pt x="1497" y="1147"/>
                    <a:pt x="1482" y="1141"/>
                    <a:pt x="1458" y="1127"/>
                  </a:cubicBezTo>
                  <a:lnTo>
                    <a:pt x="1458" y="1127"/>
                  </a:lnTo>
                  <a:cubicBezTo>
                    <a:pt x="1458" y="1127"/>
                    <a:pt x="1450" y="1127"/>
                    <a:pt x="1499" y="1176"/>
                  </a:cubicBezTo>
                  <a:cubicBezTo>
                    <a:pt x="1527" y="1205"/>
                    <a:pt x="1539" y="1216"/>
                    <a:pt x="1531" y="1216"/>
                  </a:cubicBezTo>
                  <a:cubicBezTo>
                    <a:pt x="1525" y="1216"/>
                    <a:pt x="1510" y="1211"/>
                    <a:pt x="1483" y="1200"/>
                  </a:cubicBezTo>
                  <a:cubicBezTo>
                    <a:pt x="1449" y="1172"/>
                    <a:pt x="1435" y="1164"/>
                    <a:pt x="1429" y="1164"/>
                  </a:cubicBezTo>
                  <a:cubicBezTo>
                    <a:pt x="1427" y="1164"/>
                    <a:pt x="1426" y="1165"/>
                    <a:pt x="1426" y="1168"/>
                  </a:cubicBezTo>
                  <a:cubicBezTo>
                    <a:pt x="1453" y="1209"/>
                    <a:pt x="1435" y="1273"/>
                    <a:pt x="1389" y="1273"/>
                  </a:cubicBezTo>
                  <a:cubicBezTo>
                    <a:pt x="1381" y="1273"/>
                    <a:pt x="1371" y="1270"/>
                    <a:pt x="1361" y="1265"/>
                  </a:cubicBezTo>
                  <a:lnTo>
                    <a:pt x="1361" y="1265"/>
                  </a:lnTo>
                  <a:cubicBezTo>
                    <a:pt x="1418" y="1306"/>
                    <a:pt x="1418" y="1306"/>
                    <a:pt x="1410" y="1314"/>
                  </a:cubicBezTo>
                  <a:cubicBezTo>
                    <a:pt x="1372" y="1295"/>
                    <a:pt x="1352" y="1287"/>
                    <a:pt x="1347" y="1287"/>
                  </a:cubicBezTo>
                  <a:cubicBezTo>
                    <a:pt x="1337" y="1287"/>
                    <a:pt x="1385" y="1319"/>
                    <a:pt x="1466" y="1363"/>
                  </a:cubicBezTo>
                  <a:lnTo>
                    <a:pt x="1466" y="1354"/>
                  </a:lnTo>
                  <a:lnTo>
                    <a:pt x="1466" y="1346"/>
                  </a:lnTo>
                  <a:cubicBezTo>
                    <a:pt x="1525" y="1380"/>
                    <a:pt x="1551" y="1400"/>
                    <a:pt x="1540" y="1400"/>
                  </a:cubicBezTo>
                  <a:cubicBezTo>
                    <a:pt x="1529" y="1400"/>
                    <a:pt x="1484" y="1382"/>
                    <a:pt x="1402" y="1338"/>
                  </a:cubicBezTo>
                  <a:cubicBezTo>
                    <a:pt x="1345" y="1312"/>
                    <a:pt x="1314" y="1298"/>
                    <a:pt x="1310" y="1298"/>
                  </a:cubicBezTo>
                  <a:cubicBezTo>
                    <a:pt x="1305" y="1298"/>
                    <a:pt x="1333" y="1316"/>
                    <a:pt x="1393" y="1354"/>
                  </a:cubicBezTo>
                  <a:cubicBezTo>
                    <a:pt x="1456" y="1390"/>
                    <a:pt x="1484" y="1409"/>
                    <a:pt x="1476" y="1409"/>
                  </a:cubicBezTo>
                  <a:cubicBezTo>
                    <a:pt x="1470" y="1409"/>
                    <a:pt x="1440" y="1396"/>
                    <a:pt x="1385" y="1371"/>
                  </a:cubicBezTo>
                  <a:cubicBezTo>
                    <a:pt x="1327" y="1343"/>
                    <a:pt x="1296" y="1329"/>
                    <a:pt x="1293" y="1329"/>
                  </a:cubicBezTo>
                  <a:cubicBezTo>
                    <a:pt x="1290" y="1329"/>
                    <a:pt x="1319" y="1345"/>
                    <a:pt x="1377" y="1379"/>
                  </a:cubicBezTo>
                  <a:cubicBezTo>
                    <a:pt x="1516" y="1458"/>
                    <a:pt x="1591" y="1504"/>
                    <a:pt x="1573" y="1504"/>
                  </a:cubicBezTo>
                  <a:cubicBezTo>
                    <a:pt x="1562" y="1504"/>
                    <a:pt x="1513" y="1485"/>
                    <a:pt x="1418" y="1444"/>
                  </a:cubicBezTo>
                  <a:cubicBezTo>
                    <a:pt x="1322" y="1396"/>
                    <a:pt x="1261" y="1377"/>
                    <a:pt x="1239" y="1377"/>
                  </a:cubicBezTo>
                  <a:cubicBezTo>
                    <a:pt x="1235" y="1377"/>
                    <a:pt x="1233" y="1378"/>
                    <a:pt x="1231" y="1379"/>
                  </a:cubicBezTo>
                  <a:cubicBezTo>
                    <a:pt x="1231" y="1387"/>
                    <a:pt x="1296" y="1411"/>
                    <a:pt x="1353" y="1436"/>
                  </a:cubicBezTo>
                  <a:cubicBezTo>
                    <a:pt x="1420" y="1462"/>
                    <a:pt x="1450" y="1474"/>
                    <a:pt x="1443" y="1474"/>
                  </a:cubicBezTo>
                  <a:cubicBezTo>
                    <a:pt x="1438" y="1474"/>
                    <a:pt x="1408" y="1466"/>
                    <a:pt x="1353" y="1452"/>
                  </a:cubicBezTo>
                  <a:cubicBezTo>
                    <a:pt x="1282" y="1434"/>
                    <a:pt x="1236" y="1426"/>
                    <a:pt x="1212" y="1426"/>
                  </a:cubicBezTo>
                  <a:cubicBezTo>
                    <a:pt x="1170" y="1426"/>
                    <a:pt x="1194" y="1451"/>
                    <a:pt x="1272" y="1492"/>
                  </a:cubicBezTo>
                  <a:cubicBezTo>
                    <a:pt x="1339" y="1536"/>
                    <a:pt x="1364" y="1559"/>
                    <a:pt x="1347" y="1559"/>
                  </a:cubicBezTo>
                  <a:cubicBezTo>
                    <a:pt x="1336" y="1559"/>
                    <a:pt x="1305" y="1548"/>
                    <a:pt x="1256" y="1525"/>
                  </a:cubicBezTo>
                  <a:cubicBezTo>
                    <a:pt x="1190" y="1494"/>
                    <a:pt x="1160" y="1480"/>
                    <a:pt x="1155" y="1480"/>
                  </a:cubicBezTo>
                  <a:cubicBezTo>
                    <a:pt x="1151" y="1480"/>
                    <a:pt x="1165" y="1490"/>
                    <a:pt x="1191" y="1509"/>
                  </a:cubicBezTo>
                  <a:cubicBezTo>
                    <a:pt x="1191" y="1525"/>
                    <a:pt x="1183" y="1541"/>
                    <a:pt x="1183" y="1549"/>
                  </a:cubicBezTo>
                  <a:cubicBezTo>
                    <a:pt x="1175" y="1557"/>
                    <a:pt x="1239" y="1581"/>
                    <a:pt x="1304" y="1598"/>
                  </a:cubicBezTo>
                  <a:cubicBezTo>
                    <a:pt x="1256" y="1589"/>
                    <a:pt x="1215" y="1584"/>
                    <a:pt x="1190" y="1584"/>
                  </a:cubicBezTo>
                  <a:cubicBezTo>
                    <a:pt x="1148" y="1584"/>
                    <a:pt x="1150" y="1597"/>
                    <a:pt x="1231" y="1622"/>
                  </a:cubicBezTo>
                  <a:lnTo>
                    <a:pt x="1231" y="1638"/>
                  </a:lnTo>
                  <a:cubicBezTo>
                    <a:pt x="1231" y="1646"/>
                    <a:pt x="1231" y="1646"/>
                    <a:pt x="1288" y="1671"/>
                  </a:cubicBezTo>
                  <a:cubicBezTo>
                    <a:pt x="1326" y="1680"/>
                    <a:pt x="1320" y="1684"/>
                    <a:pt x="1295" y="1684"/>
                  </a:cubicBezTo>
                  <a:cubicBezTo>
                    <a:pt x="1277" y="1684"/>
                    <a:pt x="1250" y="1682"/>
                    <a:pt x="1223" y="1679"/>
                  </a:cubicBezTo>
                  <a:cubicBezTo>
                    <a:pt x="1158" y="1679"/>
                    <a:pt x="1085" y="1679"/>
                    <a:pt x="1158" y="1687"/>
                  </a:cubicBezTo>
                  <a:cubicBezTo>
                    <a:pt x="1223" y="1703"/>
                    <a:pt x="1280" y="1727"/>
                    <a:pt x="1345" y="1736"/>
                  </a:cubicBezTo>
                  <a:cubicBezTo>
                    <a:pt x="1383" y="1745"/>
                    <a:pt x="1376" y="1749"/>
                    <a:pt x="1351" y="1749"/>
                  </a:cubicBezTo>
                  <a:cubicBezTo>
                    <a:pt x="1334" y="1749"/>
                    <a:pt x="1307" y="1747"/>
                    <a:pt x="1280" y="1744"/>
                  </a:cubicBezTo>
                  <a:cubicBezTo>
                    <a:pt x="1260" y="1740"/>
                    <a:pt x="1237" y="1738"/>
                    <a:pt x="1215" y="1738"/>
                  </a:cubicBezTo>
                  <a:cubicBezTo>
                    <a:pt x="1193" y="1738"/>
                    <a:pt x="1170" y="1740"/>
                    <a:pt x="1150" y="1744"/>
                  </a:cubicBezTo>
                  <a:cubicBezTo>
                    <a:pt x="1150" y="1752"/>
                    <a:pt x="1142" y="1776"/>
                    <a:pt x="1215" y="1776"/>
                  </a:cubicBezTo>
                  <a:cubicBezTo>
                    <a:pt x="1272" y="1784"/>
                    <a:pt x="1272" y="1825"/>
                    <a:pt x="1207" y="1833"/>
                  </a:cubicBezTo>
                  <a:lnTo>
                    <a:pt x="1207" y="1857"/>
                  </a:lnTo>
                  <a:cubicBezTo>
                    <a:pt x="1207" y="1865"/>
                    <a:pt x="1272" y="1873"/>
                    <a:pt x="1272" y="1881"/>
                  </a:cubicBezTo>
                  <a:cubicBezTo>
                    <a:pt x="1272" y="1881"/>
                    <a:pt x="1272" y="1890"/>
                    <a:pt x="1337" y="1890"/>
                  </a:cubicBezTo>
                  <a:cubicBezTo>
                    <a:pt x="1337" y="1898"/>
                    <a:pt x="1337" y="1906"/>
                    <a:pt x="1272" y="1914"/>
                  </a:cubicBezTo>
                  <a:cubicBezTo>
                    <a:pt x="1324" y="1914"/>
                    <a:pt x="1355" y="1913"/>
                    <a:pt x="1365" y="1913"/>
                  </a:cubicBezTo>
                  <a:cubicBezTo>
                    <a:pt x="1381" y="1913"/>
                    <a:pt x="1350" y="1916"/>
                    <a:pt x="1272" y="1930"/>
                  </a:cubicBezTo>
                  <a:cubicBezTo>
                    <a:pt x="1142" y="1938"/>
                    <a:pt x="1142" y="1938"/>
                    <a:pt x="1272" y="1938"/>
                  </a:cubicBezTo>
                  <a:cubicBezTo>
                    <a:pt x="1337" y="1938"/>
                    <a:pt x="1337" y="1938"/>
                    <a:pt x="1272" y="1954"/>
                  </a:cubicBezTo>
                  <a:cubicBezTo>
                    <a:pt x="1207" y="1954"/>
                    <a:pt x="1207" y="1963"/>
                    <a:pt x="1272" y="1963"/>
                  </a:cubicBezTo>
                  <a:cubicBezTo>
                    <a:pt x="1296" y="1961"/>
                    <a:pt x="1317" y="1960"/>
                    <a:pt x="1336" y="1960"/>
                  </a:cubicBezTo>
                  <a:cubicBezTo>
                    <a:pt x="1419" y="1960"/>
                    <a:pt x="1443" y="1974"/>
                    <a:pt x="1337" y="1987"/>
                  </a:cubicBezTo>
                  <a:cubicBezTo>
                    <a:pt x="1337" y="1987"/>
                    <a:pt x="1337" y="1990"/>
                    <a:pt x="1356" y="1990"/>
                  </a:cubicBezTo>
                  <a:cubicBezTo>
                    <a:pt x="1366" y="1990"/>
                    <a:pt x="1380" y="1990"/>
                    <a:pt x="1402" y="1987"/>
                  </a:cubicBezTo>
                  <a:cubicBezTo>
                    <a:pt x="1452" y="1984"/>
                    <a:pt x="1481" y="1982"/>
                    <a:pt x="1490" y="1982"/>
                  </a:cubicBezTo>
                  <a:cubicBezTo>
                    <a:pt x="1502" y="1982"/>
                    <a:pt x="1473" y="1985"/>
                    <a:pt x="1402" y="1995"/>
                  </a:cubicBezTo>
                  <a:cubicBezTo>
                    <a:pt x="1315" y="2017"/>
                    <a:pt x="1290" y="2027"/>
                    <a:pt x="1319" y="2027"/>
                  </a:cubicBezTo>
                  <a:cubicBezTo>
                    <a:pt x="1333" y="2027"/>
                    <a:pt x="1361" y="2025"/>
                    <a:pt x="1402" y="2019"/>
                  </a:cubicBezTo>
                  <a:cubicBezTo>
                    <a:pt x="1402" y="2019"/>
                    <a:pt x="1412" y="2018"/>
                    <a:pt x="1421" y="2018"/>
                  </a:cubicBezTo>
                  <a:cubicBezTo>
                    <a:pt x="1434" y="2018"/>
                    <a:pt x="1444" y="2021"/>
                    <a:pt x="1410" y="2036"/>
                  </a:cubicBezTo>
                  <a:cubicBezTo>
                    <a:pt x="1360" y="2054"/>
                    <a:pt x="1319" y="2097"/>
                    <a:pt x="1359" y="2097"/>
                  </a:cubicBezTo>
                  <a:cubicBezTo>
                    <a:pt x="1371" y="2097"/>
                    <a:pt x="1390" y="2093"/>
                    <a:pt x="1418" y="2084"/>
                  </a:cubicBezTo>
                  <a:lnTo>
                    <a:pt x="1418" y="2100"/>
                  </a:lnTo>
                  <a:cubicBezTo>
                    <a:pt x="1380" y="2122"/>
                    <a:pt x="1367" y="2133"/>
                    <a:pt x="1382" y="2133"/>
                  </a:cubicBezTo>
                  <a:cubicBezTo>
                    <a:pt x="1390" y="2133"/>
                    <a:pt x="1404" y="2130"/>
                    <a:pt x="1426" y="2125"/>
                  </a:cubicBezTo>
                  <a:lnTo>
                    <a:pt x="1483" y="2117"/>
                  </a:lnTo>
                  <a:lnTo>
                    <a:pt x="1483" y="2117"/>
                  </a:lnTo>
                  <a:cubicBezTo>
                    <a:pt x="1442" y="2125"/>
                    <a:pt x="1402" y="2141"/>
                    <a:pt x="1369" y="2165"/>
                  </a:cubicBezTo>
                  <a:cubicBezTo>
                    <a:pt x="1369" y="2169"/>
                    <a:pt x="1369" y="2171"/>
                    <a:pt x="1373" y="2171"/>
                  </a:cubicBezTo>
                  <a:cubicBezTo>
                    <a:pt x="1379" y="2171"/>
                    <a:pt x="1393" y="2167"/>
                    <a:pt x="1426" y="2157"/>
                  </a:cubicBezTo>
                  <a:cubicBezTo>
                    <a:pt x="1467" y="2142"/>
                    <a:pt x="1482" y="2136"/>
                    <a:pt x="1488" y="2136"/>
                  </a:cubicBezTo>
                  <a:cubicBezTo>
                    <a:pt x="1491" y="2136"/>
                    <a:pt x="1491" y="2138"/>
                    <a:pt x="1491" y="2141"/>
                  </a:cubicBezTo>
                  <a:cubicBezTo>
                    <a:pt x="1450" y="2165"/>
                    <a:pt x="1418" y="2190"/>
                    <a:pt x="1369" y="2198"/>
                  </a:cubicBezTo>
                  <a:lnTo>
                    <a:pt x="1377" y="2206"/>
                  </a:lnTo>
                  <a:cubicBezTo>
                    <a:pt x="1438" y="2184"/>
                    <a:pt x="1469" y="2176"/>
                    <a:pt x="1474" y="2176"/>
                  </a:cubicBezTo>
                  <a:cubicBezTo>
                    <a:pt x="1478" y="2176"/>
                    <a:pt x="1464" y="2182"/>
                    <a:pt x="1434" y="2190"/>
                  </a:cubicBezTo>
                  <a:cubicBezTo>
                    <a:pt x="1377" y="2222"/>
                    <a:pt x="1385" y="2230"/>
                    <a:pt x="1385" y="2238"/>
                  </a:cubicBezTo>
                  <a:cubicBezTo>
                    <a:pt x="1401" y="2231"/>
                    <a:pt x="1408" y="2229"/>
                    <a:pt x="1410" y="2229"/>
                  </a:cubicBezTo>
                  <a:cubicBezTo>
                    <a:pt x="1414" y="2229"/>
                    <a:pt x="1394" y="2240"/>
                    <a:pt x="1387" y="2240"/>
                  </a:cubicBezTo>
                  <a:cubicBezTo>
                    <a:pt x="1386" y="2240"/>
                    <a:pt x="1385" y="2239"/>
                    <a:pt x="1385" y="2238"/>
                  </a:cubicBezTo>
                  <a:lnTo>
                    <a:pt x="1329" y="2263"/>
                  </a:lnTo>
                  <a:cubicBezTo>
                    <a:pt x="1309" y="2274"/>
                    <a:pt x="1303" y="2278"/>
                    <a:pt x="1306" y="2278"/>
                  </a:cubicBezTo>
                  <a:cubicBezTo>
                    <a:pt x="1311" y="2278"/>
                    <a:pt x="1348" y="2262"/>
                    <a:pt x="1385" y="2246"/>
                  </a:cubicBezTo>
                  <a:lnTo>
                    <a:pt x="1393" y="2263"/>
                  </a:lnTo>
                  <a:cubicBezTo>
                    <a:pt x="1393" y="2263"/>
                    <a:pt x="1394" y="2263"/>
                    <a:pt x="1397" y="2263"/>
                  </a:cubicBezTo>
                  <a:cubicBezTo>
                    <a:pt x="1403" y="2263"/>
                    <a:pt x="1418" y="2260"/>
                    <a:pt x="1450" y="2238"/>
                  </a:cubicBezTo>
                  <a:cubicBezTo>
                    <a:pt x="1491" y="2222"/>
                    <a:pt x="1531" y="2206"/>
                    <a:pt x="1572" y="2198"/>
                  </a:cubicBezTo>
                  <a:lnTo>
                    <a:pt x="1572" y="2198"/>
                  </a:lnTo>
                  <a:cubicBezTo>
                    <a:pt x="1531" y="2206"/>
                    <a:pt x="1491" y="2230"/>
                    <a:pt x="1458" y="2254"/>
                  </a:cubicBezTo>
                  <a:cubicBezTo>
                    <a:pt x="1458" y="2263"/>
                    <a:pt x="1402" y="2287"/>
                    <a:pt x="1402" y="2287"/>
                  </a:cubicBezTo>
                  <a:cubicBezTo>
                    <a:pt x="1329" y="2318"/>
                    <a:pt x="1329" y="2333"/>
                    <a:pt x="1356" y="2333"/>
                  </a:cubicBezTo>
                  <a:cubicBezTo>
                    <a:pt x="1371" y="2333"/>
                    <a:pt x="1394" y="2328"/>
                    <a:pt x="1418" y="2319"/>
                  </a:cubicBezTo>
                  <a:cubicBezTo>
                    <a:pt x="1468" y="2301"/>
                    <a:pt x="1497" y="2291"/>
                    <a:pt x="1505" y="2291"/>
                  </a:cubicBezTo>
                  <a:cubicBezTo>
                    <a:pt x="1515" y="2291"/>
                    <a:pt x="1489" y="2307"/>
                    <a:pt x="1426" y="2344"/>
                  </a:cubicBezTo>
                  <a:cubicBezTo>
                    <a:pt x="1390" y="2362"/>
                    <a:pt x="1378" y="2370"/>
                    <a:pt x="1383" y="2370"/>
                  </a:cubicBezTo>
                  <a:cubicBezTo>
                    <a:pt x="1393" y="2370"/>
                    <a:pt x="1485" y="2332"/>
                    <a:pt x="1596" y="2271"/>
                  </a:cubicBezTo>
                  <a:lnTo>
                    <a:pt x="1766" y="2181"/>
                  </a:lnTo>
                  <a:lnTo>
                    <a:pt x="1766" y="2181"/>
                  </a:lnTo>
                  <a:lnTo>
                    <a:pt x="1604" y="2279"/>
                  </a:lnTo>
                  <a:cubicBezTo>
                    <a:pt x="1463" y="2362"/>
                    <a:pt x="1413" y="2395"/>
                    <a:pt x="1426" y="2395"/>
                  </a:cubicBezTo>
                  <a:cubicBezTo>
                    <a:pt x="1432" y="2395"/>
                    <a:pt x="1458" y="2385"/>
                    <a:pt x="1499" y="2368"/>
                  </a:cubicBezTo>
                  <a:cubicBezTo>
                    <a:pt x="1529" y="2357"/>
                    <a:pt x="1545" y="2351"/>
                    <a:pt x="1548" y="2351"/>
                  </a:cubicBezTo>
                  <a:cubicBezTo>
                    <a:pt x="1551" y="2351"/>
                    <a:pt x="1537" y="2359"/>
                    <a:pt x="1507" y="2376"/>
                  </a:cubicBezTo>
                  <a:cubicBezTo>
                    <a:pt x="1458" y="2417"/>
                    <a:pt x="1458" y="2417"/>
                    <a:pt x="1475" y="2441"/>
                  </a:cubicBezTo>
                  <a:cubicBezTo>
                    <a:pt x="1478" y="2452"/>
                    <a:pt x="1482" y="2458"/>
                    <a:pt x="1490" y="2458"/>
                  </a:cubicBezTo>
                  <a:cubicBezTo>
                    <a:pt x="1499" y="2458"/>
                    <a:pt x="1513" y="2450"/>
                    <a:pt x="1539" y="2433"/>
                  </a:cubicBezTo>
                  <a:lnTo>
                    <a:pt x="1548" y="2441"/>
                  </a:lnTo>
                  <a:cubicBezTo>
                    <a:pt x="1505" y="2480"/>
                    <a:pt x="1492" y="2497"/>
                    <a:pt x="1499" y="2497"/>
                  </a:cubicBezTo>
                  <a:cubicBezTo>
                    <a:pt x="1507" y="2497"/>
                    <a:pt x="1549" y="2467"/>
                    <a:pt x="1604" y="2417"/>
                  </a:cubicBezTo>
                  <a:lnTo>
                    <a:pt x="1612" y="2433"/>
                  </a:lnTo>
                  <a:lnTo>
                    <a:pt x="1564" y="2465"/>
                  </a:lnTo>
                  <a:cubicBezTo>
                    <a:pt x="1515" y="2506"/>
                    <a:pt x="1523" y="2522"/>
                    <a:pt x="1556" y="2579"/>
                  </a:cubicBezTo>
                  <a:cubicBezTo>
                    <a:pt x="1577" y="2600"/>
                    <a:pt x="1591" y="2614"/>
                    <a:pt x="1607" y="2614"/>
                  </a:cubicBezTo>
                  <a:cubicBezTo>
                    <a:pt x="1627" y="2614"/>
                    <a:pt x="1652" y="2592"/>
                    <a:pt x="1702" y="2538"/>
                  </a:cubicBezTo>
                  <a:cubicBezTo>
                    <a:pt x="1744" y="2496"/>
                    <a:pt x="1768" y="2475"/>
                    <a:pt x="1772" y="2475"/>
                  </a:cubicBezTo>
                  <a:cubicBezTo>
                    <a:pt x="1776" y="2475"/>
                    <a:pt x="1756" y="2500"/>
                    <a:pt x="1710" y="2546"/>
                  </a:cubicBezTo>
                  <a:cubicBezTo>
                    <a:pt x="1680" y="2582"/>
                    <a:pt x="1650" y="2622"/>
                    <a:pt x="1656" y="2622"/>
                  </a:cubicBezTo>
                  <a:cubicBezTo>
                    <a:pt x="1657" y="2622"/>
                    <a:pt x="1664" y="2616"/>
                    <a:pt x="1677" y="2603"/>
                  </a:cubicBezTo>
                  <a:lnTo>
                    <a:pt x="1677" y="2603"/>
                  </a:lnTo>
                  <a:cubicBezTo>
                    <a:pt x="1677" y="2603"/>
                    <a:pt x="1685" y="2611"/>
                    <a:pt x="1645" y="2668"/>
                  </a:cubicBezTo>
                  <a:cubicBezTo>
                    <a:pt x="1615" y="2725"/>
                    <a:pt x="1609" y="2744"/>
                    <a:pt x="1616" y="2744"/>
                  </a:cubicBezTo>
                  <a:cubicBezTo>
                    <a:pt x="1623" y="2744"/>
                    <a:pt x="1647" y="2718"/>
                    <a:pt x="1669" y="2692"/>
                  </a:cubicBezTo>
                  <a:cubicBezTo>
                    <a:pt x="1699" y="2649"/>
                    <a:pt x="1711" y="2633"/>
                    <a:pt x="1713" y="2633"/>
                  </a:cubicBezTo>
                  <a:lnTo>
                    <a:pt x="1713" y="2633"/>
                  </a:lnTo>
                  <a:cubicBezTo>
                    <a:pt x="1716" y="2633"/>
                    <a:pt x="1696" y="2667"/>
                    <a:pt x="1677" y="2700"/>
                  </a:cubicBezTo>
                  <a:cubicBezTo>
                    <a:pt x="1653" y="2742"/>
                    <a:pt x="1625" y="2784"/>
                    <a:pt x="1628" y="2784"/>
                  </a:cubicBezTo>
                  <a:cubicBezTo>
                    <a:pt x="1629" y="2784"/>
                    <a:pt x="1634" y="2778"/>
                    <a:pt x="1645" y="2765"/>
                  </a:cubicBezTo>
                  <a:cubicBezTo>
                    <a:pt x="1668" y="2742"/>
                    <a:pt x="1698" y="2724"/>
                    <a:pt x="1713" y="2724"/>
                  </a:cubicBezTo>
                  <a:cubicBezTo>
                    <a:pt x="1730" y="2724"/>
                    <a:pt x="1731" y="2744"/>
                    <a:pt x="1693" y="2798"/>
                  </a:cubicBezTo>
                  <a:lnTo>
                    <a:pt x="1710" y="2806"/>
                  </a:lnTo>
                  <a:cubicBezTo>
                    <a:pt x="1733" y="2774"/>
                    <a:pt x="1745" y="2765"/>
                    <a:pt x="1755" y="2765"/>
                  </a:cubicBezTo>
                  <a:cubicBezTo>
                    <a:pt x="1762" y="2765"/>
                    <a:pt x="1768" y="2770"/>
                    <a:pt x="1775" y="2773"/>
                  </a:cubicBezTo>
                  <a:cubicBezTo>
                    <a:pt x="1783" y="2781"/>
                    <a:pt x="1791" y="2781"/>
                    <a:pt x="1758" y="2838"/>
                  </a:cubicBezTo>
                  <a:cubicBezTo>
                    <a:pt x="1737" y="2869"/>
                    <a:pt x="1729" y="2885"/>
                    <a:pt x="1734" y="2885"/>
                  </a:cubicBezTo>
                  <a:cubicBezTo>
                    <a:pt x="1738" y="2885"/>
                    <a:pt x="1752" y="2873"/>
                    <a:pt x="1775" y="2846"/>
                  </a:cubicBezTo>
                  <a:cubicBezTo>
                    <a:pt x="1775" y="2847"/>
                    <a:pt x="1775" y="2847"/>
                    <a:pt x="1776" y="2847"/>
                  </a:cubicBezTo>
                  <a:cubicBezTo>
                    <a:pt x="1788" y="2847"/>
                    <a:pt x="1856" y="2749"/>
                    <a:pt x="1856" y="2749"/>
                  </a:cubicBezTo>
                  <a:cubicBezTo>
                    <a:pt x="1872" y="2708"/>
                    <a:pt x="1896" y="2676"/>
                    <a:pt x="1929" y="2644"/>
                  </a:cubicBezTo>
                  <a:lnTo>
                    <a:pt x="1929" y="2644"/>
                  </a:lnTo>
                  <a:lnTo>
                    <a:pt x="1904" y="2700"/>
                  </a:lnTo>
                  <a:lnTo>
                    <a:pt x="1839" y="2814"/>
                  </a:lnTo>
                  <a:cubicBezTo>
                    <a:pt x="1842" y="2817"/>
                    <a:pt x="1845" y="2819"/>
                    <a:pt x="1848" y="2819"/>
                  </a:cubicBezTo>
                  <a:cubicBezTo>
                    <a:pt x="1855" y="2819"/>
                    <a:pt x="1864" y="2808"/>
                    <a:pt x="1880" y="2765"/>
                  </a:cubicBezTo>
                  <a:lnTo>
                    <a:pt x="1880" y="2765"/>
                  </a:lnTo>
                  <a:cubicBezTo>
                    <a:pt x="1864" y="2830"/>
                    <a:pt x="1872" y="2838"/>
                    <a:pt x="1880" y="2838"/>
                  </a:cubicBezTo>
                  <a:cubicBezTo>
                    <a:pt x="1886" y="2841"/>
                    <a:pt x="1891" y="2844"/>
                    <a:pt x="1898" y="2844"/>
                  </a:cubicBezTo>
                  <a:cubicBezTo>
                    <a:pt x="1910" y="2844"/>
                    <a:pt x="1924" y="2834"/>
                    <a:pt x="1945" y="2798"/>
                  </a:cubicBezTo>
                  <a:lnTo>
                    <a:pt x="1945" y="2798"/>
                  </a:lnTo>
                  <a:cubicBezTo>
                    <a:pt x="1923" y="2864"/>
                    <a:pt x="1927" y="2899"/>
                    <a:pt x="1943" y="2899"/>
                  </a:cubicBezTo>
                  <a:cubicBezTo>
                    <a:pt x="1957" y="2899"/>
                    <a:pt x="1979" y="2874"/>
                    <a:pt x="2002" y="2822"/>
                  </a:cubicBezTo>
                  <a:cubicBezTo>
                    <a:pt x="2013" y="2791"/>
                    <a:pt x="2021" y="2776"/>
                    <a:pt x="2025" y="2776"/>
                  </a:cubicBezTo>
                  <a:cubicBezTo>
                    <a:pt x="2028" y="2776"/>
                    <a:pt x="2026" y="2793"/>
                    <a:pt x="2018" y="2822"/>
                  </a:cubicBezTo>
                  <a:cubicBezTo>
                    <a:pt x="2014" y="2855"/>
                    <a:pt x="2012" y="2872"/>
                    <a:pt x="2014" y="2872"/>
                  </a:cubicBezTo>
                  <a:cubicBezTo>
                    <a:pt x="2016" y="2872"/>
                    <a:pt x="2022" y="2858"/>
                    <a:pt x="2034" y="2830"/>
                  </a:cubicBezTo>
                  <a:cubicBezTo>
                    <a:pt x="2041" y="2815"/>
                    <a:pt x="2045" y="2808"/>
                    <a:pt x="2047" y="2808"/>
                  </a:cubicBezTo>
                  <a:cubicBezTo>
                    <a:pt x="2053" y="2808"/>
                    <a:pt x="2046" y="2856"/>
                    <a:pt x="2034" y="2903"/>
                  </a:cubicBezTo>
                  <a:cubicBezTo>
                    <a:pt x="2019" y="2982"/>
                    <a:pt x="2016" y="3016"/>
                    <a:pt x="2022" y="3016"/>
                  </a:cubicBezTo>
                  <a:cubicBezTo>
                    <a:pt x="2025" y="3016"/>
                    <a:pt x="2033" y="3002"/>
                    <a:pt x="2042" y="2976"/>
                  </a:cubicBezTo>
                  <a:cubicBezTo>
                    <a:pt x="2075" y="2919"/>
                    <a:pt x="2091" y="2919"/>
                    <a:pt x="2099" y="2919"/>
                  </a:cubicBezTo>
                  <a:cubicBezTo>
                    <a:pt x="2123" y="2887"/>
                    <a:pt x="2139" y="2846"/>
                    <a:pt x="2139" y="2798"/>
                  </a:cubicBezTo>
                  <a:cubicBezTo>
                    <a:pt x="2156" y="2741"/>
                    <a:pt x="2172" y="2676"/>
                    <a:pt x="2172" y="2676"/>
                  </a:cubicBezTo>
                  <a:cubicBezTo>
                    <a:pt x="2180" y="2657"/>
                    <a:pt x="2184" y="2651"/>
                    <a:pt x="2187" y="2651"/>
                  </a:cubicBezTo>
                  <a:cubicBezTo>
                    <a:pt x="2191" y="2651"/>
                    <a:pt x="2185" y="2676"/>
                    <a:pt x="2180" y="2676"/>
                  </a:cubicBezTo>
                  <a:cubicBezTo>
                    <a:pt x="2164" y="2717"/>
                    <a:pt x="2156" y="2757"/>
                    <a:pt x="2156" y="2806"/>
                  </a:cubicBezTo>
                  <a:cubicBezTo>
                    <a:pt x="2156" y="2863"/>
                    <a:pt x="2172" y="2871"/>
                    <a:pt x="2180" y="2871"/>
                  </a:cubicBezTo>
                  <a:lnTo>
                    <a:pt x="2204" y="2879"/>
                  </a:lnTo>
                  <a:cubicBezTo>
                    <a:pt x="2212" y="2911"/>
                    <a:pt x="2218" y="2927"/>
                    <a:pt x="2223" y="2927"/>
                  </a:cubicBezTo>
                  <a:cubicBezTo>
                    <a:pt x="2229" y="2927"/>
                    <a:pt x="2233" y="2911"/>
                    <a:pt x="2237" y="2879"/>
                  </a:cubicBezTo>
                  <a:cubicBezTo>
                    <a:pt x="2242" y="2843"/>
                    <a:pt x="2244" y="2839"/>
                    <a:pt x="2244" y="2834"/>
                  </a:cubicBezTo>
                  <a:lnTo>
                    <a:pt x="2244" y="2834"/>
                  </a:lnTo>
                  <a:cubicBezTo>
                    <a:pt x="2246" y="2890"/>
                    <a:pt x="2269" y="2920"/>
                    <a:pt x="2292" y="2920"/>
                  </a:cubicBezTo>
                  <a:cubicBezTo>
                    <a:pt x="2315" y="2920"/>
                    <a:pt x="2338" y="2891"/>
                    <a:pt x="2342" y="2830"/>
                  </a:cubicBezTo>
                  <a:lnTo>
                    <a:pt x="2342" y="2895"/>
                  </a:lnTo>
                  <a:cubicBezTo>
                    <a:pt x="2342" y="2960"/>
                    <a:pt x="2350" y="2960"/>
                    <a:pt x="2366" y="2960"/>
                  </a:cubicBezTo>
                  <a:cubicBezTo>
                    <a:pt x="2374" y="2960"/>
                    <a:pt x="2407" y="2895"/>
                    <a:pt x="2431" y="2895"/>
                  </a:cubicBezTo>
                  <a:cubicBezTo>
                    <a:pt x="2456" y="2895"/>
                    <a:pt x="2488" y="2895"/>
                    <a:pt x="2472" y="2830"/>
                  </a:cubicBezTo>
                  <a:cubicBezTo>
                    <a:pt x="2480" y="2830"/>
                    <a:pt x="2480" y="2830"/>
                    <a:pt x="2488" y="2895"/>
                  </a:cubicBezTo>
                  <a:cubicBezTo>
                    <a:pt x="2496" y="2952"/>
                    <a:pt x="2504" y="2952"/>
                    <a:pt x="2512" y="2952"/>
                  </a:cubicBezTo>
                  <a:cubicBezTo>
                    <a:pt x="2512" y="2911"/>
                    <a:pt x="2512" y="2871"/>
                    <a:pt x="2496" y="2830"/>
                  </a:cubicBezTo>
                  <a:cubicBezTo>
                    <a:pt x="2492" y="2798"/>
                    <a:pt x="2492" y="2781"/>
                    <a:pt x="2496" y="2781"/>
                  </a:cubicBezTo>
                  <a:cubicBezTo>
                    <a:pt x="2500" y="2781"/>
                    <a:pt x="2508" y="2798"/>
                    <a:pt x="2520" y="2830"/>
                  </a:cubicBezTo>
                  <a:cubicBezTo>
                    <a:pt x="2532" y="2858"/>
                    <a:pt x="2548" y="2872"/>
                    <a:pt x="2561" y="2872"/>
                  </a:cubicBezTo>
                  <a:cubicBezTo>
                    <a:pt x="2574" y="2872"/>
                    <a:pt x="2585" y="2855"/>
                    <a:pt x="2585" y="2822"/>
                  </a:cubicBezTo>
                  <a:cubicBezTo>
                    <a:pt x="2585" y="2822"/>
                    <a:pt x="2593" y="2822"/>
                    <a:pt x="2610" y="2879"/>
                  </a:cubicBezTo>
                  <a:cubicBezTo>
                    <a:pt x="2623" y="2915"/>
                    <a:pt x="2642" y="2949"/>
                    <a:pt x="2651" y="2949"/>
                  </a:cubicBezTo>
                  <a:cubicBezTo>
                    <a:pt x="2659" y="2949"/>
                    <a:pt x="2661" y="2928"/>
                    <a:pt x="2650" y="2871"/>
                  </a:cubicBezTo>
                  <a:cubicBezTo>
                    <a:pt x="2658" y="2871"/>
                    <a:pt x="2658" y="2871"/>
                    <a:pt x="2674" y="2927"/>
                  </a:cubicBezTo>
                  <a:cubicBezTo>
                    <a:pt x="2693" y="2965"/>
                    <a:pt x="2709" y="3002"/>
                    <a:pt x="2712" y="3002"/>
                  </a:cubicBezTo>
                  <a:cubicBezTo>
                    <a:pt x="2713" y="3002"/>
                    <a:pt x="2708" y="2982"/>
                    <a:pt x="2691" y="2927"/>
                  </a:cubicBezTo>
                  <a:cubicBezTo>
                    <a:pt x="2691" y="2892"/>
                    <a:pt x="2698" y="2873"/>
                    <a:pt x="2711" y="2873"/>
                  </a:cubicBezTo>
                  <a:cubicBezTo>
                    <a:pt x="2722" y="2873"/>
                    <a:pt x="2737" y="2886"/>
                    <a:pt x="2756" y="2911"/>
                  </a:cubicBezTo>
                  <a:cubicBezTo>
                    <a:pt x="2764" y="2911"/>
                    <a:pt x="2772" y="2903"/>
                    <a:pt x="2747" y="2846"/>
                  </a:cubicBezTo>
                  <a:lnTo>
                    <a:pt x="2723" y="2790"/>
                  </a:lnTo>
                  <a:lnTo>
                    <a:pt x="2723" y="2790"/>
                  </a:lnTo>
                  <a:cubicBezTo>
                    <a:pt x="2751" y="2845"/>
                    <a:pt x="2765" y="2874"/>
                    <a:pt x="2768" y="2874"/>
                  </a:cubicBezTo>
                  <a:cubicBezTo>
                    <a:pt x="2770" y="2874"/>
                    <a:pt x="2760" y="2843"/>
                    <a:pt x="2739" y="2781"/>
                  </a:cubicBezTo>
                  <a:cubicBezTo>
                    <a:pt x="2727" y="2753"/>
                    <a:pt x="2721" y="2739"/>
                    <a:pt x="2722" y="2739"/>
                  </a:cubicBezTo>
                  <a:lnTo>
                    <a:pt x="2722" y="2739"/>
                  </a:lnTo>
                  <a:cubicBezTo>
                    <a:pt x="2723" y="2739"/>
                    <a:pt x="2731" y="2753"/>
                    <a:pt x="2747" y="2781"/>
                  </a:cubicBezTo>
                  <a:cubicBezTo>
                    <a:pt x="2780" y="2838"/>
                    <a:pt x="2788" y="2838"/>
                    <a:pt x="2788" y="2838"/>
                  </a:cubicBezTo>
                  <a:cubicBezTo>
                    <a:pt x="2796" y="2838"/>
                    <a:pt x="2804" y="2765"/>
                    <a:pt x="2837" y="2741"/>
                  </a:cubicBezTo>
                  <a:cubicBezTo>
                    <a:pt x="2893" y="2717"/>
                    <a:pt x="2910" y="2708"/>
                    <a:pt x="2877" y="2652"/>
                  </a:cubicBezTo>
                  <a:cubicBezTo>
                    <a:pt x="2860" y="2622"/>
                    <a:pt x="2852" y="2608"/>
                    <a:pt x="2854" y="2608"/>
                  </a:cubicBezTo>
                  <a:lnTo>
                    <a:pt x="2854" y="2608"/>
                  </a:lnTo>
                  <a:cubicBezTo>
                    <a:pt x="2856" y="2608"/>
                    <a:pt x="2866" y="2620"/>
                    <a:pt x="2885" y="2644"/>
                  </a:cubicBezTo>
                  <a:cubicBezTo>
                    <a:pt x="2934" y="2692"/>
                    <a:pt x="2942" y="2692"/>
                    <a:pt x="2950" y="2692"/>
                  </a:cubicBezTo>
                  <a:cubicBezTo>
                    <a:pt x="2950" y="2690"/>
                    <a:pt x="2951" y="2688"/>
                    <a:pt x="2953" y="2688"/>
                  </a:cubicBezTo>
                  <a:cubicBezTo>
                    <a:pt x="2958" y="2688"/>
                    <a:pt x="2970" y="2698"/>
                    <a:pt x="2999" y="2733"/>
                  </a:cubicBezTo>
                  <a:cubicBezTo>
                    <a:pt x="2966" y="2676"/>
                    <a:pt x="2966" y="2676"/>
                    <a:pt x="2974" y="2676"/>
                  </a:cubicBezTo>
                  <a:cubicBezTo>
                    <a:pt x="2992" y="2698"/>
                    <a:pt x="3002" y="2708"/>
                    <a:pt x="3005" y="2708"/>
                  </a:cubicBezTo>
                  <a:cubicBezTo>
                    <a:pt x="3009" y="2708"/>
                    <a:pt x="3001" y="2691"/>
                    <a:pt x="2983" y="2660"/>
                  </a:cubicBezTo>
                  <a:cubicBezTo>
                    <a:pt x="2946" y="2607"/>
                    <a:pt x="2928" y="2581"/>
                    <a:pt x="2929" y="2581"/>
                  </a:cubicBezTo>
                  <a:lnTo>
                    <a:pt x="2929" y="2581"/>
                  </a:lnTo>
                  <a:cubicBezTo>
                    <a:pt x="2930" y="2581"/>
                    <a:pt x="2950" y="2607"/>
                    <a:pt x="2991" y="2660"/>
                  </a:cubicBezTo>
                  <a:cubicBezTo>
                    <a:pt x="3018" y="2693"/>
                    <a:pt x="3054" y="2719"/>
                    <a:pt x="3060" y="2719"/>
                  </a:cubicBezTo>
                  <a:cubicBezTo>
                    <a:pt x="3063" y="2719"/>
                    <a:pt x="3060" y="2713"/>
                    <a:pt x="3047" y="2700"/>
                  </a:cubicBezTo>
                  <a:cubicBezTo>
                    <a:pt x="3007" y="2644"/>
                    <a:pt x="3015" y="2635"/>
                    <a:pt x="2983" y="2587"/>
                  </a:cubicBezTo>
                  <a:cubicBezTo>
                    <a:pt x="2983" y="2584"/>
                    <a:pt x="2984" y="2581"/>
                    <a:pt x="2987" y="2581"/>
                  </a:cubicBezTo>
                  <a:cubicBezTo>
                    <a:pt x="2993" y="2581"/>
                    <a:pt x="3006" y="2589"/>
                    <a:pt x="3031" y="2619"/>
                  </a:cubicBezTo>
                  <a:cubicBezTo>
                    <a:pt x="3042" y="2630"/>
                    <a:pt x="3051" y="2635"/>
                    <a:pt x="3056" y="2635"/>
                  </a:cubicBezTo>
                  <a:cubicBezTo>
                    <a:pt x="3074" y="2635"/>
                    <a:pt x="3062" y="2582"/>
                    <a:pt x="3031" y="2538"/>
                  </a:cubicBezTo>
                  <a:cubicBezTo>
                    <a:pt x="3006" y="2517"/>
                    <a:pt x="2996" y="2505"/>
                    <a:pt x="2999" y="2505"/>
                  </a:cubicBezTo>
                  <a:cubicBezTo>
                    <a:pt x="3002" y="2505"/>
                    <a:pt x="3016" y="2515"/>
                    <a:pt x="3039" y="2538"/>
                  </a:cubicBezTo>
                  <a:cubicBezTo>
                    <a:pt x="3067" y="2566"/>
                    <a:pt x="3080" y="2575"/>
                    <a:pt x="3088" y="2575"/>
                  </a:cubicBezTo>
                  <a:cubicBezTo>
                    <a:pt x="3091" y="2575"/>
                    <a:pt x="3094" y="2573"/>
                    <a:pt x="3096" y="2571"/>
                  </a:cubicBezTo>
                  <a:cubicBezTo>
                    <a:pt x="3084" y="2556"/>
                    <a:pt x="3079" y="2550"/>
                    <a:pt x="3080" y="2550"/>
                  </a:cubicBezTo>
                  <a:lnTo>
                    <a:pt x="3080" y="2550"/>
                  </a:lnTo>
                  <a:cubicBezTo>
                    <a:pt x="3080" y="2550"/>
                    <a:pt x="3111" y="2583"/>
                    <a:pt x="3145" y="2611"/>
                  </a:cubicBezTo>
                  <a:cubicBezTo>
                    <a:pt x="3170" y="2642"/>
                    <a:pt x="3183" y="2653"/>
                    <a:pt x="3193" y="2653"/>
                  </a:cubicBezTo>
                  <a:cubicBezTo>
                    <a:pt x="3199" y="2653"/>
                    <a:pt x="3204" y="2650"/>
                    <a:pt x="3210" y="2644"/>
                  </a:cubicBezTo>
                  <a:cubicBezTo>
                    <a:pt x="3169" y="2595"/>
                    <a:pt x="3185" y="2571"/>
                    <a:pt x="3201" y="2546"/>
                  </a:cubicBezTo>
                  <a:cubicBezTo>
                    <a:pt x="3226" y="2514"/>
                    <a:pt x="3185" y="2473"/>
                    <a:pt x="3088" y="2384"/>
                  </a:cubicBezTo>
                  <a:lnTo>
                    <a:pt x="2991" y="2303"/>
                  </a:lnTo>
                  <a:lnTo>
                    <a:pt x="3088" y="2376"/>
                  </a:lnTo>
                  <a:lnTo>
                    <a:pt x="3250" y="2481"/>
                  </a:lnTo>
                  <a:cubicBezTo>
                    <a:pt x="3258" y="2473"/>
                    <a:pt x="3210" y="2441"/>
                    <a:pt x="3153" y="2400"/>
                  </a:cubicBezTo>
                  <a:cubicBezTo>
                    <a:pt x="3123" y="2381"/>
                    <a:pt x="3112" y="2370"/>
                    <a:pt x="3122" y="2370"/>
                  </a:cubicBezTo>
                  <a:cubicBezTo>
                    <a:pt x="3128" y="2370"/>
                    <a:pt x="3143" y="2375"/>
                    <a:pt x="3169" y="2384"/>
                  </a:cubicBezTo>
                  <a:cubicBezTo>
                    <a:pt x="3190" y="2393"/>
                    <a:pt x="3205" y="2398"/>
                    <a:pt x="3212" y="2398"/>
                  </a:cubicBezTo>
                  <a:cubicBezTo>
                    <a:pt x="3224" y="2398"/>
                    <a:pt x="3216" y="2385"/>
                    <a:pt x="3185" y="2360"/>
                  </a:cubicBezTo>
                  <a:cubicBezTo>
                    <a:pt x="3189" y="2360"/>
                    <a:pt x="3190" y="2359"/>
                    <a:pt x="3195" y="2359"/>
                  </a:cubicBezTo>
                  <a:cubicBezTo>
                    <a:pt x="3202" y="2359"/>
                    <a:pt x="3216" y="2361"/>
                    <a:pt x="3250" y="2376"/>
                  </a:cubicBezTo>
                  <a:cubicBezTo>
                    <a:pt x="3258" y="2368"/>
                    <a:pt x="3258" y="2368"/>
                    <a:pt x="3201" y="2336"/>
                  </a:cubicBezTo>
                  <a:cubicBezTo>
                    <a:pt x="3171" y="2318"/>
                    <a:pt x="3157" y="2310"/>
                    <a:pt x="3160" y="2310"/>
                  </a:cubicBezTo>
                  <a:cubicBezTo>
                    <a:pt x="3163" y="2310"/>
                    <a:pt x="3179" y="2316"/>
                    <a:pt x="3210" y="2327"/>
                  </a:cubicBezTo>
                  <a:cubicBezTo>
                    <a:pt x="3258" y="2348"/>
                    <a:pt x="3287" y="2355"/>
                    <a:pt x="3300" y="2355"/>
                  </a:cubicBezTo>
                  <a:cubicBezTo>
                    <a:pt x="3318" y="2355"/>
                    <a:pt x="3307" y="2341"/>
                    <a:pt x="3274" y="2327"/>
                  </a:cubicBezTo>
                  <a:cubicBezTo>
                    <a:pt x="3218" y="2295"/>
                    <a:pt x="3226" y="2295"/>
                    <a:pt x="3226" y="2287"/>
                  </a:cubicBezTo>
                  <a:cubicBezTo>
                    <a:pt x="3234" y="2279"/>
                    <a:pt x="3234" y="2271"/>
                    <a:pt x="3177" y="2238"/>
                  </a:cubicBezTo>
                  <a:lnTo>
                    <a:pt x="3185" y="2222"/>
                  </a:lnTo>
                  <a:cubicBezTo>
                    <a:pt x="3193" y="2222"/>
                    <a:pt x="3242" y="2254"/>
                    <a:pt x="3242" y="2254"/>
                  </a:cubicBezTo>
                  <a:lnTo>
                    <a:pt x="3307" y="2279"/>
                  </a:lnTo>
                  <a:cubicBezTo>
                    <a:pt x="3315" y="2263"/>
                    <a:pt x="3315" y="2254"/>
                    <a:pt x="3258" y="2222"/>
                  </a:cubicBezTo>
                  <a:cubicBezTo>
                    <a:pt x="3199" y="2197"/>
                    <a:pt x="3171" y="2184"/>
                    <a:pt x="3174" y="2184"/>
                  </a:cubicBezTo>
                  <a:cubicBezTo>
                    <a:pt x="3178" y="2184"/>
                    <a:pt x="3208" y="2195"/>
                    <a:pt x="3266" y="2214"/>
                  </a:cubicBezTo>
                  <a:cubicBezTo>
                    <a:pt x="3303" y="2230"/>
                    <a:pt x="3344" y="2242"/>
                    <a:pt x="3352" y="2242"/>
                  </a:cubicBezTo>
                  <a:cubicBezTo>
                    <a:pt x="3356" y="2242"/>
                    <a:pt x="3351" y="2239"/>
                    <a:pt x="3331" y="2230"/>
                  </a:cubicBezTo>
                  <a:cubicBezTo>
                    <a:pt x="3274" y="2202"/>
                    <a:pt x="3260" y="2192"/>
                    <a:pt x="3268" y="2192"/>
                  </a:cubicBezTo>
                  <a:cubicBezTo>
                    <a:pt x="3276" y="2192"/>
                    <a:pt x="3307" y="2202"/>
                    <a:pt x="3339" y="2214"/>
                  </a:cubicBezTo>
                  <a:cubicBezTo>
                    <a:pt x="3390" y="2236"/>
                    <a:pt x="3418" y="2248"/>
                    <a:pt x="3424" y="2248"/>
                  </a:cubicBezTo>
                  <a:cubicBezTo>
                    <a:pt x="3432" y="2248"/>
                    <a:pt x="3405" y="2230"/>
                    <a:pt x="3347" y="2190"/>
                  </a:cubicBezTo>
                  <a:cubicBezTo>
                    <a:pt x="3347" y="2173"/>
                    <a:pt x="3299" y="2125"/>
                    <a:pt x="3307" y="2100"/>
                  </a:cubicBezTo>
                  <a:cubicBezTo>
                    <a:pt x="3314" y="2080"/>
                    <a:pt x="3315" y="2066"/>
                    <a:pt x="3351" y="2066"/>
                  </a:cubicBezTo>
                  <a:cubicBezTo>
                    <a:pt x="3359" y="2066"/>
                    <a:pt x="3368" y="2067"/>
                    <a:pt x="3380" y="2068"/>
                  </a:cubicBezTo>
                  <a:cubicBezTo>
                    <a:pt x="3445" y="2080"/>
                    <a:pt x="3479" y="2084"/>
                    <a:pt x="3488" y="2084"/>
                  </a:cubicBezTo>
                  <a:cubicBezTo>
                    <a:pt x="3497" y="2084"/>
                    <a:pt x="3481" y="2080"/>
                    <a:pt x="3445" y="2076"/>
                  </a:cubicBezTo>
                  <a:cubicBezTo>
                    <a:pt x="3323" y="2052"/>
                    <a:pt x="3323" y="2044"/>
                    <a:pt x="3331" y="2027"/>
                  </a:cubicBezTo>
                  <a:cubicBezTo>
                    <a:pt x="3404" y="2011"/>
                    <a:pt x="3339" y="1987"/>
                    <a:pt x="3274" y="1971"/>
                  </a:cubicBezTo>
                  <a:lnTo>
                    <a:pt x="3274" y="1987"/>
                  </a:lnTo>
                  <a:cubicBezTo>
                    <a:pt x="3145" y="1963"/>
                    <a:pt x="3153" y="1963"/>
                    <a:pt x="3218" y="1954"/>
                  </a:cubicBezTo>
                  <a:cubicBezTo>
                    <a:pt x="3258" y="1954"/>
                    <a:pt x="3299" y="1954"/>
                    <a:pt x="3339" y="1963"/>
                  </a:cubicBezTo>
                  <a:cubicBezTo>
                    <a:pt x="3360" y="1967"/>
                    <a:pt x="3382" y="1969"/>
                    <a:pt x="3404" y="1969"/>
                  </a:cubicBezTo>
                  <a:cubicBezTo>
                    <a:pt x="3426" y="1969"/>
                    <a:pt x="3449" y="1967"/>
                    <a:pt x="3469" y="1963"/>
                  </a:cubicBezTo>
                  <a:cubicBezTo>
                    <a:pt x="3469" y="1954"/>
                    <a:pt x="3469" y="1946"/>
                    <a:pt x="3404" y="1946"/>
                  </a:cubicBezTo>
                  <a:cubicBezTo>
                    <a:pt x="3347" y="1938"/>
                    <a:pt x="3347" y="1938"/>
                    <a:pt x="3347" y="1930"/>
                  </a:cubicBezTo>
                  <a:cubicBezTo>
                    <a:pt x="3347" y="1930"/>
                    <a:pt x="3347" y="1922"/>
                    <a:pt x="3283" y="1906"/>
                  </a:cubicBezTo>
                  <a:cubicBezTo>
                    <a:pt x="3226" y="1906"/>
                    <a:pt x="3226" y="1898"/>
                    <a:pt x="3226" y="1890"/>
                  </a:cubicBezTo>
                  <a:cubicBezTo>
                    <a:pt x="3291" y="1890"/>
                    <a:pt x="3291" y="1873"/>
                    <a:pt x="3291" y="1873"/>
                  </a:cubicBezTo>
                  <a:lnTo>
                    <a:pt x="3356" y="1873"/>
                  </a:lnTo>
                  <a:cubicBezTo>
                    <a:pt x="3396" y="1873"/>
                    <a:pt x="3445" y="1873"/>
                    <a:pt x="3485" y="1865"/>
                  </a:cubicBezTo>
                  <a:cubicBezTo>
                    <a:pt x="3485" y="1857"/>
                    <a:pt x="3420" y="1857"/>
                    <a:pt x="3420" y="1857"/>
                  </a:cubicBezTo>
                  <a:cubicBezTo>
                    <a:pt x="3364" y="1857"/>
                    <a:pt x="3364" y="1671"/>
                    <a:pt x="3364" y="1646"/>
                  </a:cubicBezTo>
                  <a:cubicBezTo>
                    <a:pt x="3406" y="1628"/>
                    <a:pt x="3417" y="1605"/>
                    <a:pt x="3392" y="1605"/>
                  </a:cubicBezTo>
                  <a:cubicBezTo>
                    <a:pt x="3384" y="1605"/>
                    <a:pt x="3372" y="1608"/>
                    <a:pt x="3356" y="1614"/>
                  </a:cubicBezTo>
                  <a:cubicBezTo>
                    <a:pt x="3345" y="1617"/>
                    <a:pt x="3337" y="1618"/>
                    <a:pt x="3330" y="1618"/>
                  </a:cubicBezTo>
                  <a:cubicBezTo>
                    <a:pt x="3296" y="1618"/>
                    <a:pt x="3289" y="1589"/>
                    <a:pt x="3283" y="1549"/>
                  </a:cubicBezTo>
                  <a:cubicBezTo>
                    <a:pt x="3276" y="1510"/>
                    <a:pt x="3270" y="1477"/>
                    <a:pt x="3239" y="1477"/>
                  </a:cubicBezTo>
                  <a:cubicBezTo>
                    <a:pt x="3231" y="1477"/>
                    <a:pt x="3221" y="1479"/>
                    <a:pt x="3210" y="1484"/>
                  </a:cubicBezTo>
                  <a:cubicBezTo>
                    <a:pt x="3210" y="1484"/>
                    <a:pt x="3201" y="1476"/>
                    <a:pt x="3201" y="1468"/>
                  </a:cubicBezTo>
                  <a:cubicBezTo>
                    <a:pt x="3198" y="1462"/>
                    <a:pt x="3189" y="1460"/>
                    <a:pt x="3177" y="1460"/>
                  </a:cubicBezTo>
                  <a:cubicBezTo>
                    <a:pt x="3165" y="1460"/>
                    <a:pt x="3151" y="1462"/>
                    <a:pt x="3140" y="1462"/>
                  </a:cubicBezTo>
                  <a:cubicBezTo>
                    <a:pt x="3135" y="1462"/>
                    <a:pt x="3130" y="1462"/>
                    <a:pt x="3129" y="1460"/>
                  </a:cubicBezTo>
                  <a:cubicBezTo>
                    <a:pt x="3169" y="1444"/>
                    <a:pt x="3210" y="1419"/>
                    <a:pt x="3242" y="1395"/>
                  </a:cubicBezTo>
                  <a:cubicBezTo>
                    <a:pt x="3241" y="1392"/>
                    <a:pt x="3237" y="1391"/>
                    <a:pt x="3233" y="1391"/>
                  </a:cubicBezTo>
                  <a:cubicBezTo>
                    <a:pt x="3213" y="1391"/>
                    <a:pt x="3167" y="1416"/>
                    <a:pt x="3120" y="1436"/>
                  </a:cubicBezTo>
                  <a:cubicBezTo>
                    <a:pt x="3083" y="1457"/>
                    <a:pt x="3070" y="1461"/>
                    <a:pt x="3066" y="1461"/>
                  </a:cubicBezTo>
                  <a:cubicBezTo>
                    <a:pt x="3064" y="1461"/>
                    <a:pt x="3064" y="1460"/>
                    <a:pt x="3064" y="1460"/>
                  </a:cubicBezTo>
                  <a:cubicBezTo>
                    <a:pt x="3064" y="1460"/>
                    <a:pt x="3064" y="1460"/>
                    <a:pt x="3120" y="1427"/>
                  </a:cubicBezTo>
                  <a:lnTo>
                    <a:pt x="3234" y="1363"/>
                  </a:lnTo>
                  <a:lnTo>
                    <a:pt x="3234" y="1354"/>
                  </a:lnTo>
                  <a:cubicBezTo>
                    <a:pt x="3191" y="1376"/>
                    <a:pt x="3176" y="1380"/>
                    <a:pt x="3171" y="1380"/>
                  </a:cubicBezTo>
                  <a:cubicBezTo>
                    <a:pt x="3169" y="1380"/>
                    <a:pt x="3169" y="1379"/>
                    <a:pt x="3169" y="1379"/>
                  </a:cubicBezTo>
                  <a:cubicBezTo>
                    <a:pt x="3169" y="1371"/>
                    <a:pt x="3169" y="1371"/>
                    <a:pt x="3283" y="1306"/>
                  </a:cubicBezTo>
                  <a:cubicBezTo>
                    <a:pt x="3343" y="1271"/>
                    <a:pt x="3371" y="1253"/>
                    <a:pt x="3366" y="1253"/>
                  </a:cubicBezTo>
                  <a:cubicBezTo>
                    <a:pt x="3362" y="1253"/>
                    <a:pt x="3331" y="1267"/>
                    <a:pt x="3274" y="1298"/>
                  </a:cubicBezTo>
                  <a:lnTo>
                    <a:pt x="3218" y="1314"/>
                  </a:lnTo>
                  <a:cubicBezTo>
                    <a:pt x="3258" y="1283"/>
                    <a:pt x="3266" y="1272"/>
                    <a:pt x="3258" y="1272"/>
                  </a:cubicBezTo>
                  <a:cubicBezTo>
                    <a:pt x="3244" y="1272"/>
                    <a:pt x="3185" y="1302"/>
                    <a:pt x="3145" y="1322"/>
                  </a:cubicBezTo>
                  <a:cubicBezTo>
                    <a:pt x="3208" y="1277"/>
                    <a:pt x="3233" y="1254"/>
                    <a:pt x="3224" y="1254"/>
                  </a:cubicBezTo>
                  <a:cubicBezTo>
                    <a:pt x="3217" y="1254"/>
                    <a:pt x="3187" y="1269"/>
                    <a:pt x="3137" y="1298"/>
                  </a:cubicBezTo>
                  <a:cubicBezTo>
                    <a:pt x="3115" y="1316"/>
                    <a:pt x="3101" y="1324"/>
                    <a:pt x="3098" y="1324"/>
                  </a:cubicBezTo>
                  <a:cubicBezTo>
                    <a:pt x="3094" y="1324"/>
                    <a:pt x="3105" y="1312"/>
                    <a:pt x="3137" y="1290"/>
                  </a:cubicBezTo>
                  <a:cubicBezTo>
                    <a:pt x="3185" y="1241"/>
                    <a:pt x="3177" y="1241"/>
                    <a:pt x="3169" y="1225"/>
                  </a:cubicBezTo>
                  <a:lnTo>
                    <a:pt x="3169" y="1225"/>
                  </a:lnTo>
                  <a:cubicBezTo>
                    <a:pt x="3155" y="1233"/>
                    <a:pt x="3143" y="1236"/>
                    <a:pt x="3132" y="1236"/>
                  </a:cubicBezTo>
                  <a:cubicBezTo>
                    <a:pt x="3100" y="1236"/>
                    <a:pt x="3082" y="1204"/>
                    <a:pt x="3064" y="1168"/>
                  </a:cubicBezTo>
                  <a:cubicBezTo>
                    <a:pt x="3038" y="1132"/>
                    <a:pt x="3016" y="1109"/>
                    <a:pt x="2993" y="1109"/>
                  </a:cubicBezTo>
                  <a:cubicBezTo>
                    <a:pt x="2979" y="1109"/>
                    <a:pt x="2965" y="1117"/>
                    <a:pt x="2950" y="1136"/>
                  </a:cubicBezTo>
                  <a:cubicBezTo>
                    <a:pt x="2942" y="1127"/>
                    <a:pt x="2942" y="1127"/>
                    <a:pt x="2983" y="1071"/>
                  </a:cubicBezTo>
                  <a:cubicBezTo>
                    <a:pt x="3000" y="1050"/>
                    <a:pt x="3009" y="1036"/>
                    <a:pt x="3005" y="1036"/>
                  </a:cubicBezTo>
                  <a:cubicBezTo>
                    <a:pt x="3001" y="1036"/>
                    <a:pt x="2976" y="1059"/>
                    <a:pt x="2926" y="1119"/>
                  </a:cubicBezTo>
                  <a:cubicBezTo>
                    <a:pt x="2902" y="1143"/>
                    <a:pt x="2876" y="1171"/>
                    <a:pt x="2876" y="1171"/>
                  </a:cubicBezTo>
                  <a:cubicBezTo>
                    <a:pt x="2875" y="1171"/>
                    <a:pt x="2888" y="1156"/>
                    <a:pt x="2926" y="1111"/>
                  </a:cubicBezTo>
                  <a:cubicBezTo>
                    <a:pt x="2966" y="1054"/>
                    <a:pt x="2958" y="1046"/>
                    <a:pt x="2934" y="1022"/>
                  </a:cubicBezTo>
                  <a:cubicBezTo>
                    <a:pt x="2931" y="1015"/>
                    <a:pt x="2923" y="1010"/>
                    <a:pt x="2913" y="1010"/>
                  </a:cubicBezTo>
                  <a:cubicBezTo>
                    <a:pt x="2899" y="1010"/>
                    <a:pt x="2880" y="1021"/>
                    <a:pt x="2861" y="1054"/>
                  </a:cubicBezTo>
                  <a:cubicBezTo>
                    <a:pt x="2838" y="1078"/>
                    <a:pt x="2825" y="1090"/>
                    <a:pt x="2824" y="1090"/>
                  </a:cubicBezTo>
                  <a:cubicBezTo>
                    <a:pt x="2822" y="1090"/>
                    <a:pt x="2832" y="1076"/>
                    <a:pt x="2853" y="1046"/>
                  </a:cubicBezTo>
                  <a:cubicBezTo>
                    <a:pt x="2908" y="974"/>
                    <a:pt x="2926" y="910"/>
                    <a:pt x="2906" y="910"/>
                  </a:cubicBezTo>
                  <a:cubicBezTo>
                    <a:pt x="2896" y="910"/>
                    <a:pt x="2879" y="924"/>
                    <a:pt x="2853" y="957"/>
                  </a:cubicBezTo>
                  <a:cubicBezTo>
                    <a:pt x="2845" y="957"/>
                    <a:pt x="2837" y="949"/>
                    <a:pt x="2869" y="892"/>
                  </a:cubicBezTo>
                  <a:cubicBezTo>
                    <a:pt x="2867" y="892"/>
                    <a:pt x="2865" y="892"/>
                    <a:pt x="2862" y="892"/>
                  </a:cubicBezTo>
                  <a:cubicBezTo>
                    <a:pt x="2854" y="892"/>
                    <a:pt x="2841" y="896"/>
                    <a:pt x="2804" y="933"/>
                  </a:cubicBezTo>
                  <a:cubicBezTo>
                    <a:pt x="2804" y="925"/>
                    <a:pt x="2780" y="909"/>
                    <a:pt x="2764" y="900"/>
                  </a:cubicBezTo>
                  <a:cubicBezTo>
                    <a:pt x="2747" y="900"/>
                    <a:pt x="2707" y="957"/>
                    <a:pt x="2707" y="957"/>
                  </a:cubicBezTo>
                  <a:lnTo>
                    <a:pt x="2707" y="949"/>
                  </a:lnTo>
                  <a:cubicBezTo>
                    <a:pt x="2731" y="892"/>
                    <a:pt x="2699" y="876"/>
                    <a:pt x="2650" y="860"/>
                  </a:cubicBezTo>
                  <a:cubicBezTo>
                    <a:pt x="2602" y="836"/>
                    <a:pt x="2561" y="819"/>
                    <a:pt x="2561" y="755"/>
                  </a:cubicBezTo>
                  <a:cubicBezTo>
                    <a:pt x="2561" y="755"/>
                    <a:pt x="2553" y="755"/>
                    <a:pt x="2537" y="819"/>
                  </a:cubicBezTo>
                  <a:cubicBezTo>
                    <a:pt x="2518" y="895"/>
                    <a:pt x="2507" y="927"/>
                    <a:pt x="2503" y="927"/>
                  </a:cubicBezTo>
                  <a:cubicBezTo>
                    <a:pt x="2500" y="927"/>
                    <a:pt x="2501" y="911"/>
                    <a:pt x="2504" y="884"/>
                  </a:cubicBezTo>
                  <a:cubicBezTo>
                    <a:pt x="2513" y="813"/>
                    <a:pt x="2508" y="777"/>
                    <a:pt x="2498" y="777"/>
                  </a:cubicBezTo>
                  <a:cubicBezTo>
                    <a:pt x="2489" y="777"/>
                    <a:pt x="2475" y="809"/>
                    <a:pt x="2464" y="876"/>
                  </a:cubicBezTo>
                  <a:cubicBezTo>
                    <a:pt x="2464" y="836"/>
                    <a:pt x="2464" y="844"/>
                    <a:pt x="2472" y="811"/>
                  </a:cubicBezTo>
                  <a:cubicBezTo>
                    <a:pt x="2475" y="757"/>
                    <a:pt x="2472" y="734"/>
                    <a:pt x="2466" y="734"/>
                  </a:cubicBezTo>
                  <a:cubicBezTo>
                    <a:pt x="2456" y="734"/>
                    <a:pt x="2438" y="789"/>
                    <a:pt x="2423" y="868"/>
                  </a:cubicBezTo>
                  <a:cubicBezTo>
                    <a:pt x="2423" y="821"/>
                    <a:pt x="2423" y="770"/>
                    <a:pt x="2417" y="770"/>
                  </a:cubicBezTo>
                  <a:cubicBezTo>
                    <a:pt x="2415" y="770"/>
                    <a:pt x="2411" y="777"/>
                    <a:pt x="2407" y="795"/>
                  </a:cubicBezTo>
                  <a:cubicBezTo>
                    <a:pt x="2399" y="795"/>
                    <a:pt x="2399" y="795"/>
                    <a:pt x="2407" y="665"/>
                  </a:cubicBezTo>
                  <a:cubicBezTo>
                    <a:pt x="2415" y="617"/>
                    <a:pt x="2415" y="568"/>
                    <a:pt x="2407" y="527"/>
                  </a:cubicBezTo>
                  <a:cubicBezTo>
                    <a:pt x="2407" y="527"/>
                    <a:pt x="2406" y="527"/>
                    <a:pt x="2406" y="52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2"/>
            <p:cNvSpPr/>
            <p:nvPr/>
          </p:nvSpPr>
          <p:spPr>
            <a:xfrm>
              <a:off x="4264061" y="1659049"/>
              <a:ext cx="60331" cy="51850"/>
            </a:xfrm>
            <a:custGeom>
              <a:avLst/>
              <a:gdLst/>
              <a:ahLst/>
              <a:cxnLst/>
              <a:rect l="l" t="t" r="r" b="b"/>
              <a:pathLst>
                <a:path w="3500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89"/>
                    <a:pt x="2149" y="41"/>
                    <a:pt x="2149" y="0"/>
                  </a:cubicBezTo>
                  <a:close/>
                  <a:moveTo>
                    <a:pt x="1608" y="886"/>
                  </a:moveTo>
                  <a:cubicBezTo>
                    <a:pt x="1604" y="886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993"/>
                    <a:pt x="1665" y="1003"/>
                    <a:pt x="1671" y="1003"/>
                  </a:cubicBezTo>
                  <a:cubicBezTo>
                    <a:pt x="1674" y="1003"/>
                    <a:pt x="1676" y="1000"/>
                    <a:pt x="1679" y="997"/>
                  </a:cubicBezTo>
                  <a:cubicBezTo>
                    <a:pt x="1694" y="1010"/>
                    <a:pt x="1702" y="1016"/>
                    <a:pt x="1706" y="1016"/>
                  </a:cubicBezTo>
                  <a:cubicBezTo>
                    <a:pt x="1714" y="1016"/>
                    <a:pt x="1685" y="974"/>
                    <a:pt x="1655" y="932"/>
                  </a:cubicBezTo>
                  <a:cubicBezTo>
                    <a:pt x="1629" y="896"/>
                    <a:pt x="1616" y="886"/>
                    <a:pt x="1608" y="886"/>
                  </a:cubicBezTo>
                  <a:close/>
                  <a:moveTo>
                    <a:pt x="1736" y="957"/>
                  </a:moveTo>
                  <a:cubicBezTo>
                    <a:pt x="1760" y="997"/>
                    <a:pt x="1784" y="1038"/>
                    <a:pt x="1793" y="1078"/>
                  </a:cubicBezTo>
                  <a:cubicBezTo>
                    <a:pt x="1760" y="1046"/>
                    <a:pt x="1736" y="1014"/>
                    <a:pt x="1720" y="965"/>
                  </a:cubicBezTo>
                  <a:lnTo>
                    <a:pt x="1736" y="957"/>
                  </a:lnTo>
                  <a:close/>
                  <a:moveTo>
                    <a:pt x="2133" y="884"/>
                  </a:moveTo>
                  <a:cubicBezTo>
                    <a:pt x="2149" y="924"/>
                    <a:pt x="2166" y="965"/>
                    <a:pt x="2174" y="1014"/>
                  </a:cubicBezTo>
                  <a:cubicBezTo>
                    <a:pt x="2206" y="1151"/>
                    <a:pt x="2206" y="1151"/>
                    <a:pt x="2198" y="1151"/>
                  </a:cubicBezTo>
                  <a:cubicBezTo>
                    <a:pt x="2190" y="1151"/>
                    <a:pt x="2182" y="1151"/>
                    <a:pt x="2166" y="1086"/>
                  </a:cubicBezTo>
                  <a:lnTo>
                    <a:pt x="2174" y="1078"/>
                  </a:lnTo>
                  <a:cubicBezTo>
                    <a:pt x="2178" y="1100"/>
                    <a:pt x="2181" y="1109"/>
                    <a:pt x="2182" y="1109"/>
                  </a:cubicBezTo>
                  <a:cubicBezTo>
                    <a:pt x="2184" y="1109"/>
                    <a:pt x="2175" y="1059"/>
                    <a:pt x="2157" y="1014"/>
                  </a:cubicBezTo>
                  <a:lnTo>
                    <a:pt x="2133" y="884"/>
                  </a:lnTo>
                  <a:close/>
                  <a:moveTo>
                    <a:pt x="2239" y="1014"/>
                  </a:moveTo>
                  <a:lnTo>
                    <a:pt x="2255" y="1078"/>
                  </a:lnTo>
                  <a:cubicBezTo>
                    <a:pt x="2263" y="1151"/>
                    <a:pt x="2255" y="1151"/>
                    <a:pt x="2255" y="1151"/>
                  </a:cubicBezTo>
                  <a:cubicBezTo>
                    <a:pt x="2247" y="1151"/>
                    <a:pt x="2247" y="1151"/>
                    <a:pt x="2239" y="1078"/>
                  </a:cubicBezTo>
                  <a:cubicBezTo>
                    <a:pt x="2239" y="1078"/>
                    <a:pt x="2230" y="1014"/>
                    <a:pt x="2239" y="1014"/>
                  </a:cubicBezTo>
                  <a:close/>
                  <a:moveTo>
                    <a:pt x="1963" y="1070"/>
                  </a:moveTo>
                  <a:cubicBezTo>
                    <a:pt x="1963" y="1070"/>
                    <a:pt x="1995" y="1127"/>
                    <a:pt x="2028" y="1192"/>
                  </a:cubicBezTo>
                  <a:cubicBezTo>
                    <a:pt x="2049" y="1249"/>
                    <a:pt x="2071" y="1300"/>
                    <a:pt x="2098" y="1356"/>
                  </a:cubicBezTo>
                  <a:lnTo>
                    <a:pt x="2098" y="1356"/>
                  </a:lnTo>
                  <a:cubicBezTo>
                    <a:pt x="2089" y="1344"/>
                    <a:pt x="2079" y="1332"/>
                    <a:pt x="2068" y="1322"/>
                  </a:cubicBezTo>
                  <a:lnTo>
                    <a:pt x="2060" y="1322"/>
                  </a:lnTo>
                  <a:lnTo>
                    <a:pt x="2036" y="1257"/>
                  </a:lnTo>
                  <a:cubicBezTo>
                    <a:pt x="2028" y="1216"/>
                    <a:pt x="2012" y="1168"/>
                    <a:pt x="1987" y="1127"/>
                  </a:cubicBezTo>
                  <a:cubicBezTo>
                    <a:pt x="1987" y="1127"/>
                    <a:pt x="1955" y="1070"/>
                    <a:pt x="1963" y="1070"/>
                  </a:cubicBezTo>
                  <a:close/>
                  <a:moveTo>
                    <a:pt x="2384" y="1200"/>
                  </a:moveTo>
                  <a:cubicBezTo>
                    <a:pt x="2384" y="1249"/>
                    <a:pt x="2384" y="1289"/>
                    <a:pt x="2376" y="1338"/>
                  </a:cubicBezTo>
                  <a:cubicBezTo>
                    <a:pt x="2372" y="1376"/>
                    <a:pt x="2369" y="1391"/>
                    <a:pt x="2368" y="1391"/>
                  </a:cubicBezTo>
                  <a:cubicBezTo>
                    <a:pt x="2366" y="1391"/>
                    <a:pt x="2373" y="1298"/>
                    <a:pt x="2384" y="1200"/>
                  </a:cubicBezTo>
                  <a:close/>
                  <a:moveTo>
                    <a:pt x="1509" y="1281"/>
                  </a:moveTo>
                  <a:lnTo>
                    <a:pt x="1614" y="1370"/>
                  </a:lnTo>
                  <a:cubicBezTo>
                    <a:pt x="1704" y="1433"/>
                    <a:pt x="1744" y="1461"/>
                    <a:pt x="1743" y="1461"/>
                  </a:cubicBezTo>
                  <a:cubicBezTo>
                    <a:pt x="1741" y="1461"/>
                    <a:pt x="1713" y="1443"/>
                    <a:pt x="1663" y="1411"/>
                  </a:cubicBezTo>
                  <a:cubicBezTo>
                    <a:pt x="1606" y="1378"/>
                    <a:pt x="1549" y="1338"/>
                    <a:pt x="1501" y="1297"/>
                  </a:cubicBezTo>
                  <a:lnTo>
                    <a:pt x="1509" y="1281"/>
                  </a:lnTo>
                  <a:close/>
                  <a:moveTo>
                    <a:pt x="2239" y="1419"/>
                  </a:moveTo>
                  <a:cubicBezTo>
                    <a:pt x="2255" y="1484"/>
                    <a:pt x="2255" y="1484"/>
                    <a:pt x="2263" y="1484"/>
                  </a:cubicBezTo>
                  <a:lnTo>
                    <a:pt x="2247" y="1419"/>
                  </a:lnTo>
                  <a:close/>
                  <a:moveTo>
                    <a:pt x="1736" y="1419"/>
                  </a:moveTo>
                  <a:lnTo>
                    <a:pt x="1793" y="1451"/>
                  </a:lnTo>
                  <a:cubicBezTo>
                    <a:pt x="1849" y="1492"/>
                    <a:pt x="1841" y="1500"/>
                    <a:pt x="1841" y="1500"/>
                  </a:cubicBezTo>
                  <a:lnTo>
                    <a:pt x="1784" y="1459"/>
                  </a:lnTo>
                  <a:lnTo>
                    <a:pt x="1736" y="1419"/>
                  </a:lnTo>
                  <a:close/>
                  <a:moveTo>
                    <a:pt x="2157" y="1500"/>
                  </a:moveTo>
                  <a:lnTo>
                    <a:pt x="2157" y="1500"/>
                  </a:lnTo>
                  <a:cubicBezTo>
                    <a:pt x="2173" y="1531"/>
                    <a:pt x="2181" y="1546"/>
                    <a:pt x="2182" y="1546"/>
                  </a:cubicBezTo>
                  <a:cubicBezTo>
                    <a:pt x="2182" y="1546"/>
                    <a:pt x="2174" y="1529"/>
                    <a:pt x="2157" y="1500"/>
                  </a:cubicBezTo>
                  <a:close/>
                  <a:moveTo>
                    <a:pt x="1468" y="1516"/>
                  </a:moveTo>
                  <a:lnTo>
                    <a:pt x="1590" y="1565"/>
                  </a:lnTo>
                  <a:lnTo>
                    <a:pt x="1590" y="1573"/>
                  </a:lnTo>
                  <a:cubicBezTo>
                    <a:pt x="1541" y="1565"/>
                    <a:pt x="1501" y="1549"/>
                    <a:pt x="1468" y="1524"/>
                  </a:cubicBezTo>
                  <a:lnTo>
                    <a:pt x="1468" y="1516"/>
                  </a:lnTo>
                  <a:close/>
                  <a:moveTo>
                    <a:pt x="2636" y="1476"/>
                  </a:moveTo>
                  <a:cubicBezTo>
                    <a:pt x="2636" y="1476"/>
                    <a:pt x="2587" y="1532"/>
                    <a:pt x="2547" y="1581"/>
                  </a:cubicBezTo>
                  <a:cubicBezTo>
                    <a:pt x="2571" y="1541"/>
                    <a:pt x="2603" y="1508"/>
                    <a:pt x="2636" y="1476"/>
                  </a:cubicBezTo>
                  <a:close/>
                  <a:moveTo>
                    <a:pt x="2944" y="1508"/>
                  </a:moveTo>
                  <a:cubicBezTo>
                    <a:pt x="2895" y="1541"/>
                    <a:pt x="2838" y="1573"/>
                    <a:pt x="2774" y="1597"/>
                  </a:cubicBezTo>
                  <a:cubicBezTo>
                    <a:pt x="2774" y="1597"/>
                    <a:pt x="2774" y="1597"/>
                    <a:pt x="2830" y="1565"/>
                  </a:cubicBezTo>
                  <a:cubicBezTo>
                    <a:pt x="2863" y="1541"/>
                    <a:pt x="2903" y="1524"/>
                    <a:pt x="2944" y="1508"/>
                  </a:cubicBezTo>
                  <a:close/>
                  <a:moveTo>
                    <a:pt x="1663" y="1541"/>
                  </a:moveTo>
                  <a:lnTo>
                    <a:pt x="1663" y="1541"/>
                  </a:lnTo>
                  <a:cubicBezTo>
                    <a:pt x="1728" y="1565"/>
                    <a:pt x="1784" y="1597"/>
                    <a:pt x="1841" y="1630"/>
                  </a:cubicBezTo>
                  <a:cubicBezTo>
                    <a:pt x="1866" y="1644"/>
                    <a:pt x="1880" y="1652"/>
                    <a:pt x="1878" y="1652"/>
                  </a:cubicBezTo>
                  <a:cubicBezTo>
                    <a:pt x="1877" y="1652"/>
                    <a:pt x="1849" y="1638"/>
                    <a:pt x="1784" y="1605"/>
                  </a:cubicBezTo>
                  <a:lnTo>
                    <a:pt x="1663" y="1541"/>
                  </a:lnTo>
                  <a:close/>
                  <a:moveTo>
                    <a:pt x="1277" y="1624"/>
                  </a:moveTo>
                  <a:cubicBezTo>
                    <a:pt x="1281" y="1624"/>
                    <a:pt x="1290" y="1626"/>
                    <a:pt x="1306" y="1630"/>
                  </a:cubicBezTo>
                  <a:cubicBezTo>
                    <a:pt x="1306" y="1629"/>
                    <a:pt x="1307" y="1628"/>
                    <a:pt x="1309" y="1628"/>
                  </a:cubicBezTo>
                  <a:cubicBezTo>
                    <a:pt x="1321" y="1628"/>
                    <a:pt x="1363" y="1647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4"/>
                    <a:pt x="1277" y="1624"/>
                  </a:cubicBezTo>
                  <a:close/>
                  <a:moveTo>
                    <a:pt x="3171" y="1622"/>
                  </a:moveTo>
                  <a:lnTo>
                    <a:pt x="3106" y="1638"/>
                  </a:lnTo>
                  <a:cubicBezTo>
                    <a:pt x="3071" y="1648"/>
                    <a:pt x="3033" y="1655"/>
                    <a:pt x="3022" y="1655"/>
                  </a:cubicBezTo>
                  <a:cubicBezTo>
                    <a:pt x="3016" y="1655"/>
                    <a:pt x="3020" y="1652"/>
                    <a:pt x="3041" y="1646"/>
                  </a:cubicBezTo>
                  <a:cubicBezTo>
                    <a:pt x="3041" y="1646"/>
                    <a:pt x="3106" y="1630"/>
                    <a:pt x="3171" y="1622"/>
                  </a:cubicBezTo>
                  <a:close/>
                  <a:moveTo>
                    <a:pt x="1606" y="1735"/>
                  </a:moveTo>
                  <a:cubicBezTo>
                    <a:pt x="1655" y="1743"/>
                    <a:pt x="1695" y="1751"/>
                    <a:pt x="1736" y="1759"/>
                  </a:cubicBezTo>
                  <a:cubicBezTo>
                    <a:pt x="1761" y="1766"/>
                    <a:pt x="1766" y="1768"/>
                    <a:pt x="1757" y="1768"/>
                  </a:cubicBezTo>
                  <a:cubicBezTo>
                    <a:pt x="1742" y="1768"/>
                    <a:pt x="1686" y="1761"/>
                    <a:pt x="1606" y="1751"/>
                  </a:cubicBezTo>
                  <a:lnTo>
                    <a:pt x="1606" y="1735"/>
                  </a:lnTo>
                  <a:close/>
                  <a:moveTo>
                    <a:pt x="1939" y="1743"/>
                  </a:moveTo>
                  <a:lnTo>
                    <a:pt x="1995" y="1759"/>
                  </a:lnTo>
                  <a:lnTo>
                    <a:pt x="2060" y="1776"/>
                  </a:lnTo>
                  <a:lnTo>
                    <a:pt x="2060" y="1776"/>
                  </a:lnTo>
                  <a:lnTo>
                    <a:pt x="1939" y="1743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2" y="1806"/>
                    <a:pt x="1695" y="1804"/>
                    <a:pt x="1663" y="1800"/>
                  </a:cubicBezTo>
                  <a:close/>
                  <a:moveTo>
                    <a:pt x="1979" y="1824"/>
                  </a:moveTo>
                  <a:cubicBezTo>
                    <a:pt x="2040" y="1828"/>
                    <a:pt x="2072" y="1830"/>
                    <a:pt x="2073" y="1830"/>
                  </a:cubicBezTo>
                  <a:cubicBezTo>
                    <a:pt x="2074" y="1830"/>
                    <a:pt x="2044" y="1828"/>
                    <a:pt x="1979" y="1824"/>
                  </a:cubicBezTo>
                  <a:close/>
                  <a:moveTo>
                    <a:pt x="1914" y="1849"/>
                  </a:moveTo>
                  <a:lnTo>
                    <a:pt x="1784" y="1857"/>
                  </a:lnTo>
                  <a:lnTo>
                    <a:pt x="1849" y="1857"/>
                  </a:lnTo>
                  <a:cubicBezTo>
                    <a:pt x="1874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2625" y="1886"/>
                  </a:moveTo>
                  <a:cubicBezTo>
                    <a:pt x="2625" y="1886"/>
                    <a:pt x="2636" y="1887"/>
                    <a:pt x="2652" y="1889"/>
                  </a:cubicBezTo>
                  <a:lnTo>
                    <a:pt x="2652" y="1889"/>
                  </a:lnTo>
                  <a:cubicBezTo>
                    <a:pt x="2652" y="1889"/>
                    <a:pt x="2652" y="1889"/>
                    <a:pt x="2652" y="1889"/>
                  </a:cubicBezTo>
                  <a:cubicBezTo>
                    <a:pt x="2633" y="1887"/>
                    <a:pt x="2625" y="1886"/>
                    <a:pt x="2625" y="1886"/>
                  </a:cubicBezTo>
                  <a:close/>
                  <a:moveTo>
                    <a:pt x="1533" y="1889"/>
                  </a:moveTo>
                  <a:cubicBezTo>
                    <a:pt x="1533" y="1897"/>
                    <a:pt x="1533" y="1905"/>
                    <a:pt x="1468" y="1913"/>
                  </a:cubicBezTo>
                  <a:cubicBezTo>
                    <a:pt x="1468" y="1913"/>
                    <a:pt x="1403" y="1913"/>
                    <a:pt x="1403" y="1905"/>
                  </a:cubicBezTo>
                  <a:cubicBezTo>
                    <a:pt x="1403" y="1897"/>
                    <a:pt x="1468" y="1889"/>
                    <a:pt x="1468" y="1889"/>
                  </a:cubicBezTo>
                  <a:close/>
                  <a:moveTo>
                    <a:pt x="2194" y="1906"/>
                  </a:moveTo>
                  <a:cubicBezTo>
                    <a:pt x="2193" y="1906"/>
                    <a:pt x="2171" y="1915"/>
                    <a:pt x="2118" y="1936"/>
                  </a:cubicBezTo>
                  <a:lnTo>
                    <a:pt x="2118" y="1936"/>
                  </a:lnTo>
                  <a:cubicBezTo>
                    <a:pt x="2130" y="1932"/>
                    <a:pt x="2144" y="1927"/>
                    <a:pt x="2157" y="1922"/>
                  </a:cubicBezTo>
                  <a:cubicBezTo>
                    <a:pt x="2181" y="1911"/>
                    <a:pt x="2195" y="1906"/>
                    <a:pt x="2194" y="1906"/>
                  </a:cubicBezTo>
                  <a:close/>
                  <a:moveTo>
                    <a:pt x="3220" y="1930"/>
                  </a:moveTo>
                  <a:lnTo>
                    <a:pt x="3220" y="1938"/>
                  </a:lnTo>
                  <a:lnTo>
                    <a:pt x="3155" y="1938"/>
                  </a:lnTo>
                  <a:lnTo>
                    <a:pt x="3163" y="1930"/>
                  </a:lnTo>
                  <a:close/>
                  <a:moveTo>
                    <a:pt x="2194" y="1887"/>
                  </a:moveTo>
                  <a:cubicBezTo>
                    <a:pt x="2193" y="1887"/>
                    <a:pt x="2164" y="1894"/>
                    <a:pt x="2093" y="1913"/>
                  </a:cubicBezTo>
                  <a:cubicBezTo>
                    <a:pt x="2068" y="1922"/>
                    <a:pt x="2049" y="1928"/>
                    <a:pt x="2033" y="1933"/>
                  </a:cubicBezTo>
                  <a:lnTo>
                    <a:pt x="2033" y="1933"/>
                  </a:lnTo>
                  <a:cubicBezTo>
                    <a:pt x="2034" y="1937"/>
                    <a:pt x="2035" y="1941"/>
                    <a:pt x="2036" y="1946"/>
                  </a:cubicBezTo>
                  <a:cubicBezTo>
                    <a:pt x="2076" y="1930"/>
                    <a:pt x="2117" y="1913"/>
                    <a:pt x="2157" y="1897"/>
                  </a:cubicBezTo>
                  <a:cubicBezTo>
                    <a:pt x="2181" y="1891"/>
                    <a:pt x="2195" y="1887"/>
                    <a:pt x="2194" y="1887"/>
                  </a:cubicBezTo>
                  <a:close/>
                  <a:moveTo>
                    <a:pt x="2028" y="1923"/>
                  </a:moveTo>
                  <a:cubicBezTo>
                    <a:pt x="1971" y="1938"/>
                    <a:pt x="1971" y="1946"/>
                    <a:pt x="1971" y="1946"/>
                  </a:cubicBezTo>
                  <a:cubicBezTo>
                    <a:pt x="1971" y="1948"/>
                    <a:pt x="1971" y="1950"/>
                    <a:pt x="1975" y="1950"/>
                  </a:cubicBezTo>
                  <a:cubicBezTo>
                    <a:pt x="1980" y="1950"/>
                    <a:pt x="1995" y="1946"/>
                    <a:pt x="2033" y="1933"/>
                  </a:cubicBezTo>
                  <a:lnTo>
                    <a:pt x="2033" y="1933"/>
                  </a:lnTo>
                  <a:cubicBezTo>
                    <a:pt x="2032" y="1930"/>
                    <a:pt x="2030" y="1926"/>
                    <a:pt x="2028" y="1923"/>
                  </a:cubicBezTo>
                  <a:close/>
                  <a:moveTo>
                    <a:pt x="3252" y="1961"/>
                  </a:moveTo>
                  <a:cubicBezTo>
                    <a:pt x="3249" y="1961"/>
                    <a:pt x="3252" y="1963"/>
                    <a:pt x="3276" y="1970"/>
                  </a:cubicBezTo>
                  <a:cubicBezTo>
                    <a:pt x="3276" y="1966"/>
                    <a:pt x="3257" y="1961"/>
                    <a:pt x="3252" y="1961"/>
                  </a:cubicBezTo>
                  <a:close/>
                  <a:moveTo>
                    <a:pt x="2693" y="1946"/>
                  </a:moveTo>
                  <a:cubicBezTo>
                    <a:pt x="2733" y="1962"/>
                    <a:pt x="2774" y="1970"/>
                    <a:pt x="2814" y="1986"/>
                  </a:cubicBezTo>
                  <a:lnTo>
                    <a:pt x="2749" y="1970"/>
                  </a:lnTo>
                  <a:lnTo>
                    <a:pt x="2693" y="1954"/>
                  </a:lnTo>
                  <a:lnTo>
                    <a:pt x="2693" y="1946"/>
                  </a:lnTo>
                  <a:close/>
                  <a:moveTo>
                    <a:pt x="3151" y="1989"/>
                  </a:moveTo>
                  <a:cubicBezTo>
                    <a:pt x="3158" y="1989"/>
                    <a:pt x="3173" y="1993"/>
                    <a:pt x="3211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1"/>
                    <a:pt x="3147" y="1989"/>
                    <a:pt x="3151" y="1989"/>
                  </a:cubicBezTo>
                  <a:close/>
                  <a:moveTo>
                    <a:pt x="1531" y="2005"/>
                  </a:moveTo>
                  <a:cubicBezTo>
                    <a:pt x="1536" y="2005"/>
                    <a:pt x="1538" y="2007"/>
                    <a:pt x="1541" y="2011"/>
                  </a:cubicBezTo>
                  <a:cubicBezTo>
                    <a:pt x="1541" y="2019"/>
                    <a:pt x="1476" y="2035"/>
                    <a:pt x="1476" y="2035"/>
                  </a:cubicBezTo>
                  <a:cubicBezTo>
                    <a:pt x="1464" y="2037"/>
                    <a:pt x="1456" y="2037"/>
                    <a:pt x="1452" y="2037"/>
                  </a:cubicBezTo>
                  <a:cubicBezTo>
                    <a:pt x="1434" y="2037"/>
                    <a:pt x="1476" y="2025"/>
                    <a:pt x="1476" y="2019"/>
                  </a:cubicBezTo>
                  <a:cubicBezTo>
                    <a:pt x="1510" y="2009"/>
                    <a:pt x="1523" y="2005"/>
                    <a:pt x="1531" y="2005"/>
                  </a:cubicBezTo>
                  <a:close/>
                  <a:moveTo>
                    <a:pt x="2384" y="2011"/>
                  </a:moveTo>
                  <a:lnTo>
                    <a:pt x="2384" y="2011"/>
                  </a:lnTo>
                  <a:cubicBezTo>
                    <a:pt x="2384" y="2011"/>
                    <a:pt x="2388" y="2023"/>
                    <a:pt x="2392" y="2042"/>
                  </a:cubicBezTo>
                  <a:lnTo>
                    <a:pt x="2392" y="2042"/>
                  </a:lnTo>
                  <a:cubicBezTo>
                    <a:pt x="2391" y="2031"/>
                    <a:pt x="2389" y="2020"/>
                    <a:pt x="2384" y="2011"/>
                  </a:cubicBezTo>
                  <a:close/>
                  <a:moveTo>
                    <a:pt x="2733" y="2003"/>
                  </a:moveTo>
                  <a:cubicBezTo>
                    <a:pt x="2741" y="2003"/>
                    <a:pt x="2741" y="2003"/>
                    <a:pt x="2798" y="2027"/>
                  </a:cubicBezTo>
                  <a:cubicBezTo>
                    <a:pt x="2814" y="2035"/>
                    <a:pt x="2838" y="2043"/>
                    <a:pt x="2855" y="2051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2539" y="2035"/>
                  </a:moveTo>
                  <a:lnTo>
                    <a:pt x="2539" y="2035"/>
                  </a:lnTo>
                  <a:cubicBezTo>
                    <a:pt x="2547" y="2043"/>
                    <a:pt x="2555" y="2049"/>
                    <a:pt x="2563" y="2055"/>
                  </a:cubicBezTo>
                  <a:lnTo>
                    <a:pt x="2563" y="2055"/>
                  </a:lnTo>
                  <a:lnTo>
                    <a:pt x="2539" y="2035"/>
                  </a:lnTo>
                  <a:close/>
                  <a:moveTo>
                    <a:pt x="3089" y="2022"/>
                  </a:moveTo>
                  <a:cubicBezTo>
                    <a:pt x="3095" y="2022"/>
                    <a:pt x="3110" y="2024"/>
                    <a:pt x="3130" y="2027"/>
                  </a:cubicBezTo>
                  <a:cubicBezTo>
                    <a:pt x="3195" y="2043"/>
                    <a:pt x="3195" y="2043"/>
                    <a:pt x="3195" y="2051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7" y="2057"/>
                    <a:pt x="3164" y="2053"/>
                    <a:pt x="3130" y="2043"/>
                  </a:cubicBezTo>
                  <a:cubicBezTo>
                    <a:pt x="3089" y="2028"/>
                    <a:pt x="3077" y="2022"/>
                    <a:pt x="3089" y="2022"/>
                  </a:cubicBezTo>
                  <a:close/>
                  <a:moveTo>
                    <a:pt x="2563" y="2055"/>
                  </a:moveTo>
                  <a:lnTo>
                    <a:pt x="2587" y="2076"/>
                  </a:lnTo>
                  <a:cubicBezTo>
                    <a:pt x="2579" y="2068"/>
                    <a:pt x="2571" y="2061"/>
                    <a:pt x="2563" y="2055"/>
                  </a:cubicBezTo>
                  <a:close/>
                  <a:moveTo>
                    <a:pt x="1715" y="2062"/>
                  </a:moveTo>
                  <a:cubicBezTo>
                    <a:pt x="1720" y="2062"/>
                    <a:pt x="1692" y="2077"/>
                    <a:pt x="1614" y="2108"/>
                  </a:cubicBezTo>
                  <a:cubicBezTo>
                    <a:pt x="1581" y="2118"/>
                    <a:pt x="1567" y="2121"/>
                    <a:pt x="1562" y="2121"/>
                  </a:cubicBezTo>
                  <a:cubicBezTo>
                    <a:pt x="1557" y="2121"/>
                    <a:pt x="1557" y="2120"/>
                    <a:pt x="1557" y="2116"/>
                  </a:cubicBezTo>
                  <a:cubicBezTo>
                    <a:pt x="1557" y="2116"/>
                    <a:pt x="1614" y="2092"/>
                    <a:pt x="1679" y="2076"/>
                  </a:cubicBezTo>
                  <a:cubicBezTo>
                    <a:pt x="1699" y="2067"/>
                    <a:pt x="1713" y="2062"/>
                    <a:pt x="1715" y="2062"/>
                  </a:cubicBezTo>
                  <a:close/>
                  <a:moveTo>
                    <a:pt x="1687" y="2116"/>
                  </a:moveTo>
                  <a:lnTo>
                    <a:pt x="1687" y="2116"/>
                  </a:lnTo>
                  <a:cubicBezTo>
                    <a:pt x="1647" y="2140"/>
                    <a:pt x="1614" y="2157"/>
                    <a:pt x="1566" y="2165"/>
                  </a:cubicBezTo>
                  <a:lnTo>
                    <a:pt x="1622" y="2132"/>
                  </a:lnTo>
                  <a:lnTo>
                    <a:pt x="1687" y="2116"/>
                  </a:lnTo>
                  <a:close/>
                  <a:moveTo>
                    <a:pt x="1603" y="2180"/>
                  </a:moveTo>
                  <a:cubicBezTo>
                    <a:pt x="1609" y="2180"/>
                    <a:pt x="1588" y="2190"/>
                    <a:pt x="1578" y="2190"/>
                  </a:cubicBezTo>
                  <a:cubicBezTo>
                    <a:pt x="1576" y="2190"/>
                    <a:pt x="1575" y="2190"/>
                    <a:pt x="1574" y="2189"/>
                  </a:cubicBezTo>
                  <a:cubicBezTo>
                    <a:pt x="1592" y="2182"/>
                    <a:pt x="1601" y="2180"/>
                    <a:pt x="1603" y="2180"/>
                  </a:cubicBezTo>
                  <a:close/>
                  <a:moveTo>
                    <a:pt x="2417" y="2103"/>
                  </a:moveTo>
                  <a:cubicBezTo>
                    <a:pt x="2417" y="2103"/>
                    <a:pt x="2425" y="2135"/>
                    <a:pt x="2441" y="2197"/>
                  </a:cubicBezTo>
                  <a:cubicBezTo>
                    <a:pt x="2425" y="2133"/>
                    <a:pt x="2417" y="2103"/>
                    <a:pt x="2417" y="2103"/>
                  </a:cubicBezTo>
                  <a:close/>
                  <a:moveTo>
                    <a:pt x="2441" y="2197"/>
                  </a:moveTo>
                  <a:cubicBezTo>
                    <a:pt x="2442" y="2199"/>
                    <a:pt x="2442" y="2201"/>
                    <a:pt x="2443" y="2203"/>
                  </a:cubicBezTo>
                  <a:lnTo>
                    <a:pt x="2443" y="2203"/>
                  </a:lnTo>
                  <a:cubicBezTo>
                    <a:pt x="2442" y="2201"/>
                    <a:pt x="2442" y="2199"/>
                    <a:pt x="2441" y="2197"/>
                  </a:cubicBezTo>
                  <a:close/>
                  <a:moveTo>
                    <a:pt x="203" y="2181"/>
                  </a:moveTo>
                  <a:cubicBezTo>
                    <a:pt x="163" y="2181"/>
                    <a:pt x="114" y="2181"/>
                    <a:pt x="74" y="2189"/>
                  </a:cubicBezTo>
                  <a:cubicBezTo>
                    <a:pt x="1" y="2197"/>
                    <a:pt x="1" y="2213"/>
                    <a:pt x="139" y="2213"/>
                  </a:cubicBezTo>
                  <a:cubicBezTo>
                    <a:pt x="212" y="2197"/>
                    <a:pt x="212" y="2197"/>
                    <a:pt x="203" y="2181"/>
                  </a:cubicBezTo>
                  <a:close/>
                  <a:moveTo>
                    <a:pt x="2344" y="1030"/>
                  </a:move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57" y="1440"/>
                    <a:pt x="2361" y="1481"/>
                    <a:pt x="2366" y="1481"/>
                  </a:cubicBezTo>
                  <a:cubicBezTo>
                    <a:pt x="2370" y="1481"/>
                    <a:pt x="2373" y="1460"/>
                    <a:pt x="2376" y="1403"/>
                  </a:cubicBezTo>
                  <a:cubicBezTo>
                    <a:pt x="2376" y="1386"/>
                    <a:pt x="2376" y="1362"/>
                    <a:pt x="2384" y="1338"/>
                  </a:cubicBezTo>
                  <a:cubicBezTo>
                    <a:pt x="2384" y="1362"/>
                    <a:pt x="2384" y="1386"/>
                    <a:pt x="2384" y="1411"/>
                  </a:cubicBezTo>
                  <a:cubicBezTo>
                    <a:pt x="2376" y="1476"/>
                    <a:pt x="2393" y="1476"/>
                    <a:pt x="2401" y="1484"/>
                  </a:cubicBezTo>
                  <a:cubicBezTo>
                    <a:pt x="2417" y="1492"/>
                    <a:pt x="2425" y="1492"/>
                    <a:pt x="2409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1" y="1586"/>
                    <a:pt x="2419" y="1576"/>
                    <a:pt x="2427" y="1576"/>
                  </a:cubicBezTo>
                  <a:cubicBezTo>
                    <a:pt x="2431" y="1576"/>
                    <a:pt x="2436" y="1578"/>
                    <a:pt x="2441" y="1581"/>
                  </a:cubicBezTo>
                  <a:cubicBezTo>
                    <a:pt x="2443" y="1583"/>
                    <a:pt x="2446" y="1585"/>
                    <a:pt x="2449" y="1585"/>
                  </a:cubicBezTo>
                  <a:cubicBezTo>
                    <a:pt x="2458" y="1585"/>
                    <a:pt x="2472" y="1572"/>
                    <a:pt x="2490" y="1524"/>
                  </a:cubicBezTo>
                  <a:lnTo>
                    <a:pt x="2498" y="1532"/>
                  </a:lnTo>
                  <a:cubicBezTo>
                    <a:pt x="2466" y="1597"/>
                    <a:pt x="2474" y="1597"/>
                    <a:pt x="2474" y="1597"/>
                  </a:cubicBezTo>
                  <a:cubicBezTo>
                    <a:pt x="2499" y="1553"/>
                    <a:pt x="2509" y="1548"/>
                    <a:pt x="2513" y="1548"/>
                  </a:cubicBezTo>
                  <a:cubicBezTo>
                    <a:pt x="2514" y="1548"/>
                    <a:pt x="2514" y="1549"/>
                    <a:pt x="2514" y="1549"/>
                  </a:cubicBezTo>
                  <a:cubicBezTo>
                    <a:pt x="2482" y="1605"/>
                    <a:pt x="2482" y="1605"/>
                    <a:pt x="2482" y="1605"/>
                  </a:cubicBezTo>
                  <a:cubicBezTo>
                    <a:pt x="2482" y="1608"/>
                    <a:pt x="2482" y="1609"/>
                    <a:pt x="2484" y="1609"/>
                  </a:cubicBezTo>
                  <a:cubicBezTo>
                    <a:pt x="2488" y="1609"/>
                    <a:pt x="2499" y="1598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9" y="1565"/>
                    <a:pt x="2498" y="1630"/>
                  </a:cubicBezTo>
                  <a:cubicBezTo>
                    <a:pt x="2488" y="1647"/>
                    <a:pt x="2485" y="1653"/>
                    <a:pt x="2486" y="1653"/>
                  </a:cubicBezTo>
                  <a:cubicBezTo>
                    <a:pt x="2490" y="1653"/>
                    <a:pt x="2518" y="1615"/>
                    <a:pt x="2547" y="1581"/>
                  </a:cubicBezTo>
                  <a:lnTo>
                    <a:pt x="2547" y="1581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14" y="1646"/>
                  </a:lnTo>
                  <a:cubicBezTo>
                    <a:pt x="2538" y="1612"/>
                    <a:pt x="2551" y="1602"/>
                    <a:pt x="2559" y="1602"/>
                  </a:cubicBezTo>
                  <a:cubicBezTo>
                    <a:pt x="2564" y="1602"/>
                    <a:pt x="2568" y="1607"/>
                    <a:pt x="2571" y="1613"/>
                  </a:cubicBezTo>
                  <a:cubicBezTo>
                    <a:pt x="2575" y="1621"/>
                    <a:pt x="2577" y="1627"/>
                    <a:pt x="2583" y="1627"/>
                  </a:cubicBezTo>
                  <a:cubicBezTo>
                    <a:pt x="2591" y="1627"/>
                    <a:pt x="2605" y="1619"/>
                    <a:pt x="2636" y="1597"/>
                  </a:cubicBezTo>
                  <a:cubicBezTo>
                    <a:pt x="2658" y="1575"/>
                    <a:pt x="2670" y="1565"/>
                    <a:pt x="2672" y="1565"/>
                  </a:cubicBezTo>
                  <a:cubicBezTo>
                    <a:pt x="2674" y="1565"/>
                    <a:pt x="2662" y="1579"/>
                    <a:pt x="2636" y="1605"/>
                  </a:cubicBezTo>
                  <a:cubicBezTo>
                    <a:pt x="2541" y="1695"/>
                    <a:pt x="2504" y="1726"/>
                    <a:pt x="2506" y="1726"/>
                  </a:cubicBezTo>
                  <a:cubicBezTo>
                    <a:pt x="2507" y="1726"/>
                    <a:pt x="2519" y="1717"/>
                    <a:pt x="2539" y="1703"/>
                  </a:cubicBezTo>
                  <a:cubicBezTo>
                    <a:pt x="2539" y="1703"/>
                    <a:pt x="2587" y="1662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cubicBezTo>
                    <a:pt x="2726" y="1565"/>
                    <a:pt x="2699" y="1587"/>
                    <a:pt x="2644" y="1630"/>
                  </a:cubicBezTo>
                  <a:cubicBezTo>
                    <a:pt x="2591" y="1666"/>
                    <a:pt x="2579" y="1682"/>
                    <a:pt x="2595" y="1682"/>
                  </a:cubicBezTo>
                  <a:cubicBezTo>
                    <a:pt x="2611" y="1682"/>
                    <a:pt x="2656" y="1666"/>
                    <a:pt x="2717" y="1638"/>
                  </a:cubicBezTo>
                  <a:lnTo>
                    <a:pt x="2717" y="1638"/>
                  </a:lnTo>
                  <a:lnTo>
                    <a:pt x="2660" y="1670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6" y="1692"/>
                    <a:pt x="2673" y="1692"/>
                  </a:cubicBezTo>
                  <a:cubicBezTo>
                    <a:pt x="2686" y="1692"/>
                    <a:pt x="2649" y="1719"/>
                    <a:pt x="2611" y="1735"/>
                  </a:cubicBezTo>
                  <a:cubicBezTo>
                    <a:pt x="2547" y="1759"/>
                    <a:pt x="2547" y="1759"/>
                    <a:pt x="2547" y="1759"/>
                  </a:cubicBezTo>
                  <a:cubicBezTo>
                    <a:pt x="2585" y="1747"/>
                    <a:pt x="2605" y="1742"/>
                    <a:pt x="2614" y="1742"/>
                  </a:cubicBezTo>
                  <a:cubicBezTo>
                    <a:pt x="2632" y="1742"/>
                    <a:pt x="2591" y="1765"/>
                    <a:pt x="2547" y="1776"/>
                  </a:cubicBezTo>
                  <a:lnTo>
                    <a:pt x="2547" y="1784"/>
                  </a:lnTo>
                  <a:cubicBezTo>
                    <a:pt x="2586" y="1769"/>
                    <a:pt x="2601" y="1766"/>
                    <a:pt x="2607" y="1766"/>
                  </a:cubicBezTo>
                  <a:cubicBezTo>
                    <a:pt x="2611" y="1766"/>
                    <a:pt x="2611" y="1768"/>
                    <a:pt x="2611" y="1768"/>
                  </a:cubicBezTo>
                  <a:cubicBezTo>
                    <a:pt x="2611" y="1771"/>
                    <a:pt x="2611" y="1773"/>
                    <a:pt x="2616" y="1773"/>
                  </a:cubicBezTo>
                  <a:cubicBezTo>
                    <a:pt x="2621" y="1773"/>
                    <a:pt x="2635" y="1769"/>
                    <a:pt x="2668" y="1759"/>
                  </a:cubicBezTo>
                  <a:cubicBezTo>
                    <a:pt x="2709" y="1743"/>
                    <a:pt x="2757" y="1735"/>
                    <a:pt x="2798" y="1727"/>
                  </a:cubicBezTo>
                  <a:lnTo>
                    <a:pt x="2798" y="1727"/>
                  </a:lnTo>
                  <a:lnTo>
                    <a:pt x="2733" y="1743"/>
                  </a:lnTo>
                  <a:cubicBezTo>
                    <a:pt x="2668" y="1759"/>
                    <a:pt x="2676" y="1768"/>
                    <a:pt x="2668" y="1776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6"/>
                    <a:pt x="2603" y="1824"/>
                    <a:pt x="2668" y="1824"/>
                  </a:cubicBezTo>
                  <a:lnTo>
                    <a:pt x="2668" y="1832"/>
                  </a:lnTo>
                  <a:cubicBezTo>
                    <a:pt x="2539" y="1840"/>
                    <a:pt x="2539" y="1840"/>
                    <a:pt x="2660" y="1840"/>
                  </a:cubicBezTo>
                  <a:cubicBezTo>
                    <a:pt x="2595" y="1840"/>
                    <a:pt x="2595" y="1849"/>
                    <a:pt x="2595" y="1849"/>
                  </a:cubicBezTo>
                  <a:cubicBezTo>
                    <a:pt x="2647" y="1849"/>
                    <a:pt x="2658" y="1859"/>
                    <a:pt x="2626" y="1859"/>
                  </a:cubicBezTo>
                  <a:cubicBezTo>
                    <a:pt x="2619" y="1859"/>
                    <a:pt x="2608" y="1858"/>
                    <a:pt x="2595" y="1857"/>
                  </a:cubicBezTo>
                  <a:lnTo>
                    <a:pt x="2595" y="1857"/>
                  </a:lnTo>
                  <a:cubicBezTo>
                    <a:pt x="2660" y="1865"/>
                    <a:pt x="2652" y="1873"/>
                    <a:pt x="2652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74" y="1889"/>
                    <a:pt x="2774" y="1897"/>
                    <a:pt x="2774" y="1897"/>
                  </a:cubicBezTo>
                  <a:cubicBezTo>
                    <a:pt x="2733" y="1889"/>
                    <a:pt x="2693" y="1889"/>
                    <a:pt x="2652" y="1881"/>
                  </a:cubicBezTo>
                  <a:cubicBezTo>
                    <a:pt x="2629" y="1875"/>
                    <a:pt x="2614" y="1873"/>
                    <a:pt x="2610" y="1873"/>
                  </a:cubicBezTo>
                  <a:cubicBezTo>
                    <a:pt x="2602" y="1873"/>
                    <a:pt x="2630" y="1882"/>
                    <a:pt x="2709" y="1897"/>
                  </a:cubicBezTo>
                  <a:cubicBezTo>
                    <a:pt x="2689" y="1894"/>
                    <a:pt x="2668" y="1892"/>
                    <a:pt x="2652" y="1889"/>
                  </a:cubicBezTo>
                  <a:lnTo>
                    <a:pt x="2652" y="1889"/>
                  </a:lnTo>
                  <a:cubicBezTo>
                    <a:pt x="2651" y="1891"/>
                    <a:pt x="2651" y="1898"/>
                    <a:pt x="2709" y="1905"/>
                  </a:cubicBezTo>
                  <a:lnTo>
                    <a:pt x="2701" y="1913"/>
                  </a:lnTo>
                  <a:cubicBezTo>
                    <a:pt x="2636" y="1905"/>
                    <a:pt x="2636" y="1905"/>
                    <a:pt x="2636" y="1905"/>
                  </a:cubicBezTo>
                  <a:lnTo>
                    <a:pt x="2636" y="1905"/>
                  </a:lnTo>
                  <a:cubicBezTo>
                    <a:pt x="2674" y="1915"/>
                    <a:pt x="2690" y="1919"/>
                    <a:pt x="2683" y="1919"/>
                  </a:cubicBezTo>
                  <a:cubicBezTo>
                    <a:pt x="2678" y="1919"/>
                    <a:pt x="2663" y="1917"/>
                    <a:pt x="2636" y="1913"/>
                  </a:cubicBezTo>
                  <a:cubicBezTo>
                    <a:pt x="2609" y="1907"/>
                    <a:pt x="2593" y="1903"/>
                    <a:pt x="2593" y="1903"/>
                  </a:cubicBezTo>
                  <a:cubicBezTo>
                    <a:pt x="2592" y="1903"/>
                    <a:pt x="2621" y="1911"/>
                    <a:pt x="2693" y="1930"/>
                  </a:cubicBezTo>
                  <a:cubicBezTo>
                    <a:pt x="2733" y="1940"/>
                    <a:pt x="2748" y="1947"/>
                    <a:pt x="2738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cubicBezTo>
                    <a:pt x="2590" y="1911"/>
                    <a:pt x="2604" y="1915"/>
                    <a:pt x="2628" y="1922"/>
                  </a:cubicBezTo>
                  <a:cubicBezTo>
                    <a:pt x="2693" y="1946"/>
                    <a:pt x="2684" y="1946"/>
                    <a:pt x="2684" y="1946"/>
                  </a:cubicBezTo>
                  <a:cubicBezTo>
                    <a:pt x="2668" y="1941"/>
                    <a:pt x="2656" y="1939"/>
                    <a:pt x="2647" y="1939"/>
                  </a:cubicBezTo>
                  <a:cubicBezTo>
                    <a:pt x="2626" y="1939"/>
                    <a:pt x="2623" y="1951"/>
                    <a:pt x="2611" y="1962"/>
                  </a:cubicBezTo>
                  <a:cubicBezTo>
                    <a:pt x="2611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90" y="2054"/>
                  </a:cubicBezTo>
                  <a:cubicBezTo>
                    <a:pt x="2785" y="2054"/>
                    <a:pt x="2752" y="2040"/>
                    <a:pt x="2717" y="2027"/>
                  </a:cubicBezTo>
                  <a:lnTo>
                    <a:pt x="2717" y="2027"/>
                  </a:lnTo>
                  <a:cubicBezTo>
                    <a:pt x="2776" y="2056"/>
                    <a:pt x="2804" y="2071"/>
                    <a:pt x="2802" y="2071"/>
                  </a:cubicBezTo>
                  <a:cubicBezTo>
                    <a:pt x="2800" y="2071"/>
                    <a:pt x="2771" y="2058"/>
                    <a:pt x="2717" y="2035"/>
                  </a:cubicBezTo>
                  <a:cubicBezTo>
                    <a:pt x="2689" y="2019"/>
                    <a:pt x="2674" y="2011"/>
                    <a:pt x="2673" y="2011"/>
                  </a:cubicBezTo>
                  <a:cubicBezTo>
                    <a:pt x="2672" y="2011"/>
                    <a:pt x="2684" y="2019"/>
                    <a:pt x="2709" y="2035"/>
                  </a:cubicBezTo>
                  <a:cubicBezTo>
                    <a:pt x="2739" y="2052"/>
                    <a:pt x="2753" y="2061"/>
                    <a:pt x="2751" y="2061"/>
                  </a:cubicBezTo>
                  <a:cubicBezTo>
                    <a:pt x="2749" y="2061"/>
                    <a:pt x="2735" y="2054"/>
                    <a:pt x="2709" y="2043"/>
                  </a:cubicBezTo>
                  <a:cubicBezTo>
                    <a:pt x="2687" y="2031"/>
                    <a:pt x="2665" y="2019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cubicBezTo>
                    <a:pt x="2628" y="2001"/>
                    <a:pt x="2636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3" y="2008"/>
                    <a:pt x="2595" y="1986"/>
                  </a:cubicBezTo>
                  <a:cubicBezTo>
                    <a:pt x="2579" y="1977"/>
                    <a:pt x="2571" y="1973"/>
                    <a:pt x="2570" y="1973"/>
                  </a:cubicBezTo>
                  <a:cubicBezTo>
                    <a:pt x="2567" y="1973"/>
                    <a:pt x="2603" y="1998"/>
                    <a:pt x="2644" y="2027"/>
                  </a:cubicBezTo>
                  <a:cubicBezTo>
                    <a:pt x="2697" y="2063"/>
                    <a:pt x="2721" y="2082"/>
                    <a:pt x="2719" y="2082"/>
                  </a:cubicBezTo>
                  <a:cubicBezTo>
                    <a:pt x="2717" y="2082"/>
                    <a:pt x="2689" y="2063"/>
                    <a:pt x="2636" y="2027"/>
                  </a:cubicBezTo>
                  <a:cubicBezTo>
                    <a:pt x="2599" y="2004"/>
                    <a:pt x="2581" y="1994"/>
                    <a:pt x="2578" y="1994"/>
                  </a:cubicBezTo>
                  <a:cubicBezTo>
                    <a:pt x="2571" y="1994"/>
                    <a:pt x="2616" y="2028"/>
                    <a:pt x="2684" y="2076"/>
                  </a:cubicBezTo>
                  <a:cubicBezTo>
                    <a:pt x="2743" y="2119"/>
                    <a:pt x="2766" y="2137"/>
                    <a:pt x="2765" y="2137"/>
                  </a:cubicBezTo>
                  <a:cubicBezTo>
                    <a:pt x="2764" y="2137"/>
                    <a:pt x="2753" y="2129"/>
                    <a:pt x="2733" y="2116"/>
                  </a:cubicBezTo>
                  <a:cubicBezTo>
                    <a:pt x="2693" y="2087"/>
                    <a:pt x="2681" y="2083"/>
                    <a:pt x="2678" y="2083"/>
                  </a:cubicBezTo>
                  <a:cubicBezTo>
                    <a:pt x="2676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1"/>
                  </a:cubicBezTo>
                  <a:lnTo>
                    <a:pt x="2620" y="2051"/>
                  </a:lnTo>
                  <a:cubicBezTo>
                    <a:pt x="2620" y="2051"/>
                    <a:pt x="2620" y="2051"/>
                    <a:pt x="2668" y="2092"/>
                  </a:cubicBezTo>
                  <a:cubicBezTo>
                    <a:pt x="2710" y="2126"/>
                    <a:pt x="2722" y="2142"/>
                    <a:pt x="2714" y="2142"/>
                  </a:cubicBezTo>
                  <a:cubicBezTo>
                    <a:pt x="2704" y="2142"/>
                    <a:pt x="2659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08" y="2164"/>
                    <a:pt x="2748" y="2204"/>
                    <a:pt x="2746" y="2204"/>
                  </a:cubicBezTo>
                  <a:cubicBezTo>
                    <a:pt x="2745" y="2204"/>
                    <a:pt x="2729" y="2190"/>
                    <a:pt x="2693" y="2157"/>
                  </a:cubicBezTo>
                  <a:lnTo>
                    <a:pt x="2644" y="2116"/>
                  </a:lnTo>
                  <a:lnTo>
                    <a:pt x="2644" y="2116"/>
                  </a:lnTo>
                  <a:cubicBezTo>
                    <a:pt x="2682" y="2151"/>
                    <a:pt x="2695" y="2166"/>
                    <a:pt x="2692" y="2166"/>
                  </a:cubicBezTo>
                  <a:cubicBezTo>
                    <a:pt x="2687" y="2166"/>
                    <a:pt x="2641" y="2130"/>
                    <a:pt x="2587" y="2076"/>
                  </a:cubicBezTo>
                  <a:lnTo>
                    <a:pt x="2587" y="2076"/>
                  </a:lnTo>
                  <a:cubicBezTo>
                    <a:pt x="2620" y="2108"/>
                    <a:pt x="2644" y="2140"/>
                    <a:pt x="2676" y="2173"/>
                  </a:cubicBezTo>
                  <a:cubicBezTo>
                    <a:pt x="2668" y="2173"/>
                    <a:pt x="2668" y="2173"/>
                    <a:pt x="2620" y="2132"/>
                  </a:cubicBezTo>
                  <a:cubicBezTo>
                    <a:pt x="2591" y="2098"/>
                    <a:pt x="2558" y="2067"/>
                    <a:pt x="2556" y="2067"/>
                  </a:cubicBezTo>
                  <a:cubicBezTo>
                    <a:pt x="2555" y="2067"/>
                    <a:pt x="2559" y="2072"/>
                    <a:pt x="2571" y="2084"/>
                  </a:cubicBezTo>
                  <a:cubicBezTo>
                    <a:pt x="2571" y="2084"/>
                    <a:pt x="2571" y="2084"/>
                    <a:pt x="2570" y="2084"/>
                  </a:cubicBezTo>
                  <a:cubicBezTo>
                    <a:pt x="2568" y="2084"/>
                    <a:pt x="2559" y="2080"/>
                    <a:pt x="2522" y="2043"/>
                  </a:cubicBezTo>
                  <a:lnTo>
                    <a:pt x="2522" y="2043"/>
                  </a:lnTo>
                  <a:cubicBezTo>
                    <a:pt x="2544" y="2070"/>
                    <a:pt x="2552" y="2084"/>
                    <a:pt x="2548" y="2084"/>
                  </a:cubicBezTo>
                  <a:cubicBezTo>
                    <a:pt x="2545" y="2084"/>
                    <a:pt x="2533" y="2074"/>
                    <a:pt x="2514" y="2051"/>
                  </a:cubicBezTo>
                  <a:lnTo>
                    <a:pt x="2514" y="2051"/>
                  </a:lnTo>
                  <a:cubicBezTo>
                    <a:pt x="2514" y="2051"/>
                    <a:pt x="2514" y="2052"/>
                    <a:pt x="2547" y="2100"/>
                  </a:cubicBezTo>
                  <a:cubicBezTo>
                    <a:pt x="2547" y="2102"/>
                    <a:pt x="2546" y="2104"/>
                    <a:pt x="2544" y="2104"/>
                  </a:cubicBezTo>
                  <a:cubicBezTo>
                    <a:pt x="2540" y="2104"/>
                    <a:pt x="2530" y="2092"/>
                    <a:pt x="2506" y="2051"/>
                  </a:cubicBezTo>
                  <a:cubicBezTo>
                    <a:pt x="2486" y="2027"/>
                    <a:pt x="2476" y="2015"/>
                    <a:pt x="2475" y="2015"/>
                  </a:cubicBezTo>
                  <a:cubicBezTo>
                    <a:pt x="2474" y="2015"/>
                    <a:pt x="2482" y="2027"/>
                    <a:pt x="2498" y="2051"/>
                  </a:cubicBezTo>
                  <a:cubicBezTo>
                    <a:pt x="2539" y="2108"/>
                    <a:pt x="2539" y="2108"/>
                    <a:pt x="2530" y="2108"/>
                  </a:cubicBezTo>
                  <a:cubicBezTo>
                    <a:pt x="2563" y="2165"/>
                    <a:pt x="2563" y="2165"/>
                    <a:pt x="2563" y="2165"/>
                  </a:cubicBezTo>
                  <a:cubicBezTo>
                    <a:pt x="2547" y="2149"/>
                    <a:pt x="2530" y="2132"/>
                    <a:pt x="2514" y="2108"/>
                  </a:cubicBezTo>
                  <a:lnTo>
                    <a:pt x="2514" y="2108"/>
                  </a:lnTo>
                  <a:cubicBezTo>
                    <a:pt x="2506" y="2116"/>
                    <a:pt x="2506" y="2116"/>
                    <a:pt x="2547" y="2165"/>
                  </a:cubicBezTo>
                  <a:cubicBezTo>
                    <a:pt x="2547" y="2165"/>
                    <a:pt x="2563" y="2193"/>
                    <a:pt x="2558" y="2193"/>
                  </a:cubicBezTo>
                  <a:cubicBezTo>
                    <a:pt x="2556" y="2193"/>
                    <a:pt x="2551" y="2188"/>
                    <a:pt x="2539" y="2173"/>
                  </a:cubicBezTo>
                  <a:cubicBezTo>
                    <a:pt x="2539" y="2173"/>
                    <a:pt x="2503" y="2123"/>
                    <a:pt x="2492" y="2123"/>
                  </a:cubicBezTo>
                  <a:cubicBezTo>
                    <a:pt x="2491" y="2123"/>
                    <a:pt x="2490" y="2124"/>
                    <a:pt x="2490" y="2124"/>
                  </a:cubicBezTo>
                  <a:cubicBezTo>
                    <a:pt x="2482" y="2124"/>
                    <a:pt x="2482" y="2124"/>
                    <a:pt x="2514" y="2181"/>
                  </a:cubicBezTo>
                  <a:cubicBezTo>
                    <a:pt x="2543" y="2239"/>
                    <a:pt x="2557" y="2269"/>
                    <a:pt x="2556" y="2269"/>
                  </a:cubicBezTo>
                  <a:cubicBezTo>
                    <a:pt x="2554" y="2269"/>
                    <a:pt x="2538" y="2241"/>
                    <a:pt x="2506" y="2181"/>
                  </a:cubicBezTo>
                  <a:cubicBezTo>
                    <a:pt x="2474" y="2116"/>
                    <a:pt x="2460" y="2089"/>
                    <a:pt x="2458" y="2089"/>
                  </a:cubicBezTo>
                  <a:cubicBezTo>
                    <a:pt x="2457" y="2089"/>
                    <a:pt x="2463" y="2104"/>
                    <a:pt x="2474" y="2132"/>
                  </a:cubicBezTo>
                  <a:cubicBezTo>
                    <a:pt x="2498" y="2189"/>
                    <a:pt x="2498" y="2189"/>
                    <a:pt x="2498" y="2189"/>
                  </a:cubicBezTo>
                  <a:cubicBezTo>
                    <a:pt x="2482" y="2161"/>
                    <a:pt x="2474" y="2147"/>
                    <a:pt x="2473" y="2147"/>
                  </a:cubicBezTo>
                  <a:cubicBezTo>
                    <a:pt x="2472" y="2147"/>
                    <a:pt x="2478" y="2161"/>
                    <a:pt x="2490" y="2189"/>
                  </a:cubicBezTo>
                  <a:cubicBezTo>
                    <a:pt x="2482" y="2189"/>
                    <a:pt x="2482" y="2189"/>
                    <a:pt x="2457" y="2132"/>
                  </a:cubicBezTo>
                  <a:lnTo>
                    <a:pt x="2457" y="2132"/>
                  </a:lnTo>
                  <a:cubicBezTo>
                    <a:pt x="2475" y="2184"/>
                    <a:pt x="2477" y="2204"/>
                    <a:pt x="2473" y="2204"/>
                  </a:cubicBezTo>
                  <a:cubicBezTo>
                    <a:pt x="2466" y="2204"/>
                    <a:pt x="2447" y="2169"/>
                    <a:pt x="2433" y="2132"/>
                  </a:cubicBezTo>
                  <a:lnTo>
                    <a:pt x="2433" y="2132"/>
                  </a:lnTo>
                  <a:cubicBezTo>
                    <a:pt x="2433" y="2157"/>
                    <a:pt x="2441" y="2173"/>
                    <a:pt x="2449" y="2197"/>
                  </a:cubicBezTo>
                  <a:cubicBezTo>
                    <a:pt x="2466" y="2258"/>
                    <a:pt x="2472" y="2288"/>
                    <a:pt x="2470" y="2288"/>
                  </a:cubicBezTo>
                  <a:cubicBezTo>
                    <a:pt x="2468" y="2288"/>
                    <a:pt x="2458" y="2260"/>
                    <a:pt x="2443" y="2203"/>
                  </a:cubicBezTo>
                  <a:lnTo>
                    <a:pt x="2443" y="2203"/>
                  </a:lnTo>
                  <a:cubicBezTo>
                    <a:pt x="2448" y="2224"/>
                    <a:pt x="2447" y="2236"/>
                    <a:pt x="2443" y="2236"/>
                  </a:cubicBezTo>
                  <a:cubicBezTo>
                    <a:pt x="2437" y="2236"/>
                    <a:pt x="2423" y="2207"/>
                    <a:pt x="2409" y="2132"/>
                  </a:cubicBezTo>
                  <a:cubicBezTo>
                    <a:pt x="2404" y="2101"/>
                    <a:pt x="2397" y="2066"/>
                    <a:pt x="2392" y="2042"/>
                  </a:cubicBezTo>
                  <a:lnTo>
                    <a:pt x="2392" y="2042"/>
                  </a:lnTo>
                  <a:cubicBezTo>
                    <a:pt x="2393" y="2051"/>
                    <a:pt x="2393" y="2060"/>
                    <a:pt x="2393" y="2068"/>
                  </a:cubicBezTo>
                  <a:cubicBezTo>
                    <a:pt x="2409" y="2132"/>
                    <a:pt x="2401" y="2132"/>
                    <a:pt x="2401" y="2132"/>
                  </a:cubicBezTo>
                  <a:cubicBezTo>
                    <a:pt x="2393" y="2132"/>
                    <a:pt x="2393" y="2197"/>
                    <a:pt x="2384" y="2197"/>
                  </a:cubicBezTo>
                  <a:cubicBezTo>
                    <a:pt x="2384" y="2189"/>
                    <a:pt x="2376" y="2189"/>
                    <a:pt x="2368" y="2132"/>
                  </a:cubicBezTo>
                  <a:cubicBezTo>
                    <a:pt x="2368" y="2132"/>
                    <a:pt x="2368" y="2132"/>
                    <a:pt x="2367" y="2132"/>
                  </a:cubicBezTo>
                  <a:cubicBezTo>
                    <a:pt x="2365" y="2132"/>
                    <a:pt x="2360" y="2137"/>
                    <a:pt x="2360" y="2189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89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8"/>
                    <a:pt x="2344" y="2162"/>
                    <a:pt x="2341" y="2162"/>
                  </a:cubicBezTo>
                  <a:cubicBezTo>
                    <a:pt x="2340" y="2162"/>
                    <a:pt x="2338" y="2170"/>
                    <a:pt x="2336" y="2189"/>
                  </a:cubicBezTo>
                  <a:cubicBezTo>
                    <a:pt x="2336" y="2237"/>
                    <a:pt x="2336" y="2250"/>
                    <a:pt x="2333" y="2250"/>
                  </a:cubicBezTo>
                  <a:cubicBezTo>
                    <a:pt x="2331" y="2250"/>
                    <a:pt x="2330" y="2248"/>
                    <a:pt x="2328" y="2246"/>
                  </a:cubicBezTo>
                  <a:cubicBezTo>
                    <a:pt x="2323" y="2206"/>
                    <a:pt x="2293" y="2182"/>
                    <a:pt x="2266" y="2182"/>
                  </a:cubicBezTo>
                  <a:cubicBezTo>
                    <a:pt x="2248" y="2182"/>
                    <a:pt x="2232" y="2191"/>
                    <a:pt x="2222" y="2213"/>
                  </a:cubicBezTo>
                  <a:lnTo>
                    <a:pt x="2214" y="2213"/>
                  </a:lnTo>
                  <a:lnTo>
                    <a:pt x="2206" y="2205"/>
                  </a:lnTo>
                  <a:cubicBezTo>
                    <a:pt x="2227" y="2152"/>
                    <a:pt x="2233" y="2133"/>
                    <a:pt x="2230" y="2133"/>
                  </a:cubicBezTo>
                  <a:cubicBezTo>
                    <a:pt x="2226" y="2133"/>
                    <a:pt x="2208" y="2165"/>
                    <a:pt x="2190" y="2197"/>
                  </a:cubicBezTo>
                  <a:cubicBezTo>
                    <a:pt x="2157" y="2254"/>
                    <a:pt x="2157" y="2254"/>
                    <a:pt x="2157" y="2254"/>
                  </a:cubicBezTo>
                  <a:cubicBezTo>
                    <a:pt x="2187" y="2179"/>
                    <a:pt x="2199" y="2151"/>
                    <a:pt x="2196" y="2151"/>
                  </a:cubicBezTo>
                  <a:cubicBezTo>
                    <a:pt x="2194" y="2151"/>
                    <a:pt x="2186" y="2162"/>
                    <a:pt x="2174" y="2181"/>
                  </a:cubicBezTo>
                  <a:cubicBezTo>
                    <a:pt x="2141" y="2238"/>
                    <a:pt x="2125" y="2266"/>
                    <a:pt x="2124" y="2266"/>
                  </a:cubicBezTo>
                  <a:cubicBezTo>
                    <a:pt x="2123" y="2266"/>
                    <a:pt x="2137" y="2238"/>
                    <a:pt x="2166" y="2181"/>
                  </a:cubicBezTo>
                  <a:cubicBezTo>
                    <a:pt x="2195" y="2129"/>
                    <a:pt x="2210" y="2101"/>
                    <a:pt x="2207" y="2101"/>
                  </a:cubicBezTo>
                  <a:cubicBezTo>
                    <a:pt x="2205" y="2101"/>
                    <a:pt x="2178" y="2141"/>
                    <a:pt x="2125" y="2230"/>
                  </a:cubicBezTo>
                  <a:cubicBezTo>
                    <a:pt x="2109" y="2253"/>
                    <a:pt x="2101" y="2265"/>
                    <a:pt x="2100" y="2265"/>
                  </a:cubicBezTo>
                  <a:cubicBezTo>
                    <a:pt x="2098" y="2265"/>
                    <a:pt x="2104" y="2251"/>
                    <a:pt x="2117" y="2222"/>
                  </a:cubicBezTo>
                  <a:cubicBezTo>
                    <a:pt x="2130" y="2198"/>
                    <a:pt x="2141" y="2179"/>
                    <a:pt x="2149" y="2165"/>
                  </a:cubicBezTo>
                  <a:lnTo>
                    <a:pt x="2149" y="2165"/>
                  </a:lnTo>
                  <a:cubicBezTo>
                    <a:pt x="2114" y="2217"/>
                    <a:pt x="2095" y="2243"/>
                    <a:pt x="2094" y="2243"/>
                  </a:cubicBezTo>
                  <a:cubicBezTo>
                    <a:pt x="2092" y="2243"/>
                    <a:pt x="2108" y="2215"/>
                    <a:pt x="2141" y="2157"/>
                  </a:cubicBezTo>
                  <a:cubicBezTo>
                    <a:pt x="2173" y="2104"/>
                    <a:pt x="2192" y="2078"/>
                    <a:pt x="2192" y="2078"/>
                  </a:cubicBezTo>
                  <a:lnTo>
                    <a:pt x="2192" y="2078"/>
                  </a:lnTo>
                  <a:cubicBezTo>
                    <a:pt x="2192" y="2078"/>
                    <a:pt x="2173" y="2104"/>
                    <a:pt x="2133" y="2157"/>
                  </a:cubicBezTo>
                  <a:cubicBezTo>
                    <a:pt x="2099" y="2205"/>
                    <a:pt x="2078" y="2228"/>
                    <a:pt x="2072" y="2228"/>
                  </a:cubicBezTo>
                  <a:cubicBezTo>
                    <a:pt x="2066" y="2228"/>
                    <a:pt x="2081" y="2197"/>
                    <a:pt x="2125" y="2140"/>
                  </a:cubicBezTo>
                  <a:cubicBezTo>
                    <a:pt x="2120" y="2140"/>
                    <a:pt x="2136" y="2115"/>
                    <a:pt x="2135" y="2115"/>
                  </a:cubicBezTo>
                  <a:lnTo>
                    <a:pt x="2135" y="2115"/>
                  </a:lnTo>
                  <a:cubicBezTo>
                    <a:pt x="2135" y="2115"/>
                    <a:pt x="2130" y="2122"/>
                    <a:pt x="2117" y="2140"/>
                  </a:cubicBezTo>
                  <a:lnTo>
                    <a:pt x="2157" y="2084"/>
                  </a:lnTo>
                  <a:lnTo>
                    <a:pt x="2117" y="2132"/>
                  </a:lnTo>
                  <a:cubicBezTo>
                    <a:pt x="2109" y="2132"/>
                    <a:pt x="2141" y="2068"/>
                    <a:pt x="2133" y="2051"/>
                  </a:cubicBezTo>
                  <a:cubicBezTo>
                    <a:pt x="2130" y="2044"/>
                    <a:pt x="2128" y="2039"/>
                    <a:pt x="2122" y="2039"/>
                  </a:cubicBezTo>
                  <a:cubicBezTo>
                    <a:pt x="2116" y="2039"/>
                    <a:pt x="2104" y="2048"/>
                    <a:pt x="2076" y="2076"/>
                  </a:cubicBezTo>
                  <a:cubicBezTo>
                    <a:pt x="2030" y="2114"/>
                    <a:pt x="2004" y="2133"/>
                    <a:pt x="2000" y="2133"/>
                  </a:cubicBezTo>
                  <a:cubicBezTo>
                    <a:pt x="1995" y="2133"/>
                    <a:pt x="2017" y="2110"/>
                    <a:pt x="2068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1"/>
                    <a:pt x="2117" y="2011"/>
                    <a:pt x="2166" y="1970"/>
                  </a:cubicBezTo>
                  <a:lnTo>
                    <a:pt x="2166" y="1970"/>
                  </a:lnTo>
                  <a:cubicBezTo>
                    <a:pt x="2115" y="2005"/>
                    <a:pt x="2087" y="2018"/>
                    <a:pt x="2076" y="2018"/>
                  </a:cubicBezTo>
                  <a:cubicBezTo>
                    <a:pt x="2065" y="2018"/>
                    <a:pt x="2075" y="2003"/>
                    <a:pt x="2101" y="1986"/>
                  </a:cubicBezTo>
                  <a:cubicBezTo>
                    <a:pt x="2101" y="1983"/>
                    <a:pt x="2101" y="1982"/>
                    <a:pt x="2098" y="1982"/>
                  </a:cubicBezTo>
                  <a:cubicBezTo>
                    <a:pt x="2093" y="1982"/>
                    <a:pt x="2080" y="1987"/>
                    <a:pt x="2044" y="2003"/>
                  </a:cubicBezTo>
                  <a:cubicBezTo>
                    <a:pt x="2018" y="2014"/>
                    <a:pt x="2003" y="2020"/>
                    <a:pt x="2002" y="2020"/>
                  </a:cubicBezTo>
                  <a:cubicBezTo>
                    <a:pt x="1999" y="2020"/>
                    <a:pt x="2014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cubicBezTo>
                    <a:pt x="2104" y="1954"/>
                    <a:pt x="2086" y="1960"/>
                    <a:pt x="2044" y="1978"/>
                  </a:cubicBezTo>
                  <a:lnTo>
                    <a:pt x="2101" y="1954"/>
                  </a:lnTo>
                  <a:cubicBezTo>
                    <a:pt x="2120" y="1943"/>
                    <a:pt x="2126" y="1938"/>
                    <a:pt x="2123" y="1938"/>
                  </a:cubicBezTo>
                  <a:cubicBezTo>
                    <a:pt x="2117" y="1938"/>
                    <a:pt x="2078" y="1954"/>
                    <a:pt x="2036" y="1970"/>
                  </a:cubicBezTo>
                  <a:lnTo>
                    <a:pt x="2036" y="1970"/>
                  </a:lnTo>
                  <a:cubicBezTo>
                    <a:pt x="2052" y="1963"/>
                    <a:pt x="2071" y="1955"/>
                    <a:pt x="2093" y="1946"/>
                  </a:cubicBezTo>
                  <a:cubicBezTo>
                    <a:pt x="2102" y="1942"/>
                    <a:pt x="2110" y="1939"/>
                    <a:pt x="2118" y="1936"/>
                  </a:cubicBezTo>
                  <a:lnTo>
                    <a:pt x="2118" y="1936"/>
                  </a:lnTo>
                  <a:cubicBezTo>
                    <a:pt x="2093" y="1944"/>
                    <a:pt x="2074" y="1950"/>
                    <a:pt x="2070" y="1950"/>
                  </a:cubicBezTo>
                  <a:cubicBezTo>
                    <a:pt x="2067" y="1950"/>
                    <a:pt x="2073" y="1946"/>
                    <a:pt x="2093" y="1938"/>
                  </a:cubicBezTo>
                  <a:lnTo>
                    <a:pt x="2093" y="1938"/>
                  </a:lnTo>
                  <a:cubicBezTo>
                    <a:pt x="2073" y="1942"/>
                    <a:pt x="2054" y="1945"/>
                    <a:pt x="2035" y="1950"/>
                  </a:cubicBezTo>
                  <a:lnTo>
                    <a:pt x="2035" y="1950"/>
                  </a:lnTo>
                  <a:cubicBezTo>
                    <a:pt x="2030" y="1980"/>
                    <a:pt x="2006" y="1995"/>
                    <a:pt x="1984" y="1995"/>
                  </a:cubicBezTo>
                  <a:cubicBezTo>
                    <a:pt x="1971" y="1995"/>
                    <a:pt x="1958" y="1989"/>
                    <a:pt x="1949" y="1979"/>
                  </a:cubicBezTo>
                  <a:lnTo>
                    <a:pt x="1949" y="1979"/>
                  </a:lnTo>
                  <a:cubicBezTo>
                    <a:pt x="1931" y="1986"/>
                    <a:pt x="1922" y="1988"/>
                    <a:pt x="1918" y="1988"/>
                  </a:cubicBezTo>
                  <a:cubicBezTo>
                    <a:pt x="1914" y="1988"/>
                    <a:pt x="1914" y="1986"/>
                    <a:pt x="1914" y="1986"/>
                  </a:cubicBezTo>
                  <a:lnTo>
                    <a:pt x="1947" y="1976"/>
                  </a:lnTo>
                  <a:lnTo>
                    <a:pt x="1947" y="1976"/>
                  </a:lnTo>
                  <a:cubicBezTo>
                    <a:pt x="1948" y="1977"/>
                    <a:pt x="1949" y="1978"/>
                    <a:pt x="1949" y="1979"/>
                  </a:cubicBezTo>
                  <a:lnTo>
                    <a:pt x="1949" y="1979"/>
                  </a:lnTo>
                  <a:cubicBezTo>
                    <a:pt x="1955" y="1977"/>
                    <a:pt x="1963" y="1974"/>
                    <a:pt x="1971" y="1970"/>
                  </a:cubicBezTo>
                  <a:cubicBezTo>
                    <a:pt x="1992" y="1962"/>
                    <a:pt x="2014" y="1955"/>
                    <a:pt x="2035" y="1950"/>
                  </a:cubicBezTo>
                  <a:lnTo>
                    <a:pt x="2035" y="1950"/>
                  </a:lnTo>
                  <a:cubicBezTo>
                    <a:pt x="2035" y="1949"/>
                    <a:pt x="2036" y="1947"/>
                    <a:pt x="2036" y="1946"/>
                  </a:cubicBezTo>
                  <a:lnTo>
                    <a:pt x="2036" y="1946"/>
                  </a:lnTo>
                  <a:lnTo>
                    <a:pt x="1947" y="1976"/>
                  </a:lnTo>
                  <a:lnTo>
                    <a:pt x="1947" y="1976"/>
                  </a:lnTo>
                  <a:cubicBezTo>
                    <a:pt x="1942" y="1968"/>
                    <a:pt x="1939" y="1958"/>
                    <a:pt x="1939" y="1946"/>
                  </a:cubicBezTo>
                  <a:cubicBezTo>
                    <a:pt x="1939" y="1938"/>
                    <a:pt x="1940" y="1931"/>
                    <a:pt x="1943" y="1925"/>
                  </a:cubicBezTo>
                  <a:lnTo>
                    <a:pt x="1943" y="1925"/>
                  </a:lnTo>
                  <a:cubicBezTo>
                    <a:pt x="1891" y="1932"/>
                    <a:pt x="1832" y="1939"/>
                    <a:pt x="1784" y="1946"/>
                  </a:cubicBezTo>
                  <a:cubicBezTo>
                    <a:pt x="1841" y="1930"/>
                    <a:pt x="1841" y="1930"/>
                    <a:pt x="1841" y="1922"/>
                  </a:cubicBezTo>
                  <a:cubicBezTo>
                    <a:pt x="1863" y="1919"/>
                    <a:pt x="1877" y="1918"/>
                    <a:pt x="1887" y="1918"/>
                  </a:cubicBezTo>
                  <a:cubicBezTo>
                    <a:pt x="1906" y="1918"/>
                    <a:pt x="1906" y="1922"/>
                    <a:pt x="1906" y="1922"/>
                  </a:cubicBezTo>
                  <a:lnTo>
                    <a:pt x="1949" y="1916"/>
                  </a:lnTo>
                  <a:lnTo>
                    <a:pt x="1949" y="1916"/>
                  </a:lnTo>
                  <a:cubicBezTo>
                    <a:pt x="1947" y="1919"/>
                    <a:pt x="1945" y="1922"/>
                    <a:pt x="1943" y="1925"/>
                  </a:cubicBezTo>
                  <a:lnTo>
                    <a:pt x="1943" y="1925"/>
                  </a:lnTo>
                  <a:cubicBezTo>
                    <a:pt x="1972" y="1921"/>
                    <a:pt x="1999" y="1918"/>
                    <a:pt x="2022" y="1915"/>
                  </a:cubicBezTo>
                  <a:lnTo>
                    <a:pt x="2022" y="1915"/>
                  </a:lnTo>
                  <a:cubicBezTo>
                    <a:pt x="2024" y="1917"/>
                    <a:pt x="2027" y="1920"/>
                    <a:pt x="2028" y="1923"/>
                  </a:cubicBezTo>
                  <a:lnTo>
                    <a:pt x="2028" y="1923"/>
                  </a:lnTo>
                  <a:cubicBezTo>
                    <a:pt x="2031" y="1923"/>
                    <a:pt x="2033" y="1922"/>
                    <a:pt x="2036" y="1922"/>
                  </a:cubicBezTo>
                  <a:cubicBezTo>
                    <a:pt x="2092" y="1905"/>
                    <a:pt x="2093" y="1905"/>
                    <a:pt x="2093" y="1905"/>
                  </a:cubicBezTo>
                  <a:lnTo>
                    <a:pt x="2093" y="1905"/>
                  </a:lnTo>
                  <a:cubicBezTo>
                    <a:pt x="2093" y="1905"/>
                    <a:pt x="2064" y="1909"/>
                    <a:pt x="2022" y="1915"/>
                  </a:cubicBezTo>
                  <a:lnTo>
                    <a:pt x="2022" y="1915"/>
                  </a:lnTo>
                  <a:cubicBezTo>
                    <a:pt x="2018" y="1911"/>
                    <a:pt x="2014" y="1908"/>
                    <a:pt x="2010" y="1906"/>
                  </a:cubicBezTo>
                  <a:lnTo>
                    <a:pt x="2010" y="1906"/>
                  </a:lnTo>
                  <a:cubicBezTo>
                    <a:pt x="1999" y="1908"/>
                    <a:pt x="1986" y="1911"/>
                    <a:pt x="1971" y="1913"/>
                  </a:cubicBezTo>
                  <a:lnTo>
                    <a:pt x="1949" y="1916"/>
                  </a:lnTo>
                  <a:lnTo>
                    <a:pt x="1949" y="1916"/>
                  </a:lnTo>
                  <a:cubicBezTo>
                    <a:pt x="1953" y="1912"/>
                    <a:pt x="1958" y="1908"/>
                    <a:pt x="1964" y="1905"/>
                  </a:cubicBezTo>
                  <a:lnTo>
                    <a:pt x="1964" y="1905"/>
                  </a:lnTo>
                  <a:cubicBezTo>
                    <a:pt x="1966" y="1905"/>
                    <a:pt x="1968" y="1905"/>
                    <a:pt x="1971" y="1905"/>
                  </a:cubicBezTo>
                  <a:cubicBezTo>
                    <a:pt x="1981" y="1904"/>
                    <a:pt x="1990" y="1903"/>
                    <a:pt x="1999" y="1902"/>
                  </a:cubicBezTo>
                  <a:lnTo>
                    <a:pt x="1999" y="1902"/>
                  </a:lnTo>
                  <a:cubicBezTo>
                    <a:pt x="2002" y="1903"/>
                    <a:pt x="2006" y="1904"/>
                    <a:pt x="2010" y="1906"/>
                  </a:cubicBezTo>
                  <a:lnTo>
                    <a:pt x="2010" y="1906"/>
                  </a:lnTo>
                  <a:cubicBezTo>
                    <a:pt x="2049" y="1898"/>
                    <a:pt x="2067" y="1894"/>
                    <a:pt x="2061" y="1894"/>
                  </a:cubicBezTo>
                  <a:cubicBezTo>
                    <a:pt x="2057" y="1894"/>
                    <a:pt x="2036" y="1897"/>
                    <a:pt x="1999" y="1902"/>
                  </a:cubicBezTo>
                  <a:lnTo>
                    <a:pt x="1999" y="1902"/>
                  </a:lnTo>
                  <a:cubicBezTo>
                    <a:pt x="1995" y="1901"/>
                    <a:pt x="1991" y="1900"/>
                    <a:pt x="1986" y="1900"/>
                  </a:cubicBezTo>
                  <a:cubicBezTo>
                    <a:pt x="1979" y="1900"/>
                    <a:pt x="1971" y="1902"/>
                    <a:pt x="1964" y="1905"/>
                  </a:cubicBezTo>
                  <a:lnTo>
                    <a:pt x="1964" y="1905"/>
                  </a:lnTo>
                  <a:cubicBezTo>
                    <a:pt x="1906" y="1905"/>
                    <a:pt x="1909" y="1905"/>
                    <a:pt x="1971" y="1897"/>
                  </a:cubicBezTo>
                  <a:cubicBezTo>
                    <a:pt x="2018" y="1885"/>
                    <a:pt x="2062" y="1878"/>
                    <a:pt x="2059" y="1878"/>
                  </a:cubicBezTo>
                  <a:cubicBezTo>
                    <a:pt x="2058" y="1878"/>
                    <a:pt x="2051" y="1879"/>
                    <a:pt x="2036" y="1881"/>
                  </a:cubicBezTo>
                  <a:cubicBezTo>
                    <a:pt x="2036" y="1881"/>
                    <a:pt x="2036" y="1873"/>
                    <a:pt x="2101" y="1865"/>
                  </a:cubicBezTo>
                  <a:lnTo>
                    <a:pt x="2036" y="1865"/>
                  </a:lnTo>
                  <a:cubicBezTo>
                    <a:pt x="2003" y="1869"/>
                    <a:pt x="1987" y="1871"/>
                    <a:pt x="1979" y="1871"/>
                  </a:cubicBezTo>
                  <a:cubicBezTo>
                    <a:pt x="1971" y="1871"/>
                    <a:pt x="1971" y="1869"/>
                    <a:pt x="1971" y="1865"/>
                  </a:cubicBezTo>
                  <a:lnTo>
                    <a:pt x="1906" y="1865"/>
                  </a:lnTo>
                  <a:cubicBezTo>
                    <a:pt x="1894" y="1867"/>
                    <a:pt x="1882" y="1868"/>
                    <a:pt x="1870" y="1868"/>
                  </a:cubicBezTo>
                  <a:cubicBezTo>
                    <a:pt x="1842" y="1868"/>
                    <a:pt x="1813" y="1862"/>
                    <a:pt x="1784" y="1857"/>
                  </a:cubicBezTo>
                  <a:cubicBezTo>
                    <a:pt x="1720" y="1849"/>
                    <a:pt x="1720" y="1849"/>
                    <a:pt x="1849" y="1840"/>
                  </a:cubicBezTo>
                  <a:lnTo>
                    <a:pt x="1914" y="1840"/>
                  </a:lnTo>
                  <a:cubicBezTo>
                    <a:pt x="1914" y="1840"/>
                    <a:pt x="1914" y="1832"/>
                    <a:pt x="1971" y="1832"/>
                  </a:cubicBezTo>
                  <a:cubicBezTo>
                    <a:pt x="2036" y="1832"/>
                    <a:pt x="1979" y="1832"/>
                    <a:pt x="1914" y="1824"/>
                  </a:cubicBezTo>
                  <a:lnTo>
                    <a:pt x="1784" y="1824"/>
                  </a:lnTo>
                  <a:cubicBezTo>
                    <a:pt x="1817" y="1820"/>
                    <a:pt x="1849" y="1818"/>
                    <a:pt x="1882" y="1818"/>
                  </a:cubicBezTo>
                  <a:cubicBezTo>
                    <a:pt x="1914" y="1818"/>
                    <a:pt x="1947" y="1820"/>
                    <a:pt x="1979" y="1824"/>
                  </a:cubicBezTo>
                  <a:cubicBezTo>
                    <a:pt x="1914" y="1816"/>
                    <a:pt x="1849" y="1808"/>
                    <a:pt x="1914" y="1808"/>
                  </a:cubicBezTo>
                  <a:cubicBezTo>
                    <a:pt x="1914" y="1802"/>
                    <a:pt x="1918" y="1797"/>
                    <a:pt x="1941" y="1797"/>
                  </a:cubicBezTo>
                  <a:cubicBezTo>
                    <a:pt x="1950" y="1797"/>
                    <a:pt x="1962" y="1798"/>
                    <a:pt x="1979" y="1800"/>
                  </a:cubicBezTo>
                  <a:cubicBezTo>
                    <a:pt x="2001" y="1803"/>
                    <a:pt x="2009" y="1804"/>
                    <a:pt x="2010" y="1804"/>
                  </a:cubicBezTo>
                  <a:cubicBezTo>
                    <a:pt x="2012" y="1804"/>
                    <a:pt x="1987" y="1800"/>
                    <a:pt x="1987" y="1800"/>
                  </a:cubicBezTo>
                  <a:cubicBezTo>
                    <a:pt x="1922" y="1784"/>
                    <a:pt x="1922" y="1784"/>
                    <a:pt x="1987" y="1784"/>
                  </a:cubicBezTo>
                  <a:cubicBezTo>
                    <a:pt x="2045" y="1787"/>
                    <a:pt x="2077" y="1791"/>
                    <a:pt x="2083" y="1791"/>
                  </a:cubicBezTo>
                  <a:cubicBezTo>
                    <a:pt x="2091" y="1791"/>
                    <a:pt x="2059" y="1785"/>
                    <a:pt x="1987" y="1768"/>
                  </a:cubicBezTo>
                  <a:cubicBezTo>
                    <a:pt x="1953" y="1763"/>
                    <a:pt x="1915" y="1755"/>
                    <a:pt x="1920" y="1755"/>
                  </a:cubicBezTo>
                  <a:cubicBezTo>
                    <a:pt x="1923" y="1755"/>
                    <a:pt x="1944" y="1758"/>
                    <a:pt x="1995" y="1768"/>
                  </a:cubicBezTo>
                  <a:cubicBezTo>
                    <a:pt x="2006" y="1769"/>
                    <a:pt x="2012" y="1770"/>
                    <a:pt x="2016" y="1770"/>
                  </a:cubicBezTo>
                  <a:cubicBezTo>
                    <a:pt x="2031" y="1770"/>
                    <a:pt x="1983" y="1756"/>
                    <a:pt x="1930" y="1743"/>
                  </a:cubicBezTo>
                  <a:lnTo>
                    <a:pt x="1687" y="1678"/>
                  </a:lnTo>
                  <a:cubicBezTo>
                    <a:pt x="1588" y="1654"/>
                    <a:pt x="1565" y="1643"/>
                    <a:pt x="1588" y="1643"/>
                  </a:cubicBezTo>
                  <a:cubicBezTo>
                    <a:pt x="1595" y="1643"/>
                    <a:pt x="1607" y="1644"/>
                    <a:pt x="1622" y="1646"/>
                  </a:cubicBezTo>
                  <a:cubicBezTo>
                    <a:pt x="1671" y="1646"/>
                    <a:pt x="1712" y="1654"/>
                    <a:pt x="1752" y="1670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09" y="1703"/>
                  </a:lnTo>
                  <a:cubicBezTo>
                    <a:pt x="1857" y="1711"/>
                    <a:pt x="1898" y="1719"/>
                    <a:pt x="1939" y="1727"/>
                  </a:cubicBezTo>
                  <a:cubicBezTo>
                    <a:pt x="1968" y="1734"/>
                    <a:pt x="1984" y="1738"/>
                    <a:pt x="1987" y="1738"/>
                  </a:cubicBezTo>
                  <a:cubicBezTo>
                    <a:pt x="1990" y="1738"/>
                    <a:pt x="1974" y="1732"/>
                    <a:pt x="1939" y="1719"/>
                  </a:cubicBezTo>
                  <a:lnTo>
                    <a:pt x="1939" y="1719"/>
                  </a:lnTo>
                  <a:cubicBezTo>
                    <a:pt x="1977" y="1728"/>
                    <a:pt x="1992" y="1732"/>
                    <a:pt x="2000" y="1732"/>
                  </a:cubicBezTo>
                  <a:cubicBezTo>
                    <a:pt x="2006" y="1732"/>
                    <a:pt x="2008" y="1730"/>
                    <a:pt x="2012" y="1727"/>
                  </a:cubicBezTo>
                  <a:cubicBezTo>
                    <a:pt x="2012" y="1724"/>
                    <a:pt x="2012" y="1722"/>
                    <a:pt x="2016" y="1722"/>
                  </a:cubicBezTo>
                  <a:cubicBezTo>
                    <a:pt x="2023" y="1722"/>
                    <a:pt x="2038" y="1726"/>
                    <a:pt x="2076" y="1735"/>
                  </a:cubicBezTo>
                  <a:cubicBezTo>
                    <a:pt x="2076" y="1735"/>
                    <a:pt x="2076" y="1735"/>
                    <a:pt x="2020" y="1703"/>
                  </a:cubicBezTo>
                  <a:cubicBezTo>
                    <a:pt x="1948" y="1674"/>
                    <a:pt x="1919" y="1662"/>
                    <a:pt x="1920" y="1662"/>
                  </a:cubicBezTo>
                  <a:cubicBezTo>
                    <a:pt x="1920" y="1662"/>
                    <a:pt x="1936" y="1668"/>
                    <a:pt x="1963" y="1678"/>
                  </a:cubicBezTo>
                  <a:cubicBezTo>
                    <a:pt x="2026" y="1699"/>
                    <a:pt x="2076" y="1714"/>
                    <a:pt x="2094" y="1714"/>
                  </a:cubicBezTo>
                  <a:cubicBezTo>
                    <a:pt x="2110" y="1714"/>
                    <a:pt x="2099" y="1701"/>
                    <a:pt x="2044" y="1670"/>
                  </a:cubicBezTo>
                  <a:lnTo>
                    <a:pt x="2044" y="1670"/>
                  </a:lnTo>
                  <a:cubicBezTo>
                    <a:pt x="2065" y="1679"/>
                    <a:pt x="2080" y="1684"/>
                    <a:pt x="2087" y="1684"/>
                  </a:cubicBezTo>
                  <a:cubicBezTo>
                    <a:pt x="2099" y="1684"/>
                    <a:pt x="2091" y="1671"/>
                    <a:pt x="2060" y="1646"/>
                  </a:cubicBezTo>
                  <a:lnTo>
                    <a:pt x="2060" y="1646"/>
                  </a:lnTo>
                  <a:cubicBezTo>
                    <a:pt x="2091" y="1661"/>
                    <a:pt x="2107" y="1669"/>
                    <a:pt x="2109" y="1669"/>
                  </a:cubicBezTo>
                  <a:cubicBezTo>
                    <a:pt x="2112" y="1669"/>
                    <a:pt x="2098" y="1659"/>
                    <a:pt x="2068" y="1638"/>
                  </a:cubicBezTo>
                  <a:cubicBezTo>
                    <a:pt x="2033" y="1608"/>
                    <a:pt x="1997" y="1574"/>
                    <a:pt x="2000" y="1574"/>
                  </a:cubicBezTo>
                  <a:cubicBezTo>
                    <a:pt x="2001" y="1574"/>
                    <a:pt x="2007" y="1578"/>
                    <a:pt x="2020" y="1589"/>
                  </a:cubicBezTo>
                  <a:cubicBezTo>
                    <a:pt x="2055" y="1619"/>
                    <a:pt x="2068" y="1628"/>
                    <a:pt x="2075" y="1628"/>
                  </a:cubicBezTo>
                  <a:cubicBezTo>
                    <a:pt x="2080" y="1628"/>
                    <a:pt x="2081" y="1625"/>
                    <a:pt x="2084" y="1622"/>
                  </a:cubicBezTo>
                  <a:cubicBezTo>
                    <a:pt x="2093" y="1613"/>
                    <a:pt x="2093" y="1613"/>
                    <a:pt x="2036" y="1573"/>
                  </a:cubicBezTo>
                  <a:cubicBezTo>
                    <a:pt x="2023" y="1557"/>
                    <a:pt x="2019" y="1551"/>
                    <a:pt x="2021" y="1551"/>
                  </a:cubicBezTo>
                  <a:cubicBezTo>
                    <a:pt x="2026" y="1551"/>
                    <a:pt x="2059" y="1580"/>
                    <a:pt x="2093" y="1613"/>
                  </a:cubicBezTo>
                  <a:cubicBezTo>
                    <a:pt x="2136" y="1653"/>
                    <a:pt x="2162" y="1675"/>
                    <a:pt x="2164" y="1675"/>
                  </a:cubicBezTo>
                  <a:cubicBezTo>
                    <a:pt x="2166" y="1675"/>
                    <a:pt x="2133" y="1641"/>
                    <a:pt x="2052" y="1565"/>
                  </a:cubicBezTo>
                  <a:cubicBezTo>
                    <a:pt x="1992" y="1505"/>
                    <a:pt x="1972" y="1479"/>
                    <a:pt x="1977" y="1479"/>
                  </a:cubicBezTo>
                  <a:cubicBezTo>
                    <a:pt x="1980" y="1479"/>
                    <a:pt x="1993" y="1489"/>
                    <a:pt x="2012" y="1508"/>
                  </a:cubicBezTo>
                  <a:cubicBezTo>
                    <a:pt x="2060" y="1557"/>
                    <a:pt x="2052" y="1557"/>
                    <a:pt x="2052" y="1557"/>
                  </a:cubicBezTo>
                  <a:lnTo>
                    <a:pt x="2149" y="1654"/>
                  </a:lnTo>
                  <a:cubicBezTo>
                    <a:pt x="2133" y="1638"/>
                    <a:pt x="2125" y="1622"/>
                    <a:pt x="2109" y="1605"/>
                  </a:cubicBezTo>
                  <a:cubicBezTo>
                    <a:pt x="2109" y="1605"/>
                    <a:pt x="2109" y="1605"/>
                    <a:pt x="2060" y="1557"/>
                  </a:cubicBezTo>
                  <a:cubicBezTo>
                    <a:pt x="2020" y="1500"/>
                    <a:pt x="1971" y="1451"/>
                    <a:pt x="1922" y="1411"/>
                  </a:cubicBezTo>
                  <a:cubicBezTo>
                    <a:pt x="1874" y="1362"/>
                    <a:pt x="1874" y="1362"/>
                    <a:pt x="1882" y="1354"/>
                  </a:cubicBezTo>
                  <a:lnTo>
                    <a:pt x="1882" y="1354"/>
                  </a:lnTo>
                  <a:cubicBezTo>
                    <a:pt x="1930" y="1403"/>
                    <a:pt x="1979" y="1451"/>
                    <a:pt x="2020" y="1500"/>
                  </a:cubicBezTo>
                  <a:cubicBezTo>
                    <a:pt x="2052" y="1532"/>
                    <a:pt x="2076" y="1565"/>
                    <a:pt x="2109" y="1597"/>
                  </a:cubicBezTo>
                  <a:cubicBezTo>
                    <a:pt x="2118" y="1606"/>
                    <a:pt x="2122" y="1610"/>
                    <a:pt x="2123" y="1610"/>
                  </a:cubicBezTo>
                  <a:cubicBezTo>
                    <a:pt x="2128" y="1610"/>
                    <a:pt x="2060" y="1529"/>
                    <a:pt x="1987" y="1443"/>
                  </a:cubicBezTo>
                  <a:lnTo>
                    <a:pt x="1987" y="1443"/>
                  </a:lnTo>
                  <a:lnTo>
                    <a:pt x="2036" y="1492"/>
                  </a:lnTo>
                  <a:cubicBezTo>
                    <a:pt x="2065" y="1526"/>
                    <a:pt x="2077" y="1536"/>
                    <a:pt x="2085" y="1536"/>
                  </a:cubicBezTo>
                  <a:cubicBezTo>
                    <a:pt x="2088" y="1536"/>
                    <a:pt x="2090" y="1535"/>
                    <a:pt x="2093" y="1532"/>
                  </a:cubicBezTo>
                  <a:cubicBezTo>
                    <a:pt x="2093" y="1532"/>
                    <a:pt x="2101" y="1532"/>
                    <a:pt x="2052" y="1476"/>
                  </a:cubicBezTo>
                  <a:cubicBezTo>
                    <a:pt x="2028" y="1443"/>
                    <a:pt x="1995" y="1411"/>
                    <a:pt x="1971" y="1370"/>
                  </a:cubicBezTo>
                  <a:cubicBezTo>
                    <a:pt x="1939" y="1338"/>
                    <a:pt x="1914" y="1305"/>
                    <a:pt x="1890" y="1265"/>
                  </a:cubicBezTo>
                  <a:lnTo>
                    <a:pt x="1890" y="1265"/>
                  </a:lnTo>
                  <a:cubicBezTo>
                    <a:pt x="1890" y="1265"/>
                    <a:pt x="1939" y="1314"/>
                    <a:pt x="1979" y="1362"/>
                  </a:cubicBezTo>
                  <a:cubicBezTo>
                    <a:pt x="2068" y="1468"/>
                    <a:pt x="2117" y="1516"/>
                    <a:pt x="2125" y="1516"/>
                  </a:cubicBezTo>
                  <a:cubicBezTo>
                    <a:pt x="2127" y="1516"/>
                    <a:pt x="2129" y="1516"/>
                    <a:pt x="2131" y="1516"/>
                  </a:cubicBezTo>
                  <a:cubicBezTo>
                    <a:pt x="2138" y="1516"/>
                    <a:pt x="2148" y="1521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57" y="1500"/>
                  </a:lnTo>
                  <a:cubicBezTo>
                    <a:pt x="2149" y="1481"/>
                    <a:pt x="2148" y="1475"/>
                    <a:pt x="2149" y="1475"/>
                  </a:cubicBezTo>
                  <a:cubicBezTo>
                    <a:pt x="2151" y="1475"/>
                    <a:pt x="2166" y="1500"/>
                    <a:pt x="2166" y="1500"/>
                  </a:cubicBezTo>
                  <a:cubicBezTo>
                    <a:pt x="2198" y="1554"/>
                    <a:pt x="2216" y="1584"/>
                    <a:pt x="2217" y="1584"/>
                  </a:cubicBezTo>
                  <a:cubicBezTo>
                    <a:pt x="2219" y="1584"/>
                    <a:pt x="2195" y="1538"/>
                    <a:pt x="2141" y="1435"/>
                  </a:cubicBezTo>
                  <a:cubicBezTo>
                    <a:pt x="2141" y="1434"/>
                    <a:pt x="2141" y="1434"/>
                    <a:pt x="2140" y="1433"/>
                  </a:cubicBezTo>
                  <a:lnTo>
                    <a:pt x="2140" y="1433"/>
                  </a:lnTo>
                  <a:cubicBezTo>
                    <a:pt x="2164" y="1473"/>
                    <a:pt x="2180" y="1499"/>
                    <a:pt x="2182" y="1499"/>
                  </a:cubicBezTo>
                  <a:cubicBezTo>
                    <a:pt x="2184" y="1499"/>
                    <a:pt x="2175" y="1478"/>
                    <a:pt x="2149" y="1427"/>
                  </a:cubicBezTo>
                  <a:cubicBezTo>
                    <a:pt x="2157" y="1427"/>
                    <a:pt x="2157" y="1427"/>
                    <a:pt x="2190" y="1492"/>
                  </a:cubicBezTo>
                  <a:cubicBezTo>
                    <a:pt x="2184" y="1476"/>
                    <a:pt x="2176" y="1454"/>
                    <a:pt x="2166" y="1427"/>
                  </a:cubicBezTo>
                  <a:cubicBezTo>
                    <a:pt x="2141" y="1365"/>
                    <a:pt x="2131" y="1333"/>
                    <a:pt x="2133" y="1333"/>
                  </a:cubicBezTo>
                  <a:cubicBezTo>
                    <a:pt x="2136" y="1333"/>
                    <a:pt x="2150" y="1363"/>
                    <a:pt x="2174" y="1427"/>
                  </a:cubicBezTo>
                  <a:cubicBezTo>
                    <a:pt x="2207" y="1503"/>
                    <a:pt x="2223" y="1534"/>
                    <a:pt x="2228" y="1534"/>
                  </a:cubicBezTo>
                  <a:cubicBezTo>
                    <a:pt x="2232" y="1534"/>
                    <a:pt x="2229" y="1519"/>
                    <a:pt x="2222" y="1492"/>
                  </a:cubicBezTo>
                  <a:cubicBezTo>
                    <a:pt x="2194" y="1416"/>
                    <a:pt x="2185" y="1384"/>
                    <a:pt x="2187" y="1384"/>
                  </a:cubicBezTo>
                  <a:cubicBezTo>
                    <a:pt x="2189" y="1384"/>
                    <a:pt x="2196" y="1400"/>
                    <a:pt x="2206" y="1427"/>
                  </a:cubicBezTo>
                  <a:cubicBezTo>
                    <a:pt x="2218" y="1458"/>
                    <a:pt x="2226" y="1475"/>
                    <a:pt x="2228" y="1475"/>
                  </a:cubicBezTo>
                  <a:cubicBezTo>
                    <a:pt x="2231" y="1475"/>
                    <a:pt x="2227" y="1456"/>
                    <a:pt x="2214" y="1419"/>
                  </a:cubicBezTo>
                  <a:lnTo>
                    <a:pt x="2214" y="1419"/>
                  </a:lnTo>
                  <a:cubicBezTo>
                    <a:pt x="2231" y="1469"/>
                    <a:pt x="2248" y="1516"/>
                    <a:pt x="2251" y="1516"/>
                  </a:cubicBezTo>
                  <a:cubicBezTo>
                    <a:pt x="2253" y="1516"/>
                    <a:pt x="2252" y="1506"/>
                    <a:pt x="2247" y="1484"/>
                  </a:cubicBezTo>
                  <a:cubicBezTo>
                    <a:pt x="2247" y="1484"/>
                    <a:pt x="2247" y="1484"/>
                    <a:pt x="2222" y="1419"/>
                  </a:cubicBezTo>
                  <a:lnTo>
                    <a:pt x="2198" y="1289"/>
                  </a:lnTo>
                  <a:cubicBezTo>
                    <a:pt x="2174" y="1249"/>
                    <a:pt x="2166" y="1200"/>
                    <a:pt x="2157" y="1159"/>
                  </a:cubicBezTo>
                  <a:cubicBezTo>
                    <a:pt x="2151" y="1142"/>
                    <a:pt x="2149" y="1134"/>
                    <a:pt x="2151" y="1134"/>
                  </a:cubicBezTo>
                  <a:cubicBezTo>
                    <a:pt x="2155" y="1134"/>
                    <a:pt x="2189" y="1202"/>
                    <a:pt x="2230" y="1346"/>
                  </a:cubicBezTo>
                  <a:lnTo>
                    <a:pt x="2263" y="1484"/>
                  </a:lnTo>
                  <a:cubicBezTo>
                    <a:pt x="2255" y="1411"/>
                    <a:pt x="2239" y="1346"/>
                    <a:pt x="2239" y="1346"/>
                  </a:cubicBezTo>
                  <a:lnTo>
                    <a:pt x="2239" y="1346"/>
                  </a:lnTo>
                  <a:cubicBezTo>
                    <a:pt x="2239" y="1346"/>
                    <a:pt x="2247" y="1346"/>
                    <a:pt x="2255" y="1411"/>
                  </a:cubicBezTo>
                  <a:cubicBezTo>
                    <a:pt x="2271" y="1484"/>
                    <a:pt x="2271" y="1484"/>
                    <a:pt x="2271" y="1484"/>
                  </a:cubicBezTo>
                  <a:cubicBezTo>
                    <a:pt x="2271" y="1459"/>
                    <a:pt x="2271" y="1435"/>
                    <a:pt x="2263" y="1419"/>
                  </a:cubicBezTo>
                  <a:cubicBezTo>
                    <a:pt x="2248" y="1337"/>
                    <a:pt x="2243" y="1304"/>
                    <a:pt x="2244" y="1304"/>
                  </a:cubicBezTo>
                  <a:cubicBezTo>
                    <a:pt x="2244" y="1304"/>
                    <a:pt x="2248" y="1320"/>
                    <a:pt x="2255" y="1346"/>
                  </a:cubicBezTo>
                  <a:cubicBezTo>
                    <a:pt x="2271" y="1415"/>
                    <a:pt x="2279" y="1449"/>
                    <a:pt x="2280" y="1449"/>
                  </a:cubicBezTo>
                  <a:cubicBezTo>
                    <a:pt x="2281" y="1449"/>
                    <a:pt x="2275" y="1415"/>
                    <a:pt x="2263" y="1346"/>
                  </a:cubicBezTo>
                  <a:cubicBezTo>
                    <a:pt x="2255" y="1281"/>
                    <a:pt x="2251" y="1249"/>
                    <a:pt x="2252" y="1249"/>
                  </a:cubicBezTo>
                  <a:cubicBezTo>
                    <a:pt x="2253" y="1249"/>
                    <a:pt x="2259" y="1281"/>
                    <a:pt x="2271" y="1346"/>
                  </a:cubicBezTo>
                  <a:cubicBezTo>
                    <a:pt x="2279" y="1419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8" y="1337"/>
                    <a:pt x="2274" y="1304"/>
                    <a:pt x="2275" y="1304"/>
                  </a:cubicBezTo>
                  <a:cubicBezTo>
                    <a:pt x="2277" y="1304"/>
                    <a:pt x="2281" y="1320"/>
                    <a:pt x="2287" y="1346"/>
                  </a:cubicBezTo>
                  <a:cubicBezTo>
                    <a:pt x="2291" y="1382"/>
                    <a:pt x="2293" y="1401"/>
                    <a:pt x="2294" y="1401"/>
                  </a:cubicBezTo>
                  <a:cubicBezTo>
                    <a:pt x="2295" y="1401"/>
                    <a:pt x="2295" y="1382"/>
                    <a:pt x="2295" y="1346"/>
                  </a:cubicBezTo>
                  <a:cubicBezTo>
                    <a:pt x="2303" y="1346"/>
                    <a:pt x="2303" y="1346"/>
                    <a:pt x="2311" y="1419"/>
                  </a:cubicBezTo>
                  <a:cubicBezTo>
                    <a:pt x="2311" y="1382"/>
                    <a:pt x="2311" y="1364"/>
                    <a:pt x="2314" y="1364"/>
                  </a:cubicBezTo>
                  <a:cubicBezTo>
                    <a:pt x="2316" y="1364"/>
                    <a:pt x="2320" y="1382"/>
                    <a:pt x="2328" y="1419"/>
                  </a:cubicBezTo>
                  <a:cubicBezTo>
                    <a:pt x="2328" y="1346"/>
                    <a:pt x="2328" y="1281"/>
                    <a:pt x="2320" y="1216"/>
                  </a:cubicBezTo>
                  <a:cubicBezTo>
                    <a:pt x="2311" y="1216"/>
                    <a:pt x="2311" y="1216"/>
                    <a:pt x="2311" y="1143"/>
                  </a:cubicBezTo>
                  <a:lnTo>
                    <a:pt x="2320" y="1143"/>
                  </a:lnTo>
                  <a:cubicBezTo>
                    <a:pt x="2328" y="1143"/>
                    <a:pt x="2328" y="1143"/>
                    <a:pt x="2336" y="1078"/>
                  </a:cubicBezTo>
                  <a:cubicBezTo>
                    <a:pt x="2339" y="1065"/>
                    <a:pt x="2342" y="1048"/>
                    <a:pt x="2344" y="1030"/>
                  </a:cubicBezTo>
                  <a:close/>
                  <a:moveTo>
                    <a:pt x="2206" y="2205"/>
                  </a:moveTo>
                  <a:lnTo>
                    <a:pt x="2206" y="2205"/>
                  </a:lnTo>
                  <a:cubicBezTo>
                    <a:pt x="2190" y="2246"/>
                    <a:pt x="2174" y="2286"/>
                    <a:pt x="2157" y="2319"/>
                  </a:cubicBezTo>
                  <a:lnTo>
                    <a:pt x="2149" y="2319"/>
                  </a:lnTo>
                  <a:lnTo>
                    <a:pt x="2206" y="2205"/>
                  </a:lnTo>
                  <a:close/>
                  <a:moveTo>
                    <a:pt x="2757" y="2497"/>
                  </a:moveTo>
                  <a:cubicBezTo>
                    <a:pt x="2782" y="2530"/>
                    <a:pt x="2798" y="2570"/>
                    <a:pt x="2814" y="2611"/>
                  </a:cubicBezTo>
                  <a:lnTo>
                    <a:pt x="2806" y="2611"/>
                  </a:lnTo>
                  <a:cubicBezTo>
                    <a:pt x="2782" y="2554"/>
                    <a:pt x="2749" y="2497"/>
                    <a:pt x="2749" y="2497"/>
                  </a:cubicBezTo>
                  <a:close/>
                  <a:moveTo>
                    <a:pt x="1784" y="2522"/>
                  </a:moveTo>
                  <a:lnTo>
                    <a:pt x="1784" y="2530"/>
                  </a:lnTo>
                  <a:cubicBezTo>
                    <a:pt x="1747" y="2575"/>
                    <a:pt x="1709" y="2620"/>
                    <a:pt x="1704" y="2620"/>
                  </a:cubicBezTo>
                  <a:cubicBezTo>
                    <a:pt x="1704" y="2620"/>
                    <a:pt x="1703" y="2619"/>
                    <a:pt x="1703" y="2619"/>
                  </a:cubicBezTo>
                  <a:lnTo>
                    <a:pt x="1736" y="2570"/>
                  </a:lnTo>
                  <a:lnTo>
                    <a:pt x="1784" y="2522"/>
                  </a:lnTo>
                  <a:close/>
                  <a:moveTo>
                    <a:pt x="2194" y="2647"/>
                  </a:moveTo>
                  <a:cubicBezTo>
                    <a:pt x="2196" y="2647"/>
                    <a:pt x="2187" y="2676"/>
                    <a:pt x="2182" y="2676"/>
                  </a:cubicBezTo>
                  <a:cubicBezTo>
                    <a:pt x="2190" y="2654"/>
                    <a:pt x="2193" y="2647"/>
                    <a:pt x="2194" y="2647"/>
                  </a:cubicBezTo>
                  <a:close/>
                  <a:moveTo>
                    <a:pt x="2125" y="2586"/>
                  </a:moveTo>
                  <a:lnTo>
                    <a:pt x="2133" y="2595"/>
                  </a:lnTo>
                  <a:cubicBezTo>
                    <a:pt x="2125" y="2635"/>
                    <a:pt x="2109" y="2676"/>
                    <a:pt x="2093" y="2708"/>
                  </a:cubicBezTo>
                  <a:lnTo>
                    <a:pt x="2101" y="2651"/>
                  </a:lnTo>
                  <a:lnTo>
                    <a:pt x="2125" y="2586"/>
                  </a:lnTo>
                  <a:close/>
                  <a:moveTo>
                    <a:pt x="1939" y="2570"/>
                  </a:moveTo>
                  <a:cubicBezTo>
                    <a:pt x="1947" y="2570"/>
                    <a:pt x="1947" y="2570"/>
                    <a:pt x="1914" y="2627"/>
                  </a:cubicBezTo>
                  <a:cubicBezTo>
                    <a:pt x="1890" y="2667"/>
                    <a:pt x="1874" y="2700"/>
                    <a:pt x="1849" y="2732"/>
                  </a:cubicBezTo>
                  <a:cubicBezTo>
                    <a:pt x="1874" y="2676"/>
                    <a:pt x="1906" y="2619"/>
                    <a:pt x="1939" y="2570"/>
                  </a:cubicBezTo>
                  <a:close/>
                  <a:moveTo>
                    <a:pt x="2548" y="2631"/>
                  </a:moveTo>
                  <a:cubicBezTo>
                    <a:pt x="2556" y="2631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6"/>
                    <a:pt x="2539" y="2676"/>
                    <a:pt x="2539" y="2635"/>
                  </a:cubicBezTo>
                  <a:cubicBezTo>
                    <a:pt x="2543" y="2633"/>
                    <a:pt x="2546" y="2631"/>
                    <a:pt x="2548" y="2631"/>
                  </a:cubicBezTo>
                  <a:close/>
                  <a:moveTo>
                    <a:pt x="2409" y="519"/>
                  </a:moveTo>
                  <a:cubicBezTo>
                    <a:pt x="2401" y="519"/>
                    <a:pt x="2401" y="592"/>
                    <a:pt x="2393" y="657"/>
                  </a:cubicBezTo>
                  <a:lnTo>
                    <a:pt x="2376" y="657"/>
                  </a:lnTo>
                  <a:cubicBezTo>
                    <a:pt x="2376" y="657"/>
                    <a:pt x="2376" y="657"/>
                    <a:pt x="2376" y="657"/>
                  </a:cubicBezTo>
                  <a:cubicBezTo>
                    <a:pt x="2374" y="657"/>
                    <a:pt x="2368" y="662"/>
                    <a:pt x="2368" y="722"/>
                  </a:cubicBezTo>
                  <a:cubicBezTo>
                    <a:pt x="2368" y="786"/>
                    <a:pt x="2360" y="786"/>
                    <a:pt x="2352" y="786"/>
                  </a:cubicBezTo>
                  <a:cubicBezTo>
                    <a:pt x="2352" y="767"/>
                    <a:pt x="2351" y="760"/>
                    <a:pt x="2351" y="760"/>
                  </a:cubicBezTo>
                  <a:cubicBezTo>
                    <a:pt x="2349" y="760"/>
                    <a:pt x="2346" y="805"/>
                    <a:pt x="2352" y="851"/>
                  </a:cubicBezTo>
                  <a:cubicBezTo>
                    <a:pt x="2352" y="890"/>
                    <a:pt x="2352" y="923"/>
                    <a:pt x="2348" y="960"/>
                  </a:cubicBezTo>
                  <a:lnTo>
                    <a:pt x="2348" y="960"/>
                  </a:lnTo>
                  <a:cubicBezTo>
                    <a:pt x="2348" y="939"/>
                    <a:pt x="2346" y="924"/>
                    <a:pt x="2343" y="924"/>
                  </a:cubicBezTo>
                  <a:cubicBezTo>
                    <a:pt x="2341" y="924"/>
                    <a:pt x="2339" y="929"/>
                    <a:pt x="2336" y="941"/>
                  </a:cubicBezTo>
                  <a:lnTo>
                    <a:pt x="2328" y="876"/>
                  </a:lnTo>
                  <a:cubicBezTo>
                    <a:pt x="2328" y="774"/>
                    <a:pt x="2324" y="724"/>
                    <a:pt x="2321" y="724"/>
                  </a:cubicBezTo>
                  <a:cubicBezTo>
                    <a:pt x="2318" y="724"/>
                    <a:pt x="2316" y="774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1" y="941"/>
                  </a:cubicBezTo>
                  <a:cubicBezTo>
                    <a:pt x="2311" y="811"/>
                    <a:pt x="2303" y="811"/>
                    <a:pt x="2295" y="811"/>
                  </a:cubicBezTo>
                  <a:cubicBezTo>
                    <a:pt x="2287" y="811"/>
                    <a:pt x="2287" y="811"/>
                    <a:pt x="2279" y="738"/>
                  </a:cubicBezTo>
                  <a:cubicBezTo>
                    <a:pt x="2287" y="697"/>
                    <a:pt x="2271" y="649"/>
                    <a:pt x="2255" y="608"/>
                  </a:cubicBezTo>
                  <a:cubicBezTo>
                    <a:pt x="2247" y="608"/>
                    <a:pt x="2247" y="608"/>
                    <a:pt x="2255" y="673"/>
                  </a:cubicBezTo>
                  <a:cubicBezTo>
                    <a:pt x="2258" y="701"/>
                    <a:pt x="2259" y="718"/>
                    <a:pt x="2256" y="718"/>
                  </a:cubicBezTo>
                  <a:cubicBezTo>
                    <a:pt x="2253" y="718"/>
                    <a:pt x="2244" y="687"/>
                    <a:pt x="2230" y="608"/>
                  </a:cubicBezTo>
                  <a:cubicBezTo>
                    <a:pt x="2224" y="581"/>
                    <a:pt x="2220" y="566"/>
                    <a:pt x="2219" y="566"/>
                  </a:cubicBezTo>
                  <a:cubicBezTo>
                    <a:pt x="2217" y="566"/>
                    <a:pt x="2221" y="597"/>
                    <a:pt x="2230" y="673"/>
                  </a:cubicBezTo>
                  <a:cubicBezTo>
                    <a:pt x="2234" y="742"/>
                    <a:pt x="2234" y="776"/>
                    <a:pt x="2230" y="776"/>
                  </a:cubicBezTo>
                  <a:cubicBezTo>
                    <a:pt x="2226" y="776"/>
                    <a:pt x="2218" y="742"/>
                    <a:pt x="2206" y="673"/>
                  </a:cubicBezTo>
                  <a:lnTo>
                    <a:pt x="2182" y="673"/>
                  </a:lnTo>
                  <a:cubicBezTo>
                    <a:pt x="2182" y="722"/>
                    <a:pt x="2182" y="770"/>
                    <a:pt x="2198" y="811"/>
                  </a:cubicBezTo>
                  <a:cubicBezTo>
                    <a:pt x="2207" y="891"/>
                    <a:pt x="2211" y="924"/>
                    <a:pt x="2210" y="924"/>
                  </a:cubicBezTo>
                  <a:cubicBezTo>
                    <a:pt x="2209" y="924"/>
                    <a:pt x="2205" y="906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57" y="681"/>
                    <a:pt x="2149" y="681"/>
                    <a:pt x="2141" y="681"/>
                  </a:cubicBezTo>
                  <a:cubicBezTo>
                    <a:pt x="2134" y="681"/>
                    <a:pt x="2121" y="681"/>
                    <a:pt x="2128" y="723"/>
                  </a:cubicBezTo>
                  <a:lnTo>
                    <a:pt x="2128" y="723"/>
                  </a:lnTo>
                  <a:cubicBezTo>
                    <a:pt x="2124" y="707"/>
                    <a:pt x="2123" y="705"/>
                    <a:pt x="2117" y="681"/>
                  </a:cubicBezTo>
                  <a:cubicBezTo>
                    <a:pt x="2111" y="681"/>
                    <a:pt x="2102" y="652"/>
                    <a:pt x="2102" y="652"/>
                  </a:cubicBezTo>
                  <a:lnTo>
                    <a:pt x="2102" y="652"/>
                  </a:lnTo>
                  <a:cubicBezTo>
                    <a:pt x="2102" y="652"/>
                    <a:pt x="2103" y="659"/>
                    <a:pt x="2109" y="681"/>
                  </a:cubicBezTo>
                  <a:cubicBezTo>
                    <a:pt x="2109" y="681"/>
                    <a:pt x="2101" y="681"/>
                    <a:pt x="2068" y="616"/>
                  </a:cubicBezTo>
                  <a:cubicBezTo>
                    <a:pt x="2063" y="605"/>
                    <a:pt x="2058" y="600"/>
                    <a:pt x="2055" y="600"/>
                  </a:cubicBez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4" y="819"/>
                    <a:pt x="2101" y="892"/>
                    <a:pt x="2101" y="892"/>
                  </a:cubicBezTo>
                  <a:cubicBezTo>
                    <a:pt x="2117" y="957"/>
                    <a:pt x="2109" y="957"/>
                    <a:pt x="2109" y="957"/>
                  </a:cubicBezTo>
                  <a:lnTo>
                    <a:pt x="2068" y="827"/>
                  </a:lnTo>
                  <a:cubicBezTo>
                    <a:pt x="2045" y="710"/>
                    <a:pt x="2022" y="642"/>
                    <a:pt x="2015" y="642"/>
                  </a:cubicBezTo>
                  <a:cubicBezTo>
                    <a:pt x="2011" y="642"/>
                    <a:pt x="2015" y="679"/>
                    <a:pt x="2036" y="762"/>
                  </a:cubicBezTo>
                  <a:lnTo>
                    <a:pt x="2020" y="697"/>
                  </a:lnTo>
                  <a:cubicBezTo>
                    <a:pt x="2012" y="666"/>
                    <a:pt x="2004" y="650"/>
                    <a:pt x="1999" y="650"/>
                  </a:cubicBezTo>
                  <a:cubicBezTo>
                    <a:pt x="1993" y="650"/>
                    <a:pt x="1991" y="668"/>
                    <a:pt x="1995" y="705"/>
                  </a:cubicBezTo>
                  <a:cubicBezTo>
                    <a:pt x="2003" y="770"/>
                    <a:pt x="2020" y="843"/>
                    <a:pt x="2044" y="900"/>
                  </a:cubicBezTo>
                  <a:cubicBezTo>
                    <a:pt x="2060" y="973"/>
                    <a:pt x="2052" y="973"/>
                    <a:pt x="2052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8" y="844"/>
                    <a:pt x="1992" y="812"/>
                    <a:pt x="1985" y="812"/>
                  </a:cubicBezTo>
                  <a:cubicBezTo>
                    <a:pt x="1982" y="812"/>
                    <a:pt x="1981" y="824"/>
                    <a:pt x="1986" y="849"/>
                  </a:cubicBezTo>
                  <a:lnTo>
                    <a:pt x="1986" y="849"/>
                  </a:lnTo>
                  <a:cubicBezTo>
                    <a:pt x="1970" y="805"/>
                    <a:pt x="1950" y="762"/>
                    <a:pt x="1934" y="762"/>
                  </a:cubicBezTo>
                  <a:cubicBezTo>
                    <a:pt x="1926" y="762"/>
                    <a:pt x="1919" y="772"/>
                    <a:pt x="1914" y="795"/>
                  </a:cubicBezTo>
                  <a:cubicBezTo>
                    <a:pt x="1901" y="798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4"/>
                  </a:cubicBezTo>
                  <a:cubicBezTo>
                    <a:pt x="1828" y="743"/>
                    <a:pt x="1824" y="738"/>
                    <a:pt x="1821" y="738"/>
                  </a:cubicBezTo>
                  <a:cubicBezTo>
                    <a:pt x="1810" y="738"/>
                    <a:pt x="1835" y="856"/>
                    <a:pt x="1882" y="957"/>
                  </a:cubicBezTo>
                  <a:cubicBezTo>
                    <a:pt x="1858" y="916"/>
                    <a:pt x="1848" y="904"/>
                    <a:pt x="1837" y="904"/>
                  </a:cubicBezTo>
                  <a:cubicBezTo>
                    <a:pt x="1833" y="904"/>
                    <a:pt x="1829" y="906"/>
                    <a:pt x="1825" y="908"/>
                  </a:cubicBezTo>
                  <a:cubicBezTo>
                    <a:pt x="1821" y="910"/>
                    <a:pt x="1817" y="912"/>
                    <a:pt x="1814" y="912"/>
                  </a:cubicBezTo>
                  <a:cubicBezTo>
                    <a:pt x="1806" y="912"/>
                    <a:pt x="1800" y="901"/>
                    <a:pt x="1776" y="859"/>
                  </a:cubicBezTo>
                  <a:cubicBezTo>
                    <a:pt x="1744" y="799"/>
                    <a:pt x="1728" y="768"/>
                    <a:pt x="1727" y="768"/>
                  </a:cubicBezTo>
                  <a:cubicBezTo>
                    <a:pt x="1726" y="768"/>
                    <a:pt x="1740" y="799"/>
                    <a:pt x="1768" y="859"/>
                  </a:cubicBezTo>
                  <a:cubicBezTo>
                    <a:pt x="1791" y="909"/>
                    <a:pt x="1797" y="930"/>
                    <a:pt x="1791" y="930"/>
                  </a:cubicBezTo>
                  <a:cubicBezTo>
                    <a:pt x="1781" y="930"/>
                    <a:pt x="1747" y="886"/>
                    <a:pt x="1703" y="819"/>
                  </a:cubicBezTo>
                  <a:cubicBezTo>
                    <a:pt x="1677" y="782"/>
                    <a:pt x="1665" y="773"/>
                    <a:pt x="1654" y="773"/>
                  </a:cubicBezTo>
                  <a:cubicBezTo>
                    <a:pt x="1649" y="773"/>
                    <a:pt x="1644" y="776"/>
                    <a:pt x="1639" y="778"/>
                  </a:cubicBezTo>
                  <a:cubicBezTo>
                    <a:pt x="1671" y="835"/>
                    <a:pt x="1655" y="843"/>
                    <a:pt x="1639" y="851"/>
                  </a:cubicBezTo>
                  <a:cubicBezTo>
                    <a:pt x="1622" y="876"/>
                    <a:pt x="1622" y="876"/>
                    <a:pt x="1703" y="981"/>
                  </a:cubicBezTo>
                  <a:cubicBezTo>
                    <a:pt x="1784" y="1086"/>
                    <a:pt x="1776" y="1095"/>
                    <a:pt x="1768" y="1103"/>
                  </a:cubicBezTo>
                  <a:cubicBezTo>
                    <a:pt x="1766" y="1103"/>
                    <a:pt x="1765" y="1103"/>
                    <a:pt x="1763" y="1103"/>
                  </a:cubicBezTo>
                  <a:cubicBezTo>
                    <a:pt x="1758" y="1103"/>
                    <a:pt x="1749" y="1098"/>
                    <a:pt x="1712" y="1054"/>
                  </a:cubicBezTo>
                  <a:cubicBezTo>
                    <a:pt x="1712" y="1054"/>
                    <a:pt x="1663" y="1014"/>
                    <a:pt x="1663" y="1014"/>
                  </a:cubicBezTo>
                  <a:cubicBezTo>
                    <a:pt x="1661" y="1016"/>
                    <a:pt x="1658" y="1018"/>
                    <a:pt x="1655" y="1018"/>
                  </a:cubicBezTo>
                  <a:cubicBezTo>
                    <a:pt x="1647" y="1018"/>
                    <a:pt x="1635" y="1008"/>
                    <a:pt x="1606" y="973"/>
                  </a:cubicBezTo>
                  <a:cubicBezTo>
                    <a:pt x="1606" y="973"/>
                    <a:pt x="1570" y="937"/>
                    <a:pt x="1550" y="937"/>
                  </a:cubicBezTo>
                  <a:cubicBezTo>
                    <a:pt x="1547" y="937"/>
                    <a:pt x="1544" y="938"/>
                    <a:pt x="1541" y="941"/>
                  </a:cubicBezTo>
                  <a:cubicBezTo>
                    <a:pt x="1534" y="944"/>
                    <a:pt x="1529" y="949"/>
                    <a:pt x="1521" y="949"/>
                  </a:cubicBezTo>
                  <a:cubicBezTo>
                    <a:pt x="1510" y="949"/>
                    <a:pt x="1496" y="940"/>
                    <a:pt x="1468" y="908"/>
                  </a:cubicBezTo>
                  <a:lnTo>
                    <a:pt x="1468" y="908"/>
                  </a:lnTo>
                  <a:cubicBezTo>
                    <a:pt x="1460" y="916"/>
                    <a:pt x="1460" y="916"/>
                    <a:pt x="1509" y="965"/>
                  </a:cubicBezTo>
                  <a:cubicBezTo>
                    <a:pt x="1549" y="1005"/>
                    <a:pt x="1579" y="1052"/>
                    <a:pt x="1550" y="1052"/>
                  </a:cubicBezTo>
                  <a:cubicBezTo>
                    <a:pt x="1544" y="1052"/>
                    <a:pt x="1536" y="1050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8"/>
                    <a:pt x="1549" y="1119"/>
                  </a:cubicBezTo>
                  <a:cubicBezTo>
                    <a:pt x="1547" y="1121"/>
                    <a:pt x="1545" y="1123"/>
                    <a:pt x="1543" y="1123"/>
                  </a:cubicBezTo>
                  <a:cubicBezTo>
                    <a:pt x="1537" y="1123"/>
                    <a:pt x="1527" y="1113"/>
                    <a:pt x="1493" y="1078"/>
                  </a:cubicBezTo>
                  <a:cubicBezTo>
                    <a:pt x="1450" y="1039"/>
                    <a:pt x="1423" y="1020"/>
                    <a:pt x="1414" y="1020"/>
                  </a:cubicBezTo>
                  <a:cubicBezTo>
                    <a:pt x="1403" y="1020"/>
                    <a:pt x="1422" y="1052"/>
                    <a:pt x="1476" y="1111"/>
                  </a:cubicBezTo>
                  <a:cubicBezTo>
                    <a:pt x="1503" y="1133"/>
                    <a:pt x="1513" y="1146"/>
                    <a:pt x="1507" y="1146"/>
                  </a:cubicBezTo>
                  <a:cubicBezTo>
                    <a:pt x="1501" y="1146"/>
                    <a:pt x="1486" y="1137"/>
                    <a:pt x="1460" y="1119"/>
                  </a:cubicBezTo>
                  <a:lnTo>
                    <a:pt x="1460" y="1119"/>
                  </a:lnTo>
                  <a:cubicBezTo>
                    <a:pt x="1460" y="1119"/>
                    <a:pt x="1460" y="1127"/>
                    <a:pt x="1509" y="1176"/>
                  </a:cubicBezTo>
                  <a:cubicBezTo>
                    <a:pt x="1531" y="1202"/>
                    <a:pt x="1541" y="1214"/>
                    <a:pt x="1536" y="1214"/>
                  </a:cubicBezTo>
                  <a:cubicBezTo>
                    <a:pt x="1532" y="1214"/>
                    <a:pt x="1518" y="1206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4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8"/>
                    <a:pt x="1371" y="1265"/>
                  </a:cubicBezTo>
                  <a:lnTo>
                    <a:pt x="1371" y="1265"/>
                  </a:lnTo>
                  <a:cubicBezTo>
                    <a:pt x="1420" y="1305"/>
                    <a:pt x="1420" y="1305"/>
                    <a:pt x="1420" y="1313"/>
                  </a:cubicBezTo>
                  <a:cubicBezTo>
                    <a:pt x="1379" y="1295"/>
                    <a:pt x="1358" y="1286"/>
                    <a:pt x="1353" y="1286"/>
                  </a:cubicBezTo>
                  <a:cubicBezTo>
                    <a:pt x="1342" y="1286"/>
                    <a:pt x="1393" y="1319"/>
                    <a:pt x="1468" y="1362"/>
                  </a:cubicBezTo>
                  <a:lnTo>
                    <a:pt x="1468" y="1354"/>
                  </a:lnTo>
                  <a:lnTo>
                    <a:pt x="1476" y="1346"/>
                  </a:lnTo>
                  <a:cubicBezTo>
                    <a:pt x="1535" y="1379"/>
                    <a:pt x="1561" y="1400"/>
                    <a:pt x="1548" y="1400"/>
                  </a:cubicBezTo>
                  <a:cubicBezTo>
                    <a:pt x="1537" y="1400"/>
                    <a:pt x="1490" y="1381"/>
                    <a:pt x="1403" y="1338"/>
                  </a:cubicBezTo>
                  <a:cubicBezTo>
                    <a:pt x="1349" y="1310"/>
                    <a:pt x="1320" y="1296"/>
                    <a:pt x="1317" y="1296"/>
                  </a:cubicBezTo>
                  <a:cubicBezTo>
                    <a:pt x="1315" y="1296"/>
                    <a:pt x="1341" y="1312"/>
                    <a:pt x="1395" y="1346"/>
                  </a:cubicBezTo>
                  <a:cubicBezTo>
                    <a:pt x="1458" y="1386"/>
                    <a:pt x="1486" y="1404"/>
                    <a:pt x="1478" y="1404"/>
                  </a:cubicBezTo>
                  <a:cubicBezTo>
                    <a:pt x="1472" y="1404"/>
                    <a:pt x="1442" y="1392"/>
                    <a:pt x="1387" y="1370"/>
                  </a:cubicBezTo>
                  <a:cubicBezTo>
                    <a:pt x="1332" y="1343"/>
                    <a:pt x="1304" y="1329"/>
                    <a:pt x="1302" y="1329"/>
                  </a:cubicBezTo>
                  <a:cubicBezTo>
                    <a:pt x="1300" y="1329"/>
                    <a:pt x="1329" y="1345"/>
                    <a:pt x="1387" y="1378"/>
                  </a:cubicBezTo>
                  <a:cubicBezTo>
                    <a:pt x="1522" y="1455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6" y="1394"/>
                    <a:pt x="1264" y="1376"/>
                    <a:pt x="1246" y="1376"/>
                  </a:cubicBezTo>
                  <a:cubicBezTo>
                    <a:pt x="1243" y="1376"/>
                    <a:pt x="1241" y="1377"/>
                    <a:pt x="1241" y="1378"/>
                  </a:cubicBezTo>
                  <a:cubicBezTo>
                    <a:pt x="1233" y="1386"/>
                    <a:pt x="1298" y="1411"/>
                    <a:pt x="1355" y="1435"/>
                  </a:cubicBezTo>
                  <a:cubicBezTo>
                    <a:pt x="1430" y="1459"/>
                    <a:pt x="1459" y="1471"/>
                    <a:pt x="1446" y="1471"/>
                  </a:cubicBezTo>
                  <a:cubicBezTo>
                    <a:pt x="1437" y="1471"/>
                    <a:pt x="1406" y="1465"/>
                    <a:pt x="1355" y="1451"/>
                  </a:cubicBezTo>
                  <a:cubicBezTo>
                    <a:pt x="1280" y="1433"/>
                    <a:pt x="1233" y="1424"/>
                    <a:pt x="1210" y="1424"/>
                  </a:cubicBezTo>
                  <a:cubicBezTo>
                    <a:pt x="1173" y="1424"/>
                    <a:pt x="1199" y="1447"/>
                    <a:pt x="1274" y="1492"/>
                  </a:cubicBezTo>
                  <a:cubicBezTo>
                    <a:pt x="1341" y="1535"/>
                    <a:pt x="1366" y="1558"/>
                    <a:pt x="1351" y="1558"/>
                  </a:cubicBezTo>
                  <a:cubicBezTo>
                    <a:pt x="1341" y="1558"/>
                    <a:pt x="1312" y="1547"/>
                    <a:pt x="1266" y="1524"/>
                  </a:cubicBezTo>
                  <a:cubicBezTo>
                    <a:pt x="1192" y="1492"/>
                    <a:pt x="1160" y="1478"/>
                    <a:pt x="1158" y="1478"/>
                  </a:cubicBezTo>
                  <a:cubicBezTo>
                    <a:pt x="1157" y="1478"/>
                    <a:pt x="1173" y="1486"/>
                    <a:pt x="1201" y="1500"/>
                  </a:cubicBezTo>
                  <a:cubicBezTo>
                    <a:pt x="1193" y="1524"/>
                    <a:pt x="1185" y="1541"/>
                    <a:pt x="1185" y="1549"/>
                  </a:cubicBezTo>
                  <a:cubicBezTo>
                    <a:pt x="1185" y="1557"/>
                    <a:pt x="1249" y="1581"/>
                    <a:pt x="1306" y="1597"/>
                  </a:cubicBezTo>
                  <a:cubicBezTo>
                    <a:pt x="1252" y="1587"/>
                    <a:pt x="1208" y="1581"/>
                    <a:pt x="1185" y="1581"/>
                  </a:cubicBezTo>
                  <a:cubicBezTo>
                    <a:pt x="1151" y="1581"/>
                    <a:pt x="1157" y="1593"/>
                    <a:pt x="1233" y="1622"/>
                  </a:cubicBezTo>
                  <a:lnTo>
                    <a:pt x="1233" y="1638"/>
                  </a:lnTo>
                  <a:cubicBezTo>
                    <a:pt x="1233" y="1646"/>
                    <a:pt x="1233" y="1646"/>
                    <a:pt x="1298" y="1662"/>
                  </a:cubicBezTo>
                  <a:cubicBezTo>
                    <a:pt x="1332" y="1677"/>
                    <a:pt x="1322" y="1680"/>
                    <a:pt x="1297" y="1680"/>
                  </a:cubicBezTo>
                  <a:cubicBezTo>
                    <a:pt x="1280" y="1680"/>
                    <a:pt x="1256" y="1678"/>
                    <a:pt x="1233" y="1678"/>
                  </a:cubicBezTo>
                  <a:cubicBezTo>
                    <a:pt x="1160" y="1678"/>
                    <a:pt x="1095" y="1678"/>
                    <a:pt x="1160" y="1686"/>
                  </a:cubicBezTo>
                  <a:cubicBezTo>
                    <a:pt x="1233" y="1695"/>
                    <a:pt x="1290" y="1719"/>
                    <a:pt x="1347" y="1735"/>
                  </a:cubicBezTo>
                  <a:cubicBezTo>
                    <a:pt x="1379" y="1743"/>
                    <a:pt x="1379" y="1747"/>
                    <a:pt x="1363" y="1747"/>
                  </a:cubicBezTo>
                  <a:cubicBezTo>
                    <a:pt x="1347" y="1747"/>
                    <a:pt x="1314" y="1743"/>
                    <a:pt x="1282" y="1735"/>
                  </a:cubicBezTo>
                  <a:cubicBezTo>
                    <a:pt x="1270" y="1733"/>
                    <a:pt x="1257" y="1732"/>
                    <a:pt x="1245" y="1732"/>
                  </a:cubicBezTo>
                  <a:cubicBezTo>
                    <a:pt x="1213" y="1732"/>
                    <a:pt x="1181" y="1737"/>
                    <a:pt x="1152" y="1743"/>
                  </a:cubicBezTo>
                  <a:cubicBezTo>
                    <a:pt x="1152" y="1751"/>
                    <a:pt x="1152" y="1768"/>
                    <a:pt x="1217" y="1776"/>
                  </a:cubicBezTo>
                  <a:cubicBezTo>
                    <a:pt x="1282" y="1776"/>
                    <a:pt x="1274" y="1824"/>
                    <a:pt x="1209" y="1832"/>
                  </a:cubicBezTo>
                  <a:lnTo>
                    <a:pt x="1209" y="1849"/>
                  </a:lnTo>
                  <a:cubicBezTo>
                    <a:pt x="1209" y="1857"/>
                    <a:pt x="1274" y="1865"/>
                    <a:pt x="1274" y="1873"/>
                  </a:cubicBezTo>
                  <a:cubicBezTo>
                    <a:pt x="1274" y="1873"/>
                    <a:pt x="1274" y="1881"/>
                    <a:pt x="1339" y="1889"/>
                  </a:cubicBezTo>
                  <a:cubicBezTo>
                    <a:pt x="1339" y="1897"/>
                    <a:pt x="1339" y="1905"/>
                    <a:pt x="1274" y="1905"/>
                  </a:cubicBezTo>
                  <a:cubicBezTo>
                    <a:pt x="1403" y="1905"/>
                    <a:pt x="1403" y="1905"/>
                    <a:pt x="1274" y="1922"/>
                  </a:cubicBezTo>
                  <a:cubicBezTo>
                    <a:pt x="1188" y="1927"/>
                    <a:pt x="1163" y="1933"/>
                    <a:pt x="1198" y="1933"/>
                  </a:cubicBezTo>
                  <a:cubicBezTo>
                    <a:pt x="1213" y="1933"/>
                    <a:pt x="1238" y="1932"/>
                    <a:pt x="1274" y="1930"/>
                  </a:cubicBezTo>
                  <a:cubicBezTo>
                    <a:pt x="1339" y="1938"/>
                    <a:pt x="1339" y="1938"/>
                    <a:pt x="1274" y="1946"/>
                  </a:cubicBezTo>
                  <a:cubicBezTo>
                    <a:pt x="1234" y="1952"/>
                    <a:pt x="1222" y="1957"/>
                    <a:pt x="1238" y="1957"/>
                  </a:cubicBezTo>
                  <a:cubicBezTo>
                    <a:pt x="1245" y="1957"/>
                    <a:pt x="1257" y="1956"/>
                    <a:pt x="1274" y="1954"/>
                  </a:cubicBezTo>
                  <a:cubicBezTo>
                    <a:pt x="1403" y="1954"/>
                    <a:pt x="1468" y="1962"/>
                    <a:pt x="1339" y="1978"/>
                  </a:cubicBezTo>
                  <a:cubicBezTo>
                    <a:pt x="1339" y="1978"/>
                    <a:pt x="1339" y="1986"/>
                    <a:pt x="1403" y="1986"/>
                  </a:cubicBezTo>
                  <a:cubicBezTo>
                    <a:pt x="1457" y="1983"/>
                    <a:pt x="1489" y="1981"/>
                    <a:pt x="1498" y="1981"/>
                  </a:cubicBezTo>
                  <a:cubicBezTo>
                    <a:pt x="1511" y="1981"/>
                    <a:pt x="1479" y="1985"/>
                    <a:pt x="1403" y="1995"/>
                  </a:cubicBezTo>
                  <a:cubicBezTo>
                    <a:pt x="1316" y="2012"/>
                    <a:pt x="1291" y="2025"/>
                    <a:pt x="1330" y="2025"/>
                  </a:cubicBezTo>
                  <a:cubicBezTo>
                    <a:pt x="1345" y="2025"/>
                    <a:pt x="1369" y="2023"/>
                    <a:pt x="1403" y="2019"/>
                  </a:cubicBezTo>
                  <a:cubicBezTo>
                    <a:pt x="1403" y="2019"/>
                    <a:pt x="1420" y="2017"/>
                    <a:pt x="1429" y="2017"/>
                  </a:cubicBezTo>
                  <a:cubicBezTo>
                    <a:pt x="1438" y="2017"/>
                    <a:pt x="1440" y="2019"/>
                    <a:pt x="1412" y="2027"/>
                  </a:cubicBezTo>
                  <a:cubicBezTo>
                    <a:pt x="1360" y="2053"/>
                    <a:pt x="1319" y="2093"/>
                    <a:pt x="1364" y="2093"/>
                  </a:cubicBezTo>
                  <a:cubicBezTo>
                    <a:pt x="1376" y="2093"/>
                    <a:pt x="1394" y="2091"/>
                    <a:pt x="1420" y="2084"/>
                  </a:cubicBezTo>
                  <a:lnTo>
                    <a:pt x="1420" y="2100"/>
                  </a:lnTo>
                  <a:cubicBezTo>
                    <a:pt x="1377" y="2118"/>
                    <a:pt x="1366" y="2127"/>
                    <a:pt x="1391" y="2127"/>
                  </a:cubicBezTo>
                  <a:cubicBezTo>
                    <a:pt x="1399" y="2127"/>
                    <a:pt x="1412" y="2126"/>
                    <a:pt x="1428" y="2124"/>
                  </a:cubicBezTo>
                  <a:lnTo>
                    <a:pt x="1493" y="2116"/>
                  </a:lnTo>
                  <a:lnTo>
                    <a:pt x="1493" y="2116"/>
                  </a:lnTo>
                  <a:cubicBezTo>
                    <a:pt x="1444" y="2124"/>
                    <a:pt x="1403" y="2140"/>
                    <a:pt x="1371" y="2165"/>
                  </a:cubicBezTo>
                  <a:cubicBezTo>
                    <a:pt x="1371" y="2168"/>
                    <a:pt x="1371" y="2170"/>
                    <a:pt x="1376" y="2170"/>
                  </a:cubicBezTo>
                  <a:cubicBezTo>
                    <a:pt x="1382" y="2170"/>
                    <a:pt x="1398" y="2166"/>
                    <a:pt x="1436" y="2157"/>
                  </a:cubicBezTo>
                  <a:cubicBezTo>
                    <a:pt x="1467" y="2139"/>
                    <a:pt x="1481" y="2133"/>
                    <a:pt x="1488" y="2133"/>
                  </a:cubicBezTo>
                  <a:cubicBezTo>
                    <a:pt x="1493" y="2133"/>
                    <a:pt x="1493" y="2137"/>
                    <a:pt x="1493" y="2140"/>
                  </a:cubicBezTo>
                  <a:cubicBezTo>
                    <a:pt x="1460" y="2165"/>
                    <a:pt x="1420" y="2189"/>
                    <a:pt x="1379" y="2197"/>
                  </a:cubicBezTo>
                  <a:lnTo>
                    <a:pt x="1379" y="2205"/>
                  </a:lnTo>
                  <a:cubicBezTo>
                    <a:pt x="1448" y="2183"/>
                    <a:pt x="1478" y="2173"/>
                    <a:pt x="1480" y="2173"/>
                  </a:cubicBezTo>
                  <a:cubicBezTo>
                    <a:pt x="1483" y="2173"/>
                    <a:pt x="1469" y="2179"/>
                    <a:pt x="1444" y="2189"/>
                  </a:cubicBezTo>
                  <a:cubicBezTo>
                    <a:pt x="1387" y="2222"/>
                    <a:pt x="1387" y="2230"/>
                    <a:pt x="1387" y="2238"/>
                  </a:cubicBezTo>
                  <a:cubicBezTo>
                    <a:pt x="1409" y="2230"/>
                    <a:pt x="1417" y="2227"/>
                    <a:pt x="1418" y="2227"/>
                  </a:cubicBezTo>
                  <a:cubicBezTo>
                    <a:pt x="1420" y="2227"/>
                    <a:pt x="1393" y="2238"/>
                    <a:pt x="1387" y="2238"/>
                  </a:cubicBezTo>
                  <a:lnTo>
                    <a:pt x="1330" y="2262"/>
                  </a:lnTo>
                  <a:cubicBezTo>
                    <a:pt x="1314" y="2269"/>
                    <a:pt x="1307" y="2272"/>
                    <a:pt x="1307" y="2272"/>
                  </a:cubicBezTo>
                  <a:cubicBezTo>
                    <a:pt x="1308" y="2272"/>
                    <a:pt x="1349" y="2255"/>
                    <a:pt x="1395" y="2238"/>
                  </a:cubicBezTo>
                  <a:lnTo>
                    <a:pt x="1395" y="2254"/>
                  </a:lnTo>
                  <a:cubicBezTo>
                    <a:pt x="1399" y="2258"/>
                    <a:pt x="1401" y="2261"/>
                    <a:pt x="1407" y="2261"/>
                  </a:cubicBezTo>
                  <a:cubicBezTo>
                    <a:pt x="1415" y="2261"/>
                    <a:pt x="1429" y="2256"/>
                    <a:pt x="1460" y="2238"/>
                  </a:cubicBezTo>
                  <a:cubicBezTo>
                    <a:pt x="1493" y="2222"/>
                    <a:pt x="1533" y="2205"/>
                    <a:pt x="1574" y="2189"/>
                  </a:cubicBezTo>
                  <a:lnTo>
                    <a:pt x="1574" y="2189"/>
                  </a:lnTo>
                  <a:cubicBezTo>
                    <a:pt x="1533" y="2205"/>
                    <a:pt x="1501" y="2230"/>
                    <a:pt x="1460" y="2254"/>
                  </a:cubicBezTo>
                  <a:cubicBezTo>
                    <a:pt x="1468" y="2262"/>
                    <a:pt x="1412" y="2286"/>
                    <a:pt x="1412" y="2286"/>
                  </a:cubicBezTo>
                  <a:cubicBezTo>
                    <a:pt x="1334" y="2317"/>
                    <a:pt x="1336" y="2329"/>
                    <a:pt x="1361" y="2329"/>
                  </a:cubicBezTo>
                  <a:cubicBezTo>
                    <a:pt x="1376" y="2329"/>
                    <a:pt x="1399" y="2325"/>
                    <a:pt x="1420" y="2319"/>
                  </a:cubicBezTo>
                  <a:cubicBezTo>
                    <a:pt x="1473" y="2297"/>
                    <a:pt x="1503" y="2287"/>
                    <a:pt x="1510" y="2287"/>
                  </a:cubicBezTo>
                  <a:cubicBezTo>
                    <a:pt x="1519" y="2287"/>
                    <a:pt x="1491" y="2303"/>
                    <a:pt x="1428" y="2335"/>
                  </a:cubicBezTo>
                  <a:cubicBezTo>
                    <a:pt x="1391" y="2356"/>
                    <a:pt x="1379" y="2365"/>
                    <a:pt x="1385" y="2365"/>
                  </a:cubicBezTo>
                  <a:cubicBezTo>
                    <a:pt x="1398" y="2365"/>
                    <a:pt x="1491" y="2325"/>
                    <a:pt x="1606" y="2270"/>
                  </a:cubicBezTo>
                  <a:lnTo>
                    <a:pt x="1606" y="2270"/>
                  </a:lnTo>
                  <a:cubicBezTo>
                    <a:pt x="1464" y="2360"/>
                    <a:pt x="1414" y="2391"/>
                    <a:pt x="1430" y="2391"/>
                  </a:cubicBezTo>
                  <a:cubicBezTo>
                    <a:pt x="1438" y="2391"/>
                    <a:pt x="1466" y="2382"/>
                    <a:pt x="1509" y="2367"/>
                  </a:cubicBezTo>
                  <a:cubicBezTo>
                    <a:pt x="1535" y="2356"/>
                    <a:pt x="1549" y="2350"/>
                    <a:pt x="1552" y="2350"/>
                  </a:cubicBezTo>
                  <a:cubicBezTo>
                    <a:pt x="1555" y="2350"/>
                    <a:pt x="1543" y="2358"/>
                    <a:pt x="1517" y="2376"/>
                  </a:cubicBezTo>
                  <a:cubicBezTo>
                    <a:pt x="1460" y="2408"/>
                    <a:pt x="1460" y="2416"/>
                    <a:pt x="1476" y="2440"/>
                  </a:cubicBezTo>
                  <a:cubicBezTo>
                    <a:pt x="1484" y="2448"/>
                    <a:pt x="1488" y="2454"/>
                    <a:pt x="1495" y="2454"/>
                  </a:cubicBezTo>
                  <a:cubicBezTo>
                    <a:pt x="1503" y="2454"/>
                    <a:pt x="1515" y="2446"/>
                    <a:pt x="1541" y="2424"/>
                  </a:cubicBezTo>
                  <a:lnTo>
                    <a:pt x="1549" y="2440"/>
                  </a:lnTo>
                  <a:cubicBezTo>
                    <a:pt x="1508" y="2475"/>
                    <a:pt x="1496" y="2490"/>
                    <a:pt x="1503" y="2490"/>
                  </a:cubicBezTo>
                  <a:cubicBezTo>
                    <a:pt x="1513" y="2490"/>
                    <a:pt x="1558" y="2463"/>
                    <a:pt x="1614" y="2416"/>
                  </a:cubicBezTo>
                  <a:lnTo>
                    <a:pt x="1622" y="2424"/>
                  </a:lnTo>
                  <a:lnTo>
                    <a:pt x="1566" y="2465"/>
                  </a:lnTo>
                  <a:cubicBezTo>
                    <a:pt x="1517" y="2505"/>
                    <a:pt x="1525" y="2522"/>
                    <a:pt x="1566" y="2570"/>
                  </a:cubicBezTo>
                  <a:cubicBezTo>
                    <a:pt x="1588" y="2596"/>
                    <a:pt x="1600" y="2612"/>
                    <a:pt x="1615" y="2612"/>
                  </a:cubicBezTo>
                  <a:cubicBezTo>
                    <a:pt x="1633" y="2612"/>
                    <a:pt x="1655" y="2590"/>
                    <a:pt x="1703" y="2538"/>
                  </a:cubicBezTo>
                  <a:cubicBezTo>
                    <a:pt x="1751" y="2494"/>
                    <a:pt x="1775" y="2472"/>
                    <a:pt x="1777" y="2472"/>
                  </a:cubicBezTo>
                  <a:cubicBezTo>
                    <a:pt x="1779" y="2472"/>
                    <a:pt x="1757" y="2496"/>
                    <a:pt x="1712" y="2546"/>
                  </a:cubicBezTo>
                  <a:cubicBezTo>
                    <a:pt x="1682" y="2581"/>
                    <a:pt x="1652" y="2621"/>
                    <a:pt x="1657" y="2621"/>
                  </a:cubicBezTo>
                  <a:cubicBezTo>
                    <a:pt x="1659" y="2621"/>
                    <a:pt x="1666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7"/>
                  </a:cubicBezTo>
                  <a:cubicBezTo>
                    <a:pt x="1620" y="2721"/>
                    <a:pt x="1613" y="2741"/>
                    <a:pt x="1619" y="2741"/>
                  </a:cubicBezTo>
                  <a:cubicBezTo>
                    <a:pt x="1626" y="2741"/>
                    <a:pt x="1650" y="2717"/>
                    <a:pt x="1671" y="2692"/>
                  </a:cubicBezTo>
                  <a:cubicBezTo>
                    <a:pt x="1704" y="2649"/>
                    <a:pt x="1717" y="2633"/>
                    <a:pt x="1718" y="2633"/>
                  </a:cubicBezTo>
                  <a:cubicBezTo>
                    <a:pt x="1720" y="2633"/>
                    <a:pt x="1698" y="2666"/>
                    <a:pt x="1679" y="2700"/>
                  </a:cubicBezTo>
                  <a:cubicBezTo>
                    <a:pt x="1656" y="2735"/>
                    <a:pt x="1628" y="2779"/>
                    <a:pt x="1633" y="2779"/>
                  </a:cubicBezTo>
                  <a:cubicBezTo>
                    <a:pt x="1635" y="2779"/>
                    <a:pt x="1641" y="2772"/>
                    <a:pt x="1655" y="2757"/>
                  </a:cubicBezTo>
                  <a:cubicBezTo>
                    <a:pt x="1674" y="2737"/>
                    <a:pt x="1704" y="2719"/>
                    <a:pt x="1720" y="2719"/>
                  </a:cubicBezTo>
                  <a:cubicBezTo>
                    <a:pt x="1738" y="2719"/>
                    <a:pt x="1741" y="2739"/>
                    <a:pt x="1703" y="2797"/>
                  </a:cubicBezTo>
                  <a:lnTo>
                    <a:pt x="1712" y="2805"/>
                  </a:lnTo>
                  <a:cubicBezTo>
                    <a:pt x="1738" y="2769"/>
                    <a:pt x="1750" y="2759"/>
                    <a:pt x="1760" y="2759"/>
                  </a:cubicBezTo>
                  <a:cubicBezTo>
                    <a:pt x="1766" y="2759"/>
                    <a:pt x="1771" y="2762"/>
                    <a:pt x="1776" y="2765"/>
                  </a:cubicBezTo>
                  <a:cubicBezTo>
                    <a:pt x="1793" y="2781"/>
                    <a:pt x="1801" y="2781"/>
                    <a:pt x="1768" y="2838"/>
                  </a:cubicBezTo>
                  <a:cubicBezTo>
                    <a:pt x="1743" y="2867"/>
                    <a:pt x="1733" y="2881"/>
                    <a:pt x="1736" y="2881"/>
                  </a:cubicBezTo>
                  <a:cubicBezTo>
                    <a:pt x="1739" y="2881"/>
                    <a:pt x="1753" y="2869"/>
                    <a:pt x="1776" y="2846"/>
                  </a:cubicBezTo>
                  <a:cubicBezTo>
                    <a:pt x="1777" y="2846"/>
                    <a:pt x="1777" y="2846"/>
                    <a:pt x="1777" y="2846"/>
                  </a:cubicBezTo>
                  <a:cubicBezTo>
                    <a:pt x="1789" y="2846"/>
                    <a:pt x="1853" y="2748"/>
                    <a:pt x="1864" y="2748"/>
                  </a:cubicBezTo>
                  <a:cubicBezTo>
                    <a:pt x="1865" y="2748"/>
                    <a:pt x="1865" y="2748"/>
                    <a:pt x="1866" y="2749"/>
                  </a:cubicBezTo>
                  <a:cubicBezTo>
                    <a:pt x="1882" y="2708"/>
                    <a:pt x="1906" y="2676"/>
                    <a:pt x="1930" y="2643"/>
                  </a:cubicBezTo>
                  <a:lnTo>
                    <a:pt x="1930" y="2643"/>
                  </a:lnTo>
                  <a:lnTo>
                    <a:pt x="1906" y="2700"/>
                  </a:lnTo>
                  <a:cubicBezTo>
                    <a:pt x="1874" y="2757"/>
                    <a:pt x="1841" y="2813"/>
                    <a:pt x="1841" y="2813"/>
                  </a:cubicBezTo>
                  <a:cubicBezTo>
                    <a:pt x="1843" y="2816"/>
                    <a:pt x="1846" y="2817"/>
                    <a:pt x="1848" y="2817"/>
                  </a:cubicBezTo>
                  <a:cubicBezTo>
                    <a:pt x="1856" y="2817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8"/>
                    <a:pt x="1890" y="2838"/>
                  </a:cubicBezTo>
                  <a:cubicBezTo>
                    <a:pt x="1896" y="2841"/>
                    <a:pt x="1900" y="2843"/>
                    <a:pt x="1905" y="2843"/>
                  </a:cubicBezTo>
                  <a:cubicBezTo>
                    <a:pt x="1915" y="2843"/>
                    <a:pt x="1926" y="2834"/>
                    <a:pt x="1947" y="2797"/>
                  </a:cubicBezTo>
                  <a:lnTo>
                    <a:pt x="1947" y="2797"/>
                  </a:lnTo>
                  <a:cubicBezTo>
                    <a:pt x="1925" y="2862"/>
                    <a:pt x="1931" y="2897"/>
                    <a:pt x="1949" y="2897"/>
                  </a:cubicBezTo>
                  <a:cubicBezTo>
                    <a:pt x="1964" y="2897"/>
                    <a:pt x="1989" y="2870"/>
                    <a:pt x="2012" y="2813"/>
                  </a:cubicBezTo>
                  <a:cubicBezTo>
                    <a:pt x="2019" y="2786"/>
                    <a:pt x="2025" y="2772"/>
                    <a:pt x="2028" y="2772"/>
                  </a:cubicBezTo>
                  <a:cubicBezTo>
                    <a:pt x="2030" y="2772"/>
                    <a:pt x="2028" y="2788"/>
                    <a:pt x="2020" y="2822"/>
                  </a:cubicBezTo>
                  <a:cubicBezTo>
                    <a:pt x="2015" y="2855"/>
                    <a:pt x="2013" y="2871"/>
                    <a:pt x="2016" y="2871"/>
                  </a:cubicBezTo>
                  <a:cubicBezTo>
                    <a:pt x="2018" y="2871"/>
                    <a:pt x="2024" y="2857"/>
                    <a:pt x="2036" y="2830"/>
                  </a:cubicBezTo>
                  <a:cubicBezTo>
                    <a:pt x="2042" y="2814"/>
                    <a:pt x="2047" y="2808"/>
                    <a:pt x="2049" y="2808"/>
                  </a:cubicBezTo>
                  <a:cubicBezTo>
                    <a:pt x="2056" y="2808"/>
                    <a:pt x="2050" y="2855"/>
                    <a:pt x="2044" y="2903"/>
                  </a:cubicBezTo>
                  <a:cubicBezTo>
                    <a:pt x="2024" y="2976"/>
                    <a:pt x="2020" y="3008"/>
                    <a:pt x="2024" y="3008"/>
                  </a:cubicBezTo>
                  <a:cubicBezTo>
                    <a:pt x="2027" y="3008"/>
                    <a:pt x="2034" y="2993"/>
                    <a:pt x="2044" y="2967"/>
                  </a:cubicBezTo>
                  <a:cubicBezTo>
                    <a:pt x="2075" y="2923"/>
                    <a:pt x="2087" y="2918"/>
                    <a:pt x="2095" y="2918"/>
                  </a:cubicBezTo>
                  <a:cubicBezTo>
                    <a:pt x="2097" y="2918"/>
                    <a:pt x="2099" y="2919"/>
                    <a:pt x="2101" y="2919"/>
                  </a:cubicBezTo>
                  <a:cubicBezTo>
                    <a:pt x="2133" y="2886"/>
                    <a:pt x="2141" y="2838"/>
                    <a:pt x="2149" y="2797"/>
                  </a:cubicBezTo>
                  <a:cubicBezTo>
                    <a:pt x="2157" y="2732"/>
                    <a:pt x="2182" y="2676"/>
                    <a:pt x="2182" y="2676"/>
                  </a:cubicBezTo>
                  <a:lnTo>
                    <a:pt x="2182" y="2676"/>
                  </a:lnTo>
                  <a:cubicBezTo>
                    <a:pt x="2166" y="2716"/>
                    <a:pt x="2157" y="2757"/>
                    <a:pt x="2157" y="2797"/>
                  </a:cubicBezTo>
                  <a:cubicBezTo>
                    <a:pt x="2157" y="2862"/>
                    <a:pt x="2174" y="2870"/>
                    <a:pt x="2182" y="2870"/>
                  </a:cubicBezTo>
                  <a:lnTo>
                    <a:pt x="2214" y="2870"/>
                  </a:lnTo>
                  <a:cubicBezTo>
                    <a:pt x="2218" y="2908"/>
                    <a:pt x="2225" y="2926"/>
                    <a:pt x="2230" y="2926"/>
                  </a:cubicBezTo>
                  <a:cubicBezTo>
                    <a:pt x="2235" y="2926"/>
                    <a:pt x="2239" y="2910"/>
                    <a:pt x="2239" y="2878"/>
                  </a:cubicBezTo>
                  <a:cubicBezTo>
                    <a:pt x="2244" y="2843"/>
                    <a:pt x="2245" y="2839"/>
                    <a:pt x="2246" y="2833"/>
                  </a:cubicBezTo>
                  <a:lnTo>
                    <a:pt x="2246" y="2833"/>
                  </a:lnTo>
                  <a:cubicBezTo>
                    <a:pt x="2247" y="2889"/>
                    <a:pt x="2270" y="2919"/>
                    <a:pt x="2294" y="2919"/>
                  </a:cubicBezTo>
                  <a:cubicBezTo>
                    <a:pt x="2317" y="2919"/>
                    <a:pt x="2340" y="2890"/>
                    <a:pt x="2344" y="2830"/>
                  </a:cubicBezTo>
                  <a:lnTo>
                    <a:pt x="2344" y="2895"/>
                  </a:lnTo>
                  <a:cubicBezTo>
                    <a:pt x="2344" y="2959"/>
                    <a:pt x="2352" y="2959"/>
                    <a:pt x="2368" y="2959"/>
                  </a:cubicBezTo>
                  <a:cubicBezTo>
                    <a:pt x="2376" y="2959"/>
                    <a:pt x="2409" y="2895"/>
                    <a:pt x="2433" y="2895"/>
                  </a:cubicBezTo>
                  <a:cubicBezTo>
                    <a:pt x="2466" y="2886"/>
                    <a:pt x="2490" y="2886"/>
                    <a:pt x="2482" y="2830"/>
                  </a:cubicBezTo>
                  <a:cubicBezTo>
                    <a:pt x="2490" y="2830"/>
                    <a:pt x="2490" y="2830"/>
                    <a:pt x="2498" y="2886"/>
                  </a:cubicBezTo>
                  <a:cubicBezTo>
                    <a:pt x="2498" y="2951"/>
                    <a:pt x="2506" y="2951"/>
                    <a:pt x="2514" y="2951"/>
                  </a:cubicBezTo>
                  <a:cubicBezTo>
                    <a:pt x="2514" y="2911"/>
                    <a:pt x="2514" y="2862"/>
                    <a:pt x="2498" y="2822"/>
                  </a:cubicBezTo>
                  <a:cubicBezTo>
                    <a:pt x="2494" y="2793"/>
                    <a:pt x="2494" y="2779"/>
                    <a:pt x="2498" y="2779"/>
                  </a:cubicBezTo>
                  <a:cubicBezTo>
                    <a:pt x="2502" y="2779"/>
                    <a:pt x="2510" y="2793"/>
                    <a:pt x="2522" y="2822"/>
                  </a:cubicBezTo>
                  <a:cubicBezTo>
                    <a:pt x="2534" y="2854"/>
                    <a:pt x="2551" y="2870"/>
                    <a:pt x="2564" y="2870"/>
                  </a:cubicBezTo>
                  <a:cubicBezTo>
                    <a:pt x="2577" y="2870"/>
                    <a:pt x="2587" y="2854"/>
                    <a:pt x="2587" y="2822"/>
                  </a:cubicBezTo>
                  <a:cubicBezTo>
                    <a:pt x="2589" y="2822"/>
                    <a:pt x="2590" y="2821"/>
                    <a:pt x="2592" y="2821"/>
                  </a:cubicBezTo>
                  <a:cubicBezTo>
                    <a:pt x="2599" y="2821"/>
                    <a:pt x="2605" y="2826"/>
                    <a:pt x="2611" y="2878"/>
                  </a:cubicBezTo>
                  <a:cubicBezTo>
                    <a:pt x="2625" y="2910"/>
                    <a:pt x="2644" y="2942"/>
                    <a:pt x="2654" y="2942"/>
                  </a:cubicBezTo>
                  <a:cubicBezTo>
                    <a:pt x="2661" y="2942"/>
                    <a:pt x="2663" y="2923"/>
                    <a:pt x="2652" y="2870"/>
                  </a:cubicBezTo>
                  <a:cubicBezTo>
                    <a:pt x="2660" y="2870"/>
                    <a:pt x="2660" y="2870"/>
                    <a:pt x="2684" y="2927"/>
                  </a:cubicBezTo>
                  <a:cubicBezTo>
                    <a:pt x="2698" y="2964"/>
                    <a:pt x="2713" y="3002"/>
                    <a:pt x="2716" y="3002"/>
                  </a:cubicBezTo>
                  <a:cubicBezTo>
                    <a:pt x="2718" y="3002"/>
                    <a:pt x="2714" y="2982"/>
                    <a:pt x="2701" y="2927"/>
                  </a:cubicBezTo>
                  <a:cubicBezTo>
                    <a:pt x="2696" y="2891"/>
                    <a:pt x="2702" y="2873"/>
                    <a:pt x="2714" y="2873"/>
                  </a:cubicBezTo>
                  <a:cubicBezTo>
                    <a:pt x="2724" y="2873"/>
                    <a:pt x="2739" y="2885"/>
                    <a:pt x="2757" y="2911"/>
                  </a:cubicBezTo>
                  <a:cubicBezTo>
                    <a:pt x="2766" y="2903"/>
                    <a:pt x="2774" y="2903"/>
                    <a:pt x="2749" y="2846"/>
                  </a:cubicBezTo>
                  <a:cubicBezTo>
                    <a:pt x="2733" y="2813"/>
                    <a:pt x="2741" y="2822"/>
                    <a:pt x="2725" y="2781"/>
                  </a:cubicBezTo>
                  <a:lnTo>
                    <a:pt x="2725" y="2781"/>
                  </a:lnTo>
                  <a:cubicBezTo>
                    <a:pt x="2753" y="2842"/>
                    <a:pt x="2768" y="2872"/>
                    <a:pt x="2770" y="2872"/>
                  </a:cubicBezTo>
                  <a:cubicBezTo>
                    <a:pt x="2772" y="2872"/>
                    <a:pt x="2761" y="2842"/>
                    <a:pt x="2741" y="2781"/>
                  </a:cubicBezTo>
                  <a:cubicBezTo>
                    <a:pt x="2729" y="2752"/>
                    <a:pt x="2725" y="2735"/>
                    <a:pt x="2727" y="2735"/>
                  </a:cubicBezTo>
                  <a:cubicBezTo>
                    <a:pt x="2730" y="2735"/>
                    <a:pt x="2738" y="2750"/>
                    <a:pt x="2749" y="2781"/>
                  </a:cubicBezTo>
                  <a:cubicBezTo>
                    <a:pt x="2782" y="2838"/>
                    <a:pt x="2790" y="2838"/>
                    <a:pt x="2790" y="2838"/>
                  </a:cubicBezTo>
                  <a:cubicBezTo>
                    <a:pt x="2798" y="2838"/>
                    <a:pt x="2806" y="2765"/>
                    <a:pt x="2838" y="2740"/>
                  </a:cubicBezTo>
                  <a:cubicBezTo>
                    <a:pt x="2895" y="2716"/>
                    <a:pt x="2911" y="2700"/>
                    <a:pt x="2879" y="2651"/>
                  </a:cubicBezTo>
                  <a:cubicBezTo>
                    <a:pt x="2862" y="2622"/>
                    <a:pt x="2854" y="2608"/>
                    <a:pt x="2857" y="2608"/>
                  </a:cubicBezTo>
                  <a:cubicBezTo>
                    <a:pt x="2860" y="2608"/>
                    <a:pt x="2872" y="2620"/>
                    <a:pt x="2895" y="2643"/>
                  </a:cubicBezTo>
                  <a:cubicBezTo>
                    <a:pt x="2924" y="2678"/>
                    <a:pt x="2936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5" y="2683"/>
                    <a:pt x="2957" y="2683"/>
                  </a:cubicBezTo>
                  <a:cubicBezTo>
                    <a:pt x="2962" y="2683"/>
                    <a:pt x="2969" y="2688"/>
                    <a:pt x="3001" y="2732"/>
                  </a:cubicBezTo>
                  <a:cubicBezTo>
                    <a:pt x="2968" y="2676"/>
                    <a:pt x="2968" y="2676"/>
                    <a:pt x="2976" y="2667"/>
                  </a:cubicBezTo>
                  <a:lnTo>
                    <a:pt x="2976" y="2667"/>
                  </a:lnTo>
                  <a:cubicBezTo>
                    <a:pt x="2995" y="2694"/>
                    <a:pt x="3007" y="2706"/>
                    <a:pt x="3010" y="2706"/>
                  </a:cubicBezTo>
                  <a:cubicBezTo>
                    <a:pt x="3014" y="2706"/>
                    <a:pt x="3006" y="2690"/>
                    <a:pt x="2984" y="2659"/>
                  </a:cubicBezTo>
                  <a:cubicBezTo>
                    <a:pt x="2947" y="2606"/>
                    <a:pt x="2929" y="2579"/>
                    <a:pt x="2931" y="2579"/>
                  </a:cubicBezTo>
                  <a:cubicBezTo>
                    <a:pt x="2933" y="2579"/>
                    <a:pt x="2953" y="2604"/>
                    <a:pt x="2993" y="2651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8"/>
                    <a:pt x="3049" y="2692"/>
                  </a:cubicBezTo>
                  <a:cubicBezTo>
                    <a:pt x="3009" y="2643"/>
                    <a:pt x="3017" y="2635"/>
                    <a:pt x="2984" y="2578"/>
                  </a:cubicBezTo>
                  <a:cubicBezTo>
                    <a:pt x="2984" y="2578"/>
                    <a:pt x="2985" y="2578"/>
                    <a:pt x="2986" y="2578"/>
                  </a:cubicBezTo>
                  <a:cubicBezTo>
                    <a:pt x="2991" y="2578"/>
                    <a:pt x="3003" y="2582"/>
                    <a:pt x="3033" y="2619"/>
                  </a:cubicBezTo>
                  <a:cubicBezTo>
                    <a:pt x="3043" y="2627"/>
                    <a:pt x="3051" y="2631"/>
                    <a:pt x="3056" y="2631"/>
                  </a:cubicBezTo>
                  <a:cubicBezTo>
                    <a:pt x="3077" y="2631"/>
                    <a:pt x="3065" y="2576"/>
                    <a:pt x="3033" y="2538"/>
                  </a:cubicBezTo>
                  <a:cubicBezTo>
                    <a:pt x="3009" y="2513"/>
                    <a:pt x="2999" y="2501"/>
                    <a:pt x="3001" y="2501"/>
                  </a:cubicBezTo>
                  <a:cubicBezTo>
                    <a:pt x="3003" y="2501"/>
                    <a:pt x="3017" y="2513"/>
                    <a:pt x="3041" y="2538"/>
                  </a:cubicBezTo>
                  <a:cubicBezTo>
                    <a:pt x="3069" y="2566"/>
                    <a:pt x="3082" y="2574"/>
                    <a:pt x="3089" y="2574"/>
                  </a:cubicBezTo>
                  <a:cubicBezTo>
                    <a:pt x="3093" y="2574"/>
                    <a:pt x="3095" y="2573"/>
                    <a:pt x="3098" y="2570"/>
                  </a:cubicBezTo>
                  <a:cubicBezTo>
                    <a:pt x="3085" y="2555"/>
                    <a:pt x="3081" y="2548"/>
                    <a:pt x="3083" y="2548"/>
                  </a:cubicBezTo>
                  <a:cubicBezTo>
                    <a:pt x="3088" y="2548"/>
                    <a:pt x="3119" y="2578"/>
                    <a:pt x="3147" y="2611"/>
                  </a:cubicBezTo>
                  <a:cubicBezTo>
                    <a:pt x="3172" y="2641"/>
                    <a:pt x="3184" y="2649"/>
                    <a:pt x="3194" y="2649"/>
                  </a:cubicBezTo>
                  <a:cubicBezTo>
                    <a:pt x="3200" y="2649"/>
                    <a:pt x="3205" y="2646"/>
                    <a:pt x="3211" y="2643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28" y="2513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2993" y="2303"/>
                  </a:lnTo>
                  <a:lnTo>
                    <a:pt x="3098" y="2376"/>
                  </a:lnTo>
                  <a:lnTo>
                    <a:pt x="3252" y="2481"/>
                  </a:lnTo>
                  <a:cubicBezTo>
                    <a:pt x="3260" y="2473"/>
                    <a:pt x="3211" y="2440"/>
                    <a:pt x="3155" y="2400"/>
                  </a:cubicBezTo>
                  <a:cubicBezTo>
                    <a:pt x="3125" y="2380"/>
                    <a:pt x="3114" y="2370"/>
                    <a:pt x="3123" y="2370"/>
                  </a:cubicBezTo>
                  <a:cubicBezTo>
                    <a:pt x="3130" y="2370"/>
                    <a:pt x="3145" y="2374"/>
                    <a:pt x="3171" y="2384"/>
                  </a:cubicBezTo>
                  <a:cubicBezTo>
                    <a:pt x="3195" y="2393"/>
                    <a:pt x="3210" y="2397"/>
                    <a:pt x="3217" y="2397"/>
                  </a:cubicBezTo>
                  <a:cubicBezTo>
                    <a:pt x="3229" y="2397"/>
                    <a:pt x="3218" y="2385"/>
                    <a:pt x="3187" y="2359"/>
                  </a:cubicBezTo>
                  <a:cubicBezTo>
                    <a:pt x="3190" y="2356"/>
                    <a:pt x="3192" y="2355"/>
                    <a:pt x="3196" y="2355"/>
                  </a:cubicBezTo>
                  <a:cubicBezTo>
                    <a:pt x="3203" y="2355"/>
                    <a:pt x="3216" y="2360"/>
                    <a:pt x="3252" y="2376"/>
                  </a:cubicBezTo>
                  <a:cubicBezTo>
                    <a:pt x="3260" y="2367"/>
                    <a:pt x="3260" y="2367"/>
                    <a:pt x="3203" y="2335"/>
                  </a:cubicBezTo>
                  <a:cubicBezTo>
                    <a:pt x="3169" y="2315"/>
                    <a:pt x="3155" y="2305"/>
                    <a:pt x="3164" y="2305"/>
                  </a:cubicBezTo>
                  <a:cubicBezTo>
                    <a:pt x="3170" y="2305"/>
                    <a:pt x="3186" y="2309"/>
                    <a:pt x="3211" y="2319"/>
                  </a:cubicBezTo>
                  <a:cubicBezTo>
                    <a:pt x="3263" y="2345"/>
                    <a:pt x="3293" y="2354"/>
                    <a:pt x="3305" y="2354"/>
                  </a:cubicBezTo>
                  <a:cubicBezTo>
                    <a:pt x="3321" y="2354"/>
                    <a:pt x="3311" y="2340"/>
                    <a:pt x="3284" y="2327"/>
                  </a:cubicBezTo>
                  <a:cubicBezTo>
                    <a:pt x="3228" y="2295"/>
                    <a:pt x="3228" y="2286"/>
                    <a:pt x="3228" y="2278"/>
                  </a:cubicBezTo>
                  <a:cubicBezTo>
                    <a:pt x="3236" y="2278"/>
                    <a:pt x="3236" y="2270"/>
                    <a:pt x="3187" y="2238"/>
                  </a:cubicBezTo>
                  <a:lnTo>
                    <a:pt x="3187" y="2222"/>
                  </a:lnTo>
                  <a:cubicBezTo>
                    <a:pt x="3188" y="2221"/>
                    <a:pt x="3189" y="2220"/>
                    <a:pt x="3191" y="2220"/>
                  </a:cubicBezTo>
                  <a:cubicBezTo>
                    <a:pt x="3207" y="2220"/>
                    <a:pt x="3251" y="2247"/>
                    <a:pt x="3244" y="2254"/>
                  </a:cubicBezTo>
                  <a:lnTo>
                    <a:pt x="3309" y="2278"/>
                  </a:lnTo>
                  <a:cubicBezTo>
                    <a:pt x="3317" y="2262"/>
                    <a:pt x="3317" y="2254"/>
                    <a:pt x="3260" y="2222"/>
                  </a:cubicBezTo>
                  <a:cubicBezTo>
                    <a:pt x="3201" y="2192"/>
                    <a:pt x="3173" y="2178"/>
                    <a:pt x="3176" y="2178"/>
                  </a:cubicBezTo>
                  <a:cubicBezTo>
                    <a:pt x="3179" y="2178"/>
                    <a:pt x="3210" y="2190"/>
                    <a:pt x="3268" y="2213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79" y="2199"/>
                    <a:pt x="3264" y="2190"/>
                    <a:pt x="3269" y="2190"/>
                  </a:cubicBezTo>
                  <a:cubicBezTo>
                    <a:pt x="3275" y="2190"/>
                    <a:pt x="3307" y="2201"/>
                    <a:pt x="3341" y="2213"/>
                  </a:cubicBezTo>
                  <a:cubicBezTo>
                    <a:pt x="3392" y="2235"/>
                    <a:pt x="3420" y="2247"/>
                    <a:pt x="3426" y="2247"/>
                  </a:cubicBezTo>
                  <a:cubicBezTo>
                    <a:pt x="3433" y="2247"/>
                    <a:pt x="3407" y="2229"/>
                    <a:pt x="3349" y="2189"/>
                  </a:cubicBezTo>
                  <a:cubicBezTo>
                    <a:pt x="3349" y="2173"/>
                    <a:pt x="3301" y="2124"/>
                    <a:pt x="3309" y="2100"/>
                  </a:cubicBezTo>
                  <a:cubicBezTo>
                    <a:pt x="3315" y="2080"/>
                    <a:pt x="3317" y="2065"/>
                    <a:pt x="3353" y="2065"/>
                  </a:cubicBezTo>
                  <a:cubicBezTo>
                    <a:pt x="3361" y="2065"/>
                    <a:pt x="3370" y="2066"/>
                    <a:pt x="3382" y="2068"/>
                  </a:cubicBezTo>
                  <a:cubicBezTo>
                    <a:pt x="3447" y="2080"/>
                    <a:pt x="3481" y="2084"/>
                    <a:pt x="3490" y="2084"/>
                  </a:cubicBezTo>
                  <a:cubicBezTo>
                    <a:pt x="3499" y="2084"/>
                    <a:pt x="3483" y="2080"/>
                    <a:pt x="3447" y="2076"/>
                  </a:cubicBezTo>
                  <a:cubicBezTo>
                    <a:pt x="3325" y="2051"/>
                    <a:pt x="3325" y="2043"/>
                    <a:pt x="3333" y="2019"/>
                  </a:cubicBezTo>
                  <a:cubicBezTo>
                    <a:pt x="3406" y="2011"/>
                    <a:pt x="3341" y="1986"/>
                    <a:pt x="3276" y="1970"/>
                  </a:cubicBezTo>
                  <a:cubicBezTo>
                    <a:pt x="3276" y="1978"/>
                    <a:pt x="3276" y="1986"/>
                    <a:pt x="3276" y="1986"/>
                  </a:cubicBezTo>
                  <a:cubicBezTo>
                    <a:pt x="3155" y="1962"/>
                    <a:pt x="3155" y="1962"/>
                    <a:pt x="3220" y="1954"/>
                  </a:cubicBezTo>
                  <a:cubicBezTo>
                    <a:pt x="3260" y="1954"/>
                    <a:pt x="3301" y="1954"/>
                    <a:pt x="3341" y="1962"/>
                  </a:cubicBezTo>
                  <a:cubicBezTo>
                    <a:pt x="3365" y="1966"/>
                    <a:pt x="3388" y="1968"/>
                    <a:pt x="3409" y="1968"/>
                  </a:cubicBezTo>
                  <a:cubicBezTo>
                    <a:pt x="3430" y="1968"/>
                    <a:pt x="3451" y="1966"/>
                    <a:pt x="3471" y="1962"/>
                  </a:cubicBezTo>
                  <a:cubicBezTo>
                    <a:pt x="3471" y="1954"/>
                    <a:pt x="3471" y="1946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3"/>
                    <a:pt x="3284" y="1905"/>
                  </a:cubicBezTo>
                  <a:cubicBezTo>
                    <a:pt x="3228" y="1897"/>
                    <a:pt x="3228" y="1897"/>
                    <a:pt x="3228" y="1889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7" y="1873"/>
                  </a:lnTo>
                  <a:cubicBezTo>
                    <a:pt x="3398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65" y="1857"/>
                    <a:pt x="3365" y="1670"/>
                    <a:pt x="3365" y="1646"/>
                  </a:cubicBezTo>
                  <a:cubicBezTo>
                    <a:pt x="3406" y="1623"/>
                    <a:pt x="3418" y="1604"/>
                    <a:pt x="3400" y="1604"/>
                  </a:cubicBezTo>
                  <a:cubicBezTo>
                    <a:pt x="3393" y="1604"/>
                    <a:pt x="3382" y="1607"/>
                    <a:pt x="3365" y="1613"/>
                  </a:cubicBezTo>
                  <a:cubicBezTo>
                    <a:pt x="3355" y="1616"/>
                    <a:pt x="3347" y="1617"/>
                    <a:pt x="3339" y="1617"/>
                  </a:cubicBezTo>
                  <a:cubicBezTo>
                    <a:pt x="3298" y="1617"/>
                    <a:pt x="3291" y="1583"/>
                    <a:pt x="3284" y="1549"/>
                  </a:cubicBezTo>
                  <a:cubicBezTo>
                    <a:pt x="3278" y="1510"/>
                    <a:pt x="3272" y="1476"/>
                    <a:pt x="3241" y="1476"/>
                  </a:cubicBezTo>
                  <a:cubicBezTo>
                    <a:pt x="3233" y="1476"/>
                    <a:pt x="3223" y="1479"/>
                    <a:pt x="3211" y="1484"/>
                  </a:cubicBezTo>
                  <a:cubicBezTo>
                    <a:pt x="3211" y="1484"/>
                    <a:pt x="3203" y="1476"/>
                    <a:pt x="3203" y="1468"/>
                  </a:cubicBezTo>
                  <a:cubicBezTo>
                    <a:pt x="3203" y="1462"/>
                    <a:pt x="3194" y="1460"/>
                    <a:pt x="3183" y="1460"/>
                  </a:cubicBezTo>
                  <a:cubicBezTo>
                    <a:pt x="3170" y="1460"/>
                    <a:pt x="3154" y="1462"/>
                    <a:pt x="3143" y="1462"/>
                  </a:cubicBezTo>
                  <a:cubicBezTo>
                    <a:pt x="3137" y="1462"/>
                    <a:pt x="3132" y="1461"/>
                    <a:pt x="3130" y="1459"/>
                  </a:cubicBezTo>
                  <a:cubicBezTo>
                    <a:pt x="3107" y="1470"/>
                    <a:pt x="3093" y="1474"/>
                    <a:pt x="3089" y="1474"/>
                  </a:cubicBezTo>
                  <a:cubicBezTo>
                    <a:pt x="3084" y="1474"/>
                    <a:pt x="3097" y="1465"/>
                    <a:pt x="3130" y="1451"/>
                  </a:cubicBezTo>
                  <a:cubicBezTo>
                    <a:pt x="3171" y="1435"/>
                    <a:pt x="3211" y="1419"/>
                    <a:pt x="3244" y="1386"/>
                  </a:cubicBezTo>
                  <a:cubicBezTo>
                    <a:pt x="3244" y="1383"/>
                    <a:pt x="3242" y="1382"/>
                    <a:pt x="3238" y="1382"/>
                  </a:cubicBezTo>
                  <a:cubicBezTo>
                    <a:pt x="3220" y="1382"/>
                    <a:pt x="3169" y="1409"/>
                    <a:pt x="3122" y="1435"/>
                  </a:cubicBezTo>
                  <a:cubicBezTo>
                    <a:pt x="3084" y="1457"/>
                    <a:pt x="3072" y="1460"/>
                    <a:pt x="3068" y="1460"/>
                  </a:cubicBezTo>
                  <a:cubicBezTo>
                    <a:pt x="3066" y="1460"/>
                    <a:pt x="3066" y="1459"/>
                    <a:pt x="3066" y="1459"/>
                  </a:cubicBezTo>
                  <a:cubicBezTo>
                    <a:pt x="3066" y="1451"/>
                    <a:pt x="3066" y="1451"/>
                    <a:pt x="3122" y="1419"/>
                  </a:cubicBezTo>
                  <a:lnTo>
                    <a:pt x="3236" y="1362"/>
                  </a:lnTo>
                  <a:lnTo>
                    <a:pt x="3236" y="1354"/>
                  </a:lnTo>
                  <a:cubicBezTo>
                    <a:pt x="3198" y="1376"/>
                    <a:pt x="3182" y="1379"/>
                    <a:pt x="3175" y="1379"/>
                  </a:cubicBezTo>
                  <a:cubicBezTo>
                    <a:pt x="3172" y="1379"/>
                    <a:pt x="3171" y="1378"/>
                    <a:pt x="3171" y="1378"/>
                  </a:cubicBezTo>
                  <a:cubicBezTo>
                    <a:pt x="3171" y="1370"/>
                    <a:pt x="3171" y="1370"/>
                    <a:pt x="3284" y="1305"/>
                  </a:cubicBezTo>
                  <a:cubicBezTo>
                    <a:pt x="3347" y="1270"/>
                    <a:pt x="3375" y="1251"/>
                    <a:pt x="3367" y="1251"/>
                  </a:cubicBezTo>
                  <a:cubicBezTo>
                    <a:pt x="3361" y="1251"/>
                    <a:pt x="3331" y="1264"/>
                    <a:pt x="3276" y="1289"/>
                  </a:cubicBezTo>
                  <a:lnTo>
                    <a:pt x="3220" y="1313"/>
                  </a:lnTo>
                  <a:cubicBezTo>
                    <a:pt x="3259" y="1283"/>
                    <a:pt x="3268" y="1272"/>
                    <a:pt x="3260" y="1272"/>
                  </a:cubicBezTo>
                  <a:cubicBezTo>
                    <a:pt x="3247" y="1272"/>
                    <a:pt x="3190" y="1301"/>
                    <a:pt x="3155" y="1322"/>
                  </a:cubicBezTo>
                  <a:cubicBezTo>
                    <a:pt x="3213" y="1277"/>
                    <a:pt x="3237" y="1254"/>
                    <a:pt x="3228" y="1254"/>
                  </a:cubicBezTo>
                  <a:cubicBezTo>
                    <a:pt x="3221" y="1254"/>
                    <a:pt x="3193" y="1268"/>
                    <a:pt x="3147" y="1297"/>
                  </a:cubicBezTo>
                  <a:cubicBezTo>
                    <a:pt x="3121" y="1316"/>
                    <a:pt x="3105" y="1324"/>
                    <a:pt x="3101" y="1324"/>
                  </a:cubicBezTo>
                  <a:cubicBezTo>
                    <a:pt x="3096" y="1324"/>
                    <a:pt x="3107" y="1311"/>
                    <a:pt x="3138" y="1289"/>
                  </a:cubicBezTo>
                  <a:cubicBezTo>
                    <a:pt x="3187" y="1241"/>
                    <a:pt x="3179" y="1232"/>
                    <a:pt x="3171" y="1224"/>
                  </a:cubicBezTo>
                  <a:lnTo>
                    <a:pt x="3171" y="1224"/>
                  </a:lnTo>
                  <a:cubicBezTo>
                    <a:pt x="3157" y="1232"/>
                    <a:pt x="3145" y="1236"/>
                    <a:pt x="3134" y="1236"/>
                  </a:cubicBezTo>
                  <a:cubicBezTo>
                    <a:pt x="3102" y="1236"/>
                    <a:pt x="3084" y="1202"/>
                    <a:pt x="3066" y="1159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5"/>
                  </a:cubicBezTo>
                  <a:cubicBezTo>
                    <a:pt x="2944" y="1127"/>
                    <a:pt x="2944" y="1127"/>
                    <a:pt x="2984" y="1070"/>
                  </a:cubicBezTo>
                  <a:cubicBezTo>
                    <a:pt x="3002" y="1049"/>
                    <a:pt x="3011" y="1035"/>
                    <a:pt x="3007" y="1035"/>
                  </a:cubicBezTo>
                  <a:cubicBezTo>
                    <a:pt x="3002" y="1035"/>
                    <a:pt x="2977" y="1057"/>
                    <a:pt x="2928" y="1111"/>
                  </a:cubicBezTo>
                  <a:cubicBezTo>
                    <a:pt x="2968" y="1054"/>
                    <a:pt x="2960" y="1046"/>
                    <a:pt x="2936" y="1022"/>
                  </a:cubicBezTo>
                  <a:cubicBezTo>
                    <a:pt x="2932" y="1014"/>
                    <a:pt x="2923" y="1006"/>
                    <a:pt x="2911" y="1006"/>
                  </a:cubicBezTo>
                  <a:cubicBezTo>
                    <a:pt x="2897" y="1006"/>
                    <a:pt x="2880" y="1016"/>
                    <a:pt x="2863" y="1046"/>
                  </a:cubicBezTo>
                  <a:cubicBezTo>
                    <a:pt x="2838" y="1070"/>
                    <a:pt x="2826" y="1082"/>
                    <a:pt x="2825" y="1082"/>
                  </a:cubicBezTo>
                  <a:cubicBezTo>
                    <a:pt x="2824" y="1082"/>
                    <a:pt x="2834" y="1070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2"/>
                    <a:pt x="2855" y="957"/>
                  </a:cubicBezTo>
                  <a:cubicBezTo>
                    <a:pt x="2847" y="957"/>
                    <a:pt x="2838" y="949"/>
                    <a:pt x="2871" y="892"/>
                  </a:cubicBezTo>
                  <a:cubicBezTo>
                    <a:pt x="2868" y="889"/>
                    <a:pt x="2867" y="888"/>
                    <a:pt x="2864" y="888"/>
                  </a:cubicBezTo>
                  <a:cubicBezTo>
                    <a:pt x="2857" y="888"/>
                    <a:pt x="2845" y="896"/>
                    <a:pt x="2806" y="924"/>
                  </a:cubicBezTo>
                  <a:lnTo>
                    <a:pt x="2766" y="900"/>
                  </a:lnTo>
                  <a:cubicBezTo>
                    <a:pt x="2764" y="899"/>
                    <a:pt x="2763" y="899"/>
                    <a:pt x="2762" y="899"/>
                  </a:cubicBezTo>
                  <a:cubicBezTo>
                    <a:pt x="2745" y="899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1"/>
                  </a:cubicBezTo>
                  <a:cubicBezTo>
                    <a:pt x="2603" y="835"/>
                    <a:pt x="2563" y="819"/>
                    <a:pt x="2563" y="754"/>
                  </a:cubicBezTo>
                  <a:cubicBezTo>
                    <a:pt x="2563" y="754"/>
                    <a:pt x="2555" y="754"/>
                    <a:pt x="2539" y="819"/>
                  </a:cubicBezTo>
                  <a:cubicBezTo>
                    <a:pt x="2520" y="895"/>
                    <a:pt x="2509" y="926"/>
                    <a:pt x="2505" y="926"/>
                  </a:cubicBezTo>
                  <a:cubicBezTo>
                    <a:pt x="2502" y="926"/>
                    <a:pt x="2503" y="911"/>
                    <a:pt x="2506" y="884"/>
                  </a:cubicBezTo>
                  <a:cubicBezTo>
                    <a:pt x="2514" y="813"/>
                    <a:pt x="2510" y="776"/>
                    <a:pt x="2500" y="776"/>
                  </a:cubicBezTo>
                  <a:cubicBezTo>
                    <a:pt x="2491" y="776"/>
                    <a:pt x="2477" y="809"/>
                    <a:pt x="2466" y="876"/>
                  </a:cubicBezTo>
                  <a:cubicBezTo>
                    <a:pt x="2466" y="835"/>
                    <a:pt x="2466" y="843"/>
                    <a:pt x="2474" y="803"/>
                  </a:cubicBezTo>
                  <a:cubicBezTo>
                    <a:pt x="2477" y="752"/>
                    <a:pt x="2474" y="730"/>
                    <a:pt x="2468" y="730"/>
                  </a:cubicBezTo>
                  <a:cubicBezTo>
                    <a:pt x="2459" y="730"/>
                    <a:pt x="2443" y="784"/>
                    <a:pt x="2433" y="868"/>
                  </a:cubicBezTo>
                  <a:cubicBezTo>
                    <a:pt x="2427" y="816"/>
                    <a:pt x="2426" y="768"/>
                    <a:pt x="2422" y="768"/>
                  </a:cubicBezTo>
                  <a:cubicBezTo>
                    <a:pt x="2421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17" y="616"/>
                    <a:pt x="2417" y="568"/>
                    <a:pt x="2409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2"/>
            <p:cNvSpPr/>
            <p:nvPr/>
          </p:nvSpPr>
          <p:spPr>
            <a:xfrm>
              <a:off x="8890037" y="2488087"/>
              <a:ext cx="60331" cy="51850"/>
            </a:xfrm>
            <a:custGeom>
              <a:avLst/>
              <a:gdLst/>
              <a:ahLst/>
              <a:cxnLst/>
              <a:rect l="l" t="t" r="r" b="b"/>
              <a:pathLst>
                <a:path w="3500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89"/>
                    <a:pt x="2149" y="41"/>
                    <a:pt x="2141" y="0"/>
                  </a:cubicBezTo>
                  <a:close/>
                  <a:moveTo>
                    <a:pt x="1608" y="886"/>
                  </a:moveTo>
                  <a:cubicBezTo>
                    <a:pt x="1604" y="886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1001"/>
                    <a:pt x="1666" y="1006"/>
                    <a:pt x="1673" y="1006"/>
                  </a:cubicBezTo>
                  <a:cubicBezTo>
                    <a:pt x="1675" y="1006"/>
                    <a:pt x="1677" y="1005"/>
                    <a:pt x="1679" y="1005"/>
                  </a:cubicBezTo>
                  <a:cubicBezTo>
                    <a:pt x="1692" y="1015"/>
                    <a:pt x="1700" y="1019"/>
                    <a:pt x="1704" y="1019"/>
                  </a:cubicBezTo>
                  <a:cubicBezTo>
                    <a:pt x="1717" y="1019"/>
                    <a:pt x="1686" y="976"/>
                    <a:pt x="1655" y="932"/>
                  </a:cubicBezTo>
                  <a:cubicBezTo>
                    <a:pt x="1629" y="896"/>
                    <a:pt x="1616" y="886"/>
                    <a:pt x="1608" y="886"/>
                  </a:cubicBezTo>
                  <a:close/>
                  <a:moveTo>
                    <a:pt x="1728" y="957"/>
                  </a:moveTo>
                  <a:cubicBezTo>
                    <a:pt x="1760" y="997"/>
                    <a:pt x="1784" y="1038"/>
                    <a:pt x="1793" y="1078"/>
                  </a:cubicBezTo>
                  <a:cubicBezTo>
                    <a:pt x="1760" y="1046"/>
                    <a:pt x="1736" y="1014"/>
                    <a:pt x="1720" y="965"/>
                  </a:cubicBezTo>
                  <a:lnTo>
                    <a:pt x="1728" y="957"/>
                  </a:lnTo>
                  <a:close/>
                  <a:moveTo>
                    <a:pt x="2125" y="884"/>
                  </a:moveTo>
                  <a:cubicBezTo>
                    <a:pt x="2149" y="924"/>
                    <a:pt x="2166" y="965"/>
                    <a:pt x="2174" y="1014"/>
                  </a:cubicBezTo>
                  <a:cubicBezTo>
                    <a:pt x="2206" y="1151"/>
                    <a:pt x="2206" y="1151"/>
                    <a:pt x="2198" y="1151"/>
                  </a:cubicBezTo>
                  <a:cubicBezTo>
                    <a:pt x="2190" y="1151"/>
                    <a:pt x="2182" y="1151"/>
                    <a:pt x="2166" y="1087"/>
                  </a:cubicBezTo>
                  <a:lnTo>
                    <a:pt x="2174" y="1078"/>
                  </a:lnTo>
                  <a:cubicBezTo>
                    <a:pt x="2178" y="1100"/>
                    <a:pt x="2181" y="1109"/>
                    <a:pt x="2182" y="1109"/>
                  </a:cubicBezTo>
                  <a:cubicBezTo>
                    <a:pt x="2184" y="1109"/>
                    <a:pt x="2175" y="1059"/>
                    <a:pt x="2157" y="1014"/>
                  </a:cubicBezTo>
                  <a:lnTo>
                    <a:pt x="2125" y="884"/>
                  </a:lnTo>
                  <a:close/>
                  <a:moveTo>
                    <a:pt x="2238" y="1014"/>
                  </a:moveTo>
                  <a:lnTo>
                    <a:pt x="2255" y="1078"/>
                  </a:lnTo>
                  <a:cubicBezTo>
                    <a:pt x="2263" y="1151"/>
                    <a:pt x="2255" y="1151"/>
                    <a:pt x="2247" y="1151"/>
                  </a:cubicBezTo>
                  <a:cubicBezTo>
                    <a:pt x="2247" y="1151"/>
                    <a:pt x="2247" y="1151"/>
                    <a:pt x="2238" y="1078"/>
                  </a:cubicBezTo>
                  <a:cubicBezTo>
                    <a:pt x="2238" y="1078"/>
                    <a:pt x="2230" y="1014"/>
                    <a:pt x="2238" y="1014"/>
                  </a:cubicBezTo>
                  <a:close/>
                  <a:moveTo>
                    <a:pt x="1963" y="1070"/>
                  </a:moveTo>
                  <a:lnTo>
                    <a:pt x="2020" y="1192"/>
                  </a:lnTo>
                  <a:cubicBezTo>
                    <a:pt x="2048" y="1249"/>
                    <a:pt x="2071" y="1300"/>
                    <a:pt x="2098" y="1356"/>
                  </a:cubicBezTo>
                  <a:lnTo>
                    <a:pt x="2098" y="1356"/>
                  </a:lnTo>
                  <a:cubicBezTo>
                    <a:pt x="2089" y="1344"/>
                    <a:pt x="2079" y="1332"/>
                    <a:pt x="2068" y="1322"/>
                  </a:cubicBezTo>
                  <a:lnTo>
                    <a:pt x="2060" y="1330"/>
                  </a:lnTo>
                  <a:lnTo>
                    <a:pt x="2036" y="1265"/>
                  </a:lnTo>
                  <a:cubicBezTo>
                    <a:pt x="2028" y="1216"/>
                    <a:pt x="2011" y="1176"/>
                    <a:pt x="1987" y="1135"/>
                  </a:cubicBezTo>
                  <a:cubicBezTo>
                    <a:pt x="1987" y="1135"/>
                    <a:pt x="1955" y="1070"/>
                    <a:pt x="1963" y="1070"/>
                  </a:cubicBezTo>
                  <a:close/>
                  <a:moveTo>
                    <a:pt x="2389" y="1097"/>
                  </a:moveTo>
                  <a:lnTo>
                    <a:pt x="2389" y="1097"/>
                  </a:lnTo>
                  <a:cubicBezTo>
                    <a:pt x="2391" y="1097"/>
                    <a:pt x="2388" y="1131"/>
                    <a:pt x="2384" y="1200"/>
                  </a:cubicBezTo>
                  <a:cubicBezTo>
                    <a:pt x="2384" y="1249"/>
                    <a:pt x="2376" y="1289"/>
                    <a:pt x="2376" y="1338"/>
                  </a:cubicBezTo>
                  <a:cubicBezTo>
                    <a:pt x="2372" y="1376"/>
                    <a:pt x="2369" y="1391"/>
                    <a:pt x="2368" y="1391"/>
                  </a:cubicBezTo>
                  <a:cubicBezTo>
                    <a:pt x="2365" y="1391"/>
                    <a:pt x="2371" y="1298"/>
                    <a:pt x="2376" y="1200"/>
                  </a:cubicBezTo>
                  <a:cubicBezTo>
                    <a:pt x="2384" y="1131"/>
                    <a:pt x="2388" y="1097"/>
                    <a:pt x="2389" y="1097"/>
                  </a:cubicBezTo>
                  <a:close/>
                  <a:moveTo>
                    <a:pt x="1509" y="1281"/>
                  </a:moveTo>
                  <a:lnTo>
                    <a:pt x="1614" y="1370"/>
                  </a:lnTo>
                  <a:cubicBezTo>
                    <a:pt x="1704" y="1433"/>
                    <a:pt x="1744" y="1461"/>
                    <a:pt x="1743" y="1461"/>
                  </a:cubicBezTo>
                  <a:cubicBezTo>
                    <a:pt x="1741" y="1461"/>
                    <a:pt x="1713" y="1443"/>
                    <a:pt x="1663" y="1411"/>
                  </a:cubicBezTo>
                  <a:cubicBezTo>
                    <a:pt x="1606" y="1378"/>
                    <a:pt x="1549" y="1338"/>
                    <a:pt x="1501" y="1297"/>
                  </a:cubicBezTo>
                  <a:lnTo>
                    <a:pt x="1509" y="1281"/>
                  </a:lnTo>
                  <a:close/>
                  <a:moveTo>
                    <a:pt x="1736" y="1419"/>
                  </a:moveTo>
                  <a:lnTo>
                    <a:pt x="1793" y="1451"/>
                  </a:lnTo>
                  <a:cubicBezTo>
                    <a:pt x="1849" y="1492"/>
                    <a:pt x="1841" y="1500"/>
                    <a:pt x="1841" y="1500"/>
                  </a:cubicBezTo>
                  <a:lnTo>
                    <a:pt x="1784" y="1459"/>
                  </a:lnTo>
                  <a:lnTo>
                    <a:pt x="1736" y="1419"/>
                  </a:lnTo>
                  <a:close/>
                  <a:moveTo>
                    <a:pt x="1977" y="1479"/>
                  </a:moveTo>
                  <a:cubicBezTo>
                    <a:pt x="1980" y="1479"/>
                    <a:pt x="1993" y="1489"/>
                    <a:pt x="2011" y="1508"/>
                  </a:cubicBezTo>
                  <a:cubicBezTo>
                    <a:pt x="2060" y="1557"/>
                    <a:pt x="2052" y="1557"/>
                    <a:pt x="2052" y="1565"/>
                  </a:cubicBezTo>
                  <a:cubicBezTo>
                    <a:pt x="1992" y="1505"/>
                    <a:pt x="1972" y="1479"/>
                    <a:pt x="1977" y="1479"/>
                  </a:cubicBezTo>
                  <a:close/>
                  <a:moveTo>
                    <a:pt x="1468" y="1516"/>
                  </a:moveTo>
                  <a:lnTo>
                    <a:pt x="1590" y="1565"/>
                  </a:lnTo>
                  <a:lnTo>
                    <a:pt x="1582" y="1573"/>
                  </a:lnTo>
                  <a:cubicBezTo>
                    <a:pt x="1541" y="1565"/>
                    <a:pt x="1501" y="1549"/>
                    <a:pt x="1468" y="1524"/>
                  </a:cubicBezTo>
                  <a:lnTo>
                    <a:pt x="1468" y="1516"/>
                  </a:lnTo>
                  <a:close/>
                  <a:moveTo>
                    <a:pt x="1882" y="1362"/>
                  </a:moveTo>
                  <a:cubicBezTo>
                    <a:pt x="1930" y="1403"/>
                    <a:pt x="1979" y="1451"/>
                    <a:pt x="2020" y="1500"/>
                  </a:cubicBezTo>
                  <a:cubicBezTo>
                    <a:pt x="2052" y="1541"/>
                    <a:pt x="2076" y="1573"/>
                    <a:pt x="2109" y="1605"/>
                  </a:cubicBezTo>
                  <a:cubicBezTo>
                    <a:pt x="2093" y="1589"/>
                    <a:pt x="2076" y="1573"/>
                    <a:pt x="2060" y="1557"/>
                  </a:cubicBezTo>
                  <a:cubicBezTo>
                    <a:pt x="2020" y="1508"/>
                    <a:pt x="1971" y="1459"/>
                    <a:pt x="1922" y="1411"/>
                  </a:cubicBezTo>
                  <a:cubicBezTo>
                    <a:pt x="1874" y="1362"/>
                    <a:pt x="1874" y="1362"/>
                    <a:pt x="1882" y="1362"/>
                  </a:cubicBezTo>
                  <a:close/>
                  <a:moveTo>
                    <a:pt x="2944" y="1508"/>
                  </a:moveTo>
                  <a:lnTo>
                    <a:pt x="2944" y="1508"/>
                  </a:lnTo>
                  <a:cubicBezTo>
                    <a:pt x="2895" y="1541"/>
                    <a:pt x="2830" y="1573"/>
                    <a:pt x="2774" y="1605"/>
                  </a:cubicBezTo>
                  <a:cubicBezTo>
                    <a:pt x="2774" y="1597"/>
                    <a:pt x="2774" y="1597"/>
                    <a:pt x="2830" y="1565"/>
                  </a:cubicBezTo>
                  <a:cubicBezTo>
                    <a:pt x="2863" y="1541"/>
                    <a:pt x="2903" y="1524"/>
                    <a:pt x="2944" y="1508"/>
                  </a:cubicBezTo>
                  <a:close/>
                  <a:moveTo>
                    <a:pt x="3198" y="1616"/>
                  </a:moveTo>
                  <a:cubicBezTo>
                    <a:pt x="3203" y="1616"/>
                    <a:pt x="3199" y="1619"/>
                    <a:pt x="3171" y="1630"/>
                  </a:cubicBezTo>
                  <a:lnTo>
                    <a:pt x="3171" y="1622"/>
                  </a:lnTo>
                  <a:cubicBezTo>
                    <a:pt x="3171" y="1622"/>
                    <a:pt x="3192" y="1616"/>
                    <a:pt x="3198" y="1616"/>
                  </a:cubicBezTo>
                  <a:close/>
                  <a:moveTo>
                    <a:pt x="1663" y="1541"/>
                  </a:moveTo>
                  <a:cubicBezTo>
                    <a:pt x="1728" y="1565"/>
                    <a:pt x="1784" y="1597"/>
                    <a:pt x="1841" y="1630"/>
                  </a:cubicBezTo>
                  <a:cubicBezTo>
                    <a:pt x="1866" y="1644"/>
                    <a:pt x="1880" y="1652"/>
                    <a:pt x="1878" y="1652"/>
                  </a:cubicBezTo>
                  <a:cubicBezTo>
                    <a:pt x="1877" y="1652"/>
                    <a:pt x="1849" y="1638"/>
                    <a:pt x="1784" y="1605"/>
                  </a:cubicBezTo>
                  <a:lnTo>
                    <a:pt x="1663" y="1541"/>
                  </a:lnTo>
                  <a:close/>
                  <a:moveTo>
                    <a:pt x="1298" y="1622"/>
                  </a:moveTo>
                  <a:cubicBezTo>
                    <a:pt x="1306" y="1622"/>
                    <a:pt x="1363" y="1646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4"/>
                    <a:pt x="1274" y="1624"/>
                  </a:cubicBezTo>
                  <a:cubicBezTo>
                    <a:pt x="1277" y="1624"/>
                    <a:pt x="1284" y="1626"/>
                    <a:pt x="1298" y="1630"/>
                  </a:cubicBezTo>
                  <a:lnTo>
                    <a:pt x="1298" y="1622"/>
                  </a:lnTo>
                  <a:close/>
                  <a:moveTo>
                    <a:pt x="3171" y="1622"/>
                  </a:moveTo>
                  <a:lnTo>
                    <a:pt x="3106" y="1646"/>
                  </a:lnTo>
                  <a:cubicBezTo>
                    <a:pt x="3069" y="1651"/>
                    <a:pt x="3034" y="1655"/>
                    <a:pt x="3022" y="1655"/>
                  </a:cubicBezTo>
                  <a:cubicBezTo>
                    <a:pt x="3013" y="1655"/>
                    <a:pt x="3017" y="1653"/>
                    <a:pt x="3041" y="1646"/>
                  </a:cubicBezTo>
                  <a:cubicBezTo>
                    <a:pt x="3041" y="1646"/>
                    <a:pt x="3106" y="1630"/>
                    <a:pt x="3171" y="1622"/>
                  </a:cubicBezTo>
                  <a:close/>
                  <a:moveTo>
                    <a:pt x="1606" y="1735"/>
                  </a:moveTo>
                  <a:cubicBezTo>
                    <a:pt x="1655" y="1743"/>
                    <a:pt x="1695" y="1751"/>
                    <a:pt x="1736" y="1759"/>
                  </a:cubicBezTo>
                  <a:cubicBezTo>
                    <a:pt x="1757" y="1766"/>
                    <a:pt x="1763" y="1768"/>
                    <a:pt x="1753" y="1768"/>
                  </a:cubicBezTo>
                  <a:cubicBezTo>
                    <a:pt x="1739" y="1768"/>
                    <a:pt x="1686" y="1761"/>
                    <a:pt x="1606" y="1751"/>
                  </a:cubicBezTo>
                  <a:lnTo>
                    <a:pt x="1606" y="1735"/>
                  </a:lnTo>
                  <a:close/>
                  <a:moveTo>
                    <a:pt x="1939" y="1743"/>
                  </a:moveTo>
                  <a:lnTo>
                    <a:pt x="1995" y="1759"/>
                  </a:lnTo>
                  <a:lnTo>
                    <a:pt x="2060" y="1776"/>
                  </a:lnTo>
                  <a:lnTo>
                    <a:pt x="2060" y="1776"/>
                  </a:lnTo>
                  <a:lnTo>
                    <a:pt x="1939" y="1743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1" y="1806"/>
                    <a:pt x="1695" y="1804"/>
                    <a:pt x="1663" y="1800"/>
                  </a:cubicBezTo>
                  <a:close/>
                  <a:moveTo>
                    <a:pt x="1914" y="1849"/>
                  </a:moveTo>
                  <a:lnTo>
                    <a:pt x="1784" y="1857"/>
                  </a:lnTo>
                  <a:lnTo>
                    <a:pt x="1849" y="1857"/>
                  </a:lnTo>
                  <a:cubicBezTo>
                    <a:pt x="1866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2625" y="1886"/>
                  </a:moveTo>
                  <a:lnTo>
                    <a:pt x="2625" y="1886"/>
                  </a:lnTo>
                  <a:cubicBezTo>
                    <a:pt x="2625" y="1886"/>
                    <a:pt x="2636" y="1887"/>
                    <a:pt x="2652" y="1889"/>
                  </a:cubicBezTo>
                  <a:lnTo>
                    <a:pt x="2652" y="1889"/>
                  </a:lnTo>
                  <a:cubicBezTo>
                    <a:pt x="2652" y="1889"/>
                    <a:pt x="2652" y="1889"/>
                    <a:pt x="2652" y="1889"/>
                  </a:cubicBezTo>
                  <a:cubicBezTo>
                    <a:pt x="2633" y="1887"/>
                    <a:pt x="2625" y="1886"/>
                    <a:pt x="2625" y="1886"/>
                  </a:cubicBezTo>
                  <a:close/>
                  <a:moveTo>
                    <a:pt x="1468" y="1889"/>
                  </a:moveTo>
                  <a:cubicBezTo>
                    <a:pt x="1533" y="1889"/>
                    <a:pt x="1533" y="1897"/>
                    <a:pt x="1533" y="1897"/>
                  </a:cubicBezTo>
                  <a:cubicBezTo>
                    <a:pt x="1533" y="1897"/>
                    <a:pt x="1533" y="1905"/>
                    <a:pt x="1468" y="1913"/>
                  </a:cubicBezTo>
                  <a:cubicBezTo>
                    <a:pt x="1468" y="1913"/>
                    <a:pt x="1403" y="1913"/>
                    <a:pt x="1403" y="1905"/>
                  </a:cubicBezTo>
                  <a:cubicBezTo>
                    <a:pt x="1403" y="1897"/>
                    <a:pt x="1468" y="1889"/>
                    <a:pt x="1468" y="1889"/>
                  </a:cubicBezTo>
                  <a:close/>
                  <a:moveTo>
                    <a:pt x="2636" y="1913"/>
                  </a:moveTo>
                  <a:cubicBezTo>
                    <a:pt x="2673" y="1918"/>
                    <a:pt x="2689" y="1923"/>
                    <a:pt x="2683" y="1923"/>
                  </a:cubicBezTo>
                  <a:cubicBezTo>
                    <a:pt x="2679" y="1923"/>
                    <a:pt x="2663" y="1920"/>
                    <a:pt x="2636" y="1913"/>
                  </a:cubicBezTo>
                  <a:close/>
                  <a:moveTo>
                    <a:pt x="2194" y="1906"/>
                  </a:moveTo>
                  <a:cubicBezTo>
                    <a:pt x="2193" y="1906"/>
                    <a:pt x="2171" y="1915"/>
                    <a:pt x="2118" y="1936"/>
                  </a:cubicBezTo>
                  <a:lnTo>
                    <a:pt x="2118" y="1936"/>
                  </a:lnTo>
                  <a:cubicBezTo>
                    <a:pt x="2130" y="1932"/>
                    <a:pt x="2143" y="1927"/>
                    <a:pt x="2157" y="1922"/>
                  </a:cubicBezTo>
                  <a:cubicBezTo>
                    <a:pt x="2181" y="1912"/>
                    <a:pt x="2195" y="1906"/>
                    <a:pt x="2194" y="1906"/>
                  </a:cubicBezTo>
                  <a:close/>
                  <a:moveTo>
                    <a:pt x="3169" y="1932"/>
                  </a:moveTo>
                  <a:cubicBezTo>
                    <a:pt x="3177" y="1932"/>
                    <a:pt x="3191" y="1934"/>
                    <a:pt x="3220" y="1938"/>
                  </a:cubicBezTo>
                  <a:lnTo>
                    <a:pt x="3155" y="1938"/>
                  </a:lnTo>
                  <a:cubicBezTo>
                    <a:pt x="3159" y="1934"/>
                    <a:pt x="3161" y="1932"/>
                    <a:pt x="3169" y="1932"/>
                  </a:cubicBezTo>
                  <a:close/>
                  <a:moveTo>
                    <a:pt x="3255" y="1961"/>
                  </a:moveTo>
                  <a:cubicBezTo>
                    <a:pt x="3250" y="1961"/>
                    <a:pt x="3252" y="1963"/>
                    <a:pt x="3276" y="1970"/>
                  </a:cubicBezTo>
                  <a:cubicBezTo>
                    <a:pt x="3281" y="1966"/>
                    <a:pt x="3261" y="1961"/>
                    <a:pt x="3255" y="1961"/>
                  </a:cubicBezTo>
                  <a:close/>
                  <a:moveTo>
                    <a:pt x="2693" y="1946"/>
                  </a:moveTo>
                  <a:cubicBezTo>
                    <a:pt x="2733" y="1962"/>
                    <a:pt x="2774" y="1970"/>
                    <a:pt x="2814" y="1986"/>
                  </a:cubicBezTo>
                  <a:lnTo>
                    <a:pt x="2749" y="1970"/>
                  </a:lnTo>
                  <a:lnTo>
                    <a:pt x="2693" y="1954"/>
                  </a:lnTo>
                  <a:lnTo>
                    <a:pt x="2693" y="1946"/>
                  </a:lnTo>
                  <a:close/>
                  <a:moveTo>
                    <a:pt x="2031" y="1955"/>
                  </a:moveTo>
                  <a:cubicBezTo>
                    <a:pt x="2011" y="1962"/>
                    <a:pt x="1991" y="1970"/>
                    <a:pt x="1971" y="1978"/>
                  </a:cubicBezTo>
                  <a:cubicBezTo>
                    <a:pt x="1938" y="1988"/>
                    <a:pt x="1924" y="1992"/>
                    <a:pt x="1918" y="1992"/>
                  </a:cubicBezTo>
                  <a:cubicBezTo>
                    <a:pt x="1914" y="1992"/>
                    <a:pt x="1914" y="1990"/>
                    <a:pt x="1914" y="1986"/>
                  </a:cubicBezTo>
                  <a:lnTo>
                    <a:pt x="2031" y="1955"/>
                  </a:lnTo>
                  <a:close/>
                  <a:moveTo>
                    <a:pt x="3151" y="1989"/>
                  </a:moveTo>
                  <a:cubicBezTo>
                    <a:pt x="3158" y="1989"/>
                    <a:pt x="3173" y="1993"/>
                    <a:pt x="3211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1"/>
                    <a:pt x="3147" y="1989"/>
                    <a:pt x="3151" y="1989"/>
                  </a:cubicBezTo>
                  <a:close/>
                  <a:moveTo>
                    <a:pt x="1531" y="2005"/>
                  </a:moveTo>
                  <a:cubicBezTo>
                    <a:pt x="1536" y="2005"/>
                    <a:pt x="1538" y="2007"/>
                    <a:pt x="1541" y="2011"/>
                  </a:cubicBezTo>
                  <a:cubicBezTo>
                    <a:pt x="1541" y="2019"/>
                    <a:pt x="1476" y="2035"/>
                    <a:pt x="1476" y="2035"/>
                  </a:cubicBezTo>
                  <a:cubicBezTo>
                    <a:pt x="1464" y="2037"/>
                    <a:pt x="1456" y="2037"/>
                    <a:pt x="1452" y="2037"/>
                  </a:cubicBezTo>
                  <a:cubicBezTo>
                    <a:pt x="1434" y="2037"/>
                    <a:pt x="1476" y="2025"/>
                    <a:pt x="1476" y="2019"/>
                  </a:cubicBezTo>
                  <a:cubicBezTo>
                    <a:pt x="1510" y="2009"/>
                    <a:pt x="1523" y="2005"/>
                    <a:pt x="1531" y="2005"/>
                  </a:cubicBezTo>
                  <a:close/>
                  <a:moveTo>
                    <a:pt x="2384" y="2011"/>
                  </a:moveTo>
                  <a:cubicBezTo>
                    <a:pt x="2384" y="2011"/>
                    <a:pt x="2388" y="2023"/>
                    <a:pt x="2392" y="2042"/>
                  </a:cubicBezTo>
                  <a:lnTo>
                    <a:pt x="2392" y="2042"/>
                  </a:lnTo>
                  <a:cubicBezTo>
                    <a:pt x="2391" y="2030"/>
                    <a:pt x="2389" y="2019"/>
                    <a:pt x="2384" y="2011"/>
                  </a:cubicBezTo>
                  <a:close/>
                  <a:moveTo>
                    <a:pt x="2733" y="2003"/>
                  </a:moveTo>
                  <a:cubicBezTo>
                    <a:pt x="2733" y="2003"/>
                    <a:pt x="2734" y="2003"/>
                    <a:pt x="2798" y="2027"/>
                  </a:cubicBezTo>
                  <a:cubicBezTo>
                    <a:pt x="2814" y="2035"/>
                    <a:pt x="2838" y="2043"/>
                    <a:pt x="2855" y="2051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3089" y="2022"/>
                  </a:moveTo>
                  <a:cubicBezTo>
                    <a:pt x="3095" y="2022"/>
                    <a:pt x="3110" y="2024"/>
                    <a:pt x="3130" y="2027"/>
                  </a:cubicBezTo>
                  <a:cubicBezTo>
                    <a:pt x="3195" y="2043"/>
                    <a:pt x="3195" y="2043"/>
                    <a:pt x="3195" y="2051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7" y="2057"/>
                    <a:pt x="3164" y="2053"/>
                    <a:pt x="3130" y="2043"/>
                  </a:cubicBezTo>
                  <a:cubicBezTo>
                    <a:pt x="3089" y="2028"/>
                    <a:pt x="3077" y="2022"/>
                    <a:pt x="3089" y="2022"/>
                  </a:cubicBezTo>
                  <a:close/>
                  <a:moveTo>
                    <a:pt x="1715" y="2062"/>
                  </a:moveTo>
                  <a:cubicBezTo>
                    <a:pt x="1720" y="2062"/>
                    <a:pt x="1692" y="2077"/>
                    <a:pt x="1614" y="2108"/>
                  </a:cubicBezTo>
                  <a:cubicBezTo>
                    <a:pt x="1581" y="2118"/>
                    <a:pt x="1567" y="2122"/>
                    <a:pt x="1561" y="2122"/>
                  </a:cubicBezTo>
                  <a:cubicBezTo>
                    <a:pt x="1557" y="2122"/>
                    <a:pt x="1557" y="2120"/>
                    <a:pt x="1557" y="2116"/>
                  </a:cubicBezTo>
                  <a:lnTo>
                    <a:pt x="1557" y="2116"/>
                  </a:lnTo>
                  <a:cubicBezTo>
                    <a:pt x="1557" y="2117"/>
                    <a:pt x="1558" y="2117"/>
                    <a:pt x="1559" y="2117"/>
                  </a:cubicBezTo>
                  <a:cubicBezTo>
                    <a:pt x="1570" y="2117"/>
                    <a:pt x="1621" y="2090"/>
                    <a:pt x="1679" y="2076"/>
                  </a:cubicBezTo>
                  <a:cubicBezTo>
                    <a:pt x="1699" y="2067"/>
                    <a:pt x="1712" y="2062"/>
                    <a:pt x="1715" y="2062"/>
                  </a:cubicBezTo>
                  <a:close/>
                  <a:moveTo>
                    <a:pt x="1687" y="2116"/>
                  </a:moveTo>
                  <a:cubicBezTo>
                    <a:pt x="1647" y="2141"/>
                    <a:pt x="1606" y="2157"/>
                    <a:pt x="1566" y="2165"/>
                  </a:cubicBezTo>
                  <a:lnTo>
                    <a:pt x="1622" y="2132"/>
                  </a:lnTo>
                  <a:lnTo>
                    <a:pt x="1687" y="2116"/>
                  </a:lnTo>
                  <a:close/>
                  <a:moveTo>
                    <a:pt x="1603" y="2180"/>
                  </a:moveTo>
                  <a:lnTo>
                    <a:pt x="1603" y="2180"/>
                  </a:lnTo>
                  <a:cubicBezTo>
                    <a:pt x="1609" y="2180"/>
                    <a:pt x="1588" y="2190"/>
                    <a:pt x="1578" y="2190"/>
                  </a:cubicBezTo>
                  <a:cubicBezTo>
                    <a:pt x="1576" y="2190"/>
                    <a:pt x="1575" y="2190"/>
                    <a:pt x="1574" y="2189"/>
                  </a:cubicBezTo>
                  <a:cubicBezTo>
                    <a:pt x="1592" y="2182"/>
                    <a:pt x="1601" y="2180"/>
                    <a:pt x="1603" y="2180"/>
                  </a:cubicBezTo>
                  <a:close/>
                  <a:moveTo>
                    <a:pt x="203" y="2181"/>
                  </a:moveTo>
                  <a:cubicBezTo>
                    <a:pt x="163" y="2181"/>
                    <a:pt x="114" y="2181"/>
                    <a:pt x="66" y="2189"/>
                  </a:cubicBezTo>
                  <a:cubicBezTo>
                    <a:pt x="1" y="2197"/>
                    <a:pt x="1" y="2213"/>
                    <a:pt x="139" y="2213"/>
                  </a:cubicBezTo>
                  <a:cubicBezTo>
                    <a:pt x="212" y="2197"/>
                    <a:pt x="203" y="2197"/>
                    <a:pt x="203" y="2181"/>
                  </a:cubicBezTo>
                  <a:close/>
                  <a:moveTo>
                    <a:pt x="2206" y="2205"/>
                  </a:moveTo>
                  <a:lnTo>
                    <a:pt x="2206" y="2205"/>
                  </a:lnTo>
                  <a:cubicBezTo>
                    <a:pt x="2190" y="2246"/>
                    <a:pt x="2174" y="2286"/>
                    <a:pt x="2157" y="2319"/>
                  </a:cubicBezTo>
                  <a:lnTo>
                    <a:pt x="2149" y="2319"/>
                  </a:lnTo>
                  <a:lnTo>
                    <a:pt x="2206" y="2205"/>
                  </a:lnTo>
                  <a:close/>
                  <a:moveTo>
                    <a:pt x="2757" y="2497"/>
                  </a:moveTo>
                  <a:cubicBezTo>
                    <a:pt x="2782" y="2530"/>
                    <a:pt x="2798" y="2570"/>
                    <a:pt x="2814" y="2611"/>
                  </a:cubicBezTo>
                  <a:lnTo>
                    <a:pt x="2806" y="2611"/>
                  </a:lnTo>
                  <a:lnTo>
                    <a:pt x="2749" y="2497"/>
                  </a:lnTo>
                  <a:close/>
                  <a:moveTo>
                    <a:pt x="1784" y="2522"/>
                  </a:moveTo>
                  <a:lnTo>
                    <a:pt x="1784" y="2530"/>
                  </a:lnTo>
                  <a:cubicBezTo>
                    <a:pt x="1744" y="2578"/>
                    <a:pt x="1703" y="2627"/>
                    <a:pt x="1703" y="2627"/>
                  </a:cubicBezTo>
                  <a:lnTo>
                    <a:pt x="1736" y="2570"/>
                  </a:lnTo>
                  <a:lnTo>
                    <a:pt x="1784" y="2522"/>
                  </a:lnTo>
                  <a:close/>
                  <a:moveTo>
                    <a:pt x="2194" y="2647"/>
                  </a:moveTo>
                  <a:cubicBezTo>
                    <a:pt x="2196" y="2647"/>
                    <a:pt x="2187" y="2676"/>
                    <a:pt x="2182" y="2676"/>
                  </a:cubicBezTo>
                  <a:cubicBezTo>
                    <a:pt x="2190" y="2654"/>
                    <a:pt x="2193" y="2647"/>
                    <a:pt x="2194" y="2647"/>
                  </a:cubicBezTo>
                  <a:close/>
                  <a:moveTo>
                    <a:pt x="2125" y="2586"/>
                  </a:moveTo>
                  <a:lnTo>
                    <a:pt x="2133" y="2595"/>
                  </a:lnTo>
                  <a:cubicBezTo>
                    <a:pt x="2125" y="2635"/>
                    <a:pt x="2109" y="2676"/>
                    <a:pt x="2093" y="2708"/>
                  </a:cubicBezTo>
                  <a:lnTo>
                    <a:pt x="2101" y="2651"/>
                  </a:lnTo>
                  <a:lnTo>
                    <a:pt x="2125" y="2586"/>
                  </a:lnTo>
                  <a:close/>
                  <a:moveTo>
                    <a:pt x="1939" y="2570"/>
                  </a:moveTo>
                  <a:cubicBezTo>
                    <a:pt x="1947" y="2570"/>
                    <a:pt x="1947" y="2570"/>
                    <a:pt x="1914" y="2627"/>
                  </a:cubicBezTo>
                  <a:cubicBezTo>
                    <a:pt x="1890" y="2668"/>
                    <a:pt x="1866" y="2700"/>
                    <a:pt x="1841" y="2732"/>
                  </a:cubicBezTo>
                  <a:cubicBezTo>
                    <a:pt x="1874" y="2676"/>
                    <a:pt x="1906" y="2619"/>
                    <a:pt x="1939" y="2570"/>
                  </a:cubicBezTo>
                  <a:close/>
                  <a:moveTo>
                    <a:pt x="2548" y="2631"/>
                  </a:moveTo>
                  <a:cubicBezTo>
                    <a:pt x="2556" y="2631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6"/>
                    <a:pt x="2538" y="2676"/>
                    <a:pt x="2538" y="2635"/>
                  </a:cubicBezTo>
                  <a:cubicBezTo>
                    <a:pt x="2543" y="2633"/>
                    <a:pt x="2546" y="2631"/>
                    <a:pt x="2548" y="2631"/>
                  </a:cubicBezTo>
                  <a:close/>
                  <a:moveTo>
                    <a:pt x="2409" y="519"/>
                  </a:moveTo>
                  <a:cubicBezTo>
                    <a:pt x="2401" y="519"/>
                    <a:pt x="2401" y="592"/>
                    <a:pt x="2393" y="657"/>
                  </a:cubicBezTo>
                  <a:lnTo>
                    <a:pt x="2376" y="657"/>
                  </a:lnTo>
                  <a:cubicBezTo>
                    <a:pt x="2376" y="657"/>
                    <a:pt x="2376" y="657"/>
                    <a:pt x="2376" y="657"/>
                  </a:cubicBezTo>
                  <a:cubicBezTo>
                    <a:pt x="2374" y="657"/>
                    <a:pt x="2368" y="662"/>
                    <a:pt x="2368" y="722"/>
                  </a:cubicBezTo>
                  <a:cubicBezTo>
                    <a:pt x="2368" y="787"/>
                    <a:pt x="2360" y="787"/>
                    <a:pt x="2352" y="787"/>
                  </a:cubicBezTo>
                  <a:cubicBezTo>
                    <a:pt x="2352" y="768"/>
                    <a:pt x="2351" y="760"/>
                    <a:pt x="2351" y="760"/>
                  </a:cubicBezTo>
                  <a:lnTo>
                    <a:pt x="2351" y="760"/>
                  </a:lnTo>
                  <a:cubicBezTo>
                    <a:pt x="2349" y="760"/>
                    <a:pt x="2346" y="806"/>
                    <a:pt x="2352" y="851"/>
                  </a:cubicBezTo>
                  <a:cubicBezTo>
                    <a:pt x="2352" y="900"/>
                    <a:pt x="2352" y="949"/>
                    <a:pt x="2344" y="989"/>
                  </a:cubicBez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57" y="1444"/>
                    <a:pt x="2361" y="1484"/>
                    <a:pt x="2366" y="1484"/>
                  </a:cubicBezTo>
                  <a:cubicBezTo>
                    <a:pt x="2369" y="1484"/>
                    <a:pt x="2373" y="1462"/>
                    <a:pt x="2376" y="1403"/>
                  </a:cubicBezTo>
                  <a:cubicBezTo>
                    <a:pt x="2376" y="1386"/>
                    <a:pt x="2376" y="1362"/>
                    <a:pt x="2384" y="1338"/>
                  </a:cubicBezTo>
                  <a:cubicBezTo>
                    <a:pt x="2384" y="1362"/>
                    <a:pt x="2384" y="1386"/>
                    <a:pt x="2384" y="1411"/>
                  </a:cubicBezTo>
                  <a:cubicBezTo>
                    <a:pt x="2384" y="1476"/>
                    <a:pt x="2393" y="1484"/>
                    <a:pt x="2401" y="1484"/>
                  </a:cubicBezTo>
                  <a:cubicBezTo>
                    <a:pt x="2417" y="1492"/>
                    <a:pt x="2425" y="1492"/>
                    <a:pt x="2409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1" y="1586"/>
                    <a:pt x="2419" y="1576"/>
                    <a:pt x="2427" y="1576"/>
                  </a:cubicBezTo>
                  <a:cubicBezTo>
                    <a:pt x="2431" y="1576"/>
                    <a:pt x="2436" y="1578"/>
                    <a:pt x="2441" y="1581"/>
                  </a:cubicBezTo>
                  <a:cubicBezTo>
                    <a:pt x="2443" y="1583"/>
                    <a:pt x="2446" y="1585"/>
                    <a:pt x="2450" y="1585"/>
                  </a:cubicBezTo>
                  <a:cubicBezTo>
                    <a:pt x="2459" y="1585"/>
                    <a:pt x="2472" y="1574"/>
                    <a:pt x="2490" y="1532"/>
                  </a:cubicBezTo>
                  <a:lnTo>
                    <a:pt x="2498" y="1532"/>
                  </a:lnTo>
                  <a:cubicBezTo>
                    <a:pt x="2466" y="1597"/>
                    <a:pt x="2474" y="1597"/>
                    <a:pt x="2474" y="1597"/>
                  </a:cubicBezTo>
                  <a:cubicBezTo>
                    <a:pt x="2499" y="1553"/>
                    <a:pt x="2509" y="1548"/>
                    <a:pt x="2513" y="1548"/>
                  </a:cubicBezTo>
                  <a:cubicBezTo>
                    <a:pt x="2514" y="1548"/>
                    <a:pt x="2514" y="1549"/>
                    <a:pt x="2514" y="1549"/>
                  </a:cubicBezTo>
                  <a:cubicBezTo>
                    <a:pt x="2482" y="1605"/>
                    <a:pt x="2482" y="1605"/>
                    <a:pt x="2482" y="1614"/>
                  </a:cubicBezTo>
                  <a:cubicBezTo>
                    <a:pt x="2490" y="1614"/>
                    <a:pt x="2490" y="1614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8" y="1573"/>
                    <a:pt x="2498" y="1630"/>
                  </a:cubicBezTo>
                  <a:cubicBezTo>
                    <a:pt x="2488" y="1647"/>
                    <a:pt x="2485" y="1653"/>
                    <a:pt x="2486" y="1653"/>
                  </a:cubicBezTo>
                  <a:cubicBezTo>
                    <a:pt x="2490" y="1653"/>
                    <a:pt x="2518" y="1615"/>
                    <a:pt x="2547" y="1581"/>
                  </a:cubicBezTo>
                  <a:cubicBezTo>
                    <a:pt x="2571" y="1541"/>
                    <a:pt x="2603" y="1508"/>
                    <a:pt x="2628" y="1476"/>
                  </a:cubicBezTo>
                  <a:lnTo>
                    <a:pt x="2628" y="1476"/>
                  </a:lnTo>
                  <a:lnTo>
                    <a:pt x="2547" y="1589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06" y="1646"/>
                  </a:lnTo>
                  <a:cubicBezTo>
                    <a:pt x="2534" y="1614"/>
                    <a:pt x="2548" y="1605"/>
                    <a:pt x="2557" y="1605"/>
                  </a:cubicBezTo>
                  <a:cubicBezTo>
                    <a:pt x="2564" y="1605"/>
                    <a:pt x="2567" y="1610"/>
                    <a:pt x="2571" y="1614"/>
                  </a:cubicBezTo>
                  <a:cubicBezTo>
                    <a:pt x="2575" y="1621"/>
                    <a:pt x="2577" y="1627"/>
                    <a:pt x="2583" y="1627"/>
                  </a:cubicBezTo>
                  <a:cubicBezTo>
                    <a:pt x="2589" y="1627"/>
                    <a:pt x="2602" y="1619"/>
                    <a:pt x="2628" y="1597"/>
                  </a:cubicBezTo>
                  <a:cubicBezTo>
                    <a:pt x="2655" y="1578"/>
                    <a:pt x="2669" y="1568"/>
                    <a:pt x="2671" y="1568"/>
                  </a:cubicBezTo>
                  <a:lnTo>
                    <a:pt x="2671" y="1568"/>
                  </a:lnTo>
                  <a:cubicBezTo>
                    <a:pt x="2673" y="1568"/>
                    <a:pt x="2661" y="1580"/>
                    <a:pt x="2636" y="1605"/>
                  </a:cubicBezTo>
                  <a:cubicBezTo>
                    <a:pt x="2541" y="1695"/>
                    <a:pt x="2504" y="1726"/>
                    <a:pt x="2506" y="1726"/>
                  </a:cubicBezTo>
                  <a:cubicBezTo>
                    <a:pt x="2507" y="1726"/>
                    <a:pt x="2519" y="1717"/>
                    <a:pt x="2538" y="1703"/>
                  </a:cubicBezTo>
                  <a:cubicBezTo>
                    <a:pt x="2538" y="1703"/>
                    <a:pt x="2587" y="1662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5" y="1565"/>
                    <a:pt x="2699" y="1587"/>
                    <a:pt x="2644" y="1630"/>
                  </a:cubicBezTo>
                  <a:cubicBezTo>
                    <a:pt x="2591" y="1666"/>
                    <a:pt x="2579" y="1682"/>
                    <a:pt x="2595" y="1682"/>
                  </a:cubicBezTo>
                  <a:cubicBezTo>
                    <a:pt x="2611" y="1682"/>
                    <a:pt x="2656" y="1666"/>
                    <a:pt x="2717" y="1638"/>
                  </a:cubicBezTo>
                  <a:lnTo>
                    <a:pt x="2717" y="1638"/>
                  </a:lnTo>
                  <a:lnTo>
                    <a:pt x="2660" y="1670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5" y="1692"/>
                    <a:pt x="2672" y="1692"/>
                  </a:cubicBezTo>
                  <a:cubicBezTo>
                    <a:pt x="2685" y="1692"/>
                    <a:pt x="2646" y="1719"/>
                    <a:pt x="2603" y="1735"/>
                  </a:cubicBezTo>
                  <a:cubicBezTo>
                    <a:pt x="2547" y="1759"/>
                    <a:pt x="2547" y="1759"/>
                    <a:pt x="2547" y="1768"/>
                  </a:cubicBezTo>
                  <a:cubicBezTo>
                    <a:pt x="2589" y="1750"/>
                    <a:pt x="2610" y="1744"/>
                    <a:pt x="2616" y="1744"/>
                  </a:cubicBezTo>
                  <a:cubicBezTo>
                    <a:pt x="2627" y="1744"/>
                    <a:pt x="2589" y="1765"/>
                    <a:pt x="2547" y="1776"/>
                  </a:cubicBezTo>
                  <a:lnTo>
                    <a:pt x="2547" y="1784"/>
                  </a:lnTo>
                  <a:cubicBezTo>
                    <a:pt x="2586" y="1769"/>
                    <a:pt x="2601" y="1766"/>
                    <a:pt x="2607" y="1766"/>
                  </a:cubicBezTo>
                  <a:cubicBezTo>
                    <a:pt x="2611" y="1766"/>
                    <a:pt x="2611" y="1768"/>
                    <a:pt x="2611" y="1768"/>
                  </a:cubicBezTo>
                  <a:cubicBezTo>
                    <a:pt x="2611" y="1771"/>
                    <a:pt x="2611" y="1773"/>
                    <a:pt x="2615" y="1773"/>
                  </a:cubicBezTo>
                  <a:cubicBezTo>
                    <a:pt x="2621" y="1773"/>
                    <a:pt x="2635" y="1769"/>
                    <a:pt x="2668" y="1759"/>
                  </a:cubicBezTo>
                  <a:cubicBezTo>
                    <a:pt x="2709" y="1743"/>
                    <a:pt x="2749" y="1735"/>
                    <a:pt x="2798" y="1727"/>
                  </a:cubicBezTo>
                  <a:lnTo>
                    <a:pt x="2798" y="1727"/>
                  </a:lnTo>
                  <a:lnTo>
                    <a:pt x="2733" y="1743"/>
                  </a:lnTo>
                  <a:cubicBezTo>
                    <a:pt x="2668" y="1759"/>
                    <a:pt x="2668" y="1768"/>
                    <a:pt x="2668" y="1784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6"/>
                    <a:pt x="2603" y="1824"/>
                    <a:pt x="2668" y="1824"/>
                  </a:cubicBezTo>
                  <a:lnTo>
                    <a:pt x="2668" y="1832"/>
                  </a:lnTo>
                  <a:cubicBezTo>
                    <a:pt x="2538" y="1841"/>
                    <a:pt x="2538" y="1841"/>
                    <a:pt x="2660" y="1841"/>
                  </a:cubicBezTo>
                  <a:cubicBezTo>
                    <a:pt x="2595" y="1841"/>
                    <a:pt x="2595" y="1849"/>
                    <a:pt x="2595" y="1849"/>
                  </a:cubicBezTo>
                  <a:cubicBezTo>
                    <a:pt x="2647" y="1849"/>
                    <a:pt x="2658" y="1859"/>
                    <a:pt x="2626" y="1859"/>
                  </a:cubicBezTo>
                  <a:cubicBezTo>
                    <a:pt x="2619" y="1859"/>
                    <a:pt x="2608" y="1858"/>
                    <a:pt x="2595" y="1857"/>
                  </a:cubicBezTo>
                  <a:lnTo>
                    <a:pt x="2595" y="1857"/>
                  </a:lnTo>
                  <a:cubicBezTo>
                    <a:pt x="2652" y="1865"/>
                    <a:pt x="2652" y="1873"/>
                    <a:pt x="2652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74" y="1889"/>
                    <a:pt x="2774" y="1897"/>
                    <a:pt x="2774" y="1897"/>
                  </a:cubicBezTo>
                  <a:cubicBezTo>
                    <a:pt x="2733" y="1889"/>
                    <a:pt x="2693" y="1889"/>
                    <a:pt x="2652" y="1881"/>
                  </a:cubicBezTo>
                  <a:cubicBezTo>
                    <a:pt x="2628" y="1878"/>
                    <a:pt x="2613" y="1876"/>
                    <a:pt x="2610" y="1876"/>
                  </a:cubicBezTo>
                  <a:cubicBezTo>
                    <a:pt x="2603" y="1876"/>
                    <a:pt x="2632" y="1882"/>
                    <a:pt x="2709" y="1897"/>
                  </a:cubicBezTo>
                  <a:cubicBezTo>
                    <a:pt x="2689" y="1894"/>
                    <a:pt x="2668" y="1892"/>
                    <a:pt x="2652" y="1889"/>
                  </a:cubicBezTo>
                  <a:lnTo>
                    <a:pt x="2652" y="1889"/>
                  </a:lnTo>
                  <a:cubicBezTo>
                    <a:pt x="2651" y="1891"/>
                    <a:pt x="2651" y="1898"/>
                    <a:pt x="2709" y="1905"/>
                  </a:cubicBezTo>
                  <a:lnTo>
                    <a:pt x="2709" y="1913"/>
                  </a:lnTo>
                  <a:cubicBezTo>
                    <a:pt x="2672" y="1909"/>
                    <a:pt x="2654" y="1907"/>
                    <a:pt x="2645" y="1907"/>
                  </a:cubicBezTo>
                  <a:cubicBezTo>
                    <a:pt x="2636" y="1907"/>
                    <a:pt x="2636" y="1909"/>
                    <a:pt x="2636" y="1913"/>
                  </a:cubicBezTo>
                  <a:cubicBezTo>
                    <a:pt x="2609" y="1907"/>
                    <a:pt x="2593" y="1903"/>
                    <a:pt x="2593" y="1903"/>
                  </a:cubicBezTo>
                  <a:lnTo>
                    <a:pt x="2593" y="1903"/>
                  </a:lnTo>
                  <a:cubicBezTo>
                    <a:pt x="2592" y="1903"/>
                    <a:pt x="2621" y="1911"/>
                    <a:pt x="2693" y="1930"/>
                  </a:cubicBezTo>
                  <a:cubicBezTo>
                    <a:pt x="2733" y="1940"/>
                    <a:pt x="2748" y="1947"/>
                    <a:pt x="2738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lnTo>
                    <a:pt x="2591" y="1911"/>
                  </a:lnTo>
                  <a:cubicBezTo>
                    <a:pt x="2590" y="1911"/>
                    <a:pt x="2604" y="1915"/>
                    <a:pt x="2628" y="1922"/>
                  </a:cubicBezTo>
                  <a:cubicBezTo>
                    <a:pt x="2693" y="1946"/>
                    <a:pt x="2684" y="1946"/>
                    <a:pt x="2684" y="1946"/>
                  </a:cubicBezTo>
                  <a:cubicBezTo>
                    <a:pt x="2668" y="1941"/>
                    <a:pt x="2656" y="1939"/>
                    <a:pt x="2647" y="1939"/>
                  </a:cubicBezTo>
                  <a:cubicBezTo>
                    <a:pt x="2626" y="1939"/>
                    <a:pt x="2623" y="1951"/>
                    <a:pt x="2611" y="1962"/>
                  </a:cubicBezTo>
                  <a:cubicBezTo>
                    <a:pt x="2611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89" y="2054"/>
                  </a:cubicBezTo>
                  <a:cubicBezTo>
                    <a:pt x="2785" y="2054"/>
                    <a:pt x="2752" y="2040"/>
                    <a:pt x="2717" y="2027"/>
                  </a:cubicBezTo>
                  <a:lnTo>
                    <a:pt x="2717" y="2027"/>
                  </a:lnTo>
                  <a:cubicBezTo>
                    <a:pt x="2776" y="2056"/>
                    <a:pt x="2804" y="2071"/>
                    <a:pt x="2802" y="2071"/>
                  </a:cubicBezTo>
                  <a:cubicBezTo>
                    <a:pt x="2800" y="2071"/>
                    <a:pt x="2771" y="2058"/>
                    <a:pt x="2717" y="2035"/>
                  </a:cubicBezTo>
                  <a:cubicBezTo>
                    <a:pt x="2688" y="2019"/>
                    <a:pt x="2674" y="2011"/>
                    <a:pt x="2673" y="2011"/>
                  </a:cubicBezTo>
                  <a:lnTo>
                    <a:pt x="2673" y="2011"/>
                  </a:lnTo>
                  <a:cubicBezTo>
                    <a:pt x="2672" y="2011"/>
                    <a:pt x="2684" y="2019"/>
                    <a:pt x="2709" y="2035"/>
                  </a:cubicBezTo>
                  <a:cubicBezTo>
                    <a:pt x="2739" y="2052"/>
                    <a:pt x="2753" y="2061"/>
                    <a:pt x="2751" y="2061"/>
                  </a:cubicBezTo>
                  <a:cubicBezTo>
                    <a:pt x="2749" y="2061"/>
                    <a:pt x="2735" y="2055"/>
                    <a:pt x="2709" y="2043"/>
                  </a:cubicBezTo>
                  <a:cubicBezTo>
                    <a:pt x="2687" y="2031"/>
                    <a:pt x="2665" y="2019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lnTo>
                    <a:pt x="2629" y="2001"/>
                  </a:lnTo>
                  <a:cubicBezTo>
                    <a:pt x="2628" y="2001"/>
                    <a:pt x="2636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2" y="2008"/>
                    <a:pt x="2595" y="1986"/>
                  </a:cubicBezTo>
                  <a:cubicBezTo>
                    <a:pt x="2579" y="1977"/>
                    <a:pt x="2571" y="1973"/>
                    <a:pt x="2570" y="1973"/>
                  </a:cubicBezTo>
                  <a:lnTo>
                    <a:pt x="2570" y="1973"/>
                  </a:lnTo>
                  <a:cubicBezTo>
                    <a:pt x="2567" y="1973"/>
                    <a:pt x="2603" y="1998"/>
                    <a:pt x="2644" y="2027"/>
                  </a:cubicBezTo>
                  <a:cubicBezTo>
                    <a:pt x="2698" y="2065"/>
                    <a:pt x="2722" y="2083"/>
                    <a:pt x="2719" y="2083"/>
                  </a:cubicBezTo>
                  <a:cubicBezTo>
                    <a:pt x="2715" y="2083"/>
                    <a:pt x="2687" y="2067"/>
                    <a:pt x="2636" y="2035"/>
                  </a:cubicBezTo>
                  <a:cubicBezTo>
                    <a:pt x="2597" y="2008"/>
                    <a:pt x="2579" y="1997"/>
                    <a:pt x="2577" y="1997"/>
                  </a:cubicBezTo>
                  <a:lnTo>
                    <a:pt x="2577" y="1997"/>
                  </a:lnTo>
                  <a:cubicBezTo>
                    <a:pt x="2574" y="1997"/>
                    <a:pt x="2618" y="2030"/>
                    <a:pt x="2684" y="2076"/>
                  </a:cubicBezTo>
                  <a:cubicBezTo>
                    <a:pt x="2743" y="2119"/>
                    <a:pt x="2766" y="2137"/>
                    <a:pt x="2765" y="2137"/>
                  </a:cubicBezTo>
                  <a:cubicBezTo>
                    <a:pt x="2764" y="2137"/>
                    <a:pt x="2753" y="2129"/>
                    <a:pt x="2733" y="2116"/>
                  </a:cubicBezTo>
                  <a:cubicBezTo>
                    <a:pt x="2693" y="2087"/>
                    <a:pt x="2681" y="2083"/>
                    <a:pt x="2678" y="2083"/>
                  </a:cubicBezTo>
                  <a:cubicBezTo>
                    <a:pt x="2676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1"/>
                  </a:cubicBezTo>
                  <a:lnTo>
                    <a:pt x="2620" y="2051"/>
                  </a:lnTo>
                  <a:cubicBezTo>
                    <a:pt x="2620" y="2051"/>
                    <a:pt x="2620" y="2052"/>
                    <a:pt x="2668" y="2092"/>
                  </a:cubicBezTo>
                  <a:cubicBezTo>
                    <a:pt x="2710" y="2126"/>
                    <a:pt x="2722" y="2142"/>
                    <a:pt x="2714" y="2142"/>
                  </a:cubicBezTo>
                  <a:cubicBezTo>
                    <a:pt x="2704" y="2142"/>
                    <a:pt x="2659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08" y="2164"/>
                    <a:pt x="2748" y="2204"/>
                    <a:pt x="2746" y="2204"/>
                  </a:cubicBezTo>
                  <a:cubicBezTo>
                    <a:pt x="2745" y="2204"/>
                    <a:pt x="2729" y="2190"/>
                    <a:pt x="2693" y="2157"/>
                  </a:cubicBezTo>
                  <a:lnTo>
                    <a:pt x="2644" y="2116"/>
                  </a:lnTo>
                  <a:lnTo>
                    <a:pt x="2644" y="2116"/>
                  </a:lnTo>
                  <a:cubicBezTo>
                    <a:pt x="2682" y="2151"/>
                    <a:pt x="2695" y="2166"/>
                    <a:pt x="2692" y="2166"/>
                  </a:cubicBezTo>
                  <a:cubicBezTo>
                    <a:pt x="2687" y="2166"/>
                    <a:pt x="2641" y="2130"/>
                    <a:pt x="2587" y="2076"/>
                  </a:cubicBezTo>
                  <a:cubicBezTo>
                    <a:pt x="2571" y="2059"/>
                    <a:pt x="2555" y="2051"/>
                    <a:pt x="2539" y="2035"/>
                  </a:cubicBezTo>
                  <a:lnTo>
                    <a:pt x="2539" y="2035"/>
                  </a:lnTo>
                  <a:lnTo>
                    <a:pt x="2587" y="2084"/>
                  </a:lnTo>
                  <a:cubicBezTo>
                    <a:pt x="2620" y="2108"/>
                    <a:pt x="2644" y="2141"/>
                    <a:pt x="2676" y="2173"/>
                  </a:cubicBezTo>
                  <a:cubicBezTo>
                    <a:pt x="2668" y="2173"/>
                    <a:pt x="2668" y="2173"/>
                    <a:pt x="2620" y="2132"/>
                  </a:cubicBezTo>
                  <a:cubicBezTo>
                    <a:pt x="2591" y="2098"/>
                    <a:pt x="2558" y="2067"/>
                    <a:pt x="2556" y="2067"/>
                  </a:cubicBezTo>
                  <a:lnTo>
                    <a:pt x="2556" y="2067"/>
                  </a:lnTo>
                  <a:cubicBezTo>
                    <a:pt x="2555" y="2067"/>
                    <a:pt x="2559" y="2072"/>
                    <a:pt x="2571" y="2084"/>
                  </a:cubicBezTo>
                  <a:cubicBezTo>
                    <a:pt x="2571" y="2084"/>
                    <a:pt x="2571" y="2084"/>
                    <a:pt x="2570" y="2084"/>
                  </a:cubicBezTo>
                  <a:cubicBezTo>
                    <a:pt x="2568" y="2084"/>
                    <a:pt x="2559" y="2080"/>
                    <a:pt x="2522" y="2043"/>
                  </a:cubicBezTo>
                  <a:lnTo>
                    <a:pt x="2522" y="2043"/>
                  </a:lnTo>
                  <a:cubicBezTo>
                    <a:pt x="2543" y="2073"/>
                    <a:pt x="2551" y="2087"/>
                    <a:pt x="2548" y="2087"/>
                  </a:cubicBezTo>
                  <a:cubicBezTo>
                    <a:pt x="2546" y="2087"/>
                    <a:pt x="2534" y="2075"/>
                    <a:pt x="2514" y="2051"/>
                  </a:cubicBezTo>
                  <a:lnTo>
                    <a:pt x="2514" y="2051"/>
                  </a:lnTo>
                  <a:cubicBezTo>
                    <a:pt x="2514" y="2051"/>
                    <a:pt x="2515" y="2052"/>
                    <a:pt x="2547" y="2100"/>
                  </a:cubicBezTo>
                  <a:cubicBezTo>
                    <a:pt x="2547" y="2102"/>
                    <a:pt x="2546" y="2104"/>
                    <a:pt x="2544" y="2104"/>
                  </a:cubicBezTo>
                  <a:cubicBezTo>
                    <a:pt x="2540" y="2104"/>
                    <a:pt x="2529" y="2094"/>
                    <a:pt x="2506" y="2059"/>
                  </a:cubicBezTo>
                  <a:cubicBezTo>
                    <a:pt x="2486" y="2031"/>
                    <a:pt x="2476" y="2017"/>
                    <a:pt x="2475" y="2017"/>
                  </a:cubicBezTo>
                  <a:lnTo>
                    <a:pt x="2475" y="2017"/>
                  </a:lnTo>
                  <a:cubicBezTo>
                    <a:pt x="2474" y="2017"/>
                    <a:pt x="2482" y="2031"/>
                    <a:pt x="2498" y="2059"/>
                  </a:cubicBezTo>
                  <a:cubicBezTo>
                    <a:pt x="2538" y="2108"/>
                    <a:pt x="2538" y="2108"/>
                    <a:pt x="2530" y="2108"/>
                  </a:cubicBezTo>
                  <a:cubicBezTo>
                    <a:pt x="2563" y="2165"/>
                    <a:pt x="2563" y="2165"/>
                    <a:pt x="2563" y="2165"/>
                  </a:cubicBezTo>
                  <a:cubicBezTo>
                    <a:pt x="2547" y="2149"/>
                    <a:pt x="2530" y="2132"/>
                    <a:pt x="2514" y="2116"/>
                  </a:cubicBezTo>
                  <a:cubicBezTo>
                    <a:pt x="2506" y="2116"/>
                    <a:pt x="2506" y="2116"/>
                    <a:pt x="2547" y="2173"/>
                  </a:cubicBezTo>
                  <a:cubicBezTo>
                    <a:pt x="2547" y="2172"/>
                    <a:pt x="2547" y="2172"/>
                    <a:pt x="2547" y="2172"/>
                  </a:cubicBezTo>
                  <a:cubicBezTo>
                    <a:pt x="2549" y="2172"/>
                    <a:pt x="2562" y="2193"/>
                    <a:pt x="2558" y="2193"/>
                  </a:cubicBezTo>
                  <a:cubicBezTo>
                    <a:pt x="2556" y="2193"/>
                    <a:pt x="2551" y="2188"/>
                    <a:pt x="2538" y="2173"/>
                  </a:cubicBezTo>
                  <a:cubicBezTo>
                    <a:pt x="2538" y="2173"/>
                    <a:pt x="2503" y="2123"/>
                    <a:pt x="2492" y="2123"/>
                  </a:cubicBezTo>
                  <a:cubicBezTo>
                    <a:pt x="2491" y="2123"/>
                    <a:pt x="2490" y="2124"/>
                    <a:pt x="2490" y="2124"/>
                  </a:cubicBezTo>
                  <a:cubicBezTo>
                    <a:pt x="2482" y="2124"/>
                    <a:pt x="2482" y="2124"/>
                    <a:pt x="2514" y="2181"/>
                  </a:cubicBezTo>
                  <a:cubicBezTo>
                    <a:pt x="2544" y="2240"/>
                    <a:pt x="2558" y="2270"/>
                    <a:pt x="2556" y="2270"/>
                  </a:cubicBezTo>
                  <a:cubicBezTo>
                    <a:pt x="2554" y="2270"/>
                    <a:pt x="2537" y="2244"/>
                    <a:pt x="2506" y="2189"/>
                  </a:cubicBezTo>
                  <a:cubicBezTo>
                    <a:pt x="2472" y="2122"/>
                    <a:pt x="2459" y="2092"/>
                    <a:pt x="2458" y="2092"/>
                  </a:cubicBezTo>
                  <a:lnTo>
                    <a:pt x="2458" y="2092"/>
                  </a:lnTo>
                  <a:cubicBezTo>
                    <a:pt x="2458" y="2092"/>
                    <a:pt x="2464" y="2106"/>
                    <a:pt x="2474" y="2132"/>
                  </a:cubicBezTo>
                  <a:cubicBezTo>
                    <a:pt x="2498" y="2189"/>
                    <a:pt x="2498" y="2189"/>
                    <a:pt x="2498" y="2189"/>
                  </a:cubicBezTo>
                  <a:lnTo>
                    <a:pt x="2498" y="2189"/>
                  </a:lnTo>
                  <a:cubicBezTo>
                    <a:pt x="2486" y="2161"/>
                    <a:pt x="2478" y="2147"/>
                    <a:pt x="2476" y="2147"/>
                  </a:cubicBezTo>
                  <a:lnTo>
                    <a:pt x="2476" y="2147"/>
                  </a:lnTo>
                  <a:cubicBezTo>
                    <a:pt x="2474" y="2147"/>
                    <a:pt x="2478" y="2161"/>
                    <a:pt x="2490" y="2189"/>
                  </a:cubicBezTo>
                  <a:cubicBezTo>
                    <a:pt x="2482" y="2189"/>
                    <a:pt x="2482" y="2189"/>
                    <a:pt x="2457" y="2132"/>
                  </a:cubicBezTo>
                  <a:lnTo>
                    <a:pt x="2457" y="2132"/>
                  </a:lnTo>
                  <a:cubicBezTo>
                    <a:pt x="2475" y="2185"/>
                    <a:pt x="2477" y="2204"/>
                    <a:pt x="2473" y="2204"/>
                  </a:cubicBezTo>
                  <a:cubicBezTo>
                    <a:pt x="2466" y="2204"/>
                    <a:pt x="2447" y="2169"/>
                    <a:pt x="2433" y="2132"/>
                  </a:cubicBezTo>
                  <a:lnTo>
                    <a:pt x="2433" y="2132"/>
                  </a:lnTo>
                  <a:cubicBezTo>
                    <a:pt x="2433" y="2157"/>
                    <a:pt x="2441" y="2173"/>
                    <a:pt x="2449" y="2197"/>
                  </a:cubicBezTo>
                  <a:cubicBezTo>
                    <a:pt x="2466" y="2258"/>
                    <a:pt x="2472" y="2288"/>
                    <a:pt x="2470" y="2288"/>
                  </a:cubicBezTo>
                  <a:cubicBezTo>
                    <a:pt x="2468" y="2288"/>
                    <a:pt x="2457" y="2258"/>
                    <a:pt x="2441" y="2197"/>
                  </a:cubicBezTo>
                  <a:lnTo>
                    <a:pt x="2441" y="2197"/>
                  </a:lnTo>
                  <a:cubicBezTo>
                    <a:pt x="2448" y="2224"/>
                    <a:pt x="2448" y="2240"/>
                    <a:pt x="2443" y="2240"/>
                  </a:cubicBezTo>
                  <a:cubicBezTo>
                    <a:pt x="2437" y="2240"/>
                    <a:pt x="2423" y="2208"/>
                    <a:pt x="2409" y="2132"/>
                  </a:cubicBezTo>
                  <a:cubicBezTo>
                    <a:pt x="2404" y="2100"/>
                    <a:pt x="2397" y="2066"/>
                    <a:pt x="2392" y="2042"/>
                  </a:cubicBezTo>
                  <a:lnTo>
                    <a:pt x="2392" y="2042"/>
                  </a:lnTo>
                  <a:cubicBezTo>
                    <a:pt x="2393" y="2052"/>
                    <a:pt x="2393" y="2064"/>
                    <a:pt x="2393" y="2076"/>
                  </a:cubicBezTo>
                  <a:cubicBezTo>
                    <a:pt x="2409" y="2132"/>
                    <a:pt x="2409" y="2132"/>
                    <a:pt x="2401" y="2132"/>
                  </a:cubicBezTo>
                  <a:cubicBezTo>
                    <a:pt x="2393" y="2132"/>
                    <a:pt x="2393" y="2197"/>
                    <a:pt x="2384" y="2197"/>
                  </a:cubicBezTo>
                  <a:cubicBezTo>
                    <a:pt x="2384" y="2197"/>
                    <a:pt x="2376" y="2197"/>
                    <a:pt x="2368" y="2132"/>
                  </a:cubicBezTo>
                  <a:cubicBezTo>
                    <a:pt x="2368" y="2132"/>
                    <a:pt x="2360" y="2132"/>
                    <a:pt x="2360" y="2189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89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8"/>
                    <a:pt x="2344" y="2162"/>
                    <a:pt x="2341" y="2162"/>
                  </a:cubicBezTo>
                  <a:cubicBezTo>
                    <a:pt x="2340" y="2162"/>
                    <a:pt x="2338" y="2170"/>
                    <a:pt x="2336" y="2189"/>
                  </a:cubicBezTo>
                  <a:cubicBezTo>
                    <a:pt x="2336" y="2254"/>
                    <a:pt x="2336" y="2254"/>
                    <a:pt x="2328" y="2254"/>
                  </a:cubicBezTo>
                  <a:cubicBezTo>
                    <a:pt x="2323" y="2214"/>
                    <a:pt x="2293" y="2190"/>
                    <a:pt x="2266" y="2190"/>
                  </a:cubicBezTo>
                  <a:cubicBezTo>
                    <a:pt x="2248" y="2190"/>
                    <a:pt x="2232" y="2200"/>
                    <a:pt x="2222" y="2222"/>
                  </a:cubicBezTo>
                  <a:lnTo>
                    <a:pt x="2222" y="2213"/>
                  </a:lnTo>
                  <a:lnTo>
                    <a:pt x="2214" y="2205"/>
                  </a:lnTo>
                  <a:cubicBezTo>
                    <a:pt x="2232" y="2155"/>
                    <a:pt x="2236" y="2137"/>
                    <a:pt x="2231" y="2137"/>
                  </a:cubicBezTo>
                  <a:lnTo>
                    <a:pt x="2231" y="2137"/>
                  </a:lnTo>
                  <a:cubicBezTo>
                    <a:pt x="2226" y="2137"/>
                    <a:pt x="2208" y="2166"/>
                    <a:pt x="2190" y="2197"/>
                  </a:cubicBezTo>
                  <a:cubicBezTo>
                    <a:pt x="2157" y="2254"/>
                    <a:pt x="2157" y="2254"/>
                    <a:pt x="2157" y="2254"/>
                  </a:cubicBezTo>
                  <a:cubicBezTo>
                    <a:pt x="2187" y="2185"/>
                    <a:pt x="2199" y="2155"/>
                    <a:pt x="2196" y="2155"/>
                  </a:cubicBezTo>
                  <a:lnTo>
                    <a:pt x="2196" y="2155"/>
                  </a:lnTo>
                  <a:cubicBezTo>
                    <a:pt x="2194" y="2155"/>
                    <a:pt x="2186" y="2167"/>
                    <a:pt x="2174" y="2189"/>
                  </a:cubicBezTo>
                  <a:cubicBezTo>
                    <a:pt x="2142" y="2241"/>
                    <a:pt x="2126" y="2267"/>
                    <a:pt x="2124" y="2267"/>
                  </a:cubicBezTo>
                  <a:cubicBezTo>
                    <a:pt x="2122" y="2267"/>
                    <a:pt x="2137" y="2239"/>
                    <a:pt x="2166" y="2181"/>
                  </a:cubicBezTo>
                  <a:cubicBezTo>
                    <a:pt x="2195" y="2129"/>
                    <a:pt x="2211" y="2101"/>
                    <a:pt x="2210" y="2101"/>
                  </a:cubicBezTo>
                  <a:lnTo>
                    <a:pt x="2210" y="2101"/>
                  </a:lnTo>
                  <a:cubicBezTo>
                    <a:pt x="2209" y="2101"/>
                    <a:pt x="2182" y="2141"/>
                    <a:pt x="2125" y="2230"/>
                  </a:cubicBezTo>
                  <a:cubicBezTo>
                    <a:pt x="2109" y="2258"/>
                    <a:pt x="2101" y="2272"/>
                    <a:pt x="2100" y="2272"/>
                  </a:cubicBezTo>
                  <a:cubicBezTo>
                    <a:pt x="2099" y="2272"/>
                    <a:pt x="2105" y="2258"/>
                    <a:pt x="2117" y="2230"/>
                  </a:cubicBezTo>
                  <a:cubicBezTo>
                    <a:pt x="2156" y="2161"/>
                    <a:pt x="2172" y="2134"/>
                    <a:pt x="2171" y="2134"/>
                  </a:cubicBezTo>
                  <a:lnTo>
                    <a:pt x="2171" y="2134"/>
                  </a:lnTo>
                  <a:cubicBezTo>
                    <a:pt x="2170" y="2134"/>
                    <a:pt x="2162" y="2146"/>
                    <a:pt x="2149" y="2165"/>
                  </a:cubicBezTo>
                  <a:cubicBezTo>
                    <a:pt x="2113" y="2221"/>
                    <a:pt x="2095" y="2247"/>
                    <a:pt x="2094" y="2247"/>
                  </a:cubicBezTo>
                  <a:cubicBezTo>
                    <a:pt x="2092" y="2247"/>
                    <a:pt x="2108" y="2219"/>
                    <a:pt x="2141" y="2165"/>
                  </a:cubicBezTo>
                  <a:cubicBezTo>
                    <a:pt x="2174" y="2107"/>
                    <a:pt x="2193" y="2079"/>
                    <a:pt x="2192" y="2079"/>
                  </a:cubicBezTo>
                  <a:lnTo>
                    <a:pt x="2192" y="2079"/>
                  </a:lnTo>
                  <a:cubicBezTo>
                    <a:pt x="2191" y="2079"/>
                    <a:pt x="2173" y="2105"/>
                    <a:pt x="2133" y="2157"/>
                  </a:cubicBezTo>
                  <a:cubicBezTo>
                    <a:pt x="2099" y="2206"/>
                    <a:pt x="2077" y="2229"/>
                    <a:pt x="2072" y="2229"/>
                  </a:cubicBezTo>
                  <a:cubicBezTo>
                    <a:pt x="2066" y="2229"/>
                    <a:pt x="2082" y="2200"/>
                    <a:pt x="2125" y="2149"/>
                  </a:cubicBezTo>
                  <a:cubicBezTo>
                    <a:pt x="2120" y="2143"/>
                    <a:pt x="2136" y="2119"/>
                    <a:pt x="2135" y="2119"/>
                  </a:cubicBezTo>
                  <a:lnTo>
                    <a:pt x="2135" y="2119"/>
                  </a:lnTo>
                  <a:cubicBezTo>
                    <a:pt x="2135" y="2119"/>
                    <a:pt x="2130" y="2125"/>
                    <a:pt x="2117" y="2141"/>
                  </a:cubicBezTo>
                  <a:lnTo>
                    <a:pt x="2157" y="2084"/>
                  </a:lnTo>
                  <a:lnTo>
                    <a:pt x="2117" y="2132"/>
                  </a:lnTo>
                  <a:cubicBezTo>
                    <a:pt x="2109" y="2132"/>
                    <a:pt x="2141" y="2068"/>
                    <a:pt x="2133" y="2059"/>
                  </a:cubicBezTo>
                  <a:cubicBezTo>
                    <a:pt x="2129" y="2048"/>
                    <a:pt x="2127" y="2040"/>
                    <a:pt x="2121" y="2040"/>
                  </a:cubicBezTo>
                  <a:cubicBezTo>
                    <a:pt x="2114" y="2040"/>
                    <a:pt x="2102" y="2050"/>
                    <a:pt x="2076" y="2076"/>
                  </a:cubicBezTo>
                  <a:cubicBezTo>
                    <a:pt x="2029" y="2115"/>
                    <a:pt x="2003" y="2135"/>
                    <a:pt x="1999" y="2135"/>
                  </a:cubicBezTo>
                  <a:cubicBezTo>
                    <a:pt x="1996" y="2135"/>
                    <a:pt x="2018" y="2113"/>
                    <a:pt x="2068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9"/>
                    <a:pt x="2117" y="2011"/>
                    <a:pt x="2166" y="1970"/>
                  </a:cubicBezTo>
                  <a:lnTo>
                    <a:pt x="2166" y="1970"/>
                  </a:lnTo>
                  <a:cubicBezTo>
                    <a:pt x="2113" y="2007"/>
                    <a:pt x="2084" y="2021"/>
                    <a:pt x="2075" y="2021"/>
                  </a:cubicBezTo>
                  <a:cubicBezTo>
                    <a:pt x="2066" y="2021"/>
                    <a:pt x="2076" y="2007"/>
                    <a:pt x="2101" y="1986"/>
                  </a:cubicBezTo>
                  <a:cubicBezTo>
                    <a:pt x="2101" y="1983"/>
                    <a:pt x="2101" y="1982"/>
                    <a:pt x="2098" y="1982"/>
                  </a:cubicBezTo>
                  <a:cubicBezTo>
                    <a:pt x="2093" y="1982"/>
                    <a:pt x="2080" y="1987"/>
                    <a:pt x="2044" y="2003"/>
                  </a:cubicBezTo>
                  <a:cubicBezTo>
                    <a:pt x="2018" y="2014"/>
                    <a:pt x="2003" y="2020"/>
                    <a:pt x="2002" y="2020"/>
                  </a:cubicBezTo>
                  <a:cubicBezTo>
                    <a:pt x="1999" y="2020"/>
                    <a:pt x="2013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lnTo>
                    <a:pt x="2109" y="1954"/>
                  </a:lnTo>
                  <a:cubicBezTo>
                    <a:pt x="2104" y="1954"/>
                    <a:pt x="2086" y="1960"/>
                    <a:pt x="2044" y="1978"/>
                  </a:cubicBezTo>
                  <a:lnTo>
                    <a:pt x="2101" y="1954"/>
                  </a:lnTo>
                  <a:cubicBezTo>
                    <a:pt x="2117" y="1947"/>
                    <a:pt x="2124" y="1944"/>
                    <a:pt x="2124" y="1944"/>
                  </a:cubicBezTo>
                  <a:lnTo>
                    <a:pt x="2124" y="1944"/>
                  </a:lnTo>
                  <a:cubicBezTo>
                    <a:pt x="2123" y="1944"/>
                    <a:pt x="2082" y="1961"/>
                    <a:pt x="2036" y="1978"/>
                  </a:cubicBezTo>
                  <a:cubicBezTo>
                    <a:pt x="1989" y="1999"/>
                    <a:pt x="1961" y="2009"/>
                    <a:pt x="1957" y="2009"/>
                  </a:cubicBezTo>
                  <a:cubicBezTo>
                    <a:pt x="1952" y="2009"/>
                    <a:pt x="1993" y="1989"/>
                    <a:pt x="2093" y="1946"/>
                  </a:cubicBezTo>
                  <a:cubicBezTo>
                    <a:pt x="2102" y="1942"/>
                    <a:pt x="2110" y="1939"/>
                    <a:pt x="2118" y="1936"/>
                  </a:cubicBezTo>
                  <a:lnTo>
                    <a:pt x="2118" y="1936"/>
                  </a:lnTo>
                  <a:cubicBezTo>
                    <a:pt x="2093" y="1944"/>
                    <a:pt x="2074" y="1950"/>
                    <a:pt x="2070" y="1950"/>
                  </a:cubicBezTo>
                  <a:cubicBezTo>
                    <a:pt x="2067" y="1950"/>
                    <a:pt x="2073" y="1946"/>
                    <a:pt x="2093" y="1938"/>
                  </a:cubicBezTo>
                  <a:lnTo>
                    <a:pt x="2093" y="1938"/>
                  </a:lnTo>
                  <a:cubicBezTo>
                    <a:pt x="2074" y="1942"/>
                    <a:pt x="2055" y="1947"/>
                    <a:pt x="2036" y="1954"/>
                  </a:cubicBezTo>
                  <a:lnTo>
                    <a:pt x="2036" y="1954"/>
                  </a:lnTo>
                  <a:lnTo>
                    <a:pt x="2036" y="1946"/>
                  </a:lnTo>
                  <a:cubicBezTo>
                    <a:pt x="2076" y="1930"/>
                    <a:pt x="2117" y="1913"/>
                    <a:pt x="2157" y="1905"/>
                  </a:cubicBezTo>
                  <a:cubicBezTo>
                    <a:pt x="2182" y="1895"/>
                    <a:pt x="2196" y="1889"/>
                    <a:pt x="2194" y="1889"/>
                  </a:cubicBezTo>
                  <a:lnTo>
                    <a:pt x="2194" y="1889"/>
                  </a:lnTo>
                  <a:cubicBezTo>
                    <a:pt x="2191" y="1889"/>
                    <a:pt x="2161" y="1899"/>
                    <a:pt x="2093" y="1922"/>
                  </a:cubicBezTo>
                  <a:cubicBezTo>
                    <a:pt x="2011" y="1943"/>
                    <a:pt x="1984" y="1950"/>
                    <a:pt x="1975" y="1950"/>
                  </a:cubicBezTo>
                  <a:cubicBezTo>
                    <a:pt x="1971" y="1950"/>
                    <a:pt x="1971" y="1949"/>
                    <a:pt x="1971" y="1946"/>
                  </a:cubicBezTo>
                  <a:cubicBezTo>
                    <a:pt x="1971" y="1946"/>
                    <a:pt x="1971" y="1938"/>
                    <a:pt x="2036" y="1930"/>
                  </a:cubicBezTo>
                  <a:cubicBezTo>
                    <a:pt x="2093" y="1913"/>
                    <a:pt x="2093" y="1913"/>
                    <a:pt x="2093" y="1905"/>
                  </a:cubicBezTo>
                  <a:lnTo>
                    <a:pt x="2093" y="1905"/>
                  </a:lnTo>
                  <a:cubicBezTo>
                    <a:pt x="2092" y="1905"/>
                    <a:pt x="1906" y="1930"/>
                    <a:pt x="1784" y="1946"/>
                  </a:cubicBezTo>
                  <a:cubicBezTo>
                    <a:pt x="1841" y="1938"/>
                    <a:pt x="1841" y="1930"/>
                    <a:pt x="1841" y="1930"/>
                  </a:cubicBezTo>
                  <a:lnTo>
                    <a:pt x="1841" y="1930"/>
                  </a:lnTo>
                  <a:cubicBezTo>
                    <a:pt x="1829" y="1931"/>
                    <a:pt x="1822" y="1932"/>
                    <a:pt x="1819" y="1932"/>
                  </a:cubicBezTo>
                  <a:cubicBezTo>
                    <a:pt x="1809" y="1932"/>
                    <a:pt x="1826" y="1927"/>
                    <a:pt x="1835" y="1927"/>
                  </a:cubicBezTo>
                  <a:cubicBezTo>
                    <a:pt x="1839" y="1927"/>
                    <a:pt x="1841" y="1928"/>
                    <a:pt x="1841" y="1930"/>
                  </a:cubicBezTo>
                  <a:cubicBezTo>
                    <a:pt x="1874" y="1922"/>
                    <a:pt x="1890" y="1920"/>
                    <a:pt x="1898" y="1920"/>
                  </a:cubicBezTo>
                  <a:cubicBezTo>
                    <a:pt x="1906" y="1920"/>
                    <a:pt x="1906" y="1922"/>
                    <a:pt x="1906" y="1922"/>
                  </a:cubicBezTo>
                  <a:lnTo>
                    <a:pt x="1971" y="1913"/>
                  </a:lnTo>
                  <a:cubicBezTo>
                    <a:pt x="2038" y="1900"/>
                    <a:pt x="2068" y="1894"/>
                    <a:pt x="2061" y="1894"/>
                  </a:cubicBezTo>
                  <a:cubicBezTo>
                    <a:pt x="2056" y="1894"/>
                    <a:pt x="2026" y="1898"/>
                    <a:pt x="1971" y="1905"/>
                  </a:cubicBezTo>
                  <a:cubicBezTo>
                    <a:pt x="1952" y="1908"/>
                    <a:pt x="1939" y="1909"/>
                    <a:pt x="1931" y="1909"/>
                  </a:cubicBezTo>
                  <a:cubicBezTo>
                    <a:pt x="1912" y="1909"/>
                    <a:pt x="1925" y="1903"/>
                    <a:pt x="1971" y="1897"/>
                  </a:cubicBezTo>
                  <a:cubicBezTo>
                    <a:pt x="2023" y="1891"/>
                    <a:pt x="2071" y="1879"/>
                    <a:pt x="2057" y="1879"/>
                  </a:cubicBezTo>
                  <a:cubicBezTo>
                    <a:pt x="2055" y="1879"/>
                    <a:pt x="2053" y="1879"/>
                    <a:pt x="2050" y="1879"/>
                  </a:cubicBezTo>
                  <a:lnTo>
                    <a:pt x="2050" y="1879"/>
                  </a:lnTo>
                  <a:cubicBezTo>
                    <a:pt x="2060" y="1878"/>
                    <a:pt x="2075" y="1876"/>
                    <a:pt x="2101" y="1873"/>
                  </a:cubicBezTo>
                  <a:cubicBezTo>
                    <a:pt x="2101" y="1869"/>
                    <a:pt x="2101" y="1867"/>
                    <a:pt x="2093" y="1867"/>
                  </a:cubicBezTo>
                  <a:cubicBezTo>
                    <a:pt x="2084" y="1867"/>
                    <a:pt x="2068" y="1869"/>
                    <a:pt x="2036" y="1873"/>
                  </a:cubicBezTo>
                  <a:cubicBezTo>
                    <a:pt x="1971" y="1873"/>
                    <a:pt x="1971" y="1873"/>
                    <a:pt x="1971" y="1865"/>
                  </a:cubicBezTo>
                  <a:lnTo>
                    <a:pt x="1906" y="1865"/>
                  </a:lnTo>
                  <a:cubicBezTo>
                    <a:pt x="1889" y="1868"/>
                    <a:pt x="1872" y="1870"/>
                    <a:pt x="1856" y="1870"/>
                  </a:cubicBezTo>
                  <a:cubicBezTo>
                    <a:pt x="1832" y="1870"/>
                    <a:pt x="1808" y="1866"/>
                    <a:pt x="1784" y="1857"/>
                  </a:cubicBezTo>
                  <a:cubicBezTo>
                    <a:pt x="1720" y="1849"/>
                    <a:pt x="1720" y="1849"/>
                    <a:pt x="1849" y="1849"/>
                  </a:cubicBezTo>
                  <a:cubicBezTo>
                    <a:pt x="1914" y="1849"/>
                    <a:pt x="1914" y="1841"/>
                    <a:pt x="1914" y="1841"/>
                  </a:cubicBezTo>
                  <a:cubicBezTo>
                    <a:pt x="1914" y="1841"/>
                    <a:pt x="1914" y="1832"/>
                    <a:pt x="1979" y="1832"/>
                  </a:cubicBezTo>
                  <a:lnTo>
                    <a:pt x="1914" y="1832"/>
                  </a:lnTo>
                  <a:lnTo>
                    <a:pt x="1784" y="1824"/>
                  </a:lnTo>
                  <a:lnTo>
                    <a:pt x="1979" y="1824"/>
                  </a:lnTo>
                  <a:cubicBezTo>
                    <a:pt x="1914" y="1816"/>
                    <a:pt x="1849" y="1808"/>
                    <a:pt x="1914" y="1808"/>
                  </a:cubicBezTo>
                  <a:cubicBezTo>
                    <a:pt x="1914" y="1804"/>
                    <a:pt x="1916" y="1802"/>
                    <a:pt x="1925" y="1802"/>
                  </a:cubicBezTo>
                  <a:cubicBezTo>
                    <a:pt x="1934" y="1802"/>
                    <a:pt x="1951" y="1804"/>
                    <a:pt x="1979" y="1808"/>
                  </a:cubicBezTo>
                  <a:cubicBezTo>
                    <a:pt x="2044" y="1808"/>
                    <a:pt x="1987" y="1800"/>
                    <a:pt x="1987" y="1800"/>
                  </a:cubicBezTo>
                  <a:cubicBezTo>
                    <a:pt x="1922" y="1792"/>
                    <a:pt x="1922" y="1784"/>
                    <a:pt x="1987" y="1784"/>
                  </a:cubicBezTo>
                  <a:cubicBezTo>
                    <a:pt x="2052" y="1788"/>
                    <a:pt x="2084" y="1792"/>
                    <a:pt x="2085" y="1792"/>
                  </a:cubicBezTo>
                  <a:cubicBezTo>
                    <a:pt x="2086" y="1792"/>
                    <a:pt x="2056" y="1788"/>
                    <a:pt x="1995" y="1776"/>
                  </a:cubicBezTo>
                  <a:cubicBezTo>
                    <a:pt x="1954" y="1765"/>
                    <a:pt x="1913" y="1755"/>
                    <a:pt x="1921" y="1755"/>
                  </a:cubicBezTo>
                  <a:cubicBezTo>
                    <a:pt x="1926" y="1755"/>
                    <a:pt x="1948" y="1759"/>
                    <a:pt x="1995" y="1768"/>
                  </a:cubicBezTo>
                  <a:cubicBezTo>
                    <a:pt x="2011" y="1772"/>
                    <a:pt x="2018" y="1774"/>
                    <a:pt x="2019" y="1774"/>
                  </a:cubicBezTo>
                  <a:cubicBezTo>
                    <a:pt x="2020" y="1774"/>
                    <a:pt x="1977" y="1761"/>
                    <a:pt x="1930" y="1743"/>
                  </a:cubicBezTo>
                  <a:lnTo>
                    <a:pt x="1687" y="1678"/>
                  </a:lnTo>
                  <a:cubicBezTo>
                    <a:pt x="1557" y="1646"/>
                    <a:pt x="1557" y="1646"/>
                    <a:pt x="1630" y="1646"/>
                  </a:cubicBezTo>
                  <a:cubicBezTo>
                    <a:pt x="1671" y="1654"/>
                    <a:pt x="1711" y="1662"/>
                    <a:pt x="1752" y="1678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7" y="1719"/>
                    <a:pt x="1898" y="1727"/>
                    <a:pt x="1939" y="1727"/>
                  </a:cubicBezTo>
                  <a:cubicBezTo>
                    <a:pt x="1939" y="1727"/>
                    <a:pt x="1939" y="1727"/>
                    <a:pt x="1939" y="1727"/>
                  </a:cubicBezTo>
                  <a:lnTo>
                    <a:pt x="1939" y="1727"/>
                  </a:lnTo>
                  <a:cubicBezTo>
                    <a:pt x="1971" y="1731"/>
                    <a:pt x="1987" y="1733"/>
                    <a:pt x="1996" y="1733"/>
                  </a:cubicBezTo>
                  <a:cubicBezTo>
                    <a:pt x="2005" y="1733"/>
                    <a:pt x="2007" y="1731"/>
                    <a:pt x="2011" y="1727"/>
                  </a:cubicBezTo>
                  <a:cubicBezTo>
                    <a:pt x="2011" y="1727"/>
                    <a:pt x="2011" y="1726"/>
                    <a:pt x="2016" y="1726"/>
                  </a:cubicBezTo>
                  <a:cubicBezTo>
                    <a:pt x="2022" y="1726"/>
                    <a:pt x="2037" y="1729"/>
                    <a:pt x="2076" y="1743"/>
                  </a:cubicBezTo>
                  <a:cubicBezTo>
                    <a:pt x="2076" y="1735"/>
                    <a:pt x="2076" y="1735"/>
                    <a:pt x="2020" y="1711"/>
                  </a:cubicBezTo>
                  <a:cubicBezTo>
                    <a:pt x="1946" y="1676"/>
                    <a:pt x="1917" y="1663"/>
                    <a:pt x="1920" y="1663"/>
                  </a:cubicBezTo>
                  <a:lnTo>
                    <a:pt x="1920" y="1663"/>
                  </a:lnTo>
                  <a:cubicBezTo>
                    <a:pt x="1922" y="1663"/>
                    <a:pt x="1937" y="1669"/>
                    <a:pt x="1963" y="1678"/>
                  </a:cubicBezTo>
                  <a:cubicBezTo>
                    <a:pt x="2026" y="1703"/>
                    <a:pt x="2075" y="1720"/>
                    <a:pt x="2093" y="1720"/>
                  </a:cubicBezTo>
                  <a:cubicBezTo>
                    <a:pt x="2110" y="1720"/>
                    <a:pt x="2099" y="1706"/>
                    <a:pt x="2044" y="1670"/>
                  </a:cubicBezTo>
                  <a:lnTo>
                    <a:pt x="2044" y="1670"/>
                  </a:lnTo>
                  <a:cubicBezTo>
                    <a:pt x="2072" y="1681"/>
                    <a:pt x="2088" y="1687"/>
                    <a:pt x="2093" y="1687"/>
                  </a:cubicBezTo>
                  <a:cubicBezTo>
                    <a:pt x="2099" y="1687"/>
                    <a:pt x="2088" y="1677"/>
                    <a:pt x="2060" y="1654"/>
                  </a:cubicBezTo>
                  <a:lnTo>
                    <a:pt x="2060" y="1646"/>
                  </a:lnTo>
                  <a:cubicBezTo>
                    <a:pt x="2091" y="1661"/>
                    <a:pt x="2107" y="1669"/>
                    <a:pt x="2109" y="1669"/>
                  </a:cubicBezTo>
                  <a:cubicBezTo>
                    <a:pt x="2112" y="1669"/>
                    <a:pt x="2098" y="1659"/>
                    <a:pt x="2068" y="1638"/>
                  </a:cubicBezTo>
                  <a:cubicBezTo>
                    <a:pt x="2050" y="1623"/>
                    <a:pt x="2033" y="1608"/>
                    <a:pt x="2020" y="1597"/>
                  </a:cubicBezTo>
                  <a:lnTo>
                    <a:pt x="2020" y="1597"/>
                  </a:lnTo>
                  <a:cubicBezTo>
                    <a:pt x="2060" y="1626"/>
                    <a:pt x="2072" y="1630"/>
                    <a:pt x="2078" y="1630"/>
                  </a:cubicBezTo>
                  <a:cubicBezTo>
                    <a:pt x="2080" y="1630"/>
                    <a:pt x="2082" y="1630"/>
                    <a:pt x="2084" y="1630"/>
                  </a:cubicBezTo>
                  <a:cubicBezTo>
                    <a:pt x="2093" y="1622"/>
                    <a:pt x="2093" y="1622"/>
                    <a:pt x="2036" y="1573"/>
                  </a:cubicBezTo>
                  <a:cubicBezTo>
                    <a:pt x="2023" y="1557"/>
                    <a:pt x="2020" y="1551"/>
                    <a:pt x="2023" y="1551"/>
                  </a:cubicBezTo>
                  <a:lnTo>
                    <a:pt x="2023" y="1551"/>
                  </a:lnTo>
                  <a:cubicBezTo>
                    <a:pt x="2031" y="1551"/>
                    <a:pt x="2068" y="1580"/>
                    <a:pt x="2101" y="1614"/>
                  </a:cubicBezTo>
                  <a:cubicBezTo>
                    <a:pt x="2140" y="1653"/>
                    <a:pt x="2164" y="1675"/>
                    <a:pt x="2165" y="1675"/>
                  </a:cubicBezTo>
                  <a:cubicBezTo>
                    <a:pt x="2166" y="1675"/>
                    <a:pt x="2133" y="1641"/>
                    <a:pt x="2052" y="1565"/>
                  </a:cubicBezTo>
                  <a:lnTo>
                    <a:pt x="2052" y="1565"/>
                  </a:lnTo>
                  <a:lnTo>
                    <a:pt x="2149" y="1654"/>
                  </a:lnTo>
                  <a:cubicBezTo>
                    <a:pt x="2133" y="1638"/>
                    <a:pt x="2125" y="1622"/>
                    <a:pt x="2109" y="1605"/>
                  </a:cubicBezTo>
                  <a:lnTo>
                    <a:pt x="2109" y="1605"/>
                  </a:lnTo>
                  <a:cubicBezTo>
                    <a:pt x="2117" y="1614"/>
                    <a:pt x="2122" y="1618"/>
                    <a:pt x="2123" y="1618"/>
                  </a:cubicBezTo>
                  <a:cubicBezTo>
                    <a:pt x="2129" y="1618"/>
                    <a:pt x="2079" y="1552"/>
                    <a:pt x="2022" y="1478"/>
                  </a:cubicBezTo>
                  <a:lnTo>
                    <a:pt x="2022" y="1478"/>
                  </a:lnTo>
                  <a:cubicBezTo>
                    <a:pt x="2026" y="1482"/>
                    <a:pt x="2030" y="1486"/>
                    <a:pt x="2036" y="1492"/>
                  </a:cubicBezTo>
                  <a:cubicBezTo>
                    <a:pt x="2084" y="1541"/>
                    <a:pt x="2084" y="1541"/>
                    <a:pt x="2093" y="1541"/>
                  </a:cubicBezTo>
                  <a:cubicBezTo>
                    <a:pt x="2093" y="1532"/>
                    <a:pt x="2101" y="1532"/>
                    <a:pt x="2052" y="1484"/>
                  </a:cubicBezTo>
                  <a:cubicBezTo>
                    <a:pt x="2028" y="1443"/>
                    <a:pt x="1995" y="1411"/>
                    <a:pt x="1971" y="1370"/>
                  </a:cubicBezTo>
                  <a:cubicBezTo>
                    <a:pt x="1939" y="1338"/>
                    <a:pt x="1914" y="1305"/>
                    <a:pt x="1890" y="1265"/>
                  </a:cubicBezTo>
                  <a:lnTo>
                    <a:pt x="1890" y="1265"/>
                  </a:lnTo>
                  <a:cubicBezTo>
                    <a:pt x="1890" y="1265"/>
                    <a:pt x="1939" y="1314"/>
                    <a:pt x="1979" y="1362"/>
                  </a:cubicBezTo>
                  <a:cubicBezTo>
                    <a:pt x="2063" y="1461"/>
                    <a:pt x="2111" y="1517"/>
                    <a:pt x="2123" y="1517"/>
                  </a:cubicBezTo>
                  <a:cubicBezTo>
                    <a:pt x="2124" y="1517"/>
                    <a:pt x="2124" y="1517"/>
                    <a:pt x="2125" y="1516"/>
                  </a:cubicBezTo>
                  <a:cubicBezTo>
                    <a:pt x="2125" y="1516"/>
                    <a:pt x="2126" y="1516"/>
                    <a:pt x="2127" y="1516"/>
                  </a:cubicBezTo>
                  <a:cubicBezTo>
                    <a:pt x="2133" y="1516"/>
                    <a:pt x="2148" y="1521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49" y="1508"/>
                  </a:lnTo>
                  <a:cubicBezTo>
                    <a:pt x="2169" y="1536"/>
                    <a:pt x="2179" y="1550"/>
                    <a:pt x="2181" y="1550"/>
                  </a:cubicBezTo>
                  <a:cubicBezTo>
                    <a:pt x="2182" y="1550"/>
                    <a:pt x="2174" y="1534"/>
                    <a:pt x="2157" y="1500"/>
                  </a:cubicBezTo>
                  <a:cubicBezTo>
                    <a:pt x="2149" y="1481"/>
                    <a:pt x="2148" y="1475"/>
                    <a:pt x="2149" y="1475"/>
                  </a:cubicBezTo>
                  <a:lnTo>
                    <a:pt x="2149" y="1475"/>
                  </a:lnTo>
                  <a:cubicBezTo>
                    <a:pt x="2151" y="1475"/>
                    <a:pt x="2166" y="1500"/>
                    <a:pt x="2166" y="1500"/>
                  </a:cubicBezTo>
                  <a:cubicBezTo>
                    <a:pt x="2198" y="1554"/>
                    <a:pt x="2215" y="1584"/>
                    <a:pt x="2215" y="1584"/>
                  </a:cubicBezTo>
                  <a:cubicBezTo>
                    <a:pt x="2215" y="1584"/>
                    <a:pt x="2195" y="1547"/>
                    <a:pt x="2155" y="1464"/>
                  </a:cubicBezTo>
                  <a:lnTo>
                    <a:pt x="2155" y="1464"/>
                  </a:lnTo>
                  <a:cubicBezTo>
                    <a:pt x="2169" y="1489"/>
                    <a:pt x="2177" y="1503"/>
                    <a:pt x="2178" y="1503"/>
                  </a:cubicBezTo>
                  <a:cubicBezTo>
                    <a:pt x="2180" y="1503"/>
                    <a:pt x="2171" y="1482"/>
                    <a:pt x="2149" y="1435"/>
                  </a:cubicBezTo>
                  <a:cubicBezTo>
                    <a:pt x="2157" y="1435"/>
                    <a:pt x="2157" y="1435"/>
                    <a:pt x="2190" y="1492"/>
                  </a:cubicBezTo>
                  <a:cubicBezTo>
                    <a:pt x="2184" y="1476"/>
                    <a:pt x="2176" y="1454"/>
                    <a:pt x="2166" y="1427"/>
                  </a:cubicBezTo>
                  <a:cubicBezTo>
                    <a:pt x="2141" y="1366"/>
                    <a:pt x="2129" y="1336"/>
                    <a:pt x="2130" y="1336"/>
                  </a:cubicBezTo>
                  <a:lnTo>
                    <a:pt x="2130" y="1336"/>
                  </a:lnTo>
                  <a:cubicBezTo>
                    <a:pt x="2131" y="1336"/>
                    <a:pt x="2145" y="1366"/>
                    <a:pt x="2174" y="1427"/>
                  </a:cubicBezTo>
                  <a:cubicBezTo>
                    <a:pt x="2207" y="1503"/>
                    <a:pt x="2223" y="1534"/>
                    <a:pt x="2228" y="1534"/>
                  </a:cubicBezTo>
                  <a:cubicBezTo>
                    <a:pt x="2232" y="1534"/>
                    <a:pt x="2229" y="1519"/>
                    <a:pt x="2222" y="1492"/>
                  </a:cubicBezTo>
                  <a:cubicBezTo>
                    <a:pt x="2194" y="1416"/>
                    <a:pt x="2185" y="1384"/>
                    <a:pt x="2187" y="1384"/>
                  </a:cubicBezTo>
                  <a:lnTo>
                    <a:pt x="2187" y="1384"/>
                  </a:lnTo>
                  <a:cubicBezTo>
                    <a:pt x="2189" y="1384"/>
                    <a:pt x="2196" y="1400"/>
                    <a:pt x="2206" y="1427"/>
                  </a:cubicBezTo>
                  <a:cubicBezTo>
                    <a:pt x="2218" y="1459"/>
                    <a:pt x="2224" y="1476"/>
                    <a:pt x="2225" y="1476"/>
                  </a:cubicBezTo>
                  <a:cubicBezTo>
                    <a:pt x="2226" y="1476"/>
                    <a:pt x="2222" y="1459"/>
                    <a:pt x="2214" y="1427"/>
                  </a:cubicBezTo>
                  <a:lnTo>
                    <a:pt x="2214" y="1427"/>
                  </a:lnTo>
                  <a:cubicBezTo>
                    <a:pt x="2231" y="1473"/>
                    <a:pt x="2249" y="1519"/>
                    <a:pt x="2251" y="1519"/>
                  </a:cubicBezTo>
                  <a:cubicBezTo>
                    <a:pt x="2253" y="1519"/>
                    <a:pt x="2251" y="1511"/>
                    <a:pt x="2247" y="1492"/>
                  </a:cubicBezTo>
                  <a:cubicBezTo>
                    <a:pt x="2247" y="1492"/>
                    <a:pt x="2247" y="1492"/>
                    <a:pt x="2222" y="1427"/>
                  </a:cubicBezTo>
                  <a:cubicBezTo>
                    <a:pt x="2222" y="1427"/>
                    <a:pt x="2206" y="1354"/>
                    <a:pt x="2190" y="1289"/>
                  </a:cubicBezTo>
                  <a:cubicBezTo>
                    <a:pt x="2174" y="1249"/>
                    <a:pt x="2166" y="1208"/>
                    <a:pt x="2149" y="1159"/>
                  </a:cubicBezTo>
                  <a:cubicBezTo>
                    <a:pt x="2145" y="1143"/>
                    <a:pt x="2145" y="1134"/>
                    <a:pt x="2147" y="1134"/>
                  </a:cubicBezTo>
                  <a:lnTo>
                    <a:pt x="2147" y="1134"/>
                  </a:lnTo>
                  <a:cubicBezTo>
                    <a:pt x="2155" y="1134"/>
                    <a:pt x="2188" y="1204"/>
                    <a:pt x="2230" y="1354"/>
                  </a:cubicBezTo>
                  <a:lnTo>
                    <a:pt x="2247" y="1419"/>
                  </a:lnTo>
                  <a:lnTo>
                    <a:pt x="2238" y="1419"/>
                  </a:lnTo>
                  <a:cubicBezTo>
                    <a:pt x="2255" y="1484"/>
                    <a:pt x="2255" y="1484"/>
                    <a:pt x="2263" y="1484"/>
                  </a:cubicBezTo>
                  <a:lnTo>
                    <a:pt x="2238" y="1354"/>
                  </a:lnTo>
                  <a:lnTo>
                    <a:pt x="2238" y="1354"/>
                  </a:lnTo>
                  <a:cubicBezTo>
                    <a:pt x="2239" y="1354"/>
                    <a:pt x="2247" y="1354"/>
                    <a:pt x="2255" y="1419"/>
                  </a:cubicBezTo>
                  <a:cubicBezTo>
                    <a:pt x="2271" y="1484"/>
                    <a:pt x="2271" y="1484"/>
                    <a:pt x="2271" y="1484"/>
                  </a:cubicBezTo>
                  <a:cubicBezTo>
                    <a:pt x="2271" y="1459"/>
                    <a:pt x="2271" y="1443"/>
                    <a:pt x="2263" y="1419"/>
                  </a:cubicBezTo>
                  <a:cubicBezTo>
                    <a:pt x="2249" y="1339"/>
                    <a:pt x="2243" y="1306"/>
                    <a:pt x="2243" y="1306"/>
                  </a:cubicBezTo>
                  <a:lnTo>
                    <a:pt x="2243" y="1306"/>
                  </a:lnTo>
                  <a:cubicBezTo>
                    <a:pt x="2244" y="1306"/>
                    <a:pt x="2248" y="1323"/>
                    <a:pt x="2255" y="1354"/>
                  </a:cubicBezTo>
                  <a:cubicBezTo>
                    <a:pt x="2267" y="1419"/>
                    <a:pt x="2275" y="1451"/>
                    <a:pt x="2277" y="1451"/>
                  </a:cubicBezTo>
                  <a:cubicBezTo>
                    <a:pt x="2279" y="1451"/>
                    <a:pt x="2275" y="1419"/>
                    <a:pt x="2263" y="1354"/>
                  </a:cubicBezTo>
                  <a:cubicBezTo>
                    <a:pt x="2255" y="1285"/>
                    <a:pt x="2251" y="1251"/>
                    <a:pt x="2252" y="1251"/>
                  </a:cubicBezTo>
                  <a:lnTo>
                    <a:pt x="2252" y="1251"/>
                  </a:lnTo>
                  <a:cubicBezTo>
                    <a:pt x="2253" y="1251"/>
                    <a:pt x="2259" y="1285"/>
                    <a:pt x="2271" y="1354"/>
                  </a:cubicBezTo>
                  <a:cubicBezTo>
                    <a:pt x="2279" y="1419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3" y="1339"/>
                    <a:pt x="2270" y="1306"/>
                    <a:pt x="2273" y="1306"/>
                  </a:cubicBezTo>
                  <a:lnTo>
                    <a:pt x="2273" y="1306"/>
                  </a:lnTo>
                  <a:cubicBezTo>
                    <a:pt x="2275" y="1306"/>
                    <a:pt x="2280" y="1323"/>
                    <a:pt x="2287" y="1354"/>
                  </a:cubicBezTo>
                  <a:cubicBezTo>
                    <a:pt x="2291" y="1386"/>
                    <a:pt x="2293" y="1403"/>
                    <a:pt x="2294" y="1403"/>
                  </a:cubicBezTo>
                  <a:cubicBezTo>
                    <a:pt x="2295" y="1403"/>
                    <a:pt x="2295" y="1386"/>
                    <a:pt x="2295" y="1354"/>
                  </a:cubicBezTo>
                  <a:cubicBezTo>
                    <a:pt x="2303" y="1354"/>
                    <a:pt x="2303" y="1354"/>
                    <a:pt x="2311" y="1419"/>
                  </a:cubicBezTo>
                  <a:cubicBezTo>
                    <a:pt x="2311" y="1386"/>
                    <a:pt x="2311" y="1370"/>
                    <a:pt x="2312" y="1370"/>
                  </a:cubicBezTo>
                  <a:cubicBezTo>
                    <a:pt x="2313" y="1370"/>
                    <a:pt x="2316" y="1386"/>
                    <a:pt x="2320" y="1419"/>
                  </a:cubicBezTo>
                  <a:cubicBezTo>
                    <a:pt x="2324" y="1455"/>
                    <a:pt x="2326" y="1474"/>
                    <a:pt x="2327" y="1474"/>
                  </a:cubicBezTo>
                  <a:cubicBezTo>
                    <a:pt x="2328" y="1474"/>
                    <a:pt x="2328" y="1455"/>
                    <a:pt x="2328" y="1419"/>
                  </a:cubicBezTo>
                  <a:cubicBezTo>
                    <a:pt x="2328" y="1354"/>
                    <a:pt x="2328" y="1281"/>
                    <a:pt x="2320" y="1216"/>
                  </a:cubicBezTo>
                  <a:cubicBezTo>
                    <a:pt x="2311" y="1216"/>
                    <a:pt x="2311" y="1216"/>
                    <a:pt x="2311" y="1151"/>
                  </a:cubicBezTo>
                  <a:lnTo>
                    <a:pt x="2320" y="1151"/>
                  </a:lnTo>
                  <a:cubicBezTo>
                    <a:pt x="2320" y="1151"/>
                    <a:pt x="2328" y="1151"/>
                    <a:pt x="2336" y="1078"/>
                  </a:cubicBezTo>
                  <a:cubicBezTo>
                    <a:pt x="2342" y="1027"/>
                    <a:pt x="2349" y="928"/>
                    <a:pt x="2343" y="928"/>
                  </a:cubicBezTo>
                  <a:lnTo>
                    <a:pt x="2343" y="928"/>
                  </a:lnTo>
                  <a:cubicBezTo>
                    <a:pt x="2341" y="928"/>
                    <a:pt x="2339" y="934"/>
                    <a:pt x="2336" y="949"/>
                  </a:cubicBezTo>
                  <a:lnTo>
                    <a:pt x="2336" y="941"/>
                  </a:lnTo>
                  <a:lnTo>
                    <a:pt x="2328" y="876"/>
                  </a:lnTo>
                  <a:cubicBezTo>
                    <a:pt x="2328" y="774"/>
                    <a:pt x="2324" y="724"/>
                    <a:pt x="2321" y="724"/>
                  </a:cubicBezTo>
                  <a:cubicBezTo>
                    <a:pt x="2318" y="724"/>
                    <a:pt x="2316" y="774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1" y="941"/>
                  </a:cubicBezTo>
                  <a:cubicBezTo>
                    <a:pt x="2311" y="811"/>
                    <a:pt x="2303" y="811"/>
                    <a:pt x="2295" y="811"/>
                  </a:cubicBezTo>
                  <a:cubicBezTo>
                    <a:pt x="2287" y="811"/>
                    <a:pt x="2287" y="811"/>
                    <a:pt x="2279" y="738"/>
                  </a:cubicBezTo>
                  <a:cubicBezTo>
                    <a:pt x="2279" y="697"/>
                    <a:pt x="2271" y="649"/>
                    <a:pt x="2255" y="608"/>
                  </a:cubicBezTo>
                  <a:cubicBezTo>
                    <a:pt x="2247" y="608"/>
                    <a:pt x="2247" y="608"/>
                    <a:pt x="2255" y="673"/>
                  </a:cubicBezTo>
                  <a:cubicBezTo>
                    <a:pt x="2258" y="700"/>
                    <a:pt x="2257" y="716"/>
                    <a:pt x="2254" y="716"/>
                  </a:cubicBezTo>
                  <a:cubicBezTo>
                    <a:pt x="2249" y="716"/>
                    <a:pt x="2240" y="684"/>
                    <a:pt x="2230" y="608"/>
                  </a:cubicBezTo>
                  <a:cubicBezTo>
                    <a:pt x="2224" y="578"/>
                    <a:pt x="2220" y="562"/>
                    <a:pt x="2219" y="562"/>
                  </a:cubicBezTo>
                  <a:lnTo>
                    <a:pt x="2219" y="562"/>
                  </a:lnTo>
                  <a:cubicBezTo>
                    <a:pt x="2217" y="562"/>
                    <a:pt x="2221" y="596"/>
                    <a:pt x="2230" y="673"/>
                  </a:cubicBezTo>
                  <a:cubicBezTo>
                    <a:pt x="2234" y="742"/>
                    <a:pt x="2234" y="776"/>
                    <a:pt x="2229" y="776"/>
                  </a:cubicBezTo>
                  <a:cubicBezTo>
                    <a:pt x="2224" y="776"/>
                    <a:pt x="2214" y="742"/>
                    <a:pt x="2198" y="673"/>
                  </a:cubicBezTo>
                  <a:lnTo>
                    <a:pt x="2182" y="673"/>
                  </a:lnTo>
                  <a:cubicBezTo>
                    <a:pt x="2182" y="722"/>
                    <a:pt x="2182" y="770"/>
                    <a:pt x="2198" y="811"/>
                  </a:cubicBezTo>
                  <a:cubicBezTo>
                    <a:pt x="2207" y="891"/>
                    <a:pt x="2211" y="924"/>
                    <a:pt x="2210" y="924"/>
                  </a:cubicBezTo>
                  <a:cubicBezTo>
                    <a:pt x="2209" y="924"/>
                    <a:pt x="2205" y="906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57" y="681"/>
                    <a:pt x="2149" y="681"/>
                    <a:pt x="2141" y="681"/>
                  </a:cubicBezTo>
                  <a:cubicBezTo>
                    <a:pt x="2134" y="681"/>
                    <a:pt x="2121" y="681"/>
                    <a:pt x="2128" y="723"/>
                  </a:cubicBezTo>
                  <a:lnTo>
                    <a:pt x="2128" y="723"/>
                  </a:lnTo>
                  <a:cubicBezTo>
                    <a:pt x="2124" y="707"/>
                    <a:pt x="2123" y="705"/>
                    <a:pt x="2117" y="681"/>
                  </a:cubicBezTo>
                  <a:cubicBezTo>
                    <a:pt x="2111" y="681"/>
                    <a:pt x="2102" y="652"/>
                    <a:pt x="2102" y="652"/>
                  </a:cubicBezTo>
                  <a:lnTo>
                    <a:pt x="2102" y="652"/>
                  </a:lnTo>
                  <a:cubicBezTo>
                    <a:pt x="2102" y="652"/>
                    <a:pt x="2103" y="659"/>
                    <a:pt x="2109" y="681"/>
                  </a:cubicBezTo>
                  <a:cubicBezTo>
                    <a:pt x="2109" y="681"/>
                    <a:pt x="2101" y="681"/>
                    <a:pt x="2068" y="616"/>
                  </a:cubicBezTo>
                  <a:cubicBezTo>
                    <a:pt x="2063" y="605"/>
                    <a:pt x="2058" y="600"/>
                    <a:pt x="2055" y="600"/>
                  </a:cubicBezTo>
                  <a:lnTo>
                    <a:pt x="2055" y="600"/>
                  </a:ln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4" y="819"/>
                    <a:pt x="2101" y="884"/>
                    <a:pt x="2101" y="884"/>
                  </a:cubicBezTo>
                  <a:cubicBezTo>
                    <a:pt x="2117" y="957"/>
                    <a:pt x="2109" y="957"/>
                    <a:pt x="2109" y="957"/>
                  </a:cubicBezTo>
                  <a:cubicBezTo>
                    <a:pt x="2109" y="957"/>
                    <a:pt x="2084" y="892"/>
                    <a:pt x="2068" y="827"/>
                  </a:cubicBezTo>
                  <a:cubicBezTo>
                    <a:pt x="2045" y="710"/>
                    <a:pt x="2022" y="642"/>
                    <a:pt x="2015" y="642"/>
                  </a:cubicBezTo>
                  <a:lnTo>
                    <a:pt x="2015" y="642"/>
                  </a:lnTo>
                  <a:cubicBezTo>
                    <a:pt x="2011" y="642"/>
                    <a:pt x="2015" y="680"/>
                    <a:pt x="2036" y="762"/>
                  </a:cubicBezTo>
                  <a:lnTo>
                    <a:pt x="2020" y="697"/>
                  </a:lnTo>
                  <a:cubicBezTo>
                    <a:pt x="2012" y="666"/>
                    <a:pt x="2004" y="650"/>
                    <a:pt x="1999" y="650"/>
                  </a:cubicBezTo>
                  <a:cubicBezTo>
                    <a:pt x="1993" y="650"/>
                    <a:pt x="1991" y="668"/>
                    <a:pt x="1995" y="705"/>
                  </a:cubicBezTo>
                  <a:cubicBezTo>
                    <a:pt x="2003" y="770"/>
                    <a:pt x="2020" y="843"/>
                    <a:pt x="2044" y="900"/>
                  </a:cubicBezTo>
                  <a:cubicBezTo>
                    <a:pt x="2060" y="965"/>
                    <a:pt x="2052" y="973"/>
                    <a:pt x="2052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3" y="843"/>
                    <a:pt x="1987" y="811"/>
                    <a:pt x="1982" y="811"/>
                  </a:cubicBezTo>
                  <a:lnTo>
                    <a:pt x="1982" y="811"/>
                  </a:lnTo>
                  <a:cubicBezTo>
                    <a:pt x="1977" y="811"/>
                    <a:pt x="1983" y="843"/>
                    <a:pt x="2003" y="908"/>
                  </a:cubicBezTo>
                  <a:lnTo>
                    <a:pt x="1979" y="851"/>
                  </a:lnTo>
                  <a:cubicBezTo>
                    <a:pt x="1968" y="807"/>
                    <a:pt x="1949" y="762"/>
                    <a:pt x="1933" y="762"/>
                  </a:cubicBezTo>
                  <a:cubicBezTo>
                    <a:pt x="1926" y="762"/>
                    <a:pt x="1919" y="772"/>
                    <a:pt x="1914" y="795"/>
                  </a:cubicBezTo>
                  <a:cubicBezTo>
                    <a:pt x="1901" y="798"/>
                    <a:pt x="1889" y="803"/>
                    <a:pt x="1878" y="803"/>
                  </a:cubicBezTo>
                  <a:cubicBezTo>
                    <a:pt x="1862" y="803"/>
                    <a:pt x="1848" y="793"/>
                    <a:pt x="1833" y="754"/>
                  </a:cubicBezTo>
                  <a:cubicBezTo>
                    <a:pt x="1827" y="743"/>
                    <a:pt x="1823" y="738"/>
                    <a:pt x="1821" y="738"/>
                  </a:cubicBezTo>
                  <a:lnTo>
                    <a:pt x="1821" y="738"/>
                  </a:lnTo>
                  <a:cubicBezTo>
                    <a:pt x="1810" y="738"/>
                    <a:pt x="1835" y="850"/>
                    <a:pt x="1882" y="957"/>
                  </a:cubicBezTo>
                  <a:cubicBezTo>
                    <a:pt x="1858" y="916"/>
                    <a:pt x="1847" y="904"/>
                    <a:pt x="1837" y="904"/>
                  </a:cubicBezTo>
                  <a:cubicBezTo>
                    <a:pt x="1833" y="904"/>
                    <a:pt x="1829" y="906"/>
                    <a:pt x="1825" y="908"/>
                  </a:cubicBezTo>
                  <a:cubicBezTo>
                    <a:pt x="1821" y="910"/>
                    <a:pt x="1817" y="912"/>
                    <a:pt x="1814" y="912"/>
                  </a:cubicBezTo>
                  <a:cubicBezTo>
                    <a:pt x="1806" y="912"/>
                    <a:pt x="1800" y="901"/>
                    <a:pt x="1776" y="859"/>
                  </a:cubicBezTo>
                  <a:cubicBezTo>
                    <a:pt x="1744" y="799"/>
                    <a:pt x="1728" y="768"/>
                    <a:pt x="1727" y="768"/>
                  </a:cubicBezTo>
                  <a:lnTo>
                    <a:pt x="1727" y="768"/>
                  </a:lnTo>
                  <a:cubicBezTo>
                    <a:pt x="1726" y="768"/>
                    <a:pt x="1740" y="799"/>
                    <a:pt x="1768" y="859"/>
                  </a:cubicBezTo>
                  <a:cubicBezTo>
                    <a:pt x="1791" y="909"/>
                    <a:pt x="1797" y="930"/>
                    <a:pt x="1791" y="930"/>
                  </a:cubicBezTo>
                  <a:cubicBezTo>
                    <a:pt x="1781" y="930"/>
                    <a:pt x="1747" y="886"/>
                    <a:pt x="1703" y="819"/>
                  </a:cubicBezTo>
                  <a:cubicBezTo>
                    <a:pt x="1677" y="782"/>
                    <a:pt x="1665" y="773"/>
                    <a:pt x="1654" y="773"/>
                  </a:cubicBezTo>
                  <a:cubicBezTo>
                    <a:pt x="1649" y="773"/>
                    <a:pt x="1644" y="776"/>
                    <a:pt x="1639" y="778"/>
                  </a:cubicBezTo>
                  <a:cubicBezTo>
                    <a:pt x="1671" y="835"/>
                    <a:pt x="1655" y="843"/>
                    <a:pt x="1639" y="851"/>
                  </a:cubicBezTo>
                  <a:cubicBezTo>
                    <a:pt x="1622" y="868"/>
                    <a:pt x="1622" y="868"/>
                    <a:pt x="1703" y="981"/>
                  </a:cubicBezTo>
                  <a:cubicBezTo>
                    <a:pt x="1784" y="1087"/>
                    <a:pt x="1776" y="1095"/>
                    <a:pt x="1768" y="1103"/>
                  </a:cubicBezTo>
                  <a:cubicBezTo>
                    <a:pt x="1766" y="1103"/>
                    <a:pt x="1765" y="1103"/>
                    <a:pt x="1763" y="1103"/>
                  </a:cubicBezTo>
                  <a:cubicBezTo>
                    <a:pt x="1758" y="1103"/>
                    <a:pt x="1749" y="1098"/>
                    <a:pt x="1711" y="1054"/>
                  </a:cubicBezTo>
                  <a:cubicBezTo>
                    <a:pt x="1711" y="1054"/>
                    <a:pt x="1663" y="1014"/>
                    <a:pt x="1663" y="1014"/>
                  </a:cubicBezTo>
                  <a:cubicBezTo>
                    <a:pt x="1660" y="1016"/>
                    <a:pt x="1658" y="1018"/>
                    <a:pt x="1655" y="1018"/>
                  </a:cubicBezTo>
                  <a:cubicBezTo>
                    <a:pt x="1647" y="1018"/>
                    <a:pt x="1635" y="1008"/>
                    <a:pt x="1606" y="973"/>
                  </a:cubicBezTo>
                  <a:cubicBezTo>
                    <a:pt x="1606" y="973"/>
                    <a:pt x="1570" y="937"/>
                    <a:pt x="1550" y="937"/>
                  </a:cubicBezTo>
                  <a:cubicBezTo>
                    <a:pt x="1547" y="937"/>
                    <a:pt x="1544" y="938"/>
                    <a:pt x="1541" y="941"/>
                  </a:cubicBezTo>
                  <a:cubicBezTo>
                    <a:pt x="1535" y="944"/>
                    <a:pt x="1530" y="947"/>
                    <a:pt x="1524" y="947"/>
                  </a:cubicBezTo>
                  <a:cubicBezTo>
                    <a:pt x="1513" y="947"/>
                    <a:pt x="1499" y="938"/>
                    <a:pt x="1468" y="908"/>
                  </a:cubicBezTo>
                  <a:lnTo>
                    <a:pt x="1468" y="908"/>
                  </a:lnTo>
                  <a:cubicBezTo>
                    <a:pt x="1460" y="916"/>
                    <a:pt x="1460" y="916"/>
                    <a:pt x="1509" y="965"/>
                  </a:cubicBezTo>
                  <a:cubicBezTo>
                    <a:pt x="1549" y="1006"/>
                    <a:pt x="1579" y="1052"/>
                    <a:pt x="1550" y="1052"/>
                  </a:cubicBezTo>
                  <a:cubicBezTo>
                    <a:pt x="1544" y="1052"/>
                    <a:pt x="1536" y="1050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8"/>
                    <a:pt x="1549" y="1119"/>
                  </a:cubicBezTo>
                  <a:cubicBezTo>
                    <a:pt x="1547" y="1121"/>
                    <a:pt x="1545" y="1123"/>
                    <a:pt x="1543" y="1123"/>
                  </a:cubicBezTo>
                  <a:cubicBezTo>
                    <a:pt x="1537" y="1123"/>
                    <a:pt x="1527" y="1113"/>
                    <a:pt x="1493" y="1078"/>
                  </a:cubicBezTo>
                  <a:cubicBezTo>
                    <a:pt x="1450" y="1039"/>
                    <a:pt x="1423" y="1021"/>
                    <a:pt x="1414" y="1021"/>
                  </a:cubicBezTo>
                  <a:lnTo>
                    <a:pt x="1414" y="1021"/>
                  </a:lnTo>
                  <a:cubicBezTo>
                    <a:pt x="1403" y="1021"/>
                    <a:pt x="1422" y="1052"/>
                    <a:pt x="1476" y="1111"/>
                  </a:cubicBezTo>
                  <a:cubicBezTo>
                    <a:pt x="1503" y="1133"/>
                    <a:pt x="1513" y="1146"/>
                    <a:pt x="1506" y="1146"/>
                  </a:cubicBezTo>
                  <a:cubicBezTo>
                    <a:pt x="1501" y="1146"/>
                    <a:pt x="1486" y="1137"/>
                    <a:pt x="1460" y="1119"/>
                  </a:cubicBezTo>
                  <a:lnTo>
                    <a:pt x="1460" y="1119"/>
                  </a:lnTo>
                  <a:cubicBezTo>
                    <a:pt x="1460" y="1119"/>
                    <a:pt x="1460" y="1127"/>
                    <a:pt x="1509" y="1176"/>
                  </a:cubicBezTo>
                  <a:cubicBezTo>
                    <a:pt x="1531" y="1202"/>
                    <a:pt x="1541" y="1215"/>
                    <a:pt x="1536" y="1215"/>
                  </a:cubicBezTo>
                  <a:cubicBezTo>
                    <a:pt x="1532" y="1215"/>
                    <a:pt x="1518" y="1206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4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8"/>
                    <a:pt x="1371" y="1265"/>
                  </a:cubicBezTo>
                  <a:lnTo>
                    <a:pt x="1371" y="1265"/>
                  </a:lnTo>
                  <a:cubicBezTo>
                    <a:pt x="1420" y="1305"/>
                    <a:pt x="1420" y="1305"/>
                    <a:pt x="1420" y="1314"/>
                  </a:cubicBezTo>
                  <a:cubicBezTo>
                    <a:pt x="1379" y="1295"/>
                    <a:pt x="1358" y="1286"/>
                    <a:pt x="1353" y="1286"/>
                  </a:cubicBezTo>
                  <a:lnTo>
                    <a:pt x="1353" y="1286"/>
                  </a:lnTo>
                  <a:cubicBezTo>
                    <a:pt x="1342" y="1286"/>
                    <a:pt x="1393" y="1319"/>
                    <a:pt x="1468" y="1362"/>
                  </a:cubicBezTo>
                  <a:lnTo>
                    <a:pt x="1468" y="1354"/>
                  </a:lnTo>
                  <a:lnTo>
                    <a:pt x="1476" y="1346"/>
                  </a:lnTo>
                  <a:cubicBezTo>
                    <a:pt x="1535" y="1379"/>
                    <a:pt x="1561" y="1400"/>
                    <a:pt x="1548" y="1400"/>
                  </a:cubicBezTo>
                  <a:cubicBezTo>
                    <a:pt x="1537" y="1400"/>
                    <a:pt x="1490" y="1381"/>
                    <a:pt x="1403" y="1338"/>
                  </a:cubicBezTo>
                  <a:cubicBezTo>
                    <a:pt x="1349" y="1310"/>
                    <a:pt x="1320" y="1296"/>
                    <a:pt x="1317" y="1296"/>
                  </a:cubicBezTo>
                  <a:lnTo>
                    <a:pt x="1317" y="1296"/>
                  </a:lnTo>
                  <a:cubicBezTo>
                    <a:pt x="1315" y="1296"/>
                    <a:pt x="1341" y="1312"/>
                    <a:pt x="1395" y="1346"/>
                  </a:cubicBezTo>
                  <a:cubicBezTo>
                    <a:pt x="1458" y="1386"/>
                    <a:pt x="1486" y="1404"/>
                    <a:pt x="1478" y="1404"/>
                  </a:cubicBezTo>
                  <a:cubicBezTo>
                    <a:pt x="1472" y="1404"/>
                    <a:pt x="1442" y="1392"/>
                    <a:pt x="1387" y="1370"/>
                  </a:cubicBezTo>
                  <a:cubicBezTo>
                    <a:pt x="1332" y="1343"/>
                    <a:pt x="1302" y="1329"/>
                    <a:pt x="1299" y="1329"/>
                  </a:cubicBezTo>
                  <a:lnTo>
                    <a:pt x="1299" y="1329"/>
                  </a:lnTo>
                  <a:cubicBezTo>
                    <a:pt x="1296" y="1329"/>
                    <a:pt x="1324" y="1345"/>
                    <a:pt x="1387" y="1378"/>
                  </a:cubicBezTo>
                  <a:cubicBezTo>
                    <a:pt x="1522" y="1455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6" y="1394"/>
                    <a:pt x="1264" y="1376"/>
                    <a:pt x="1246" y="1376"/>
                  </a:cubicBezTo>
                  <a:cubicBezTo>
                    <a:pt x="1243" y="1376"/>
                    <a:pt x="1241" y="1377"/>
                    <a:pt x="1241" y="1378"/>
                  </a:cubicBezTo>
                  <a:cubicBezTo>
                    <a:pt x="1233" y="1386"/>
                    <a:pt x="1298" y="1411"/>
                    <a:pt x="1355" y="1435"/>
                  </a:cubicBezTo>
                  <a:cubicBezTo>
                    <a:pt x="1426" y="1459"/>
                    <a:pt x="1455" y="1471"/>
                    <a:pt x="1443" y="1471"/>
                  </a:cubicBezTo>
                  <a:cubicBezTo>
                    <a:pt x="1435" y="1471"/>
                    <a:pt x="1406" y="1465"/>
                    <a:pt x="1355" y="1451"/>
                  </a:cubicBezTo>
                  <a:cubicBezTo>
                    <a:pt x="1280" y="1433"/>
                    <a:pt x="1233" y="1424"/>
                    <a:pt x="1210" y="1424"/>
                  </a:cubicBezTo>
                  <a:cubicBezTo>
                    <a:pt x="1173" y="1424"/>
                    <a:pt x="1199" y="1447"/>
                    <a:pt x="1274" y="1492"/>
                  </a:cubicBezTo>
                  <a:cubicBezTo>
                    <a:pt x="1343" y="1532"/>
                    <a:pt x="1367" y="1556"/>
                    <a:pt x="1349" y="1556"/>
                  </a:cubicBezTo>
                  <a:cubicBezTo>
                    <a:pt x="1338" y="1556"/>
                    <a:pt x="1310" y="1546"/>
                    <a:pt x="1266" y="1524"/>
                  </a:cubicBezTo>
                  <a:cubicBezTo>
                    <a:pt x="1192" y="1492"/>
                    <a:pt x="1160" y="1478"/>
                    <a:pt x="1158" y="1478"/>
                  </a:cubicBezTo>
                  <a:lnTo>
                    <a:pt x="1158" y="1478"/>
                  </a:lnTo>
                  <a:cubicBezTo>
                    <a:pt x="1157" y="1478"/>
                    <a:pt x="1173" y="1486"/>
                    <a:pt x="1201" y="1500"/>
                  </a:cubicBezTo>
                  <a:cubicBezTo>
                    <a:pt x="1193" y="1516"/>
                    <a:pt x="1184" y="1541"/>
                    <a:pt x="1184" y="1549"/>
                  </a:cubicBezTo>
                  <a:cubicBezTo>
                    <a:pt x="1184" y="1557"/>
                    <a:pt x="1249" y="1581"/>
                    <a:pt x="1306" y="1597"/>
                  </a:cubicBezTo>
                  <a:cubicBezTo>
                    <a:pt x="1252" y="1587"/>
                    <a:pt x="1208" y="1581"/>
                    <a:pt x="1184" y="1581"/>
                  </a:cubicBezTo>
                  <a:cubicBezTo>
                    <a:pt x="1151" y="1581"/>
                    <a:pt x="1157" y="1593"/>
                    <a:pt x="1233" y="1622"/>
                  </a:cubicBezTo>
                  <a:lnTo>
                    <a:pt x="1233" y="1638"/>
                  </a:lnTo>
                  <a:cubicBezTo>
                    <a:pt x="1233" y="1646"/>
                    <a:pt x="1233" y="1646"/>
                    <a:pt x="1298" y="1662"/>
                  </a:cubicBezTo>
                  <a:cubicBezTo>
                    <a:pt x="1332" y="1677"/>
                    <a:pt x="1322" y="1680"/>
                    <a:pt x="1295" y="1680"/>
                  </a:cubicBezTo>
                  <a:cubicBezTo>
                    <a:pt x="1277" y="1680"/>
                    <a:pt x="1251" y="1678"/>
                    <a:pt x="1225" y="1678"/>
                  </a:cubicBezTo>
                  <a:cubicBezTo>
                    <a:pt x="1160" y="1678"/>
                    <a:pt x="1095" y="1678"/>
                    <a:pt x="1160" y="1686"/>
                  </a:cubicBezTo>
                  <a:cubicBezTo>
                    <a:pt x="1225" y="1695"/>
                    <a:pt x="1290" y="1719"/>
                    <a:pt x="1347" y="1735"/>
                  </a:cubicBezTo>
                  <a:cubicBezTo>
                    <a:pt x="1379" y="1743"/>
                    <a:pt x="1379" y="1747"/>
                    <a:pt x="1363" y="1747"/>
                  </a:cubicBezTo>
                  <a:cubicBezTo>
                    <a:pt x="1347" y="1747"/>
                    <a:pt x="1314" y="1743"/>
                    <a:pt x="1282" y="1735"/>
                  </a:cubicBezTo>
                  <a:cubicBezTo>
                    <a:pt x="1270" y="1733"/>
                    <a:pt x="1257" y="1732"/>
                    <a:pt x="1244" y="1732"/>
                  </a:cubicBezTo>
                  <a:cubicBezTo>
                    <a:pt x="1213" y="1732"/>
                    <a:pt x="1181" y="1737"/>
                    <a:pt x="1152" y="1743"/>
                  </a:cubicBezTo>
                  <a:cubicBezTo>
                    <a:pt x="1152" y="1751"/>
                    <a:pt x="1152" y="1768"/>
                    <a:pt x="1217" y="1776"/>
                  </a:cubicBezTo>
                  <a:cubicBezTo>
                    <a:pt x="1282" y="1776"/>
                    <a:pt x="1274" y="1824"/>
                    <a:pt x="1209" y="1832"/>
                  </a:cubicBezTo>
                  <a:lnTo>
                    <a:pt x="1209" y="1849"/>
                  </a:lnTo>
                  <a:cubicBezTo>
                    <a:pt x="1209" y="1857"/>
                    <a:pt x="1274" y="1865"/>
                    <a:pt x="1274" y="1873"/>
                  </a:cubicBezTo>
                  <a:cubicBezTo>
                    <a:pt x="1274" y="1873"/>
                    <a:pt x="1274" y="1881"/>
                    <a:pt x="1339" y="1889"/>
                  </a:cubicBezTo>
                  <a:cubicBezTo>
                    <a:pt x="1339" y="1897"/>
                    <a:pt x="1339" y="1905"/>
                    <a:pt x="1274" y="1905"/>
                  </a:cubicBezTo>
                  <a:cubicBezTo>
                    <a:pt x="1403" y="1905"/>
                    <a:pt x="1403" y="1905"/>
                    <a:pt x="1274" y="1922"/>
                  </a:cubicBezTo>
                  <a:cubicBezTo>
                    <a:pt x="1182" y="1927"/>
                    <a:pt x="1155" y="1933"/>
                    <a:pt x="1193" y="1933"/>
                  </a:cubicBezTo>
                  <a:cubicBezTo>
                    <a:pt x="1209" y="1933"/>
                    <a:pt x="1236" y="1932"/>
                    <a:pt x="1274" y="1930"/>
                  </a:cubicBezTo>
                  <a:cubicBezTo>
                    <a:pt x="1339" y="1938"/>
                    <a:pt x="1339" y="1938"/>
                    <a:pt x="1274" y="1946"/>
                  </a:cubicBezTo>
                  <a:cubicBezTo>
                    <a:pt x="1234" y="1952"/>
                    <a:pt x="1222" y="1957"/>
                    <a:pt x="1238" y="1957"/>
                  </a:cubicBezTo>
                  <a:cubicBezTo>
                    <a:pt x="1245" y="1957"/>
                    <a:pt x="1257" y="1956"/>
                    <a:pt x="1274" y="1954"/>
                  </a:cubicBezTo>
                  <a:cubicBezTo>
                    <a:pt x="1403" y="1954"/>
                    <a:pt x="1468" y="1962"/>
                    <a:pt x="1339" y="1978"/>
                  </a:cubicBezTo>
                  <a:cubicBezTo>
                    <a:pt x="1339" y="1978"/>
                    <a:pt x="1339" y="1986"/>
                    <a:pt x="1403" y="1986"/>
                  </a:cubicBezTo>
                  <a:cubicBezTo>
                    <a:pt x="1457" y="1983"/>
                    <a:pt x="1489" y="1981"/>
                    <a:pt x="1498" y="1981"/>
                  </a:cubicBezTo>
                  <a:cubicBezTo>
                    <a:pt x="1511" y="1981"/>
                    <a:pt x="1479" y="1985"/>
                    <a:pt x="1403" y="1995"/>
                  </a:cubicBezTo>
                  <a:cubicBezTo>
                    <a:pt x="1316" y="2012"/>
                    <a:pt x="1291" y="2025"/>
                    <a:pt x="1330" y="2025"/>
                  </a:cubicBezTo>
                  <a:cubicBezTo>
                    <a:pt x="1345" y="2025"/>
                    <a:pt x="1369" y="2023"/>
                    <a:pt x="1403" y="2019"/>
                  </a:cubicBezTo>
                  <a:cubicBezTo>
                    <a:pt x="1403" y="2019"/>
                    <a:pt x="1420" y="2017"/>
                    <a:pt x="1429" y="2017"/>
                  </a:cubicBezTo>
                  <a:cubicBezTo>
                    <a:pt x="1438" y="2017"/>
                    <a:pt x="1440" y="2019"/>
                    <a:pt x="1411" y="2027"/>
                  </a:cubicBezTo>
                  <a:cubicBezTo>
                    <a:pt x="1360" y="2053"/>
                    <a:pt x="1319" y="2093"/>
                    <a:pt x="1364" y="2093"/>
                  </a:cubicBezTo>
                  <a:cubicBezTo>
                    <a:pt x="1376" y="2093"/>
                    <a:pt x="1394" y="2091"/>
                    <a:pt x="1420" y="2084"/>
                  </a:cubicBezTo>
                  <a:lnTo>
                    <a:pt x="1420" y="2092"/>
                  </a:lnTo>
                  <a:cubicBezTo>
                    <a:pt x="1376" y="2117"/>
                    <a:pt x="1366" y="2127"/>
                    <a:pt x="1393" y="2127"/>
                  </a:cubicBezTo>
                  <a:cubicBezTo>
                    <a:pt x="1401" y="2127"/>
                    <a:pt x="1412" y="2126"/>
                    <a:pt x="1428" y="2124"/>
                  </a:cubicBezTo>
                  <a:lnTo>
                    <a:pt x="1493" y="2116"/>
                  </a:lnTo>
                  <a:lnTo>
                    <a:pt x="1493" y="2116"/>
                  </a:lnTo>
                  <a:cubicBezTo>
                    <a:pt x="1444" y="2124"/>
                    <a:pt x="1403" y="2141"/>
                    <a:pt x="1371" y="2165"/>
                  </a:cubicBezTo>
                  <a:cubicBezTo>
                    <a:pt x="1371" y="2168"/>
                    <a:pt x="1371" y="2170"/>
                    <a:pt x="1376" y="2170"/>
                  </a:cubicBezTo>
                  <a:cubicBezTo>
                    <a:pt x="1382" y="2170"/>
                    <a:pt x="1398" y="2166"/>
                    <a:pt x="1436" y="2157"/>
                  </a:cubicBezTo>
                  <a:cubicBezTo>
                    <a:pt x="1467" y="2139"/>
                    <a:pt x="1481" y="2133"/>
                    <a:pt x="1488" y="2133"/>
                  </a:cubicBezTo>
                  <a:cubicBezTo>
                    <a:pt x="1493" y="2133"/>
                    <a:pt x="1493" y="2137"/>
                    <a:pt x="1493" y="2141"/>
                  </a:cubicBezTo>
                  <a:cubicBezTo>
                    <a:pt x="1460" y="2165"/>
                    <a:pt x="1420" y="2181"/>
                    <a:pt x="1379" y="2197"/>
                  </a:cubicBezTo>
                  <a:lnTo>
                    <a:pt x="1379" y="2205"/>
                  </a:lnTo>
                  <a:cubicBezTo>
                    <a:pt x="1443" y="2180"/>
                    <a:pt x="1474" y="2170"/>
                    <a:pt x="1480" y="2170"/>
                  </a:cubicBezTo>
                  <a:lnTo>
                    <a:pt x="1480" y="2170"/>
                  </a:lnTo>
                  <a:cubicBezTo>
                    <a:pt x="1485" y="2170"/>
                    <a:pt x="1471" y="2178"/>
                    <a:pt x="1444" y="2189"/>
                  </a:cubicBezTo>
                  <a:cubicBezTo>
                    <a:pt x="1387" y="2222"/>
                    <a:pt x="1387" y="2230"/>
                    <a:pt x="1387" y="2238"/>
                  </a:cubicBezTo>
                  <a:cubicBezTo>
                    <a:pt x="1409" y="2230"/>
                    <a:pt x="1417" y="2227"/>
                    <a:pt x="1418" y="2227"/>
                  </a:cubicBezTo>
                  <a:lnTo>
                    <a:pt x="1418" y="2227"/>
                  </a:lnTo>
                  <a:cubicBezTo>
                    <a:pt x="1420" y="2227"/>
                    <a:pt x="1393" y="2238"/>
                    <a:pt x="1387" y="2238"/>
                  </a:cubicBezTo>
                  <a:lnTo>
                    <a:pt x="1330" y="2254"/>
                  </a:lnTo>
                  <a:cubicBezTo>
                    <a:pt x="1311" y="2265"/>
                    <a:pt x="1305" y="2270"/>
                    <a:pt x="1308" y="2270"/>
                  </a:cubicBezTo>
                  <a:cubicBezTo>
                    <a:pt x="1314" y="2270"/>
                    <a:pt x="1353" y="2254"/>
                    <a:pt x="1395" y="2238"/>
                  </a:cubicBezTo>
                  <a:cubicBezTo>
                    <a:pt x="1395" y="2238"/>
                    <a:pt x="1395" y="2246"/>
                    <a:pt x="1395" y="2254"/>
                  </a:cubicBezTo>
                  <a:cubicBezTo>
                    <a:pt x="1399" y="2258"/>
                    <a:pt x="1401" y="2261"/>
                    <a:pt x="1407" y="2261"/>
                  </a:cubicBezTo>
                  <a:cubicBezTo>
                    <a:pt x="1415" y="2261"/>
                    <a:pt x="1429" y="2256"/>
                    <a:pt x="1460" y="2238"/>
                  </a:cubicBezTo>
                  <a:cubicBezTo>
                    <a:pt x="1493" y="2213"/>
                    <a:pt x="1533" y="2205"/>
                    <a:pt x="1574" y="2189"/>
                  </a:cubicBezTo>
                  <a:lnTo>
                    <a:pt x="1574" y="2189"/>
                  </a:lnTo>
                  <a:cubicBezTo>
                    <a:pt x="1533" y="2205"/>
                    <a:pt x="1501" y="2230"/>
                    <a:pt x="1460" y="2254"/>
                  </a:cubicBezTo>
                  <a:cubicBezTo>
                    <a:pt x="1468" y="2262"/>
                    <a:pt x="1411" y="2286"/>
                    <a:pt x="1411" y="2286"/>
                  </a:cubicBezTo>
                  <a:cubicBezTo>
                    <a:pt x="1334" y="2317"/>
                    <a:pt x="1336" y="2329"/>
                    <a:pt x="1361" y="2329"/>
                  </a:cubicBezTo>
                  <a:cubicBezTo>
                    <a:pt x="1376" y="2329"/>
                    <a:pt x="1399" y="2325"/>
                    <a:pt x="1420" y="2319"/>
                  </a:cubicBezTo>
                  <a:cubicBezTo>
                    <a:pt x="1473" y="2297"/>
                    <a:pt x="1503" y="2287"/>
                    <a:pt x="1510" y="2287"/>
                  </a:cubicBezTo>
                  <a:lnTo>
                    <a:pt x="1510" y="2287"/>
                  </a:lnTo>
                  <a:cubicBezTo>
                    <a:pt x="1519" y="2287"/>
                    <a:pt x="1491" y="2303"/>
                    <a:pt x="1428" y="2335"/>
                  </a:cubicBezTo>
                  <a:cubicBezTo>
                    <a:pt x="1392" y="2356"/>
                    <a:pt x="1379" y="2365"/>
                    <a:pt x="1385" y="2365"/>
                  </a:cubicBezTo>
                  <a:cubicBezTo>
                    <a:pt x="1397" y="2365"/>
                    <a:pt x="1490" y="2323"/>
                    <a:pt x="1606" y="2262"/>
                  </a:cubicBezTo>
                  <a:lnTo>
                    <a:pt x="1768" y="2173"/>
                  </a:lnTo>
                  <a:lnTo>
                    <a:pt x="1606" y="2270"/>
                  </a:lnTo>
                  <a:cubicBezTo>
                    <a:pt x="1469" y="2357"/>
                    <a:pt x="1418" y="2389"/>
                    <a:pt x="1429" y="2389"/>
                  </a:cubicBezTo>
                  <a:cubicBezTo>
                    <a:pt x="1435" y="2389"/>
                    <a:pt x="1463" y="2378"/>
                    <a:pt x="1509" y="2359"/>
                  </a:cubicBezTo>
                  <a:cubicBezTo>
                    <a:pt x="1532" y="2353"/>
                    <a:pt x="1546" y="2349"/>
                    <a:pt x="1551" y="2349"/>
                  </a:cubicBezTo>
                  <a:cubicBezTo>
                    <a:pt x="1557" y="2349"/>
                    <a:pt x="1545" y="2357"/>
                    <a:pt x="1517" y="2376"/>
                  </a:cubicBezTo>
                  <a:cubicBezTo>
                    <a:pt x="1460" y="2408"/>
                    <a:pt x="1460" y="2416"/>
                    <a:pt x="1476" y="2440"/>
                  </a:cubicBezTo>
                  <a:cubicBezTo>
                    <a:pt x="1484" y="2448"/>
                    <a:pt x="1488" y="2454"/>
                    <a:pt x="1495" y="2454"/>
                  </a:cubicBezTo>
                  <a:cubicBezTo>
                    <a:pt x="1503" y="2454"/>
                    <a:pt x="1515" y="2446"/>
                    <a:pt x="1541" y="2424"/>
                  </a:cubicBezTo>
                  <a:lnTo>
                    <a:pt x="1549" y="2440"/>
                  </a:lnTo>
                  <a:cubicBezTo>
                    <a:pt x="1508" y="2475"/>
                    <a:pt x="1496" y="2490"/>
                    <a:pt x="1503" y="2490"/>
                  </a:cubicBezTo>
                  <a:cubicBezTo>
                    <a:pt x="1513" y="2490"/>
                    <a:pt x="1558" y="2463"/>
                    <a:pt x="1614" y="2416"/>
                  </a:cubicBezTo>
                  <a:lnTo>
                    <a:pt x="1622" y="2424"/>
                  </a:lnTo>
                  <a:lnTo>
                    <a:pt x="1566" y="2465"/>
                  </a:lnTo>
                  <a:cubicBezTo>
                    <a:pt x="1517" y="2505"/>
                    <a:pt x="1525" y="2522"/>
                    <a:pt x="1566" y="2570"/>
                  </a:cubicBezTo>
                  <a:cubicBezTo>
                    <a:pt x="1588" y="2596"/>
                    <a:pt x="1600" y="2612"/>
                    <a:pt x="1615" y="2612"/>
                  </a:cubicBezTo>
                  <a:cubicBezTo>
                    <a:pt x="1633" y="2612"/>
                    <a:pt x="1655" y="2590"/>
                    <a:pt x="1703" y="2538"/>
                  </a:cubicBezTo>
                  <a:cubicBezTo>
                    <a:pt x="1751" y="2494"/>
                    <a:pt x="1775" y="2472"/>
                    <a:pt x="1777" y="2472"/>
                  </a:cubicBezTo>
                  <a:lnTo>
                    <a:pt x="1777" y="2472"/>
                  </a:lnTo>
                  <a:cubicBezTo>
                    <a:pt x="1779" y="2472"/>
                    <a:pt x="1757" y="2496"/>
                    <a:pt x="1711" y="2546"/>
                  </a:cubicBezTo>
                  <a:cubicBezTo>
                    <a:pt x="1682" y="2581"/>
                    <a:pt x="1657" y="2621"/>
                    <a:pt x="1661" y="2621"/>
                  </a:cubicBezTo>
                  <a:cubicBezTo>
                    <a:pt x="1662" y="2621"/>
                    <a:pt x="1668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8"/>
                  </a:cubicBezTo>
                  <a:cubicBezTo>
                    <a:pt x="1620" y="2721"/>
                    <a:pt x="1613" y="2741"/>
                    <a:pt x="1619" y="2741"/>
                  </a:cubicBezTo>
                  <a:cubicBezTo>
                    <a:pt x="1626" y="2741"/>
                    <a:pt x="1650" y="2717"/>
                    <a:pt x="1671" y="2692"/>
                  </a:cubicBezTo>
                  <a:cubicBezTo>
                    <a:pt x="1706" y="2647"/>
                    <a:pt x="1718" y="2630"/>
                    <a:pt x="1718" y="2630"/>
                  </a:cubicBezTo>
                  <a:lnTo>
                    <a:pt x="1718" y="2630"/>
                  </a:lnTo>
                  <a:cubicBezTo>
                    <a:pt x="1719" y="2630"/>
                    <a:pt x="1698" y="2659"/>
                    <a:pt x="1679" y="2692"/>
                  </a:cubicBezTo>
                  <a:cubicBezTo>
                    <a:pt x="1655" y="2733"/>
                    <a:pt x="1632" y="2779"/>
                    <a:pt x="1636" y="2779"/>
                  </a:cubicBezTo>
                  <a:cubicBezTo>
                    <a:pt x="1638" y="2779"/>
                    <a:pt x="1644" y="2772"/>
                    <a:pt x="1655" y="2757"/>
                  </a:cubicBezTo>
                  <a:cubicBezTo>
                    <a:pt x="1674" y="2737"/>
                    <a:pt x="1704" y="2719"/>
                    <a:pt x="1720" y="2719"/>
                  </a:cubicBezTo>
                  <a:cubicBezTo>
                    <a:pt x="1738" y="2719"/>
                    <a:pt x="1741" y="2739"/>
                    <a:pt x="1703" y="2797"/>
                  </a:cubicBezTo>
                  <a:lnTo>
                    <a:pt x="1711" y="2805"/>
                  </a:lnTo>
                  <a:cubicBezTo>
                    <a:pt x="1738" y="2769"/>
                    <a:pt x="1750" y="2759"/>
                    <a:pt x="1760" y="2759"/>
                  </a:cubicBezTo>
                  <a:cubicBezTo>
                    <a:pt x="1766" y="2759"/>
                    <a:pt x="1771" y="2762"/>
                    <a:pt x="1776" y="2765"/>
                  </a:cubicBezTo>
                  <a:cubicBezTo>
                    <a:pt x="1793" y="2781"/>
                    <a:pt x="1801" y="2781"/>
                    <a:pt x="1768" y="2838"/>
                  </a:cubicBezTo>
                  <a:cubicBezTo>
                    <a:pt x="1743" y="2867"/>
                    <a:pt x="1733" y="2881"/>
                    <a:pt x="1736" y="2881"/>
                  </a:cubicBezTo>
                  <a:cubicBezTo>
                    <a:pt x="1739" y="2881"/>
                    <a:pt x="1753" y="2869"/>
                    <a:pt x="1776" y="2846"/>
                  </a:cubicBezTo>
                  <a:cubicBezTo>
                    <a:pt x="1777" y="2846"/>
                    <a:pt x="1777" y="2846"/>
                    <a:pt x="1777" y="2846"/>
                  </a:cubicBezTo>
                  <a:cubicBezTo>
                    <a:pt x="1789" y="2846"/>
                    <a:pt x="1853" y="2748"/>
                    <a:pt x="1864" y="2748"/>
                  </a:cubicBezTo>
                  <a:cubicBezTo>
                    <a:pt x="1865" y="2748"/>
                    <a:pt x="1865" y="2748"/>
                    <a:pt x="1866" y="2749"/>
                  </a:cubicBezTo>
                  <a:cubicBezTo>
                    <a:pt x="1882" y="2708"/>
                    <a:pt x="1906" y="2676"/>
                    <a:pt x="1930" y="2643"/>
                  </a:cubicBezTo>
                  <a:lnTo>
                    <a:pt x="1930" y="2643"/>
                  </a:lnTo>
                  <a:lnTo>
                    <a:pt x="1906" y="2700"/>
                  </a:lnTo>
                  <a:lnTo>
                    <a:pt x="1841" y="2813"/>
                  </a:lnTo>
                  <a:cubicBezTo>
                    <a:pt x="1843" y="2816"/>
                    <a:pt x="1846" y="2817"/>
                    <a:pt x="1848" y="2817"/>
                  </a:cubicBezTo>
                  <a:cubicBezTo>
                    <a:pt x="1856" y="2817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8"/>
                    <a:pt x="1890" y="2838"/>
                  </a:cubicBezTo>
                  <a:cubicBezTo>
                    <a:pt x="1896" y="2841"/>
                    <a:pt x="1901" y="2844"/>
                    <a:pt x="1907" y="2844"/>
                  </a:cubicBezTo>
                  <a:cubicBezTo>
                    <a:pt x="1919" y="2844"/>
                    <a:pt x="1931" y="2834"/>
                    <a:pt x="1947" y="2797"/>
                  </a:cubicBezTo>
                  <a:lnTo>
                    <a:pt x="1947" y="2797"/>
                  </a:lnTo>
                  <a:cubicBezTo>
                    <a:pt x="1925" y="2862"/>
                    <a:pt x="1931" y="2897"/>
                    <a:pt x="1949" y="2897"/>
                  </a:cubicBezTo>
                  <a:cubicBezTo>
                    <a:pt x="1964" y="2897"/>
                    <a:pt x="1989" y="2870"/>
                    <a:pt x="2011" y="2813"/>
                  </a:cubicBezTo>
                  <a:cubicBezTo>
                    <a:pt x="2019" y="2786"/>
                    <a:pt x="2025" y="2772"/>
                    <a:pt x="2027" y="2772"/>
                  </a:cubicBezTo>
                  <a:lnTo>
                    <a:pt x="2027" y="2772"/>
                  </a:lnTo>
                  <a:cubicBezTo>
                    <a:pt x="2030" y="2772"/>
                    <a:pt x="2028" y="2788"/>
                    <a:pt x="2020" y="2822"/>
                  </a:cubicBezTo>
                  <a:cubicBezTo>
                    <a:pt x="2015" y="2855"/>
                    <a:pt x="2013" y="2871"/>
                    <a:pt x="2016" y="2871"/>
                  </a:cubicBezTo>
                  <a:cubicBezTo>
                    <a:pt x="2018" y="2871"/>
                    <a:pt x="2024" y="2857"/>
                    <a:pt x="2036" y="2830"/>
                  </a:cubicBezTo>
                  <a:cubicBezTo>
                    <a:pt x="2042" y="2814"/>
                    <a:pt x="2047" y="2808"/>
                    <a:pt x="2049" y="2808"/>
                  </a:cubicBezTo>
                  <a:lnTo>
                    <a:pt x="2049" y="2808"/>
                  </a:lnTo>
                  <a:cubicBezTo>
                    <a:pt x="2056" y="2808"/>
                    <a:pt x="2050" y="2853"/>
                    <a:pt x="2044" y="2895"/>
                  </a:cubicBezTo>
                  <a:cubicBezTo>
                    <a:pt x="2024" y="2973"/>
                    <a:pt x="2019" y="3007"/>
                    <a:pt x="2024" y="3007"/>
                  </a:cubicBezTo>
                  <a:cubicBezTo>
                    <a:pt x="2027" y="3007"/>
                    <a:pt x="2034" y="2993"/>
                    <a:pt x="2044" y="2967"/>
                  </a:cubicBezTo>
                  <a:cubicBezTo>
                    <a:pt x="2075" y="2923"/>
                    <a:pt x="2087" y="2918"/>
                    <a:pt x="2095" y="2918"/>
                  </a:cubicBezTo>
                  <a:cubicBezTo>
                    <a:pt x="2097" y="2918"/>
                    <a:pt x="2099" y="2919"/>
                    <a:pt x="2101" y="2919"/>
                  </a:cubicBezTo>
                  <a:cubicBezTo>
                    <a:pt x="2133" y="2886"/>
                    <a:pt x="2141" y="2838"/>
                    <a:pt x="2149" y="2797"/>
                  </a:cubicBezTo>
                  <a:cubicBezTo>
                    <a:pt x="2157" y="2733"/>
                    <a:pt x="2182" y="2676"/>
                    <a:pt x="2182" y="2676"/>
                  </a:cubicBezTo>
                  <a:lnTo>
                    <a:pt x="2182" y="2676"/>
                  </a:lnTo>
                  <a:cubicBezTo>
                    <a:pt x="2166" y="2716"/>
                    <a:pt x="2157" y="2757"/>
                    <a:pt x="2157" y="2797"/>
                  </a:cubicBezTo>
                  <a:cubicBezTo>
                    <a:pt x="2157" y="2862"/>
                    <a:pt x="2174" y="2870"/>
                    <a:pt x="2182" y="2870"/>
                  </a:cubicBezTo>
                  <a:lnTo>
                    <a:pt x="2214" y="2870"/>
                  </a:lnTo>
                  <a:cubicBezTo>
                    <a:pt x="2218" y="2908"/>
                    <a:pt x="2225" y="2926"/>
                    <a:pt x="2230" y="2926"/>
                  </a:cubicBezTo>
                  <a:cubicBezTo>
                    <a:pt x="2235" y="2926"/>
                    <a:pt x="2238" y="2910"/>
                    <a:pt x="2238" y="2878"/>
                  </a:cubicBezTo>
                  <a:cubicBezTo>
                    <a:pt x="2243" y="2844"/>
                    <a:pt x="2245" y="2836"/>
                    <a:pt x="2246" y="2830"/>
                  </a:cubicBezTo>
                  <a:lnTo>
                    <a:pt x="2246" y="2830"/>
                  </a:lnTo>
                  <a:cubicBezTo>
                    <a:pt x="2247" y="2888"/>
                    <a:pt x="2270" y="2919"/>
                    <a:pt x="2294" y="2919"/>
                  </a:cubicBezTo>
                  <a:cubicBezTo>
                    <a:pt x="2317" y="2919"/>
                    <a:pt x="2340" y="2890"/>
                    <a:pt x="2344" y="2830"/>
                  </a:cubicBezTo>
                  <a:lnTo>
                    <a:pt x="2344" y="2895"/>
                  </a:lnTo>
                  <a:cubicBezTo>
                    <a:pt x="2344" y="2959"/>
                    <a:pt x="2352" y="2959"/>
                    <a:pt x="2368" y="2959"/>
                  </a:cubicBezTo>
                  <a:cubicBezTo>
                    <a:pt x="2376" y="2959"/>
                    <a:pt x="2409" y="2895"/>
                    <a:pt x="2433" y="2895"/>
                  </a:cubicBezTo>
                  <a:cubicBezTo>
                    <a:pt x="2466" y="2886"/>
                    <a:pt x="2490" y="2886"/>
                    <a:pt x="2482" y="2822"/>
                  </a:cubicBezTo>
                  <a:cubicBezTo>
                    <a:pt x="2490" y="2822"/>
                    <a:pt x="2490" y="2822"/>
                    <a:pt x="2498" y="2886"/>
                  </a:cubicBezTo>
                  <a:cubicBezTo>
                    <a:pt x="2498" y="2951"/>
                    <a:pt x="2506" y="2951"/>
                    <a:pt x="2514" y="2951"/>
                  </a:cubicBezTo>
                  <a:cubicBezTo>
                    <a:pt x="2514" y="2911"/>
                    <a:pt x="2514" y="2862"/>
                    <a:pt x="2498" y="2822"/>
                  </a:cubicBezTo>
                  <a:cubicBezTo>
                    <a:pt x="2494" y="2793"/>
                    <a:pt x="2494" y="2779"/>
                    <a:pt x="2498" y="2779"/>
                  </a:cubicBezTo>
                  <a:cubicBezTo>
                    <a:pt x="2502" y="2779"/>
                    <a:pt x="2510" y="2793"/>
                    <a:pt x="2522" y="2822"/>
                  </a:cubicBezTo>
                  <a:cubicBezTo>
                    <a:pt x="2534" y="2854"/>
                    <a:pt x="2551" y="2870"/>
                    <a:pt x="2564" y="2870"/>
                  </a:cubicBezTo>
                  <a:cubicBezTo>
                    <a:pt x="2577" y="2870"/>
                    <a:pt x="2587" y="2854"/>
                    <a:pt x="2587" y="2822"/>
                  </a:cubicBezTo>
                  <a:cubicBezTo>
                    <a:pt x="2589" y="2822"/>
                    <a:pt x="2590" y="2821"/>
                    <a:pt x="2592" y="2821"/>
                  </a:cubicBezTo>
                  <a:cubicBezTo>
                    <a:pt x="2599" y="2821"/>
                    <a:pt x="2607" y="2826"/>
                    <a:pt x="2620" y="2878"/>
                  </a:cubicBezTo>
                  <a:cubicBezTo>
                    <a:pt x="2629" y="2910"/>
                    <a:pt x="2646" y="2942"/>
                    <a:pt x="2654" y="2942"/>
                  </a:cubicBezTo>
                  <a:cubicBezTo>
                    <a:pt x="2661" y="2942"/>
                    <a:pt x="2663" y="2923"/>
                    <a:pt x="2652" y="2870"/>
                  </a:cubicBezTo>
                  <a:lnTo>
                    <a:pt x="2652" y="2870"/>
                  </a:lnTo>
                  <a:cubicBezTo>
                    <a:pt x="2660" y="2870"/>
                    <a:pt x="2660" y="2870"/>
                    <a:pt x="2684" y="2927"/>
                  </a:cubicBezTo>
                  <a:cubicBezTo>
                    <a:pt x="2698" y="2964"/>
                    <a:pt x="2713" y="3002"/>
                    <a:pt x="2716" y="3002"/>
                  </a:cubicBezTo>
                  <a:cubicBezTo>
                    <a:pt x="2718" y="3002"/>
                    <a:pt x="2714" y="2982"/>
                    <a:pt x="2701" y="2927"/>
                  </a:cubicBezTo>
                  <a:cubicBezTo>
                    <a:pt x="2696" y="2891"/>
                    <a:pt x="2702" y="2873"/>
                    <a:pt x="2714" y="2873"/>
                  </a:cubicBezTo>
                  <a:cubicBezTo>
                    <a:pt x="2724" y="2873"/>
                    <a:pt x="2739" y="2885"/>
                    <a:pt x="2757" y="2911"/>
                  </a:cubicBezTo>
                  <a:cubicBezTo>
                    <a:pt x="2765" y="2903"/>
                    <a:pt x="2774" y="2903"/>
                    <a:pt x="2749" y="2846"/>
                  </a:cubicBezTo>
                  <a:cubicBezTo>
                    <a:pt x="2733" y="2813"/>
                    <a:pt x="2741" y="2822"/>
                    <a:pt x="2725" y="2781"/>
                  </a:cubicBezTo>
                  <a:lnTo>
                    <a:pt x="2725" y="2781"/>
                  </a:lnTo>
                  <a:cubicBezTo>
                    <a:pt x="2753" y="2842"/>
                    <a:pt x="2768" y="2872"/>
                    <a:pt x="2770" y="2872"/>
                  </a:cubicBezTo>
                  <a:cubicBezTo>
                    <a:pt x="2772" y="2872"/>
                    <a:pt x="2761" y="2842"/>
                    <a:pt x="2741" y="2781"/>
                  </a:cubicBezTo>
                  <a:cubicBezTo>
                    <a:pt x="2729" y="2752"/>
                    <a:pt x="2725" y="2735"/>
                    <a:pt x="2727" y="2735"/>
                  </a:cubicBezTo>
                  <a:lnTo>
                    <a:pt x="2727" y="2735"/>
                  </a:lnTo>
                  <a:cubicBezTo>
                    <a:pt x="2730" y="2735"/>
                    <a:pt x="2738" y="2750"/>
                    <a:pt x="2749" y="2781"/>
                  </a:cubicBezTo>
                  <a:cubicBezTo>
                    <a:pt x="2782" y="2838"/>
                    <a:pt x="2790" y="2838"/>
                    <a:pt x="2790" y="2838"/>
                  </a:cubicBezTo>
                  <a:cubicBezTo>
                    <a:pt x="2798" y="2838"/>
                    <a:pt x="2806" y="2765"/>
                    <a:pt x="2838" y="2740"/>
                  </a:cubicBezTo>
                  <a:cubicBezTo>
                    <a:pt x="2895" y="2716"/>
                    <a:pt x="2911" y="2700"/>
                    <a:pt x="2879" y="2651"/>
                  </a:cubicBezTo>
                  <a:cubicBezTo>
                    <a:pt x="2862" y="2622"/>
                    <a:pt x="2854" y="2608"/>
                    <a:pt x="2857" y="2608"/>
                  </a:cubicBezTo>
                  <a:lnTo>
                    <a:pt x="2857" y="2608"/>
                  </a:lnTo>
                  <a:cubicBezTo>
                    <a:pt x="2860" y="2608"/>
                    <a:pt x="2872" y="2620"/>
                    <a:pt x="2895" y="2643"/>
                  </a:cubicBezTo>
                  <a:cubicBezTo>
                    <a:pt x="2924" y="2678"/>
                    <a:pt x="2936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5" y="2683"/>
                    <a:pt x="2957" y="2683"/>
                  </a:cubicBezTo>
                  <a:cubicBezTo>
                    <a:pt x="2962" y="2683"/>
                    <a:pt x="2969" y="2688"/>
                    <a:pt x="3001" y="2732"/>
                  </a:cubicBezTo>
                  <a:cubicBezTo>
                    <a:pt x="2968" y="2676"/>
                    <a:pt x="2968" y="2676"/>
                    <a:pt x="2976" y="2668"/>
                  </a:cubicBezTo>
                  <a:lnTo>
                    <a:pt x="2976" y="2668"/>
                  </a:lnTo>
                  <a:cubicBezTo>
                    <a:pt x="2995" y="2694"/>
                    <a:pt x="3007" y="2706"/>
                    <a:pt x="3010" y="2706"/>
                  </a:cubicBezTo>
                  <a:cubicBezTo>
                    <a:pt x="3014" y="2706"/>
                    <a:pt x="3006" y="2690"/>
                    <a:pt x="2984" y="2659"/>
                  </a:cubicBezTo>
                  <a:cubicBezTo>
                    <a:pt x="2947" y="2606"/>
                    <a:pt x="2929" y="2579"/>
                    <a:pt x="2931" y="2579"/>
                  </a:cubicBezTo>
                  <a:lnTo>
                    <a:pt x="2931" y="2579"/>
                  </a:lnTo>
                  <a:cubicBezTo>
                    <a:pt x="2933" y="2579"/>
                    <a:pt x="2953" y="2604"/>
                    <a:pt x="2993" y="2651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8"/>
                    <a:pt x="3049" y="2692"/>
                  </a:cubicBezTo>
                  <a:cubicBezTo>
                    <a:pt x="3009" y="2643"/>
                    <a:pt x="3017" y="2635"/>
                    <a:pt x="2984" y="2578"/>
                  </a:cubicBezTo>
                  <a:cubicBezTo>
                    <a:pt x="2984" y="2578"/>
                    <a:pt x="2985" y="2578"/>
                    <a:pt x="2986" y="2578"/>
                  </a:cubicBezTo>
                  <a:cubicBezTo>
                    <a:pt x="2990" y="2578"/>
                    <a:pt x="3003" y="2582"/>
                    <a:pt x="3033" y="2619"/>
                  </a:cubicBezTo>
                  <a:cubicBezTo>
                    <a:pt x="3043" y="2627"/>
                    <a:pt x="3051" y="2631"/>
                    <a:pt x="3056" y="2631"/>
                  </a:cubicBezTo>
                  <a:cubicBezTo>
                    <a:pt x="3077" y="2631"/>
                    <a:pt x="3065" y="2577"/>
                    <a:pt x="3033" y="2538"/>
                  </a:cubicBezTo>
                  <a:cubicBezTo>
                    <a:pt x="3008" y="2512"/>
                    <a:pt x="2998" y="2500"/>
                    <a:pt x="3001" y="2500"/>
                  </a:cubicBezTo>
                  <a:lnTo>
                    <a:pt x="3001" y="2500"/>
                  </a:lnTo>
                  <a:cubicBezTo>
                    <a:pt x="3004" y="2500"/>
                    <a:pt x="3018" y="2510"/>
                    <a:pt x="3041" y="2530"/>
                  </a:cubicBezTo>
                  <a:cubicBezTo>
                    <a:pt x="3072" y="2566"/>
                    <a:pt x="3084" y="2571"/>
                    <a:pt x="3091" y="2571"/>
                  </a:cubicBezTo>
                  <a:cubicBezTo>
                    <a:pt x="3094" y="2571"/>
                    <a:pt x="3096" y="2570"/>
                    <a:pt x="3098" y="2570"/>
                  </a:cubicBezTo>
                  <a:cubicBezTo>
                    <a:pt x="3085" y="2555"/>
                    <a:pt x="3081" y="2548"/>
                    <a:pt x="3083" y="2548"/>
                  </a:cubicBezTo>
                  <a:lnTo>
                    <a:pt x="3083" y="2548"/>
                  </a:lnTo>
                  <a:cubicBezTo>
                    <a:pt x="3088" y="2548"/>
                    <a:pt x="3119" y="2578"/>
                    <a:pt x="3147" y="2611"/>
                  </a:cubicBezTo>
                  <a:cubicBezTo>
                    <a:pt x="3172" y="2641"/>
                    <a:pt x="3184" y="2649"/>
                    <a:pt x="3194" y="2649"/>
                  </a:cubicBezTo>
                  <a:cubicBezTo>
                    <a:pt x="3200" y="2649"/>
                    <a:pt x="3205" y="2646"/>
                    <a:pt x="3211" y="2643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28" y="2513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1"/>
                  </a:lnTo>
                  <a:cubicBezTo>
                    <a:pt x="3260" y="2473"/>
                    <a:pt x="3211" y="2440"/>
                    <a:pt x="3155" y="2400"/>
                  </a:cubicBezTo>
                  <a:cubicBezTo>
                    <a:pt x="3125" y="2380"/>
                    <a:pt x="3114" y="2370"/>
                    <a:pt x="3123" y="2370"/>
                  </a:cubicBezTo>
                  <a:cubicBezTo>
                    <a:pt x="3130" y="2370"/>
                    <a:pt x="3145" y="2374"/>
                    <a:pt x="3171" y="2384"/>
                  </a:cubicBezTo>
                  <a:cubicBezTo>
                    <a:pt x="3195" y="2393"/>
                    <a:pt x="3210" y="2397"/>
                    <a:pt x="3217" y="2397"/>
                  </a:cubicBezTo>
                  <a:cubicBezTo>
                    <a:pt x="3229" y="2397"/>
                    <a:pt x="3218" y="2385"/>
                    <a:pt x="3187" y="2359"/>
                  </a:cubicBezTo>
                  <a:cubicBezTo>
                    <a:pt x="3190" y="2356"/>
                    <a:pt x="3192" y="2355"/>
                    <a:pt x="3196" y="2355"/>
                  </a:cubicBezTo>
                  <a:cubicBezTo>
                    <a:pt x="3203" y="2355"/>
                    <a:pt x="3216" y="2360"/>
                    <a:pt x="3252" y="2376"/>
                  </a:cubicBezTo>
                  <a:cubicBezTo>
                    <a:pt x="3260" y="2368"/>
                    <a:pt x="3260" y="2368"/>
                    <a:pt x="3203" y="2335"/>
                  </a:cubicBezTo>
                  <a:cubicBezTo>
                    <a:pt x="3169" y="2315"/>
                    <a:pt x="3158" y="2305"/>
                    <a:pt x="3168" y="2305"/>
                  </a:cubicBezTo>
                  <a:cubicBezTo>
                    <a:pt x="3174" y="2305"/>
                    <a:pt x="3189" y="2309"/>
                    <a:pt x="3211" y="2319"/>
                  </a:cubicBezTo>
                  <a:cubicBezTo>
                    <a:pt x="3263" y="2345"/>
                    <a:pt x="3294" y="2354"/>
                    <a:pt x="3308" y="2354"/>
                  </a:cubicBezTo>
                  <a:cubicBezTo>
                    <a:pt x="3325" y="2354"/>
                    <a:pt x="3315" y="2340"/>
                    <a:pt x="3284" y="2327"/>
                  </a:cubicBezTo>
                  <a:cubicBezTo>
                    <a:pt x="3228" y="2295"/>
                    <a:pt x="3228" y="2286"/>
                    <a:pt x="3228" y="2278"/>
                  </a:cubicBezTo>
                  <a:cubicBezTo>
                    <a:pt x="3236" y="2278"/>
                    <a:pt x="3236" y="2270"/>
                    <a:pt x="3187" y="2238"/>
                  </a:cubicBezTo>
                  <a:lnTo>
                    <a:pt x="3187" y="2222"/>
                  </a:lnTo>
                  <a:cubicBezTo>
                    <a:pt x="3188" y="2221"/>
                    <a:pt x="3189" y="2220"/>
                    <a:pt x="3191" y="2220"/>
                  </a:cubicBezTo>
                  <a:cubicBezTo>
                    <a:pt x="3207" y="2220"/>
                    <a:pt x="3251" y="2247"/>
                    <a:pt x="3244" y="2254"/>
                  </a:cubicBezTo>
                  <a:lnTo>
                    <a:pt x="3309" y="2278"/>
                  </a:lnTo>
                  <a:cubicBezTo>
                    <a:pt x="3317" y="2262"/>
                    <a:pt x="3317" y="2254"/>
                    <a:pt x="3260" y="2222"/>
                  </a:cubicBezTo>
                  <a:cubicBezTo>
                    <a:pt x="3201" y="2192"/>
                    <a:pt x="3173" y="2178"/>
                    <a:pt x="3176" y="2178"/>
                  </a:cubicBezTo>
                  <a:lnTo>
                    <a:pt x="3176" y="2178"/>
                  </a:lnTo>
                  <a:cubicBezTo>
                    <a:pt x="3179" y="2178"/>
                    <a:pt x="3210" y="2190"/>
                    <a:pt x="3268" y="2213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79" y="2199"/>
                    <a:pt x="3264" y="2190"/>
                    <a:pt x="3269" y="2190"/>
                  </a:cubicBezTo>
                  <a:lnTo>
                    <a:pt x="3269" y="2190"/>
                  </a:lnTo>
                  <a:cubicBezTo>
                    <a:pt x="3275" y="2190"/>
                    <a:pt x="3307" y="2201"/>
                    <a:pt x="3341" y="2213"/>
                  </a:cubicBezTo>
                  <a:cubicBezTo>
                    <a:pt x="3392" y="2235"/>
                    <a:pt x="3420" y="2247"/>
                    <a:pt x="3426" y="2247"/>
                  </a:cubicBezTo>
                  <a:cubicBezTo>
                    <a:pt x="3433" y="2247"/>
                    <a:pt x="3407" y="2229"/>
                    <a:pt x="3349" y="2189"/>
                  </a:cubicBezTo>
                  <a:cubicBezTo>
                    <a:pt x="3349" y="2173"/>
                    <a:pt x="3301" y="2124"/>
                    <a:pt x="3309" y="2100"/>
                  </a:cubicBezTo>
                  <a:cubicBezTo>
                    <a:pt x="3315" y="2080"/>
                    <a:pt x="3322" y="2065"/>
                    <a:pt x="3356" y="2065"/>
                  </a:cubicBezTo>
                  <a:cubicBezTo>
                    <a:pt x="3363" y="2065"/>
                    <a:pt x="3372" y="2066"/>
                    <a:pt x="3382" y="2068"/>
                  </a:cubicBezTo>
                  <a:cubicBezTo>
                    <a:pt x="3447" y="2080"/>
                    <a:pt x="3481" y="2084"/>
                    <a:pt x="3490" y="2084"/>
                  </a:cubicBezTo>
                  <a:cubicBezTo>
                    <a:pt x="3499" y="2084"/>
                    <a:pt x="3483" y="2080"/>
                    <a:pt x="3447" y="2076"/>
                  </a:cubicBezTo>
                  <a:cubicBezTo>
                    <a:pt x="3325" y="2051"/>
                    <a:pt x="3325" y="2043"/>
                    <a:pt x="3333" y="2019"/>
                  </a:cubicBezTo>
                  <a:cubicBezTo>
                    <a:pt x="3406" y="2011"/>
                    <a:pt x="3341" y="1986"/>
                    <a:pt x="3276" y="1970"/>
                  </a:cubicBezTo>
                  <a:cubicBezTo>
                    <a:pt x="3276" y="1978"/>
                    <a:pt x="3276" y="1986"/>
                    <a:pt x="3276" y="1986"/>
                  </a:cubicBezTo>
                  <a:cubicBezTo>
                    <a:pt x="3155" y="1962"/>
                    <a:pt x="3155" y="1962"/>
                    <a:pt x="3220" y="1954"/>
                  </a:cubicBezTo>
                  <a:cubicBezTo>
                    <a:pt x="3260" y="1954"/>
                    <a:pt x="3301" y="1954"/>
                    <a:pt x="3341" y="1962"/>
                  </a:cubicBezTo>
                  <a:cubicBezTo>
                    <a:pt x="3365" y="1966"/>
                    <a:pt x="3388" y="1968"/>
                    <a:pt x="3409" y="1968"/>
                  </a:cubicBezTo>
                  <a:cubicBezTo>
                    <a:pt x="3430" y="1968"/>
                    <a:pt x="3451" y="1966"/>
                    <a:pt x="3471" y="1962"/>
                  </a:cubicBezTo>
                  <a:cubicBezTo>
                    <a:pt x="3471" y="1954"/>
                    <a:pt x="3479" y="1946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3"/>
                    <a:pt x="3293" y="1905"/>
                  </a:cubicBezTo>
                  <a:cubicBezTo>
                    <a:pt x="3228" y="1897"/>
                    <a:pt x="3228" y="1897"/>
                    <a:pt x="3228" y="1889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7" y="1873"/>
                  </a:lnTo>
                  <a:cubicBezTo>
                    <a:pt x="3398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65" y="1857"/>
                    <a:pt x="3365" y="1670"/>
                    <a:pt x="3365" y="1646"/>
                  </a:cubicBezTo>
                  <a:cubicBezTo>
                    <a:pt x="3406" y="1623"/>
                    <a:pt x="3418" y="1604"/>
                    <a:pt x="3400" y="1604"/>
                  </a:cubicBezTo>
                  <a:cubicBezTo>
                    <a:pt x="3393" y="1604"/>
                    <a:pt x="3382" y="1607"/>
                    <a:pt x="3365" y="1614"/>
                  </a:cubicBezTo>
                  <a:cubicBezTo>
                    <a:pt x="3355" y="1616"/>
                    <a:pt x="3347" y="1617"/>
                    <a:pt x="3339" y="1617"/>
                  </a:cubicBezTo>
                  <a:cubicBezTo>
                    <a:pt x="3298" y="1617"/>
                    <a:pt x="3291" y="1583"/>
                    <a:pt x="3284" y="1549"/>
                  </a:cubicBezTo>
                  <a:cubicBezTo>
                    <a:pt x="3278" y="1510"/>
                    <a:pt x="3272" y="1477"/>
                    <a:pt x="3241" y="1477"/>
                  </a:cubicBezTo>
                  <a:cubicBezTo>
                    <a:pt x="3233" y="1477"/>
                    <a:pt x="3223" y="1479"/>
                    <a:pt x="3211" y="1484"/>
                  </a:cubicBezTo>
                  <a:lnTo>
                    <a:pt x="3203" y="1468"/>
                  </a:lnTo>
                  <a:cubicBezTo>
                    <a:pt x="3203" y="1462"/>
                    <a:pt x="3194" y="1460"/>
                    <a:pt x="3183" y="1460"/>
                  </a:cubicBezTo>
                  <a:cubicBezTo>
                    <a:pt x="3170" y="1460"/>
                    <a:pt x="3154" y="1462"/>
                    <a:pt x="3143" y="1462"/>
                  </a:cubicBezTo>
                  <a:cubicBezTo>
                    <a:pt x="3137" y="1462"/>
                    <a:pt x="3132" y="1461"/>
                    <a:pt x="3130" y="1459"/>
                  </a:cubicBezTo>
                  <a:cubicBezTo>
                    <a:pt x="3107" y="1470"/>
                    <a:pt x="3093" y="1474"/>
                    <a:pt x="3089" y="1474"/>
                  </a:cubicBezTo>
                  <a:cubicBezTo>
                    <a:pt x="3084" y="1474"/>
                    <a:pt x="3097" y="1465"/>
                    <a:pt x="3130" y="1451"/>
                  </a:cubicBezTo>
                  <a:cubicBezTo>
                    <a:pt x="3171" y="1435"/>
                    <a:pt x="3211" y="1419"/>
                    <a:pt x="3244" y="1386"/>
                  </a:cubicBezTo>
                  <a:cubicBezTo>
                    <a:pt x="3244" y="1384"/>
                    <a:pt x="3242" y="1382"/>
                    <a:pt x="3238" y="1382"/>
                  </a:cubicBezTo>
                  <a:cubicBezTo>
                    <a:pt x="3220" y="1382"/>
                    <a:pt x="3169" y="1409"/>
                    <a:pt x="3122" y="1435"/>
                  </a:cubicBezTo>
                  <a:cubicBezTo>
                    <a:pt x="3084" y="1457"/>
                    <a:pt x="3072" y="1460"/>
                    <a:pt x="3068" y="1460"/>
                  </a:cubicBezTo>
                  <a:cubicBezTo>
                    <a:pt x="3065" y="1460"/>
                    <a:pt x="3065" y="1459"/>
                    <a:pt x="3065" y="1459"/>
                  </a:cubicBezTo>
                  <a:cubicBezTo>
                    <a:pt x="3065" y="1451"/>
                    <a:pt x="3065" y="1451"/>
                    <a:pt x="3122" y="1419"/>
                  </a:cubicBezTo>
                  <a:lnTo>
                    <a:pt x="3236" y="1362"/>
                  </a:lnTo>
                  <a:lnTo>
                    <a:pt x="3236" y="1354"/>
                  </a:lnTo>
                  <a:cubicBezTo>
                    <a:pt x="3198" y="1376"/>
                    <a:pt x="3182" y="1379"/>
                    <a:pt x="3175" y="1379"/>
                  </a:cubicBezTo>
                  <a:cubicBezTo>
                    <a:pt x="3172" y="1379"/>
                    <a:pt x="3171" y="1378"/>
                    <a:pt x="3171" y="1378"/>
                  </a:cubicBezTo>
                  <a:cubicBezTo>
                    <a:pt x="3171" y="1370"/>
                    <a:pt x="3171" y="1370"/>
                    <a:pt x="3284" y="1305"/>
                  </a:cubicBezTo>
                  <a:cubicBezTo>
                    <a:pt x="3347" y="1270"/>
                    <a:pt x="3375" y="1251"/>
                    <a:pt x="3367" y="1251"/>
                  </a:cubicBezTo>
                  <a:lnTo>
                    <a:pt x="3367" y="1251"/>
                  </a:lnTo>
                  <a:cubicBezTo>
                    <a:pt x="3361" y="1251"/>
                    <a:pt x="3331" y="1264"/>
                    <a:pt x="3276" y="1289"/>
                  </a:cubicBezTo>
                  <a:lnTo>
                    <a:pt x="3220" y="1314"/>
                  </a:lnTo>
                  <a:cubicBezTo>
                    <a:pt x="3259" y="1283"/>
                    <a:pt x="3268" y="1272"/>
                    <a:pt x="3260" y="1272"/>
                  </a:cubicBezTo>
                  <a:cubicBezTo>
                    <a:pt x="3247" y="1272"/>
                    <a:pt x="3190" y="1301"/>
                    <a:pt x="3155" y="1322"/>
                  </a:cubicBezTo>
                  <a:cubicBezTo>
                    <a:pt x="3213" y="1277"/>
                    <a:pt x="3237" y="1254"/>
                    <a:pt x="3228" y="1254"/>
                  </a:cubicBezTo>
                  <a:lnTo>
                    <a:pt x="3228" y="1254"/>
                  </a:lnTo>
                  <a:cubicBezTo>
                    <a:pt x="3221" y="1254"/>
                    <a:pt x="3193" y="1268"/>
                    <a:pt x="3147" y="1297"/>
                  </a:cubicBezTo>
                  <a:cubicBezTo>
                    <a:pt x="3121" y="1316"/>
                    <a:pt x="3105" y="1324"/>
                    <a:pt x="3101" y="1324"/>
                  </a:cubicBezTo>
                  <a:cubicBezTo>
                    <a:pt x="3096" y="1324"/>
                    <a:pt x="3107" y="1311"/>
                    <a:pt x="3138" y="1289"/>
                  </a:cubicBezTo>
                  <a:cubicBezTo>
                    <a:pt x="3187" y="1241"/>
                    <a:pt x="3179" y="1232"/>
                    <a:pt x="3171" y="1224"/>
                  </a:cubicBezTo>
                  <a:lnTo>
                    <a:pt x="3171" y="1224"/>
                  </a:lnTo>
                  <a:cubicBezTo>
                    <a:pt x="3157" y="1232"/>
                    <a:pt x="3145" y="1236"/>
                    <a:pt x="3134" y="1236"/>
                  </a:cubicBezTo>
                  <a:cubicBezTo>
                    <a:pt x="3102" y="1236"/>
                    <a:pt x="3084" y="1202"/>
                    <a:pt x="3065" y="1159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5"/>
                  </a:cubicBezTo>
                  <a:cubicBezTo>
                    <a:pt x="2944" y="1127"/>
                    <a:pt x="2944" y="1127"/>
                    <a:pt x="2984" y="1070"/>
                  </a:cubicBezTo>
                  <a:cubicBezTo>
                    <a:pt x="3002" y="1049"/>
                    <a:pt x="3011" y="1035"/>
                    <a:pt x="3007" y="1035"/>
                  </a:cubicBezTo>
                  <a:lnTo>
                    <a:pt x="3007" y="1035"/>
                  </a:lnTo>
                  <a:cubicBezTo>
                    <a:pt x="3002" y="1035"/>
                    <a:pt x="2977" y="1057"/>
                    <a:pt x="2928" y="1111"/>
                  </a:cubicBezTo>
                  <a:cubicBezTo>
                    <a:pt x="2968" y="1054"/>
                    <a:pt x="2960" y="1046"/>
                    <a:pt x="2936" y="1022"/>
                  </a:cubicBezTo>
                  <a:cubicBezTo>
                    <a:pt x="2932" y="1014"/>
                    <a:pt x="2923" y="1006"/>
                    <a:pt x="2911" y="1006"/>
                  </a:cubicBezTo>
                  <a:cubicBezTo>
                    <a:pt x="2897" y="1006"/>
                    <a:pt x="2880" y="1016"/>
                    <a:pt x="2863" y="1046"/>
                  </a:cubicBezTo>
                  <a:cubicBezTo>
                    <a:pt x="2838" y="1070"/>
                    <a:pt x="2826" y="1082"/>
                    <a:pt x="2825" y="1082"/>
                  </a:cubicBezTo>
                  <a:cubicBezTo>
                    <a:pt x="2824" y="1082"/>
                    <a:pt x="2834" y="1070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2"/>
                    <a:pt x="2855" y="957"/>
                  </a:cubicBezTo>
                  <a:cubicBezTo>
                    <a:pt x="2847" y="957"/>
                    <a:pt x="2838" y="949"/>
                    <a:pt x="2871" y="892"/>
                  </a:cubicBezTo>
                  <a:cubicBezTo>
                    <a:pt x="2868" y="889"/>
                    <a:pt x="2867" y="888"/>
                    <a:pt x="2864" y="888"/>
                  </a:cubicBezTo>
                  <a:cubicBezTo>
                    <a:pt x="2857" y="888"/>
                    <a:pt x="2845" y="896"/>
                    <a:pt x="2806" y="924"/>
                  </a:cubicBezTo>
                  <a:lnTo>
                    <a:pt x="2765" y="900"/>
                  </a:lnTo>
                  <a:cubicBezTo>
                    <a:pt x="2764" y="899"/>
                    <a:pt x="2763" y="899"/>
                    <a:pt x="2762" y="899"/>
                  </a:cubicBezTo>
                  <a:cubicBezTo>
                    <a:pt x="2745" y="899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1"/>
                  </a:cubicBezTo>
                  <a:cubicBezTo>
                    <a:pt x="2603" y="835"/>
                    <a:pt x="2563" y="819"/>
                    <a:pt x="2571" y="754"/>
                  </a:cubicBezTo>
                  <a:lnTo>
                    <a:pt x="2571" y="754"/>
                  </a:lnTo>
                  <a:cubicBezTo>
                    <a:pt x="2571" y="754"/>
                    <a:pt x="2563" y="754"/>
                    <a:pt x="2538" y="819"/>
                  </a:cubicBezTo>
                  <a:cubicBezTo>
                    <a:pt x="2519" y="895"/>
                    <a:pt x="2509" y="926"/>
                    <a:pt x="2505" y="926"/>
                  </a:cubicBezTo>
                  <a:cubicBezTo>
                    <a:pt x="2502" y="926"/>
                    <a:pt x="2503" y="911"/>
                    <a:pt x="2506" y="884"/>
                  </a:cubicBezTo>
                  <a:cubicBezTo>
                    <a:pt x="2514" y="813"/>
                    <a:pt x="2510" y="776"/>
                    <a:pt x="2500" y="776"/>
                  </a:cubicBezTo>
                  <a:cubicBezTo>
                    <a:pt x="2491" y="776"/>
                    <a:pt x="2477" y="809"/>
                    <a:pt x="2466" y="876"/>
                  </a:cubicBezTo>
                  <a:cubicBezTo>
                    <a:pt x="2466" y="835"/>
                    <a:pt x="2466" y="843"/>
                    <a:pt x="2474" y="803"/>
                  </a:cubicBezTo>
                  <a:cubicBezTo>
                    <a:pt x="2477" y="752"/>
                    <a:pt x="2474" y="730"/>
                    <a:pt x="2468" y="730"/>
                  </a:cubicBezTo>
                  <a:cubicBezTo>
                    <a:pt x="2459" y="730"/>
                    <a:pt x="2443" y="784"/>
                    <a:pt x="2433" y="868"/>
                  </a:cubicBezTo>
                  <a:cubicBezTo>
                    <a:pt x="2427" y="816"/>
                    <a:pt x="2426" y="768"/>
                    <a:pt x="2422" y="768"/>
                  </a:cubicBezTo>
                  <a:cubicBezTo>
                    <a:pt x="2421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25" y="616"/>
                    <a:pt x="2417" y="568"/>
                    <a:pt x="2409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2"/>
            <p:cNvSpPr/>
            <p:nvPr/>
          </p:nvSpPr>
          <p:spPr>
            <a:xfrm>
              <a:off x="8949024" y="2363563"/>
              <a:ext cx="85464" cy="79310"/>
            </a:xfrm>
            <a:custGeom>
              <a:avLst/>
              <a:gdLst/>
              <a:ahLst/>
              <a:cxnLst/>
              <a:rect l="l" t="t" r="r" b="b"/>
              <a:pathLst>
                <a:path w="4958" h="4601" extrusionOk="0">
                  <a:moveTo>
                    <a:pt x="4553" y="7"/>
                  </a:moveTo>
                  <a:cubicBezTo>
                    <a:pt x="4535" y="7"/>
                    <a:pt x="4497" y="53"/>
                    <a:pt x="4459" y="105"/>
                  </a:cubicBezTo>
                  <a:lnTo>
                    <a:pt x="4476" y="122"/>
                  </a:lnTo>
                  <a:cubicBezTo>
                    <a:pt x="4508" y="89"/>
                    <a:pt x="4541" y="57"/>
                    <a:pt x="4573" y="24"/>
                  </a:cubicBezTo>
                  <a:lnTo>
                    <a:pt x="4557" y="8"/>
                  </a:lnTo>
                  <a:cubicBezTo>
                    <a:pt x="4556" y="8"/>
                    <a:pt x="4554" y="7"/>
                    <a:pt x="4553" y="7"/>
                  </a:cubicBezTo>
                  <a:close/>
                  <a:moveTo>
                    <a:pt x="2992" y="73"/>
                  </a:moveTo>
                  <a:cubicBezTo>
                    <a:pt x="2976" y="73"/>
                    <a:pt x="2960" y="138"/>
                    <a:pt x="2960" y="138"/>
                  </a:cubicBezTo>
                  <a:cubicBezTo>
                    <a:pt x="2960" y="211"/>
                    <a:pt x="2976" y="211"/>
                    <a:pt x="2992" y="211"/>
                  </a:cubicBezTo>
                  <a:cubicBezTo>
                    <a:pt x="3000" y="233"/>
                    <a:pt x="3006" y="243"/>
                    <a:pt x="3012" y="243"/>
                  </a:cubicBezTo>
                  <a:cubicBezTo>
                    <a:pt x="3026" y="243"/>
                    <a:pt x="3035" y="196"/>
                    <a:pt x="3041" y="146"/>
                  </a:cubicBezTo>
                  <a:cubicBezTo>
                    <a:pt x="3041" y="81"/>
                    <a:pt x="3024" y="81"/>
                    <a:pt x="2992" y="73"/>
                  </a:cubicBezTo>
                  <a:close/>
                  <a:moveTo>
                    <a:pt x="3089" y="219"/>
                  </a:moveTo>
                  <a:lnTo>
                    <a:pt x="3122" y="227"/>
                  </a:lnTo>
                  <a:cubicBezTo>
                    <a:pt x="3114" y="292"/>
                    <a:pt x="3073" y="357"/>
                    <a:pt x="3065" y="357"/>
                  </a:cubicBezTo>
                  <a:cubicBezTo>
                    <a:pt x="3049" y="357"/>
                    <a:pt x="3057" y="284"/>
                    <a:pt x="3089" y="219"/>
                  </a:cubicBezTo>
                  <a:close/>
                  <a:moveTo>
                    <a:pt x="21" y="497"/>
                  </a:moveTo>
                  <a:cubicBezTo>
                    <a:pt x="1" y="497"/>
                    <a:pt x="14" y="528"/>
                    <a:pt x="89" y="592"/>
                  </a:cubicBezTo>
                  <a:cubicBezTo>
                    <a:pt x="120" y="609"/>
                    <a:pt x="134" y="617"/>
                    <a:pt x="143" y="617"/>
                  </a:cubicBezTo>
                  <a:cubicBezTo>
                    <a:pt x="151" y="617"/>
                    <a:pt x="155" y="611"/>
                    <a:pt x="162" y="600"/>
                  </a:cubicBezTo>
                  <a:cubicBezTo>
                    <a:pt x="130" y="568"/>
                    <a:pt x="89" y="535"/>
                    <a:pt x="57" y="511"/>
                  </a:cubicBezTo>
                  <a:cubicBezTo>
                    <a:pt x="41" y="502"/>
                    <a:pt x="28" y="497"/>
                    <a:pt x="21" y="497"/>
                  </a:cubicBezTo>
                  <a:close/>
                  <a:moveTo>
                    <a:pt x="2343" y="333"/>
                  </a:moveTo>
                  <a:cubicBezTo>
                    <a:pt x="2343" y="333"/>
                    <a:pt x="2351" y="405"/>
                    <a:pt x="2351" y="470"/>
                  </a:cubicBezTo>
                  <a:cubicBezTo>
                    <a:pt x="2370" y="584"/>
                    <a:pt x="2378" y="636"/>
                    <a:pt x="2374" y="636"/>
                  </a:cubicBezTo>
                  <a:cubicBezTo>
                    <a:pt x="2371" y="636"/>
                    <a:pt x="2361" y="604"/>
                    <a:pt x="2343" y="543"/>
                  </a:cubicBezTo>
                  <a:cubicBezTo>
                    <a:pt x="2319" y="478"/>
                    <a:pt x="2311" y="414"/>
                    <a:pt x="2319" y="341"/>
                  </a:cubicBezTo>
                  <a:lnTo>
                    <a:pt x="2343" y="333"/>
                  </a:lnTo>
                  <a:close/>
                  <a:moveTo>
                    <a:pt x="1577" y="577"/>
                  </a:moveTo>
                  <a:cubicBezTo>
                    <a:pt x="1580" y="577"/>
                    <a:pt x="1585" y="583"/>
                    <a:pt x="1597" y="600"/>
                  </a:cubicBezTo>
                  <a:cubicBezTo>
                    <a:pt x="1598" y="600"/>
                    <a:pt x="1599" y="599"/>
                    <a:pt x="1600" y="599"/>
                  </a:cubicBezTo>
                  <a:cubicBezTo>
                    <a:pt x="1615" y="599"/>
                    <a:pt x="1629" y="658"/>
                    <a:pt x="1614" y="673"/>
                  </a:cubicBezTo>
                  <a:lnTo>
                    <a:pt x="1573" y="616"/>
                  </a:lnTo>
                  <a:cubicBezTo>
                    <a:pt x="1585" y="611"/>
                    <a:pt x="1572" y="577"/>
                    <a:pt x="1577" y="577"/>
                  </a:cubicBezTo>
                  <a:close/>
                  <a:moveTo>
                    <a:pt x="1930" y="551"/>
                  </a:moveTo>
                  <a:cubicBezTo>
                    <a:pt x="1946" y="592"/>
                    <a:pt x="1962" y="641"/>
                    <a:pt x="1979" y="681"/>
                  </a:cubicBezTo>
                  <a:lnTo>
                    <a:pt x="1970" y="689"/>
                  </a:lnTo>
                  <a:cubicBezTo>
                    <a:pt x="1938" y="624"/>
                    <a:pt x="1897" y="568"/>
                    <a:pt x="1914" y="560"/>
                  </a:cubicBezTo>
                  <a:lnTo>
                    <a:pt x="1930" y="551"/>
                  </a:lnTo>
                  <a:close/>
                  <a:moveTo>
                    <a:pt x="2441" y="592"/>
                  </a:moveTo>
                  <a:lnTo>
                    <a:pt x="2473" y="657"/>
                  </a:lnTo>
                  <a:cubicBezTo>
                    <a:pt x="2489" y="722"/>
                    <a:pt x="2473" y="730"/>
                    <a:pt x="2465" y="730"/>
                  </a:cubicBezTo>
                  <a:lnTo>
                    <a:pt x="2449" y="665"/>
                  </a:lnTo>
                  <a:lnTo>
                    <a:pt x="2441" y="592"/>
                  </a:lnTo>
                  <a:close/>
                  <a:moveTo>
                    <a:pt x="3843" y="584"/>
                  </a:moveTo>
                  <a:cubicBezTo>
                    <a:pt x="3851" y="592"/>
                    <a:pt x="3827" y="665"/>
                    <a:pt x="3795" y="722"/>
                  </a:cubicBezTo>
                  <a:cubicBezTo>
                    <a:pt x="3753" y="811"/>
                    <a:pt x="3738" y="835"/>
                    <a:pt x="3726" y="835"/>
                  </a:cubicBezTo>
                  <a:cubicBezTo>
                    <a:pt x="3722" y="835"/>
                    <a:pt x="3718" y="831"/>
                    <a:pt x="3714" y="827"/>
                  </a:cubicBezTo>
                  <a:cubicBezTo>
                    <a:pt x="3705" y="819"/>
                    <a:pt x="3689" y="811"/>
                    <a:pt x="3730" y="754"/>
                  </a:cubicBezTo>
                  <a:lnTo>
                    <a:pt x="3738" y="762"/>
                  </a:lnTo>
                  <a:cubicBezTo>
                    <a:pt x="3728" y="780"/>
                    <a:pt x="3725" y="787"/>
                    <a:pt x="3726" y="787"/>
                  </a:cubicBezTo>
                  <a:cubicBezTo>
                    <a:pt x="3729" y="787"/>
                    <a:pt x="3754" y="750"/>
                    <a:pt x="3770" y="705"/>
                  </a:cubicBezTo>
                  <a:lnTo>
                    <a:pt x="3843" y="584"/>
                  </a:lnTo>
                  <a:close/>
                  <a:moveTo>
                    <a:pt x="3910" y="808"/>
                  </a:moveTo>
                  <a:cubicBezTo>
                    <a:pt x="3913" y="808"/>
                    <a:pt x="3915" y="809"/>
                    <a:pt x="3916" y="811"/>
                  </a:cubicBezTo>
                  <a:lnTo>
                    <a:pt x="3884" y="868"/>
                  </a:lnTo>
                  <a:cubicBezTo>
                    <a:pt x="3858" y="904"/>
                    <a:pt x="3845" y="914"/>
                    <a:pt x="3837" y="914"/>
                  </a:cubicBezTo>
                  <a:cubicBezTo>
                    <a:pt x="3833" y="914"/>
                    <a:pt x="3830" y="911"/>
                    <a:pt x="3827" y="908"/>
                  </a:cubicBezTo>
                  <a:cubicBezTo>
                    <a:pt x="3819" y="900"/>
                    <a:pt x="3819" y="900"/>
                    <a:pt x="3851" y="843"/>
                  </a:cubicBezTo>
                  <a:cubicBezTo>
                    <a:pt x="3851" y="843"/>
                    <a:pt x="3893" y="808"/>
                    <a:pt x="3910" y="808"/>
                  </a:cubicBezTo>
                  <a:close/>
                  <a:moveTo>
                    <a:pt x="2116" y="689"/>
                  </a:moveTo>
                  <a:cubicBezTo>
                    <a:pt x="2124" y="689"/>
                    <a:pt x="2141" y="754"/>
                    <a:pt x="2189" y="884"/>
                  </a:cubicBezTo>
                  <a:cubicBezTo>
                    <a:pt x="2193" y="915"/>
                    <a:pt x="2195" y="933"/>
                    <a:pt x="2192" y="933"/>
                  </a:cubicBezTo>
                  <a:cubicBezTo>
                    <a:pt x="2188" y="933"/>
                    <a:pt x="2177" y="901"/>
                    <a:pt x="2149" y="827"/>
                  </a:cubicBezTo>
                  <a:lnTo>
                    <a:pt x="2116" y="689"/>
                  </a:lnTo>
                  <a:close/>
                  <a:moveTo>
                    <a:pt x="1735" y="924"/>
                  </a:moveTo>
                  <a:cubicBezTo>
                    <a:pt x="1784" y="973"/>
                    <a:pt x="1833" y="1022"/>
                    <a:pt x="1824" y="1030"/>
                  </a:cubicBezTo>
                  <a:cubicBezTo>
                    <a:pt x="1837" y="1047"/>
                    <a:pt x="1840" y="1055"/>
                    <a:pt x="1836" y="1055"/>
                  </a:cubicBezTo>
                  <a:cubicBezTo>
                    <a:pt x="1827" y="1055"/>
                    <a:pt x="1781" y="1014"/>
                    <a:pt x="1719" y="941"/>
                  </a:cubicBezTo>
                  <a:lnTo>
                    <a:pt x="1735" y="924"/>
                  </a:lnTo>
                  <a:close/>
                  <a:moveTo>
                    <a:pt x="1695" y="1054"/>
                  </a:moveTo>
                  <a:lnTo>
                    <a:pt x="1760" y="1095"/>
                  </a:lnTo>
                  <a:lnTo>
                    <a:pt x="1743" y="1103"/>
                  </a:lnTo>
                  <a:cubicBezTo>
                    <a:pt x="1741" y="1105"/>
                    <a:pt x="1739" y="1107"/>
                    <a:pt x="1737" y="1107"/>
                  </a:cubicBezTo>
                  <a:cubicBezTo>
                    <a:pt x="1731" y="1107"/>
                    <a:pt x="1720" y="1098"/>
                    <a:pt x="1687" y="1070"/>
                  </a:cubicBezTo>
                  <a:lnTo>
                    <a:pt x="1695" y="1054"/>
                  </a:lnTo>
                  <a:close/>
                  <a:moveTo>
                    <a:pt x="3535" y="1038"/>
                  </a:moveTo>
                  <a:cubicBezTo>
                    <a:pt x="3503" y="1095"/>
                    <a:pt x="3503" y="1095"/>
                    <a:pt x="3511" y="1103"/>
                  </a:cubicBezTo>
                  <a:lnTo>
                    <a:pt x="3519" y="1111"/>
                  </a:lnTo>
                  <a:lnTo>
                    <a:pt x="3543" y="1046"/>
                  </a:lnTo>
                  <a:lnTo>
                    <a:pt x="3535" y="1038"/>
                  </a:lnTo>
                  <a:close/>
                  <a:moveTo>
                    <a:pt x="1327" y="1082"/>
                  </a:moveTo>
                  <a:cubicBezTo>
                    <a:pt x="1350" y="1082"/>
                    <a:pt x="1387" y="1103"/>
                    <a:pt x="1387" y="1103"/>
                  </a:cubicBezTo>
                  <a:lnTo>
                    <a:pt x="1387" y="1095"/>
                  </a:lnTo>
                  <a:cubicBezTo>
                    <a:pt x="1443" y="1135"/>
                    <a:pt x="1435" y="1151"/>
                    <a:pt x="1435" y="1151"/>
                  </a:cubicBezTo>
                  <a:cubicBezTo>
                    <a:pt x="1431" y="1155"/>
                    <a:pt x="1427" y="1162"/>
                    <a:pt x="1417" y="1162"/>
                  </a:cubicBezTo>
                  <a:cubicBezTo>
                    <a:pt x="1407" y="1162"/>
                    <a:pt x="1391" y="1155"/>
                    <a:pt x="1362" y="1135"/>
                  </a:cubicBezTo>
                  <a:cubicBezTo>
                    <a:pt x="1362" y="1135"/>
                    <a:pt x="1306" y="1095"/>
                    <a:pt x="1314" y="1087"/>
                  </a:cubicBezTo>
                  <a:cubicBezTo>
                    <a:pt x="1317" y="1083"/>
                    <a:pt x="1322" y="1082"/>
                    <a:pt x="1327" y="1082"/>
                  </a:cubicBezTo>
                  <a:close/>
                  <a:moveTo>
                    <a:pt x="4102" y="1100"/>
                  </a:moveTo>
                  <a:lnTo>
                    <a:pt x="4102" y="1100"/>
                  </a:lnTo>
                  <a:cubicBezTo>
                    <a:pt x="4104" y="1100"/>
                    <a:pt x="4080" y="1122"/>
                    <a:pt x="4030" y="1168"/>
                  </a:cubicBezTo>
                  <a:cubicBezTo>
                    <a:pt x="3978" y="1212"/>
                    <a:pt x="3933" y="1250"/>
                    <a:pt x="3919" y="1250"/>
                  </a:cubicBezTo>
                  <a:cubicBezTo>
                    <a:pt x="3918" y="1250"/>
                    <a:pt x="3917" y="1249"/>
                    <a:pt x="3916" y="1249"/>
                  </a:cubicBezTo>
                  <a:cubicBezTo>
                    <a:pt x="3886" y="1270"/>
                    <a:pt x="3871" y="1279"/>
                    <a:pt x="3867" y="1279"/>
                  </a:cubicBezTo>
                  <a:cubicBezTo>
                    <a:pt x="3857" y="1279"/>
                    <a:pt x="3933" y="1213"/>
                    <a:pt x="4022" y="1159"/>
                  </a:cubicBezTo>
                  <a:cubicBezTo>
                    <a:pt x="4073" y="1120"/>
                    <a:pt x="4099" y="1100"/>
                    <a:pt x="4102" y="1100"/>
                  </a:cubicBezTo>
                  <a:close/>
                  <a:moveTo>
                    <a:pt x="1703" y="1249"/>
                  </a:moveTo>
                  <a:cubicBezTo>
                    <a:pt x="1695" y="1265"/>
                    <a:pt x="1752" y="1305"/>
                    <a:pt x="1752" y="1305"/>
                  </a:cubicBezTo>
                  <a:cubicBezTo>
                    <a:pt x="1752" y="1305"/>
                    <a:pt x="1798" y="1339"/>
                    <a:pt x="1813" y="1339"/>
                  </a:cubicBezTo>
                  <a:cubicBezTo>
                    <a:pt x="1814" y="1339"/>
                    <a:pt x="1816" y="1339"/>
                    <a:pt x="1816" y="1338"/>
                  </a:cubicBezTo>
                  <a:lnTo>
                    <a:pt x="1824" y="1330"/>
                  </a:lnTo>
                  <a:cubicBezTo>
                    <a:pt x="1784" y="1297"/>
                    <a:pt x="1743" y="1273"/>
                    <a:pt x="1703" y="1249"/>
                  </a:cubicBezTo>
                  <a:close/>
                  <a:moveTo>
                    <a:pt x="1233" y="1330"/>
                  </a:moveTo>
                  <a:cubicBezTo>
                    <a:pt x="1306" y="1346"/>
                    <a:pt x="1306" y="1346"/>
                    <a:pt x="1289" y="1370"/>
                  </a:cubicBezTo>
                  <a:cubicBezTo>
                    <a:pt x="1288" y="1374"/>
                    <a:pt x="1284" y="1375"/>
                    <a:pt x="1280" y="1375"/>
                  </a:cubicBezTo>
                  <a:cubicBezTo>
                    <a:pt x="1261" y="1375"/>
                    <a:pt x="1224" y="1354"/>
                    <a:pt x="1224" y="1354"/>
                  </a:cubicBezTo>
                  <a:cubicBezTo>
                    <a:pt x="1181" y="1332"/>
                    <a:pt x="1196" y="1332"/>
                    <a:pt x="1212" y="1332"/>
                  </a:cubicBezTo>
                  <a:lnTo>
                    <a:pt x="1212" y="1332"/>
                  </a:lnTo>
                  <a:cubicBezTo>
                    <a:pt x="1221" y="1332"/>
                    <a:pt x="1230" y="1332"/>
                    <a:pt x="1233" y="1330"/>
                  </a:cubicBezTo>
                  <a:close/>
                  <a:moveTo>
                    <a:pt x="949" y="1605"/>
                  </a:moveTo>
                  <a:lnTo>
                    <a:pt x="949" y="1605"/>
                  </a:lnTo>
                  <a:cubicBezTo>
                    <a:pt x="978" y="1616"/>
                    <a:pt x="979" y="1621"/>
                    <a:pt x="973" y="1621"/>
                  </a:cubicBezTo>
                  <a:cubicBezTo>
                    <a:pt x="964" y="1621"/>
                    <a:pt x="944" y="1614"/>
                    <a:pt x="949" y="1605"/>
                  </a:cubicBezTo>
                  <a:close/>
                  <a:moveTo>
                    <a:pt x="1184" y="1581"/>
                  </a:moveTo>
                  <a:lnTo>
                    <a:pt x="1184" y="1581"/>
                  </a:lnTo>
                  <a:cubicBezTo>
                    <a:pt x="1224" y="1589"/>
                    <a:pt x="1273" y="1605"/>
                    <a:pt x="1314" y="1622"/>
                  </a:cubicBezTo>
                  <a:cubicBezTo>
                    <a:pt x="1348" y="1635"/>
                    <a:pt x="1362" y="1643"/>
                    <a:pt x="1348" y="1643"/>
                  </a:cubicBezTo>
                  <a:cubicBezTo>
                    <a:pt x="1335" y="1643"/>
                    <a:pt x="1301" y="1637"/>
                    <a:pt x="1241" y="1622"/>
                  </a:cubicBezTo>
                  <a:cubicBezTo>
                    <a:pt x="1176" y="1597"/>
                    <a:pt x="1176" y="1597"/>
                    <a:pt x="1184" y="1581"/>
                  </a:cubicBezTo>
                  <a:close/>
                  <a:moveTo>
                    <a:pt x="1143" y="1670"/>
                  </a:moveTo>
                  <a:lnTo>
                    <a:pt x="1216" y="1678"/>
                  </a:lnTo>
                  <a:lnTo>
                    <a:pt x="1273" y="1711"/>
                  </a:lnTo>
                  <a:lnTo>
                    <a:pt x="1273" y="1727"/>
                  </a:lnTo>
                  <a:cubicBezTo>
                    <a:pt x="1208" y="1703"/>
                    <a:pt x="1143" y="1686"/>
                    <a:pt x="1143" y="1670"/>
                  </a:cubicBezTo>
                  <a:close/>
                  <a:moveTo>
                    <a:pt x="1119" y="1735"/>
                  </a:moveTo>
                  <a:lnTo>
                    <a:pt x="1119" y="1735"/>
                  </a:lnTo>
                  <a:cubicBezTo>
                    <a:pt x="1152" y="1743"/>
                    <a:pt x="1152" y="1747"/>
                    <a:pt x="1143" y="1747"/>
                  </a:cubicBezTo>
                  <a:cubicBezTo>
                    <a:pt x="1135" y="1747"/>
                    <a:pt x="1119" y="1743"/>
                    <a:pt x="1119" y="1735"/>
                  </a:cubicBezTo>
                  <a:close/>
                  <a:moveTo>
                    <a:pt x="2043" y="1703"/>
                  </a:moveTo>
                  <a:lnTo>
                    <a:pt x="2035" y="1719"/>
                  </a:lnTo>
                  <a:cubicBezTo>
                    <a:pt x="2073" y="1741"/>
                    <a:pt x="2086" y="1748"/>
                    <a:pt x="2092" y="1748"/>
                  </a:cubicBezTo>
                  <a:cubicBezTo>
                    <a:pt x="2096" y="1748"/>
                    <a:pt x="2097" y="1746"/>
                    <a:pt x="2100" y="1743"/>
                  </a:cubicBezTo>
                  <a:cubicBezTo>
                    <a:pt x="2108" y="1735"/>
                    <a:pt x="2108" y="1735"/>
                    <a:pt x="2043" y="1703"/>
                  </a:cubicBezTo>
                  <a:close/>
                  <a:moveTo>
                    <a:pt x="965" y="2595"/>
                  </a:moveTo>
                  <a:lnTo>
                    <a:pt x="1038" y="2603"/>
                  </a:lnTo>
                  <a:lnTo>
                    <a:pt x="1038" y="2611"/>
                  </a:lnTo>
                  <a:cubicBezTo>
                    <a:pt x="996" y="2615"/>
                    <a:pt x="956" y="2620"/>
                    <a:pt x="931" y="2620"/>
                  </a:cubicBezTo>
                  <a:cubicBezTo>
                    <a:pt x="912" y="2620"/>
                    <a:pt x="900" y="2618"/>
                    <a:pt x="900" y="2611"/>
                  </a:cubicBezTo>
                  <a:lnTo>
                    <a:pt x="965" y="2595"/>
                  </a:lnTo>
                  <a:close/>
                  <a:moveTo>
                    <a:pt x="4252" y="2759"/>
                  </a:moveTo>
                  <a:cubicBezTo>
                    <a:pt x="4260" y="2759"/>
                    <a:pt x="4276" y="2763"/>
                    <a:pt x="4314" y="2773"/>
                  </a:cubicBezTo>
                  <a:cubicBezTo>
                    <a:pt x="4378" y="2781"/>
                    <a:pt x="4443" y="2813"/>
                    <a:pt x="4443" y="2822"/>
                  </a:cubicBezTo>
                  <a:cubicBezTo>
                    <a:pt x="4370" y="2822"/>
                    <a:pt x="4305" y="2797"/>
                    <a:pt x="4241" y="2765"/>
                  </a:cubicBezTo>
                  <a:cubicBezTo>
                    <a:pt x="4244" y="2761"/>
                    <a:pt x="4246" y="2759"/>
                    <a:pt x="4252" y="2759"/>
                  </a:cubicBezTo>
                  <a:close/>
                  <a:moveTo>
                    <a:pt x="1152" y="2919"/>
                  </a:moveTo>
                  <a:cubicBezTo>
                    <a:pt x="1152" y="2927"/>
                    <a:pt x="1152" y="2927"/>
                    <a:pt x="1087" y="2951"/>
                  </a:cubicBezTo>
                  <a:cubicBezTo>
                    <a:pt x="1046" y="2959"/>
                    <a:pt x="997" y="2968"/>
                    <a:pt x="949" y="2968"/>
                  </a:cubicBezTo>
                  <a:cubicBezTo>
                    <a:pt x="949" y="2959"/>
                    <a:pt x="1087" y="2935"/>
                    <a:pt x="1152" y="2919"/>
                  </a:cubicBezTo>
                  <a:close/>
                  <a:moveTo>
                    <a:pt x="1662" y="2959"/>
                  </a:moveTo>
                  <a:lnTo>
                    <a:pt x="1662" y="2976"/>
                  </a:lnTo>
                  <a:cubicBezTo>
                    <a:pt x="1606" y="2997"/>
                    <a:pt x="1556" y="3018"/>
                    <a:pt x="1538" y="3018"/>
                  </a:cubicBezTo>
                  <a:cubicBezTo>
                    <a:pt x="1536" y="3018"/>
                    <a:pt x="1534" y="3017"/>
                    <a:pt x="1533" y="3016"/>
                  </a:cubicBezTo>
                  <a:lnTo>
                    <a:pt x="1533" y="3000"/>
                  </a:lnTo>
                  <a:cubicBezTo>
                    <a:pt x="1573" y="2984"/>
                    <a:pt x="1614" y="2976"/>
                    <a:pt x="1662" y="2959"/>
                  </a:cubicBezTo>
                  <a:close/>
                  <a:moveTo>
                    <a:pt x="4318" y="3207"/>
                  </a:moveTo>
                  <a:cubicBezTo>
                    <a:pt x="4321" y="3207"/>
                    <a:pt x="4330" y="3211"/>
                    <a:pt x="4346" y="3219"/>
                  </a:cubicBezTo>
                  <a:cubicBezTo>
                    <a:pt x="4387" y="3243"/>
                    <a:pt x="4427" y="3267"/>
                    <a:pt x="4459" y="3292"/>
                  </a:cubicBezTo>
                  <a:cubicBezTo>
                    <a:pt x="4459" y="3292"/>
                    <a:pt x="4487" y="3319"/>
                    <a:pt x="4477" y="3319"/>
                  </a:cubicBezTo>
                  <a:cubicBezTo>
                    <a:pt x="4473" y="3319"/>
                    <a:pt x="4466" y="3316"/>
                    <a:pt x="4451" y="3308"/>
                  </a:cubicBezTo>
                  <a:lnTo>
                    <a:pt x="4395" y="3276"/>
                  </a:lnTo>
                  <a:cubicBezTo>
                    <a:pt x="4352" y="3239"/>
                    <a:pt x="4310" y="3207"/>
                    <a:pt x="4318" y="3207"/>
                  </a:cubicBezTo>
                  <a:close/>
                  <a:moveTo>
                    <a:pt x="1346" y="3276"/>
                  </a:moveTo>
                  <a:lnTo>
                    <a:pt x="1354" y="3292"/>
                  </a:lnTo>
                  <a:cubicBezTo>
                    <a:pt x="1308" y="3318"/>
                    <a:pt x="1256" y="3345"/>
                    <a:pt x="1234" y="3345"/>
                  </a:cubicBezTo>
                  <a:cubicBezTo>
                    <a:pt x="1229" y="3345"/>
                    <a:pt x="1226" y="3343"/>
                    <a:pt x="1224" y="3340"/>
                  </a:cubicBezTo>
                  <a:lnTo>
                    <a:pt x="1281" y="3300"/>
                  </a:lnTo>
                  <a:lnTo>
                    <a:pt x="1346" y="3276"/>
                  </a:lnTo>
                  <a:close/>
                  <a:moveTo>
                    <a:pt x="3519" y="3576"/>
                  </a:moveTo>
                  <a:cubicBezTo>
                    <a:pt x="3551" y="3640"/>
                    <a:pt x="3592" y="3697"/>
                    <a:pt x="3576" y="3705"/>
                  </a:cubicBezTo>
                  <a:lnTo>
                    <a:pt x="3535" y="3649"/>
                  </a:lnTo>
                  <a:lnTo>
                    <a:pt x="3511" y="3584"/>
                  </a:lnTo>
                  <a:lnTo>
                    <a:pt x="3519" y="3576"/>
                  </a:lnTo>
                  <a:close/>
                  <a:moveTo>
                    <a:pt x="4016" y="3648"/>
                  </a:moveTo>
                  <a:cubicBezTo>
                    <a:pt x="4029" y="3648"/>
                    <a:pt x="4070" y="3689"/>
                    <a:pt x="4070" y="3689"/>
                  </a:cubicBezTo>
                  <a:cubicBezTo>
                    <a:pt x="4070" y="3689"/>
                    <a:pt x="4119" y="3730"/>
                    <a:pt x="4111" y="3738"/>
                  </a:cubicBezTo>
                  <a:cubicBezTo>
                    <a:pt x="4070" y="3713"/>
                    <a:pt x="4038" y="3689"/>
                    <a:pt x="4005" y="3657"/>
                  </a:cubicBezTo>
                  <a:lnTo>
                    <a:pt x="4014" y="3649"/>
                  </a:lnTo>
                  <a:cubicBezTo>
                    <a:pt x="4014" y="3648"/>
                    <a:pt x="4015" y="3648"/>
                    <a:pt x="4016" y="3648"/>
                  </a:cubicBezTo>
                  <a:close/>
                  <a:moveTo>
                    <a:pt x="3443" y="3685"/>
                  </a:moveTo>
                  <a:cubicBezTo>
                    <a:pt x="3448" y="3685"/>
                    <a:pt x="3452" y="3698"/>
                    <a:pt x="3470" y="3746"/>
                  </a:cubicBezTo>
                  <a:cubicBezTo>
                    <a:pt x="3470" y="3746"/>
                    <a:pt x="3495" y="3811"/>
                    <a:pt x="3487" y="3811"/>
                  </a:cubicBezTo>
                  <a:lnTo>
                    <a:pt x="3454" y="3754"/>
                  </a:lnTo>
                  <a:cubicBezTo>
                    <a:pt x="3422" y="3689"/>
                    <a:pt x="3438" y="3689"/>
                    <a:pt x="3438" y="3689"/>
                  </a:cubicBezTo>
                  <a:cubicBezTo>
                    <a:pt x="3440" y="3687"/>
                    <a:pt x="3442" y="3685"/>
                    <a:pt x="3443" y="3685"/>
                  </a:cubicBezTo>
                  <a:close/>
                  <a:moveTo>
                    <a:pt x="4025" y="3823"/>
                  </a:moveTo>
                  <a:cubicBezTo>
                    <a:pt x="4033" y="3823"/>
                    <a:pt x="4042" y="3833"/>
                    <a:pt x="4070" y="3867"/>
                  </a:cubicBezTo>
                  <a:lnTo>
                    <a:pt x="4062" y="3876"/>
                  </a:lnTo>
                  <a:lnTo>
                    <a:pt x="4005" y="3835"/>
                  </a:lnTo>
                  <a:lnTo>
                    <a:pt x="4014" y="3827"/>
                  </a:lnTo>
                  <a:cubicBezTo>
                    <a:pt x="4018" y="3825"/>
                    <a:pt x="4022" y="3823"/>
                    <a:pt x="4025" y="3823"/>
                  </a:cubicBezTo>
                  <a:close/>
                  <a:moveTo>
                    <a:pt x="3920" y="3904"/>
                  </a:moveTo>
                  <a:cubicBezTo>
                    <a:pt x="3928" y="3904"/>
                    <a:pt x="3936" y="3914"/>
                    <a:pt x="3965" y="3949"/>
                  </a:cubicBezTo>
                  <a:lnTo>
                    <a:pt x="3949" y="3957"/>
                  </a:lnTo>
                  <a:lnTo>
                    <a:pt x="3900" y="3908"/>
                  </a:lnTo>
                  <a:lnTo>
                    <a:pt x="3908" y="3908"/>
                  </a:lnTo>
                  <a:cubicBezTo>
                    <a:pt x="3913" y="3906"/>
                    <a:pt x="3916" y="3904"/>
                    <a:pt x="3920" y="3904"/>
                  </a:cubicBezTo>
                  <a:close/>
                  <a:moveTo>
                    <a:pt x="4060" y="3930"/>
                  </a:moveTo>
                  <a:cubicBezTo>
                    <a:pt x="4057" y="3930"/>
                    <a:pt x="4059" y="3936"/>
                    <a:pt x="4070" y="3957"/>
                  </a:cubicBezTo>
                  <a:cubicBezTo>
                    <a:pt x="4081" y="3951"/>
                    <a:pt x="4064" y="3930"/>
                    <a:pt x="4060" y="3930"/>
                  </a:cubicBezTo>
                  <a:close/>
                  <a:moveTo>
                    <a:pt x="3810" y="3907"/>
                  </a:moveTo>
                  <a:cubicBezTo>
                    <a:pt x="3816" y="3907"/>
                    <a:pt x="3828" y="3921"/>
                    <a:pt x="3843" y="3949"/>
                  </a:cubicBezTo>
                  <a:cubicBezTo>
                    <a:pt x="3884" y="4005"/>
                    <a:pt x="3884" y="4005"/>
                    <a:pt x="3868" y="4013"/>
                  </a:cubicBezTo>
                  <a:cubicBezTo>
                    <a:pt x="3861" y="4016"/>
                    <a:pt x="3857" y="4017"/>
                    <a:pt x="3853" y="4017"/>
                  </a:cubicBezTo>
                  <a:cubicBezTo>
                    <a:pt x="3842" y="4017"/>
                    <a:pt x="3837" y="4005"/>
                    <a:pt x="3819" y="3957"/>
                  </a:cubicBezTo>
                  <a:cubicBezTo>
                    <a:pt x="3806" y="3923"/>
                    <a:pt x="3805" y="3907"/>
                    <a:pt x="3810" y="3907"/>
                  </a:cubicBezTo>
                  <a:close/>
                  <a:moveTo>
                    <a:pt x="1958" y="3972"/>
                  </a:moveTo>
                  <a:cubicBezTo>
                    <a:pt x="1960" y="3972"/>
                    <a:pt x="1961" y="3972"/>
                    <a:pt x="1962" y="3973"/>
                  </a:cubicBezTo>
                  <a:cubicBezTo>
                    <a:pt x="1987" y="3989"/>
                    <a:pt x="1987" y="3989"/>
                    <a:pt x="1946" y="4046"/>
                  </a:cubicBezTo>
                  <a:cubicBezTo>
                    <a:pt x="1928" y="4078"/>
                    <a:pt x="1912" y="4087"/>
                    <a:pt x="1899" y="4087"/>
                  </a:cubicBezTo>
                  <a:cubicBezTo>
                    <a:pt x="1889" y="4087"/>
                    <a:pt x="1880" y="4082"/>
                    <a:pt x="1873" y="4078"/>
                  </a:cubicBezTo>
                  <a:cubicBezTo>
                    <a:pt x="1896" y="4018"/>
                    <a:pt x="1939" y="3972"/>
                    <a:pt x="1958" y="3972"/>
                  </a:cubicBezTo>
                  <a:close/>
                  <a:moveTo>
                    <a:pt x="4053" y="4183"/>
                  </a:moveTo>
                  <a:lnTo>
                    <a:pt x="4053" y="4183"/>
                  </a:lnTo>
                  <a:cubicBezTo>
                    <a:pt x="4058" y="4191"/>
                    <a:pt x="4064" y="4199"/>
                    <a:pt x="4070" y="4208"/>
                  </a:cubicBezTo>
                  <a:cubicBezTo>
                    <a:pt x="4073" y="4211"/>
                    <a:pt x="4075" y="4213"/>
                    <a:pt x="4078" y="4215"/>
                  </a:cubicBezTo>
                  <a:lnTo>
                    <a:pt x="4078" y="4215"/>
                  </a:lnTo>
                  <a:cubicBezTo>
                    <a:pt x="4071" y="4207"/>
                    <a:pt x="4063" y="4196"/>
                    <a:pt x="4053" y="4183"/>
                  </a:cubicBezTo>
                  <a:close/>
                  <a:moveTo>
                    <a:pt x="4078" y="4215"/>
                  </a:moveTo>
                  <a:lnTo>
                    <a:pt x="4078" y="4215"/>
                  </a:lnTo>
                  <a:cubicBezTo>
                    <a:pt x="4092" y="4234"/>
                    <a:pt x="4100" y="4242"/>
                    <a:pt x="4100" y="4242"/>
                  </a:cubicBezTo>
                  <a:cubicBezTo>
                    <a:pt x="4101" y="4242"/>
                    <a:pt x="4093" y="4232"/>
                    <a:pt x="4078" y="4215"/>
                  </a:cubicBezTo>
                  <a:close/>
                  <a:moveTo>
                    <a:pt x="2497" y="4143"/>
                  </a:moveTo>
                  <a:cubicBezTo>
                    <a:pt x="2481" y="4208"/>
                    <a:pt x="2465" y="4273"/>
                    <a:pt x="2457" y="4273"/>
                  </a:cubicBezTo>
                  <a:lnTo>
                    <a:pt x="2441" y="4265"/>
                  </a:lnTo>
                  <a:cubicBezTo>
                    <a:pt x="2457" y="4224"/>
                    <a:pt x="2473" y="4184"/>
                    <a:pt x="2489" y="4143"/>
                  </a:cubicBezTo>
                  <a:close/>
                  <a:moveTo>
                    <a:pt x="2789" y="0"/>
                  </a:moveTo>
                  <a:cubicBezTo>
                    <a:pt x="2773" y="0"/>
                    <a:pt x="2773" y="0"/>
                    <a:pt x="2781" y="73"/>
                  </a:cubicBezTo>
                  <a:cubicBezTo>
                    <a:pt x="2787" y="120"/>
                    <a:pt x="2780" y="171"/>
                    <a:pt x="2751" y="171"/>
                  </a:cubicBezTo>
                  <a:cubicBezTo>
                    <a:pt x="2740" y="171"/>
                    <a:pt x="2726" y="164"/>
                    <a:pt x="2708" y="146"/>
                  </a:cubicBezTo>
                  <a:cubicBezTo>
                    <a:pt x="2676" y="146"/>
                    <a:pt x="2627" y="154"/>
                    <a:pt x="2635" y="219"/>
                  </a:cubicBezTo>
                  <a:cubicBezTo>
                    <a:pt x="2619" y="219"/>
                    <a:pt x="2619" y="219"/>
                    <a:pt x="2611" y="154"/>
                  </a:cubicBezTo>
                  <a:cubicBezTo>
                    <a:pt x="2603" y="87"/>
                    <a:pt x="2589" y="55"/>
                    <a:pt x="2577" y="55"/>
                  </a:cubicBezTo>
                  <a:cubicBezTo>
                    <a:pt x="2563" y="55"/>
                    <a:pt x="2550" y="91"/>
                    <a:pt x="2546" y="162"/>
                  </a:cubicBezTo>
                  <a:cubicBezTo>
                    <a:pt x="2550" y="195"/>
                    <a:pt x="2550" y="211"/>
                    <a:pt x="2545" y="211"/>
                  </a:cubicBezTo>
                  <a:cubicBezTo>
                    <a:pt x="2540" y="211"/>
                    <a:pt x="2530" y="195"/>
                    <a:pt x="2514" y="162"/>
                  </a:cubicBezTo>
                  <a:cubicBezTo>
                    <a:pt x="2514" y="162"/>
                    <a:pt x="2497" y="170"/>
                    <a:pt x="2497" y="235"/>
                  </a:cubicBezTo>
                  <a:cubicBezTo>
                    <a:pt x="2493" y="273"/>
                    <a:pt x="2493" y="291"/>
                    <a:pt x="2488" y="291"/>
                  </a:cubicBezTo>
                  <a:cubicBezTo>
                    <a:pt x="2483" y="291"/>
                    <a:pt x="2472" y="275"/>
                    <a:pt x="2449" y="243"/>
                  </a:cubicBezTo>
                  <a:cubicBezTo>
                    <a:pt x="2437" y="195"/>
                    <a:pt x="2425" y="183"/>
                    <a:pt x="2416" y="183"/>
                  </a:cubicBezTo>
                  <a:cubicBezTo>
                    <a:pt x="2413" y="183"/>
                    <a:pt x="2410" y="184"/>
                    <a:pt x="2408" y="187"/>
                  </a:cubicBezTo>
                  <a:cubicBezTo>
                    <a:pt x="2392" y="230"/>
                    <a:pt x="2315" y="262"/>
                    <a:pt x="2255" y="262"/>
                  </a:cubicBezTo>
                  <a:cubicBezTo>
                    <a:pt x="2225" y="262"/>
                    <a:pt x="2200" y="254"/>
                    <a:pt x="2189" y="235"/>
                  </a:cubicBezTo>
                  <a:cubicBezTo>
                    <a:pt x="2189" y="300"/>
                    <a:pt x="2189" y="300"/>
                    <a:pt x="2181" y="308"/>
                  </a:cubicBezTo>
                  <a:cubicBezTo>
                    <a:pt x="2157" y="263"/>
                    <a:pt x="2143" y="244"/>
                    <a:pt x="2137" y="244"/>
                  </a:cubicBezTo>
                  <a:lnTo>
                    <a:pt x="2137" y="244"/>
                  </a:lnTo>
                  <a:cubicBezTo>
                    <a:pt x="2128" y="244"/>
                    <a:pt x="2143" y="300"/>
                    <a:pt x="2173" y="381"/>
                  </a:cubicBezTo>
                  <a:lnTo>
                    <a:pt x="2181" y="381"/>
                  </a:lnTo>
                  <a:lnTo>
                    <a:pt x="2197" y="373"/>
                  </a:lnTo>
                  <a:cubicBezTo>
                    <a:pt x="2220" y="434"/>
                    <a:pt x="2223" y="468"/>
                    <a:pt x="2213" y="468"/>
                  </a:cubicBezTo>
                  <a:cubicBezTo>
                    <a:pt x="2201" y="468"/>
                    <a:pt x="2171" y="424"/>
                    <a:pt x="2133" y="324"/>
                  </a:cubicBezTo>
                  <a:cubicBezTo>
                    <a:pt x="2101" y="262"/>
                    <a:pt x="2085" y="231"/>
                    <a:pt x="2080" y="231"/>
                  </a:cubicBezTo>
                  <a:lnTo>
                    <a:pt x="2080" y="231"/>
                  </a:lnTo>
                  <a:cubicBezTo>
                    <a:pt x="2075" y="231"/>
                    <a:pt x="2083" y="266"/>
                    <a:pt x="2100" y="333"/>
                  </a:cubicBezTo>
                  <a:cubicBezTo>
                    <a:pt x="2121" y="400"/>
                    <a:pt x="2127" y="435"/>
                    <a:pt x="2118" y="435"/>
                  </a:cubicBezTo>
                  <a:cubicBezTo>
                    <a:pt x="2110" y="435"/>
                    <a:pt x="2090" y="407"/>
                    <a:pt x="2060" y="349"/>
                  </a:cubicBezTo>
                  <a:cubicBezTo>
                    <a:pt x="2036" y="285"/>
                    <a:pt x="2023" y="252"/>
                    <a:pt x="2021" y="252"/>
                  </a:cubicBezTo>
                  <a:lnTo>
                    <a:pt x="2021" y="252"/>
                  </a:lnTo>
                  <a:cubicBezTo>
                    <a:pt x="2019" y="252"/>
                    <a:pt x="2027" y="287"/>
                    <a:pt x="2043" y="357"/>
                  </a:cubicBezTo>
                  <a:cubicBezTo>
                    <a:pt x="2086" y="507"/>
                    <a:pt x="2103" y="595"/>
                    <a:pt x="2089" y="595"/>
                  </a:cubicBezTo>
                  <a:cubicBezTo>
                    <a:pt x="2078" y="595"/>
                    <a:pt x="2051" y="548"/>
                    <a:pt x="2003" y="446"/>
                  </a:cubicBezTo>
                  <a:cubicBezTo>
                    <a:pt x="1950" y="332"/>
                    <a:pt x="1904" y="275"/>
                    <a:pt x="1891" y="275"/>
                  </a:cubicBezTo>
                  <a:cubicBezTo>
                    <a:pt x="1891" y="275"/>
                    <a:pt x="1890" y="275"/>
                    <a:pt x="1889" y="276"/>
                  </a:cubicBezTo>
                  <a:cubicBezTo>
                    <a:pt x="1873" y="276"/>
                    <a:pt x="1897" y="341"/>
                    <a:pt x="1930" y="405"/>
                  </a:cubicBezTo>
                  <a:cubicBezTo>
                    <a:pt x="1968" y="464"/>
                    <a:pt x="1984" y="495"/>
                    <a:pt x="1978" y="495"/>
                  </a:cubicBezTo>
                  <a:cubicBezTo>
                    <a:pt x="1973" y="495"/>
                    <a:pt x="1949" y="468"/>
                    <a:pt x="1906" y="414"/>
                  </a:cubicBezTo>
                  <a:cubicBezTo>
                    <a:pt x="1838" y="335"/>
                    <a:pt x="1794" y="298"/>
                    <a:pt x="1771" y="298"/>
                  </a:cubicBezTo>
                  <a:cubicBezTo>
                    <a:pt x="1746" y="298"/>
                    <a:pt x="1743" y="339"/>
                    <a:pt x="1760" y="414"/>
                  </a:cubicBezTo>
                  <a:cubicBezTo>
                    <a:pt x="1769" y="494"/>
                    <a:pt x="1760" y="537"/>
                    <a:pt x="1746" y="537"/>
                  </a:cubicBezTo>
                  <a:cubicBezTo>
                    <a:pt x="1734" y="537"/>
                    <a:pt x="1717" y="508"/>
                    <a:pt x="1703" y="446"/>
                  </a:cubicBezTo>
                  <a:cubicBezTo>
                    <a:pt x="1675" y="372"/>
                    <a:pt x="1663" y="340"/>
                    <a:pt x="1660" y="340"/>
                  </a:cubicBezTo>
                  <a:lnTo>
                    <a:pt x="1660" y="340"/>
                  </a:lnTo>
                  <a:cubicBezTo>
                    <a:pt x="1657" y="340"/>
                    <a:pt x="1659" y="358"/>
                    <a:pt x="1662" y="389"/>
                  </a:cubicBezTo>
                  <a:lnTo>
                    <a:pt x="1597" y="430"/>
                  </a:lnTo>
                  <a:cubicBezTo>
                    <a:pt x="1581" y="446"/>
                    <a:pt x="1606" y="503"/>
                    <a:pt x="1646" y="560"/>
                  </a:cubicBezTo>
                  <a:cubicBezTo>
                    <a:pt x="1597" y="506"/>
                    <a:pt x="1554" y="473"/>
                    <a:pt x="1533" y="473"/>
                  </a:cubicBezTo>
                  <a:cubicBezTo>
                    <a:pt x="1516" y="473"/>
                    <a:pt x="1515" y="496"/>
                    <a:pt x="1541" y="551"/>
                  </a:cubicBezTo>
                  <a:lnTo>
                    <a:pt x="1516" y="576"/>
                  </a:lnTo>
                  <a:cubicBezTo>
                    <a:pt x="1500" y="584"/>
                    <a:pt x="1500" y="584"/>
                    <a:pt x="1533" y="649"/>
                  </a:cubicBezTo>
                  <a:cubicBezTo>
                    <a:pt x="1547" y="669"/>
                    <a:pt x="1549" y="677"/>
                    <a:pt x="1543" y="677"/>
                  </a:cubicBezTo>
                  <a:cubicBezTo>
                    <a:pt x="1532" y="677"/>
                    <a:pt x="1493" y="651"/>
                    <a:pt x="1452" y="624"/>
                  </a:cubicBezTo>
                  <a:cubicBezTo>
                    <a:pt x="1414" y="603"/>
                    <a:pt x="1376" y="578"/>
                    <a:pt x="1367" y="578"/>
                  </a:cubicBezTo>
                  <a:lnTo>
                    <a:pt x="1367" y="578"/>
                  </a:lnTo>
                  <a:cubicBezTo>
                    <a:pt x="1362" y="578"/>
                    <a:pt x="1365" y="584"/>
                    <a:pt x="1379" y="600"/>
                  </a:cubicBezTo>
                  <a:cubicBezTo>
                    <a:pt x="1427" y="657"/>
                    <a:pt x="1460" y="714"/>
                    <a:pt x="1492" y="778"/>
                  </a:cubicBezTo>
                  <a:cubicBezTo>
                    <a:pt x="1506" y="798"/>
                    <a:pt x="1508" y="806"/>
                    <a:pt x="1504" y="806"/>
                  </a:cubicBezTo>
                  <a:cubicBezTo>
                    <a:pt x="1496" y="806"/>
                    <a:pt x="1462" y="775"/>
                    <a:pt x="1435" y="738"/>
                  </a:cubicBezTo>
                  <a:cubicBezTo>
                    <a:pt x="1403" y="705"/>
                    <a:pt x="1354" y="681"/>
                    <a:pt x="1314" y="673"/>
                  </a:cubicBezTo>
                  <a:lnTo>
                    <a:pt x="1314" y="673"/>
                  </a:lnTo>
                  <a:cubicBezTo>
                    <a:pt x="1297" y="681"/>
                    <a:pt x="1273" y="705"/>
                    <a:pt x="1330" y="754"/>
                  </a:cubicBezTo>
                  <a:cubicBezTo>
                    <a:pt x="1370" y="788"/>
                    <a:pt x="1333" y="843"/>
                    <a:pt x="1282" y="843"/>
                  </a:cubicBezTo>
                  <a:cubicBezTo>
                    <a:pt x="1271" y="843"/>
                    <a:pt x="1260" y="841"/>
                    <a:pt x="1249" y="835"/>
                  </a:cubicBezTo>
                  <a:lnTo>
                    <a:pt x="1233" y="860"/>
                  </a:lnTo>
                  <a:cubicBezTo>
                    <a:pt x="1216" y="876"/>
                    <a:pt x="1265" y="932"/>
                    <a:pt x="1257" y="941"/>
                  </a:cubicBezTo>
                  <a:cubicBezTo>
                    <a:pt x="1257" y="941"/>
                    <a:pt x="1241" y="957"/>
                    <a:pt x="1289" y="1005"/>
                  </a:cubicBezTo>
                  <a:cubicBezTo>
                    <a:pt x="1286" y="1013"/>
                    <a:pt x="1282" y="1019"/>
                    <a:pt x="1273" y="1019"/>
                  </a:cubicBezTo>
                  <a:cubicBezTo>
                    <a:pt x="1263" y="1019"/>
                    <a:pt x="1247" y="1011"/>
                    <a:pt x="1216" y="989"/>
                  </a:cubicBezTo>
                  <a:lnTo>
                    <a:pt x="1216" y="989"/>
                  </a:lnTo>
                  <a:cubicBezTo>
                    <a:pt x="1267" y="1040"/>
                    <a:pt x="1292" y="1062"/>
                    <a:pt x="1286" y="1062"/>
                  </a:cubicBezTo>
                  <a:cubicBezTo>
                    <a:pt x="1280" y="1062"/>
                    <a:pt x="1250" y="1044"/>
                    <a:pt x="1192" y="1014"/>
                  </a:cubicBezTo>
                  <a:cubicBezTo>
                    <a:pt x="1142" y="979"/>
                    <a:pt x="1116" y="961"/>
                    <a:pt x="1112" y="961"/>
                  </a:cubicBezTo>
                  <a:lnTo>
                    <a:pt x="1112" y="961"/>
                  </a:lnTo>
                  <a:cubicBezTo>
                    <a:pt x="1109" y="961"/>
                    <a:pt x="1133" y="983"/>
                    <a:pt x="1184" y="1030"/>
                  </a:cubicBezTo>
                  <a:cubicBezTo>
                    <a:pt x="1212" y="1058"/>
                    <a:pt x="1224" y="1070"/>
                    <a:pt x="1216" y="1070"/>
                  </a:cubicBezTo>
                  <a:cubicBezTo>
                    <a:pt x="1210" y="1070"/>
                    <a:pt x="1195" y="1064"/>
                    <a:pt x="1168" y="1054"/>
                  </a:cubicBezTo>
                  <a:cubicBezTo>
                    <a:pt x="1145" y="1038"/>
                    <a:pt x="1130" y="1031"/>
                    <a:pt x="1124" y="1031"/>
                  </a:cubicBezTo>
                  <a:cubicBezTo>
                    <a:pt x="1115" y="1031"/>
                    <a:pt x="1126" y="1046"/>
                    <a:pt x="1160" y="1070"/>
                  </a:cubicBezTo>
                  <a:cubicBezTo>
                    <a:pt x="1235" y="1134"/>
                    <a:pt x="1273" y="1186"/>
                    <a:pt x="1244" y="1186"/>
                  </a:cubicBezTo>
                  <a:cubicBezTo>
                    <a:pt x="1232" y="1186"/>
                    <a:pt x="1210" y="1178"/>
                    <a:pt x="1176" y="1159"/>
                  </a:cubicBezTo>
                  <a:lnTo>
                    <a:pt x="1176" y="1159"/>
                  </a:lnTo>
                  <a:cubicBezTo>
                    <a:pt x="1176" y="1160"/>
                    <a:pt x="1168" y="1168"/>
                    <a:pt x="1224" y="1216"/>
                  </a:cubicBezTo>
                  <a:cubicBezTo>
                    <a:pt x="1280" y="1259"/>
                    <a:pt x="1306" y="1279"/>
                    <a:pt x="1302" y="1279"/>
                  </a:cubicBezTo>
                  <a:cubicBezTo>
                    <a:pt x="1298" y="1279"/>
                    <a:pt x="1270" y="1263"/>
                    <a:pt x="1216" y="1232"/>
                  </a:cubicBezTo>
                  <a:cubicBezTo>
                    <a:pt x="1161" y="1208"/>
                    <a:pt x="1128" y="1196"/>
                    <a:pt x="1117" y="1196"/>
                  </a:cubicBezTo>
                  <a:cubicBezTo>
                    <a:pt x="1102" y="1196"/>
                    <a:pt x="1127" y="1218"/>
                    <a:pt x="1192" y="1265"/>
                  </a:cubicBezTo>
                  <a:cubicBezTo>
                    <a:pt x="1192" y="1265"/>
                    <a:pt x="1223" y="1296"/>
                    <a:pt x="1202" y="1296"/>
                  </a:cubicBezTo>
                  <a:cubicBezTo>
                    <a:pt x="1197" y="1296"/>
                    <a:pt x="1189" y="1294"/>
                    <a:pt x="1176" y="1289"/>
                  </a:cubicBezTo>
                  <a:cubicBezTo>
                    <a:pt x="1103" y="1289"/>
                    <a:pt x="989" y="1338"/>
                    <a:pt x="1119" y="1387"/>
                  </a:cubicBezTo>
                  <a:lnTo>
                    <a:pt x="1111" y="1411"/>
                  </a:lnTo>
                  <a:cubicBezTo>
                    <a:pt x="1038" y="1411"/>
                    <a:pt x="1030" y="1427"/>
                    <a:pt x="1087" y="1468"/>
                  </a:cubicBezTo>
                  <a:lnTo>
                    <a:pt x="1143" y="1508"/>
                  </a:lnTo>
                  <a:cubicBezTo>
                    <a:pt x="1094" y="1483"/>
                    <a:pt x="1040" y="1473"/>
                    <a:pt x="1017" y="1473"/>
                  </a:cubicBezTo>
                  <a:cubicBezTo>
                    <a:pt x="1010" y="1473"/>
                    <a:pt x="1006" y="1474"/>
                    <a:pt x="1006" y="1476"/>
                  </a:cubicBezTo>
                  <a:cubicBezTo>
                    <a:pt x="997" y="1492"/>
                    <a:pt x="997" y="1492"/>
                    <a:pt x="1062" y="1516"/>
                  </a:cubicBezTo>
                  <a:cubicBezTo>
                    <a:pt x="1127" y="1532"/>
                    <a:pt x="1119" y="1541"/>
                    <a:pt x="1119" y="1557"/>
                  </a:cubicBezTo>
                  <a:cubicBezTo>
                    <a:pt x="1117" y="1562"/>
                    <a:pt x="1109" y="1563"/>
                    <a:pt x="1097" y="1563"/>
                  </a:cubicBezTo>
                  <a:cubicBezTo>
                    <a:pt x="1070" y="1563"/>
                    <a:pt x="1021" y="1552"/>
                    <a:pt x="981" y="1541"/>
                  </a:cubicBezTo>
                  <a:lnTo>
                    <a:pt x="973" y="1549"/>
                  </a:lnTo>
                  <a:cubicBezTo>
                    <a:pt x="1063" y="1582"/>
                    <a:pt x="1087" y="1600"/>
                    <a:pt x="1071" y="1600"/>
                  </a:cubicBezTo>
                  <a:cubicBezTo>
                    <a:pt x="1065" y="1600"/>
                    <a:pt x="1050" y="1597"/>
                    <a:pt x="1030" y="1589"/>
                  </a:cubicBezTo>
                  <a:cubicBezTo>
                    <a:pt x="1018" y="1588"/>
                    <a:pt x="1007" y="1587"/>
                    <a:pt x="999" y="1587"/>
                  </a:cubicBezTo>
                  <a:cubicBezTo>
                    <a:pt x="962" y="1587"/>
                    <a:pt x="955" y="1599"/>
                    <a:pt x="949" y="1605"/>
                  </a:cubicBezTo>
                  <a:lnTo>
                    <a:pt x="884" y="1589"/>
                  </a:lnTo>
                  <a:cubicBezTo>
                    <a:pt x="874" y="1588"/>
                    <a:pt x="867" y="1588"/>
                    <a:pt x="861" y="1588"/>
                  </a:cubicBezTo>
                  <a:cubicBezTo>
                    <a:pt x="829" y="1588"/>
                    <a:pt x="885" y="1608"/>
                    <a:pt x="941" y="1622"/>
                  </a:cubicBezTo>
                  <a:cubicBezTo>
                    <a:pt x="941" y="1622"/>
                    <a:pt x="941" y="1638"/>
                    <a:pt x="933" y="1654"/>
                  </a:cubicBezTo>
                  <a:cubicBezTo>
                    <a:pt x="933" y="1670"/>
                    <a:pt x="925" y="1678"/>
                    <a:pt x="997" y="1686"/>
                  </a:cubicBezTo>
                  <a:cubicBezTo>
                    <a:pt x="1062" y="1703"/>
                    <a:pt x="1127" y="1727"/>
                    <a:pt x="1119" y="1735"/>
                  </a:cubicBezTo>
                  <a:cubicBezTo>
                    <a:pt x="1066" y="1722"/>
                    <a:pt x="1013" y="1709"/>
                    <a:pt x="996" y="1709"/>
                  </a:cubicBezTo>
                  <a:cubicBezTo>
                    <a:pt x="992" y="1709"/>
                    <a:pt x="989" y="1709"/>
                    <a:pt x="989" y="1711"/>
                  </a:cubicBezTo>
                  <a:cubicBezTo>
                    <a:pt x="987" y="1716"/>
                    <a:pt x="978" y="1718"/>
                    <a:pt x="967" y="1718"/>
                  </a:cubicBezTo>
                  <a:cubicBezTo>
                    <a:pt x="945" y="1718"/>
                    <a:pt x="916" y="1711"/>
                    <a:pt x="916" y="1711"/>
                  </a:cubicBezTo>
                  <a:cubicBezTo>
                    <a:pt x="887" y="1700"/>
                    <a:pt x="867" y="1696"/>
                    <a:pt x="854" y="1696"/>
                  </a:cubicBezTo>
                  <a:cubicBezTo>
                    <a:pt x="809" y="1696"/>
                    <a:pt x="850" y="1749"/>
                    <a:pt x="900" y="1768"/>
                  </a:cubicBezTo>
                  <a:cubicBezTo>
                    <a:pt x="981" y="1811"/>
                    <a:pt x="1008" y="1829"/>
                    <a:pt x="976" y="1829"/>
                  </a:cubicBezTo>
                  <a:cubicBezTo>
                    <a:pt x="961" y="1829"/>
                    <a:pt x="930" y="1824"/>
                    <a:pt x="884" y="1816"/>
                  </a:cubicBezTo>
                  <a:cubicBezTo>
                    <a:pt x="863" y="1812"/>
                    <a:pt x="848" y="1810"/>
                    <a:pt x="840" y="1810"/>
                  </a:cubicBezTo>
                  <a:cubicBezTo>
                    <a:pt x="799" y="1810"/>
                    <a:pt x="916" y="1857"/>
                    <a:pt x="1079" y="1897"/>
                  </a:cubicBezTo>
                  <a:lnTo>
                    <a:pt x="1281" y="1946"/>
                  </a:lnTo>
                  <a:lnTo>
                    <a:pt x="1281" y="1946"/>
                  </a:lnTo>
                  <a:lnTo>
                    <a:pt x="1079" y="1905"/>
                  </a:lnTo>
                  <a:cubicBezTo>
                    <a:pt x="976" y="1893"/>
                    <a:pt x="912" y="1887"/>
                    <a:pt x="878" y="1887"/>
                  </a:cubicBezTo>
                  <a:cubicBezTo>
                    <a:pt x="821" y="1887"/>
                    <a:pt x="851" y="1905"/>
                    <a:pt x="933" y="1946"/>
                  </a:cubicBezTo>
                  <a:cubicBezTo>
                    <a:pt x="977" y="1974"/>
                    <a:pt x="991" y="1983"/>
                    <a:pt x="971" y="1983"/>
                  </a:cubicBezTo>
                  <a:cubicBezTo>
                    <a:pt x="963" y="1983"/>
                    <a:pt x="947" y="1981"/>
                    <a:pt x="925" y="1978"/>
                  </a:cubicBezTo>
                  <a:cubicBezTo>
                    <a:pt x="911" y="1977"/>
                    <a:pt x="899" y="1976"/>
                    <a:pt x="890" y="1976"/>
                  </a:cubicBezTo>
                  <a:cubicBezTo>
                    <a:pt x="857" y="1976"/>
                    <a:pt x="852" y="1989"/>
                    <a:pt x="852" y="2027"/>
                  </a:cubicBezTo>
                  <a:cubicBezTo>
                    <a:pt x="843" y="2076"/>
                    <a:pt x="843" y="2092"/>
                    <a:pt x="908" y="2092"/>
                  </a:cubicBezTo>
                  <a:lnTo>
                    <a:pt x="908" y="2124"/>
                  </a:lnTo>
                  <a:cubicBezTo>
                    <a:pt x="786" y="2132"/>
                    <a:pt x="824" y="2158"/>
                    <a:pt x="931" y="2158"/>
                  </a:cubicBezTo>
                  <a:cubicBezTo>
                    <a:pt x="944" y="2158"/>
                    <a:pt x="958" y="2158"/>
                    <a:pt x="973" y="2157"/>
                  </a:cubicBezTo>
                  <a:lnTo>
                    <a:pt x="973" y="2181"/>
                  </a:lnTo>
                  <a:lnTo>
                    <a:pt x="908" y="2181"/>
                  </a:lnTo>
                  <a:cubicBezTo>
                    <a:pt x="835" y="2181"/>
                    <a:pt x="835" y="2213"/>
                    <a:pt x="827" y="2343"/>
                  </a:cubicBezTo>
                  <a:cubicBezTo>
                    <a:pt x="827" y="2489"/>
                    <a:pt x="827" y="2505"/>
                    <a:pt x="965" y="2505"/>
                  </a:cubicBezTo>
                  <a:cubicBezTo>
                    <a:pt x="1103" y="2513"/>
                    <a:pt x="1103" y="2522"/>
                    <a:pt x="965" y="2530"/>
                  </a:cubicBezTo>
                  <a:cubicBezTo>
                    <a:pt x="906" y="2536"/>
                    <a:pt x="852" y="2548"/>
                    <a:pt x="868" y="2548"/>
                  </a:cubicBezTo>
                  <a:cubicBezTo>
                    <a:pt x="872" y="2548"/>
                    <a:pt x="880" y="2547"/>
                    <a:pt x="892" y="2546"/>
                  </a:cubicBezTo>
                  <a:lnTo>
                    <a:pt x="892" y="2546"/>
                  </a:lnTo>
                  <a:cubicBezTo>
                    <a:pt x="892" y="2546"/>
                    <a:pt x="900" y="2578"/>
                    <a:pt x="827" y="2603"/>
                  </a:cubicBezTo>
                  <a:cubicBezTo>
                    <a:pt x="724" y="2648"/>
                    <a:pt x="744" y="2662"/>
                    <a:pt x="793" y="2662"/>
                  </a:cubicBezTo>
                  <a:cubicBezTo>
                    <a:pt x="805" y="2662"/>
                    <a:pt x="820" y="2661"/>
                    <a:pt x="835" y="2659"/>
                  </a:cubicBezTo>
                  <a:cubicBezTo>
                    <a:pt x="881" y="2651"/>
                    <a:pt x="902" y="2647"/>
                    <a:pt x="908" y="2647"/>
                  </a:cubicBezTo>
                  <a:cubicBezTo>
                    <a:pt x="920" y="2647"/>
                    <a:pt x="878" y="2660"/>
                    <a:pt x="835" y="2676"/>
                  </a:cubicBezTo>
                  <a:cubicBezTo>
                    <a:pt x="779" y="2697"/>
                    <a:pt x="723" y="2718"/>
                    <a:pt x="751" y="2718"/>
                  </a:cubicBezTo>
                  <a:cubicBezTo>
                    <a:pt x="755" y="2718"/>
                    <a:pt x="762" y="2717"/>
                    <a:pt x="770" y="2716"/>
                  </a:cubicBezTo>
                  <a:cubicBezTo>
                    <a:pt x="835" y="2724"/>
                    <a:pt x="916" y="2805"/>
                    <a:pt x="787" y="2830"/>
                  </a:cubicBezTo>
                  <a:lnTo>
                    <a:pt x="787" y="2862"/>
                  </a:lnTo>
                  <a:cubicBezTo>
                    <a:pt x="799" y="2859"/>
                    <a:pt x="809" y="2858"/>
                    <a:pt x="817" y="2858"/>
                  </a:cubicBezTo>
                  <a:cubicBezTo>
                    <a:pt x="855" y="2858"/>
                    <a:pt x="861" y="2884"/>
                    <a:pt x="868" y="2911"/>
                  </a:cubicBezTo>
                  <a:cubicBezTo>
                    <a:pt x="876" y="2943"/>
                    <a:pt x="876" y="2959"/>
                    <a:pt x="811" y="2976"/>
                  </a:cubicBezTo>
                  <a:cubicBezTo>
                    <a:pt x="738" y="2976"/>
                    <a:pt x="746" y="2992"/>
                    <a:pt x="819" y="3008"/>
                  </a:cubicBezTo>
                  <a:cubicBezTo>
                    <a:pt x="819" y="3013"/>
                    <a:pt x="830" y="3014"/>
                    <a:pt x="845" y="3014"/>
                  </a:cubicBezTo>
                  <a:cubicBezTo>
                    <a:pt x="870" y="3014"/>
                    <a:pt x="907" y="3010"/>
                    <a:pt x="931" y="3010"/>
                  </a:cubicBezTo>
                  <a:cubicBezTo>
                    <a:pt x="946" y="3010"/>
                    <a:pt x="957" y="3012"/>
                    <a:pt x="957" y="3016"/>
                  </a:cubicBezTo>
                  <a:cubicBezTo>
                    <a:pt x="1002" y="3006"/>
                    <a:pt x="1044" y="2999"/>
                    <a:pt x="1071" y="2999"/>
                  </a:cubicBezTo>
                  <a:cubicBezTo>
                    <a:pt x="1088" y="2999"/>
                    <a:pt x="1100" y="3002"/>
                    <a:pt x="1103" y="3008"/>
                  </a:cubicBezTo>
                  <a:lnTo>
                    <a:pt x="1030" y="3024"/>
                  </a:lnTo>
                  <a:lnTo>
                    <a:pt x="900" y="3065"/>
                  </a:lnTo>
                  <a:cubicBezTo>
                    <a:pt x="905" y="3075"/>
                    <a:pt x="910" y="3085"/>
                    <a:pt x="930" y="3085"/>
                  </a:cubicBezTo>
                  <a:cubicBezTo>
                    <a:pt x="941" y="3085"/>
                    <a:pt x="957" y="3082"/>
                    <a:pt x="981" y="3073"/>
                  </a:cubicBezTo>
                  <a:lnTo>
                    <a:pt x="981" y="3073"/>
                  </a:lnTo>
                  <a:cubicBezTo>
                    <a:pt x="916" y="3113"/>
                    <a:pt x="925" y="3130"/>
                    <a:pt x="933" y="3154"/>
                  </a:cubicBezTo>
                  <a:cubicBezTo>
                    <a:pt x="939" y="3180"/>
                    <a:pt x="946" y="3207"/>
                    <a:pt x="988" y="3207"/>
                  </a:cubicBezTo>
                  <a:cubicBezTo>
                    <a:pt x="997" y="3207"/>
                    <a:pt x="1008" y="3206"/>
                    <a:pt x="1022" y="3203"/>
                  </a:cubicBezTo>
                  <a:lnTo>
                    <a:pt x="1022" y="3203"/>
                  </a:lnTo>
                  <a:cubicBezTo>
                    <a:pt x="923" y="3255"/>
                    <a:pt x="931" y="3329"/>
                    <a:pt x="1003" y="3329"/>
                  </a:cubicBezTo>
                  <a:cubicBezTo>
                    <a:pt x="1019" y="3329"/>
                    <a:pt x="1039" y="3325"/>
                    <a:pt x="1062" y="3316"/>
                  </a:cubicBezTo>
                  <a:cubicBezTo>
                    <a:pt x="1083" y="3308"/>
                    <a:pt x="1098" y="3305"/>
                    <a:pt x="1107" y="3305"/>
                  </a:cubicBezTo>
                  <a:cubicBezTo>
                    <a:pt x="1126" y="3305"/>
                    <a:pt x="1117" y="3321"/>
                    <a:pt x="1079" y="3349"/>
                  </a:cubicBezTo>
                  <a:cubicBezTo>
                    <a:pt x="1044" y="3373"/>
                    <a:pt x="1030" y="3383"/>
                    <a:pt x="1042" y="3383"/>
                  </a:cubicBezTo>
                  <a:cubicBezTo>
                    <a:pt x="1049" y="3383"/>
                    <a:pt x="1067" y="3379"/>
                    <a:pt x="1095" y="3373"/>
                  </a:cubicBezTo>
                  <a:cubicBezTo>
                    <a:pt x="1103" y="3371"/>
                    <a:pt x="1110" y="3370"/>
                    <a:pt x="1115" y="3370"/>
                  </a:cubicBezTo>
                  <a:cubicBezTo>
                    <a:pt x="1145" y="3370"/>
                    <a:pt x="1096" y="3412"/>
                    <a:pt x="1054" y="3454"/>
                  </a:cubicBezTo>
                  <a:cubicBezTo>
                    <a:pt x="967" y="3510"/>
                    <a:pt x="952" y="3533"/>
                    <a:pt x="979" y="3533"/>
                  </a:cubicBezTo>
                  <a:cubicBezTo>
                    <a:pt x="987" y="3533"/>
                    <a:pt x="999" y="3531"/>
                    <a:pt x="1014" y="3527"/>
                  </a:cubicBezTo>
                  <a:cubicBezTo>
                    <a:pt x="1022" y="3526"/>
                    <a:pt x="1029" y="3526"/>
                    <a:pt x="1036" y="3526"/>
                  </a:cubicBezTo>
                  <a:cubicBezTo>
                    <a:pt x="1090" y="3526"/>
                    <a:pt x="1104" y="3552"/>
                    <a:pt x="1111" y="3559"/>
                  </a:cubicBezTo>
                  <a:cubicBezTo>
                    <a:pt x="1184" y="3551"/>
                    <a:pt x="1192" y="3567"/>
                    <a:pt x="1241" y="3519"/>
                  </a:cubicBezTo>
                  <a:cubicBezTo>
                    <a:pt x="1281" y="3495"/>
                    <a:pt x="1322" y="3470"/>
                    <a:pt x="1362" y="3454"/>
                  </a:cubicBezTo>
                  <a:cubicBezTo>
                    <a:pt x="1371" y="3453"/>
                    <a:pt x="1377" y="3453"/>
                    <a:pt x="1382" y="3453"/>
                  </a:cubicBezTo>
                  <a:cubicBezTo>
                    <a:pt x="1418" y="3453"/>
                    <a:pt x="1388" y="3472"/>
                    <a:pt x="1375" y="3472"/>
                  </a:cubicBezTo>
                  <a:cubicBezTo>
                    <a:pt x="1373" y="3472"/>
                    <a:pt x="1371" y="3471"/>
                    <a:pt x="1370" y="3470"/>
                  </a:cubicBezTo>
                  <a:cubicBezTo>
                    <a:pt x="1297" y="3478"/>
                    <a:pt x="1306" y="3495"/>
                    <a:pt x="1257" y="3543"/>
                  </a:cubicBezTo>
                  <a:cubicBezTo>
                    <a:pt x="1208" y="3592"/>
                    <a:pt x="1224" y="3616"/>
                    <a:pt x="1233" y="3632"/>
                  </a:cubicBezTo>
                  <a:lnTo>
                    <a:pt x="1265" y="3681"/>
                  </a:lnTo>
                  <a:cubicBezTo>
                    <a:pt x="1249" y="3734"/>
                    <a:pt x="1247" y="3759"/>
                    <a:pt x="1263" y="3759"/>
                  </a:cubicBezTo>
                  <a:cubicBezTo>
                    <a:pt x="1272" y="3759"/>
                    <a:pt x="1286" y="3752"/>
                    <a:pt x="1306" y="3738"/>
                  </a:cubicBezTo>
                  <a:cubicBezTo>
                    <a:pt x="1317" y="3728"/>
                    <a:pt x="1326" y="3720"/>
                    <a:pt x="1335" y="3713"/>
                  </a:cubicBezTo>
                  <a:lnTo>
                    <a:pt x="1335" y="3713"/>
                  </a:lnTo>
                  <a:cubicBezTo>
                    <a:pt x="1289" y="3785"/>
                    <a:pt x="1339" y="3871"/>
                    <a:pt x="1412" y="3871"/>
                  </a:cubicBezTo>
                  <a:cubicBezTo>
                    <a:pt x="1434" y="3871"/>
                    <a:pt x="1459" y="3863"/>
                    <a:pt x="1484" y="3843"/>
                  </a:cubicBezTo>
                  <a:lnTo>
                    <a:pt x="1484" y="3843"/>
                  </a:lnTo>
                  <a:cubicBezTo>
                    <a:pt x="1471" y="3856"/>
                    <a:pt x="1453" y="3874"/>
                    <a:pt x="1435" y="3892"/>
                  </a:cubicBezTo>
                  <a:cubicBezTo>
                    <a:pt x="1387" y="3940"/>
                    <a:pt x="1395" y="3949"/>
                    <a:pt x="1419" y="3973"/>
                  </a:cubicBezTo>
                  <a:cubicBezTo>
                    <a:pt x="1427" y="3981"/>
                    <a:pt x="1516" y="3973"/>
                    <a:pt x="1557" y="4005"/>
                  </a:cubicBezTo>
                  <a:cubicBezTo>
                    <a:pt x="1582" y="4030"/>
                    <a:pt x="1607" y="4052"/>
                    <a:pt x="1632" y="4052"/>
                  </a:cubicBezTo>
                  <a:cubicBezTo>
                    <a:pt x="1647" y="4052"/>
                    <a:pt x="1663" y="4043"/>
                    <a:pt x="1679" y="4022"/>
                  </a:cubicBezTo>
                  <a:lnTo>
                    <a:pt x="1679" y="4022"/>
                  </a:lnTo>
                  <a:cubicBezTo>
                    <a:pt x="1687" y="4030"/>
                    <a:pt x="1687" y="4030"/>
                    <a:pt x="1654" y="4086"/>
                  </a:cubicBezTo>
                  <a:cubicBezTo>
                    <a:pt x="1597" y="4135"/>
                    <a:pt x="1614" y="4143"/>
                    <a:pt x="1622" y="4151"/>
                  </a:cubicBezTo>
                  <a:cubicBezTo>
                    <a:pt x="1623" y="4152"/>
                    <a:pt x="1624" y="4152"/>
                    <a:pt x="1625" y="4152"/>
                  </a:cubicBezTo>
                  <a:cubicBezTo>
                    <a:pt x="1643" y="4152"/>
                    <a:pt x="1681" y="4099"/>
                    <a:pt x="1711" y="4054"/>
                  </a:cubicBezTo>
                  <a:cubicBezTo>
                    <a:pt x="1729" y="4029"/>
                    <a:pt x="1742" y="4017"/>
                    <a:pt x="1750" y="4017"/>
                  </a:cubicBezTo>
                  <a:cubicBezTo>
                    <a:pt x="1759" y="4017"/>
                    <a:pt x="1761" y="4037"/>
                    <a:pt x="1752" y="4078"/>
                  </a:cubicBezTo>
                  <a:cubicBezTo>
                    <a:pt x="1740" y="4129"/>
                    <a:pt x="1764" y="4164"/>
                    <a:pt x="1799" y="4164"/>
                  </a:cubicBezTo>
                  <a:cubicBezTo>
                    <a:pt x="1815" y="4164"/>
                    <a:pt x="1832" y="4158"/>
                    <a:pt x="1849" y="4143"/>
                  </a:cubicBezTo>
                  <a:lnTo>
                    <a:pt x="1849" y="4143"/>
                  </a:lnTo>
                  <a:cubicBezTo>
                    <a:pt x="1865" y="4151"/>
                    <a:pt x="1881" y="4159"/>
                    <a:pt x="1841" y="4224"/>
                  </a:cubicBezTo>
                  <a:cubicBezTo>
                    <a:pt x="1830" y="4266"/>
                    <a:pt x="1823" y="4316"/>
                    <a:pt x="1846" y="4316"/>
                  </a:cubicBezTo>
                  <a:cubicBezTo>
                    <a:pt x="1859" y="4316"/>
                    <a:pt x="1880" y="4301"/>
                    <a:pt x="1914" y="4265"/>
                  </a:cubicBezTo>
                  <a:lnTo>
                    <a:pt x="1914" y="4265"/>
                  </a:lnTo>
                  <a:cubicBezTo>
                    <a:pt x="1922" y="4273"/>
                    <a:pt x="1922" y="4273"/>
                    <a:pt x="1889" y="4330"/>
                  </a:cubicBezTo>
                  <a:cubicBezTo>
                    <a:pt x="1880" y="4369"/>
                    <a:pt x="1864" y="4408"/>
                    <a:pt x="1871" y="4408"/>
                  </a:cubicBezTo>
                  <a:cubicBezTo>
                    <a:pt x="1875" y="4408"/>
                    <a:pt x="1890" y="4391"/>
                    <a:pt x="1922" y="4346"/>
                  </a:cubicBezTo>
                  <a:cubicBezTo>
                    <a:pt x="1942" y="4329"/>
                    <a:pt x="1960" y="4321"/>
                    <a:pt x="1975" y="4321"/>
                  </a:cubicBezTo>
                  <a:cubicBezTo>
                    <a:pt x="2002" y="4321"/>
                    <a:pt x="2019" y="4347"/>
                    <a:pt x="2019" y="4394"/>
                  </a:cubicBezTo>
                  <a:cubicBezTo>
                    <a:pt x="2024" y="4397"/>
                    <a:pt x="2030" y="4400"/>
                    <a:pt x="2036" y="4400"/>
                  </a:cubicBezTo>
                  <a:cubicBezTo>
                    <a:pt x="2047" y="4400"/>
                    <a:pt x="2060" y="4389"/>
                    <a:pt x="2076" y="4346"/>
                  </a:cubicBezTo>
                  <a:lnTo>
                    <a:pt x="2108" y="4289"/>
                  </a:lnTo>
                  <a:lnTo>
                    <a:pt x="2108" y="4289"/>
                  </a:lnTo>
                  <a:cubicBezTo>
                    <a:pt x="2088" y="4355"/>
                    <a:pt x="2078" y="4387"/>
                    <a:pt x="2081" y="4387"/>
                  </a:cubicBezTo>
                  <a:cubicBezTo>
                    <a:pt x="2084" y="4387"/>
                    <a:pt x="2101" y="4357"/>
                    <a:pt x="2133" y="4297"/>
                  </a:cubicBezTo>
                  <a:cubicBezTo>
                    <a:pt x="2144" y="4267"/>
                    <a:pt x="2154" y="4252"/>
                    <a:pt x="2158" y="4252"/>
                  </a:cubicBezTo>
                  <a:lnTo>
                    <a:pt x="2158" y="4252"/>
                  </a:lnTo>
                  <a:cubicBezTo>
                    <a:pt x="2163" y="4252"/>
                    <a:pt x="2162" y="4271"/>
                    <a:pt x="2149" y="4305"/>
                  </a:cubicBezTo>
                  <a:cubicBezTo>
                    <a:pt x="2133" y="4378"/>
                    <a:pt x="2149" y="4378"/>
                    <a:pt x="2149" y="4378"/>
                  </a:cubicBezTo>
                  <a:cubicBezTo>
                    <a:pt x="2151" y="4379"/>
                    <a:pt x="2154" y="4380"/>
                    <a:pt x="2158" y="4380"/>
                  </a:cubicBezTo>
                  <a:cubicBezTo>
                    <a:pt x="2178" y="4380"/>
                    <a:pt x="2223" y="4369"/>
                    <a:pt x="2270" y="4369"/>
                  </a:cubicBezTo>
                  <a:cubicBezTo>
                    <a:pt x="2292" y="4369"/>
                    <a:pt x="2315" y="4371"/>
                    <a:pt x="2335" y="4378"/>
                  </a:cubicBezTo>
                  <a:cubicBezTo>
                    <a:pt x="2388" y="4397"/>
                    <a:pt x="2427" y="4409"/>
                    <a:pt x="2454" y="4409"/>
                  </a:cubicBezTo>
                  <a:cubicBezTo>
                    <a:pt x="2485" y="4409"/>
                    <a:pt x="2501" y="4393"/>
                    <a:pt x="2506" y="4354"/>
                  </a:cubicBezTo>
                  <a:cubicBezTo>
                    <a:pt x="2521" y="4327"/>
                    <a:pt x="2529" y="4312"/>
                    <a:pt x="2533" y="4312"/>
                  </a:cubicBezTo>
                  <a:cubicBezTo>
                    <a:pt x="2538" y="4312"/>
                    <a:pt x="2538" y="4329"/>
                    <a:pt x="2538" y="4362"/>
                  </a:cubicBezTo>
                  <a:cubicBezTo>
                    <a:pt x="2538" y="4435"/>
                    <a:pt x="2554" y="4435"/>
                    <a:pt x="2570" y="4443"/>
                  </a:cubicBezTo>
                  <a:cubicBezTo>
                    <a:pt x="2587" y="4443"/>
                    <a:pt x="2595" y="4443"/>
                    <a:pt x="2587" y="4516"/>
                  </a:cubicBezTo>
                  <a:cubicBezTo>
                    <a:pt x="2611" y="4451"/>
                    <a:pt x="2611" y="4451"/>
                    <a:pt x="2627" y="4451"/>
                  </a:cubicBezTo>
                  <a:cubicBezTo>
                    <a:pt x="2623" y="4484"/>
                    <a:pt x="2625" y="4500"/>
                    <a:pt x="2631" y="4500"/>
                  </a:cubicBezTo>
                  <a:cubicBezTo>
                    <a:pt x="2637" y="4500"/>
                    <a:pt x="2647" y="4484"/>
                    <a:pt x="2660" y="4451"/>
                  </a:cubicBezTo>
                  <a:cubicBezTo>
                    <a:pt x="2672" y="4387"/>
                    <a:pt x="2678" y="4355"/>
                    <a:pt x="2680" y="4355"/>
                  </a:cubicBezTo>
                  <a:lnTo>
                    <a:pt x="2680" y="4355"/>
                  </a:lnTo>
                  <a:cubicBezTo>
                    <a:pt x="2682" y="4355"/>
                    <a:pt x="2680" y="4389"/>
                    <a:pt x="2676" y="4459"/>
                  </a:cubicBezTo>
                  <a:cubicBezTo>
                    <a:pt x="2670" y="4505"/>
                    <a:pt x="2688" y="4555"/>
                    <a:pt x="2697" y="4555"/>
                  </a:cubicBezTo>
                  <a:cubicBezTo>
                    <a:pt x="2701" y="4555"/>
                    <a:pt x="2703" y="4546"/>
                    <a:pt x="2700" y="4524"/>
                  </a:cubicBezTo>
                  <a:cubicBezTo>
                    <a:pt x="2700" y="4459"/>
                    <a:pt x="2733" y="4459"/>
                    <a:pt x="2749" y="4394"/>
                  </a:cubicBezTo>
                  <a:cubicBezTo>
                    <a:pt x="2765" y="4394"/>
                    <a:pt x="2781" y="4394"/>
                    <a:pt x="2781" y="4467"/>
                  </a:cubicBezTo>
                  <a:cubicBezTo>
                    <a:pt x="2784" y="4486"/>
                    <a:pt x="2792" y="4494"/>
                    <a:pt x="2803" y="4494"/>
                  </a:cubicBezTo>
                  <a:cubicBezTo>
                    <a:pt x="2831" y="4494"/>
                    <a:pt x="2873" y="4448"/>
                    <a:pt x="2878" y="4403"/>
                  </a:cubicBezTo>
                  <a:cubicBezTo>
                    <a:pt x="2878" y="4366"/>
                    <a:pt x="2883" y="4348"/>
                    <a:pt x="2887" y="4348"/>
                  </a:cubicBezTo>
                  <a:cubicBezTo>
                    <a:pt x="2891" y="4348"/>
                    <a:pt x="2895" y="4366"/>
                    <a:pt x="2895" y="4403"/>
                  </a:cubicBezTo>
                  <a:cubicBezTo>
                    <a:pt x="2903" y="4467"/>
                    <a:pt x="2911" y="4467"/>
                    <a:pt x="2927" y="4467"/>
                  </a:cubicBezTo>
                  <a:cubicBezTo>
                    <a:pt x="2932" y="4446"/>
                    <a:pt x="2935" y="4437"/>
                    <a:pt x="2938" y="4437"/>
                  </a:cubicBezTo>
                  <a:cubicBezTo>
                    <a:pt x="2944" y="4437"/>
                    <a:pt x="2946" y="4487"/>
                    <a:pt x="2951" y="4532"/>
                  </a:cubicBezTo>
                  <a:cubicBezTo>
                    <a:pt x="2945" y="4587"/>
                    <a:pt x="2953" y="4601"/>
                    <a:pt x="2971" y="4601"/>
                  </a:cubicBezTo>
                  <a:cubicBezTo>
                    <a:pt x="2977" y="4601"/>
                    <a:pt x="2984" y="4599"/>
                    <a:pt x="2992" y="4597"/>
                  </a:cubicBezTo>
                  <a:cubicBezTo>
                    <a:pt x="3000" y="4532"/>
                    <a:pt x="3065" y="4532"/>
                    <a:pt x="3114" y="4524"/>
                  </a:cubicBezTo>
                  <a:cubicBezTo>
                    <a:pt x="3195" y="4516"/>
                    <a:pt x="3195" y="4443"/>
                    <a:pt x="3203" y="4305"/>
                  </a:cubicBezTo>
                  <a:lnTo>
                    <a:pt x="3195" y="4167"/>
                  </a:lnTo>
                  <a:lnTo>
                    <a:pt x="3219" y="4305"/>
                  </a:lnTo>
                  <a:cubicBezTo>
                    <a:pt x="3227" y="4370"/>
                    <a:pt x="3268" y="4500"/>
                    <a:pt x="3268" y="4500"/>
                  </a:cubicBezTo>
                  <a:lnTo>
                    <a:pt x="3268" y="4500"/>
                  </a:lnTo>
                  <a:cubicBezTo>
                    <a:pt x="3284" y="4500"/>
                    <a:pt x="3276" y="4435"/>
                    <a:pt x="3260" y="4362"/>
                  </a:cubicBezTo>
                  <a:cubicBezTo>
                    <a:pt x="3251" y="4329"/>
                    <a:pt x="3251" y="4312"/>
                    <a:pt x="3260" y="4312"/>
                  </a:cubicBezTo>
                  <a:cubicBezTo>
                    <a:pt x="3269" y="4312"/>
                    <a:pt x="3285" y="4327"/>
                    <a:pt x="3308" y="4354"/>
                  </a:cubicBezTo>
                  <a:cubicBezTo>
                    <a:pt x="3328" y="4385"/>
                    <a:pt x="3342" y="4402"/>
                    <a:pt x="3351" y="4402"/>
                  </a:cubicBezTo>
                  <a:cubicBezTo>
                    <a:pt x="3361" y="4402"/>
                    <a:pt x="3365" y="4383"/>
                    <a:pt x="3365" y="4346"/>
                  </a:cubicBezTo>
                  <a:cubicBezTo>
                    <a:pt x="3369" y="4344"/>
                    <a:pt x="3373" y="4342"/>
                    <a:pt x="3377" y="4342"/>
                  </a:cubicBezTo>
                  <a:cubicBezTo>
                    <a:pt x="3388" y="4342"/>
                    <a:pt x="3400" y="4355"/>
                    <a:pt x="3430" y="4403"/>
                  </a:cubicBezTo>
                  <a:cubicBezTo>
                    <a:pt x="3438" y="4394"/>
                    <a:pt x="3438" y="4394"/>
                    <a:pt x="3422" y="4330"/>
                  </a:cubicBezTo>
                  <a:cubicBezTo>
                    <a:pt x="3413" y="4296"/>
                    <a:pt x="3414" y="4280"/>
                    <a:pt x="3420" y="4280"/>
                  </a:cubicBezTo>
                  <a:lnTo>
                    <a:pt x="3420" y="4280"/>
                  </a:lnTo>
                  <a:cubicBezTo>
                    <a:pt x="3427" y="4280"/>
                    <a:pt x="3438" y="4294"/>
                    <a:pt x="3454" y="4322"/>
                  </a:cubicBezTo>
                  <a:cubicBezTo>
                    <a:pt x="3481" y="4392"/>
                    <a:pt x="3507" y="4419"/>
                    <a:pt x="3523" y="4419"/>
                  </a:cubicBezTo>
                  <a:cubicBezTo>
                    <a:pt x="3536" y="4419"/>
                    <a:pt x="3543" y="4400"/>
                    <a:pt x="3535" y="4370"/>
                  </a:cubicBezTo>
                  <a:cubicBezTo>
                    <a:pt x="3511" y="4305"/>
                    <a:pt x="3527" y="4305"/>
                    <a:pt x="3543" y="4297"/>
                  </a:cubicBezTo>
                  <a:cubicBezTo>
                    <a:pt x="3551" y="4297"/>
                    <a:pt x="3568" y="4289"/>
                    <a:pt x="3560" y="4224"/>
                  </a:cubicBezTo>
                  <a:lnTo>
                    <a:pt x="3592" y="4216"/>
                  </a:lnTo>
                  <a:cubicBezTo>
                    <a:pt x="3592" y="4216"/>
                    <a:pt x="3593" y="4215"/>
                    <a:pt x="3593" y="4215"/>
                  </a:cubicBezTo>
                  <a:cubicBezTo>
                    <a:pt x="3602" y="4215"/>
                    <a:pt x="3615" y="4273"/>
                    <a:pt x="3600" y="4281"/>
                  </a:cubicBezTo>
                  <a:lnTo>
                    <a:pt x="3641" y="4338"/>
                  </a:lnTo>
                  <a:cubicBezTo>
                    <a:pt x="3665" y="4330"/>
                    <a:pt x="3681" y="4322"/>
                    <a:pt x="3673" y="4257"/>
                  </a:cubicBezTo>
                  <a:cubicBezTo>
                    <a:pt x="3652" y="4191"/>
                    <a:pt x="3642" y="4158"/>
                    <a:pt x="3644" y="4158"/>
                  </a:cubicBezTo>
                  <a:lnTo>
                    <a:pt x="3644" y="4158"/>
                  </a:lnTo>
                  <a:cubicBezTo>
                    <a:pt x="3645" y="4158"/>
                    <a:pt x="3657" y="4189"/>
                    <a:pt x="3681" y="4249"/>
                  </a:cubicBezTo>
                  <a:cubicBezTo>
                    <a:pt x="3703" y="4293"/>
                    <a:pt x="3730" y="4334"/>
                    <a:pt x="3738" y="4334"/>
                  </a:cubicBezTo>
                  <a:cubicBezTo>
                    <a:pt x="3742" y="4334"/>
                    <a:pt x="3743" y="4326"/>
                    <a:pt x="3738" y="4305"/>
                  </a:cubicBezTo>
                  <a:cubicBezTo>
                    <a:pt x="3720" y="4243"/>
                    <a:pt x="3718" y="4220"/>
                    <a:pt x="3724" y="4220"/>
                  </a:cubicBezTo>
                  <a:lnTo>
                    <a:pt x="3724" y="4220"/>
                  </a:lnTo>
                  <a:cubicBezTo>
                    <a:pt x="3732" y="4220"/>
                    <a:pt x="3753" y="4254"/>
                    <a:pt x="3770" y="4289"/>
                  </a:cubicBezTo>
                  <a:cubicBezTo>
                    <a:pt x="3790" y="4352"/>
                    <a:pt x="3800" y="4384"/>
                    <a:pt x="3805" y="4384"/>
                  </a:cubicBezTo>
                  <a:cubicBezTo>
                    <a:pt x="3811" y="4384"/>
                    <a:pt x="3811" y="4348"/>
                    <a:pt x="3811" y="4273"/>
                  </a:cubicBezTo>
                  <a:cubicBezTo>
                    <a:pt x="3843" y="4257"/>
                    <a:pt x="3860" y="4167"/>
                    <a:pt x="3900" y="4151"/>
                  </a:cubicBezTo>
                  <a:cubicBezTo>
                    <a:pt x="3931" y="4133"/>
                    <a:pt x="3953" y="4121"/>
                    <a:pt x="3974" y="4121"/>
                  </a:cubicBezTo>
                  <a:cubicBezTo>
                    <a:pt x="3991" y="4121"/>
                    <a:pt x="4008" y="4129"/>
                    <a:pt x="4030" y="4151"/>
                  </a:cubicBezTo>
                  <a:cubicBezTo>
                    <a:pt x="4038" y="4163"/>
                    <a:pt x="4046" y="4174"/>
                    <a:pt x="4053" y="4183"/>
                  </a:cubicBezTo>
                  <a:lnTo>
                    <a:pt x="4053" y="4183"/>
                  </a:lnTo>
                  <a:cubicBezTo>
                    <a:pt x="3992" y="4093"/>
                    <a:pt x="4009" y="4084"/>
                    <a:pt x="4046" y="4062"/>
                  </a:cubicBezTo>
                  <a:lnTo>
                    <a:pt x="4046" y="4062"/>
                  </a:lnTo>
                  <a:cubicBezTo>
                    <a:pt x="4058" y="4068"/>
                    <a:pt x="4068" y="4070"/>
                    <a:pt x="4076" y="4070"/>
                  </a:cubicBezTo>
                  <a:cubicBezTo>
                    <a:pt x="4113" y="4070"/>
                    <a:pt x="4097" y="4011"/>
                    <a:pt x="4070" y="3957"/>
                  </a:cubicBezTo>
                  <a:lnTo>
                    <a:pt x="4046" y="3973"/>
                  </a:lnTo>
                  <a:cubicBezTo>
                    <a:pt x="3994" y="3905"/>
                    <a:pt x="3978" y="3877"/>
                    <a:pt x="3992" y="3877"/>
                  </a:cubicBezTo>
                  <a:cubicBezTo>
                    <a:pt x="3999" y="3877"/>
                    <a:pt x="4015" y="3886"/>
                    <a:pt x="4038" y="3900"/>
                  </a:cubicBezTo>
                  <a:cubicBezTo>
                    <a:pt x="4038" y="3899"/>
                    <a:pt x="4039" y="3899"/>
                    <a:pt x="4040" y="3899"/>
                  </a:cubicBezTo>
                  <a:cubicBezTo>
                    <a:pt x="4053" y="3899"/>
                    <a:pt x="4098" y="3944"/>
                    <a:pt x="4135" y="3989"/>
                  </a:cubicBezTo>
                  <a:cubicBezTo>
                    <a:pt x="4176" y="4037"/>
                    <a:pt x="4224" y="4074"/>
                    <a:pt x="4242" y="4074"/>
                  </a:cubicBezTo>
                  <a:cubicBezTo>
                    <a:pt x="4245" y="4074"/>
                    <a:pt x="4247" y="4073"/>
                    <a:pt x="4249" y="4070"/>
                  </a:cubicBezTo>
                  <a:cubicBezTo>
                    <a:pt x="4265" y="4062"/>
                    <a:pt x="4281" y="4054"/>
                    <a:pt x="4216" y="4013"/>
                  </a:cubicBezTo>
                  <a:cubicBezTo>
                    <a:pt x="4176" y="3965"/>
                    <a:pt x="4176" y="3965"/>
                    <a:pt x="4184" y="3957"/>
                  </a:cubicBezTo>
                  <a:cubicBezTo>
                    <a:pt x="4200" y="3940"/>
                    <a:pt x="4208" y="3932"/>
                    <a:pt x="4168" y="3876"/>
                  </a:cubicBezTo>
                  <a:cubicBezTo>
                    <a:pt x="4119" y="3827"/>
                    <a:pt x="4135" y="3819"/>
                    <a:pt x="4143" y="3811"/>
                  </a:cubicBezTo>
                  <a:lnTo>
                    <a:pt x="4143" y="3811"/>
                  </a:lnTo>
                  <a:cubicBezTo>
                    <a:pt x="4172" y="3827"/>
                    <a:pt x="4192" y="3831"/>
                    <a:pt x="4205" y="3831"/>
                  </a:cubicBezTo>
                  <a:cubicBezTo>
                    <a:pt x="4218" y="3831"/>
                    <a:pt x="4224" y="3827"/>
                    <a:pt x="4224" y="3827"/>
                  </a:cubicBezTo>
                  <a:lnTo>
                    <a:pt x="4273" y="3867"/>
                  </a:lnTo>
                  <a:cubicBezTo>
                    <a:pt x="4305" y="3900"/>
                    <a:pt x="4346" y="3932"/>
                    <a:pt x="4387" y="3949"/>
                  </a:cubicBezTo>
                  <a:cubicBezTo>
                    <a:pt x="4395" y="3940"/>
                    <a:pt x="4346" y="3892"/>
                    <a:pt x="4346" y="3892"/>
                  </a:cubicBezTo>
                  <a:cubicBezTo>
                    <a:pt x="4297" y="3851"/>
                    <a:pt x="4541" y="3567"/>
                    <a:pt x="4557" y="3527"/>
                  </a:cubicBezTo>
                  <a:cubicBezTo>
                    <a:pt x="4563" y="3528"/>
                    <a:pt x="4569" y="3528"/>
                    <a:pt x="4575" y="3528"/>
                  </a:cubicBezTo>
                  <a:cubicBezTo>
                    <a:pt x="4633" y="3528"/>
                    <a:pt x="4648" y="3492"/>
                    <a:pt x="4589" y="3470"/>
                  </a:cubicBezTo>
                  <a:cubicBezTo>
                    <a:pt x="4532" y="3438"/>
                    <a:pt x="4573" y="3373"/>
                    <a:pt x="4614" y="3292"/>
                  </a:cubicBezTo>
                  <a:cubicBezTo>
                    <a:pt x="4662" y="3203"/>
                    <a:pt x="4695" y="3130"/>
                    <a:pt x="4630" y="3105"/>
                  </a:cubicBezTo>
                  <a:lnTo>
                    <a:pt x="4646" y="3065"/>
                  </a:lnTo>
                  <a:cubicBezTo>
                    <a:pt x="4654" y="3040"/>
                    <a:pt x="4605" y="2992"/>
                    <a:pt x="4605" y="2976"/>
                  </a:cubicBezTo>
                  <a:cubicBezTo>
                    <a:pt x="4569" y="2957"/>
                    <a:pt x="4556" y="2947"/>
                    <a:pt x="4562" y="2947"/>
                  </a:cubicBezTo>
                  <a:lnTo>
                    <a:pt x="4562" y="2947"/>
                  </a:lnTo>
                  <a:cubicBezTo>
                    <a:pt x="4568" y="2947"/>
                    <a:pt x="4585" y="2953"/>
                    <a:pt x="4614" y="2968"/>
                  </a:cubicBezTo>
                  <a:cubicBezTo>
                    <a:pt x="4663" y="2980"/>
                    <a:pt x="4713" y="2997"/>
                    <a:pt x="4734" y="2997"/>
                  </a:cubicBezTo>
                  <a:cubicBezTo>
                    <a:pt x="4740" y="2997"/>
                    <a:pt x="4743" y="2996"/>
                    <a:pt x="4743" y="2992"/>
                  </a:cubicBezTo>
                  <a:cubicBezTo>
                    <a:pt x="4751" y="2959"/>
                    <a:pt x="4687" y="2943"/>
                    <a:pt x="4622" y="2927"/>
                  </a:cubicBezTo>
                  <a:cubicBezTo>
                    <a:pt x="4557" y="2911"/>
                    <a:pt x="4565" y="2895"/>
                    <a:pt x="4565" y="2895"/>
                  </a:cubicBezTo>
                  <a:cubicBezTo>
                    <a:pt x="4565" y="2887"/>
                    <a:pt x="4565" y="2883"/>
                    <a:pt x="4571" y="2883"/>
                  </a:cubicBezTo>
                  <a:cubicBezTo>
                    <a:pt x="4578" y="2883"/>
                    <a:pt x="4594" y="2889"/>
                    <a:pt x="4630" y="2903"/>
                  </a:cubicBezTo>
                  <a:lnTo>
                    <a:pt x="4759" y="2935"/>
                  </a:lnTo>
                  <a:lnTo>
                    <a:pt x="4768" y="2919"/>
                  </a:lnTo>
                  <a:cubicBezTo>
                    <a:pt x="4703" y="2903"/>
                    <a:pt x="4703" y="2886"/>
                    <a:pt x="4703" y="2886"/>
                  </a:cubicBezTo>
                  <a:cubicBezTo>
                    <a:pt x="4706" y="2883"/>
                    <a:pt x="4708" y="2882"/>
                    <a:pt x="4715" y="2882"/>
                  </a:cubicBezTo>
                  <a:cubicBezTo>
                    <a:pt x="4728" y="2882"/>
                    <a:pt x="4758" y="2887"/>
                    <a:pt x="4841" y="2903"/>
                  </a:cubicBezTo>
                  <a:cubicBezTo>
                    <a:pt x="4888" y="2915"/>
                    <a:pt x="4919" y="2920"/>
                    <a:pt x="4933" y="2920"/>
                  </a:cubicBezTo>
                  <a:cubicBezTo>
                    <a:pt x="4958" y="2920"/>
                    <a:pt x="4931" y="2904"/>
                    <a:pt x="4849" y="2878"/>
                  </a:cubicBezTo>
                  <a:lnTo>
                    <a:pt x="4792" y="2830"/>
                  </a:lnTo>
                  <a:lnTo>
                    <a:pt x="4792" y="2830"/>
                  </a:lnTo>
                  <a:cubicBezTo>
                    <a:pt x="4809" y="2832"/>
                    <a:pt x="4822" y="2833"/>
                    <a:pt x="4831" y="2833"/>
                  </a:cubicBezTo>
                  <a:cubicBezTo>
                    <a:pt x="4899" y="2833"/>
                    <a:pt x="4792" y="2786"/>
                    <a:pt x="4735" y="2765"/>
                  </a:cubicBezTo>
                  <a:lnTo>
                    <a:pt x="4735" y="2765"/>
                  </a:lnTo>
                  <a:cubicBezTo>
                    <a:pt x="4758" y="2766"/>
                    <a:pt x="4777" y="2767"/>
                    <a:pt x="4793" y="2767"/>
                  </a:cubicBezTo>
                  <a:cubicBezTo>
                    <a:pt x="4869" y="2767"/>
                    <a:pt x="4851" y="2750"/>
                    <a:pt x="4743" y="2716"/>
                  </a:cubicBezTo>
                  <a:cubicBezTo>
                    <a:pt x="4678" y="2708"/>
                    <a:pt x="4678" y="2700"/>
                    <a:pt x="4751" y="2692"/>
                  </a:cubicBezTo>
                  <a:cubicBezTo>
                    <a:pt x="4816" y="2684"/>
                    <a:pt x="4824" y="2668"/>
                    <a:pt x="4824" y="2643"/>
                  </a:cubicBezTo>
                  <a:cubicBezTo>
                    <a:pt x="4759" y="2619"/>
                    <a:pt x="4768" y="2530"/>
                    <a:pt x="4776" y="2392"/>
                  </a:cubicBezTo>
                  <a:cubicBezTo>
                    <a:pt x="4776" y="2246"/>
                    <a:pt x="4784" y="2157"/>
                    <a:pt x="4711" y="2157"/>
                  </a:cubicBezTo>
                  <a:cubicBezTo>
                    <a:pt x="4711" y="2141"/>
                    <a:pt x="4711" y="2141"/>
                    <a:pt x="4784" y="2124"/>
                  </a:cubicBezTo>
                  <a:cubicBezTo>
                    <a:pt x="4849" y="2124"/>
                    <a:pt x="4849" y="2108"/>
                    <a:pt x="4711" y="2100"/>
                  </a:cubicBezTo>
                  <a:cubicBezTo>
                    <a:pt x="4678" y="2096"/>
                    <a:pt x="4644" y="2096"/>
                    <a:pt x="4635" y="2096"/>
                  </a:cubicBezTo>
                  <a:cubicBezTo>
                    <a:pt x="4626" y="2096"/>
                    <a:pt x="4642" y="2096"/>
                    <a:pt x="4711" y="2092"/>
                  </a:cubicBezTo>
                  <a:cubicBezTo>
                    <a:pt x="4776" y="2084"/>
                    <a:pt x="4776" y="2051"/>
                    <a:pt x="4776" y="1995"/>
                  </a:cubicBezTo>
                  <a:cubicBezTo>
                    <a:pt x="4768" y="1958"/>
                    <a:pt x="4768" y="1903"/>
                    <a:pt x="4716" y="1903"/>
                  </a:cubicBezTo>
                  <a:cubicBezTo>
                    <a:pt x="4709" y="1903"/>
                    <a:pt x="4702" y="1904"/>
                    <a:pt x="4695" y="1905"/>
                  </a:cubicBezTo>
                  <a:cubicBezTo>
                    <a:pt x="4622" y="1889"/>
                    <a:pt x="4622" y="1889"/>
                    <a:pt x="4695" y="1889"/>
                  </a:cubicBezTo>
                  <a:cubicBezTo>
                    <a:pt x="4832" y="1881"/>
                    <a:pt x="4889" y="1792"/>
                    <a:pt x="4743" y="1776"/>
                  </a:cubicBezTo>
                  <a:cubicBezTo>
                    <a:pt x="4743" y="1759"/>
                    <a:pt x="4735" y="1743"/>
                    <a:pt x="4800" y="1727"/>
                  </a:cubicBezTo>
                  <a:cubicBezTo>
                    <a:pt x="4800" y="1719"/>
                    <a:pt x="4800" y="1703"/>
                    <a:pt x="4719" y="1678"/>
                  </a:cubicBezTo>
                  <a:cubicBezTo>
                    <a:pt x="4719" y="1662"/>
                    <a:pt x="4703" y="1605"/>
                    <a:pt x="4695" y="1573"/>
                  </a:cubicBezTo>
                  <a:cubicBezTo>
                    <a:pt x="4687" y="1549"/>
                    <a:pt x="4614" y="1541"/>
                    <a:pt x="4614" y="1541"/>
                  </a:cubicBezTo>
                  <a:lnTo>
                    <a:pt x="4605" y="1524"/>
                  </a:lnTo>
                  <a:cubicBezTo>
                    <a:pt x="4670" y="1500"/>
                    <a:pt x="4646" y="1435"/>
                    <a:pt x="4605" y="1338"/>
                  </a:cubicBezTo>
                  <a:cubicBezTo>
                    <a:pt x="4557" y="1241"/>
                    <a:pt x="4516" y="1159"/>
                    <a:pt x="4565" y="1111"/>
                  </a:cubicBezTo>
                  <a:cubicBezTo>
                    <a:pt x="4565" y="1111"/>
                    <a:pt x="4564" y="1110"/>
                    <a:pt x="4558" y="1110"/>
                  </a:cubicBezTo>
                  <a:cubicBezTo>
                    <a:pt x="4549" y="1110"/>
                    <a:pt x="4531" y="1112"/>
                    <a:pt x="4492" y="1127"/>
                  </a:cubicBezTo>
                  <a:cubicBezTo>
                    <a:pt x="4433" y="1154"/>
                    <a:pt x="4401" y="1167"/>
                    <a:pt x="4389" y="1167"/>
                  </a:cubicBezTo>
                  <a:cubicBezTo>
                    <a:pt x="4376" y="1167"/>
                    <a:pt x="4386" y="1152"/>
                    <a:pt x="4411" y="1127"/>
                  </a:cubicBezTo>
                  <a:cubicBezTo>
                    <a:pt x="4483" y="1066"/>
                    <a:pt x="4490" y="1021"/>
                    <a:pt x="4450" y="1021"/>
                  </a:cubicBezTo>
                  <a:cubicBezTo>
                    <a:pt x="4431" y="1021"/>
                    <a:pt x="4401" y="1031"/>
                    <a:pt x="4362" y="1054"/>
                  </a:cubicBezTo>
                  <a:lnTo>
                    <a:pt x="4419" y="1014"/>
                  </a:lnTo>
                  <a:cubicBezTo>
                    <a:pt x="4471" y="961"/>
                    <a:pt x="4472" y="937"/>
                    <a:pt x="4444" y="937"/>
                  </a:cubicBezTo>
                  <a:cubicBezTo>
                    <a:pt x="4420" y="937"/>
                    <a:pt x="4374" y="955"/>
                    <a:pt x="4322" y="989"/>
                  </a:cubicBezTo>
                  <a:cubicBezTo>
                    <a:pt x="4354" y="951"/>
                    <a:pt x="4386" y="907"/>
                    <a:pt x="4369" y="907"/>
                  </a:cubicBezTo>
                  <a:cubicBezTo>
                    <a:pt x="4365" y="907"/>
                    <a:pt x="4358" y="910"/>
                    <a:pt x="4346" y="916"/>
                  </a:cubicBezTo>
                  <a:cubicBezTo>
                    <a:pt x="4338" y="900"/>
                    <a:pt x="4338" y="900"/>
                    <a:pt x="4435" y="811"/>
                  </a:cubicBezTo>
                  <a:cubicBezTo>
                    <a:pt x="4492" y="770"/>
                    <a:pt x="4541" y="722"/>
                    <a:pt x="4532" y="714"/>
                  </a:cubicBezTo>
                  <a:cubicBezTo>
                    <a:pt x="4530" y="711"/>
                    <a:pt x="4527" y="710"/>
                    <a:pt x="4524" y="710"/>
                  </a:cubicBezTo>
                  <a:cubicBezTo>
                    <a:pt x="4503" y="710"/>
                    <a:pt x="4461" y="751"/>
                    <a:pt x="4419" y="787"/>
                  </a:cubicBezTo>
                  <a:lnTo>
                    <a:pt x="4395" y="762"/>
                  </a:lnTo>
                  <a:cubicBezTo>
                    <a:pt x="4395" y="762"/>
                    <a:pt x="4394" y="762"/>
                    <a:pt x="4393" y="762"/>
                  </a:cubicBezTo>
                  <a:cubicBezTo>
                    <a:pt x="4388" y="762"/>
                    <a:pt x="4374" y="766"/>
                    <a:pt x="4338" y="803"/>
                  </a:cubicBezTo>
                  <a:cubicBezTo>
                    <a:pt x="4309" y="827"/>
                    <a:pt x="4292" y="834"/>
                    <a:pt x="4281" y="834"/>
                  </a:cubicBezTo>
                  <a:cubicBezTo>
                    <a:pt x="4273" y="834"/>
                    <a:pt x="4268" y="830"/>
                    <a:pt x="4265" y="827"/>
                  </a:cubicBezTo>
                  <a:cubicBezTo>
                    <a:pt x="4281" y="811"/>
                    <a:pt x="4286" y="803"/>
                    <a:pt x="4283" y="803"/>
                  </a:cubicBezTo>
                  <a:lnTo>
                    <a:pt x="4283" y="803"/>
                  </a:lnTo>
                  <a:cubicBezTo>
                    <a:pt x="4277" y="803"/>
                    <a:pt x="4243" y="830"/>
                    <a:pt x="4216" y="868"/>
                  </a:cubicBezTo>
                  <a:cubicBezTo>
                    <a:pt x="4171" y="913"/>
                    <a:pt x="4126" y="958"/>
                    <a:pt x="4113" y="958"/>
                  </a:cubicBezTo>
                  <a:cubicBezTo>
                    <a:pt x="4112" y="958"/>
                    <a:pt x="4111" y="957"/>
                    <a:pt x="4111" y="957"/>
                  </a:cubicBezTo>
                  <a:lnTo>
                    <a:pt x="4014" y="1054"/>
                  </a:lnTo>
                  <a:cubicBezTo>
                    <a:pt x="3949" y="1111"/>
                    <a:pt x="3884" y="1184"/>
                    <a:pt x="3835" y="1257"/>
                  </a:cubicBezTo>
                  <a:cubicBezTo>
                    <a:pt x="3819" y="1310"/>
                    <a:pt x="3796" y="1357"/>
                    <a:pt x="3812" y="1357"/>
                  </a:cubicBezTo>
                  <a:cubicBezTo>
                    <a:pt x="3821" y="1357"/>
                    <a:pt x="3840" y="1344"/>
                    <a:pt x="3876" y="1314"/>
                  </a:cubicBezTo>
                  <a:cubicBezTo>
                    <a:pt x="3876" y="1314"/>
                    <a:pt x="3921" y="1288"/>
                    <a:pt x="3936" y="1288"/>
                  </a:cubicBezTo>
                  <a:cubicBezTo>
                    <a:pt x="3938" y="1288"/>
                    <a:pt x="3940" y="1288"/>
                    <a:pt x="3941" y="1289"/>
                  </a:cubicBezTo>
                  <a:cubicBezTo>
                    <a:pt x="3949" y="1297"/>
                    <a:pt x="3900" y="1346"/>
                    <a:pt x="3900" y="1346"/>
                  </a:cubicBezTo>
                  <a:cubicBezTo>
                    <a:pt x="3851" y="1387"/>
                    <a:pt x="3876" y="1419"/>
                    <a:pt x="3900" y="1459"/>
                  </a:cubicBezTo>
                  <a:cubicBezTo>
                    <a:pt x="3924" y="1508"/>
                    <a:pt x="3941" y="1541"/>
                    <a:pt x="3884" y="1581"/>
                  </a:cubicBezTo>
                  <a:cubicBezTo>
                    <a:pt x="3835" y="1622"/>
                    <a:pt x="3835" y="1630"/>
                    <a:pt x="3835" y="1630"/>
                  </a:cubicBezTo>
                  <a:cubicBezTo>
                    <a:pt x="3848" y="1623"/>
                    <a:pt x="3859" y="1619"/>
                    <a:pt x="3869" y="1619"/>
                  </a:cubicBezTo>
                  <a:cubicBezTo>
                    <a:pt x="3906" y="1619"/>
                    <a:pt x="3930" y="1660"/>
                    <a:pt x="3949" y="1711"/>
                  </a:cubicBezTo>
                  <a:cubicBezTo>
                    <a:pt x="3969" y="1766"/>
                    <a:pt x="3984" y="1821"/>
                    <a:pt x="4028" y="1821"/>
                  </a:cubicBezTo>
                  <a:cubicBezTo>
                    <a:pt x="4036" y="1821"/>
                    <a:pt x="4045" y="1820"/>
                    <a:pt x="4054" y="1816"/>
                  </a:cubicBezTo>
                  <a:lnTo>
                    <a:pt x="4062" y="1832"/>
                  </a:lnTo>
                  <a:cubicBezTo>
                    <a:pt x="3997" y="1857"/>
                    <a:pt x="3997" y="1873"/>
                    <a:pt x="4005" y="1897"/>
                  </a:cubicBezTo>
                  <a:cubicBezTo>
                    <a:pt x="4070" y="1897"/>
                    <a:pt x="4078" y="1914"/>
                    <a:pt x="4078" y="1914"/>
                  </a:cubicBezTo>
                  <a:cubicBezTo>
                    <a:pt x="4014" y="1930"/>
                    <a:pt x="4014" y="1938"/>
                    <a:pt x="4014" y="1954"/>
                  </a:cubicBezTo>
                  <a:cubicBezTo>
                    <a:pt x="4019" y="1970"/>
                    <a:pt x="4021" y="1979"/>
                    <a:pt x="4039" y="1979"/>
                  </a:cubicBezTo>
                  <a:cubicBezTo>
                    <a:pt x="4049" y="1979"/>
                    <a:pt x="4064" y="1976"/>
                    <a:pt x="4087" y="1970"/>
                  </a:cubicBezTo>
                  <a:lnTo>
                    <a:pt x="4087" y="1970"/>
                  </a:lnTo>
                  <a:cubicBezTo>
                    <a:pt x="4095" y="2019"/>
                    <a:pt x="4070" y="2059"/>
                    <a:pt x="4030" y="2084"/>
                  </a:cubicBezTo>
                  <a:cubicBezTo>
                    <a:pt x="3965" y="2100"/>
                    <a:pt x="4030" y="2100"/>
                    <a:pt x="4095" y="2100"/>
                  </a:cubicBezTo>
                  <a:cubicBezTo>
                    <a:pt x="4116" y="2098"/>
                    <a:pt x="4137" y="2097"/>
                    <a:pt x="4155" y="2097"/>
                  </a:cubicBezTo>
                  <a:cubicBezTo>
                    <a:pt x="4200" y="2097"/>
                    <a:pt x="4232" y="2102"/>
                    <a:pt x="4232" y="2108"/>
                  </a:cubicBezTo>
                  <a:lnTo>
                    <a:pt x="4103" y="2124"/>
                  </a:lnTo>
                  <a:cubicBezTo>
                    <a:pt x="4073" y="2121"/>
                    <a:pt x="4055" y="2119"/>
                    <a:pt x="4044" y="2119"/>
                  </a:cubicBezTo>
                  <a:cubicBezTo>
                    <a:pt x="4030" y="2119"/>
                    <a:pt x="4030" y="2123"/>
                    <a:pt x="4030" y="2132"/>
                  </a:cubicBezTo>
                  <a:lnTo>
                    <a:pt x="4030" y="2149"/>
                  </a:lnTo>
                  <a:cubicBezTo>
                    <a:pt x="4095" y="2157"/>
                    <a:pt x="4095" y="2165"/>
                    <a:pt x="4095" y="2295"/>
                  </a:cubicBezTo>
                  <a:cubicBezTo>
                    <a:pt x="4087" y="2436"/>
                    <a:pt x="4087" y="2482"/>
                    <a:pt x="4144" y="2482"/>
                  </a:cubicBezTo>
                  <a:cubicBezTo>
                    <a:pt x="4148" y="2482"/>
                    <a:pt x="4154" y="2482"/>
                    <a:pt x="4160" y="2481"/>
                  </a:cubicBezTo>
                  <a:cubicBezTo>
                    <a:pt x="4224" y="2481"/>
                    <a:pt x="4224" y="2489"/>
                    <a:pt x="4151" y="2522"/>
                  </a:cubicBezTo>
                  <a:cubicBezTo>
                    <a:pt x="3941" y="2562"/>
                    <a:pt x="3941" y="2554"/>
                    <a:pt x="4005" y="2570"/>
                  </a:cubicBezTo>
                  <a:cubicBezTo>
                    <a:pt x="4020" y="2568"/>
                    <a:pt x="4034" y="2567"/>
                    <a:pt x="4048" y="2567"/>
                  </a:cubicBezTo>
                  <a:cubicBezTo>
                    <a:pt x="4082" y="2567"/>
                    <a:pt x="4115" y="2573"/>
                    <a:pt x="4143" y="2578"/>
                  </a:cubicBezTo>
                  <a:cubicBezTo>
                    <a:pt x="4255" y="2585"/>
                    <a:pt x="4276" y="2597"/>
                    <a:pt x="4207" y="2597"/>
                  </a:cubicBezTo>
                  <a:cubicBezTo>
                    <a:pt x="4191" y="2597"/>
                    <a:pt x="4170" y="2596"/>
                    <a:pt x="4143" y="2595"/>
                  </a:cubicBezTo>
                  <a:cubicBezTo>
                    <a:pt x="4136" y="2594"/>
                    <a:pt x="4129" y="2593"/>
                    <a:pt x="4122" y="2593"/>
                  </a:cubicBezTo>
                  <a:cubicBezTo>
                    <a:pt x="4010" y="2593"/>
                    <a:pt x="4053" y="2718"/>
                    <a:pt x="4176" y="2757"/>
                  </a:cubicBezTo>
                  <a:cubicBezTo>
                    <a:pt x="4159" y="2753"/>
                    <a:pt x="4138" y="2747"/>
                    <a:pt x="4111" y="2740"/>
                  </a:cubicBezTo>
                  <a:cubicBezTo>
                    <a:pt x="4088" y="2735"/>
                    <a:pt x="4072" y="2733"/>
                    <a:pt x="4061" y="2733"/>
                  </a:cubicBezTo>
                  <a:cubicBezTo>
                    <a:pt x="4037" y="2733"/>
                    <a:pt x="4035" y="2745"/>
                    <a:pt x="4030" y="2773"/>
                  </a:cubicBezTo>
                  <a:lnTo>
                    <a:pt x="4022" y="2797"/>
                  </a:lnTo>
                  <a:cubicBezTo>
                    <a:pt x="4120" y="2828"/>
                    <a:pt x="4092" y="2854"/>
                    <a:pt x="4045" y="2854"/>
                  </a:cubicBezTo>
                  <a:cubicBezTo>
                    <a:pt x="4030" y="2854"/>
                    <a:pt x="4013" y="2852"/>
                    <a:pt x="3997" y="2846"/>
                  </a:cubicBezTo>
                  <a:cubicBezTo>
                    <a:pt x="3965" y="2838"/>
                    <a:pt x="3949" y="2834"/>
                    <a:pt x="3940" y="2834"/>
                  </a:cubicBezTo>
                  <a:cubicBezTo>
                    <a:pt x="3930" y="2834"/>
                    <a:pt x="3928" y="2838"/>
                    <a:pt x="3924" y="2846"/>
                  </a:cubicBezTo>
                  <a:cubicBezTo>
                    <a:pt x="4005" y="2898"/>
                    <a:pt x="3988" y="2925"/>
                    <a:pt x="3948" y="2925"/>
                  </a:cubicBezTo>
                  <a:cubicBezTo>
                    <a:pt x="3931" y="2925"/>
                    <a:pt x="3911" y="2920"/>
                    <a:pt x="3892" y="2911"/>
                  </a:cubicBezTo>
                  <a:lnTo>
                    <a:pt x="3884" y="2927"/>
                  </a:lnTo>
                  <a:cubicBezTo>
                    <a:pt x="3941" y="2959"/>
                    <a:pt x="3932" y="2984"/>
                    <a:pt x="3924" y="2992"/>
                  </a:cubicBezTo>
                  <a:cubicBezTo>
                    <a:pt x="3916" y="3016"/>
                    <a:pt x="3908" y="3024"/>
                    <a:pt x="3973" y="3049"/>
                  </a:cubicBezTo>
                  <a:cubicBezTo>
                    <a:pt x="4030" y="3081"/>
                    <a:pt x="4095" y="3113"/>
                    <a:pt x="4087" y="3122"/>
                  </a:cubicBezTo>
                  <a:lnTo>
                    <a:pt x="4030" y="3089"/>
                  </a:lnTo>
                  <a:cubicBezTo>
                    <a:pt x="4008" y="3078"/>
                    <a:pt x="3992" y="3074"/>
                    <a:pt x="3979" y="3074"/>
                  </a:cubicBezTo>
                  <a:cubicBezTo>
                    <a:pt x="3953" y="3074"/>
                    <a:pt x="3941" y="3092"/>
                    <a:pt x="3924" y="3113"/>
                  </a:cubicBezTo>
                  <a:cubicBezTo>
                    <a:pt x="3908" y="3141"/>
                    <a:pt x="3895" y="3161"/>
                    <a:pt x="3869" y="3161"/>
                  </a:cubicBezTo>
                  <a:cubicBezTo>
                    <a:pt x="3856" y="3161"/>
                    <a:pt x="3840" y="3156"/>
                    <a:pt x="3819" y="3146"/>
                  </a:cubicBezTo>
                  <a:lnTo>
                    <a:pt x="3819" y="3146"/>
                  </a:lnTo>
                  <a:lnTo>
                    <a:pt x="3868" y="3195"/>
                  </a:lnTo>
                  <a:cubicBezTo>
                    <a:pt x="3900" y="3222"/>
                    <a:pt x="3911" y="3237"/>
                    <a:pt x="3905" y="3237"/>
                  </a:cubicBezTo>
                  <a:cubicBezTo>
                    <a:pt x="3899" y="3237"/>
                    <a:pt x="3884" y="3228"/>
                    <a:pt x="3860" y="3211"/>
                  </a:cubicBezTo>
                  <a:cubicBezTo>
                    <a:pt x="3842" y="3202"/>
                    <a:pt x="3827" y="3198"/>
                    <a:pt x="3816" y="3198"/>
                  </a:cubicBezTo>
                  <a:cubicBezTo>
                    <a:pt x="3786" y="3198"/>
                    <a:pt x="3781" y="3226"/>
                    <a:pt x="3811" y="3267"/>
                  </a:cubicBezTo>
                  <a:lnTo>
                    <a:pt x="3795" y="3284"/>
                  </a:lnTo>
                  <a:cubicBezTo>
                    <a:pt x="3748" y="3250"/>
                    <a:pt x="3718" y="3235"/>
                    <a:pt x="3705" y="3235"/>
                  </a:cubicBezTo>
                  <a:cubicBezTo>
                    <a:pt x="3687" y="3235"/>
                    <a:pt x="3705" y="3267"/>
                    <a:pt x="3762" y="3324"/>
                  </a:cubicBezTo>
                  <a:cubicBezTo>
                    <a:pt x="3727" y="3294"/>
                    <a:pt x="3710" y="3286"/>
                    <a:pt x="3701" y="3286"/>
                  </a:cubicBezTo>
                  <a:cubicBezTo>
                    <a:pt x="3695" y="3286"/>
                    <a:pt x="3692" y="3289"/>
                    <a:pt x="3689" y="3292"/>
                  </a:cubicBezTo>
                  <a:cubicBezTo>
                    <a:pt x="3710" y="3333"/>
                    <a:pt x="3708" y="3358"/>
                    <a:pt x="3690" y="3358"/>
                  </a:cubicBezTo>
                  <a:cubicBezTo>
                    <a:pt x="3681" y="3358"/>
                    <a:pt x="3666" y="3350"/>
                    <a:pt x="3649" y="3332"/>
                  </a:cubicBezTo>
                  <a:lnTo>
                    <a:pt x="3649" y="3332"/>
                  </a:lnTo>
                  <a:cubicBezTo>
                    <a:pt x="3689" y="3389"/>
                    <a:pt x="3689" y="3397"/>
                    <a:pt x="3681" y="3397"/>
                  </a:cubicBezTo>
                  <a:cubicBezTo>
                    <a:pt x="3673" y="3405"/>
                    <a:pt x="3665" y="3405"/>
                    <a:pt x="3705" y="3462"/>
                  </a:cubicBezTo>
                  <a:cubicBezTo>
                    <a:pt x="3746" y="3519"/>
                    <a:pt x="3738" y="3527"/>
                    <a:pt x="3738" y="3527"/>
                  </a:cubicBezTo>
                  <a:cubicBezTo>
                    <a:pt x="3737" y="3527"/>
                    <a:pt x="3737" y="3528"/>
                    <a:pt x="3736" y="3528"/>
                  </a:cubicBezTo>
                  <a:cubicBezTo>
                    <a:pt x="3726" y="3528"/>
                    <a:pt x="3695" y="3467"/>
                    <a:pt x="3657" y="3413"/>
                  </a:cubicBezTo>
                  <a:cubicBezTo>
                    <a:pt x="3642" y="3393"/>
                    <a:pt x="3631" y="3382"/>
                    <a:pt x="3627" y="3382"/>
                  </a:cubicBezTo>
                  <a:lnTo>
                    <a:pt x="3627" y="3382"/>
                  </a:lnTo>
                  <a:cubicBezTo>
                    <a:pt x="3620" y="3382"/>
                    <a:pt x="3632" y="3414"/>
                    <a:pt x="3673" y="3486"/>
                  </a:cubicBezTo>
                  <a:cubicBezTo>
                    <a:pt x="3706" y="3548"/>
                    <a:pt x="3722" y="3579"/>
                    <a:pt x="3721" y="3579"/>
                  </a:cubicBezTo>
                  <a:cubicBezTo>
                    <a:pt x="3719" y="3579"/>
                    <a:pt x="3701" y="3550"/>
                    <a:pt x="3665" y="3495"/>
                  </a:cubicBezTo>
                  <a:cubicBezTo>
                    <a:pt x="3642" y="3454"/>
                    <a:pt x="3615" y="3414"/>
                    <a:pt x="3613" y="3414"/>
                  </a:cubicBezTo>
                  <a:lnTo>
                    <a:pt x="3613" y="3414"/>
                  </a:lnTo>
                  <a:cubicBezTo>
                    <a:pt x="3612" y="3414"/>
                    <a:pt x="3615" y="3421"/>
                    <a:pt x="3624" y="3438"/>
                  </a:cubicBezTo>
                  <a:cubicBezTo>
                    <a:pt x="3624" y="3438"/>
                    <a:pt x="3608" y="3446"/>
                    <a:pt x="3657" y="3503"/>
                  </a:cubicBezTo>
                  <a:lnTo>
                    <a:pt x="3633" y="3519"/>
                  </a:lnTo>
                  <a:cubicBezTo>
                    <a:pt x="3592" y="3484"/>
                    <a:pt x="3576" y="3474"/>
                    <a:pt x="3571" y="3474"/>
                  </a:cubicBezTo>
                  <a:cubicBezTo>
                    <a:pt x="3568" y="3474"/>
                    <a:pt x="3568" y="3476"/>
                    <a:pt x="3568" y="3478"/>
                  </a:cubicBezTo>
                  <a:cubicBezTo>
                    <a:pt x="3580" y="3512"/>
                    <a:pt x="3586" y="3528"/>
                    <a:pt x="3584" y="3528"/>
                  </a:cubicBezTo>
                  <a:cubicBezTo>
                    <a:pt x="3581" y="3528"/>
                    <a:pt x="3571" y="3514"/>
                    <a:pt x="3551" y="3486"/>
                  </a:cubicBezTo>
                  <a:cubicBezTo>
                    <a:pt x="3535" y="3463"/>
                    <a:pt x="3524" y="3450"/>
                    <a:pt x="3521" y="3450"/>
                  </a:cubicBezTo>
                  <a:lnTo>
                    <a:pt x="3521" y="3450"/>
                  </a:lnTo>
                  <a:cubicBezTo>
                    <a:pt x="3518" y="3450"/>
                    <a:pt x="3532" y="3479"/>
                    <a:pt x="3576" y="3551"/>
                  </a:cubicBezTo>
                  <a:cubicBezTo>
                    <a:pt x="3593" y="3582"/>
                    <a:pt x="3599" y="3598"/>
                    <a:pt x="3593" y="3598"/>
                  </a:cubicBezTo>
                  <a:cubicBezTo>
                    <a:pt x="3588" y="3598"/>
                    <a:pt x="3574" y="3586"/>
                    <a:pt x="3551" y="3559"/>
                  </a:cubicBezTo>
                  <a:cubicBezTo>
                    <a:pt x="3513" y="3493"/>
                    <a:pt x="3495" y="3465"/>
                    <a:pt x="3493" y="3465"/>
                  </a:cubicBezTo>
                  <a:lnTo>
                    <a:pt x="3493" y="3465"/>
                  </a:lnTo>
                  <a:cubicBezTo>
                    <a:pt x="3491" y="3465"/>
                    <a:pt x="3497" y="3479"/>
                    <a:pt x="3511" y="3503"/>
                  </a:cubicBezTo>
                  <a:cubicBezTo>
                    <a:pt x="3543" y="3567"/>
                    <a:pt x="3527" y="3576"/>
                    <a:pt x="3527" y="3576"/>
                  </a:cubicBezTo>
                  <a:cubicBezTo>
                    <a:pt x="3514" y="3550"/>
                    <a:pt x="3496" y="3541"/>
                    <a:pt x="3474" y="3541"/>
                  </a:cubicBezTo>
                  <a:cubicBezTo>
                    <a:pt x="3440" y="3541"/>
                    <a:pt x="3397" y="3561"/>
                    <a:pt x="3349" y="3576"/>
                  </a:cubicBezTo>
                  <a:cubicBezTo>
                    <a:pt x="3349" y="3624"/>
                    <a:pt x="3357" y="3665"/>
                    <a:pt x="3373" y="3705"/>
                  </a:cubicBezTo>
                  <a:cubicBezTo>
                    <a:pt x="3394" y="3761"/>
                    <a:pt x="3401" y="3781"/>
                    <a:pt x="3400" y="3781"/>
                  </a:cubicBezTo>
                  <a:cubicBezTo>
                    <a:pt x="3399" y="3781"/>
                    <a:pt x="3383" y="3746"/>
                    <a:pt x="3365" y="3713"/>
                  </a:cubicBezTo>
                  <a:cubicBezTo>
                    <a:pt x="3325" y="3617"/>
                    <a:pt x="3301" y="3571"/>
                    <a:pt x="3295" y="3571"/>
                  </a:cubicBezTo>
                  <a:lnTo>
                    <a:pt x="3295" y="3571"/>
                  </a:lnTo>
                  <a:cubicBezTo>
                    <a:pt x="3290" y="3571"/>
                    <a:pt x="3304" y="3619"/>
                    <a:pt x="3341" y="3713"/>
                  </a:cubicBezTo>
                  <a:cubicBezTo>
                    <a:pt x="3369" y="3779"/>
                    <a:pt x="3384" y="3812"/>
                    <a:pt x="3382" y="3812"/>
                  </a:cubicBezTo>
                  <a:cubicBezTo>
                    <a:pt x="3381" y="3812"/>
                    <a:pt x="3364" y="3781"/>
                    <a:pt x="3333" y="3722"/>
                  </a:cubicBezTo>
                  <a:cubicBezTo>
                    <a:pt x="3317" y="3690"/>
                    <a:pt x="3309" y="3674"/>
                    <a:pt x="3306" y="3674"/>
                  </a:cubicBezTo>
                  <a:lnTo>
                    <a:pt x="3306" y="3674"/>
                  </a:lnTo>
                  <a:cubicBezTo>
                    <a:pt x="3304" y="3674"/>
                    <a:pt x="3308" y="3692"/>
                    <a:pt x="3316" y="3730"/>
                  </a:cubicBezTo>
                  <a:cubicBezTo>
                    <a:pt x="3324" y="3762"/>
                    <a:pt x="3326" y="3778"/>
                    <a:pt x="3323" y="3778"/>
                  </a:cubicBezTo>
                  <a:cubicBezTo>
                    <a:pt x="3320" y="3778"/>
                    <a:pt x="3312" y="3762"/>
                    <a:pt x="3300" y="3730"/>
                  </a:cubicBezTo>
                  <a:cubicBezTo>
                    <a:pt x="3283" y="3684"/>
                    <a:pt x="3262" y="3638"/>
                    <a:pt x="3256" y="3638"/>
                  </a:cubicBezTo>
                  <a:lnTo>
                    <a:pt x="3256" y="3638"/>
                  </a:lnTo>
                  <a:cubicBezTo>
                    <a:pt x="3254" y="3638"/>
                    <a:pt x="3255" y="3646"/>
                    <a:pt x="3260" y="3665"/>
                  </a:cubicBezTo>
                  <a:cubicBezTo>
                    <a:pt x="3260" y="3665"/>
                    <a:pt x="3259" y="3665"/>
                    <a:pt x="3259" y="3665"/>
                  </a:cubicBezTo>
                  <a:cubicBezTo>
                    <a:pt x="3256" y="3665"/>
                    <a:pt x="3247" y="3660"/>
                    <a:pt x="3227" y="3608"/>
                  </a:cubicBezTo>
                  <a:cubicBezTo>
                    <a:pt x="3218" y="3589"/>
                    <a:pt x="3212" y="3581"/>
                    <a:pt x="3208" y="3581"/>
                  </a:cubicBezTo>
                  <a:lnTo>
                    <a:pt x="3208" y="3581"/>
                  </a:lnTo>
                  <a:cubicBezTo>
                    <a:pt x="3199" y="3581"/>
                    <a:pt x="3205" y="3629"/>
                    <a:pt x="3211" y="3681"/>
                  </a:cubicBezTo>
                  <a:cubicBezTo>
                    <a:pt x="3211" y="3751"/>
                    <a:pt x="3209" y="3785"/>
                    <a:pt x="3204" y="3785"/>
                  </a:cubicBezTo>
                  <a:cubicBezTo>
                    <a:pt x="3198" y="3785"/>
                    <a:pt x="3190" y="3753"/>
                    <a:pt x="3178" y="3689"/>
                  </a:cubicBezTo>
                  <a:cubicBezTo>
                    <a:pt x="3169" y="3637"/>
                    <a:pt x="3159" y="3615"/>
                    <a:pt x="3151" y="3615"/>
                  </a:cubicBezTo>
                  <a:cubicBezTo>
                    <a:pt x="3137" y="3615"/>
                    <a:pt x="3128" y="3676"/>
                    <a:pt x="3138" y="3762"/>
                  </a:cubicBezTo>
                  <a:cubicBezTo>
                    <a:pt x="3148" y="3844"/>
                    <a:pt x="3151" y="3877"/>
                    <a:pt x="3150" y="3877"/>
                  </a:cubicBezTo>
                  <a:cubicBezTo>
                    <a:pt x="3148" y="3877"/>
                    <a:pt x="3145" y="3861"/>
                    <a:pt x="3138" y="3835"/>
                  </a:cubicBezTo>
                  <a:cubicBezTo>
                    <a:pt x="3130" y="3762"/>
                    <a:pt x="3114" y="3762"/>
                    <a:pt x="3114" y="3762"/>
                  </a:cubicBezTo>
                  <a:cubicBezTo>
                    <a:pt x="3111" y="3764"/>
                    <a:pt x="3109" y="3766"/>
                    <a:pt x="3107" y="3766"/>
                  </a:cubicBezTo>
                  <a:cubicBezTo>
                    <a:pt x="3101" y="3766"/>
                    <a:pt x="3093" y="3753"/>
                    <a:pt x="3081" y="3705"/>
                  </a:cubicBezTo>
                  <a:cubicBezTo>
                    <a:pt x="3081" y="3705"/>
                    <a:pt x="3073" y="3705"/>
                    <a:pt x="3057" y="3770"/>
                  </a:cubicBezTo>
                  <a:cubicBezTo>
                    <a:pt x="3057" y="3824"/>
                    <a:pt x="3049" y="3847"/>
                    <a:pt x="3039" y="3847"/>
                  </a:cubicBezTo>
                  <a:cubicBezTo>
                    <a:pt x="3022" y="3847"/>
                    <a:pt x="2999" y="3792"/>
                    <a:pt x="2984" y="3713"/>
                  </a:cubicBezTo>
                  <a:lnTo>
                    <a:pt x="2968" y="3778"/>
                  </a:lnTo>
                  <a:cubicBezTo>
                    <a:pt x="2968" y="3864"/>
                    <a:pt x="2968" y="3925"/>
                    <a:pt x="2964" y="3925"/>
                  </a:cubicBezTo>
                  <a:cubicBezTo>
                    <a:pt x="2961" y="3925"/>
                    <a:pt x="2958" y="3903"/>
                    <a:pt x="2951" y="3851"/>
                  </a:cubicBezTo>
                  <a:cubicBezTo>
                    <a:pt x="2946" y="3806"/>
                    <a:pt x="2940" y="3756"/>
                    <a:pt x="2940" y="3756"/>
                  </a:cubicBezTo>
                  <a:lnTo>
                    <a:pt x="2940" y="3756"/>
                  </a:lnTo>
                  <a:cubicBezTo>
                    <a:pt x="2940" y="3756"/>
                    <a:pt x="2941" y="3765"/>
                    <a:pt x="2943" y="3786"/>
                  </a:cubicBezTo>
                  <a:cubicBezTo>
                    <a:pt x="2943" y="3835"/>
                    <a:pt x="2935" y="3857"/>
                    <a:pt x="2925" y="3857"/>
                  </a:cubicBezTo>
                  <a:cubicBezTo>
                    <a:pt x="2907" y="3857"/>
                    <a:pt x="2884" y="3799"/>
                    <a:pt x="2878" y="3713"/>
                  </a:cubicBezTo>
                  <a:cubicBezTo>
                    <a:pt x="2878" y="3649"/>
                    <a:pt x="2878" y="3649"/>
                    <a:pt x="2862" y="3649"/>
                  </a:cubicBezTo>
                  <a:lnTo>
                    <a:pt x="2870" y="3722"/>
                  </a:lnTo>
                  <a:cubicBezTo>
                    <a:pt x="2870" y="3786"/>
                    <a:pt x="2878" y="3851"/>
                    <a:pt x="2862" y="3851"/>
                  </a:cubicBezTo>
                  <a:cubicBezTo>
                    <a:pt x="2854" y="3851"/>
                    <a:pt x="2838" y="3851"/>
                    <a:pt x="2838" y="3786"/>
                  </a:cubicBezTo>
                  <a:cubicBezTo>
                    <a:pt x="2826" y="3739"/>
                    <a:pt x="2823" y="3688"/>
                    <a:pt x="2822" y="3688"/>
                  </a:cubicBezTo>
                  <a:cubicBezTo>
                    <a:pt x="2822" y="3688"/>
                    <a:pt x="2822" y="3696"/>
                    <a:pt x="2822" y="3713"/>
                  </a:cubicBezTo>
                  <a:cubicBezTo>
                    <a:pt x="2822" y="3713"/>
                    <a:pt x="2814" y="3713"/>
                    <a:pt x="2806" y="3649"/>
                  </a:cubicBezTo>
                  <a:lnTo>
                    <a:pt x="2781" y="3649"/>
                  </a:lnTo>
                  <a:cubicBezTo>
                    <a:pt x="2777" y="3680"/>
                    <a:pt x="2771" y="3696"/>
                    <a:pt x="2767" y="3696"/>
                  </a:cubicBezTo>
                  <a:cubicBezTo>
                    <a:pt x="2763" y="3696"/>
                    <a:pt x="2761" y="3678"/>
                    <a:pt x="2765" y="3640"/>
                  </a:cubicBezTo>
                  <a:lnTo>
                    <a:pt x="2765" y="3640"/>
                  </a:lnTo>
                  <a:cubicBezTo>
                    <a:pt x="2765" y="3640"/>
                    <a:pt x="2749" y="3641"/>
                    <a:pt x="2733" y="3705"/>
                  </a:cubicBezTo>
                  <a:cubicBezTo>
                    <a:pt x="2716" y="3705"/>
                    <a:pt x="2708" y="3705"/>
                    <a:pt x="2716" y="3632"/>
                  </a:cubicBezTo>
                  <a:lnTo>
                    <a:pt x="2716" y="3632"/>
                  </a:lnTo>
                  <a:cubicBezTo>
                    <a:pt x="2704" y="3687"/>
                    <a:pt x="2697" y="3701"/>
                    <a:pt x="2690" y="3701"/>
                  </a:cubicBezTo>
                  <a:cubicBezTo>
                    <a:pt x="2688" y="3701"/>
                    <a:pt x="2686" y="3699"/>
                    <a:pt x="2684" y="3697"/>
                  </a:cubicBezTo>
                  <a:lnTo>
                    <a:pt x="2668" y="3697"/>
                  </a:lnTo>
                  <a:cubicBezTo>
                    <a:pt x="2660" y="3762"/>
                    <a:pt x="2660" y="3762"/>
                    <a:pt x="2651" y="3762"/>
                  </a:cubicBezTo>
                  <a:cubicBezTo>
                    <a:pt x="2643" y="3754"/>
                    <a:pt x="2627" y="3681"/>
                    <a:pt x="2619" y="3681"/>
                  </a:cubicBezTo>
                  <a:cubicBezTo>
                    <a:pt x="2613" y="3679"/>
                    <a:pt x="2608" y="3677"/>
                    <a:pt x="2605" y="3677"/>
                  </a:cubicBezTo>
                  <a:cubicBezTo>
                    <a:pt x="2594" y="3677"/>
                    <a:pt x="2593" y="3691"/>
                    <a:pt x="2587" y="3746"/>
                  </a:cubicBezTo>
                  <a:cubicBezTo>
                    <a:pt x="2592" y="3746"/>
                    <a:pt x="2587" y="3772"/>
                    <a:pt x="2583" y="3772"/>
                  </a:cubicBezTo>
                  <a:cubicBezTo>
                    <a:pt x="2581" y="3772"/>
                    <a:pt x="2578" y="3764"/>
                    <a:pt x="2578" y="3738"/>
                  </a:cubicBezTo>
                  <a:cubicBezTo>
                    <a:pt x="2570" y="3738"/>
                    <a:pt x="2554" y="3657"/>
                    <a:pt x="2530" y="3649"/>
                  </a:cubicBezTo>
                  <a:cubicBezTo>
                    <a:pt x="2521" y="3646"/>
                    <a:pt x="2515" y="3645"/>
                    <a:pt x="2510" y="3645"/>
                  </a:cubicBezTo>
                  <a:cubicBezTo>
                    <a:pt x="2496" y="3645"/>
                    <a:pt x="2491" y="3657"/>
                    <a:pt x="2473" y="3705"/>
                  </a:cubicBezTo>
                  <a:cubicBezTo>
                    <a:pt x="2457" y="3768"/>
                    <a:pt x="2445" y="3799"/>
                    <a:pt x="2442" y="3799"/>
                  </a:cubicBezTo>
                  <a:cubicBezTo>
                    <a:pt x="2438" y="3799"/>
                    <a:pt x="2444" y="3764"/>
                    <a:pt x="2465" y="3697"/>
                  </a:cubicBezTo>
                  <a:cubicBezTo>
                    <a:pt x="2479" y="3615"/>
                    <a:pt x="2482" y="3582"/>
                    <a:pt x="2477" y="3582"/>
                  </a:cubicBezTo>
                  <a:lnTo>
                    <a:pt x="2477" y="3582"/>
                  </a:lnTo>
                  <a:cubicBezTo>
                    <a:pt x="2474" y="3582"/>
                    <a:pt x="2467" y="3598"/>
                    <a:pt x="2457" y="3624"/>
                  </a:cubicBezTo>
                  <a:cubicBezTo>
                    <a:pt x="2424" y="3681"/>
                    <a:pt x="2424" y="3681"/>
                    <a:pt x="2416" y="3681"/>
                  </a:cubicBezTo>
                  <a:cubicBezTo>
                    <a:pt x="2430" y="3645"/>
                    <a:pt x="2433" y="3627"/>
                    <a:pt x="2426" y="3627"/>
                  </a:cubicBezTo>
                  <a:lnTo>
                    <a:pt x="2426" y="3627"/>
                  </a:lnTo>
                  <a:cubicBezTo>
                    <a:pt x="2419" y="3627"/>
                    <a:pt x="2406" y="3639"/>
                    <a:pt x="2384" y="3665"/>
                  </a:cubicBezTo>
                  <a:cubicBezTo>
                    <a:pt x="2376" y="3657"/>
                    <a:pt x="2376" y="3657"/>
                    <a:pt x="2408" y="3600"/>
                  </a:cubicBezTo>
                  <a:lnTo>
                    <a:pt x="2384" y="3592"/>
                  </a:lnTo>
                  <a:cubicBezTo>
                    <a:pt x="2360" y="3630"/>
                    <a:pt x="2341" y="3644"/>
                    <a:pt x="2327" y="3644"/>
                  </a:cubicBezTo>
                  <a:cubicBezTo>
                    <a:pt x="2300" y="3644"/>
                    <a:pt x="2295" y="3586"/>
                    <a:pt x="2311" y="3543"/>
                  </a:cubicBezTo>
                  <a:lnTo>
                    <a:pt x="2311" y="3543"/>
                  </a:lnTo>
                  <a:cubicBezTo>
                    <a:pt x="2311" y="3543"/>
                    <a:pt x="2303" y="3543"/>
                    <a:pt x="2254" y="3592"/>
                  </a:cubicBezTo>
                  <a:cubicBezTo>
                    <a:pt x="2218" y="3648"/>
                    <a:pt x="2198" y="3676"/>
                    <a:pt x="2195" y="3676"/>
                  </a:cubicBezTo>
                  <a:cubicBezTo>
                    <a:pt x="2191" y="3676"/>
                    <a:pt x="2205" y="3646"/>
                    <a:pt x="2238" y="3584"/>
                  </a:cubicBezTo>
                  <a:cubicBezTo>
                    <a:pt x="2271" y="3522"/>
                    <a:pt x="2289" y="3491"/>
                    <a:pt x="2289" y="3491"/>
                  </a:cubicBezTo>
                  <a:lnTo>
                    <a:pt x="2289" y="3491"/>
                  </a:lnTo>
                  <a:cubicBezTo>
                    <a:pt x="2288" y="3491"/>
                    <a:pt x="2270" y="3520"/>
                    <a:pt x="2230" y="3576"/>
                  </a:cubicBezTo>
                  <a:cubicBezTo>
                    <a:pt x="2217" y="3594"/>
                    <a:pt x="2202" y="3603"/>
                    <a:pt x="2192" y="3603"/>
                  </a:cubicBezTo>
                  <a:cubicBezTo>
                    <a:pt x="2171" y="3603"/>
                    <a:pt x="2167" y="3565"/>
                    <a:pt x="2222" y="3495"/>
                  </a:cubicBezTo>
                  <a:lnTo>
                    <a:pt x="2295" y="3373"/>
                  </a:lnTo>
                  <a:lnTo>
                    <a:pt x="2295" y="3373"/>
                  </a:lnTo>
                  <a:cubicBezTo>
                    <a:pt x="2263" y="3417"/>
                    <a:pt x="2251" y="3422"/>
                    <a:pt x="2248" y="3422"/>
                  </a:cubicBezTo>
                  <a:cubicBezTo>
                    <a:pt x="2246" y="3422"/>
                    <a:pt x="2246" y="3422"/>
                    <a:pt x="2246" y="3422"/>
                  </a:cubicBezTo>
                  <a:cubicBezTo>
                    <a:pt x="2222" y="3455"/>
                    <a:pt x="2210" y="3466"/>
                    <a:pt x="2198" y="3466"/>
                  </a:cubicBezTo>
                  <a:cubicBezTo>
                    <a:pt x="2190" y="3466"/>
                    <a:pt x="2183" y="3461"/>
                    <a:pt x="2173" y="3454"/>
                  </a:cubicBezTo>
                  <a:cubicBezTo>
                    <a:pt x="2171" y="3453"/>
                    <a:pt x="2169" y="3453"/>
                    <a:pt x="2166" y="3453"/>
                  </a:cubicBezTo>
                  <a:cubicBezTo>
                    <a:pt x="2148" y="3453"/>
                    <a:pt x="2113" y="3467"/>
                    <a:pt x="2091" y="3467"/>
                  </a:cubicBezTo>
                  <a:cubicBezTo>
                    <a:pt x="2085" y="3467"/>
                    <a:pt x="2079" y="3465"/>
                    <a:pt x="2076" y="3462"/>
                  </a:cubicBezTo>
                  <a:cubicBezTo>
                    <a:pt x="2060" y="3446"/>
                    <a:pt x="2035" y="3430"/>
                    <a:pt x="2076" y="3373"/>
                  </a:cubicBezTo>
                  <a:cubicBezTo>
                    <a:pt x="2073" y="3370"/>
                    <a:pt x="2069" y="3366"/>
                    <a:pt x="2063" y="3366"/>
                  </a:cubicBezTo>
                  <a:cubicBezTo>
                    <a:pt x="2053" y="3366"/>
                    <a:pt x="2036" y="3373"/>
                    <a:pt x="2003" y="3397"/>
                  </a:cubicBezTo>
                  <a:cubicBezTo>
                    <a:pt x="1982" y="3418"/>
                    <a:pt x="1968" y="3427"/>
                    <a:pt x="1961" y="3427"/>
                  </a:cubicBezTo>
                  <a:cubicBezTo>
                    <a:pt x="1952" y="3427"/>
                    <a:pt x="1958" y="3409"/>
                    <a:pt x="1987" y="3381"/>
                  </a:cubicBezTo>
                  <a:lnTo>
                    <a:pt x="1979" y="3373"/>
                  </a:lnTo>
                  <a:cubicBezTo>
                    <a:pt x="1941" y="3395"/>
                    <a:pt x="1924" y="3398"/>
                    <a:pt x="1918" y="3398"/>
                  </a:cubicBezTo>
                  <a:cubicBezTo>
                    <a:pt x="1915" y="3398"/>
                    <a:pt x="1914" y="3397"/>
                    <a:pt x="1914" y="3397"/>
                  </a:cubicBezTo>
                  <a:cubicBezTo>
                    <a:pt x="1950" y="3361"/>
                    <a:pt x="1981" y="3325"/>
                    <a:pt x="1972" y="3325"/>
                  </a:cubicBezTo>
                  <a:lnTo>
                    <a:pt x="1972" y="3325"/>
                  </a:lnTo>
                  <a:cubicBezTo>
                    <a:pt x="1969" y="3325"/>
                    <a:pt x="1961" y="3330"/>
                    <a:pt x="1946" y="3340"/>
                  </a:cubicBezTo>
                  <a:cubicBezTo>
                    <a:pt x="1919" y="3368"/>
                    <a:pt x="1907" y="3377"/>
                    <a:pt x="1898" y="3377"/>
                  </a:cubicBezTo>
                  <a:cubicBezTo>
                    <a:pt x="1892" y="3377"/>
                    <a:pt x="1888" y="3372"/>
                    <a:pt x="1881" y="3365"/>
                  </a:cubicBezTo>
                  <a:cubicBezTo>
                    <a:pt x="1913" y="3310"/>
                    <a:pt x="1761" y="3056"/>
                    <a:pt x="1700" y="3056"/>
                  </a:cubicBezTo>
                  <a:cubicBezTo>
                    <a:pt x="1698" y="3056"/>
                    <a:pt x="1696" y="3056"/>
                    <a:pt x="1695" y="3057"/>
                  </a:cubicBezTo>
                  <a:lnTo>
                    <a:pt x="1687" y="3032"/>
                  </a:lnTo>
                  <a:cubicBezTo>
                    <a:pt x="1679" y="3016"/>
                    <a:pt x="1670" y="3000"/>
                    <a:pt x="1670" y="3000"/>
                  </a:cubicBezTo>
                  <a:cubicBezTo>
                    <a:pt x="1800" y="2943"/>
                    <a:pt x="1719" y="2927"/>
                    <a:pt x="1646" y="2919"/>
                  </a:cubicBezTo>
                  <a:cubicBezTo>
                    <a:pt x="1621" y="2925"/>
                    <a:pt x="1605" y="2928"/>
                    <a:pt x="1594" y="2928"/>
                  </a:cubicBezTo>
                  <a:cubicBezTo>
                    <a:pt x="1576" y="2928"/>
                    <a:pt x="1573" y="2921"/>
                    <a:pt x="1573" y="2911"/>
                  </a:cubicBezTo>
                  <a:cubicBezTo>
                    <a:pt x="1703" y="2870"/>
                    <a:pt x="1695" y="2838"/>
                    <a:pt x="1622" y="2838"/>
                  </a:cubicBezTo>
                  <a:cubicBezTo>
                    <a:pt x="1568" y="2851"/>
                    <a:pt x="1535" y="2858"/>
                    <a:pt x="1524" y="2858"/>
                  </a:cubicBezTo>
                  <a:cubicBezTo>
                    <a:pt x="1509" y="2858"/>
                    <a:pt x="1538" y="2845"/>
                    <a:pt x="1614" y="2822"/>
                  </a:cubicBezTo>
                  <a:cubicBezTo>
                    <a:pt x="1701" y="2796"/>
                    <a:pt x="1730" y="2780"/>
                    <a:pt x="1688" y="2780"/>
                  </a:cubicBezTo>
                  <a:cubicBezTo>
                    <a:pt x="1663" y="2780"/>
                    <a:pt x="1615" y="2785"/>
                    <a:pt x="1541" y="2797"/>
                  </a:cubicBezTo>
                  <a:cubicBezTo>
                    <a:pt x="1517" y="2800"/>
                    <a:pt x="1502" y="2802"/>
                    <a:pt x="1496" y="2802"/>
                  </a:cubicBezTo>
                  <a:cubicBezTo>
                    <a:pt x="1485" y="2802"/>
                    <a:pt x="1500" y="2796"/>
                    <a:pt x="1541" y="2781"/>
                  </a:cubicBezTo>
                  <a:cubicBezTo>
                    <a:pt x="1631" y="2747"/>
                    <a:pt x="1659" y="2733"/>
                    <a:pt x="1642" y="2733"/>
                  </a:cubicBezTo>
                  <a:cubicBezTo>
                    <a:pt x="1635" y="2733"/>
                    <a:pt x="1620" y="2736"/>
                    <a:pt x="1597" y="2740"/>
                  </a:cubicBezTo>
                  <a:cubicBezTo>
                    <a:pt x="1556" y="2748"/>
                    <a:pt x="1527" y="2752"/>
                    <a:pt x="1511" y="2752"/>
                  </a:cubicBezTo>
                  <a:cubicBezTo>
                    <a:pt x="1478" y="2752"/>
                    <a:pt x="1504" y="2736"/>
                    <a:pt x="1597" y="2708"/>
                  </a:cubicBezTo>
                  <a:cubicBezTo>
                    <a:pt x="1671" y="2681"/>
                    <a:pt x="1703" y="2671"/>
                    <a:pt x="1692" y="2671"/>
                  </a:cubicBezTo>
                  <a:cubicBezTo>
                    <a:pt x="1683" y="2671"/>
                    <a:pt x="1649" y="2677"/>
                    <a:pt x="1589" y="2684"/>
                  </a:cubicBezTo>
                  <a:cubicBezTo>
                    <a:pt x="1571" y="2686"/>
                    <a:pt x="1554" y="2687"/>
                    <a:pt x="1541" y="2687"/>
                  </a:cubicBezTo>
                  <a:cubicBezTo>
                    <a:pt x="1454" y="2687"/>
                    <a:pt x="1469" y="2647"/>
                    <a:pt x="1581" y="2619"/>
                  </a:cubicBezTo>
                  <a:cubicBezTo>
                    <a:pt x="1581" y="2612"/>
                    <a:pt x="1629" y="2600"/>
                    <a:pt x="1609" y="2600"/>
                  </a:cubicBezTo>
                  <a:cubicBezTo>
                    <a:pt x="1604" y="2600"/>
                    <a:pt x="1595" y="2601"/>
                    <a:pt x="1581" y="2603"/>
                  </a:cubicBezTo>
                  <a:lnTo>
                    <a:pt x="1646" y="2586"/>
                  </a:lnTo>
                  <a:lnTo>
                    <a:pt x="1646" y="2570"/>
                  </a:lnTo>
                  <a:lnTo>
                    <a:pt x="1581" y="2570"/>
                  </a:lnTo>
                  <a:cubicBezTo>
                    <a:pt x="1581" y="2554"/>
                    <a:pt x="1646" y="2522"/>
                    <a:pt x="1646" y="2424"/>
                  </a:cubicBezTo>
                  <a:cubicBezTo>
                    <a:pt x="1653" y="2272"/>
                    <a:pt x="1654" y="2226"/>
                    <a:pt x="1614" y="2226"/>
                  </a:cubicBezTo>
                  <a:cubicBezTo>
                    <a:pt x="1607" y="2226"/>
                    <a:pt x="1599" y="2227"/>
                    <a:pt x="1589" y="2230"/>
                  </a:cubicBezTo>
                  <a:cubicBezTo>
                    <a:pt x="1563" y="2233"/>
                    <a:pt x="1542" y="2234"/>
                    <a:pt x="1525" y="2234"/>
                  </a:cubicBezTo>
                  <a:cubicBezTo>
                    <a:pt x="1457" y="2234"/>
                    <a:pt x="1478" y="2210"/>
                    <a:pt x="1589" y="2197"/>
                  </a:cubicBezTo>
                  <a:cubicBezTo>
                    <a:pt x="1589" y="2189"/>
                    <a:pt x="1662" y="2173"/>
                    <a:pt x="1662" y="2157"/>
                  </a:cubicBezTo>
                  <a:cubicBezTo>
                    <a:pt x="1662" y="2143"/>
                    <a:pt x="1662" y="2123"/>
                    <a:pt x="1709" y="2123"/>
                  </a:cubicBezTo>
                  <a:cubicBezTo>
                    <a:pt x="1717" y="2123"/>
                    <a:pt x="1725" y="2123"/>
                    <a:pt x="1735" y="2124"/>
                  </a:cubicBezTo>
                  <a:lnTo>
                    <a:pt x="1735" y="2116"/>
                  </a:lnTo>
                  <a:cubicBezTo>
                    <a:pt x="1597" y="2092"/>
                    <a:pt x="1614" y="2027"/>
                    <a:pt x="1687" y="2011"/>
                  </a:cubicBezTo>
                  <a:cubicBezTo>
                    <a:pt x="1687" y="1995"/>
                    <a:pt x="1687" y="1986"/>
                    <a:pt x="1630" y="1954"/>
                  </a:cubicBezTo>
                  <a:cubicBezTo>
                    <a:pt x="1587" y="1932"/>
                    <a:pt x="1572" y="1925"/>
                    <a:pt x="1589" y="1925"/>
                  </a:cubicBezTo>
                  <a:cubicBezTo>
                    <a:pt x="1597" y="1925"/>
                    <a:pt x="1614" y="1927"/>
                    <a:pt x="1638" y="1930"/>
                  </a:cubicBezTo>
                  <a:cubicBezTo>
                    <a:pt x="1650" y="1933"/>
                    <a:pt x="1662" y="1934"/>
                    <a:pt x="1673" y="1934"/>
                  </a:cubicBezTo>
                  <a:cubicBezTo>
                    <a:pt x="1725" y="1934"/>
                    <a:pt x="1761" y="1906"/>
                    <a:pt x="1654" y="1873"/>
                  </a:cubicBezTo>
                  <a:lnTo>
                    <a:pt x="1654" y="1873"/>
                  </a:lnTo>
                  <a:lnTo>
                    <a:pt x="1719" y="1889"/>
                  </a:lnTo>
                  <a:cubicBezTo>
                    <a:pt x="1729" y="1890"/>
                    <a:pt x="1736" y="1891"/>
                    <a:pt x="1741" y="1891"/>
                  </a:cubicBezTo>
                  <a:cubicBezTo>
                    <a:pt x="1775" y="1891"/>
                    <a:pt x="1718" y="1870"/>
                    <a:pt x="1662" y="1849"/>
                  </a:cubicBezTo>
                  <a:cubicBezTo>
                    <a:pt x="1595" y="1827"/>
                    <a:pt x="1562" y="1815"/>
                    <a:pt x="1576" y="1815"/>
                  </a:cubicBezTo>
                  <a:cubicBezTo>
                    <a:pt x="1588" y="1815"/>
                    <a:pt x="1639" y="1825"/>
                    <a:pt x="1735" y="1849"/>
                  </a:cubicBezTo>
                  <a:cubicBezTo>
                    <a:pt x="1804" y="1874"/>
                    <a:pt x="1836" y="1884"/>
                    <a:pt x="1842" y="1884"/>
                  </a:cubicBezTo>
                  <a:cubicBezTo>
                    <a:pt x="1847" y="1884"/>
                    <a:pt x="1831" y="1876"/>
                    <a:pt x="1800" y="1865"/>
                  </a:cubicBezTo>
                  <a:cubicBezTo>
                    <a:pt x="1754" y="1838"/>
                    <a:pt x="1702" y="1812"/>
                    <a:pt x="1724" y="1812"/>
                  </a:cubicBezTo>
                  <a:cubicBezTo>
                    <a:pt x="1729" y="1812"/>
                    <a:pt x="1738" y="1813"/>
                    <a:pt x="1752" y="1816"/>
                  </a:cubicBezTo>
                  <a:cubicBezTo>
                    <a:pt x="1752" y="1808"/>
                    <a:pt x="1752" y="1800"/>
                    <a:pt x="1630" y="1751"/>
                  </a:cubicBezTo>
                  <a:cubicBezTo>
                    <a:pt x="1565" y="1727"/>
                    <a:pt x="1565" y="1719"/>
                    <a:pt x="1573" y="1711"/>
                  </a:cubicBezTo>
                  <a:lnTo>
                    <a:pt x="1573" y="1711"/>
                  </a:lnTo>
                  <a:cubicBezTo>
                    <a:pt x="1614" y="1727"/>
                    <a:pt x="1654" y="1743"/>
                    <a:pt x="1695" y="1768"/>
                  </a:cubicBezTo>
                  <a:cubicBezTo>
                    <a:pt x="1695" y="1770"/>
                    <a:pt x="1695" y="1771"/>
                    <a:pt x="1695" y="1771"/>
                  </a:cubicBezTo>
                  <a:cubicBezTo>
                    <a:pt x="1695" y="1771"/>
                    <a:pt x="1697" y="1763"/>
                    <a:pt x="1703" y="1751"/>
                  </a:cubicBezTo>
                  <a:cubicBezTo>
                    <a:pt x="1712" y="1750"/>
                    <a:pt x="1721" y="1749"/>
                    <a:pt x="1730" y="1749"/>
                  </a:cubicBezTo>
                  <a:cubicBezTo>
                    <a:pt x="1769" y="1749"/>
                    <a:pt x="1808" y="1762"/>
                    <a:pt x="1841" y="1776"/>
                  </a:cubicBezTo>
                  <a:cubicBezTo>
                    <a:pt x="1864" y="1784"/>
                    <a:pt x="1880" y="1789"/>
                    <a:pt x="1885" y="1789"/>
                  </a:cubicBezTo>
                  <a:cubicBezTo>
                    <a:pt x="1894" y="1789"/>
                    <a:pt x="1867" y="1774"/>
                    <a:pt x="1784" y="1743"/>
                  </a:cubicBezTo>
                  <a:cubicBezTo>
                    <a:pt x="1662" y="1686"/>
                    <a:pt x="1662" y="1686"/>
                    <a:pt x="1670" y="1670"/>
                  </a:cubicBezTo>
                  <a:cubicBezTo>
                    <a:pt x="1670" y="1666"/>
                    <a:pt x="1672" y="1662"/>
                    <a:pt x="1682" y="1662"/>
                  </a:cubicBezTo>
                  <a:cubicBezTo>
                    <a:pt x="1691" y="1662"/>
                    <a:pt x="1707" y="1666"/>
                    <a:pt x="1735" y="1678"/>
                  </a:cubicBezTo>
                  <a:cubicBezTo>
                    <a:pt x="1773" y="1697"/>
                    <a:pt x="1789" y="1705"/>
                    <a:pt x="1797" y="1705"/>
                  </a:cubicBezTo>
                  <a:cubicBezTo>
                    <a:pt x="1803" y="1705"/>
                    <a:pt x="1805" y="1701"/>
                    <a:pt x="1808" y="1695"/>
                  </a:cubicBezTo>
                  <a:cubicBezTo>
                    <a:pt x="1824" y="1670"/>
                    <a:pt x="1662" y="1549"/>
                    <a:pt x="1549" y="1468"/>
                  </a:cubicBezTo>
                  <a:cubicBezTo>
                    <a:pt x="1486" y="1434"/>
                    <a:pt x="1456" y="1418"/>
                    <a:pt x="1459" y="1418"/>
                  </a:cubicBezTo>
                  <a:lnTo>
                    <a:pt x="1459" y="1418"/>
                  </a:lnTo>
                  <a:cubicBezTo>
                    <a:pt x="1462" y="1418"/>
                    <a:pt x="1494" y="1432"/>
                    <a:pt x="1557" y="1459"/>
                  </a:cubicBezTo>
                  <a:cubicBezTo>
                    <a:pt x="1588" y="1477"/>
                    <a:pt x="1605" y="1483"/>
                    <a:pt x="1613" y="1483"/>
                  </a:cubicBezTo>
                  <a:cubicBezTo>
                    <a:pt x="1620" y="1483"/>
                    <a:pt x="1622" y="1479"/>
                    <a:pt x="1622" y="1476"/>
                  </a:cubicBezTo>
                  <a:cubicBezTo>
                    <a:pt x="1599" y="1459"/>
                    <a:pt x="1596" y="1454"/>
                    <a:pt x="1600" y="1454"/>
                  </a:cubicBezTo>
                  <a:lnTo>
                    <a:pt x="1600" y="1454"/>
                  </a:lnTo>
                  <a:cubicBezTo>
                    <a:pt x="1606" y="1454"/>
                    <a:pt x="1627" y="1466"/>
                    <a:pt x="1622" y="1476"/>
                  </a:cubicBezTo>
                  <a:cubicBezTo>
                    <a:pt x="1687" y="1508"/>
                    <a:pt x="1679" y="1516"/>
                    <a:pt x="1670" y="1524"/>
                  </a:cubicBezTo>
                  <a:lnTo>
                    <a:pt x="1735" y="1565"/>
                  </a:lnTo>
                  <a:cubicBezTo>
                    <a:pt x="1787" y="1589"/>
                    <a:pt x="1817" y="1601"/>
                    <a:pt x="1826" y="1601"/>
                  </a:cubicBezTo>
                  <a:cubicBezTo>
                    <a:pt x="1838" y="1601"/>
                    <a:pt x="1812" y="1579"/>
                    <a:pt x="1752" y="1532"/>
                  </a:cubicBezTo>
                  <a:cubicBezTo>
                    <a:pt x="1720" y="1510"/>
                    <a:pt x="1706" y="1500"/>
                    <a:pt x="1711" y="1500"/>
                  </a:cubicBezTo>
                  <a:lnTo>
                    <a:pt x="1711" y="1500"/>
                  </a:lnTo>
                  <a:cubicBezTo>
                    <a:pt x="1715" y="1500"/>
                    <a:pt x="1731" y="1506"/>
                    <a:pt x="1760" y="1516"/>
                  </a:cubicBezTo>
                  <a:cubicBezTo>
                    <a:pt x="1802" y="1532"/>
                    <a:pt x="1845" y="1552"/>
                    <a:pt x="1853" y="1552"/>
                  </a:cubicBezTo>
                  <a:cubicBezTo>
                    <a:pt x="1857" y="1552"/>
                    <a:pt x="1852" y="1546"/>
                    <a:pt x="1833" y="1532"/>
                  </a:cubicBezTo>
                  <a:cubicBezTo>
                    <a:pt x="1833" y="1532"/>
                    <a:pt x="1835" y="1528"/>
                    <a:pt x="1845" y="1528"/>
                  </a:cubicBezTo>
                  <a:cubicBezTo>
                    <a:pt x="1855" y="1528"/>
                    <a:pt x="1873" y="1532"/>
                    <a:pt x="1906" y="1549"/>
                  </a:cubicBezTo>
                  <a:cubicBezTo>
                    <a:pt x="1922" y="1532"/>
                    <a:pt x="1922" y="1524"/>
                    <a:pt x="1865" y="1484"/>
                  </a:cubicBezTo>
                  <a:cubicBezTo>
                    <a:pt x="1808" y="1443"/>
                    <a:pt x="1816" y="1435"/>
                    <a:pt x="1824" y="1427"/>
                  </a:cubicBezTo>
                  <a:cubicBezTo>
                    <a:pt x="1833" y="1419"/>
                    <a:pt x="1841" y="1411"/>
                    <a:pt x="1784" y="1370"/>
                  </a:cubicBezTo>
                  <a:cubicBezTo>
                    <a:pt x="1727" y="1330"/>
                    <a:pt x="1679" y="1281"/>
                    <a:pt x="1695" y="1257"/>
                  </a:cubicBezTo>
                  <a:cubicBezTo>
                    <a:pt x="1680" y="1230"/>
                    <a:pt x="1671" y="1216"/>
                    <a:pt x="1679" y="1216"/>
                  </a:cubicBezTo>
                  <a:lnTo>
                    <a:pt x="1679" y="1216"/>
                  </a:lnTo>
                  <a:cubicBezTo>
                    <a:pt x="1687" y="1216"/>
                    <a:pt x="1716" y="1234"/>
                    <a:pt x="1776" y="1273"/>
                  </a:cubicBezTo>
                  <a:cubicBezTo>
                    <a:pt x="1809" y="1297"/>
                    <a:pt x="1823" y="1304"/>
                    <a:pt x="1830" y="1304"/>
                  </a:cubicBezTo>
                  <a:cubicBezTo>
                    <a:pt x="1835" y="1304"/>
                    <a:pt x="1837" y="1301"/>
                    <a:pt x="1841" y="1297"/>
                  </a:cubicBezTo>
                  <a:cubicBezTo>
                    <a:pt x="1841" y="1297"/>
                    <a:pt x="1841" y="1297"/>
                    <a:pt x="1844" y="1297"/>
                  </a:cubicBezTo>
                  <a:cubicBezTo>
                    <a:pt x="1850" y="1297"/>
                    <a:pt x="1867" y="1301"/>
                    <a:pt x="1914" y="1330"/>
                  </a:cubicBezTo>
                  <a:cubicBezTo>
                    <a:pt x="1927" y="1337"/>
                    <a:pt x="1934" y="1340"/>
                    <a:pt x="1937" y="1340"/>
                  </a:cubicBezTo>
                  <a:cubicBezTo>
                    <a:pt x="1948" y="1340"/>
                    <a:pt x="1909" y="1304"/>
                    <a:pt x="1865" y="1273"/>
                  </a:cubicBezTo>
                  <a:lnTo>
                    <a:pt x="1768" y="1184"/>
                  </a:lnTo>
                  <a:lnTo>
                    <a:pt x="1768" y="1184"/>
                  </a:lnTo>
                  <a:cubicBezTo>
                    <a:pt x="1824" y="1216"/>
                    <a:pt x="1889" y="1257"/>
                    <a:pt x="1938" y="1297"/>
                  </a:cubicBezTo>
                  <a:cubicBezTo>
                    <a:pt x="1991" y="1338"/>
                    <a:pt x="2017" y="1360"/>
                    <a:pt x="2018" y="1360"/>
                  </a:cubicBezTo>
                  <a:cubicBezTo>
                    <a:pt x="2019" y="1360"/>
                    <a:pt x="1995" y="1338"/>
                    <a:pt x="1946" y="1289"/>
                  </a:cubicBezTo>
                  <a:cubicBezTo>
                    <a:pt x="1901" y="1257"/>
                    <a:pt x="1866" y="1215"/>
                    <a:pt x="1886" y="1215"/>
                  </a:cubicBezTo>
                  <a:cubicBezTo>
                    <a:pt x="1891" y="1215"/>
                    <a:pt x="1900" y="1218"/>
                    <a:pt x="1914" y="1224"/>
                  </a:cubicBezTo>
                  <a:cubicBezTo>
                    <a:pt x="1924" y="1214"/>
                    <a:pt x="1932" y="1208"/>
                    <a:pt x="1941" y="1208"/>
                  </a:cubicBezTo>
                  <a:cubicBezTo>
                    <a:pt x="1953" y="1208"/>
                    <a:pt x="1967" y="1218"/>
                    <a:pt x="1995" y="1241"/>
                  </a:cubicBezTo>
                  <a:cubicBezTo>
                    <a:pt x="2012" y="1255"/>
                    <a:pt x="2019" y="1260"/>
                    <a:pt x="2022" y="1260"/>
                  </a:cubicBezTo>
                  <a:cubicBezTo>
                    <a:pt x="2027" y="1260"/>
                    <a:pt x="2003" y="1232"/>
                    <a:pt x="2003" y="1232"/>
                  </a:cubicBezTo>
                  <a:cubicBezTo>
                    <a:pt x="1979" y="1199"/>
                    <a:pt x="1972" y="1183"/>
                    <a:pt x="1983" y="1183"/>
                  </a:cubicBezTo>
                  <a:cubicBezTo>
                    <a:pt x="1991" y="1183"/>
                    <a:pt x="2008" y="1191"/>
                    <a:pt x="2035" y="1208"/>
                  </a:cubicBezTo>
                  <a:cubicBezTo>
                    <a:pt x="2093" y="1243"/>
                    <a:pt x="2124" y="1263"/>
                    <a:pt x="2130" y="1263"/>
                  </a:cubicBezTo>
                  <a:cubicBezTo>
                    <a:pt x="2137" y="1263"/>
                    <a:pt x="2114" y="1239"/>
                    <a:pt x="2068" y="1184"/>
                  </a:cubicBezTo>
                  <a:cubicBezTo>
                    <a:pt x="2044" y="1151"/>
                    <a:pt x="2020" y="1120"/>
                    <a:pt x="2023" y="1120"/>
                  </a:cubicBezTo>
                  <a:lnTo>
                    <a:pt x="2023" y="1120"/>
                  </a:lnTo>
                  <a:cubicBezTo>
                    <a:pt x="2024" y="1120"/>
                    <a:pt x="2039" y="1135"/>
                    <a:pt x="2076" y="1176"/>
                  </a:cubicBezTo>
                  <a:cubicBezTo>
                    <a:pt x="2089" y="1188"/>
                    <a:pt x="2096" y="1194"/>
                    <a:pt x="2099" y="1194"/>
                  </a:cubicBezTo>
                  <a:cubicBezTo>
                    <a:pt x="2108" y="1194"/>
                    <a:pt x="2086" y="1151"/>
                    <a:pt x="2068" y="1103"/>
                  </a:cubicBezTo>
                  <a:lnTo>
                    <a:pt x="2068" y="1103"/>
                  </a:lnTo>
                  <a:lnTo>
                    <a:pt x="2149" y="1208"/>
                  </a:lnTo>
                  <a:lnTo>
                    <a:pt x="2108" y="1151"/>
                  </a:lnTo>
                  <a:lnTo>
                    <a:pt x="2068" y="1103"/>
                  </a:lnTo>
                  <a:lnTo>
                    <a:pt x="2068" y="1103"/>
                  </a:lnTo>
                  <a:cubicBezTo>
                    <a:pt x="2068" y="1103"/>
                    <a:pt x="2068" y="1103"/>
                    <a:pt x="2068" y="1103"/>
                  </a:cubicBezTo>
                  <a:lnTo>
                    <a:pt x="2068" y="1103"/>
                  </a:lnTo>
                  <a:lnTo>
                    <a:pt x="2068" y="1103"/>
                  </a:lnTo>
                  <a:cubicBezTo>
                    <a:pt x="2035" y="1046"/>
                    <a:pt x="1954" y="932"/>
                    <a:pt x="1914" y="876"/>
                  </a:cubicBezTo>
                  <a:cubicBezTo>
                    <a:pt x="1865" y="807"/>
                    <a:pt x="1845" y="780"/>
                    <a:pt x="1852" y="780"/>
                  </a:cubicBezTo>
                  <a:lnTo>
                    <a:pt x="1852" y="780"/>
                  </a:lnTo>
                  <a:cubicBezTo>
                    <a:pt x="1856" y="780"/>
                    <a:pt x="1872" y="792"/>
                    <a:pt x="1897" y="811"/>
                  </a:cubicBezTo>
                  <a:cubicBezTo>
                    <a:pt x="1898" y="810"/>
                    <a:pt x="1899" y="810"/>
                    <a:pt x="1900" y="810"/>
                  </a:cubicBezTo>
                  <a:cubicBezTo>
                    <a:pt x="1913" y="810"/>
                    <a:pt x="1957" y="856"/>
                    <a:pt x="1987" y="908"/>
                  </a:cubicBezTo>
                  <a:cubicBezTo>
                    <a:pt x="2027" y="965"/>
                    <a:pt x="2019" y="973"/>
                    <a:pt x="2019" y="973"/>
                  </a:cubicBezTo>
                  <a:lnTo>
                    <a:pt x="2011" y="973"/>
                  </a:lnTo>
                  <a:cubicBezTo>
                    <a:pt x="2049" y="1026"/>
                    <a:pt x="2087" y="1079"/>
                    <a:pt x="2098" y="1079"/>
                  </a:cubicBezTo>
                  <a:cubicBezTo>
                    <a:pt x="2099" y="1079"/>
                    <a:pt x="2100" y="1079"/>
                    <a:pt x="2100" y="1078"/>
                  </a:cubicBezTo>
                  <a:cubicBezTo>
                    <a:pt x="2124" y="1102"/>
                    <a:pt x="2138" y="1114"/>
                    <a:pt x="2141" y="1114"/>
                  </a:cubicBezTo>
                  <a:cubicBezTo>
                    <a:pt x="2145" y="1114"/>
                    <a:pt x="2137" y="1100"/>
                    <a:pt x="2116" y="1070"/>
                  </a:cubicBezTo>
                  <a:lnTo>
                    <a:pt x="2116" y="1070"/>
                  </a:lnTo>
                  <a:cubicBezTo>
                    <a:pt x="2147" y="1101"/>
                    <a:pt x="2164" y="1109"/>
                    <a:pt x="2177" y="1109"/>
                  </a:cubicBezTo>
                  <a:cubicBezTo>
                    <a:pt x="2185" y="1109"/>
                    <a:pt x="2191" y="1106"/>
                    <a:pt x="2197" y="1103"/>
                  </a:cubicBezTo>
                  <a:cubicBezTo>
                    <a:pt x="2203" y="1100"/>
                    <a:pt x="2210" y="1097"/>
                    <a:pt x="2218" y="1097"/>
                  </a:cubicBezTo>
                  <a:cubicBezTo>
                    <a:pt x="2233" y="1097"/>
                    <a:pt x="2252" y="1107"/>
                    <a:pt x="2279" y="1143"/>
                  </a:cubicBezTo>
                  <a:cubicBezTo>
                    <a:pt x="2295" y="1135"/>
                    <a:pt x="2303" y="1135"/>
                    <a:pt x="2270" y="1070"/>
                  </a:cubicBezTo>
                  <a:cubicBezTo>
                    <a:pt x="2236" y="997"/>
                    <a:pt x="2226" y="965"/>
                    <a:pt x="2230" y="965"/>
                  </a:cubicBezTo>
                  <a:lnTo>
                    <a:pt x="2230" y="965"/>
                  </a:lnTo>
                  <a:cubicBezTo>
                    <a:pt x="2232" y="965"/>
                    <a:pt x="2241" y="979"/>
                    <a:pt x="2254" y="1005"/>
                  </a:cubicBezTo>
                  <a:cubicBezTo>
                    <a:pt x="2290" y="1068"/>
                    <a:pt x="2345" y="1106"/>
                    <a:pt x="2382" y="1106"/>
                  </a:cubicBezTo>
                  <a:cubicBezTo>
                    <a:pt x="2413" y="1106"/>
                    <a:pt x="2431" y="1080"/>
                    <a:pt x="2416" y="1022"/>
                  </a:cubicBezTo>
                  <a:lnTo>
                    <a:pt x="2441" y="1014"/>
                  </a:lnTo>
                  <a:cubicBezTo>
                    <a:pt x="2458" y="1038"/>
                    <a:pt x="2479" y="1051"/>
                    <a:pt x="2496" y="1051"/>
                  </a:cubicBezTo>
                  <a:cubicBezTo>
                    <a:pt x="2518" y="1051"/>
                    <a:pt x="2534" y="1030"/>
                    <a:pt x="2530" y="989"/>
                  </a:cubicBezTo>
                  <a:lnTo>
                    <a:pt x="2562" y="989"/>
                  </a:lnTo>
                  <a:cubicBezTo>
                    <a:pt x="2582" y="1017"/>
                    <a:pt x="2594" y="1031"/>
                    <a:pt x="2600" y="1031"/>
                  </a:cubicBezTo>
                  <a:cubicBezTo>
                    <a:pt x="2607" y="1031"/>
                    <a:pt x="2607" y="1015"/>
                    <a:pt x="2603" y="981"/>
                  </a:cubicBezTo>
                  <a:cubicBezTo>
                    <a:pt x="2603" y="929"/>
                    <a:pt x="2595" y="881"/>
                    <a:pt x="2596" y="881"/>
                  </a:cubicBezTo>
                  <a:lnTo>
                    <a:pt x="2596" y="881"/>
                  </a:lnTo>
                  <a:cubicBezTo>
                    <a:pt x="2596" y="881"/>
                    <a:pt x="2598" y="889"/>
                    <a:pt x="2603" y="908"/>
                  </a:cubicBezTo>
                  <a:cubicBezTo>
                    <a:pt x="2616" y="968"/>
                    <a:pt x="2629" y="973"/>
                    <a:pt x="2660" y="973"/>
                  </a:cubicBezTo>
                  <a:cubicBezTo>
                    <a:pt x="2667" y="973"/>
                    <a:pt x="2675" y="973"/>
                    <a:pt x="2684" y="973"/>
                  </a:cubicBezTo>
                  <a:cubicBezTo>
                    <a:pt x="2724" y="965"/>
                    <a:pt x="2724" y="965"/>
                    <a:pt x="2700" y="900"/>
                  </a:cubicBezTo>
                  <a:cubicBezTo>
                    <a:pt x="2713" y="877"/>
                    <a:pt x="2722" y="868"/>
                    <a:pt x="2729" y="868"/>
                  </a:cubicBezTo>
                  <a:cubicBezTo>
                    <a:pt x="2746" y="868"/>
                    <a:pt x="2751" y="915"/>
                    <a:pt x="2757" y="965"/>
                  </a:cubicBezTo>
                  <a:cubicBezTo>
                    <a:pt x="2760" y="1023"/>
                    <a:pt x="2766" y="1055"/>
                    <a:pt x="2770" y="1055"/>
                  </a:cubicBezTo>
                  <a:cubicBezTo>
                    <a:pt x="2775" y="1055"/>
                    <a:pt x="2778" y="1005"/>
                    <a:pt x="2773" y="892"/>
                  </a:cubicBezTo>
                  <a:cubicBezTo>
                    <a:pt x="2773" y="810"/>
                    <a:pt x="2782" y="777"/>
                    <a:pt x="2790" y="777"/>
                  </a:cubicBezTo>
                  <a:cubicBezTo>
                    <a:pt x="2796" y="777"/>
                    <a:pt x="2802" y="793"/>
                    <a:pt x="2806" y="819"/>
                  </a:cubicBezTo>
                  <a:cubicBezTo>
                    <a:pt x="2806" y="892"/>
                    <a:pt x="2797" y="892"/>
                    <a:pt x="2781" y="892"/>
                  </a:cubicBezTo>
                  <a:lnTo>
                    <a:pt x="2797" y="1030"/>
                  </a:lnTo>
                  <a:cubicBezTo>
                    <a:pt x="2806" y="1030"/>
                    <a:pt x="2806" y="1030"/>
                    <a:pt x="2814" y="957"/>
                  </a:cubicBezTo>
                  <a:cubicBezTo>
                    <a:pt x="2814" y="957"/>
                    <a:pt x="2822" y="957"/>
                    <a:pt x="2830" y="892"/>
                  </a:cubicBezTo>
                  <a:cubicBezTo>
                    <a:pt x="2838" y="819"/>
                    <a:pt x="2830" y="754"/>
                    <a:pt x="2814" y="681"/>
                  </a:cubicBezTo>
                  <a:cubicBezTo>
                    <a:pt x="2797" y="616"/>
                    <a:pt x="2806" y="616"/>
                    <a:pt x="2822" y="616"/>
                  </a:cubicBezTo>
                  <a:cubicBezTo>
                    <a:pt x="2854" y="681"/>
                    <a:pt x="2862" y="754"/>
                    <a:pt x="2846" y="819"/>
                  </a:cubicBezTo>
                  <a:cubicBezTo>
                    <a:pt x="2838" y="819"/>
                    <a:pt x="2846" y="892"/>
                    <a:pt x="2846" y="957"/>
                  </a:cubicBezTo>
                  <a:cubicBezTo>
                    <a:pt x="2847" y="968"/>
                    <a:pt x="2850" y="973"/>
                    <a:pt x="2854" y="973"/>
                  </a:cubicBezTo>
                  <a:cubicBezTo>
                    <a:pt x="2870" y="973"/>
                    <a:pt x="2903" y="861"/>
                    <a:pt x="2903" y="754"/>
                  </a:cubicBezTo>
                  <a:cubicBezTo>
                    <a:pt x="2903" y="723"/>
                    <a:pt x="2903" y="706"/>
                    <a:pt x="2903" y="706"/>
                  </a:cubicBezTo>
                  <a:cubicBezTo>
                    <a:pt x="2904" y="706"/>
                    <a:pt x="2906" y="739"/>
                    <a:pt x="2911" y="819"/>
                  </a:cubicBezTo>
                  <a:cubicBezTo>
                    <a:pt x="2911" y="892"/>
                    <a:pt x="2927" y="892"/>
                    <a:pt x="2935" y="892"/>
                  </a:cubicBezTo>
                  <a:cubicBezTo>
                    <a:pt x="2951" y="892"/>
                    <a:pt x="2960" y="892"/>
                    <a:pt x="2968" y="827"/>
                  </a:cubicBezTo>
                  <a:cubicBezTo>
                    <a:pt x="2968" y="754"/>
                    <a:pt x="2968" y="689"/>
                    <a:pt x="2976" y="689"/>
                  </a:cubicBezTo>
                  <a:cubicBezTo>
                    <a:pt x="2968" y="641"/>
                    <a:pt x="2968" y="600"/>
                    <a:pt x="2976" y="551"/>
                  </a:cubicBezTo>
                  <a:cubicBezTo>
                    <a:pt x="2984" y="600"/>
                    <a:pt x="2992" y="641"/>
                    <a:pt x="3000" y="689"/>
                  </a:cubicBezTo>
                  <a:cubicBezTo>
                    <a:pt x="3008" y="827"/>
                    <a:pt x="3016" y="900"/>
                    <a:pt x="3049" y="908"/>
                  </a:cubicBezTo>
                  <a:cubicBezTo>
                    <a:pt x="3065" y="908"/>
                    <a:pt x="3097" y="916"/>
                    <a:pt x="3089" y="989"/>
                  </a:cubicBezTo>
                  <a:cubicBezTo>
                    <a:pt x="3105" y="989"/>
                    <a:pt x="3114" y="989"/>
                    <a:pt x="3130" y="924"/>
                  </a:cubicBezTo>
                  <a:lnTo>
                    <a:pt x="3146" y="932"/>
                  </a:lnTo>
                  <a:cubicBezTo>
                    <a:pt x="3142" y="967"/>
                    <a:pt x="3147" y="985"/>
                    <a:pt x="3154" y="985"/>
                  </a:cubicBezTo>
                  <a:cubicBezTo>
                    <a:pt x="3161" y="985"/>
                    <a:pt x="3171" y="971"/>
                    <a:pt x="3178" y="941"/>
                  </a:cubicBezTo>
                  <a:cubicBezTo>
                    <a:pt x="3186" y="921"/>
                    <a:pt x="3190" y="914"/>
                    <a:pt x="3193" y="914"/>
                  </a:cubicBezTo>
                  <a:cubicBezTo>
                    <a:pt x="3199" y="914"/>
                    <a:pt x="3197" y="949"/>
                    <a:pt x="3203" y="949"/>
                  </a:cubicBezTo>
                  <a:cubicBezTo>
                    <a:pt x="3195" y="1012"/>
                    <a:pt x="3191" y="1046"/>
                    <a:pt x="3194" y="1046"/>
                  </a:cubicBezTo>
                  <a:cubicBezTo>
                    <a:pt x="3197" y="1046"/>
                    <a:pt x="3209" y="998"/>
                    <a:pt x="3235" y="892"/>
                  </a:cubicBezTo>
                  <a:cubicBezTo>
                    <a:pt x="3251" y="843"/>
                    <a:pt x="3251" y="795"/>
                    <a:pt x="3243" y="746"/>
                  </a:cubicBezTo>
                  <a:lnTo>
                    <a:pt x="3211" y="738"/>
                  </a:lnTo>
                  <a:lnTo>
                    <a:pt x="3260" y="681"/>
                  </a:lnTo>
                  <a:cubicBezTo>
                    <a:pt x="3260" y="682"/>
                    <a:pt x="3261" y="682"/>
                    <a:pt x="3261" y="682"/>
                  </a:cubicBezTo>
                  <a:cubicBezTo>
                    <a:pt x="3273" y="682"/>
                    <a:pt x="3317" y="621"/>
                    <a:pt x="3333" y="560"/>
                  </a:cubicBezTo>
                  <a:cubicBezTo>
                    <a:pt x="3333" y="560"/>
                    <a:pt x="3354" y="502"/>
                    <a:pt x="3363" y="502"/>
                  </a:cubicBezTo>
                  <a:cubicBezTo>
                    <a:pt x="3364" y="502"/>
                    <a:pt x="3364" y="502"/>
                    <a:pt x="3365" y="503"/>
                  </a:cubicBezTo>
                  <a:cubicBezTo>
                    <a:pt x="3365" y="503"/>
                    <a:pt x="3349" y="568"/>
                    <a:pt x="3324" y="632"/>
                  </a:cubicBezTo>
                  <a:cubicBezTo>
                    <a:pt x="3300" y="697"/>
                    <a:pt x="3276" y="754"/>
                    <a:pt x="3251" y="827"/>
                  </a:cubicBezTo>
                  <a:cubicBezTo>
                    <a:pt x="3236" y="909"/>
                    <a:pt x="3230" y="968"/>
                    <a:pt x="3241" y="968"/>
                  </a:cubicBezTo>
                  <a:cubicBezTo>
                    <a:pt x="3246" y="968"/>
                    <a:pt x="3258" y="948"/>
                    <a:pt x="3276" y="900"/>
                  </a:cubicBezTo>
                  <a:lnTo>
                    <a:pt x="3276" y="900"/>
                  </a:lnTo>
                  <a:cubicBezTo>
                    <a:pt x="3284" y="908"/>
                    <a:pt x="3284" y="908"/>
                    <a:pt x="3268" y="973"/>
                  </a:cubicBezTo>
                  <a:cubicBezTo>
                    <a:pt x="3261" y="1001"/>
                    <a:pt x="3258" y="1019"/>
                    <a:pt x="3262" y="1019"/>
                  </a:cubicBezTo>
                  <a:cubicBezTo>
                    <a:pt x="3268" y="1019"/>
                    <a:pt x="3284" y="989"/>
                    <a:pt x="3316" y="916"/>
                  </a:cubicBezTo>
                  <a:cubicBezTo>
                    <a:pt x="3343" y="858"/>
                    <a:pt x="3359" y="830"/>
                    <a:pt x="3364" y="830"/>
                  </a:cubicBezTo>
                  <a:lnTo>
                    <a:pt x="3364" y="830"/>
                  </a:lnTo>
                  <a:cubicBezTo>
                    <a:pt x="3370" y="830"/>
                    <a:pt x="3362" y="864"/>
                    <a:pt x="3341" y="932"/>
                  </a:cubicBezTo>
                  <a:cubicBezTo>
                    <a:pt x="3325" y="1020"/>
                    <a:pt x="3333" y="1058"/>
                    <a:pt x="3346" y="1058"/>
                  </a:cubicBezTo>
                  <a:cubicBezTo>
                    <a:pt x="3354" y="1058"/>
                    <a:pt x="3364" y="1045"/>
                    <a:pt x="3373" y="1022"/>
                  </a:cubicBezTo>
                  <a:cubicBezTo>
                    <a:pt x="3403" y="957"/>
                    <a:pt x="3427" y="931"/>
                    <a:pt x="3438" y="931"/>
                  </a:cubicBezTo>
                  <a:cubicBezTo>
                    <a:pt x="3448" y="931"/>
                    <a:pt x="3449" y="951"/>
                    <a:pt x="3438" y="981"/>
                  </a:cubicBezTo>
                  <a:cubicBezTo>
                    <a:pt x="3429" y="1017"/>
                    <a:pt x="3427" y="1035"/>
                    <a:pt x="3435" y="1035"/>
                  </a:cubicBezTo>
                  <a:cubicBezTo>
                    <a:pt x="3440" y="1035"/>
                    <a:pt x="3452" y="1023"/>
                    <a:pt x="3470" y="997"/>
                  </a:cubicBezTo>
                  <a:lnTo>
                    <a:pt x="3470" y="997"/>
                  </a:lnTo>
                  <a:cubicBezTo>
                    <a:pt x="3447" y="1045"/>
                    <a:pt x="3427" y="1092"/>
                    <a:pt x="3434" y="1092"/>
                  </a:cubicBezTo>
                  <a:cubicBezTo>
                    <a:pt x="3437" y="1092"/>
                    <a:pt x="3443" y="1086"/>
                    <a:pt x="3454" y="1070"/>
                  </a:cubicBezTo>
                  <a:cubicBezTo>
                    <a:pt x="3454" y="1070"/>
                    <a:pt x="3462" y="1070"/>
                    <a:pt x="3487" y="1005"/>
                  </a:cubicBezTo>
                  <a:lnTo>
                    <a:pt x="3576" y="900"/>
                  </a:lnTo>
                  <a:cubicBezTo>
                    <a:pt x="3560" y="892"/>
                    <a:pt x="3592" y="835"/>
                    <a:pt x="3624" y="770"/>
                  </a:cubicBezTo>
                  <a:cubicBezTo>
                    <a:pt x="3631" y="759"/>
                    <a:pt x="3637" y="753"/>
                    <a:pt x="3641" y="753"/>
                  </a:cubicBezTo>
                  <a:lnTo>
                    <a:pt x="3641" y="753"/>
                  </a:lnTo>
                  <a:cubicBezTo>
                    <a:pt x="3659" y="753"/>
                    <a:pt x="3655" y="840"/>
                    <a:pt x="3584" y="989"/>
                  </a:cubicBezTo>
                  <a:lnTo>
                    <a:pt x="3535" y="1119"/>
                  </a:lnTo>
                  <a:lnTo>
                    <a:pt x="3608" y="1005"/>
                  </a:lnTo>
                  <a:lnTo>
                    <a:pt x="3608" y="1005"/>
                  </a:lnTo>
                  <a:cubicBezTo>
                    <a:pt x="3616" y="1005"/>
                    <a:pt x="3624" y="1014"/>
                    <a:pt x="3592" y="1070"/>
                  </a:cubicBezTo>
                  <a:cubicBezTo>
                    <a:pt x="3551" y="1127"/>
                    <a:pt x="3551" y="1127"/>
                    <a:pt x="3560" y="1135"/>
                  </a:cubicBezTo>
                  <a:cubicBezTo>
                    <a:pt x="3560" y="1135"/>
                    <a:pt x="3560" y="1136"/>
                    <a:pt x="3561" y="1136"/>
                  </a:cubicBezTo>
                  <a:cubicBezTo>
                    <a:pt x="3565" y="1136"/>
                    <a:pt x="3577" y="1131"/>
                    <a:pt x="3608" y="1087"/>
                  </a:cubicBezTo>
                  <a:cubicBezTo>
                    <a:pt x="3650" y="1022"/>
                    <a:pt x="3668" y="994"/>
                    <a:pt x="3669" y="994"/>
                  </a:cubicBezTo>
                  <a:lnTo>
                    <a:pt x="3669" y="994"/>
                  </a:lnTo>
                  <a:cubicBezTo>
                    <a:pt x="3671" y="994"/>
                    <a:pt x="3663" y="1010"/>
                    <a:pt x="3649" y="1038"/>
                  </a:cubicBezTo>
                  <a:cubicBezTo>
                    <a:pt x="3614" y="1098"/>
                    <a:pt x="3601" y="1128"/>
                    <a:pt x="3608" y="1128"/>
                  </a:cubicBezTo>
                  <a:cubicBezTo>
                    <a:pt x="3615" y="1128"/>
                    <a:pt x="3639" y="1104"/>
                    <a:pt x="3681" y="1054"/>
                  </a:cubicBezTo>
                  <a:cubicBezTo>
                    <a:pt x="3717" y="998"/>
                    <a:pt x="3735" y="970"/>
                    <a:pt x="3737" y="970"/>
                  </a:cubicBezTo>
                  <a:lnTo>
                    <a:pt x="3737" y="970"/>
                  </a:lnTo>
                  <a:cubicBezTo>
                    <a:pt x="3738" y="970"/>
                    <a:pt x="3722" y="1000"/>
                    <a:pt x="3689" y="1062"/>
                  </a:cubicBezTo>
                  <a:cubicBezTo>
                    <a:pt x="3649" y="1119"/>
                    <a:pt x="3616" y="1176"/>
                    <a:pt x="3624" y="1184"/>
                  </a:cubicBezTo>
                  <a:lnTo>
                    <a:pt x="3665" y="1127"/>
                  </a:lnTo>
                  <a:cubicBezTo>
                    <a:pt x="3710" y="1069"/>
                    <a:pt x="3732" y="1045"/>
                    <a:pt x="3738" y="1045"/>
                  </a:cubicBezTo>
                  <a:lnTo>
                    <a:pt x="3738" y="1045"/>
                  </a:lnTo>
                  <a:cubicBezTo>
                    <a:pt x="3743" y="1045"/>
                    <a:pt x="3736" y="1061"/>
                    <a:pt x="3722" y="1087"/>
                  </a:cubicBezTo>
                  <a:cubicBezTo>
                    <a:pt x="3698" y="1120"/>
                    <a:pt x="3691" y="1136"/>
                    <a:pt x="3700" y="1136"/>
                  </a:cubicBezTo>
                  <a:cubicBezTo>
                    <a:pt x="3707" y="1136"/>
                    <a:pt x="3722" y="1128"/>
                    <a:pt x="3746" y="1111"/>
                  </a:cubicBezTo>
                  <a:lnTo>
                    <a:pt x="3746" y="1111"/>
                  </a:lnTo>
                  <a:cubicBezTo>
                    <a:pt x="3762" y="1127"/>
                    <a:pt x="3770" y="1127"/>
                    <a:pt x="3730" y="1184"/>
                  </a:cubicBezTo>
                  <a:cubicBezTo>
                    <a:pt x="3684" y="1238"/>
                    <a:pt x="3662" y="1264"/>
                    <a:pt x="3664" y="1264"/>
                  </a:cubicBezTo>
                  <a:cubicBezTo>
                    <a:pt x="3666" y="1264"/>
                    <a:pt x="3690" y="1240"/>
                    <a:pt x="3738" y="1192"/>
                  </a:cubicBezTo>
                  <a:cubicBezTo>
                    <a:pt x="3760" y="1169"/>
                    <a:pt x="3773" y="1157"/>
                    <a:pt x="3776" y="1157"/>
                  </a:cubicBezTo>
                  <a:lnTo>
                    <a:pt x="3776" y="1157"/>
                  </a:lnTo>
                  <a:cubicBezTo>
                    <a:pt x="3780" y="1157"/>
                    <a:pt x="3771" y="1173"/>
                    <a:pt x="3754" y="1208"/>
                  </a:cubicBezTo>
                  <a:cubicBezTo>
                    <a:pt x="3737" y="1239"/>
                    <a:pt x="3728" y="1253"/>
                    <a:pt x="3733" y="1253"/>
                  </a:cubicBezTo>
                  <a:cubicBezTo>
                    <a:pt x="3736" y="1253"/>
                    <a:pt x="3748" y="1243"/>
                    <a:pt x="3770" y="1224"/>
                  </a:cubicBezTo>
                  <a:cubicBezTo>
                    <a:pt x="3860" y="1119"/>
                    <a:pt x="3908" y="1070"/>
                    <a:pt x="3900" y="1062"/>
                  </a:cubicBezTo>
                  <a:cubicBezTo>
                    <a:pt x="3892" y="1054"/>
                    <a:pt x="3892" y="1054"/>
                    <a:pt x="3941" y="1005"/>
                  </a:cubicBezTo>
                  <a:lnTo>
                    <a:pt x="3957" y="1022"/>
                  </a:lnTo>
                  <a:cubicBezTo>
                    <a:pt x="3960" y="1025"/>
                    <a:pt x="3964" y="1029"/>
                    <a:pt x="3973" y="1029"/>
                  </a:cubicBezTo>
                  <a:cubicBezTo>
                    <a:pt x="3984" y="1029"/>
                    <a:pt x="4002" y="1023"/>
                    <a:pt x="4038" y="1005"/>
                  </a:cubicBezTo>
                  <a:cubicBezTo>
                    <a:pt x="4095" y="977"/>
                    <a:pt x="4178" y="904"/>
                    <a:pt x="4146" y="904"/>
                  </a:cubicBezTo>
                  <a:cubicBezTo>
                    <a:pt x="4142" y="904"/>
                    <a:pt x="4136" y="905"/>
                    <a:pt x="4127" y="908"/>
                  </a:cubicBezTo>
                  <a:lnTo>
                    <a:pt x="4168" y="851"/>
                  </a:lnTo>
                  <a:cubicBezTo>
                    <a:pt x="4242" y="772"/>
                    <a:pt x="4272" y="729"/>
                    <a:pt x="4260" y="729"/>
                  </a:cubicBezTo>
                  <a:lnTo>
                    <a:pt x="4260" y="729"/>
                  </a:lnTo>
                  <a:cubicBezTo>
                    <a:pt x="4250" y="729"/>
                    <a:pt x="4210" y="760"/>
                    <a:pt x="4143" y="827"/>
                  </a:cubicBezTo>
                  <a:cubicBezTo>
                    <a:pt x="4069" y="910"/>
                    <a:pt x="4035" y="948"/>
                    <a:pt x="4033" y="948"/>
                  </a:cubicBezTo>
                  <a:cubicBezTo>
                    <a:pt x="4031" y="948"/>
                    <a:pt x="4053" y="920"/>
                    <a:pt x="4095" y="868"/>
                  </a:cubicBezTo>
                  <a:cubicBezTo>
                    <a:pt x="4184" y="770"/>
                    <a:pt x="4176" y="762"/>
                    <a:pt x="4160" y="746"/>
                  </a:cubicBezTo>
                  <a:cubicBezTo>
                    <a:pt x="4151" y="738"/>
                    <a:pt x="4151" y="738"/>
                    <a:pt x="4192" y="689"/>
                  </a:cubicBezTo>
                  <a:cubicBezTo>
                    <a:pt x="4241" y="632"/>
                    <a:pt x="4273" y="576"/>
                    <a:pt x="4257" y="560"/>
                  </a:cubicBezTo>
                  <a:cubicBezTo>
                    <a:pt x="4254" y="557"/>
                    <a:pt x="4253" y="555"/>
                    <a:pt x="4250" y="555"/>
                  </a:cubicBezTo>
                  <a:cubicBezTo>
                    <a:pt x="4245" y="555"/>
                    <a:pt x="4235" y="566"/>
                    <a:pt x="4200" y="600"/>
                  </a:cubicBezTo>
                  <a:cubicBezTo>
                    <a:pt x="4191" y="625"/>
                    <a:pt x="4182" y="638"/>
                    <a:pt x="4178" y="638"/>
                  </a:cubicBezTo>
                  <a:cubicBezTo>
                    <a:pt x="4171" y="638"/>
                    <a:pt x="4179" y="603"/>
                    <a:pt x="4224" y="527"/>
                  </a:cubicBezTo>
                  <a:cubicBezTo>
                    <a:pt x="4235" y="499"/>
                    <a:pt x="4241" y="483"/>
                    <a:pt x="4238" y="483"/>
                  </a:cubicBezTo>
                  <a:lnTo>
                    <a:pt x="4238" y="483"/>
                  </a:lnTo>
                  <a:cubicBezTo>
                    <a:pt x="4234" y="483"/>
                    <a:pt x="4214" y="511"/>
                    <a:pt x="4168" y="576"/>
                  </a:cubicBezTo>
                  <a:cubicBezTo>
                    <a:pt x="4131" y="623"/>
                    <a:pt x="4107" y="646"/>
                    <a:pt x="4096" y="646"/>
                  </a:cubicBezTo>
                  <a:cubicBezTo>
                    <a:pt x="4083" y="646"/>
                    <a:pt x="4091" y="611"/>
                    <a:pt x="4127" y="543"/>
                  </a:cubicBezTo>
                  <a:lnTo>
                    <a:pt x="4103" y="519"/>
                  </a:lnTo>
                  <a:cubicBezTo>
                    <a:pt x="4102" y="518"/>
                    <a:pt x="4102" y="518"/>
                    <a:pt x="4101" y="518"/>
                  </a:cubicBezTo>
                  <a:cubicBezTo>
                    <a:pt x="4089" y="518"/>
                    <a:pt x="4051" y="571"/>
                    <a:pt x="4014" y="624"/>
                  </a:cubicBezTo>
                  <a:cubicBezTo>
                    <a:pt x="3967" y="689"/>
                    <a:pt x="3948" y="717"/>
                    <a:pt x="3945" y="717"/>
                  </a:cubicBezTo>
                  <a:cubicBezTo>
                    <a:pt x="3943" y="717"/>
                    <a:pt x="3951" y="701"/>
                    <a:pt x="3965" y="673"/>
                  </a:cubicBezTo>
                  <a:cubicBezTo>
                    <a:pt x="3981" y="624"/>
                    <a:pt x="4005" y="584"/>
                    <a:pt x="4030" y="551"/>
                  </a:cubicBezTo>
                  <a:cubicBezTo>
                    <a:pt x="4070" y="495"/>
                    <a:pt x="4054" y="487"/>
                    <a:pt x="4038" y="470"/>
                  </a:cubicBezTo>
                  <a:cubicBezTo>
                    <a:pt x="4034" y="467"/>
                    <a:pt x="4026" y="462"/>
                    <a:pt x="4016" y="462"/>
                  </a:cubicBezTo>
                  <a:cubicBezTo>
                    <a:pt x="4002" y="462"/>
                    <a:pt x="3983" y="471"/>
                    <a:pt x="3965" y="503"/>
                  </a:cubicBezTo>
                  <a:lnTo>
                    <a:pt x="3997" y="446"/>
                  </a:lnTo>
                  <a:cubicBezTo>
                    <a:pt x="3992" y="441"/>
                    <a:pt x="4005" y="413"/>
                    <a:pt x="4004" y="413"/>
                  </a:cubicBezTo>
                  <a:lnTo>
                    <a:pt x="4004" y="413"/>
                  </a:lnTo>
                  <a:cubicBezTo>
                    <a:pt x="4003" y="413"/>
                    <a:pt x="4000" y="419"/>
                    <a:pt x="3989" y="438"/>
                  </a:cubicBezTo>
                  <a:cubicBezTo>
                    <a:pt x="3989" y="438"/>
                    <a:pt x="3973" y="430"/>
                    <a:pt x="3981" y="349"/>
                  </a:cubicBezTo>
                  <a:cubicBezTo>
                    <a:pt x="3983" y="332"/>
                    <a:pt x="3978" y="324"/>
                    <a:pt x="3969" y="324"/>
                  </a:cubicBezTo>
                  <a:cubicBezTo>
                    <a:pt x="3941" y="324"/>
                    <a:pt x="3870" y="405"/>
                    <a:pt x="3851" y="511"/>
                  </a:cubicBezTo>
                  <a:lnTo>
                    <a:pt x="3851" y="511"/>
                  </a:lnTo>
                  <a:cubicBezTo>
                    <a:pt x="3847" y="509"/>
                    <a:pt x="3842" y="506"/>
                    <a:pt x="3835" y="503"/>
                  </a:cubicBezTo>
                  <a:cubicBezTo>
                    <a:pt x="3835" y="502"/>
                    <a:pt x="3834" y="502"/>
                    <a:pt x="3833" y="502"/>
                  </a:cubicBezTo>
                  <a:cubicBezTo>
                    <a:pt x="3823" y="502"/>
                    <a:pt x="3795" y="551"/>
                    <a:pt x="3795" y="551"/>
                  </a:cubicBezTo>
                  <a:cubicBezTo>
                    <a:pt x="3768" y="595"/>
                    <a:pt x="3755" y="605"/>
                    <a:pt x="3747" y="605"/>
                  </a:cubicBezTo>
                  <a:cubicBezTo>
                    <a:pt x="3743" y="605"/>
                    <a:pt x="3741" y="603"/>
                    <a:pt x="3738" y="600"/>
                  </a:cubicBezTo>
                  <a:lnTo>
                    <a:pt x="3803" y="478"/>
                  </a:lnTo>
                  <a:cubicBezTo>
                    <a:pt x="3866" y="376"/>
                    <a:pt x="3894" y="309"/>
                    <a:pt x="3882" y="309"/>
                  </a:cubicBezTo>
                  <a:lnTo>
                    <a:pt x="3882" y="309"/>
                  </a:lnTo>
                  <a:cubicBezTo>
                    <a:pt x="3874" y="309"/>
                    <a:pt x="3848" y="338"/>
                    <a:pt x="3803" y="405"/>
                  </a:cubicBezTo>
                  <a:cubicBezTo>
                    <a:pt x="3793" y="422"/>
                    <a:pt x="3789" y="429"/>
                    <a:pt x="3789" y="429"/>
                  </a:cubicBezTo>
                  <a:cubicBezTo>
                    <a:pt x="3789" y="429"/>
                    <a:pt x="3812" y="387"/>
                    <a:pt x="3835" y="341"/>
                  </a:cubicBezTo>
                  <a:cubicBezTo>
                    <a:pt x="3853" y="309"/>
                    <a:pt x="3856" y="292"/>
                    <a:pt x="3845" y="292"/>
                  </a:cubicBezTo>
                  <a:cubicBezTo>
                    <a:pt x="3837" y="292"/>
                    <a:pt x="3820" y="303"/>
                    <a:pt x="3795" y="324"/>
                  </a:cubicBezTo>
                  <a:cubicBezTo>
                    <a:pt x="3794" y="324"/>
                    <a:pt x="3793" y="324"/>
                    <a:pt x="3793" y="324"/>
                  </a:cubicBezTo>
                  <a:cubicBezTo>
                    <a:pt x="3774" y="324"/>
                    <a:pt x="3704" y="432"/>
                    <a:pt x="3673" y="487"/>
                  </a:cubicBezTo>
                  <a:cubicBezTo>
                    <a:pt x="3654" y="538"/>
                    <a:pt x="3639" y="544"/>
                    <a:pt x="3634" y="544"/>
                  </a:cubicBezTo>
                  <a:cubicBezTo>
                    <a:pt x="3633" y="544"/>
                    <a:pt x="3633" y="543"/>
                    <a:pt x="3633" y="543"/>
                  </a:cubicBezTo>
                  <a:cubicBezTo>
                    <a:pt x="3624" y="535"/>
                    <a:pt x="3624" y="535"/>
                    <a:pt x="3649" y="478"/>
                  </a:cubicBezTo>
                  <a:cubicBezTo>
                    <a:pt x="3679" y="409"/>
                    <a:pt x="3686" y="375"/>
                    <a:pt x="3675" y="375"/>
                  </a:cubicBezTo>
                  <a:lnTo>
                    <a:pt x="3675" y="375"/>
                  </a:lnTo>
                  <a:cubicBezTo>
                    <a:pt x="3666" y="375"/>
                    <a:pt x="3642" y="401"/>
                    <a:pt x="3608" y="454"/>
                  </a:cubicBezTo>
                  <a:lnTo>
                    <a:pt x="3641" y="397"/>
                  </a:lnTo>
                  <a:cubicBezTo>
                    <a:pt x="3661" y="343"/>
                    <a:pt x="3675" y="284"/>
                    <a:pt x="3624" y="284"/>
                  </a:cubicBezTo>
                  <a:cubicBezTo>
                    <a:pt x="3614" y="284"/>
                    <a:pt x="3600" y="286"/>
                    <a:pt x="3584" y="292"/>
                  </a:cubicBezTo>
                  <a:cubicBezTo>
                    <a:pt x="3519" y="268"/>
                    <a:pt x="3478" y="251"/>
                    <a:pt x="3503" y="187"/>
                  </a:cubicBezTo>
                  <a:cubicBezTo>
                    <a:pt x="3506" y="173"/>
                    <a:pt x="3504" y="167"/>
                    <a:pt x="3498" y="167"/>
                  </a:cubicBezTo>
                  <a:cubicBezTo>
                    <a:pt x="3476" y="167"/>
                    <a:pt x="3400" y="253"/>
                    <a:pt x="3349" y="349"/>
                  </a:cubicBezTo>
                  <a:cubicBezTo>
                    <a:pt x="3373" y="284"/>
                    <a:pt x="3357" y="284"/>
                    <a:pt x="3324" y="276"/>
                  </a:cubicBezTo>
                  <a:cubicBezTo>
                    <a:pt x="3284" y="260"/>
                    <a:pt x="3284" y="260"/>
                    <a:pt x="3300" y="195"/>
                  </a:cubicBezTo>
                  <a:cubicBezTo>
                    <a:pt x="3324" y="130"/>
                    <a:pt x="3337" y="97"/>
                    <a:pt x="3335" y="97"/>
                  </a:cubicBezTo>
                  <a:lnTo>
                    <a:pt x="3335" y="97"/>
                  </a:lnTo>
                  <a:cubicBezTo>
                    <a:pt x="3333" y="97"/>
                    <a:pt x="3316" y="130"/>
                    <a:pt x="3284" y="195"/>
                  </a:cubicBezTo>
                  <a:cubicBezTo>
                    <a:pt x="3266" y="238"/>
                    <a:pt x="3252" y="257"/>
                    <a:pt x="3242" y="257"/>
                  </a:cubicBezTo>
                  <a:cubicBezTo>
                    <a:pt x="3224" y="257"/>
                    <a:pt x="3220" y="197"/>
                    <a:pt x="3235" y="114"/>
                  </a:cubicBezTo>
                  <a:cubicBezTo>
                    <a:pt x="3251" y="41"/>
                    <a:pt x="3235" y="41"/>
                    <a:pt x="3195" y="33"/>
                  </a:cubicBezTo>
                  <a:cubicBezTo>
                    <a:pt x="3175" y="84"/>
                    <a:pt x="3151" y="90"/>
                    <a:pt x="3125" y="90"/>
                  </a:cubicBezTo>
                  <a:cubicBezTo>
                    <a:pt x="3118" y="90"/>
                    <a:pt x="3112" y="89"/>
                    <a:pt x="3105" y="89"/>
                  </a:cubicBezTo>
                  <a:cubicBezTo>
                    <a:pt x="3096" y="88"/>
                    <a:pt x="3088" y="86"/>
                    <a:pt x="3082" y="86"/>
                  </a:cubicBezTo>
                  <a:cubicBezTo>
                    <a:pt x="3057" y="86"/>
                    <a:pt x="3055" y="108"/>
                    <a:pt x="3049" y="219"/>
                  </a:cubicBezTo>
                  <a:cubicBezTo>
                    <a:pt x="3033" y="349"/>
                    <a:pt x="3024" y="349"/>
                    <a:pt x="2992" y="349"/>
                  </a:cubicBezTo>
                  <a:cubicBezTo>
                    <a:pt x="2984" y="349"/>
                    <a:pt x="2968" y="341"/>
                    <a:pt x="2968" y="276"/>
                  </a:cubicBezTo>
                  <a:cubicBezTo>
                    <a:pt x="2968" y="276"/>
                    <a:pt x="2960" y="203"/>
                    <a:pt x="2943" y="203"/>
                  </a:cubicBezTo>
                  <a:cubicBezTo>
                    <a:pt x="2927" y="203"/>
                    <a:pt x="2911" y="203"/>
                    <a:pt x="2911" y="138"/>
                  </a:cubicBezTo>
                  <a:cubicBezTo>
                    <a:pt x="2911" y="138"/>
                    <a:pt x="2895" y="73"/>
                    <a:pt x="2862" y="65"/>
                  </a:cubicBezTo>
                  <a:cubicBezTo>
                    <a:pt x="2856" y="65"/>
                    <a:pt x="2850" y="65"/>
                    <a:pt x="2845" y="65"/>
                  </a:cubicBezTo>
                  <a:cubicBezTo>
                    <a:pt x="2819" y="65"/>
                    <a:pt x="2796" y="60"/>
                    <a:pt x="2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2"/>
            <p:cNvSpPr/>
            <p:nvPr/>
          </p:nvSpPr>
          <p:spPr>
            <a:xfrm>
              <a:off x="6442209" y="2408553"/>
              <a:ext cx="85550" cy="79258"/>
            </a:xfrm>
            <a:custGeom>
              <a:avLst/>
              <a:gdLst/>
              <a:ahLst/>
              <a:cxnLst/>
              <a:rect l="l" t="t" r="r" b="b"/>
              <a:pathLst>
                <a:path w="4963" h="4598" extrusionOk="0">
                  <a:moveTo>
                    <a:pt x="4549" y="6"/>
                  </a:moveTo>
                  <a:cubicBezTo>
                    <a:pt x="4530" y="6"/>
                    <a:pt x="4494" y="56"/>
                    <a:pt x="4459" y="106"/>
                  </a:cubicBezTo>
                  <a:lnTo>
                    <a:pt x="4475" y="114"/>
                  </a:lnTo>
                  <a:cubicBezTo>
                    <a:pt x="4515" y="90"/>
                    <a:pt x="4548" y="58"/>
                    <a:pt x="4572" y="25"/>
                  </a:cubicBezTo>
                  <a:lnTo>
                    <a:pt x="4556" y="9"/>
                  </a:lnTo>
                  <a:cubicBezTo>
                    <a:pt x="4554" y="7"/>
                    <a:pt x="4552" y="6"/>
                    <a:pt x="4549" y="6"/>
                  </a:cubicBezTo>
                  <a:close/>
                  <a:moveTo>
                    <a:pt x="2999" y="74"/>
                  </a:moveTo>
                  <a:cubicBezTo>
                    <a:pt x="2983" y="74"/>
                    <a:pt x="2959" y="139"/>
                    <a:pt x="2959" y="139"/>
                  </a:cubicBezTo>
                  <a:cubicBezTo>
                    <a:pt x="2959" y="212"/>
                    <a:pt x="2975" y="212"/>
                    <a:pt x="2991" y="212"/>
                  </a:cubicBezTo>
                  <a:cubicBezTo>
                    <a:pt x="2998" y="233"/>
                    <a:pt x="3005" y="242"/>
                    <a:pt x="3011" y="242"/>
                  </a:cubicBezTo>
                  <a:cubicBezTo>
                    <a:pt x="3024" y="242"/>
                    <a:pt x="3034" y="192"/>
                    <a:pt x="3040" y="147"/>
                  </a:cubicBezTo>
                  <a:cubicBezTo>
                    <a:pt x="3048" y="82"/>
                    <a:pt x="3032" y="74"/>
                    <a:pt x="2999" y="74"/>
                  </a:cubicBezTo>
                  <a:close/>
                  <a:moveTo>
                    <a:pt x="3096" y="220"/>
                  </a:moveTo>
                  <a:lnTo>
                    <a:pt x="3121" y="228"/>
                  </a:lnTo>
                  <a:cubicBezTo>
                    <a:pt x="3113" y="293"/>
                    <a:pt x="3080" y="358"/>
                    <a:pt x="3064" y="358"/>
                  </a:cubicBezTo>
                  <a:cubicBezTo>
                    <a:pt x="3056" y="358"/>
                    <a:pt x="3056" y="285"/>
                    <a:pt x="3096" y="220"/>
                  </a:cubicBezTo>
                  <a:close/>
                  <a:moveTo>
                    <a:pt x="17" y="496"/>
                  </a:moveTo>
                  <a:cubicBezTo>
                    <a:pt x="1" y="496"/>
                    <a:pt x="16" y="523"/>
                    <a:pt x="88" y="585"/>
                  </a:cubicBezTo>
                  <a:cubicBezTo>
                    <a:pt x="120" y="607"/>
                    <a:pt x="134" y="617"/>
                    <a:pt x="143" y="617"/>
                  </a:cubicBezTo>
                  <a:cubicBezTo>
                    <a:pt x="150" y="617"/>
                    <a:pt x="154" y="611"/>
                    <a:pt x="161" y="601"/>
                  </a:cubicBezTo>
                  <a:cubicBezTo>
                    <a:pt x="129" y="568"/>
                    <a:pt x="97" y="536"/>
                    <a:pt x="56" y="512"/>
                  </a:cubicBezTo>
                  <a:cubicBezTo>
                    <a:pt x="38" y="502"/>
                    <a:pt x="25" y="496"/>
                    <a:pt x="17" y="496"/>
                  </a:cubicBezTo>
                  <a:close/>
                  <a:moveTo>
                    <a:pt x="2351" y="333"/>
                  </a:moveTo>
                  <a:cubicBezTo>
                    <a:pt x="2351" y="333"/>
                    <a:pt x="2351" y="406"/>
                    <a:pt x="2359" y="471"/>
                  </a:cubicBezTo>
                  <a:cubicBezTo>
                    <a:pt x="2372" y="584"/>
                    <a:pt x="2378" y="634"/>
                    <a:pt x="2375" y="634"/>
                  </a:cubicBezTo>
                  <a:cubicBezTo>
                    <a:pt x="2373" y="634"/>
                    <a:pt x="2365" y="602"/>
                    <a:pt x="2351" y="544"/>
                  </a:cubicBezTo>
                  <a:cubicBezTo>
                    <a:pt x="2326" y="479"/>
                    <a:pt x="2310" y="414"/>
                    <a:pt x="2318" y="341"/>
                  </a:cubicBezTo>
                  <a:lnTo>
                    <a:pt x="2351" y="333"/>
                  </a:lnTo>
                  <a:close/>
                  <a:moveTo>
                    <a:pt x="1579" y="578"/>
                  </a:moveTo>
                  <a:cubicBezTo>
                    <a:pt x="1583" y="578"/>
                    <a:pt x="1590" y="584"/>
                    <a:pt x="1605" y="601"/>
                  </a:cubicBezTo>
                  <a:cubicBezTo>
                    <a:pt x="1605" y="600"/>
                    <a:pt x="1606" y="600"/>
                    <a:pt x="1606" y="600"/>
                  </a:cubicBezTo>
                  <a:cubicBezTo>
                    <a:pt x="1615" y="600"/>
                    <a:pt x="1628" y="658"/>
                    <a:pt x="1621" y="666"/>
                  </a:cubicBezTo>
                  <a:lnTo>
                    <a:pt x="1572" y="617"/>
                  </a:lnTo>
                  <a:cubicBezTo>
                    <a:pt x="1584" y="611"/>
                    <a:pt x="1571" y="578"/>
                    <a:pt x="1579" y="578"/>
                  </a:cubicBezTo>
                  <a:close/>
                  <a:moveTo>
                    <a:pt x="1929" y="552"/>
                  </a:moveTo>
                  <a:cubicBezTo>
                    <a:pt x="1953" y="593"/>
                    <a:pt x="1969" y="641"/>
                    <a:pt x="1986" y="682"/>
                  </a:cubicBezTo>
                  <a:lnTo>
                    <a:pt x="1969" y="690"/>
                  </a:lnTo>
                  <a:cubicBezTo>
                    <a:pt x="1937" y="625"/>
                    <a:pt x="1905" y="568"/>
                    <a:pt x="1913" y="560"/>
                  </a:cubicBezTo>
                  <a:lnTo>
                    <a:pt x="1929" y="552"/>
                  </a:lnTo>
                  <a:close/>
                  <a:moveTo>
                    <a:pt x="2440" y="593"/>
                  </a:moveTo>
                  <a:lnTo>
                    <a:pt x="2472" y="657"/>
                  </a:lnTo>
                  <a:cubicBezTo>
                    <a:pt x="2488" y="722"/>
                    <a:pt x="2480" y="722"/>
                    <a:pt x="2464" y="730"/>
                  </a:cubicBezTo>
                  <a:lnTo>
                    <a:pt x="2448" y="666"/>
                  </a:lnTo>
                  <a:lnTo>
                    <a:pt x="2440" y="593"/>
                  </a:lnTo>
                  <a:close/>
                  <a:moveTo>
                    <a:pt x="3842" y="585"/>
                  </a:moveTo>
                  <a:cubicBezTo>
                    <a:pt x="3859" y="593"/>
                    <a:pt x="3834" y="657"/>
                    <a:pt x="3794" y="722"/>
                  </a:cubicBezTo>
                  <a:cubicBezTo>
                    <a:pt x="3752" y="811"/>
                    <a:pt x="3741" y="835"/>
                    <a:pt x="3728" y="835"/>
                  </a:cubicBezTo>
                  <a:cubicBezTo>
                    <a:pt x="3724" y="835"/>
                    <a:pt x="3719" y="832"/>
                    <a:pt x="3713" y="828"/>
                  </a:cubicBezTo>
                  <a:cubicBezTo>
                    <a:pt x="3705" y="820"/>
                    <a:pt x="3696" y="812"/>
                    <a:pt x="3729" y="755"/>
                  </a:cubicBezTo>
                  <a:lnTo>
                    <a:pt x="3737" y="763"/>
                  </a:lnTo>
                  <a:cubicBezTo>
                    <a:pt x="3727" y="780"/>
                    <a:pt x="3725" y="788"/>
                    <a:pt x="3727" y="788"/>
                  </a:cubicBezTo>
                  <a:cubicBezTo>
                    <a:pt x="3732" y="788"/>
                    <a:pt x="3761" y="751"/>
                    <a:pt x="3777" y="706"/>
                  </a:cubicBezTo>
                  <a:lnTo>
                    <a:pt x="3842" y="585"/>
                  </a:lnTo>
                  <a:close/>
                  <a:moveTo>
                    <a:pt x="3913" y="803"/>
                  </a:moveTo>
                  <a:cubicBezTo>
                    <a:pt x="3914" y="803"/>
                    <a:pt x="3915" y="803"/>
                    <a:pt x="3915" y="803"/>
                  </a:cubicBezTo>
                  <a:lnTo>
                    <a:pt x="3891" y="868"/>
                  </a:lnTo>
                  <a:cubicBezTo>
                    <a:pt x="3865" y="905"/>
                    <a:pt x="3849" y="915"/>
                    <a:pt x="3838" y="915"/>
                  </a:cubicBezTo>
                  <a:cubicBezTo>
                    <a:pt x="3833" y="915"/>
                    <a:pt x="3829" y="912"/>
                    <a:pt x="3826" y="909"/>
                  </a:cubicBezTo>
                  <a:cubicBezTo>
                    <a:pt x="3818" y="901"/>
                    <a:pt x="3818" y="901"/>
                    <a:pt x="3859" y="844"/>
                  </a:cubicBezTo>
                  <a:cubicBezTo>
                    <a:pt x="3859" y="844"/>
                    <a:pt x="3900" y="803"/>
                    <a:pt x="3913" y="803"/>
                  </a:cubicBezTo>
                  <a:close/>
                  <a:moveTo>
                    <a:pt x="2115" y="690"/>
                  </a:moveTo>
                  <a:lnTo>
                    <a:pt x="2115" y="690"/>
                  </a:lnTo>
                  <a:cubicBezTo>
                    <a:pt x="2132" y="690"/>
                    <a:pt x="2148" y="755"/>
                    <a:pt x="2196" y="885"/>
                  </a:cubicBezTo>
                  <a:cubicBezTo>
                    <a:pt x="2200" y="912"/>
                    <a:pt x="2202" y="928"/>
                    <a:pt x="2199" y="928"/>
                  </a:cubicBezTo>
                  <a:cubicBezTo>
                    <a:pt x="2196" y="928"/>
                    <a:pt x="2184" y="898"/>
                    <a:pt x="2156" y="828"/>
                  </a:cubicBezTo>
                  <a:cubicBezTo>
                    <a:pt x="2140" y="763"/>
                    <a:pt x="2115" y="690"/>
                    <a:pt x="2115" y="690"/>
                  </a:cubicBezTo>
                  <a:close/>
                  <a:moveTo>
                    <a:pt x="1742" y="925"/>
                  </a:moveTo>
                  <a:cubicBezTo>
                    <a:pt x="1783" y="974"/>
                    <a:pt x="1832" y="1022"/>
                    <a:pt x="1824" y="1030"/>
                  </a:cubicBezTo>
                  <a:cubicBezTo>
                    <a:pt x="1836" y="1048"/>
                    <a:pt x="1839" y="1056"/>
                    <a:pt x="1835" y="1056"/>
                  </a:cubicBezTo>
                  <a:cubicBezTo>
                    <a:pt x="1826" y="1056"/>
                    <a:pt x="1780" y="1014"/>
                    <a:pt x="1718" y="941"/>
                  </a:cubicBezTo>
                  <a:lnTo>
                    <a:pt x="1742" y="925"/>
                  </a:lnTo>
                  <a:close/>
                  <a:moveTo>
                    <a:pt x="3534" y="1039"/>
                  </a:moveTo>
                  <a:cubicBezTo>
                    <a:pt x="3502" y="1095"/>
                    <a:pt x="3502" y="1095"/>
                    <a:pt x="3510" y="1103"/>
                  </a:cubicBezTo>
                  <a:lnTo>
                    <a:pt x="3518" y="1103"/>
                  </a:lnTo>
                  <a:lnTo>
                    <a:pt x="3542" y="1047"/>
                  </a:lnTo>
                  <a:lnTo>
                    <a:pt x="3534" y="1039"/>
                  </a:lnTo>
                  <a:close/>
                  <a:moveTo>
                    <a:pt x="1702" y="1055"/>
                  </a:moveTo>
                  <a:lnTo>
                    <a:pt x="1759" y="1095"/>
                  </a:lnTo>
                  <a:lnTo>
                    <a:pt x="1751" y="1103"/>
                  </a:lnTo>
                  <a:cubicBezTo>
                    <a:pt x="1748" y="1106"/>
                    <a:pt x="1746" y="1108"/>
                    <a:pt x="1743" y="1108"/>
                  </a:cubicBezTo>
                  <a:cubicBezTo>
                    <a:pt x="1737" y="1108"/>
                    <a:pt x="1725" y="1099"/>
                    <a:pt x="1686" y="1071"/>
                  </a:cubicBezTo>
                  <a:lnTo>
                    <a:pt x="1702" y="1055"/>
                  </a:lnTo>
                  <a:close/>
                  <a:moveTo>
                    <a:pt x="1327" y="1077"/>
                  </a:moveTo>
                  <a:cubicBezTo>
                    <a:pt x="1346" y="1077"/>
                    <a:pt x="1394" y="1095"/>
                    <a:pt x="1394" y="1095"/>
                  </a:cubicBezTo>
                  <a:cubicBezTo>
                    <a:pt x="1451" y="1136"/>
                    <a:pt x="1442" y="1152"/>
                    <a:pt x="1442" y="1152"/>
                  </a:cubicBezTo>
                  <a:cubicBezTo>
                    <a:pt x="1439" y="1156"/>
                    <a:pt x="1435" y="1159"/>
                    <a:pt x="1427" y="1159"/>
                  </a:cubicBezTo>
                  <a:cubicBezTo>
                    <a:pt x="1417" y="1159"/>
                    <a:pt x="1401" y="1154"/>
                    <a:pt x="1369" y="1136"/>
                  </a:cubicBezTo>
                  <a:cubicBezTo>
                    <a:pt x="1369" y="1136"/>
                    <a:pt x="1313" y="1095"/>
                    <a:pt x="1321" y="1079"/>
                  </a:cubicBezTo>
                  <a:cubicBezTo>
                    <a:pt x="1322" y="1078"/>
                    <a:pt x="1324" y="1077"/>
                    <a:pt x="1327" y="1077"/>
                  </a:cubicBezTo>
                  <a:close/>
                  <a:moveTo>
                    <a:pt x="4107" y="1100"/>
                  </a:moveTo>
                  <a:lnTo>
                    <a:pt x="4107" y="1100"/>
                  </a:lnTo>
                  <a:cubicBezTo>
                    <a:pt x="4109" y="1100"/>
                    <a:pt x="4083" y="1123"/>
                    <a:pt x="4029" y="1168"/>
                  </a:cubicBezTo>
                  <a:cubicBezTo>
                    <a:pt x="3984" y="1213"/>
                    <a:pt x="3933" y="1250"/>
                    <a:pt x="3925" y="1250"/>
                  </a:cubicBezTo>
                  <a:cubicBezTo>
                    <a:pt x="3924" y="1250"/>
                    <a:pt x="3923" y="1250"/>
                    <a:pt x="3923" y="1249"/>
                  </a:cubicBezTo>
                  <a:cubicBezTo>
                    <a:pt x="3891" y="1271"/>
                    <a:pt x="3875" y="1280"/>
                    <a:pt x="3870" y="1280"/>
                  </a:cubicBezTo>
                  <a:cubicBezTo>
                    <a:pt x="3859" y="1280"/>
                    <a:pt x="3938" y="1214"/>
                    <a:pt x="4021" y="1160"/>
                  </a:cubicBezTo>
                  <a:cubicBezTo>
                    <a:pt x="4076" y="1121"/>
                    <a:pt x="4104" y="1100"/>
                    <a:pt x="4107" y="1100"/>
                  </a:cubicBezTo>
                  <a:close/>
                  <a:moveTo>
                    <a:pt x="1710" y="1249"/>
                  </a:moveTo>
                  <a:lnTo>
                    <a:pt x="1710" y="1249"/>
                  </a:lnTo>
                  <a:cubicBezTo>
                    <a:pt x="1702" y="1257"/>
                    <a:pt x="1751" y="1298"/>
                    <a:pt x="1751" y="1298"/>
                  </a:cubicBezTo>
                  <a:cubicBezTo>
                    <a:pt x="1751" y="1298"/>
                    <a:pt x="1792" y="1334"/>
                    <a:pt x="1809" y="1334"/>
                  </a:cubicBezTo>
                  <a:cubicBezTo>
                    <a:pt x="1812" y="1334"/>
                    <a:pt x="1814" y="1333"/>
                    <a:pt x="1815" y="1330"/>
                  </a:cubicBezTo>
                  <a:lnTo>
                    <a:pt x="1824" y="1322"/>
                  </a:lnTo>
                  <a:cubicBezTo>
                    <a:pt x="1783" y="1298"/>
                    <a:pt x="1751" y="1274"/>
                    <a:pt x="1710" y="1249"/>
                  </a:cubicBezTo>
                  <a:close/>
                  <a:moveTo>
                    <a:pt x="1240" y="1322"/>
                  </a:moveTo>
                  <a:cubicBezTo>
                    <a:pt x="1305" y="1347"/>
                    <a:pt x="1305" y="1347"/>
                    <a:pt x="1288" y="1371"/>
                  </a:cubicBezTo>
                  <a:cubicBezTo>
                    <a:pt x="1287" y="1372"/>
                    <a:pt x="1285" y="1373"/>
                    <a:pt x="1282" y="1373"/>
                  </a:cubicBezTo>
                  <a:cubicBezTo>
                    <a:pt x="1265" y="1373"/>
                    <a:pt x="1224" y="1355"/>
                    <a:pt x="1224" y="1355"/>
                  </a:cubicBezTo>
                  <a:cubicBezTo>
                    <a:pt x="1167" y="1322"/>
                    <a:pt x="1232" y="1339"/>
                    <a:pt x="1240" y="1322"/>
                  </a:cubicBezTo>
                  <a:close/>
                  <a:moveTo>
                    <a:pt x="956" y="1606"/>
                  </a:moveTo>
                  <a:cubicBezTo>
                    <a:pt x="985" y="1617"/>
                    <a:pt x="986" y="1621"/>
                    <a:pt x="980" y="1621"/>
                  </a:cubicBezTo>
                  <a:cubicBezTo>
                    <a:pt x="971" y="1621"/>
                    <a:pt x="952" y="1615"/>
                    <a:pt x="956" y="1606"/>
                  </a:cubicBezTo>
                  <a:close/>
                  <a:moveTo>
                    <a:pt x="1183" y="1582"/>
                  </a:moveTo>
                  <a:lnTo>
                    <a:pt x="1183" y="1582"/>
                  </a:lnTo>
                  <a:cubicBezTo>
                    <a:pt x="1232" y="1590"/>
                    <a:pt x="1272" y="1606"/>
                    <a:pt x="1313" y="1622"/>
                  </a:cubicBezTo>
                  <a:lnTo>
                    <a:pt x="1321" y="1622"/>
                  </a:lnTo>
                  <a:cubicBezTo>
                    <a:pt x="1349" y="1634"/>
                    <a:pt x="1363" y="1643"/>
                    <a:pt x="1353" y="1643"/>
                  </a:cubicBezTo>
                  <a:cubicBezTo>
                    <a:pt x="1343" y="1643"/>
                    <a:pt x="1309" y="1634"/>
                    <a:pt x="1240" y="1614"/>
                  </a:cubicBezTo>
                  <a:cubicBezTo>
                    <a:pt x="1175" y="1598"/>
                    <a:pt x="1175" y="1598"/>
                    <a:pt x="1183" y="1582"/>
                  </a:cubicBezTo>
                  <a:close/>
                  <a:moveTo>
                    <a:pt x="1151" y="1671"/>
                  </a:moveTo>
                  <a:lnTo>
                    <a:pt x="1215" y="1679"/>
                  </a:lnTo>
                  <a:lnTo>
                    <a:pt x="1280" y="1712"/>
                  </a:lnTo>
                  <a:lnTo>
                    <a:pt x="1272" y="1728"/>
                  </a:lnTo>
                  <a:cubicBezTo>
                    <a:pt x="1207" y="1703"/>
                    <a:pt x="1142" y="1687"/>
                    <a:pt x="1151" y="1671"/>
                  </a:cubicBezTo>
                  <a:close/>
                  <a:moveTo>
                    <a:pt x="1126" y="1736"/>
                  </a:moveTo>
                  <a:lnTo>
                    <a:pt x="1126" y="1736"/>
                  </a:lnTo>
                  <a:cubicBezTo>
                    <a:pt x="1159" y="1744"/>
                    <a:pt x="1157" y="1748"/>
                    <a:pt x="1148" y="1748"/>
                  </a:cubicBezTo>
                  <a:cubicBezTo>
                    <a:pt x="1138" y="1748"/>
                    <a:pt x="1122" y="1744"/>
                    <a:pt x="1126" y="1736"/>
                  </a:cubicBezTo>
                  <a:close/>
                  <a:moveTo>
                    <a:pt x="2051" y="1703"/>
                  </a:moveTo>
                  <a:lnTo>
                    <a:pt x="2042" y="1720"/>
                  </a:lnTo>
                  <a:cubicBezTo>
                    <a:pt x="2080" y="1741"/>
                    <a:pt x="2093" y="1748"/>
                    <a:pt x="2097" y="1748"/>
                  </a:cubicBezTo>
                  <a:cubicBezTo>
                    <a:pt x="2099" y="1748"/>
                    <a:pt x="2099" y="1747"/>
                    <a:pt x="2099" y="1744"/>
                  </a:cubicBezTo>
                  <a:cubicBezTo>
                    <a:pt x="2107" y="1736"/>
                    <a:pt x="2115" y="1728"/>
                    <a:pt x="2051" y="1703"/>
                  </a:cubicBezTo>
                  <a:close/>
                  <a:moveTo>
                    <a:pt x="1701" y="1768"/>
                  </a:moveTo>
                  <a:cubicBezTo>
                    <a:pt x="1699" y="1770"/>
                    <a:pt x="1698" y="1771"/>
                    <a:pt x="1699" y="1771"/>
                  </a:cubicBezTo>
                  <a:cubicBezTo>
                    <a:pt x="1699" y="1771"/>
                    <a:pt x="1700" y="1770"/>
                    <a:pt x="1702" y="1768"/>
                  </a:cubicBezTo>
                  <a:cubicBezTo>
                    <a:pt x="1702" y="1768"/>
                    <a:pt x="1701" y="1768"/>
                    <a:pt x="1701" y="1768"/>
                  </a:cubicBezTo>
                  <a:close/>
                  <a:moveTo>
                    <a:pt x="972" y="2587"/>
                  </a:moveTo>
                  <a:lnTo>
                    <a:pt x="1037" y="2595"/>
                  </a:lnTo>
                  <a:lnTo>
                    <a:pt x="1037" y="2611"/>
                  </a:lnTo>
                  <a:cubicBezTo>
                    <a:pt x="1000" y="2616"/>
                    <a:pt x="959" y="2621"/>
                    <a:pt x="932" y="2621"/>
                  </a:cubicBezTo>
                  <a:cubicBezTo>
                    <a:pt x="912" y="2621"/>
                    <a:pt x="899" y="2618"/>
                    <a:pt x="899" y="2611"/>
                  </a:cubicBezTo>
                  <a:lnTo>
                    <a:pt x="972" y="2587"/>
                  </a:lnTo>
                  <a:close/>
                  <a:moveTo>
                    <a:pt x="4256" y="2759"/>
                  </a:moveTo>
                  <a:cubicBezTo>
                    <a:pt x="4264" y="2759"/>
                    <a:pt x="4280" y="2761"/>
                    <a:pt x="4313" y="2766"/>
                  </a:cubicBezTo>
                  <a:cubicBezTo>
                    <a:pt x="4386" y="2782"/>
                    <a:pt x="4442" y="2814"/>
                    <a:pt x="4442" y="2822"/>
                  </a:cubicBezTo>
                  <a:cubicBezTo>
                    <a:pt x="4377" y="2822"/>
                    <a:pt x="4304" y="2798"/>
                    <a:pt x="4248" y="2766"/>
                  </a:cubicBezTo>
                  <a:cubicBezTo>
                    <a:pt x="4248" y="2761"/>
                    <a:pt x="4248" y="2759"/>
                    <a:pt x="4256" y="2759"/>
                  </a:cubicBezTo>
                  <a:close/>
                  <a:moveTo>
                    <a:pt x="1151" y="2920"/>
                  </a:moveTo>
                  <a:lnTo>
                    <a:pt x="1151" y="2920"/>
                  </a:lnTo>
                  <a:cubicBezTo>
                    <a:pt x="1159" y="2928"/>
                    <a:pt x="1159" y="2928"/>
                    <a:pt x="1094" y="2952"/>
                  </a:cubicBezTo>
                  <a:cubicBezTo>
                    <a:pt x="1045" y="2960"/>
                    <a:pt x="997" y="2968"/>
                    <a:pt x="956" y="2968"/>
                  </a:cubicBezTo>
                  <a:cubicBezTo>
                    <a:pt x="948" y="2960"/>
                    <a:pt x="1086" y="2936"/>
                    <a:pt x="1151" y="2920"/>
                  </a:cubicBezTo>
                  <a:close/>
                  <a:moveTo>
                    <a:pt x="1661" y="2960"/>
                  </a:moveTo>
                  <a:lnTo>
                    <a:pt x="1661" y="2968"/>
                  </a:lnTo>
                  <a:cubicBezTo>
                    <a:pt x="1612" y="2996"/>
                    <a:pt x="1557" y="3018"/>
                    <a:pt x="1538" y="3018"/>
                  </a:cubicBezTo>
                  <a:cubicBezTo>
                    <a:pt x="1535" y="3018"/>
                    <a:pt x="1533" y="3018"/>
                    <a:pt x="1532" y="3017"/>
                  </a:cubicBezTo>
                  <a:lnTo>
                    <a:pt x="1532" y="3001"/>
                  </a:lnTo>
                  <a:cubicBezTo>
                    <a:pt x="1572" y="2984"/>
                    <a:pt x="1621" y="2976"/>
                    <a:pt x="1661" y="2960"/>
                  </a:cubicBezTo>
                  <a:close/>
                  <a:moveTo>
                    <a:pt x="4322" y="3208"/>
                  </a:moveTo>
                  <a:cubicBezTo>
                    <a:pt x="4324" y="3208"/>
                    <a:pt x="4331" y="3211"/>
                    <a:pt x="4345" y="3220"/>
                  </a:cubicBezTo>
                  <a:cubicBezTo>
                    <a:pt x="4386" y="3236"/>
                    <a:pt x="4426" y="3268"/>
                    <a:pt x="4459" y="3293"/>
                  </a:cubicBezTo>
                  <a:cubicBezTo>
                    <a:pt x="4459" y="3293"/>
                    <a:pt x="4490" y="3320"/>
                    <a:pt x="4479" y="3320"/>
                  </a:cubicBezTo>
                  <a:cubicBezTo>
                    <a:pt x="4475" y="3320"/>
                    <a:pt x="4467" y="3317"/>
                    <a:pt x="4450" y="3309"/>
                  </a:cubicBezTo>
                  <a:lnTo>
                    <a:pt x="4394" y="3276"/>
                  </a:lnTo>
                  <a:cubicBezTo>
                    <a:pt x="4357" y="3240"/>
                    <a:pt x="4316" y="3208"/>
                    <a:pt x="4322" y="3208"/>
                  </a:cubicBezTo>
                  <a:close/>
                  <a:moveTo>
                    <a:pt x="1353" y="3276"/>
                  </a:moveTo>
                  <a:lnTo>
                    <a:pt x="1353" y="3293"/>
                  </a:lnTo>
                  <a:cubicBezTo>
                    <a:pt x="1307" y="3319"/>
                    <a:pt x="1261" y="3345"/>
                    <a:pt x="1241" y="3345"/>
                  </a:cubicBezTo>
                  <a:cubicBezTo>
                    <a:pt x="1236" y="3345"/>
                    <a:pt x="1233" y="3344"/>
                    <a:pt x="1232" y="3341"/>
                  </a:cubicBezTo>
                  <a:lnTo>
                    <a:pt x="1288" y="3301"/>
                  </a:lnTo>
                  <a:lnTo>
                    <a:pt x="1353" y="3276"/>
                  </a:lnTo>
                  <a:close/>
                  <a:moveTo>
                    <a:pt x="3526" y="3576"/>
                  </a:moveTo>
                  <a:cubicBezTo>
                    <a:pt x="3559" y="3633"/>
                    <a:pt x="3591" y="3698"/>
                    <a:pt x="3583" y="3698"/>
                  </a:cubicBezTo>
                  <a:lnTo>
                    <a:pt x="3542" y="3649"/>
                  </a:lnTo>
                  <a:lnTo>
                    <a:pt x="3518" y="3584"/>
                  </a:lnTo>
                  <a:lnTo>
                    <a:pt x="3526" y="3576"/>
                  </a:lnTo>
                  <a:close/>
                  <a:moveTo>
                    <a:pt x="4016" y="3648"/>
                  </a:moveTo>
                  <a:cubicBezTo>
                    <a:pt x="4031" y="3648"/>
                    <a:pt x="4077" y="3682"/>
                    <a:pt x="4077" y="3682"/>
                  </a:cubicBezTo>
                  <a:cubicBezTo>
                    <a:pt x="4077" y="3682"/>
                    <a:pt x="4126" y="3730"/>
                    <a:pt x="4118" y="3738"/>
                  </a:cubicBezTo>
                  <a:cubicBezTo>
                    <a:pt x="4077" y="3714"/>
                    <a:pt x="4037" y="3690"/>
                    <a:pt x="4005" y="3657"/>
                  </a:cubicBezTo>
                  <a:lnTo>
                    <a:pt x="4013" y="3649"/>
                  </a:lnTo>
                  <a:cubicBezTo>
                    <a:pt x="4013" y="3649"/>
                    <a:pt x="4014" y="3648"/>
                    <a:pt x="4016" y="3648"/>
                  </a:cubicBezTo>
                  <a:close/>
                  <a:moveTo>
                    <a:pt x="3442" y="3686"/>
                  </a:moveTo>
                  <a:cubicBezTo>
                    <a:pt x="3447" y="3686"/>
                    <a:pt x="3454" y="3699"/>
                    <a:pt x="3478" y="3747"/>
                  </a:cubicBezTo>
                  <a:cubicBezTo>
                    <a:pt x="3478" y="3747"/>
                    <a:pt x="3502" y="3811"/>
                    <a:pt x="3486" y="3811"/>
                  </a:cubicBezTo>
                  <a:lnTo>
                    <a:pt x="3453" y="3755"/>
                  </a:lnTo>
                  <a:cubicBezTo>
                    <a:pt x="3429" y="3690"/>
                    <a:pt x="3437" y="3690"/>
                    <a:pt x="3437" y="3690"/>
                  </a:cubicBezTo>
                  <a:cubicBezTo>
                    <a:pt x="3439" y="3688"/>
                    <a:pt x="3441" y="3686"/>
                    <a:pt x="3442" y="3686"/>
                  </a:cubicBezTo>
                  <a:close/>
                  <a:moveTo>
                    <a:pt x="4027" y="3824"/>
                  </a:moveTo>
                  <a:cubicBezTo>
                    <a:pt x="4033" y="3824"/>
                    <a:pt x="4043" y="3834"/>
                    <a:pt x="4077" y="3868"/>
                  </a:cubicBezTo>
                  <a:lnTo>
                    <a:pt x="4061" y="3876"/>
                  </a:lnTo>
                  <a:lnTo>
                    <a:pt x="4005" y="3836"/>
                  </a:lnTo>
                  <a:lnTo>
                    <a:pt x="4021" y="3828"/>
                  </a:lnTo>
                  <a:cubicBezTo>
                    <a:pt x="4023" y="3825"/>
                    <a:pt x="4025" y="3824"/>
                    <a:pt x="4027" y="3824"/>
                  </a:cubicBezTo>
                  <a:close/>
                  <a:moveTo>
                    <a:pt x="3915" y="3901"/>
                  </a:moveTo>
                  <a:cubicBezTo>
                    <a:pt x="3923" y="3901"/>
                    <a:pt x="3923" y="3901"/>
                    <a:pt x="3964" y="3949"/>
                  </a:cubicBezTo>
                  <a:lnTo>
                    <a:pt x="3956" y="3957"/>
                  </a:lnTo>
                  <a:lnTo>
                    <a:pt x="3899" y="3909"/>
                  </a:lnTo>
                  <a:lnTo>
                    <a:pt x="3915" y="3901"/>
                  </a:lnTo>
                  <a:close/>
                  <a:moveTo>
                    <a:pt x="4065" y="3927"/>
                  </a:moveTo>
                  <a:cubicBezTo>
                    <a:pt x="4064" y="3927"/>
                    <a:pt x="4066" y="3934"/>
                    <a:pt x="4077" y="3957"/>
                  </a:cubicBezTo>
                  <a:cubicBezTo>
                    <a:pt x="4083" y="3952"/>
                    <a:pt x="4068" y="3927"/>
                    <a:pt x="4065" y="3927"/>
                  </a:cubicBezTo>
                  <a:close/>
                  <a:moveTo>
                    <a:pt x="3815" y="3904"/>
                  </a:moveTo>
                  <a:cubicBezTo>
                    <a:pt x="3820" y="3904"/>
                    <a:pt x="3831" y="3919"/>
                    <a:pt x="3850" y="3949"/>
                  </a:cubicBezTo>
                  <a:cubicBezTo>
                    <a:pt x="3883" y="4006"/>
                    <a:pt x="3883" y="4006"/>
                    <a:pt x="3875" y="4006"/>
                  </a:cubicBezTo>
                  <a:cubicBezTo>
                    <a:pt x="3867" y="4011"/>
                    <a:pt x="3861" y="4015"/>
                    <a:pt x="3857" y="4015"/>
                  </a:cubicBezTo>
                  <a:cubicBezTo>
                    <a:pt x="3848" y="4015"/>
                    <a:pt x="3842" y="4001"/>
                    <a:pt x="3826" y="3957"/>
                  </a:cubicBezTo>
                  <a:cubicBezTo>
                    <a:pt x="3813" y="3923"/>
                    <a:pt x="3809" y="3904"/>
                    <a:pt x="3815" y="3904"/>
                  </a:cubicBezTo>
                  <a:close/>
                  <a:moveTo>
                    <a:pt x="1959" y="3973"/>
                  </a:moveTo>
                  <a:cubicBezTo>
                    <a:pt x="1960" y="3973"/>
                    <a:pt x="1961" y="3973"/>
                    <a:pt x="1961" y="3974"/>
                  </a:cubicBezTo>
                  <a:cubicBezTo>
                    <a:pt x="1986" y="3982"/>
                    <a:pt x="1986" y="3982"/>
                    <a:pt x="1953" y="4047"/>
                  </a:cubicBezTo>
                  <a:cubicBezTo>
                    <a:pt x="1935" y="4079"/>
                    <a:pt x="1916" y="4087"/>
                    <a:pt x="1902" y="4087"/>
                  </a:cubicBezTo>
                  <a:cubicBezTo>
                    <a:pt x="1892" y="4087"/>
                    <a:pt x="1884" y="4082"/>
                    <a:pt x="1880" y="4079"/>
                  </a:cubicBezTo>
                  <a:cubicBezTo>
                    <a:pt x="1903" y="4019"/>
                    <a:pt x="1946" y="3973"/>
                    <a:pt x="1959" y="3973"/>
                  </a:cubicBezTo>
                  <a:close/>
                  <a:moveTo>
                    <a:pt x="4060" y="4194"/>
                  </a:moveTo>
                  <a:cubicBezTo>
                    <a:pt x="4063" y="4198"/>
                    <a:pt x="4066" y="4203"/>
                    <a:pt x="4069" y="4209"/>
                  </a:cubicBezTo>
                  <a:cubicBezTo>
                    <a:pt x="4072" y="4211"/>
                    <a:pt x="4075" y="4214"/>
                    <a:pt x="4078" y="4216"/>
                  </a:cubicBezTo>
                  <a:lnTo>
                    <a:pt x="4078" y="4216"/>
                  </a:lnTo>
                  <a:cubicBezTo>
                    <a:pt x="4073" y="4210"/>
                    <a:pt x="4067" y="4202"/>
                    <a:pt x="4060" y="4194"/>
                  </a:cubicBezTo>
                  <a:close/>
                  <a:moveTo>
                    <a:pt x="4078" y="4216"/>
                  </a:moveTo>
                  <a:lnTo>
                    <a:pt x="4078" y="4216"/>
                  </a:lnTo>
                  <a:cubicBezTo>
                    <a:pt x="4093" y="4235"/>
                    <a:pt x="4102" y="4243"/>
                    <a:pt x="4103" y="4243"/>
                  </a:cubicBezTo>
                  <a:cubicBezTo>
                    <a:pt x="4104" y="4243"/>
                    <a:pt x="4096" y="4232"/>
                    <a:pt x="4078" y="4216"/>
                  </a:cubicBezTo>
                  <a:close/>
                  <a:moveTo>
                    <a:pt x="2488" y="4136"/>
                  </a:moveTo>
                  <a:lnTo>
                    <a:pt x="2505" y="4144"/>
                  </a:lnTo>
                  <a:cubicBezTo>
                    <a:pt x="2488" y="4209"/>
                    <a:pt x="2472" y="4274"/>
                    <a:pt x="2456" y="4274"/>
                  </a:cubicBezTo>
                  <a:lnTo>
                    <a:pt x="2448" y="4265"/>
                  </a:lnTo>
                  <a:cubicBezTo>
                    <a:pt x="2456" y="4225"/>
                    <a:pt x="2472" y="4184"/>
                    <a:pt x="2488" y="4136"/>
                  </a:cubicBezTo>
                  <a:close/>
                  <a:moveTo>
                    <a:pt x="2796" y="1"/>
                  </a:moveTo>
                  <a:cubicBezTo>
                    <a:pt x="2780" y="1"/>
                    <a:pt x="2780" y="1"/>
                    <a:pt x="2780" y="74"/>
                  </a:cubicBezTo>
                  <a:cubicBezTo>
                    <a:pt x="2786" y="121"/>
                    <a:pt x="2783" y="168"/>
                    <a:pt x="2753" y="168"/>
                  </a:cubicBezTo>
                  <a:cubicBezTo>
                    <a:pt x="2742" y="168"/>
                    <a:pt x="2727" y="162"/>
                    <a:pt x="2707" y="147"/>
                  </a:cubicBezTo>
                  <a:cubicBezTo>
                    <a:pt x="2675" y="147"/>
                    <a:pt x="2626" y="147"/>
                    <a:pt x="2634" y="220"/>
                  </a:cubicBezTo>
                  <a:cubicBezTo>
                    <a:pt x="2618" y="220"/>
                    <a:pt x="2618" y="220"/>
                    <a:pt x="2610" y="155"/>
                  </a:cubicBezTo>
                  <a:cubicBezTo>
                    <a:pt x="2602" y="87"/>
                    <a:pt x="2590" y="52"/>
                    <a:pt x="2579" y="52"/>
                  </a:cubicBezTo>
                  <a:cubicBezTo>
                    <a:pt x="2568" y="52"/>
                    <a:pt x="2557" y="89"/>
                    <a:pt x="2553" y="163"/>
                  </a:cubicBezTo>
                  <a:cubicBezTo>
                    <a:pt x="2557" y="195"/>
                    <a:pt x="2555" y="212"/>
                    <a:pt x="2549" y="212"/>
                  </a:cubicBezTo>
                  <a:cubicBezTo>
                    <a:pt x="2543" y="212"/>
                    <a:pt x="2533" y="195"/>
                    <a:pt x="2521" y="163"/>
                  </a:cubicBezTo>
                  <a:cubicBezTo>
                    <a:pt x="2521" y="163"/>
                    <a:pt x="2505" y="163"/>
                    <a:pt x="2496" y="236"/>
                  </a:cubicBezTo>
                  <a:cubicBezTo>
                    <a:pt x="2496" y="272"/>
                    <a:pt x="2496" y="289"/>
                    <a:pt x="2491" y="289"/>
                  </a:cubicBezTo>
                  <a:cubicBezTo>
                    <a:pt x="2486" y="289"/>
                    <a:pt x="2476" y="272"/>
                    <a:pt x="2456" y="244"/>
                  </a:cubicBezTo>
                  <a:cubicBezTo>
                    <a:pt x="2440" y="179"/>
                    <a:pt x="2423" y="179"/>
                    <a:pt x="2407" y="179"/>
                  </a:cubicBezTo>
                  <a:cubicBezTo>
                    <a:pt x="2396" y="228"/>
                    <a:pt x="2319" y="263"/>
                    <a:pt x="2258" y="263"/>
                  </a:cubicBezTo>
                  <a:cubicBezTo>
                    <a:pt x="2228" y="263"/>
                    <a:pt x="2202" y="254"/>
                    <a:pt x="2188" y="236"/>
                  </a:cubicBezTo>
                  <a:lnTo>
                    <a:pt x="2188" y="236"/>
                  </a:lnTo>
                  <a:cubicBezTo>
                    <a:pt x="2196" y="301"/>
                    <a:pt x="2196" y="301"/>
                    <a:pt x="2180" y="309"/>
                  </a:cubicBezTo>
                  <a:cubicBezTo>
                    <a:pt x="2159" y="264"/>
                    <a:pt x="2146" y="244"/>
                    <a:pt x="2140" y="244"/>
                  </a:cubicBezTo>
                  <a:cubicBezTo>
                    <a:pt x="2130" y="244"/>
                    <a:pt x="2142" y="300"/>
                    <a:pt x="2172" y="382"/>
                  </a:cubicBezTo>
                  <a:lnTo>
                    <a:pt x="2188" y="374"/>
                  </a:lnTo>
                  <a:lnTo>
                    <a:pt x="2205" y="374"/>
                  </a:lnTo>
                  <a:cubicBezTo>
                    <a:pt x="2224" y="434"/>
                    <a:pt x="2225" y="468"/>
                    <a:pt x="2213" y="468"/>
                  </a:cubicBezTo>
                  <a:cubicBezTo>
                    <a:pt x="2200" y="468"/>
                    <a:pt x="2170" y="424"/>
                    <a:pt x="2132" y="325"/>
                  </a:cubicBezTo>
                  <a:cubicBezTo>
                    <a:pt x="2104" y="261"/>
                    <a:pt x="2089" y="229"/>
                    <a:pt x="2086" y="229"/>
                  </a:cubicBezTo>
                  <a:lnTo>
                    <a:pt x="2086" y="229"/>
                  </a:lnTo>
                  <a:cubicBezTo>
                    <a:pt x="2083" y="229"/>
                    <a:pt x="2091" y="263"/>
                    <a:pt x="2107" y="333"/>
                  </a:cubicBezTo>
                  <a:cubicBezTo>
                    <a:pt x="2124" y="401"/>
                    <a:pt x="2130" y="436"/>
                    <a:pt x="2121" y="436"/>
                  </a:cubicBezTo>
                  <a:cubicBezTo>
                    <a:pt x="2113" y="436"/>
                    <a:pt x="2093" y="407"/>
                    <a:pt x="2059" y="349"/>
                  </a:cubicBezTo>
                  <a:cubicBezTo>
                    <a:pt x="2034" y="285"/>
                    <a:pt x="2022" y="252"/>
                    <a:pt x="2021" y="252"/>
                  </a:cubicBezTo>
                  <a:lnTo>
                    <a:pt x="2021" y="252"/>
                  </a:lnTo>
                  <a:cubicBezTo>
                    <a:pt x="2020" y="252"/>
                    <a:pt x="2030" y="285"/>
                    <a:pt x="2051" y="349"/>
                  </a:cubicBezTo>
                  <a:cubicBezTo>
                    <a:pt x="2093" y="505"/>
                    <a:pt x="2111" y="595"/>
                    <a:pt x="2094" y="595"/>
                  </a:cubicBezTo>
                  <a:cubicBezTo>
                    <a:pt x="2082" y="595"/>
                    <a:pt x="2053" y="548"/>
                    <a:pt x="2002" y="447"/>
                  </a:cubicBezTo>
                  <a:cubicBezTo>
                    <a:pt x="1949" y="325"/>
                    <a:pt x="1910" y="268"/>
                    <a:pt x="1892" y="268"/>
                  </a:cubicBezTo>
                  <a:cubicBezTo>
                    <a:pt x="1890" y="268"/>
                    <a:pt x="1889" y="268"/>
                    <a:pt x="1888" y="268"/>
                  </a:cubicBezTo>
                  <a:cubicBezTo>
                    <a:pt x="1872" y="276"/>
                    <a:pt x="1905" y="341"/>
                    <a:pt x="1929" y="398"/>
                  </a:cubicBezTo>
                  <a:cubicBezTo>
                    <a:pt x="1971" y="461"/>
                    <a:pt x="1987" y="491"/>
                    <a:pt x="1980" y="491"/>
                  </a:cubicBezTo>
                  <a:cubicBezTo>
                    <a:pt x="1974" y="491"/>
                    <a:pt x="1948" y="465"/>
                    <a:pt x="1905" y="414"/>
                  </a:cubicBezTo>
                  <a:cubicBezTo>
                    <a:pt x="1837" y="335"/>
                    <a:pt x="1795" y="299"/>
                    <a:pt x="1773" y="299"/>
                  </a:cubicBezTo>
                  <a:cubicBezTo>
                    <a:pt x="1749" y="299"/>
                    <a:pt x="1746" y="339"/>
                    <a:pt x="1759" y="414"/>
                  </a:cubicBezTo>
                  <a:cubicBezTo>
                    <a:pt x="1768" y="494"/>
                    <a:pt x="1762" y="538"/>
                    <a:pt x="1748" y="538"/>
                  </a:cubicBezTo>
                  <a:cubicBezTo>
                    <a:pt x="1737" y="538"/>
                    <a:pt x="1720" y="509"/>
                    <a:pt x="1702" y="447"/>
                  </a:cubicBezTo>
                  <a:cubicBezTo>
                    <a:pt x="1679" y="369"/>
                    <a:pt x="1669" y="335"/>
                    <a:pt x="1666" y="335"/>
                  </a:cubicBezTo>
                  <a:lnTo>
                    <a:pt x="1666" y="335"/>
                  </a:lnTo>
                  <a:cubicBezTo>
                    <a:pt x="1664" y="335"/>
                    <a:pt x="1666" y="355"/>
                    <a:pt x="1669" y="390"/>
                  </a:cubicBezTo>
                  <a:lnTo>
                    <a:pt x="1597" y="430"/>
                  </a:lnTo>
                  <a:cubicBezTo>
                    <a:pt x="1580" y="439"/>
                    <a:pt x="1605" y="503"/>
                    <a:pt x="1653" y="560"/>
                  </a:cubicBezTo>
                  <a:cubicBezTo>
                    <a:pt x="1601" y="504"/>
                    <a:pt x="1556" y="471"/>
                    <a:pt x="1535" y="471"/>
                  </a:cubicBezTo>
                  <a:cubicBezTo>
                    <a:pt x="1517" y="471"/>
                    <a:pt x="1518" y="496"/>
                    <a:pt x="1548" y="552"/>
                  </a:cubicBezTo>
                  <a:lnTo>
                    <a:pt x="1515" y="576"/>
                  </a:lnTo>
                  <a:cubicBezTo>
                    <a:pt x="1507" y="585"/>
                    <a:pt x="1507" y="585"/>
                    <a:pt x="1540" y="649"/>
                  </a:cubicBezTo>
                  <a:cubicBezTo>
                    <a:pt x="1551" y="670"/>
                    <a:pt x="1552" y="677"/>
                    <a:pt x="1545" y="677"/>
                  </a:cubicBezTo>
                  <a:cubicBezTo>
                    <a:pt x="1532" y="677"/>
                    <a:pt x="1495" y="651"/>
                    <a:pt x="1459" y="625"/>
                  </a:cubicBezTo>
                  <a:cubicBezTo>
                    <a:pt x="1417" y="599"/>
                    <a:pt x="1379" y="576"/>
                    <a:pt x="1369" y="576"/>
                  </a:cubicBezTo>
                  <a:cubicBezTo>
                    <a:pt x="1364" y="576"/>
                    <a:pt x="1368" y="583"/>
                    <a:pt x="1386" y="601"/>
                  </a:cubicBezTo>
                  <a:cubicBezTo>
                    <a:pt x="1426" y="657"/>
                    <a:pt x="1467" y="714"/>
                    <a:pt x="1499" y="779"/>
                  </a:cubicBezTo>
                  <a:cubicBezTo>
                    <a:pt x="1510" y="798"/>
                    <a:pt x="1511" y="806"/>
                    <a:pt x="1506" y="806"/>
                  </a:cubicBezTo>
                  <a:cubicBezTo>
                    <a:pt x="1495" y="806"/>
                    <a:pt x="1461" y="776"/>
                    <a:pt x="1434" y="739"/>
                  </a:cubicBezTo>
                  <a:cubicBezTo>
                    <a:pt x="1402" y="706"/>
                    <a:pt x="1361" y="682"/>
                    <a:pt x="1313" y="674"/>
                  </a:cubicBezTo>
                  <a:lnTo>
                    <a:pt x="1313" y="674"/>
                  </a:lnTo>
                  <a:cubicBezTo>
                    <a:pt x="1305" y="682"/>
                    <a:pt x="1280" y="706"/>
                    <a:pt x="1329" y="747"/>
                  </a:cubicBezTo>
                  <a:cubicBezTo>
                    <a:pt x="1369" y="787"/>
                    <a:pt x="1337" y="844"/>
                    <a:pt x="1288" y="844"/>
                  </a:cubicBezTo>
                  <a:cubicBezTo>
                    <a:pt x="1278" y="844"/>
                    <a:pt x="1267" y="841"/>
                    <a:pt x="1256" y="836"/>
                  </a:cubicBezTo>
                  <a:lnTo>
                    <a:pt x="1232" y="860"/>
                  </a:lnTo>
                  <a:cubicBezTo>
                    <a:pt x="1224" y="876"/>
                    <a:pt x="1264" y="925"/>
                    <a:pt x="1256" y="941"/>
                  </a:cubicBezTo>
                  <a:cubicBezTo>
                    <a:pt x="1256" y="941"/>
                    <a:pt x="1248" y="949"/>
                    <a:pt x="1288" y="1006"/>
                  </a:cubicBezTo>
                  <a:cubicBezTo>
                    <a:pt x="1284" y="1010"/>
                    <a:pt x="1280" y="1016"/>
                    <a:pt x="1270" y="1016"/>
                  </a:cubicBezTo>
                  <a:cubicBezTo>
                    <a:pt x="1260" y="1016"/>
                    <a:pt x="1244" y="1010"/>
                    <a:pt x="1215" y="990"/>
                  </a:cubicBezTo>
                  <a:lnTo>
                    <a:pt x="1215" y="990"/>
                  </a:lnTo>
                  <a:cubicBezTo>
                    <a:pt x="1272" y="1038"/>
                    <a:pt x="1299" y="1060"/>
                    <a:pt x="1291" y="1060"/>
                  </a:cubicBezTo>
                  <a:cubicBezTo>
                    <a:pt x="1285" y="1060"/>
                    <a:pt x="1255" y="1044"/>
                    <a:pt x="1199" y="1014"/>
                  </a:cubicBezTo>
                  <a:cubicBezTo>
                    <a:pt x="1145" y="976"/>
                    <a:pt x="1117" y="955"/>
                    <a:pt x="1113" y="955"/>
                  </a:cubicBezTo>
                  <a:lnTo>
                    <a:pt x="1113" y="955"/>
                  </a:lnTo>
                  <a:cubicBezTo>
                    <a:pt x="1110" y="955"/>
                    <a:pt x="1136" y="980"/>
                    <a:pt x="1191" y="1030"/>
                  </a:cubicBezTo>
                  <a:cubicBezTo>
                    <a:pt x="1215" y="1059"/>
                    <a:pt x="1225" y="1071"/>
                    <a:pt x="1216" y="1071"/>
                  </a:cubicBezTo>
                  <a:cubicBezTo>
                    <a:pt x="1209" y="1071"/>
                    <a:pt x="1194" y="1065"/>
                    <a:pt x="1167" y="1055"/>
                  </a:cubicBezTo>
                  <a:cubicBezTo>
                    <a:pt x="1143" y="1038"/>
                    <a:pt x="1128" y="1031"/>
                    <a:pt x="1122" y="1031"/>
                  </a:cubicBezTo>
                  <a:cubicBezTo>
                    <a:pt x="1115" y="1031"/>
                    <a:pt x="1126" y="1044"/>
                    <a:pt x="1159" y="1063"/>
                  </a:cubicBezTo>
                  <a:cubicBezTo>
                    <a:pt x="1234" y="1127"/>
                    <a:pt x="1272" y="1182"/>
                    <a:pt x="1246" y="1182"/>
                  </a:cubicBezTo>
                  <a:cubicBezTo>
                    <a:pt x="1236" y="1182"/>
                    <a:pt x="1216" y="1173"/>
                    <a:pt x="1183" y="1152"/>
                  </a:cubicBezTo>
                  <a:lnTo>
                    <a:pt x="1183" y="1152"/>
                  </a:lnTo>
                  <a:cubicBezTo>
                    <a:pt x="1183" y="1152"/>
                    <a:pt x="1175" y="1168"/>
                    <a:pt x="1224" y="1217"/>
                  </a:cubicBezTo>
                  <a:cubicBezTo>
                    <a:pt x="1278" y="1259"/>
                    <a:pt x="1304" y="1279"/>
                    <a:pt x="1301" y="1279"/>
                  </a:cubicBezTo>
                  <a:cubicBezTo>
                    <a:pt x="1299" y="1279"/>
                    <a:pt x="1271" y="1261"/>
                    <a:pt x="1215" y="1225"/>
                  </a:cubicBezTo>
                  <a:cubicBezTo>
                    <a:pt x="1167" y="1202"/>
                    <a:pt x="1135" y="1191"/>
                    <a:pt x="1122" y="1191"/>
                  </a:cubicBezTo>
                  <a:cubicBezTo>
                    <a:pt x="1101" y="1191"/>
                    <a:pt x="1123" y="1217"/>
                    <a:pt x="1191" y="1266"/>
                  </a:cubicBezTo>
                  <a:cubicBezTo>
                    <a:pt x="1191" y="1266"/>
                    <a:pt x="1222" y="1297"/>
                    <a:pt x="1201" y="1297"/>
                  </a:cubicBezTo>
                  <a:cubicBezTo>
                    <a:pt x="1196" y="1297"/>
                    <a:pt x="1188" y="1295"/>
                    <a:pt x="1175" y="1290"/>
                  </a:cubicBezTo>
                  <a:cubicBezTo>
                    <a:pt x="1170" y="1289"/>
                    <a:pt x="1165" y="1289"/>
                    <a:pt x="1160" y="1289"/>
                  </a:cubicBezTo>
                  <a:cubicBezTo>
                    <a:pt x="1089" y="1289"/>
                    <a:pt x="1005" y="1341"/>
                    <a:pt x="1126" y="1379"/>
                  </a:cubicBezTo>
                  <a:lnTo>
                    <a:pt x="1110" y="1412"/>
                  </a:lnTo>
                  <a:cubicBezTo>
                    <a:pt x="1098" y="1410"/>
                    <a:pt x="1088" y="1409"/>
                    <a:pt x="1079" y="1409"/>
                  </a:cubicBezTo>
                  <a:cubicBezTo>
                    <a:pt x="1036" y="1409"/>
                    <a:pt x="1038" y="1426"/>
                    <a:pt x="1086" y="1460"/>
                  </a:cubicBezTo>
                  <a:lnTo>
                    <a:pt x="1142" y="1501"/>
                  </a:lnTo>
                  <a:cubicBezTo>
                    <a:pt x="1096" y="1483"/>
                    <a:pt x="1049" y="1470"/>
                    <a:pt x="1023" y="1470"/>
                  </a:cubicBezTo>
                  <a:cubicBezTo>
                    <a:pt x="1014" y="1470"/>
                    <a:pt x="1007" y="1472"/>
                    <a:pt x="1005" y="1476"/>
                  </a:cubicBezTo>
                  <a:cubicBezTo>
                    <a:pt x="997" y="1493"/>
                    <a:pt x="997" y="1493"/>
                    <a:pt x="1061" y="1517"/>
                  </a:cubicBezTo>
                  <a:cubicBezTo>
                    <a:pt x="1134" y="1525"/>
                    <a:pt x="1126" y="1541"/>
                    <a:pt x="1118" y="1557"/>
                  </a:cubicBezTo>
                  <a:cubicBezTo>
                    <a:pt x="1116" y="1559"/>
                    <a:pt x="1111" y="1560"/>
                    <a:pt x="1102" y="1560"/>
                  </a:cubicBezTo>
                  <a:cubicBezTo>
                    <a:pt x="1078" y="1560"/>
                    <a:pt x="1029" y="1551"/>
                    <a:pt x="980" y="1533"/>
                  </a:cubicBezTo>
                  <a:lnTo>
                    <a:pt x="972" y="1549"/>
                  </a:lnTo>
                  <a:cubicBezTo>
                    <a:pt x="1063" y="1583"/>
                    <a:pt x="1086" y="1597"/>
                    <a:pt x="1073" y="1597"/>
                  </a:cubicBezTo>
                  <a:cubicBezTo>
                    <a:pt x="1067" y="1597"/>
                    <a:pt x="1054" y="1595"/>
                    <a:pt x="1037" y="1590"/>
                  </a:cubicBezTo>
                  <a:cubicBezTo>
                    <a:pt x="1018" y="1588"/>
                    <a:pt x="1003" y="1587"/>
                    <a:pt x="991" y="1587"/>
                  </a:cubicBezTo>
                  <a:cubicBezTo>
                    <a:pt x="960" y="1587"/>
                    <a:pt x="956" y="1594"/>
                    <a:pt x="956" y="1606"/>
                  </a:cubicBezTo>
                  <a:lnTo>
                    <a:pt x="891" y="1582"/>
                  </a:lnTo>
                  <a:cubicBezTo>
                    <a:pt x="818" y="1582"/>
                    <a:pt x="883" y="1598"/>
                    <a:pt x="948" y="1622"/>
                  </a:cubicBezTo>
                  <a:cubicBezTo>
                    <a:pt x="948" y="1622"/>
                    <a:pt x="940" y="1639"/>
                    <a:pt x="940" y="1647"/>
                  </a:cubicBezTo>
                  <a:cubicBezTo>
                    <a:pt x="932" y="1663"/>
                    <a:pt x="924" y="1679"/>
                    <a:pt x="997" y="1687"/>
                  </a:cubicBezTo>
                  <a:cubicBezTo>
                    <a:pt x="1061" y="1703"/>
                    <a:pt x="1126" y="1720"/>
                    <a:pt x="1126" y="1736"/>
                  </a:cubicBezTo>
                  <a:cubicBezTo>
                    <a:pt x="1076" y="1723"/>
                    <a:pt x="1027" y="1706"/>
                    <a:pt x="1003" y="1706"/>
                  </a:cubicBezTo>
                  <a:cubicBezTo>
                    <a:pt x="995" y="1706"/>
                    <a:pt x="990" y="1708"/>
                    <a:pt x="988" y="1712"/>
                  </a:cubicBezTo>
                  <a:cubicBezTo>
                    <a:pt x="986" y="1717"/>
                    <a:pt x="977" y="1719"/>
                    <a:pt x="966" y="1719"/>
                  </a:cubicBezTo>
                  <a:cubicBezTo>
                    <a:pt x="944" y="1719"/>
                    <a:pt x="915" y="1712"/>
                    <a:pt x="915" y="1712"/>
                  </a:cubicBezTo>
                  <a:cubicBezTo>
                    <a:pt x="885" y="1697"/>
                    <a:pt x="866" y="1692"/>
                    <a:pt x="854" y="1692"/>
                  </a:cubicBezTo>
                  <a:cubicBezTo>
                    <a:pt x="818" y="1692"/>
                    <a:pt x="857" y="1744"/>
                    <a:pt x="899" y="1768"/>
                  </a:cubicBezTo>
                  <a:cubicBezTo>
                    <a:pt x="990" y="1808"/>
                    <a:pt x="1013" y="1828"/>
                    <a:pt x="975" y="1828"/>
                  </a:cubicBezTo>
                  <a:cubicBezTo>
                    <a:pt x="958" y="1828"/>
                    <a:pt x="930" y="1824"/>
                    <a:pt x="891" y="1817"/>
                  </a:cubicBezTo>
                  <a:cubicBezTo>
                    <a:pt x="865" y="1811"/>
                    <a:pt x="849" y="1808"/>
                    <a:pt x="841" y="1808"/>
                  </a:cubicBezTo>
                  <a:cubicBezTo>
                    <a:pt x="804" y="1808"/>
                    <a:pt x="919" y="1858"/>
                    <a:pt x="1078" y="1898"/>
                  </a:cubicBezTo>
                  <a:lnTo>
                    <a:pt x="1280" y="1947"/>
                  </a:lnTo>
                  <a:lnTo>
                    <a:pt x="1280" y="1947"/>
                  </a:lnTo>
                  <a:lnTo>
                    <a:pt x="1078" y="1906"/>
                  </a:lnTo>
                  <a:cubicBezTo>
                    <a:pt x="978" y="1894"/>
                    <a:pt x="914" y="1888"/>
                    <a:pt x="880" y="1888"/>
                  </a:cubicBezTo>
                  <a:cubicBezTo>
                    <a:pt x="823" y="1888"/>
                    <a:pt x="850" y="1906"/>
                    <a:pt x="932" y="1947"/>
                  </a:cubicBezTo>
                  <a:cubicBezTo>
                    <a:pt x="975" y="1968"/>
                    <a:pt x="989" y="1975"/>
                    <a:pt x="975" y="1975"/>
                  </a:cubicBezTo>
                  <a:cubicBezTo>
                    <a:pt x="968" y="1975"/>
                    <a:pt x="953" y="1974"/>
                    <a:pt x="932" y="1971"/>
                  </a:cubicBezTo>
                  <a:cubicBezTo>
                    <a:pt x="920" y="1970"/>
                    <a:pt x="910" y="1969"/>
                    <a:pt x="902" y="1969"/>
                  </a:cubicBezTo>
                  <a:cubicBezTo>
                    <a:pt x="858" y="1969"/>
                    <a:pt x="857" y="1987"/>
                    <a:pt x="851" y="2028"/>
                  </a:cubicBezTo>
                  <a:cubicBezTo>
                    <a:pt x="851" y="2076"/>
                    <a:pt x="842" y="2093"/>
                    <a:pt x="915" y="2093"/>
                  </a:cubicBezTo>
                  <a:cubicBezTo>
                    <a:pt x="915" y="2093"/>
                    <a:pt x="915" y="2109"/>
                    <a:pt x="907" y="2125"/>
                  </a:cubicBezTo>
                  <a:cubicBezTo>
                    <a:pt x="785" y="2132"/>
                    <a:pt x="829" y="2159"/>
                    <a:pt x="938" y="2159"/>
                  </a:cubicBezTo>
                  <a:cubicBezTo>
                    <a:pt x="951" y="2159"/>
                    <a:pt x="965" y="2158"/>
                    <a:pt x="980" y="2157"/>
                  </a:cubicBezTo>
                  <a:lnTo>
                    <a:pt x="980" y="2157"/>
                  </a:lnTo>
                  <a:lnTo>
                    <a:pt x="972" y="2182"/>
                  </a:lnTo>
                  <a:lnTo>
                    <a:pt x="907" y="2182"/>
                  </a:lnTo>
                  <a:cubicBezTo>
                    <a:pt x="834" y="2182"/>
                    <a:pt x="834" y="2214"/>
                    <a:pt x="834" y="2344"/>
                  </a:cubicBezTo>
                  <a:cubicBezTo>
                    <a:pt x="827" y="2471"/>
                    <a:pt x="826" y="2500"/>
                    <a:pt x="917" y="2500"/>
                  </a:cubicBezTo>
                  <a:cubicBezTo>
                    <a:pt x="931" y="2500"/>
                    <a:pt x="946" y="2499"/>
                    <a:pt x="964" y="2498"/>
                  </a:cubicBezTo>
                  <a:cubicBezTo>
                    <a:pt x="1102" y="2514"/>
                    <a:pt x="1102" y="2522"/>
                    <a:pt x="964" y="2530"/>
                  </a:cubicBezTo>
                  <a:cubicBezTo>
                    <a:pt x="908" y="2530"/>
                    <a:pt x="847" y="2548"/>
                    <a:pt x="876" y="2548"/>
                  </a:cubicBezTo>
                  <a:cubicBezTo>
                    <a:pt x="881" y="2548"/>
                    <a:pt x="889" y="2548"/>
                    <a:pt x="899" y="2547"/>
                  </a:cubicBezTo>
                  <a:lnTo>
                    <a:pt x="899" y="2547"/>
                  </a:lnTo>
                  <a:cubicBezTo>
                    <a:pt x="899" y="2547"/>
                    <a:pt x="899" y="2579"/>
                    <a:pt x="834" y="2595"/>
                  </a:cubicBezTo>
                  <a:cubicBezTo>
                    <a:pt x="724" y="2647"/>
                    <a:pt x="749" y="2663"/>
                    <a:pt x="796" y="2663"/>
                  </a:cubicBezTo>
                  <a:cubicBezTo>
                    <a:pt x="808" y="2663"/>
                    <a:pt x="821" y="2662"/>
                    <a:pt x="834" y="2660"/>
                  </a:cubicBezTo>
                  <a:cubicBezTo>
                    <a:pt x="882" y="2649"/>
                    <a:pt x="904" y="2644"/>
                    <a:pt x="911" y="2644"/>
                  </a:cubicBezTo>
                  <a:cubicBezTo>
                    <a:pt x="923" y="2644"/>
                    <a:pt x="877" y="2660"/>
                    <a:pt x="834" y="2676"/>
                  </a:cubicBezTo>
                  <a:cubicBezTo>
                    <a:pt x="778" y="2697"/>
                    <a:pt x="722" y="2718"/>
                    <a:pt x="750" y="2718"/>
                  </a:cubicBezTo>
                  <a:cubicBezTo>
                    <a:pt x="754" y="2718"/>
                    <a:pt x="761" y="2718"/>
                    <a:pt x="770" y="2717"/>
                  </a:cubicBezTo>
                  <a:cubicBezTo>
                    <a:pt x="842" y="2725"/>
                    <a:pt x="915" y="2806"/>
                    <a:pt x="786" y="2830"/>
                  </a:cubicBezTo>
                  <a:lnTo>
                    <a:pt x="794" y="2863"/>
                  </a:lnTo>
                  <a:cubicBezTo>
                    <a:pt x="806" y="2860"/>
                    <a:pt x="816" y="2858"/>
                    <a:pt x="824" y="2858"/>
                  </a:cubicBezTo>
                  <a:cubicBezTo>
                    <a:pt x="861" y="2858"/>
                    <a:pt x="867" y="2885"/>
                    <a:pt x="867" y="2911"/>
                  </a:cubicBezTo>
                  <a:cubicBezTo>
                    <a:pt x="875" y="2944"/>
                    <a:pt x="875" y="2960"/>
                    <a:pt x="810" y="2976"/>
                  </a:cubicBezTo>
                  <a:cubicBezTo>
                    <a:pt x="745" y="2976"/>
                    <a:pt x="745" y="2993"/>
                    <a:pt x="818" y="3009"/>
                  </a:cubicBezTo>
                  <a:cubicBezTo>
                    <a:pt x="820" y="3013"/>
                    <a:pt x="832" y="3015"/>
                    <a:pt x="848" y="3015"/>
                  </a:cubicBezTo>
                  <a:cubicBezTo>
                    <a:pt x="873" y="3015"/>
                    <a:pt x="909" y="3011"/>
                    <a:pt x="935" y="3011"/>
                  </a:cubicBezTo>
                  <a:cubicBezTo>
                    <a:pt x="950" y="3011"/>
                    <a:pt x="962" y="3012"/>
                    <a:pt x="964" y="3017"/>
                  </a:cubicBezTo>
                  <a:cubicBezTo>
                    <a:pt x="1005" y="3001"/>
                    <a:pt x="1046" y="2996"/>
                    <a:pt x="1073" y="2996"/>
                  </a:cubicBezTo>
                  <a:cubicBezTo>
                    <a:pt x="1088" y="2996"/>
                    <a:pt x="1099" y="2998"/>
                    <a:pt x="1102" y="3001"/>
                  </a:cubicBezTo>
                  <a:lnTo>
                    <a:pt x="1037" y="3025"/>
                  </a:lnTo>
                  <a:lnTo>
                    <a:pt x="907" y="3065"/>
                  </a:lnTo>
                  <a:cubicBezTo>
                    <a:pt x="907" y="3076"/>
                    <a:pt x="910" y="3082"/>
                    <a:pt x="928" y="3082"/>
                  </a:cubicBezTo>
                  <a:cubicBezTo>
                    <a:pt x="939" y="3082"/>
                    <a:pt x="956" y="3080"/>
                    <a:pt x="980" y="3074"/>
                  </a:cubicBezTo>
                  <a:lnTo>
                    <a:pt x="980" y="3074"/>
                  </a:lnTo>
                  <a:cubicBezTo>
                    <a:pt x="915" y="3106"/>
                    <a:pt x="924" y="3122"/>
                    <a:pt x="932" y="3155"/>
                  </a:cubicBezTo>
                  <a:cubicBezTo>
                    <a:pt x="939" y="3183"/>
                    <a:pt x="952" y="3205"/>
                    <a:pt x="998" y="3205"/>
                  </a:cubicBezTo>
                  <a:cubicBezTo>
                    <a:pt x="1005" y="3205"/>
                    <a:pt x="1012" y="3204"/>
                    <a:pt x="1021" y="3203"/>
                  </a:cubicBezTo>
                  <a:lnTo>
                    <a:pt x="1021" y="3203"/>
                  </a:lnTo>
                  <a:cubicBezTo>
                    <a:pt x="922" y="3256"/>
                    <a:pt x="930" y="3330"/>
                    <a:pt x="1006" y="3330"/>
                  </a:cubicBezTo>
                  <a:cubicBezTo>
                    <a:pt x="1024" y="3330"/>
                    <a:pt x="1045" y="3326"/>
                    <a:pt x="1069" y="3317"/>
                  </a:cubicBezTo>
                  <a:cubicBezTo>
                    <a:pt x="1090" y="3308"/>
                    <a:pt x="1104" y="3304"/>
                    <a:pt x="1111" y="3304"/>
                  </a:cubicBezTo>
                  <a:cubicBezTo>
                    <a:pt x="1124" y="3304"/>
                    <a:pt x="1114" y="3318"/>
                    <a:pt x="1078" y="3349"/>
                  </a:cubicBezTo>
                  <a:cubicBezTo>
                    <a:pt x="1048" y="3374"/>
                    <a:pt x="1036" y="3384"/>
                    <a:pt x="1047" y="3384"/>
                  </a:cubicBezTo>
                  <a:cubicBezTo>
                    <a:pt x="1053" y="3384"/>
                    <a:pt x="1069" y="3380"/>
                    <a:pt x="1094" y="3374"/>
                  </a:cubicBezTo>
                  <a:cubicBezTo>
                    <a:pt x="1103" y="3371"/>
                    <a:pt x="1109" y="3370"/>
                    <a:pt x="1114" y="3370"/>
                  </a:cubicBezTo>
                  <a:cubicBezTo>
                    <a:pt x="1143" y="3370"/>
                    <a:pt x="1095" y="3412"/>
                    <a:pt x="1053" y="3447"/>
                  </a:cubicBezTo>
                  <a:cubicBezTo>
                    <a:pt x="965" y="3509"/>
                    <a:pt x="950" y="3533"/>
                    <a:pt x="978" y="3533"/>
                  </a:cubicBezTo>
                  <a:cubicBezTo>
                    <a:pt x="986" y="3533"/>
                    <a:pt x="998" y="3531"/>
                    <a:pt x="1013" y="3528"/>
                  </a:cubicBezTo>
                  <a:cubicBezTo>
                    <a:pt x="1023" y="3527"/>
                    <a:pt x="1032" y="3526"/>
                    <a:pt x="1040" y="3526"/>
                  </a:cubicBezTo>
                  <a:cubicBezTo>
                    <a:pt x="1090" y="3526"/>
                    <a:pt x="1103" y="3546"/>
                    <a:pt x="1110" y="3560"/>
                  </a:cubicBezTo>
                  <a:cubicBezTo>
                    <a:pt x="1191" y="3552"/>
                    <a:pt x="1191" y="3568"/>
                    <a:pt x="1248" y="3511"/>
                  </a:cubicBezTo>
                  <a:cubicBezTo>
                    <a:pt x="1280" y="3495"/>
                    <a:pt x="1321" y="3471"/>
                    <a:pt x="1369" y="3455"/>
                  </a:cubicBezTo>
                  <a:cubicBezTo>
                    <a:pt x="1381" y="3452"/>
                    <a:pt x="1388" y="3451"/>
                    <a:pt x="1393" y="3451"/>
                  </a:cubicBezTo>
                  <a:cubicBezTo>
                    <a:pt x="1412" y="3451"/>
                    <a:pt x="1391" y="3467"/>
                    <a:pt x="1382" y="3467"/>
                  </a:cubicBezTo>
                  <a:cubicBezTo>
                    <a:pt x="1379" y="3467"/>
                    <a:pt x="1378" y="3466"/>
                    <a:pt x="1378" y="3463"/>
                  </a:cubicBezTo>
                  <a:cubicBezTo>
                    <a:pt x="1305" y="3479"/>
                    <a:pt x="1313" y="3487"/>
                    <a:pt x="1256" y="3544"/>
                  </a:cubicBezTo>
                  <a:cubicBezTo>
                    <a:pt x="1207" y="3592"/>
                    <a:pt x="1224" y="3617"/>
                    <a:pt x="1240" y="3633"/>
                  </a:cubicBezTo>
                  <a:lnTo>
                    <a:pt x="1272" y="3682"/>
                  </a:lnTo>
                  <a:cubicBezTo>
                    <a:pt x="1252" y="3732"/>
                    <a:pt x="1251" y="3754"/>
                    <a:pt x="1264" y="3754"/>
                  </a:cubicBezTo>
                  <a:cubicBezTo>
                    <a:pt x="1272" y="3754"/>
                    <a:pt x="1286" y="3746"/>
                    <a:pt x="1305" y="3730"/>
                  </a:cubicBezTo>
                  <a:lnTo>
                    <a:pt x="1361" y="3690"/>
                  </a:lnTo>
                  <a:lnTo>
                    <a:pt x="1361" y="3690"/>
                  </a:lnTo>
                  <a:cubicBezTo>
                    <a:pt x="1280" y="3765"/>
                    <a:pt x="1334" y="3864"/>
                    <a:pt x="1412" y="3864"/>
                  </a:cubicBezTo>
                  <a:cubicBezTo>
                    <a:pt x="1434" y="3864"/>
                    <a:pt x="1459" y="3856"/>
                    <a:pt x="1483" y="3836"/>
                  </a:cubicBezTo>
                  <a:lnTo>
                    <a:pt x="1483" y="3836"/>
                  </a:lnTo>
                  <a:lnTo>
                    <a:pt x="1434" y="3884"/>
                  </a:lnTo>
                  <a:cubicBezTo>
                    <a:pt x="1386" y="3933"/>
                    <a:pt x="1394" y="3949"/>
                    <a:pt x="1418" y="3965"/>
                  </a:cubicBezTo>
                  <a:cubicBezTo>
                    <a:pt x="1434" y="3982"/>
                    <a:pt x="1524" y="3974"/>
                    <a:pt x="1556" y="4006"/>
                  </a:cubicBezTo>
                  <a:cubicBezTo>
                    <a:pt x="1585" y="4031"/>
                    <a:pt x="1609" y="4049"/>
                    <a:pt x="1632" y="4049"/>
                  </a:cubicBezTo>
                  <a:cubicBezTo>
                    <a:pt x="1647" y="4049"/>
                    <a:pt x="1662" y="4041"/>
                    <a:pt x="1678" y="4022"/>
                  </a:cubicBezTo>
                  <a:lnTo>
                    <a:pt x="1678" y="4022"/>
                  </a:lnTo>
                  <a:cubicBezTo>
                    <a:pt x="1694" y="4030"/>
                    <a:pt x="1694" y="4030"/>
                    <a:pt x="1653" y="4087"/>
                  </a:cubicBezTo>
                  <a:cubicBezTo>
                    <a:pt x="1597" y="4128"/>
                    <a:pt x="1613" y="4136"/>
                    <a:pt x="1629" y="4152"/>
                  </a:cubicBezTo>
                  <a:cubicBezTo>
                    <a:pt x="1629" y="4152"/>
                    <a:pt x="1630" y="4153"/>
                    <a:pt x="1631" y="4153"/>
                  </a:cubicBezTo>
                  <a:cubicBezTo>
                    <a:pt x="1642" y="4153"/>
                    <a:pt x="1680" y="4100"/>
                    <a:pt x="1718" y="4047"/>
                  </a:cubicBezTo>
                  <a:cubicBezTo>
                    <a:pt x="1735" y="4022"/>
                    <a:pt x="1747" y="4010"/>
                    <a:pt x="1753" y="4010"/>
                  </a:cubicBezTo>
                  <a:cubicBezTo>
                    <a:pt x="1761" y="4010"/>
                    <a:pt x="1760" y="4032"/>
                    <a:pt x="1751" y="4079"/>
                  </a:cubicBezTo>
                  <a:cubicBezTo>
                    <a:pt x="1745" y="4130"/>
                    <a:pt x="1767" y="4161"/>
                    <a:pt x="1803" y="4161"/>
                  </a:cubicBezTo>
                  <a:cubicBezTo>
                    <a:pt x="1819" y="4161"/>
                    <a:pt x="1837" y="4156"/>
                    <a:pt x="1856" y="4144"/>
                  </a:cubicBezTo>
                  <a:lnTo>
                    <a:pt x="1856" y="4144"/>
                  </a:lnTo>
                  <a:cubicBezTo>
                    <a:pt x="1864" y="4152"/>
                    <a:pt x="1880" y="4160"/>
                    <a:pt x="1848" y="4217"/>
                  </a:cubicBezTo>
                  <a:cubicBezTo>
                    <a:pt x="1832" y="4259"/>
                    <a:pt x="1826" y="4308"/>
                    <a:pt x="1849" y="4308"/>
                  </a:cubicBezTo>
                  <a:cubicBezTo>
                    <a:pt x="1861" y="4308"/>
                    <a:pt x="1882" y="4294"/>
                    <a:pt x="1913" y="4257"/>
                  </a:cubicBezTo>
                  <a:lnTo>
                    <a:pt x="1913" y="4257"/>
                  </a:lnTo>
                  <a:cubicBezTo>
                    <a:pt x="1929" y="4265"/>
                    <a:pt x="1929" y="4265"/>
                    <a:pt x="1896" y="4330"/>
                  </a:cubicBezTo>
                  <a:cubicBezTo>
                    <a:pt x="1887" y="4369"/>
                    <a:pt x="1871" y="4409"/>
                    <a:pt x="1876" y="4409"/>
                  </a:cubicBezTo>
                  <a:cubicBezTo>
                    <a:pt x="1879" y="4409"/>
                    <a:pt x="1892" y="4392"/>
                    <a:pt x="1921" y="4347"/>
                  </a:cubicBezTo>
                  <a:cubicBezTo>
                    <a:pt x="1944" y="4329"/>
                    <a:pt x="1964" y="4321"/>
                    <a:pt x="1980" y="4321"/>
                  </a:cubicBezTo>
                  <a:cubicBezTo>
                    <a:pt x="2009" y="4321"/>
                    <a:pt x="2026" y="4348"/>
                    <a:pt x="2026" y="4395"/>
                  </a:cubicBezTo>
                  <a:cubicBezTo>
                    <a:pt x="2032" y="4398"/>
                    <a:pt x="2036" y="4401"/>
                    <a:pt x="2041" y="4401"/>
                  </a:cubicBezTo>
                  <a:cubicBezTo>
                    <a:pt x="2051" y="4401"/>
                    <a:pt x="2061" y="4390"/>
                    <a:pt x="2083" y="4347"/>
                  </a:cubicBezTo>
                  <a:cubicBezTo>
                    <a:pt x="2091" y="4326"/>
                    <a:pt x="2099" y="4305"/>
                    <a:pt x="2105" y="4290"/>
                  </a:cubicBezTo>
                  <a:lnTo>
                    <a:pt x="2105" y="4290"/>
                  </a:lnTo>
                  <a:cubicBezTo>
                    <a:pt x="2086" y="4355"/>
                    <a:pt x="2076" y="4387"/>
                    <a:pt x="2080" y="4387"/>
                  </a:cubicBezTo>
                  <a:cubicBezTo>
                    <a:pt x="2084" y="4387"/>
                    <a:pt x="2100" y="4357"/>
                    <a:pt x="2132" y="4298"/>
                  </a:cubicBezTo>
                  <a:cubicBezTo>
                    <a:pt x="2147" y="4267"/>
                    <a:pt x="2157" y="4253"/>
                    <a:pt x="2160" y="4253"/>
                  </a:cubicBezTo>
                  <a:lnTo>
                    <a:pt x="2160" y="4253"/>
                  </a:lnTo>
                  <a:cubicBezTo>
                    <a:pt x="2165" y="4253"/>
                    <a:pt x="2161" y="4272"/>
                    <a:pt x="2148" y="4306"/>
                  </a:cubicBezTo>
                  <a:cubicBezTo>
                    <a:pt x="2140" y="4371"/>
                    <a:pt x="2156" y="4379"/>
                    <a:pt x="2156" y="4379"/>
                  </a:cubicBezTo>
                  <a:cubicBezTo>
                    <a:pt x="2157" y="4380"/>
                    <a:pt x="2159" y="4380"/>
                    <a:pt x="2162" y="4380"/>
                  </a:cubicBezTo>
                  <a:cubicBezTo>
                    <a:pt x="2179" y="4380"/>
                    <a:pt x="2222" y="4370"/>
                    <a:pt x="2269" y="4370"/>
                  </a:cubicBezTo>
                  <a:cubicBezTo>
                    <a:pt x="2291" y="4370"/>
                    <a:pt x="2314" y="4372"/>
                    <a:pt x="2334" y="4379"/>
                  </a:cubicBezTo>
                  <a:cubicBezTo>
                    <a:pt x="2386" y="4394"/>
                    <a:pt x="2425" y="4404"/>
                    <a:pt x="2452" y="4404"/>
                  </a:cubicBezTo>
                  <a:cubicBezTo>
                    <a:pt x="2486" y="4404"/>
                    <a:pt x="2504" y="4390"/>
                    <a:pt x="2513" y="4355"/>
                  </a:cubicBezTo>
                  <a:cubicBezTo>
                    <a:pt x="2524" y="4323"/>
                    <a:pt x="2531" y="4307"/>
                    <a:pt x="2534" y="4307"/>
                  </a:cubicBezTo>
                  <a:cubicBezTo>
                    <a:pt x="2537" y="4307"/>
                    <a:pt x="2537" y="4325"/>
                    <a:pt x="2537" y="4363"/>
                  </a:cubicBezTo>
                  <a:cubicBezTo>
                    <a:pt x="2537" y="4428"/>
                    <a:pt x="2553" y="4436"/>
                    <a:pt x="2569" y="4436"/>
                  </a:cubicBezTo>
                  <a:cubicBezTo>
                    <a:pt x="2586" y="4444"/>
                    <a:pt x="2602" y="4444"/>
                    <a:pt x="2594" y="4509"/>
                  </a:cubicBezTo>
                  <a:cubicBezTo>
                    <a:pt x="2618" y="4444"/>
                    <a:pt x="2618" y="4444"/>
                    <a:pt x="2626" y="4444"/>
                  </a:cubicBezTo>
                  <a:cubicBezTo>
                    <a:pt x="2622" y="4481"/>
                    <a:pt x="2624" y="4500"/>
                    <a:pt x="2631" y="4500"/>
                  </a:cubicBezTo>
                  <a:cubicBezTo>
                    <a:pt x="2637" y="4500"/>
                    <a:pt x="2647" y="4483"/>
                    <a:pt x="2659" y="4452"/>
                  </a:cubicBezTo>
                  <a:cubicBezTo>
                    <a:pt x="2675" y="4387"/>
                    <a:pt x="2683" y="4355"/>
                    <a:pt x="2685" y="4355"/>
                  </a:cubicBezTo>
                  <a:lnTo>
                    <a:pt x="2685" y="4355"/>
                  </a:lnTo>
                  <a:cubicBezTo>
                    <a:pt x="2687" y="4355"/>
                    <a:pt x="2683" y="4387"/>
                    <a:pt x="2675" y="4452"/>
                  </a:cubicBezTo>
                  <a:cubicBezTo>
                    <a:pt x="2669" y="4504"/>
                    <a:pt x="2688" y="4555"/>
                    <a:pt x="2696" y="4555"/>
                  </a:cubicBezTo>
                  <a:cubicBezTo>
                    <a:pt x="2700" y="4555"/>
                    <a:pt x="2702" y="4546"/>
                    <a:pt x="2699" y="4525"/>
                  </a:cubicBezTo>
                  <a:cubicBezTo>
                    <a:pt x="2707" y="4460"/>
                    <a:pt x="2732" y="4460"/>
                    <a:pt x="2756" y="4395"/>
                  </a:cubicBezTo>
                  <a:cubicBezTo>
                    <a:pt x="2764" y="4395"/>
                    <a:pt x="2780" y="4395"/>
                    <a:pt x="2780" y="4460"/>
                  </a:cubicBezTo>
                  <a:cubicBezTo>
                    <a:pt x="2785" y="4483"/>
                    <a:pt x="2796" y="4492"/>
                    <a:pt x="2808" y="4492"/>
                  </a:cubicBezTo>
                  <a:cubicBezTo>
                    <a:pt x="2836" y="4492"/>
                    <a:pt x="2874" y="4446"/>
                    <a:pt x="2886" y="4395"/>
                  </a:cubicBezTo>
                  <a:cubicBezTo>
                    <a:pt x="2882" y="4363"/>
                    <a:pt x="2884" y="4347"/>
                    <a:pt x="2887" y="4347"/>
                  </a:cubicBezTo>
                  <a:cubicBezTo>
                    <a:pt x="2890" y="4347"/>
                    <a:pt x="2894" y="4363"/>
                    <a:pt x="2894" y="4395"/>
                  </a:cubicBezTo>
                  <a:cubicBezTo>
                    <a:pt x="2902" y="4468"/>
                    <a:pt x="2918" y="4468"/>
                    <a:pt x="2934" y="4468"/>
                  </a:cubicBezTo>
                  <a:cubicBezTo>
                    <a:pt x="2937" y="4447"/>
                    <a:pt x="2939" y="4438"/>
                    <a:pt x="2941" y="4438"/>
                  </a:cubicBezTo>
                  <a:cubicBezTo>
                    <a:pt x="2946" y="4438"/>
                    <a:pt x="2950" y="4487"/>
                    <a:pt x="2950" y="4533"/>
                  </a:cubicBezTo>
                  <a:cubicBezTo>
                    <a:pt x="2942" y="4598"/>
                    <a:pt x="2959" y="4598"/>
                    <a:pt x="2991" y="4598"/>
                  </a:cubicBezTo>
                  <a:cubicBezTo>
                    <a:pt x="2999" y="4525"/>
                    <a:pt x="3064" y="4525"/>
                    <a:pt x="3113" y="4517"/>
                  </a:cubicBezTo>
                  <a:cubicBezTo>
                    <a:pt x="3194" y="4509"/>
                    <a:pt x="3202" y="4444"/>
                    <a:pt x="3202" y="4306"/>
                  </a:cubicBezTo>
                  <a:lnTo>
                    <a:pt x="3194" y="4168"/>
                  </a:lnTo>
                  <a:lnTo>
                    <a:pt x="3218" y="4298"/>
                  </a:lnTo>
                  <a:cubicBezTo>
                    <a:pt x="3234" y="4371"/>
                    <a:pt x="3275" y="4501"/>
                    <a:pt x="3275" y="4501"/>
                  </a:cubicBezTo>
                  <a:cubicBezTo>
                    <a:pt x="3291" y="4492"/>
                    <a:pt x="3275" y="4428"/>
                    <a:pt x="3259" y="4363"/>
                  </a:cubicBezTo>
                  <a:cubicBezTo>
                    <a:pt x="3254" y="4328"/>
                    <a:pt x="3255" y="4310"/>
                    <a:pt x="3263" y="4310"/>
                  </a:cubicBezTo>
                  <a:cubicBezTo>
                    <a:pt x="3271" y="4310"/>
                    <a:pt x="3284" y="4324"/>
                    <a:pt x="3307" y="4355"/>
                  </a:cubicBezTo>
                  <a:cubicBezTo>
                    <a:pt x="3326" y="4385"/>
                    <a:pt x="3340" y="4399"/>
                    <a:pt x="3349" y="4399"/>
                  </a:cubicBezTo>
                  <a:cubicBezTo>
                    <a:pt x="3359" y="4399"/>
                    <a:pt x="3364" y="4381"/>
                    <a:pt x="3364" y="4347"/>
                  </a:cubicBezTo>
                  <a:cubicBezTo>
                    <a:pt x="3368" y="4344"/>
                    <a:pt x="3373" y="4343"/>
                    <a:pt x="3378" y="4343"/>
                  </a:cubicBezTo>
                  <a:cubicBezTo>
                    <a:pt x="3390" y="4343"/>
                    <a:pt x="3405" y="4354"/>
                    <a:pt x="3429" y="4395"/>
                  </a:cubicBezTo>
                  <a:cubicBezTo>
                    <a:pt x="3445" y="4395"/>
                    <a:pt x="3445" y="4395"/>
                    <a:pt x="3429" y="4330"/>
                  </a:cubicBezTo>
                  <a:cubicBezTo>
                    <a:pt x="3416" y="4296"/>
                    <a:pt x="3414" y="4277"/>
                    <a:pt x="3421" y="4277"/>
                  </a:cubicBezTo>
                  <a:cubicBezTo>
                    <a:pt x="3426" y="4277"/>
                    <a:pt x="3438" y="4292"/>
                    <a:pt x="3453" y="4322"/>
                  </a:cubicBezTo>
                  <a:cubicBezTo>
                    <a:pt x="3484" y="4393"/>
                    <a:pt x="3512" y="4420"/>
                    <a:pt x="3528" y="4420"/>
                  </a:cubicBezTo>
                  <a:cubicBezTo>
                    <a:pt x="3541" y="4420"/>
                    <a:pt x="3545" y="4401"/>
                    <a:pt x="3534" y="4371"/>
                  </a:cubicBezTo>
                  <a:cubicBezTo>
                    <a:pt x="3510" y="4306"/>
                    <a:pt x="3526" y="4306"/>
                    <a:pt x="3542" y="4298"/>
                  </a:cubicBezTo>
                  <a:cubicBezTo>
                    <a:pt x="3559" y="4290"/>
                    <a:pt x="3575" y="4290"/>
                    <a:pt x="3559" y="4217"/>
                  </a:cubicBezTo>
                  <a:lnTo>
                    <a:pt x="3591" y="4209"/>
                  </a:lnTo>
                  <a:cubicBezTo>
                    <a:pt x="3607" y="4209"/>
                    <a:pt x="3615" y="4274"/>
                    <a:pt x="3599" y="4282"/>
                  </a:cubicBezTo>
                  <a:lnTo>
                    <a:pt x="3640" y="4338"/>
                  </a:lnTo>
                  <a:cubicBezTo>
                    <a:pt x="3672" y="4330"/>
                    <a:pt x="3680" y="4322"/>
                    <a:pt x="3672" y="4249"/>
                  </a:cubicBezTo>
                  <a:cubicBezTo>
                    <a:pt x="3652" y="4184"/>
                    <a:pt x="3642" y="4152"/>
                    <a:pt x="3644" y="4152"/>
                  </a:cubicBezTo>
                  <a:lnTo>
                    <a:pt x="3644" y="4152"/>
                  </a:lnTo>
                  <a:cubicBezTo>
                    <a:pt x="3646" y="4152"/>
                    <a:pt x="3660" y="4184"/>
                    <a:pt x="3688" y="4249"/>
                  </a:cubicBezTo>
                  <a:cubicBezTo>
                    <a:pt x="3705" y="4292"/>
                    <a:pt x="3728" y="4332"/>
                    <a:pt x="3739" y="4332"/>
                  </a:cubicBezTo>
                  <a:cubicBezTo>
                    <a:pt x="3745" y="4332"/>
                    <a:pt x="3748" y="4322"/>
                    <a:pt x="3745" y="4298"/>
                  </a:cubicBezTo>
                  <a:cubicBezTo>
                    <a:pt x="3724" y="4241"/>
                    <a:pt x="3720" y="4220"/>
                    <a:pt x="3724" y="4220"/>
                  </a:cubicBezTo>
                  <a:lnTo>
                    <a:pt x="3724" y="4220"/>
                  </a:lnTo>
                  <a:cubicBezTo>
                    <a:pt x="3731" y="4220"/>
                    <a:pt x="3751" y="4253"/>
                    <a:pt x="3769" y="4290"/>
                  </a:cubicBezTo>
                  <a:cubicBezTo>
                    <a:pt x="3789" y="4352"/>
                    <a:pt x="3801" y="4384"/>
                    <a:pt x="3807" y="4384"/>
                  </a:cubicBezTo>
                  <a:cubicBezTo>
                    <a:pt x="3814" y="4384"/>
                    <a:pt x="3814" y="4346"/>
                    <a:pt x="3810" y="4265"/>
                  </a:cubicBezTo>
                  <a:cubicBezTo>
                    <a:pt x="3842" y="4257"/>
                    <a:pt x="3867" y="4168"/>
                    <a:pt x="3907" y="4144"/>
                  </a:cubicBezTo>
                  <a:cubicBezTo>
                    <a:pt x="3933" y="4131"/>
                    <a:pt x="3952" y="4120"/>
                    <a:pt x="3971" y="4120"/>
                  </a:cubicBezTo>
                  <a:cubicBezTo>
                    <a:pt x="3988" y="4120"/>
                    <a:pt x="4006" y="4129"/>
                    <a:pt x="4029" y="4152"/>
                  </a:cubicBezTo>
                  <a:cubicBezTo>
                    <a:pt x="4040" y="4168"/>
                    <a:pt x="4051" y="4182"/>
                    <a:pt x="4060" y="4194"/>
                  </a:cubicBezTo>
                  <a:lnTo>
                    <a:pt x="4060" y="4194"/>
                  </a:lnTo>
                  <a:cubicBezTo>
                    <a:pt x="3997" y="4094"/>
                    <a:pt x="4006" y="4086"/>
                    <a:pt x="4045" y="4063"/>
                  </a:cubicBezTo>
                  <a:lnTo>
                    <a:pt x="4045" y="4063"/>
                  </a:lnTo>
                  <a:cubicBezTo>
                    <a:pt x="4056" y="4066"/>
                    <a:pt x="4065" y="4068"/>
                    <a:pt x="4073" y="4068"/>
                  </a:cubicBezTo>
                  <a:cubicBezTo>
                    <a:pt x="4121" y="4068"/>
                    <a:pt x="4106" y="4006"/>
                    <a:pt x="4077" y="3957"/>
                  </a:cubicBezTo>
                  <a:lnTo>
                    <a:pt x="4077" y="3957"/>
                  </a:lnTo>
                  <a:lnTo>
                    <a:pt x="4053" y="3974"/>
                  </a:lnTo>
                  <a:cubicBezTo>
                    <a:pt x="3993" y="3902"/>
                    <a:pt x="3977" y="3876"/>
                    <a:pt x="3996" y="3876"/>
                  </a:cubicBezTo>
                  <a:cubicBezTo>
                    <a:pt x="4004" y="3876"/>
                    <a:pt x="4021" y="3882"/>
                    <a:pt x="4045" y="3892"/>
                  </a:cubicBezTo>
                  <a:cubicBezTo>
                    <a:pt x="4046" y="3892"/>
                    <a:pt x="4046" y="3892"/>
                    <a:pt x="4047" y="3892"/>
                  </a:cubicBezTo>
                  <a:cubicBezTo>
                    <a:pt x="4058" y="3892"/>
                    <a:pt x="4097" y="3944"/>
                    <a:pt x="4142" y="3990"/>
                  </a:cubicBezTo>
                  <a:cubicBezTo>
                    <a:pt x="4179" y="4034"/>
                    <a:pt x="4230" y="4072"/>
                    <a:pt x="4251" y="4072"/>
                  </a:cubicBezTo>
                  <a:cubicBezTo>
                    <a:pt x="4253" y="4072"/>
                    <a:pt x="4254" y="4072"/>
                    <a:pt x="4256" y="4071"/>
                  </a:cubicBezTo>
                  <a:cubicBezTo>
                    <a:pt x="4264" y="4063"/>
                    <a:pt x="4280" y="4047"/>
                    <a:pt x="4223" y="4014"/>
                  </a:cubicBezTo>
                  <a:cubicBezTo>
                    <a:pt x="4175" y="3957"/>
                    <a:pt x="4175" y="3957"/>
                    <a:pt x="4183" y="3949"/>
                  </a:cubicBezTo>
                  <a:cubicBezTo>
                    <a:pt x="4199" y="3941"/>
                    <a:pt x="4207" y="3933"/>
                    <a:pt x="4175" y="3868"/>
                  </a:cubicBezTo>
                  <a:cubicBezTo>
                    <a:pt x="4126" y="3820"/>
                    <a:pt x="4134" y="3811"/>
                    <a:pt x="4142" y="3803"/>
                  </a:cubicBezTo>
                  <a:lnTo>
                    <a:pt x="4142" y="3803"/>
                  </a:lnTo>
                  <a:cubicBezTo>
                    <a:pt x="4168" y="3822"/>
                    <a:pt x="4187" y="3827"/>
                    <a:pt x="4200" y="3827"/>
                  </a:cubicBezTo>
                  <a:cubicBezTo>
                    <a:pt x="4216" y="3827"/>
                    <a:pt x="4223" y="3820"/>
                    <a:pt x="4223" y="3820"/>
                  </a:cubicBezTo>
                  <a:lnTo>
                    <a:pt x="4272" y="3868"/>
                  </a:lnTo>
                  <a:cubicBezTo>
                    <a:pt x="4313" y="3901"/>
                    <a:pt x="4345" y="3925"/>
                    <a:pt x="4386" y="3949"/>
                  </a:cubicBezTo>
                  <a:cubicBezTo>
                    <a:pt x="4394" y="3941"/>
                    <a:pt x="4345" y="3892"/>
                    <a:pt x="4345" y="3892"/>
                  </a:cubicBezTo>
                  <a:cubicBezTo>
                    <a:pt x="4304" y="3852"/>
                    <a:pt x="4540" y="3568"/>
                    <a:pt x="4556" y="3520"/>
                  </a:cubicBezTo>
                  <a:cubicBezTo>
                    <a:pt x="4563" y="3520"/>
                    <a:pt x="4570" y="3521"/>
                    <a:pt x="4576" y="3521"/>
                  </a:cubicBezTo>
                  <a:cubicBezTo>
                    <a:pt x="4641" y="3521"/>
                    <a:pt x="4655" y="3486"/>
                    <a:pt x="4596" y="3471"/>
                  </a:cubicBezTo>
                  <a:cubicBezTo>
                    <a:pt x="4532" y="3430"/>
                    <a:pt x="4572" y="3374"/>
                    <a:pt x="4621" y="3293"/>
                  </a:cubicBezTo>
                  <a:cubicBezTo>
                    <a:pt x="4669" y="3195"/>
                    <a:pt x="4694" y="3130"/>
                    <a:pt x="4629" y="3106"/>
                  </a:cubicBezTo>
                  <a:cubicBezTo>
                    <a:pt x="4629" y="3106"/>
                    <a:pt x="4637" y="3090"/>
                    <a:pt x="4645" y="3065"/>
                  </a:cubicBezTo>
                  <a:cubicBezTo>
                    <a:pt x="4661" y="3033"/>
                    <a:pt x="4604" y="2993"/>
                    <a:pt x="4604" y="2976"/>
                  </a:cubicBezTo>
                  <a:cubicBezTo>
                    <a:pt x="4569" y="2956"/>
                    <a:pt x="4556" y="2942"/>
                    <a:pt x="4566" y="2942"/>
                  </a:cubicBezTo>
                  <a:cubicBezTo>
                    <a:pt x="4573" y="2942"/>
                    <a:pt x="4588" y="2948"/>
                    <a:pt x="4613" y="2960"/>
                  </a:cubicBezTo>
                  <a:cubicBezTo>
                    <a:pt x="4666" y="2980"/>
                    <a:pt x="4719" y="2995"/>
                    <a:pt x="4741" y="2995"/>
                  </a:cubicBezTo>
                  <a:cubicBezTo>
                    <a:pt x="4746" y="2995"/>
                    <a:pt x="4749" y="2994"/>
                    <a:pt x="4750" y="2993"/>
                  </a:cubicBezTo>
                  <a:cubicBezTo>
                    <a:pt x="4759" y="2960"/>
                    <a:pt x="4694" y="2944"/>
                    <a:pt x="4629" y="2920"/>
                  </a:cubicBezTo>
                  <a:cubicBezTo>
                    <a:pt x="4556" y="2903"/>
                    <a:pt x="4564" y="2895"/>
                    <a:pt x="4564" y="2895"/>
                  </a:cubicBezTo>
                  <a:cubicBezTo>
                    <a:pt x="4568" y="2887"/>
                    <a:pt x="4568" y="2883"/>
                    <a:pt x="4576" y="2883"/>
                  </a:cubicBezTo>
                  <a:cubicBezTo>
                    <a:pt x="4584" y="2883"/>
                    <a:pt x="4600" y="2887"/>
                    <a:pt x="4637" y="2895"/>
                  </a:cubicBezTo>
                  <a:lnTo>
                    <a:pt x="4767" y="2928"/>
                  </a:lnTo>
                  <a:lnTo>
                    <a:pt x="4767" y="2920"/>
                  </a:lnTo>
                  <a:cubicBezTo>
                    <a:pt x="4702" y="2903"/>
                    <a:pt x="4710" y="2887"/>
                    <a:pt x="4710" y="2887"/>
                  </a:cubicBezTo>
                  <a:cubicBezTo>
                    <a:pt x="4710" y="2880"/>
                    <a:pt x="4710" y="2876"/>
                    <a:pt x="4719" y="2876"/>
                  </a:cubicBezTo>
                  <a:cubicBezTo>
                    <a:pt x="4732" y="2876"/>
                    <a:pt x="4764" y="2884"/>
                    <a:pt x="4840" y="2903"/>
                  </a:cubicBezTo>
                  <a:cubicBezTo>
                    <a:pt x="4888" y="2915"/>
                    <a:pt x="4920" y="2920"/>
                    <a:pt x="4935" y="2920"/>
                  </a:cubicBezTo>
                  <a:cubicBezTo>
                    <a:pt x="4962" y="2920"/>
                    <a:pt x="4934" y="2902"/>
                    <a:pt x="4856" y="2871"/>
                  </a:cubicBezTo>
                  <a:lnTo>
                    <a:pt x="4791" y="2830"/>
                  </a:lnTo>
                  <a:lnTo>
                    <a:pt x="4791" y="2830"/>
                  </a:lnTo>
                  <a:cubicBezTo>
                    <a:pt x="4800" y="2831"/>
                    <a:pt x="4808" y="2831"/>
                    <a:pt x="4815" y="2831"/>
                  </a:cubicBezTo>
                  <a:cubicBezTo>
                    <a:pt x="4912" y="2831"/>
                    <a:pt x="4795" y="2780"/>
                    <a:pt x="4734" y="2757"/>
                  </a:cubicBezTo>
                  <a:lnTo>
                    <a:pt x="4734" y="2757"/>
                  </a:lnTo>
                  <a:cubicBezTo>
                    <a:pt x="4758" y="2759"/>
                    <a:pt x="4778" y="2759"/>
                    <a:pt x="4794" y="2759"/>
                  </a:cubicBezTo>
                  <a:cubicBezTo>
                    <a:pt x="4871" y="2759"/>
                    <a:pt x="4856" y="2744"/>
                    <a:pt x="4742" y="2717"/>
                  </a:cubicBezTo>
                  <a:cubicBezTo>
                    <a:pt x="4677" y="2709"/>
                    <a:pt x="4677" y="2693"/>
                    <a:pt x="4750" y="2693"/>
                  </a:cubicBezTo>
                  <a:cubicBezTo>
                    <a:pt x="4823" y="2684"/>
                    <a:pt x="4823" y="2668"/>
                    <a:pt x="4823" y="2636"/>
                  </a:cubicBezTo>
                  <a:cubicBezTo>
                    <a:pt x="4759" y="2611"/>
                    <a:pt x="4775" y="2522"/>
                    <a:pt x="4775" y="2393"/>
                  </a:cubicBezTo>
                  <a:cubicBezTo>
                    <a:pt x="4783" y="2252"/>
                    <a:pt x="4783" y="2157"/>
                    <a:pt x="4725" y="2157"/>
                  </a:cubicBezTo>
                  <a:cubicBezTo>
                    <a:pt x="4723" y="2157"/>
                    <a:pt x="4721" y="2157"/>
                    <a:pt x="4718" y="2157"/>
                  </a:cubicBezTo>
                  <a:cubicBezTo>
                    <a:pt x="4718" y="2141"/>
                    <a:pt x="4718" y="2141"/>
                    <a:pt x="4783" y="2125"/>
                  </a:cubicBezTo>
                  <a:cubicBezTo>
                    <a:pt x="4848" y="2125"/>
                    <a:pt x="4848" y="2109"/>
                    <a:pt x="4718" y="2101"/>
                  </a:cubicBezTo>
                  <a:cubicBezTo>
                    <a:pt x="4645" y="2093"/>
                    <a:pt x="4580" y="2093"/>
                    <a:pt x="4710" y="2084"/>
                  </a:cubicBezTo>
                  <a:cubicBezTo>
                    <a:pt x="4783" y="2084"/>
                    <a:pt x="4783" y="2052"/>
                    <a:pt x="4775" y="1995"/>
                  </a:cubicBezTo>
                  <a:cubicBezTo>
                    <a:pt x="4775" y="1952"/>
                    <a:pt x="4768" y="1903"/>
                    <a:pt x="4723" y="1903"/>
                  </a:cubicBezTo>
                  <a:cubicBezTo>
                    <a:pt x="4716" y="1903"/>
                    <a:pt x="4709" y="1904"/>
                    <a:pt x="4702" y="1906"/>
                  </a:cubicBezTo>
                  <a:cubicBezTo>
                    <a:pt x="4629" y="1890"/>
                    <a:pt x="4629" y="1890"/>
                    <a:pt x="4694" y="1890"/>
                  </a:cubicBezTo>
                  <a:cubicBezTo>
                    <a:pt x="4831" y="1882"/>
                    <a:pt x="4888" y="1784"/>
                    <a:pt x="4742" y="1776"/>
                  </a:cubicBezTo>
                  <a:cubicBezTo>
                    <a:pt x="4742" y="1760"/>
                    <a:pt x="4742" y="1744"/>
                    <a:pt x="4807" y="1728"/>
                  </a:cubicBezTo>
                  <a:cubicBezTo>
                    <a:pt x="4807" y="1712"/>
                    <a:pt x="4799" y="1695"/>
                    <a:pt x="4726" y="1671"/>
                  </a:cubicBezTo>
                  <a:cubicBezTo>
                    <a:pt x="4718" y="1655"/>
                    <a:pt x="4702" y="1598"/>
                    <a:pt x="4694" y="1574"/>
                  </a:cubicBezTo>
                  <a:cubicBezTo>
                    <a:pt x="4686" y="1541"/>
                    <a:pt x="4613" y="1541"/>
                    <a:pt x="4613" y="1541"/>
                  </a:cubicBezTo>
                  <a:lnTo>
                    <a:pt x="4604" y="1525"/>
                  </a:lnTo>
                  <a:cubicBezTo>
                    <a:pt x="4669" y="1501"/>
                    <a:pt x="4645" y="1428"/>
                    <a:pt x="4604" y="1330"/>
                  </a:cubicBezTo>
                  <a:cubicBezTo>
                    <a:pt x="4564" y="1241"/>
                    <a:pt x="4515" y="1160"/>
                    <a:pt x="4564" y="1112"/>
                  </a:cubicBezTo>
                  <a:cubicBezTo>
                    <a:pt x="4564" y="1112"/>
                    <a:pt x="4561" y="1106"/>
                    <a:pt x="4547" y="1106"/>
                  </a:cubicBezTo>
                  <a:cubicBezTo>
                    <a:pt x="4536" y="1106"/>
                    <a:pt x="4519" y="1109"/>
                    <a:pt x="4491" y="1120"/>
                  </a:cubicBezTo>
                  <a:cubicBezTo>
                    <a:pt x="4434" y="1150"/>
                    <a:pt x="4402" y="1162"/>
                    <a:pt x="4389" y="1162"/>
                  </a:cubicBezTo>
                  <a:cubicBezTo>
                    <a:pt x="4374" y="1162"/>
                    <a:pt x="4384" y="1146"/>
                    <a:pt x="4410" y="1120"/>
                  </a:cubicBezTo>
                  <a:cubicBezTo>
                    <a:pt x="4482" y="1059"/>
                    <a:pt x="4490" y="1013"/>
                    <a:pt x="4449" y="1013"/>
                  </a:cubicBezTo>
                  <a:cubicBezTo>
                    <a:pt x="4430" y="1013"/>
                    <a:pt x="4400" y="1023"/>
                    <a:pt x="4361" y="1047"/>
                  </a:cubicBezTo>
                  <a:lnTo>
                    <a:pt x="4418" y="1006"/>
                  </a:lnTo>
                  <a:cubicBezTo>
                    <a:pt x="4469" y="959"/>
                    <a:pt x="4471" y="937"/>
                    <a:pt x="4445" y="937"/>
                  </a:cubicBezTo>
                  <a:cubicBezTo>
                    <a:pt x="4421" y="937"/>
                    <a:pt x="4375" y="955"/>
                    <a:pt x="4321" y="990"/>
                  </a:cubicBezTo>
                  <a:cubicBezTo>
                    <a:pt x="4360" y="945"/>
                    <a:pt x="4393" y="899"/>
                    <a:pt x="4372" y="899"/>
                  </a:cubicBezTo>
                  <a:cubicBezTo>
                    <a:pt x="4367" y="899"/>
                    <a:pt x="4358" y="902"/>
                    <a:pt x="4345" y="909"/>
                  </a:cubicBezTo>
                  <a:cubicBezTo>
                    <a:pt x="4337" y="901"/>
                    <a:pt x="4337" y="901"/>
                    <a:pt x="4442" y="812"/>
                  </a:cubicBezTo>
                  <a:cubicBezTo>
                    <a:pt x="4491" y="763"/>
                    <a:pt x="4540" y="722"/>
                    <a:pt x="4532" y="706"/>
                  </a:cubicBezTo>
                  <a:cubicBezTo>
                    <a:pt x="4531" y="705"/>
                    <a:pt x="4530" y="705"/>
                    <a:pt x="4529" y="705"/>
                  </a:cubicBezTo>
                  <a:cubicBezTo>
                    <a:pt x="4515" y="705"/>
                    <a:pt x="4470" y="743"/>
                    <a:pt x="4418" y="787"/>
                  </a:cubicBezTo>
                  <a:cubicBezTo>
                    <a:pt x="4418" y="787"/>
                    <a:pt x="4410" y="771"/>
                    <a:pt x="4402" y="763"/>
                  </a:cubicBezTo>
                  <a:cubicBezTo>
                    <a:pt x="4402" y="763"/>
                    <a:pt x="4399" y="760"/>
                    <a:pt x="4393" y="760"/>
                  </a:cubicBezTo>
                  <a:cubicBezTo>
                    <a:pt x="4384" y="760"/>
                    <a:pt x="4366" y="766"/>
                    <a:pt x="4337" y="795"/>
                  </a:cubicBezTo>
                  <a:cubicBezTo>
                    <a:pt x="4309" y="823"/>
                    <a:pt x="4295" y="832"/>
                    <a:pt x="4286" y="832"/>
                  </a:cubicBezTo>
                  <a:cubicBezTo>
                    <a:pt x="4279" y="832"/>
                    <a:pt x="4276" y="827"/>
                    <a:pt x="4272" y="820"/>
                  </a:cubicBezTo>
                  <a:cubicBezTo>
                    <a:pt x="4287" y="804"/>
                    <a:pt x="4291" y="798"/>
                    <a:pt x="4289" y="798"/>
                  </a:cubicBezTo>
                  <a:lnTo>
                    <a:pt x="4289" y="798"/>
                  </a:lnTo>
                  <a:cubicBezTo>
                    <a:pt x="4283" y="798"/>
                    <a:pt x="4246" y="829"/>
                    <a:pt x="4223" y="868"/>
                  </a:cubicBezTo>
                  <a:cubicBezTo>
                    <a:pt x="4178" y="913"/>
                    <a:pt x="4133" y="958"/>
                    <a:pt x="4114" y="958"/>
                  </a:cubicBezTo>
                  <a:cubicBezTo>
                    <a:pt x="4112" y="958"/>
                    <a:pt x="4111" y="958"/>
                    <a:pt x="4110" y="957"/>
                  </a:cubicBezTo>
                  <a:lnTo>
                    <a:pt x="4021" y="1047"/>
                  </a:lnTo>
                  <a:cubicBezTo>
                    <a:pt x="3948" y="1112"/>
                    <a:pt x="3891" y="1185"/>
                    <a:pt x="3834" y="1257"/>
                  </a:cubicBezTo>
                  <a:cubicBezTo>
                    <a:pt x="3818" y="1306"/>
                    <a:pt x="3798" y="1355"/>
                    <a:pt x="3818" y="1355"/>
                  </a:cubicBezTo>
                  <a:cubicBezTo>
                    <a:pt x="3828" y="1355"/>
                    <a:pt x="3848" y="1344"/>
                    <a:pt x="3883" y="1314"/>
                  </a:cubicBezTo>
                  <a:cubicBezTo>
                    <a:pt x="3883" y="1314"/>
                    <a:pt x="3930" y="1281"/>
                    <a:pt x="3944" y="1281"/>
                  </a:cubicBezTo>
                  <a:cubicBezTo>
                    <a:pt x="3946" y="1281"/>
                    <a:pt x="3947" y="1281"/>
                    <a:pt x="3948" y="1282"/>
                  </a:cubicBezTo>
                  <a:cubicBezTo>
                    <a:pt x="3948" y="1290"/>
                    <a:pt x="3907" y="1347"/>
                    <a:pt x="3907" y="1347"/>
                  </a:cubicBezTo>
                  <a:cubicBezTo>
                    <a:pt x="3850" y="1387"/>
                    <a:pt x="3875" y="1420"/>
                    <a:pt x="3899" y="1460"/>
                  </a:cubicBezTo>
                  <a:cubicBezTo>
                    <a:pt x="3932" y="1509"/>
                    <a:pt x="3940" y="1533"/>
                    <a:pt x="3891" y="1582"/>
                  </a:cubicBezTo>
                  <a:cubicBezTo>
                    <a:pt x="3834" y="1622"/>
                    <a:pt x="3834" y="1630"/>
                    <a:pt x="3834" y="1630"/>
                  </a:cubicBezTo>
                  <a:cubicBezTo>
                    <a:pt x="3848" y="1623"/>
                    <a:pt x="3861" y="1620"/>
                    <a:pt x="3871" y="1620"/>
                  </a:cubicBezTo>
                  <a:cubicBezTo>
                    <a:pt x="3910" y="1620"/>
                    <a:pt x="3929" y="1661"/>
                    <a:pt x="3948" y="1712"/>
                  </a:cubicBezTo>
                  <a:cubicBezTo>
                    <a:pt x="3969" y="1762"/>
                    <a:pt x="3985" y="1819"/>
                    <a:pt x="4034" y="1819"/>
                  </a:cubicBezTo>
                  <a:cubicBezTo>
                    <a:pt x="4040" y="1819"/>
                    <a:pt x="4046" y="1819"/>
                    <a:pt x="4053" y="1817"/>
                  </a:cubicBezTo>
                  <a:lnTo>
                    <a:pt x="4061" y="1833"/>
                  </a:lnTo>
                  <a:cubicBezTo>
                    <a:pt x="3996" y="1857"/>
                    <a:pt x="3996" y="1874"/>
                    <a:pt x="4005" y="1890"/>
                  </a:cubicBezTo>
                  <a:cubicBezTo>
                    <a:pt x="4069" y="1890"/>
                    <a:pt x="4077" y="1914"/>
                    <a:pt x="4077" y="1914"/>
                  </a:cubicBezTo>
                  <a:cubicBezTo>
                    <a:pt x="4013" y="1930"/>
                    <a:pt x="4013" y="1939"/>
                    <a:pt x="4013" y="1955"/>
                  </a:cubicBezTo>
                  <a:cubicBezTo>
                    <a:pt x="4019" y="1967"/>
                    <a:pt x="4020" y="1974"/>
                    <a:pt x="4046" y="1974"/>
                  </a:cubicBezTo>
                  <a:cubicBezTo>
                    <a:pt x="4055" y="1974"/>
                    <a:pt x="4068" y="1973"/>
                    <a:pt x="4086" y="1971"/>
                  </a:cubicBezTo>
                  <a:lnTo>
                    <a:pt x="4086" y="1971"/>
                  </a:lnTo>
                  <a:cubicBezTo>
                    <a:pt x="4094" y="2011"/>
                    <a:pt x="4069" y="2060"/>
                    <a:pt x="4029" y="2076"/>
                  </a:cubicBezTo>
                  <a:cubicBezTo>
                    <a:pt x="3964" y="2101"/>
                    <a:pt x="4029" y="2101"/>
                    <a:pt x="4102" y="2101"/>
                  </a:cubicBezTo>
                  <a:cubicBezTo>
                    <a:pt x="4121" y="2098"/>
                    <a:pt x="4140" y="2097"/>
                    <a:pt x="4159" y="2097"/>
                  </a:cubicBezTo>
                  <a:cubicBezTo>
                    <a:pt x="4203" y="2097"/>
                    <a:pt x="4240" y="2103"/>
                    <a:pt x="4240" y="2109"/>
                  </a:cubicBezTo>
                  <a:lnTo>
                    <a:pt x="4102" y="2117"/>
                  </a:lnTo>
                  <a:cubicBezTo>
                    <a:pt x="4029" y="2117"/>
                    <a:pt x="4029" y="2117"/>
                    <a:pt x="4029" y="2133"/>
                  </a:cubicBezTo>
                  <a:lnTo>
                    <a:pt x="4037" y="2149"/>
                  </a:lnTo>
                  <a:cubicBezTo>
                    <a:pt x="4102" y="2157"/>
                    <a:pt x="4102" y="2166"/>
                    <a:pt x="4094" y="2295"/>
                  </a:cubicBezTo>
                  <a:cubicBezTo>
                    <a:pt x="4094" y="2449"/>
                    <a:pt x="4094" y="2482"/>
                    <a:pt x="4159" y="2482"/>
                  </a:cubicBezTo>
                  <a:cubicBezTo>
                    <a:pt x="4223" y="2482"/>
                    <a:pt x="4223" y="2490"/>
                    <a:pt x="4159" y="2514"/>
                  </a:cubicBezTo>
                  <a:cubicBezTo>
                    <a:pt x="3948" y="2563"/>
                    <a:pt x="3948" y="2555"/>
                    <a:pt x="4013" y="2571"/>
                  </a:cubicBezTo>
                  <a:cubicBezTo>
                    <a:pt x="4033" y="2567"/>
                    <a:pt x="4055" y="2565"/>
                    <a:pt x="4078" y="2565"/>
                  </a:cubicBezTo>
                  <a:cubicBezTo>
                    <a:pt x="4102" y="2565"/>
                    <a:pt x="4126" y="2567"/>
                    <a:pt x="4150" y="2571"/>
                  </a:cubicBezTo>
                  <a:cubicBezTo>
                    <a:pt x="4280" y="2587"/>
                    <a:pt x="4280" y="2595"/>
                    <a:pt x="4142" y="2595"/>
                  </a:cubicBezTo>
                  <a:cubicBezTo>
                    <a:pt x="4135" y="2594"/>
                    <a:pt x="4128" y="2594"/>
                    <a:pt x="4121" y="2594"/>
                  </a:cubicBezTo>
                  <a:cubicBezTo>
                    <a:pt x="4018" y="2594"/>
                    <a:pt x="4060" y="2712"/>
                    <a:pt x="4175" y="2757"/>
                  </a:cubicBezTo>
                  <a:lnTo>
                    <a:pt x="4110" y="2741"/>
                  </a:lnTo>
                  <a:cubicBezTo>
                    <a:pt x="4088" y="2736"/>
                    <a:pt x="4074" y="2733"/>
                    <a:pt x="4064" y="2733"/>
                  </a:cubicBezTo>
                  <a:cubicBezTo>
                    <a:pt x="4043" y="2733"/>
                    <a:pt x="4040" y="2744"/>
                    <a:pt x="4029" y="2766"/>
                  </a:cubicBezTo>
                  <a:lnTo>
                    <a:pt x="4021" y="2790"/>
                  </a:lnTo>
                  <a:cubicBezTo>
                    <a:pt x="4123" y="2822"/>
                    <a:pt x="4089" y="2854"/>
                    <a:pt x="4042" y="2854"/>
                  </a:cubicBezTo>
                  <a:cubicBezTo>
                    <a:pt x="4030" y="2854"/>
                    <a:pt x="4016" y="2852"/>
                    <a:pt x="4005" y="2847"/>
                  </a:cubicBezTo>
                  <a:cubicBezTo>
                    <a:pt x="3968" y="2838"/>
                    <a:pt x="3950" y="2834"/>
                    <a:pt x="3940" y="2834"/>
                  </a:cubicBezTo>
                  <a:cubicBezTo>
                    <a:pt x="3930" y="2834"/>
                    <a:pt x="3927" y="2838"/>
                    <a:pt x="3923" y="2847"/>
                  </a:cubicBezTo>
                  <a:cubicBezTo>
                    <a:pt x="4011" y="2899"/>
                    <a:pt x="3990" y="2922"/>
                    <a:pt x="3947" y="2922"/>
                  </a:cubicBezTo>
                  <a:cubicBezTo>
                    <a:pt x="3930" y="2922"/>
                    <a:pt x="3909" y="2918"/>
                    <a:pt x="3891" y="2911"/>
                  </a:cubicBezTo>
                  <a:lnTo>
                    <a:pt x="3883" y="2920"/>
                  </a:lnTo>
                  <a:cubicBezTo>
                    <a:pt x="3948" y="2960"/>
                    <a:pt x="3932" y="2976"/>
                    <a:pt x="3932" y="2984"/>
                  </a:cubicBezTo>
                  <a:cubicBezTo>
                    <a:pt x="3915" y="3009"/>
                    <a:pt x="3907" y="3017"/>
                    <a:pt x="3972" y="3041"/>
                  </a:cubicBezTo>
                  <a:cubicBezTo>
                    <a:pt x="4037" y="3074"/>
                    <a:pt x="4094" y="3106"/>
                    <a:pt x="4086" y="3122"/>
                  </a:cubicBezTo>
                  <a:lnTo>
                    <a:pt x="4029" y="3082"/>
                  </a:lnTo>
                  <a:cubicBezTo>
                    <a:pt x="4010" y="3072"/>
                    <a:pt x="3996" y="3068"/>
                    <a:pt x="3985" y="3068"/>
                  </a:cubicBezTo>
                  <a:cubicBezTo>
                    <a:pt x="3958" y="3068"/>
                    <a:pt x="3949" y="3091"/>
                    <a:pt x="3932" y="3114"/>
                  </a:cubicBezTo>
                  <a:cubicBezTo>
                    <a:pt x="3911" y="3140"/>
                    <a:pt x="3897" y="3156"/>
                    <a:pt x="3875" y="3156"/>
                  </a:cubicBezTo>
                  <a:cubicBezTo>
                    <a:pt x="3862" y="3156"/>
                    <a:pt x="3847" y="3150"/>
                    <a:pt x="3826" y="3138"/>
                  </a:cubicBezTo>
                  <a:lnTo>
                    <a:pt x="3826" y="3138"/>
                  </a:lnTo>
                  <a:lnTo>
                    <a:pt x="3875" y="3187"/>
                  </a:lnTo>
                  <a:cubicBezTo>
                    <a:pt x="3902" y="3215"/>
                    <a:pt x="3912" y="3229"/>
                    <a:pt x="3904" y="3229"/>
                  </a:cubicBezTo>
                  <a:cubicBezTo>
                    <a:pt x="3899" y="3229"/>
                    <a:pt x="3883" y="3221"/>
                    <a:pt x="3859" y="3203"/>
                  </a:cubicBezTo>
                  <a:cubicBezTo>
                    <a:pt x="3843" y="3194"/>
                    <a:pt x="3829" y="3190"/>
                    <a:pt x="3818" y="3190"/>
                  </a:cubicBezTo>
                  <a:cubicBezTo>
                    <a:pt x="3790" y="3190"/>
                    <a:pt x="3780" y="3219"/>
                    <a:pt x="3810" y="3260"/>
                  </a:cubicBezTo>
                  <a:lnTo>
                    <a:pt x="3794" y="3276"/>
                  </a:lnTo>
                  <a:cubicBezTo>
                    <a:pt x="3748" y="3247"/>
                    <a:pt x="3718" y="3233"/>
                    <a:pt x="3705" y="3233"/>
                  </a:cubicBezTo>
                  <a:cubicBezTo>
                    <a:pt x="3685" y="3233"/>
                    <a:pt x="3703" y="3263"/>
                    <a:pt x="3761" y="3317"/>
                  </a:cubicBezTo>
                  <a:cubicBezTo>
                    <a:pt x="3728" y="3293"/>
                    <a:pt x="3714" y="3286"/>
                    <a:pt x="3707" y="3286"/>
                  </a:cubicBezTo>
                  <a:cubicBezTo>
                    <a:pt x="3702" y="3286"/>
                    <a:pt x="3700" y="3289"/>
                    <a:pt x="3696" y="3293"/>
                  </a:cubicBezTo>
                  <a:cubicBezTo>
                    <a:pt x="3716" y="3332"/>
                    <a:pt x="3715" y="3357"/>
                    <a:pt x="3700" y="3357"/>
                  </a:cubicBezTo>
                  <a:cubicBezTo>
                    <a:pt x="3690" y="3357"/>
                    <a:pt x="3675" y="3347"/>
                    <a:pt x="3656" y="3325"/>
                  </a:cubicBezTo>
                  <a:lnTo>
                    <a:pt x="3648" y="3333"/>
                  </a:lnTo>
                  <a:cubicBezTo>
                    <a:pt x="3696" y="3390"/>
                    <a:pt x="3688" y="3390"/>
                    <a:pt x="3680" y="3398"/>
                  </a:cubicBezTo>
                  <a:cubicBezTo>
                    <a:pt x="3680" y="3398"/>
                    <a:pt x="3672" y="3406"/>
                    <a:pt x="3713" y="3463"/>
                  </a:cubicBezTo>
                  <a:cubicBezTo>
                    <a:pt x="3745" y="3520"/>
                    <a:pt x="3737" y="3520"/>
                    <a:pt x="3737" y="3520"/>
                  </a:cubicBezTo>
                  <a:cubicBezTo>
                    <a:pt x="3737" y="3520"/>
                    <a:pt x="3737" y="3520"/>
                    <a:pt x="3736" y="3520"/>
                  </a:cubicBezTo>
                  <a:cubicBezTo>
                    <a:pt x="3732" y="3520"/>
                    <a:pt x="3694" y="3467"/>
                    <a:pt x="3656" y="3414"/>
                  </a:cubicBezTo>
                  <a:cubicBezTo>
                    <a:pt x="3643" y="3392"/>
                    <a:pt x="3633" y="3380"/>
                    <a:pt x="3629" y="3380"/>
                  </a:cubicBezTo>
                  <a:cubicBezTo>
                    <a:pt x="3623" y="3380"/>
                    <a:pt x="3632" y="3412"/>
                    <a:pt x="3672" y="3487"/>
                  </a:cubicBezTo>
                  <a:cubicBezTo>
                    <a:pt x="3644" y="3448"/>
                    <a:pt x="3620" y="3410"/>
                    <a:pt x="3616" y="3410"/>
                  </a:cubicBezTo>
                  <a:lnTo>
                    <a:pt x="3616" y="3410"/>
                  </a:lnTo>
                  <a:cubicBezTo>
                    <a:pt x="3614" y="3410"/>
                    <a:pt x="3616" y="3418"/>
                    <a:pt x="3623" y="3438"/>
                  </a:cubicBezTo>
                  <a:cubicBezTo>
                    <a:pt x="3623" y="3438"/>
                    <a:pt x="3615" y="3447"/>
                    <a:pt x="3656" y="3503"/>
                  </a:cubicBezTo>
                  <a:lnTo>
                    <a:pt x="3632" y="3511"/>
                  </a:lnTo>
                  <a:cubicBezTo>
                    <a:pt x="3598" y="3483"/>
                    <a:pt x="3584" y="3475"/>
                    <a:pt x="3575" y="3475"/>
                  </a:cubicBezTo>
                  <a:cubicBezTo>
                    <a:pt x="3572" y="3475"/>
                    <a:pt x="3569" y="3476"/>
                    <a:pt x="3567" y="3479"/>
                  </a:cubicBezTo>
                  <a:cubicBezTo>
                    <a:pt x="3584" y="3508"/>
                    <a:pt x="3592" y="3523"/>
                    <a:pt x="3589" y="3523"/>
                  </a:cubicBezTo>
                  <a:cubicBezTo>
                    <a:pt x="3586" y="3523"/>
                    <a:pt x="3574" y="3510"/>
                    <a:pt x="3550" y="3487"/>
                  </a:cubicBezTo>
                  <a:cubicBezTo>
                    <a:pt x="3537" y="3464"/>
                    <a:pt x="3528" y="3450"/>
                    <a:pt x="3527" y="3450"/>
                  </a:cubicBezTo>
                  <a:lnTo>
                    <a:pt x="3527" y="3450"/>
                  </a:lnTo>
                  <a:cubicBezTo>
                    <a:pt x="3525" y="3450"/>
                    <a:pt x="3540" y="3477"/>
                    <a:pt x="3583" y="3544"/>
                  </a:cubicBezTo>
                  <a:cubicBezTo>
                    <a:pt x="3596" y="3580"/>
                    <a:pt x="3600" y="3598"/>
                    <a:pt x="3594" y="3598"/>
                  </a:cubicBezTo>
                  <a:cubicBezTo>
                    <a:pt x="3589" y="3598"/>
                    <a:pt x="3577" y="3586"/>
                    <a:pt x="3559" y="3560"/>
                  </a:cubicBezTo>
                  <a:cubicBezTo>
                    <a:pt x="3517" y="3491"/>
                    <a:pt x="3496" y="3464"/>
                    <a:pt x="3494" y="3464"/>
                  </a:cubicBezTo>
                  <a:lnTo>
                    <a:pt x="3494" y="3464"/>
                  </a:lnTo>
                  <a:cubicBezTo>
                    <a:pt x="3492" y="3464"/>
                    <a:pt x="3501" y="3479"/>
                    <a:pt x="3518" y="3503"/>
                  </a:cubicBezTo>
                  <a:cubicBezTo>
                    <a:pt x="3542" y="3568"/>
                    <a:pt x="3534" y="3568"/>
                    <a:pt x="3534" y="3568"/>
                  </a:cubicBezTo>
                  <a:cubicBezTo>
                    <a:pt x="3521" y="3545"/>
                    <a:pt x="3501" y="3537"/>
                    <a:pt x="3476" y="3537"/>
                  </a:cubicBezTo>
                  <a:cubicBezTo>
                    <a:pt x="3441" y="3537"/>
                    <a:pt x="3396" y="3554"/>
                    <a:pt x="3348" y="3568"/>
                  </a:cubicBezTo>
                  <a:cubicBezTo>
                    <a:pt x="3348" y="3617"/>
                    <a:pt x="3356" y="3665"/>
                    <a:pt x="3380" y="3706"/>
                  </a:cubicBezTo>
                  <a:cubicBezTo>
                    <a:pt x="3397" y="3761"/>
                    <a:pt x="3403" y="3781"/>
                    <a:pt x="3401" y="3781"/>
                  </a:cubicBezTo>
                  <a:cubicBezTo>
                    <a:pt x="3399" y="3781"/>
                    <a:pt x="3383" y="3743"/>
                    <a:pt x="3364" y="3706"/>
                  </a:cubicBezTo>
                  <a:cubicBezTo>
                    <a:pt x="3328" y="3615"/>
                    <a:pt x="3306" y="3570"/>
                    <a:pt x="3301" y="3570"/>
                  </a:cubicBezTo>
                  <a:lnTo>
                    <a:pt x="3301" y="3570"/>
                  </a:lnTo>
                  <a:cubicBezTo>
                    <a:pt x="3296" y="3570"/>
                    <a:pt x="3311" y="3619"/>
                    <a:pt x="3348" y="3714"/>
                  </a:cubicBezTo>
                  <a:cubicBezTo>
                    <a:pt x="3376" y="3779"/>
                    <a:pt x="3388" y="3811"/>
                    <a:pt x="3386" y="3811"/>
                  </a:cubicBezTo>
                  <a:cubicBezTo>
                    <a:pt x="3384" y="3811"/>
                    <a:pt x="3368" y="3779"/>
                    <a:pt x="3340" y="3714"/>
                  </a:cubicBezTo>
                  <a:cubicBezTo>
                    <a:pt x="3324" y="3687"/>
                    <a:pt x="3316" y="3673"/>
                    <a:pt x="3313" y="3673"/>
                  </a:cubicBezTo>
                  <a:lnTo>
                    <a:pt x="3313" y="3673"/>
                  </a:lnTo>
                  <a:cubicBezTo>
                    <a:pt x="3309" y="3673"/>
                    <a:pt x="3311" y="3689"/>
                    <a:pt x="3315" y="3722"/>
                  </a:cubicBezTo>
                  <a:cubicBezTo>
                    <a:pt x="3323" y="3755"/>
                    <a:pt x="3325" y="3771"/>
                    <a:pt x="3323" y="3771"/>
                  </a:cubicBezTo>
                  <a:cubicBezTo>
                    <a:pt x="3321" y="3771"/>
                    <a:pt x="3315" y="3755"/>
                    <a:pt x="3307" y="3722"/>
                  </a:cubicBezTo>
                  <a:cubicBezTo>
                    <a:pt x="3284" y="3682"/>
                    <a:pt x="3262" y="3638"/>
                    <a:pt x="3259" y="3638"/>
                  </a:cubicBezTo>
                  <a:lnTo>
                    <a:pt x="3259" y="3638"/>
                  </a:lnTo>
                  <a:cubicBezTo>
                    <a:pt x="3257" y="3638"/>
                    <a:pt x="3259" y="3646"/>
                    <a:pt x="3267" y="3665"/>
                  </a:cubicBezTo>
                  <a:cubicBezTo>
                    <a:pt x="3267" y="3665"/>
                    <a:pt x="3250" y="3665"/>
                    <a:pt x="3226" y="3609"/>
                  </a:cubicBezTo>
                  <a:cubicBezTo>
                    <a:pt x="3217" y="3590"/>
                    <a:pt x="3211" y="3582"/>
                    <a:pt x="3209" y="3582"/>
                  </a:cubicBezTo>
                  <a:lnTo>
                    <a:pt x="3209" y="3582"/>
                  </a:lnTo>
                  <a:cubicBezTo>
                    <a:pt x="3202" y="3582"/>
                    <a:pt x="3210" y="3628"/>
                    <a:pt x="3210" y="3674"/>
                  </a:cubicBezTo>
                  <a:cubicBezTo>
                    <a:pt x="3214" y="3748"/>
                    <a:pt x="3212" y="3784"/>
                    <a:pt x="3206" y="3784"/>
                  </a:cubicBezTo>
                  <a:cubicBezTo>
                    <a:pt x="3200" y="3784"/>
                    <a:pt x="3190" y="3750"/>
                    <a:pt x="3178" y="3682"/>
                  </a:cubicBezTo>
                  <a:cubicBezTo>
                    <a:pt x="3172" y="3634"/>
                    <a:pt x="3163" y="3614"/>
                    <a:pt x="3156" y="3614"/>
                  </a:cubicBezTo>
                  <a:cubicBezTo>
                    <a:pt x="3144" y="3614"/>
                    <a:pt x="3135" y="3675"/>
                    <a:pt x="3145" y="3763"/>
                  </a:cubicBezTo>
                  <a:cubicBezTo>
                    <a:pt x="3150" y="3839"/>
                    <a:pt x="3152" y="3870"/>
                    <a:pt x="3151" y="3870"/>
                  </a:cubicBezTo>
                  <a:cubicBezTo>
                    <a:pt x="3150" y="3870"/>
                    <a:pt x="3148" y="3854"/>
                    <a:pt x="3145" y="3828"/>
                  </a:cubicBezTo>
                  <a:cubicBezTo>
                    <a:pt x="3129" y="3763"/>
                    <a:pt x="3121" y="3763"/>
                    <a:pt x="3121" y="3763"/>
                  </a:cubicBezTo>
                  <a:cubicBezTo>
                    <a:pt x="3105" y="3763"/>
                    <a:pt x="3096" y="3763"/>
                    <a:pt x="3080" y="3698"/>
                  </a:cubicBezTo>
                  <a:cubicBezTo>
                    <a:pt x="3080" y="3698"/>
                    <a:pt x="3072" y="3698"/>
                    <a:pt x="3064" y="3771"/>
                  </a:cubicBezTo>
                  <a:cubicBezTo>
                    <a:pt x="3061" y="3824"/>
                    <a:pt x="3053" y="3847"/>
                    <a:pt x="3042" y="3847"/>
                  </a:cubicBezTo>
                  <a:cubicBezTo>
                    <a:pt x="3026" y="3847"/>
                    <a:pt x="3003" y="3790"/>
                    <a:pt x="2983" y="3706"/>
                  </a:cubicBezTo>
                  <a:lnTo>
                    <a:pt x="2967" y="3779"/>
                  </a:lnTo>
                  <a:cubicBezTo>
                    <a:pt x="2972" y="3865"/>
                    <a:pt x="2971" y="3922"/>
                    <a:pt x="2965" y="3922"/>
                  </a:cubicBezTo>
                  <a:cubicBezTo>
                    <a:pt x="2962" y="3922"/>
                    <a:pt x="2957" y="3901"/>
                    <a:pt x="2950" y="3852"/>
                  </a:cubicBezTo>
                  <a:cubicBezTo>
                    <a:pt x="2945" y="3800"/>
                    <a:pt x="2943" y="3752"/>
                    <a:pt x="2943" y="3752"/>
                  </a:cubicBezTo>
                  <a:cubicBezTo>
                    <a:pt x="2942" y="3752"/>
                    <a:pt x="2942" y="3760"/>
                    <a:pt x="2942" y="3779"/>
                  </a:cubicBezTo>
                  <a:cubicBezTo>
                    <a:pt x="2946" y="3832"/>
                    <a:pt x="2939" y="3855"/>
                    <a:pt x="2929" y="3855"/>
                  </a:cubicBezTo>
                  <a:cubicBezTo>
                    <a:pt x="2914" y="3855"/>
                    <a:pt x="2891" y="3798"/>
                    <a:pt x="2886" y="3714"/>
                  </a:cubicBezTo>
                  <a:cubicBezTo>
                    <a:pt x="2878" y="3649"/>
                    <a:pt x="2878" y="3649"/>
                    <a:pt x="2869" y="3649"/>
                  </a:cubicBezTo>
                  <a:lnTo>
                    <a:pt x="2869" y="3714"/>
                  </a:lnTo>
                  <a:cubicBezTo>
                    <a:pt x="2878" y="3787"/>
                    <a:pt x="2878" y="3852"/>
                    <a:pt x="2869" y="3852"/>
                  </a:cubicBezTo>
                  <a:cubicBezTo>
                    <a:pt x="2853" y="3852"/>
                    <a:pt x="2845" y="3852"/>
                    <a:pt x="2837" y="3787"/>
                  </a:cubicBezTo>
                  <a:cubicBezTo>
                    <a:pt x="2825" y="3735"/>
                    <a:pt x="2822" y="3687"/>
                    <a:pt x="2821" y="3687"/>
                  </a:cubicBezTo>
                  <a:cubicBezTo>
                    <a:pt x="2821" y="3687"/>
                    <a:pt x="2821" y="3695"/>
                    <a:pt x="2821" y="3714"/>
                  </a:cubicBezTo>
                  <a:cubicBezTo>
                    <a:pt x="2821" y="3714"/>
                    <a:pt x="2813" y="3714"/>
                    <a:pt x="2805" y="3649"/>
                  </a:cubicBezTo>
                  <a:cubicBezTo>
                    <a:pt x="2796" y="3649"/>
                    <a:pt x="2788" y="3641"/>
                    <a:pt x="2780" y="3641"/>
                  </a:cubicBezTo>
                  <a:cubicBezTo>
                    <a:pt x="2776" y="3677"/>
                    <a:pt x="2770" y="3693"/>
                    <a:pt x="2766" y="3693"/>
                  </a:cubicBezTo>
                  <a:cubicBezTo>
                    <a:pt x="2762" y="3693"/>
                    <a:pt x="2760" y="3675"/>
                    <a:pt x="2764" y="3641"/>
                  </a:cubicBezTo>
                  <a:lnTo>
                    <a:pt x="2764" y="3641"/>
                  </a:lnTo>
                  <a:cubicBezTo>
                    <a:pt x="2764" y="3641"/>
                    <a:pt x="2756" y="3641"/>
                    <a:pt x="2740" y="3706"/>
                  </a:cubicBezTo>
                  <a:cubicBezTo>
                    <a:pt x="2723" y="3706"/>
                    <a:pt x="2715" y="3698"/>
                    <a:pt x="2723" y="3633"/>
                  </a:cubicBezTo>
                  <a:cubicBezTo>
                    <a:pt x="2728" y="3601"/>
                    <a:pt x="2730" y="3584"/>
                    <a:pt x="2729" y="3584"/>
                  </a:cubicBezTo>
                  <a:lnTo>
                    <a:pt x="2729" y="3584"/>
                  </a:lnTo>
                  <a:cubicBezTo>
                    <a:pt x="2728" y="3584"/>
                    <a:pt x="2723" y="3601"/>
                    <a:pt x="2715" y="3633"/>
                  </a:cubicBezTo>
                  <a:cubicBezTo>
                    <a:pt x="2707" y="3698"/>
                    <a:pt x="2699" y="3698"/>
                    <a:pt x="2691" y="3698"/>
                  </a:cubicBezTo>
                  <a:lnTo>
                    <a:pt x="2675" y="3690"/>
                  </a:lnTo>
                  <a:cubicBezTo>
                    <a:pt x="2663" y="3745"/>
                    <a:pt x="2660" y="3758"/>
                    <a:pt x="2655" y="3758"/>
                  </a:cubicBezTo>
                  <a:cubicBezTo>
                    <a:pt x="2654" y="3758"/>
                    <a:pt x="2653" y="3757"/>
                    <a:pt x="2651" y="3755"/>
                  </a:cubicBezTo>
                  <a:cubicBezTo>
                    <a:pt x="2642" y="3755"/>
                    <a:pt x="2634" y="3682"/>
                    <a:pt x="2618" y="3682"/>
                  </a:cubicBezTo>
                  <a:cubicBezTo>
                    <a:pt x="2612" y="3680"/>
                    <a:pt x="2607" y="3678"/>
                    <a:pt x="2603" y="3678"/>
                  </a:cubicBezTo>
                  <a:cubicBezTo>
                    <a:pt x="2593" y="3678"/>
                    <a:pt x="2592" y="3691"/>
                    <a:pt x="2586" y="3738"/>
                  </a:cubicBezTo>
                  <a:cubicBezTo>
                    <a:pt x="2591" y="3744"/>
                    <a:pt x="2586" y="3773"/>
                    <a:pt x="2582" y="3773"/>
                  </a:cubicBezTo>
                  <a:cubicBezTo>
                    <a:pt x="2580" y="3773"/>
                    <a:pt x="2578" y="3764"/>
                    <a:pt x="2578" y="3738"/>
                  </a:cubicBezTo>
                  <a:cubicBezTo>
                    <a:pt x="2569" y="3738"/>
                    <a:pt x="2561" y="3657"/>
                    <a:pt x="2537" y="3649"/>
                  </a:cubicBezTo>
                  <a:cubicBezTo>
                    <a:pt x="2523" y="3644"/>
                    <a:pt x="2514" y="3640"/>
                    <a:pt x="2508" y="3640"/>
                  </a:cubicBezTo>
                  <a:cubicBezTo>
                    <a:pt x="2494" y="3640"/>
                    <a:pt x="2488" y="3655"/>
                    <a:pt x="2472" y="3698"/>
                  </a:cubicBezTo>
                  <a:cubicBezTo>
                    <a:pt x="2456" y="3766"/>
                    <a:pt x="2446" y="3798"/>
                    <a:pt x="2444" y="3798"/>
                  </a:cubicBezTo>
                  <a:cubicBezTo>
                    <a:pt x="2442" y="3798"/>
                    <a:pt x="2448" y="3764"/>
                    <a:pt x="2464" y="3698"/>
                  </a:cubicBezTo>
                  <a:cubicBezTo>
                    <a:pt x="2484" y="3614"/>
                    <a:pt x="2488" y="3581"/>
                    <a:pt x="2484" y="3581"/>
                  </a:cubicBezTo>
                  <a:lnTo>
                    <a:pt x="2484" y="3581"/>
                  </a:lnTo>
                  <a:cubicBezTo>
                    <a:pt x="2481" y="3581"/>
                    <a:pt x="2474" y="3595"/>
                    <a:pt x="2464" y="3617"/>
                  </a:cubicBezTo>
                  <a:cubicBezTo>
                    <a:pt x="2440" y="3665"/>
                    <a:pt x="2434" y="3677"/>
                    <a:pt x="2426" y="3677"/>
                  </a:cubicBezTo>
                  <a:cubicBezTo>
                    <a:pt x="2423" y="3677"/>
                    <a:pt x="2420" y="3676"/>
                    <a:pt x="2415" y="3674"/>
                  </a:cubicBezTo>
                  <a:cubicBezTo>
                    <a:pt x="2428" y="3640"/>
                    <a:pt x="2432" y="3624"/>
                    <a:pt x="2427" y="3624"/>
                  </a:cubicBezTo>
                  <a:cubicBezTo>
                    <a:pt x="2423" y="3624"/>
                    <a:pt x="2411" y="3638"/>
                    <a:pt x="2391" y="3665"/>
                  </a:cubicBezTo>
                  <a:cubicBezTo>
                    <a:pt x="2383" y="3657"/>
                    <a:pt x="2383" y="3657"/>
                    <a:pt x="2407" y="3592"/>
                  </a:cubicBezTo>
                  <a:lnTo>
                    <a:pt x="2391" y="3584"/>
                  </a:lnTo>
                  <a:cubicBezTo>
                    <a:pt x="2366" y="3624"/>
                    <a:pt x="2345" y="3639"/>
                    <a:pt x="2330" y="3639"/>
                  </a:cubicBezTo>
                  <a:cubicBezTo>
                    <a:pt x="2302" y="3639"/>
                    <a:pt x="2294" y="3586"/>
                    <a:pt x="2310" y="3544"/>
                  </a:cubicBezTo>
                  <a:cubicBezTo>
                    <a:pt x="2310" y="3544"/>
                    <a:pt x="2310" y="3543"/>
                    <a:pt x="2309" y="3543"/>
                  </a:cubicBezTo>
                  <a:cubicBezTo>
                    <a:pt x="2305" y="3543"/>
                    <a:pt x="2293" y="3548"/>
                    <a:pt x="2261" y="3592"/>
                  </a:cubicBezTo>
                  <a:cubicBezTo>
                    <a:pt x="2226" y="3647"/>
                    <a:pt x="2204" y="3674"/>
                    <a:pt x="2199" y="3674"/>
                  </a:cubicBezTo>
                  <a:cubicBezTo>
                    <a:pt x="2193" y="3674"/>
                    <a:pt x="2207" y="3643"/>
                    <a:pt x="2245" y="3584"/>
                  </a:cubicBezTo>
                  <a:cubicBezTo>
                    <a:pt x="2278" y="3523"/>
                    <a:pt x="2294" y="3492"/>
                    <a:pt x="2293" y="3492"/>
                  </a:cubicBezTo>
                  <a:lnTo>
                    <a:pt x="2293" y="3492"/>
                  </a:lnTo>
                  <a:cubicBezTo>
                    <a:pt x="2291" y="3492"/>
                    <a:pt x="2273" y="3521"/>
                    <a:pt x="2237" y="3576"/>
                  </a:cubicBezTo>
                  <a:cubicBezTo>
                    <a:pt x="2221" y="3595"/>
                    <a:pt x="2206" y="3604"/>
                    <a:pt x="2195" y="3604"/>
                  </a:cubicBezTo>
                  <a:cubicBezTo>
                    <a:pt x="2171" y="3604"/>
                    <a:pt x="2169" y="3564"/>
                    <a:pt x="2229" y="3487"/>
                  </a:cubicBezTo>
                  <a:lnTo>
                    <a:pt x="2294" y="3374"/>
                  </a:lnTo>
                  <a:lnTo>
                    <a:pt x="2294" y="3374"/>
                  </a:lnTo>
                  <a:cubicBezTo>
                    <a:pt x="2253" y="3422"/>
                    <a:pt x="2245" y="3422"/>
                    <a:pt x="2245" y="3422"/>
                  </a:cubicBezTo>
                  <a:cubicBezTo>
                    <a:pt x="2226" y="3456"/>
                    <a:pt x="2213" y="3467"/>
                    <a:pt x="2201" y="3467"/>
                  </a:cubicBezTo>
                  <a:cubicBezTo>
                    <a:pt x="2194" y="3467"/>
                    <a:pt x="2187" y="3461"/>
                    <a:pt x="2180" y="3455"/>
                  </a:cubicBezTo>
                  <a:cubicBezTo>
                    <a:pt x="2177" y="3451"/>
                    <a:pt x="2171" y="3450"/>
                    <a:pt x="2164" y="3450"/>
                  </a:cubicBezTo>
                  <a:cubicBezTo>
                    <a:pt x="2140" y="3450"/>
                    <a:pt x="2101" y="3464"/>
                    <a:pt x="2082" y="3464"/>
                  </a:cubicBezTo>
                  <a:cubicBezTo>
                    <a:pt x="2079" y="3464"/>
                    <a:pt x="2077" y="3464"/>
                    <a:pt x="2075" y="3463"/>
                  </a:cubicBezTo>
                  <a:cubicBezTo>
                    <a:pt x="2059" y="3447"/>
                    <a:pt x="2042" y="3430"/>
                    <a:pt x="2075" y="3365"/>
                  </a:cubicBezTo>
                  <a:cubicBezTo>
                    <a:pt x="2073" y="3365"/>
                    <a:pt x="2071" y="3365"/>
                    <a:pt x="2068" y="3365"/>
                  </a:cubicBezTo>
                  <a:cubicBezTo>
                    <a:pt x="2062" y="3365"/>
                    <a:pt x="2051" y="3369"/>
                    <a:pt x="2010" y="3398"/>
                  </a:cubicBezTo>
                  <a:cubicBezTo>
                    <a:pt x="1988" y="3414"/>
                    <a:pt x="1972" y="3421"/>
                    <a:pt x="1964" y="3421"/>
                  </a:cubicBezTo>
                  <a:cubicBezTo>
                    <a:pt x="1950" y="3421"/>
                    <a:pt x="1956" y="3403"/>
                    <a:pt x="1986" y="3374"/>
                  </a:cubicBezTo>
                  <a:lnTo>
                    <a:pt x="1986" y="3374"/>
                  </a:lnTo>
                  <a:cubicBezTo>
                    <a:pt x="1942" y="3395"/>
                    <a:pt x="1924" y="3399"/>
                    <a:pt x="1917" y="3399"/>
                  </a:cubicBezTo>
                  <a:cubicBezTo>
                    <a:pt x="1914" y="3399"/>
                    <a:pt x="1913" y="3398"/>
                    <a:pt x="1913" y="3398"/>
                  </a:cubicBezTo>
                  <a:cubicBezTo>
                    <a:pt x="1950" y="3360"/>
                    <a:pt x="1988" y="3323"/>
                    <a:pt x="1977" y="3323"/>
                  </a:cubicBezTo>
                  <a:cubicBezTo>
                    <a:pt x="1973" y="3323"/>
                    <a:pt x="1966" y="3326"/>
                    <a:pt x="1953" y="3333"/>
                  </a:cubicBezTo>
                  <a:cubicBezTo>
                    <a:pt x="1923" y="3363"/>
                    <a:pt x="1908" y="3372"/>
                    <a:pt x="1898" y="3372"/>
                  </a:cubicBezTo>
                  <a:cubicBezTo>
                    <a:pt x="1891" y="3372"/>
                    <a:pt x="1886" y="3369"/>
                    <a:pt x="1880" y="3365"/>
                  </a:cubicBezTo>
                  <a:cubicBezTo>
                    <a:pt x="1911" y="3311"/>
                    <a:pt x="1764" y="3056"/>
                    <a:pt x="1709" y="3056"/>
                  </a:cubicBezTo>
                  <a:cubicBezTo>
                    <a:pt x="1706" y="3056"/>
                    <a:pt x="1704" y="3056"/>
                    <a:pt x="1702" y="3057"/>
                  </a:cubicBezTo>
                  <a:lnTo>
                    <a:pt x="1686" y="3025"/>
                  </a:lnTo>
                  <a:lnTo>
                    <a:pt x="1678" y="3001"/>
                  </a:lnTo>
                  <a:cubicBezTo>
                    <a:pt x="1799" y="2944"/>
                    <a:pt x="1718" y="2928"/>
                    <a:pt x="1645" y="2920"/>
                  </a:cubicBezTo>
                  <a:cubicBezTo>
                    <a:pt x="1625" y="2925"/>
                    <a:pt x="1611" y="2926"/>
                    <a:pt x="1601" y="2926"/>
                  </a:cubicBezTo>
                  <a:cubicBezTo>
                    <a:pt x="1580" y="2926"/>
                    <a:pt x="1578" y="2917"/>
                    <a:pt x="1572" y="2911"/>
                  </a:cubicBezTo>
                  <a:cubicBezTo>
                    <a:pt x="1702" y="2863"/>
                    <a:pt x="1694" y="2838"/>
                    <a:pt x="1621" y="2838"/>
                  </a:cubicBezTo>
                  <a:cubicBezTo>
                    <a:pt x="1571" y="2851"/>
                    <a:pt x="1541" y="2856"/>
                    <a:pt x="1529" y="2856"/>
                  </a:cubicBezTo>
                  <a:cubicBezTo>
                    <a:pt x="1510" y="2856"/>
                    <a:pt x="1541" y="2842"/>
                    <a:pt x="1621" y="2822"/>
                  </a:cubicBezTo>
                  <a:cubicBezTo>
                    <a:pt x="1703" y="2797"/>
                    <a:pt x="1733" y="2781"/>
                    <a:pt x="1693" y="2781"/>
                  </a:cubicBezTo>
                  <a:cubicBezTo>
                    <a:pt x="1669" y="2781"/>
                    <a:pt x="1622" y="2786"/>
                    <a:pt x="1548" y="2798"/>
                  </a:cubicBezTo>
                  <a:cubicBezTo>
                    <a:pt x="1524" y="2801"/>
                    <a:pt x="1507" y="2802"/>
                    <a:pt x="1499" y="2802"/>
                  </a:cubicBezTo>
                  <a:cubicBezTo>
                    <a:pt x="1482" y="2802"/>
                    <a:pt x="1497" y="2795"/>
                    <a:pt x="1540" y="2774"/>
                  </a:cubicBezTo>
                  <a:cubicBezTo>
                    <a:pt x="1628" y="2746"/>
                    <a:pt x="1656" y="2733"/>
                    <a:pt x="1645" y="2733"/>
                  </a:cubicBezTo>
                  <a:cubicBezTo>
                    <a:pt x="1639" y="2733"/>
                    <a:pt x="1625" y="2736"/>
                    <a:pt x="1605" y="2741"/>
                  </a:cubicBezTo>
                  <a:cubicBezTo>
                    <a:pt x="1561" y="2746"/>
                    <a:pt x="1531" y="2749"/>
                    <a:pt x="1515" y="2749"/>
                  </a:cubicBezTo>
                  <a:cubicBezTo>
                    <a:pt x="1480" y="2749"/>
                    <a:pt x="1508" y="2736"/>
                    <a:pt x="1597" y="2709"/>
                  </a:cubicBezTo>
                  <a:cubicBezTo>
                    <a:pt x="1679" y="2678"/>
                    <a:pt x="1709" y="2667"/>
                    <a:pt x="1687" y="2667"/>
                  </a:cubicBezTo>
                  <a:cubicBezTo>
                    <a:pt x="1674" y="2667"/>
                    <a:pt x="1644" y="2670"/>
                    <a:pt x="1597" y="2676"/>
                  </a:cubicBezTo>
                  <a:cubicBezTo>
                    <a:pt x="1577" y="2679"/>
                    <a:pt x="1561" y="2680"/>
                    <a:pt x="1547" y="2680"/>
                  </a:cubicBezTo>
                  <a:cubicBezTo>
                    <a:pt x="1459" y="2680"/>
                    <a:pt x="1470" y="2641"/>
                    <a:pt x="1588" y="2620"/>
                  </a:cubicBezTo>
                  <a:cubicBezTo>
                    <a:pt x="1588" y="2613"/>
                    <a:pt x="1631" y="2601"/>
                    <a:pt x="1613" y="2601"/>
                  </a:cubicBezTo>
                  <a:cubicBezTo>
                    <a:pt x="1608" y="2601"/>
                    <a:pt x="1601" y="2602"/>
                    <a:pt x="1588" y="2603"/>
                  </a:cubicBezTo>
                  <a:lnTo>
                    <a:pt x="1653" y="2579"/>
                  </a:lnTo>
                  <a:lnTo>
                    <a:pt x="1653" y="2563"/>
                  </a:lnTo>
                  <a:lnTo>
                    <a:pt x="1580" y="2571"/>
                  </a:lnTo>
                  <a:cubicBezTo>
                    <a:pt x="1580" y="2555"/>
                    <a:pt x="1645" y="2514"/>
                    <a:pt x="1653" y="2425"/>
                  </a:cubicBezTo>
                  <a:cubicBezTo>
                    <a:pt x="1660" y="2273"/>
                    <a:pt x="1661" y="2227"/>
                    <a:pt x="1616" y="2227"/>
                  </a:cubicBezTo>
                  <a:cubicBezTo>
                    <a:pt x="1608" y="2227"/>
                    <a:pt x="1599" y="2228"/>
                    <a:pt x="1588" y="2230"/>
                  </a:cubicBezTo>
                  <a:cubicBezTo>
                    <a:pt x="1562" y="2233"/>
                    <a:pt x="1541" y="2235"/>
                    <a:pt x="1525" y="2235"/>
                  </a:cubicBezTo>
                  <a:cubicBezTo>
                    <a:pt x="1456" y="2235"/>
                    <a:pt x="1477" y="2211"/>
                    <a:pt x="1588" y="2198"/>
                  </a:cubicBezTo>
                  <a:cubicBezTo>
                    <a:pt x="1588" y="2190"/>
                    <a:pt x="1661" y="2174"/>
                    <a:pt x="1661" y="2149"/>
                  </a:cubicBezTo>
                  <a:cubicBezTo>
                    <a:pt x="1661" y="2136"/>
                    <a:pt x="1667" y="2123"/>
                    <a:pt x="1704" y="2123"/>
                  </a:cubicBezTo>
                  <a:cubicBezTo>
                    <a:pt x="1712" y="2123"/>
                    <a:pt x="1722" y="2124"/>
                    <a:pt x="1734" y="2125"/>
                  </a:cubicBezTo>
                  <a:lnTo>
                    <a:pt x="1734" y="2117"/>
                  </a:lnTo>
                  <a:cubicBezTo>
                    <a:pt x="1605" y="2084"/>
                    <a:pt x="1613" y="2028"/>
                    <a:pt x="1686" y="2011"/>
                  </a:cubicBezTo>
                  <a:cubicBezTo>
                    <a:pt x="1694" y="1995"/>
                    <a:pt x="1694" y="1987"/>
                    <a:pt x="1629" y="1955"/>
                  </a:cubicBezTo>
                  <a:cubicBezTo>
                    <a:pt x="1591" y="1933"/>
                    <a:pt x="1578" y="1926"/>
                    <a:pt x="1593" y="1926"/>
                  </a:cubicBezTo>
                  <a:cubicBezTo>
                    <a:pt x="1601" y="1926"/>
                    <a:pt x="1615" y="1928"/>
                    <a:pt x="1637" y="1930"/>
                  </a:cubicBezTo>
                  <a:cubicBezTo>
                    <a:pt x="1645" y="1931"/>
                    <a:pt x="1654" y="1932"/>
                    <a:pt x="1662" y="1932"/>
                  </a:cubicBezTo>
                  <a:cubicBezTo>
                    <a:pt x="1719" y="1932"/>
                    <a:pt x="1766" y="1909"/>
                    <a:pt x="1653" y="1874"/>
                  </a:cubicBezTo>
                  <a:lnTo>
                    <a:pt x="1653" y="1874"/>
                  </a:lnTo>
                  <a:lnTo>
                    <a:pt x="1726" y="1882"/>
                  </a:lnTo>
                  <a:cubicBezTo>
                    <a:pt x="1739" y="1885"/>
                    <a:pt x="1746" y="1886"/>
                    <a:pt x="1750" y="1886"/>
                  </a:cubicBezTo>
                  <a:cubicBezTo>
                    <a:pt x="1766" y="1886"/>
                    <a:pt x="1714" y="1862"/>
                    <a:pt x="1661" y="1849"/>
                  </a:cubicBezTo>
                  <a:cubicBezTo>
                    <a:pt x="1591" y="1827"/>
                    <a:pt x="1561" y="1813"/>
                    <a:pt x="1580" y="1813"/>
                  </a:cubicBezTo>
                  <a:cubicBezTo>
                    <a:pt x="1595" y="1813"/>
                    <a:pt x="1645" y="1823"/>
                    <a:pt x="1734" y="1849"/>
                  </a:cubicBezTo>
                  <a:cubicBezTo>
                    <a:pt x="1804" y="1871"/>
                    <a:pt x="1839" y="1879"/>
                    <a:pt x="1846" y="1879"/>
                  </a:cubicBezTo>
                  <a:cubicBezTo>
                    <a:pt x="1852" y="1879"/>
                    <a:pt x="1837" y="1873"/>
                    <a:pt x="1807" y="1866"/>
                  </a:cubicBezTo>
                  <a:cubicBezTo>
                    <a:pt x="1754" y="1839"/>
                    <a:pt x="1707" y="1813"/>
                    <a:pt x="1726" y="1813"/>
                  </a:cubicBezTo>
                  <a:cubicBezTo>
                    <a:pt x="1731" y="1813"/>
                    <a:pt x="1739" y="1814"/>
                    <a:pt x="1751" y="1817"/>
                  </a:cubicBezTo>
                  <a:cubicBezTo>
                    <a:pt x="1751" y="1809"/>
                    <a:pt x="1759" y="1801"/>
                    <a:pt x="1629" y="1752"/>
                  </a:cubicBezTo>
                  <a:cubicBezTo>
                    <a:pt x="1564" y="1728"/>
                    <a:pt x="1572" y="1720"/>
                    <a:pt x="1572" y="1703"/>
                  </a:cubicBezTo>
                  <a:lnTo>
                    <a:pt x="1572" y="1703"/>
                  </a:lnTo>
                  <a:cubicBezTo>
                    <a:pt x="1620" y="1719"/>
                    <a:pt x="1661" y="1744"/>
                    <a:pt x="1701" y="1768"/>
                  </a:cubicBezTo>
                  <a:lnTo>
                    <a:pt x="1701" y="1768"/>
                  </a:lnTo>
                  <a:cubicBezTo>
                    <a:pt x="1703" y="1764"/>
                    <a:pt x="1707" y="1759"/>
                    <a:pt x="1710" y="1752"/>
                  </a:cubicBezTo>
                  <a:cubicBezTo>
                    <a:pt x="1720" y="1750"/>
                    <a:pt x="1731" y="1749"/>
                    <a:pt x="1742" y="1749"/>
                  </a:cubicBezTo>
                  <a:cubicBezTo>
                    <a:pt x="1774" y="1749"/>
                    <a:pt x="1809" y="1758"/>
                    <a:pt x="1840" y="1776"/>
                  </a:cubicBezTo>
                  <a:cubicBezTo>
                    <a:pt x="1866" y="1785"/>
                    <a:pt x="1883" y="1790"/>
                    <a:pt x="1887" y="1790"/>
                  </a:cubicBezTo>
                  <a:cubicBezTo>
                    <a:pt x="1896" y="1790"/>
                    <a:pt x="1866" y="1775"/>
                    <a:pt x="1783" y="1744"/>
                  </a:cubicBezTo>
                  <a:cubicBezTo>
                    <a:pt x="1661" y="1687"/>
                    <a:pt x="1661" y="1687"/>
                    <a:pt x="1669" y="1671"/>
                  </a:cubicBezTo>
                  <a:cubicBezTo>
                    <a:pt x="1674" y="1663"/>
                    <a:pt x="1676" y="1657"/>
                    <a:pt x="1685" y="1657"/>
                  </a:cubicBezTo>
                  <a:cubicBezTo>
                    <a:pt x="1694" y="1657"/>
                    <a:pt x="1710" y="1663"/>
                    <a:pt x="1742" y="1679"/>
                  </a:cubicBezTo>
                  <a:cubicBezTo>
                    <a:pt x="1776" y="1698"/>
                    <a:pt x="1789" y="1706"/>
                    <a:pt x="1798" y="1706"/>
                  </a:cubicBezTo>
                  <a:cubicBezTo>
                    <a:pt x="1805" y="1706"/>
                    <a:pt x="1809" y="1702"/>
                    <a:pt x="1815" y="1695"/>
                  </a:cubicBezTo>
                  <a:cubicBezTo>
                    <a:pt x="1824" y="1671"/>
                    <a:pt x="1661" y="1541"/>
                    <a:pt x="1548" y="1468"/>
                  </a:cubicBezTo>
                  <a:cubicBezTo>
                    <a:pt x="1488" y="1434"/>
                    <a:pt x="1459" y="1415"/>
                    <a:pt x="1464" y="1415"/>
                  </a:cubicBezTo>
                  <a:cubicBezTo>
                    <a:pt x="1469" y="1415"/>
                    <a:pt x="1499" y="1430"/>
                    <a:pt x="1556" y="1460"/>
                  </a:cubicBezTo>
                  <a:cubicBezTo>
                    <a:pt x="1584" y="1476"/>
                    <a:pt x="1601" y="1482"/>
                    <a:pt x="1611" y="1482"/>
                  </a:cubicBezTo>
                  <a:cubicBezTo>
                    <a:pt x="1621" y="1482"/>
                    <a:pt x="1625" y="1476"/>
                    <a:pt x="1629" y="1468"/>
                  </a:cubicBezTo>
                  <a:cubicBezTo>
                    <a:pt x="1608" y="1456"/>
                    <a:pt x="1603" y="1452"/>
                    <a:pt x="1606" y="1452"/>
                  </a:cubicBezTo>
                  <a:cubicBezTo>
                    <a:pt x="1611" y="1452"/>
                    <a:pt x="1634" y="1463"/>
                    <a:pt x="1629" y="1468"/>
                  </a:cubicBezTo>
                  <a:cubicBezTo>
                    <a:pt x="1686" y="1509"/>
                    <a:pt x="1678" y="1517"/>
                    <a:pt x="1678" y="1525"/>
                  </a:cubicBezTo>
                  <a:lnTo>
                    <a:pt x="1734" y="1557"/>
                  </a:lnTo>
                  <a:cubicBezTo>
                    <a:pt x="1790" y="1583"/>
                    <a:pt x="1822" y="1597"/>
                    <a:pt x="1829" y="1597"/>
                  </a:cubicBezTo>
                  <a:cubicBezTo>
                    <a:pt x="1838" y="1597"/>
                    <a:pt x="1812" y="1577"/>
                    <a:pt x="1751" y="1533"/>
                  </a:cubicBezTo>
                  <a:cubicBezTo>
                    <a:pt x="1724" y="1506"/>
                    <a:pt x="1712" y="1494"/>
                    <a:pt x="1717" y="1494"/>
                  </a:cubicBezTo>
                  <a:cubicBezTo>
                    <a:pt x="1722" y="1494"/>
                    <a:pt x="1738" y="1502"/>
                    <a:pt x="1767" y="1517"/>
                  </a:cubicBezTo>
                  <a:cubicBezTo>
                    <a:pt x="1804" y="1533"/>
                    <a:pt x="1845" y="1549"/>
                    <a:pt x="1852" y="1549"/>
                  </a:cubicBezTo>
                  <a:cubicBezTo>
                    <a:pt x="1856" y="1549"/>
                    <a:pt x="1851" y="1544"/>
                    <a:pt x="1832" y="1533"/>
                  </a:cubicBezTo>
                  <a:cubicBezTo>
                    <a:pt x="1832" y="1533"/>
                    <a:pt x="1837" y="1528"/>
                    <a:pt x="1852" y="1528"/>
                  </a:cubicBezTo>
                  <a:cubicBezTo>
                    <a:pt x="1863" y="1528"/>
                    <a:pt x="1880" y="1531"/>
                    <a:pt x="1905" y="1541"/>
                  </a:cubicBezTo>
                  <a:cubicBezTo>
                    <a:pt x="1921" y="1533"/>
                    <a:pt x="1929" y="1525"/>
                    <a:pt x="1872" y="1484"/>
                  </a:cubicBezTo>
                  <a:cubicBezTo>
                    <a:pt x="1815" y="1444"/>
                    <a:pt x="1824" y="1436"/>
                    <a:pt x="1824" y="1428"/>
                  </a:cubicBezTo>
                  <a:cubicBezTo>
                    <a:pt x="1832" y="1420"/>
                    <a:pt x="1840" y="1412"/>
                    <a:pt x="1783" y="1371"/>
                  </a:cubicBezTo>
                  <a:cubicBezTo>
                    <a:pt x="1734" y="1330"/>
                    <a:pt x="1686" y="1274"/>
                    <a:pt x="1702" y="1257"/>
                  </a:cubicBezTo>
                  <a:cubicBezTo>
                    <a:pt x="1682" y="1230"/>
                    <a:pt x="1672" y="1214"/>
                    <a:pt x="1680" y="1214"/>
                  </a:cubicBezTo>
                  <a:cubicBezTo>
                    <a:pt x="1688" y="1214"/>
                    <a:pt x="1716" y="1232"/>
                    <a:pt x="1775" y="1274"/>
                  </a:cubicBezTo>
                  <a:cubicBezTo>
                    <a:pt x="1808" y="1298"/>
                    <a:pt x="1825" y="1305"/>
                    <a:pt x="1835" y="1305"/>
                  </a:cubicBezTo>
                  <a:cubicBezTo>
                    <a:pt x="1841" y="1305"/>
                    <a:pt x="1845" y="1301"/>
                    <a:pt x="1848" y="1298"/>
                  </a:cubicBezTo>
                  <a:cubicBezTo>
                    <a:pt x="1848" y="1298"/>
                    <a:pt x="1849" y="1297"/>
                    <a:pt x="1852" y="1297"/>
                  </a:cubicBezTo>
                  <a:cubicBezTo>
                    <a:pt x="1859" y="1297"/>
                    <a:pt x="1875" y="1301"/>
                    <a:pt x="1913" y="1322"/>
                  </a:cubicBezTo>
                  <a:cubicBezTo>
                    <a:pt x="1929" y="1331"/>
                    <a:pt x="1938" y="1334"/>
                    <a:pt x="1941" y="1334"/>
                  </a:cubicBezTo>
                  <a:cubicBezTo>
                    <a:pt x="1949" y="1334"/>
                    <a:pt x="1908" y="1304"/>
                    <a:pt x="1872" y="1274"/>
                  </a:cubicBezTo>
                  <a:lnTo>
                    <a:pt x="1767" y="1185"/>
                  </a:lnTo>
                  <a:lnTo>
                    <a:pt x="1767" y="1185"/>
                  </a:lnTo>
                  <a:cubicBezTo>
                    <a:pt x="1832" y="1209"/>
                    <a:pt x="1888" y="1249"/>
                    <a:pt x="1937" y="1298"/>
                  </a:cubicBezTo>
                  <a:cubicBezTo>
                    <a:pt x="1992" y="1338"/>
                    <a:pt x="2021" y="1358"/>
                    <a:pt x="2023" y="1358"/>
                  </a:cubicBezTo>
                  <a:cubicBezTo>
                    <a:pt x="2025" y="1358"/>
                    <a:pt x="1999" y="1336"/>
                    <a:pt x="1945" y="1290"/>
                  </a:cubicBezTo>
                  <a:cubicBezTo>
                    <a:pt x="1905" y="1250"/>
                    <a:pt x="1871" y="1210"/>
                    <a:pt x="1895" y="1210"/>
                  </a:cubicBezTo>
                  <a:cubicBezTo>
                    <a:pt x="1901" y="1210"/>
                    <a:pt x="1909" y="1212"/>
                    <a:pt x="1921" y="1217"/>
                  </a:cubicBezTo>
                  <a:cubicBezTo>
                    <a:pt x="1928" y="1210"/>
                    <a:pt x="1933" y="1204"/>
                    <a:pt x="1941" y="1204"/>
                  </a:cubicBezTo>
                  <a:cubicBezTo>
                    <a:pt x="1952" y="1204"/>
                    <a:pt x="1966" y="1214"/>
                    <a:pt x="1994" y="1241"/>
                  </a:cubicBezTo>
                  <a:cubicBezTo>
                    <a:pt x="2010" y="1253"/>
                    <a:pt x="2019" y="1257"/>
                    <a:pt x="2022" y="1257"/>
                  </a:cubicBezTo>
                  <a:cubicBezTo>
                    <a:pt x="2030" y="1257"/>
                    <a:pt x="2010" y="1233"/>
                    <a:pt x="2010" y="1233"/>
                  </a:cubicBezTo>
                  <a:cubicBezTo>
                    <a:pt x="1985" y="1198"/>
                    <a:pt x="1979" y="1182"/>
                    <a:pt x="1992" y="1182"/>
                  </a:cubicBezTo>
                  <a:cubicBezTo>
                    <a:pt x="2001" y="1182"/>
                    <a:pt x="2017" y="1188"/>
                    <a:pt x="2042" y="1201"/>
                  </a:cubicBezTo>
                  <a:cubicBezTo>
                    <a:pt x="2097" y="1240"/>
                    <a:pt x="2125" y="1262"/>
                    <a:pt x="2131" y="1262"/>
                  </a:cubicBezTo>
                  <a:cubicBezTo>
                    <a:pt x="2137" y="1262"/>
                    <a:pt x="2117" y="1236"/>
                    <a:pt x="2075" y="1176"/>
                  </a:cubicBezTo>
                  <a:cubicBezTo>
                    <a:pt x="2046" y="1148"/>
                    <a:pt x="2021" y="1117"/>
                    <a:pt x="2024" y="1117"/>
                  </a:cubicBezTo>
                  <a:lnTo>
                    <a:pt x="2024" y="1117"/>
                  </a:lnTo>
                  <a:cubicBezTo>
                    <a:pt x="2026" y="1117"/>
                    <a:pt x="2043" y="1133"/>
                    <a:pt x="2083" y="1176"/>
                  </a:cubicBezTo>
                  <a:cubicBezTo>
                    <a:pt x="2096" y="1189"/>
                    <a:pt x="2102" y="1195"/>
                    <a:pt x="2105" y="1195"/>
                  </a:cubicBezTo>
                  <a:cubicBezTo>
                    <a:pt x="2111" y="1195"/>
                    <a:pt x="2085" y="1151"/>
                    <a:pt x="2067" y="1103"/>
                  </a:cubicBezTo>
                  <a:cubicBezTo>
                    <a:pt x="2034" y="1039"/>
                    <a:pt x="1953" y="933"/>
                    <a:pt x="1913" y="876"/>
                  </a:cubicBezTo>
                  <a:cubicBezTo>
                    <a:pt x="1867" y="805"/>
                    <a:pt x="1850" y="779"/>
                    <a:pt x="1857" y="779"/>
                  </a:cubicBezTo>
                  <a:cubicBezTo>
                    <a:pt x="1862" y="779"/>
                    <a:pt x="1875" y="788"/>
                    <a:pt x="1896" y="803"/>
                  </a:cubicBezTo>
                  <a:cubicBezTo>
                    <a:pt x="1897" y="803"/>
                    <a:pt x="1898" y="803"/>
                    <a:pt x="1899" y="803"/>
                  </a:cubicBezTo>
                  <a:cubicBezTo>
                    <a:pt x="1911" y="803"/>
                    <a:pt x="1956" y="856"/>
                    <a:pt x="1994" y="909"/>
                  </a:cubicBezTo>
                  <a:cubicBezTo>
                    <a:pt x="2034" y="966"/>
                    <a:pt x="2018" y="966"/>
                    <a:pt x="2018" y="966"/>
                  </a:cubicBezTo>
                  <a:lnTo>
                    <a:pt x="2010" y="974"/>
                  </a:lnTo>
                  <a:cubicBezTo>
                    <a:pt x="2048" y="1027"/>
                    <a:pt x="2086" y="1080"/>
                    <a:pt x="2104" y="1080"/>
                  </a:cubicBezTo>
                  <a:cubicBezTo>
                    <a:pt x="2105" y="1080"/>
                    <a:pt x="2106" y="1080"/>
                    <a:pt x="2107" y="1079"/>
                  </a:cubicBezTo>
                  <a:cubicBezTo>
                    <a:pt x="2127" y="1102"/>
                    <a:pt x="2139" y="1115"/>
                    <a:pt x="2142" y="1115"/>
                  </a:cubicBezTo>
                  <a:cubicBezTo>
                    <a:pt x="2146" y="1115"/>
                    <a:pt x="2140" y="1100"/>
                    <a:pt x="2124" y="1071"/>
                  </a:cubicBezTo>
                  <a:lnTo>
                    <a:pt x="2124" y="1071"/>
                  </a:lnTo>
                  <a:cubicBezTo>
                    <a:pt x="2149" y="1101"/>
                    <a:pt x="2165" y="1110"/>
                    <a:pt x="2177" y="1110"/>
                  </a:cubicBezTo>
                  <a:cubicBezTo>
                    <a:pt x="2184" y="1110"/>
                    <a:pt x="2190" y="1106"/>
                    <a:pt x="2196" y="1103"/>
                  </a:cubicBezTo>
                  <a:cubicBezTo>
                    <a:pt x="2202" y="1101"/>
                    <a:pt x="2209" y="1098"/>
                    <a:pt x="2217" y="1098"/>
                  </a:cubicBezTo>
                  <a:cubicBezTo>
                    <a:pt x="2232" y="1098"/>
                    <a:pt x="2251" y="1107"/>
                    <a:pt x="2278" y="1144"/>
                  </a:cubicBezTo>
                  <a:cubicBezTo>
                    <a:pt x="2294" y="1136"/>
                    <a:pt x="2302" y="1128"/>
                    <a:pt x="2278" y="1071"/>
                  </a:cubicBezTo>
                  <a:cubicBezTo>
                    <a:pt x="2239" y="998"/>
                    <a:pt x="2226" y="966"/>
                    <a:pt x="2229" y="966"/>
                  </a:cubicBezTo>
                  <a:lnTo>
                    <a:pt x="2229" y="966"/>
                  </a:lnTo>
                  <a:cubicBezTo>
                    <a:pt x="2231" y="966"/>
                    <a:pt x="2240" y="980"/>
                    <a:pt x="2253" y="1006"/>
                  </a:cubicBezTo>
                  <a:cubicBezTo>
                    <a:pt x="2293" y="1067"/>
                    <a:pt x="2349" y="1105"/>
                    <a:pt x="2387" y="1105"/>
                  </a:cubicBezTo>
                  <a:cubicBezTo>
                    <a:pt x="2419" y="1105"/>
                    <a:pt x="2438" y="1078"/>
                    <a:pt x="2423" y="1014"/>
                  </a:cubicBezTo>
                  <a:lnTo>
                    <a:pt x="2440" y="1014"/>
                  </a:lnTo>
                  <a:cubicBezTo>
                    <a:pt x="2457" y="1038"/>
                    <a:pt x="2476" y="1049"/>
                    <a:pt x="2494" y="1049"/>
                  </a:cubicBezTo>
                  <a:cubicBezTo>
                    <a:pt x="2518" y="1049"/>
                    <a:pt x="2537" y="1028"/>
                    <a:pt x="2537" y="990"/>
                  </a:cubicBezTo>
                  <a:lnTo>
                    <a:pt x="2561" y="982"/>
                  </a:lnTo>
                  <a:cubicBezTo>
                    <a:pt x="2581" y="1013"/>
                    <a:pt x="2593" y="1029"/>
                    <a:pt x="2600" y="1029"/>
                  </a:cubicBezTo>
                  <a:cubicBezTo>
                    <a:pt x="2608" y="1029"/>
                    <a:pt x="2610" y="1011"/>
                    <a:pt x="2610" y="974"/>
                  </a:cubicBezTo>
                  <a:cubicBezTo>
                    <a:pt x="2607" y="950"/>
                    <a:pt x="2604" y="926"/>
                    <a:pt x="2602" y="909"/>
                  </a:cubicBezTo>
                  <a:lnTo>
                    <a:pt x="2602" y="909"/>
                  </a:lnTo>
                  <a:cubicBezTo>
                    <a:pt x="2614" y="957"/>
                    <a:pt x="2630" y="969"/>
                    <a:pt x="2654" y="969"/>
                  </a:cubicBezTo>
                  <a:cubicBezTo>
                    <a:pt x="2663" y="969"/>
                    <a:pt x="2672" y="968"/>
                    <a:pt x="2683" y="966"/>
                  </a:cubicBezTo>
                  <a:cubicBezTo>
                    <a:pt x="2723" y="957"/>
                    <a:pt x="2723" y="966"/>
                    <a:pt x="2707" y="893"/>
                  </a:cubicBezTo>
                  <a:cubicBezTo>
                    <a:pt x="2717" y="874"/>
                    <a:pt x="2725" y="866"/>
                    <a:pt x="2732" y="866"/>
                  </a:cubicBezTo>
                  <a:cubicBezTo>
                    <a:pt x="2748" y="866"/>
                    <a:pt x="2758" y="912"/>
                    <a:pt x="2764" y="957"/>
                  </a:cubicBezTo>
                  <a:cubicBezTo>
                    <a:pt x="2764" y="1020"/>
                    <a:pt x="2769" y="1054"/>
                    <a:pt x="2773" y="1054"/>
                  </a:cubicBezTo>
                  <a:cubicBezTo>
                    <a:pt x="2778" y="1054"/>
                    <a:pt x="2781" y="1004"/>
                    <a:pt x="2772" y="893"/>
                  </a:cubicBezTo>
                  <a:cubicBezTo>
                    <a:pt x="2772" y="811"/>
                    <a:pt x="2781" y="778"/>
                    <a:pt x="2789" y="778"/>
                  </a:cubicBezTo>
                  <a:cubicBezTo>
                    <a:pt x="2795" y="778"/>
                    <a:pt x="2801" y="793"/>
                    <a:pt x="2805" y="820"/>
                  </a:cubicBezTo>
                  <a:cubicBezTo>
                    <a:pt x="2813" y="885"/>
                    <a:pt x="2796" y="885"/>
                    <a:pt x="2788" y="893"/>
                  </a:cubicBezTo>
                  <a:cubicBezTo>
                    <a:pt x="2788" y="893"/>
                    <a:pt x="2796" y="957"/>
                    <a:pt x="2805" y="1022"/>
                  </a:cubicBezTo>
                  <a:cubicBezTo>
                    <a:pt x="2813" y="1022"/>
                    <a:pt x="2813" y="1022"/>
                    <a:pt x="2813" y="957"/>
                  </a:cubicBezTo>
                  <a:cubicBezTo>
                    <a:pt x="2813" y="957"/>
                    <a:pt x="2829" y="957"/>
                    <a:pt x="2837" y="885"/>
                  </a:cubicBezTo>
                  <a:cubicBezTo>
                    <a:pt x="2837" y="820"/>
                    <a:pt x="2837" y="747"/>
                    <a:pt x="2821" y="682"/>
                  </a:cubicBezTo>
                  <a:cubicBezTo>
                    <a:pt x="2796" y="617"/>
                    <a:pt x="2813" y="617"/>
                    <a:pt x="2829" y="617"/>
                  </a:cubicBezTo>
                  <a:cubicBezTo>
                    <a:pt x="2853" y="682"/>
                    <a:pt x="2861" y="747"/>
                    <a:pt x="2853" y="820"/>
                  </a:cubicBezTo>
                  <a:cubicBezTo>
                    <a:pt x="2837" y="820"/>
                    <a:pt x="2845" y="885"/>
                    <a:pt x="2853" y="957"/>
                  </a:cubicBezTo>
                  <a:cubicBezTo>
                    <a:pt x="2853" y="969"/>
                    <a:pt x="2855" y="974"/>
                    <a:pt x="2857" y="974"/>
                  </a:cubicBezTo>
                  <a:cubicBezTo>
                    <a:pt x="2868" y="974"/>
                    <a:pt x="2897" y="880"/>
                    <a:pt x="2907" y="778"/>
                  </a:cubicBezTo>
                  <a:lnTo>
                    <a:pt x="2907" y="778"/>
                  </a:lnTo>
                  <a:cubicBezTo>
                    <a:pt x="2908" y="790"/>
                    <a:pt x="2909" y="804"/>
                    <a:pt x="2910" y="820"/>
                  </a:cubicBezTo>
                  <a:cubicBezTo>
                    <a:pt x="2910" y="885"/>
                    <a:pt x="2926" y="885"/>
                    <a:pt x="2942" y="885"/>
                  </a:cubicBezTo>
                  <a:cubicBezTo>
                    <a:pt x="2945" y="885"/>
                    <a:pt x="2948" y="885"/>
                    <a:pt x="2950" y="885"/>
                  </a:cubicBezTo>
                  <a:cubicBezTo>
                    <a:pt x="2961" y="885"/>
                    <a:pt x="2967" y="879"/>
                    <a:pt x="2967" y="820"/>
                  </a:cubicBezTo>
                  <a:cubicBezTo>
                    <a:pt x="2967" y="758"/>
                    <a:pt x="2974" y="689"/>
                    <a:pt x="2982" y="689"/>
                  </a:cubicBezTo>
                  <a:cubicBezTo>
                    <a:pt x="2982" y="689"/>
                    <a:pt x="2983" y="690"/>
                    <a:pt x="2983" y="690"/>
                  </a:cubicBezTo>
                  <a:cubicBezTo>
                    <a:pt x="2975" y="641"/>
                    <a:pt x="2967" y="593"/>
                    <a:pt x="2975" y="552"/>
                  </a:cubicBezTo>
                  <a:lnTo>
                    <a:pt x="2975" y="552"/>
                  </a:lnTo>
                  <a:cubicBezTo>
                    <a:pt x="2991" y="593"/>
                    <a:pt x="2999" y="641"/>
                    <a:pt x="2999" y="690"/>
                  </a:cubicBezTo>
                  <a:cubicBezTo>
                    <a:pt x="3015" y="828"/>
                    <a:pt x="3023" y="901"/>
                    <a:pt x="3056" y="901"/>
                  </a:cubicBezTo>
                  <a:cubicBezTo>
                    <a:pt x="3072" y="909"/>
                    <a:pt x="3096" y="917"/>
                    <a:pt x="3096" y="982"/>
                  </a:cubicBezTo>
                  <a:cubicBezTo>
                    <a:pt x="3101" y="984"/>
                    <a:pt x="3104" y="985"/>
                    <a:pt x="3108" y="985"/>
                  </a:cubicBezTo>
                  <a:cubicBezTo>
                    <a:pt x="3117" y="985"/>
                    <a:pt x="3125" y="973"/>
                    <a:pt x="3137" y="925"/>
                  </a:cubicBezTo>
                  <a:lnTo>
                    <a:pt x="3153" y="933"/>
                  </a:lnTo>
                  <a:cubicBezTo>
                    <a:pt x="3149" y="968"/>
                    <a:pt x="3151" y="986"/>
                    <a:pt x="3157" y="986"/>
                  </a:cubicBezTo>
                  <a:cubicBezTo>
                    <a:pt x="3162" y="986"/>
                    <a:pt x="3170" y="972"/>
                    <a:pt x="3178" y="941"/>
                  </a:cubicBezTo>
                  <a:cubicBezTo>
                    <a:pt x="3188" y="920"/>
                    <a:pt x="3194" y="913"/>
                    <a:pt x="3198" y="913"/>
                  </a:cubicBezTo>
                  <a:cubicBezTo>
                    <a:pt x="3206" y="913"/>
                    <a:pt x="3204" y="944"/>
                    <a:pt x="3210" y="949"/>
                  </a:cubicBezTo>
                  <a:cubicBezTo>
                    <a:pt x="3199" y="1012"/>
                    <a:pt x="3193" y="1046"/>
                    <a:pt x="3194" y="1046"/>
                  </a:cubicBezTo>
                  <a:cubicBezTo>
                    <a:pt x="3196" y="1046"/>
                    <a:pt x="3208" y="996"/>
                    <a:pt x="3234" y="885"/>
                  </a:cubicBezTo>
                  <a:cubicBezTo>
                    <a:pt x="3259" y="844"/>
                    <a:pt x="3259" y="787"/>
                    <a:pt x="3242" y="747"/>
                  </a:cubicBezTo>
                  <a:lnTo>
                    <a:pt x="3210" y="730"/>
                  </a:lnTo>
                  <a:lnTo>
                    <a:pt x="3259" y="682"/>
                  </a:lnTo>
                  <a:cubicBezTo>
                    <a:pt x="3275" y="682"/>
                    <a:pt x="3315" y="625"/>
                    <a:pt x="3340" y="560"/>
                  </a:cubicBezTo>
                  <a:cubicBezTo>
                    <a:pt x="3340" y="560"/>
                    <a:pt x="3356" y="495"/>
                    <a:pt x="3372" y="495"/>
                  </a:cubicBezTo>
                  <a:lnTo>
                    <a:pt x="3372" y="495"/>
                  </a:lnTo>
                  <a:lnTo>
                    <a:pt x="3332" y="633"/>
                  </a:lnTo>
                  <a:cubicBezTo>
                    <a:pt x="3299" y="690"/>
                    <a:pt x="3275" y="755"/>
                    <a:pt x="3259" y="820"/>
                  </a:cubicBezTo>
                  <a:cubicBezTo>
                    <a:pt x="3238" y="907"/>
                    <a:pt x="3234" y="968"/>
                    <a:pt x="3244" y="968"/>
                  </a:cubicBezTo>
                  <a:cubicBezTo>
                    <a:pt x="3250" y="968"/>
                    <a:pt x="3260" y="948"/>
                    <a:pt x="3275" y="901"/>
                  </a:cubicBezTo>
                  <a:cubicBezTo>
                    <a:pt x="3283" y="909"/>
                    <a:pt x="3283" y="909"/>
                    <a:pt x="3275" y="974"/>
                  </a:cubicBezTo>
                  <a:cubicBezTo>
                    <a:pt x="3265" y="1001"/>
                    <a:pt x="3260" y="1017"/>
                    <a:pt x="3263" y="1017"/>
                  </a:cubicBezTo>
                  <a:cubicBezTo>
                    <a:pt x="3266" y="1017"/>
                    <a:pt x="3283" y="987"/>
                    <a:pt x="3315" y="917"/>
                  </a:cubicBezTo>
                  <a:cubicBezTo>
                    <a:pt x="3342" y="859"/>
                    <a:pt x="3360" y="831"/>
                    <a:pt x="3367" y="831"/>
                  </a:cubicBezTo>
                  <a:cubicBezTo>
                    <a:pt x="3375" y="831"/>
                    <a:pt x="3369" y="865"/>
                    <a:pt x="3348" y="933"/>
                  </a:cubicBezTo>
                  <a:cubicBezTo>
                    <a:pt x="3327" y="1017"/>
                    <a:pt x="3333" y="1053"/>
                    <a:pt x="3346" y="1053"/>
                  </a:cubicBezTo>
                  <a:cubicBezTo>
                    <a:pt x="3354" y="1053"/>
                    <a:pt x="3363" y="1042"/>
                    <a:pt x="3372" y="1022"/>
                  </a:cubicBezTo>
                  <a:cubicBezTo>
                    <a:pt x="3402" y="954"/>
                    <a:pt x="3425" y="926"/>
                    <a:pt x="3438" y="926"/>
                  </a:cubicBezTo>
                  <a:cubicBezTo>
                    <a:pt x="3450" y="926"/>
                    <a:pt x="3453" y="948"/>
                    <a:pt x="3445" y="982"/>
                  </a:cubicBezTo>
                  <a:cubicBezTo>
                    <a:pt x="3432" y="1017"/>
                    <a:pt x="3428" y="1033"/>
                    <a:pt x="3434" y="1033"/>
                  </a:cubicBezTo>
                  <a:cubicBezTo>
                    <a:pt x="3439" y="1033"/>
                    <a:pt x="3451" y="1021"/>
                    <a:pt x="3469" y="998"/>
                  </a:cubicBezTo>
                  <a:lnTo>
                    <a:pt x="3469" y="998"/>
                  </a:lnTo>
                  <a:cubicBezTo>
                    <a:pt x="3446" y="1039"/>
                    <a:pt x="3431" y="1085"/>
                    <a:pt x="3440" y="1085"/>
                  </a:cubicBezTo>
                  <a:cubicBezTo>
                    <a:pt x="3443" y="1085"/>
                    <a:pt x="3450" y="1078"/>
                    <a:pt x="3461" y="1063"/>
                  </a:cubicBezTo>
                  <a:cubicBezTo>
                    <a:pt x="3461" y="1063"/>
                    <a:pt x="3462" y="1063"/>
                    <a:pt x="3462" y="1063"/>
                  </a:cubicBezTo>
                  <a:cubicBezTo>
                    <a:pt x="3465" y="1063"/>
                    <a:pt x="3474" y="1058"/>
                    <a:pt x="3494" y="1006"/>
                  </a:cubicBezTo>
                  <a:lnTo>
                    <a:pt x="3575" y="893"/>
                  </a:lnTo>
                  <a:cubicBezTo>
                    <a:pt x="3567" y="893"/>
                    <a:pt x="3599" y="828"/>
                    <a:pt x="3632" y="771"/>
                  </a:cubicBezTo>
                  <a:cubicBezTo>
                    <a:pt x="3639" y="757"/>
                    <a:pt x="3645" y="750"/>
                    <a:pt x="3649" y="750"/>
                  </a:cubicBezTo>
                  <a:cubicBezTo>
                    <a:pt x="3663" y="750"/>
                    <a:pt x="3654" y="838"/>
                    <a:pt x="3591" y="990"/>
                  </a:cubicBezTo>
                  <a:lnTo>
                    <a:pt x="3534" y="1112"/>
                  </a:lnTo>
                  <a:lnTo>
                    <a:pt x="3607" y="998"/>
                  </a:lnTo>
                  <a:lnTo>
                    <a:pt x="3607" y="998"/>
                  </a:lnTo>
                  <a:cubicBezTo>
                    <a:pt x="3615" y="1006"/>
                    <a:pt x="3632" y="1014"/>
                    <a:pt x="3591" y="1071"/>
                  </a:cubicBezTo>
                  <a:cubicBezTo>
                    <a:pt x="3559" y="1128"/>
                    <a:pt x="3559" y="1128"/>
                    <a:pt x="3567" y="1136"/>
                  </a:cubicBezTo>
                  <a:cubicBezTo>
                    <a:pt x="3567" y="1136"/>
                    <a:pt x="3575" y="1136"/>
                    <a:pt x="3607" y="1079"/>
                  </a:cubicBezTo>
                  <a:cubicBezTo>
                    <a:pt x="3649" y="1014"/>
                    <a:pt x="3667" y="987"/>
                    <a:pt x="3670" y="987"/>
                  </a:cubicBezTo>
                  <a:lnTo>
                    <a:pt x="3670" y="987"/>
                  </a:lnTo>
                  <a:cubicBezTo>
                    <a:pt x="3672" y="987"/>
                    <a:pt x="3666" y="1003"/>
                    <a:pt x="3656" y="1030"/>
                  </a:cubicBezTo>
                  <a:cubicBezTo>
                    <a:pt x="3621" y="1096"/>
                    <a:pt x="3607" y="1128"/>
                    <a:pt x="3614" y="1128"/>
                  </a:cubicBezTo>
                  <a:cubicBezTo>
                    <a:pt x="3621" y="1128"/>
                    <a:pt x="3643" y="1104"/>
                    <a:pt x="3680" y="1055"/>
                  </a:cubicBezTo>
                  <a:cubicBezTo>
                    <a:pt x="3721" y="998"/>
                    <a:pt x="3741" y="970"/>
                    <a:pt x="3742" y="970"/>
                  </a:cubicBezTo>
                  <a:lnTo>
                    <a:pt x="3742" y="970"/>
                  </a:lnTo>
                  <a:cubicBezTo>
                    <a:pt x="3743" y="970"/>
                    <a:pt x="3725" y="998"/>
                    <a:pt x="3688" y="1055"/>
                  </a:cubicBezTo>
                  <a:cubicBezTo>
                    <a:pt x="3656" y="1112"/>
                    <a:pt x="3623" y="1176"/>
                    <a:pt x="3632" y="1185"/>
                  </a:cubicBezTo>
                  <a:lnTo>
                    <a:pt x="3672" y="1128"/>
                  </a:lnTo>
                  <a:cubicBezTo>
                    <a:pt x="3712" y="1066"/>
                    <a:pt x="3735" y="1040"/>
                    <a:pt x="3742" y="1040"/>
                  </a:cubicBezTo>
                  <a:cubicBezTo>
                    <a:pt x="3748" y="1040"/>
                    <a:pt x="3744" y="1058"/>
                    <a:pt x="3729" y="1087"/>
                  </a:cubicBezTo>
                  <a:cubicBezTo>
                    <a:pt x="3707" y="1118"/>
                    <a:pt x="3697" y="1132"/>
                    <a:pt x="3703" y="1132"/>
                  </a:cubicBezTo>
                  <a:cubicBezTo>
                    <a:pt x="3707" y="1132"/>
                    <a:pt x="3723" y="1122"/>
                    <a:pt x="3753" y="1103"/>
                  </a:cubicBezTo>
                  <a:lnTo>
                    <a:pt x="3753" y="1103"/>
                  </a:lnTo>
                  <a:cubicBezTo>
                    <a:pt x="3769" y="1120"/>
                    <a:pt x="3777" y="1128"/>
                    <a:pt x="3729" y="1176"/>
                  </a:cubicBezTo>
                  <a:cubicBezTo>
                    <a:pt x="3688" y="1233"/>
                    <a:pt x="3668" y="1259"/>
                    <a:pt x="3669" y="1259"/>
                  </a:cubicBezTo>
                  <a:cubicBezTo>
                    <a:pt x="3670" y="1259"/>
                    <a:pt x="3692" y="1233"/>
                    <a:pt x="3737" y="1185"/>
                  </a:cubicBezTo>
                  <a:cubicBezTo>
                    <a:pt x="3758" y="1167"/>
                    <a:pt x="3772" y="1157"/>
                    <a:pt x="3778" y="1157"/>
                  </a:cubicBezTo>
                  <a:cubicBezTo>
                    <a:pt x="3785" y="1157"/>
                    <a:pt x="3779" y="1173"/>
                    <a:pt x="3761" y="1209"/>
                  </a:cubicBezTo>
                  <a:cubicBezTo>
                    <a:pt x="3740" y="1238"/>
                    <a:pt x="3730" y="1252"/>
                    <a:pt x="3733" y="1252"/>
                  </a:cubicBezTo>
                  <a:cubicBezTo>
                    <a:pt x="3736" y="1252"/>
                    <a:pt x="3750" y="1240"/>
                    <a:pt x="3777" y="1217"/>
                  </a:cubicBezTo>
                  <a:cubicBezTo>
                    <a:pt x="3867" y="1120"/>
                    <a:pt x="3915" y="1071"/>
                    <a:pt x="3899" y="1063"/>
                  </a:cubicBezTo>
                  <a:cubicBezTo>
                    <a:pt x="3891" y="1055"/>
                    <a:pt x="3891" y="1055"/>
                    <a:pt x="3940" y="1006"/>
                  </a:cubicBezTo>
                  <a:lnTo>
                    <a:pt x="3956" y="1022"/>
                  </a:lnTo>
                  <a:cubicBezTo>
                    <a:pt x="3959" y="1026"/>
                    <a:pt x="3963" y="1030"/>
                    <a:pt x="3972" y="1030"/>
                  </a:cubicBezTo>
                  <a:cubicBezTo>
                    <a:pt x="3983" y="1030"/>
                    <a:pt x="4001" y="1024"/>
                    <a:pt x="4037" y="1006"/>
                  </a:cubicBezTo>
                  <a:cubicBezTo>
                    <a:pt x="4093" y="978"/>
                    <a:pt x="4173" y="902"/>
                    <a:pt x="4152" y="902"/>
                  </a:cubicBezTo>
                  <a:cubicBezTo>
                    <a:pt x="4149" y="902"/>
                    <a:pt x="4143" y="904"/>
                    <a:pt x="4134" y="909"/>
                  </a:cubicBezTo>
                  <a:lnTo>
                    <a:pt x="4167" y="852"/>
                  </a:lnTo>
                  <a:cubicBezTo>
                    <a:pt x="4246" y="773"/>
                    <a:pt x="4275" y="730"/>
                    <a:pt x="4263" y="730"/>
                  </a:cubicBezTo>
                  <a:cubicBezTo>
                    <a:pt x="4253" y="730"/>
                    <a:pt x="4214" y="761"/>
                    <a:pt x="4150" y="828"/>
                  </a:cubicBezTo>
                  <a:cubicBezTo>
                    <a:pt x="4076" y="911"/>
                    <a:pt x="4042" y="949"/>
                    <a:pt x="4039" y="949"/>
                  </a:cubicBezTo>
                  <a:cubicBezTo>
                    <a:pt x="4036" y="949"/>
                    <a:pt x="4056" y="921"/>
                    <a:pt x="4094" y="868"/>
                  </a:cubicBezTo>
                  <a:cubicBezTo>
                    <a:pt x="4183" y="771"/>
                    <a:pt x="4175" y="763"/>
                    <a:pt x="4167" y="747"/>
                  </a:cubicBezTo>
                  <a:cubicBezTo>
                    <a:pt x="4150" y="739"/>
                    <a:pt x="4150" y="739"/>
                    <a:pt x="4199" y="690"/>
                  </a:cubicBezTo>
                  <a:cubicBezTo>
                    <a:pt x="4240" y="633"/>
                    <a:pt x="4272" y="576"/>
                    <a:pt x="4264" y="560"/>
                  </a:cubicBezTo>
                  <a:cubicBezTo>
                    <a:pt x="4259" y="558"/>
                    <a:pt x="4256" y="556"/>
                    <a:pt x="4253" y="556"/>
                  </a:cubicBezTo>
                  <a:cubicBezTo>
                    <a:pt x="4244" y="556"/>
                    <a:pt x="4236" y="566"/>
                    <a:pt x="4207" y="601"/>
                  </a:cubicBezTo>
                  <a:cubicBezTo>
                    <a:pt x="4195" y="625"/>
                    <a:pt x="4184" y="638"/>
                    <a:pt x="4179" y="638"/>
                  </a:cubicBezTo>
                  <a:cubicBezTo>
                    <a:pt x="4170" y="638"/>
                    <a:pt x="4178" y="603"/>
                    <a:pt x="4223" y="528"/>
                  </a:cubicBezTo>
                  <a:cubicBezTo>
                    <a:pt x="4238" y="499"/>
                    <a:pt x="4246" y="483"/>
                    <a:pt x="4243" y="483"/>
                  </a:cubicBezTo>
                  <a:lnTo>
                    <a:pt x="4243" y="483"/>
                  </a:lnTo>
                  <a:cubicBezTo>
                    <a:pt x="4239" y="483"/>
                    <a:pt x="4217" y="509"/>
                    <a:pt x="4167" y="568"/>
                  </a:cubicBezTo>
                  <a:cubicBezTo>
                    <a:pt x="4130" y="619"/>
                    <a:pt x="4106" y="642"/>
                    <a:pt x="4096" y="642"/>
                  </a:cubicBezTo>
                  <a:cubicBezTo>
                    <a:pt x="4083" y="642"/>
                    <a:pt x="4094" y="607"/>
                    <a:pt x="4134" y="544"/>
                  </a:cubicBezTo>
                  <a:lnTo>
                    <a:pt x="4110" y="520"/>
                  </a:lnTo>
                  <a:cubicBezTo>
                    <a:pt x="4109" y="519"/>
                    <a:pt x="4108" y="519"/>
                    <a:pt x="4106" y="519"/>
                  </a:cubicBezTo>
                  <a:cubicBezTo>
                    <a:pt x="4088" y="519"/>
                    <a:pt x="4051" y="572"/>
                    <a:pt x="4013" y="625"/>
                  </a:cubicBezTo>
                  <a:cubicBezTo>
                    <a:pt x="3971" y="686"/>
                    <a:pt x="3953" y="712"/>
                    <a:pt x="3950" y="712"/>
                  </a:cubicBezTo>
                  <a:cubicBezTo>
                    <a:pt x="3948" y="712"/>
                    <a:pt x="3954" y="698"/>
                    <a:pt x="3964" y="674"/>
                  </a:cubicBezTo>
                  <a:cubicBezTo>
                    <a:pt x="3980" y="625"/>
                    <a:pt x="4005" y="585"/>
                    <a:pt x="4029" y="552"/>
                  </a:cubicBezTo>
                  <a:cubicBezTo>
                    <a:pt x="4069" y="495"/>
                    <a:pt x="4053" y="479"/>
                    <a:pt x="4045" y="471"/>
                  </a:cubicBezTo>
                  <a:cubicBezTo>
                    <a:pt x="4038" y="468"/>
                    <a:pt x="4030" y="463"/>
                    <a:pt x="4019" y="463"/>
                  </a:cubicBezTo>
                  <a:cubicBezTo>
                    <a:pt x="4005" y="463"/>
                    <a:pt x="3987" y="471"/>
                    <a:pt x="3964" y="503"/>
                  </a:cubicBezTo>
                  <a:lnTo>
                    <a:pt x="4005" y="447"/>
                  </a:lnTo>
                  <a:cubicBezTo>
                    <a:pt x="3994" y="441"/>
                    <a:pt x="4008" y="414"/>
                    <a:pt x="4007" y="414"/>
                  </a:cubicBezTo>
                  <a:lnTo>
                    <a:pt x="4007" y="414"/>
                  </a:lnTo>
                  <a:cubicBezTo>
                    <a:pt x="4006" y="414"/>
                    <a:pt x="4002" y="420"/>
                    <a:pt x="3988" y="439"/>
                  </a:cubicBezTo>
                  <a:cubicBezTo>
                    <a:pt x="3988" y="439"/>
                    <a:pt x="3980" y="430"/>
                    <a:pt x="3988" y="349"/>
                  </a:cubicBezTo>
                  <a:cubicBezTo>
                    <a:pt x="3988" y="332"/>
                    <a:pt x="3982" y="323"/>
                    <a:pt x="3972" y="323"/>
                  </a:cubicBezTo>
                  <a:cubicBezTo>
                    <a:pt x="3941" y="323"/>
                    <a:pt x="3875" y="401"/>
                    <a:pt x="3850" y="512"/>
                  </a:cubicBezTo>
                  <a:lnTo>
                    <a:pt x="3842" y="503"/>
                  </a:lnTo>
                  <a:cubicBezTo>
                    <a:pt x="3841" y="503"/>
                    <a:pt x="3840" y="503"/>
                    <a:pt x="3839" y="503"/>
                  </a:cubicBezTo>
                  <a:cubicBezTo>
                    <a:pt x="3822" y="503"/>
                    <a:pt x="3794" y="552"/>
                    <a:pt x="3794" y="552"/>
                  </a:cubicBezTo>
                  <a:cubicBezTo>
                    <a:pt x="3772" y="595"/>
                    <a:pt x="3758" y="606"/>
                    <a:pt x="3748" y="606"/>
                  </a:cubicBezTo>
                  <a:cubicBezTo>
                    <a:pt x="3743" y="606"/>
                    <a:pt x="3740" y="603"/>
                    <a:pt x="3737" y="601"/>
                  </a:cubicBezTo>
                  <a:lnTo>
                    <a:pt x="3802" y="479"/>
                  </a:lnTo>
                  <a:cubicBezTo>
                    <a:pt x="3870" y="376"/>
                    <a:pt x="3898" y="306"/>
                    <a:pt x="3885" y="306"/>
                  </a:cubicBezTo>
                  <a:cubicBezTo>
                    <a:pt x="3877" y="306"/>
                    <a:pt x="3852" y="336"/>
                    <a:pt x="3810" y="406"/>
                  </a:cubicBezTo>
                  <a:lnTo>
                    <a:pt x="3842" y="341"/>
                  </a:lnTo>
                  <a:cubicBezTo>
                    <a:pt x="3861" y="308"/>
                    <a:pt x="3864" y="292"/>
                    <a:pt x="3849" y="292"/>
                  </a:cubicBezTo>
                  <a:cubicBezTo>
                    <a:pt x="3839" y="292"/>
                    <a:pt x="3821" y="300"/>
                    <a:pt x="3794" y="317"/>
                  </a:cubicBezTo>
                  <a:cubicBezTo>
                    <a:pt x="3793" y="317"/>
                    <a:pt x="3793" y="317"/>
                    <a:pt x="3793" y="317"/>
                  </a:cubicBezTo>
                  <a:cubicBezTo>
                    <a:pt x="3780" y="317"/>
                    <a:pt x="3704" y="432"/>
                    <a:pt x="3680" y="487"/>
                  </a:cubicBezTo>
                  <a:cubicBezTo>
                    <a:pt x="3654" y="539"/>
                    <a:pt x="3644" y="544"/>
                    <a:pt x="3641" y="544"/>
                  </a:cubicBezTo>
                  <a:cubicBezTo>
                    <a:pt x="3640" y="544"/>
                    <a:pt x="3640" y="544"/>
                    <a:pt x="3640" y="544"/>
                  </a:cubicBezTo>
                  <a:cubicBezTo>
                    <a:pt x="3623" y="536"/>
                    <a:pt x="3623" y="536"/>
                    <a:pt x="3656" y="479"/>
                  </a:cubicBezTo>
                  <a:cubicBezTo>
                    <a:pt x="3686" y="410"/>
                    <a:pt x="3691" y="375"/>
                    <a:pt x="3679" y="375"/>
                  </a:cubicBezTo>
                  <a:cubicBezTo>
                    <a:pt x="3669" y="375"/>
                    <a:pt x="3646" y="402"/>
                    <a:pt x="3615" y="455"/>
                  </a:cubicBezTo>
                  <a:lnTo>
                    <a:pt x="3640" y="390"/>
                  </a:lnTo>
                  <a:cubicBezTo>
                    <a:pt x="3667" y="343"/>
                    <a:pt x="3677" y="285"/>
                    <a:pt x="3624" y="285"/>
                  </a:cubicBezTo>
                  <a:cubicBezTo>
                    <a:pt x="3613" y="285"/>
                    <a:pt x="3600" y="287"/>
                    <a:pt x="3583" y="293"/>
                  </a:cubicBezTo>
                  <a:cubicBezTo>
                    <a:pt x="3526" y="268"/>
                    <a:pt x="3478" y="252"/>
                    <a:pt x="3502" y="187"/>
                  </a:cubicBezTo>
                  <a:cubicBezTo>
                    <a:pt x="3507" y="174"/>
                    <a:pt x="3506" y="167"/>
                    <a:pt x="3502" y="167"/>
                  </a:cubicBezTo>
                  <a:cubicBezTo>
                    <a:pt x="3484" y="167"/>
                    <a:pt x="3407" y="253"/>
                    <a:pt x="3356" y="349"/>
                  </a:cubicBezTo>
                  <a:cubicBezTo>
                    <a:pt x="3372" y="285"/>
                    <a:pt x="3356" y="285"/>
                    <a:pt x="3332" y="276"/>
                  </a:cubicBezTo>
                  <a:cubicBezTo>
                    <a:pt x="3283" y="260"/>
                    <a:pt x="3283" y="260"/>
                    <a:pt x="3299" y="195"/>
                  </a:cubicBezTo>
                  <a:cubicBezTo>
                    <a:pt x="3324" y="129"/>
                    <a:pt x="3336" y="97"/>
                    <a:pt x="3333" y="97"/>
                  </a:cubicBezTo>
                  <a:lnTo>
                    <a:pt x="3333" y="97"/>
                  </a:lnTo>
                  <a:cubicBezTo>
                    <a:pt x="3331" y="97"/>
                    <a:pt x="3315" y="127"/>
                    <a:pt x="3283" y="187"/>
                  </a:cubicBezTo>
                  <a:cubicBezTo>
                    <a:pt x="3268" y="235"/>
                    <a:pt x="3254" y="255"/>
                    <a:pt x="3244" y="255"/>
                  </a:cubicBezTo>
                  <a:cubicBezTo>
                    <a:pt x="3226" y="255"/>
                    <a:pt x="3219" y="194"/>
                    <a:pt x="3234" y="106"/>
                  </a:cubicBezTo>
                  <a:cubicBezTo>
                    <a:pt x="3250" y="41"/>
                    <a:pt x="3234" y="41"/>
                    <a:pt x="3202" y="33"/>
                  </a:cubicBezTo>
                  <a:cubicBezTo>
                    <a:pt x="3180" y="76"/>
                    <a:pt x="3162" y="87"/>
                    <a:pt x="3143" y="87"/>
                  </a:cubicBezTo>
                  <a:cubicBezTo>
                    <a:pt x="3133" y="87"/>
                    <a:pt x="3123" y="85"/>
                    <a:pt x="3113" y="82"/>
                  </a:cubicBezTo>
                  <a:cubicBezTo>
                    <a:pt x="3064" y="82"/>
                    <a:pt x="3064" y="82"/>
                    <a:pt x="3048" y="212"/>
                  </a:cubicBezTo>
                  <a:cubicBezTo>
                    <a:pt x="3040" y="349"/>
                    <a:pt x="3023" y="349"/>
                    <a:pt x="2999" y="349"/>
                  </a:cubicBezTo>
                  <a:cubicBezTo>
                    <a:pt x="2983" y="349"/>
                    <a:pt x="2975" y="341"/>
                    <a:pt x="2975" y="276"/>
                  </a:cubicBezTo>
                  <a:cubicBezTo>
                    <a:pt x="2975" y="276"/>
                    <a:pt x="2959" y="203"/>
                    <a:pt x="2942" y="203"/>
                  </a:cubicBezTo>
                  <a:cubicBezTo>
                    <a:pt x="2934" y="203"/>
                    <a:pt x="2918" y="203"/>
                    <a:pt x="2918" y="139"/>
                  </a:cubicBezTo>
                  <a:cubicBezTo>
                    <a:pt x="2918" y="139"/>
                    <a:pt x="2902" y="66"/>
                    <a:pt x="2861" y="66"/>
                  </a:cubicBezTo>
                  <a:cubicBezTo>
                    <a:pt x="2855" y="66"/>
                    <a:pt x="2850" y="66"/>
                    <a:pt x="2844" y="66"/>
                  </a:cubicBezTo>
                  <a:cubicBezTo>
                    <a:pt x="2818" y="66"/>
                    <a:pt x="2796" y="60"/>
                    <a:pt x="27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2"/>
            <p:cNvSpPr/>
            <p:nvPr/>
          </p:nvSpPr>
          <p:spPr>
            <a:xfrm>
              <a:off x="4310051" y="1789279"/>
              <a:ext cx="85601" cy="79275"/>
            </a:xfrm>
            <a:custGeom>
              <a:avLst/>
              <a:gdLst/>
              <a:ahLst/>
              <a:cxnLst/>
              <a:rect l="l" t="t" r="r" b="b"/>
              <a:pathLst>
                <a:path w="4966" h="4599" extrusionOk="0">
                  <a:moveTo>
                    <a:pt x="4553" y="1"/>
                  </a:moveTo>
                  <a:cubicBezTo>
                    <a:pt x="4535" y="1"/>
                    <a:pt x="4497" y="46"/>
                    <a:pt x="4460" y="99"/>
                  </a:cubicBezTo>
                  <a:lnTo>
                    <a:pt x="4476" y="115"/>
                  </a:lnTo>
                  <a:cubicBezTo>
                    <a:pt x="4516" y="83"/>
                    <a:pt x="4549" y="50"/>
                    <a:pt x="4573" y="18"/>
                  </a:cubicBezTo>
                  <a:lnTo>
                    <a:pt x="4557" y="1"/>
                  </a:lnTo>
                  <a:cubicBezTo>
                    <a:pt x="4556" y="1"/>
                    <a:pt x="4554" y="1"/>
                    <a:pt x="4553" y="1"/>
                  </a:cubicBezTo>
                  <a:close/>
                  <a:moveTo>
                    <a:pt x="3000" y="66"/>
                  </a:moveTo>
                  <a:cubicBezTo>
                    <a:pt x="2984" y="66"/>
                    <a:pt x="2960" y="131"/>
                    <a:pt x="2960" y="131"/>
                  </a:cubicBezTo>
                  <a:cubicBezTo>
                    <a:pt x="2960" y="204"/>
                    <a:pt x="2976" y="204"/>
                    <a:pt x="2992" y="204"/>
                  </a:cubicBezTo>
                  <a:cubicBezTo>
                    <a:pt x="3000" y="227"/>
                    <a:pt x="3006" y="236"/>
                    <a:pt x="3012" y="236"/>
                  </a:cubicBezTo>
                  <a:cubicBezTo>
                    <a:pt x="3026" y="236"/>
                    <a:pt x="3035" y="190"/>
                    <a:pt x="3041" y="139"/>
                  </a:cubicBezTo>
                  <a:cubicBezTo>
                    <a:pt x="3049" y="74"/>
                    <a:pt x="3033" y="74"/>
                    <a:pt x="3000" y="66"/>
                  </a:cubicBezTo>
                  <a:close/>
                  <a:moveTo>
                    <a:pt x="3122" y="220"/>
                  </a:moveTo>
                  <a:cubicBezTo>
                    <a:pt x="3114" y="293"/>
                    <a:pt x="3081" y="350"/>
                    <a:pt x="3065" y="350"/>
                  </a:cubicBezTo>
                  <a:cubicBezTo>
                    <a:pt x="3057" y="350"/>
                    <a:pt x="3057" y="277"/>
                    <a:pt x="3097" y="220"/>
                  </a:cubicBezTo>
                  <a:close/>
                  <a:moveTo>
                    <a:pt x="21" y="490"/>
                  </a:moveTo>
                  <a:cubicBezTo>
                    <a:pt x="1" y="490"/>
                    <a:pt x="14" y="521"/>
                    <a:pt x="89" y="585"/>
                  </a:cubicBezTo>
                  <a:cubicBezTo>
                    <a:pt x="120" y="603"/>
                    <a:pt x="134" y="611"/>
                    <a:pt x="143" y="611"/>
                  </a:cubicBezTo>
                  <a:cubicBezTo>
                    <a:pt x="151" y="611"/>
                    <a:pt x="155" y="605"/>
                    <a:pt x="162" y="593"/>
                  </a:cubicBezTo>
                  <a:cubicBezTo>
                    <a:pt x="130" y="561"/>
                    <a:pt x="98" y="528"/>
                    <a:pt x="57" y="504"/>
                  </a:cubicBezTo>
                  <a:cubicBezTo>
                    <a:pt x="41" y="495"/>
                    <a:pt x="28" y="490"/>
                    <a:pt x="21" y="490"/>
                  </a:cubicBezTo>
                  <a:close/>
                  <a:moveTo>
                    <a:pt x="2351" y="334"/>
                  </a:moveTo>
                  <a:cubicBezTo>
                    <a:pt x="2351" y="334"/>
                    <a:pt x="2351" y="399"/>
                    <a:pt x="2360" y="472"/>
                  </a:cubicBezTo>
                  <a:cubicBezTo>
                    <a:pt x="2373" y="584"/>
                    <a:pt x="2379" y="634"/>
                    <a:pt x="2375" y="634"/>
                  </a:cubicBezTo>
                  <a:cubicBezTo>
                    <a:pt x="2371" y="634"/>
                    <a:pt x="2361" y="602"/>
                    <a:pt x="2343" y="545"/>
                  </a:cubicBezTo>
                  <a:cubicBezTo>
                    <a:pt x="2319" y="480"/>
                    <a:pt x="2311" y="407"/>
                    <a:pt x="2319" y="334"/>
                  </a:cubicBezTo>
                  <a:close/>
                  <a:moveTo>
                    <a:pt x="1577" y="570"/>
                  </a:moveTo>
                  <a:cubicBezTo>
                    <a:pt x="1580" y="570"/>
                    <a:pt x="1585" y="576"/>
                    <a:pt x="1597" y="593"/>
                  </a:cubicBezTo>
                  <a:cubicBezTo>
                    <a:pt x="1598" y="593"/>
                    <a:pt x="1599" y="593"/>
                    <a:pt x="1600" y="593"/>
                  </a:cubicBezTo>
                  <a:cubicBezTo>
                    <a:pt x="1615" y="593"/>
                    <a:pt x="1629" y="659"/>
                    <a:pt x="1622" y="666"/>
                  </a:cubicBezTo>
                  <a:lnTo>
                    <a:pt x="1573" y="610"/>
                  </a:lnTo>
                  <a:cubicBezTo>
                    <a:pt x="1585" y="604"/>
                    <a:pt x="1572" y="570"/>
                    <a:pt x="1577" y="570"/>
                  </a:cubicBezTo>
                  <a:close/>
                  <a:moveTo>
                    <a:pt x="1930" y="553"/>
                  </a:moveTo>
                  <a:cubicBezTo>
                    <a:pt x="1954" y="593"/>
                    <a:pt x="1970" y="634"/>
                    <a:pt x="1987" y="674"/>
                  </a:cubicBezTo>
                  <a:lnTo>
                    <a:pt x="1970" y="682"/>
                  </a:lnTo>
                  <a:cubicBezTo>
                    <a:pt x="1938" y="626"/>
                    <a:pt x="1906" y="561"/>
                    <a:pt x="1914" y="553"/>
                  </a:cubicBezTo>
                  <a:close/>
                  <a:moveTo>
                    <a:pt x="2441" y="585"/>
                  </a:moveTo>
                  <a:lnTo>
                    <a:pt x="2473" y="650"/>
                  </a:lnTo>
                  <a:cubicBezTo>
                    <a:pt x="2489" y="715"/>
                    <a:pt x="2473" y="723"/>
                    <a:pt x="2465" y="723"/>
                  </a:cubicBezTo>
                  <a:lnTo>
                    <a:pt x="2449" y="658"/>
                  </a:lnTo>
                  <a:lnTo>
                    <a:pt x="2441" y="585"/>
                  </a:lnTo>
                  <a:close/>
                  <a:moveTo>
                    <a:pt x="3843" y="585"/>
                  </a:moveTo>
                  <a:lnTo>
                    <a:pt x="3843" y="585"/>
                  </a:lnTo>
                  <a:cubicBezTo>
                    <a:pt x="3860" y="593"/>
                    <a:pt x="3835" y="658"/>
                    <a:pt x="3795" y="715"/>
                  </a:cubicBezTo>
                  <a:cubicBezTo>
                    <a:pt x="3753" y="804"/>
                    <a:pt x="3742" y="828"/>
                    <a:pt x="3729" y="828"/>
                  </a:cubicBezTo>
                  <a:cubicBezTo>
                    <a:pt x="3725" y="828"/>
                    <a:pt x="3720" y="825"/>
                    <a:pt x="3714" y="820"/>
                  </a:cubicBezTo>
                  <a:cubicBezTo>
                    <a:pt x="3705" y="812"/>
                    <a:pt x="3697" y="812"/>
                    <a:pt x="3730" y="747"/>
                  </a:cubicBezTo>
                  <a:lnTo>
                    <a:pt x="3738" y="755"/>
                  </a:lnTo>
                  <a:cubicBezTo>
                    <a:pt x="3728" y="773"/>
                    <a:pt x="3726" y="781"/>
                    <a:pt x="3728" y="781"/>
                  </a:cubicBezTo>
                  <a:cubicBezTo>
                    <a:pt x="3733" y="781"/>
                    <a:pt x="3762" y="743"/>
                    <a:pt x="3778" y="699"/>
                  </a:cubicBezTo>
                  <a:lnTo>
                    <a:pt x="3843" y="585"/>
                  </a:lnTo>
                  <a:close/>
                  <a:moveTo>
                    <a:pt x="3914" y="803"/>
                  </a:moveTo>
                  <a:cubicBezTo>
                    <a:pt x="3915" y="803"/>
                    <a:pt x="3916" y="803"/>
                    <a:pt x="3916" y="804"/>
                  </a:cubicBezTo>
                  <a:lnTo>
                    <a:pt x="3892" y="861"/>
                  </a:lnTo>
                  <a:cubicBezTo>
                    <a:pt x="3866" y="898"/>
                    <a:pt x="3850" y="907"/>
                    <a:pt x="3839" y="907"/>
                  </a:cubicBezTo>
                  <a:cubicBezTo>
                    <a:pt x="3834" y="907"/>
                    <a:pt x="3830" y="904"/>
                    <a:pt x="3827" y="901"/>
                  </a:cubicBezTo>
                  <a:cubicBezTo>
                    <a:pt x="3819" y="893"/>
                    <a:pt x="3819" y="893"/>
                    <a:pt x="3860" y="845"/>
                  </a:cubicBezTo>
                  <a:cubicBezTo>
                    <a:pt x="3860" y="845"/>
                    <a:pt x="3901" y="803"/>
                    <a:pt x="3914" y="803"/>
                  </a:cubicBezTo>
                  <a:close/>
                  <a:moveTo>
                    <a:pt x="2119" y="690"/>
                  </a:moveTo>
                  <a:cubicBezTo>
                    <a:pt x="2134" y="690"/>
                    <a:pt x="2152" y="755"/>
                    <a:pt x="2197" y="877"/>
                  </a:cubicBezTo>
                  <a:cubicBezTo>
                    <a:pt x="2201" y="908"/>
                    <a:pt x="2203" y="926"/>
                    <a:pt x="2200" y="926"/>
                  </a:cubicBezTo>
                  <a:cubicBezTo>
                    <a:pt x="2197" y="926"/>
                    <a:pt x="2185" y="894"/>
                    <a:pt x="2157" y="820"/>
                  </a:cubicBezTo>
                  <a:cubicBezTo>
                    <a:pt x="2141" y="755"/>
                    <a:pt x="2116" y="691"/>
                    <a:pt x="2116" y="691"/>
                  </a:cubicBezTo>
                  <a:cubicBezTo>
                    <a:pt x="2117" y="690"/>
                    <a:pt x="2118" y="690"/>
                    <a:pt x="2119" y="690"/>
                  </a:cubicBezTo>
                  <a:close/>
                  <a:moveTo>
                    <a:pt x="1735" y="918"/>
                  </a:moveTo>
                  <a:cubicBezTo>
                    <a:pt x="1784" y="966"/>
                    <a:pt x="1833" y="1015"/>
                    <a:pt x="1824" y="1023"/>
                  </a:cubicBezTo>
                  <a:cubicBezTo>
                    <a:pt x="1837" y="1040"/>
                    <a:pt x="1840" y="1049"/>
                    <a:pt x="1836" y="1049"/>
                  </a:cubicBezTo>
                  <a:cubicBezTo>
                    <a:pt x="1827" y="1049"/>
                    <a:pt x="1781" y="1007"/>
                    <a:pt x="1719" y="934"/>
                  </a:cubicBezTo>
                  <a:lnTo>
                    <a:pt x="1735" y="918"/>
                  </a:lnTo>
                  <a:close/>
                  <a:moveTo>
                    <a:pt x="1703" y="1055"/>
                  </a:moveTo>
                  <a:lnTo>
                    <a:pt x="1760" y="1088"/>
                  </a:lnTo>
                  <a:lnTo>
                    <a:pt x="1752" y="1096"/>
                  </a:lnTo>
                  <a:cubicBezTo>
                    <a:pt x="1749" y="1098"/>
                    <a:pt x="1747" y="1100"/>
                    <a:pt x="1744" y="1100"/>
                  </a:cubicBezTo>
                  <a:cubicBezTo>
                    <a:pt x="1738" y="1100"/>
                    <a:pt x="1726" y="1092"/>
                    <a:pt x="1687" y="1064"/>
                  </a:cubicBezTo>
                  <a:lnTo>
                    <a:pt x="1703" y="1055"/>
                  </a:lnTo>
                  <a:close/>
                  <a:moveTo>
                    <a:pt x="3535" y="1031"/>
                  </a:moveTo>
                  <a:cubicBezTo>
                    <a:pt x="3503" y="1088"/>
                    <a:pt x="3503" y="1088"/>
                    <a:pt x="3511" y="1096"/>
                  </a:cubicBezTo>
                  <a:lnTo>
                    <a:pt x="3519" y="1104"/>
                  </a:lnTo>
                  <a:lnTo>
                    <a:pt x="3543" y="1039"/>
                  </a:lnTo>
                  <a:lnTo>
                    <a:pt x="3535" y="1031"/>
                  </a:lnTo>
                  <a:close/>
                  <a:moveTo>
                    <a:pt x="1332" y="1075"/>
                  </a:moveTo>
                  <a:cubicBezTo>
                    <a:pt x="1353" y="1075"/>
                    <a:pt x="1395" y="1096"/>
                    <a:pt x="1395" y="1096"/>
                  </a:cubicBezTo>
                  <a:cubicBezTo>
                    <a:pt x="1452" y="1137"/>
                    <a:pt x="1443" y="1145"/>
                    <a:pt x="1443" y="1145"/>
                  </a:cubicBezTo>
                  <a:cubicBezTo>
                    <a:pt x="1439" y="1149"/>
                    <a:pt x="1433" y="1155"/>
                    <a:pt x="1422" y="1155"/>
                  </a:cubicBezTo>
                  <a:cubicBezTo>
                    <a:pt x="1411" y="1155"/>
                    <a:pt x="1395" y="1149"/>
                    <a:pt x="1370" y="1128"/>
                  </a:cubicBezTo>
                  <a:cubicBezTo>
                    <a:pt x="1370" y="1128"/>
                    <a:pt x="1314" y="1088"/>
                    <a:pt x="1322" y="1080"/>
                  </a:cubicBezTo>
                  <a:cubicBezTo>
                    <a:pt x="1323" y="1077"/>
                    <a:pt x="1327" y="1075"/>
                    <a:pt x="1332" y="1075"/>
                  </a:cubicBezTo>
                  <a:close/>
                  <a:moveTo>
                    <a:pt x="2076" y="1096"/>
                  </a:moveTo>
                  <a:lnTo>
                    <a:pt x="2157" y="1201"/>
                  </a:lnTo>
                  <a:lnTo>
                    <a:pt x="2157" y="1201"/>
                  </a:lnTo>
                  <a:lnTo>
                    <a:pt x="2116" y="1145"/>
                  </a:lnTo>
                  <a:lnTo>
                    <a:pt x="2076" y="1096"/>
                  </a:lnTo>
                  <a:close/>
                  <a:moveTo>
                    <a:pt x="4108" y="1093"/>
                  </a:moveTo>
                  <a:cubicBezTo>
                    <a:pt x="4110" y="1093"/>
                    <a:pt x="4084" y="1115"/>
                    <a:pt x="4030" y="1161"/>
                  </a:cubicBezTo>
                  <a:cubicBezTo>
                    <a:pt x="3985" y="1205"/>
                    <a:pt x="3934" y="1243"/>
                    <a:pt x="3919" y="1243"/>
                  </a:cubicBezTo>
                  <a:cubicBezTo>
                    <a:pt x="3918" y="1243"/>
                    <a:pt x="3917" y="1243"/>
                    <a:pt x="3916" y="1242"/>
                  </a:cubicBezTo>
                  <a:cubicBezTo>
                    <a:pt x="3886" y="1264"/>
                    <a:pt x="3871" y="1273"/>
                    <a:pt x="3868" y="1273"/>
                  </a:cubicBezTo>
                  <a:cubicBezTo>
                    <a:pt x="3860" y="1273"/>
                    <a:pt x="3939" y="1206"/>
                    <a:pt x="4022" y="1153"/>
                  </a:cubicBezTo>
                  <a:cubicBezTo>
                    <a:pt x="4077" y="1113"/>
                    <a:pt x="4105" y="1093"/>
                    <a:pt x="4108" y="1093"/>
                  </a:cubicBezTo>
                  <a:close/>
                  <a:moveTo>
                    <a:pt x="1711" y="1242"/>
                  </a:moveTo>
                  <a:cubicBezTo>
                    <a:pt x="1703" y="1258"/>
                    <a:pt x="1752" y="1299"/>
                    <a:pt x="1752" y="1299"/>
                  </a:cubicBezTo>
                  <a:cubicBezTo>
                    <a:pt x="1752" y="1299"/>
                    <a:pt x="1798" y="1332"/>
                    <a:pt x="1813" y="1332"/>
                  </a:cubicBezTo>
                  <a:cubicBezTo>
                    <a:pt x="1814" y="1332"/>
                    <a:pt x="1816" y="1332"/>
                    <a:pt x="1816" y="1331"/>
                  </a:cubicBezTo>
                  <a:lnTo>
                    <a:pt x="1824" y="1323"/>
                  </a:lnTo>
                  <a:cubicBezTo>
                    <a:pt x="1784" y="1291"/>
                    <a:pt x="1752" y="1266"/>
                    <a:pt x="1711" y="1242"/>
                  </a:cubicBezTo>
                  <a:close/>
                  <a:moveTo>
                    <a:pt x="1241" y="1323"/>
                  </a:moveTo>
                  <a:cubicBezTo>
                    <a:pt x="1306" y="1339"/>
                    <a:pt x="1306" y="1339"/>
                    <a:pt x="1289" y="1364"/>
                  </a:cubicBezTo>
                  <a:cubicBezTo>
                    <a:pt x="1288" y="1367"/>
                    <a:pt x="1284" y="1368"/>
                    <a:pt x="1280" y="1368"/>
                  </a:cubicBezTo>
                  <a:cubicBezTo>
                    <a:pt x="1261" y="1368"/>
                    <a:pt x="1225" y="1347"/>
                    <a:pt x="1225" y="1347"/>
                  </a:cubicBezTo>
                  <a:cubicBezTo>
                    <a:pt x="1181" y="1326"/>
                    <a:pt x="1199" y="1326"/>
                    <a:pt x="1218" y="1326"/>
                  </a:cubicBezTo>
                  <a:lnTo>
                    <a:pt x="1218" y="1326"/>
                  </a:lnTo>
                  <a:cubicBezTo>
                    <a:pt x="1228" y="1326"/>
                    <a:pt x="1238" y="1326"/>
                    <a:pt x="1241" y="1323"/>
                  </a:cubicBezTo>
                  <a:close/>
                  <a:moveTo>
                    <a:pt x="957" y="1599"/>
                  </a:moveTo>
                  <a:lnTo>
                    <a:pt x="957" y="1599"/>
                  </a:lnTo>
                  <a:cubicBezTo>
                    <a:pt x="986" y="1610"/>
                    <a:pt x="987" y="1614"/>
                    <a:pt x="981" y="1614"/>
                  </a:cubicBezTo>
                  <a:cubicBezTo>
                    <a:pt x="972" y="1614"/>
                    <a:pt x="953" y="1608"/>
                    <a:pt x="957" y="1599"/>
                  </a:cubicBezTo>
                  <a:close/>
                  <a:moveTo>
                    <a:pt x="1184" y="1574"/>
                  </a:moveTo>
                  <a:lnTo>
                    <a:pt x="1184" y="1574"/>
                  </a:lnTo>
                  <a:cubicBezTo>
                    <a:pt x="1233" y="1582"/>
                    <a:pt x="1273" y="1599"/>
                    <a:pt x="1314" y="1615"/>
                  </a:cubicBezTo>
                  <a:cubicBezTo>
                    <a:pt x="1348" y="1628"/>
                    <a:pt x="1365" y="1636"/>
                    <a:pt x="1351" y="1636"/>
                  </a:cubicBezTo>
                  <a:cubicBezTo>
                    <a:pt x="1339" y="1636"/>
                    <a:pt x="1305" y="1630"/>
                    <a:pt x="1241" y="1615"/>
                  </a:cubicBezTo>
                  <a:cubicBezTo>
                    <a:pt x="1176" y="1591"/>
                    <a:pt x="1176" y="1591"/>
                    <a:pt x="1184" y="1574"/>
                  </a:cubicBezTo>
                  <a:close/>
                  <a:moveTo>
                    <a:pt x="1152" y="1664"/>
                  </a:moveTo>
                  <a:lnTo>
                    <a:pt x="1216" y="1672"/>
                  </a:lnTo>
                  <a:lnTo>
                    <a:pt x="1281" y="1704"/>
                  </a:lnTo>
                  <a:lnTo>
                    <a:pt x="1273" y="1720"/>
                  </a:lnTo>
                  <a:cubicBezTo>
                    <a:pt x="1208" y="1696"/>
                    <a:pt x="1143" y="1680"/>
                    <a:pt x="1152" y="1664"/>
                  </a:cubicBezTo>
                  <a:close/>
                  <a:moveTo>
                    <a:pt x="2051" y="1696"/>
                  </a:moveTo>
                  <a:cubicBezTo>
                    <a:pt x="2043" y="1704"/>
                    <a:pt x="2035" y="1712"/>
                    <a:pt x="2035" y="1712"/>
                  </a:cubicBezTo>
                  <a:cubicBezTo>
                    <a:pt x="2079" y="1734"/>
                    <a:pt x="2093" y="1741"/>
                    <a:pt x="2098" y="1741"/>
                  </a:cubicBezTo>
                  <a:cubicBezTo>
                    <a:pt x="2100" y="1741"/>
                    <a:pt x="2100" y="1739"/>
                    <a:pt x="2100" y="1736"/>
                  </a:cubicBezTo>
                  <a:cubicBezTo>
                    <a:pt x="2108" y="1728"/>
                    <a:pt x="2108" y="1728"/>
                    <a:pt x="2051" y="1696"/>
                  </a:cubicBezTo>
                  <a:close/>
                  <a:moveTo>
                    <a:pt x="1127" y="1728"/>
                  </a:moveTo>
                  <a:lnTo>
                    <a:pt x="1127" y="1728"/>
                  </a:lnTo>
                  <a:cubicBezTo>
                    <a:pt x="1156" y="1739"/>
                    <a:pt x="1158" y="1744"/>
                    <a:pt x="1151" y="1744"/>
                  </a:cubicBezTo>
                  <a:cubicBezTo>
                    <a:pt x="1143" y="1744"/>
                    <a:pt x="1123" y="1737"/>
                    <a:pt x="1127" y="1728"/>
                  </a:cubicBezTo>
                  <a:close/>
                  <a:moveTo>
                    <a:pt x="1702" y="1760"/>
                  </a:moveTo>
                  <a:cubicBezTo>
                    <a:pt x="1700" y="1763"/>
                    <a:pt x="1699" y="1764"/>
                    <a:pt x="1700" y="1764"/>
                  </a:cubicBezTo>
                  <a:cubicBezTo>
                    <a:pt x="1700" y="1764"/>
                    <a:pt x="1701" y="1763"/>
                    <a:pt x="1703" y="1761"/>
                  </a:cubicBezTo>
                  <a:cubicBezTo>
                    <a:pt x="1703" y="1761"/>
                    <a:pt x="1702" y="1760"/>
                    <a:pt x="1702" y="1760"/>
                  </a:cubicBezTo>
                  <a:close/>
                  <a:moveTo>
                    <a:pt x="973" y="2588"/>
                  </a:moveTo>
                  <a:lnTo>
                    <a:pt x="1038" y="2596"/>
                  </a:lnTo>
                  <a:lnTo>
                    <a:pt x="1038" y="2604"/>
                  </a:lnTo>
                  <a:cubicBezTo>
                    <a:pt x="1001" y="2609"/>
                    <a:pt x="960" y="2613"/>
                    <a:pt x="933" y="2613"/>
                  </a:cubicBezTo>
                  <a:cubicBezTo>
                    <a:pt x="913" y="2613"/>
                    <a:pt x="900" y="2611"/>
                    <a:pt x="900" y="2604"/>
                  </a:cubicBezTo>
                  <a:lnTo>
                    <a:pt x="973" y="2588"/>
                  </a:lnTo>
                  <a:close/>
                  <a:moveTo>
                    <a:pt x="4253" y="2753"/>
                  </a:moveTo>
                  <a:cubicBezTo>
                    <a:pt x="4260" y="2753"/>
                    <a:pt x="4276" y="2757"/>
                    <a:pt x="4314" y="2766"/>
                  </a:cubicBezTo>
                  <a:cubicBezTo>
                    <a:pt x="4387" y="2782"/>
                    <a:pt x="4443" y="2807"/>
                    <a:pt x="4443" y="2815"/>
                  </a:cubicBezTo>
                  <a:cubicBezTo>
                    <a:pt x="4370" y="2815"/>
                    <a:pt x="4305" y="2790"/>
                    <a:pt x="4249" y="2758"/>
                  </a:cubicBezTo>
                  <a:cubicBezTo>
                    <a:pt x="4249" y="2755"/>
                    <a:pt x="4249" y="2753"/>
                    <a:pt x="4253" y="2753"/>
                  </a:cubicBezTo>
                  <a:close/>
                  <a:moveTo>
                    <a:pt x="1152" y="2912"/>
                  </a:moveTo>
                  <a:cubicBezTo>
                    <a:pt x="1160" y="2928"/>
                    <a:pt x="1160" y="2928"/>
                    <a:pt x="1087" y="2945"/>
                  </a:cubicBezTo>
                  <a:cubicBezTo>
                    <a:pt x="1046" y="2953"/>
                    <a:pt x="997" y="2961"/>
                    <a:pt x="957" y="2969"/>
                  </a:cubicBezTo>
                  <a:cubicBezTo>
                    <a:pt x="949" y="2953"/>
                    <a:pt x="1087" y="2928"/>
                    <a:pt x="1152" y="2912"/>
                  </a:cubicBezTo>
                  <a:close/>
                  <a:moveTo>
                    <a:pt x="1662" y="2953"/>
                  </a:moveTo>
                  <a:lnTo>
                    <a:pt x="1662" y="2969"/>
                  </a:lnTo>
                  <a:cubicBezTo>
                    <a:pt x="1613" y="2990"/>
                    <a:pt x="1558" y="3011"/>
                    <a:pt x="1539" y="3011"/>
                  </a:cubicBezTo>
                  <a:cubicBezTo>
                    <a:pt x="1536" y="3011"/>
                    <a:pt x="1534" y="3010"/>
                    <a:pt x="1533" y="3009"/>
                  </a:cubicBezTo>
                  <a:lnTo>
                    <a:pt x="1533" y="2993"/>
                  </a:lnTo>
                  <a:cubicBezTo>
                    <a:pt x="1573" y="2977"/>
                    <a:pt x="1614" y="2969"/>
                    <a:pt x="1662" y="2953"/>
                  </a:cubicBezTo>
                  <a:close/>
                  <a:moveTo>
                    <a:pt x="4322" y="3200"/>
                  </a:moveTo>
                  <a:cubicBezTo>
                    <a:pt x="4324" y="3200"/>
                    <a:pt x="4332" y="3204"/>
                    <a:pt x="4346" y="3212"/>
                  </a:cubicBezTo>
                  <a:cubicBezTo>
                    <a:pt x="4387" y="3236"/>
                    <a:pt x="4427" y="3261"/>
                    <a:pt x="4460" y="3285"/>
                  </a:cubicBezTo>
                  <a:cubicBezTo>
                    <a:pt x="4460" y="3285"/>
                    <a:pt x="4491" y="3312"/>
                    <a:pt x="4480" y="3312"/>
                  </a:cubicBezTo>
                  <a:cubicBezTo>
                    <a:pt x="4476" y="3312"/>
                    <a:pt x="4468" y="3309"/>
                    <a:pt x="4451" y="3301"/>
                  </a:cubicBezTo>
                  <a:lnTo>
                    <a:pt x="4395" y="3269"/>
                  </a:lnTo>
                  <a:cubicBezTo>
                    <a:pt x="4352" y="3232"/>
                    <a:pt x="4314" y="3200"/>
                    <a:pt x="4322" y="3200"/>
                  </a:cubicBezTo>
                  <a:close/>
                  <a:moveTo>
                    <a:pt x="1354" y="3269"/>
                  </a:moveTo>
                  <a:lnTo>
                    <a:pt x="1354" y="3285"/>
                  </a:lnTo>
                  <a:cubicBezTo>
                    <a:pt x="1308" y="3312"/>
                    <a:pt x="1262" y="3338"/>
                    <a:pt x="1242" y="3338"/>
                  </a:cubicBezTo>
                  <a:cubicBezTo>
                    <a:pt x="1237" y="3338"/>
                    <a:pt x="1234" y="3337"/>
                    <a:pt x="1233" y="3334"/>
                  </a:cubicBezTo>
                  <a:lnTo>
                    <a:pt x="1281" y="3293"/>
                  </a:lnTo>
                  <a:lnTo>
                    <a:pt x="1354" y="3269"/>
                  </a:lnTo>
                  <a:close/>
                  <a:moveTo>
                    <a:pt x="3527" y="3569"/>
                  </a:moveTo>
                  <a:cubicBezTo>
                    <a:pt x="3560" y="3634"/>
                    <a:pt x="3592" y="3690"/>
                    <a:pt x="3584" y="3699"/>
                  </a:cubicBezTo>
                  <a:lnTo>
                    <a:pt x="3543" y="3642"/>
                  </a:lnTo>
                  <a:lnTo>
                    <a:pt x="3519" y="3577"/>
                  </a:lnTo>
                  <a:lnTo>
                    <a:pt x="3527" y="3569"/>
                  </a:lnTo>
                  <a:close/>
                  <a:moveTo>
                    <a:pt x="4016" y="3641"/>
                  </a:moveTo>
                  <a:cubicBezTo>
                    <a:pt x="4030" y="3641"/>
                    <a:pt x="4078" y="3682"/>
                    <a:pt x="4078" y="3682"/>
                  </a:cubicBezTo>
                  <a:cubicBezTo>
                    <a:pt x="4078" y="3682"/>
                    <a:pt x="4127" y="3723"/>
                    <a:pt x="4119" y="3739"/>
                  </a:cubicBezTo>
                  <a:cubicBezTo>
                    <a:pt x="4078" y="3707"/>
                    <a:pt x="4038" y="3682"/>
                    <a:pt x="4005" y="3650"/>
                  </a:cubicBezTo>
                  <a:lnTo>
                    <a:pt x="4014" y="3642"/>
                  </a:lnTo>
                  <a:cubicBezTo>
                    <a:pt x="4014" y="3641"/>
                    <a:pt x="4015" y="3641"/>
                    <a:pt x="4016" y="3641"/>
                  </a:cubicBezTo>
                  <a:close/>
                  <a:moveTo>
                    <a:pt x="3438" y="3682"/>
                  </a:moveTo>
                  <a:cubicBezTo>
                    <a:pt x="3446" y="3682"/>
                    <a:pt x="3446" y="3682"/>
                    <a:pt x="3470" y="3739"/>
                  </a:cubicBezTo>
                  <a:cubicBezTo>
                    <a:pt x="3470" y="3739"/>
                    <a:pt x="3503" y="3804"/>
                    <a:pt x="3487" y="3804"/>
                  </a:cubicBezTo>
                  <a:lnTo>
                    <a:pt x="3454" y="3747"/>
                  </a:lnTo>
                  <a:cubicBezTo>
                    <a:pt x="3430" y="3682"/>
                    <a:pt x="3438" y="3682"/>
                    <a:pt x="3438" y="3682"/>
                  </a:cubicBezTo>
                  <a:close/>
                  <a:moveTo>
                    <a:pt x="4028" y="3816"/>
                  </a:moveTo>
                  <a:cubicBezTo>
                    <a:pt x="4033" y="3816"/>
                    <a:pt x="4042" y="3826"/>
                    <a:pt x="4070" y="3861"/>
                  </a:cubicBezTo>
                  <a:lnTo>
                    <a:pt x="4062" y="3869"/>
                  </a:lnTo>
                  <a:lnTo>
                    <a:pt x="4005" y="3828"/>
                  </a:lnTo>
                  <a:lnTo>
                    <a:pt x="4022" y="3820"/>
                  </a:lnTo>
                  <a:cubicBezTo>
                    <a:pt x="4024" y="3818"/>
                    <a:pt x="4026" y="3816"/>
                    <a:pt x="4028" y="3816"/>
                  </a:cubicBezTo>
                  <a:close/>
                  <a:moveTo>
                    <a:pt x="3922" y="3897"/>
                  </a:moveTo>
                  <a:cubicBezTo>
                    <a:pt x="3927" y="3897"/>
                    <a:pt x="3936" y="3909"/>
                    <a:pt x="3965" y="3950"/>
                  </a:cubicBezTo>
                  <a:lnTo>
                    <a:pt x="3957" y="3950"/>
                  </a:lnTo>
                  <a:lnTo>
                    <a:pt x="3900" y="3909"/>
                  </a:lnTo>
                  <a:lnTo>
                    <a:pt x="3916" y="3901"/>
                  </a:lnTo>
                  <a:cubicBezTo>
                    <a:pt x="3919" y="3899"/>
                    <a:pt x="3920" y="3897"/>
                    <a:pt x="3922" y="3897"/>
                  </a:cubicBezTo>
                  <a:close/>
                  <a:moveTo>
                    <a:pt x="4066" y="3923"/>
                  </a:moveTo>
                  <a:cubicBezTo>
                    <a:pt x="4065" y="3923"/>
                    <a:pt x="4067" y="3930"/>
                    <a:pt x="4078" y="3950"/>
                  </a:cubicBezTo>
                  <a:cubicBezTo>
                    <a:pt x="4084" y="3945"/>
                    <a:pt x="4069" y="3923"/>
                    <a:pt x="4066" y="3923"/>
                  </a:cubicBezTo>
                  <a:close/>
                  <a:moveTo>
                    <a:pt x="3815" y="3900"/>
                  </a:moveTo>
                  <a:cubicBezTo>
                    <a:pt x="3820" y="3900"/>
                    <a:pt x="3832" y="3914"/>
                    <a:pt x="3851" y="3942"/>
                  </a:cubicBezTo>
                  <a:cubicBezTo>
                    <a:pt x="3884" y="3999"/>
                    <a:pt x="3884" y="3999"/>
                    <a:pt x="3876" y="4007"/>
                  </a:cubicBezTo>
                  <a:cubicBezTo>
                    <a:pt x="3869" y="4011"/>
                    <a:pt x="3864" y="4014"/>
                    <a:pt x="3860" y="4014"/>
                  </a:cubicBezTo>
                  <a:cubicBezTo>
                    <a:pt x="3850" y="4014"/>
                    <a:pt x="3845" y="3997"/>
                    <a:pt x="3827" y="3950"/>
                  </a:cubicBezTo>
                  <a:cubicBezTo>
                    <a:pt x="3815" y="3916"/>
                    <a:pt x="3811" y="3900"/>
                    <a:pt x="3815" y="3900"/>
                  </a:cubicBezTo>
                  <a:close/>
                  <a:moveTo>
                    <a:pt x="1960" y="3965"/>
                  </a:moveTo>
                  <a:cubicBezTo>
                    <a:pt x="1961" y="3965"/>
                    <a:pt x="1962" y="3966"/>
                    <a:pt x="1962" y="3966"/>
                  </a:cubicBezTo>
                  <a:cubicBezTo>
                    <a:pt x="1987" y="3982"/>
                    <a:pt x="1987" y="3982"/>
                    <a:pt x="1954" y="4039"/>
                  </a:cubicBezTo>
                  <a:cubicBezTo>
                    <a:pt x="1931" y="4071"/>
                    <a:pt x="1913" y="4080"/>
                    <a:pt x="1901" y="4080"/>
                  </a:cubicBezTo>
                  <a:cubicBezTo>
                    <a:pt x="1891" y="4080"/>
                    <a:pt x="1885" y="4075"/>
                    <a:pt x="1881" y="4072"/>
                  </a:cubicBezTo>
                  <a:cubicBezTo>
                    <a:pt x="1904" y="4011"/>
                    <a:pt x="1947" y="3965"/>
                    <a:pt x="1960" y="3965"/>
                  </a:cubicBezTo>
                  <a:close/>
                  <a:moveTo>
                    <a:pt x="4061" y="4186"/>
                  </a:moveTo>
                  <a:lnTo>
                    <a:pt x="4061" y="4186"/>
                  </a:lnTo>
                  <a:cubicBezTo>
                    <a:pt x="4064" y="4191"/>
                    <a:pt x="4067" y="4196"/>
                    <a:pt x="4070" y="4201"/>
                  </a:cubicBezTo>
                  <a:cubicBezTo>
                    <a:pt x="4073" y="4204"/>
                    <a:pt x="4076" y="4206"/>
                    <a:pt x="4079" y="4209"/>
                  </a:cubicBezTo>
                  <a:lnTo>
                    <a:pt x="4079" y="4209"/>
                  </a:lnTo>
                  <a:cubicBezTo>
                    <a:pt x="4074" y="4202"/>
                    <a:pt x="4068" y="4195"/>
                    <a:pt x="4061" y="4186"/>
                  </a:cubicBezTo>
                  <a:close/>
                  <a:moveTo>
                    <a:pt x="4079" y="4209"/>
                  </a:moveTo>
                  <a:cubicBezTo>
                    <a:pt x="4094" y="4227"/>
                    <a:pt x="4103" y="4235"/>
                    <a:pt x="4104" y="4235"/>
                  </a:cubicBezTo>
                  <a:cubicBezTo>
                    <a:pt x="4105" y="4235"/>
                    <a:pt x="4097" y="4225"/>
                    <a:pt x="4079" y="4209"/>
                  </a:cubicBezTo>
                  <a:close/>
                  <a:moveTo>
                    <a:pt x="2506" y="4136"/>
                  </a:moveTo>
                  <a:cubicBezTo>
                    <a:pt x="2489" y="4201"/>
                    <a:pt x="2473" y="4266"/>
                    <a:pt x="2457" y="4266"/>
                  </a:cubicBezTo>
                  <a:lnTo>
                    <a:pt x="2441" y="4266"/>
                  </a:lnTo>
                  <a:cubicBezTo>
                    <a:pt x="2457" y="4217"/>
                    <a:pt x="2473" y="4177"/>
                    <a:pt x="2489" y="4136"/>
                  </a:cubicBezTo>
                  <a:close/>
                  <a:moveTo>
                    <a:pt x="2797" y="1"/>
                  </a:moveTo>
                  <a:cubicBezTo>
                    <a:pt x="2781" y="1"/>
                    <a:pt x="2781" y="1"/>
                    <a:pt x="2781" y="66"/>
                  </a:cubicBezTo>
                  <a:cubicBezTo>
                    <a:pt x="2787" y="113"/>
                    <a:pt x="2784" y="165"/>
                    <a:pt x="2755" y="165"/>
                  </a:cubicBezTo>
                  <a:cubicBezTo>
                    <a:pt x="2744" y="165"/>
                    <a:pt x="2728" y="157"/>
                    <a:pt x="2708" y="139"/>
                  </a:cubicBezTo>
                  <a:cubicBezTo>
                    <a:pt x="2676" y="139"/>
                    <a:pt x="2627" y="147"/>
                    <a:pt x="2635" y="212"/>
                  </a:cubicBezTo>
                  <a:cubicBezTo>
                    <a:pt x="2619" y="212"/>
                    <a:pt x="2619" y="212"/>
                    <a:pt x="2611" y="147"/>
                  </a:cubicBezTo>
                  <a:cubicBezTo>
                    <a:pt x="2603" y="80"/>
                    <a:pt x="2591" y="48"/>
                    <a:pt x="2580" y="48"/>
                  </a:cubicBezTo>
                  <a:cubicBezTo>
                    <a:pt x="2567" y="48"/>
                    <a:pt x="2554" y="85"/>
                    <a:pt x="2546" y="155"/>
                  </a:cubicBezTo>
                  <a:cubicBezTo>
                    <a:pt x="2554" y="188"/>
                    <a:pt x="2554" y="204"/>
                    <a:pt x="2549" y="204"/>
                  </a:cubicBezTo>
                  <a:cubicBezTo>
                    <a:pt x="2544" y="204"/>
                    <a:pt x="2534" y="188"/>
                    <a:pt x="2522" y="155"/>
                  </a:cubicBezTo>
                  <a:cubicBezTo>
                    <a:pt x="2522" y="155"/>
                    <a:pt x="2506" y="164"/>
                    <a:pt x="2497" y="228"/>
                  </a:cubicBezTo>
                  <a:cubicBezTo>
                    <a:pt x="2497" y="266"/>
                    <a:pt x="2497" y="284"/>
                    <a:pt x="2492" y="284"/>
                  </a:cubicBezTo>
                  <a:cubicBezTo>
                    <a:pt x="2487" y="284"/>
                    <a:pt x="2477" y="268"/>
                    <a:pt x="2457" y="237"/>
                  </a:cubicBezTo>
                  <a:cubicBezTo>
                    <a:pt x="2445" y="189"/>
                    <a:pt x="2433" y="176"/>
                    <a:pt x="2421" y="176"/>
                  </a:cubicBezTo>
                  <a:cubicBezTo>
                    <a:pt x="2417" y="176"/>
                    <a:pt x="2412" y="178"/>
                    <a:pt x="2408" y="180"/>
                  </a:cubicBezTo>
                  <a:cubicBezTo>
                    <a:pt x="2397" y="223"/>
                    <a:pt x="2322" y="255"/>
                    <a:pt x="2260" y="255"/>
                  </a:cubicBezTo>
                  <a:cubicBezTo>
                    <a:pt x="2230" y="255"/>
                    <a:pt x="2203" y="247"/>
                    <a:pt x="2189" y="228"/>
                  </a:cubicBezTo>
                  <a:lnTo>
                    <a:pt x="2189" y="228"/>
                  </a:lnTo>
                  <a:cubicBezTo>
                    <a:pt x="2197" y="301"/>
                    <a:pt x="2197" y="301"/>
                    <a:pt x="2181" y="301"/>
                  </a:cubicBezTo>
                  <a:cubicBezTo>
                    <a:pt x="2160" y="256"/>
                    <a:pt x="2147" y="237"/>
                    <a:pt x="2141" y="237"/>
                  </a:cubicBezTo>
                  <a:cubicBezTo>
                    <a:pt x="2131" y="237"/>
                    <a:pt x="2143" y="293"/>
                    <a:pt x="2173" y="374"/>
                  </a:cubicBezTo>
                  <a:lnTo>
                    <a:pt x="2189" y="374"/>
                  </a:lnTo>
                  <a:lnTo>
                    <a:pt x="2206" y="366"/>
                  </a:lnTo>
                  <a:cubicBezTo>
                    <a:pt x="2225" y="428"/>
                    <a:pt x="2226" y="464"/>
                    <a:pt x="2214" y="464"/>
                  </a:cubicBezTo>
                  <a:cubicBezTo>
                    <a:pt x="2200" y="464"/>
                    <a:pt x="2171" y="420"/>
                    <a:pt x="2133" y="318"/>
                  </a:cubicBezTo>
                  <a:cubicBezTo>
                    <a:pt x="2105" y="258"/>
                    <a:pt x="2090" y="227"/>
                    <a:pt x="2087" y="227"/>
                  </a:cubicBezTo>
                  <a:cubicBezTo>
                    <a:pt x="2084" y="227"/>
                    <a:pt x="2092" y="260"/>
                    <a:pt x="2108" y="326"/>
                  </a:cubicBezTo>
                  <a:cubicBezTo>
                    <a:pt x="2125" y="394"/>
                    <a:pt x="2131" y="428"/>
                    <a:pt x="2122" y="428"/>
                  </a:cubicBezTo>
                  <a:cubicBezTo>
                    <a:pt x="2114" y="428"/>
                    <a:pt x="2094" y="400"/>
                    <a:pt x="2060" y="342"/>
                  </a:cubicBezTo>
                  <a:cubicBezTo>
                    <a:pt x="2036" y="278"/>
                    <a:pt x="2023" y="246"/>
                    <a:pt x="2022" y="246"/>
                  </a:cubicBezTo>
                  <a:cubicBezTo>
                    <a:pt x="2021" y="246"/>
                    <a:pt x="2031" y="280"/>
                    <a:pt x="2051" y="350"/>
                  </a:cubicBezTo>
                  <a:cubicBezTo>
                    <a:pt x="2094" y="500"/>
                    <a:pt x="2109" y="588"/>
                    <a:pt x="2092" y="588"/>
                  </a:cubicBezTo>
                  <a:cubicBezTo>
                    <a:pt x="2080" y="588"/>
                    <a:pt x="2051" y="542"/>
                    <a:pt x="2003" y="439"/>
                  </a:cubicBezTo>
                  <a:cubicBezTo>
                    <a:pt x="1950" y="325"/>
                    <a:pt x="1911" y="268"/>
                    <a:pt x="1893" y="268"/>
                  </a:cubicBezTo>
                  <a:cubicBezTo>
                    <a:pt x="1891" y="268"/>
                    <a:pt x="1890" y="268"/>
                    <a:pt x="1889" y="269"/>
                  </a:cubicBezTo>
                  <a:cubicBezTo>
                    <a:pt x="1873" y="277"/>
                    <a:pt x="1906" y="334"/>
                    <a:pt x="1930" y="399"/>
                  </a:cubicBezTo>
                  <a:cubicBezTo>
                    <a:pt x="1968" y="457"/>
                    <a:pt x="1984" y="488"/>
                    <a:pt x="1978" y="488"/>
                  </a:cubicBezTo>
                  <a:cubicBezTo>
                    <a:pt x="1973" y="488"/>
                    <a:pt x="1949" y="462"/>
                    <a:pt x="1906" y="407"/>
                  </a:cubicBezTo>
                  <a:cubicBezTo>
                    <a:pt x="1839" y="329"/>
                    <a:pt x="1796" y="294"/>
                    <a:pt x="1772" y="294"/>
                  </a:cubicBezTo>
                  <a:cubicBezTo>
                    <a:pt x="1746" y="294"/>
                    <a:pt x="1743" y="335"/>
                    <a:pt x="1760" y="407"/>
                  </a:cubicBezTo>
                  <a:cubicBezTo>
                    <a:pt x="1769" y="487"/>
                    <a:pt x="1763" y="531"/>
                    <a:pt x="1749" y="531"/>
                  </a:cubicBezTo>
                  <a:cubicBezTo>
                    <a:pt x="1738" y="531"/>
                    <a:pt x="1721" y="501"/>
                    <a:pt x="1703" y="439"/>
                  </a:cubicBezTo>
                  <a:cubicBezTo>
                    <a:pt x="1680" y="365"/>
                    <a:pt x="1670" y="333"/>
                    <a:pt x="1667" y="333"/>
                  </a:cubicBezTo>
                  <a:cubicBezTo>
                    <a:pt x="1665" y="333"/>
                    <a:pt x="1667" y="351"/>
                    <a:pt x="1670" y="383"/>
                  </a:cubicBezTo>
                  <a:lnTo>
                    <a:pt x="1597" y="431"/>
                  </a:lnTo>
                  <a:cubicBezTo>
                    <a:pt x="1581" y="439"/>
                    <a:pt x="1606" y="504"/>
                    <a:pt x="1654" y="553"/>
                  </a:cubicBezTo>
                  <a:cubicBezTo>
                    <a:pt x="1602" y="501"/>
                    <a:pt x="1557" y="467"/>
                    <a:pt x="1535" y="467"/>
                  </a:cubicBezTo>
                  <a:cubicBezTo>
                    <a:pt x="1516" y="467"/>
                    <a:pt x="1514" y="492"/>
                    <a:pt x="1541" y="553"/>
                  </a:cubicBezTo>
                  <a:lnTo>
                    <a:pt x="1516" y="569"/>
                  </a:lnTo>
                  <a:cubicBezTo>
                    <a:pt x="1508" y="577"/>
                    <a:pt x="1508" y="577"/>
                    <a:pt x="1541" y="642"/>
                  </a:cubicBezTo>
                  <a:cubicBezTo>
                    <a:pt x="1552" y="662"/>
                    <a:pt x="1552" y="670"/>
                    <a:pt x="1546" y="670"/>
                  </a:cubicBezTo>
                  <a:cubicBezTo>
                    <a:pt x="1533" y="670"/>
                    <a:pt x="1496" y="644"/>
                    <a:pt x="1460" y="618"/>
                  </a:cubicBezTo>
                  <a:cubicBezTo>
                    <a:pt x="1416" y="596"/>
                    <a:pt x="1377" y="571"/>
                    <a:pt x="1370" y="571"/>
                  </a:cubicBezTo>
                  <a:cubicBezTo>
                    <a:pt x="1366" y="571"/>
                    <a:pt x="1370" y="577"/>
                    <a:pt x="1387" y="593"/>
                  </a:cubicBezTo>
                  <a:cubicBezTo>
                    <a:pt x="1427" y="650"/>
                    <a:pt x="1468" y="707"/>
                    <a:pt x="1500" y="772"/>
                  </a:cubicBezTo>
                  <a:cubicBezTo>
                    <a:pt x="1511" y="791"/>
                    <a:pt x="1512" y="799"/>
                    <a:pt x="1506" y="799"/>
                  </a:cubicBezTo>
                  <a:cubicBezTo>
                    <a:pt x="1496" y="799"/>
                    <a:pt x="1462" y="769"/>
                    <a:pt x="1435" y="731"/>
                  </a:cubicBezTo>
                  <a:cubicBezTo>
                    <a:pt x="1403" y="699"/>
                    <a:pt x="1362" y="674"/>
                    <a:pt x="1314" y="666"/>
                  </a:cubicBezTo>
                  <a:lnTo>
                    <a:pt x="1314" y="666"/>
                  </a:lnTo>
                  <a:cubicBezTo>
                    <a:pt x="1306" y="674"/>
                    <a:pt x="1281" y="699"/>
                    <a:pt x="1330" y="747"/>
                  </a:cubicBezTo>
                  <a:cubicBezTo>
                    <a:pt x="1370" y="781"/>
                    <a:pt x="1338" y="837"/>
                    <a:pt x="1289" y="837"/>
                  </a:cubicBezTo>
                  <a:cubicBezTo>
                    <a:pt x="1279" y="837"/>
                    <a:pt x="1268" y="834"/>
                    <a:pt x="1257" y="828"/>
                  </a:cubicBezTo>
                  <a:lnTo>
                    <a:pt x="1233" y="853"/>
                  </a:lnTo>
                  <a:cubicBezTo>
                    <a:pt x="1225" y="869"/>
                    <a:pt x="1265" y="926"/>
                    <a:pt x="1257" y="934"/>
                  </a:cubicBezTo>
                  <a:cubicBezTo>
                    <a:pt x="1257" y="934"/>
                    <a:pt x="1249" y="950"/>
                    <a:pt x="1289" y="999"/>
                  </a:cubicBezTo>
                  <a:cubicBezTo>
                    <a:pt x="1286" y="1006"/>
                    <a:pt x="1282" y="1012"/>
                    <a:pt x="1273" y="1012"/>
                  </a:cubicBezTo>
                  <a:cubicBezTo>
                    <a:pt x="1263" y="1012"/>
                    <a:pt x="1247" y="1004"/>
                    <a:pt x="1216" y="982"/>
                  </a:cubicBezTo>
                  <a:lnTo>
                    <a:pt x="1216" y="982"/>
                  </a:lnTo>
                  <a:cubicBezTo>
                    <a:pt x="1273" y="1035"/>
                    <a:pt x="1299" y="1059"/>
                    <a:pt x="1293" y="1059"/>
                  </a:cubicBezTo>
                  <a:cubicBezTo>
                    <a:pt x="1287" y="1059"/>
                    <a:pt x="1257" y="1041"/>
                    <a:pt x="1200" y="1007"/>
                  </a:cubicBezTo>
                  <a:cubicBezTo>
                    <a:pt x="1146" y="972"/>
                    <a:pt x="1118" y="954"/>
                    <a:pt x="1114" y="954"/>
                  </a:cubicBezTo>
                  <a:cubicBezTo>
                    <a:pt x="1110" y="954"/>
                    <a:pt x="1137" y="976"/>
                    <a:pt x="1192" y="1023"/>
                  </a:cubicBezTo>
                  <a:cubicBezTo>
                    <a:pt x="1216" y="1052"/>
                    <a:pt x="1226" y="1063"/>
                    <a:pt x="1217" y="1063"/>
                  </a:cubicBezTo>
                  <a:cubicBezTo>
                    <a:pt x="1210" y="1063"/>
                    <a:pt x="1195" y="1057"/>
                    <a:pt x="1168" y="1047"/>
                  </a:cubicBezTo>
                  <a:cubicBezTo>
                    <a:pt x="1145" y="1031"/>
                    <a:pt x="1130" y="1024"/>
                    <a:pt x="1124" y="1024"/>
                  </a:cubicBezTo>
                  <a:cubicBezTo>
                    <a:pt x="1115" y="1024"/>
                    <a:pt x="1126" y="1039"/>
                    <a:pt x="1160" y="1064"/>
                  </a:cubicBezTo>
                  <a:cubicBezTo>
                    <a:pt x="1235" y="1127"/>
                    <a:pt x="1273" y="1183"/>
                    <a:pt x="1247" y="1183"/>
                  </a:cubicBezTo>
                  <a:cubicBezTo>
                    <a:pt x="1237" y="1183"/>
                    <a:pt x="1216" y="1174"/>
                    <a:pt x="1184" y="1153"/>
                  </a:cubicBezTo>
                  <a:lnTo>
                    <a:pt x="1184" y="1153"/>
                  </a:lnTo>
                  <a:cubicBezTo>
                    <a:pt x="1184" y="1153"/>
                    <a:pt x="1176" y="1161"/>
                    <a:pt x="1225" y="1209"/>
                  </a:cubicBezTo>
                  <a:cubicBezTo>
                    <a:pt x="1280" y="1252"/>
                    <a:pt x="1306" y="1272"/>
                    <a:pt x="1302" y="1272"/>
                  </a:cubicBezTo>
                  <a:cubicBezTo>
                    <a:pt x="1298" y="1272"/>
                    <a:pt x="1270" y="1256"/>
                    <a:pt x="1216" y="1226"/>
                  </a:cubicBezTo>
                  <a:cubicBezTo>
                    <a:pt x="1167" y="1203"/>
                    <a:pt x="1135" y="1192"/>
                    <a:pt x="1122" y="1192"/>
                  </a:cubicBezTo>
                  <a:cubicBezTo>
                    <a:pt x="1103" y="1192"/>
                    <a:pt x="1125" y="1215"/>
                    <a:pt x="1192" y="1258"/>
                  </a:cubicBezTo>
                  <a:cubicBezTo>
                    <a:pt x="1192" y="1258"/>
                    <a:pt x="1228" y="1294"/>
                    <a:pt x="1197" y="1294"/>
                  </a:cubicBezTo>
                  <a:cubicBezTo>
                    <a:pt x="1192" y="1294"/>
                    <a:pt x="1185" y="1293"/>
                    <a:pt x="1176" y="1291"/>
                  </a:cubicBezTo>
                  <a:cubicBezTo>
                    <a:pt x="1170" y="1290"/>
                    <a:pt x="1165" y="1290"/>
                    <a:pt x="1159" y="1290"/>
                  </a:cubicBezTo>
                  <a:cubicBezTo>
                    <a:pt x="1089" y="1290"/>
                    <a:pt x="1007" y="1335"/>
                    <a:pt x="1127" y="1380"/>
                  </a:cubicBezTo>
                  <a:lnTo>
                    <a:pt x="1111" y="1404"/>
                  </a:lnTo>
                  <a:cubicBezTo>
                    <a:pt x="1038" y="1404"/>
                    <a:pt x="1030" y="1420"/>
                    <a:pt x="1087" y="1461"/>
                  </a:cubicBezTo>
                  <a:lnTo>
                    <a:pt x="1143" y="1501"/>
                  </a:lnTo>
                  <a:cubicBezTo>
                    <a:pt x="1100" y="1480"/>
                    <a:pt x="1057" y="1469"/>
                    <a:pt x="1031" y="1469"/>
                  </a:cubicBezTo>
                  <a:cubicBezTo>
                    <a:pt x="1017" y="1469"/>
                    <a:pt x="1008" y="1472"/>
                    <a:pt x="1006" y="1477"/>
                  </a:cubicBezTo>
                  <a:cubicBezTo>
                    <a:pt x="997" y="1485"/>
                    <a:pt x="997" y="1485"/>
                    <a:pt x="1062" y="1509"/>
                  </a:cubicBezTo>
                  <a:cubicBezTo>
                    <a:pt x="1135" y="1526"/>
                    <a:pt x="1127" y="1542"/>
                    <a:pt x="1119" y="1550"/>
                  </a:cubicBezTo>
                  <a:cubicBezTo>
                    <a:pt x="1117" y="1555"/>
                    <a:pt x="1109" y="1557"/>
                    <a:pt x="1099" y="1557"/>
                  </a:cubicBezTo>
                  <a:cubicBezTo>
                    <a:pt x="1073" y="1557"/>
                    <a:pt x="1027" y="1545"/>
                    <a:pt x="981" y="1534"/>
                  </a:cubicBezTo>
                  <a:lnTo>
                    <a:pt x="973" y="1542"/>
                  </a:lnTo>
                  <a:cubicBezTo>
                    <a:pt x="1063" y="1575"/>
                    <a:pt x="1087" y="1594"/>
                    <a:pt x="1074" y="1594"/>
                  </a:cubicBezTo>
                  <a:cubicBezTo>
                    <a:pt x="1069" y="1594"/>
                    <a:pt x="1056" y="1590"/>
                    <a:pt x="1038" y="1582"/>
                  </a:cubicBezTo>
                  <a:cubicBezTo>
                    <a:pt x="1024" y="1581"/>
                    <a:pt x="1013" y="1580"/>
                    <a:pt x="1003" y="1580"/>
                  </a:cubicBezTo>
                  <a:cubicBezTo>
                    <a:pt x="962" y="1580"/>
                    <a:pt x="957" y="1592"/>
                    <a:pt x="957" y="1599"/>
                  </a:cubicBezTo>
                  <a:lnTo>
                    <a:pt x="892" y="1582"/>
                  </a:lnTo>
                  <a:cubicBezTo>
                    <a:pt x="882" y="1581"/>
                    <a:pt x="875" y="1581"/>
                    <a:pt x="870" y="1581"/>
                  </a:cubicBezTo>
                  <a:cubicBezTo>
                    <a:pt x="837" y="1581"/>
                    <a:pt x="893" y="1601"/>
                    <a:pt x="949" y="1615"/>
                  </a:cubicBezTo>
                  <a:lnTo>
                    <a:pt x="941" y="1647"/>
                  </a:lnTo>
                  <a:cubicBezTo>
                    <a:pt x="933" y="1664"/>
                    <a:pt x="933" y="1672"/>
                    <a:pt x="997" y="1680"/>
                  </a:cubicBezTo>
                  <a:cubicBezTo>
                    <a:pt x="1062" y="1696"/>
                    <a:pt x="1127" y="1720"/>
                    <a:pt x="1127" y="1728"/>
                  </a:cubicBezTo>
                  <a:cubicBezTo>
                    <a:pt x="1074" y="1715"/>
                    <a:pt x="1021" y="1702"/>
                    <a:pt x="999" y="1702"/>
                  </a:cubicBezTo>
                  <a:cubicBezTo>
                    <a:pt x="994" y="1702"/>
                    <a:pt x="991" y="1703"/>
                    <a:pt x="989" y="1704"/>
                  </a:cubicBezTo>
                  <a:cubicBezTo>
                    <a:pt x="987" y="1709"/>
                    <a:pt x="978" y="1711"/>
                    <a:pt x="967" y="1711"/>
                  </a:cubicBezTo>
                  <a:cubicBezTo>
                    <a:pt x="945" y="1711"/>
                    <a:pt x="916" y="1704"/>
                    <a:pt x="916" y="1704"/>
                  </a:cubicBezTo>
                  <a:cubicBezTo>
                    <a:pt x="889" y="1693"/>
                    <a:pt x="871" y="1689"/>
                    <a:pt x="859" y="1689"/>
                  </a:cubicBezTo>
                  <a:cubicBezTo>
                    <a:pt x="817" y="1689"/>
                    <a:pt x="856" y="1742"/>
                    <a:pt x="900" y="1761"/>
                  </a:cubicBezTo>
                  <a:cubicBezTo>
                    <a:pt x="987" y="1804"/>
                    <a:pt x="1012" y="1822"/>
                    <a:pt x="981" y="1822"/>
                  </a:cubicBezTo>
                  <a:cubicBezTo>
                    <a:pt x="965" y="1822"/>
                    <a:pt x="935" y="1818"/>
                    <a:pt x="892" y="1809"/>
                  </a:cubicBezTo>
                  <a:cubicBezTo>
                    <a:pt x="869" y="1805"/>
                    <a:pt x="854" y="1804"/>
                    <a:pt x="845" y="1804"/>
                  </a:cubicBezTo>
                  <a:cubicBezTo>
                    <a:pt x="799" y="1804"/>
                    <a:pt x="917" y="1850"/>
                    <a:pt x="1087" y="1891"/>
                  </a:cubicBezTo>
                  <a:lnTo>
                    <a:pt x="1281" y="1939"/>
                  </a:lnTo>
                  <a:lnTo>
                    <a:pt x="1079" y="1907"/>
                  </a:lnTo>
                  <a:cubicBezTo>
                    <a:pt x="968" y="1893"/>
                    <a:pt x="901" y="1885"/>
                    <a:pt x="871" y="1885"/>
                  </a:cubicBezTo>
                  <a:cubicBezTo>
                    <a:pt x="828" y="1885"/>
                    <a:pt x="857" y="1901"/>
                    <a:pt x="933" y="1939"/>
                  </a:cubicBezTo>
                  <a:cubicBezTo>
                    <a:pt x="977" y="1967"/>
                    <a:pt x="991" y="1976"/>
                    <a:pt x="974" y="1976"/>
                  </a:cubicBezTo>
                  <a:cubicBezTo>
                    <a:pt x="967" y="1976"/>
                    <a:pt x="953" y="1974"/>
                    <a:pt x="933" y="1972"/>
                  </a:cubicBezTo>
                  <a:cubicBezTo>
                    <a:pt x="920" y="1970"/>
                    <a:pt x="910" y="1970"/>
                    <a:pt x="902" y="1970"/>
                  </a:cubicBezTo>
                  <a:cubicBezTo>
                    <a:pt x="859" y="1970"/>
                    <a:pt x="858" y="1986"/>
                    <a:pt x="852" y="2020"/>
                  </a:cubicBezTo>
                  <a:cubicBezTo>
                    <a:pt x="852" y="2069"/>
                    <a:pt x="843" y="2085"/>
                    <a:pt x="916" y="2085"/>
                  </a:cubicBezTo>
                  <a:cubicBezTo>
                    <a:pt x="916" y="2085"/>
                    <a:pt x="916" y="2101"/>
                    <a:pt x="908" y="2118"/>
                  </a:cubicBezTo>
                  <a:cubicBezTo>
                    <a:pt x="800" y="2124"/>
                    <a:pt x="827" y="2154"/>
                    <a:pt x="920" y="2154"/>
                  </a:cubicBezTo>
                  <a:cubicBezTo>
                    <a:pt x="938" y="2154"/>
                    <a:pt x="959" y="2153"/>
                    <a:pt x="981" y="2150"/>
                  </a:cubicBezTo>
                  <a:lnTo>
                    <a:pt x="981" y="2150"/>
                  </a:lnTo>
                  <a:lnTo>
                    <a:pt x="973" y="2182"/>
                  </a:lnTo>
                  <a:lnTo>
                    <a:pt x="908" y="2174"/>
                  </a:lnTo>
                  <a:cubicBezTo>
                    <a:pt x="843" y="2174"/>
                    <a:pt x="835" y="2207"/>
                    <a:pt x="835" y="2336"/>
                  </a:cubicBezTo>
                  <a:cubicBezTo>
                    <a:pt x="827" y="2491"/>
                    <a:pt x="827" y="2499"/>
                    <a:pt x="965" y="2499"/>
                  </a:cubicBezTo>
                  <a:cubicBezTo>
                    <a:pt x="1103" y="2507"/>
                    <a:pt x="1103" y="2523"/>
                    <a:pt x="965" y="2523"/>
                  </a:cubicBezTo>
                  <a:cubicBezTo>
                    <a:pt x="900" y="2531"/>
                    <a:pt x="827" y="2547"/>
                    <a:pt x="900" y="2547"/>
                  </a:cubicBezTo>
                  <a:cubicBezTo>
                    <a:pt x="900" y="2547"/>
                    <a:pt x="900" y="2572"/>
                    <a:pt x="835" y="2596"/>
                  </a:cubicBezTo>
                  <a:cubicBezTo>
                    <a:pt x="719" y="2644"/>
                    <a:pt x="753" y="2663"/>
                    <a:pt x="805" y="2663"/>
                  </a:cubicBezTo>
                  <a:cubicBezTo>
                    <a:pt x="815" y="2663"/>
                    <a:pt x="825" y="2662"/>
                    <a:pt x="835" y="2661"/>
                  </a:cubicBezTo>
                  <a:cubicBezTo>
                    <a:pt x="885" y="2649"/>
                    <a:pt x="907" y="2645"/>
                    <a:pt x="912" y="2645"/>
                  </a:cubicBezTo>
                  <a:cubicBezTo>
                    <a:pt x="922" y="2645"/>
                    <a:pt x="877" y="2658"/>
                    <a:pt x="835" y="2669"/>
                  </a:cubicBezTo>
                  <a:cubicBezTo>
                    <a:pt x="783" y="2689"/>
                    <a:pt x="730" y="2714"/>
                    <a:pt x="747" y="2714"/>
                  </a:cubicBezTo>
                  <a:cubicBezTo>
                    <a:pt x="751" y="2714"/>
                    <a:pt x="758" y="2712"/>
                    <a:pt x="770" y="2709"/>
                  </a:cubicBezTo>
                  <a:cubicBezTo>
                    <a:pt x="843" y="2726"/>
                    <a:pt x="925" y="2799"/>
                    <a:pt x="787" y="2823"/>
                  </a:cubicBezTo>
                  <a:lnTo>
                    <a:pt x="795" y="2855"/>
                  </a:lnTo>
                  <a:cubicBezTo>
                    <a:pt x="803" y="2854"/>
                    <a:pt x="811" y="2854"/>
                    <a:pt x="818" y="2854"/>
                  </a:cubicBezTo>
                  <a:cubicBezTo>
                    <a:pt x="862" y="2854"/>
                    <a:pt x="868" y="2876"/>
                    <a:pt x="868" y="2904"/>
                  </a:cubicBezTo>
                  <a:cubicBezTo>
                    <a:pt x="876" y="2936"/>
                    <a:pt x="876" y="2953"/>
                    <a:pt x="811" y="2969"/>
                  </a:cubicBezTo>
                  <a:cubicBezTo>
                    <a:pt x="746" y="2969"/>
                    <a:pt x="746" y="2985"/>
                    <a:pt x="819" y="3001"/>
                  </a:cubicBezTo>
                  <a:cubicBezTo>
                    <a:pt x="821" y="3006"/>
                    <a:pt x="833" y="3007"/>
                    <a:pt x="849" y="3007"/>
                  </a:cubicBezTo>
                  <a:cubicBezTo>
                    <a:pt x="874" y="3007"/>
                    <a:pt x="910" y="3004"/>
                    <a:pt x="936" y="3004"/>
                  </a:cubicBezTo>
                  <a:cubicBezTo>
                    <a:pt x="951" y="3004"/>
                    <a:pt x="963" y="3005"/>
                    <a:pt x="965" y="3009"/>
                  </a:cubicBezTo>
                  <a:cubicBezTo>
                    <a:pt x="1005" y="2999"/>
                    <a:pt x="1045" y="2992"/>
                    <a:pt x="1072" y="2992"/>
                  </a:cubicBezTo>
                  <a:cubicBezTo>
                    <a:pt x="1088" y="2992"/>
                    <a:pt x="1100" y="2995"/>
                    <a:pt x="1103" y="3001"/>
                  </a:cubicBezTo>
                  <a:lnTo>
                    <a:pt x="1038" y="3018"/>
                  </a:lnTo>
                  <a:lnTo>
                    <a:pt x="908" y="3058"/>
                  </a:lnTo>
                  <a:cubicBezTo>
                    <a:pt x="908" y="3068"/>
                    <a:pt x="912" y="3079"/>
                    <a:pt x="930" y="3079"/>
                  </a:cubicBezTo>
                  <a:cubicBezTo>
                    <a:pt x="941" y="3079"/>
                    <a:pt x="957" y="3075"/>
                    <a:pt x="981" y="3066"/>
                  </a:cubicBezTo>
                  <a:lnTo>
                    <a:pt x="981" y="3066"/>
                  </a:lnTo>
                  <a:cubicBezTo>
                    <a:pt x="925" y="3107"/>
                    <a:pt x="925" y="3123"/>
                    <a:pt x="933" y="3147"/>
                  </a:cubicBezTo>
                  <a:cubicBezTo>
                    <a:pt x="940" y="3176"/>
                    <a:pt x="954" y="3205"/>
                    <a:pt x="1003" y="3205"/>
                  </a:cubicBezTo>
                  <a:cubicBezTo>
                    <a:pt x="1009" y="3205"/>
                    <a:pt x="1015" y="3205"/>
                    <a:pt x="1022" y="3204"/>
                  </a:cubicBezTo>
                  <a:lnTo>
                    <a:pt x="1022" y="3204"/>
                  </a:lnTo>
                  <a:cubicBezTo>
                    <a:pt x="921" y="3258"/>
                    <a:pt x="932" y="3328"/>
                    <a:pt x="1011" y="3328"/>
                  </a:cubicBezTo>
                  <a:cubicBezTo>
                    <a:pt x="1028" y="3328"/>
                    <a:pt x="1048" y="3325"/>
                    <a:pt x="1070" y="3318"/>
                  </a:cubicBezTo>
                  <a:cubicBezTo>
                    <a:pt x="1094" y="3306"/>
                    <a:pt x="1109" y="3300"/>
                    <a:pt x="1116" y="3300"/>
                  </a:cubicBezTo>
                  <a:cubicBezTo>
                    <a:pt x="1128" y="3300"/>
                    <a:pt x="1114" y="3316"/>
                    <a:pt x="1079" y="3342"/>
                  </a:cubicBezTo>
                  <a:cubicBezTo>
                    <a:pt x="1048" y="3373"/>
                    <a:pt x="1036" y="3384"/>
                    <a:pt x="1049" y="3384"/>
                  </a:cubicBezTo>
                  <a:cubicBezTo>
                    <a:pt x="1056" y="3384"/>
                    <a:pt x="1071" y="3380"/>
                    <a:pt x="1095" y="3374"/>
                  </a:cubicBezTo>
                  <a:cubicBezTo>
                    <a:pt x="1105" y="3372"/>
                    <a:pt x="1112" y="3371"/>
                    <a:pt x="1117" y="3371"/>
                  </a:cubicBezTo>
                  <a:cubicBezTo>
                    <a:pt x="1145" y="3371"/>
                    <a:pt x="1102" y="3406"/>
                    <a:pt x="1054" y="3447"/>
                  </a:cubicBezTo>
                  <a:cubicBezTo>
                    <a:pt x="967" y="3503"/>
                    <a:pt x="952" y="3526"/>
                    <a:pt x="979" y="3526"/>
                  </a:cubicBezTo>
                  <a:cubicBezTo>
                    <a:pt x="987" y="3526"/>
                    <a:pt x="999" y="3524"/>
                    <a:pt x="1014" y="3520"/>
                  </a:cubicBezTo>
                  <a:cubicBezTo>
                    <a:pt x="1095" y="3520"/>
                    <a:pt x="1103" y="3545"/>
                    <a:pt x="1111" y="3561"/>
                  </a:cubicBezTo>
                  <a:cubicBezTo>
                    <a:pt x="1192" y="3553"/>
                    <a:pt x="1192" y="3561"/>
                    <a:pt x="1249" y="3512"/>
                  </a:cubicBezTo>
                  <a:cubicBezTo>
                    <a:pt x="1289" y="3488"/>
                    <a:pt x="1330" y="3472"/>
                    <a:pt x="1370" y="3447"/>
                  </a:cubicBezTo>
                  <a:cubicBezTo>
                    <a:pt x="1378" y="3446"/>
                    <a:pt x="1384" y="3446"/>
                    <a:pt x="1388" y="3446"/>
                  </a:cubicBezTo>
                  <a:cubicBezTo>
                    <a:pt x="1420" y="3446"/>
                    <a:pt x="1394" y="3465"/>
                    <a:pt x="1383" y="3465"/>
                  </a:cubicBezTo>
                  <a:cubicBezTo>
                    <a:pt x="1381" y="3465"/>
                    <a:pt x="1379" y="3464"/>
                    <a:pt x="1379" y="3463"/>
                  </a:cubicBezTo>
                  <a:cubicBezTo>
                    <a:pt x="1306" y="3480"/>
                    <a:pt x="1314" y="3488"/>
                    <a:pt x="1265" y="3536"/>
                  </a:cubicBezTo>
                  <a:cubicBezTo>
                    <a:pt x="1208" y="3585"/>
                    <a:pt x="1233" y="3617"/>
                    <a:pt x="1241" y="3626"/>
                  </a:cubicBezTo>
                  <a:lnTo>
                    <a:pt x="1273" y="3674"/>
                  </a:lnTo>
                  <a:cubicBezTo>
                    <a:pt x="1252" y="3727"/>
                    <a:pt x="1252" y="3752"/>
                    <a:pt x="1267" y="3752"/>
                  </a:cubicBezTo>
                  <a:cubicBezTo>
                    <a:pt x="1276" y="3752"/>
                    <a:pt x="1289" y="3745"/>
                    <a:pt x="1306" y="3731"/>
                  </a:cubicBezTo>
                  <a:cubicBezTo>
                    <a:pt x="1327" y="3713"/>
                    <a:pt x="1344" y="3698"/>
                    <a:pt x="1357" y="3687"/>
                  </a:cubicBezTo>
                  <a:lnTo>
                    <a:pt x="1357" y="3687"/>
                  </a:lnTo>
                  <a:cubicBezTo>
                    <a:pt x="1282" y="3763"/>
                    <a:pt x="1338" y="3864"/>
                    <a:pt x="1415" y="3864"/>
                  </a:cubicBezTo>
                  <a:cubicBezTo>
                    <a:pt x="1437" y="3864"/>
                    <a:pt x="1461" y="3856"/>
                    <a:pt x="1484" y="3836"/>
                  </a:cubicBezTo>
                  <a:lnTo>
                    <a:pt x="1484" y="3836"/>
                  </a:lnTo>
                  <a:cubicBezTo>
                    <a:pt x="1471" y="3849"/>
                    <a:pt x="1453" y="3867"/>
                    <a:pt x="1435" y="3885"/>
                  </a:cubicBezTo>
                  <a:cubicBezTo>
                    <a:pt x="1387" y="3934"/>
                    <a:pt x="1403" y="3942"/>
                    <a:pt x="1419" y="3966"/>
                  </a:cubicBezTo>
                  <a:cubicBezTo>
                    <a:pt x="1435" y="3974"/>
                    <a:pt x="1524" y="3974"/>
                    <a:pt x="1557" y="3999"/>
                  </a:cubicBezTo>
                  <a:cubicBezTo>
                    <a:pt x="1587" y="4023"/>
                    <a:pt x="1614" y="4045"/>
                    <a:pt x="1639" y="4045"/>
                  </a:cubicBezTo>
                  <a:cubicBezTo>
                    <a:pt x="1655" y="4045"/>
                    <a:pt x="1671" y="4037"/>
                    <a:pt x="1687" y="4015"/>
                  </a:cubicBezTo>
                  <a:lnTo>
                    <a:pt x="1687" y="4015"/>
                  </a:lnTo>
                  <a:cubicBezTo>
                    <a:pt x="1695" y="4031"/>
                    <a:pt x="1695" y="4023"/>
                    <a:pt x="1654" y="4080"/>
                  </a:cubicBezTo>
                  <a:cubicBezTo>
                    <a:pt x="1597" y="4128"/>
                    <a:pt x="1614" y="4136"/>
                    <a:pt x="1630" y="4144"/>
                  </a:cubicBezTo>
                  <a:cubicBezTo>
                    <a:pt x="1630" y="4145"/>
                    <a:pt x="1631" y="4145"/>
                    <a:pt x="1632" y="4145"/>
                  </a:cubicBezTo>
                  <a:cubicBezTo>
                    <a:pt x="1644" y="4145"/>
                    <a:pt x="1682" y="4100"/>
                    <a:pt x="1719" y="4047"/>
                  </a:cubicBezTo>
                  <a:cubicBezTo>
                    <a:pt x="1737" y="4022"/>
                    <a:pt x="1748" y="4010"/>
                    <a:pt x="1754" y="4010"/>
                  </a:cubicBezTo>
                  <a:cubicBezTo>
                    <a:pt x="1762" y="4010"/>
                    <a:pt x="1761" y="4030"/>
                    <a:pt x="1752" y="4072"/>
                  </a:cubicBezTo>
                  <a:cubicBezTo>
                    <a:pt x="1746" y="4125"/>
                    <a:pt x="1770" y="4161"/>
                    <a:pt x="1808" y="4161"/>
                  </a:cubicBezTo>
                  <a:cubicBezTo>
                    <a:pt x="1823" y="4161"/>
                    <a:pt x="1839" y="4156"/>
                    <a:pt x="1857" y="4144"/>
                  </a:cubicBezTo>
                  <a:lnTo>
                    <a:pt x="1857" y="4144"/>
                  </a:lnTo>
                  <a:cubicBezTo>
                    <a:pt x="1865" y="4153"/>
                    <a:pt x="1881" y="4161"/>
                    <a:pt x="1849" y="4217"/>
                  </a:cubicBezTo>
                  <a:cubicBezTo>
                    <a:pt x="1833" y="4260"/>
                    <a:pt x="1827" y="4309"/>
                    <a:pt x="1850" y="4309"/>
                  </a:cubicBezTo>
                  <a:cubicBezTo>
                    <a:pt x="1862" y="4309"/>
                    <a:pt x="1883" y="4295"/>
                    <a:pt x="1914" y="4258"/>
                  </a:cubicBezTo>
                  <a:lnTo>
                    <a:pt x="1914" y="4258"/>
                  </a:lnTo>
                  <a:cubicBezTo>
                    <a:pt x="1930" y="4266"/>
                    <a:pt x="1930" y="4266"/>
                    <a:pt x="1897" y="4323"/>
                  </a:cubicBezTo>
                  <a:cubicBezTo>
                    <a:pt x="1888" y="4366"/>
                    <a:pt x="1873" y="4403"/>
                    <a:pt x="1877" y="4403"/>
                  </a:cubicBezTo>
                  <a:cubicBezTo>
                    <a:pt x="1880" y="4403"/>
                    <a:pt x="1892" y="4386"/>
                    <a:pt x="1922" y="4339"/>
                  </a:cubicBezTo>
                  <a:cubicBezTo>
                    <a:pt x="1944" y="4325"/>
                    <a:pt x="1964" y="4318"/>
                    <a:pt x="1980" y="4318"/>
                  </a:cubicBezTo>
                  <a:cubicBezTo>
                    <a:pt x="2010" y="4318"/>
                    <a:pt x="2027" y="4343"/>
                    <a:pt x="2027" y="4396"/>
                  </a:cubicBezTo>
                  <a:cubicBezTo>
                    <a:pt x="2031" y="4396"/>
                    <a:pt x="2034" y="4396"/>
                    <a:pt x="2037" y="4396"/>
                  </a:cubicBezTo>
                  <a:cubicBezTo>
                    <a:pt x="2048" y="4396"/>
                    <a:pt x="2059" y="4391"/>
                    <a:pt x="2084" y="4347"/>
                  </a:cubicBezTo>
                  <a:lnTo>
                    <a:pt x="2108" y="4282"/>
                  </a:lnTo>
                  <a:lnTo>
                    <a:pt x="2108" y="4282"/>
                  </a:lnTo>
                  <a:cubicBezTo>
                    <a:pt x="2088" y="4348"/>
                    <a:pt x="2078" y="4381"/>
                    <a:pt x="2082" y="4381"/>
                  </a:cubicBezTo>
                  <a:cubicBezTo>
                    <a:pt x="2087" y="4381"/>
                    <a:pt x="2105" y="4350"/>
                    <a:pt x="2141" y="4290"/>
                  </a:cubicBezTo>
                  <a:cubicBezTo>
                    <a:pt x="2152" y="4263"/>
                    <a:pt x="2160" y="4249"/>
                    <a:pt x="2163" y="4249"/>
                  </a:cubicBezTo>
                  <a:cubicBezTo>
                    <a:pt x="2165" y="4249"/>
                    <a:pt x="2161" y="4265"/>
                    <a:pt x="2149" y="4299"/>
                  </a:cubicBezTo>
                  <a:cubicBezTo>
                    <a:pt x="2141" y="4372"/>
                    <a:pt x="2157" y="4380"/>
                    <a:pt x="2157" y="4380"/>
                  </a:cubicBezTo>
                  <a:cubicBezTo>
                    <a:pt x="2169" y="4380"/>
                    <a:pt x="2219" y="4362"/>
                    <a:pt x="2274" y="4362"/>
                  </a:cubicBezTo>
                  <a:cubicBezTo>
                    <a:pt x="2294" y="4362"/>
                    <a:pt x="2315" y="4365"/>
                    <a:pt x="2335" y="4372"/>
                  </a:cubicBezTo>
                  <a:cubicBezTo>
                    <a:pt x="2390" y="4391"/>
                    <a:pt x="2429" y="4403"/>
                    <a:pt x="2458" y="4403"/>
                  </a:cubicBezTo>
                  <a:cubicBezTo>
                    <a:pt x="2488" y="4403"/>
                    <a:pt x="2505" y="4389"/>
                    <a:pt x="2514" y="4355"/>
                  </a:cubicBezTo>
                  <a:cubicBezTo>
                    <a:pt x="2526" y="4323"/>
                    <a:pt x="2532" y="4307"/>
                    <a:pt x="2535" y="4307"/>
                  </a:cubicBezTo>
                  <a:cubicBezTo>
                    <a:pt x="2538" y="4307"/>
                    <a:pt x="2538" y="4323"/>
                    <a:pt x="2538" y="4355"/>
                  </a:cubicBezTo>
                  <a:cubicBezTo>
                    <a:pt x="2538" y="4428"/>
                    <a:pt x="2554" y="4428"/>
                    <a:pt x="2570" y="4436"/>
                  </a:cubicBezTo>
                  <a:cubicBezTo>
                    <a:pt x="2587" y="4436"/>
                    <a:pt x="2603" y="4436"/>
                    <a:pt x="2595" y="4509"/>
                  </a:cubicBezTo>
                  <a:cubicBezTo>
                    <a:pt x="2619" y="4444"/>
                    <a:pt x="2619" y="4444"/>
                    <a:pt x="2635" y="4444"/>
                  </a:cubicBezTo>
                  <a:cubicBezTo>
                    <a:pt x="2627" y="4479"/>
                    <a:pt x="2627" y="4497"/>
                    <a:pt x="2633" y="4497"/>
                  </a:cubicBezTo>
                  <a:cubicBezTo>
                    <a:pt x="2639" y="4497"/>
                    <a:pt x="2648" y="4483"/>
                    <a:pt x="2660" y="4453"/>
                  </a:cubicBezTo>
                  <a:cubicBezTo>
                    <a:pt x="2676" y="4384"/>
                    <a:pt x="2684" y="4349"/>
                    <a:pt x="2686" y="4349"/>
                  </a:cubicBezTo>
                  <a:cubicBezTo>
                    <a:pt x="2688" y="4349"/>
                    <a:pt x="2684" y="4384"/>
                    <a:pt x="2676" y="4453"/>
                  </a:cubicBezTo>
                  <a:cubicBezTo>
                    <a:pt x="2670" y="4500"/>
                    <a:pt x="2694" y="4551"/>
                    <a:pt x="2701" y="4551"/>
                  </a:cubicBezTo>
                  <a:cubicBezTo>
                    <a:pt x="2704" y="4551"/>
                    <a:pt x="2705" y="4543"/>
                    <a:pt x="2700" y="4526"/>
                  </a:cubicBezTo>
                  <a:cubicBezTo>
                    <a:pt x="2708" y="4453"/>
                    <a:pt x="2741" y="4461"/>
                    <a:pt x="2757" y="4388"/>
                  </a:cubicBezTo>
                  <a:cubicBezTo>
                    <a:pt x="2765" y="4396"/>
                    <a:pt x="2781" y="4396"/>
                    <a:pt x="2781" y="4461"/>
                  </a:cubicBezTo>
                  <a:cubicBezTo>
                    <a:pt x="2786" y="4480"/>
                    <a:pt x="2796" y="4488"/>
                    <a:pt x="2807" y="4488"/>
                  </a:cubicBezTo>
                  <a:cubicBezTo>
                    <a:pt x="2835" y="4488"/>
                    <a:pt x="2875" y="4442"/>
                    <a:pt x="2887" y="4396"/>
                  </a:cubicBezTo>
                  <a:cubicBezTo>
                    <a:pt x="2883" y="4359"/>
                    <a:pt x="2885" y="4341"/>
                    <a:pt x="2889" y="4341"/>
                  </a:cubicBezTo>
                  <a:cubicBezTo>
                    <a:pt x="2893" y="4341"/>
                    <a:pt x="2899" y="4359"/>
                    <a:pt x="2903" y="4396"/>
                  </a:cubicBezTo>
                  <a:cubicBezTo>
                    <a:pt x="2903" y="4461"/>
                    <a:pt x="2919" y="4461"/>
                    <a:pt x="2935" y="4461"/>
                  </a:cubicBezTo>
                  <a:cubicBezTo>
                    <a:pt x="2938" y="4442"/>
                    <a:pt x="2940" y="4434"/>
                    <a:pt x="2942" y="4434"/>
                  </a:cubicBezTo>
                  <a:cubicBezTo>
                    <a:pt x="2947" y="4434"/>
                    <a:pt x="2951" y="4480"/>
                    <a:pt x="2951" y="4526"/>
                  </a:cubicBezTo>
                  <a:cubicBezTo>
                    <a:pt x="2943" y="4599"/>
                    <a:pt x="2960" y="4599"/>
                    <a:pt x="2992" y="4599"/>
                  </a:cubicBezTo>
                  <a:cubicBezTo>
                    <a:pt x="3000" y="4526"/>
                    <a:pt x="3065" y="4526"/>
                    <a:pt x="3114" y="4517"/>
                  </a:cubicBezTo>
                  <a:cubicBezTo>
                    <a:pt x="3195" y="4509"/>
                    <a:pt x="3203" y="4436"/>
                    <a:pt x="3203" y="4299"/>
                  </a:cubicBezTo>
                  <a:lnTo>
                    <a:pt x="3195" y="4161"/>
                  </a:lnTo>
                  <a:lnTo>
                    <a:pt x="3219" y="4299"/>
                  </a:lnTo>
                  <a:cubicBezTo>
                    <a:pt x="3235" y="4363"/>
                    <a:pt x="3276" y="4493"/>
                    <a:pt x="3276" y="4493"/>
                  </a:cubicBezTo>
                  <a:cubicBezTo>
                    <a:pt x="3292" y="4493"/>
                    <a:pt x="3276" y="4428"/>
                    <a:pt x="3260" y="4355"/>
                  </a:cubicBezTo>
                  <a:cubicBezTo>
                    <a:pt x="3255" y="4322"/>
                    <a:pt x="3256" y="4306"/>
                    <a:pt x="3263" y="4306"/>
                  </a:cubicBezTo>
                  <a:cubicBezTo>
                    <a:pt x="3271" y="4306"/>
                    <a:pt x="3285" y="4320"/>
                    <a:pt x="3308" y="4347"/>
                  </a:cubicBezTo>
                  <a:cubicBezTo>
                    <a:pt x="3328" y="4379"/>
                    <a:pt x="3342" y="4395"/>
                    <a:pt x="3351" y="4395"/>
                  </a:cubicBezTo>
                  <a:cubicBezTo>
                    <a:pt x="3361" y="4395"/>
                    <a:pt x="3365" y="4377"/>
                    <a:pt x="3365" y="4339"/>
                  </a:cubicBezTo>
                  <a:cubicBezTo>
                    <a:pt x="3368" y="4339"/>
                    <a:pt x="3371" y="4339"/>
                    <a:pt x="3375" y="4339"/>
                  </a:cubicBezTo>
                  <a:cubicBezTo>
                    <a:pt x="3388" y="4339"/>
                    <a:pt x="3404" y="4344"/>
                    <a:pt x="3430" y="4396"/>
                  </a:cubicBezTo>
                  <a:cubicBezTo>
                    <a:pt x="3446" y="4388"/>
                    <a:pt x="3446" y="4388"/>
                    <a:pt x="3430" y="4323"/>
                  </a:cubicBezTo>
                  <a:cubicBezTo>
                    <a:pt x="3417" y="4289"/>
                    <a:pt x="3416" y="4273"/>
                    <a:pt x="3421" y="4273"/>
                  </a:cubicBezTo>
                  <a:cubicBezTo>
                    <a:pt x="3427" y="4273"/>
                    <a:pt x="3438" y="4287"/>
                    <a:pt x="3454" y="4315"/>
                  </a:cubicBezTo>
                  <a:cubicBezTo>
                    <a:pt x="3485" y="4385"/>
                    <a:pt x="3513" y="4413"/>
                    <a:pt x="3529" y="4413"/>
                  </a:cubicBezTo>
                  <a:cubicBezTo>
                    <a:pt x="3542" y="4413"/>
                    <a:pt x="3546" y="4393"/>
                    <a:pt x="3535" y="4363"/>
                  </a:cubicBezTo>
                  <a:cubicBezTo>
                    <a:pt x="3511" y="4299"/>
                    <a:pt x="3527" y="4299"/>
                    <a:pt x="3543" y="4290"/>
                  </a:cubicBezTo>
                  <a:cubicBezTo>
                    <a:pt x="3560" y="4290"/>
                    <a:pt x="3576" y="4282"/>
                    <a:pt x="3560" y="4217"/>
                  </a:cubicBezTo>
                  <a:lnTo>
                    <a:pt x="3592" y="4209"/>
                  </a:lnTo>
                  <a:cubicBezTo>
                    <a:pt x="3593" y="4209"/>
                    <a:pt x="3594" y="4209"/>
                    <a:pt x="3594" y="4209"/>
                  </a:cubicBezTo>
                  <a:cubicBezTo>
                    <a:pt x="3609" y="4209"/>
                    <a:pt x="3615" y="4274"/>
                    <a:pt x="3600" y="4274"/>
                  </a:cubicBezTo>
                  <a:lnTo>
                    <a:pt x="3641" y="4331"/>
                  </a:lnTo>
                  <a:cubicBezTo>
                    <a:pt x="3673" y="4323"/>
                    <a:pt x="3681" y="4315"/>
                    <a:pt x="3673" y="4250"/>
                  </a:cubicBezTo>
                  <a:cubicBezTo>
                    <a:pt x="3652" y="4184"/>
                    <a:pt x="3642" y="4152"/>
                    <a:pt x="3645" y="4152"/>
                  </a:cubicBezTo>
                  <a:cubicBezTo>
                    <a:pt x="3647" y="4152"/>
                    <a:pt x="3661" y="4182"/>
                    <a:pt x="3689" y="4242"/>
                  </a:cubicBezTo>
                  <a:cubicBezTo>
                    <a:pt x="3706" y="4286"/>
                    <a:pt x="3730" y="4327"/>
                    <a:pt x="3741" y="4327"/>
                  </a:cubicBezTo>
                  <a:cubicBezTo>
                    <a:pt x="3746" y="4327"/>
                    <a:pt x="3749" y="4319"/>
                    <a:pt x="3746" y="4299"/>
                  </a:cubicBezTo>
                  <a:cubicBezTo>
                    <a:pt x="3724" y="4240"/>
                    <a:pt x="3722" y="4220"/>
                    <a:pt x="3728" y="4220"/>
                  </a:cubicBezTo>
                  <a:cubicBezTo>
                    <a:pt x="3736" y="4220"/>
                    <a:pt x="3757" y="4251"/>
                    <a:pt x="3770" y="4282"/>
                  </a:cubicBezTo>
                  <a:cubicBezTo>
                    <a:pt x="3790" y="4345"/>
                    <a:pt x="3800" y="4378"/>
                    <a:pt x="3805" y="4378"/>
                  </a:cubicBezTo>
                  <a:cubicBezTo>
                    <a:pt x="3811" y="4378"/>
                    <a:pt x="3811" y="4341"/>
                    <a:pt x="3811" y="4266"/>
                  </a:cubicBezTo>
                  <a:cubicBezTo>
                    <a:pt x="3843" y="4250"/>
                    <a:pt x="3868" y="4161"/>
                    <a:pt x="3908" y="4144"/>
                  </a:cubicBezTo>
                  <a:cubicBezTo>
                    <a:pt x="3935" y="4127"/>
                    <a:pt x="3954" y="4114"/>
                    <a:pt x="3974" y="4114"/>
                  </a:cubicBezTo>
                  <a:cubicBezTo>
                    <a:pt x="3991" y="4114"/>
                    <a:pt x="4008" y="4123"/>
                    <a:pt x="4030" y="4144"/>
                  </a:cubicBezTo>
                  <a:cubicBezTo>
                    <a:pt x="4041" y="4161"/>
                    <a:pt x="4052" y="4175"/>
                    <a:pt x="4061" y="4186"/>
                  </a:cubicBezTo>
                  <a:lnTo>
                    <a:pt x="4061" y="4186"/>
                  </a:lnTo>
                  <a:cubicBezTo>
                    <a:pt x="3998" y="4087"/>
                    <a:pt x="4007" y="4079"/>
                    <a:pt x="4046" y="4055"/>
                  </a:cubicBezTo>
                  <a:lnTo>
                    <a:pt x="4046" y="4055"/>
                  </a:lnTo>
                  <a:cubicBezTo>
                    <a:pt x="4060" y="4061"/>
                    <a:pt x="4071" y="4063"/>
                    <a:pt x="4079" y="4063"/>
                  </a:cubicBezTo>
                  <a:cubicBezTo>
                    <a:pt x="4121" y="4063"/>
                    <a:pt x="4105" y="4004"/>
                    <a:pt x="4078" y="3950"/>
                  </a:cubicBezTo>
                  <a:lnTo>
                    <a:pt x="4054" y="3966"/>
                  </a:lnTo>
                  <a:cubicBezTo>
                    <a:pt x="3997" y="3898"/>
                    <a:pt x="3979" y="3871"/>
                    <a:pt x="3994" y="3871"/>
                  </a:cubicBezTo>
                  <a:cubicBezTo>
                    <a:pt x="4002" y="3871"/>
                    <a:pt x="4020" y="3879"/>
                    <a:pt x="4046" y="3893"/>
                  </a:cubicBezTo>
                  <a:cubicBezTo>
                    <a:pt x="4047" y="3893"/>
                    <a:pt x="4047" y="3892"/>
                    <a:pt x="4048" y="3892"/>
                  </a:cubicBezTo>
                  <a:cubicBezTo>
                    <a:pt x="4060" y="3892"/>
                    <a:pt x="4098" y="3937"/>
                    <a:pt x="4143" y="3982"/>
                  </a:cubicBezTo>
                  <a:cubicBezTo>
                    <a:pt x="4180" y="4034"/>
                    <a:pt x="4231" y="4073"/>
                    <a:pt x="4252" y="4073"/>
                  </a:cubicBezTo>
                  <a:cubicBezTo>
                    <a:pt x="4254" y="4073"/>
                    <a:pt x="4255" y="4072"/>
                    <a:pt x="4257" y="4072"/>
                  </a:cubicBezTo>
                  <a:cubicBezTo>
                    <a:pt x="4265" y="4055"/>
                    <a:pt x="4281" y="4047"/>
                    <a:pt x="4224" y="4007"/>
                  </a:cubicBezTo>
                  <a:cubicBezTo>
                    <a:pt x="4176" y="3958"/>
                    <a:pt x="4176" y="3958"/>
                    <a:pt x="4184" y="3950"/>
                  </a:cubicBezTo>
                  <a:cubicBezTo>
                    <a:pt x="4200" y="3934"/>
                    <a:pt x="4208" y="3926"/>
                    <a:pt x="4176" y="3869"/>
                  </a:cubicBezTo>
                  <a:cubicBezTo>
                    <a:pt x="4127" y="3820"/>
                    <a:pt x="4135" y="3812"/>
                    <a:pt x="4143" y="3804"/>
                  </a:cubicBezTo>
                  <a:lnTo>
                    <a:pt x="4143" y="3804"/>
                  </a:lnTo>
                  <a:cubicBezTo>
                    <a:pt x="4172" y="3820"/>
                    <a:pt x="4192" y="3824"/>
                    <a:pt x="4205" y="3824"/>
                  </a:cubicBezTo>
                  <a:cubicBezTo>
                    <a:pt x="4218" y="3824"/>
                    <a:pt x="4224" y="3820"/>
                    <a:pt x="4224" y="3820"/>
                  </a:cubicBezTo>
                  <a:lnTo>
                    <a:pt x="4273" y="3869"/>
                  </a:lnTo>
                  <a:cubicBezTo>
                    <a:pt x="4314" y="3893"/>
                    <a:pt x="4346" y="3926"/>
                    <a:pt x="4387" y="3942"/>
                  </a:cubicBezTo>
                  <a:cubicBezTo>
                    <a:pt x="4395" y="3934"/>
                    <a:pt x="4346" y="3885"/>
                    <a:pt x="4346" y="3885"/>
                  </a:cubicBezTo>
                  <a:cubicBezTo>
                    <a:pt x="4305" y="3845"/>
                    <a:pt x="4541" y="3561"/>
                    <a:pt x="4557" y="3520"/>
                  </a:cubicBezTo>
                  <a:cubicBezTo>
                    <a:pt x="4564" y="3521"/>
                    <a:pt x="4571" y="3521"/>
                    <a:pt x="4577" y="3521"/>
                  </a:cubicBezTo>
                  <a:cubicBezTo>
                    <a:pt x="4641" y="3521"/>
                    <a:pt x="4656" y="3486"/>
                    <a:pt x="4597" y="3463"/>
                  </a:cubicBezTo>
                  <a:cubicBezTo>
                    <a:pt x="4532" y="3431"/>
                    <a:pt x="4573" y="3366"/>
                    <a:pt x="4622" y="3285"/>
                  </a:cubicBezTo>
                  <a:cubicBezTo>
                    <a:pt x="4670" y="3196"/>
                    <a:pt x="4695" y="3123"/>
                    <a:pt x="4630" y="3099"/>
                  </a:cubicBezTo>
                  <a:cubicBezTo>
                    <a:pt x="4630" y="3099"/>
                    <a:pt x="4638" y="3090"/>
                    <a:pt x="4646" y="3058"/>
                  </a:cubicBezTo>
                  <a:cubicBezTo>
                    <a:pt x="4662" y="3034"/>
                    <a:pt x="4605" y="2985"/>
                    <a:pt x="4605" y="2969"/>
                  </a:cubicBezTo>
                  <a:cubicBezTo>
                    <a:pt x="4574" y="2951"/>
                    <a:pt x="4560" y="2940"/>
                    <a:pt x="4565" y="2940"/>
                  </a:cubicBezTo>
                  <a:cubicBezTo>
                    <a:pt x="4569" y="2940"/>
                    <a:pt x="4585" y="2947"/>
                    <a:pt x="4614" y="2961"/>
                  </a:cubicBezTo>
                  <a:cubicBezTo>
                    <a:pt x="4663" y="2973"/>
                    <a:pt x="4713" y="2990"/>
                    <a:pt x="4737" y="2990"/>
                  </a:cubicBezTo>
                  <a:cubicBezTo>
                    <a:pt x="4745" y="2990"/>
                    <a:pt x="4749" y="2989"/>
                    <a:pt x="4751" y="2985"/>
                  </a:cubicBezTo>
                  <a:cubicBezTo>
                    <a:pt x="4759" y="2953"/>
                    <a:pt x="4695" y="2936"/>
                    <a:pt x="4630" y="2920"/>
                  </a:cubicBezTo>
                  <a:cubicBezTo>
                    <a:pt x="4557" y="2904"/>
                    <a:pt x="4565" y="2888"/>
                    <a:pt x="4565" y="2888"/>
                  </a:cubicBezTo>
                  <a:cubicBezTo>
                    <a:pt x="4565" y="2884"/>
                    <a:pt x="4565" y="2882"/>
                    <a:pt x="4570" y="2882"/>
                  </a:cubicBezTo>
                  <a:cubicBezTo>
                    <a:pt x="4577" y="2882"/>
                    <a:pt x="4595" y="2886"/>
                    <a:pt x="4638" y="2896"/>
                  </a:cubicBezTo>
                  <a:lnTo>
                    <a:pt x="4768" y="2928"/>
                  </a:lnTo>
                  <a:lnTo>
                    <a:pt x="4768" y="2912"/>
                  </a:lnTo>
                  <a:cubicBezTo>
                    <a:pt x="4703" y="2896"/>
                    <a:pt x="4711" y="2880"/>
                    <a:pt x="4711" y="2880"/>
                  </a:cubicBezTo>
                  <a:cubicBezTo>
                    <a:pt x="4711" y="2877"/>
                    <a:pt x="4711" y="2875"/>
                    <a:pt x="4716" y="2875"/>
                  </a:cubicBezTo>
                  <a:cubicBezTo>
                    <a:pt x="4725" y="2875"/>
                    <a:pt x="4754" y="2882"/>
                    <a:pt x="4841" y="2904"/>
                  </a:cubicBezTo>
                  <a:cubicBezTo>
                    <a:pt x="4885" y="2912"/>
                    <a:pt x="4915" y="2915"/>
                    <a:pt x="4931" y="2915"/>
                  </a:cubicBezTo>
                  <a:cubicBezTo>
                    <a:pt x="4965" y="2915"/>
                    <a:pt x="4937" y="2899"/>
                    <a:pt x="4849" y="2872"/>
                  </a:cubicBezTo>
                  <a:lnTo>
                    <a:pt x="4792" y="2823"/>
                  </a:lnTo>
                  <a:lnTo>
                    <a:pt x="4792" y="2823"/>
                  </a:lnTo>
                  <a:cubicBezTo>
                    <a:pt x="4809" y="2825"/>
                    <a:pt x="4822" y="2826"/>
                    <a:pt x="4831" y="2826"/>
                  </a:cubicBezTo>
                  <a:cubicBezTo>
                    <a:pt x="4899" y="2826"/>
                    <a:pt x="4792" y="2779"/>
                    <a:pt x="4735" y="2758"/>
                  </a:cubicBezTo>
                  <a:lnTo>
                    <a:pt x="4735" y="2758"/>
                  </a:lnTo>
                  <a:cubicBezTo>
                    <a:pt x="4759" y="2759"/>
                    <a:pt x="4779" y="2760"/>
                    <a:pt x="4795" y="2760"/>
                  </a:cubicBezTo>
                  <a:cubicBezTo>
                    <a:pt x="4871" y="2760"/>
                    <a:pt x="4857" y="2744"/>
                    <a:pt x="4743" y="2718"/>
                  </a:cubicBezTo>
                  <a:cubicBezTo>
                    <a:pt x="4678" y="2701"/>
                    <a:pt x="4678" y="2693"/>
                    <a:pt x="4751" y="2685"/>
                  </a:cubicBezTo>
                  <a:cubicBezTo>
                    <a:pt x="4824" y="2677"/>
                    <a:pt x="4824" y="2661"/>
                    <a:pt x="4824" y="2636"/>
                  </a:cubicBezTo>
                  <a:cubicBezTo>
                    <a:pt x="4759" y="2612"/>
                    <a:pt x="4776" y="2523"/>
                    <a:pt x="4776" y="2385"/>
                  </a:cubicBezTo>
                  <a:cubicBezTo>
                    <a:pt x="4784" y="2239"/>
                    <a:pt x="4784" y="2150"/>
                    <a:pt x="4719" y="2150"/>
                  </a:cubicBezTo>
                  <a:cubicBezTo>
                    <a:pt x="4719" y="2134"/>
                    <a:pt x="4719" y="2142"/>
                    <a:pt x="4784" y="2118"/>
                  </a:cubicBezTo>
                  <a:cubicBezTo>
                    <a:pt x="4849" y="2118"/>
                    <a:pt x="4849" y="2101"/>
                    <a:pt x="4719" y="2093"/>
                  </a:cubicBezTo>
                  <a:cubicBezTo>
                    <a:pt x="4682" y="2089"/>
                    <a:pt x="4648" y="2089"/>
                    <a:pt x="4639" y="2089"/>
                  </a:cubicBezTo>
                  <a:cubicBezTo>
                    <a:pt x="4630" y="2089"/>
                    <a:pt x="4646" y="2089"/>
                    <a:pt x="4711" y="2085"/>
                  </a:cubicBezTo>
                  <a:cubicBezTo>
                    <a:pt x="4784" y="2077"/>
                    <a:pt x="4784" y="2045"/>
                    <a:pt x="4776" y="1988"/>
                  </a:cubicBezTo>
                  <a:cubicBezTo>
                    <a:pt x="4776" y="1950"/>
                    <a:pt x="4769" y="1898"/>
                    <a:pt x="4708" y="1898"/>
                  </a:cubicBezTo>
                  <a:cubicBezTo>
                    <a:pt x="4704" y="1898"/>
                    <a:pt x="4699" y="1898"/>
                    <a:pt x="4695" y="1899"/>
                  </a:cubicBezTo>
                  <a:cubicBezTo>
                    <a:pt x="4630" y="1882"/>
                    <a:pt x="4630" y="1882"/>
                    <a:pt x="4695" y="1882"/>
                  </a:cubicBezTo>
                  <a:cubicBezTo>
                    <a:pt x="4832" y="1874"/>
                    <a:pt x="4889" y="1785"/>
                    <a:pt x="4743" y="1769"/>
                  </a:cubicBezTo>
                  <a:cubicBezTo>
                    <a:pt x="4743" y="1753"/>
                    <a:pt x="4743" y="1745"/>
                    <a:pt x="4808" y="1720"/>
                  </a:cubicBezTo>
                  <a:cubicBezTo>
                    <a:pt x="4808" y="1712"/>
                    <a:pt x="4800" y="1696"/>
                    <a:pt x="4727" y="1672"/>
                  </a:cubicBezTo>
                  <a:lnTo>
                    <a:pt x="4695" y="1566"/>
                  </a:lnTo>
                  <a:cubicBezTo>
                    <a:pt x="4687" y="1542"/>
                    <a:pt x="4614" y="1534"/>
                    <a:pt x="4614" y="1534"/>
                  </a:cubicBezTo>
                  <a:cubicBezTo>
                    <a:pt x="4610" y="1526"/>
                    <a:pt x="4608" y="1520"/>
                    <a:pt x="4607" y="1517"/>
                  </a:cubicBezTo>
                  <a:lnTo>
                    <a:pt x="4607" y="1517"/>
                  </a:lnTo>
                  <a:cubicBezTo>
                    <a:pt x="4670" y="1500"/>
                    <a:pt x="4646" y="1428"/>
                    <a:pt x="4605" y="1331"/>
                  </a:cubicBezTo>
                  <a:cubicBezTo>
                    <a:pt x="4557" y="1234"/>
                    <a:pt x="4516" y="1161"/>
                    <a:pt x="4565" y="1104"/>
                  </a:cubicBezTo>
                  <a:cubicBezTo>
                    <a:pt x="4565" y="1104"/>
                    <a:pt x="4564" y="1103"/>
                    <a:pt x="4558" y="1103"/>
                  </a:cubicBezTo>
                  <a:cubicBezTo>
                    <a:pt x="4549" y="1103"/>
                    <a:pt x="4531" y="1106"/>
                    <a:pt x="4492" y="1120"/>
                  </a:cubicBezTo>
                  <a:cubicBezTo>
                    <a:pt x="4433" y="1148"/>
                    <a:pt x="4401" y="1160"/>
                    <a:pt x="4389" y="1160"/>
                  </a:cubicBezTo>
                  <a:cubicBezTo>
                    <a:pt x="4376" y="1160"/>
                    <a:pt x="4386" y="1146"/>
                    <a:pt x="4411" y="1120"/>
                  </a:cubicBezTo>
                  <a:cubicBezTo>
                    <a:pt x="4483" y="1060"/>
                    <a:pt x="4490" y="1014"/>
                    <a:pt x="4450" y="1014"/>
                  </a:cubicBezTo>
                  <a:cubicBezTo>
                    <a:pt x="4431" y="1014"/>
                    <a:pt x="4401" y="1024"/>
                    <a:pt x="4362" y="1047"/>
                  </a:cubicBezTo>
                  <a:lnTo>
                    <a:pt x="4419" y="1007"/>
                  </a:lnTo>
                  <a:cubicBezTo>
                    <a:pt x="4471" y="955"/>
                    <a:pt x="4472" y="930"/>
                    <a:pt x="4444" y="930"/>
                  </a:cubicBezTo>
                  <a:cubicBezTo>
                    <a:pt x="4420" y="930"/>
                    <a:pt x="4374" y="949"/>
                    <a:pt x="4322" y="982"/>
                  </a:cubicBezTo>
                  <a:cubicBezTo>
                    <a:pt x="4360" y="944"/>
                    <a:pt x="4394" y="900"/>
                    <a:pt x="4373" y="900"/>
                  </a:cubicBezTo>
                  <a:cubicBezTo>
                    <a:pt x="4368" y="900"/>
                    <a:pt x="4359" y="903"/>
                    <a:pt x="4346" y="910"/>
                  </a:cubicBezTo>
                  <a:cubicBezTo>
                    <a:pt x="4338" y="893"/>
                    <a:pt x="4338" y="893"/>
                    <a:pt x="4443" y="804"/>
                  </a:cubicBezTo>
                  <a:cubicBezTo>
                    <a:pt x="4492" y="764"/>
                    <a:pt x="4541" y="715"/>
                    <a:pt x="4532" y="707"/>
                  </a:cubicBezTo>
                  <a:cubicBezTo>
                    <a:pt x="4531" y="705"/>
                    <a:pt x="4529" y="704"/>
                    <a:pt x="4527" y="704"/>
                  </a:cubicBezTo>
                  <a:cubicBezTo>
                    <a:pt x="4509" y="704"/>
                    <a:pt x="4461" y="745"/>
                    <a:pt x="4419" y="780"/>
                  </a:cubicBezTo>
                  <a:lnTo>
                    <a:pt x="4403" y="755"/>
                  </a:lnTo>
                  <a:cubicBezTo>
                    <a:pt x="4403" y="755"/>
                    <a:pt x="4402" y="755"/>
                    <a:pt x="4399" y="755"/>
                  </a:cubicBezTo>
                  <a:cubicBezTo>
                    <a:pt x="4393" y="755"/>
                    <a:pt x="4374" y="760"/>
                    <a:pt x="4338" y="796"/>
                  </a:cubicBezTo>
                  <a:cubicBezTo>
                    <a:pt x="4309" y="820"/>
                    <a:pt x="4295" y="827"/>
                    <a:pt x="4286" y="827"/>
                  </a:cubicBezTo>
                  <a:cubicBezTo>
                    <a:pt x="4280" y="827"/>
                    <a:pt x="4276" y="824"/>
                    <a:pt x="4273" y="820"/>
                  </a:cubicBezTo>
                  <a:cubicBezTo>
                    <a:pt x="4290" y="804"/>
                    <a:pt x="4293" y="797"/>
                    <a:pt x="4289" y="797"/>
                  </a:cubicBezTo>
                  <a:cubicBezTo>
                    <a:pt x="4281" y="797"/>
                    <a:pt x="4246" y="823"/>
                    <a:pt x="4224" y="861"/>
                  </a:cubicBezTo>
                  <a:cubicBezTo>
                    <a:pt x="4179" y="906"/>
                    <a:pt x="4134" y="951"/>
                    <a:pt x="4121" y="951"/>
                  </a:cubicBezTo>
                  <a:cubicBezTo>
                    <a:pt x="4120" y="951"/>
                    <a:pt x="4120" y="951"/>
                    <a:pt x="4119" y="950"/>
                  </a:cubicBezTo>
                  <a:lnTo>
                    <a:pt x="4022" y="1047"/>
                  </a:lnTo>
                  <a:cubicBezTo>
                    <a:pt x="3949" y="1104"/>
                    <a:pt x="3892" y="1177"/>
                    <a:pt x="3835" y="1258"/>
                  </a:cubicBezTo>
                  <a:cubicBezTo>
                    <a:pt x="3819" y="1306"/>
                    <a:pt x="3800" y="1350"/>
                    <a:pt x="3818" y="1350"/>
                  </a:cubicBezTo>
                  <a:cubicBezTo>
                    <a:pt x="3827" y="1350"/>
                    <a:pt x="3847" y="1338"/>
                    <a:pt x="3884" y="1307"/>
                  </a:cubicBezTo>
                  <a:cubicBezTo>
                    <a:pt x="3884" y="1307"/>
                    <a:pt x="3929" y="1281"/>
                    <a:pt x="3944" y="1281"/>
                  </a:cubicBezTo>
                  <a:cubicBezTo>
                    <a:pt x="3946" y="1281"/>
                    <a:pt x="3948" y="1282"/>
                    <a:pt x="3949" y="1282"/>
                  </a:cubicBezTo>
                  <a:cubicBezTo>
                    <a:pt x="3949" y="1291"/>
                    <a:pt x="3908" y="1339"/>
                    <a:pt x="3908" y="1339"/>
                  </a:cubicBezTo>
                  <a:cubicBezTo>
                    <a:pt x="3851" y="1380"/>
                    <a:pt x="3876" y="1412"/>
                    <a:pt x="3900" y="1453"/>
                  </a:cubicBezTo>
                  <a:cubicBezTo>
                    <a:pt x="3932" y="1501"/>
                    <a:pt x="3941" y="1534"/>
                    <a:pt x="3892" y="1574"/>
                  </a:cubicBezTo>
                  <a:cubicBezTo>
                    <a:pt x="3835" y="1615"/>
                    <a:pt x="3843" y="1623"/>
                    <a:pt x="3843" y="1623"/>
                  </a:cubicBezTo>
                  <a:cubicBezTo>
                    <a:pt x="3856" y="1616"/>
                    <a:pt x="3867" y="1613"/>
                    <a:pt x="3876" y="1613"/>
                  </a:cubicBezTo>
                  <a:cubicBezTo>
                    <a:pt x="3911" y="1613"/>
                    <a:pt x="3930" y="1653"/>
                    <a:pt x="3949" y="1704"/>
                  </a:cubicBezTo>
                  <a:cubicBezTo>
                    <a:pt x="3969" y="1759"/>
                    <a:pt x="3984" y="1815"/>
                    <a:pt x="4028" y="1815"/>
                  </a:cubicBezTo>
                  <a:cubicBezTo>
                    <a:pt x="4036" y="1815"/>
                    <a:pt x="4045" y="1813"/>
                    <a:pt x="4054" y="1809"/>
                  </a:cubicBezTo>
                  <a:lnTo>
                    <a:pt x="4062" y="1834"/>
                  </a:lnTo>
                  <a:cubicBezTo>
                    <a:pt x="3997" y="1850"/>
                    <a:pt x="3997" y="1866"/>
                    <a:pt x="4005" y="1891"/>
                  </a:cubicBezTo>
                  <a:cubicBezTo>
                    <a:pt x="4078" y="1891"/>
                    <a:pt x="4078" y="1907"/>
                    <a:pt x="4078" y="1907"/>
                  </a:cubicBezTo>
                  <a:cubicBezTo>
                    <a:pt x="4014" y="1923"/>
                    <a:pt x="4014" y="1931"/>
                    <a:pt x="4022" y="1955"/>
                  </a:cubicBezTo>
                  <a:cubicBezTo>
                    <a:pt x="4022" y="1965"/>
                    <a:pt x="4022" y="1972"/>
                    <a:pt x="4037" y="1972"/>
                  </a:cubicBezTo>
                  <a:cubicBezTo>
                    <a:pt x="4046" y="1972"/>
                    <a:pt x="4062" y="1970"/>
                    <a:pt x="4087" y="1964"/>
                  </a:cubicBezTo>
                  <a:lnTo>
                    <a:pt x="4087" y="1964"/>
                  </a:lnTo>
                  <a:cubicBezTo>
                    <a:pt x="4095" y="2012"/>
                    <a:pt x="4070" y="2053"/>
                    <a:pt x="4030" y="2077"/>
                  </a:cubicBezTo>
                  <a:cubicBezTo>
                    <a:pt x="3965" y="2093"/>
                    <a:pt x="4038" y="2093"/>
                    <a:pt x="4103" y="2093"/>
                  </a:cubicBezTo>
                  <a:cubicBezTo>
                    <a:pt x="4168" y="2093"/>
                    <a:pt x="4241" y="2093"/>
                    <a:pt x="4241" y="2101"/>
                  </a:cubicBezTo>
                  <a:lnTo>
                    <a:pt x="4103" y="2118"/>
                  </a:lnTo>
                  <a:cubicBezTo>
                    <a:pt x="4076" y="2114"/>
                    <a:pt x="4060" y="2112"/>
                    <a:pt x="4051" y="2112"/>
                  </a:cubicBezTo>
                  <a:cubicBezTo>
                    <a:pt x="4038" y="2112"/>
                    <a:pt x="4038" y="2116"/>
                    <a:pt x="4038" y="2126"/>
                  </a:cubicBezTo>
                  <a:lnTo>
                    <a:pt x="4038" y="2142"/>
                  </a:lnTo>
                  <a:cubicBezTo>
                    <a:pt x="4103" y="2150"/>
                    <a:pt x="4103" y="2158"/>
                    <a:pt x="4095" y="2288"/>
                  </a:cubicBezTo>
                  <a:cubicBezTo>
                    <a:pt x="4095" y="2430"/>
                    <a:pt x="4095" y="2475"/>
                    <a:pt x="4145" y="2475"/>
                  </a:cubicBezTo>
                  <a:cubicBezTo>
                    <a:pt x="4150" y="2475"/>
                    <a:pt x="4154" y="2475"/>
                    <a:pt x="4160" y="2474"/>
                  </a:cubicBezTo>
                  <a:cubicBezTo>
                    <a:pt x="4224" y="2474"/>
                    <a:pt x="4224" y="2482"/>
                    <a:pt x="4160" y="2515"/>
                  </a:cubicBezTo>
                  <a:cubicBezTo>
                    <a:pt x="3949" y="2555"/>
                    <a:pt x="3949" y="2547"/>
                    <a:pt x="4014" y="2563"/>
                  </a:cubicBezTo>
                  <a:cubicBezTo>
                    <a:pt x="4054" y="2563"/>
                    <a:pt x="4103" y="2563"/>
                    <a:pt x="4151" y="2572"/>
                  </a:cubicBezTo>
                  <a:cubicBezTo>
                    <a:pt x="4256" y="2578"/>
                    <a:pt x="4276" y="2590"/>
                    <a:pt x="4207" y="2590"/>
                  </a:cubicBezTo>
                  <a:cubicBezTo>
                    <a:pt x="4191" y="2590"/>
                    <a:pt x="4170" y="2589"/>
                    <a:pt x="4143" y="2588"/>
                  </a:cubicBezTo>
                  <a:cubicBezTo>
                    <a:pt x="4136" y="2587"/>
                    <a:pt x="4130" y="2586"/>
                    <a:pt x="4123" y="2586"/>
                  </a:cubicBezTo>
                  <a:cubicBezTo>
                    <a:pt x="4018" y="2586"/>
                    <a:pt x="4061" y="2712"/>
                    <a:pt x="4176" y="2750"/>
                  </a:cubicBezTo>
                  <a:lnTo>
                    <a:pt x="4176" y="2750"/>
                  </a:lnTo>
                  <a:cubicBezTo>
                    <a:pt x="4159" y="2746"/>
                    <a:pt x="4138" y="2741"/>
                    <a:pt x="4111" y="2734"/>
                  </a:cubicBezTo>
                  <a:cubicBezTo>
                    <a:pt x="4093" y="2729"/>
                    <a:pt x="4081" y="2727"/>
                    <a:pt x="4071" y="2727"/>
                  </a:cubicBezTo>
                  <a:cubicBezTo>
                    <a:pt x="4045" y="2727"/>
                    <a:pt x="4042" y="2742"/>
                    <a:pt x="4030" y="2766"/>
                  </a:cubicBezTo>
                  <a:lnTo>
                    <a:pt x="4022" y="2790"/>
                  </a:lnTo>
                  <a:cubicBezTo>
                    <a:pt x="4120" y="2821"/>
                    <a:pt x="4092" y="2848"/>
                    <a:pt x="4048" y="2848"/>
                  </a:cubicBezTo>
                  <a:cubicBezTo>
                    <a:pt x="4034" y="2848"/>
                    <a:pt x="4019" y="2845"/>
                    <a:pt x="4005" y="2839"/>
                  </a:cubicBezTo>
                  <a:cubicBezTo>
                    <a:pt x="3969" y="2831"/>
                    <a:pt x="3951" y="2827"/>
                    <a:pt x="3941" y="2827"/>
                  </a:cubicBezTo>
                  <a:cubicBezTo>
                    <a:pt x="3930" y="2827"/>
                    <a:pt x="3928" y="2831"/>
                    <a:pt x="3924" y="2839"/>
                  </a:cubicBezTo>
                  <a:cubicBezTo>
                    <a:pt x="4011" y="2891"/>
                    <a:pt x="3991" y="2918"/>
                    <a:pt x="3949" y="2918"/>
                  </a:cubicBezTo>
                  <a:cubicBezTo>
                    <a:pt x="3932" y="2918"/>
                    <a:pt x="3911" y="2913"/>
                    <a:pt x="3892" y="2904"/>
                  </a:cubicBezTo>
                  <a:lnTo>
                    <a:pt x="3884" y="2920"/>
                  </a:lnTo>
                  <a:cubicBezTo>
                    <a:pt x="3949" y="2961"/>
                    <a:pt x="3932" y="2977"/>
                    <a:pt x="3932" y="2985"/>
                  </a:cubicBezTo>
                  <a:cubicBezTo>
                    <a:pt x="3916" y="3009"/>
                    <a:pt x="3908" y="3018"/>
                    <a:pt x="3973" y="3042"/>
                  </a:cubicBezTo>
                  <a:cubicBezTo>
                    <a:pt x="4038" y="3074"/>
                    <a:pt x="4095" y="3107"/>
                    <a:pt x="4087" y="3115"/>
                  </a:cubicBezTo>
                  <a:lnTo>
                    <a:pt x="4030" y="3082"/>
                  </a:lnTo>
                  <a:cubicBezTo>
                    <a:pt x="4008" y="3072"/>
                    <a:pt x="3993" y="3067"/>
                    <a:pt x="3981" y="3067"/>
                  </a:cubicBezTo>
                  <a:cubicBezTo>
                    <a:pt x="3958" y="3067"/>
                    <a:pt x="3949" y="3085"/>
                    <a:pt x="3932" y="3107"/>
                  </a:cubicBezTo>
                  <a:cubicBezTo>
                    <a:pt x="3912" y="3138"/>
                    <a:pt x="3897" y="3156"/>
                    <a:pt x="3875" y="3156"/>
                  </a:cubicBezTo>
                  <a:cubicBezTo>
                    <a:pt x="3862" y="3156"/>
                    <a:pt x="3847" y="3151"/>
                    <a:pt x="3827" y="3139"/>
                  </a:cubicBezTo>
                  <a:lnTo>
                    <a:pt x="3827" y="3139"/>
                  </a:lnTo>
                  <a:lnTo>
                    <a:pt x="3876" y="3188"/>
                  </a:lnTo>
                  <a:cubicBezTo>
                    <a:pt x="3903" y="3215"/>
                    <a:pt x="3913" y="3230"/>
                    <a:pt x="3905" y="3230"/>
                  </a:cubicBezTo>
                  <a:cubicBezTo>
                    <a:pt x="3900" y="3230"/>
                    <a:pt x="3884" y="3222"/>
                    <a:pt x="3860" y="3204"/>
                  </a:cubicBezTo>
                  <a:cubicBezTo>
                    <a:pt x="3844" y="3195"/>
                    <a:pt x="3830" y="3191"/>
                    <a:pt x="3819" y="3191"/>
                  </a:cubicBezTo>
                  <a:cubicBezTo>
                    <a:pt x="3790" y="3191"/>
                    <a:pt x="3781" y="3220"/>
                    <a:pt x="3811" y="3261"/>
                  </a:cubicBezTo>
                  <a:lnTo>
                    <a:pt x="3795" y="3277"/>
                  </a:lnTo>
                  <a:cubicBezTo>
                    <a:pt x="3748" y="3244"/>
                    <a:pt x="3718" y="3228"/>
                    <a:pt x="3705" y="3228"/>
                  </a:cubicBezTo>
                  <a:cubicBezTo>
                    <a:pt x="3687" y="3228"/>
                    <a:pt x="3705" y="3260"/>
                    <a:pt x="3762" y="3318"/>
                  </a:cubicBezTo>
                  <a:cubicBezTo>
                    <a:pt x="3732" y="3287"/>
                    <a:pt x="3717" y="3279"/>
                    <a:pt x="3709" y="3279"/>
                  </a:cubicBezTo>
                  <a:cubicBezTo>
                    <a:pt x="3704" y="3279"/>
                    <a:pt x="3700" y="3282"/>
                    <a:pt x="3697" y="3285"/>
                  </a:cubicBezTo>
                  <a:cubicBezTo>
                    <a:pt x="3718" y="3326"/>
                    <a:pt x="3716" y="3351"/>
                    <a:pt x="3699" y="3351"/>
                  </a:cubicBezTo>
                  <a:cubicBezTo>
                    <a:pt x="3689" y="3351"/>
                    <a:pt x="3674" y="3343"/>
                    <a:pt x="3657" y="3326"/>
                  </a:cubicBezTo>
                  <a:lnTo>
                    <a:pt x="3649" y="3326"/>
                  </a:lnTo>
                  <a:cubicBezTo>
                    <a:pt x="3697" y="3382"/>
                    <a:pt x="3689" y="3390"/>
                    <a:pt x="3681" y="3390"/>
                  </a:cubicBezTo>
                  <a:cubicBezTo>
                    <a:pt x="3681" y="3399"/>
                    <a:pt x="3673" y="3399"/>
                    <a:pt x="3714" y="3455"/>
                  </a:cubicBezTo>
                  <a:cubicBezTo>
                    <a:pt x="3746" y="3512"/>
                    <a:pt x="3738" y="3520"/>
                    <a:pt x="3738" y="3520"/>
                  </a:cubicBezTo>
                  <a:cubicBezTo>
                    <a:pt x="3738" y="3521"/>
                    <a:pt x="3738" y="3521"/>
                    <a:pt x="3738" y="3521"/>
                  </a:cubicBezTo>
                  <a:cubicBezTo>
                    <a:pt x="3733" y="3521"/>
                    <a:pt x="3695" y="3461"/>
                    <a:pt x="3657" y="3415"/>
                  </a:cubicBezTo>
                  <a:cubicBezTo>
                    <a:pt x="3644" y="3390"/>
                    <a:pt x="3634" y="3377"/>
                    <a:pt x="3630" y="3377"/>
                  </a:cubicBezTo>
                  <a:cubicBezTo>
                    <a:pt x="3624" y="3377"/>
                    <a:pt x="3633" y="3410"/>
                    <a:pt x="3673" y="3480"/>
                  </a:cubicBezTo>
                  <a:cubicBezTo>
                    <a:pt x="3706" y="3542"/>
                    <a:pt x="3722" y="3572"/>
                    <a:pt x="3722" y="3572"/>
                  </a:cubicBezTo>
                  <a:cubicBezTo>
                    <a:pt x="3721" y="3572"/>
                    <a:pt x="3705" y="3544"/>
                    <a:pt x="3673" y="3488"/>
                  </a:cubicBezTo>
                  <a:cubicBezTo>
                    <a:pt x="3644" y="3448"/>
                    <a:pt x="3620" y="3408"/>
                    <a:pt x="3616" y="3408"/>
                  </a:cubicBezTo>
                  <a:cubicBezTo>
                    <a:pt x="3615" y="3408"/>
                    <a:pt x="3617" y="3414"/>
                    <a:pt x="3624" y="3431"/>
                  </a:cubicBezTo>
                  <a:cubicBezTo>
                    <a:pt x="3624" y="3431"/>
                    <a:pt x="3616" y="3439"/>
                    <a:pt x="3657" y="3496"/>
                  </a:cubicBezTo>
                  <a:lnTo>
                    <a:pt x="3633" y="3512"/>
                  </a:lnTo>
                  <a:cubicBezTo>
                    <a:pt x="3596" y="3476"/>
                    <a:pt x="3582" y="3471"/>
                    <a:pt x="3574" y="3471"/>
                  </a:cubicBezTo>
                  <a:cubicBezTo>
                    <a:pt x="3572" y="3471"/>
                    <a:pt x="3570" y="3472"/>
                    <a:pt x="3568" y="3472"/>
                  </a:cubicBezTo>
                  <a:cubicBezTo>
                    <a:pt x="3584" y="3505"/>
                    <a:pt x="3593" y="3521"/>
                    <a:pt x="3590" y="3521"/>
                  </a:cubicBezTo>
                  <a:cubicBezTo>
                    <a:pt x="3587" y="3521"/>
                    <a:pt x="3575" y="3507"/>
                    <a:pt x="3551" y="3480"/>
                  </a:cubicBezTo>
                  <a:cubicBezTo>
                    <a:pt x="3538" y="3457"/>
                    <a:pt x="3529" y="3443"/>
                    <a:pt x="3528" y="3443"/>
                  </a:cubicBezTo>
                  <a:cubicBezTo>
                    <a:pt x="3526" y="3443"/>
                    <a:pt x="3541" y="3472"/>
                    <a:pt x="3584" y="3545"/>
                  </a:cubicBezTo>
                  <a:cubicBezTo>
                    <a:pt x="3597" y="3575"/>
                    <a:pt x="3601" y="3591"/>
                    <a:pt x="3595" y="3591"/>
                  </a:cubicBezTo>
                  <a:cubicBezTo>
                    <a:pt x="3590" y="3591"/>
                    <a:pt x="3578" y="3579"/>
                    <a:pt x="3560" y="3553"/>
                  </a:cubicBezTo>
                  <a:cubicBezTo>
                    <a:pt x="3518" y="3488"/>
                    <a:pt x="3497" y="3460"/>
                    <a:pt x="3495" y="3460"/>
                  </a:cubicBezTo>
                  <a:cubicBezTo>
                    <a:pt x="3493" y="3460"/>
                    <a:pt x="3502" y="3476"/>
                    <a:pt x="3519" y="3504"/>
                  </a:cubicBezTo>
                  <a:cubicBezTo>
                    <a:pt x="3543" y="3561"/>
                    <a:pt x="3535" y="3569"/>
                    <a:pt x="3535" y="3569"/>
                  </a:cubicBezTo>
                  <a:cubicBezTo>
                    <a:pt x="3522" y="3543"/>
                    <a:pt x="3503" y="3534"/>
                    <a:pt x="3479" y="3534"/>
                  </a:cubicBezTo>
                  <a:cubicBezTo>
                    <a:pt x="3443" y="3534"/>
                    <a:pt x="3397" y="3554"/>
                    <a:pt x="3349" y="3569"/>
                  </a:cubicBezTo>
                  <a:cubicBezTo>
                    <a:pt x="3349" y="3617"/>
                    <a:pt x="3357" y="3658"/>
                    <a:pt x="3381" y="3699"/>
                  </a:cubicBezTo>
                  <a:cubicBezTo>
                    <a:pt x="3399" y="3754"/>
                    <a:pt x="3404" y="3774"/>
                    <a:pt x="3402" y="3774"/>
                  </a:cubicBezTo>
                  <a:cubicBezTo>
                    <a:pt x="3399" y="3774"/>
                    <a:pt x="3383" y="3739"/>
                    <a:pt x="3365" y="3707"/>
                  </a:cubicBezTo>
                  <a:cubicBezTo>
                    <a:pt x="3329" y="3611"/>
                    <a:pt x="3307" y="3565"/>
                    <a:pt x="3302" y="3565"/>
                  </a:cubicBezTo>
                  <a:cubicBezTo>
                    <a:pt x="3297" y="3565"/>
                    <a:pt x="3311" y="3615"/>
                    <a:pt x="3349" y="3715"/>
                  </a:cubicBezTo>
                  <a:cubicBezTo>
                    <a:pt x="3377" y="3776"/>
                    <a:pt x="3391" y="3806"/>
                    <a:pt x="3390" y="3806"/>
                  </a:cubicBezTo>
                  <a:cubicBezTo>
                    <a:pt x="3389" y="3806"/>
                    <a:pt x="3373" y="3776"/>
                    <a:pt x="3341" y="3715"/>
                  </a:cubicBezTo>
                  <a:cubicBezTo>
                    <a:pt x="3325" y="3683"/>
                    <a:pt x="3317" y="3667"/>
                    <a:pt x="3314" y="3667"/>
                  </a:cubicBezTo>
                  <a:cubicBezTo>
                    <a:pt x="3310" y="3667"/>
                    <a:pt x="3312" y="3685"/>
                    <a:pt x="3316" y="3723"/>
                  </a:cubicBezTo>
                  <a:cubicBezTo>
                    <a:pt x="3324" y="3755"/>
                    <a:pt x="3326" y="3772"/>
                    <a:pt x="3324" y="3772"/>
                  </a:cubicBezTo>
                  <a:cubicBezTo>
                    <a:pt x="3322" y="3772"/>
                    <a:pt x="3316" y="3755"/>
                    <a:pt x="3308" y="3723"/>
                  </a:cubicBezTo>
                  <a:cubicBezTo>
                    <a:pt x="3285" y="3677"/>
                    <a:pt x="3262" y="3631"/>
                    <a:pt x="3259" y="3631"/>
                  </a:cubicBezTo>
                  <a:cubicBezTo>
                    <a:pt x="3258" y="3631"/>
                    <a:pt x="3261" y="3639"/>
                    <a:pt x="3268" y="3658"/>
                  </a:cubicBezTo>
                  <a:cubicBezTo>
                    <a:pt x="3268" y="3658"/>
                    <a:pt x="3267" y="3658"/>
                    <a:pt x="3266" y="3658"/>
                  </a:cubicBezTo>
                  <a:cubicBezTo>
                    <a:pt x="3261" y="3658"/>
                    <a:pt x="3247" y="3653"/>
                    <a:pt x="3227" y="3601"/>
                  </a:cubicBezTo>
                  <a:cubicBezTo>
                    <a:pt x="3218" y="3583"/>
                    <a:pt x="3212" y="3575"/>
                    <a:pt x="3210" y="3575"/>
                  </a:cubicBezTo>
                  <a:cubicBezTo>
                    <a:pt x="3203" y="3575"/>
                    <a:pt x="3211" y="3622"/>
                    <a:pt x="3211" y="3674"/>
                  </a:cubicBezTo>
                  <a:cubicBezTo>
                    <a:pt x="3215" y="3744"/>
                    <a:pt x="3213" y="3779"/>
                    <a:pt x="3208" y="3779"/>
                  </a:cubicBezTo>
                  <a:cubicBezTo>
                    <a:pt x="3203" y="3779"/>
                    <a:pt x="3195" y="3746"/>
                    <a:pt x="3187" y="3682"/>
                  </a:cubicBezTo>
                  <a:cubicBezTo>
                    <a:pt x="3177" y="3631"/>
                    <a:pt x="3167" y="3609"/>
                    <a:pt x="3159" y="3609"/>
                  </a:cubicBezTo>
                  <a:cubicBezTo>
                    <a:pt x="3145" y="3609"/>
                    <a:pt x="3136" y="3669"/>
                    <a:pt x="3146" y="3755"/>
                  </a:cubicBezTo>
                  <a:cubicBezTo>
                    <a:pt x="3151" y="3837"/>
                    <a:pt x="3153" y="3870"/>
                    <a:pt x="3152" y="3870"/>
                  </a:cubicBezTo>
                  <a:cubicBezTo>
                    <a:pt x="3151" y="3870"/>
                    <a:pt x="3149" y="3855"/>
                    <a:pt x="3146" y="3828"/>
                  </a:cubicBezTo>
                  <a:cubicBezTo>
                    <a:pt x="3130" y="3755"/>
                    <a:pt x="3122" y="3755"/>
                    <a:pt x="3122" y="3755"/>
                  </a:cubicBezTo>
                  <a:cubicBezTo>
                    <a:pt x="3117" y="3757"/>
                    <a:pt x="3114" y="3759"/>
                    <a:pt x="3111" y="3759"/>
                  </a:cubicBezTo>
                  <a:cubicBezTo>
                    <a:pt x="3101" y="3759"/>
                    <a:pt x="3095" y="3746"/>
                    <a:pt x="3089" y="3699"/>
                  </a:cubicBezTo>
                  <a:cubicBezTo>
                    <a:pt x="3089" y="3699"/>
                    <a:pt x="3073" y="3699"/>
                    <a:pt x="3065" y="3763"/>
                  </a:cubicBezTo>
                  <a:cubicBezTo>
                    <a:pt x="3065" y="3818"/>
                    <a:pt x="3057" y="3840"/>
                    <a:pt x="3046" y="3840"/>
                  </a:cubicBezTo>
                  <a:cubicBezTo>
                    <a:pt x="3029" y="3840"/>
                    <a:pt x="3004" y="3786"/>
                    <a:pt x="2984" y="3707"/>
                  </a:cubicBezTo>
                  <a:lnTo>
                    <a:pt x="2968" y="3772"/>
                  </a:lnTo>
                  <a:cubicBezTo>
                    <a:pt x="2973" y="3858"/>
                    <a:pt x="2971" y="3918"/>
                    <a:pt x="2966" y="3918"/>
                  </a:cubicBezTo>
                  <a:cubicBezTo>
                    <a:pt x="2963" y="3918"/>
                    <a:pt x="2958" y="3896"/>
                    <a:pt x="2951" y="3845"/>
                  </a:cubicBezTo>
                  <a:cubicBezTo>
                    <a:pt x="2946" y="3799"/>
                    <a:pt x="2944" y="3749"/>
                    <a:pt x="2944" y="3749"/>
                  </a:cubicBezTo>
                  <a:cubicBezTo>
                    <a:pt x="2943" y="3749"/>
                    <a:pt x="2943" y="3758"/>
                    <a:pt x="2943" y="3780"/>
                  </a:cubicBezTo>
                  <a:cubicBezTo>
                    <a:pt x="2946" y="3829"/>
                    <a:pt x="2940" y="3850"/>
                    <a:pt x="2931" y="3850"/>
                  </a:cubicBezTo>
                  <a:cubicBezTo>
                    <a:pt x="2915" y="3850"/>
                    <a:pt x="2892" y="3795"/>
                    <a:pt x="2887" y="3715"/>
                  </a:cubicBezTo>
                  <a:cubicBezTo>
                    <a:pt x="2878" y="3642"/>
                    <a:pt x="2878" y="3642"/>
                    <a:pt x="2870" y="3642"/>
                  </a:cubicBezTo>
                  <a:lnTo>
                    <a:pt x="2870" y="3715"/>
                  </a:lnTo>
                  <a:cubicBezTo>
                    <a:pt x="2878" y="3780"/>
                    <a:pt x="2878" y="3845"/>
                    <a:pt x="2870" y="3845"/>
                  </a:cubicBezTo>
                  <a:cubicBezTo>
                    <a:pt x="2854" y="3845"/>
                    <a:pt x="2846" y="3845"/>
                    <a:pt x="2838" y="3780"/>
                  </a:cubicBezTo>
                  <a:cubicBezTo>
                    <a:pt x="2827" y="3734"/>
                    <a:pt x="2823" y="3684"/>
                    <a:pt x="2822" y="3684"/>
                  </a:cubicBezTo>
                  <a:cubicBezTo>
                    <a:pt x="2822" y="3684"/>
                    <a:pt x="2822" y="3693"/>
                    <a:pt x="2822" y="3715"/>
                  </a:cubicBezTo>
                  <a:cubicBezTo>
                    <a:pt x="2822" y="3715"/>
                    <a:pt x="2814" y="3707"/>
                    <a:pt x="2806" y="3642"/>
                  </a:cubicBezTo>
                  <a:lnTo>
                    <a:pt x="2781" y="3642"/>
                  </a:lnTo>
                  <a:cubicBezTo>
                    <a:pt x="2777" y="3673"/>
                    <a:pt x="2771" y="3689"/>
                    <a:pt x="2767" y="3689"/>
                  </a:cubicBezTo>
                  <a:cubicBezTo>
                    <a:pt x="2763" y="3689"/>
                    <a:pt x="2761" y="3671"/>
                    <a:pt x="2765" y="3634"/>
                  </a:cubicBezTo>
                  <a:lnTo>
                    <a:pt x="2765" y="3634"/>
                  </a:lnTo>
                  <a:cubicBezTo>
                    <a:pt x="2765" y="3634"/>
                    <a:pt x="2757" y="3634"/>
                    <a:pt x="2741" y="3699"/>
                  </a:cubicBezTo>
                  <a:cubicBezTo>
                    <a:pt x="2724" y="3699"/>
                    <a:pt x="2716" y="3699"/>
                    <a:pt x="2724" y="3626"/>
                  </a:cubicBezTo>
                  <a:cubicBezTo>
                    <a:pt x="2728" y="3593"/>
                    <a:pt x="2731" y="3577"/>
                    <a:pt x="2730" y="3577"/>
                  </a:cubicBezTo>
                  <a:cubicBezTo>
                    <a:pt x="2728" y="3577"/>
                    <a:pt x="2724" y="3593"/>
                    <a:pt x="2716" y="3626"/>
                  </a:cubicBezTo>
                  <a:cubicBezTo>
                    <a:pt x="2710" y="3680"/>
                    <a:pt x="2704" y="3694"/>
                    <a:pt x="2698" y="3694"/>
                  </a:cubicBezTo>
                  <a:cubicBezTo>
                    <a:pt x="2696" y="3694"/>
                    <a:pt x="2694" y="3692"/>
                    <a:pt x="2692" y="3690"/>
                  </a:cubicBezTo>
                  <a:lnTo>
                    <a:pt x="2676" y="3690"/>
                  </a:lnTo>
                  <a:cubicBezTo>
                    <a:pt x="2660" y="3755"/>
                    <a:pt x="2660" y="3755"/>
                    <a:pt x="2651" y="3755"/>
                  </a:cubicBezTo>
                  <a:cubicBezTo>
                    <a:pt x="2643" y="3747"/>
                    <a:pt x="2635" y="3674"/>
                    <a:pt x="2627" y="3674"/>
                  </a:cubicBezTo>
                  <a:cubicBezTo>
                    <a:pt x="2619" y="3672"/>
                    <a:pt x="2613" y="3671"/>
                    <a:pt x="2608" y="3671"/>
                  </a:cubicBezTo>
                  <a:cubicBezTo>
                    <a:pt x="2594" y="3671"/>
                    <a:pt x="2593" y="3684"/>
                    <a:pt x="2587" y="3739"/>
                  </a:cubicBezTo>
                  <a:cubicBezTo>
                    <a:pt x="2597" y="3739"/>
                    <a:pt x="2594" y="3766"/>
                    <a:pt x="2589" y="3766"/>
                  </a:cubicBezTo>
                  <a:cubicBezTo>
                    <a:pt x="2585" y="3766"/>
                    <a:pt x="2581" y="3757"/>
                    <a:pt x="2579" y="3731"/>
                  </a:cubicBezTo>
                  <a:cubicBezTo>
                    <a:pt x="2570" y="3731"/>
                    <a:pt x="2562" y="3658"/>
                    <a:pt x="2538" y="3642"/>
                  </a:cubicBezTo>
                  <a:cubicBezTo>
                    <a:pt x="2527" y="3640"/>
                    <a:pt x="2520" y="3638"/>
                    <a:pt x="2513" y="3638"/>
                  </a:cubicBezTo>
                  <a:cubicBezTo>
                    <a:pt x="2496" y="3638"/>
                    <a:pt x="2491" y="3651"/>
                    <a:pt x="2473" y="3699"/>
                  </a:cubicBezTo>
                  <a:cubicBezTo>
                    <a:pt x="2457" y="3762"/>
                    <a:pt x="2447" y="3795"/>
                    <a:pt x="2445" y="3795"/>
                  </a:cubicBezTo>
                  <a:cubicBezTo>
                    <a:pt x="2443" y="3795"/>
                    <a:pt x="2449" y="3760"/>
                    <a:pt x="2465" y="3690"/>
                  </a:cubicBezTo>
                  <a:cubicBezTo>
                    <a:pt x="2484" y="3609"/>
                    <a:pt x="2489" y="3575"/>
                    <a:pt x="2485" y="3575"/>
                  </a:cubicBezTo>
                  <a:cubicBezTo>
                    <a:pt x="2482" y="3575"/>
                    <a:pt x="2475" y="3591"/>
                    <a:pt x="2465" y="3617"/>
                  </a:cubicBezTo>
                  <a:cubicBezTo>
                    <a:pt x="2433" y="3674"/>
                    <a:pt x="2433" y="3674"/>
                    <a:pt x="2416" y="3674"/>
                  </a:cubicBezTo>
                  <a:cubicBezTo>
                    <a:pt x="2430" y="3639"/>
                    <a:pt x="2433" y="3620"/>
                    <a:pt x="2427" y="3620"/>
                  </a:cubicBezTo>
                  <a:cubicBezTo>
                    <a:pt x="2422" y="3620"/>
                    <a:pt x="2410" y="3632"/>
                    <a:pt x="2392" y="3658"/>
                  </a:cubicBezTo>
                  <a:cubicBezTo>
                    <a:pt x="2384" y="3658"/>
                    <a:pt x="2384" y="3650"/>
                    <a:pt x="2408" y="3593"/>
                  </a:cubicBezTo>
                  <a:lnTo>
                    <a:pt x="2392" y="3585"/>
                  </a:lnTo>
                  <a:cubicBezTo>
                    <a:pt x="2368" y="3623"/>
                    <a:pt x="2348" y="3637"/>
                    <a:pt x="2333" y="3637"/>
                  </a:cubicBezTo>
                  <a:cubicBezTo>
                    <a:pt x="2304" y="3637"/>
                    <a:pt x="2295" y="3580"/>
                    <a:pt x="2311" y="3536"/>
                  </a:cubicBezTo>
                  <a:lnTo>
                    <a:pt x="2311" y="3536"/>
                  </a:lnTo>
                  <a:cubicBezTo>
                    <a:pt x="2311" y="3536"/>
                    <a:pt x="2303" y="3536"/>
                    <a:pt x="2262" y="3585"/>
                  </a:cubicBezTo>
                  <a:cubicBezTo>
                    <a:pt x="2226" y="3641"/>
                    <a:pt x="2204" y="3669"/>
                    <a:pt x="2200" y="3669"/>
                  </a:cubicBezTo>
                  <a:cubicBezTo>
                    <a:pt x="2195" y="3669"/>
                    <a:pt x="2209" y="3639"/>
                    <a:pt x="2246" y="3577"/>
                  </a:cubicBezTo>
                  <a:cubicBezTo>
                    <a:pt x="2279" y="3515"/>
                    <a:pt x="2295" y="3485"/>
                    <a:pt x="2294" y="3485"/>
                  </a:cubicBezTo>
                  <a:cubicBezTo>
                    <a:pt x="2292" y="3485"/>
                    <a:pt x="2274" y="3513"/>
                    <a:pt x="2238" y="3569"/>
                  </a:cubicBezTo>
                  <a:cubicBezTo>
                    <a:pt x="2222" y="3587"/>
                    <a:pt x="2207" y="3596"/>
                    <a:pt x="2197" y="3596"/>
                  </a:cubicBezTo>
                  <a:cubicBezTo>
                    <a:pt x="2176" y="3596"/>
                    <a:pt x="2175" y="3559"/>
                    <a:pt x="2230" y="3488"/>
                  </a:cubicBezTo>
                  <a:lnTo>
                    <a:pt x="2295" y="3366"/>
                  </a:lnTo>
                  <a:lnTo>
                    <a:pt x="2295" y="3366"/>
                  </a:lnTo>
                  <a:cubicBezTo>
                    <a:pt x="2263" y="3410"/>
                    <a:pt x="2251" y="3415"/>
                    <a:pt x="2248" y="3415"/>
                  </a:cubicBezTo>
                  <a:cubicBezTo>
                    <a:pt x="2246" y="3415"/>
                    <a:pt x="2246" y="3415"/>
                    <a:pt x="2246" y="3415"/>
                  </a:cubicBezTo>
                  <a:cubicBezTo>
                    <a:pt x="2226" y="3449"/>
                    <a:pt x="2216" y="3463"/>
                    <a:pt x="2205" y="3463"/>
                  </a:cubicBezTo>
                  <a:cubicBezTo>
                    <a:pt x="2198" y="3463"/>
                    <a:pt x="2191" y="3457"/>
                    <a:pt x="2181" y="3447"/>
                  </a:cubicBezTo>
                  <a:cubicBezTo>
                    <a:pt x="2179" y="3446"/>
                    <a:pt x="2177" y="3446"/>
                    <a:pt x="2174" y="3446"/>
                  </a:cubicBezTo>
                  <a:cubicBezTo>
                    <a:pt x="2155" y="3446"/>
                    <a:pt x="2116" y="3460"/>
                    <a:pt x="2092" y="3460"/>
                  </a:cubicBezTo>
                  <a:cubicBezTo>
                    <a:pt x="2085" y="3460"/>
                    <a:pt x="2079" y="3459"/>
                    <a:pt x="2076" y="3455"/>
                  </a:cubicBezTo>
                  <a:cubicBezTo>
                    <a:pt x="2060" y="3439"/>
                    <a:pt x="2043" y="3423"/>
                    <a:pt x="2076" y="3366"/>
                  </a:cubicBezTo>
                  <a:cubicBezTo>
                    <a:pt x="2076" y="3363"/>
                    <a:pt x="2074" y="3360"/>
                    <a:pt x="2069" y="3360"/>
                  </a:cubicBezTo>
                  <a:cubicBezTo>
                    <a:pt x="2061" y="3360"/>
                    <a:pt x="2045" y="3366"/>
                    <a:pt x="2011" y="3390"/>
                  </a:cubicBezTo>
                  <a:cubicBezTo>
                    <a:pt x="1987" y="3411"/>
                    <a:pt x="1972" y="3420"/>
                    <a:pt x="1965" y="3420"/>
                  </a:cubicBezTo>
                  <a:cubicBezTo>
                    <a:pt x="1956" y="3420"/>
                    <a:pt x="1963" y="3403"/>
                    <a:pt x="1987" y="3374"/>
                  </a:cubicBezTo>
                  <a:lnTo>
                    <a:pt x="1987" y="3366"/>
                  </a:lnTo>
                  <a:cubicBezTo>
                    <a:pt x="1943" y="3388"/>
                    <a:pt x="1925" y="3391"/>
                    <a:pt x="1918" y="3391"/>
                  </a:cubicBezTo>
                  <a:cubicBezTo>
                    <a:pt x="1915" y="3391"/>
                    <a:pt x="1914" y="3390"/>
                    <a:pt x="1914" y="3390"/>
                  </a:cubicBezTo>
                  <a:cubicBezTo>
                    <a:pt x="1951" y="3360"/>
                    <a:pt x="1987" y="3320"/>
                    <a:pt x="1978" y="3320"/>
                  </a:cubicBezTo>
                  <a:cubicBezTo>
                    <a:pt x="1976" y="3320"/>
                    <a:pt x="1968" y="3324"/>
                    <a:pt x="1954" y="3334"/>
                  </a:cubicBezTo>
                  <a:cubicBezTo>
                    <a:pt x="1927" y="3361"/>
                    <a:pt x="1912" y="3371"/>
                    <a:pt x="1903" y="3371"/>
                  </a:cubicBezTo>
                  <a:cubicBezTo>
                    <a:pt x="1896" y="3371"/>
                    <a:pt x="1893" y="3365"/>
                    <a:pt x="1889" y="3358"/>
                  </a:cubicBezTo>
                  <a:cubicBezTo>
                    <a:pt x="1913" y="3303"/>
                    <a:pt x="1768" y="3049"/>
                    <a:pt x="1708" y="3049"/>
                  </a:cubicBezTo>
                  <a:cubicBezTo>
                    <a:pt x="1706" y="3049"/>
                    <a:pt x="1705" y="3049"/>
                    <a:pt x="1703" y="3050"/>
                  </a:cubicBezTo>
                  <a:lnTo>
                    <a:pt x="1687" y="3026"/>
                  </a:lnTo>
                  <a:lnTo>
                    <a:pt x="1679" y="2993"/>
                  </a:lnTo>
                  <a:cubicBezTo>
                    <a:pt x="1800" y="2936"/>
                    <a:pt x="1719" y="2920"/>
                    <a:pt x="1646" y="2912"/>
                  </a:cubicBezTo>
                  <a:cubicBezTo>
                    <a:pt x="1619" y="2919"/>
                    <a:pt x="1603" y="2921"/>
                    <a:pt x="1593" y="2921"/>
                  </a:cubicBezTo>
                  <a:cubicBezTo>
                    <a:pt x="1580" y="2921"/>
                    <a:pt x="1578" y="2917"/>
                    <a:pt x="1573" y="2912"/>
                  </a:cubicBezTo>
                  <a:cubicBezTo>
                    <a:pt x="1689" y="2868"/>
                    <a:pt x="1695" y="2838"/>
                    <a:pt x="1642" y="2838"/>
                  </a:cubicBezTo>
                  <a:cubicBezTo>
                    <a:pt x="1636" y="2838"/>
                    <a:pt x="1629" y="2838"/>
                    <a:pt x="1622" y="2839"/>
                  </a:cubicBezTo>
                  <a:cubicBezTo>
                    <a:pt x="1573" y="2848"/>
                    <a:pt x="1543" y="2853"/>
                    <a:pt x="1531" y="2853"/>
                  </a:cubicBezTo>
                  <a:cubicBezTo>
                    <a:pt x="1510" y="2853"/>
                    <a:pt x="1541" y="2840"/>
                    <a:pt x="1622" y="2815"/>
                  </a:cubicBezTo>
                  <a:cubicBezTo>
                    <a:pt x="1704" y="2789"/>
                    <a:pt x="1734" y="2773"/>
                    <a:pt x="1694" y="2773"/>
                  </a:cubicBezTo>
                  <a:cubicBezTo>
                    <a:pt x="1670" y="2773"/>
                    <a:pt x="1623" y="2779"/>
                    <a:pt x="1549" y="2790"/>
                  </a:cubicBezTo>
                  <a:cubicBezTo>
                    <a:pt x="1522" y="2793"/>
                    <a:pt x="1505" y="2795"/>
                    <a:pt x="1498" y="2795"/>
                  </a:cubicBezTo>
                  <a:cubicBezTo>
                    <a:pt x="1485" y="2795"/>
                    <a:pt x="1500" y="2790"/>
                    <a:pt x="1541" y="2774"/>
                  </a:cubicBezTo>
                  <a:cubicBezTo>
                    <a:pt x="1631" y="2740"/>
                    <a:pt x="1659" y="2726"/>
                    <a:pt x="1645" y="2726"/>
                  </a:cubicBezTo>
                  <a:cubicBezTo>
                    <a:pt x="1639" y="2726"/>
                    <a:pt x="1625" y="2729"/>
                    <a:pt x="1606" y="2734"/>
                  </a:cubicBezTo>
                  <a:cubicBezTo>
                    <a:pt x="1561" y="2742"/>
                    <a:pt x="1531" y="2745"/>
                    <a:pt x="1515" y="2745"/>
                  </a:cubicBezTo>
                  <a:cubicBezTo>
                    <a:pt x="1481" y="2745"/>
                    <a:pt x="1509" y="2729"/>
                    <a:pt x="1597" y="2701"/>
                  </a:cubicBezTo>
                  <a:cubicBezTo>
                    <a:pt x="1677" y="2676"/>
                    <a:pt x="1708" y="2667"/>
                    <a:pt x="1690" y="2667"/>
                  </a:cubicBezTo>
                  <a:cubicBezTo>
                    <a:pt x="1679" y="2667"/>
                    <a:pt x="1648" y="2671"/>
                    <a:pt x="1597" y="2677"/>
                  </a:cubicBezTo>
                  <a:cubicBezTo>
                    <a:pt x="1579" y="2679"/>
                    <a:pt x="1562" y="2680"/>
                    <a:pt x="1548" y="2680"/>
                  </a:cubicBezTo>
                  <a:cubicBezTo>
                    <a:pt x="1460" y="2680"/>
                    <a:pt x="1470" y="2640"/>
                    <a:pt x="1589" y="2612"/>
                  </a:cubicBezTo>
                  <a:cubicBezTo>
                    <a:pt x="1589" y="2606"/>
                    <a:pt x="1632" y="2594"/>
                    <a:pt x="1614" y="2594"/>
                  </a:cubicBezTo>
                  <a:cubicBezTo>
                    <a:pt x="1609" y="2594"/>
                    <a:pt x="1602" y="2594"/>
                    <a:pt x="1589" y="2596"/>
                  </a:cubicBezTo>
                  <a:lnTo>
                    <a:pt x="1654" y="2580"/>
                  </a:lnTo>
                  <a:cubicBezTo>
                    <a:pt x="1654" y="2572"/>
                    <a:pt x="1654" y="2563"/>
                    <a:pt x="1654" y="2563"/>
                  </a:cubicBezTo>
                  <a:lnTo>
                    <a:pt x="1581" y="2563"/>
                  </a:lnTo>
                  <a:cubicBezTo>
                    <a:pt x="1581" y="2547"/>
                    <a:pt x="1646" y="2515"/>
                    <a:pt x="1654" y="2418"/>
                  </a:cubicBezTo>
                  <a:cubicBezTo>
                    <a:pt x="1661" y="2265"/>
                    <a:pt x="1662" y="2219"/>
                    <a:pt x="1617" y="2219"/>
                  </a:cubicBezTo>
                  <a:cubicBezTo>
                    <a:pt x="1609" y="2219"/>
                    <a:pt x="1600" y="2221"/>
                    <a:pt x="1589" y="2223"/>
                  </a:cubicBezTo>
                  <a:cubicBezTo>
                    <a:pt x="1563" y="2226"/>
                    <a:pt x="1542" y="2227"/>
                    <a:pt x="1525" y="2227"/>
                  </a:cubicBezTo>
                  <a:cubicBezTo>
                    <a:pt x="1457" y="2227"/>
                    <a:pt x="1478" y="2204"/>
                    <a:pt x="1589" y="2191"/>
                  </a:cubicBezTo>
                  <a:cubicBezTo>
                    <a:pt x="1589" y="2182"/>
                    <a:pt x="1662" y="2166"/>
                    <a:pt x="1662" y="2150"/>
                  </a:cubicBezTo>
                  <a:cubicBezTo>
                    <a:pt x="1662" y="2136"/>
                    <a:pt x="1668" y="2116"/>
                    <a:pt x="1712" y="2116"/>
                  </a:cubicBezTo>
                  <a:cubicBezTo>
                    <a:pt x="1719" y="2116"/>
                    <a:pt x="1726" y="2116"/>
                    <a:pt x="1735" y="2118"/>
                  </a:cubicBezTo>
                  <a:lnTo>
                    <a:pt x="1735" y="2109"/>
                  </a:lnTo>
                  <a:cubicBezTo>
                    <a:pt x="1606" y="2085"/>
                    <a:pt x="1614" y="2020"/>
                    <a:pt x="1687" y="2012"/>
                  </a:cubicBezTo>
                  <a:cubicBezTo>
                    <a:pt x="1695" y="1988"/>
                    <a:pt x="1695" y="1980"/>
                    <a:pt x="1630" y="1947"/>
                  </a:cubicBezTo>
                  <a:cubicBezTo>
                    <a:pt x="1592" y="1926"/>
                    <a:pt x="1579" y="1918"/>
                    <a:pt x="1594" y="1918"/>
                  </a:cubicBezTo>
                  <a:cubicBezTo>
                    <a:pt x="1602" y="1918"/>
                    <a:pt x="1616" y="1920"/>
                    <a:pt x="1638" y="1923"/>
                  </a:cubicBezTo>
                  <a:cubicBezTo>
                    <a:pt x="1650" y="1926"/>
                    <a:pt x="1662" y="1927"/>
                    <a:pt x="1673" y="1927"/>
                  </a:cubicBezTo>
                  <a:cubicBezTo>
                    <a:pt x="1725" y="1927"/>
                    <a:pt x="1761" y="1899"/>
                    <a:pt x="1654" y="1866"/>
                  </a:cubicBezTo>
                  <a:lnTo>
                    <a:pt x="1654" y="1866"/>
                  </a:lnTo>
                  <a:lnTo>
                    <a:pt x="1727" y="1882"/>
                  </a:lnTo>
                  <a:cubicBezTo>
                    <a:pt x="1736" y="1884"/>
                    <a:pt x="1742" y="1884"/>
                    <a:pt x="1747" y="1884"/>
                  </a:cubicBezTo>
                  <a:cubicBezTo>
                    <a:pt x="1775" y="1884"/>
                    <a:pt x="1718" y="1863"/>
                    <a:pt x="1662" y="1842"/>
                  </a:cubicBezTo>
                  <a:cubicBezTo>
                    <a:pt x="1597" y="1822"/>
                    <a:pt x="1567" y="1809"/>
                    <a:pt x="1577" y="1809"/>
                  </a:cubicBezTo>
                  <a:cubicBezTo>
                    <a:pt x="1587" y="1809"/>
                    <a:pt x="1638" y="1822"/>
                    <a:pt x="1735" y="1850"/>
                  </a:cubicBezTo>
                  <a:cubicBezTo>
                    <a:pt x="1800" y="1870"/>
                    <a:pt x="1835" y="1878"/>
                    <a:pt x="1845" y="1878"/>
                  </a:cubicBezTo>
                  <a:cubicBezTo>
                    <a:pt x="1855" y="1878"/>
                    <a:pt x="1841" y="1870"/>
                    <a:pt x="1808" y="1858"/>
                  </a:cubicBezTo>
                  <a:cubicBezTo>
                    <a:pt x="1750" y="1836"/>
                    <a:pt x="1699" y="1808"/>
                    <a:pt x="1735" y="1808"/>
                  </a:cubicBezTo>
                  <a:cubicBezTo>
                    <a:pt x="1739" y="1808"/>
                    <a:pt x="1745" y="1809"/>
                    <a:pt x="1752" y="1809"/>
                  </a:cubicBezTo>
                  <a:cubicBezTo>
                    <a:pt x="1752" y="1801"/>
                    <a:pt x="1760" y="1793"/>
                    <a:pt x="1630" y="1745"/>
                  </a:cubicBezTo>
                  <a:cubicBezTo>
                    <a:pt x="1565" y="1720"/>
                    <a:pt x="1573" y="1712"/>
                    <a:pt x="1573" y="1704"/>
                  </a:cubicBezTo>
                  <a:lnTo>
                    <a:pt x="1573" y="1704"/>
                  </a:lnTo>
                  <a:cubicBezTo>
                    <a:pt x="1621" y="1720"/>
                    <a:pt x="1662" y="1736"/>
                    <a:pt x="1702" y="1760"/>
                  </a:cubicBezTo>
                  <a:lnTo>
                    <a:pt x="1702" y="1760"/>
                  </a:lnTo>
                  <a:cubicBezTo>
                    <a:pt x="1704" y="1757"/>
                    <a:pt x="1708" y="1751"/>
                    <a:pt x="1711" y="1745"/>
                  </a:cubicBezTo>
                  <a:cubicBezTo>
                    <a:pt x="1718" y="1743"/>
                    <a:pt x="1726" y="1742"/>
                    <a:pt x="1734" y="1742"/>
                  </a:cubicBezTo>
                  <a:cubicBezTo>
                    <a:pt x="1769" y="1742"/>
                    <a:pt x="1808" y="1756"/>
                    <a:pt x="1841" y="1769"/>
                  </a:cubicBezTo>
                  <a:cubicBezTo>
                    <a:pt x="1867" y="1778"/>
                    <a:pt x="1884" y="1782"/>
                    <a:pt x="1888" y="1782"/>
                  </a:cubicBezTo>
                  <a:cubicBezTo>
                    <a:pt x="1897" y="1782"/>
                    <a:pt x="1867" y="1768"/>
                    <a:pt x="1784" y="1736"/>
                  </a:cubicBezTo>
                  <a:cubicBezTo>
                    <a:pt x="1662" y="1680"/>
                    <a:pt x="1662" y="1680"/>
                    <a:pt x="1670" y="1664"/>
                  </a:cubicBezTo>
                  <a:cubicBezTo>
                    <a:pt x="1674" y="1659"/>
                    <a:pt x="1677" y="1655"/>
                    <a:pt x="1686" y="1655"/>
                  </a:cubicBezTo>
                  <a:cubicBezTo>
                    <a:pt x="1695" y="1655"/>
                    <a:pt x="1711" y="1659"/>
                    <a:pt x="1743" y="1672"/>
                  </a:cubicBezTo>
                  <a:cubicBezTo>
                    <a:pt x="1777" y="1691"/>
                    <a:pt x="1790" y="1699"/>
                    <a:pt x="1799" y="1699"/>
                  </a:cubicBezTo>
                  <a:cubicBezTo>
                    <a:pt x="1806" y="1699"/>
                    <a:pt x="1810" y="1695"/>
                    <a:pt x="1816" y="1688"/>
                  </a:cubicBezTo>
                  <a:cubicBezTo>
                    <a:pt x="1824" y="1664"/>
                    <a:pt x="1662" y="1542"/>
                    <a:pt x="1549" y="1461"/>
                  </a:cubicBezTo>
                  <a:cubicBezTo>
                    <a:pt x="1490" y="1427"/>
                    <a:pt x="1462" y="1411"/>
                    <a:pt x="1465" y="1411"/>
                  </a:cubicBezTo>
                  <a:cubicBezTo>
                    <a:pt x="1468" y="1411"/>
                    <a:pt x="1498" y="1425"/>
                    <a:pt x="1557" y="1453"/>
                  </a:cubicBezTo>
                  <a:cubicBezTo>
                    <a:pt x="1588" y="1471"/>
                    <a:pt x="1605" y="1476"/>
                    <a:pt x="1615" y="1476"/>
                  </a:cubicBezTo>
                  <a:cubicBezTo>
                    <a:pt x="1623" y="1476"/>
                    <a:pt x="1626" y="1473"/>
                    <a:pt x="1630" y="1469"/>
                  </a:cubicBezTo>
                  <a:cubicBezTo>
                    <a:pt x="1607" y="1453"/>
                    <a:pt x="1604" y="1447"/>
                    <a:pt x="1608" y="1447"/>
                  </a:cubicBezTo>
                  <a:cubicBezTo>
                    <a:pt x="1614" y="1447"/>
                    <a:pt x="1635" y="1459"/>
                    <a:pt x="1630" y="1469"/>
                  </a:cubicBezTo>
                  <a:cubicBezTo>
                    <a:pt x="1687" y="1501"/>
                    <a:pt x="1679" y="1509"/>
                    <a:pt x="1679" y="1518"/>
                  </a:cubicBezTo>
                  <a:lnTo>
                    <a:pt x="1735" y="1558"/>
                  </a:lnTo>
                  <a:cubicBezTo>
                    <a:pt x="1787" y="1582"/>
                    <a:pt x="1818" y="1595"/>
                    <a:pt x="1828" y="1595"/>
                  </a:cubicBezTo>
                  <a:cubicBezTo>
                    <a:pt x="1842" y="1595"/>
                    <a:pt x="1817" y="1572"/>
                    <a:pt x="1752" y="1526"/>
                  </a:cubicBezTo>
                  <a:cubicBezTo>
                    <a:pt x="1724" y="1503"/>
                    <a:pt x="1712" y="1493"/>
                    <a:pt x="1719" y="1493"/>
                  </a:cubicBezTo>
                  <a:cubicBezTo>
                    <a:pt x="1723" y="1493"/>
                    <a:pt x="1739" y="1499"/>
                    <a:pt x="1768" y="1509"/>
                  </a:cubicBezTo>
                  <a:cubicBezTo>
                    <a:pt x="1810" y="1525"/>
                    <a:pt x="1849" y="1545"/>
                    <a:pt x="1855" y="1545"/>
                  </a:cubicBezTo>
                  <a:cubicBezTo>
                    <a:pt x="1858" y="1545"/>
                    <a:pt x="1852" y="1540"/>
                    <a:pt x="1833" y="1526"/>
                  </a:cubicBezTo>
                  <a:cubicBezTo>
                    <a:pt x="1833" y="1526"/>
                    <a:pt x="1837" y="1522"/>
                    <a:pt x="1848" y="1522"/>
                  </a:cubicBezTo>
                  <a:cubicBezTo>
                    <a:pt x="1859" y="1522"/>
                    <a:pt x="1877" y="1526"/>
                    <a:pt x="1906" y="1542"/>
                  </a:cubicBezTo>
                  <a:cubicBezTo>
                    <a:pt x="1922" y="1526"/>
                    <a:pt x="1930" y="1518"/>
                    <a:pt x="1873" y="1477"/>
                  </a:cubicBezTo>
                  <a:cubicBezTo>
                    <a:pt x="1816" y="1437"/>
                    <a:pt x="1824" y="1428"/>
                    <a:pt x="1833" y="1420"/>
                  </a:cubicBezTo>
                  <a:cubicBezTo>
                    <a:pt x="1833" y="1412"/>
                    <a:pt x="1841" y="1404"/>
                    <a:pt x="1784" y="1364"/>
                  </a:cubicBezTo>
                  <a:cubicBezTo>
                    <a:pt x="1735" y="1323"/>
                    <a:pt x="1687" y="1274"/>
                    <a:pt x="1703" y="1258"/>
                  </a:cubicBezTo>
                  <a:cubicBezTo>
                    <a:pt x="1683" y="1227"/>
                    <a:pt x="1673" y="1210"/>
                    <a:pt x="1681" y="1210"/>
                  </a:cubicBezTo>
                  <a:cubicBezTo>
                    <a:pt x="1689" y="1210"/>
                    <a:pt x="1717" y="1229"/>
                    <a:pt x="1776" y="1266"/>
                  </a:cubicBezTo>
                  <a:cubicBezTo>
                    <a:pt x="1809" y="1290"/>
                    <a:pt x="1826" y="1297"/>
                    <a:pt x="1836" y="1297"/>
                  </a:cubicBezTo>
                  <a:cubicBezTo>
                    <a:pt x="1842" y="1297"/>
                    <a:pt x="1845" y="1294"/>
                    <a:pt x="1849" y="1291"/>
                  </a:cubicBezTo>
                  <a:cubicBezTo>
                    <a:pt x="1849" y="1291"/>
                    <a:pt x="1849" y="1290"/>
                    <a:pt x="1852" y="1290"/>
                  </a:cubicBezTo>
                  <a:cubicBezTo>
                    <a:pt x="1857" y="1290"/>
                    <a:pt x="1873" y="1294"/>
                    <a:pt x="1914" y="1323"/>
                  </a:cubicBezTo>
                  <a:cubicBezTo>
                    <a:pt x="1930" y="1331"/>
                    <a:pt x="1938" y="1335"/>
                    <a:pt x="1942" y="1335"/>
                  </a:cubicBezTo>
                  <a:cubicBezTo>
                    <a:pt x="1951" y="1335"/>
                    <a:pt x="1910" y="1303"/>
                    <a:pt x="1873" y="1266"/>
                  </a:cubicBezTo>
                  <a:lnTo>
                    <a:pt x="1768" y="1177"/>
                  </a:lnTo>
                  <a:lnTo>
                    <a:pt x="1768" y="1177"/>
                  </a:lnTo>
                  <a:cubicBezTo>
                    <a:pt x="1833" y="1209"/>
                    <a:pt x="1889" y="1250"/>
                    <a:pt x="1938" y="1291"/>
                  </a:cubicBezTo>
                  <a:cubicBezTo>
                    <a:pt x="1995" y="1331"/>
                    <a:pt x="2023" y="1353"/>
                    <a:pt x="2024" y="1353"/>
                  </a:cubicBezTo>
                  <a:cubicBezTo>
                    <a:pt x="2025" y="1353"/>
                    <a:pt x="1999" y="1331"/>
                    <a:pt x="1946" y="1282"/>
                  </a:cubicBezTo>
                  <a:cubicBezTo>
                    <a:pt x="1908" y="1250"/>
                    <a:pt x="1874" y="1208"/>
                    <a:pt x="1894" y="1208"/>
                  </a:cubicBezTo>
                  <a:cubicBezTo>
                    <a:pt x="1899" y="1208"/>
                    <a:pt x="1908" y="1211"/>
                    <a:pt x="1922" y="1218"/>
                  </a:cubicBezTo>
                  <a:cubicBezTo>
                    <a:pt x="1929" y="1210"/>
                    <a:pt x="1935" y="1204"/>
                    <a:pt x="1944" y="1204"/>
                  </a:cubicBezTo>
                  <a:cubicBezTo>
                    <a:pt x="1954" y="1204"/>
                    <a:pt x="1969" y="1212"/>
                    <a:pt x="1995" y="1234"/>
                  </a:cubicBezTo>
                  <a:cubicBezTo>
                    <a:pt x="2012" y="1248"/>
                    <a:pt x="2020" y="1254"/>
                    <a:pt x="2023" y="1254"/>
                  </a:cubicBezTo>
                  <a:cubicBezTo>
                    <a:pt x="2031" y="1254"/>
                    <a:pt x="2011" y="1226"/>
                    <a:pt x="2011" y="1226"/>
                  </a:cubicBezTo>
                  <a:cubicBezTo>
                    <a:pt x="1987" y="1193"/>
                    <a:pt x="1980" y="1176"/>
                    <a:pt x="1991" y="1176"/>
                  </a:cubicBezTo>
                  <a:cubicBezTo>
                    <a:pt x="1999" y="1176"/>
                    <a:pt x="2016" y="1184"/>
                    <a:pt x="2043" y="1201"/>
                  </a:cubicBezTo>
                  <a:cubicBezTo>
                    <a:pt x="2098" y="1236"/>
                    <a:pt x="2126" y="1256"/>
                    <a:pt x="2132" y="1256"/>
                  </a:cubicBezTo>
                  <a:cubicBezTo>
                    <a:pt x="2138" y="1256"/>
                    <a:pt x="2118" y="1232"/>
                    <a:pt x="2076" y="1177"/>
                  </a:cubicBezTo>
                  <a:cubicBezTo>
                    <a:pt x="2047" y="1144"/>
                    <a:pt x="2022" y="1113"/>
                    <a:pt x="2025" y="1113"/>
                  </a:cubicBezTo>
                  <a:cubicBezTo>
                    <a:pt x="2027" y="1113"/>
                    <a:pt x="2044" y="1129"/>
                    <a:pt x="2084" y="1169"/>
                  </a:cubicBezTo>
                  <a:cubicBezTo>
                    <a:pt x="2097" y="1182"/>
                    <a:pt x="2103" y="1187"/>
                    <a:pt x="2106" y="1187"/>
                  </a:cubicBezTo>
                  <a:cubicBezTo>
                    <a:pt x="2112" y="1187"/>
                    <a:pt x="2086" y="1144"/>
                    <a:pt x="2068" y="1096"/>
                  </a:cubicBezTo>
                  <a:cubicBezTo>
                    <a:pt x="2035" y="1039"/>
                    <a:pt x="1954" y="926"/>
                    <a:pt x="1914" y="869"/>
                  </a:cubicBezTo>
                  <a:cubicBezTo>
                    <a:pt x="1868" y="803"/>
                    <a:pt x="1851" y="775"/>
                    <a:pt x="1858" y="775"/>
                  </a:cubicBezTo>
                  <a:cubicBezTo>
                    <a:pt x="1863" y="775"/>
                    <a:pt x="1876" y="786"/>
                    <a:pt x="1897" y="804"/>
                  </a:cubicBezTo>
                  <a:cubicBezTo>
                    <a:pt x="1898" y="804"/>
                    <a:pt x="1899" y="803"/>
                    <a:pt x="1900" y="803"/>
                  </a:cubicBezTo>
                  <a:cubicBezTo>
                    <a:pt x="1913" y="803"/>
                    <a:pt x="1957" y="849"/>
                    <a:pt x="1995" y="901"/>
                  </a:cubicBezTo>
                  <a:cubicBezTo>
                    <a:pt x="2035" y="958"/>
                    <a:pt x="2019" y="966"/>
                    <a:pt x="2019" y="966"/>
                  </a:cubicBezTo>
                  <a:lnTo>
                    <a:pt x="2011" y="966"/>
                  </a:lnTo>
                  <a:cubicBezTo>
                    <a:pt x="2049" y="1019"/>
                    <a:pt x="2087" y="1072"/>
                    <a:pt x="2105" y="1072"/>
                  </a:cubicBezTo>
                  <a:cubicBezTo>
                    <a:pt x="2106" y="1072"/>
                    <a:pt x="2107" y="1072"/>
                    <a:pt x="2108" y="1072"/>
                  </a:cubicBezTo>
                  <a:cubicBezTo>
                    <a:pt x="2128" y="1095"/>
                    <a:pt x="2140" y="1107"/>
                    <a:pt x="2143" y="1107"/>
                  </a:cubicBezTo>
                  <a:cubicBezTo>
                    <a:pt x="2147" y="1107"/>
                    <a:pt x="2141" y="1093"/>
                    <a:pt x="2124" y="1064"/>
                  </a:cubicBezTo>
                  <a:lnTo>
                    <a:pt x="2124" y="1064"/>
                  </a:lnTo>
                  <a:cubicBezTo>
                    <a:pt x="2150" y="1094"/>
                    <a:pt x="2166" y="1106"/>
                    <a:pt x="2178" y="1106"/>
                  </a:cubicBezTo>
                  <a:cubicBezTo>
                    <a:pt x="2186" y="1106"/>
                    <a:pt x="2192" y="1102"/>
                    <a:pt x="2197" y="1096"/>
                  </a:cubicBezTo>
                  <a:cubicBezTo>
                    <a:pt x="2203" y="1093"/>
                    <a:pt x="2210" y="1090"/>
                    <a:pt x="2218" y="1090"/>
                  </a:cubicBezTo>
                  <a:cubicBezTo>
                    <a:pt x="2233" y="1090"/>
                    <a:pt x="2252" y="1100"/>
                    <a:pt x="2279" y="1137"/>
                  </a:cubicBezTo>
                  <a:cubicBezTo>
                    <a:pt x="2295" y="1128"/>
                    <a:pt x="2303" y="1128"/>
                    <a:pt x="2279" y="1064"/>
                  </a:cubicBezTo>
                  <a:cubicBezTo>
                    <a:pt x="2240" y="991"/>
                    <a:pt x="2230" y="962"/>
                    <a:pt x="2233" y="962"/>
                  </a:cubicBezTo>
                  <a:cubicBezTo>
                    <a:pt x="2236" y="962"/>
                    <a:pt x="2244" y="976"/>
                    <a:pt x="2254" y="999"/>
                  </a:cubicBezTo>
                  <a:cubicBezTo>
                    <a:pt x="2294" y="1061"/>
                    <a:pt x="2351" y="1099"/>
                    <a:pt x="2390" y="1099"/>
                  </a:cubicBezTo>
                  <a:cubicBezTo>
                    <a:pt x="2421" y="1099"/>
                    <a:pt x="2439" y="1073"/>
                    <a:pt x="2424" y="1015"/>
                  </a:cubicBezTo>
                  <a:lnTo>
                    <a:pt x="2441" y="1007"/>
                  </a:lnTo>
                  <a:cubicBezTo>
                    <a:pt x="2459" y="1032"/>
                    <a:pt x="2480" y="1045"/>
                    <a:pt x="2499" y="1045"/>
                  </a:cubicBezTo>
                  <a:cubicBezTo>
                    <a:pt x="2521" y="1045"/>
                    <a:pt x="2538" y="1026"/>
                    <a:pt x="2538" y="991"/>
                  </a:cubicBezTo>
                  <a:lnTo>
                    <a:pt x="2562" y="982"/>
                  </a:lnTo>
                  <a:cubicBezTo>
                    <a:pt x="2582" y="1010"/>
                    <a:pt x="2594" y="1024"/>
                    <a:pt x="2601" y="1024"/>
                  </a:cubicBezTo>
                  <a:cubicBezTo>
                    <a:pt x="2609" y="1024"/>
                    <a:pt x="2611" y="1008"/>
                    <a:pt x="2611" y="974"/>
                  </a:cubicBezTo>
                  <a:cubicBezTo>
                    <a:pt x="2605" y="923"/>
                    <a:pt x="2599" y="875"/>
                    <a:pt x="2599" y="875"/>
                  </a:cubicBezTo>
                  <a:lnTo>
                    <a:pt x="2599" y="875"/>
                  </a:lnTo>
                  <a:cubicBezTo>
                    <a:pt x="2599" y="875"/>
                    <a:pt x="2600" y="883"/>
                    <a:pt x="2603" y="901"/>
                  </a:cubicBezTo>
                  <a:cubicBezTo>
                    <a:pt x="2616" y="961"/>
                    <a:pt x="2635" y="967"/>
                    <a:pt x="2663" y="967"/>
                  </a:cubicBezTo>
                  <a:cubicBezTo>
                    <a:pt x="2670" y="967"/>
                    <a:pt x="2677" y="966"/>
                    <a:pt x="2684" y="966"/>
                  </a:cubicBezTo>
                  <a:cubicBezTo>
                    <a:pt x="2724" y="958"/>
                    <a:pt x="2724" y="958"/>
                    <a:pt x="2708" y="893"/>
                  </a:cubicBezTo>
                  <a:cubicBezTo>
                    <a:pt x="2718" y="871"/>
                    <a:pt x="2727" y="861"/>
                    <a:pt x="2734" y="861"/>
                  </a:cubicBezTo>
                  <a:cubicBezTo>
                    <a:pt x="2750" y="861"/>
                    <a:pt x="2759" y="908"/>
                    <a:pt x="2765" y="958"/>
                  </a:cubicBezTo>
                  <a:cubicBezTo>
                    <a:pt x="2765" y="1016"/>
                    <a:pt x="2770" y="1048"/>
                    <a:pt x="2774" y="1048"/>
                  </a:cubicBezTo>
                  <a:cubicBezTo>
                    <a:pt x="2779" y="1048"/>
                    <a:pt x="2782" y="998"/>
                    <a:pt x="2773" y="885"/>
                  </a:cubicBezTo>
                  <a:cubicBezTo>
                    <a:pt x="2773" y="803"/>
                    <a:pt x="2782" y="770"/>
                    <a:pt x="2790" y="770"/>
                  </a:cubicBezTo>
                  <a:cubicBezTo>
                    <a:pt x="2796" y="770"/>
                    <a:pt x="2802" y="786"/>
                    <a:pt x="2806" y="812"/>
                  </a:cubicBezTo>
                  <a:cubicBezTo>
                    <a:pt x="2814" y="885"/>
                    <a:pt x="2797" y="885"/>
                    <a:pt x="2789" y="885"/>
                  </a:cubicBezTo>
                  <a:cubicBezTo>
                    <a:pt x="2789" y="885"/>
                    <a:pt x="2797" y="950"/>
                    <a:pt x="2806" y="1023"/>
                  </a:cubicBezTo>
                  <a:cubicBezTo>
                    <a:pt x="2814" y="1023"/>
                    <a:pt x="2814" y="1023"/>
                    <a:pt x="2814" y="950"/>
                  </a:cubicBezTo>
                  <a:cubicBezTo>
                    <a:pt x="2814" y="950"/>
                    <a:pt x="2830" y="950"/>
                    <a:pt x="2838" y="885"/>
                  </a:cubicBezTo>
                  <a:cubicBezTo>
                    <a:pt x="2838" y="812"/>
                    <a:pt x="2838" y="747"/>
                    <a:pt x="2822" y="682"/>
                  </a:cubicBezTo>
                  <a:cubicBezTo>
                    <a:pt x="2797" y="610"/>
                    <a:pt x="2814" y="610"/>
                    <a:pt x="2830" y="610"/>
                  </a:cubicBezTo>
                  <a:cubicBezTo>
                    <a:pt x="2854" y="674"/>
                    <a:pt x="2862" y="747"/>
                    <a:pt x="2854" y="812"/>
                  </a:cubicBezTo>
                  <a:cubicBezTo>
                    <a:pt x="2838" y="812"/>
                    <a:pt x="2846" y="885"/>
                    <a:pt x="2854" y="950"/>
                  </a:cubicBezTo>
                  <a:cubicBezTo>
                    <a:pt x="2854" y="961"/>
                    <a:pt x="2856" y="967"/>
                    <a:pt x="2858" y="967"/>
                  </a:cubicBezTo>
                  <a:cubicBezTo>
                    <a:pt x="2870" y="967"/>
                    <a:pt x="2904" y="854"/>
                    <a:pt x="2911" y="747"/>
                  </a:cubicBezTo>
                  <a:lnTo>
                    <a:pt x="2911" y="812"/>
                  </a:lnTo>
                  <a:cubicBezTo>
                    <a:pt x="2911" y="885"/>
                    <a:pt x="2927" y="885"/>
                    <a:pt x="2943" y="885"/>
                  </a:cubicBezTo>
                  <a:cubicBezTo>
                    <a:pt x="2960" y="885"/>
                    <a:pt x="2968" y="885"/>
                    <a:pt x="2968" y="820"/>
                  </a:cubicBezTo>
                  <a:cubicBezTo>
                    <a:pt x="2968" y="747"/>
                    <a:pt x="2976" y="682"/>
                    <a:pt x="2984" y="682"/>
                  </a:cubicBezTo>
                  <a:cubicBezTo>
                    <a:pt x="2976" y="634"/>
                    <a:pt x="2968" y="593"/>
                    <a:pt x="2976" y="545"/>
                  </a:cubicBezTo>
                  <a:lnTo>
                    <a:pt x="2976" y="545"/>
                  </a:lnTo>
                  <a:cubicBezTo>
                    <a:pt x="2992" y="593"/>
                    <a:pt x="3000" y="634"/>
                    <a:pt x="3000" y="682"/>
                  </a:cubicBezTo>
                  <a:cubicBezTo>
                    <a:pt x="3016" y="820"/>
                    <a:pt x="3024" y="893"/>
                    <a:pt x="3057" y="901"/>
                  </a:cubicBezTo>
                  <a:cubicBezTo>
                    <a:pt x="3073" y="901"/>
                    <a:pt x="3097" y="910"/>
                    <a:pt x="3097" y="982"/>
                  </a:cubicBezTo>
                  <a:cubicBezTo>
                    <a:pt x="3100" y="982"/>
                    <a:pt x="3103" y="983"/>
                    <a:pt x="3106" y="983"/>
                  </a:cubicBezTo>
                  <a:cubicBezTo>
                    <a:pt x="3117" y="983"/>
                    <a:pt x="3125" y="977"/>
                    <a:pt x="3138" y="918"/>
                  </a:cubicBezTo>
                  <a:lnTo>
                    <a:pt x="3154" y="926"/>
                  </a:lnTo>
                  <a:cubicBezTo>
                    <a:pt x="3150" y="960"/>
                    <a:pt x="3152" y="979"/>
                    <a:pt x="3158" y="979"/>
                  </a:cubicBezTo>
                  <a:cubicBezTo>
                    <a:pt x="3163" y="979"/>
                    <a:pt x="3171" y="964"/>
                    <a:pt x="3178" y="934"/>
                  </a:cubicBezTo>
                  <a:cubicBezTo>
                    <a:pt x="3188" y="914"/>
                    <a:pt x="3195" y="907"/>
                    <a:pt x="3199" y="907"/>
                  </a:cubicBezTo>
                  <a:cubicBezTo>
                    <a:pt x="3207" y="907"/>
                    <a:pt x="3205" y="942"/>
                    <a:pt x="3211" y="942"/>
                  </a:cubicBezTo>
                  <a:cubicBezTo>
                    <a:pt x="3200" y="1005"/>
                    <a:pt x="3194" y="1039"/>
                    <a:pt x="3195" y="1039"/>
                  </a:cubicBezTo>
                  <a:cubicBezTo>
                    <a:pt x="3197" y="1039"/>
                    <a:pt x="3209" y="991"/>
                    <a:pt x="3235" y="885"/>
                  </a:cubicBezTo>
                  <a:cubicBezTo>
                    <a:pt x="3260" y="837"/>
                    <a:pt x="3260" y="788"/>
                    <a:pt x="3243" y="739"/>
                  </a:cubicBezTo>
                  <a:lnTo>
                    <a:pt x="3211" y="731"/>
                  </a:lnTo>
                  <a:lnTo>
                    <a:pt x="3268" y="674"/>
                  </a:lnTo>
                  <a:cubicBezTo>
                    <a:pt x="3268" y="675"/>
                    <a:pt x="3269" y="675"/>
                    <a:pt x="3269" y="675"/>
                  </a:cubicBezTo>
                  <a:cubicBezTo>
                    <a:pt x="3280" y="675"/>
                    <a:pt x="3318" y="614"/>
                    <a:pt x="3341" y="553"/>
                  </a:cubicBezTo>
                  <a:cubicBezTo>
                    <a:pt x="3341" y="553"/>
                    <a:pt x="3355" y="495"/>
                    <a:pt x="3370" y="495"/>
                  </a:cubicBezTo>
                  <a:cubicBezTo>
                    <a:pt x="3371" y="495"/>
                    <a:pt x="3372" y="496"/>
                    <a:pt x="3373" y="496"/>
                  </a:cubicBezTo>
                  <a:lnTo>
                    <a:pt x="3333" y="626"/>
                  </a:lnTo>
                  <a:cubicBezTo>
                    <a:pt x="3300" y="691"/>
                    <a:pt x="3276" y="747"/>
                    <a:pt x="3260" y="820"/>
                  </a:cubicBezTo>
                  <a:cubicBezTo>
                    <a:pt x="3239" y="904"/>
                    <a:pt x="3235" y="964"/>
                    <a:pt x="3245" y="964"/>
                  </a:cubicBezTo>
                  <a:cubicBezTo>
                    <a:pt x="3251" y="964"/>
                    <a:pt x="3261" y="945"/>
                    <a:pt x="3276" y="901"/>
                  </a:cubicBezTo>
                  <a:cubicBezTo>
                    <a:pt x="3284" y="901"/>
                    <a:pt x="3284" y="901"/>
                    <a:pt x="3276" y="966"/>
                  </a:cubicBezTo>
                  <a:cubicBezTo>
                    <a:pt x="3265" y="995"/>
                    <a:pt x="3261" y="1012"/>
                    <a:pt x="3264" y="1012"/>
                  </a:cubicBezTo>
                  <a:cubicBezTo>
                    <a:pt x="3268" y="1012"/>
                    <a:pt x="3284" y="983"/>
                    <a:pt x="3316" y="910"/>
                  </a:cubicBezTo>
                  <a:cubicBezTo>
                    <a:pt x="3343" y="852"/>
                    <a:pt x="3361" y="823"/>
                    <a:pt x="3368" y="823"/>
                  </a:cubicBezTo>
                  <a:cubicBezTo>
                    <a:pt x="3376" y="823"/>
                    <a:pt x="3370" y="858"/>
                    <a:pt x="3349" y="926"/>
                  </a:cubicBezTo>
                  <a:cubicBezTo>
                    <a:pt x="3328" y="1013"/>
                    <a:pt x="3334" y="1052"/>
                    <a:pt x="3349" y="1052"/>
                  </a:cubicBezTo>
                  <a:cubicBezTo>
                    <a:pt x="3357" y="1052"/>
                    <a:pt x="3369" y="1039"/>
                    <a:pt x="3381" y="1015"/>
                  </a:cubicBezTo>
                  <a:cubicBezTo>
                    <a:pt x="3407" y="950"/>
                    <a:pt x="3428" y="924"/>
                    <a:pt x="3440" y="924"/>
                  </a:cubicBezTo>
                  <a:cubicBezTo>
                    <a:pt x="3451" y="924"/>
                    <a:pt x="3454" y="944"/>
                    <a:pt x="3446" y="974"/>
                  </a:cubicBezTo>
                  <a:cubicBezTo>
                    <a:pt x="3433" y="1010"/>
                    <a:pt x="3429" y="1029"/>
                    <a:pt x="3435" y="1029"/>
                  </a:cubicBezTo>
                  <a:cubicBezTo>
                    <a:pt x="3440" y="1029"/>
                    <a:pt x="3452" y="1016"/>
                    <a:pt x="3470" y="991"/>
                  </a:cubicBezTo>
                  <a:lnTo>
                    <a:pt x="3470" y="991"/>
                  </a:lnTo>
                  <a:cubicBezTo>
                    <a:pt x="3453" y="1038"/>
                    <a:pt x="3435" y="1085"/>
                    <a:pt x="3442" y="1085"/>
                  </a:cubicBezTo>
                  <a:cubicBezTo>
                    <a:pt x="3445" y="1085"/>
                    <a:pt x="3451" y="1079"/>
                    <a:pt x="3462" y="1064"/>
                  </a:cubicBezTo>
                  <a:cubicBezTo>
                    <a:pt x="3462" y="1064"/>
                    <a:pt x="3463" y="1064"/>
                    <a:pt x="3463" y="1064"/>
                  </a:cubicBezTo>
                  <a:cubicBezTo>
                    <a:pt x="3466" y="1064"/>
                    <a:pt x="3475" y="1058"/>
                    <a:pt x="3495" y="999"/>
                  </a:cubicBezTo>
                  <a:lnTo>
                    <a:pt x="3576" y="893"/>
                  </a:lnTo>
                  <a:cubicBezTo>
                    <a:pt x="3568" y="885"/>
                    <a:pt x="3600" y="828"/>
                    <a:pt x="3633" y="764"/>
                  </a:cubicBezTo>
                  <a:cubicBezTo>
                    <a:pt x="3639" y="752"/>
                    <a:pt x="3645" y="747"/>
                    <a:pt x="3649" y="747"/>
                  </a:cubicBezTo>
                  <a:cubicBezTo>
                    <a:pt x="3665" y="747"/>
                    <a:pt x="3657" y="834"/>
                    <a:pt x="3592" y="982"/>
                  </a:cubicBezTo>
                  <a:lnTo>
                    <a:pt x="3543" y="1112"/>
                  </a:lnTo>
                  <a:cubicBezTo>
                    <a:pt x="3576" y="1055"/>
                    <a:pt x="3608" y="999"/>
                    <a:pt x="3608" y="999"/>
                  </a:cubicBezTo>
                  <a:cubicBezTo>
                    <a:pt x="3616" y="999"/>
                    <a:pt x="3633" y="1007"/>
                    <a:pt x="3592" y="1064"/>
                  </a:cubicBezTo>
                  <a:cubicBezTo>
                    <a:pt x="3560" y="1128"/>
                    <a:pt x="3560" y="1120"/>
                    <a:pt x="3568" y="1128"/>
                  </a:cubicBezTo>
                  <a:cubicBezTo>
                    <a:pt x="3568" y="1128"/>
                    <a:pt x="3568" y="1129"/>
                    <a:pt x="3569" y="1129"/>
                  </a:cubicBezTo>
                  <a:cubicBezTo>
                    <a:pt x="3572" y="1129"/>
                    <a:pt x="3583" y="1124"/>
                    <a:pt x="3608" y="1080"/>
                  </a:cubicBezTo>
                  <a:cubicBezTo>
                    <a:pt x="3650" y="1015"/>
                    <a:pt x="3668" y="987"/>
                    <a:pt x="3671" y="987"/>
                  </a:cubicBezTo>
                  <a:cubicBezTo>
                    <a:pt x="3673" y="987"/>
                    <a:pt x="3667" y="1003"/>
                    <a:pt x="3657" y="1031"/>
                  </a:cubicBezTo>
                  <a:cubicBezTo>
                    <a:pt x="3623" y="1091"/>
                    <a:pt x="3609" y="1122"/>
                    <a:pt x="3615" y="1122"/>
                  </a:cubicBezTo>
                  <a:cubicBezTo>
                    <a:pt x="3621" y="1122"/>
                    <a:pt x="3643" y="1097"/>
                    <a:pt x="3681" y="1047"/>
                  </a:cubicBezTo>
                  <a:cubicBezTo>
                    <a:pt x="3721" y="992"/>
                    <a:pt x="3741" y="963"/>
                    <a:pt x="3743" y="963"/>
                  </a:cubicBezTo>
                  <a:cubicBezTo>
                    <a:pt x="3745" y="963"/>
                    <a:pt x="3726" y="994"/>
                    <a:pt x="3689" y="1055"/>
                  </a:cubicBezTo>
                  <a:cubicBezTo>
                    <a:pt x="3657" y="1112"/>
                    <a:pt x="3624" y="1169"/>
                    <a:pt x="3633" y="1177"/>
                  </a:cubicBezTo>
                  <a:lnTo>
                    <a:pt x="3673" y="1120"/>
                  </a:lnTo>
                  <a:cubicBezTo>
                    <a:pt x="3713" y="1062"/>
                    <a:pt x="3736" y="1039"/>
                    <a:pt x="3743" y="1039"/>
                  </a:cubicBezTo>
                  <a:cubicBezTo>
                    <a:pt x="3749" y="1039"/>
                    <a:pt x="3744" y="1054"/>
                    <a:pt x="3730" y="1080"/>
                  </a:cubicBezTo>
                  <a:cubicBezTo>
                    <a:pt x="3706" y="1113"/>
                    <a:pt x="3696" y="1129"/>
                    <a:pt x="3705" y="1129"/>
                  </a:cubicBezTo>
                  <a:cubicBezTo>
                    <a:pt x="3711" y="1129"/>
                    <a:pt x="3727" y="1121"/>
                    <a:pt x="3754" y="1104"/>
                  </a:cubicBezTo>
                  <a:lnTo>
                    <a:pt x="3754" y="1104"/>
                  </a:lnTo>
                  <a:cubicBezTo>
                    <a:pt x="3770" y="1120"/>
                    <a:pt x="3778" y="1120"/>
                    <a:pt x="3730" y="1177"/>
                  </a:cubicBezTo>
                  <a:cubicBezTo>
                    <a:pt x="3688" y="1231"/>
                    <a:pt x="3668" y="1257"/>
                    <a:pt x="3670" y="1257"/>
                  </a:cubicBezTo>
                  <a:cubicBezTo>
                    <a:pt x="3672" y="1257"/>
                    <a:pt x="3694" y="1233"/>
                    <a:pt x="3738" y="1185"/>
                  </a:cubicBezTo>
                  <a:cubicBezTo>
                    <a:pt x="3760" y="1163"/>
                    <a:pt x="3774" y="1150"/>
                    <a:pt x="3779" y="1150"/>
                  </a:cubicBezTo>
                  <a:cubicBezTo>
                    <a:pt x="3785" y="1150"/>
                    <a:pt x="3780" y="1167"/>
                    <a:pt x="3762" y="1201"/>
                  </a:cubicBezTo>
                  <a:cubicBezTo>
                    <a:pt x="3740" y="1232"/>
                    <a:pt x="3730" y="1246"/>
                    <a:pt x="3735" y="1246"/>
                  </a:cubicBezTo>
                  <a:cubicBezTo>
                    <a:pt x="3738" y="1246"/>
                    <a:pt x="3752" y="1236"/>
                    <a:pt x="3778" y="1218"/>
                  </a:cubicBezTo>
                  <a:cubicBezTo>
                    <a:pt x="3868" y="1112"/>
                    <a:pt x="3916" y="1064"/>
                    <a:pt x="3908" y="1055"/>
                  </a:cubicBezTo>
                  <a:cubicBezTo>
                    <a:pt x="3900" y="1047"/>
                    <a:pt x="3900" y="1047"/>
                    <a:pt x="3941" y="999"/>
                  </a:cubicBezTo>
                  <a:lnTo>
                    <a:pt x="3957" y="1015"/>
                  </a:lnTo>
                  <a:cubicBezTo>
                    <a:pt x="3960" y="1019"/>
                    <a:pt x="3964" y="1022"/>
                    <a:pt x="3973" y="1022"/>
                  </a:cubicBezTo>
                  <a:cubicBezTo>
                    <a:pt x="3984" y="1022"/>
                    <a:pt x="4002" y="1017"/>
                    <a:pt x="4038" y="999"/>
                  </a:cubicBezTo>
                  <a:cubicBezTo>
                    <a:pt x="4095" y="970"/>
                    <a:pt x="4178" y="897"/>
                    <a:pt x="4152" y="897"/>
                  </a:cubicBezTo>
                  <a:cubicBezTo>
                    <a:pt x="4148" y="897"/>
                    <a:pt x="4143" y="899"/>
                    <a:pt x="4135" y="901"/>
                  </a:cubicBezTo>
                  <a:lnTo>
                    <a:pt x="4168" y="845"/>
                  </a:lnTo>
                  <a:cubicBezTo>
                    <a:pt x="4245" y="767"/>
                    <a:pt x="4275" y="724"/>
                    <a:pt x="4264" y="724"/>
                  </a:cubicBezTo>
                  <a:cubicBezTo>
                    <a:pt x="4255" y="724"/>
                    <a:pt x="4216" y="757"/>
                    <a:pt x="4151" y="828"/>
                  </a:cubicBezTo>
                  <a:cubicBezTo>
                    <a:pt x="4077" y="907"/>
                    <a:pt x="4043" y="944"/>
                    <a:pt x="4040" y="944"/>
                  </a:cubicBezTo>
                  <a:cubicBezTo>
                    <a:pt x="4037" y="944"/>
                    <a:pt x="4057" y="917"/>
                    <a:pt x="4095" y="869"/>
                  </a:cubicBezTo>
                  <a:cubicBezTo>
                    <a:pt x="4184" y="764"/>
                    <a:pt x="4176" y="755"/>
                    <a:pt x="4168" y="747"/>
                  </a:cubicBezTo>
                  <a:cubicBezTo>
                    <a:pt x="4151" y="731"/>
                    <a:pt x="4151" y="731"/>
                    <a:pt x="4200" y="682"/>
                  </a:cubicBezTo>
                  <a:cubicBezTo>
                    <a:pt x="4241" y="634"/>
                    <a:pt x="4273" y="569"/>
                    <a:pt x="4265" y="553"/>
                  </a:cubicBezTo>
                  <a:cubicBezTo>
                    <a:pt x="4260" y="551"/>
                    <a:pt x="4257" y="549"/>
                    <a:pt x="4254" y="549"/>
                  </a:cubicBezTo>
                  <a:cubicBezTo>
                    <a:pt x="4246" y="549"/>
                    <a:pt x="4238" y="560"/>
                    <a:pt x="4208" y="601"/>
                  </a:cubicBezTo>
                  <a:cubicBezTo>
                    <a:pt x="4196" y="622"/>
                    <a:pt x="4186" y="633"/>
                    <a:pt x="4180" y="633"/>
                  </a:cubicBezTo>
                  <a:cubicBezTo>
                    <a:pt x="4171" y="633"/>
                    <a:pt x="4178" y="598"/>
                    <a:pt x="4224" y="520"/>
                  </a:cubicBezTo>
                  <a:cubicBezTo>
                    <a:pt x="4238" y="496"/>
                    <a:pt x="4246" y="482"/>
                    <a:pt x="4244" y="482"/>
                  </a:cubicBezTo>
                  <a:cubicBezTo>
                    <a:pt x="4241" y="482"/>
                    <a:pt x="4219" y="508"/>
                    <a:pt x="4168" y="569"/>
                  </a:cubicBezTo>
                  <a:cubicBezTo>
                    <a:pt x="4131" y="616"/>
                    <a:pt x="4107" y="639"/>
                    <a:pt x="4097" y="639"/>
                  </a:cubicBezTo>
                  <a:cubicBezTo>
                    <a:pt x="4084" y="639"/>
                    <a:pt x="4095" y="604"/>
                    <a:pt x="4135" y="537"/>
                  </a:cubicBezTo>
                  <a:lnTo>
                    <a:pt x="4111" y="520"/>
                  </a:lnTo>
                  <a:cubicBezTo>
                    <a:pt x="4109" y="518"/>
                    <a:pt x="4107" y="518"/>
                    <a:pt x="4104" y="518"/>
                  </a:cubicBezTo>
                  <a:cubicBezTo>
                    <a:pt x="4085" y="518"/>
                    <a:pt x="4049" y="568"/>
                    <a:pt x="4014" y="618"/>
                  </a:cubicBezTo>
                  <a:cubicBezTo>
                    <a:pt x="3972" y="682"/>
                    <a:pt x="3954" y="710"/>
                    <a:pt x="3951" y="710"/>
                  </a:cubicBezTo>
                  <a:cubicBezTo>
                    <a:pt x="3948" y="710"/>
                    <a:pt x="3954" y="694"/>
                    <a:pt x="3965" y="666"/>
                  </a:cubicBezTo>
                  <a:cubicBezTo>
                    <a:pt x="3981" y="626"/>
                    <a:pt x="4005" y="585"/>
                    <a:pt x="4030" y="545"/>
                  </a:cubicBezTo>
                  <a:cubicBezTo>
                    <a:pt x="4070" y="488"/>
                    <a:pt x="4054" y="480"/>
                    <a:pt x="4046" y="472"/>
                  </a:cubicBezTo>
                  <a:cubicBezTo>
                    <a:pt x="4038" y="464"/>
                    <a:pt x="4029" y="456"/>
                    <a:pt x="4017" y="456"/>
                  </a:cubicBezTo>
                  <a:cubicBezTo>
                    <a:pt x="4006" y="456"/>
                    <a:pt x="3993" y="463"/>
                    <a:pt x="3977" y="480"/>
                  </a:cubicBezTo>
                  <a:lnTo>
                    <a:pt x="3977" y="480"/>
                  </a:lnTo>
                  <a:cubicBezTo>
                    <a:pt x="3986" y="468"/>
                    <a:pt x="3995" y="454"/>
                    <a:pt x="4005" y="439"/>
                  </a:cubicBezTo>
                  <a:cubicBezTo>
                    <a:pt x="3995" y="434"/>
                    <a:pt x="4009" y="406"/>
                    <a:pt x="4008" y="406"/>
                  </a:cubicBezTo>
                  <a:cubicBezTo>
                    <a:pt x="4007" y="406"/>
                    <a:pt x="4002" y="413"/>
                    <a:pt x="3989" y="431"/>
                  </a:cubicBezTo>
                  <a:cubicBezTo>
                    <a:pt x="3989" y="431"/>
                    <a:pt x="3981" y="423"/>
                    <a:pt x="3989" y="350"/>
                  </a:cubicBezTo>
                  <a:cubicBezTo>
                    <a:pt x="3989" y="330"/>
                    <a:pt x="3983" y="321"/>
                    <a:pt x="3972" y="321"/>
                  </a:cubicBezTo>
                  <a:cubicBezTo>
                    <a:pt x="3941" y="321"/>
                    <a:pt x="3877" y="400"/>
                    <a:pt x="3852" y="502"/>
                  </a:cubicBezTo>
                  <a:lnTo>
                    <a:pt x="3852" y="502"/>
                  </a:lnTo>
                  <a:cubicBezTo>
                    <a:pt x="3850" y="500"/>
                    <a:pt x="3847" y="498"/>
                    <a:pt x="3843" y="496"/>
                  </a:cubicBezTo>
                  <a:cubicBezTo>
                    <a:pt x="3842" y="496"/>
                    <a:pt x="3841" y="495"/>
                    <a:pt x="3840" y="495"/>
                  </a:cubicBezTo>
                  <a:cubicBezTo>
                    <a:pt x="3823" y="495"/>
                    <a:pt x="3795" y="553"/>
                    <a:pt x="3795" y="553"/>
                  </a:cubicBezTo>
                  <a:cubicBezTo>
                    <a:pt x="3774" y="589"/>
                    <a:pt x="3760" y="599"/>
                    <a:pt x="3750" y="599"/>
                  </a:cubicBezTo>
                  <a:cubicBezTo>
                    <a:pt x="3745" y="599"/>
                    <a:pt x="3741" y="596"/>
                    <a:pt x="3738" y="593"/>
                  </a:cubicBezTo>
                  <a:lnTo>
                    <a:pt x="3803" y="472"/>
                  </a:lnTo>
                  <a:cubicBezTo>
                    <a:pt x="3871" y="369"/>
                    <a:pt x="3898" y="302"/>
                    <a:pt x="3886" y="302"/>
                  </a:cubicBezTo>
                  <a:cubicBezTo>
                    <a:pt x="3879" y="302"/>
                    <a:pt x="3856" y="327"/>
                    <a:pt x="3819" y="386"/>
                  </a:cubicBezTo>
                  <a:lnTo>
                    <a:pt x="3819" y="386"/>
                  </a:lnTo>
                  <a:cubicBezTo>
                    <a:pt x="3826" y="372"/>
                    <a:pt x="3835" y="357"/>
                    <a:pt x="3843" y="342"/>
                  </a:cubicBezTo>
                  <a:cubicBezTo>
                    <a:pt x="3862" y="305"/>
                    <a:pt x="3864" y="286"/>
                    <a:pt x="3851" y="286"/>
                  </a:cubicBezTo>
                  <a:cubicBezTo>
                    <a:pt x="3841" y="286"/>
                    <a:pt x="3822" y="297"/>
                    <a:pt x="3795" y="318"/>
                  </a:cubicBezTo>
                  <a:cubicBezTo>
                    <a:pt x="3794" y="317"/>
                    <a:pt x="3794" y="317"/>
                    <a:pt x="3794" y="317"/>
                  </a:cubicBezTo>
                  <a:cubicBezTo>
                    <a:pt x="3781" y="317"/>
                    <a:pt x="3705" y="425"/>
                    <a:pt x="3681" y="480"/>
                  </a:cubicBezTo>
                  <a:cubicBezTo>
                    <a:pt x="3655" y="532"/>
                    <a:pt x="3645" y="537"/>
                    <a:pt x="3642" y="537"/>
                  </a:cubicBezTo>
                  <a:cubicBezTo>
                    <a:pt x="3641" y="537"/>
                    <a:pt x="3641" y="537"/>
                    <a:pt x="3641" y="537"/>
                  </a:cubicBezTo>
                  <a:cubicBezTo>
                    <a:pt x="3624" y="528"/>
                    <a:pt x="3624" y="528"/>
                    <a:pt x="3657" y="472"/>
                  </a:cubicBezTo>
                  <a:cubicBezTo>
                    <a:pt x="3688" y="406"/>
                    <a:pt x="3692" y="371"/>
                    <a:pt x="3679" y="371"/>
                  </a:cubicBezTo>
                  <a:cubicBezTo>
                    <a:pt x="3669" y="371"/>
                    <a:pt x="3646" y="395"/>
                    <a:pt x="3616" y="447"/>
                  </a:cubicBezTo>
                  <a:lnTo>
                    <a:pt x="3641" y="391"/>
                  </a:lnTo>
                  <a:cubicBezTo>
                    <a:pt x="3668" y="337"/>
                    <a:pt x="3678" y="277"/>
                    <a:pt x="3625" y="277"/>
                  </a:cubicBezTo>
                  <a:cubicBezTo>
                    <a:pt x="3614" y="277"/>
                    <a:pt x="3600" y="280"/>
                    <a:pt x="3584" y="285"/>
                  </a:cubicBezTo>
                  <a:cubicBezTo>
                    <a:pt x="3527" y="261"/>
                    <a:pt x="3478" y="245"/>
                    <a:pt x="3503" y="180"/>
                  </a:cubicBezTo>
                  <a:cubicBezTo>
                    <a:pt x="3508" y="166"/>
                    <a:pt x="3507" y="160"/>
                    <a:pt x="3503" y="160"/>
                  </a:cubicBezTo>
                  <a:cubicBezTo>
                    <a:pt x="3485" y="160"/>
                    <a:pt x="3408" y="247"/>
                    <a:pt x="3357" y="350"/>
                  </a:cubicBezTo>
                  <a:cubicBezTo>
                    <a:pt x="3373" y="285"/>
                    <a:pt x="3357" y="277"/>
                    <a:pt x="3333" y="269"/>
                  </a:cubicBezTo>
                  <a:cubicBezTo>
                    <a:pt x="3284" y="253"/>
                    <a:pt x="3284" y="253"/>
                    <a:pt x="3300" y="188"/>
                  </a:cubicBezTo>
                  <a:cubicBezTo>
                    <a:pt x="3324" y="123"/>
                    <a:pt x="3337" y="91"/>
                    <a:pt x="3335" y="91"/>
                  </a:cubicBezTo>
                  <a:cubicBezTo>
                    <a:pt x="3333" y="91"/>
                    <a:pt x="3316" y="123"/>
                    <a:pt x="3284" y="188"/>
                  </a:cubicBezTo>
                  <a:cubicBezTo>
                    <a:pt x="3269" y="234"/>
                    <a:pt x="3256" y="254"/>
                    <a:pt x="3246" y="254"/>
                  </a:cubicBezTo>
                  <a:cubicBezTo>
                    <a:pt x="3227" y="254"/>
                    <a:pt x="3220" y="190"/>
                    <a:pt x="3235" y="107"/>
                  </a:cubicBezTo>
                  <a:cubicBezTo>
                    <a:pt x="3251" y="34"/>
                    <a:pt x="3235" y="34"/>
                    <a:pt x="3203" y="26"/>
                  </a:cubicBezTo>
                  <a:cubicBezTo>
                    <a:pt x="3177" y="78"/>
                    <a:pt x="3156" y="83"/>
                    <a:pt x="3132" y="83"/>
                  </a:cubicBezTo>
                  <a:cubicBezTo>
                    <a:pt x="3126" y="83"/>
                    <a:pt x="3120" y="83"/>
                    <a:pt x="3114" y="83"/>
                  </a:cubicBezTo>
                  <a:cubicBezTo>
                    <a:pt x="3104" y="81"/>
                    <a:pt x="3096" y="80"/>
                    <a:pt x="3090" y="80"/>
                  </a:cubicBezTo>
                  <a:cubicBezTo>
                    <a:pt x="3064" y="80"/>
                    <a:pt x="3062" y="101"/>
                    <a:pt x="3049" y="212"/>
                  </a:cubicBezTo>
                  <a:cubicBezTo>
                    <a:pt x="3041" y="342"/>
                    <a:pt x="3024" y="342"/>
                    <a:pt x="3000" y="342"/>
                  </a:cubicBezTo>
                  <a:cubicBezTo>
                    <a:pt x="2984" y="342"/>
                    <a:pt x="2968" y="342"/>
                    <a:pt x="2976" y="269"/>
                  </a:cubicBezTo>
                  <a:cubicBezTo>
                    <a:pt x="2976" y="269"/>
                    <a:pt x="2960" y="204"/>
                    <a:pt x="2943" y="204"/>
                  </a:cubicBezTo>
                  <a:cubicBezTo>
                    <a:pt x="2927" y="204"/>
                    <a:pt x="2919" y="204"/>
                    <a:pt x="2919" y="131"/>
                  </a:cubicBezTo>
                  <a:cubicBezTo>
                    <a:pt x="2919" y="131"/>
                    <a:pt x="2903" y="66"/>
                    <a:pt x="2862" y="66"/>
                  </a:cubicBezTo>
                  <a:cubicBezTo>
                    <a:pt x="2830" y="66"/>
                    <a:pt x="2797" y="66"/>
                    <a:pt x="27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2"/>
            <p:cNvSpPr/>
            <p:nvPr/>
          </p:nvSpPr>
          <p:spPr>
            <a:xfrm>
              <a:off x="8210673" y="2565087"/>
              <a:ext cx="60262" cy="51850"/>
            </a:xfrm>
            <a:custGeom>
              <a:avLst/>
              <a:gdLst/>
              <a:ahLst/>
              <a:cxnLst/>
              <a:rect l="l" t="t" r="r" b="b"/>
              <a:pathLst>
                <a:path w="3496" h="3008" extrusionOk="0">
                  <a:moveTo>
                    <a:pt x="2133" y="0"/>
                  </a:moveTo>
                  <a:cubicBezTo>
                    <a:pt x="2117" y="0"/>
                    <a:pt x="2125" y="65"/>
                    <a:pt x="2133" y="138"/>
                  </a:cubicBezTo>
                  <a:lnTo>
                    <a:pt x="2149" y="138"/>
                  </a:lnTo>
                  <a:cubicBezTo>
                    <a:pt x="2149" y="90"/>
                    <a:pt x="2149" y="41"/>
                    <a:pt x="2149" y="0"/>
                  </a:cubicBezTo>
                  <a:close/>
                  <a:moveTo>
                    <a:pt x="1608" y="887"/>
                  </a:moveTo>
                  <a:cubicBezTo>
                    <a:pt x="1604" y="887"/>
                    <a:pt x="1601" y="889"/>
                    <a:pt x="1598" y="892"/>
                  </a:cubicBezTo>
                  <a:cubicBezTo>
                    <a:pt x="1590" y="900"/>
                    <a:pt x="1622" y="957"/>
                    <a:pt x="1622" y="957"/>
                  </a:cubicBezTo>
                  <a:cubicBezTo>
                    <a:pt x="1654" y="994"/>
                    <a:pt x="1665" y="1003"/>
                    <a:pt x="1671" y="1003"/>
                  </a:cubicBezTo>
                  <a:cubicBezTo>
                    <a:pt x="1674" y="1003"/>
                    <a:pt x="1676" y="1001"/>
                    <a:pt x="1679" y="998"/>
                  </a:cubicBezTo>
                  <a:cubicBezTo>
                    <a:pt x="1694" y="1011"/>
                    <a:pt x="1703" y="1016"/>
                    <a:pt x="1706" y="1016"/>
                  </a:cubicBezTo>
                  <a:cubicBezTo>
                    <a:pt x="1714" y="1016"/>
                    <a:pt x="1685" y="974"/>
                    <a:pt x="1655" y="933"/>
                  </a:cubicBezTo>
                  <a:cubicBezTo>
                    <a:pt x="1629" y="896"/>
                    <a:pt x="1616" y="887"/>
                    <a:pt x="1608" y="887"/>
                  </a:cubicBezTo>
                  <a:close/>
                  <a:moveTo>
                    <a:pt x="1736" y="957"/>
                  </a:moveTo>
                  <a:cubicBezTo>
                    <a:pt x="1760" y="990"/>
                    <a:pt x="1785" y="1038"/>
                    <a:pt x="1793" y="1079"/>
                  </a:cubicBezTo>
                  <a:cubicBezTo>
                    <a:pt x="1760" y="1046"/>
                    <a:pt x="1736" y="1006"/>
                    <a:pt x="1720" y="965"/>
                  </a:cubicBezTo>
                  <a:lnTo>
                    <a:pt x="1736" y="957"/>
                  </a:lnTo>
                  <a:close/>
                  <a:moveTo>
                    <a:pt x="2239" y="1014"/>
                  </a:moveTo>
                  <a:lnTo>
                    <a:pt x="2255" y="1079"/>
                  </a:lnTo>
                  <a:cubicBezTo>
                    <a:pt x="2263" y="1144"/>
                    <a:pt x="2255" y="1144"/>
                    <a:pt x="2255" y="1144"/>
                  </a:cubicBezTo>
                  <a:cubicBezTo>
                    <a:pt x="2247" y="1144"/>
                    <a:pt x="2247" y="1144"/>
                    <a:pt x="2239" y="1079"/>
                  </a:cubicBezTo>
                  <a:cubicBezTo>
                    <a:pt x="2239" y="1079"/>
                    <a:pt x="2231" y="1014"/>
                    <a:pt x="2239" y="1014"/>
                  </a:cubicBezTo>
                  <a:close/>
                  <a:moveTo>
                    <a:pt x="2133" y="884"/>
                  </a:moveTo>
                  <a:lnTo>
                    <a:pt x="2133" y="884"/>
                  </a:lnTo>
                  <a:cubicBezTo>
                    <a:pt x="2149" y="925"/>
                    <a:pt x="2166" y="965"/>
                    <a:pt x="2174" y="1014"/>
                  </a:cubicBezTo>
                  <a:cubicBezTo>
                    <a:pt x="2206" y="1144"/>
                    <a:pt x="2206" y="1144"/>
                    <a:pt x="2198" y="1144"/>
                  </a:cubicBezTo>
                  <a:cubicBezTo>
                    <a:pt x="2197" y="1144"/>
                    <a:pt x="2195" y="1144"/>
                    <a:pt x="2194" y="1144"/>
                  </a:cubicBezTo>
                  <a:cubicBezTo>
                    <a:pt x="2189" y="1144"/>
                    <a:pt x="2187" y="1138"/>
                    <a:pt x="2174" y="1079"/>
                  </a:cubicBezTo>
                  <a:lnTo>
                    <a:pt x="2174" y="1079"/>
                  </a:lnTo>
                  <a:cubicBezTo>
                    <a:pt x="2179" y="1098"/>
                    <a:pt x="2181" y="1106"/>
                    <a:pt x="2182" y="1106"/>
                  </a:cubicBezTo>
                  <a:cubicBezTo>
                    <a:pt x="2184" y="1106"/>
                    <a:pt x="2175" y="1060"/>
                    <a:pt x="2158" y="1014"/>
                  </a:cubicBezTo>
                  <a:lnTo>
                    <a:pt x="2133" y="884"/>
                  </a:lnTo>
                  <a:close/>
                  <a:moveTo>
                    <a:pt x="1963" y="1071"/>
                  </a:moveTo>
                  <a:lnTo>
                    <a:pt x="2028" y="1192"/>
                  </a:lnTo>
                  <a:cubicBezTo>
                    <a:pt x="2052" y="1249"/>
                    <a:pt x="2085" y="1314"/>
                    <a:pt x="2109" y="1371"/>
                  </a:cubicBezTo>
                  <a:cubicBezTo>
                    <a:pt x="2112" y="1375"/>
                    <a:pt x="2114" y="1380"/>
                    <a:pt x="2117" y="1385"/>
                  </a:cubicBezTo>
                  <a:lnTo>
                    <a:pt x="2117" y="1385"/>
                  </a:lnTo>
                  <a:cubicBezTo>
                    <a:pt x="2103" y="1362"/>
                    <a:pt x="2087" y="1341"/>
                    <a:pt x="2068" y="1322"/>
                  </a:cubicBezTo>
                  <a:lnTo>
                    <a:pt x="2060" y="1322"/>
                  </a:lnTo>
                  <a:lnTo>
                    <a:pt x="2036" y="1257"/>
                  </a:lnTo>
                  <a:cubicBezTo>
                    <a:pt x="2028" y="1217"/>
                    <a:pt x="2012" y="1168"/>
                    <a:pt x="1987" y="1127"/>
                  </a:cubicBezTo>
                  <a:cubicBezTo>
                    <a:pt x="1987" y="1127"/>
                    <a:pt x="1963" y="1071"/>
                    <a:pt x="1963" y="1071"/>
                  </a:cubicBezTo>
                  <a:close/>
                  <a:moveTo>
                    <a:pt x="2385" y="1200"/>
                  </a:moveTo>
                  <a:cubicBezTo>
                    <a:pt x="2385" y="1249"/>
                    <a:pt x="2385" y="1290"/>
                    <a:pt x="2376" y="1338"/>
                  </a:cubicBezTo>
                  <a:cubicBezTo>
                    <a:pt x="2372" y="1375"/>
                    <a:pt x="2369" y="1390"/>
                    <a:pt x="2368" y="1390"/>
                  </a:cubicBezTo>
                  <a:cubicBezTo>
                    <a:pt x="2366" y="1390"/>
                    <a:pt x="2373" y="1293"/>
                    <a:pt x="2385" y="1200"/>
                  </a:cubicBezTo>
                  <a:close/>
                  <a:moveTo>
                    <a:pt x="1477" y="1346"/>
                  </a:moveTo>
                  <a:cubicBezTo>
                    <a:pt x="1533" y="1379"/>
                    <a:pt x="1560" y="1399"/>
                    <a:pt x="1551" y="1399"/>
                  </a:cubicBezTo>
                  <a:cubicBezTo>
                    <a:pt x="1544" y="1399"/>
                    <a:pt x="1517" y="1388"/>
                    <a:pt x="1468" y="1362"/>
                  </a:cubicBezTo>
                  <a:lnTo>
                    <a:pt x="1468" y="1362"/>
                  </a:lnTo>
                  <a:lnTo>
                    <a:pt x="1468" y="1354"/>
                  </a:lnTo>
                  <a:lnTo>
                    <a:pt x="1477" y="1346"/>
                  </a:lnTo>
                  <a:close/>
                  <a:moveTo>
                    <a:pt x="1509" y="1281"/>
                  </a:moveTo>
                  <a:lnTo>
                    <a:pt x="1614" y="1363"/>
                  </a:lnTo>
                  <a:cubicBezTo>
                    <a:pt x="1706" y="1431"/>
                    <a:pt x="1746" y="1461"/>
                    <a:pt x="1743" y="1461"/>
                  </a:cubicBezTo>
                  <a:cubicBezTo>
                    <a:pt x="1740" y="1461"/>
                    <a:pt x="1713" y="1443"/>
                    <a:pt x="1663" y="1411"/>
                  </a:cubicBezTo>
                  <a:cubicBezTo>
                    <a:pt x="1606" y="1379"/>
                    <a:pt x="1549" y="1338"/>
                    <a:pt x="1501" y="1290"/>
                  </a:cubicBezTo>
                  <a:cubicBezTo>
                    <a:pt x="1509" y="1290"/>
                    <a:pt x="1509" y="1281"/>
                    <a:pt x="1509" y="1281"/>
                  </a:cubicBezTo>
                  <a:close/>
                  <a:moveTo>
                    <a:pt x="2328" y="1419"/>
                  </a:moveTo>
                  <a:cubicBezTo>
                    <a:pt x="2328" y="1452"/>
                    <a:pt x="2330" y="1468"/>
                    <a:pt x="2331" y="1468"/>
                  </a:cubicBezTo>
                  <a:cubicBezTo>
                    <a:pt x="2332" y="1468"/>
                    <a:pt x="2332" y="1452"/>
                    <a:pt x="2328" y="1419"/>
                  </a:cubicBezTo>
                  <a:close/>
                  <a:moveTo>
                    <a:pt x="2239" y="1419"/>
                  </a:moveTo>
                  <a:cubicBezTo>
                    <a:pt x="2263" y="1484"/>
                    <a:pt x="2263" y="1484"/>
                    <a:pt x="2263" y="1484"/>
                  </a:cubicBezTo>
                  <a:lnTo>
                    <a:pt x="2247" y="1419"/>
                  </a:lnTo>
                  <a:close/>
                  <a:moveTo>
                    <a:pt x="2263" y="1411"/>
                  </a:moveTo>
                  <a:lnTo>
                    <a:pt x="2263" y="1411"/>
                  </a:lnTo>
                  <a:cubicBezTo>
                    <a:pt x="2271" y="1484"/>
                    <a:pt x="2271" y="1484"/>
                    <a:pt x="2279" y="1484"/>
                  </a:cubicBezTo>
                  <a:cubicBezTo>
                    <a:pt x="2279" y="1460"/>
                    <a:pt x="2271" y="1435"/>
                    <a:pt x="2263" y="1411"/>
                  </a:cubicBezTo>
                  <a:close/>
                  <a:moveTo>
                    <a:pt x="1736" y="1419"/>
                  </a:moveTo>
                  <a:lnTo>
                    <a:pt x="1793" y="1452"/>
                  </a:lnTo>
                  <a:cubicBezTo>
                    <a:pt x="1849" y="1492"/>
                    <a:pt x="1841" y="1492"/>
                    <a:pt x="1841" y="1500"/>
                  </a:cubicBezTo>
                  <a:lnTo>
                    <a:pt x="1785" y="1460"/>
                  </a:lnTo>
                  <a:lnTo>
                    <a:pt x="1736" y="1419"/>
                  </a:lnTo>
                  <a:close/>
                  <a:moveTo>
                    <a:pt x="1468" y="1517"/>
                  </a:moveTo>
                  <a:lnTo>
                    <a:pt x="1590" y="1565"/>
                  </a:lnTo>
                  <a:lnTo>
                    <a:pt x="1590" y="1573"/>
                  </a:lnTo>
                  <a:cubicBezTo>
                    <a:pt x="1549" y="1565"/>
                    <a:pt x="1509" y="1549"/>
                    <a:pt x="1468" y="1525"/>
                  </a:cubicBezTo>
                  <a:lnTo>
                    <a:pt x="1468" y="1517"/>
                  </a:lnTo>
                  <a:close/>
                  <a:moveTo>
                    <a:pt x="2636" y="1476"/>
                  </a:moveTo>
                  <a:lnTo>
                    <a:pt x="2547" y="1581"/>
                  </a:lnTo>
                  <a:cubicBezTo>
                    <a:pt x="2571" y="1541"/>
                    <a:pt x="2603" y="1508"/>
                    <a:pt x="2636" y="1476"/>
                  </a:cubicBezTo>
                  <a:close/>
                  <a:moveTo>
                    <a:pt x="2944" y="1508"/>
                  </a:moveTo>
                  <a:lnTo>
                    <a:pt x="2944" y="1508"/>
                  </a:lnTo>
                  <a:cubicBezTo>
                    <a:pt x="2895" y="1541"/>
                    <a:pt x="2839" y="1573"/>
                    <a:pt x="2774" y="1598"/>
                  </a:cubicBezTo>
                  <a:cubicBezTo>
                    <a:pt x="2774" y="1598"/>
                    <a:pt x="2774" y="1598"/>
                    <a:pt x="2831" y="1565"/>
                  </a:cubicBezTo>
                  <a:cubicBezTo>
                    <a:pt x="2871" y="1541"/>
                    <a:pt x="2903" y="1525"/>
                    <a:pt x="2944" y="1508"/>
                  </a:cubicBezTo>
                  <a:close/>
                  <a:moveTo>
                    <a:pt x="1663" y="1541"/>
                  </a:moveTo>
                  <a:cubicBezTo>
                    <a:pt x="1728" y="1565"/>
                    <a:pt x="1785" y="1598"/>
                    <a:pt x="1841" y="1630"/>
                  </a:cubicBezTo>
                  <a:cubicBezTo>
                    <a:pt x="1866" y="1644"/>
                    <a:pt x="1880" y="1652"/>
                    <a:pt x="1879" y="1652"/>
                  </a:cubicBezTo>
                  <a:cubicBezTo>
                    <a:pt x="1877" y="1652"/>
                    <a:pt x="1849" y="1638"/>
                    <a:pt x="1785" y="1606"/>
                  </a:cubicBezTo>
                  <a:lnTo>
                    <a:pt x="1663" y="1541"/>
                  </a:lnTo>
                  <a:close/>
                  <a:moveTo>
                    <a:pt x="1308" y="1621"/>
                  </a:moveTo>
                  <a:cubicBezTo>
                    <a:pt x="1318" y="1621"/>
                    <a:pt x="1363" y="1647"/>
                    <a:pt x="1363" y="1654"/>
                  </a:cubicBezTo>
                  <a:lnTo>
                    <a:pt x="1298" y="1638"/>
                  </a:lnTo>
                  <a:cubicBezTo>
                    <a:pt x="1298" y="1638"/>
                    <a:pt x="1266" y="1625"/>
                    <a:pt x="1278" y="1625"/>
                  </a:cubicBezTo>
                  <a:cubicBezTo>
                    <a:pt x="1281" y="1625"/>
                    <a:pt x="1290" y="1626"/>
                    <a:pt x="1306" y="1630"/>
                  </a:cubicBezTo>
                  <a:lnTo>
                    <a:pt x="1306" y="1622"/>
                  </a:lnTo>
                  <a:cubicBezTo>
                    <a:pt x="1306" y="1621"/>
                    <a:pt x="1307" y="1621"/>
                    <a:pt x="1308" y="1621"/>
                  </a:cubicBezTo>
                  <a:close/>
                  <a:moveTo>
                    <a:pt x="3171" y="1622"/>
                  </a:moveTo>
                  <a:lnTo>
                    <a:pt x="3106" y="1638"/>
                  </a:lnTo>
                  <a:cubicBezTo>
                    <a:pt x="3071" y="1648"/>
                    <a:pt x="3033" y="1655"/>
                    <a:pt x="3024" y="1655"/>
                  </a:cubicBezTo>
                  <a:cubicBezTo>
                    <a:pt x="3019" y="1655"/>
                    <a:pt x="3025" y="1652"/>
                    <a:pt x="3049" y="1646"/>
                  </a:cubicBezTo>
                  <a:cubicBezTo>
                    <a:pt x="3049" y="1646"/>
                    <a:pt x="3106" y="1630"/>
                    <a:pt x="3171" y="1622"/>
                  </a:cubicBezTo>
                  <a:close/>
                  <a:moveTo>
                    <a:pt x="1921" y="1755"/>
                  </a:moveTo>
                  <a:cubicBezTo>
                    <a:pt x="1924" y="1755"/>
                    <a:pt x="1945" y="1758"/>
                    <a:pt x="1995" y="1768"/>
                  </a:cubicBezTo>
                  <a:cubicBezTo>
                    <a:pt x="1956" y="1763"/>
                    <a:pt x="1917" y="1755"/>
                    <a:pt x="1921" y="1755"/>
                  </a:cubicBezTo>
                  <a:close/>
                  <a:moveTo>
                    <a:pt x="1614" y="1735"/>
                  </a:moveTo>
                  <a:cubicBezTo>
                    <a:pt x="1655" y="1735"/>
                    <a:pt x="1695" y="1744"/>
                    <a:pt x="1736" y="1760"/>
                  </a:cubicBezTo>
                  <a:cubicBezTo>
                    <a:pt x="1759" y="1766"/>
                    <a:pt x="1766" y="1768"/>
                    <a:pt x="1759" y="1768"/>
                  </a:cubicBezTo>
                  <a:cubicBezTo>
                    <a:pt x="1747" y="1768"/>
                    <a:pt x="1690" y="1759"/>
                    <a:pt x="1606" y="1744"/>
                  </a:cubicBezTo>
                  <a:lnTo>
                    <a:pt x="1614" y="1735"/>
                  </a:lnTo>
                  <a:close/>
                  <a:moveTo>
                    <a:pt x="1728" y="1800"/>
                  </a:moveTo>
                  <a:cubicBezTo>
                    <a:pt x="1728" y="1804"/>
                    <a:pt x="1728" y="1806"/>
                    <a:pt x="1720" y="1806"/>
                  </a:cubicBezTo>
                  <a:cubicBezTo>
                    <a:pt x="1712" y="1806"/>
                    <a:pt x="1695" y="1804"/>
                    <a:pt x="1663" y="1800"/>
                  </a:cubicBezTo>
                  <a:close/>
                  <a:moveTo>
                    <a:pt x="1914" y="1849"/>
                  </a:moveTo>
                  <a:lnTo>
                    <a:pt x="1785" y="1857"/>
                  </a:lnTo>
                  <a:lnTo>
                    <a:pt x="1849" y="1857"/>
                  </a:lnTo>
                  <a:cubicBezTo>
                    <a:pt x="1874" y="1857"/>
                    <a:pt x="1890" y="1857"/>
                    <a:pt x="1914" y="1849"/>
                  </a:cubicBezTo>
                  <a:close/>
                  <a:moveTo>
                    <a:pt x="3106" y="1865"/>
                  </a:moveTo>
                  <a:cubicBezTo>
                    <a:pt x="3106" y="1865"/>
                    <a:pt x="3171" y="1865"/>
                    <a:pt x="3171" y="1873"/>
                  </a:cubicBezTo>
                  <a:lnTo>
                    <a:pt x="3041" y="1873"/>
                  </a:lnTo>
                  <a:lnTo>
                    <a:pt x="3041" y="1865"/>
                  </a:lnTo>
                  <a:close/>
                  <a:moveTo>
                    <a:pt x="1533" y="1890"/>
                  </a:moveTo>
                  <a:cubicBezTo>
                    <a:pt x="1533" y="1898"/>
                    <a:pt x="1533" y="1906"/>
                    <a:pt x="1468" y="1906"/>
                  </a:cubicBezTo>
                  <a:cubicBezTo>
                    <a:pt x="1468" y="1906"/>
                    <a:pt x="1440" y="1909"/>
                    <a:pt x="1420" y="1909"/>
                  </a:cubicBezTo>
                  <a:cubicBezTo>
                    <a:pt x="1411" y="1909"/>
                    <a:pt x="1404" y="1908"/>
                    <a:pt x="1404" y="1906"/>
                  </a:cubicBezTo>
                  <a:cubicBezTo>
                    <a:pt x="1404" y="1898"/>
                    <a:pt x="1468" y="1890"/>
                    <a:pt x="1468" y="1890"/>
                  </a:cubicBezTo>
                  <a:close/>
                  <a:moveTo>
                    <a:pt x="3228" y="1930"/>
                  </a:moveTo>
                  <a:lnTo>
                    <a:pt x="3220" y="1938"/>
                  </a:lnTo>
                  <a:lnTo>
                    <a:pt x="3155" y="1938"/>
                  </a:lnTo>
                  <a:lnTo>
                    <a:pt x="3163" y="1930"/>
                  </a:lnTo>
                  <a:close/>
                  <a:moveTo>
                    <a:pt x="1785" y="1946"/>
                  </a:moveTo>
                  <a:cubicBezTo>
                    <a:pt x="1724" y="1958"/>
                    <a:pt x="1691" y="1965"/>
                    <a:pt x="1690" y="1965"/>
                  </a:cubicBezTo>
                  <a:cubicBezTo>
                    <a:pt x="1689" y="1965"/>
                    <a:pt x="1720" y="1958"/>
                    <a:pt x="1785" y="1946"/>
                  </a:cubicBezTo>
                  <a:close/>
                  <a:moveTo>
                    <a:pt x="3257" y="1961"/>
                  </a:moveTo>
                  <a:cubicBezTo>
                    <a:pt x="3253" y="1961"/>
                    <a:pt x="3257" y="1964"/>
                    <a:pt x="3285" y="1971"/>
                  </a:cubicBezTo>
                  <a:cubicBezTo>
                    <a:pt x="3285" y="1966"/>
                    <a:pt x="3263" y="1961"/>
                    <a:pt x="3257" y="1961"/>
                  </a:cubicBezTo>
                  <a:close/>
                  <a:moveTo>
                    <a:pt x="3151" y="1990"/>
                  </a:moveTo>
                  <a:cubicBezTo>
                    <a:pt x="3158" y="1990"/>
                    <a:pt x="3174" y="1994"/>
                    <a:pt x="3212" y="2003"/>
                  </a:cubicBezTo>
                  <a:lnTo>
                    <a:pt x="3147" y="2003"/>
                  </a:lnTo>
                  <a:lnTo>
                    <a:pt x="3147" y="1995"/>
                  </a:lnTo>
                  <a:cubicBezTo>
                    <a:pt x="3147" y="1992"/>
                    <a:pt x="3147" y="1990"/>
                    <a:pt x="3151" y="1990"/>
                  </a:cubicBezTo>
                  <a:close/>
                  <a:moveTo>
                    <a:pt x="2385" y="2011"/>
                  </a:moveTo>
                  <a:cubicBezTo>
                    <a:pt x="2385" y="2011"/>
                    <a:pt x="2387" y="2020"/>
                    <a:pt x="2391" y="2034"/>
                  </a:cubicBezTo>
                  <a:lnTo>
                    <a:pt x="2391" y="2034"/>
                  </a:lnTo>
                  <a:cubicBezTo>
                    <a:pt x="2390" y="2026"/>
                    <a:pt x="2388" y="2018"/>
                    <a:pt x="2385" y="2011"/>
                  </a:cubicBezTo>
                  <a:close/>
                  <a:moveTo>
                    <a:pt x="1531" y="2006"/>
                  </a:moveTo>
                  <a:cubicBezTo>
                    <a:pt x="1536" y="2006"/>
                    <a:pt x="1538" y="2008"/>
                    <a:pt x="1541" y="2011"/>
                  </a:cubicBezTo>
                  <a:cubicBezTo>
                    <a:pt x="1541" y="2019"/>
                    <a:pt x="1477" y="2027"/>
                    <a:pt x="1477" y="2027"/>
                  </a:cubicBezTo>
                  <a:cubicBezTo>
                    <a:pt x="1459" y="2032"/>
                    <a:pt x="1452" y="2034"/>
                    <a:pt x="1451" y="2034"/>
                  </a:cubicBezTo>
                  <a:cubicBezTo>
                    <a:pt x="1450" y="2034"/>
                    <a:pt x="1477" y="2025"/>
                    <a:pt x="1477" y="2019"/>
                  </a:cubicBezTo>
                  <a:cubicBezTo>
                    <a:pt x="1510" y="2010"/>
                    <a:pt x="1524" y="2006"/>
                    <a:pt x="1531" y="2006"/>
                  </a:cubicBezTo>
                  <a:close/>
                  <a:moveTo>
                    <a:pt x="2733" y="2003"/>
                  </a:moveTo>
                  <a:cubicBezTo>
                    <a:pt x="2741" y="2003"/>
                    <a:pt x="2741" y="2003"/>
                    <a:pt x="2798" y="2027"/>
                  </a:cubicBezTo>
                  <a:cubicBezTo>
                    <a:pt x="2814" y="2035"/>
                    <a:pt x="2839" y="2044"/>
                    <a:pt x="2855" y="2052"/>
                  </a:cubicBezTo>
                  <a:lnTo>
                    <a:pt x="2790" y="2035"/>
                  </a:lnTo>
                  <a:cubicBezTo>
                    <a:pt x="2733" y="2011"/>
                    <a:pt x="2733" y="2003"/>
                    <a:pt x="2733" y="2003"/>
                  </a:cubicBezTo>
                  <a:close/>
                  <a:moveTo>
                    <a:pt x="2539" y="2035"/>
                  </a:moveTo>
                  <a:lnTo>
                    <a:pt x="2539" y="2035"/>
                  </a:lnTo>
                  <a:cubicBezTo>
                    <a:pt x="2547" y="2044"/>
                    <a:pt x="2555" y="2050"/>
                    <a:pt x="2563" y="2056"/>
                  </a:cubicBezTo>
                  <a:lnTo>
                    <a:pt x="2539" y="2035"/>
                  </a:lnTo>
                  <a:close/>
                  <a:moveTo>
                    <a:pt x="3092" y="2019"/>
                  </a:moveTo>
                  <a:cubicBezTo>
                    <a:pt x="3097" y="2019"/>
                    <a:pt x="3110" y="2022"/>
                    <a:pt x="3131" y="2027"/>
                  </a:cubicBezTo>
                  <a:cubicBezTo>
                    <a:pt x="3195" y="2044"/>
                    <a:pt x="3195" y="2044"/>
                    <a:pt x="3195" y="2052"/>
                  </a:cubicBezTo>
                  <a:cubicBezTo>
                    <a:pt x="3192" y="2055"/>
                    <a:pt x="3190" y="2057"/>
                    <a:pt x="3185" y="2057"/>
                  </a:cubicBezTo>
                  <a:cubicBezTo>
                    <a:pt x="3178" y="2057"/>
                    <a:pt x="3164" y="2053"/>
                    <a:pt x="3131" y="2044"/>
                  </a:cubicBezTo>
                  <a:cubicBezTo>
                    <a:pt x="3094" y="2028"/>
                    <a:pt x="3081" y="2019"/>
                    <a:pt x="3092" y="2019"/>
                  </a:cubicBezTo>
                  <a:close/>
                  <a:moveTo>
                    <a:pt x="2563" y="2056"/>
                  </a:moveTo>
                  <a:lnTo>
                    <a:pt x="2587" y="2076"/>
                  </a:lnTo>
                  <a:cubicBezTo>
                    <a:pt x="2579" y="2068"/>
                    <a:pt x="2571" y="2062"/>
                    <a:pt x="2563" y="2056"/>
                  </a:cubicBezTo>
                  <a:close/>
                  <a:moveTo>
                    <a:pt x="3466" y="2078"/>
                  </a:moveTo>
                  <a:cubicBezTo>
                    <a:pt x="3483" y="2082"/>
                    <a:pt x="3491" y="2083"/>
                    <a:pt x="3493" y="2083"/>
                  </a:cubicBezTo>
                  <a:cubicBezTo>
                    <a:pt x="3495" y="2083"/>
                    <a:pt x="3486" y="2081"/>
                    <a:pt x="3466" y="2078"/>
                  </a:cubicBezTo>
                  <a:close/>
                  <a:moveTo>
                    <a:pt x="2559" y="2068"/>
                  </a:moveTo>
                  <a:lnTo>
                    <a:pt x="2559" y="2068"/>
                  </a:lnTo>
                  <a:cubicBezTo>
                    <a:pt x="2559" y="2068"/>
                    <a:pt x="2566" y="2074"/>
                    <a:pt x="2577" y="2085"/>
                  </a:cubicBezTo>
                  <a:lnTo>
                    <a:pt x="2577" y="2085"/>
                  </a:lnTo>
                  <a:cubicBezTo>
                    <a:pt x="2579" y="2085"/>
                    <a:pt x="2579" y="2084"/>
                    <a:pt x="2579" y="2084"/>
                  </a:cubicBezTo>
                  <a:cubicBezTo>
                    <a:pt x="2565" y="2072"/>
                    <a:pt x="2559" y="2068"/>
                    <a:pt x="2559" y="2068"/>
                  </a:cubicBezTo>
                  <a:close/>
                  <a:moveTo>
                    <a:pt x="1714" y="2060"/>
                  </a:moveTo>
                  <a:cubicBezTo>
                    <a:pt x="1725" y="2060"/>
                    <a:pt x="1700" y="2073"/>
                    <a:pt x="1622" y="2100"/>
                  </a:cubicBezTo>
                  <a:cubicBezTo>
                    <a:pt x="1581" y="2116"/>
                    <a:pt x="1566" y="2121"/>
                    <a:pt x="1561" y="2121"/>
                  </a:cubicBezTo>
                  <a:cubicBezTo>
                    <a:pt x="1558" y="2121"/>
                    <a:pt x="1558" y="2120"/>
                    <a:pt x="1558" y="2117"/>
                  </a:cubicBezTo>
                  <a:cubicBezTo>
                    <a:pt x="1558" y="2117"/>
                    <a:pt x="1614" y="2092"/>
                    <a:pt x="1679" y="2076"/>
                  </a:cubicBezTo>
                  <a:lnTo>
                    <a:pt x="1679" y="2068"/>
                  </a:lnTo>
                  <a:cubicBezTo>
                    <a:pt x="1697" y="2063"/>
                    <a:pt x="1709" y="2060"/>
                    <a:pt x="1714" y="2060"/>
                  </a:cubicBezTo>
                  <a:close/>
                  <a:moveTo>
                    <a:pt x="1687" y="2117"/>
                  </a:moveTo>
                  <a:lnTo>
                    <a:pt x="1687" y="2117"/>
                  </a:lnTo>
                  <a:cubicBezTo>
                    <a:pt x="1655" y="2141"/>
                    <a:pt x="1614" y="2157"/>
                    <a:pt x="1566" y="2165"/>
                  </a:cubicBezTo>
                  <a:lnTo>
                    <a:pt x="1631" y="2133"/>
                  </a:lnTo>
                  <a:lnTo>
                    <a:pt x="1687" y="2117"/>
                  </a:lnTo>
                  <a:close/>
                  <a:moveTo>
                    <a:pt x="1607" y="2180"/>
                  </a:moveTo>
                  <a:cubicBezTo>
                    <a:pt x="1610" y="2180"/>
                    <a:pt x="1590" y="2191"/>
                    <a:pt x="1584" y="2191"/>
                  </a:cubicBezTo>
                  <a:cubicBezTo>
                    <a:pt x="1583" y="2191"/>
                    <a:pt x="1582" y="2190"/>
                    <a:pt x="1582" y="2190"/>
                  </a:cubicBezTo>
                  <a:cubicBezTo>
                    <a:pt x="1598" y="2183"/>
                    <a:pt x="1605" y="2180"/>
                    <a:pt x="1607" y="2180"/>
                  </a:cubicBezTo>
                  <a:close/>
                  <a:moveTo>
                    <a:pt x="204" y="2181"/>
                  </a:moveTo>
                  <a:cubicBezTo>
                    <a:pt x="163" y="2181"/>
                    <a:pt x="114" y="2181"/>
                    <a:pt x="74" y="2190"/>
                  </a:cubicBezTo>
                  <a:cubicBezTo>
                    <a:pt x="1" y="2198"/>
                    <a:pt x="1" y="2214"/>
                    <a:pt x="139" y="2214"/>
                  </a:cubicBezTo>
                  <a:cubicBezTo>
                    <a:pt x="212" y="2198"/>
                    <a:pt x="212" y="2198"/>
                    <a:pt x="204" y="2181"/>
                  </a:cubicBezTo>
                  <a:close/>
                  <a:moveTo>
                    <a:pt x="2514" y="2181"/>
                  </a:moveTo>
                  <a:cubicBezTo>
                    <a:pt x="2547" y="2239"/>
                    <a:pt x="2561" y="2270"/>
                    <a:pt x="2560" y="2270"/>
                  </a:cubicBezTo>
                  <a:cubicBezTo>
                    <a:pt x="2558" y="2270"/>
                    <a:pt x="2542" y="2241"/>
                    <a:pt x="2514" y="2181"/>
                  </a:cubicBezTo>
                  <a:close/>
                  <a:moveTo>
                    <a:pt x="2344" y="1079"/>
                  </a:moveTo>
                  <a:lnTo>
                    <a:pt x="2344" y="1127"/>
                  </a:lnTo>
                  <a:cubicBezTo>
                    <a:pt x="2344" y="1265"/>
                    <a:pt x="2344" y="1330"/>
                    <a:pt x="2352" y="1403"/>
                  </a:cubicBezTo>
                  <a:cubicBezTo>
                    <a:pt x="2362" y="1441"/>
                    <a:pt x="2366" y="1481"/>
                    <a:pt x="2369" y="1481"/>
                  </a:cubicBezTo>
                  <a:cubicBezTo>
                    <a:pt x="2371" y="1481"/>
                    <a:pt x="2373" y="1461"/>
                    <a:pt x="2376" y="1403"/>
                  </a:cubicBezTo>
                  <a:cubicBezTo>
                    <a:pt x="2376" y="1387"/>
                    <a:pt x="2385" y="1363"/>
                    <a:pt x="2385" y="1338"/>
                  </a:cubicBezTo>
                  <a:cubicBezTo>
                    <a:pt x="2393" y="1363"/>
                    <a:pt x="2393" y="1387"/>
                    <a:pt x="2385" y="1411"/>
                  </a:cubicBezTo>
                  <a:cubicBezTo>
                    <a:pt x="2385" y="1476"/>
                    <a:pt x="2393" y="1476"/>
                    <a:pt x="2401" y="1484"/>
                  </a:cubicBezTo>
                  <a:cubicBezTo>
                    <a:pt x="2417" y="1492"/>
                    <a:pt x="2425" y="1492"/>
                    <a:pt x="2417" y="1557"/>
                  </a:cubicBezTo>
                  <a:cubicBezTo>
                    <a:pt x="2401" y="1630"/>
                    <a:pt x="2401" y="1630"/>
                    <a:pt x="2401" y="1630"/>
                  </a:cubicBezTo>
                  <a:cubicBezTo>
                    <a:pt x="2412" y="1587"/>
                    <a:pt x="2419" y="1576"/>
                    <a:pt x="2427" y="1576"/>
                  </a:cubicBezTo>
                  <a:cubicBezTo>
                    <a:pt x="2431" y="1576"/>
                    <a:pt x="2436" y="1579"/>
                    <a:pt x="2441" y="1581"/>
                  </a:cubicBezTo>
                  <a:cubicBezTo>
                    <a:pt x="2443" y="1584"/>
                    <a:pt x="2446" y="1585"/>
                    <a:pt x="2449" y="1585"/>
                  </a:cubicBezTo>
                  <a:cubicBezTo>
                    <a:pt x="2458" y="1585"/>
                    <a:pt x="2472" y="1573"/>
                    <a:pt x="2490" y="1525"/>
                  </a:cubicBezTo>
                  <a:lnTo>
                    <a:pt x="2498" y="1533"/>
                  </a:lnTo>
                  <a:cubicBezTo>
                    <a:pt x="2466" y="1598"/>
                    <a:pt x="2474" y="1598"/>
                    <a:pt x="2474" y="1598"/>
                  </a:cubicBezTo>
                  <a:cubicBezTo>
                    <a:pt x="2499" y="1554"/>
                    <a:pt x="2510" y="1549"/>
                    <a:pt x="2513" y="1549"/>
                  </a:cubicBezTo>
                  <a:cubicBezTo>
                    <a:pt x="2514" y="1549"/>
                    <a:pt x="2514" y="1549"/>
                    <a:pt x="2514" y="1549"/>
                  </a:cubicBezTo>
                  <a:cubicBezTo>
                    <a:pt x="2482" y="1606"/>
                    <a:pt x="2482" y="1606"/>
                    <a:pt x="2482" y="1606"/>
                  </a:cubicBezTo>
                  <a:cubicBezTo>
                    <a:pt x="2484" y="1608"/>
                    <a:pt x="2486" y="1610"/>
                    <a:pt x="2488" y="1610"/>
                  </a:cubicBezTo>
                  <a:cubicBezTo>
                    <a:pt x="2492" y="1610"/>
                    <a:pt x="2499" y="1598"/>
                    <a:pt x="2522" y="1557"/>
                  </a:cubicBezTo>
                  <a:lnTo>
                    <a:pt x="2522" y="1557"/>
                  </a:lnTo>
                  <a:cubicBezTo>
                    <a:pt x="2522" y="1557"/>
                    <a:pt x="2539" y="1565"/>
                    <a:pt x="2506" y="1630"/>
                  </a:cubicBezTo>
                  <a:cubicBezTo>
                    <a:pt x="2494" y="1647"/>
                    <a:pt x="2489" y="1654"/>
                    <a:pt x="2489" y="1654"/>
                  </a:cubicBezTo>
                  <a:cubicBezTo>
                    <a:pt x="2490" y="1654"/>
                    <a:pt x="2518" y="1616"/>
                    <a:pt x="2547" y="1581"/>
                  </a:cubicBezTo>
                  <a:lnTo>
                    <a:pt x="2547" y="1581"/>
                  </a:lnTo>
                  <a:cubicBezTo>
                    <a:pt x="2506" y="1638"/>
                    <a:pt x="2506" y="1638"/>
                    <a:pt x="2506" y="1638"/>
                  </a:cubicBezTo>
                  <a:lnTo>
                    <a:pt x="2514" y="1646"/>
                  </a:lnTo>
                  <a:cubicBezTo>
                    <a:pt x="2538" y="1613"/>
                    <a:pt x="2551" y="1602"/>
                    <a:pt x="2559" y="1602"/>
                  </a:cubicBezTo>
                  <a:cubicBezTo>
                    <a:pt x="2564" y="1602"/>
                    <a:pt x="2568" y="1607"/>
                    <a:pt x="2571" y="1614"/>
                  </a:cubicBezTo>
                  <a:cubicBezTo>
                    <a:pt x="2575" y="1621"/>
                    <a:pt x="2577" y="1627"/>
                    <a:pt x="2584" y="1627"/>
                  </a:cubicBezTo>
                  <a:cubicBezTo>
                    <a:pt x="2591" y="1627"/>
                    <a:pt x="2605" y="1619"/>
                    <a:pt x="2636" y="1598"/>
                  </a:cubicBezTo>
                  <a:cubicBezTo>
                    <a:pt x="2658" y="1575"/>
                    <a:pt x="2670" y="1565"/>
                    <a:pt x="2672" y="1565"/>
                  </a:cubicBezTo>
                  <a:lnTo>
                    <a:pt x="2672" y="1565"/>
                  </a:lnTo>
                  <a:cubicBezTo>
                    <a:pt x="2674" y="1565"/>
                    <a:pt x="2662" y="1579"/>
                    <a:pt x="2636" y="1606"/>
                  </a:cubicBezTo>
                  <a:cubicBezTo>
                    <a:pt x="2541" y="1695"/>
                    <a:pt x="2505" y="1727"/>
                    <a:pt x="2506" y="1727"/>
                  </a:cubicBezTo>
                  <a:cubicBezTo>
                    <a:pt x="2507" y="1727"/>
                    <a:pt x="2519" y="1717"/>
                    <a:pt x="2539" y="1703"/>
                  </a:cubicBezTo>
                  <a:cubicBezTo>
                    <a:pt x="2539" y="1703"/>
                    <a:pt x="2595" y="1663"/>
                    <a:pt x="2644" y="1622"/>
                  </a:cubicBezTo>
                  <a:cubicBezTo>
                    <a:pt x="2694" y="1583"/>
                    <a:pt x="2720" y="1565"/>
                    <a:pt x="2723" y="1565"/>
                  </a:cubicBezTo>
                  <a:lnTo>
                    <a:pt x="2723" y="1565"/>
                  </a:lnTo>
                  <a:cubicBezTo>
                    <a:pt x="2726" y="1565"/>
                    <a:pt x="2699" y="1588"/>
                    <a:pt x="2644" y="1630"/>
                  </a:cubicBezTo>
                  <a:cubicBezTo>
                    <a:pt x="2591" y="1667"/>
                    <a:pt x="2581" y="1683"/>
                    <a:pt x="2598" y="1683"/>
                  </a:cubicBezTo>
                  <a:cubicBezTo>
                    <a:pt x="2616" y="1683"/>
                    <a:pt x="2660" y="1667"/>
                    <a:pt x="2717" y="1638"/>
                  </a:cubicBezTo>
                  <a:lnTo>
                    <a:pt x="2717" y="1638"/>
                  </a:lnTo>
                  <a:lnTo>
                    <a:pt x="2660" y="1671"/>
                  </a:lnTo>
                  <a:cubicBezTo>
                    <a:pt x="2603" y="1703"/>
                    <a:pt x="2603" y="1703"/>
                    <a:pt x="2603" y="1711"/>
                  </a:cubicBezTo>
                  <a:lnTo>
                    <a:pt x="2603" y="1719"/>
                  </a:lnTo>
                  <a:cubicBezTo>
                    <a:pt x="2645" y="1700"/>
                    <a:pt x="2666" y="1693"/>
                    <a:pt x="2673" y="1693"/>
                  </a:cubicBezTo>
                  <a:cubicBezTo>
                    <a:pt x="2686" y="1693"/>
                    <a:pt x="2649" y="1719"/>
                    <a:pt x="2612" y="1735"/>
                  </a:cubicBezTo>
                  <a:cubicBezTo>
                    <a:pt x="2547" y="1760"/>
                    <a:pt x="2547" y="1760"/>
                    <a:pt x="2547" y="1768"/>
                  </a:cubicBezTo>
                  <a:cubicBezTo>
                    <a:pt x="2589" y="1751"/>
                    <a:pt x="2610" y="1745"/>
                    <a:pt x="2616" y="1745"/>
                  </a:cubicBezTo>
                  <a:cubicBezTo>
                    <a:pt x="2627" y="1745"/>
                    <a:pt x="2589" y="1765"/>
                    <a:pt x="2547" y="1776"/>
                  </a:cubicBezTo>
                  <a:lnTo>
                    <a:pt x="2547" y="1784"/>
                  </a:lnTo>
                  <a:cubicBezTo>
                    <a:pt x="2586" y="1770"/>
                    <a:pt x="2601" y="1767"/>
                    <a:pt x="2607" y="1767"/>
                  </a:cubicBezTo>
                  <a:cubicBezTo>
                    <a:pt x="2612" y="1767"/>
                    <a:pt x="2612" y="1768"/>
                    <a:pt x="2612" y="1768"/>
                  </a:cubicBezTo>
                  <a:cubicBezTo>
                    <a:pt x="2612" y="1771"/>
                    <a:pt x="2612" y="1773"/>
                    <a:pt x="2616" y="1773"/>
                  </a:cubicBezTo>
                  <a:cubicBezTo>
                    <a:pt x="2623" y="1773"/>
                    <a:pt x="2638" y="1769"/>
                    <a:pt x="2676" y="1760"/>
                  </a:cubicBezTo>
                  <a:cubicBezTo>
                    <a:pt x="2717" y="1744"/>
                    <a:pt x="2758" y="1735"/>
                    <a:pt x="2798" y="1727"/>
                  </a:cubicBezTo>
                  <a:lnTo>
                    <a:pt x="2798" y="1727"/>
                  </a:lnTo>
                  <a:lnTo>
                    <a:pt x="2733" y="1744"/>
                  </a:lnTo>
                  <a:cubicBezTo>
                    <a:pt x="2668" y="1760"/>
                    <a:pt x="2676" y="1768"/>
                    <a:pt x="2668" y="1776"/>
                  </a:cubicBezTo>
                  <a:cubicBezTo>
                    <a:pt x="2668" y="1792"/>
                    <a:pt x="2668" y="1800"/>
                    <a:pt x="2603" y="1808"/>
                  </a:cubicBezTo>
                  <a:lnTo>
                    <a:pt x="2668" y="1800"/>
                  </a:lnTo>
                  <a:cubicBezTo>
                    <a:pt x="2733" y="1800"/>
                    <a:pt x="2733" y="1800"/>
                    <a:pt x="2668" y="1808"/>
                  </a:cubicBezTo>
                  <a:cubicBezTo>
                    <a:pt x="2603" y="1817"/>
                    <a:pt x="2603" y="1825"/>
                    <a:pt x="2668" y="1825"/>
                  </a:cubicBezTo>
                  <a:lnTo>
                    <a:pt x="2668" y="1833"/>
                  </a:lnTo>
                  <a:cubicBezTo>
                    <a:pt x="2539" y="1841"/>
                    <a:pt x="2539" y="1841"/>
                    <a:pt x="2668" y="1841"/>
                  </a:cubicBezTo>
                  <a:cubicBezTo>
                    <a:pt x="2603" y="1841"/>
                    <a:pt x="2603" y="1849"/>
                    <a:pt x="2603" y="1849"/>
                  </a:cubicBezTo>
                  <a:cubicBezTo>
                    <a:pt x="2649" y="1849"/>
                    <a:pt x="2658" y="1859"/>
                    <a:pt x="2627" y="1859"/>
                  </a:cubicBezTo>
                  <a:cubicBezTo>
                    <a:pt x="2619" y="1859"/>
                    <a:pt x="2608" y="1859"/>
                    <a:pt x="2595" y="1857"/>
                  </a:cubicBezTo>
                  <a:lnTo>
                    <a:pt x="2595" y="1857"/>
                  </a:lnTo>
                  <a:cubicBezTo>
                    <a:pt x="2660" y="1865"/>
                    <a:pt x="2660" y="1873"/>
                    <a:pt x="2660" y="1873"/>
                  </a:cubicBezTo>
                  <a:cubicBezTo>
                    <a:pt x="2652" y="1873"/>
                    <a:pt x="2652" y="1873"/>
                    <a:pt x="2717" y="1881"/>
                  </a:cubicBezTo>
                  <a:cubicBezTo>
                    <a:pt x="2782" y="1890"/>
                    <a:pt x="2782" y="1898"/>
                    <a:pt x="2782" y="1898"/>
                  </a:cubicBezTo>
                  <a:cubicBezTo>
                    <a:pt x="2733" y="1890"/>
                    <a:pt x="2693" y="1890"/>
                    <a:pt x="2652" y="1881"/>
                  </a:cubicBezTo>
                  <a:cubicBezTo>
                    <a:pt x="2631" y="1878"/>
                    <a:pt x="2617" y="1877"/>
                    <a:pt x="2614" y="1877"/>
                  </a:cubicBezTo>
                  <a:cubicBezTo>
                    <a:pt x="2608" y="1877"/>
                    <a:pt x="2635" y="1882"/>
                    <a:pt x="2717" y="1898"/>
                  </a:cubicBezTo>
                  <a:cubicBezTo>
                    <a:pt x="2693" y="1895"/>
                    <a:pt x="2670" y="1892"/>
                    <a:pt x="2652" y="1890"/>
                  </a:cubicBezTo>
                  <a:lnTo>
                    <a:pt x="2652" y="1890"/>
                  </a:lnTo>
                  <a:cubicBezTo>
                    <a:pt x="2652" y="1890"/>
                    <a:pt x="2652" y="1898"/>
                    <a:pt x="2709" y="1906"/>
                  </a:cubicBezTo>
                  <a:lnTo>
                    <a:pt x="2709" y="1914"/>
                  </a:lnTo>
                  <a:cubicBezTo>
                    <a:pt x="2644" y="1906"/>
                    <a:pt x="2644" y="1906"/>
                    <a:pt x="2636" y="1906"/>
                  </a:cubicBezTo>
                  <a:cubicBezTo>
                    <a:pt x="2676" y="1916"/>
                    <a:pt x="2691" y="1923"/>
                    <a:pt x="2682" y="1923"/>
                  </a:cubicBezTo>
                  <a:cubicBezTo>
                    <a:pt x="2676" y="1923"/>
                    <a:pt x="2661" y="1920"/>
                    <a:pt x="2636" y="1914"/>
                  </a:cubicBezTo>
                  <a:lnTo>
                    <a:pt x="2636" y="1914"/>
                  </a:lnTo>
                  <a:cubicBezTo>
                    <a:pt x="2652" y="1918"/>
                    <a:pt x="2674" y="1923"/>
                    <a:pt x="2701" y="1930"/>
                  </a:cubicBezTo>
                  <a:cubicBezTo>
                    <a:pt x="2736" y="1940"/>
                    <a:pt x="2749" y="1947"/>
                    <a:pt x="2739" y="1947"/>
                  </a:cubicBezTo>
                  <a:cubicBezTo>
                    <a:pt x="2733" y="1947"/>
                    <a:pt x="2717" y="1944"/>
                    <a:pt x="2693" y="1938"/>
                  </a:cubicBezTo>
                  <a:cubicBezTo>
                    <a:pt x="2621" y="1919"/>
                    <a:pt x="2592" y="1911"/>
                    <a:pt x="2591" y="1911"/>
                  </a:cubicBezTo>
                  <a:lnTo>
                    <a:pt x="2591" y="1911"/>
                  </a:lnTo>
                  <a:cubicBezTo>
                    <a:pt x="2591" y="1911"/>
                    <a:pt x="2604" y="1915"/>
                    <a:pt x="2628" y="1922"/>
                  </a:cubicBezTo>
                  <a:cubicBezTo>
                    <a:pt x="2693" y="1946"/>
                    <a:pt x="2693" y="1946"/>
                    <a:pt x="2693" y="1946"/>
                  </a:cubicBezTo>
                  <a:cubicBezTo>
                    <a:pt x="2733" y="1954"/>
                    <a:pt x="2774" y="1971"/>
                    <a:pt x="2814" y="1987"/>
                  </a:cubicBezTo>
                  <a:lnTo>
                    <a:pt x="2749" y="1971"/>
                  </a:lnTo>
                  <a:lnTo>
                    <a:pt x="2693" y="1954"/>
                  </a:lnTo>
                  <a:lnTo>
                    <a:pt x="2693" y="1946"/>
                  </a:lnTo>
                  <a:cubicBezTo>
                    <a:pt x="2674" y="1942"/>
                    <a:pt x="2660" y="1940"/>
                    <a:pt x="2650" y="1940"/>
                  </a:cubicBezTo>
                  <a:cubicBezTo>
                    <a:pt x="2626" y="1940"/>
                    <a:pt x="2623" y="1951"/>
                    <a:pt x="2612" y="1962"/>
                  </a:cubicBezTo>
                  <a:cubicBezTo>
                    <a:pt x="2612" y="1962"/>
                    <a:pt x="2668" y="1995"/>
                    <a:pt x="2725" y="2019"/>
                  </a:cubicBezTo>
                  <a:cubicBezTo>
                    <a:pt x="2776" y="2045"/>
                    <a:pt x="2793" y="2054"/>
                    <a:pt x="2790" y="2054"/>
                  </a:cubicBezTo>
                  <a:cubicBezTo>
                    <a:pt x="2787" y="2054"/>
                    <a:pt x="2756" y="2041"/>
                    <a:pt x="2725" y="2027"/>
                  </a:cubicBezTo>
                  <a:cubicBezTo>
                    <a:pt x="2636" y="1987"/>
                    <a:pt x="2591" y="1967"/>
                    <a:pt x="2590" y="1967"/>
                  </a:cubicBezTo>
                  <a:lnTo>
                    <a:pt x="2590" y="1967"/>
                  </a:lnTo>
                  <a:cubicBezTo>
                    <a:pt x="2589" y="1967"/>
                    <a:pt x="2632" y="1987"/>
                    <a:pt x="2717" y="2027"/>
                  </a:cubicBezTo>
                  <a:cubicBezTo>
                    <a:pt x="2780" y="2057"/>
                    <a:pt x="2811" y="2071"/>
                    <a:pt x="2808" y="2071"/>
                  </a:cubicBezTo>
                  <a:cubicBezTo>
                    <a:pt x="2806" y="2071"/>
                    <a:pt x="2775" y="2059"/>
                    <a:pt x="2717" y="2035"/>
                  </a:cubicBezTo>
                  <a:lnTo>
                    <a:pt x="2717" y="2035"/>
                  </a:lnTo>
                  <a:cubicBezTo>
                    <a:pt x="2747" y="2053"/>
                    <a:pt x="2759" y="2061"/>
                    <a:pt x="2755" y="2061"/>
                  </a:cubicBezTo>
                  <a:cubicBezTo>
                    <a:pt x="2751" y="2061"/>
                    <a:pt x="2735" y="2055"/>
                    <a:pt x="2709" y="2044"/>
                  </a:cubicBezTo>
                  <a:cubicBezTo>
                    <a:pt x="2687" y="2031"/>
                    <a:pt x="2665" y="2020"/>
                    <a:pt x="2650" y="2012"/>
                  </a:cubicBezTo>
                  <a:lnTo>
                    <a:pt x="2650" y="2012"/>
                  </a:lnTo>
                  <a:cubicBezTo>
                    <a:pt x="2650" y="2012"/>
                    <a:pt x="2650" y="2012"/>
                    <a:pt x="2650" y="2012"/>
                  </a:cubicBezTo>
                  <a:cubicBezTo>
                    <a:pt x="2652" y="2012"/>
                    <a:pt x="2652" y="2011"/>
                    <a:pt x="2652" y="2011"/>
                  </a:cubicBezTo>
                  <a:cubicBezTo>
                    <a:pt x="2636" y="2004"/>
                    <a:pt x="2629" y="2001"/>
                    <a:pt x="2629" y="2001"/>
                  </a:cubicBezTo>
                  <a:lnTo>
                    <a:pt x="2629" y="2001"/>
                  </a:lnTo>
                  <a:cubicBezTo>
                    <a:pt x="2628" y="2001"/>
                    <a:pt x="2637" y="2005"/>
                    <a:pt x="2650" y="2012"/>
                  </a:cubicBezTo>
                  <a:lnTo>
                    <a:pt x="2650" y="2012"/>
                  </a:lnTo>
                  <a:cubicBezTo>
                    <a:pt x="2645" y="2012"/>
                    <a:pt x="2633" y="2008"/>
                    <a:pt x="2595" y="1987"/>
                  </a:cubicBezTo>
                  <a:cubicBezTo>
                    <a:pt x="2579" y="1978"/>
                    <a:pt x="2572" y="1974"/>
                    <a:pt x="2572" y="1974"/>
                  </a:cubicBezTo>
                  <a:lnTo>
                    <a:pt x="2572" y="1974"/>
                  </a:lnTo>
                  <a:cubicBezTo>
                    <a:pt x="2570" y="1974"/>
                    <a:pt x="2609" y="1998"/>
                    <a:pt x="2644" y="2027"/>
                  </a:cubicBezTo>
                  <a:cubicBezTo>
                    <a:pt x="2697" y="2064"/>
                    <a:pt x="2723" y="2082"/>
                    <a:pt x="2722" y="2082"/>
                  </a:cubicBezTo>
                  <a:cubicBezTo>
                    <a:pt x="2721" y="2082"/>
                    <a:pt x="2693" y="2064"/>
                    <a:pt x="2636" y="2027"/>
                  </a:cubicBezTo>
                  <a:cubicBezTo>
                    <a:pt x="2599" y="2005"/>
                    <a:pt x="2581" y="1995"/>
                    <a:pt x="2578" y="1995"/>
                  </a:cubicBezTo>
                  <a:lnTo>
                    <a:pt x="2578" y="1995"/>
                  </a:lnTo>
                  <a:cubicBezTo>
                    <a:pt x="2572" y="1995"/>
                    <a:pt x="2616" y="2029"/>
                    <a:pt x="2685" y="2076"/>
                  </a:cubicBezTo>
                  <a:cubicBezTo>
                    <a:pt x="2743" y="2120"/>
                    <a:pt x="2766" y="2137"/>
                    <a:pt x="2765" y="2137"/>
                  </a:cubicBezTo>
                  <a:cubicBezTo>
                    <a:pt x="2764" y="2137"/>
                    <a:pt x="2753" y="2130"/>
                    <a:pt x="2733" y="2117"/>
                  </a:cubicBezTo>
                  <a:cubicBezTo>
                    <a:pt x="2698" y="2088"/>
                    <a:pt x="2684" y="2083"/>
                    <a:pt x="2679" y="2083"/>
                  </a:cubicBezTo>
                  <a:cubicBezTo>
                    <a:pt x="2677" y="2083"/>
                    <a:pt x="2676" y="2084"/>
                    <a:pt x="2676" y="2084"/>
                  </a:cubicBezTo>
                  <a:cubicBezTo>
                    <a:pt x="2676" y="2084"/>
                    <a:pt x="2676" y="2084"/>
                    <a:pt x="2620" y="2052"/>
                  </a:cubicBezTo>
                  <a:lnTo>
                    <a:pt x="2620" y="2052"/>
                  </a:lnTo>
                  <a:cubicBezTo>
                    <a:pt x="2636" y="2068"/>
                    <a:pt x="2652" y="2076"/>
                    <a:pt x="2668" y="2092"/>
                  </a:cubicBezTo>
                  <a:cubicBezTo>
                    <a:pt x="2710" y="2127"/>
                    <a:pt x="2723" y="2142"/>
                    <a:pt x="2717" y="2142"/>
                  </a:cubicBezTo>
                  <a:cubicBezTo>
                    <a:pt x="2708" y="2142"/>
                    <a:pt x="2664" y="2114"/>
                    <a:pt x="2603" y="2068"/>
                  </a:cubicBezTo>
                  <a:lnTo>
                    <a:pt x="2603" y="2068"/>
                  </a:lnTo>
                  <a:lnTo>
                    <a:pt x="2652" y="2108"/>
                  </a:lnTo>
                  <a:cubicBezTo>
                    <a:pt x="2713" y="2164"/>
                    <a:pt x="2752" y="2204"/>
                    <a:pt x="2748" y="2204"/>
                  </a:cubicBezTo>
                  <a:cubicBezTo>
                    <a:pt x="2746" y="2204"/>
                    <a:pt x="2729" y="2190"/>
                    <a:pt x="2693" y="2157"/>
                  </a:cubicBezTo>
                  <a:lnTo>
                    <a:pt x="2644" y="2117"/>
                  </a:lnTo>
                  <a:lnTo>
                    <a:pt x="2644" y="2117"/>
                  </a:lnTo>
                  <a:cubicBezTo>
                    <a:pt x="2682" y="2151"/>
                    <a:pt x="2695" y="2167"/>
                    <a:pt x="2692" y="2167"/>
                  </a:cubicBezTo>
                  <a:cubicBezTo>
                    <a:pt x="2687" y="2167"/>
                    <a:pt x="2642" y="2130"/>
                    <a:pt x="2587" y="2076"/>
                  </a:cubicBezTo>
                  <a:lnTo>
                    <a:pt x="2587" y="2076"/>
                  </a:lnTo>
                  <a:cubicBezTo>
                    <a:pt x="2620" y="2109"/>
                    <a:pt x="2652" y="2141"/>
                    <a:pt x="2676" y="2173"/>
                  </a:cubicBezTo>
                  <a:cubicBezTo>
                    <a:pt x="2676" y="2173"/>
                    <a:pt x="2668" y="2173"/>
                    <a:pt x="2628" y="2133"/>
                  </a:cubicBezTo>
                  <a:cubicBezTo>
                    <a:pt x="2609" y="2114"/>
                    <a:pt x="2591" y="2097"/>
                    <a:pt x="2577" y="2085"/>
                  </a:cubicBezTo>
                  <a:lnTo>
                    <a:pt x="2577" y="2085"/>
                  </a:lnTo>
                  <a:cubicBezTo>
                    <a:pt x="2577" y="2085"/>
                    <a:pt x="2577" y="2085"/>
                    <a:pt x="2577" y="2085"/>
                  </a:cubicBezTo>
                  <a:cubicBezTo>
                    <a:pt x="2573" y="2085"/>
                    <a:pt x="2561" y="2080"/>
                    <a:pt x="2531" y="2044"/>
                  </a:cubicBezTo>
                  <a:lnTo>
                    <a:pt x="2522" y="2044"/>
                  </a:lnTo>
                  <a:cubicBezTo>
                    <a:pt x="2544" y="2070"/>
                    <a:pt x="2552" y="2084"/>
                    <a:pt x="2548" y="2084"/>
                  </a:cubicBezTo>
                  <a:cubicBezTo>
                    <a:pt x="2545" y="2084"/>
                    <a:pt x="2533" y="2074"/>
                    <a:pt x="2514" y="2052"/>
                  </a:cubicBezTo>
                  <a:lnTo>
                    <a:pt x="2514" y="2052"/>
                  </a:lnTo>
                  <a:cubicBezTo>
                    <a:pt x="2514" y="2052"/>
                    <a:pt x="2515" y="2052"/>
                    <a:pt x="2547" y="2100"/>
                  </a:cubicBezTo>
                  <a:cubicBezTo>
                    <a:pt x="2547" y="2103"/>
                    <a:pt x="2547" y="2104"/>
                    <a:pt x="2546" y="2104"/>
                  </a:cubicBezTo>
                  <a:cubicBezTo>
                    <a:pt x="2544" y="2104"/>
                    <a:pt x="2536" y="2093"/>
                    <a:pt x="2506" y="2052"/>
                  </a:cubicBezTo>
                  <a:lnTo>
                    <a:pt x="2506" y="2052"/>
                  </a:lnTo>
                  <a:cubicBezTo>
                    <a:pt x="2539" y="2108"/>
                    <a:pt x="2539" y="2108"/>
                    <a:pt x="2539" y="2108"/>
                  </a:cubicBezTo>
                  <a:lnTo>
                    <a:pt x="2531" y="2108"/>
                  </a:lnTo>
                  <a:cubicBezTo>
                    <a:pt x="2571" y="2165"/>
                    <a:pt x="2571" y="2165"/>
                    <a:pt x="2563" y="2165"/>
                  </a:cubicBezTo>
                  <a:cubicBezTo>
                    <a:pt x="2547" y="2149"/>
                    <a:pt x="2531" y="2133"/>
                    <a:pt x="2514" y="2108"/>
                  </a:cubicBezTo>
                  <a:lnTo>
                    <a:pt x="2514" y="2108"/>
                  </a:lnTo>
                  <a:cubicBezTo>
                    <a:pt x="2506" y="2117"/>
                    <a:pt x="2506" y="2117"/>
                    <a:pt x="2547" y="2165"/>
                  </a:cubicBezTo>
                  <a:cubicBezTo>
                    <a:pt x="2547" y="2165"/>
                    <a:pt x="2563" y="2193"/>
                    <a:pt x="2561" y="2193"/>
                  </a:cubicBezTo>
                  <a:cubicBezTo>
                    <a:pt x="2560" y="2193"/>
                    <a:pt x="2556" y="2188"/>
                    <a:pt x="2547" y="2173"/>
                  </a:cubicBezTo>
                  <a:cubicBezTo>
                    <a:pt x="2539" y="2173"/>
                    <a:pt x="2503" y="2124"/>
                    <a:pt x="2499" y="2124"/>
                  </a:cubicBezTo>
                  <a:cubicBezTo>
                    <a:pt x="2498" y="2124"/>
                    <a:pt x="2498" y="2124"/>
                    <a:pt x="2498" y="2125"/>
                  </a:cubicBezTo>
                  <a:cubicBezTo>
                    <a:pt x="2490" y="2125"/>
                    <a:pt x="2490" y="2125"/>
                    <a:pt x="2514" y="2181"/>
                  </a:cubicBezTo>
                  <a:cubicBezTo>
                    <a:pt x="2476" y="2115"/>
                    <a:pt x="2461" y="2087"/>
                    <a:pt x="2459" y="2087"/>
                  </a:cubicBezTo>
                  <a:lnTo>
                    <a:pt x="2459" y="2087"/>
                  </a:lnTo>
                  <a:cubicBezTo>
                    <a:pt x="2458" y="2087"/>
                    <a:pt x="2464" y="2101"/>
                    <a:pt x="2474" y="2125"/>
                  </a:cubicBezTo>
                  <a:cubicBezTo>
                    <a:pt x="2498" y="2190"/>
                    <a:pt x="2498" y="2190"/>
                    <a:pt x="2498" y="2190"/>
                  </a:cubicBezTo>
                  <a:cubicBezTo>
                    <a:pt x="2486" y="2161"/>
                    <a:pt x="2480" y="2147"/>
                    <a:pt x="2479" y="2147"/>
                  </a:cubicBezTo>
                  <a:lnTo>
                    <a:pt x="2479" y="2147"/>
                  </a:lnTo>
                  <a:cubicBezTo>
                    <a:pt x="2478" y="2147"/>
                    <a:pt x="2482" y="2161"/>
                    <a:pt x="2490" y="2190"/>
                  </a:cubicBezTo>
                  <a:cubicBezTo>
                    <a:pt x="2490" y="2190"/>
                    <a:pt x="2490" y="2190"/>
                    <a:pt x="2466" y="2133"/>
                  </a:cubicBezTo>
                  <a:lnTo>
                    <a:pt x="2458" y="2133"/>
                  </a:lnTo>
                  <a:cubicBezTo>
                    <a:pt x="2475" y="2182"/>
                    <a:pt x="2477" y="2201"/>
                    <a:pt x="2472" y="2201"/>
                  </a:cubicBezTo>
                  <a:cubicBezTo>
                    <a:pt x="2466" y="2201"/>
                    <a:pt x="2447" y="2169"/>
                    <a:pt x="2433" y="2133"/>
                  </a:cubicBezTo>
                  <a:lnTo>
                    <a:pt x="2433" y="2133"/>
                  </a:lnTo>
                  <a:cubicBezTo>
                    <a:pt x="2441" y="2157"/>
                    <a:pt x="2441" y="2173"/>
                    <a:pt x="2449" y="2198"/>
                  </a:cubicBezTo>
                  <a:cubicBezTo>
                    <a:pt x="2466" y="2258"/>
                    <a:pt x="2474" y="2289"/>
                    <a:pt x="2473" y="2289"/>
                  </a:cubicBezTo>
                  <a:cubicBezTo>
                    <a:pt x="2472" y="2289"/>
                    <a:pt x="2462" y="2258"/>
                    <a:pt x="2441" y="2198"/>
                  </a:cubicBezTo>
                  <a:lnTo>
                    <a:pt x="2441" y="2198"/>
                  </a:lnTo>
                  <a:cubicBezTo>
                    <a:pt x="2448" y="2222"/>
                    <a:pt x="2449" y="2237"/>
                    <a:pt x="2446" y="2237"/>
                  </a:cubicBezTo>
                  <a:cubicBezTo>
                    <a:pt x="2442" y="2237"/>
                    <a:pt x="2431" y="2208"/>
                    <a:pt x="2417" y="2133"/>
                  </a:cubicBezTo>
                  <a:cubicBezTo>
                    <a:pt x="2407" y="2093"/>
                    <a:pt x="2397" y="2057"/>
                    <a:pt x="2391" y="2034"/>
                  </a:cubicBezTo>
                  <a:lnTo>
                    <a:pt x="2391" y="2034"/>
                  </a:lnTo>
                  <a:cubicBezTo>
                    <a:pt x="2393" y="2046"/>
                    <a:pt x="2393" y="2058"/>
                    <a:pt x="2393" y="2068"/>
                  </a:cubicBezTo>
                  <a:cubicBezTo>
                    <a:pt x="2409" y="2133"/>
                    <a:pt x="2409" y="2133"/>
                    <a:pt x="2401" y="2133"/>
                  </a:cubicBezTo>
                  <a:cubicBezTo>
                    <a:pt x="2393" y="2133"/>
                    <a:pt x="2393" y="2190"/>
                    <a:pt x="2393" y="2190"/>
                  </a:cubicBezTo>
                  <a:cubicBezTo>
                    <a:pt x="2393" y="2190"/>
                    <a:pt x="2393" y="2190"/>
                    <a:pt x="2393" y="2190"/>
                  </a:cubicBezTo>
                  <a:cubicBezTo>
                    <a:pt x="2385" y="2190"/>
                    <a:pt x="2376" y="2190"/>
                    <a:pt x="2368" y="2133"/>
                  </a:cubicBezTo>
                  <a:cubicBezTo>
                    <a:pt x="2368" y="2133"/>
                    <a:pt x="2368" y="2132"/>
                    <a:pt x="2368" y="2132"/>
                  </a:cubicBezTo>
                  <a:cubicBezTo>
                    <a:pt x="2368" y="2132"/>
                    <a:pt x="2367" y="2138"/>
                    <a:pt x="2360" y="2190"/>
                  </a:cubicBezTo>
                  <a:cubicBezTo>
                    <a:pt x="2360" y="2222"/>
                    <a:pt x="2358" y="2238"/>
                    <a:pt x="2356" y="2238"/>
                  </a:cubicBezTo>
                  <a:cubicBezTo>
                    <a:pt x="2354" y="2238"/>
                    <a:pt x="2352" y="2222"/>
                    <a:pt x="2352" y="2190"/>
                  </a:cubicBezTo>
                  <a:cubicBezTo>
                    <a:pt x="2344" y="2254"/>
                    <a:pt x="2344" y="2254"/>
                    <a:pt x="2344" y="2254"/>
                  </a:cubicBezTo>
                  <a:cubicBezTo>
                    <a:pt x="2344" y="2209"/>
                    <a:pt x="2344" y="2163"/>
                    <a:pt x="2341" y="2163"/>
                  </a:cubicBezTo>
                  <a:cubicBezTo>
                    <a:pt x="2340" y="2163"/>
                    <a:pt x="2338" y="2171"/>
                    <a:pt x="2336" y="2190"/>
                  </a:cubicBezTo>
                  <a:cubicBezTo>
                    <a:pt x="2336" y="2237"/>
                    <a:pt x="2336" y="2250"/>
                    <a:pt x="2333" y="2250"/>
                  </a:cubicBezTo>
                  <a:cubicBezTo>
                    <a:pt x="2332" y="2250"/>
                    <a:pt x="2330" y="2248"/>
                    <a:pt x="2328" y="2246"/>
                  </a:cubicBezTo>
                  <a:cubicBezTo>
                    <a:pt x="2323" y="2207"/>
                    <a:pt x="2294" y="2182"/>
                    <a:pt x="2268" y="2182"/>
                  </a:cubicBezTo>
                  <a:cubicBezTo>
                    <a:pt x="2252" y="2182"/>
                    <a:pt x="2237" y="2192"/>
                    <a:pt x="2231" y="2214"/>
                  </a:cubicBezTo>
                  <a:lnTo>
                    <a:pt x="2222" y="2214"/>
                  </a:lnTo>
                  <a:lnTo>
                    <a:pt x="2214" y="2206"/>
                  </a:lnTo>
                  <a:cubicBezTo>
                    <a:pt x="2232" y="2153"/>
                    <a:pt x="2236" y="2134"/>
                    <a:pt x="2232" y="2134"/>
                  </a:cubicBezTo>
                  <a:lnTo>
                    <a:pt x="2232" y="2134"/>
                  </a:lnTo>
                  <a:cubicBezTo>
                    <a:pt x="2227" y="2134"/>
                    <a:pt x="2208" y="2166"/>
                    <a:pt x="2190" y="2198"/>
                  </a:cubicBezTo>
                  <a:cubicBezTo>
                    <a:pt x="2166" y="2254"/>
                    <a:pt x="2158" y="2254"/>
                    <a:pt x="2158" y="2254"/>
                  </a:cubicBezTo>
                  <a:cubicBezTo>
                    <a:pt x="2192" y="2180"/>
                    <a:pt x="2203" y="2151"/>
                    <a:pt x="2198" y="2151"/>
                  </a:cubicBezTo>
                  <a:lnTo>
                    <a:pt x="2198" y="2151"/>
                  </a:lnTo>
                  <a:cubicBezTo>
                    <a:pt x="2195" y="2151"/>
                    <a:pt x="2186" y="2163"/>
                    <a:pt x="2174" y="2181"/>
                  </a:cubicBezTo>
                  <a:cubicBezTo>
                    <a:pt x="2141" y="2238"/>
                    <a:pt x="2125" y="2267"/>
                    <a:pt x="2124" y="2267"/>
                  </a:cubicBezTo>
                  <a:cubicBezTo>
                    <a:pt x="2123" y="2267"/>
                    <a:pt x="2137" y="2238"/>
                    <a:pt x="2166" y="2181"/>
                  </a:cubicBezTo>
                  <a:cubicBezTo>
                    <a:pt x="2195" y="2130"/>
                    <a:pt x="2211" y="2102"/>
                    <a:pt x="2210" y="2102"/>
                  </a:cubicBezTo>
                  <a:lnTo>
                    <a:pt x="2210" y="2102"/>
                  </a:lnTo>
                  <a:cubicBezTo>
                    <a:pt x="2209" y="2102"/>
                    <a:pt x="2183" y="2142"/>
                    <a:pt x="2125" y="2230"/>
                  </a:cubicBezTo>
                  <a:cubicBezTo>
                    <a:pt x="2110" y="2253"/>
                    <a:pt x="2101" y="2266"/>
                    <a:pt x="2101" y="2266"/>
                  </a:cubicBezTo>
                  <a:cubicBezTo>
                    <a:pt x="2100" y="2266"/>
                    <a:pt x="2108" y="2251"/>
                    <a:pt x="2125" y="2222"/>
                  </a:cubicBezTo>
                  <a:cubicBezTo>
                    <a:pt x="2158" y="2155"/>
                    <a:pt x="2172" y="2128"/>
                    <a:pt x="2171" y="2128"/>
                  </a:cubicBezTo>
                  <a:lnTo>
                    <a:pt x="2171" y="2128"/>
                  </a:lnTo>
                  <a:cubicBezTo>
                    <a:pt x="2171" y="2128"/>
                    <a:pt x="2163" y="2142"/>
                    <a:pt x="2149" y="2165"/>
                  </a:cubicBezTo>
                  <a:cubicBezTo>
                    <a:pt x="2118" y="2217"/>
                    <a:pt x="2099" y="2243"/>
                    <a:pt x="2097" y="2243"/>
                  </a:cubicBezTo>
                  <a:cubicBezTo>
                    <a:pt x="2094" y="2243"/>
                    <a:pt x="2108" y="2215"/>
                    <a:pt x="2141" y="2157"/>
                  </a:cubicBezTo>
                  <a:cubicBezTo>
                    <a:pt x="2173" y="2105"/>
                    <a:pt x="2191" y="2079"/>
                    <a:pt x="2192" y="2078"/>
                  </a:cubicBezTo>
                  <a:lnTo>
                    <a:pt x="2192" y="2078"/>
                  </a:lnTo>
                  <a:cubicBezTo>
                    <a:pt x="2191" y="2079"/>
                    <a:pt x="2173" y="2105"/>
                    <a:pt x="2133" y="2157"/>
                  </a:cubicBezTo>
                  <a:cubicBezTo>
                    <a:pt x="2100" y="2206"/>
                    <a:pt x="2080" y="2228"/>
                    <a:pt x="2075" y="2228"/>
                  </a:cubicBezTo>
                  <a:cubicBezTo>
                    <a:pt x="2070" y="2228"/>
                    <a:pt x="2086" y="2198"/>
                    <a:pt x="2125" y="2141"/>
                  </a:cubicBezTo>
                  <a:cubicBezTo>
                    <a:pt x="2125" y="2141"/>
                    <a:pt x="2140" y="2116"/>
                    <a:pt x="2137" y="2116"/>
                  </a:cubicBezTo>
                  <a:lnTo>
                    <a:pt x="2137" y="2116"/>
                  </a:lnTo>
                  <a:cubicBezTo>
                    <a:pt x="2136" y="2116"/>
                    <a:pt x="2131" y="2122"/>
                    <a:pt x="2117" y="2141"/>
                  </a:cubicBezTo>
                  <a:lnTo>
                    <a:pt x="2158" y="2084"/>
                  </a:lnTo>
                  <a:lnTo>
                    <a:pt x="2117" y="2133"/>
                  </a:lnTo>
                  <a:cubicBezTo>
                    <a:pt x="2117" y="2133"/>
                    <a:pt x="2149" y="2068"/>
                    <a:pt x="2141" y="2052"/>
                  </a:cubicBezTo>
                  <a:cubicBezTo>
                    <a:pt x="2134" y="2045"/>
                    <a:pt x="2130" y="2039"/>
                    <a:pt x="2124" y="2039"/>
                  </a:cubicBezTo>
                  <a:cubicBezTo>
                    <a:pt x="2116" y="2039"/>
                    <a:pt x="2104" y="2048"/>
                    <a:pt x="2076" y="2076"/>
                  </a:cubicBezTo>
                  <a:cubicBezTo>
                    <a:pt x="2030" y="2115"/>
                    <a:pt x="2004" y="2133"/>
                    <a:pt x="2001" y="2133"/>
                  </a:cubicBezTo>
                  <a:cubicBezTo>
                    <a:pt x="1997" y="2133"/>
                    <a:pt x="2021" y="2110"/>
                    <a:pt x="2076" y="2068"/>
                  </a:cubicBezTo>
                  <a:cubicBezTo>
                    <a:pt x="2068" y="2068"/>
                    <a:pt x="2117" y="2019"/>
                    <a:pt x="2117" y="2019"/>
                  </a:cubicBezTo>
                  <a:cubicBezTo>
                    <a:pt x="2117" y="2011"/>
                    <a:pt x="2117" y="2011"/>
                    <a:pt x="2166" y="1971"/>
                  </a:cubicBezTo>
                  <a:lnTo>
                    <a:pt x="2166" y="1971"/>
                  </a:lnTo>
                  <a:cubicBezTo>
                    <a:pt x="2115" y="2006"/>
                    <a:pt x="2087" y="2018"/>
                    <a:pt x="2078" y="2018"/>
                  </a:cubicBezTo>
                  <a:cubicBezTo>
                    <a:pt x="2067" y="2018"/>
                    <a:pt x="2079" y="2004"/>
                    <a:pt x="2109" y="1987"/>
                  </a:cubicBezTo>
                  <a:cubicBezTo>
                    <a:pt x="2106" y="1984"/>
                    <a:pt x="2104" y="1982"/>
                    <a:pt x="2100" y="1982"/>
                  </a:cubicBezTo>
                  <a:cubicBezTo>
                    <a:pt x="2093" y="1982"/>
                    <a:pt x="2080" y="1988"/>
                    <a:pt x="2044" y="2003"/>
                  </a:cubicBezTo>
                  <a:cubicBezTo>
                    <a:pt x="2018" y="2014"/>
                    <a:pt x="2004" y="2020"/>
                    <a:pt x="2002" y="2020"/>
                  </a:cubicBezTo>
                  <a:cubicBezTo>
                    <a:pt x="2000" y="2020"/>
                    <a:pt x="2014" y="2012"/>
                    <a:pt x="2044" y="1995"/>
                  </a:cubicBezTo>
                  <a:cubicBezTo>
                    <a:pt x="2080" y="1974"/>
                    <a:pt x="2116" y="1954"/>
                    <a:pt x="2109" y="1954"/>
                  </a:cubicBezTo>
                  <a:lnTo>
                    <a:pt x="2109" y="1954"/>
                  </a:lnTo>
                  <a:cubicBezTo>
                    <a:pt x="2104" y="1954"/>
                    <a:pt x="2086" y="1961"/>
                    <a:pt x="2044" y="1979"/>
                  </a:cubicBezTo>
                  <a:lnTo>
                    <a:pt x="2101" y="1954"/>
                  </a:lnTo>
                  <a:cubicBezTo>
                    <a:pt x="2120" y="1943"/>
                    <a:pt x="2126" y="1939"/>
                    <a:pt x="2123" y="1939"/>
                  </a:cubicBezTo>
                  <a:lnTo>
                    <a:pt x="2123" y="1939"/>
                  </a:lnTo>
                  <a:cubicBezTo>
                    <a:pt x="2121" y="1939"/>
                    <a:pt x="2115" y="1941"/>
                    <a:pt x="2107" y="1944"/>
                  </a:cubicBezTo>
                  <a:lnTo>
                    <a:pt x="2107" y="1944"/>
                  </a:lnTo>
                  <a:cubicBezTo>
                    <a:pt x="2128" y="1935"/>
                    <a:pt x="2144" y="1928"/>
                    <a:pt x="2157" y="1922"/>
                  </a:cubicBezTo>
                  <a:lnTo>
                    <a:pt x="2157" y="1922"/>
                  </a:lnTo>
                  <a:cubicBezTo>
                    <a:pt x="2121" y="1938"/>
                    <a:pt x="2080" y="1950"/>
                    <a:pt x="2072" y="1950"/>
                  </a:cubicBezTo>
                  <a:cubicBezTo>
                    <a:pt x="2068" y="1950"/>
                    <a:pt x="2073" y="1947"/>
                    <a:pt x="2093" y="1938"/>
                  </a:cubicBezTo>
                  <a:lnTo>
                    <a:pt x="2093" y="1938"/>
                  </a:lnTo>
                  <a:cubicBezTo>
                    <a:pt x="2052" y="1946"/>
                    <a:pt x="2012" y="1954"/>
                    <a:pt x="1979" y="1971"/>
                  </a:cubicBezTo>
                  <a:cubicBezTo>
                    <a:pt x="1940" y="1985"/>
                    <a:pt x="1925" y="1988"/>
                    <a:pt x="1918" y="1988"/>
                  </a:cubicBezTo>
                  <a:cubicBezTo>
                    <a:pt x="1914" y="1988"/>
                    <a:pt x="1914" y="1987"/>
                    <a:pt x="1914" y="1987"/>
                  </a:cubicBezTo>
                  <a:lnTo>
                    <a:pt x="2036" y="1946"/>
                  </a:lnTo>
                  <a:cubicBezTo>
                    <a:pt x="2076" y="1930"/>
                    <a:pt x="2117" y="1914"/>
                    <a:pt x="2158" y="1898"/>
                  </a:cubicBezTo>
                  <a:cubicBezTo>
                    <a:pt x="2181" y="1891"/>
                    <a:pt x="2195" y="1887"/>
                    <a:pt x="2194" y="1887"/>
                  </a:cubicBezTo>
                  <a:lnTo>
                    <a:pt x="2194" y="1887"/>
                  </a:lnTo>
                  <a:cubicBezTo>
                    <a:pt x="2193" y="1887"/>
                    <a:pt x="2164" y="1895"/>
                    <a:pt x="2093" y="1914"/>
                  </a:cubicBezTo>
                  <a:cubicBezTo>
                    <a:pt x="2009" y="1942"/>
                    <a:pt x="1983" y="1951"/>
                    <a:pt x="1975" y="1951"/>
                  </a:cubicBezTo>
                  <a:cubicBezTo>
                    <a:pt x="1971" y="1951"/>
                    <a:pt x="1971" y="1949"/>
                    <a:pt x="1971" y="1946"/>
                  </a:cubicBezTo>
                  <a:cubicBezTo>
                    <a:pt x="1971" y="1946"/>
                    <a:pt x="1971" y="1938"/>
                    <a:pt x="2036" y="1922"/>
                  </a:cubicBezTo>
                  <a:cubicBezTo>
                    <a:pt x="2092" y="1906"/>
                    <a:pt x="2093" y="1906"/>
                    <a:pt x="2093" y="1906"/>
                  </a:cubicBezTo>
                  <a:lnTo>
                    <a:pt x="2093" y="1906"/>
                  </a:lnTo>
                  <a:cubicBezTo>
                    <a:pt x="2093" y="1906"/>
                    <a:pt x="1906" y="1930"/>
                    <a:pt x="1785" y="1946"/>
                  </a:cubicBezTo>
                  <a:cubicBezTo>
                    <a:pt x="1849" y="1930"/>
                    <a:pt x="1849" y="1930"/>
                    <a:pt x="1849" y="1922"/>
                  </a:cubicBezTo>
                  <a:cubicBezTo>
                    <a:pt x="1868" y="1919"/>
                    <a:pt x="1881" y="1918"/>
                    <a:pt x="1889" y="1918"/>
                  </a:cubicBezTo>
                  <a:cubicBezTo>
                    <a:pt x="1906" y="1918"/>
                    <a:pt x="1906" y="1922"/>
                    <a:pt x="1906" y="1922"/>
                  </a:cubicBezTo>
                  <a:lnTo>
                    <a:pt x="1971" y="1914"/>
                  </a:lnTo>
                  <a:cubicBezTo>
                    <a:pt x="2038" y="1900"/>
                    <a:pt x="2071" y="1894"/>
                    <a:pt x="2065" y="1894"/>
                  </a:cubicBezTo>
                  <a:cubicBezTo>
                    <a:pt x="2060" y="1894"/>
                    <a:pt x="2029" y="1898"/>
                    <a:pt x="1971" y="1906"/>
                  </a:cubicBezTo>
                  <a:cubicBezTo>
                    <a:pt x="1906" y="1906"/>
                    <a:pt x="1906" y="1906"/>
                    <a:pt x="1971" y="1898"/>
                  </a:cubicBezTo>
                  <a:cubicBezTo>
                    <a:pt x="2019" y="1886"/>
                    <a:pt x="2066" y="1878"/>
                    <a:pt x="2063" y="1878"/>
                  </a:cubicBezTo>
                  <a:lnTo>
                    <a:pt x="2063" y="1878"/>
                  </a:lnTo>
                  <a:cubicBezTo>
                    <a:pt x="2061" y="1878"/>
                    <a:pt x="2053" y="1879"/>
                    <a:pt x="2036" y="1881"/>
                  </a:cubicBezTo>
                  <a:cubicBezTo>
                    <a:pt x="2036" y="1881"/>
                    <a:pt x="2038" y="1881"/>
                    <a:pt x="2101" y="1873"/>
                  </a:cubicBezTo>
                  <a:cubicBezTo>
                    <a:pt x="2101" y="1865"/>
                    <a:pt x="2101" y="1865"/>
                    <a:pt x="2036" y="1865"/>
                  </a:cubicBezTo>
                  <a:cubicBezTo>
                    <a:pt x="2004" y="1869"/>
                    <a:pt x="1987" y="1871"/>
                    <a:pt x="1979" y="1871"/>
                  </a:cubicBezTo>
                  <a:cubicBezTo>
                    <a:pt x="1971" y="1871"/>
                    <a:pt x="1971" y="1869"/>
                    <a:pt x="1971" y="1865"/>
                  </a:cubicBezTo>
                  <a:lnTo>
                    <a:pt x="1914" y="1865"/>
                  </a:lnTo>
                  <a:cubicBezTo>
                    <a:pt x="1849" y="1865"/>
                    <a:pt x="1785" y="1865"/>
                    <a:pt x="1785" y="1857"/>
                  </a:cubicBezTo>
                  <a:cubicBezTo>
                    <a:pt x="1720" y="1849"/>
                    <a:pt x="1720" y="1849"/>
                    <a:pt x="1849" y="1841"/>
                  </a:cubicBezTo>
                  <a:lnTo>
                    <a:pt x="1914" y="1841"/>
                  </a:lnTo>
                  <a:cubicBezTo>
                    <a:pt x="1914" y="1841"/>
                    <a:pt x="1914" y="1833"/>
                    <a:pt x="1979" y="1833"/>
                  </a:cubicBezTo>
                  <a:cubicBezTo>
                    <a:pt x="2044" y="1833"/>
                    <a:pt x="1979" y="1833"/>
                    <a:pt x="1914" y="1825"/>
                  </a:cubicBezTo>
                  <a:lnTo>
                    <a:pt x="1785" y="1825"/>
                  </a:lnTo>
                  <a:cubicBezTo>
                    <a:pt x="1817" y="1821"/>
                    <a:pt x="1849" y="1819"/>
                    <a:pt x="1882" y="1819"/>
                  </a:cubicBezTo>
                  <a:cubicBezTo>
                    <a:pt x="1914" y="1819"/>
                    <a:pt x="1947" y="1821"/>
                    <a:pt x="1979" y="1825"/>
                  </a:cubicBezTo>
                  <a:cubicBezTo>
                    <a:pt x="1914" y="1817"/>
                    <a:pt x="1858" y="1808"/>
                    <a:pt x="1922" y="1808"/>
                  </a:cubicBezTo>
                  <a:cubicBezTo>
                    <a:pt x="1922" y="1803"/>
                    <a:pt x="1922" y="1797"/>
                    <a:pt x="1945" y="1797"/>
                  </a:cubicBezTo>
                  <a:cubicBezTo>
                    <a:pt x="1955" y="1797"/>
                    <a:pt x="1968" y="1798"/>
                    <a:pt x="1987" y="1800"/>
                  </a:cubicBezTo>
                  <a:cubicBezTo>
                    <a:pt x="1922" y="1784"/>
                    <a:pt x="1922" y="1784"/>
                    <a:pt x="1987" y="1784"/>
                  </a:cubicBezTo>
                  <a:cubicBezTo>
                    <a:pt x="2045" y="1788"/>
                    <a:pt x="2077" y="1791"/>
                    <a:pt x="2084" y="1791"/>
                  </a:cubicBezTo>
                  <a:cubicBezTo>
                    <a:pt x="2093" y="1791"/>
                    <a:pt x="2063" y="1786"/>
                    <a:pt x="1995" y="1768"/>
                  </a:cubicBezTo>
                  <a:lnTo>
                    <a:pt x="1995" y="1768"/>
                  </a:lnTo>
                  <a:cubicBezTo>
                    <a:pt x="2012" y="1770"/>
                    <a:pt x="2020" y="1771"/>
                    <a:pt x="2022" y="1771"/>
                  </a:cubicBezTo>
                  <a:cubicBezTo>
                    <a:pt x="2028" y="1771"/>
                    <a:pt x="1981" y="1762"/>
                    <a:pt x="1939" y="1744"/>
                  </a:cubicBezTo>
                  <a:lnTo>
                    <a:pt x="1939" y="1744"/>
                  </a:lnTo>
                  <a:lnTo>
                    <a:pt x="2060" y="1776"/>
                  </a:lnTo>
                  <a:lnTo>
                    <a:pt x="2004" y="1760"/>
                  </a:lnTo>
                  <a:lnTo>
                    <a:pt x="1939" y="1744"/>
                  </a:lnTo>
                  <a:lnTo>
                    <a:pt x="1939" y="1744"/>
                  </a:lnTo>
                  <a:cubicBezTo>
                    <a:pt x="1939" y="1744"/>
                    <a:pt x="1939" y="1744"/>
                    <a:pt x="1939" y="1744"/>
                  </a:cubicBezTo>
                  <a:lnTo>
                    <a:pt x="1939" y="1744"/>
                  </a:lnTo>
                  <a:lnTo>
                    <a:pt x="1939" y="1744"/>
                  </a:lnTo>
                  <a:lnTo>
                    <a:pt x="1687" y="1679"/>
                  </a:lnTo>
                  <a:cubicBezTo>
                    <a:pt x="1594" y="1654"/>
                    <a:pt x="1572" y="1643"/>
                    <a:pt x="1596" y="1643"/>
                  </a:cubicBezTo>
                  <a:cubicBezTo>
                    <a:pt x="1604" y="1643"/>
                    <a:pt x="1615" y="1644"/>
                    <a:pt x="1631" y="1646"/>
                  </a:cubicBezTo>
                  <a:cubicBezTo>
                    <a:pt x="1671" y="1646"/>
                    <a:pt x="1712" y="1654"/>
                    <a:pt x="1752" y="1671"/>
                  </a:cubicBezTo>
                  <a:cubicBezTo>
                    <a:pt x="1817" y="1695"/>
                    <a:pt x="1817" y="1695"/>
                    <a:pt x="1817" y="1695"/>
                  </a:cubicBezTo>
                  <a:lnTo>
                    <a:pt x="1817" y="1703"/>
                  </a:lnTo>
                  <a:cubicBezTo>
                    <a:pt x="1858" y="1711"/>
                    <a:pt x="1898" y="1719"/>
                    <a:pt x="1939" y="1727"/>
                  </a:cubicBezTo>
                  <a:cubicBezTo>
                    <a:pt x="1968" y="1735"/>
                    <a:pt x="1984" y="1739"/>
                    <a:pt x="1988" y="1739"/>
                  </a:cubicBezTo>
                  <a:cubicBezTo>
                    <a:pt x="1992" y="1739"/>
                    <a:pt x="1978" y="1733"/>
                    <a:pt x="1947" y="1719"/>
                  </a:cubicBezTo>
                  <a:lnTo>
                    <a:pt x="1947" y="1719"/>
                  </a:lnTo>
                  <a:cubicBezTo>
                    <a:pt x="1980" y="1729"/>
                    <a:pt x="1997" y="1733"/>
                    <a:pt x="2005" y="1733"/>
                  </a:cubicBezTo>
                  <a:cubicBezTo>
                    <a:pt x="2010" y="1733"/>
                    <a:pt x="2012" y="1731"/>
                    <a:pt x="2012" y="1727"/>
                  </a:cubicBezTo>
                  <a:cubicBezTo>
                    <a:pt x="2012" y="1724"/>
                    <a:pt x="2013" y="1722"/>
                    <a:pt x="2019" y="1722"/>
                  </a:cubicBezTo>
                  <a:cubicBezTo>
                    <a:pt x="2027" y="1722"/>
                    <a:pt x="2043" y="1726"/>
                    <a:pt x="2076" y="1735"/>
                  </a:cubicBezTo>
                  <a:cubicBezTo>
                    <a:pt x="2085" y="1735"/>
                    <a:pt x="2085" y="1735"/>
                    <a:pt x="2020" y="1703"/>
                  </a:cubicBezTo>
                  <a:cubicBezTo>
                    <a:pt x="1948" y="1675"/>
                    <a:pt x="1922" y="1663"/>
                    <a:pt x="1923" y="1663"/>
                  </a:cubicBezTo>
                  <a:lnTo>
                    <a:pt x="1923" y="1663"/>
                  </a:lnTo>
                  <a:cubicBezTo>
                    <a:pt x="1924" y="1663"/>
                    <a:pt x="1939" y="1669"/>
                    <a:pt x="1963" y="1679"/>
                  </a:cubicBezTo>
                  <a:cubicBezTo>
                    <a:pt x="2026" y="1700"/>
                    <a:pt x="2076" y="1714"/>
                    <a:pt x="2094" y="1714"/>
                  </a:cubicBezTo>
                  <a:cubicBezTo>
                    <a:pt x="2110" y="1714"/>
                    <a:pt x="2099" y="1702"/>
                    <a:pt x="2044" y="1671"/>
                  </a:cubicBezTo>
                  <a:lnTo>
                    <a:pt x="2044" y="1671"/>
                  </a:lnTo>
                  <a:cubicBezTo>
                    <a:pt x="2068" y="1680"/>
                    <a:pt x="2085" y="1684"/>
                    <a:pt x="2093" y="1684"/>
                  </a:cubicBezTo>
                  <a:cubicBezTo>
                    <a:pt x="2106" y="1684"/>
                    <a:pt x="2096" y="1672"/>
                    <a:pt x="2060" y="1646"/>
                  </a:cubicBezTo>
                  <a:lnTo>
                    <a:pt x="2068" y="1646"/>
                  </a:lnTo>
                  <a:cubicBezTo>
                    <a:pt x="2095" y="1662"/>
                    <a:pt x="2109" y="1670"/>
                    <a:pt x="2112" y="1670"/>
                  </a:cubicBezTo>
                  <a:cubicBezTo>
                    <a:pt x="2114" y="1670"/>
                    <a:pt x="2102" y="1660"/>
                    <a:pt x="2076" y="1638"/>
                  </a:cubicBezTo>
                  <a:cubicBezTo>
                    <a:pt x="2067" y="1631"/>
                    <a:pt x="2057" y="1624"/>
                    <a:pt x="2048" y="1617"/>
                  </a:cubicBezTo>
                  <a:lnTo>
                    <a:pt x="2048" y="1617"/>
                  </a:lnTo>
                  <a:cubicBezTo>
                    <a:pt x="2062" y="1626"/>
                    <a:pt x="2070" y="1629"/>
                    <a:pt x="2074" y="1629"/>
                  </a:cubicBezTo>
                  <a:cubicBezTo>
                    <a:pt x="2079" y="1629"/>
                    <a:pt x="2081" y="1625"/>
                    <a:pt x="2085" y="1622"/>
                  </a:cubicBezTo>
                  <a:cubicBezTo>
                    <a:pt x="2093" y="1614"/>
                    <a:pt x="2093" y="1614"/>
                    <a:pt x="2044" y="1573"/>
                  </a:cubicBezTo>
                  <a:cubicBezTo>
                    <a:pt x="2031" y="1558"/>
                    <a:pt x="2027" y="1551"/>
                    <a:pt x="2030" y="1551"/>
                  </a:cubicBezTo>
                  <a:lnTo>
                    <a:pt x="2030" y="1551"/>
                  </a:lnTo>
                  <a:cubicBezTo>
                    <a:pt x="2035" y="1551"/>
                    <a:pt x="2068" y="1581"/>
                    <a:pt x="2101" y="1614"/>
                  </a:cubicBezTo>
                  <a:cubicBezTo>
                    <a:pt x="2144" y="1654"/>
                    <a:pt x="2168" y="1676"/>
                    <a:pt x="2169" y="1676"/>
                  </a:cubicBezTo>
                  <a:cubicBezTo>
                    <a:pt x="2169" y="1676"/>
                    <a:pt x="2133" y="1642"/>
                    <a:pt x="2052" y="1565"/>
                  </a:cubicBezTo>
                  <a:cubicBezTo>
                    <a:pt x="1997" y="1505"/>
                    <a:pt x="1976" y="1479"/>
                    <a:pt x="1979" y="1479"/>
                  </a:cubicBezTo>
                  <a:lnTo>
                    <a:pt x="1979" y="1479"/>
                  </a:lnTo>
                  <a:cubicBezTo>
                    <a:pt x="1981" y="1479"/>
                    <a:pt x="1993" y="1490"/>
                    <a:pt x="2012" y="1508"/>
                  </a:cubicBezTo>
                  <a:cubicBezTo>
                    <a:pt x="2060" y="1557"/>
                    <a:pt x="2060" y="1557"/>
                    <a:pt x="2052" y="1557"/>
                  </a:cubicBezTo>
                  <a:lnTo>
                    <a:pt x="2149" y="1654"/>
                  </a:lnTo>
                  <a:cubicBezTo>
                    <a:pt x="2141" y="1638"/>
                    <a:pt x="2125" y="1622"/>
                    <a:pt x="2109" y="1606"/>
                  </a:cubicBezTo>
                  <a:cubicBezTo>
                    <a:pt x="2093" y="1581"/>
                    <a:pt x="2085" y="1565"/>
                    <a:pt x="2068" y="1549"/>
                  </a:cubicBezTo>
                  <a:cubicBezTo>
                    <a:pt x="2020" y="1500"/>
                    <a:pt x="1971" y="1452"/>
                    <a:pt x="1922" y="1411"/>
                  </a:cubicBezTo>
                  <a:cubicBezTo>
                    <a:pt x="1874" y="1363"/>
                    <a:pt x="1874" y="1363"/>
                    <a:pt x="1882" y="1354"/>
                  </a:cubicBezTo>
                  <a:lnTo>
                    <a:pt x="1882" y="1354"/>
                  </a:lnTo>
                  <a:cubicBezTo>
                    <a:pt x="1931" y="1403"/>
                    <a:pt x="1979" y="1452"/>
                    <a:pt x="2028" y="1500"/>
                  </a:cubicBezTo>
                  <a:cubicBezTo>
                    <a:pt x="2052" y="1533"/>
                    <a:pt x="2085" y="1565"/>
                    <a:pt x="2117" y="1598"/>
                  </a:cubicBezTo>
                  <a:cubicBezTo>
                    <a:pt x="2124" y="1607"/>
                    <a:pt x="2128" y="1611"/>
                    <a:pt x="2128" y="1611"/>
                  </a:cubicBezTo>
                  <a:cubicBezTo>
                    <a:pt x="2128" y="1611"/>
                    <a:pt x="2062" y="1530"/>
                    <a:pt x="1995" y="1444"/>
                  </a:cubicBezTo>
                  <a:lnTo>
                    <a:pt x="1995" y="1444"/>
                  </a:lnTo>
                  <a:lnTo>
                    <a:pt x="2036" y="1492"/>
                  </a:lnTo>
                  <a:cubicBezTo>
                    <a:pt x="2070" y="1527"/>
                    <a:pt x="2081" y="1537"/>
                    <a:pt x="2086" y="1537"/>
                  </a:cubicBezTo>
                  <a:cubicBezTo>
                    <a:pt x="2089" y="1537"/>
                    <a:pt x="2090" y="1535"/>
                    <a:pt x="2093" y="1533"/>
                  </a:cubicBezTo>
                  <a:cubicBezTo>
                    <a:pt x="2101" y="1533"/>
                    <a:pt x="2101" y="1533"/>
                    <a:pt x="2060" y="1476"/>
                  </a:cubicBezTo>
                  <a:cubicBezTo>
                    <a:pt x="2028" y="1444"/>
                    <a:pt x="2004" y="1403"/>
                    <a:pt x="1979" y="1371"/>
                  </a:cubicBezTo>
                  <a:cubicBezTo>
                    <a:pt x="1947" y="1338"/>
                    <a:pt x="1914" y="1306"/>
                    <a:pt x="1890" y="1265"/>
                  </a:cubicBezTo>
                  <a:lnTo>
                    <a:pt x="1890" y="1265"/>
                  </a:lnTo>
                  <a:cubicBezTo>
                    <a:pt x="1922" y="1298"/>
                    <a:pt x="1955" y="1330"/>
                    <a:pt x="1979" y="1363"/>
                  </a:cubicBezTo>
                  <a:cubicBezTo>
                    <a:pt x="2068" y="1468"/>
                    <a:pt x="2117" y="1517"/>
                    <a:pt x="2125" y="1517"/>
                  </a:cubicBezTo>
                  <a:cubicBezTo>
                    <a:pt x="2127" y="1514"/>
                    <a:pt x="2130" y="1513"/>
                    <a:pt x="2132" y="1513"/>
                  </a:cubicBezTo>
                  <a:cubicBezTo>
                    <a:pt x="2140" y="1513"/>
                    <a:pt x="2150" y="1524"/>
                    <a:pt x="2174" y="1565"/>
                  </a:cubicBezTo>
                  <a:cubicBezTo>
                    <a:pt x="2182" y="1565"/>
                    <a:pt x="2182" y="1565"/>
                    <a:pt x="2149" y="1508"/>
                  </a:cubicBezTo>
                  <a:lnTo>
                    <a:pt x="2158" y="1500"/>
                  </a:lnTo>
                  <a:cubicBezTo>
                    <a:pt x="2173" y="1532"/>
                    <a:pt x="2183" y="1546"/>
                    <a:pt x="2186" y="1546"/>
                  </a:cubicBezTo>
                  <a:cubicBezTo>
                    <a:pt x="2188" y="1546"/>
                    <a:pt x="2182" y="1530"/>
                    <a:pt x="2166" y="1500"/>
                  </a:cubicBezTo>
                  <a:cubicBezTo>
                    <a:pt x="2155" y="1481"/>
                    <a:pt x="2151" y="1475"/>
                    <a:pt x="2152" y="1475"/>
                  </a:cubicBezTo>
                  <a:lnTo>
                    <a:pt x="2152" y="1475"/>
                  </a:lnTo>
                  <a:cubicBezTo>
                    <a:pt x="2152" y="1475"/>
                    <a:pt x="2168" y="1500"/>
                    <a:pt x="2174" y="1500"/>
                  </a:cubicBezTo>
                  <a:cubicBezTo>
                    <a:pt x="2203" y="1551"/>
                    <a:pt x="2219" y="1579"/>
                    <a:pt x="2219" y="1579"/>
                  </a:cubicBezTo>
                  <a:cubicBezTo>
                    <a:pt x="2219" y="1579"/>
                    <a:pt x="2195" y="1535"/>
                    <a:pt x="2141" y="1435"/>
                  </a:cubicBezTo>
                  <a:cubicBezTo>
                    <a:pt x="2138" y="1426"/>
                    <a:pt x="2134" y="1417"/>
                    <a:pt x="2129" y="1408"/>
                  </a:cubicBezTo>
                  <a:lnTo>
                    <a:pt x="2129" y="1408"/>
                  </a:lnTo>
                  <a:cubicBezTo>
                    <a:pt x="2159" y="1462"/>
                    <a:pt x="2180" y="1499"/>
                    <a:pt x="2184" y="1499"/>
                  </a:cubicBezTo>
                  <a:cubicBezTo>
                    <a:pt x="2187" y="1499"/>
                    <a:pt x="2179" y="1477"/>
                    <a:pt x="2158" y="1427"/>
                  </a:cubicBezTo>
                  <a:lnTo>
                    <a:pt x="2158" y="1427"/>
                  </a:lnTo>
                  <a:cubicBezTo>
                    <a:pt x="2158" y="1427"/>
                    <a:pt x="2158" y="1429"/>
                    <a:pt x="2190" y="1492"/>
                  </a:cubicBezTo>
                  <a:cubicBezTo>
                    <a:pt x="2200" y="1516"/>
                    <a:pt x="2208" y="1531"/>
                    <a:pt x="2208" y="1531"/>
                  </a:cubicBezTo>
                  <a:cubicBezTo>
                    <a:pt x="2210" y="1531"/>
                    <a:pt x="2199" y="1503"/>
                    <a:pt x="2166" y="1427"/>
                  </a:cubicBezTo>
                  <a:cubicBezTo>
                    <a:pt x="2141" y="1366"/>
                    <a:pt x="2131" y="1333"/>
                    <a:pt x="2134" y="1333"/>
                  </a:cubicBezTo>
                  <a:lnTo>
                    <a:pt x="2134" y="1333"/>
                  </a:lnTo>
                  <a:cubicBezTo>
                    <a:pt x="2138" y="1333"/>
                    <a:pt x="2154" y="1364"/>
                    <a:pt x="2182" y="1427"/>
                  </a:cubicBezTo>
                  <a:cubicBezTo>
                    <a:pt x="2215" y="1503"/>
                    <a:pt x="2232" y="1535"/>
                    <a:pt x="2235" y="1535"/>
                  </a:cubicBezTo>
                  <a:cubicBezTo>
                    <a:pt x="2237" y="1535"/>
                    <a:pt x="2233" y="1519"/>
                    <a:pt x="2222" y="1492"/>
                  </a:cubicBezTo>
                  <a:cubicBezTo>
                    <a:pt x="2194" y="1416"/>
                    <a:pt x="2188" y="1385"/>
                    <a:pt x="2192" y="1385"/>
                  </a:cubicBezTo>
                  <a:lnTo>
                    <a:pt x="2192" y="1385"/>
                  </a:lnTo>
                  <a:cubicBezTo>
                    <a:pt x="2196" y="1385"/>
                    <a:pt x="2204" y="1401"/>
                    <a:pt x="2214" y="1427"/>
                  </a:cubicBezTo>
                  <a:cubicBezTo>
                    <a:pt x="2226" y="1459"/>
                    <a:pt x="2232" y="1475"/>
                    <a:pt x="2233" y="1475"/>
                  </a:cubicBezTo>
                  <a:cubicBezTo>
                    <a:pt x="2235" y="1475"/>
                    <a:pt x="2231" y="1457"/>
                    <a:pt x="2222" y="1419"/>
                  </a:cubicBezTo>
                  <a:lnTo>
                    <a:pt x="2222" y="1419"/>
                  </a:lnTo>
                  <a:cubicBezTo>
                    <a:pt x="2234" y="1465"/>
                    <a:pt x="2249" y="1515"/>
                    <a:pt x="2252" y="1515"/>
                  </a:cubicBezTo>
                  <a:cubicBezTo>
                    <a:pt x="2253" y="1515"/>
                    <a:pt x="2252" y="1506"/>
                    <a:pt x="2247" y="1484"/>
                  </a:cubicBezTo>
                  <a:cubicBezTo>
                    <a:pt x="2247" y="1484"/>
                    <a:pt x="2247" y="1484"/>
                    <a:pt x="2222" y="1419"/>
                  </a:cubicBezTo>
                  <a:lnTo>
                    <a:pt x="2222" y="1419"/>
                  </a:lnTo>
                  <a:cubicBezTo>
                    <a:pt x="2222" y="1419"/>
                    <a:pt x="2222" y="1419"/>
                    <a:pt x="2222" y="1419"/>
                  </a:cubicBezTo>
                  <a:cubicBezTo>
                    <a:pt x="2222" y="1419"/>
                    <a:pt x="2214" y="1354"/>
                    <a:pt x="2198" y="1290"/>
                  </a:cubicBezTo>
                  <a:cubicBezTo>
                    <a:pt x="2182" y="1249"/>
                    <a:pt x="2166" y="1200"/>
                    <a:pt x="2158" y="1160"/>
                  </a:cubicBezTo>
                  <a:cubicBezTo>
                    <a:pt x="2151" y="1143"/>
                    <a:pt x="2150" y="1134"/>
                    <a:pt x="2152" y="1134"/>
                  </a:cubicBezTo>
                  <a:lnTo>
                    <a:pt x="2152" y="1134"/>
                  </a:lnTo>
                  <a:cubicBezTo>
                    <a:pt x="2159" y="1134"/>
                    <a:pt x="2195" y="1203"/>
                    <a:pt x="2231" y="1346"/>
                  </a:cubicBezTo>
                  <a:lnTo>
                    <a:pt x="2271" y="1484"/>
                  </a:lnTo>
                  <a:cubicBezTo>
                    <a:pt x="2255" y="1411"/>
                    <a:pt x="2239" y="1346"/>
                    <a:pt x="2239" y="1346"/>
                  </a:cubicBezTo>
                  <a:lnTo>
                    <a:pt x="2239" y="1346"/>
                  </a:lnTo>
                  <a:cubicBezTo>
                    <a:pt x="2239" y="1346"/>
                    <a:pt x="2247" y="1346"/>
                    <a:pt x="2263" y="1411"/>
                  </a:cubicBezTo>
                  <a:cubicBezTo>
                    <a:pt x="2249" y="1335"/>
                    <a:pt x="2243" y="1304"/>
                    <a:pt x="2244" y="1304"/>
                  </a:cubicBezTo>
                  <a:lnTo>
                    <a:pt x="2244" y="1304"/>
                  </a:lnTo>
                  <a:cubicBezTo>
                    <a:pt x="2244" y="1304"/>
                    <a:pt x="2248" y="1319"/>
                    <a:pt x="2255" y="1346"/>
                  </a:cubicBezTo>
                  <a:cubicBezTo>
                    <a:pt x="2271" y="1415"/>
                    <a:pt x="2279" y="1450"/>
                    <a:pt x="2281" y="1450"/>
                  </a:cubicBezTo>
                  <a:cubicBezTo>
                    <a:pt x="2283" y="1450"/>
                    <a:pt x="2280" y="1419"/>
                    <a:pt x="2272" y="1358"/>
                  </a:cubicBezTo>
                  <a:lnTo>
                    <a:pt x="2272" y="1358"/>
                  </a:lnTo>
                  <a:cubicBezTo>
                    <a:pt x="2281" y="1426"/>
                    <a:pt x="2295" y="1484"/>
                    <a:pt x="2295" y="1484"/>
                  </a:cubicBezTo>
                  <a:lnTo>
                    <a:pt x="2287" y="1419"/>
                  </a:lnTo>
                  <a:cubicBezTo>
                    <a:pt x="2278" y="1338"/>
                    <a:pt x="2274" y="1304"/>
                    <a:pt x="2276" y="1304"/>
                  </a:cubicBezTo>
                  <a:lnTo>
                    <a:pt x="2276" y="1304"/>
                  </a:lnTo>
                  <a:cubicBezTo>
                    <a:pt x="2277" y="1304"/>
                    <a:pt x="2281" y="1320"/>
                    <a:pt x="2287" y="1346"/>
                  </a:cubicBezTo>
                  <a:cubicBezTo>
                    <a:pt x="2291" y="1383"/>
                    <a:pt x="2293" y="1401"/>
                    <a:pt x="2294" y="1401"/>
                  </a:cubicBezTo>
                  <a:cubicBezTo>
                    <a:pt x="2295" y="1401"/>
                    <a:pt x="2295" y="1383"/>
                    <a:pt x="2295" y="1346"/>
                  </a:cubicBezTo>
                  <a:cubicBezTo>
                    <a:pt x="2304" y="1346"/>
                    <a:pt x="2312" y="1346"/>
                    <a:pt x="2312" y="1419"/>
                  </a:cubicBezTo>
                  <a:cubicBezTo>
                    <a:pt x="2320" y="1484"/>
                    <a:pt x="2322" y="1517"/>
                    <a:pt x="2322" y="1517"/>
                  </a:cubicBezTo>
                  <a:cubicBezTo>
                    <a:pt x="2322" y="1517"/>
                    <a:pt x="2320" y="1484"/>
                    <a:pt x="2320" y="1419"/>
                  </a:cubicBezTo>
                  <a:cubicBezTo>
                    <a:pt x="2316" y="1383"/>
                    <a:pt x="2314" y="1365"/>
                    <a:pt x="2315" y="1365"/>
                  </a:cubicBezTo>
                  <a:lnTo>
                    <a:pt x="2315" y="1365"/>
                  </a:lnTo>
                  <a:cubicBezTo>
                    <a:pt x="2316" y="1365"/>
                    <a:pt x="2320" y="1383"/>
                    <a:pt x="2328" y="1419"/>
                  </a:cubicBezTo>
                  <a:cubicBezTo>
                    <a:pt x="2336" y="1346"/>
                    <a:pt x="2328" y="1281"/>
                    <a:pt x="2320" y="1217"/>
                  </a:cubicBezTo>
                  <a:cubicBezTo>
                    <a:pt x="2312" y="1217"/>
                    <a:pt x="2312" y="1217"/>
                    <a:pt x="2312" y="1144"/>
                  </a:cubicBezTo>
                  <a:lnTo>
                    <a:pt x="2320" y="1144"/>
                  </a:lnTo>
                  <a:cubicBezTo>
                    <a:pt x="2328" y="1144"/>
                    <a:pt x="2328" y="1144"/>
                    <a:pt x="2344" y="1079"/>
                  </a:cubicBezTo>
                  <a:close/>
                  <a:moveTo>
                    <a:pt x="2206" y="2206"/>
                  </a:moveTo>
                  <a:lnTo>
                    <a:pt x="2206" y="2206"/>
                  </a:lnTo>
                  <a:cubicBezTo>
                    <a:pt x="2190" y="2246"/>
                    <a:pt x="2174" y="2287"/>
                    <a:pt x="2158" y="2319"/>
                  </a:cubicBezTo>
                  <a:lnTo>
                    <a:pt x="2149" y="2319"/>
                  </a:lnTo>
                  <a:lnTo>
                    <a:pt x="2206" y="2206"/>
                  </a:lnTo>
                  <a:close/>
                  <a:moveTo>
                    <a:pt x="2758" y="2498"/>
                  </a:moveTo>
                  <a:cubicBezTo>
                    <a:pt x="2782" y="2530"/>
                    <a:pt x="2798" y="2571"/>
                    <a:pt x="2814" y="2611"/>
                  </a:cubicBezTo>
                  <a:lnTo>
                    <a:pt x="2749" y="2498"/>
                  </a:lnTo>
                  <a:close/>
                  <a:moveTo>
                    <a:pt x="1785" y="2522"/>
                  </a:moveTo>
                  <a:lnTo>
                    <a:pt x="1793" y="2530"/>
                  </a:lnTo>
                  <a:cubicBezTo>
                    <a:pt x="1755" y="2575"/>
                    <a:pt x="1711" y="2620"/>
                    <a:pt x="1704" y="2620"/>
                  </a:cubicBezTo>
                  <a:cubicBezTo>
                    <a:pt x="1704" y="2620"/>
                    <a:pt x="1704" y="2620"/>
                    <a:pt x="1704" y="2619"/>
                  </a:cubicBezTo>
                  <a:lnTo>
                    <a:pt x="1736" y="2571"/>
                  </a:lnTo>
                  <a:lnTo>
                    <a:pt x="1785" y="2522"/>
                  </a:lnTo>
                  <a:close/>
                  <a:moveTo>
                    <a:pt x="1723" y="2630"/>
                  </a:moveTo>
                  <a:lnTo>
                    <a:pt x="1723" y="2630"/>
                  </a:lnTo>
                  <a:cubicBezTo>
                    <a:pt x="1723" y="2630"/>
                    <a:pt x="1702" y="2660"/>
                    <a:pt x="1679" y="2692"/>
                  </a:cubicBezTo>
                  <a:cubicBezTo>
                    <a:pt x="1711" y="2647"/>
                    <a:pt x="1722" y="2630"/>
                    <a:pt x="1723" y="2630"/>
                  </a:cubicBezTo>
                  <a:close/>
                  <a:moveTo>
                    <a:pt x="2133" y="2587"/>
                  </a:moveTo>
                  <a:cubicBezTo>
                    <a:pt x="2125" y="2635"/>
                    <a:pt x="2109" y="2676"/>
                    <a:pt x="2093" y="2708"/>
                  </a:cubicBezTo>
                  <a:lnTo>
                    <a:pt x="2101" y="2644"/>
                  </a:lnTo>
                  <a:lnTo>
                    <a:pt x="2125" y="2587"/>
                  </a:lnTo>
                  <a:close/>
                  <a:moveTo>
                    <a:pt x="1939" y="2571"/>
                  </a:moveTo>
                  <a:cubicBezTo>
                    <a:pt x="1947" y="2571"/>
                    <a:pt x="1947" y="2571"/>
                    <a:pt x="1914" y="2627"/>
                  </a:cubicBezTo>
                  <a:cubicBezTo>
                    <a:pt x="1890" y="2660"/>
                    <a:pt x="1874" y="2700"/>
                    <a:pt x="1849" y="2733"/>
                  </a:cubicBezTo>
                  <a:cubicBezTo>
                    <a:pt x="1874" y="2676"/>
                    <a:pt x="1906" y="2619"/>
                    <a:pt x="1939" y="2571"/>
                  </a:cubicBezTo>
                  <a:close/>
                  <a:moveTo>
                    <a:pt x="2549" y="2632"/>
                  </a:moveTo>
                  <a:cubicBezTo>
                    <a:pt x="2556" y="2632"/>
                    <a:pt x="2559" y="2644"/>
                    <a:pt x="2571" y="2692"/>
                  </a:cubicBezTo>
                  <a:cubicBezTo>
                    <a:pt x="2587" y="2757"/>
                    <a:pt x="2571" y="2757"/>
                    <a:pt x="2563" y="2757"/>
                  </a:cubicBezTo>
                  <a:cubicBezTo>
                    <a:pt x="2547" y="2717"/>
                    <a:pt x="2539" y="2676"/>
                    <a:pt x="2539" y="2635"/>
                  </a:cubicBezTo>
                  <a:cubicBezTo>
                    <a:pt x="2543" y="2633"/>
                    <a:pt x="2546" y="2632"/>
                    <a:pt x="2549" y="2632"/>
                  </a:cubicBezTo>
                  <a:close/>
                  <a:moveTo>
                    <a:pt x="2417" y="519"/>
                  </a:moveTo>
                  <a:cubicBezTo>
                    <a:pt x="2401" y="519"/>
                    <a:pt x="2401" y="584"/>
                    <a:pt x="2401" y="657"/>
                  </a:cubicBezTo>
                  <a:lnTo>
                    <a:pt x="2385" y="657"/>
                  </a:lnTo>
                  <a:cubicBezTo>
                    <a:pt x="2385" y="657"/>
                    <a:pt x="2384" y="657"/>
                    <a:pt x="2384" y="657"/>
                  </a:cubicBezTo>
                  <a:cubicBezTo>
                    <a:pt x="2382" y="657"/>
                    <a:pt x="2375" y="662"/>
                    <a:pt x="2368" y="722"/>
                  </a:cubicBezTo>
                  <a:cubicBezTo>
                    <a:pt x="2368" y="787"/>
                    <a:pt x="2360" y="787"/>
                    <a:pt x="2352" y="787"/>
                  </a:cubicBezTo>
                  <a:cubicBezTo>
                    <a:pt x="2352" y="765"/>
                    <a:pt x="2351" y="756"/>
                    <a:pt x="2351" y="756"/>
                  </a:cubicBezTo>
                  <a:lnTo>
                    <a:pt x="2351" y="756"/>
                  </a:lnTo>
                  <a:cubicBezTo>
                    <a:pt x="2349" y="756"/>
                    <a:pt x="2346" y="806"/>
                    <a:pt x="2352" y="852"/>
                  </a:cubicBezTo>
                  <a:cubicBezTo>
                    <a:pt x="2359" y="890"/>
                    <a:pt x="2355" y="923"/>
                    <a:pt x="2349" y="959"/>
                  </a:cubicBezTo>
                  <a:lnTo>
                    <a:pt x="2349" y="959"/>
                  </a:lnTo>
                  <a:cubicBezTo>
                    <a:pt x="2349" y="938"/>
                    <a:pt x="2347" y="923"/>
                    <a:pt x="2343" y="923"/>
                  </a:cubicBezTo>
                  <a:cubicBezTo>
                    <a:pt x="2343" y="923"/>
                    <a:pt x="2343" y="924"/>
                    <a:pt x="2342" y="924"/>
                  </a:cubicBezTo>
                  <a:lnTo>
                    <a:pt x="2342" y="924"/>
                  </a:lnTo>
                  <a:lnTo>
                    <a:pt x="2336" y="876"/>
                  </a:lnTo>
                  <a:cubicBezTo>
                    <a:pt x="2332" y="775"/>
                    <a:pt x="2326" y="724"/>
                    <a:pt x="2322" y="724"/>
                  </a:cubicBezTo>
                  <a:cubicBezTo>
                    <a:pt x="2318" y="724"/>
                    <a:pt x="2316" y="775"/>
                    <a:pt x="2320" y="876"/>
                  </a:cubicBezTo>
                  <a:cubicBezTo>
                    <a:pt x="2324" y="987"/>
                    <a:pt x="2326" y="1037"/>
                    <a:pt x="2324" y="1037"/>
                  </a:cubicBezTo>
                  <a:cubicBezTo>
                    <a:pt x="2323" y="1037"/>
                    <a:pt x="2319" y="1003"/>
                    <a:pt x="2312" y="941"/>
                  </a:cubicBezTo>
                  <a:cubicBezTo>
                    <a:pt x="2312" y="818"/>
                    <a:pt x="2305" y="811"/>
                    <a:pt x="2298" y="811"/>
                  </a:cubicBezTo>
                  <a:cubicBezTo>
                    <a:pt x="2297" y="811"/>
                    <a:pt x="2296" y="811"/>
                    <a:pt x="2295" y="811"/>
                  </a:cubicBezTo>
                  <a:cubicBezTo>
                    <a:pt x="2287" y="811"/>
                    <a:pt x="2287" y="811"/>
                    <a:pt x="2287" y="738"/>
                  </a:cubicBezTo>
                  <a:cubicBezTo>
                    <a:pt x="2287" y="690"/>
                    <a:pt x="2279" y="649"/>
                    <a:pt x="2255" y="609"/>
                  </a:cubicBezTo>
                  <a:cubicBezTo>
                    <a:pt x="2247" y="609"/>
                    <a:pt x="2247" y="609"/>
                    <a:pt x="2255" y="673"/>
                  </a:cubicBezTo>
                  <a:cubicBezTo>
                    <a:pt x="2262" y="700"/>
                    <a:pt x="2263" y="716"/>
                    <a:pt x="2260" y="716"/>
                  </a:cubicBezTo>
                  <a:cubicBezTo>
                    <a:pt x="2256" y="716"/>
                    <a:pt x="2245" y="684"/>
                    <a:pt x="2231" y="609"/>
                  </a:cubicBezTo>
                  <a:cubicBezTo>
                    <a:pt x="2224" y="578"/>
                    <a:pt x="2220" y="560"/>
                    <a:pt x="2219" y="560"/>
                  </a:cubicBezTo>
                  <a:lnTo>
                    <a:pt x="2219" y="560"/>
                  </a:lnTo>
                  <a:cubicBezTo>
                    <a:pt x="2217" y="560"/>
                    <a:pt x="2221" y="594"/>
                    <a:pt x="2231" y="673"/>
                  </a:cubicBezTo>
                  <a:cubicBezTo>
                    <a:pt x="2239" y="742"/>
                    <a:pt x="2239" y="777"/>
                    <a:pt x="2234" y="777"/>
                  </a:cubicBezTo>
                  <a:cubicBezTo>
                    <a:pt x="2229" y="777"/>
                    <a:pt x="2218" y="742"/>
                    <a:pt x="2206" y="673"/>
                  </a:cubicBezTo>
                  <a:lnTo>
                    <a:pt x="2190" y="673"/>
                  </a:lnTo>
                  <a:cubicBezTo>
                    <a:pt x="2182" y="722"/>
                    <a:pt x="2190" y="763"/>
                    <a:pt x="2198" y="811"/>
                  </a:cubicBezTo>
                  <a:cubicBezTo>
                    <a:pt x="2208" y="887"/>
                    <a:pt x="2214" y="919"/>
                    <a:pt x="2213" y="919"/>
                  </a:cubicBezTo>
                  <a:cubicBezTo>
                    <a:pt x="2213" y="919"/>
                    <a:pt x="2208" y="903"/>
                    <a:pt x="2198" y="876"/>
                  </a:cubicBezTo>
                  <a:cubicBezTo>
                    <a:pt x="2182" y="811"/>
                    <a:pt x="2174" y="746"/>
                    <a:pt x="2174" y="746"/>
                  </a:cubicBezTo>
                  <a:cubicBezTo>
                    <a:pt x="2166" y="673"/>
                    <a:pt x="2158" y="673"/>
                    <a:pt x="2141" y="673"/>
                  </a:cubicBezTo>
                  <a:cubicBezTo>
                    <a:pt x="2133" y="681"/>
                    <a:pt x="2117" y="681"/>
                    <a:pt x="2133" y="746"/>
                  </a:cubicBezTo>
                  <a:lnTo>
                    <a:pt x="2117" y="681"/>
                  </a:lnTo>
                  <a:cubicBezTo>
                    <a:pt x="2112" y="681"/>
                    <a:pt x="2106" y="649"/>
                    <a:pt x="2106" y="649"/>
                  </a:cubicBezTo>
                  <a:lnTo>
                    <a:pt x="2106" y="649"/>
                  </a:lnTo>
                  <a:cubicBezTo>
                    <a:pt x="2105" y="649"/>
                    <a:pt x="2106" y="657"/>
                    <a:pt x="2109" y="681"/>
                  </a:cubicBezTo>
                  <a:cubicBezTo>
                    <a:pt x="2109" y="681"/>
                    <a:pt x="2101" y="681"/>
                    <a:pt x="2068" y="617"/>
                  </a:cubicBezTo>
                  <a:cubicBezTo>
                    <a:pt x="2063" y="605"/>
                    <a:pt x="2058" y="600"/>
                    <a:pt x="2055" y="600"/>
                  </a:cubicBezTo>
                  <a:lnTo>
                    <a:pt x="2055" y="600"/>
                  </a:lnTo>
                  <a:cubicBezTo>
                    <a:pt x="2040" y="600"/>
                    <a:pt x="2054" y="712"/>
                    <a:pt x="2101" y="819"/>
                  </a:cubicBezTo>
                  <a:lnTo>
                    <a:pt x="2093" y="819"/>
                  </a:lnTo>
                  <a:cubicBezTo>
                    <a:pt x="2085" y="819"/>
                    <a:pt x="2101" y="884"/>
                    <a:pt x="2101" y="884"/>
                  </a:cubicBezTo>
                  <a:cubicBezTo>
                    <a:pt x="2117" y="957"/>
                    <a:pt x="2117" y="957"/>
                    <a:pt x="2109" y="957"/>
                  </a:cubicBezTo>
                  <a:lnTo>
                    <a:pt x="2076" y="827"/>
                  </a:lnTo>
                  <a:cubicBezTo>
                    <a:pt x="2048" y="710"/>
                    <a:pt x="2026" y="639"/>
                    <a:pt x="2019" y="639"/>
                  </a:cubicBezTo>
                  <a:lnTo>
                    <a:pt x="2019" y="639"/>
                  </a:lnTo>
                  <a:cubicBezTo>
                    <a:pt x="2015" y="639"/>
                    <a:pt x="2019" y="677"/>
                    <a:pt x="2036" y="763"/>
                  </a:cubicBezTo>
                  <a:cubicBezTo>
                    <a:pt x="2028" y="730"/>
                    <a:pt x="2028" y="730"/>
                    <a:pt x="2020" y="698"/>
                  </a:cubicBezTo>
                  <a:cubicBezTo>
                    <a:pt x="2012" y="666"/>
                    <a:pt x="2006" y="650"/>
                    <a:pt x="2002" y="650"/>
                  </a:cubicBezTo>
                  <a:cubicBezTo>
                    <a:pt x="1998" y="650"/>
                    <a:pt x="1995" y="668"/>
                    <a:pt x="1995" y="706"/>
                  </a:cubicBezTo>
                  <a:cubicBezTo>
                    <a:pt x="2004" y="771"/>
                    <a:pt x="2020" y="836"/>
                    <a:pt x="2044" y="900"/>
                  </a:cubicBezTo>
                  <a:cubicBezTo>
                    <a:pt x="2060" y="965"/>
                    <a:pt x="2060" y="973"/>
                    <a:pt x="2060" y="973"/>
                  </a:cubicBezTo>
                  <a:cubicBezTo>
                    <a:pt x="2052" y="973"/>
                    <a:pt x="2052" y="973"/>
                    <a:pt x="2028" y="908"/>
                  </a:cubicBezTo>
                  <a:cubicBezTo>
                    <a:pt x="2008" y="844"/>
                    <a:pt x="1993" y="811"/>
                    <a:pt x="1989" y="811"/>
                  </a:cubicBezTo>
                  <a:lnTo>
                    <a:pt x="1989" y="811"/>
                  </a:lnTo>
                  <a:cubicBezTo>
                    <a:pt x="1985" y="811"/>
                    <a:pt x="1991" y="844"/>
                    <a:pt x="2012" y="908"/>
                  </a:cubicBezTo>
                  <a:lnTo>
                    <a:pt x="1987" y="844"/>
                  </a:lnTo>
                  <a:cubicBezTo>
                    <a:pt x="1971" y="800"/>
                    <a:pt x="1951" y="761"/>
                    <a:pt x="1935" y="761"/>
                  </a:cubicBezTo>
                  <a:cubicBezTo>
                    <a:pt x="1927" y="761"/>
                    <a:pt x="1920" y="771"/>
                    <a:pt x="1914" y="795"/>
                  </a:cubicBezTo>
                  <a:cubicBezTo>
                    <a:pt x="1903" y="798"/>
                    <a:pt x="1893" y="801"/>
                    <a:pt x="1885" y="801"/>
                  </a:cubicBezTo>
                  <a:cubicBezTo>
                    <a:pt x="1868" y="801"/>
                    <a:pt x="1854" y="791"/>
                    <a:pt x="1833" y="754"/>
                  </a:cubicBezTo>
                  <a:cubicBezTo>
                    <a:pt x="1828" y="743"/>
                    <a:pt x="1824" y="738"/>
                    <a:pt x="1822" y="738"/>
                  </a:cubicBezTo>
                  <a:lnTo>
                    <a:pt x="1822" y="738"/>
                  </a:lnTo>
                  <a:cubicBezTo>
                    <a:pt x="1813" y="738"/>
                    <a:pt x="1842" y="850"/>
                    <a:pt x="1882" y="957"/>
                  </a:cubicBezTo>
                  <a:cubicBezTo>
                    <a:pt x="1860" y="914"/>
                    <a:pt x="1849" y="903"/>
                    <a:pt x="1842" y="903"/>
                  </a:cubicBezTo>
                  <a:cubicBezTo>
                    <a:pt x="1839" y="903"/>
                    <a:pt x="1836" y="906"/>
                    <a:pt x="1833" y="908"/>
                  </a:cubicBezTo>
                  <a:cubicBezTo>
                    <a:pt x="1827" y="911"/>
                    <a:pt x="1822" y="912"/>
                    <a:pt x="1818" y="912"/>
                  </a:cubicBezTo>
                  <a:cubicBezTo>
                    <a:pt x="1806" y="912"/>
                    <a:pt x="1800" y="901"/>
                    <a:pt x="1777" y="860"/>
                  </a:cubicBezTo>
                  <a:cubicBezTo>
                    <a:pt x="1744" y="799"/>
                    <a:pt x="1728" y="769"/>
                    <a:pt x="1727" y="769"/>
                  </a:cubicBezTo>
                  <a:lnTo>
                    <a:pt x="1727" y="769"/>
                  </a:lnTo>
                  <a:cubicBezTo>
                    <a:pt x="1726" y="769"/>
                    <a:pt x="1740" y="799"/>
                    <a:pt x="1768" y="860"/>
                  </a:cubicBezTo>
                  <a:cubicBezTo>
                    <a:pt x="1795" y="910"/>
                    <a:pt x="1801" y="931"/>
                    <a:pt x="1794" y="931"/>
                  </a:cubicBezTo>
                  <a:cubicBezTo>
                    <a:pt x="1784" y="931"/>
                    <a:pt x="1747" y="886"/>
                    <a:pt x="1704" y="819"/>
                  </a:cubicBezTo>
                  <a:cubicBezTo>
                    <a:pt x="1674" y="778"/>
                    <a:pt x="1662" y="767"/>
                    <a:pt x="1651" y="767"/>
                  </a:cubicBezTo>
                  <a:cubicBezTo>
                    <a:pt x="1647" y="767"/>
                    <a:pt x="1643" y="768"/>
                    <a:pt x="1639" y="771"/>
                  </a:cubicBezTo>
                  <a:cubicBezTo>
                    <a:pt x="1671" y="836"/>
                    <a:pt x="1655" y="844"/>
                    <a:pt x="1647" y="852"/>
                  </a:cubicBezTo>
                  <a:cubicBezTo>
                    <a:pt x="1622" y="868"/>
                    <a:pt x="1622" y="868"/>
                    <a:pt x="1704" y="981"/>
                  </a:cubicBezTo>
                  <a:cubicBezTo>
                    <a:pt x="1785" y="1087"/>
                    <a:pt x="1777" y="1095"/>
                    <a:pt x="1768" y="1103"/>
                  </a:cubicBezTo>
                  <a:cubicBezTo>
                    <a:pt x="1768" y="1103"/>
                    <a:pt x="1768" y="1103"/>
                    <a:pt x="1767" y="1103"/>
                  </a:cubicBezTo>
                  <a:cubicBezTo>
                    <a:pt x="1763" y="1103"/>
                    <a:pt x="1751" y="1099"/>
                    <a:pt x="1720" y="1054"/>
                  </a:cubicBezTo>
                  <a:cubicBezTo>
                    <a:pt x="1720" y="1054"/>
                    <a:pt x="1678" y="1013"/>
                    <a:pt x="1666" y="1013"/>
                  </a:cubicBezTo>
                  <a:cubicBezTo>
                    <a:pt x="1664" y="1013"/>
                    <a:pt x="1664" y="1013"/>
                    <a:pt x="1663" y="1014"/>
                  </a:cubicBezTo>
                  <a:cubicBezTo>
                    <a:pt x="1661" y="1016"/>
                    <a:pt x="1659" y="1018"/>
                    <a:pt x="1657" y="1018"/>
                  </a:cubicBezTo>
                  <a:cubicBezTo>
                    <a:pt x="1651" y="1018"/>
                    <a:pt x="1641" y="1008"/>
                    <a:pt x="1606" y="973"/>
                  </a:cubicBezTo>
                  <a:cubicBezTo>
                    <a:pt x="1606" y="973"/>
                    <a:pt x="1571" y="938"/>
                    <a:pt x="1550" y="938"/>
                  </a:cubicBezTo>
                  <a:cubicBezTo>
                    <a:pt x="1547" y="938"/>
                    <a:pt x="1544" y="939"/>
                    <a:pt x="1541" y="941"/>
                  </a:cubicBezTo>
                  <a:cubicBezTo>
                    <a:pt x="1538" y="944"/>
                    <a:pt x="1534" y="947"/>
                    <a:pt x="1527" y="947"/>
                  </a:cubicBezTo>
                  <a:cubicBezTo>
                    <a:pt x="1516" y="947"/>
                    <a:pt x="1499" y="939"/>
                    <a:pt x="1468" y="908"/>
                  </a:cubicBezTo>
                  <a:lnTo>
                    <a:pt x="1468" y="908"/>
                  </a:lnTo>
                  <a:cubicBezTo>
                    <a:pt x="1460" y="917"/>
                    <a:pt x="1460" y="917"/>
                    <a:pt x="1509" y="965"/>
                  </a:cubicBezTo>
                  <a:cubicBezTo>
                    <a:pt x="1551" y="1007"/>
                    <a:pt x="1587" y="1050"/>
                    <a:pt x="1549" y="1050"/>
                  </a:cubicBezTo>
                  <a:cubicBezTo>
                    <a:pt x="1543" y="1050"/>
                    <a:pt x="1535" y="1048"/>
                    <a:pt x="1525" y="1046"/>
                  </a:cubicBezTo>
                  <a:lnTo>
                    <a:pt x="1525" y="1046"/>
                  </a:lnTo>
                  <a:cubicBezTo>
                    <a:pt x="1517" y="1054"/>
                    <a:pt x="1501" y="1079"/>
                    <a:pt x="1549" y="1119"/>
                  </a:cubicBezTo>
                  <a:cubicBezTo>
                    <a:pt x="1549" y="1122"/>
                    <a:pt x="1549" y="1123"/>
                    <a:pt x="1548" y="1123"/>
                  </a:cubicBezTo>
                  <a:cubicBezTo>
                    <a:pt x="1545" y="1123"/>
                    <a:pt x="1533" y="1113"/>
                    <a:pt x="1493" y="1079"/>
                  </a:cubicBezTo>
                  <a:cubicBezTo>
                    <a:pt x="1450" y="1040"/>
                    <a:pt x="1423" y="1021"/>
                    <a:pt x="1414" y="1021"/>
                  </a:cubicBezTo>
                  <a:cubicBezTo>
                    <a:pt x="1403" y="1021"/>
                    <a:pt x="1422" y="1052"/>
                    <a:pt x="1477" y="1111"/>
                  </a:cubicBezTo>
                  <a:cubicBezTo>
                    <a:pt x="1503" y="1133"/>
                    <a:pt x="1515" y="1146"/>
                    <a:pt x="1511" y="1146"/>
                  </a:cubicBezTo>
                  <a:cubicBezTo>
                    <a:pt x="1508" y="1146"/>
                    <a:pt x="1494" y="1138"/>
                    <a:pt x="1468" y="1119"/>
                  </a:cubicBezTo>
                  <a:lnTo>
                    <a:pt x="1468" y="1119"/>
                  </a:lnTo>
                  <a:cubicBezTo>
                    <a:pt x="1468" y="1119"/>
                    <a:pt x="1460" y="1127"/>
                    <a:pt x="1509" y="1176"/>
                  </a:cubicBezTo>
                  <a:cubicBezTo>
                    <a:pt x="1536" y="1203"/>
                    <a:pt x="1548" y="1215"/>
                    <a:pt x="1542" y="1215"/>
                  </a:cubicBezTo>
                  <a:cubicBezTo>
                    <a:pt x="1538" y="1215"/>
                    <a:pt x="1522" y="1207"/>
                    <a:pt x="1493" y="1192"/>
                  </a:cubicBezTo>
                  <a:cubicBezTo>
                    <a:pt x="1459" y="1168"/>
                    <a:pt x="1445" y="1161"/>
                    <a:pt x="1438" y="1161"/>
                  </a:cubicBezTo>
                  <a:cubicBezTo>
                    <a:pt x="1433" y="1161"/>
                    <a:pt x="1431" y="1165"/>
                    <a:pt x="1428" y="1168"/>
                  </a:cubicBezTo>
                  <a:cubicBezTo>
                    <a:pt x="1463" y="1210"/>
                    <a:pt x="1437" y="1270"/>
                    <a:pt x="1393" y="1270"/>
                  </a:cubicBezTo>
                  <a:cubicBezTo>
                    <a:pt x="1386" y="1270"/>
                    <a:pt x="1379" y="1269"/>
                    <a:pt x="1371" y="1265"/>
                  </a:cubicBezTo>
                  <a:lnTo>
                    <a:pt x="1371" y="1265"/>
                  </a:lnTo>
                  <a:cubicBezTo>
                    <a:pt x="1420" y="1306"/>
                    <a:pt x="1420" y="1306"/>
                    <a:pt x="1420" y="1314"/>
                  </a:cubicBezTo>
                  <a:cubicBezTo>
                    <a:pt x="1379" y="1295"/>
                    <a:pt x="1359" y="1287"/>
                    <a:pt x="1353" y="1287"/>
                  </a:cubicBezTo>
                  <a:cubicBezTo>
                    <a:pt x="1344" y="1287"/>
                    <a:pt x="1380" y="1311"/>
                    <a:pt x="1439" y="1346"/>
                  </a:cubicBezTo>
                  <a:lnTo>
                    <a:pt x="1439" y="1346"/>
                  </a:lnTo>
                  <a:cubicBezTo>
                    <a:pt x="1431" y="1341"/>
                    <a:pt x="1421" y="1336"/>
                    <a:pt x="1412" y="1330"/>
                  </a:cubicBezTo>
                  <a:cubicBezTo>
                    <a:pt x="1355" y="1308"/>
                    <a:pt x="1325" y="1295"/>
                    <a:pt x="1320" y="1295"/>
                  </a:cubicBezTo>
                  <a:lnTo>
                    <a:pt x="1320" y="1295"/>
                  </a:lnTo>
                  <a:cubicBezTo>
                    <a:pt x="1314" y="1295"/>
                    <a:pt x="1343" y="1312"/>
                    <a:pt x="1404" y="1346"/>
                  </a:cubicBezTo>
                  <a:cubicBezTo>
                    <a:pt x="1462" y="1386"/>
                    <a:pt x="1488" y="1405"/>
                    <a:pt x="1479" y="1405"/>
                  </a:cubicBezTo>
                  <a:cubicBezTo>
                    <a:pt x="1472" y="1405"/>
                    <a:pt x="1442" y="1392"/>
                    <a:pt x="1387" y="1371"/>
                  </a:cubicBezTo>
                  <a:cubicBezTo>
                    <a:pt x="1332" y="1343"/>
                    <a:pt x="1304" y="1329"/>
                    <a:pt x="1302" y="1329"/>
                  </a:cubicBezTo>
                  <a:lnTo>
                    <a:pt x="1302" y="1329"/>
                  </a:lnTo>
                  <a:cubicBezTo>
                    <a:pt x="1300" y="1329"/>
                    <a:pt x="1329" y="1345"/>
                    <a:pt x="1387" y="1379"/>
                  </a:cubicBezTo>
                  <a:cubicBezTo>
                    <a:pt x="1522" y="1456"/>
                    <a:pt x="1594" y="1498"/>
                    <a:pt x="1581" y="1498"/>
                  </a:cubicBezTo>
                  <a:cubicBezTo>
                    <a:pt x="1572" y="1498"/>
                    <a:pt x="1523" y="1478"/>
                    <a:pt x="1428" y="1435"/>
                  </a:cubicBezTo>
                  <a:cubicBezTo>
                    <a:pt x="1322" y="1393"/>
                    <a:pt x="1259" y="1369"/>
                    <a:pt x="1245" y="1369"/>
                  </a:cubicBezTo>
                  <a:cubicBezTo>
                    <a:pt x="1242" y="1369"/>
                    <a:pt x="1241" y="1370"/>
                    <a:pt x="1241" y="1371"/>
                  </a:cubicBezTo>
                  <a:cubicBezTo>
                    <a:pt x="1241" y="1387"/>
                    <a:pt x="1298" y="1411"/>
                    <a:pt x="1363" y="1435"/>
                  </a:cubicBezTo>
                  <a:cubicBezTo>
                    <a:pt x="1434" y="1459"/>
                    <a:pt x="1463" y="1472"/>
                    <a:pt x="1450" y="1472"/>
                  </a:cubicBezTo>
                  <a:cubicBezTo>
                    <a:pt x="1441" y="1472"/>
                    <a:pt x="1409" y="1465"/>
                    <a:pt x="1355" y="1452"/>
                  </a:cubicBezTo>
                  <a:cubicBezTo>
                    <a:pt x="1283" y="1433"/>
                    <a:pt x="1237" y="1424"/>
                    <a:pt x="1214" y="1424"/>
                  </a:cubicBezTo>
                  <a:cubicBezTo>
                    <a:pt x="1176" y="1424"/>
                    <a:pt x="1199" y="1447"/>
                    <a:pt x="1274" y="1492"/>
                  </a:cubicBezTo>
                  <a:cubicBezTo>
                    <a:pt x="1343" y="1532"/>
                    <a:pt x="1367" y="1556"/>
                    <a:pt x="1349" y="1556"/>
                  </a:cubicBezTo>
                  <a:cubicBezTo>
                    <a:pt x="1338" y="1556"/>
                    <a:pt x="1310" y="1547"/>
                    <a:pt x="1266" y="1525"/>
                  </a:cubicBezTo>
                  <a:cubicBezTo>
                    <a:pt x="1196" y="1492"/>
                    <a:pt x="1167" y="1478"/>
                    <a:pt x="1164" y="1478"/>
                  </a:cubicBezTo>
                  <a:lnTo>
                    <a:pt x="1164" y="1478"/>
                  </a:lnTo>
                  <a:cubicBezTo>
                    <a:pt x="1163" y="1478"/>
                    <a:pt x="1176" y="1486"/>
                    <a:pt x="1201" y="1500"/>
                  </a:cubicBezTo>
                  <a:cubicBezTo>
                    <a:pt x="1193" y="1517"/>
                    <a:pt x="1193" y="1533"/>
                    <a:pt x="1185" y="1549"/>
                  </a:cubicBezTo>
                  <a:cubicBezTo>
                    <a:pt x="1185" y="1557"/>
                    <a:pt x="1250" y="1581"/>
                    <a:pt x="1306" y="1598"/>
                  </a:cubicBezTo>
                  <a:cubicBezTo>
                    <a:pt x="1256" y="1588"/>
                    <a:pt x="1214" y="1582"/>
                    <a:pt x="1191" y="1582"/>
                  </a:cubicBezTo>
                  <a:cubicBezTo>
                    <a:pt x="1159" y="1582"/>
                    <a:pt x="1165" y="1593"/>
                    <a:pt x="1241" y="1622"/>
                  </a:cubicBezTo>
                  <a:cubicBezTo>
                    <a:pt x="1241" y="1630"/>
                    <a:pt x="1233" y="1638"/>
                    <a:pt x="1233" y="1638"/>
                  </a:cubicBezTo>
                  <a:cubicBezTo>
                    <a:pt x="1233" y="1646"/>
                    <a:pt x="1233" y="1646"/>
                    <a:pt x="1298" y="1663"/>
                  </a:cubicBezTo>
                  <a:cubicBezTo>
                    <a:pt x="1337" y="1677"/>
                    <a:pt x="1329" y="1680"/>
                    <a:pt x="1303" y="1680"/>
                  </a:cubicBezTo>
                  <a:cubicBezTo>
                    <a:pt x="1285" y="1680"/>
                    <a:pt x="1259" y="1679"/>
                    <a:pt x="1233" y="1679"/>
                  </a:cubicBezTo>
                  <a:cubicBezTo>
                    <a:pt x="1160" y="1679"/>
                    <a:pt x="1095" y="1679"/>
                    <a:pt x="1160" y="1687"/>
                  </a:cubicBezTo>
                  <a:cubicBezTo>
                    <a:pt x="1233" y="1695"/>
                    <a:pt x="1290" y="1719"/>
                    <a:pt x="1355" y="1735"/>
                  </a:cubicBezTo>
                  <a:cubicBezTo>
                    <a:pt x="1383" y="1744"/>
                    <a:pt x="1381" y="1748"/>
                    <a:pt x="1365" y="1748"/>
                  </a:cubicBezTo>
                  <a:cubicBezTo>
                    <a:pt x="1349" y="1748"/>
                    <a:pt x="1318" y="1744"/>
                    <a:pt x="1290" y="1735"/>
                  </a:cubicBezTo>
                  <a:cubicBezTo>
                    <a:pt x="1270" y="1732"/>
                    <a:pt x="1251" y="1730"/>
                    <a:pt x="1233" y="1730"/>
                  </a:cubicBezTo>
                  <a:cubicBezTo>
                    <a:pt x="1206" y="1730"/>
                    <a:pt x="1181" y="1734"/>
                    <a:pt x="1152" y="1744"/>
                  </a:cubicBezTo>
                  <a:cubicBezTo>
                    <a:pt x="1152" y="1752"/>
                    <a:pt x="1152" y="1768"/>
                    <a:pt x="1217" y="1776"/>
                  </a:cubicBezTo>
                  <a:cubicBezTo>
                    <a:pt x="1282" y="1776"/>
                    <a:pt x="1274" y="1825"/>
                    <a:pt x="1217" y="1833"/>
                  </a:cubicBezTo>
                  <a:lnTo>
                    <a:pt x="1217" y="1849"/>
                  </a:lnTo>
                  <a:cubicBezTo>
                    <a:pt x="1217" y="1857"/>
                    <a:pt x="1282" y="1865"/>
                    <a:pt x="1282" y="1873"/>
                  </a:cubicBezTo>
                  <a:cubicBezTo>
                    <a:pt x="1282" y="1873"/>
                    <a:pt x="1282" y="1881"/>
                    <a:pt x="1339" y="1890"/>
                  </a:cubicBezTo>
                  <a:cubicBezTo>
                    <a:pt x="1339" y="1898"/>
                    <a:pt x="1339" y="1906"/>
                    <a:pt x="1282" y="1906"/>
                  </a:cubicBezTo>
                  <a:cubicBezTo>
                    <a:pt x="1404" y="1906"/>
                    <a:pt x="1404" y="1906"/>
                    <a:pt x="1282" y="1922"/>
                  </a:cubicBezTo>
                  <a:cubicBezTo>
                    <a:pt x="1152" y="1930"/>
                    <a:pt x="1152" y="1930"/>
                    <a:pt x="1282" y="1930"/>
                  </a:cubicBezTo>
                  <a:cubicBezTo>
                    <a:pt x="1347" y="1938"/>
                    <a:pt x="1347" y="1930"/>
                    <a:pt x="1282" y="1946"/>
                  </a:cubicBezTo>
                  <a:cubicBezTo>
                    <a:pt x="1236" y="1952"/>
                    <a:pt x="1223" y="1958"/>
                    <a:pt x="1242" y="1958"/>
                  </a:cubicBezTo>
                  <a:cubicBezTo>
                    <a:pt x="1250" y="1958"/>
                    <a:pt x="1263" y="1957"/>
                    <a:pt x="1282" y="1954"/>
                  </a:cubicBezTo>
                  <a:cubicBezTo>
                    <a:pt x="1404" y="1954"/>
                    <a:pt x="1468" y="1962"/>
                    <a:pt x="1347" y="1979"/>
                  </a:cubicBezTo>
                  <a:cubicBezTo>
                    <a:pt x="1347" y="1979"/>
                    <a:pt x="1347" y="1987"/>
                    <a:pt x="1404" y="1987"/>
                  </a:cubicBezTo>
                  <a:cubicBezTo>
                    <a:pt x="1468" y="1983"/>
                    <a:pt x="1500" y="1979"/>
                    <a:pt x="1501" y="1979"/>
                  </a:cubicBezTo>
                  <a:lnTo>
                    <a:pt x="1501" y="1979"/>
                  </a:lnTo>
                  <a:cubicBezTo>
                    <a:pt x="1500" y="1979"/>
                    <a:pt x="1468" y="1983"/>
                    <a:pt x="1404" y="1995"/>
                  </a:cubicBezTo>
                  <a:cubicBezTo>
                    <a:pt x="1312" y="2013"/>
                    <a:pt x="1290" y="2022"/>
                    <a:pt x="1339" y="2022"/>
                  </a:cubicBezTo>
                  <a:cubicBezTo>
                    <a:pt x="1355" y="2022"/>
                    <a:pt x="1379" y="2021"/>
                    <a:pt x="1412" y="2019"/>
                  </a:cubicBezTo>
                  <a:cubicBezTo>
                    <a:pt x="1412" y="2019"/>
                    <a:pt x="1428" y="2017"/>
                    <a:pt x="1436" y="2017"/>
                  </a:cubicBezTo>
                  <a:cubicBezTo>
                    <a:pt x="1444" y="2017"/>
                    <a:pt x="1444" y="2019"/>
                    <a:pt x="1412" y="2027"/>
                  </a:cubicBezTo>
                  <a:cubicBezTo>
                    <a:pt x="1366" y="2047"/>
                    <a:pt x="1320" y="2093"/>
                    <a:pt x="1368" y="2093"/>
                  </a:cubicBezTo>
                  <a:cubicBezTo>
                    <a:pt x="1379" y="2093"/>
                    <a:pt x="1396" y="2090"/>
                    <a:pt x="1420" y="2084"/>
                  </a:cubicBezTo>
                  <a:lnTo>
                    <a:pt x="1428" y="2092"/>
                  </a:lnTo>
                  <a:cubicBezTo>
                    <a:pt x="1378" y="2117"/>
                    <a:pt x="1371" y="2128"/>
                    <a:pt x="1396" y="2128"/>
                  </a:cubicBezTo>
                  <a:cubicBezTo>
                    <a:pt x="1404" y="2128"/>
                    <a:pt x="1414" y="2127"/>
                    <a:pt x="1428" y="2125"/>
                  </a:cubicBezTo>
                  <a:lnTo>
                    <a:pt x="1493" y="2117"/>
                  </a:lnTo>
                  <a:lnTo>
                    <a:pt x="1493" y="2117"/>
                  </a:lnTo>
                  <a:cubicBezTo>
                    <a:pt x="1452" y="2125"/>
                    <a:pt x="1412" y="2141"/>
                    <a:pt x="1371" y="2165"/>
                  </a:cubicBezTo>
                  <a:cubicBezTo>
                    <a:pt x="1371" y="2169"/>
                    <a:pt x="1371" y="2171"/>
                    <a:pt x="1376" y="2171"/>
                  </a:cubicBezTo>
                  <a:cubicBezTo>
                    <a:pt x="1382" y="2171"/>
                    <a:pt x="1398" y="2167"/>
                    <a:pt x="1436" y="2157"/>
                  </a:cubicBezTo>
                  <a:cubicBezTo>
                    <a:pt x="1467" y="2139"/>
                    <a:pt x="1481" y="2134"/>
                    <a:pt x="1488" y="2134"/>
                  </a:cubicBezTo>
                  <a:cubicBezTo>
                    <a:pt x="1493" y="2134"/>
                    <a:pt x="1493" y="2137"/>
                    <a:pt x="1493" y="2141"/>
                  </a:cubicBezTo>
                  <a:cubicBezTo>
                    <a:pt x="1460" y="2165"/>
                    <a:pt x="1420" y="2181"/>
                    <a:pt x="1379" y="2198"/>
                  </a:cubicBezTo>
                  <a:lnTo>
                    <a:pt x="1379" y="2206"/>
                  </a:lnTo>
                  <a:cubicBezTo>
                    <a:pt x="1443" y="2180"/>
                    <a:pt x="1474" y="2170"/>
                    <a:pt x="1480" y="2170"/>
                  </a:cubicBezTo>
                  <a:cubicBezTo>
                    <a:pt x="1485" y="2170"/>
                    <a:pt x="1471" y="2178"/>
                    <a:pt x="1444" y="2190"/>
                  </a:cubicBezTo>
                  <a:cubicBezTo>
                    <a:pt x="1387" y="2222"/>
                    <a:pt x="1387" y="2230"/>
                    <a:pt x="1395" y="2230"/>
                  </a:cubicBezTo>
                  <a:cubicBezTo>
                    <a:pt x="1411" y="2223"/>
                    <a:pt x="1418" y="2221"/>
                    <a:pt x="1420" y="2221"/>
                  </a:cubicBezTo>
                  <a:lnTo>
                    <a:pt x="1420" y="2221"/>
                  </a:lnTo>
                  <a:cubicBezTo>
                    <a:pt x="1424" y="2221"/>
                    <a:pt x="1404" y="2231"/>
                    <a:pt x="1397" y="2231"/>
                  </a:cubicBezTo>
                  <a:cubicBezTo>
                    <a:pt x="1396" y="2231"/>
                    <a:pt x="1395" y="2231"/>
                    <a:pt x="1395" y="2230"/>
                  </a:cubicBezTo>
                  <a:lnTo>
                    <a:pt x="1331" y="2254"/>
                  </a:lnTo>
                  <a:cubicBezTo>
                    <a:pt x="1311" y="2266"/>
                    <a:pt x="1306" y="2270"/>
                    <a:pt x="1310" y="2270"/>
                  </a:cubicBezTo>
                  <a:cubicBezTo>
                    <a:pt x="1318" y="2270"/>
                    <a:pt x="1358" y="2254"/>
                    <a:pt x="1395" y="2238"/>
                  </a:cubicBezTo>
                  <a:lnTo>
                    <a:pt x="1404" y="2254"/>
                  </a:lnTo>
                  <a:cubicBezTo>
                    <a:pt x="1404" y="2258"/>
                    <a:pt x="1404" y="2262"/>
                    <a:pt x="1409" y="2262"/>
                  </a:cubicBezTo>
                  <a:cubicBezTo>
                    <a:pt x="1415" y="2262"/>
                    <a:pt x="1429" y="2256"/>
                    <a:pt x="1460" y="2238"/>
                  </a:cubicBezTo>
                  <a:cubicBezTo>
                    <a:pt x="1501" y="2214"/>
                    <a:pt x="1541" y="2206"/>
                    <a:pt x="1582" y="2190"/>
                  </a:cubicBezTo>
                  <a:lnTo>
                    <a:pt x="1582" y="2190"/>
                  </a:lnTo>
                  <a:cubicBezTo>
                    <a:pt x="1541" y="2206"/>
                    <a:pt x="1501" y="2222"/>
                    <a:pt x="1468" y="2254"/>
                  </a:cubicBezTo>
                  <a:cubicBezTo>
                    <a:pt x="1468" y="2254"/>
                    <a:pt x="1412" y="2287"/>
                    <a:pt x="1412" y="2287"/>
                  </a:cubicBezTo>
                  <a:cubicBezTo>
                    <a:pt x="1336" y="2312"/>
                    <a:pt x="1336" y="2325"/>
                    <a:pt x="1360" y="2325"/>
                  </a:cubicBezTo>
                  <a:cubicBezTo>
                    <a:pt x="1375" y="2325"/>
                    <a:pt x="1398" y="2320"/>
                    <a:pt x="1420" y="2311"/>
                  </a:cubicBezTo>
                  <a:cubicBezTo>
                    <a:pt x="1470" y="2294"/>
                    <a:pt x="1500" y="2286"/>
                    <a:pt x="1509" y="2286"/>
                  </a:cubicBezTo>
                  <a:cubicBezTo>
                    <a:pt x="1522" y="2286"/>
                    <a:pt x="1494" y="2302"/>
                    <a:pt x="1428" y="2335"/>
                  </a:cubicBezTo>
                  <a:cubicBezTo>
                    <a:pt x="1392" y="2356"/>
                    <a:pt x="1379" y="2365"/>
                    <a:pt x="1385" y="2365"/>
                  </a:cubicBezTo>
                  <a:cubicBezTo>
                    <a:pt x="1397" y="2365"/>
                    <a:pt x="1490" y="2323"/>
                    <a:pt x="1606" y="2262"/>
                  </a:cubicBezTo>
                  <a:lnTo>
                    <a:pt x="1777" y="2173"/>
                  </a:lnTo>
                  <a:lnTo>
                    <a:pt x="1606" y="2271"/>
                  </a:lnTo>
                  <a:cubicBezTo>
                    <a:pt x="1469" y="2357"/>
                    <a:pt x="1418" y="2389"/>
                    <a:pt x="1429" y="2389"/>
                  </a:cubicBezTo>
                  <a:cubicBezTo>
                    <a:pt x="1435" y="2389"/>
                    <a:pt x="1464" y="2378"/>
                    <a:pt x="1509" y="2360"/>
                  </a:cubicBezTo>
                  <a:cubicBezTo>
                    <a:pt x="1536" y="2353"/>
                    <a:pt x="1552" y="2349"/>
                    <a:pt x="1557" y="2349"/>
                  </a:cubicBezTo>
                  <a:cubicBezTo>
                    <a:pt x="1564" y="2349"/>
                    <a:pt x="1550" y="2357"/>
                    <a:pt x="1517" y="2376"/>
                  </a:cubicBezTo>
                  <a:cubicBezTo>
                    <a:pt x="1460" y="2408"/>
                    <a:pt x="1468" y="2417"/>
                    <a:pt x="1477" y="2441"/>
                  </a:cubicBezTo>
                  <a:cubicBezTo>
                    <a:pt x="1484" y="2448"/>
                    <a:pt x="1488" y="2454"/>
                    <a:pt x="1496" y="2454"/>
                  </a:cubicBezTo>
                  <a:cubicBezTo>
                    <a:pt x="1505" y="2454"/>
                    <a:pt x="1519" y="2446"/>
                    <a:pt x="1549" y="2425"/>
                  </a:cubicBezTo>
                  <a:cubicBezTo>
                    <a:pt x="1549" y="2425"/>
                    <a:pt x="1549" y="2433"/>
                    <a:pt x="1558" y="2441"/>
                  </a:cubicBezTo>
                  <a:cubicBezTo>
                    <a:pt x="1516" y="2475"/>
                    <a:pt x="1503" y="2491"/>
                    <a:pt x="1508" y="2491"/>
                  </a:cubicBezTo>
                  <a:cubicBezTo>
                    <a:pt x="1516" y="2491"/>
                    <a:pt x="1559" y="2463"/>
                    <a:pt x="1614" y="2417"/>
                  </a:cubicBezTo>
                  <a:lnTo>
                    <a:pt x="1622" y="2425"/>
                  </a:lnTo>
                  <a:lnTo>
                    <a:pt x="1574" y="2465"/>
                  </a:lnTo>
                  <a:cubicBezTo>
                    <a:pt x="1525" y="2506"/>
                    <a:pt x="1525" y="2522"/>
                    <a:pt x="1566" y="2571"/>
                  </a:cubicBezTo>
                  <a:cubicBezTo>
                    <a:pt x="1587" y="2596"/>
                    <a:pt x="1601" y="2610"/>
                    <a:pt x="1616" y="2610"/>
                  </a:cubicBezTo>
                  <a:cubicBezTo>
                    <a:pt x="1636" y="2610"/>
                    <a:pt x="1658" y="2588"/>
                    <a:pt x="1704" y="2538"/>
                  </a:cubicBezTo>
                  <a:cubicBezTo>
                    <a:pt x="1751" y="2495"/>
                    <a:pt x="1775" y="2472"/>
                    <a:pt x="1778" y="2472"/>
                  </a:cubicBezTo>
                  <a:lnTo>
                    <a:pt x="1778" y="2472"/>
                  </a:lnTo>
                  <a:cubicBezTo>
                    <a:pt x="1781" y="2472"/>
                    <a:pt x="1761" y="2497"/>
                    <a:pt x="1720" y="2546"/>
                  </a:cubicBezTo>
                  <a:cubicBezTo>
                    <a:pt x="1684" y="2582"/>
                    <a:pt x="1657" y="2622"/>
                    <a:pt x="1661" y="2622"/>
                  </a:cubicBezTo>
                  <a:cubicBezTo>
                    <a:pt x="1663" y="2622"/>
                    <a:pt x="1668" y="2616"/>
                    <a:pt x="1679" y="2603"/>
                  </a:cubicBezTo>
                  <a:lnTo>
                    <a:pt x="1679" y="2603"/>
                  </a:lnTo>
                  <a:cubicBezTo>
                    <a:pt x="1679" y="2603"/>
                    <a:pt x="1687" y="2611"/>
                    <a:pt x="1655" y="2668"/>
                  </a:cubicBezTo>
                  <a:cubicBezTo>
                    <a:pt x="1624" y="2722"/>
                    <a:pt x="1619" y="2741"/>
                    <a:pt x="1626" y="2741"/>
                  </a:cubicBezTo>
                  <a:cubicBezTo>
                    <a:pt x="1634" y="2741"/>
                    <a:pt x="1658" y="2718"/>
                    <a:pt x="1679" y="2692"/>
                  </a:cubicBezTo>
                  <a:lnTo>
                    <a:pt x="1679" y="2692"/>
                  </a:lnTo>
                  <a:cubicBezTo>
                    <a:pt x="1656" y="2733"/>
                    <a:pt x="1632" y="2779"/>
                    <a:pt x="1637" y="2779"/>
                  </a:cubicBezTo>
                  <a:cubicBezTo>
                    <a:pt x="1638" y="2779"/>
                    <a:pt x="1644" y="2773"/>
                    <a:pt x="1655" y="2757"/>
                  </a:cubicBezTo>
                  <a:cubicBezTo>
                    <a:pt x="1675" y="2737"/>
                    <a:pt x="1706" y="2719"/>
                    <a:pt x="1722" y="2719"/>
                  </a:cubicBezTo>
                  <a:cubicBezTo>
                    <a:pt x="1738" y="2719"/>
                    <a:pt x="1740" y="2737"/>
                    <a:pt x="1704" y="2789"/>
                  </a:cubicBezTo>
                  <a:lnTo>
                    <a:pt x="1720" y="2806"/>
                  </a:lnTo>
                  <a:cubicBezTo>
                    <a:pt x="1741" y="2769"/>
                    <a:pt x="1755" y="2759"/>
                    <a:pt x="1765" y="2759"/>
                  </a:cubicBezTo>
                  <a:cubicBezTo>
                    <a:pt x="1770" y="2759"/>
                    <a:pt x="1774" y="2762"/>
                    <a:pt x="1777" y="2765"/>
                  </a:cubicBezTo>
                  <a:cubicBezTo>
                    <a:pt x="1793" y="2773"/>
                    <a:pt x="1801" y="2781"/>
                    <a:pt x="1768" y="2838"/>
                  </a:cubicBezTo>
                  <a:cubicBezTo>
                    <a:pt x="1746" y="2864"/>
                    <a:pt x="1739" y="2879"/>
                    <a:pt x="1744" y="2879"/>
                  </a:cubicBezTo>
                  <a:cubicBezTo>
                    <a:pt x="1749" y="2879"/>
                    <a:pt x="1762" y="2869"/>
                    <a:pt x="1785" y="2846"/>
                  </a:cubicBezTo>
                  <a:cubicBezTo>
                    <a:pt x="1785" y="2847"/>
                    <a:pt x="1785" y="2847"/>
                    <a:pt x="1786" y="2847"/>
                  </a:cubicBezTo>
                  <a:cubicBezTo>
                    <a:pt x="1797" y="2847"/>
                    <a:pt x="1854" y="2749"/>
                    <a:pt x="1865" y="2749"/>
                  </a:cubicBezTo>
                  <a:cubicBezTo>
                    <a:pt x="1865" y="2749"/>
                    <a:pt x="1865" y="2749"/>
                    <a:pt x="1866" y="2749"/>
                  </a:cubicBezTo>
                  <a:cubicBezTo>
                    <a:pt x="1882" y="2708"/>
                    <a:pt x="1906" y="2676"/>
                    <a:pt x="1939" y="2644"/>
                  </a:cubicBezTo>
                  <a:lnTo>
                    <a:pt x="1939" y="2644"/>
                  </a:lnTo>
                  <a:lnTo>
                    <a:pt x="1906" y="2700"/>
                  </a:lnTo>
                  <a:lnTo>
                    <a:pt x="1849" y="2814"/>
                  </a:lnTo>
                  <a:cubicBezTo>
                    <a:pt x="1852" y="2816"/>
                    <a:pt x="1853" y="2818"/>
                    <a:pt x="1855" y="2818"/>
                  </a:cubicBezTo>
                  <a:cubicBezTo>
                    <a:pt x="1860" y="2818"/>
                    <a:pt x="1866" y="2806"/>
                    <a:pt x="1890" y="2765"/>
                  </a:cubicBezTo>
                  <a:lnTo>
                    <a:pt x="1890" y="2765"/>
                  </a:lnTo>
                  <a:cubicBezTo>
                    <a:pt x="1866" y="2830"/>
                    <a:pt x="1874" y="2830"/>
                    <a:pt x="1890" y="2838"/>
                  </a:cubicBezTo>
                  <a:cubicBezTo>
                    <a:pt x="1896" y="2841"/>
                    <a:pt x="1901" y="2844"/>
                    <a:pt x="1908" y="2844"/>
                  </a:cubicBezTo>
                  <a:cubicBezTo>
                    <a:pt x="1920" y="2844"/>
                    <a:pt x="1934" y="2834"/>
                    <a:pt x="1955" y="2798"/>
                  </a:cubicBezTo>
                  <a:lnTo>
                    <a:pt x="1955" y="2798"/>
                  </a:lnTo>
                  <a:cubicBezTo>
                    <a:pt x="1929" y="2862"/>
                    <a:pt x="1933" y="2897"/>
                    <a:pt x="1950" y="2897"/>
                  </a:cubicBezTo>
                  <a:cubicBezTo>
                    <a:pt x="1964" y="2897"/>
                    <a:pt x="1989" y="2871"/>
                    <a:pt x="2012" y="2814"/>
                  </a:cubicBezTo>
                  <a:cubicBezTo>
                    <a:pt x="2019" y="2786"/>
                    <a:pt x="2025" y="2772"/>
                    <a:pt x="2029" y="2772"/>
                  </a:cubicBezTo>
                  <a:lnTo>
                    <a:pt x="2029" y="2772"/>
                  </a:lnTo>
                  <a:cubicBezTo>
                    <a:pt x="2032" y="2772"/>
                    <a:pt x="2032" y="2788"/>
                    <a:pt x="2028" y="2822"/>
                  </a:cubicBezTo>
                  <a:cubicBezTo>
                    <a:pt x="2019" y="2855"/>
                    <a:pt x="2015" y="2872"/>
                    <a:pt x="2017" y="2872"/>
                  </a:cubicBezTo>
                  <a:cubicBezTo>
                    <a:pt x="2018" y="2872"/>
                    <a:pt x="2024" y="2857"/>
                    <a:pt x="2036" y="2830"/>
                  </a:cubicBezTo>
                  <a:cubicBezTo>
                    <a:pt x="2045" y="2814"/>
                    <a:pt x="2051" y="2807"/>
                    <a:pt x="2053" y="2807"/>
                  </a:cubicBezTo>
                  <a:lnTo>
                    <a:pt x="2053" y="2807"/>
                  </a:lnTo>
                  <a:cubicBezTo>
                    <a:pt x="2060" y="2807"/>
                    <a:pt x="2050" y="2849"/>
                    <a:pt x="2044" y="2895"/>
                  </a:cubicBezTo>
                  <a:cubicBezTo>
                    <a:pt x="2024" y="2974"/>
                    <a:pt x="2020" y="3008"/>
                    <a:pt x="2026" y="3008"/>
                  </a:cubicBezTo>
                  <a:cubicBezTo>
                    <a:pt x="2030" y="3008"/>
                    <a:pt x="2039" y="2993"/>
                    <a:pt x="2052" y="2968"/>
                  </a:cubicBezTo>
                  <a:cubicBezTo>
                    <a:pt x="2077" y="2924"/>
                    <a:pt x="2093" y="2919"/>
                    <a:pt x="2102" y="2919"/>
                  </a:cubicBezTo>
                  <a:cubicBezTo>
                    <a:pt x="2105" y="2919"/>
                    <a:pt x="2107" y="2919"/>
                    <a:pt x="2109" y="2919"/>
                  </a:cubicBezTo>
                  <a:cubicBezTo>
                    <a:pt x="2133" y="2887"/>
                    <a:pt x="2149" y="2838"/>
                    <a:pt x="2149" y="2798"/>
                  </a:cubicBezTo>
                  <a:cubicBezTo>
                    <a:pt x="2166" y="2733"/>
                    <a:pt x="2182" y="2676"/>
                    <a:pt x="2182" y="2676"/>
                  </a:cubicBezTo>
                  <a:cubicBezTo>
                    <a:pt x="2190" y="2654"/>
                    <a:pt x="2194" y="2647"/>
                    <a:pt x="2195" y="2647"/>
                  </a:cubicBezTo>
                  <a:lnTo>
                    <a:pt x="2195" y="2647"/>
                  </a:lnTo>
                  <a:cubicBezTo>
                    <a:pt x="2197" y="2647"/>
                    <a:pt x="2190" y="2676"/>
                    <a:pt x="2190" y="2676"/>
                  </a:cubicBezTo>
                  <a:cubicBezTo>
                    <a:pt x="2166" y="2717"/>
                    <a:pt x="2158" y="2757"/>
                    <a:pt x="2166" y="2798"/>
                  </a:cubicBezTo>
                  <a:cubicBezTo>
                    <a:pt x="2158" y="2862"/>
                    <a:pt x="2174" y="2862"/>
                    <a:pt x="2182" y="2871"/>
                  </a:cubicBezTo>
                  <a:lnTo>
                    <a:pt x="2214" y="2871"/>
                  </a:lnTo>
                  <a:cubicBezTo>
                    <a:pt x="2223" y="2905"/>
                    <a:pt x="2229" y="2923"/>
                    <a:pt x="2235" y="2923"/>
                  </a:cubicBezTo>
                  <a:cubicBezTo>
                    <a:pt x="2239" y="2923"/>
                    <a:pt x="2243" y="2909"/>
                    <a:pt x="2247" y="2879"/>
                  </a:cubicBezTo>
                  <a:cubicBezTo>
                    <a:pt x="2247" y="2822"/>
                    <a:pt x="2247" y="2838"/>
                    <a:pt x="2247" y="2814"/>
                  </a:cubicBezTo>
                  <a:cubicBezTo>
                    <a:pt x="2247" y="2883"/>
                    <a:pt x="2274" y="2920"/>
                    <a:pt x="2300" y="2920"/>
                  </a:cubicBezTo>
                  <a:cubicBezTo>
                    <a:pt x="2323" y="2920"/>
                    <a:pt x="2344" y="2891"/>
                    <a:pt x="2344" y="2830"/>
                  </a:cubicBezTo>
                  <a:lnTo>
                    <a:pt x="2344" y="2895"/>
                  </a:lnTo>
                  <a:cubicBezTo>
                    <a:pt x="2344" y="2960"/>
                    <a:pt x="2352" y="2960"/>
                    <a:pt x="2368" y="2960"/>
                  </a:cubicBezTo>
                  <a:cubicBezTo>
                    <a:pt x="2376" y="2960"/>
                    <a:pt x="2409" y="2895"/>
                    <a:pt x="2433" y="2887"/>
                  </a:cubicBezTo>
                  <a:cubicBezTo>
                    <a:pt x="2466" y="2887"/>
                    <a:pt x="2490" y="2887"/>
                    <a:pt x="2482" y="2822"/>
                  </a:cubicBezTo>
                  <a:cubicBezTo>
                    <a:pt x="2490" y="2822"/>
                    <a:pt x="2490" y="2822"/>
                    <a:pt x="2498" y="2887"/>
                  </a:cubicBezTo>
                  <a:cubicBezTo>
                    <a:pt x="2498" y="2952"/>
                    <a:pt x="2506" y="2952"/>
                    <a:pt x="2514" y="2952"/>
                  </a:cubicBezTo>
                  <a:cubicBezTo>
                    <a:pt x="2522" y="2911"/>
                    <a:pt x="2514" y="2862"/>
                    <a:pt x="2506" y="2822"/>
                  </a:cubicBezTo>
                  <a:cubicBezTo>
                    <a:pt x="2498" y="2794"/>
                    <a:pt x="2496" y="2779"/>
                    <a:pt x="2500" y="2779"/>
                  </a:cubicBezTo>
                  <a:lnTo>
                    <a:pt x="2500" y="2779"/>
                  </a:lnTo>
                  <a:cubicBezTo>
                    <a:pt x="2504" y="2779"/>
                    <a:pt x="2514" y="2794"/>
                    <a:pt x="2531" y="2822"/>
                  </a:cubicBezTo>
                  <a:cubicBezTo>
                    <a:pt x="2543" y="2854"/>
                    <a:pt x="2557" y="2871"/>
                    <a:pt x="2568" y="2871"/>
                  </a:cubicBezTo>
                  <a:cubicBezTo>
                    <a:pt x="2579" y="2871"/>
                    <a:pt x="2587" y="2854"/>
                    <a:pt x="2587" y="2822"/>
                  </a:cubicBezTo>
                  <a:cubicBezTo>
                    <a:pt x="2589" y="2822"/>
                    <a:pt x="2591" y="2822"/>
                    <a:pt x="2592" y="2822"/>
                  </a:cubicBezTo>
                  <a:cubicBezTo>
                    <a:pt x="2599" y="2822"/>
                    <a:pt x="2607" y="2827"/>
                    <a:pt x="2620" y="2879"/>
                  </a:cubicBezTo>
                  <a:cubicBezTo>
                    <a:pt x="2633" y="2911"/>
                    <a:pt x="2650" y="2943"/>
                    <a:pt x="2658" y="2943"/>
                  </a:cubicBezTo>
                  <a:cubicBezTo>
                    <a:pt x="2665" y="2943"/>
                    <a:pt x="2667" y="2924"/>
                    <a:pt x="2660" y="2871"/>
                  </a:cubicBezTo>
                  <a:cubicBezTo>
                    <a:pt x="2662" y="2868"/>
                    <a:pt x="2664" y="2867"/>
                    <a:pt x="2665" y="2867"/>
                  </a:cubicBezTo>
                  <a:cubicBezTo>
                    <a:pt x="2669" y="2867"/>
                    <a:pt x="2673" y="2879"/>
                    <a:pt x="2685" y="2927"/>
                  </a:cubicBezTo>
                  <a:cubicBezTo>
                    <a:pt x="2698" y="2964"/>
                    <a:pt x="2712" y="3001"/>
                    <a:pt x="2716" y="3001"/>
                  </a:cubicBezTo>
                  <a:cubicBezTo>
                    <a:pt x="2718" y="3001"/>
                    <a:pt x="2715" y="2979"/>
                    <a:pt x="2701" y="2919"/>
                  </a:cubicBezTo>
                  <a:cubicBezTo>
                    <a:pt x="2701" y="2886"/>
                    <a:pt x="2705" y="2869"/>
                    <a:pt x="2715" y="2869"/>
                  </a:cubicBezTo>
                  <a:cubicBezTo>
                    <a:pt x="2724" y="2869"/>
                    <a:pt x="2738" y="2884"/>
                    <a:pt x="2758" y="2911"/>
                  </a:cubicBezTo>
                  <a:cubicBezTo>
                    <a:pt x="2766" y="2903"/>
                    <a:pt x="2774" y="2903"/>
                    <a:pt x="2749" y="2846"/>
                  </a:cubicBezTo>
                  <a:cubicBezTo>
                    <a:pt x="2745" y="2830"/>
                    <a:pt x="2743" y="2822"/>
                    <a:pt x="2741" y="2814"/>
                  </a:cubicBezTo>
                  <a:lnTo>
                    <a:pt x="2741" y="2814"/>
                  </a:lnTo>
                  <a:cubicBezTo>
                    <a:pt x="2759" y="2853"/>
                    <a:pt x="2768" y="2873"/>
                    <a:pt x="2770" y="2873"/>
                  </a:cubicBezTo>
                  <a:cubicBezTo>
                    <a:pt x="2772" y="2873"/>
                    <a:pt x="2762" y="2842"/>
                    <a:pt x="2741" y="2781"/>
                  </a:cubicBezTo>
                  <a:cubicBezTo>
                    <a:pt x="2729" y="2752"/>
                    <a:pt x="2725" y="2736"/>
                    <a:pt x="2727" y="2736"/>
                  </a:cubicBezTo>
                  <a:lnTo>
                    <a:pt x="2727" y="2736"/>
                  </a:lnTo>
                  <a:cubicBezTo>
                    <a:pt x="2730" y="2736"/>
                    <a:pt x="2738" y="2750"/>
                    <a:pt x="2749" y="2781"/>
                  </a:cubicBezTo>
                  <a:cubicBezTo>
                    <a:pt x="2775" y="2826"/>
                    <a:pt x="2785" y="2830"/>
                    <a:pt x="2789" y="2830"/>
                  </a:cubicBezTo>
                  <a:cubicBezTo>
                    <a:pt x="2790" y="2830"/>
                    <a:pt x="2790" y="2830"/>
                    <a:pt x="2790" y="2830"/>
                  </a:cubicBezTo>
                  <a:cubicBezTo>
                    <a:pt x="2798" y="2830"/>
                    <a:pt x="2806" y="2757"/>
                    <a:pt x="2839" y="2741"/>
                  </a:cubicBezTo>
                  <a:cubicBezTo>
                    <a:pt x="2895" y="2717"/>
                    <a:pt x="2920" y="2700"/>
                    <a:pt x="2879" y="2652"/>
                  </a:cubicBezTo>
                  <a:cubicBezTo>
                    <a:pt x="2867" y="2622"/>
                    <a:pt x="2860" y="2608"/>
                    <a:pt x="2863" y="2608"/>
                  </a:cubicBezTo>
                  <a:lnTo>
                    <a:pt x="2863" y="2608"/>
                  </a:lnTo>
                  <a:cubicBezTo>
                    <a:pt x="2866" y="2608"/>
                    <a:pt x="2876" y="2620"/>
                    <a:pt x="2895" y="2644"/>
                  </a:cubicBezTo>
                  <a:cubicBezTo>
                    <a:pt x="2924" y="2678"/>
                    <a:pt x="2937" y="2688"/>
                    <a:pt x="2944" y="2688"/>
                  </a:cubicBezTo>
                  <a:cubicBezTo>
                    <a:pt x="2947" y="2688"/>
                    <a:pt x="2950" y="2686"/>
                    <a:pt x="2952" y="2684"/>
                  </a:cubicBezTo>
                  <a:cubicBezTo>
                    <a:pt x="2954" y="2684"/>
                    <a:pt x="2956" y="2684"/>
                    <a:pt x="2958" y="2684"/>
                  </a:cubicBezTo>
                  <a:cubicBezTo>
                    <a:pt x="2965" y="2684"/>
                    <a:pt x="2976" y="2689"/>
                    <a:pt x="3001" y="2733"/>
                  </a:cubicBezTo>
                  <a:cubicBezTo>
                    <a:pt x="2976" y="2676"/>
                    <a:pt x="2968" y="2676"/>
                    <a:pt x="2976" y="2668"/>
                  </a:cubicBezTo>
                  <a:lnTo>
                    <a:pt x="2976" y="2668"/>
                  </a:lnTo>
                  <a:cubicBezTo>
                    <a:pt x="2996" y="2691"/>
                    <a:pt x="3008" y="2703"/>
                    <a:pt x="3012" y="2703"/>
                  </a:cubicBezTo>
                  <a:cubicBezTo>
                    <a:pt x="3015" y="2703"/>
                    <a:pt x="3010" y="2689"/>
                    <a:pt x="2993" y="2660"/>
                  </a:cubicBezTo>
                  <a:cubicBezTo>
                    <a:pt x="2971" y="2629"/>
                    <a:pt x="2956" y="2607"/>
                    <a:pt x="2946" y="2594"/>
                  </a:cubicBezTo>
                  <a:lnTo>
                    <a:pt x="2946" y="2594"/>
                  </a:lnTo>
                  <a:cubicBezTo>
                    <a:pt x="2955" y="2606"/>
                    <a:pt x="2971" y="2625"/>
                    <a:pt x="2993" y="2652"/>
                  </a:cubicBezTo>
                  <a:cubicBezTo>
                    <a:pt x="3019" y="2689"/>
                    <a:pt x="3057" y="2716"/>
                    <a:pt x="3065" y="2716"/>
                  </a:cubicBezTo>
                  <a:cubicBezTo>
                    <a:pt x="3069" y="2716"/>
                    <a:pt x="3066" y="2709"/>
                    <a:pt x="3049" y="2692"/>
                  </a:cubicBezTo>
                  <a:cubicBezTo>
                    <a:pt x="3009" y="2644"/>
                    <a:pt x="3017" y="2635"/>
                    <a:pt x="2985" y="2579"/>
                  </a:cubicBezTo>
                  <a:cubicBezTo>
                    <a:pt x="2987" y="2579"/>
                    <a:pt x="2988" y="2578"/>
                    <a:pt x="2990" y="2578"/>
                  </a:cubicBezTo>
                  <a:cubicBezTo>
                    <a:pt x="2996" y="2578"/>
                    <a:pt x="3005" y="2583"/>
                    <a:pt x="3041" y="2619"/>
                  </a:cubicBezTo>
                  <a:cubicBezTo>
                    <a:pt x="3051" y="2627"/>
                    <a:pt x="3058" y="2631"/>
                    <a:pt x="3063" y="2631"/>
                  </a:cubicBezTo>
                  <a:cubicBezTo>
                    <a:pt x="3082" y="2631"/>
                    <a:pt x="3065" y="2577"/>
                    <a:pt x="3033" y="2538"/>
                  </a:cubicBezTo>
                  <a:cubicBezTo>
                    <a:pt x="3012" y="2513"/>
                    <a:pt x="3002" y="2501"/>
                    <a:pt x="3004" y="2501"/>
                  </a:cubicBezTo>
                  <a:lnTo>
                    <a:pt x="3004" y="2501"/>
                  </a:lnTo>
                  <a:cubicBezTo>
                    <a:pt x="3006" y="2501"/>
                    <a:pt x="3018" y="2511"/>
                    <a:pt x="3041" y="2530"/>
                  </a:cubicBezTo>
                  <a:cubicBezTo>
                    <a:pt x="3078" y="2567"/>
                    <a:pt x="3087" y="2571"/>
                    <a:pt x="3093" y="2571"/>
                  </a:cubicBezTo>
                  <a:cubicBezTo>
                    <a:pt x="3095" y="2571"/>
                    <a:pt x="3096" y="2571"/>
                    <a:pt x="3098" y="2571"/>
                  </a:cubicBezTo>
                  <a:cubicBezTo>
                    <a:pt x="3085" y="2555"/>
                    <a:pt x="3081" y="2549"/>
                    <a:pt x="3083" y="2549"/>
                  </a:cubicBezTo>
                  <a:lnTo>
                    <a:pt x="3083" y="2549"/>
                  </a:lnTo>
                  <a:cubicBezTo>
                    <a:pt x="3088" y="2549"/>
                    <a:pt x="3119" y="2578"/>
                    <a:pt x="3147" y="2611"/>
                  </a:cubicBezTo>
                  <a:cubicBezTo>
                    <a:pt x="3172" y="2641"/>
                    <a:pt x="3185" y="2650"/>
                    <a:pt x="3194" y="2650"/>
                  </a:cubicBezTo>
                  <a:cubicBezTo>
                    <a:pt x="3200" y="2650"/>
                    <a:pt x="3205" y="2647"/>
                    <a:pt x="3212" y="2644"/>
                  </a:cubicBezTo>
                  <a:cubicBezTo>
                    <a:pt x="3171" y="2595"/>
                    <a:pt x="3187" y="2562"/>
                    <a:pt x="3203" y="2546"/>
                  </a:cubicBezTo>
                  <a:cubicBezTo>
                    <a:pt x="3236" y="2514"/>
                    <a:pt x="3187" y="2465"/>
                    <a:pt x="3090" y="2384"/>
                  </a:cubicBezTo>
                  <a:lnTo>
                    <a:pt x="2993" y="2303"/>
                  </a:lnTo>
                  <a:lnTo>
                    <a:pt x="3098" y="2376"/>
                  </a:lnTo>
                  <a:lnTo>
                    <a:pt x="3260" y="2481"/>
                  </a:lnTo>
                  <a:cubicBezTo>
                    <a:pt x="3260" y="2473"/>
                    <a:pt x="3212" y="2441"/>
                    <a:pt x="3155" y="2400"/>
                  </a:cubicBezTo>
                  <a:cubicBezTo>
                    <a:pt x="3125" y="2381"/>
                    <a:pt x="3114" y="2370"/>
                    <a:pt x="3124" y="2370"/>
                  </a:cubicBezTo>
                  <a:cubicBezTo>
                    <a:pt x="3130" y="2370"/>
                    <a:pt x="3145" y="2375"/>
                    <a:pt x="3171" y="2384"/>
                  </a:cubicBezTo>
                  <a:cubicBezTo>
                    <a:pt x="3195" y="2393"/>
                    <a:pt x="3212" y="2398"/>
                    <a:pt x="3220" y="2398"/>
                  </a:cubicBezTo>
                  <a:cubicBezTo>
                    <a:pt x="3233" y="2398"/>
                    <a:pt x="3223" y="2385"/>
                    <a:pt x="3187" y="2360"/>
                  </a:cubicBezTo>
                  <a:cubicBezTo>
                    <a:pt x="3190" y="2357"/>
                    <a:pt x="3192" y="2355"/>
                    <a:pt x="3196" y="2355"/>
                  </a:cubicBezTo>
                  <a:cubicBezTo>
                    <a:pt x="3204" y="2355"/>
                    <a:pt x="3219" y="2361"/>
                    <a:pt x="3260" y="2376"/>
                  </a:cubicBezTo>
                  <a:cubicBezTo>
                    <a:pt x="3260" y="2368"/>
                    <a:pt x="3260" y="2368"/>
                    <a:pt x="3203" y="2335"/>
                  </a:cubicBezTo>
                  <a:cubicBezTo>
                    <a:pt x="3169" y="2316"/>
                    <a:pt x="3159" y="2305"/>
                    <a:pt x="3168" y="2305"/>
                  </a:cubicBezTo>
                  <a:cubicBezTo>
                    <a:pt x="3174" y="2305"/>
                    <a:pt x="3189" y="2310"/>
                    <a:pt x="3212" y="2319"/>
                  </a:cubicBezTo>
                  <a:cubicBezTo>
                    <a:pt x="3263" y="2345"/>
                    <a:pt x="3294" y="2354"/>
                    <a:pt x="3308" y="2354"/>
                  </a:cubicBezTo>
                  <a:cubicBezTo>
                    <a:pt x="3325" y="2354"/>
                    <a:pt x="3316" y="2341"/>
                    <a:pt x="3285" y="2327"/>
                  </a:cubicBezTo>
                  <a:cubicBezTo>
                    <a:pt x="3228" y="2295"/>
                    <a:pt x="3228" y="2287"/>
                    <a:pt x="3236" y="2279"/>
                  </a:cubicBezTo>
                  <a:cubicBezTo>
                    <a:pt x="3236" y="2279"/>
                    <a:pt x="3244" y="2271"/>
                    <a:pt x="3187" y="2238"/>
                  </a:cubicBezTo>
                  <a:lnTo>
                    <a:pt x="3195" y="2222"/>
                  </a:lnTo>
                  <a:cubicBezTo>
                    <a:pt x="3195" y="2221"/>
                    <a:pt x="3196" y="2221"/>
                    <a:pt x="3197" y="2221"/>
                  </a:cubicBezTo>
                  <a:cubicBezTo>
                    <a:pt x="3207" y="2221"/>
                    <a:pt x="3251" y="2247"/>
                    <a:pt x="3244" y="2254"/>
                  </a:cubicBezTo>
                  <a:lnTo>
                    <a:pt x="3309" y="2271"/>
                  </a:lnTo>
                  <a:cubicBezTo>
                    <a:pt x="3317" y="2262"/>
                    <a:pt x="3317" y="2254"/>
                    <a:pt x="3268" y="2222"/>
                  </a:cubicBezTo>
                  <a:cubicBezTo>
                    <a:pt x="3205" y="2192"/>
                    <a:pt x="3175" y="2178"/>
                    <a:pt x="3177" y="2178"/>
                  </a:cubicBezTo>
                  <a:lnTo>
                    <a:pt x="3177" y="2178"/>
                  </a:lnTo>
                  <a:cubicBezTo>
                    <a:pt x="3180" y="2178"/>
                    <a:pt x="3210" y="2190"/>
                    <a:pt x="3268" y="2214"/>
                  </a:cubicBezTo>
                  <a:cubicBezTo>
                    <a:pt x="3302" y="2228"/>
                    <a:pt x="3339" y="2240"/>
                    <a:pt x="3351" y="2240"/>
                  </a:cubicBezTo>
                  <a:cubicBezTo>
                    <a:pt x="3359" y="2240"/>
                    <a:pt x="3356" y="2235"/>
                    <a:pt x="3333" y="2222"/>
                  </a:cubicBezTo>
                  <a:cubicBezTo>
                    <a:pt x="3280" y="2199"/>
                    <a:pt x="3266" y="2190"/>
                    <a:pt x="3272" y="2190"/>
                  </a:cubicBezTo>
                  <a:cubicBezTo>
                    <a:pt x="3279" y="2190"/>
                    <a:pt x="3311" y="2201"/>
                    <a:pt x="3341" y="2214"/>
                  </a:cubicBezTo>
                  <a:cubicBezTo>
                    <a:pt x="3392" y="2236"/>
                    <a:pt x="3422" y="2248"/>
                    <a:pt x="3429" y="2248"/>
                  </a:cubicBezTo>
                  <a:cubicBezTo>
                    <a:pt x="3438" y="2248"/>
                    <a:pt x="3412" y="2230"/>
                    <a:pt x="3349" y="2190"/>
                  </a:cubicBezTo>
                  <a:cubicBezTo>
                    <a:pt x="3358" y="2173"/>
                    <a:pt x="3301" y="2125"/>
                    <a:pt x="3309" y="2100"/>
                  </a:cubicBezTo>
                  <a:cubicBezTo>
                    <a:pt x="3316" y="2078"/>
                    <a:pt x="3324" y="2062"/>
                    <a:pt x="3376" y="2060"/>
                  </a:cubicBezTo>
                  <a:lnTo>
                    <a:pt x="3376" y="2060"/>
                  </a:lnTo>
                  <a:cubicBezTo>
                    <a:pt x="3393" y="2065"/>
                    <a:pt x="3416" y="2070"/>
                    <a:pt x="3447" y="2076"/>
                  </a:cubicBezTo>
                  <a:cubicBezTo>
                    <a:pt x="3454" y="2077"/>
                    <a:pt x="3461" y="2078"/>
                    <a:pt x="3466" y="2078"/>
                  </a:cubicBezTo>
                  <a:lnTo>
                    <a:pt x="3466" y="2078"/>
                  </a:lnTo>
                  <a:cubicBezTo>
                    <a:pt x="3449" y="2075"/>
                    <a:pt x="3424" y="2069"/>
                    <a:pt x="3390" y="2060"/>
                  </a:cubicBezTo>
                  <a:cubicBezTo>
                    <a:pt x="3385" y="2060"/>
                    <a:pt x="3380" y="2060"/>
                    <a:pt x="3376" y="2060"/>
                  </a:cubicBezTo>
                  <a:lnTo>
                    <a:pt x="3376" y="2060"/>
                  </a:lnTo>
                  <a:cubicBezTo>
                    <a:pt x="3326" y="2047"/>
                    <a:pt x="3327" y="2037"/>
                    <a:pt x="3333" y="2019"/>
                  </a:cubicBezTo>
                  <a:cubicBezTo>
                    <a:pt x="3406" y="2011"/>
                    <a:pt x="3341" y="1987"/>
                    <a:pt x="3285" y="1971"/>
                  </a:cubicBezTo>
                  <a:lnTo>
                    <a:pt x="3276" y="1979"/>
                  </a:lnTo>
                  <a:cubicBezTo>
                    <a:pt x="3155" y="1962"/>
                    <a:pt x="3155" y="1962"/>
                    <a:pt x="3220" y="1954"/>
                  </a:cubicBezTo>
                  <a:cubicBezTo>
                    <a:pt x="3232" y="1952"/>
                    <a:pt x="3243" y="1951"/>
                    <a:pt x="3256" y="1951"/>
                  </a:cubicBezTo>
                  <a:cubicBezTo>
                    <a:pt x="3285" y="1951"/>
                    <a:pt x="3315" y="1957"/>
                    <a:pt x="3349" y="1962"/>
                  </a:cubicBezTo>
                  <a:cubicBezTo>
                    <a:pt x="3370" y="1967"/>
                    <a:pt x="3390" y="1969"/>
                    <a:pt x="3410" y="1969"/>
                  </a:cubicBezTo>
                  <a:cubicBezTo>
                    <a:pt x="3430" y="1969"/>
                    <a:pt x="3451" y="1967"/>
                    <a:pt x="3471" y="1962"/>
                  </a:cubicBezTo>
                  <a:cubicBezTo>
                    <a:pt x="3477" y="1951"/>
                    <a:pt x="3479" y="1943"/>
                    <a:pt x="3454" y="1943"/>
                  </a:cubicBezTo>
                  <a:cubicBezTo>
                    <a:pt x="3444" y="1943"/>
                    <a:pt x="3432" y="1944"/>
                    <a:pt x="3414" y="1946"/>
                  </a:cubicBezTo>
                  <a:cubicBezTo>
                    <a:pt x="3349" y="1938"/>
                    <a:pt x="3349" y="1938"/>
                    <a:pt x="3349" y="1930"/>
                  </a:cubicBezTo>
                  <a:cubicBezTo>
                    <a:pt x="3349" y="1922"/>
                    <a:pt x="3349" y="1914"/>
                    <a:pt x="3293" y="1906"/>
                  </a:cubicBezTo>
                  <a:cubicBezTo>
                    <a:pt x="3228" y="1898"/>
                    <a:pt x="3228" y="1898"/>
                    <a:pt x="3228" y="1890"/>
                  </a:cubicBezTo>
                  <a:cubicBezTo>
                    <a:pt x="3293" y="1881"/>
                    <a:pt x="3293" y="1865"/>
                    <a:pt x="3293" y="1865"/>
                  </a:cubicBezTo>
                  <a:lnTo>
                    <a:pt x="3358" y="1873"/>
                  </a:lnTo>
                  <a:cubicBezTo>
                    <a:pt x="3406" y="1873"/>
                    <a:pt x="3447" y="1865"/>
                    <a:pt x="3487" y="1865"/>
                  </a:cubicBezTo>
                  <a:cubicBezTo>
                    <a:pt x="3487" y="1857"/>
                    <a:pt x="3422" y="1857"/>
                    <a:pt x="3422" y="1857"/>
                  </a:cubicBezTo>
                  <a:cubicBezTo>
                    <a:pt x="3374" y="1857"/>
                    <a:pt x="3366" y="1671"/>
                    <a:pt x="3366" y="1646"/>
                  </a:cubicBezTo>
                  <a:cubicBezTo>
                    <a:pt x="3412" y="1623"/>
                    <a:pt x="3425" y="1604"/>
                    <a:pt x="3405" y="1604"/>
                  </a:cubicBezTo>
                  <a:cubicBezTo>
                    <a:pt x="3397" y="1604"/>
                    <a:pt x="3384" y="1607"/>
                    <a:pt x="3366" y="1614"/>
                  </a:cubicBezTo>
                  <a:cubicBezTo>
                    <a:pt x="3356" y="1616"/>
                    <a:pt x="3347" y="1618"/>
                    <a:pt x="3339" y="1618"/>
                  </a:cubicBezTo>
                  <a:cubicBezTo>
                    <a:pt x="3298" y="1618"/>
                    <a:pt x="3291" y="1583"/>
                    <a:pt x="3285" y="1549"/>
                  </a:cubicBezTo>
                  <a:cubicBezTo>
                    <a:pt x="3278" y="1510"/>
                    <a:pt x="3272" y="1477"/>
                    <a:pt x="3241" y="1477"/>
                  </a:cubicBezTo>
                  <a:cubicBezTo>
                    <a:pt x="3233" y="1477"/>
                    <a:pt x="3223" y="1479"/>
                    <a:pt x="3212" y="1484"/>
                  </a:cubicBezTo>
                  <a:cubicBezTo>
                    <a:pt x="3212" y="1484"/>
                    <a:pt x="3212" y="1476"/>
                    <a:pt x="3203" y="1460"/>
                  </a:cubicBezTo>
                  <a:cubicBezTo>
                    <a:pt x="3203" y="1458"/>
                    <a:pt x="3201" y="1457"/>
                    <a:pt x="3196" y="1457"/>
                  </a:cubicBezTo>
                  <a:cubicBezTo>
                    <a:pt x="3184" y="1457"/>
                    <a:pt x="3159" y="1462"/>
                    <a:pt x="3146" y="1462"/>
                  </a:cubicBezTo>
                  <a:cubicBezTo>
                    <a:pt x="3142" y="1462"/>
                    <a:pt x="3139" y="1462"/>
                    <a:pt x="3139" y="1460"/>
                  </a:cubicBezTo>
                  <a:cubicBezTo>
                    <a:pt x="3111" y="1470"/>
                    <a:pt x="3096" y="1475"/>
                    <a:pt x="3091" y="1475"/>
                  </a:cubicBezTo>
                  <a:cubicBezTo>
                    <a:pt x="3084" y="1475"/>
                    <a:pt x="3098" y="1466"/>
                    <a:pt x="3131" y="1452"/>
                  </a:cubicBezTo>
                  <a:cubicBezTo>
                    <a:pt x="3171" y="1435"/>
                    <a:pt x="3212" y="1419"/>
                    <a:pt x="3244" y="1387"/>
                  </a:cubicBezTo>
                  <a:cubicBezTo>
                    <a:pt x="3244" y="1384"/>
                    <a:pt x="3242" y="1383"/>
                    <a:pt x="3239" y="1383"/>
                  </a:cubicBezTo>
                  <a:cubicBezTo>
                    <a:pt x="3223" y="1383"/>
                    <a:pt x="3175" y="1409"/>
                    <a:pt x="3122" y="1435"/>
                  </a:cubicBezTo>
                  <a:cubicBezTo>
                    <a:pt x="3085" y="1457"/>
                    <a:pt x="3072" y="1461"/>
                    <a:pt x="3068" y="1461"/>
                  </a:cubicBezTo>
                  <a:cubicBezTo>
                    <a:pt x="3066" y="1461"/>
                    <a:pt x="3066" y="1460"/>
                    <a:pt x="3066" y="1460"/>
                  </a:cubicBezTo>
                  <a:cubicBezTo>
                    <a:pt x="3066" y="1452"/>
                    <a:pt x="3066" y="1452"/>
                    <a:pt x="3122" y="1419"/>
                  </a:cubicBezTo>
                  <a:lnTo>
                    <a:pt x="3236" y="1363"/>
                  </a:lnTo>
                  <a:lnTo>
                    <a:pt x="3236" y="1354"/>
                  </a:lnTo>
                  <a:cubicBezTo>
                    <a:pt x="3198" y="1376"/>
                    <a:pt x="3182" y="1380"/>
                    <a:pt x="3175" y="1380"/>
                  </a:cubicBezTo>
                  <a:cubicBezTo>
                    <a:pt x="3172" y="1380"/>
                    <a:pt x="3171" y="1379"/>
                    <a:pt x="3171" y="1379"/>
                  </a:cubicBezTo>
                  <a:cubicBezTo>
                    <a:pt x="3171" y="1371"/>
                    <a:pt x="3171" y="1371"/>
                    <a:pt x="3285" y="1306"/>
                  </a:cubicBezTo>
                  <a:cubicBezTo>
                    <a:pt x="3347" y="1270"/>
                    <a:pt x="3375" y="1252"/>
                    <a:pt x="3367" y="1252"/>
                  </a:cubicBezTo>
                  <a:lnTo>
                    <a:pt x="3367" y="1252"/>
                  </a:lnTo>
                  <a:cubicBezTo>
                    <a:pt x="3361" y="1252"/>
                    <a:pt x="3331" y="1264"/>
                    <a:pt x="3276" y="1290"/>
                  </a:cubicBezTo>
                  <a:lnTo>
                    <a:pt x="3220" y="1314"/>
                  </a:lnTo>
                  <a:cubicBezTo>
                    <a:pt x="3260" y="1283"/>
                    <a:pt x="3268" y="1272"/>
                    <a:pt x="3260" y="1272"/>
                  </a:cubicBezTo>
                  <a:cubicBezTo>
                    <a:pt x="3247" y="1272"/>
                    <a:pt x="3190" y="1302"/>
                    <a:pt x="3155" y="1322"/>
                  </a:cubicBezTo>
                  <a:cubicBezTo>
                    <a:pt x="3213" y="1277"/>
                    <a:pt x="3239" y="1254"/>
                    <a:pt x="3232" y="1254"/>
                  </a:cubicBezTo>
                  <a:lnTo>
                    <a:pt x="3232" y="1254"/>
                  </a:lnTo>
                  <a:cubicBezTo>
                    <a:pt x="3225" y="1254"/>
                    <a:pt x="3197" y="1269"/>
                    <a:pt x="3147" y="1298"/>
                  </a:cubicBezTo>
                  <a:cubicBezTo>
                    <a:pt x="3121" y="1316"/>
                    <a:pt x="3107" y="1324"/>
                    <a:pt x="3104" y="1324"/>
                  </a:cubicBezTo>
                  <a:cubicBezTo>
                    <a:pt x="3100" y="1324"/>
                    <a:pt x="3112" y="1312"/>
                    <a:pt x="3139" y="1290"/>
                  </a:cubicBezTo>
                  <a:cubicBezTo>
                    <a:pt x="3187" y="1241"/>
                    <a:pt x="3187" y="1233"/>
                    <a:pt x="3179" y="1225"/>
                  </a:cubicBezTo>
                  <a:lnTo>
                    <a:pt x="3179" y="1225"/>
                  </a:lnTo>
                  <a:cubicBezTo>
                    <a:pt x="3165" y="1233"/>
                    <a:pt x="3153" y="1236"/>
                    <a:pt x="3143" y="1236"/>
                  </a:cubicBezTo>
                  <a:cubicBezTo>
                    <a:pt x="3110" y="1236"/>
                    <a:pt x="3090" y="1203"/>
                    <a:pt x="3066" y="1160"/>
                  </a:cubicBezTo>
                  <a:cubicBezTo>
                    <a:pt x="3040" y="1129"/>
                    <a:pt x="3018" y="1105"/>
                    <a:pt x="2995" y="1105"/>
                  </a:cubicBezTo>
                  <a:cubicBezTo>
                    <a:pt x="2981" y="1105"/>
                    <a:pt x="2967" y="1114"/>
                    <a:pt x="2952" y="1136"/>
                  </a:cubicBezTo>
                  <a:cubicBezTo>
                    <a:pt x="2944" y="1127"/>
                    <a:pt x="2944" y="1127"/>
                    <a:pt x="2985" y="1071"/>
                  </a:cubicBezTo>
                  <a:cubicBezTo>
                    <a:pt x="3003" y="1049"/>
                    <a:pt x="3013" y="1035"/>
                    <a:pt x="3010" y="1035"/>
                  </a:cubicBezTo>
                  <a:lnTo>
                    <a:pt x="3010" y="1035"/>
                  </a:lnTo>
                  <a:cubicBezTo>
                    <a:pt x="3008" y="1035"/>
                    <a:pt x="2986" y="1057"/>
                    <a:pt x="2936" y="1111"/>
                  </a:cubicBezTo>
                  <a:cubicBezTo>
                    <a:pt x="2907" y="1140"/>
                    <a:pt x="2882" y="1171"/>
                    <a:pt x="2882" y="1171"/>
                  </a:cubicBezTo>
                  <a:cubicBezTo>
                    <a:pt x="2881" y="1171"/>
                    <a:pt x="2894" y="1155"/>
                    <a:pt x="2928" y="1111"/>
                  </a:cubicBezTo>
                  <a:cubicBezTo>
                    <a:pt x="2968" y="1054"/>
                    <a:pt x="2960" y="1046"/>
                    <a:pt x="2944" y="1022"/>
                  </a:cubicBezTo>
                  <a:cubicBezTo>
                    <a:pt x="2936" y="1014"/>
                    <a:pt x="2927" y="1007"/>
                    <a:pt x="2915" y="1007"/>
                  </a:cubicBezTo>
                  <a:cubicBezTo>
                    <a:pt x="2901" y="1007"/>
                    <a:pt x="2884" y="1016"/>
                    <a:pt x="2863" y="1046"/>
                  </a:cubicBezTo>
                  <a:cubicBezTo>
                    <a:pt x="2839" y="1071"/>
                    <a:pt x="2826" y="1083"/>
                    <a:pt x="2825" y="1083"/>
                  </a:cubicBezTo>
                  <a:cubicBezTo>
                    <a:pt x="2824" y="1083"/>
                    <a:pt x="2835" y="1071"/>
                    <a:pt x="2855" y="1046"/>
                  </a:cubicBezTo>
                  <a:cubicBezTo>
                    <a:pt x="2909" y="970"/>
                    <a:pt x="2927" y="908"/>
                    <a:pt x="2908" y="908"/>
                  </a:cubicBezTo>
                  <a:cubicBezTo>
                    <a:pt x="2899" y="908"/>
                    <a:pt x="2881" y="923"/>
                    <a:pt x="2855" y="957"/>
                  </a:cubicBezTo>
                  <a:cubicBezTo>
                    <a:pt x="2847" y="957"/>
                    <a:pt x="2839" y="949"/>
                    <a:pt x="2871" y="892"/>
                  </a:cubicBezTo>
                  <a:cubicBezTo>
                    <a:pt x="2871" y="890"/>
                    <a:pt x="2870" y="888"/>
                    <a:pt x="2868" y="888"/>
                  </a:cubicBezTo>
                  <a:cubicBezTo>
                    <a:pt x="2862" y="888"/>
                    <a:pt x="2848" y="897"/>
                    <a:pt x="2814" y="925"/>
                  </a:cubicBezTo>
                  <a:lnTo>
                    <a:pt x="2766" y="900"/>
                  </a:lnTo>
                  <a:cubicBezTo>
                    <a:pt x="2765" y="900"/>
                    <a:pt x="2764" y="900"/>
                    <a:pt x="2764" y="900"/>
                  </a:cubicBezTo>
                  <a:cubicBezTo>
                    <a:pt x="2752" y="900"/>
                    <a:pt x="2717" y="949"/>
                    <a:pt x="2717" y="949"/>
                  </a:cubicBezTo>
                  <a:lnTo>
                    <a:pt x="2709" y="949"/>
                  </a:lnTo>
                  <a:cubicBezTo>
                    <a:pt x="2733" y="884"/>
                    <a:pt x="2701" y="876"/>
                    <a:pt x="2652" y="852"/>
                  </a:cubicBezTo>
                  <a:cubicBezTo>
                    <a:pt x="2603" y="836"/>
                    <a:pt x="2563" y="819"/>
                    <a:pt x="2571" y="754"/>
                  </a:cubicBezTo>
                  <a:lnTo>
                    <a:pt x="2571" y="754"/>
                  </a:lnTo>
                  <a:cubicBezTo>
                    <a:pt x="2571" y="754"/>
                    <a:pt x="2563" y="755"/>
                    <a:pt x="2539" y="819"/>
                  </a:cubicBezTo>
                  <a:cubicBezTo>
                    <a:pt x="2520" y="893"/>
                    <a:pt x="2512" y="925"/>
                    <a:pt x="2509" y="925"/>
                  </a:cubicBezTo>
                  <a:cubicBezTo>
                    <a:pt x="2506" y="925"/>
                    <a:pt x="2506" y="907"/>
                    <a:pt x="2506" y="876"/>
                  </a:cubicBezTo>
                  <a:cubicBezTo>
                    <a:pt x="2514" y="810"/>
                    <a:pt x="2510" y="776"/>
                    <a:pt x="2501" y="776"/>
                  </a:cubicBezTo>
                  <a:cubicBezTo>
                    <a:pt x="2493" y="776"/>
                    <a:pt x="2483" y="797"/>
                    <a:pt x="2472" y="843"/>
                  </a:cubicBezTo>
                  <a:lnTo>
                    <a:pt x="2472" y="843"/>
                  </a:lnTo>
                  <a:cubicBezTo>
                    <a:pt x="2474" y="833"/>
                    <a:pt x="2474" y="826"/>
                    <a:pt x="2474" y="803"/>
                  </a:cubicBezTo>
                  <a:cubicBezTo>
                    <a:pt x="2477" y="750"/>
                    <a:pt x="2474" y="727"/>
                    <a:pt x="2468" y="727"/>
                  </a:cubicBezTo>
                  <a:cubicBezTo>
                    <a:pt x="2459" y="727"/>
                    <a:pt x="2443" y="784"/>
                    <a:pt x="2433" y="868"/>
                  </a:cubicBezTo>
                  <a:cubicBezTo>
                    <a:pt x="2433" y="816"/>
                    <a:pt x="2429" y="768"/>
                    <a:pt x="2424" y="768"/>
                  </a:cubicBezTo>
                  <a:cubicBezTo>
                    <a:pt x="2422" y="768"/>
                    <a:pt x="2419" y="776"/>
                    <a:pt x="2417" y="795"/>
                  </a:cubicBezTo>
                  <a:cubicBezTo>
                    <a:pt x="2409" y="795"/>
                    <a:pt x="2409" y="795"/>
                    <a:pt x="2417" y="657"/>
                  </a:cubicBezTo>
                  <a:cubicBezTo>
                    <a:pt x="2425" y="617"/>
                    <a:pt x="2425" y="568"/>
                    <a:pt x="2417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2"/>
            <p:cNvSpPr/>
            <p:nvPr/>
          </p:nvSpPr>
          <p:spPr>
            <a:xfrm>
              <a:off x="8769168" y="3612282"/>
              <a:ext cx="75604" cy="67778"/>
            </a:xfrm>
            <a:custGeom>
              <a:avLst/>
              <a:gdLst/>
              <a:ahLst/>
              <a:cxnLst/>
              <a:rect l="l" t="t" r="r" b="b"/>
              <a:pathLst>
                <a:path w="4386" h="3932" extrusionOk="0">
                  <a:moveTo>
                    <a:pt x="2521" y="1"/>
                  </a:moveTo>
                  <a:cubicBezTo>
                    <a:pt x="2505" y="1"/>
                    <a:pt x="2513" y="65"/>
                    <a:pt x="2521" y="138"/>
                  </a:cubicBezTo>
                  <a:lnTo>
                    <a:pt x="2537" y="138"/>
                  </a:lnTo>
                  <a:cubicBezTo>
                    <a:pt x="2545" y="90"/>
                    <a:pt x="2545" y="41"/>
                    <a:pt x="2537" y="1"/>
                  </a:cubicBezTo>
                  <a:close/>
                  <a:moveTo>
                    <a:pt x="1761" y="986"/>
                  </a:moveTo>
                  <a:cubicBezTo>
                    <a:pt x="1755" y="986"/>
                    <a:pt x="1749" y="991"/>
                    <a:pt x="1743" y="998"/>
                  </a:cubicBezTo>
                  <a:cubicBezTo>
                    <a:pt x="1726" y="1006"/>
                    <a:pt x="1767" y="1063"/>
                    <a:pt x="1767" y="1063"/>
                  </a:cubicBezTo>
                  <a:cubicBezTo>
                    <a:pt x="1802" y="1097"/>
                    <a:pt x="1816" y="1107"/>
                    <a:pt x="1824" y="1107"/>
                  </a:cubicBezTo>
                  <a:cubicBezTo>
                    <a:pt x="1827" y="1107"/>
                    <a:pt x="1830" y="1106"/>
                    <a:pt x="1832" y="1103"/>
                  </a:cubicBezTo>
                  <a:cubicBezTo>
                    <a:pt x="1844" y="1110"/>
                    <a:pt x="1851" y="1113"/>
                    <a:pt x="1856" y="1113"/>
                  </a:cubicBezTo>
                  <a:cubicBezTo>
                    <a:pt x="1875" y="1113"/>
                    <a:pt x="1846" y="1069"/>
                    <a:pt x="1808" y="1030"/>
                  </a:cubicBezTo>
                  <a:cubicBezTo>
                    <a:pt x="1784" y="997"/>
                    <a:pt x="1771" y="986"/>
                    <a:pt x="1761" y="986"/>
                  </a:cubicBezTo>
                  <a:close/>
                  <a:moveTo>
                    <a:pt x="2618" y="1014"/>
                  </a:moveTo>
                  <a:lnTo>
                    <a:pt x="2635" y="1087"/>
                  </a:lnTo>
                  <a:cubicBezTo>
                    <a:pt x="2643" y="1152"/>
                    <a:pt x="2635" y="1152"/>
                    <a:pt x="2626" y="1152"/>
                  </a:cubicBezTo>
                  <a:cubicBezTo>
                    <a:pt x="2610" y="1152"/>
                    <a:pt x="2610" y="1152"/>
                    <a:pt x="2602" y="1087"/>
                  </a:cubicBezTo>
                  <a:cubicBezTo>
                    <a:pt x="2602" y="1087"/>
                    <a:pt x="2602" y="1014"/>
                    <a:pt x="2618" y="1014"/>
                  </a:cubicBezTo>
                  <a:close/>
                  <a:moveTo>
                    <a:pt x="2464" y="884"/>
                  </a:moveTo>
                  <a:cubicBezTo>
                    <a:pt x="2472" y="884"/>
                    <a:pt x="2497" y="957"/>
                    <a:pt x="2505" y="1022"/>
                  </a:cubicBezTo>
                  <a:cubicBezTo>
                    <a:pt x="2545" y="1152"/>
                    <a:pt x="2545" y="1152"/>
                    <a:pt x="2529" y="1152"/>
                  </a:cubicBezTo>
                  <a:cubicBezTo>
                    <a:pt x="2528" y="1152"/>
                    <a:pt x="2526" y="1152"/>
                    <a:pt x="2525" y="1152"/>
                  </a:cubicBezTo>
                  <a:cubicBezTo>
                    <a:pt x="2518" y="1152"/>
                    <a:pt x="2510" y="1147"/>
                    <a:pt x="2497" y="1087"/>
                  </a:cubicBezTo>
                  <a:lnTo>
                    <a:pt x="2505" y="1087"/>
                  </a:lnTo>
                  <a:cubicBezTo>
                    <a:pt x="2510" y="1106"/>
                    <a:pt x="2512" y="1114"/>
                    <a:pt x="2513" y="1114"/>
                  </a:cubicBezTo>
                  <a:cubicBezTo>
                    <a:pt x="2515" y="1114"/>
                    <a:pt x="2506" y="1068"/>
                    <a:pt x="2489" y="1022"/>
                  </a:cubicBezTo>
                  <a:lnTo>
                    <a:pt x="2464" y="884"/>
                  </a:lnTo>
                  <a:close/>
                  <a:moveTo>
                    <a:pt x="1905" y="1038"/>
                  </a:moveTo>
                  <a:cubicBezTo>
                    <a:pt x="1937" y="1071"/>
                    <a:pt x="1954" y="1119"/>
                    <a:pt x="1962" y="1168"/>
                  </a:cubicBezTo>
                  <a:cubicBezTo>
                    <a:pt x="1954" y="1168"/>
                    <a:pt x="1913" y="1119"/>
                    <a:pt x="1889" y="1047"/>
                  </a:cubicBezTo>
                  <a:lnTo>
                    <a:pt x="1905" y="1038"/>
                  </a:lnTo>
                  <a:close/>
                  <a:moveTo>
                    <a:pt x="2861" y="1097"/>
                  </a:moveTo>
                  <a:cubicBezTo>
                    <a:pt x="2862" y="1097"/>
                    <a:pt x="2862" y="1132"/>
                    <a:pt x="2862" y="1201"/>
                  </a:cubicBezTo>
                  <a:cubicBezTo>
                    <a:pt x="2862" y="1249"/>
                    <a:pt x="2853" y="1290"/>
                    <a:pt x="2845" y="1338"/>
                  </a:cubicBezTo>
                  <a:cubicBezTo>
                    <a:pt x="2838" y="1375"/>
                    <a:pt x="2834" y="1390"/>
                    <a:pt x="2832" y="1390"/>
                  </a:cubicBezTo>
                  <a:cubicBezTo>
                    <a:pt x="2827" y="1390"/>
                    <a:pt x="2836" y="1293"/>
                    <a:pt x="2853" y="1201"/>
                  </a:cubicBezTo>
                  <a:cubicBezTo>
                    <a:pt x="2858" y="1132"/>
                    <a:pt x="2860" y="1097"/>
                    <a:pt x="2861" y="1097"/>
                  </a:cubicBezTo>
                  <a:close/>
                  <a:moveTo>
                    <a:pt x="2205" y="1111"/>
                  </a:moveTo>
                  <a:lnTo>
                    <a:pt x="2262" y="1233"/>
                  </a:lnTo>
                  <a:cubicBezTo>
                    <a:pt x="2286" y="1298"/>
                    <a:pt x="2318" y="1354"/>
                    <a:pt x="2350" y="1419"/>
                  </a:cubicBezTo>
                  <a:lnTo>
                    <a:pt x="2350" y="1419"/>
                  </a:lnTo>
                  <a:cubicBezTo>
                    <a:pt x="2336" y="1399"/>
                    <a:pt x="2319" y="1380"/>
                    <a:pt x="2302" y="1363"/>
                  </a:cubicBezTo>
                  <a:lnTo>
                    <a:pt x="2286" y="1379"/>
                  </a:lnTo>
                  <a:lnTo>
                    <a:pt x="2270" y="1306"/>
                  </a:lnTo>
                  <a:cubicBezTo>
                    <a:pt x="2262" y="1257"/>
                    <a:pt x="2245" y="1217"/>
                    <a:pt x="2221" y="1176"/>
                  </a:cubicBezTo>
                  <a:cubicBezTo>
                    <a:pt x="2221" y="1176"/>
                    <a:pt x="2197" y="1111"/>
                    <a:pt x="2205" y="1111"/>
                  </a:cubicBezTo>
                  <a:close/>
                  <a:moveTo>
                    <a:pt x="2553" y="1428"/>
                  </a:moveTo>
                  <a:cubicBezTo>
                    <a:pt x="2570" y="1492"/>
                    <a:pt x="2570" y="1492"/>
                    <a:pt x="2578" y="1492"/>
                  </a:cubicBezTo>
                  <a:lnTo>
                    <a:pt x="2586" y="1492"/>
                  </a:lnTo>
                  <a:lnTo>
                    <a:pt x="2562" y="1428"/>
                  </a:lnTo>
                  <a:close/>
                  <a:moveTo>
                    <a:pt x="1572" y="1492"/>
                  </a:moveTo>
                  <a:lnTo>
                    <a:pt x="1686" y="1574"/>
                  </a:lnTo>
                  <a:cubicBezTo>
                    <a:pt x="1781" y="1637"/>
                    <a:pt x="1823" y="1663"/>
                    <a:pt x="1820" y="1663"/>
                  </a:cubicBezTo>
                  <a:cubicBezTo>
                    <a:pt x="1818" y="1663"/>
                    <a:pt x="1788" y="1647"/>
                    <a:pt x="1735" y="1622"/>
                  </a:cubicBezTo>
                  <a:cubicBezTo>
                    <a:pt x="1670" y="1590"/>
                    <a:pt x="1613" y="1557"/>
                    <a:pt x="1564" y="1509"/>
                  </a:cubicBezTo>
                  <a:lnTo>
                    <a:pt x="1572" y="1492"/>
                  </a:lnTo>
                  <a:close/>
                  <a:moveTo>
                    <a:pt x="2125" y="1591"/>
                  </a:moveTo>
                  <a:cubicBezTo>
                    <a:pt x="2129" y="1591"/>
                    <a:pt x="2143" y="1599"/>
                    <a:pt x="2164" y="1614"/>
                  </a:cubicBezTo>
                  <a:cubicBezTo>
                    <a:pt x="2213" y="1663"/>
                    <a:pt x="2205" y="1663"/>
                    <a:pt x="2205" y="1671"/>
                  </a:cubicBezTo>
                  <a:cubicBezTo>
                    <a:pt x="2139" y="1615"/>
                    <a:pt x="2117" y="1591"/>
                    <a:pt x="2125" y="1591"/>
                  </a:cubicBezTo>
                  <a:close/>
                  <a:moveTo>
                    <a:pt x="1816" y="1606"/>
                  </a:moveTo>
                  <a:lnTo>
                    <a:pt x="1881" y="1630"/>
                  </a:lnTo>
                  <a:cubicBezTo>
                    <a:pt x="1945" y="1671"/>
                    <a:pt x="1937" y="1671"/>
                    <a:pt x="1937" y="1679"/>
                  </a:cubicBezTo>
                  <a:lnTo>
                    <a:pt x="1872" y="1646"/>
                  </a:lnTo>
                  <a:lnTo>
                    <a:pt x="1816" y="1606"/>
                  </a:lnTo>
                  <a:close/>
                  <a:moveTo>
                    <a:pt x="3762" y="1728"/>
                  </a:moveTo>
                  <a:lnTo>
                    <a:pt x="3762" y="1728"/>
                  </a:lnTo>
                  <a:cubicBezTo>
                    <a:pt x="3705" y="1760"/>
                    <a:pt x="3640" y="1792"/>
                    <a:pt x="3575" y="1809"/>
                  </a:cubicBezTo>
                  <a:cubicBezTo>
                    <a:pt x="3567" y="1801"/>
                    <a:pt x="3567" y="1801"/>
                    <a:pt x="3632" y="1768"/>
                  </a:cubicBezTo>
                  <a:cubicBezTo>
                    <a:pt x="3672" y="1744"/>
                    <a:pt x="3713" y="1736"/>
                    <a:pt x="3762" y="1728"/>
                  </a:cubicBezTo>
                  <a:close/>
                  <a:moveTo>
                    <a:pt x="1491" y="1825"/>
                  </a:moveTo>
                  <a:cubicBezTo>
                    <a:pt x="1540" y="1841"/>
                    <a:pt x="1581" y="1857"/>
                    <a:pt x="1621" y="1873"/>
                  </a:cubicBezTo>
                  <a:lnTo>
                    <a:pt x="1621" y="1882"/>
                  </a:lnTo>
                  <a:cubicBezTo>
                    <a:pt x="1556" y="1865"/>
                    <a:pt x="1491" y="1849"/>
                    <a:pt x="1491" y="1833"/>
                  </a:cubicBezTo>
                  <a:lnTo>
                    <a:pt x="1491" y="1825"/>
                  </a:lnTo>
                  <a:close/>
                  <a:moveTo>
                    <a:pt x="1710" y="1809"/>
                  </a:moveTo>
                  <a:cubicBezTo>
                    <a:pt x="1775" y="1825"/>
                    <a:pt x="1840" y="1857"/>
                    <a:pt x="1905" y="1890"/>
                  </a:cubicBezTo>
                  <a:lnTo>
                    <a:pt x="1905" y="1882"/>
                  </a:lnTo>
                  <a:cubicBezTo>
                    <a:pt x="1932" y="1901"/>
                    <a:pt x="1946" y="1911"/>
                    <a:pt x="1940" y="1911"/>
                  </a:cubicBezTo>
                  <a:cubicBezTo>
                    <a:pt x="1934" y="1911"/>
                    <a:pt x="1904" y="1899"/>
                    <a:pt x="1840" y="1873"/>
                  </a:cubicBezTo>
                  <a:lnTo>
                    <a:pt x="1710" y="1809"/>
                  </a:lnTo>
                  <a:close/>
                  <a:moveTo>
                    <a:pt x="4062" y="1961"/>
                  </a:moveTo>
                  <a:cubicBezTo>
                    <a:pt x="4070" y="1961"/>
                    <a:pt x="4070" y="1963"/>
                    <a:pt x="4037" y="1971"/>
                  </a:cubicBezTo>
                  <a:lnTo>
                    <a:pt x="3972" y="1979"/>
                  </a:lnTo>
                  <a:cubicBezTo>
                    <a:pt x="3930" y="1984"/>
                    <a:pt x="3891" y="1988"/>
                    <a:pt x="3877" y="1988"/>
                  </a:cubicBezTo>
                  <a:cubicBezTo>
                    <a:pt x="3868" y="1988"/>
                    <a:pt x="3872" y="1986"/>
                    <a:pt x="3899" y="1979"/>
                  </a:cubicBezTo>
                  <a:cubicBezTo>
                    <a:pt x="3940" y="1971"/>
                    <a:pt x="3989" y="1963"/>
                    <a:pt x="4037" y="1963"/>
                  </a:cubicBezTo>
                  <a:cubicBezTo>
                    <a:pt x="4037" y="1963"/>
                    <a:pt x="4053" y="1961"/>
                    <a:pt x="4062" y="1961"/>
                  </a:cubicBezTo>
                  <a:close/>
                  <a:moveTo>
                    <a:pt x="1311" y="2007"/>
                  </a:moveTo>
                  <a:cubicBezTo>
                    <a:pt x="1327" y="2007"/>
                    <a:pt x="1370" y="2031"/>
                    <a:pt x="1370" y="2044"/>
                  </a:cubicBezTo>
                  <a:lnTo>
                    <a:pt x="1297" y="2036"/>
                  </a:lnTo>
                  <a:cubicBezTo>
                    <a:pt x="1297" y="2022"/>
                    <a:pt x="1254" y="2009"/>
                    <a:pt x="1277" y="2009"/>
                  </a:cubicBezTo>
                  <a:cubicBezTo>
                    <a:pt x="1283" y="2009"/>
                    <a:pt x="1291" y="2010"/>
                    <a:pt x="1305" y="2011"/>
                  </a:cubicBezTo>
                  <a:cubicBezTo>
                    <a:pt x="1305" y="2008"/>
                    <a:pt x="1307" y="2007"/>
                    <a:pt x="1311" y="2007"/>
                  </a:cubicBezTo>
                  <a:close/>
                  <a:moveTo>
                    <a:pt x="1629" y="2133"/>
                  </a:moveTo>
                  <a:cubicBezTo>
                    <a:pt x="1678" y="2133"/>
                    <a:pt x="1718" y="2141"/>
                    <a:pt x="1767" y="2157"/>
                  </a:cubicBezTo>
                  <a:cubicBezTo>
                    <a:pt x="1796" y="2165"/>
                    <a:pt x="1797" y="2169"/>
                    <a:pt x="1778" y="2169"/>
                  </a:cubicBezTo>
                  <a:cubicBezTo>
                    <a:pt x="1755" y="2169"/>
                    <a:pt x="1701" y="2163"/>
                    <a:pt x="1629" y="2149"/>
                  </a:cubicBezTo>
                  <a:cubicBezTo>
                    <a:pt x="1629" y="2141"/>
                    <a:pt x="1629" y="2141"/>
                    <a:pt x="1629" y="2133"/>
                  </a:cubicBezTo>
                  <a:close/>
                  <a:moveTo>
                    <a:pt x="1759" y="2222"/>
                  </a:moveTo>
                  <a:lnTo>
                    <a:pt x="1751" y="2230"/>
                  </a:lnTo>
                  <a:cubicBezTo>
                    <a:pt x="1751" y="2238"/>
                    <a:pt x="1751" y="2238"/>
                    <a:pt x="1686" y="2238"/>
                  </a:cubicBezTo>
                  <a:lnTo>
                    <a:pt x="1686" y="2230"/>
                  </a:lnTo>
                  <a:lnTo>
                    <a:pt x="1759" y="2222"/>
                  </a:lnTo>
                  <a:close/>
                  <a:moveTo>
                    <a:pt x="3972" y="2344"/>
                  </a:moveTo>
                  <a:cubicBezTo>
                    <a:pt x="3972" y="2344"/>
                    <a:pt x="4045" y="2352"/>
                    <a:pt x="4037" y="2360"/>
                  </a:cubicBezTo>
                  <a:lnTo>
                    <a:pt x="3907" y="2360"/>
                  </a:lnTo>
                  <a:lnTo>
                    <a:pt x="3907" y="2352"/>
                  </a:lnTo>
                  <a:cubicBezTo>
                    <a:pt x="3907" y="2344"/>
                    <a:pt x="3972" y="2344"/>
                    <a:pt x="3972" y="2344"/>
                  </a:cubicBezTo>
                  <a:close/>
                  <a:moveTo>
                    <a:pt x="2419" y="2371"/>
                  </a:moveTo>
                  <a:cubicBezTo>
                    <a:pt x="2413" y="2371"/>
                    <a:pt x="2397" y="2375"/>
                    <a:pt x="2359" y="2384"/>
                  </a:cubicBezTo>
                  <a:lnTo>
                    <a:pt x="2359" y="2392"/>
                  </a:lnTo>
                  <a:cubicBezTo>
                    <a:pt x="2424" y="2384"/>
                    <a:pt x="2424" y="2384"/>
                    <a:pt x="2424" y="2376"/>
                  </a:cubicBezTo>
                  <a:cubicBezTo>
                    <a:pt x="2424" y="2373"/>
                    <a:pt x="2424" y="2371"/>
                    <a:pt x="2419" y="2371"/>
                  </a:cubicBezTo>
                  <a:close/>
                  <a:moveTo>
                    <a:pt x="1475" y="2384"/>
                  </a:moveTo>
                  <a:cubicBezTo>
                    <a:pt x="1548" y="2384"/>
                    <a:pt x="1548" y="2392"/>
                    <a:pt x="1548" y="2392"/>
                  </a:cubicBezTo>
                  <a:cubicBezTo>
                    <a:pt x="1548" y="2400"/>
                    <a:pt x="1548" y="2417"/>
                    <a:pt x="1483" y="2417"/>
                  </a:cubicBezTo>
                  <a:cubicBezTo>
                    <a:pt x="1483" y="2417"/>
                    <a:pt x="1451" y="2420"/>
                    <a:pt x="1429" y="2420"/>
                  </a:cubicBezTo>
                  <a:cubicBezTo>
                    <a:pt x="1418" y="2420"/>
                    <a:pt x="1410" y="2419"/>
                    <a:pt x="1410" y="2417"/>
                  </a:cubicBezTo>
                  <a:cubicBezTo>
                    <a:pt x="1410" y="2400"/>
                    <a:pt x="1475" y="2392"/>
                    <a:pt x="1475" y="2392"/>
                  </a:cubicBezTo>
                  <a:lnTo>
                    <a:pt x="1475" y="2384"/>
                  </a:lnTo>
                  <a:close/>
                  <a:moveTo>
                    <a:pt x="4037" y="2451"/>
                  </a:moveTo>
                  <a:cubicBezTo>
                    <a:pt x="4045" y="2451"/>
                    <a:pt x="4062" y="2453"/>
                    <a:pt x="4094" y="2457"/>
                  </a:cubicBezTo>
                  <a:lnTo>
                    <a:pt x="4094" y="2465"/>
                  </a:lnTo>
                  <a:lnTo>
                    <a:pt x="4029" y="2465"/>
                  </a:lnTo>
                  <a:lnTo>
                    <a:pt x="4029" y="2457"/>
                  </a:lnTo>
                  <a:cubicBezTo>
                    <a:pt x="4029" y="2453"/>
                    <a:pt x="4029" y="2451"/>
                    <a:pt x="4037" y="2451"/>
                  </a:cubicBezTo>
                  <a:close/>
                  <a:moveTo>
                    <a:pt x="4135" y="2491"/>
                  </a:moveTo>
                  <a:cubicBezTo>
                    <a:pt x="4128" y="2491"/>
                    <a:pt x="4130" y="2495"/>
                    <a:pt x="4159" y="2506"/>
                  </a:cubicBezTo>
                  <a:cubicBezTo>
                    <a:pt x="4163" y="2497"/>
                    <a:pt x="4143" y="2491"/>
                    <a:pt x="4135" y="2491"/>
                  </a:cubicBezTo>
                  <a:close/>
                  <a:moveTo>
                    <a:pt x="4021" y="2548"/>
                  </a:moveTo>
                  <a:cubicBezTo>
                    <a:pt x="4029" y="2548"/>
                    <a:pt x="4045" y="2550"/>
                    <a:pt x="4078" y="2555"/>
                  </a:cubicBezTo>
                  <a:lnTo>
                    <a:pt x="4078" y="2563"/>
                  </a:lnTo>
                  <a:lnTo>
                    <a:pt x="4005" y="2563"/>
                  </a:lnTo>
                  <a:lnTo>
                    <a:pt x="4013" y="2555"/>
                  </a:lnTo>
                  <a:cubicBezTo>
                    <a:pt x="4013" y="2550"/>
                    <a:pt x="4013" y="2548"/>
                    <a:pt x="4021" y="2548"/>
                  </a:cubicBezTo>
                  <a:close/>
                  <a:moveTo>
                    <a:pt x="3510" y="2555"/>
                  </a:moveTo>
                  <a:cubicBezTo>
                    <a:pt x="3559" y="2563"/>
                    <a:pt x="3599" y="2579"/>
                    <a:pt x="3640" y="2595"/>
                  </a:cubicBezTo>
                  <a:lnTo>
                    <a:pt x="3575" y="2587"/>
                  </a:lnTo>
                  <a:lnTo>
                    <a:pt x="3510" y="2563"/>
                  </a:lnTo>
                  <a:lnTo>
                    <a:pt x="3510" y="2555"/>
                  </a:lnTo>
                  <a:close/>
                  <a:moveTo>
                    <a:pt x="1552" y="2568"/>
                  </a:moveTo>
                  <a:cubicBezTo>
                    <a:pt x="1559" y="2568"/>
                    <a:pt x="1561" y="2572"/>
                    <a:pt x="1564" y="2579"/>
                  </a:cubicBezTo>
                  <a:cubicBezTo>
                    <a:pt x="1564" y="2595"/>
                    <a:pt x="1499" y="2603"/>
                    <a:pt x="1499" y="2603"/>
                  </a:cubicBezTo>
                  <a:cubicBezTo>
                    <a:pt x="1482" y="2607"/>
                    <a:pt x="1472" y="2609"/>
                    <a:pt x="1468" y="2609"/>
                  </a:cubicBezTo>
                  <a:cubicBezTo>
                    <a:pt x="1454" y="2609"/>
                    <a:pt x="1491" y="2593"/>
                    <a:pt x="1491" y="2587"/>
                  </a:cubicBezTo>
                  <a:cubicBezTo>
                    <a:pt x="1527" y="2574"/>
                    <a:pt x="1543" y="2568"/>
                    <a:pt x="1552" y="2568"/>
                  </a:cubicBezTo>
                  <a:close/>
                  <a:moveTo>
                    <a:pt x="3946" y="2603"/>
                  </a:moveTo>
                  <a:cubicBezTo>
                    <a:pt x="3954" y="2603"/>
                    <a:pt x="3971" y="2606"/>
                    <a:pt x="3997" y="2611"/>
                  </a:cubicBezTo>
                  <a:cubicBezTo>
                    <a:pt x="4062" y="2628"/>
                    <a:pt x="4062" y="2628"/>
                    <a:pt x="4053" y="2636"/>
                  </a:cubicBezTo>
                  <a:cubicBezTo>
                    <a:pt x="4053" y="2643"/>
                    <a:pt x="4053" y="2647"/>
                    <a:pt x="4048" y="2647"/>
                  </a:cubicBezTo>
                  <a:cubicBezTo>
                    <a:pt x="4040" y="2647"/>
                    <a:pt x="4024" y="2641"/>
                    <a:pt x="3989" y="2628"/>
                  </a:cubicBezTo>
                  <a:cubicBezTo>
                    <a:pt x="3947" y="2612"/>
                    <a:pt x="3932" y="2603"/>
                    <a:pt x="3946" y="2603"/>
                  </a:cubicBezTo>
                  <a:close/>
                  <a:moveTo>
                    <a:pt x="4284" y="2638"/>
                  </a:moveTo>
                  <a:cubicBezTo>
                    <a:pt x="4298" y="2642"/>
                    <a:pt x="4316" y="2647"/>
                    <a:pt x="4337" y="2652"/>
                  </a:cubicBezTo>
                  <a:cubicBezTo>
                    <a:pt x="4366" y="2652"/>
                    <a:pt x="4383" y="2653"/>
                    <a:pt x="4383" y="2653"/>
                  </a:cubicBezTo>
                  <a:cubicBezTo>
                    <a:pt x="4384" y="2653"/>
                    <a:pt x="4353" y="2650"/>
                    <a:pt x="4284" y="2638"/>
                  </a:cubicBezTo>
                  <a:close/>
                  <a:moveTo>
                    <a:pt x="3543" y="2652"/>
                  </a:moveTo>
                  <a:cubicBezTo>
                    <a:pt x="3551" y="2652"/>
                    <a:pt x="3551" y="2652"/>
                    <a:pt x="3607" y="2676"/>
                  </a:cubicBezTo>
                  <a:cubicBezTo>
                    <a:pt x="3607" y="2676"/>
                    <a:pt x="3672" y="2700"/>
                    <a:pt x="3672" y="2700"/>
                  </a:cubicBezTo>
                  <a:lnTo>
                    <a:pt x="3607" y="2684"/>
                  </a:lnTo>
                  <a:cubicBezTo>
                    <a:pt x="3543" y="2660"/>
                    <a:pt x="3543" y="2652"/>
                    <a:pt x="3543" y="2652"/>
                  </a:cubicBezTo>
                  <a:close/>
                  <a:moveTo>
                    <a:pt x="1763" y="2687"/>
                  </a:moveTo>
                  <a:cubicBezTo>
                    <a:pt x="1771" y="2687"/>
                    <a:pt x="1745" y="2702"/>
                    <a:pt x="1662" y="2733"/>
                  </a:cubicBezTo>
                  <a:cubicBezTo>
                    <a:pt x="1621" y="2748"/>
                    <a:pt x="1605" y="2754"/>
                    <a:pt x="1600" y="2754"/>
                  </a:cubicBezTo>
                  <a:cubicBezTo>
                    <a:pt x="1597" y="2754"/>
                    <a:pt x="1597" y="2752"/>
                    <a:pt x="1597" y="2749"/>
                  </a:cubicBezTo>
                  <a:cubicBezTo>
                    <a:pt x="1637" y="2725"/>
                    <a:pt x="1678" y="2709"/>
                    <a:pt x="1718" y="2700"/>
                  </a:cubicBezTo>
                  <a:cubicBezTo>
                    <a:pt x="1742" y="2692"/>
                    <a:pt x="1758" y="2687"/>
                    <a:pt x="1763" y="2687"/>
                  </a:cubicBezTo>
                  <a:close/>
                  <a:moveTo>
                    <a:pt x="133" y="2735"/>
                  </a:moveTo>
                  <a:cubicBezTo>
                    <a:pt x="111" y="2735"/>
                    <a:pt x="89" y="2737"/>
                    <a:pt x="64" y="2741"/>
                  </a:cubicBezTo>
                  <a:cubicBezTo>
                    <a:pt x="9" y="2748"/>
                    <a:pt x="1" y="2767"/>
                    <a:pt x="87" y="2767"/>
                  </a:cubicBezTo>
                  <a:cubicBezTo>
                    <a:pt x="102" y="2767"/>
                    <a:pt x="118" y="2766"/>
                    <a:pt x="137" y="2765"/>
                  </a:cubicBezTo>
                  <a:cubicBezTo>
                    <a:pt x="202" y="2757"/>
                    <a:pt x="202" y="2757"/>
                    <a:pt x="202" y="2741"/>
                  </a:cubicBezTo>
                  <a:cubicBezTo>
                    <a:pt x="178" y="2737"/>
                    <a:pt x="156" y="2735"/>
                    <a:pt x="133" y="2735"/>
                  </a:cubicBezTo>
                  <a:close/>
                  <a:moveTo>
                    <a:pt x="1743" y="2765"/>
                  </a:moveTo>
                  <a:lnTo>
                    <a:pt x="1743" y="2773"/>
                  </a:lnTo>
                  <a:cubicBezTo>
                    <a:pt x="1687" y="2795"/>
                    <a:pt x="1636" y="2816"/>
                    <a:pt x="1619" y="2816"/>
                  </a:cubicBezTo>
                  <a:cubicBezTo>
                    <a:pt x="1616" y="2816"/>
                    <a:pt x="1614" y="2815"/>
                    <a:pt x="1613" y="2814"/>
                  </a:cubicBezTo>
                  <a:lnTo>
                    <a:pt x="1678" y="2782"/>
                  </a:lnTo>
                  <a:lnTo>
                    <a:pt x="1743" y="2765"/>
                  </a:lnTo>
                  <a:close/>
                  <a:moveTo>
                    <a:pt x="2481" y="3057"/>
                  </a:moveTo>
                  <a:cubicBezTo>
                    <a:pt x="2464" y="3106"/>
                    <a:pt x="2448" y="3146"/>
                    <a:pt x="2424" y="3187"/>
                  </a:cubicBezTo>
                  <a:lnTo>
                    <a:pt x="2416" y="3179"/>
                  </a:lnTo>
                  <a:cubicBezTo>
                    <a:pt x="2448" y="3122"/>
                    <a:pt x="2472" y="3057"/>
                    <a:pt x="2472" y="3057"/>
                  </a:cubicBezTo>
                  <a:close/>
                  <a:moveTo>
                    <a:pt x="1945" y="3349"/>
                  </a:moveTo>
                  <a:lnTo>
                    <a:pt x="1954" y="3357"/>
                  </a:lnTo>
                  <a:cubicBezTo>
                    <a:pt x="1908" y="3403"/>
                    <a:pt x="1870" y="3455"/>
                    <a:pt x="1858" y="3455"/>
                  </a:cubicBezTo>
                  <a:cubicBezTo>
                    <a:pt x="1857" y="3455"/>
                    <a:pt x="1857" y="3455"/>
                    <a:pt x="1856" y="3455"/>
                  </a:cubicBezTo>
                  <a:lnTo>
                    <a:pt x="1897" y="3390"/>
                  </a:lnTo>
                  <a:lnTo>
                    <a:pt x="1945" y="3349"/>
                  </a:lnTo>
                  <a:close/>
                  <a:moveTo>
                    <a:pt x="3429" y="3349"/>
                  </a:moveTo>
                  <a:cubicBezTo>
                    <a:pt x="3470" y="3406"/>
                    <a:pt x="3502" y="3463"/>
                    <a:pt x="3494" y="3471"/>
                  </a:cubicBezTo>
                  <a:lnTo>
                    <a:pt x="3486" y="3471"/>
                  </a:lnTo>
                  <a:cubicBezTo>
                    <a:pt x="3462" y="3430"/>
                    <a:pt x="3437" y="3390"/>
                    <a:pt x="3421" y="3349"/>
                  </a:cubicBezTo>
                  <a:close/>
                  <a:moveTo>
                    <a:pt x="2164" y="3430"/>
                  </a:moveTo>
                  <a:cubicBezTo>
                    <a:pt x="2172" y="3430"/>
                    <a:pt x="2172" y="3430"/>
                    <a:pt x="2140" y="3495"/>
                  </a:cubicBezTo>
                  <a:cubicBezTo>
                    <a:pt x="2116" y="3536"/>
                    <a:pt x="2091" y="3568"/>
                    <a:pt x="2067" y="3609"/>
                  </a:cubicBezTo>
                  <a:cubicBezTo>
                    <a:pt x="2091" y="3544"/>
                    <a:pt x="2124" y="3487"/>
                    <a:pt x="2164" y="3430"/>
                  </a:cubicBezTo>
                  <a:close/>
                  <a:moveTo>
                    <a:pt x="2440" y="3479"/>
                  </a:moveTo>
                  <a:lnTo>
                    <a:pt x="2448" y="3487"/>
                  </a:lnTo>
                  <a:cubicBezTo>
                    <a:pt x="2433" y="3548"/>
                    <a:pt x="2410" y="3609"/>
                    <a:pt x="2401" y="3609"/>
                  </a:cubicBezTo>
                  <a:cubicBezTo>
                    <a:pt x="2400" y="3609"/>
                    <a:pt x="2400" y="3609"/>
                    <a:pt x="2399" y="3609"/>
                  </a:cubicBezTo>
                  <a:lnTo>
                    <a:pt x="2408" y="3544"/>
                  </a:lnTo>
                  <a:lnTo>
                    <a:pt x="2440" y="3479"/>
                  </a:lnTo>
                  <a:close/>
                  <a:moveTo>
                    <a:pt x="3111" y="3532"/>
                  </a:moveTo>
                  <a:cubicBezTo>
                    <a:pt x="3122" y="3532"/>
                    <a:pt x="3123" y="3544"/>
                    <a:pt x="3129" y="3592"/>
                  </a:cubicBezTo>
                  <a:cubicBezTo>
                    <a:pt x="3145" y="3665"/>
                    <a:pt x="3129" y="3665"/>
                    <a:pt x="3121" y="3673"/>
                  </a:cubicBezTo>
                  <a:cubicBezTo>
                    <a:pt x="3097" y="3625"/>
                    <a:pt x="3089" y="3584"/>
                    <a:pt x="3097" y="3536"/>
                  </a:cubicBezTo>
                  <a:cubicBezTo>
                    <a:pt x="3103" y="3533"/>
                    <a:pt x="3108" y="3532"/>
                    <a:pt x="3111" y="3532"/>
                  </a:cubicBezTo>
                  <a:close/>
                  <a:moveTo>
                    <a:pt x="2886" y="520"/>
                  </a:moveTo>
                  <a:cubicBezTo>
                    <a:pt x="2870" y="520"/>
                    <a:pt x="2870" y="584"/>
                    <a:pt x="2870" y="649"/>
                  </a:cubicBezTo>
                  <a:lnTo>
                    <a:pt x="2845" y="649"/>
                  </a:lnTo>
                  <a:cubicBezTo>
                    <a:pt x="2845" y="649"/>
                    <a:pt x="2829" y="649"/>
                    <a:pt x="2829" y="714"/>
                  </a:cubicBezTo>
                  <a:cubicBezTo>
                    <a:pt x="2829" y="774"/>
                    <a:pt x="2818" y="779"/>
                    <a:pt x="2810" y="779"/>
                  </a:cubicBezTo>
                  <a:cubicBezTo>
                    <a:pt x="2808" y="779"/>
                    <a:pt x="2806" y="779"/>
                    <a:pt x="2805" y="779"/>
                  </a:cubicBezTo>
                  <a:cubicBezTo>
                    <a:pt x="2805" y="760"/>
                    <a:pt x="2804" y="752"/>
                    <a:pt x="2803" y="752"/>
                  </a:cubicBezTo>
                  <a:lnTo>
                    <a:pt x="2803" y="752"/>
                  </a:lnTo>
                  <a:cubicBezTo>
                    <a:pt x="2801" y="752"/>
                    <a:pt x="2799" y="800"/>
                    <a:pt x="2805" y="852"/>
                  </a:cubicBezTo>
                  <a:cubicBezTo>
                    <a:pt x="2805" y="917"/>
                    <a:pt x="2805" y="982"/>
                    <a:pt x="2797" y="982"/>
                  </a:cubicBezTo>
                  <a:lnTo>
                    <a:pt x="2797" y="1119"/>
                  </a:lnTo>
                  <a:cubicBezTo>
                    <a:pt x="2789" y="1209"/>
                    <a:pt x="2797" y="1306"/>
                    <a:pt x="2805" y="1395"/>
                  </a:cubicBezTo>
                  <a:cubicBezTo>
                    <a:pt x="2824" y="1438"/>
                    <a:pt x="2835" y="1481"/>
                    <a:pt x="2842" y="1481"/>
                  </a:cubicBezTo>
                  <a:cubicBezTo>
                    <a:pt x="2847" y="1481"/>
                    <a:pt x="2850" y="1460"/>
                    <a:pt x="2853" y="1403"/>
                  </a:cubicBezTo>
                  <a:cubicBezTo>
                    <a:pt x="2853" y="1403"/>
                    <a:pt x="2870" y="1338"/>
                    <a:pt x="2878" y="1338"/>
                  </a:cubicBezTo>
                  <a:cubicBezTo>
                    <a:pt x="2886" y="1338"/>
                    <a:pt x="2886" y="1411"/>
                    <a:pt x="2886" y="1411"/>
                  </a:cubicBezTo>
                  <a:cubicBezTo>
                    <a:pt x="2878" y="1476"/>
                    <a:pt x="2902" y="1484"/>
                    <a:pt x="2935" y="1492"/>
                  </a:cubicBezTo>
                  <a:cubicBezTo>
                    <a:pt x="2975" y="1492"/>
                    <a:pt x="2999" y="1492"/>
                    <a:pt x="2983" y="1565"/>
                  </a:cubicBezTo>
                  <a:cubicBezTo>
                    <a:pt x="2975" y="1638"/>
                    <a:pt x="2975" y="1638"/>
                    <a:pt x="2975" y="1638"/>
                  </a:cubicBezTo>
                  <a:cubicBezTo>
                    <a:pt x="2985" y="1600"/>
                    <a:pt x="2997" y="1590"/>
                    <a:pt x="3013" y="1590"/>
                  </a:cubicBezTo>
                  <a:cubicBezTo>
                    <a:pt x="3023" y="1590"/>
                    <a:pt x="3035" y="1595"/>
                    <a:pt x="3048" y="1598"/>
                  </a:cubicBezTo>
                  <a:cubicBezTo>
                    <a:pt x="3061" y="1604"/>
                    <a:pt x="3075" y="1610"/>
                    <a:pt x="3087" y="1610"/>
                  </a:cubicBezTo>
                  <a:cubicBezTo>
                    <a:pt x="3106" y="1610"/>
                    <a:pt x="3123" y="1599"/>
                    <a:pt x="3137" y="1565"/>
                  </a:cubicBezTo>
                  <a:lnTo>
                    <a:pt x="3145" y="1565"/>
                  </a:lnTo>
                  <a:cubicBezTo>
                    <a:pt x="3121" y="1630"/>
                    <a:pt x="3121" y="1638"/>
                    <a:pt x="3129" y="1638"/>
                  </a:cubicBezTo>
                  <a:cubicBezTo>
                    <a:pt x="3160" y="1602"/>
                    <a:pt x="3172" y="1597"/>
                    <a:pt x="3176" y="1597"/>
                  </a:cubicBezTo>
                  <a:cubicBezTo>
                    <a:pt x="3177" y="1597"/>
                    <a:pt x="3178" y="1598"/>
                    <a:pt x="3178" y="1598"/>
                  </a:cubicBezTo>
                  <a:cubicBezTo>
                    <a:pt x="3145" y="1655"/>
                    <a:pt x="3145" y="1655"/>
                    <a:pt x="3153" y="1663"/>
                  </a:cubicBezTo>
                  <a:cubicBezTo>
                    <a:pt x="3155" y="1663"/>
                    <a:pt x="3157" y="1663"/>
                    <a:pt x="3158" y="1663"/>
                  </a:cubicBezTo>
                  <a:cubicBezTo>
                    <a:pt x="3164" y="1663"/>
                    <a:pt x="3171" y="1658"/>
                    <a:pt x="3202" y="1614"/>
                  </a:cubicBezTo>
                  <a:cubicBezTo>
                    <a:pt x="3202" y="1614"/>
                    <a:pt x="3235" y="1622"/>
                    <a:pt x="3202" y="1695"/>
                  </a:cubicBezTo>
                  <a:cubicBezTo>
                    <a:pt x="3189" y="1713"/>
                    <a:pt x="3184" y="1721"/>
                    <a:pt x="3186" y="1721"/>
                  </a:cubicBezTo>
                  <a:cubicBezTo>
                    <a:pt x="3188" y="1721"/>
                    <a:pt x="3218" y="1688"/>
                    <a:pt x="3251" y="1655"/>
                  </a:cubicBezTo>
                  <a:cubicBezTo>
                    <a:pt x="3275" y="1614"/>
                    <a:pt x="3308" y="1582"/>
                    <a:pt x="3340" y="1557"/>
                  </a:cubicBezTo>
                  <a:lnTo>
                    <a:pt x="3340" y="1557"/>
                  </a:lnTo>
                  <a:cubicBezTo>
                    <a:pt x="3340" y="1557"/>
                    <a:pt x="3299" y="1606"/>
                    <a:pt x="3251" y="1663"/>
                  </a:cubicBezTo>
                  <a:cubicBezTo>
                    <a:pt x="3210" y="1711"/>
                    <a:pt x="3210" y="1711"/>
                    <a:pt x="3210" y="1711"/>
                  </a:cubicBezTo>
                  <a:lnTo>
                    <a:pt x="3218" y="1719"/>
                  </a:lnTo>
                  <a:cubicBezTo>
                    <a:pt x="3241" y="1696"/>
                    <a:pt x="3255" y="1688"/>
                    <a:pt x="3266" y="1688"/>
                  </a:cubicBezTo>
                  <a:cubicBezTo>
                    <a:pt x="3278" y="1688"/>
                    <a:pt x="3287" y="1699"/>
                    <a:pt x="3299" y="1711"/>
                  </a:cubicBezTo>
                  <a:cubicBezTo>
                    <a:pt x="3319" y="1731"/>
                    <a:pt x="3326" y="1747"/>
                    <a:pt x="3341" y="1747"/>
                  </a:cubicBezTo>
                  <a:cubicBezTo>
                    <a:pt x="3352" y="1747"/>
                    <a:pt x="3365" y="1739"/>
                    <a:pt x="3389" y="1719"/>
                  </a:cubicBezTo>
                  <a:cubicBezTo>
                    <a:pt x="3409" y="1703"/>
                    <a:pt x="3422" y="1694"/>
                    <a:pt x="3427" y="1694"/>
                  </a:cubicBezTo>
                  <a:cubicBezTo>
                    <a:pt x="3434" y="1694"/>
                    <a:pt x="3425" y="1711"/>
                    <a:pt x="3397" y="1744"/>
                  </a:cubicBezTo>
                  <a:cubicBezTo>
                    <a:pt x="3293" y="1837"/>
                    <a:pt x="3259" y="1863"/>
                    <a:pt x="3265" y="1863"/>
                  </a:cubicBezTo>
                  <a:cubicBezTo>
                    <a:pt x="3268" y="1863"/>
                    <a:pt x="3281" y="1857"/>
                    <a:pt x="3299" y="1849"/>
                  </a:cubicBezTo>
                  <a:cubicBezTo>
                    <a:pt x="3340" y="1817"/>
                    <a:pt x="3372" y="1792"/>
                    <a:pt x="3413" y="1768"/>
                  </a:cubicBezTo>
                  <a:cubicBezTo>
                    <a:pt x="3467" y="1734"/>
                    <a:pt x="3497" y="1717"/>
                    <a:pt x="3501" y="1717"/>
                  </a:cubicBezTo>
                  <a:lnTo>
                    <a:pt x="3501" y="1717"/>
                  </a:lnTo>
                  <a:cubicBezTo>
                    <a:pt x="3507" y="1717"/>
                    <a:pt x="3481" y="1738"/>
                    <a:pt x="3421" y="1776"/>
                  </a:cubicBezTo>
                  <a:cubicBezTo>
                    <a:pt x="3342" y="1827"/>
                    <a:pt x="3357" y="1862"/>
                    <a:pt x="3418" y="1862"/>
                  </a:cubicBezTo>
                  <a:cubicBezTo>
                    <a:pt x="3435" y="1862"/>
                    <a:pt x="3456" y="1860"/>
                    <a:pt x="3479" y="1854"/>
                  </a:cubicBezTo>
                  <a:lnTo>
                    <a:pt x="3479" y="1854"/>
                  </a:lnTo>
                  <a:cubicBezTo>
                    <a:pt x="3471" y="1857"/>
                    <a:pt x="3462" y="1861"/>
                    <a:pt x="3453" y="1865"/>
                  </a:cubicBezTo>
                  <a:cubicBezTo>
                    <a:pt x="3389" y="1898"/>
                    <a:pt x="3397" y="1906"/>
                    <a:pt x="3405" y="1922"/>
                  </a:cubicBezTo>
                  <a:lnTo>
                    <a:pt x="3405" y="1938"/>
                  </a:lnTo>
                  <a:cubicBezTo>
                    <a:pt x="3442" y="1925"/>
                    <a:pt x="3464" y="1919"/>
                    <a:pt x="3476" y="1919"/>
                  </a:cubicBezTo>
                  <a:cubicBezTo>
                    <a:pt x="3506" y="1919"/>
                    <a:pt x="3468" y="1953"/>
                    <a:pt x="3421" y="1971"/>
                  </a:cubicBezTo>
                  <a:cubicBezTo>
                    <a:pt x="3356" y="1995"/>
                    <a:pt x="3356" y="1995"/>
                    <a:pt x="3356" y="2003"/>
                  </a:cubicBezTo>
                  <a:cubicBezTo>
                    <a:pt x="3374" y="2001"/>
                    <a:pt x="3389" y="2000"/>
                    <a:pt x="3400" y="2000"/>
                  </a:cubicBezTo>
                  <a:cubicBezTo>
                    <a:pt x="3470" y="2000"/>
                    <a:pt x="3420" y="2038"/>
                    <a:pt x="3364" y="2052"/>
                  </a:cubicBezTo>
                  <a:lnTo>
                    <a:pt x="3364" y="2060"/>
                  </a:lnTo>
                  <a:cubicBezTo>
                    <a:pt x="3383" y="2058"/>
                    <a:pt x="3397" y="2057"/>
                    <a:pt x="3406" y="2057"/>
                  </a:cubicBezTo>
                  <a:cubicBezTo>
                    <a:pt x="3429" y="2057"/>
                    <a:pt x="3429" y="2062"/>
                    <a:pt x="3429" y="2068"/>
                  </a:cubicBezTo>
                  <a:cubicBezTo>
                    <a:pt x="3434" y="2078"/>
                    <a:pt x="3436" y="2085"/>
                    <a:pt x="3452" y="2085"/>
                  </a:cubicBezTo>
                  <a:cubicBezTo>
                    <a:pt x="3462" y="2085"/>
                    <a:pt x="3477" y="2082"/>
                    <a:pt x="3502" y="2076"/>
                  </a:cubicBezTo>
                  <a:cubicBezTo>
                    <a:pt x="3551" y="2060"/>
                    <a:pt x="3591" y="2052"/>
                    <a:pt x="3640" y="2052"/>
                  </a:cubicBezTo>
                  <a:lnTo>
                    <a:pt x="3575" y="2068"/>
                  </a:lnTo>
                  <a:cubicBezTo>
                    <a:pt x="3502" y="2084"/>
                    <a:pt x="3510" y="2101"/>
                    <a:pt x="3510" y="2125"/>
                  </a:cubicBezTo>
                  <a:cubicBezTo>
                    <a:pt x="3510" y="2157"/>
                    <a:pt x="3510" y="2173"/>
                    <a:pt x="3437" y="2182"/>
                  </a:cubicBezTo>
                  <a:lnTo>
                    <a:pt x="3510" y="2182"/>
                  </a:lnTo>
                  <a:cubicBezTo>
                    <a:pt x="3575" y="2182"/>
                    <a:pt x="3575" y="2190"/>
                    <a:pt x="3510" y="2198"/>
                  </a:cubicBezTo>
                  <a:cubicBezTo>
                    <a:pt x="3437" y="2206"/>
                    <a:pt x="3437" y="2230"/>
                    <a:pt x="3510" y="2246"/>
                  </a:cubicBezTo>
                  <a:cubicBezTo>
                    <a:pt x="3510" y="2246"/>
                    <a:pt x="3510" y="2255"/>
                    <a:pt x="3510" y="2255"/>
                  </a:cubicBezTo>
                  <a:cubicBezTo>
                    <a:pt x="3372" y="2263"/>
                    <a:pt x="3372" y="2279"/>
                    <a:pt x="3510" y="2287"/>
                  </a:cubicBezTo>
                  <a:cubicBezTo>
                    <a:pt x="3437" y="2287"/>
                    <a:pt x="3437" y="2295"/>
                    <a:pt x="3437" y="2295"/>
                  </a:cubicBezTo>
                  <a:cubicBezTo>
                    <a:pt x="3495" y="2310"/>
                    <a:pt x="3495" y="2337"/>
                    <a:pt x="3448" y="2337"/>
                  </a:cubicBezTo>
                  <a:cubicBezTo>
                    <a:pt x="3442" y="2337"/>
                    <a:pt x="3436" y="2337"/>
                    <a:pt x="3429" y="2336"/>
                  </a:cubicBezTo>
                  <a:lnTo>
                    <a:pt x="3429" y="2344"/>
                  </a:lnTo>
                  <a:cubicBezTo>
                    <a:pt x="3494" y="2352"/>
                    <a:pt x="3494" y="2360"/>
                    <a:pt x="3494" y="2368"/>
                  </a:cubicBezTo>
                  <a:cubicBezTo>
                    <a:pt x="3494" y="2368"/>
                    <a:pt x="3494" y="2376"/>
                    <a:pt x="3559" y="2392"/>
                  </a:cubicBezTo>
                  <a:cubicBezTo>
                    <a:pt x="3624" y="2409"/>
                    <a:pt x="3624" y="2417"/>
                    <a:pt x="3624" y="2417"/>
                  </a:cubicBezTo>
                  <a:cubicBezTo>
                    <a:pt x="3575" y="2409"/>
                    <a:pt x="3535" y="2400"/>
                    <a:pt x="3486" y="2392"/>
                  </a:cubicBezTo>
                  <a:cubicBezTo>
                    <a:pt x="3465" y="2385"/>
                    <a:pt x="3451" y="2381"/>
                    <a:pt x="3446" y="2381"/>
                  </a:cubicBezTo>
                  <a:cubicBezTo>
                    <a:pt x="3434" y="2381"/>
                    <a:pt x="3463" y="2397"/>
                    <a:pt x="3551" y="2425"/>
                  </a:cubicBezTo>
                  <a:cubicBezTo>
                    <a:pt x="3623" y="2446"/>
                    <a:pt x="3658" y="2456"/>
                    <a:pt x="3654" y="2456"/>
                  </a:cubicBezTo>
                  <a:cubicBezTo>
                    <a:pt x="3650" y="2456"/>
                    <a:pt x="3616" y="2448"/>
                    <a:pt x="3551" y="2433"/>
                  </a:cubicBezTo>
                  <a:cubicBezTo>
                    <a:pt x="3510" y="2423"/>
                    <a:pt x="3469" y="2412"/>
                    <a:pt x="3460" y="2412"/>
                  </a:cubicBezTo>
                  <a:cubicBezTo>
                    <a:pt x="3456" y="2412"/>
                    <a:pt x="3462" y="2416"/>
                    <a:pt x="3486" y="2425"/>
                  </a:cubicBezTo>
                  <a:cubicBezTo>
                    <a:pt x="3486" y="2425"/>
                    <a:pt x="3486" y="2433"/>
                    <a:pt x="3551" y="2449"/>
                  </a:cubicBezTo>
                  <a:lnTo>
                    <a:pt x="3543" y="2465"/>
                  </a:lnTo>
                  <a:cubicBezTo>
                    <a:pt x="3470" y="2465"/>
                    <a:pt x="3470" y="2473"/>
                    <a:pt x="3470" y="2473"/>
                  </a:cubicBezTo>
                  <a:cubicBezTo>
                    <a:pt x="3511" y="2489"/>
                    <a:pt x="3526" y="2495"/>
                    <a:pt x="3513" y="2495"/>
                  </a:cubicBezTo>
                  <a:cubicBezTo>
                    <a:pt x="3505" y="2495"/>
                    <a:pt x="3488" y="2493"/>
                    <a:pt x="3462" y="2490"/>
                  </a:cubicBezTo>
                  <a:cubicBezTo>
                    <a:pt x="3439" y="2484"/>
                    <a:pt x="3424" y="2481"/>
                    <a:pt x="3420" y="2481"/>
                  </a:cubicBezTo>
                  <a:cubicBezTo>
                    <a:pt x="3413" y="2481"/>
                    <a:pt x="3443" y="2490"/>
                    <a:pt x="3526" y="2506"/>
                  </a:cubicBezTo>
                  <a:cubicBezTo>
                    <a:pt x="3575" y="2524"/>
                    <a:pt x="3587" y="2533"/>
                    <a:pt x="3559" y="2533"/>
                  </a:cubicBezTo>
                  <a:cubicBezTo>
                    <a:pt x="3550" y="2533"/>
                    <a:pt x="3537" y="2532"/>
                    <a:pt x="3518" y="2530"/>
                  </a:cubicBezTo>
                  <a:cubicBezTo>
                    <a:pt x="3491" y="2523"/>
                    <a:pt x="3470" y="2518"/>
                    <a:pt x="3453" y="2514"/>
                  </a:cubicBezTo>
                  <a:lnTo>
                    <a:pt x="3453" y="2514"/>
                  </a:lnTo>
                  <a:cubicBezTo>
                    <a:pt x="3518" y="2538"/>
                    <a:pt x="3518" y="2546"/>
                    <a:pt x="3518" y="2546"/>
                  </a:cubicBezTo>
                  <a:cubicBezTo>
                    <a:pt x="3510" y="2544"/>
                    <a:pt x="3502" y="2544"/>
                    <a:pt x="3495" y="2544"/>
                  </a:cubicBezTo>
                  <a:cubicBezTo>
                    <a:pt x="3443" y="2544"/>
                    <a:pt x="3433" y="2592"/>
                    <a:pt x="3405" y="2628"/>
                  </a:cubicBezTo>
                  <a:cubicBezTo>
                    <a:pt x="3445" y="2652"/>
                    <a:pt x="3486" y="2676"/>
                    <a:pt x="3526" y="2692"/>
                  </a:cubicBezTo>
                  <a:cubicBezTo>
                    <a:pt x="3437" y="2659"/>
                    <a:pt x="3388" y="2642"/>
                    <a:pt x="3381" y="2642"/>
                  </a:cubicBezTo>
                  <a:cubicBezTo>
                    <a:pt x="3371" y="2642"/>
                    <a:pt x="3418" y="2665"/>
                    <a:pt x="3518" y="2709"/>
                  </a:cubicBezTo>
                  <a:cubicBezTo>
                    <a:pt x="3488" y="2701"/>
                    <a:pt x="3472" y="2695"/>
                    <a:pt x="3469" y="2695"/>
                  </a:cubicBezTo>
                  <a:lnTo>
                    <a:pt x="3469" y="2695"/>
                  </a:lnTo>
                  <a:cubicBezTo>
                    <a:pt x="3466" y="2695"/>
                    <a:pt x="3480" y="2703"/>
                    <a:pt x="3510" y="2725"/>
                  </a:cubicBezTo>
                  <a:cubicBezTo>
                    <a:pt x="3541" y="2742"/>
                    <a:pt x="3555" y="2750"/>
                    <a:pt x="3551" y="2750"/>
                  </a:cubicBezTo>
                  <a:cubicBezTo>
                    <a:pt x="3548" y="2750"/>
                    <a:pt x="3532" y="2744"/>
                    <a:pt x="3502" y="2733"/>
                  </a:cubicBezTo>
                  <a:cubicBezTo>
                    <a:pt x="3462" y="2716"/>
                    <a:pt x="3419" y="2695"/>
                    <a:pt x="3415" y="2695"/>
                  </a:cubicBezTo>
                  <a:lnTo>
                    <a:pt x="3415" y="2695"/>
                  </a:lnTo>
                  <a:cubicBezTo>
                    <a:pt x="3414" y="2695"/>
                    <a:pt x="3420" y="2699"/>
                    <a:pt x="3437" y="2709"/>
                  </a:cubicBezTo>
                  <a:cubicBezTo>
                    <a:pt x="3437" y="2709"/>
                    <a:pt x="3437" y="2710"/>
                    <a:pt x="3433" y="2710"/>
                  </a:cubicBezTo>
                  <a:cubicBezTo>
                    <a:pt x="3427" y="2710"/>
                    <a:pt x="3411" y="2707"/>
                    <a:pt x="3372" y="2692"/>
                  </a:cubicBezTo>
                  <a:cubicBezTo>
                    <a:pt x="3356" y="2684"/>
                    <a:pt x="3348" y="2681"/>
                    <a:pt x="3346" y="2681"/>
                  </a:cubicBezTo>
                  <a:lnTo>
                    <a:pt x="3346" y="2681"/>
                  </a:lnTo>
                  <a:cubicBezTo>
                    <a:pt x="3340" y="2681"/>
                    <a:pt x="3387" y="2711"/>
                    <a:pt x="3429" y="2741"/>
                  </a:cubicBezTo>
                  <a:cubicBezTo>
                    <a:pt x="3483" y="2783"/>
                    <a:pt x="3507" y="2803"/>
                    <a:pt x="3503" y="2803"/>
                  </a:cubicBezTo>
                  <a:cubicBezTo>
                    <a:pt x="3498" y="2803"/>
                    <a:pt x="3468" y="2785"/>
                    <a:pt x="3413" y="2749"/>
                  </a:cubicBezTo>
                  <a:cubicBezTo>
                    <a:pt x="3374" y="2724"/>
                    <a:pt x="3353" y="2713"/>
                    <a:pt x="3347" y="2713"/>
                  </a:cubicBezTo>
                  <a:cubicBezTo>
                    <a:pt x="3336" y="2713"/>
                    <a:pt x="3379" y="2753"/>
                    <a:pt x="3453" y="2806"/>
                  </a:cubicBezTo>
                  <a:cubicBezTo>
                    <a:pt x="3477" y="2823"/>
                    <a:pt x="3496" y="2836"/>
                    <a:pt x="3510" y="2846"/>
                  </a:cubicBezTo>
                  <a:lnTo>
                    <a:pt x="3510" y="2846"/>
                  </a:lnTo>
                  <a:cubicBezTo>
                    <a:pt x="3453" y="2814"/>
                    <a:pt x="3445" y="2814"/>
                    <a:pt x="3445" y="2814"/>
                  </a:cubicBezTo>
                  <a:cubicBezTo>
                    <a:pt x="3445" y="2817"/>
                    <a:pt x="3444" y="2818"/>
                    <a:pt x="3441" y="2818"/>
                  </a:cubicBezTo>
                  <a:cubicBezTo>
                    <a:pt x="3435" y="2818"/>
                    <a:pt x="3418" y="2811"/>
                    <a:pt x="3380" y="2790"/>
                  </a:cubicBezTo>
                  <a:lnTo>
                    <a:pt x="3380" y="2790"/>
                  </a:lnTo>
                  <a:cubicBezTo>
                    <a:pt x="3380" y="2790"/>
                    <a:pt x="3381" y="2790"/>
                    <a:pt x="3429" y="2838"/>
                  </a:cubicBezTo>
                  <a:cubicBezTo>
                    <a:pt x="3472" y="2878"/>
                    <a:pt x="3483" y="2895"/>
                    <a:pt x="3473" y="2895"/>
                  </a:cubicBezTo>
                  <a:cubicBezTo>
                    <a:pt x="3460" y="2895"/>
                    <a:pt x="3411" y="2867"/>
                    <a:pt x="3348" y="2822"/>
                  </a:cubicBezTo>
                  <a:lnTo>
                    <a:pt x="3348" y="2822"/>
                  </a:lnTo>
                  <a:lnTo>
                    <a:pt x="3397" y="2879"/>
                  </a:lnTo>
                  <a:cubicBezTo>
                    <a:pt x="3463" y="2935"/>
                    <a:pt x="3507" y="2975"/>
                    <a:pt x="3504" y="2975"/>
                  </a:cubicBezTo>
                  <a:cubicBezTo>
                    <a:pt x="3502" y="2975"/>
                    <a:pt x="3485" y="2961"/>
                    <a:pt x="3445" y="2927"/>
                  </a:cubicBezTo>
                  <a:lnTo>
                    <a:pt x="3389" y="2887"/>
                  </a:lnTo>
                  <a:lnTo>
                    <a:pt x="3389" y="2887"/>
                  </a:lnTo>
                  <a:cubicBezTo>
                    <a:pt x="3433" y="2928"/>
                    <a:pt x="3444" y="2946"/>
                    <a:pt x="3435" y="2946"/>
                  </a:cubicBezTo>
                  <a:cubicBezTo>
                    <a:pt x="3423" y="2946"/>
                    <a:pt x="3372" y="2911"/>
                    <a:pt x="3316" y="2855"/>
                  </a:cubicBezTo>
                  <a:cubicBezTo>
                    <a:pt x="3281" y="2820"/>
                    <a:pt x="3271" y="2810"/>
                    <a:pt x="3268" y="2810"/>
                  </a:cubicBezTo>
                  <a:cubicBezTo>
                    <a:pt x="3267" y="2810"/>
                    <a:pt x="3267" y="2812"/>
                    <a:pt x="3267" y="2814"/>
                  </a:cubicBezTo>
                  <a:lnTo>
                    <a:pt x="3316" y="2863"/>
                  </a:lnTo>
                  <a:cubicBezTo>
                    <a:pt x="3348" y="2887"/>
                    <a:pt x="3380" y="2919"/>
                    <a:pt x="3405" y="2952"/>
                  </a:cubicBezTo>
                  <a:cubicBezTo>
                    <a:pt x="3405" y="2954"/>
                    <a:pt x="3404" y="2956"/>
                    <a:pt x="3402" y="2956"/>
                  </a:cubicBezTo>
                  <a:cubicBezTo>
                    <a:pt x="3397" y="2956"/>
                    <a:pt x="3383" y="2946"/>
                    <a:pt x="3348" y="2911"/>
                  </a:cubicBezTo>
                  <a:cubicBezTo>
                    <a:pt x="3314" y="2883"/>
                    <a:pt x="3276" y="2850"/>
                    <a:pt x="3273" y="2850"/>
                  </a:cubicBezTo>
                  <a:lnTo>
                    <a:pt x="3273" y="2850"/>
                  </a:lnTo>
                  <a:cubicBezTo>
                    <a:pt x="3272" y="2850"/>
                    <a:pt x="3277" y="2856"/>
                    <a:pt x="3291" y="2871"/>
                  </a:cubicBezTo>
                  <a:cubicBezTo>
                    <a:pt x="3291" y="2871"/>
                    <a:pt x="3291" y="2871"/>
                    <a:pt x="3291" y="2871"/>
                  </a:cubicBezTo>
                  <a:cubicBezTo>
                    <a:pt x="3288" y="2871"/>
                    <a:pt x="3279" y="2867"/>
                    <a:pt x="3243" y="2830"/>
                  </a:cubicBezTo>
                  <a:lnTo>
                    <a:pt x="3226" y="2838"/>
                  </a:lnTo>
                  <a:cubicBezTo>
                    <a:pt x="3248" y="2869"/>
                    <a:pt x="3256" y="2885"/>
                    <a:pt x="3252" y="2885"/>
                  </a:cubicBezTo>
                  <a:cubicBezTo>
                    <a:pt x="3249" y="2885"/>
                    <a:pt x="3237" y="2873"/>
                    <a:pt x="3218" y="2846"/>
                  </a:cubicBezTo>
                  <a:lnTo>
                    <a:pt x="3218" y="2846"/>
                  </a:lnTo>
                  <a:cubicBezTo>
                    <a:pt x="3218" y="2846"/>
                    <a:pt x="3210" y="2855"/>
                    <a:pt x="3251" y="2911"/>
                  </a:cubicBezTo>
                  <a:cubicBezTo>
                    <a:pt x="3249" y="2914"/>
                    <a:pt x="3247" y="2915"/>
                    <a:pt x="3245" y="2915"/>
                  </a:cubicBezTo>
                  <a:cubicBezTo>
                    <a:pt x="3240" y="2915"/>
                    <a:pt x="3232" y="2904"/>
                    <a:pt x="3202" y="2863"/>
                  </a:cubicBezTo>
                  <a:cubicBezTo>
                    <a:pt x="3179" y="2839"/>
                    <a:pt x="3168" y="2827"/>
                    <a:pt x="3168" y="2827"/>
                  </a:cubicBezTo>
                  <a:lnTo>
                    <a:pt x="3168" y="2827"/>
                  </a:lnTo>
                  <a:cubicBezTo>
                    <a:pt x="3167" y="2827"/>
                    <a:pt x="3177" y="2841"/>
                    <a:pt x="3194" y="2871"/>
                  </a:cubicBezTo>
                  <a:cubicBezTo>
                    <a:pt x="3235" y="2919"/>
                    <a:pt x="3226" y="2919"/>
                    <a:pt x="3226" y="2927"/>
                  </a:cubicBezTo>
                  <a:lnTo>
                    <a:pt x="3218" y="2927"/>
                  </a:lnTo>
                  <a:cubicBezTo>
                    <a:pt x="3259" y="2984"/>
                    <a:pt x="3259" y="2984"/>
                    <a:pt x="3251" y="2984"/>
                  </a:cubicBezTo>
                  <a:cubicBezTo>
                    <a:pt x="3243" y="2984"/>
                    <a:pt x="3194" y="2936"/>
                    <a:pt x="3186" y="2936"/>
                  </a:cubicBezTo>
                  <a:lnTo>
                    <a:pt x="3186" y="2936"/>
                  </a:lnTo>
                  <a:cubicBezTo>
                    <a:pt x="3178" y="2944"/>
                    <a:pt x="3178" y="2944"/>
                    <a:pt x="3218" y="3000"/>
                  </a:cubicBezTo>
                  <a:cubicBezTo>
                    <a:pt x="3218" y="3000"/>
                    <a:pt x="3236" y="3026"/>
                    <a:pt x="3234" y="3026"/>
                  </a:cubicBezTo>
                  <a:cubicBezTo>
                    <a:pt x="3233" y="3026"/>
                    <a:pt x="3226" y="3019"/>
                    <a:pt x="3210" y="3000"/>
                  </a:cubicBezTo>
                  <a:cubicBezTo>
                    <a:pt x="3203" y="3000"/>
                    <a:pt x="3168" y="2959"/>
                    <a:pt x="3149" y="2959"/>
                  </a:cubicBezTo>
                  <a:cubicBezTo>
                    <a:pt x="3148" y="2959"/>
                    <a:pt x="3147" y="2959"/>
                    <a:pt x="3145" y="2960"/>
                  </a:cubicBezTo>
                  <a:cubicBezTo>
                    <a:pt x="3129" y="2968"/>
                    <a:pt x="3129" y="2968"/>
                    <a:pt x="3162" y="3025"/>
                  </a:cubicBezTo>
                  <a:cubicBezTo>
                    <a:pt x="3195" y="3088"/>
                    <a:pt x="3209" y="3120"/>
                    <a:pt x="3206" y="3120"/>
                  </a:cubicBezTo>
                  <a:cubicBezTo>
                    <a:pt x="3203" y="3120"/>
                    <a:pt x="3185" y="3092"/>
                    <a:pt x="3153" y="3033"/>
                  </a:cubicBezTo>
                  <a:cubicBezTo>
                    <a:pt x="3116" y="2963"/>
                    <a:pt x="3100" y="2933"/>
                    <a:pt x="3098" y="2933"/>
                  </a:cubicBezTo>
                  <a:lnTo>
                    <a:pt x="3098" y="2933"/>
                  </a:lnTo>
                  <a:cubicBezTo>
                    <a:pt x="3097" y="2933"/>
                    <a:pt x="3103" y="2949"/>
                    <a:pt x="3113" y="2976"/>
                  </a:cubicBezTo>
                  <a:cubicBezTo>
                    <a:pt x="3137" y="3033"/>
                    <a:pt x="3137" y="3033"/>
                    <a:pt x="3129" y="3033"/>
                  </a:cubicBezTo>
                  <a:cubicBezTo>
                    <a:pt x="3117" y="3005"/>
                    <a:pt x="3109" y="2991"/>
                    <a:pt x="3106" y="2991"/>
                  </a:cubicBezTo>
                  <a:lnTo>
                    <a:pt x="3106" y="2991"/>
                  </a:lnTo>
                  <a:cubicBezTo>
                    <a:pt x="3103" y="2991"/>
                    <a:pt x="3105" y="3007"/>
                    <a:pt x="3113" y="3041"/>
                  </a:cubicBezTo>
                  <a:cubicBezTo>
                    <a:pt x="3105" y="3041"/>
                    <a:pt x="3105" y="3041"/>
                    <a:pt x="3080" y="2976"/>
                  </a:cubicBezTo>
                  <a:lnTo>
                    <a:pt x="3072" y="2976"/>
                  </a:lnTo>
                  <a:cubicBezTo>
                    <a:pt x="3087" y="3033"/>
                    <a:pt x="3084" y="3054"/>
                    <a:pt x="3074" y="3054"/>
                  </a:cubicBezTo>
                  <a:cubicBezTo>
                    <a:pt x="3061" y="3054"/>
                    <a:pt x="3037" y="3021"/>
                    <a:pt x="3024" y="2984"/>
                  </a:cubicBezTo>
                  <a:lnTo>
                    <a:pt x="3024" y="2984"/>
                  </a:lnTo>
                  <a:cubicBezTo>
                    <a:pt x="3024" y="2984"/>
                    <a:pt x="3024" y="2992"/>
                    <a:pt x="3032" y="3057"/>
                  </a:cubicBezTo>
                  <a:cubicBezTo>
                    <a:pt x="3048" y="3123"/>
                    <a:pt x="3054" y="3158"/>
                    <a:pt x="3052" y="3158"/>
                  </a:cubicBezTo>
                  <a:cubicBezTo>
                    <a:pt x="3050" y="3158"/>
                    <a:pt x="3040" y="3125"/>
                    <a:pt x="3024" y="3057"/>
                  </a:cubicBezTo>
                  <a:cubicBezTo>
                    <a:pt x="3008" y="2993"/>
                    <a:pt x="3000" y="2961"/>
                    <a:pt x="2998" y="2961"/>
                  </a:cubicBezTo>
                  <a:lnTo>
                    <a:pt x="2998" y="2961"/>
                  </a:lnTo>
                  <a:cubicBezTo>
                    <a:pt x="2997" y="2961"/>
                    <a:pt x="3003" y="2995"/>
                    <a:pt x="3016" y="3065"/>
                  </a:cubicBezTo>
                  <a:cubicBezTo>
                    <a:pt x="3023" y="3093"/>
                    <a:pt x="3021" y="3110"/>
                    <a:pt x="3014" y="3110"/>
                  </a:cubicBezTo>
                  <a:cubicBezTo>
                    <a:pt x="3006" y="3110"/>
                    <a:pt x="2989" y="3079"/>
                    <a:pt x="2975" y="3000"/>
                  </a:cubicBezTo>
                  <a:cubicBezTo>
                    <a:pt x="2967" y="2936"/>
                    <a:pt x="2951" y="2871"/>
                    <a:pt x="2951" y="2871"/>
                  </a:cubicBezTo>
                  <a:lnTo>
                    <a:pt x="2951" y="2871"/>
                  </a:lnTo>
                  <a:cubicBezTo>
                    <a:pt x="2959" y="2936"/>
                    <a:pt x="2951" y="2936"/>
                    <a:pt x="2951" y="2936"/>
                  </a:cubicBezTo>
                  <a:cubicBezTo>
                    <a:pt x="2967" y="3000"/>
                    <a:pt x="2959" y="3000"/>
                    <a:pt x="2943" y="3000"/>
                  </a:cubicBezTo>
                  <a:cubicBezTo>
                    <a:pt x="2926" y="3000"/>
                    <a:pt x="2910" y="3065"/>
                    <a:pt x="2894" y="3065"/>
                  </a:cubicBezTo>
                  <a:cubicBezTo>
                    <a:pt x="2886" y="3065"/>
                    <a:pt x="2862" y="3065"/>
                    <a:pt x="2853" y="3000"/>
                  </a:cubicBezTo>
                  <a:cubicBezTo>
                    <a:pt x="2845" y="3000"/>
                    <a:pt x="2845" y="3000"/>
                    <a:pt x="2829" y="3065"/>
                  </a:cubicBezTo>
                  <a:cubicBezTo>
                    <a:pt x="2829" y="3103"/>
                    <a:pt x="2825" y="3121"/>
                    <a:pt x="2821" y="3121"/>
                  </a:cubicBezTo>
                  <a:cubicBezTo>
                    <a:pt x="2817" y="3121"/>
                    <a:pt x="2813" y="3105"/>
                    <a:pt x="2813" y="3073"/>
                  </a:cubicBezTo>
                  <a:lnTo>
                    <a:pt x="2805" y="3073"/>
                  </a:lnTo>
                  <a:cubicBezTo>
                    <a:pt x="2797" y="3138"/>
                    <a:pt x="2789" y="3138"/>
                    <a:pt x="2789" y="3138"/>
                  </a:cubicBezTo>
                  <a:cubicBezTo>
                    <a:pt x="2789" y="3091"/>
                    <a:pt x="2784" y="3040"/>
                    <a:pt x="2779" y="3040"/>
                  </a:cubicBezTo>
                  <a:cubicBezTo>
                    <a:pt x="2777" y="3040"/>
                    <a:pt x="2775" y="3047"/>
                    <a:pt x="2772" y="3065"/>
                  </a:cubicBezTo>
                  <a:cubicBezTo>
                    <a:pt x="2772" y="3125"/>
                    <a:pt x="2767" y="3130"/>
                    <a:pt x="2761" y="3130"/>
                  </a:cubicBezTo>
                  <a:cubicBezTo>
                    <a:pt x="2759" y="3130"/>
                    <a:pt x="2758" y="3130"/>
                    <a:pt x="2756" y="3130"/>
                  </a:cubicBezTo>
                  <a:cubicBezTo>
                    <a:pt x="2740" y="3081"/>
                    <a:pt x="2646" y="3050"/>
                    <a:pt x="2584" y="3050"/>
                  </a:cubicBezTo>
                  <a:cubicBezTo>
                    <a:pt x="2554" y="3050"/>
                    <a:pt x="2532" y="3058"/>
                    <a:pt x="2529" y="3073"/>
                  </a:cubicBezTo>
                  <a:lnTo>
                    <a:pt x="2513" y="3065"/>
                  </a:lnTo>
                  <a:lnTo>
                    <a:pt x="2497" y="3065"/>
                  </a:lnTo>
                  <a:cubicBezTo>
                    <a:pt x="2515" y="3007"/>
                    <a:pt x="2517" y="2986"/>
                    <a:pt x="2510" y="2986"/>
                  </a:cubicBezTo>
                  <a:cubicBezTo>
                    <a:pt x="2501" y="2986"/>
                    <a:pt x="2479" y="3018"/>
                    <a:pt x="2456" y="3049"/>
                  </a:cubicBezTo>
                  <a:cubicBezTo>
                    <a:pt x="2424" y="3106"/>
                    <a:pt x="2416" y="3106"/>
                    <a:pt x="2408" y="3106"/>
                  </a:cubicBezTo>
                  <a:cubicBezTo>
                    <a:pt x="2444" y="3028"/>
                    <a:pt x="2454" y="2993"/>
                    <a:pt x="2445" y="2993"/>
                  </a:cubicBezTo>
                  <a:lnTo>
                    <a:pt x="2445" y="2993"/>
                  </a:lnTo>
                  <a:cubicBezTo>
                    <a:pt x="2441" y="2993"/>
                    <a:pt x="2430" y="3004"/>
                    <a:pt x="2416" y="3025"/>
                  </a:cubicBezTo>
                  <a:cubicBezTo>
                    <a:pt x="2384" y="3084"/>
                    <a:pt x="2366" y="3112"/>
                    <a:pt x="2363" y="3112"/>
                  </a:cubicBezTo>
                  <a:cubicBezTo>
                    <a:pt x="2360" y="3112"/>
                    <a:pt x="2374" y="3080"/>
                    <a:pt x="2408" y="3017"/>
                  </a:cubicBezTo>
                  <a:cubicBezTo>
                    <a:pt x="2437" y="2961"/>
                    <a:pt x="2452" y="2931"/>
                    <a:pt x="2448" y="2931"/>
                  </a:cubicBezTo>
                  <a:lnTo>
                    <a:pt x="2448" y="2931"/>
                  </a:lnTo>
                  <a:cubicBezTo>
                    <a:pt x="2445" y="2931"/>
                    <a:pt x="2416" y="2973"/>
                    <a:pt x="2359" y="3065"/>
                  </a:cubicBezTo>
                  <a:cubicBezTo>
                    <a:pt x="2339" y="3093"/>
                    <a:pt x="2329" y="3107"/>
                    <a:pt x="2328" y="3107"/>
                  </a:cubicBezTo>
                  <a:cubicBezTo>
                    <a:pt x="2326" y="3107"/>
                    <a:pt x="2334" y="3091"/>
                    <a:pt x="2351" y="3057"/>
                  </a:cubicBezTo>
                  <a:cubicBezTo>
                    <a:pt x="2389" y="2985"/>
                    <a:pt x="2402" y="2956"/>
                    <a:pt x="2399" y="2956"/>
                  </a:cubicBezTo>
                  <a:lnTo>
                    <a:pt x="2399" y="2956"/>
                  </a:lnTo>
                  <a:cubicBezTo>
                    <a:pt x="2397" y="2956"/>
                    <a:pt x="2388" y="2969"/>
                    <a:pt x="2375" y="2992"/>
                  </a:cubicBezTo>
                  <a:cubicBezTo>
                    <a:pt x="2340" y="3047"/>
                    <a:pt x="2320" y="3074"/>
                    <a:pt x="2316" y="3074"/>
                  </a:cubicBezTo>
                  <a:cubicBezTo>
                    <a:pt x="2311" y="3074"/>
                    <a:pt x="2325" y="3043"/>
                    <a:pt x="2359" y="2984"/>
                  </a:cubicBezTo>
                  <a:cubicBezTo>
                    <a:pt x="2396" y="2922"/>
                    <a:pt x="2414" y="2892"/>
                    <a:pt x="2413" y="2892"/>
                  </a:cubicBezTo>
                  <a:lnTo>
                    <a:pt x="2413" y="2892"/>
                  </a:lnTo>
                  <a:cubicBezTo>
                    <a:pt x="2411" y="2892"/>
                    <a:pt x="2391" y="2920"/>
                    <a:pt x="2351" y="2976"/>
                  </a:cubicBezTo>
                  <a:cubicBezTo>
                    <a:pt x="2312" y="3026"/>
                    <a:pt x="2287" y="3050"/>
                    <a:pt x="2279" y="3050"/>
                  </a:cubicBezTo>
                  <a:cubicBezTo>
                    <a:pt x="2270" y="3050"/>
                    <a:pt x="2284" y="3020"/>
                    <a:pt x="2326" y="2960"/>
                  </a:cubicBezTo>
                  <a:cubicBezTo>
                    <a:pt x="2321" y="2960"/>
                    <a:pt x="2339" y="2929"/>
                    <a:pt x="2336" y="2929"/>
                  </a:cubicBezTo>
                  <a:lnTo>
                    <a:pt x="2336" y="2929"/>
                  </a:lnTo>
                  <a:cubicBezTo>
                    <a:pt x="2336" y="2929"/>
                    <a:pt x="2331" y="2935"/>
                    <a:pt x="2318" y="2952"/>
                  </a:cubicBezTo>
                  <a:lnTo>
                    <a:pt x="2359" y="2895"/>
                  </a:lnTo>
                  <a:lnTo>
                    <a:pt x="2351" y="2887"/>
                  </a:lnTo>
                  <a:lnTo>
                    <a:pt x="2310" y="2936"/>
                  </a:lnTo>
                  <a:cubicBezTo>
                    <a:pt x="2302" y="2936"/>
                    <a:pt x="2326" y="2855"/>
                    <a:pt x="2310" y="2838"/>
                  </a:cubicBezTo>
                  <a:cubicBezTo>
                    <a:pt x="2286" y="2819"/>
                    <a:pt x="2279" y="2803"/>
                    <a:pt x="2266" y="2803"/>
                  </a:cubicBezTo>
                  <a:cubicBezTo>
                    <a:pt x="2257" y="2803"/>
                    <a:pt x="2244" y="2810"/>
                    <a:pt x="2221" y="2830"/>
                  </a:cubicBezTo>
                  <a:cubicBezTo>
                    <a:pt x="2171" y="2873"/>
                    <a:pt x="2144" y="2893"/>
                    <a:pt x="2142" y="2893"/>
                  </a:cubicBezTo>
                  <a:cubicBezTo>
                    <a:pt x="2140" y="2893"/>
                    <a:pt x="2166" y="2869"/>
                    <a:pt x="2221" y="2822"/>
                  </a:cubicBezTo>
                  <a:cubicBezTo>
                    <a:pt x="2213" y="2814"/>
                    <a:pt x="2262" y="2765"/>
                    <a:pt x="2262" y="2757"/>
                  </a:cubicBezTo>
                  <a:cubicBezTo>
                    <a:pt x="2253" y="2749"/>
                    <a:pt x="2253" y="2741"/>
                    <a:pt x="2310" y="2709"/>
                  </a:cubicBezTo>
                  <a:lnTo>
                    <a:pt x="2302" y="2700"/>
                  </a:lnTo>
                  <a:cubicBezTo>
                    <a:pt x="2253" y="2728"/>
                    <a:pt x="2221" y="2740"/>
                    <a:pt x="2204" y="2740"/>
                  </a:cubicBezTo>
                  <a:cubicBezTo>
                    <a:pt x="2183" y="2740"/>
                    <a:pt x="2189" y="2720"/>
                    <a:pt x="2221" y="2692"/>
                  </a:cubicBezTo>
                  <a:cubicBezTo>
                    <a:pt x="2221" y="2684"/>
                    <a:pt x="2221" y="2680"/>
                    <a:pt x="2213" y="2680"/>
                  </a:cubicBezTo>
                  <a:cubicBezTo>
                    <a:pt x="2205" y="2680"/>
                    <a:pt x="2189" y="2684"/>
                    <a:pt x="2156" y="2692"/>
                  </a:cubicBezTo>
                  <a:cubicBezTo>
                    <a:pt x="2129" y="2699"/>
                    <a:pt x="2114" y="2703"/>
                    <a:pt x="2108" y="2703"/>
                  </a:cubicBezTo>
                  <a:cubicBezTo>
                    <a:pt x="2101" y="2703"/>
                    <a:pt x="2115" y="2695"/>
                    <a:pt x="2148" y="2676"/>
                  </a:cubicBezTo>
                  <a:cubicBezTo>
                    <a:pt x="2193" y="2654"/>
                    <a:pt x="2230" y="2620"/>
                    <a:pt x="2208" y="2620"/>
                  </a:cubicBezTo>
                  <a:cubicBezTo>
                    <a:pt x="2199" y="2620"/>
                    <a:pt x="2177" y="2626"/>
                    <a:pt x="2140" y="2644"/>
                  </a:cubicBezTo>
                  <a:lnTo>
                    <a:pt x="2197" y="2611"/>
                  </a:lnTo>
                  <a:cubicBezTo>
                    <a:pt x="2219" y="2600"/>
                    <a:pt x="2226" y="2596"/>
                    <a:pt x="2223" y="2596"/>
                  </a:cubicBezTo>
                  <a:cubicBezTo>
                    <a:pt x="2217" y="2596"/>
                    <a:pt x="2174" y="2612"/>
                    <a:pt x="2132" y="2628"/>
                  </a:cubicBezTo>
                  <a:cubicBezTo>
                    <a:pt x="2079" y="2647"/>
                    <a:pt x="2048" y="2658"/>
                    <a:pt x="2042" y="2658"/>
                  </a:cubicBezTo>
                  <a:cubicBezTo>
                    <a:pt x="2033" y="2658"/>
                    <a:pt x="2078" y="2635"/>
                    <a:pt x="2189" y="2587"/>
                  </a:cubicBezTo>
                  <a:cubicBezTo>
                    <a:pt x="2270" y="2562"/>
                    <a:pt x="2300" y="2549"/>
                    <a:pt x="2296" y="2549"/>
                  </a:cubicBezTo>
                  <a:lnTo>
                    <a:pt x="2296" y="2549"/>
                  </a:lnTo>
                  <a:cubicBezTo>
                    <a:pt x="2293" y="2549"/>
                    <a:pt x="2278" y="2554"/>
                    <a:pt x="2253" y="2563"/>
                  </a:cubicBezTo>
                  <a:cubicBezTo>
                    <a:pt x="2212" y="2573"/>
                    <a:pt x="2168" y="2583"/>
                    <a:pt x="2158" y="2583"/>
                  </a:cubicBezTo>
                  <a:cubicBezTo>
                    <a:pt x="2151" y="2583"/>
                    <a:pt x="2157" y="2580"/>
                    <a:pt x="2181" y="2571"/>
                  </a:cubicBezTo>
                  <a:cubicBezTo>
                    <a:pt x="2181" y="2568"/>
                    <a:pt x="2181" y="2565"/>
                    <a:pt x="2174" y="2565"/>
                  </a:cubicBezTo>
                  <a:cubicBezTo>
                    <a:pt x="2162" y="2565"/>
                    <a:pt x="2131" y="2573"/>
                    <a:pt x="2051" y="2603"/>
                  </a:cubicBezTo>
                  <a:cubicBezTo>
                    <a:pt x="2023" y="2610"/>
                    <a:pt x="2008" y="2613"/>
                    <a:pt x="1998" y="2613"/>
                  </a:cubicBezTo>
                  <a:cubicBezTo>
                    <a:pt x="1986" y="2613"/>
                    <a:pt x="1986" y="2608"/>
                    <a:pt x="1986" y="2603"/>
                  </a:cubicBezTo>
                  <a:cubicBezTo>
                    <a:pt x="2026" y="2595"/>
                    <a:pt x="2067" y="2579"/>
                    <a:pt x="2116" y="2571"/>
                  </a:cubicBezTo>
                  <a:cubicBezTo>
                    <a:pt x="2116" y="2569"/>
                    <a:pt x="2116" y="2566"/>
                    <a:pt x="2116" y="2563"/>
                  </a:cubicBezTo>
                  <a:cubicBezTo>
                    <a:pt x="2148" y="2530"/>
                    <a:pt x="2197" y="2514"/>
                    <a:pt x="2245" y="2506"/>
                  </a:cubicBezTo>
                  <a:cubicBezTo>
                    <a:pt x="2278" y="2494"/>
                    <a:pt x="2294" y="2486"/>
                    <a:pt x="2285" y="2486"/>
                  </a:cubicBezTo>
                  <a:cubicBezTo>
                    <a:pt x="2276" y="2486"/>
                    <a:pt x="2241" y="2494"/>
                    <a:pt x="2172" y="2514"/>
                  </a:cubicBezTo>
                  <a:cubicBezTo>
                    <a:pt x="2093" y="2539"/>
                    <a:pt x="2062" y="2548"/>
                    <a:pt x="2050" y="2548"/>
                  </a:cubicBezTo>
                  <a:cubicBezTo>
                    <a:pt x="2043" y="2548"/>
                    <a:pt x="2043" y="2545"/>
                    <a:pt x="2043" y="2538"/>
                  </a:cubicBezTo>
                  <a:cubicBezTo>
                    <a:pt x="2043" y="2530"/>
                    <a:pt x="2043" y="2522"/>
                    <a:pt x="2108" y="2506"/>
                  </a:cubicBezTo>
                  <a:cubicBezTo>
                    <a:pt x="2172" y="2490"/>
                    <a:pt x="2172" y="2490"/>
                    <a:pt x="2172" y="2482"/>
                  </a:cubicBezTo>
                  <a:cubicBezTo>
                    <a:pt x="2142" y="2480"/>
                    <a:pt x="2112" y="2479"/>
                    <a:pt x="2083" y="2479"/>
                  </a:cubicBezTo>
                  <a:cubicBezTo>
                    <a:pt x="1994" y="2479"/>
                    <a:pt x="1909" y="2488"/>
                    <a:pt x="1824" y="2506"/>
                  </a:cubicBezTo>
                  <a:cubicBezTo>
                    <a:pt x="1769" y="2516"/>
                    <a:pt x="1738" y="2521"/>
                    <a:pt x="1729" y="2521"/>
                  </a:cubicBezTo>
                  <a:cubicBezTo>
                    <a:pt x="1717" y="2521"/>
                    <a:pt x="1748" y="2512"/>
                    <a:pt x="1824" y="2498"/>
                  </a:cubicBezTo>
                  <a:cubicBezTo>
                    <a:pt x="1889" y="2482"/>
                    <a:pt x="1889" y="2473"/>
                    <a:pt x="1889" y="2465"/>
                  </a:cubicBezTo>
                  <a:lnTo>
                    <a:pt x="1889" y="2465"/>
                  </a:lnTo>
                  <a:cubicBezTo>
                    <a:pt x="1872" y="2470"/>
                    <a:pt x="1864" y="2471"/>
                    <a:pt x="1861" y="2471"/>
                  </a:cubicBezTo>
                  <a:cubicBezTo>
                    <a:pt x="1855" y="2471"/>
                    <a:pt x="1876" y="2464"/>
                    <a:pt x="1885" y="2464"/>
                  </a:cubicBezTo>
                  <a:cubicBezTo>
                    <a:pt x="1887" y="2464"/>
                    <a:pt x="1889" y="2464"/>
                    <a:pt x="1889" y="2465"/>
                  </a:cubicBezTo>
                  <a:cubicBezTo>
                    <a:pt x="1908" y="2463"/>
                    <a:pt x="1921" y="2462"/>
                    <a:pt x="1931" y="2462"/>
                  </a:cubicBezTo>
                  <a:cubicBezTo>
                    <a:pt x="1954" y="2462"/>
                    <a:pt x="1956" y="2468"/>
                    <a:pt x="1962" y="2473"/>
                  </a:cubicBezTo>
                  <a:lnTo>
                    <a:pt x="2026" y="2457"/>
                  </a:lnTo>
                  <a:cubicBezTo>
                    <a:pt x="2110" y="2442"/>
                    <a:pt x="2140" y="2433"/>
                    <a:pt x="2116" y="2433"/>
                  </a:cubicBezTo>
                  <a:cubicBezTo>
                    <a:pt x="2102" y="2433"/>
                    <a:pt x="2072" y="2435"/>
                    <a:pt x="2026" y="2441"/>
                  </a:cubicBezTo>
                  <a:cubicBezTo>
                    <a:pt x="1954" y="2441"/>
                    <a:pt x="1954" y="2441"/>
                    <a:pt x="2026" y="2425"/>
                  </a:cubicBezTo>
                  <a:cubicBezTo>
                    <a:pt x="2079" y="2412"/>
                    <a:pt x="2132" y="2398"/>
                    <a:pt x="2115" y="2398"/>
                  </a:cubicBezTo>
                  <a:cubicBezTo>
                    <a:pt x="2111" y="2398"/>
                    <a:pt x="2103" y="2399"/>
                    <a:pt x="2091" y="2400"/>
                  </a:cubicBezTo>
                  <a:cubicBezTo>
                    <a:pt x="2091" y="2400"/>
                    <a:pt x="2091" y="2392"/>
                    <a:pt x="2164" y="2376"/>
                  </a:cubicBezTo>
                  <a:cubicBezTo>
                    <a:pt x="2164" y="2360"/>
                    <a:pt x="2164" y="2360"/>
                    <a:pt x="2091" y="2360"/>
                  </a:cubicBezTo>
                  <a:cubicBezTo>
                    <a:pt x="2072" y="2362"/>
                    <a:pt x="2059" y="2363"/>
                    <a:pt x="2049" y="2363"/>
                  </a:cubicBezTo>
                  <a:cubicBezTo>
                    <a:pt x="2026" y="2363"/>
                    <a:pt x="2026" y="2358"/>
                    <a:pt x="2026" y="2352"/>
                  </a:cubicBezTo>
                  <a:cubicBezTo>
                    <a:pt x="2026" y="2352"/>
                    <a:pt x="2026" y="2344"/>
                    <a:pt x="1954" y="2344"/>
                  </a:cubicBezTo>
                  <a:cubicBezTo>
                    <a:pt x="1936" y="2346"/>
                    <a:pt x="1919" y="2347"/>
                    <a:pt x="1903" y="2347"/>
                  </a:cubicBezTo>
                  <a:cubicBezTo>
                    <a:pt x="1863" y="2347"/>
                    <a:pt x="1830" y="2341"/>
                    <a:pt x="1825" y="2331"/>
                  </a:cubicBezTo>
                  <a:lnTo>
                    <a:pt x="1825" y="2331"/>
                  </a:lnTo>
                  <a:cubicBezTo>
                    <a:pt x="1828" y="2331"/>
                    <a:pt x="1831" y="2331"/>
                    <a:pt x="1835" y="2331"/>
                  </a:cubicBezTo>
                  <a:cubicBezTo>
                    <a:pt x="1856" y="2331"/>
                    <a:pt x="1889" y="2328"/>
                    <a:pt x="1889" y="2328"/>
                  </a:cubicBezTo>
                  <a:cubicBezTo>
                    <a:pt x="1889" y="2328"/>
                    <a:pt x="1954" y="2328"/>
                    <a:pt x="1954" y="2319"/>
                  </a:cubicBezTo>
                  <a:lnTo>
                    <a:pt x="1954" y="2311"/>
                  </a:lnTo>
                  <a:cubicBezTo>
                    <a:pt x="1906" y="2311"/>
                    <a:pt x="1866" y="2319"/>
                    <a:pt x="1819" y="2327"/>
                  </a:cubicBezTo>
                  <a:lnTo>
                    <a:pt x="1819" y="2327"/>
                  </a:lnTo>
                  <a:cubicBezTo>
                    <a:pt x="1751" y="2319"/>
                    <a:pt x="1754" y="2311"/>
                    <a:pt x="1889" y="2303"/>
                  </a:cubicBezTo>
                  <a:cubicBezTo>
                    <a:pt x="1954" y="2303"/>
                    <a:pt x="1954" y="2295"/>
                    <a:pt x="1954" y="2287"/>
                  </a:cubicBezTo>
                  <a:cubicBezTo>
                    <a:pt x="1954" y="2287"/>
                    <a:pt x="1954" y="2279"/>
                    <a:pt x="2018" y="2271"/>
                  </a:cubicBezTo>
                  <a:cubicBezTo>
                    <a:pt x="2091" y="2263"/>
                    <a:pt x="2026" y="2263"/>
                    <a:pt x="1954" y="2263"/>
                  </a:cubicBezTo>
                  <a:lnTo>
                    <a:pt x="1816" y="2263"/>
                  </a:lnTo>
                  <a:cubicBezTo>
                    <a:pt x="1867" y="2257"/>
                    <a:pt x="1915" y="2251"/>
                    <a:pt x="1964" y="2251"/>
                  </a:cubicBezTo>
                  <a:cubicBezTo>
                    <a:pt x="1984" y="2251"/>
                    <a:pt x="2005" y="2252"/>
                    <a:pt x="2026" y="2255"/>
                  </a:cubicBezTo>
                  <a:cubicBezTo>
                    <a:pt x="2164" y="2246"/>
                    <a:pt x="2164" y="2246"/>
                    <a:pt x="2026" y="2246"/>
                  </a:cubicBezTo>
                  <a:cubicBezTo>
                    <a:pt x="1962" y="2246"/>
                    <a:pt x="1889" y="2230"/>
                    <a:pt x="1962" y="2222"/>
                  </a:cubicBezTo>
                  <a:cubicBezTo>
                    <a:pt x="1968" y="2209"/>
                    <a:pt x="1969" y="2196"/>
                    <a:pt x="2005" y="2196"/>
                  </a:cubicBezTo>
                  <a:cubicBezTo>
                    <a:pt x="2013" y="2196"/>
                    <a:pt x="2023" y="2196"/>
                    <a:pt x="2035" y="2198"/>
                  </a:cubicBezTo>
                  <a:cubicBezTo>
                    <a:pt x="2108" y="2198"/>
                    <a:pt x="2035" y="2182"/>
                    <a:pt x="2035" y="2182"/>
                  </a:cubicBezTo>
                  <a:cubicBezTo>
                    <a:pt x="1970" y="2173"/>
                    <a:pt x="1970" y="2165"/>
                    <a:pt x="2043" y="2149"/>
                  </a:cubicBezTo>
                  <a:cubicBezTo>
                    <a:pt x="2181" y="2133"/>
                    <a:pt x="2181" y="2141"/>
                    <a:pt x="2051" y="2117"/>
                  </a:cubicBezTo>
                  <a:cubicBezTo>
                    <a:pt x="2000" y="2111"/>
                    <a:pt x="1954" y="2102"/>
                    <a:pt x="1975" y="2102"/>
                  </a:cubicBezTo>
                  <a:cubicBezTo>
                    <a:pt x="1985" y="2102"/>
                    <a:pt x="2008" y="2104"/>
                    <a:pt x="2051" y="2109"/>
                  </a:cubicBezTo>
                  <a:cubicBezTo>
                    <a:pt x="2062" y="2110"/>
                    <a:pt x="2069" y="2111"/>
                    <a:pt x="2073" y="2111"/>
                  </a:cubicBezTo>
                  <a:cubicBezTo>
                    <a:pt x="2093" y="2111"/>
                    <a:pt x="2040" y="2095"/>
                    <a:pt x="1986" y="2068"/>
                  </a:cubicBezTo>
                  <a:lnTo>
                    <a:pt x="1986" y="2068"/>
                  </a:lnTo>
                  <a:lnTo>
                    <a:pt x="2051" y="2084"/>
                  </a:lnTo>
                  <a:lnTo>
                    <a:pt x="2124" y="2092"/>
                  </a:lnTo>
                  <a:lnTo>
                    <a:pt x="1986" y="2068"/>
                  </a:lnTo>
                  <a:lnTo>
                    <a:pt x="1986" y="2068"/>
                  </a:lnTo>
                  <a:lnTo>
                    <a:pt x="1986" y="2068"/>
                  </a:lnTo>
                  <a:cubicBezTo>
                    <a:pt x="1921" y="2052"/>
                    <a:pt x="1791" y="2028"/>
                    <a:pt x="1718" y="2011"/>
                  </a:cubicBezTo>
                  <a:cubicBezTo>
                    <a:pt x="1589" y="1987"/>
                    <a:pt x="1589" y="1987"/>
                    <a:pt x="1662" y="1987"/>
                  </a:cubicBezTo>
                  <a:cubicBezTo>
                    <a:pt x="1682" y="1984"/>
                    <a:pt x="1702" y="1982"/>
                    <a:pt x="1721" y="1982"/>
                  </a:cubicBezTo>
                  <a:cubicBezTo>
                    <a:pt x="1749" y="1982"/>
                    <a:pt x="1776" y="1986"/>
                    <a:pt x="1799" y="1995"/>
                  </a:cubicBezTo>
                  <a:cubicBezTo>
                    <a:pt x="1864" y="2011"/>
                    <a:pt x="1864" y="2019"/>
                    <a:pt x="1864" y="2019"/>
                  </a:cubicBezTo>
                  <a:lnTo>
                    <a:pt x="1864" y="2028"/>
                  </a:lnTo>
                  <a:cubicBezTo>
                    <a:pt x="1909" y="2033"/>
                    <a:pt x="1954" y="2043"/>
                    <a:pt x="1980" y="2043"/>
                  </a:cubicBezTo>
                  <a:cubicBezTo>
                    <a:pt x="1992" y="2043"/>
                    <a:pt x="2000" y="2041"/>
                    <a:pt x="2002" y="2036"/>
                  </a:cubicBezTo>
                  <a:cubicBezTo>
                    <a:pt x="2029" y="2039"/>
                    <a:pt x="2046" y="2041"/>
                    <a:pt x="2052" y="2041"/>
                  </a:cubicBezTo>
                  <a:cubicBezTo>
                    <a:pt x="2060" y="2041"/>
                    <a:pt x="2045" y="2037"/>
                    <a:pt x="2002" y="2028"/>
                  </a:cubicBezTo>
                  <a:lnTo>
                    <a:pt x="2002" y="2028"/>
                  </a:lnTo>
                  <a:cubicBezTo>
                    <a:pt x="2016" y="2029"/>
                    <a:pt x="2027" y="2030"/>
                    <a:pt x="2037" y="2030"/>
                  </a:cubicBezTo>
                  <a:cubicBezTo>
                    <a:pt x="2075" y="2030"/>
                    <a:pt x="2077" y="2018"/>
                    <a:pt x="2083" y="2011"/>
                  </a:cubicBezTo>
                  <a:cubicBezTo>
                    <a:pt x="2083" y="2000"/>
                    <a:pt x="2087" y="1988"/>
                    <a:pt x="2113" y="1988"/>
                  </a:cubicBezTo>
                  <a:cubicBezTo>
                    <a:pt x="2123" y="1988"/>
                    <a:pt x="2137" y="1990"/>
                    <a:pt x="2156" y="1995"/>
                  </a:cubicBezTo>
                  <a:cubicBezTo>
                    <a:pt x="2164" y="1979"/>
                    <a:pt x="2164" y="1979"/>
                    <a:pt x="2099" y="1955"/>
                  </a:cubicBezTo>
                  <a:cubicBezTo>
                    <a:pt x="2011" y="1927"/>
                    <a:pt x="1983" y="1914"/>
                    <a:pt x="1995" y="1914"/>
                  </a:cubicBezTo>
                  <a:cubicBezTo>
                    <a:pt x="2000" y="1914"/>
                    <a:pt x="2014" y="1917"/>
                    <a:pt x="2035" y="1922"/>
                  </a:cubicBezTo>
                  <a:cubicBezTo>
                    <a:pt x="2073" y="1932"/>
                    <a:pt x="2110" y="1936"/>
                    <a:pt x="2139" y="1936"/>
                  </a:cubicBezTo>
                  <a:cubicBezTo>
                    <a:pt x="2207" y="1936"/>
                    <a:pt x="2233" y="1911"/>
                    <a:pt x="2148" y="1865"/>
                  </a:cubicBezTo>
                  <a:lnTo>
                    <a:pt x="2148" y="1857"/>
                  </a:lnTo>
                  <a:cubicBezTo>
                    <a:pt x="2164" y="1861"/>
                    <a:pt x="2176" y="1862"/>
                    <a:pt x="2186" y="1862"/>
                  </a:cubicBezTo>
                  <a:cubicBezTo>
                    <a:pt x="2222" y="1862"/>
                    <a:pt x="2217" y="1841"/>
                    <a:pt x="2172" y="1809"/>
                  </a:cubicBezTo>
                  <a:cubicBezTo>
                    <a:pt x="2181" y="1809"/>
                    <a:pt x="2181" y="1801"/>
                    <a:pt x="2189" y="1801"/>
                  </a:cubicBezTo>
                  <a:cubicBezTo>
                    <a:pt x="2217" y="1811"/>
                    <a:pt x="2233" y="1817"/>
                    <a:pt x="2238" y="1817"/>
                  </a:cubicBezTo>
                  <a:cubicBezTo>
                    <a:pt x="2244" y="1817"/>
                    <a:pt x="2232" y="1807"/>
                    <a:pt x="2205" y="1784"/>
                  </a:cubicBezTo>
                  <a:cubicBezTo>
                    <a:pt x="2184" y="1769"/>
                    <a:pt x="2163" y="1755"/>
                    <a:pt x="2148" y="1744"/>
                  </a:cubicBezTo>
                  <a:lnTo>
                    <a:pt x="2148" y="1744"/>
                  </a:lnTo>
                  <a:cubicBezTo>
                    <a:pt x="2176" y="1760"/>
                    <a:pt x="2193" y="1766"/>
                    <a:pt x="2204" y="1766"/>
                  </a:cubicBezTo>
                  <a:cubicBezTo>
                    <a:pt x="2215" y="1766"/>
                    <a:pt x="2221" y="1760"/>
                    <a:pt x="2229" y="1752"/>
                  </a:cubicBezTo>
                  <a:cubicBezTo>
                    <a:pt x="2237" y="1736"/>
                    <a:pt x="2237" y="1736"/>
                    <a:pt x="2181" y="1703"/>
                  </a:cubicBezTo>
                  <a:cubicBezTo>
                    <a:pt x="2166" y="1680"/>
                    <a:pt x="2164" y="1672"/>
                    <a:pt x="2169" y="1672"/>
                  </a:cubicBezTo>
                  <a:cubicBezTo>
                    <a:pt x="2179" y="1672"/>
                    <a:pt x="2214" y="1701"/>
                    <a:pt x="2245" y="1728"/>
                  </a:cubicBezTo>
                  <a:cubicBezTo>
                    <a:pt x="2290" y="1766"/>
                    <a:pt x="2318" y="1786"/>
                    <a:pt x="2322" y="1786"/>
                  </a:cubicBezTo>
                  <a:cubicBezTo>
                    <a:pt x="2328" y="1786"/>
                    <a:pt x="2293" y="1750"/>
                    <a:pt x="2205" y="1671"/>
                  </a:cubicBezTo>
                  <a:lnTo>
                    <a:pt x="2205" y="1671"/>
                  </a:lnTo>
                  <a:lnTo>
                    <a:pt x="2310" y="1760"/>
                  </a:lnTo>
                  <a:cubicBezTo>
                    <a:pt x="2310" y="1752"/>
                    <a:pt x="2310" y="1752"/>
                    <a:pt x="2262" y="1703"/>
                  </a:cubicBezTo>
                  <a:cubicBezTo>
                    <a:pt x="2262" y="1703"/>
                    <a:pt x="2270" y="1703"/>
                    <a:pt x="2221" y="1655"/>
                  </a:cubicBezTo>
                  <a:cubicBezTo>
                    <a:pt x="2172" y="1606"/>
                    <a:pt x="2124" y="1557"/>
                    <a:pt x="2067" y="1517"/>
                  </a:cubicBezTo>
                  <a:cubicBezTo>
                    <a:pt x="2010" y="1476"/>
                    <a:pt x="2018" y="1476"/>
                    <a:pt x="2026" y="1468"/>
                  </a:cubicBezTo>
                  <a:lnTo>
                    <a:pt x="2026" y="1468"/>
                  </a:lnTo>
                  <a:cubicBezTo>
                    <a:pt x="2083" y="1501"/>
                    <a:pt x="2140" y="1549"/>
                    <a:pt x="2181" y="1598"/>
                  </a:cubicBezTo>
                  <a:cubicBezTo>
                    <a:pt x="2213" y="1638"/>
                    <a:pt x="2245" y="1671"/>
                    <a:pt x="2278" y="1695"/>
                  </a:cubicBezTo>
                  <a:cubicBezTo>
                    <a:pt x="2286" y="1704"/>
                    <a:pt x="2291" y="1707"/>
                    <a:pt x="2292" y="1707"/>
                  </a:cubicBezTo>
                  <a:cubicBezTo>
                    <a:pt x="2298" y="1707"/>
                    <a:pt x="2230" y="1620"/>
                    <a:pt x="2156" y="1533"/>
                  </a:cubicBezTo>
                  <a:lnTo>
                    <a:pt x="2156" y="1533"/>
                  </a:lnTo>
                  <a:cubicBezTo>
                    <a:pt x="2168" y="1545"/>
                    <a:pt x="2185" y="1561"/>
                    <a:pt x="2205" y="1582"/>
                  </a:cubicBezTo>
                  <a:cubicBezTo>
                    <a:pt x="2239" y="1616"/>
                    <a:pt x="2253" y="1626"/>
                    <a:pt x="2262" y="1626"/>
                  </a:cubicBezTo>
                  <a:cubicBezTo>
                    <a:pt x="2265" y="1626"/>
                    <a:pt x="2267" y="1625"/>
                    <a:pt x="2270" y="1622"/>
                  </a:cubicBezTo>
                  <a:cubicBezTo>
                    <a:pt x="2278" y="1614"/>
                    <a:pt x="2286" y="1606"/>
                    <a:pt x="2237" y="1557"/>
                  </a:cubicBezTo>
                  <a:cubicBezTo>
                    <a:pt x="2205" y="1525"/>
                    <a:pt x="2172" y="1492"/>
                    <a:pt x="2156" y="1452"/>
                  </a:cubicBezTo>
                  <a:cubicBezTo>
                    <a:pt x="2156" y="1452"/>
                    <a:pt x="2155" y="1453"/>
                    <a:pt x="2154" y="1453"/>
                  </a:cubicBezTo>
                  <a:cubicBezTo>
                    <a:pt x="2142" y="1453"/>
                    <a:pt x="2097" y="1400"/>
                    <a:pt x="2059" y="1355"/>
                  </a:cubicBezTo>
                  <a:lnTo>
                    <a:pt x="2059" y="1355"/>
                  </a:lnTo>
                  <a:cubicBezTo>
                    <a:pt x="2091" y="1379"/>
                    <a:pt x="2132" y="1411"/>
                    <a:pt x="2164" y="1444"/>
                  </a:cubicBezTo>
                  <a:cubicBezTo>
                    <a:pt x="2254" y="1533"/>
                    <a:pt x="2302" y="1575"/>
                    <a:pt x="2322" y="1575"/>
                  </a:cubicBezTo>
                  <a:cubicBezTo>
                    <a:pt x="2324" y="1575"/>
                    <a:pt x="2325" y="1574"/>
                    <a:pt x="2326" y="1574"/>
                  </a:cubicBezTo>
                  <a:cubicBezTo>
                    <a:pt x="2328" y="1574"/>
                    <a:pt x="2330" y="1573"/>
                    <a:pt x="2333" y="1573"/>
                  </a:cubicBezTo>
                  <a:cubicBezTo>
                    <a:pt x="2343" y="1573"/>
                    <a:pt x="2360" y="1578"/>
                    <a:pt x="2391" y="1622"/>
                  </a:cubicBezTo>
                  <a:cubicBezTo>
                    <a:pt x="2408" y="1614"/>
                    <a:pt x="2408" y="1614"/>
                    <a:pt x="2375" y="1557"/>
                  </a:cubicBezTo>
                  <a:lnTo>
                    <a:pt x="2383" y="1557"/>
                  </a:lnTo>
                  <a:cubicBezTo>
                    <a:pt x="2402" y="1584"/>
                    <a:pt x="2414" y="1596"/>
                    <a:pt x="2418" y="1596"/>
                  </a:cubicBezTo>
                  <a:cubicBezTo>
                    <a:pt x="2423" y="1596"/>
                    <a:pt x="2417" y="1580"/>
                    <a:pt x="2399" y="1549"/>
                  </a:cubicBezTo>
                  <a:cubicBezTo>
                    <a:pt x="2388" y="1526"/>
                    <a:pt x="2385" y="1518"/>
                    <a:pt x="2388" y="1518"/>
                  </a:cubicBezTo>
                  <a:lnTo>
                    <a:pt x="2388" y="1518"/>
                  </a:lnTo>
                  <a:cubicBezTo>
                    <a:pt x="2391" y="1518"/>
                    <a:pt x="2408" y="1541"/>
                    <a:pt x="2408" y="1541"/>
                  </a:cubicBezTo>
                  <a:cubicBezTo>
                    <a:pt x="2440" y="1591"/>
                    <a:pt x="2458" y="1619"/>
                    <a:pt x="2459" y="1619"/>
                  </a:cubicBezTo>
                  <a:cubicBezTo>
                    <a:pt x="2461" y="1619"/>
                    <a:pt x="2437" y="1575"/>
                    <a:pt x="2383" y="1476"/>
                  </a:cubicBezTo>
                  <a:cubicBezTo>
                    <a:pt x="2383" y="1475"/>
                    <a:pt x="2382" y="1473"/>
                    <a:pt x="2381" y="1472"/>
                  </a:cubicBezTo>
                  <a:lnTo>
                    <a:pt x="2381" y="1472"/>
                  </a:lnTo>
                  <a:cubicBezTo>
                    <a:pt x="2405" y="1511"/>
                    <a:pt x="2422" y="1536"/>
                    <a:pt x="2426" y="1536"/>
                  </a:cubicBezTo>
                  <a:cubicBezTo>
                    <a:pt x="2429" y="1536"/>
                    <a:pt x="2422" y="1516"/>
                    <a:pt x="2399" y="1468"/>
                  </a:cubicBezTo>
                  <a:cubicBezTo>
                    <a:pt x="2402" y="1466"/>
                    <a:pt x="2403" y="1464"/>
                    <a:pt x="2405" y="1464"/>
                  </a:cubicBezTo>
                  <a:cubicBezTo>
                    <a:pt x="2410" y="1464"/>
                    <a:pt x="2416" y="1477"/>
                    <a:pt x="2440" y="1525"/>
                  </a:cubicBezTo>
                  <a:cubicBezTo>
                    <a:pt x="2450" y="1548"/>
                    <a:pt x="2457" y="1562"/>
                    <a:pt x="2459" y="1562"/>
                  </a:cubicBezTo>
                  <a:cubicBezTo>
                    <a:pt x="2462" y="1562"/>
                    <a:pt x="2453" y="1532"/>
                    <a:pt x="2424" y="1460"/>
                  </a:cubicBezTo>
                  <a:cubicBezTo>
                    <a:pt x="2399" y="1394"/>
                    <a:pt x="2389" y="1362"/>
                    <a:pt x="2392" y="1362"/>
                  </a:cubicBezTo>
                  <a:lnTo>
                    <a:pt x="2392" y="1362"/>
                  </a:lnTo>
                  <a:cubicBezTo>
                    <a:pt x="2396" y="1362"/>
                    <a:pt x="2412" y="1392"/>
                    <a:pt x="2440" y="1452"/>
                  </a:cubicBezTo>
                  <a:cubicBezTo>
                    <a:pt x="2477" y="1525"/>
                    <a:pt x="2498" y="1554"/>
                    <a:pt x="2505" y="1554"/>
                  </a:cubicBezTo>
                  <a:cubicBezTo>
                    <a:pt x="2510" y="1554"/>
                    <a:pt x="2507" y="1537"/>
                    <a:pt x="2497" y="1509"/>
                  </a:cubicBezTo>
                  <a:cubicBezTo>
                    <a:pt x="2472" y="1436"/>
                    <a:pt x="2469" y="1404"/>
                    <a:pt x="2476" y="1404"/>
                  </a:cubicBezTo>
                  <a:lnTo>
                    <a:pt x="2476" y="1404"/>
                  </a:lnTo>
                  <a:cubicBezTo>
                    <a:pt x="2481" y="1404"/>
                    <a:pt x="2492" y="1418"/>
                    <a:pt x="2505" y="1444"/>
                  </a:cubicBezTo>
                  <a:cubicBezTo>
                    <a:pt x="2517" y="1475"/>
                    <a:pt x="2523" y="1491"/>
                    <a:pt x="2525" y="1491"/>
                  </a:cubicBezTo>
                  <a:cubicBezTo>
                    <a:pt x="2527" y="1491"/>
                    <a:pt x="2525" y="1473"/>
                    <a:pt x="2521" y="1436"/>
                  </a:cubicBezTo>
                  <a:lnTo>
                    <a:pt x="2521" y="1436"/>
                  </a:lnTo>
                  <a:cubicBezTo>
                    <a:pt x="2533" y="1482"/>
                    <a:pt x="2548" y="1527"/>
                    <a:pt x="2550" y="1527"/>
                  </a:cubicBezTo>
                  <a:cubicBezTo>
                    <a:pt x="2551" y="1527"/>
                    <a:pt x="2550" y="1520"/>
                    <a:pt x="2545" y="1501"/>
                  </a:cubicBezTo>
                  <a:cubicBezTo>
                    <a:pt x="2545" y="1501"/>
                    <a:pt x="2553" y="1501"/>
                    <a:pt x="2529" y="1436"/>
                  </a:cubicBezTo>
                  <a:lnTo>
                    <a:pt x="2505" y="1298"/>
                  </a:lnTo>
                  <a:cubicBezTo>
                    <a:pt x="2489" y="1257"/>
                    <a:pt x="2472" y="1217"/>
                    <a:pt x="2464" y="1168"/>
                  </a:cubicBezTo>
                  <a:cubicBezTo>
                    <a:pt x="2460" y="1151"/>
                    <a:pt x="2461" y="1142"/>
                    <a:pt x="2465" y="1142"/>
                  </a:cubicBezTo>
                  <a:cubicBezTo>
                    <a:pt x="2477" y="1142"/>
                    <a:pt x="2518" y="1211"/>
                    <a:pt x="2553" y="1355"/>
                  </a:cubicBezTo>
                  <a:lnTo>
                    <a:pt x="2594" y="1484"/>
                  </a:lnTo>
                  <a:cubicBezTo>
                    <a:pt x="2586" y="1419"/>
                    <a:pt x="2570" y="1355"/>
                    <a:pt x="2570" y="1355"/>
                  </a:cubicBezTo>
                  <a:cubicBezTo>
                    <a:pt x="2578" y="1355"/>
                    <a:pt x="2586" y="1355"/>
                    <a:pt x="2594" y="1419"/>
                  </a:cubicBezTo>
                  <a:cubicBezTo>
                    <a:pt x="2610" y="1484"/>
                    <a:pt x="2610" y="1484"/>
                    <a:pt x="2618" y="1484"/>
                  </a:cubicBezTo>
                  <a:cubicBezTo>
                    <a:pt x="2618" y="1484"/>
                    <a:pt x="2626" y="1484"/>
                    <a:pt x="2610" y="1419"/>
                  </a:cubicBezTo>
                  <a:cubicBezTo>
                    <a:pt x="2596" y="1343"/>
                    <a:pt x="2590" y="1312"/>
                    <a:pt x="2593" y="1312"/>
                  </a:cubicBezTo>
                  <a:lnTo>
                    <a:pt x="2593" y="1312"/>
                  </a:lnTo>
                  <a:cubicBezTo>
                    <a:pt x="2594" y="1312"/>
                    <a:pt x="2600" y="1328"/>
                    <a:pt x="2610" y="1355"/>
                  </a:cubicBezTo>
                  <a:cubicBezTo>
                    <a:pt x="2623" y="1420"/>
                    <a:pt x="2631" y="1455"/>
                    <a:pt x="2634" y="1455"/>
                  </a:cubicBezTo>
                  <a:cubicBezTo>
                    <a:pt x="2637" y="1455"/>
                    <a:pt x="2634" y="1422"/>
                    <a:pt x="2626" y="1355"/>
                  </a:cubicBezTo>
                  <a:cubicBezTo>
                    <a:pt x="2618" y="1286"/>
                    <a:pt x="2614" y="1251"/>
                    <a:pt x="2615" y="1251"/>
                  </a:cubicBezTo>
                  <a:lnTo>
                    <a:pt x="2615" y="1251"/>
                  </a:lnTo>
                  <a:cubicBezTo>
                    <a:pt x="2616" y="1251"/>
                    <a:pt x="2622" y="1286"/>
                    <a:pt x="2635" y="1355"/>
                  </a:cubicBezTo>
                  <a:cubicBezTo>
                    <a:pt x="2643" y="1403"/>
                    <a:pt x="2651" y="1444"/>
                    <a:pt x="2667" y="1492"/>
                  </a:cubicBezTo>
                  <a:lnTo>
                    <a:pt x="2659" y="1419"/>
                  </a:lnTo>
                  <a:cubicBezTo>
                    <a:pt x="2649" y="1343"/>
                    <a:pt x="2648" y="1309"/>
                    <a:pt x="2652" y="1309"/>
                  </a:cubicBezTo>
                  <a:lnTo>
                    <a:pt x="2652" y="1309"/>
                  </a:lnTo>
                  <a:cubicBezTo>
                    <a:pt x="2655" y="1309"/>
                    <a:pt x="2660" y="1325"/>
                    <a:pt x="2667" y="1355"/>
                  </a:cubicBezTo>
                  <a:cubicBezTo>
                    <a:pt x="2671" y="1387"/>
                    <a:pt x="2675" y="1403"/>
                    <a:pt x="2679" y="1403"/>
                  </a:cubicBezTo>
                  <a:cubicBezTo>
                    <a:pt x="2683" y="1403"/>
                    <a:pt x="2687" y="1387"/>
                    <a:pt x="2691" y="1355"/>
                  </a:cubicBezTo>
                  <a:cubicBezTo>
                    <a:pt x="2708" y="1355"/>
                    <a:pt x="2708" y="1355"/>
                    <a:pt x="2716" y="1419"/>
                  </a:cubicBezTo>
                  <a:cubicBezTo>
                    <a:pt x="2720" y="1488"/>
                    <a:pt x="2722" y="1523"/>
                    <a:pt x="2723" y="1523"/>
                  </a:cubicBezTo>
                  <a:cubicBezTo>
                    <a:pt x="2724" y="1523"/>
                    <a:pt x="2724" y="1488"/>
                    <a:pt x="2724" y="1419"/>
                  </a:cubicBezTo>
                  <a:cubicBezTo>
                    <a:pt x="2724" y="1387"/>
                    <a:pt x="2724" y="1371"/>
                    <a:pt x="2726" y="1371"/>
                  </a:cubicBezTo>
                  <a:cubicBezTo>
                    <a:pt x="2728" y="1371"/>
                    <a:pt x="2732" y="1387"/>
                    <a:pt x="2740" y="1419"/>
                  </a:cubicBezTo>
                  <a:cubicBezTo>
                    <a:pt x="2748" y="1452"/>
                    <a:pt x="2752" y="1468"/>
                    <a:pt x="2754" y="1468"/>
                  </a:cubicBezTo>
                  <a:cubicBezTo>
                    <a:pt x="2756" y="1468"/>
                    <a:pt x="2756" y="1452"/>
                    <a:pt x="2756" y="1419"/>
                  </a:cubicBezTo>
                  <a:cubicBezTo>
                    <a:pt x="2764" y="1346"/>
                    <a:pt x="2756" y="1282"/>
                    <a:pt x="2740" y="1217"/>
                  </a:cubicBezTo>
                  <a:cubicBezTo>
                    <a:pt x="2732" y="1217"/>
                    <a:pt x="2732" y="1217"/>
                    <a:pt x="2732" y="1144"/>
                  </a:cubicBezTo>
                  <a:lnTo>
                    <a:pt x="2748" y="1144"/>
                  </a:lnTo>
                  <a:cubicBezTo>
                    <a:pt x="2756" y="1144"/>
                    <a:pt x="2764" y="1144"/>
                    <a:pt x="2780" y="1071"/>
                  </a:cubicBezTo>
                  <a:cubicBezTo>
                    <a:pt x="2793" y="1019"/>
                    <a:pt x="2796" y="920"/>
                    <a:pt x="2788" y="920"/>
                  </a:cubicBezTo>
                  <a:lnTo>
                    <a:pt x="2788" y="920"/>
                  </a:lnTo>
                  <a:cubicBezTo>
                    <a:pt x="2786" y="920"/>
                    <a:pt x="2784" y="927"/>
                    <a:pt x="2780" y="941"/>
                  </a:cubicBezTo>
                  <a:lnTo>
                    <a:pt x="2764" y="876"/>
                  </a:lnTo>
                  <a:cubicBezTo>
                    <a:pt x="2764" y="771"/>
                    <a:pt x="2758" y="718"/>
                    <a:pt x="2753" y="718"/>
                  </a:cubicBezTo>
                  <a:cubicBezTo>
                    <a:pt x="2748" y="718"/>
                    <a:pt x="2744" y="771"/>
                    <a:pt x="2748" y="876"/>
                  </a:cubicBezTo>
                  <a:cubicBezTo>
                    <a:pt x="2753" y="987"/>
                    <a:pt x="2755" y="1038"/>
                    <a:pt x="2753" y="1038"/>
                  </a:cubicBezTo>
                  <a:cubicBezTo>
                    <a:pt x="2751" y="1038"/>
                    <a:pt x="2747" y="1003"/>
                    <a:pt x="2740" y="941"/>
                  </a:cubicBezTo>
                  <a:cubicBezTo>
                    <a:pt x="2733" y="830"/>
                    <a:pt x="2727" y="809"/>
                    <a:pt x="2716" y="809"/>
                  </a:cubicBezTo>
                  <a:cubicBezTo>
                    <a:pt x="2714" y="809"/>
                    <a:pt x="2711" y="810"/>
                    <a:pt x="2708" y="811"/>
                  </a:cubicBezTo>
                  <a:cubicBezTo>
                    <a:pt x="2699" y="811"/>
                    <a:pt x="2699" y="811"/>
                    <a:pt x="2699" y="738"/>
                  </a:cubicBezTo>
                  <a:cubicBezTo>
                    <a:pt x="2692" y="677"/>
                    <a:pt x="2677" y="608"/>
                    <a:pt x="2668" y="608"/>
                  </a:cubicBezTo>
                  <a:cubicBezTo>
                    <a:pt x="2668" y="608"/>
                    <a:pt x="2667" y="608"/>
                    <a:pt x="2667" y="609"/>
                  </a:cubicBezTo>
                  <a:cubicBezTo>
                    <a:pt x="2651" y="609"/>
                    <a:pt x="2651" y="609"/>
                    <a:pt x="2659" y="674"/>
                  </a:cubicBezTo>
                  <a:cubicBezTo>
                    <a:pt x="2666" y="700"/>
                    <a:pt x="2665" y="716"/>
                    <a:pt x="2661" y="716"/>
                  </a:cubicBezTo>
                  <a:cubicBezTo>
                    <a:pt x="2655" y="716"/>
                    <a:pt x="2641" y="685"/>
                    <a:pt x="2626" y="609"/>
                  </a:cubicBezTo>
                  <a:cubicBezTo>
                    <a:pt x="2620" y="582"/>
                    <a:pt x="2616" y="566"/>
                    <a:pt x="2614" y="566"/>
                  </a:cubicBezTo>
                  <a:lnTo>
                    <a:pt x="2614" y="566"/>
                  </a:lnTo>
                  <a:cubicBezTo>
                    <a:pt x="2612" y="566"/>
                    <a:pt x="2614" y="598"/>
                    <a:pt x="2618" y="674"/>
                  </a:cubicBezTo>
                  <a:cubicBezTo>
                    <a:pt x="2627" y="744"/>
                    <a:pt x="2624" y="778"/>
                    <a:pt x="2617" y="778"/>
                  </a:cubicBezTo>
                  <a:cubicBezTo>
                    <a:pt x="2610" y="778"/>
                    <a:pt x="2598" y="746"/>
                    <a:pt x="2586" y="682"/>
                  </a:cubicBezTo>
                  <a:lnTo>
                    <a:pt x="2562" y="682"/>
                  </a:lnTo>
                  <a:cubicBezTo>
                    <a:pt x="2553" y="682"/>
                    <a:pt x="2562" y="747"/>
                    <a:pt x="2570" y="811"/>
                  </a:cubicBezTo>
                  <a:cubicBezTo>
                    <a:pt x="2579" y="893"/>
                    <a:pt x="2583" y="926"/>
                    <a:pt x="2581" y="926"/>
                  </a:cubicBezTo>
                  <a:cubicBezTo>
                    <a:pt x="2580" y="926"/>
                    <a:pt x="2576" y="911"/>
                    <a:pt x="2570" y="884"/>
                  </a:cubicBezTo>
                  <a:cubicBezTo>
                    <a:pt x="2553" y="836"/>
                    <a:pt x="2545" y="795"/>
                    <a:pt x="2537" y="747"/>
                  </a:cubicBezTo>
                  <a:cubicBezTo>
                    <a:pt x="2529" y="682"/>
                    <a:pt x="2513" y="682"/>
                    <a:pt x="2505" y="682"/>
                  </a:cubicBezTo>
                  <a:cubicBezTo>
                    <a:pt x="2489" y="682"/>
                    <a:pt x="2467" y="682"/>
                    <a:pt x="2478" y="744"/>
                  </a:cubicBezTo>
                  <a:lnTo>
                    <a:pt x="2478" y="744"/>
                  </a:lnTo>
                  <a:cubicBezTo>
                    <a:pt x="2472" y="715"/>
                    <a:pt x="2472" y="718"/>
                    <a:pt x="2464" y="682"/>
                  </a:cubicBezTo>
                  <a:cubicBezTo>
                    <a:pt x="2459" y="682"/>
                    <a:pt x="2450" y="653"/>
                    <a:pt x="2449" y="653"/>
                  </a:cubicBezTo>
                  <a:lnTo>
                    <a:pt x="2449" y="653"/>
                  </a:lnTo>
                  <a:cubicBezTo>
                    <a:pt x="2449" y="653"/>
                    <a:pt x="2451" y="660"/>
                    <a:pt x="2456" y="682"/>
                  </a:cubicBezTo>
                  <a:cubicBezTo>
                    <a:pt x="2456" y="682"/>
                    <a:pt x="2448" y="682"/>
                    <a:pt x="2408" y="625"/>
                  </a:cubicBezTo>
                  <a:cubicBezTo>
                    <a:pt x="2401" y="614"/>
                    <a:pt x="2395" y="609"/>
                    <a:pt x="2390" y="609"/>
                  </a:cubicBezTo>
                  <a:cubicBezTo>
                    <a:pt x="2369" y="609"/>
                    <a:pt x="2377" y="727"/>
                    <a:pt x="2424" y="828"/>
                  </a:cubicBezTo>
                  <a:lnTo>
                    <a:pt x="2416" y="828"/>
                  </a:lnTo>
                  <a:cubicBezTo>
                    <a:pt x="2408" y="836"/>
                    <a:pt x="2424" y="901"/>
                    <a:pt x="2424" y="901"/>
                  </a:cubicBezTo>
                  <a:cubicBezTo>
                    <a:pt x="2440" y="965"/>
                    <a:pt x="2432" y="965"/>
                    <a:pt x="2424" y="974"/>
                  </a:cubicBezTo>
                  <a:lnTo>
                    <a:pt x="2383" y="836"/>
                  </a:lnTo>
                  <a:cubicBezTo>
                    <a:pt x="2365" y="724"/>
                    <a:pt x="2341" y="655"/>
                    <a:pt x="2333" y="655"/>
                  </a:cubicBezTo>
                  <a:lnTo>
                    <a:pt x="2333" y="655"/>
                  </a:lnTo>
                  <a:cubicBezTo>
                    <a:pt x="2327" y="655"/>
                    <a:pt x="2330" y="693"/>
                    <a:pt x="2351" y="779"/>
                  </a:cubicBezTo>
                  <a:lnTo>
                    <a:pt x="2326" y="714"/>
                  </a:lnTo>
                  <a:cubicBezTo>
                    <a:pt x="2319" y="683"/>
                    <a:pt x="2311" y="666"/>
                    <a:pt x="2305" y="666"/>
                  </a:cubicBezTo>
                  <a:cubicBezTo>
                    <a:pt x="2298" y="666"/>
                    <a:pt x="2294" y="685"/>
                    <a:pt x="2294" y="722"/>
                  </a:cubicBezTo>
                  <a:cubicBezTo>
                    <a:pt x="2294" y="795"/>
                    <a:pt x="2310" y="860"/>
                    <a:pt x="2335" y="925"/>
                  </a:cubicBezTo>
                  <a:cubicBezTo>
                    <a:pt x="2351" y="990"/>
                    <a:pt x="2343" y="990"/>
                    <a:pt x="2343" y="990"/>
                  </a:cubicBezTo>
                  <a:cubicBezTo>
                    <a:pt x="2341" y="992"/>
                    <a:pt x="2339" y="993"/>
                    <a:pt x="2337" y="993"/>
                  </a:cubicBezTo>
                  <a:cubicBezTo>
                    <a:pt x="2333" y="993"/>
                    <a:pt x="2328" y="981"/>
                    <a:pt x="2310" y="933"/>
                  </a:cubicBezTo>
                  <a:cubicBezTo>
                    <a:pt x="2290" y="869"/>
                    <a:pt x="2274" y="837"/>
                    <a:pt x="2268" y="837"/>
                  </a:cubicBezTo>
                  <a:lnTo>
                    <a:pt x="2268" y="837"/>
                  </a:lnTo>
                  <a:cubicBezTo>
                    <a:pt x="2261" y="837"/>
                    <a:pt x="2265" y="871"/>
                    <a:pt x="2286" y="941"/>
                  </a:cubicBezTo>
                  <a:lnTo>
                    <a:pt x="2262" y="876"/>
                  </a:lnTo>
                  <a:cubicBezTo>
                    <a:pt x="2245" y="833"/>
                    <a:pt x="2226" y="790"/>
                    <a:pt x="2205" y="790"/>
                  </a:cubicBezTo>
                  <a:cubicBezTo>
                    <a:pt x="2194" y="790"/>
                    <a:pt x="2183" y="801"/>
                    <a:pt x="2172" y="828"/>
                  </a:cubicBezTo>
                  <a:cubicBezTo>
                    <a:pt x="2150" y="831"/>
                    <a:pt x="2132" y="839"/>
                    <a:pt x="2116" y="839"/>
                  </a:cubicBezTo>
                  <a:cubicBezTo>
                    <a:pt x="2099" y="839"/>
                    <a:pt x="2084" y="829"/>
                    <a:pt x="2067" y="795"/>
                  </a:cubicBezTo>
                  <a:cubicBezTo>
                    <a:pt x="2062" y="785"/>
                    <a:pt x="2058" y="780"/>
                    <a:pt x="2055" y="780"/>
                  </a:cubicBezTo>
                  <a:lnTo>
                    <a:pt x="2055" y="780"/>
                  </a:lnTo>
                  <a:cubicBezTo>
                    <a:pt x="2041" y="780"/>
                    <a:pt x="2059" y="904"/>
                    <a:pt x="2099" y="1006"/>
                  </a:cubicBezTo>
                  <a:cubicBezTo>
                    <a:pt x="2078" y="969"/>
                    <a:pt x="2068" y="960"/>
                    <a:pt x="2058" y="960"/>
                  </a:cubicBezTo>
                  <a:cubicBezTo>
                    <a:pt x="2053" y="960"/>
                    <a:pt x="2048" y="963"/>
                    <a:pt x="2043" y="965"/>
                  </a:cubicBezTo>
                  <a:cubicBezTo>
                    <a:pt x="2031" y="971"/>
                    <a:pt x="2024" y="975"/>
                    <a:pt x="2018" y="975"/>
                  </a:cubicBezTo>
                  <a:cubicBezTo>
                    <a:pt x="2006" y="975"/>
                    <a:pt x="1999" y="962"/>
                    <a:pt x="1978" y="925"/>
                  </a:cubicBezTo>
                  <a:cubicBezTo>
                    <a:pt x="1945" y="864"/>
                    <a:pt x="1929" y="834"/>
                    <a:pt x="1927" y="834"/>
                  </a:cubicBezTo>
                  <a:lnTo>
                    <a:pt x="1927" y="834"/>
                  </a:lnTo>
                  <a:cubicBezTo>
                    <a:pt x="1925" y="834"/>
                    <a:pt x="1937" y="864"/>
                    <a:pt x="1962" y="925"/>
                  </a:cubicBezTo>
                  <a:cubicBezTo>
                    <a:pt x="1989" y="977"/>
                    <a:pt x="1993" y="999"/>
                    <a:pt x="1983" y="999"/>
                  </a:cubicBezTo>
                  <a:cubicBezTo>
                    <a:pt x="1970" y="999"/>
                    <a:pt x="1931" y="958"/>
                    <a:pt x="1889" y="892"/>
                  </a:cubicBezTo>
                  <a:cubicBezTo>
                    <a:pt x="1862" y="856"/>
                    <a:pt x="1850" y="846"/>
                    <a:pt x="1838" y="846"/>
                  </a:cubicBezTo>
                  <a:cubicBezTo>
                    <a:pt x="1831" y="846"/>
                    <a:pt x="1824" y="849"/>
                    <a:pt x="1816" y="852"/>
                  </a:cubicBezTo>
                  <a:cubicBezTo>
                    <a:pt x="1840" y="917"/>
                    <a:pt x="1824" y="925"/>
                    <a:pt x="1808" y="941"/>
                  </a:cubicBezTo>
                  <a:cubicBezTo>
                    <a:pt x="1775" y="965"/>
                    <a:pt x="1775" y="965"/>
                    <a:pt x="1864" y="1071"/>
                  </a:cubicBezTo>
                  <a:cubicBezTo>
                    <a:pt x="1954" y="1176"/>
                    <a:pt x="1945" y="1184"/>
                    <a:pt x="1929" y="1201"/>
                  </a:cubicBezTo>
                  <a:cubicBezTo>
                    <a:pt x="1927" y="1201"/>
                    <a:pt x="1925" y="1201"/>
                    <a:pt x="1922" y="1201"/>
                  </a:cubicBezTo>
                  <a:cubicBezTo>
                    <a:pt x="1914" y="1201"/>
                    <a:pt x="1901" y="1196"/>
                    <a:pt x="1864" y="1160"/>
                  </a:cubicBezTo>
                  <a:cubicBezTo>
                    <a:pt x="1864" y="1160"/>
                    <a:pt x="1823" y="1119"/>
                    <a:pt x="1810" y="1119"/>
                  </a:cubicBezTo>
                  <a:cubicBezTo>
                    <a:pt x="1809" y="1119"/>
                    <a:pt x="1808" y="1119"/>
                    <a:pt x="1808" y="1119"/>
                  </a:cubicBezTo>
                  <a:cubicBezTo>
                    <a:pt x="1805" y="1123"/>
                    <a:pt x="1801" y="1126"/>
                    <a:pt x="1796" y="1126"/>
                  </a:cubicBezTo>
                  <a:cubicBezTo>
                    <a:pt x="1788" y="1126"/>
                    <a:pt x="1773" y="1117"/>
                    <a:pt x="1743" y="1087"/>
                  </a:cubicBezTo>
                  <a:cubicBezTo>
                    <a:pt x="1743" y="1087"/>
                    <a:pt x="1703" y="1059"/>
                    <a:pt x="1676" y="1059"/>
                  </a:cubicBezTo>
                  <a:cubicBezTo>
                    <a:pt x="1671" y="1059"/>
                    <a:pt x="1666" y="1060"/>
                    <a:pt x="1662" y="1063"/>
                  </a:cubicBezTo>
                  <a:cubicBezTo>
                    <a:pt x="1654" y="1071"/>
                    <a:pt x="1645" y="1079"/>
                    <a:pt x="1633" y="1079"/>
                  </a:cubicBezTo>
                  <a:cubicBezTo>
                    <a:pt x="1621" y="1079"/>
                    <a:pt x="1605" y="1071"/>
                    <a:pt x="1581" y="1047"/>
                  </a:cubicBezTo>
                  <a:lnTo>
                    <a:pt x="1581" y="1047"/>
                  </a:lnTo>
                  <a:cubicBezTo>
                    <a:pt x="1572" y="1055"/>
                    <a:pt x="1572" y="1055"/>
                    <a:pt x="1621" y="1103"/>
                  </a:cubicBezTo>
                  <a:cubicBezTo>
                    <a:pt x="1666" y="1148"/>
                    <a:pt x="1704" y="1193"/>
                    <a:pt x="1645" y="1193"/>
                  </a:cubicBezTo>
                  <a:cubicBezTo>
                    <a:pt x="1641" y="1193"/>
                    <a:pt x="1635" y="1193"/>
                    <a:pt x="1629" y="1192"/>
                  </a:cubicBezTo>
                  <a:lnTo>
                    <a:pt x="1629" y="1192"/>
                  </a:lnTo>
                  <a:cubicBezTo>
                    <a:pt x="1613" y="1209"/>
                    <a:pt x="1589" y="1233"/>
                    <a:pt x="1645" y="1274"/>
                  </a:cubicBezTo>
                  <a:cubicBezTo>
                    <a:pt x="1642" y="1279"/>
                    <a:pt x="1641" y="1283"/>
                    <a:pt x="1637" y="1283"/>
                  </a:cubicBezTo>
                  <a:cubicBezTo>
                    <a:pt x="1631" y="1283"/>
                    <a:pt x="1619" y="1272"/>
                    <a:pt x="1589" y="1241"/>
                  </a:cubicBezTo>
                  <a:cubicBezTo>
                    <a:pt x="1542" y="1208"/>
                    <a:pt x="1512" y="1192"/>
                    <a:pt x="1499" y="1192"/>
                  </a:cubicBezTo>
                  <a:cubicBezTo>
                    <a:pt x="1481" y="1192"/>
                    <a:pt x="1499" y="1224"/>
                    <a:pt x="1556" y="1282"/>
                  </a:cubicBezTo>
                  <a:cubicBezTo>
                    <a:pt x="1589" y="1305"/>
                    <a:pt x="1600" y="1318"/>
                    <a:pt x="1591" y="1318"/>
                  </a:cubicBezTo>
                  <a:cubicBezTo>
                    <a:pt x="1584" y="1318"/>
                    <a:pt x="1567" y="1311"/>
                    <a:pt x="1540" y="1298"/>
                  </a:cubicBezTo>
                  <a:lnTo>
                    <a:pt x="1540" y="1298"/>
                  </a:lnTo>
                  <a:cubicBezTo>
                    <a:pt x="1540" y="1298"/>
                    <a:pt x="1532" y="1314"/>
                    <a:pt x="1589" y="1355"/>
                  </a:cubicBezTo>
                  <a:cubicBezTo>
                    <a:pt x="1619" y="1385"/>
                    <a:pt x="1631" y="1397"/>
                    <a:pt x="1616" y="1397"/>
                  </a:cubicBezTo>
                  <a:cubicBezTo>
                    <a:pt x="1608" y="1397"/>
                    <a:pt x="1591" y="1393"/>
                    <a:pt x="1564" y="1387"/>
                  </a:cubicBezTo>
                  <a:cubicBezTo>
                    <a:pt x="1531" y="1363"/>
                    <a:pt x="1514" y="1356"/>
                    <a:pt x="1505" y="1356"/>
                  </a:cubicBezTo>
                  <a:cubicBezTo>
                    <a:pt x="1498" y="1356"/>
                    <a:pt x="1495" y="1359"/>
                    <a:pt x="1491" y="1363"/>
                  </a:cubicBezTo>
                  <a:cubicBezTo>
                    <a:pt x="1529" y="1415"/>
                    <a:pt x="1483" y="1510"/>
                    <a:pt x="1424" y="1510"/>
                  </a:cubicBezTo>
                  <a:cubicBezTo>
                    <a:pt x="1419" y="1510"/>
                    <a:pt x="1415" y="1510"/>
                    <a:pt x="1410" y="1509"/>
                  </a:cubicBezTo>
                  <a:lnTo>
                    <a:pt x="1410" y="1509"/>
                  </a:lnTo>
                  <a:cubicBezTo>
                    <a:pt x="1467" y="1549"/>
                    <a:pt x="1467" y="1549"/>
                    <a:pt x="1459" y="1557"/>
                  </a:cubicBezTo>
                  <a:cubicBezTo>
                    <a:pt x="1418" y="1542"/>
                    <a:pt x="1396" y="1536"/>
                    <a:pt x="1388" y="1536"/>
                  </a:cubicBezTo>
                  <a:cubicBezTo>
                    <a:pt x="1372" y="1536"/>
                    <a:pt x="1427" y="1567"/>
                    <a:pt x="1516" y="1606"/>
                  </a:cubicBezTo>
                  <a:lnTo>
                    <a:pt x="1516" y="1598"/>
                  </a:lnTo>
                  <a:lnTo>
                    <a:pt x="1524" y="1582"/>
                  </a:lnTo>
                  <a:cubicBezTo>
                    <a:pt x="1591" y="1618"/>
                    <a:pt x="1619" y="1641"/>
                    <a:pt x="1598" y="1641"/>
                  </a:cubicBezTo>
                  <a:cubicBezTo>
                    <a:pt x="1582" y="1641"/>
                    <a:pt x="1534" y="1626"/>
                    <a:pt x="1451" y="1590"/>
                  </a:cubicBezTo>
                  <a:cubicBezTo>
                    <a:pt x="1387" y="1567"/>
                    <a:pt x="1353" y="1555"/>
                    <a:pt x="1346" y="1555"/>
                  </a:cubicBezTo>
                  <a:cubicBezTo>
                    <a:pt x="1339" y="1555"/>
                    <a:pt x="1369" y="1571"/>
                    <a:pt x="1435" y="1606"/>
                  </a:cubicBezTo>
                  <a:cubicBezTo>
                    <a:pt x="1507" y="1645"/>
                    <a:pt x="1536" y="1663"/>
                    <a:pt x="1519" y="1663"/>
                  </a:cubicBezTo>
                  <a:cubicBezTo>
                    <a:pt x="1507" y="1663"/>
                    <a:pt x="1474" y="1655"/>
                    <a:pt x="1418" y="1638"/>
                  </a:cubicBezTo>
                  <a:cubicBezTo>
                    <a:pt x="1360" y="1615"/>
                    <a:pt x="1330" y="1603"/>
                    <a:pt x="1327" y="1603"/>
                  </a:cubicBezTo>
                  <a:lnTo>
                    <a:pt x="1327" y="1603"/>
                  </a:lnTo>
                  <a:cubicBezTo>
                    <a:pt x="1325" y="1603"/>
                    <a:pt x="1355" y="1617"/>
                    <a:pt x="1418" y="1646"/>
                  </a:cubicBezTo>
                  <a:cubicBezTo>
                    <a:pt x="1572" y="1723"/>
                    <a:pt x="1648" y="1768"/>
                    <a:pt x="1620" y="1768"/>
                  </a:cubicBezTo>
                  <a:cubicBezTo>
                    <a:pt x="1604" y="1768"/>
                    <a:pt x="1552" y="1752"/>
                    <a:pt x="1459" y="1719"/>
                  </a:cubicBezTo>
                  <a:cubicBezTo>
                    <a:pt x="1363" y="1689"/>
                    <a:pt x="1298" y="1673"/>
                    <a:pt x="1271" y="1673"/>
                  </a:cubicBezTo>
                  <a:cubicBezTo>
                    <a:pt x="1261" y="1673"/>
                    <a:pt x="1256" y="1675"/>
                    <a:pt x="1256" y="1679"/>
                  </a:cubicBezTo>
                  <a:cubicBezTo>
                    <a:pt x="1248" y="1687"/>
                    <a:pt x="1313" y="1711"/>
                    <a:pt x="1378" y="1728"/>
                  </a:cubicBezTo>
                  <a:cubicBezTo>
                    <a:pt x="1470" y="1749"/>
                    <a:pt x="1497" y="1760"/>
                    <a:pt x="1466" y="1760"/>
                  </a:cubicBezTo>
                  <a:cubicBezTo>
                    <a:pt x="1451" y="1760"/>
                    <a:pt x="1421" y="1757"/>
                    <a:pt x="1378" y="1752"/>
                  </a:cubicBezTo>
                  <a:cubicBezTo>
                    <a:pt x="1330" y="1746"/>
                    <a:pt x="1293" y="1744"/>
                    <a:pt x="1265" y="1744"/>
                  </a:cubicBezTo>
                  <a:cubicBezTo>
                    <a:pt x="1170" y="1744"/>
                    <a:pt x="1186" y="1775"/>
                    <a:pt x="1281" y="1825"/>
                  </a:cubicBezTo>
                  <a:cubicBezTo>
                    <a:pt x="1357" y="1876"/>
                    <a:pt x="1382" y="1904"/>
                    <a:pt x="1358" y="1904"/>
                  </a:cubicBezTo>
                  <a:cubicBezTo>
                    <a:pt x="1344" y="1904"/>
                    <a:pt x="1312" y="1895"/>
                    <a:pt x="1264" y="1873"/>
                  </a:cubicBezTo>
                  <a:cubicBezTo>
                    <a:pt x="1198" y="1843"/>
                    <a:pt x="1168" y="1829"/>
                    <a:pt x="1163" y="1829"/>
                  </a:cubicBezTo>
                  <a:lnTo>
                    <a:pt x="1163" y="1829"/>
                  </a:lnTo>
                  <a:cubicBezTo>
                    <a:pt x="1159" y="1829"/>
                    <a:pt x="1173" y="1839"/>
                    <a:pt x="1199" y="1857"/>
                  </a:cubicBezTo>
                  <a:cubicBezTo>
                    <a:pt x="1191" y="1882"/>
                    <a:pt x="1191" y="1906"/>
                    <a:pt x="1183" y="1914"/>
                  </a:cubicBezTo>
                  <a:cubicBezTo>
                    <a:pt x="1183" y="1930"/>
                    <a:pt x="1248" y="1955"/>
                    <a:pt x="1313" y="1963"/>
                  </a:cubicBezTo>
                  <a:cubicBezTo>
                    <a:pt x="1284" y="1959"/>
                    <a:pt x="1257" y="1958"/>
                    <a:pt x="1235" y="1958"/>
                  </a:cubicBezTo>
                  <a:cubicBezTo>
                    <a:pt x="1153" y="1958"/>
                    <a:pt x="1130" y="1979"/>
                    <a:pt x="1232" y="2011"/>
                  </a:cubicBezTo>
                  <a:lnTo>
                    <a:pt x="1232" y="2036"/>
                  </a:lnTo>
                  <a:cubicBezTo>
                    <a:pt x="1232" y="2044"/>
                    <a:pt x="1232" y="2044"/>
                    <a:pt x="1297" y="2068"/>
                  </a:cubicBezTo>
                  <a:cubicBezTo>
                    <a:pt x="1362" y="2084"/>
                    <a:pt x="1297" y="2084"/>
                    <a:pt x="1224" y="2092"/>
                  </a:cubicBezTo>
                  <a:cubicBezTo>
                    <a:pt x="1151" y="2101"/>
                    <a:pt x="1086" y="2109"/>
                    <a:pt x="1151" y="2109"/>
                  </a:cubicBezTo>
                  <a:cubicBezTo>
                    <a:pt x="1224" y="2125"/>
                    <a:pt x="1289" y="2141"/>
                    <a:pt x="1354" y="2165"/>
                  </a:cubicBezTo>
                  <a:cubicBezTo>
                    <a:pt x="1392" y="2175"/>
                    <a:pt x="1385" y="2179"/>
                    <a:pt x="1358" y="2179"/>
                  </a:cubicBezTo>
                  <a:cubicBezTo>
                    <a:pt x="1340" y="2179"/>
                    <a:pt x="1311" y="2177"/>
                    <a:pt x="1281" y="2173"/>
                  </a:cubicBezTo>
                  <a:cubicBezTo>
                    <a:pt x="1266" y="2171"/>
                    <a:pt x="1250" y="2169"/>
                    <a:pt x="1233" y="2169"/>
                  </a:cubicBezTo>
                  <a:cubicBezTo>
                    <a:pt x="1204" y="2169"/>
                    <a:pt x="1174" y="2174"/>
                    <a:pt x="1143" y="2190"/>
                  </a:cubicBezTo>
                  <a:cubicBezTo>
                    <a:pt x="1143" y="2198"/>
                    <a:pt x="1143" y="2222"/>
                    <a:pt x="1208" y="2222"/>
                  </a:cubicBezTo>
                  <a:cubicBezTo>
                    <a:pt x="1272" y="2230"/>
                    <a:pt x="1264" y="2295"/>
                    <a:pt x="1199" y="2311"/>
                  </a:cubicBezTo>
                  <a:cubicBezTo>
                    <a:pt x="1199" y="2311"/>
                    <a:pt x="1208" y="2319"/>
                    <a:pt x="1208" y="2336"/>
                  </a:cubicBezTo>
                  <a:cubicBezTo>
                    <a:pt x="1208" y="2344"/>
                    <a:pt x="1272" y="2352"/>
                    <a:pt x="1272" y="2368"/>
                  </a:cubicBezTo>
                  <a:cubicBezTo>
                    <a:pt x="1272" y="2368"/>
                    <a:pt x="1272" y="2376"/>
                    <a:pt x="1345" y="2384"/>
                  </a:cubicBezTo>
                  <a:cubicBezTo>
                    <a:pt x="1345" y="2400"/>
                    <a:pt x="1345" y="2409"/>
                    <a:pt x="1272" y="2417"/>
                  </a:cubicBezTo>
                  <a:cubicBezTo>
                    <a:pt x="1410" y="2417"/>
                    <a:pt x="1410" y="2417"/>
                    <a:pt x="1272" y="2433"/>
                  </a:cubicBezTo>
                  <a:cubicBezTo>
                    <a:pt x="1143" y="2449"/>
                    <a:pt x="1143" y="2449"/>
                    <a:pt x="1272" y="2449"/>
                  </a:cubicBezTo>
                  <a:cubicBezTo>
                    <a:pt x="1345" y="2457"/>
                    <a:pt x="1345" y="2449"/>
                    <a:pt x="1281" y="2473"/>
                  </a:cubicBezTo>
                  <a:cubicBezTo>
                    <a:pt x="1229" y="2479"/>
                    <a:pt x="1214" y="2485"/>
                    <a:pt x="1235" y="2485"/>
                  </a:cubicBezTo>
                  <a:cubicBezTo>
                    <a:pt x="1244" y="2485"/>
                    <a:pt x="1259" y="2484"/>
                    <a:pt x="1281" y="2482"/>
                  </a:cubicBezTo>
                  <a:cubicBezTo>
                    <a:pt x="1410" y="2482"/>
                    <a:pt x="1483" y="2498"/>
                    <a:pt x="1345" y="2522"/>
                  </a:cubicBezTo>
                  <a:cubicBezTo>
                    <a:pt x="1345" y="2522"/>
                    <a:pt x="1345" y="2530"/>
                    <a:pt x="1418" y="2530"/>
                  </a:cubicBezTo>
                  <a:cubicBezTo>
                    <a:pt x="1466" y="2527"/>
                    <a:pt x="1496" y="2525"/>
                    <a:pt x="1509" y="2525"/>
                  </a:cubicBezTo>
                  <a:cubicBezTo>
                    <a:pt x="1531" y="2525"/>
                    <a:pt x="1501" y="2531"/>
                    <a:pt x="1418" y="2546"/>
                  </a:cubicBezTo>
                  <a:cubicBezTo>
                    <a:pt x="1313" y="2571"/>
                    <a:pt x="1288" y="2582"/>
                    <a:pt x="1344" y="2582"/>
                  </a:cubicBezTo>
                  <a:cubicBezTo>
                    <a:pt x="1361" y="2582"/>
                    <a:pt x="1386" y="2581"/>
                    <a:pt x="1418" y="2579"/>
                  </a:cubicBezTo>
                  <a:cubicBezTo>
                    <a:pt x="1418" y="2579"/>
                    <a:pt x="1430" y="2578"/>
                    <a:pt x="1440" y="2578"/>
                  </a:cubicBezTo>
                  <a:cubicBezTo>
                    <a:pt x="1455" y="2578"/>
                    <a:pt x="1465" y="2580"/>
                    <a:pt x="1427" y="2595"/>
                  </a:cubicBezTo>
                  <a:cubicBezTo>
                    <a:pt x="1375" y="2621"/>
                    <a:pt x="1334" y="2682"/>
                    <a:pt x="1384" y="2682"/>
                  </a:cubicBezTo>
                  <a:cubicBezTo>
                    <a:pt x="1397" y="2682"/>
                    <a:pt x="1416" y="2678"/>
                    <a:pt x="1443" y="2668"/>
                  </a:cubicBezTo>
                  <a:lnTo>
                    <a:pt x="1443" y="2692"/>
                  </a:lnTo>
                  <a:cubicBezTo>
                    <a:pt x="1399" y="2724"/>
                    <a:pt x="1389" y="2736"/>
                    <a:pt x="1417" y="2736"/>
                  </a:cubicBezTo>
                  <a:cubicBezTo>
                    <a:pt x="1425" y="2736"/>
                    <a:pt x="1436" y="2735"/>
                    <a:pt x="1451" y="2733"/>
                  </a:cubicBezTo>
                  <a:lnTo>
                    <a:pt x="1524" y="2725"/>
                  </a:lnTo>
                  <a:lnTo>
                    <a:pt x="1524" y="2725"/>
                  </a:lnTo>
                  <a:cubicBezTo>
                    <a:pt x="1451" y="2749"/>
                    <a:pt x="1394" y="2773"/>
                    <a:pt x="1394" y="2790"/>
                  </a:cubicBezTo>
                  <a:cubicBezTo>
                    <a:pt x="1394" y="2793"/>
                    <a:pt x="1394" y="2795"/>
                    <a:pt x="1399" y="2795"/>
                  </a:cubicBezTo>
                  <a:cubicBezTo>
                    <a:pt x="1405" y="2795"/>
                    <a:pt x="1421" y="2791"/>
                    <a:pt x="1459" y="2782"/>
                  </a:cubicBezTo>
                  <a:cubicBezTo>
                    <a:pt x="1495" y="2764"/>
                    <a:pt x="1511" y="2758"/>
                    <a:pt x="1519" y="2758"/>
                  </a:cubicBezTo>
                  <a:cubicBezTo>
                    <a:pt x="1526" y="2758"/>
                    <a:pt x="1528" y="2762"/>
                    <a:pt x="1532" y="2765"/>
                  </a:cubicBezTo>
                  <a:cubicBezTo>
                    <a:pt x="1532" y="2782"/>
                    <a:pt x="1467" y="2814"/>
                    <a:pt x="1402" y="2830"/>
                  </a:cubicBezTo>
                  <a:lnTo>
                    <a:pt x="1402" y="2846"/>
                  </a:lnTo>
                  <a:cubicBezTo>
                    <a:pt x="1471" y="2821"/>
                    <a:pt x="1505" y="2811"/>
                    <a:pt x="1513" y="2811"/>
                  </a:cubicBezTo>
                  <a:cubicBezTo>
                    <a:pt x="1520" y="2811"/>
                    <a:pt x="1506" y="2819"/>
                    <a:pt x="1475" y="2830"/>
                  </a:cubicBezTo>
                  <a:cubicBezTo>
                    <a:pt x="1410" y="2863"/>
                    <a:pt x="1418" y="2879"/>
                    <a:pt x="1418" y="2887"/>
                  </a:cubicBezTo>
                  <a:cubicBezTo>
                    <a:pt x="1437" y="2880"/>
                    <a:pt x="1445" y="2878"/>
                    <a:pt x="1448" y="2878"/>
                  </a:cubicBezTo>
                  <a:cubicBezTo>
                    <a:pt x="1454" y="2878"/>
                    <a:pt x="1433" y="2888"/>
                    <a:pt x="1423" y="2888"/>
                  </a:cubicBezTo>
                  <a:cubicBezTo>
                    <a:pt x="1421" y="2888"/>
                    <a:pt x="1419" y="2888"/>
                    <a:pt x="1418" y="2887"/>
                  </a:cubicBezTo>
                  <a:lnTo>
                    <a:pt x="1362" y="2911"/>
                  </a:lnTo>
                  <a:cubicBezTo>
                    <a:pt x="1339" y="2922"/>
                    <a:pt x="1332" y="2927"/>
                    <a:pt x="1336" y="2927"/>
                  </a:cubicBezTo>
                  <a:cubicBezTo>
                    <a:pt x="1342" y="2927"/>
                    <a:pt x="1384" y="2911"/>
                    <a:pt x="1427" y="2895"/>
                  </a:cubicBezTo>
                  <a:cubicBezTo>
                    <a:pt x="1427" y="2895"/>
                    <a:pt x="1427" y="2903"/>
                    <a:pt x="1435" y="2919"/>
                  </a:cubicBezTo>
                  <a:cubicBezTo>
                    <a:pt x="1435" y="2923"/>
                    <a:pt x="1436" y="2927"/>
                    <a:pt x="1443" y="2927"/>
                  </a:cubicBezTo>
                  <a:cubicBezTo>
                    <a:pt x="1452" y="2927"/>
                    <a:pt x="1468" y="2921"/>
                    <a:pt x="1499" y="2903"/>
                  </a:cubicBezTo>
                  <a:cubicBezTo>
                    <a:pt x="1552" y="2883"/>
                    <a:pt x="1605" y="2858"/>
                    <a:pt x="1623" y="2858"/>
                  </a:cubicBezTo>
                  <a:cubicBezTo>
                    <a:pt x="1627" y="2858"/>
                    <a:pt x="1629" y="2860"/>
                    <a:pt x="1629" y="2863"/>
                  </a:cubicBezTo>
                  <a:cubicBezTo>
                    <a:pt x="1648" y="2853"/>
                    <a:pt x="1657" y="2850"/>
                    <a:pt x="1659" y="2850"/>
                  </a:cubicBezTo>
                  <a:lnTo>
                    <a:pt x="1659" y="2850"/>
                  </a:lnTo>
                  <a:cubicBezTo>
                    <a:pt x="1664" y="2850"/>
                    <a:pt x="1642" y="2864"/>
                    <a:pt x="1633" y="2864"/>
                  </a:cubicBezTo>
                  <a:cubicBezTo>
                    <a:pt x="1631" y="2864"/>
                    <a:pt x="1630" y="2863"/>
                    <a:pt x="1629" y="2863"/>
                  </a:cubicBezTo>
                  <a:cubicBezTo>
                    <a:pt x="1572" y="2887"/>
                    <a:pt x="1508" y="2911"/>
                    <a:pt x="1508" y="2919"/>
                  </a:cubicBezTo>
                  <a:cubicBezTo>
                    <a:pt x="1516" y="2936"/>
                    <a:pt x="1451" y="2960"/>
                    <a:pt x="1451" y="2960"/>
                  </a:cubicBezTo>
                  <a:cubicBezTo>
                    <a:pt x="1355" y="2990"/>
                    <a:pt x="1374" y="3007"/>
                    <a:pt x="1417" y="3007"/>
                  </a:cubicBezTo>
                  <a:cubicBezTo>
                    <a:pt x="1432" y="3007"/>
                    <a:pt x="1450" y="3005"/>
                    <a:pt x="1467" y="3000"/>
                  </a:cubicBezTo>
                  <a:cubicBezTo>
                    <a:pt x="1519" y="2984"/>
                    <a:pt x="1552" y="2976"/>
                    <a:pt x="1564" y="2976"/>
                  </a:cubicBezTo>
                  <a:cubicBezTo>
                    <a:pt x="1582" y="2976"/>
                    <a:pt x="1556" y="2994"/>
                    <a:pt x="1483" y="3033"/>
                  </a:cubicBezTo>
                  <a:cubicBezTo>
                    <a:pt x="1442" y="3055"/>
                    <a:pt x="1430" y="3065"/>
                    <a:pt x="1439" y="3065"/>
                  </a:cubicBezTo>
                  <a:cubicBezTo>
                    <a:pt x="1456" y="3065"/>
                    <a:pt x="1554" y="3027"/>
                    <a:pt x="1678" y="2968"/>
                  </a:cubicBezTo>
                  <a:lnTo>
                    <a:pt x="1856" y="2887"/>
                  </a:lnTo>
                  <a:lnTo>
                    <a:pt x="1678" y="2976"/>
                  </a:lnTo>
                  <a:cubicBezTo>
                    <a:pt x="1520" y="3069"/>
                    <a:pt x="1468" y="3103"/>
                    <a:pt x="1490" y="3103"/>
                  </a:cubicBezTo>
                  <a:cubicBezTo>
                    <a:pt x="1501" y="3103"/>
                    <a:pt x="1530" y="3095"/>
                    <a:pt x="1572" y="3082"/>
                  </a:cubicBezTo>
                  <a:cubicBezTo>
                    <a:pt x="1603" y="3075"/>
                    <a:pt x="1620" y="3071"/>
                    <a:pt x="1627" y="3071"/>
                  </a:cubicBezTo>
                  <a:cubicBezTo>
                    <a:pt x="1636" y="3071"/>
                    <a:pt x="1622" y="3079"/>
                    <a:pt x="1589" y="3098"/>
                  </a:cubicBezTo>
                  <a:cubicBezTo>
                    <a:pt x="1524" y="3138"/>
                    <a:pt x="1532" y="3146"/>
                    <a:pt x="1548" y="3171"/>
                  </a:cubicBezTo>
                  <a:cubicBezTo>
                    <a:pt x="1561" y="3188"/>
                    <a:pt x="1567" y="3198"/>
                    <a:pt x="1578" y="3198"/>
                  </a:cubicBezTo>
                  <a:cubicBezTo>
                    <a:pt x="1588" y="3198"/>
                    <a:pt x="1602" y="3190"/>
                    <a:pt x="1629" y="3171"/>
                  </a:cubicBezTo>
                  <a:lnTo>
                    <a:pt x="1645" y="3195"/>
                  </a:lnTo>
                  <a:cubicBezTo>
                    <a:pt x="1600" y="3234"/>
                    <a:pt x="1586" y="3251"/>
                    <a:pt x="1594" y="3251"/>
                  </a:cubicBezTo>
                  <a:cubicBezTo>
                    <a:pt x="1604" y="3251"/>
                    <a:pt x="1651" y="3221"/>
                    <a:pt x="1710" y="3171"/>
                  </a:cubicBezTo>
                  <a:lnTo>
                    <a:pt x="1718" y="3187"/>
                  </a:lnTo>
                  <a:lnTo>
                    <a:pt x="1670" y="3227"/>
                  </a:lnTo>
                  <a:cubicBezTo>
                    <a:pt x="1613" y="3268"/>
                    <a:pt x="1621" y="3292"/>
                    <a:pt x="1678" y="3365"/>
                  </a:cubicBezTo>
                  <a:cubicBezTo>
                    <a:pt x="1713" y="3401"/>
                    <a:pt x="1734" y="3421"/>
                    <a:pt x="1755" y="3421"/>
                  </a:cubicBezTo>
                  <a:cubicBezTo>
                    <a:pt x="1778" y="3421"/>
                    <a:pt x="1802" y="3399"/>
                    <a:pt x="1848" y="3349"/>
                  </a:cubicBezTo>
                  <a:cubicBezTo>
                    <a:pt x="1899" y="3302"/>
                    <a:pt x="1925" y="3280"/>
                    <a:pt x="1929" y="3280"/>
                  </a:cubicBezTo>
                  <a:lnTo>
                    <a:pt x="1929" y="3280"/>
                  </a:lnTo>
                  <a:cubicBezTo>
                    <a:pt x="1933" y="3280"/>
                    <a:pt x="1911" y="3307"/>
                    <a:pt x="1864" y="3357"/>
                  </a:cubicBezTo>
                  <a:cubicBezTo>
                    <a:pt x="1829" y="3399"/>
                    <a:pt x="1802" y="3440"/>
                    <a:pt x="1806" y="3440"/>
                  </a:cubicBezTo>
                  <a:cubicBezTo>
                    <a:pt x="1807" y="3440"/>
                    <a:pt x="1813" y="3435"/>
                    <a:pt x="1824" y="3422"/>
                  </a:cubicBezTo>
                  <a:lnTo>
                    <a:pt x="1824" y="3422"/>
                  </a:lnTo>
                  <a:cubicBezTo>
                    <a:pt x="1824" y="3422"/>
                    <a:pt x="1840" y="3438"/>
                    <a:pt x="1808" y="3495"/>
                  </a:cubicBezTo>
                  <a:cubicBezTo>
                    <a:pt x="1776" y="3559"/>
                    <a:pt x="1771" y="3581"/>
                    <a:pt x="1781" y="3581"/>
                  </a:cubicBezTo>
                  <a:cubicBezTo>
                    <a:pt x="1790" y="3581"/>
                    <a:pt x="1815" y="3556"/>
                    <a:pt x="1840" y="3527"/>
                  </a:cubicBezTo>
                  <a:cubicBezTo>
                    <a:pt x="1870" y="3480"/>
                    <a:pt x="1882" y="3463"/>
                    <a:pt x="1883" y="3463"/>
                  </a:cubicBezTo>
                  <a:lnTo>
                    <a:pt x="1883" y="3463"/>
                  </a:lnTo>
                  <a:cubicBezTo>
                    <a:pt x="1885" y="3463"/>
                    <a:pt x="1864" y="3498"/>
                    <a:pt x="1840" y="3536"/>
                  </a:cubicBezTo>
                  <a:cubicBezTo>
                    <a:pt x="1816" y="3583"/>
                    <a:pt x="1792" y="3627"/>
                    <a:pt x="1798" y="3627"/>
                  </a:cubicBezTo>
                  <a:cubicBezTo>
                    <a:pt x="1799" y="3627"/>
                    <a:pt x="1805" y="3621"/>
                    <a:pt x="1816" y="3609"/>
                  </a:cubicBezTo>
                  <a:cubicBezTo>
                    <a:pt x="1841" y="3587"/>
                    <a:pt x="1873" y="3571"/>
                    <a:pt x="1894" y="3571"/>
                  </a:cubicBezTo>
                  <a:cubicBezTo>
                    <a:pt x="1920" y="3571"/>
                    <a:pt x="1929" y="3595"/>
                    <a:pt x="1889" y="3657"/>
                  </a:cubicBezTo>
                  <a:lnTo>
                    <a:pt x="1905" y="3665"/>
                  </a:lnTo>
                  <a:cubicBezTo>
                    <a:pt x="1928" y="3633"/>
                    <a:pt x="1943" y="3624"/>
                    <a:pt x="1956" y="3624"/>
                  </a:cubicBezTo>
                  <a:cubicBezTo>
                    <a:pt x="1966" y="3624"/>
                    <a:pt x="1975" y="3629"/>
                    <a:pt x="1986" y="3633"/>
                  </a:cubicBezTo>
                  <a:cubicBezTo>
                    <a:pt x="2002" y="3649"/>
                    <a:pt x="2010" y="3657"/>
                    <a:pt x="1978" y="3714"/>
                  </a:cubicBezTo>
                  <a:cubicBezTo>
                    <a:pt x="1955" y="3742"/>
                    <a:pt x="1947" y="3756"/>
                    <a:pt x="1956" y="3756"/>
                  </a:cubicBezTo>
                  <a:cubicBezTo>
                    <a:pt x="1962" y="3756"/>
                    <a:pt x="1978" y="3748"/>
                    <a:pt x="2002" y="3730"/>
                  </a:cubicBezTo>
                  <a:cubicBezTo>
                    <a:pt x="2010" y="3730"/>
                    <a:pt x="2078" y="3624"/>
                    <a:pt x="2090" y="3624"/>
                  </a:cubicBezTo>
                  <a:cubicBezTo>
                    <a:pt x="2091" y="3624"/>
                    <a:pt x="2091" y="3624"/>
                    <a:pt x="2091" y="3625"/>
                  </a:cubicBezTo>
                  <a:cubicBezTo>
                    <a:pt x="2122" y="3572"/>
                    <a:pt x="2159" y="3519"/>
                    <a:pt x="2170" y="3519"/>
                  </a:cubicBezTo>
                  <a:cubicBezTo>
                    <a:pt x="2171" y="3519"/>
                    <a:pt x="2172" y="3519"/>
                    <a:pt x="2172" y="3519"/>
                  </a:cubicBezTo>
                  <a:lnTo>
                    <a:pt x="2140" y="3576"/>
                  </a:lnTo>
                  <a:lnTo>
                    <a:pt x="2083" y="3698"/>
                  </a:lnTo>
                  <a:cubicBezTo>
                    <a:pt x="2086" y="3700"/>
                    <a:pt x="2089" y="3703"/>
                    <a:pt x="2092" y="3703"/>
                  </a:cubicBezTo>
                  <a:cubicBezTo>
                    <a:pt x="2099" y="3703"/>
                    <a:pt x="2110" y="3692"/>
                    <a:pt x="2132" y="3649"/>
                  </a:cubicBezTo>
                  <a:lnTo>
                    <a:pt x="2132" y="3649"/>
                  </a:lnTo>
                  <a:cubicBezTo>
                    <a:pt x="2108" y="3714"/>
                    <a:pt x="2116" y="3722"/>
                    <a:pt x="2140" y="3730"/>
                  </a:cubicBezTo>
                  <a:cubicBezTo>
                    <a:pt x="2149" y="3733"/>
                    <a:pt x="2157" y="3736"/>
                    <a:pt x="2166" y="3736"/>
                  </a:cubicBezTo>
                  <a:cubicBezTo>
                    <a:pt x="2183" y="3736"/>
                    <a:pt x="2200" y="3726"/>
                    <a:pt x="2221" y="3690"/>
                  </a:cubicBezTo>
                  <a:lnTo>
                    <a:pt x="2221" y="3690"/>
                  </a:lnTo>
                  <a:cubicBezTo>
                    <a:pt x="2199" y="3762"/>
                    <a:pt x="2211" y="3801"/>
                    <a:pt x="2235" y="3801"/>
                  </a:cubicBezTo>
                  <a:cubicBezTo>
                    <a:pt x="2254" y="3801"/>
                    <a:pt x="2281" y="3776"/>
                    <a:pt x="2302" y="3722"/>
                  </a:cubicBezTo>
                  <a:cubicBezTo>
                    <a:pt x="2314" y="3691"/>
                    <a:pt x="2322" y="3674"/>
                    <a:pt x="2326" y="3674"/>
                  </a:cubicBezTo>
                  <a:cubicBezTo>
                    <a:pt x="2331" y="3674"/>
                    <a:pt x="2331" y="3693"/>
                    <a:pt x="2326" y="3730"/>
                  </a:cubicBezTo>
                  <a:cubicBezTo>
                    <a:pt x="2318" y="3764"/>
                    <a:pt x="2316" y="3780"/>
                    <a:pt x="2320" y="3780"/>
                  </a:cubicBezTo>
                  <a:cubicBezTo>
                    <a:pt x="2323" y="3780"/>
                    <a:pt x="2331" y="3766"/>
                    <a:pt x="2343" y="3738"/>
                  </a:cubicBezTo>
                  <a:cubicBezTo>
                    <a:pt x="2352" y="3720"/>
                    <a:pt x="2357" y="3713"/>
                    <a:pt x="2361" y="3713"/>
                  </a:cubicBezTo>
                  <a:lnTo>
                    <a:pt x="2361" y="3713"/>
                  </a:lnTo>
                  <a:cubicBezTo>
                    <a:pt x="2371" y="3713"/>
                    <a:pt x="2365" y="3764"/>
                    <a:pt x="2359" y="3811"/>
                  </a:cubicBezTo>
                  <a:cubicBezTo>
                    <a:pt x="2344" y="3896"/>
                    <a:pt x="2344" y="3932"/>
                    <a:pt x="2352" y="3932"/>
                  </a:cubicBezTo>
                  <a:cubicBezTo>
                    <a:pt x="2358" y="3932"/>
                    <a:pt x="2366" y="3917"/>
                    <a:pt x="2375" y="3892"/>
                  </a:cubicBezTo>
                  <a:cubicBezTo>
                    <a:pt x="2407" y="3848"/>
                    <a:pt x="2423" y="3843"/>
                    <a:pt x="2437" y="3843"/>
                  </a:cubicBezTo>
                  <a:cubicBezTo>
                    <a:pt x="2441" y="3843"/>
                    <a:pt x="2444" y="3844"/>
                    <a:pt x="2448" y="3844"/>
                  </a:cubicBezTo>
                  <a:cubicBezTo>
                    <a:pt x="2481" y="3779"/>
                    <a:pt x="2497" y="3779"/>
                    <a:pt x="2497" y="3714"/>
                  </a:cubicBezTo>
                  <a:cubicBezTo>
                    <a:pt x="2505" y="3665"/>
                    <a:pt x="2513" y="3625"/>
                    <a:pt x="2529" y="3576"/>
                  </a:cubicBezTo>
                  <a:cubicBezTo>
                    <a:pt x="2539" y="3556"/>
                    <a:pt x="2545" y="3549"/>
                    <a:pt x="2549" y="3549"/>
                  </a:cubicBezTo>
                  <a:lnTo>
                    <a:pt x="2549" y="3549"/>
                  </a:lnTo>
                  <a:cubicBezTo>
                    <a:pt x="2555" y="3549"/>
                    <a:pt x="2549" y="3577"/>
                    <a:pt x="2540" y="3577"/>
                  </a:cubicBezTo>
                  <a:cubicBezTo>
                    <a:pt x="2539" y="3577"/>
                    <a:pt x="2538" y="3577"/>
                    <a:pt x="2537" y="3576"/>
                  </a:cubicBezTo>
                  <a:cubicBezTo>
                    <a:pt x="2521" y="3617"/>
                    <a:pt x="2513" y="3665"/>
                    <a:pt x="2521" y="3714"/>
                  </a:cubicBezTo>
                  <a:cubicBezTo>
                    <a:pt x="2521" y="3779"/>
                    <a:pt x="2537" y="3787"/>
                    <a:pt x="2553" y="3787"/>
                  </a:cubicBezTo>
                  <a:lnTo>
                    <a:pt x="2594" y="3795"/>
                  </a:lnTo>
                  <a:cubicBezTo>
                    <a:pt x="2611" y="3833"/>
                    <a:pt x="2621" y="3851"/>
                    <a:pt x="2628" y="3851"/>
                  </a:cubicBezTo>
                  <a:cubicBezTo>
                    <a:pt x="2635" y="3851"/>
                    <a:pt x="2639" y="3835"/>
                    <a:pt x="2643" y="3803"/>
                  </a:cubicBezTo>
                  <a:lnTo>
                    <a:pt x="2651" y="3730"/>
                  </a:lnTo>
                  <a:lnTo>
                    <a:pt x="2651" y="3730"/>
                  </a:lnTo>
                  <a:cubicBezTo>
                    <a:pt x="2646" y="3805"/>
                    <a:pt x="2685" y="3846"/>
                    <a:pt x="2723" y="3846"/>
                  </a:cubicBezTo>
                  <a:cubicBezTo>
                    <a:pt x="2754" y="3846"/>
                    <a:pt x="2785" y="3817"/>
                    <a:pt x="2789" y="3754"/>
                  </a:cubicBezTo>
                  <a:lnTo>
                    <a:pt x="2789" y="3819"/>
                  </a:lnTo>
                  <a:cubicBezTo>
                    <a:pt x="2789" y="3892"/>
                    <a:pt x="2805" y="3892"/>
                    <a:pt x="2821" y="3892"/>
                  </a:cubicBezTo>
                  <a:cubicBezTo>
                    <a:pt x="2837" y="3892"/>
                    <a:pt x="2878" y="3819"/>
                    <a:pt x="2918" y="3819"/>
                  </a:cubicBezTo>
                  <a:cubicBezTo>
                    <a:pt x="2959" y="3811"/>
                    <a:pt x="2999" y="3811"/>
                    <a:pt x="2983" y="3746"/>
                  </a:cubicBezTo>
                  <a:cubicBezTo>
                    <a:pt x="2999" y="3746"/>
                    <a:pt x="2999" y="3746"/>
                    <a:pt x="3008" y="3811"/>
                  </a:cubicBezTo>
                  <a:cubicBezTo>
                    <a:pt x="2999" y="3876"/>
                    <a:pt x="3016" y="3876"/>
                    <a:pt x="3024" y="3876"/>
                  </a:cubicBezTo>
                  <a:cubicBezTo>
                    <a:pt x="3040" y="3876"/>
                    <a:pt x="3032" y="3811"/>
                    <a:pt x="3024" y="3738"/>
                  </a:cubicBezTo>
                  <a:cubicBezTo>
                    <a:pt x="3016" y="3706"/>
                    <a:pt x="3016" y="3690"/>
                    <a:pt x="3022" y="3690"/>
                  </a:cubicBezTo>
                  <a:lnTo>
                    <a:pt x="3022" y="3690"/>
                  </a:lnTo>
                  <a:cubicBezTo>
                    <a:pt x="3028" y="3690"/>
                    <a:pt x="3040" y="3706"/>
                    <a:pt x="3056" y="3738"/>
                  </a:cubicBezTo>
                  <a:cubicBezTo>
                    <a:pt x="3072" y="3771"/>
                    <a:pt x="3093" y="3787"/>
                    <a:pt x="3110" y="3787"/>
                  </a:cubicBezTo>
                  <a:cubicBezTo>
                    <a:pt x="3127" y="3787"/>
                    <a:pt x="3141" y="3771"/>
                    <a:pt x="3145" y="3738"/>
                  </a:cubicBezTo>
                  <a:cubicBezTo>
                    <a:pt x="3147" y="3736"/>
                    <a:pt x="3150" y="3735"/>
                    <a:pt x="3152" y="3735"/>
                  </a:cubicBezTo>
                  <a:cubicBezTo>
                    <a:pt x="3158" y="3735"/>
                    <a:pt x="3166" y="3747"/>
                    <a:pt x="3178" y="3795"/>
                  </a:cubicBezTo>
                  <a:cubicBezTo>
                    <a:pt x="3191" y="3831"/>
                    <a:pt x="3209" y="3864"/>
                    <a:pt x="3222" y="3864"/>
                  </a:cubicBezTo>
                  <a:cubicBezTo>
                    <a:pt x="3232" y="3864"/>
                    <a:pt x="3238" y="3841"/>
                    <a:pt x="3235" y="3779"/>
                  </a:cubicBezTo>
                  <a:cubicBezTo>
                    <a:pt x="3243" y="3779"/>
                    <a:pt x="3243" y="3779"/>
                    <a:pt x="3259" y="3844"/>
                  </a:cubicBezTo>
                  <a:cubicBezTo>
                    <a:pt x="3277" y="3880"/>
                    <a:pt x="3293" y="3917"/>
                    <a:pt x="3297" y="3917"/>
                  </a:cubicBezTo>
                  <a:cubicBezTo>
                    <a:pt x="3301" y="3917"/>
                    <a:pt x="3297" y="3895"/>
                    <a:pt x="3283" y="3836"/>
                  </a:cubicBezTo>
                  <a:cubicBezTo>
                    <a:pt x="3288" y="3795"/>
                    <a:pt x="3300" y="3774"/>
                    <a:pt x="3317" y="3774"/>
                  </a:cubicBezTo>
                  <a:cubicBezTo>
                    <a:pt x="3330" y="3774"/>
                    <a:pt x="3347" y="3786"/>
                    <a:pt x="3364" y="3811"/>
                  </a:cubicBezTo>
                  <a:cubicBezTo>
                    <a:pt x="3380" y="3811"/>
                    <a:pt x="3389" y="3803"/>
                    <a:pt x="3364" y="3746"/>
                  </a:cubicBezTo>
                  <a:cubicBezTo>
                    <a:pt x="3356" y="3706"/>
                    <a:pt x="3356" y="3714"/>
                    <a:pt x="3340" y="3682"/>
                  </a:cubicBezTo>
                  <a:lnTo>
                    <a:pt x="3340" y="3682"/>
                  </a:lnTo>
                  <a:cubicBezTo>
                    <a:pt x="3372" y="3741"/>
                    <a:pt x="3388" y="3772"/>
                    <a:pt x="3391" y="3772"/>
                  </a:cubicBezTo>
                  <a:cubicBezTo>
                    <a:pt x="3395" y="3772"/>
                    <a:pt x="3385" y="3739"/>
                    <a:pt x="3364" y="3673"/>
                  </a:cubicBezTo>
                  <a:cubicBezTo>
                    <a:pt x="3352" y="3641"/>
                    <a:pt x="3348" y="3625"/>
                    <a:pt x="3350" y="3625"/>
                  </a:cubicBezTo>
                  <a:lnTo>
                    <a:pt x="3350" y="3625"/>
                  </a:lnTo>
                  <a:cubicBezTo>
                    <a:pt x="3352" y="3625"/>
                    <a:pt x="3360" y="3641"/>
                    <a:pt x="3372" y="3673"/>
                  </a:cubicBezTo>
                  <a:cubicBezTo>
                    <a:pt x="3413" y="3730"/>
                    <a:pt x="3421" y="3730"/>
                    <a:pt x="3421" y="3730"/>
                  </a:cubicBezTo>
                  <a:cubicBezTo>
                    <a:pt x="3437" y="3730"/>
                    <a:pt x="3462" y="3641"/>
                    <a:pt x="3502" y="3617"/>
                  </a:cubicBezTo>
                  <a:cubicBezTo>
                    <a:pt x="3583" y="3576"/>
                    <a:pt x="3616" y="3560"/>
                    <a:pt x="3575" y="3503"/>
                  </a:cubicBezTo>
                  <a:cubicBezTo>
                    <a:pt x="3558" y="3470"/>
                    <a:pt x="3550" y="3453"/>
                    <a:pt x="3553" y="3453"/>
                  </a:cubicBezTo>
                  <a:lnTo>
                    <a:pt x="3553" y="3453"/>
                  </a:lnTo>
                  <a:cubicBezTo>
                    <a:pt x="3556" y="3453"/>
                    <a:pt x="3568" y="3468"/>
                    <a:pt x="3591" y="3495"/>
                  </a:cubicBezTo>
                  <a:cubicBezTo>
                    <a:pt x="3628" y="3532"/>
                    <a:pt x="3641" y="3536"/>
                    <a:pt x="3653" y="3536"/>
                  </a:cubicBezTo>
                  <a:cubicBezTo>
                    <a:pt x="3657" y="3536"/>
                    <a:pt x="3660" y="3536"/>
                    <a:pt x="3664" y="3536"/>
                  </a:cubicBezTo>
                  <a:cubicBezTo>
                    <a:pt x="3667" y="3533"/>
                    <a:pt x="3670" y="3530"/>
                    <a:pt x="3674" y="3530"/>
                  </a:cubicBezTo>
                  <a:cubicBezTo>
                    <a:pt x="3682" y="3530"/>
                    <a:pt x="3695" y="3539"/>
                    <a:pt x="3721" y="3576"/>
                  </a:cubicBezTo>
                  <a:cubicBezTo>
                    <a:pt x="3689" y="3519"/>
                    <a:pt x="3689" y="3519"/>
                    <a:pt x="3697" y="3511"/>
                  </a:cubicBezTo>
                  <a:lnTo>
                    <a:pt x="3697" y="3511"/>
                  </a:lnTo>
                  <a:cubicBezTo>
                    <a:pt x="3715" y="3533"/>
                    <a:pt x="3728" y="3543"/>
                    <a:pt x="3733" y="3543"/>
                  </a:cubicBezTo>
                  <a:cubicBezTo>
                    <a:pt x="3740" y="3543"/>
                    <a:pt x="3735" y="3527"/>
                    <a:pt x="3713" y="3495"/>
                  </a:cubicBezTo>
                  <a:cubicBezTo>
                    <a:pt x="3676" y="3437"/>
                    <a:pt x="3657" y="3409"/>
                    <a:pt x="3659" y="3409"/>
                  </a:cubicBezTo>
                  <a:lnTo>
                    <a:pt x="3659" y="3409"/>
                  </a:lnTo>
                  <a:cubicBezTo>
                    <a:pt x="3661" y="3409"/>
                    <a:pt x="3681" y="3435"/>
                    <a:pt x="3721" y="3487"/>
                  </a:cubicBezTo>
                  <a:cubicBezTo>
                    <a:pt x="3753" y="3524"/>
                    <a:pt x="3792" y="3548"/>
                    <a:pt x="3801" y="3548"/>
                  </a:cubicBezTo>
                  <a:cubicBezTo>
                    <a:pt x="3806" y="3548"/>
                    <a:pt x="3802" y="3541"/>
                    <a:pt x="3786" y="3527"/>
                  </a:cubicBezTo>
                  <a:cubicBezTo>
                    <a:pt x="3737" y="3471"/>
                    <a:pt x="3762" y="3455"/>
                    <a:pt x="3721" y="3398"/>
                  </a:cubicBezTo>
                  <a:cubicBezTo>
                    <a:pt x="3723" y="3395"/>
                    <a:pt x="3726" y="3394"/>
                    <a:pt x="3729" y="3394"/>
                  </a:cubicBezTo>
                  <a:cubicBezTo>
                    <a:pt x="3737" y="3394"/>
                    <a:pt x="3751" y="3404"/>
                    <a:pt x="3786" y="3438"/>
                  </a:cubicBezTo>
                  <a:cubicBezTo>
                    <a:pt x="3794" y="3445"/>
                    <a:pt x="3802" y="3449"/>
                    <a:pt x="3807" y="3449"/>
                  </a:cubicBezTo>
                  <a:cubicBezTo>
                    <a:pt x="3833" y="3449"/>
                    <a:pt x="3827" y="3381"/>
                    <a:pt x="3794" y="3341"/>
                  </a:cubicBezTo>
                  <a:cubicBezTo>
                    <a:pt x="3768" y="3315"/>
                    <a:pt x="3758" y="3300"/>
                    <a:pt x="3762" y="3300"/>
                  </a:cubicBezTo>
                  <a:lnTo>
                    <a:pt x="3762" y="3300"/>
                  </a:lnTo>
                  <a:cubicBezTo>
                    <a:pt x="3766" y="3300"/>
                    <a:pt x="3780" y="3311"/>
                    <a:pt x="3802" y="3333"/>
                  </a:cubicBezTo>
                  <a:cubicBezTo>
                    <a:pt x="3832" y="3363"/>
                    <a:pt x="3847" y="3371"/>
                    <a:pt x="3856" y="3371"/>
                  </a:cubicBezTo>
                  <a:cubicBezTo>
                    <a:pt x="3861" y="3371"/>
                    <a:pt x="3864" y="3368"/>
                    <a:pt x="3867" y="3365"/>
                  </a:cubicBezTo>
                  <a:cubicBezTo>
                    <a:pt x="3854" y="3347"/>
                    <a:pt x="3850" y="3340"/>
                    <a:pt x="3853" y="3340"/>
                  </a:cubicBezTo>
                  <a:lnTo>
                    <a:pt x="3853" y="3340"/>
                  </a:lnTo>
                  <a:cubicBezTo>
                    <a:pt x="3858" y="3340"/>
                    <a:pt x="3891" y="3373"/>
                    <a:pt x="3924" y="3406"/>
                  </a:cubicBezTo>
                  <a:cubicBezTo>
                    <a:pt x="3947" y="3433"/>
                    <a:pt x="3962" y="3443"/>
                    <a:pt x="3974" y="3443"/>
                  </a:cubicBezTo>
                  <a:cubicBezTo>
                    <a:pt x="3983" y="3443"/>
                    <a:pt x="3990" y="3437"/>
                    <a:pt x="3997" y="3430"/>
                  </a:cubicBezTo>
                  <a:cubicBezTo>
                    <a:pt x="3964" y="3398"/>
                    <a:pt x="3972" y="3349"/>
                    <a:pt x="4005" y="3317"/>
                  </a:cubicBezTo>
                  <a:cubicBezTo>
                    <a:pt x="4037" y="3268"/>
                    <a:pt x="3989" y="3219"/>
                    <a:pt x="3891" y="3122"/>
                  </a:cubicBezTo>
                  <a:lnTo>
                    <a:pt x="3786" y="3041"/>
                  </a:lnTo>
                  <a:lnTo>
                    <a:pt x="3786" y="3041"/>
                  </a:lnTo>
                  <a:lnTo>
                    <a:pt x="3899" y="3114"/>
                  </a:lnTo>
                  <a:cubicBezTo>
                    <a:pt x="3956" y="3155"/>
                    <a:pt x="4078" y="3219"/>
                    <a:pt x="4078" y="3219"/>
                  </a:cubicBezTo>
                  <a:cubicBezTo>
                    <a:pt x="4086" y="3211"/>
                    <a:pt x="4021" y="3171"/>
                    <a:pt x="3964" y="3138"/>
                  </a:cubicBezTo>
                  <a:cubicBezTo>
                    <a:pt x="3929" y="3113"/>
                    <a:pt x="3919" y="3100"/>
                    <a:pt x="3934" y="3100"/>
                  </a:cubicBezTo>
                  <a:cubicBezTo>
                    <a:pt x="3943" y="3100"/>
                    <a:pt x="3961" y="3105"/>
                    <a:pt x="3989" y="3114"/>
                  </a:cubicBezTo>
                  <a:cubicBezTo>
                    <a:pt x="4012" y="3119"/>
                    <a:pt x="4028" y="3122"/>
                    <a:pt x="4038" y="3122"/>
                  </a:cubicBezTo>
                  <a:cubicBezTo>
                    <a:pt x="4060" y="3122"/>
                    <a:pt x="4052" y="3109"/>
                    <a:pt x="4013" y="3082"/>
                  </a:cubicBezTo>
                  <a:cubicBezTo>
                    <a:pt x="4017" y="3073"/>
                    <a:pt x="4019" y="3066"/>
                    <a:pt x="4031" y="3066"/>
                  </a:cubicBezTo>
                  <a:cubicBezTo>
                    <a:pt x="4041" y="3066"/>
                    <a:pt x="4057" y="3071"/>
                    <a:pt x="4086" y="3082"/>
                  </a:cubicBezTo>
                  <a:cubicBezTo>
                    <a:pt x="4094" y="3073"/>
                    <a:pt x="4094" y="3073"/>
                    <a:pt x="4037" y="3041"/>
                  </a:cubicBezTo>
                  <a:cubicBezTo>
                    <a:pt x="3994" y="3019"/>
                    <a:pt x="3983" y="3009"/>
                    <a:pt x="4000" y="3009"/>
                  </a:cubicBezTo>
                  <a:cubicBezTo>
                    <a:pt x="4008" y="3009"/>
                    <a:pt x="4024" y="3011"/>
                    <a:pt x="4045" y="3017"/>
                  </a:cubicBezTo>
                  <a:cubicBezTo>
                    <a:pt x="4097" y="3039"/>
                    <a:pt x="4130" y="3048"/>
                    <a:pt x="4148" y="3048"/>
                  </a:cubicBezTo>
                  <a:cubicBezTo>
                    <a:pt x="4175" y="3048"/>
                    <a:pt x="4165" y="3028"/>
                    <a:pt x="4126" y="3009"/>
                  </a:cubicBezTo>
                  <a:cubicBezTo>
                    <a:pt x="4062" y="2984"/>
                    <a:pt x="4070" y="2968"/>
                    <a:pt x="4078" y="2960"/>
                  </a:cubicBezTo>
                  <a:cubicBezTo>
                    <a:pt x="4078" y="2952"/>
                    <a:pt x="4086" y="2944"/>
                    <a:pt x="4029" y="2903"/>
                  </a:cubicBezTo>
                  <a:lnTo>
                    <a:pt x="4037" y="2887"/>
                  </a:lnTo>
                  <a:cubicBezTo>
                    <a:pt x="4037" y="2886"/>
                    <a:pt x="4038" y="2886"/>
                    <a:pt x="4039" y="2886"/>
                  </a:cubicBezTo>
                  <a:cubicBezTo>
                    <a:pt x="4051" y="2886"/>
                    <a:pt x="4101" y="2912"/>
                    <a:pt x="4094" y="2919"/>
                  </a:cubicBezTo>
                  <a:lnTo>
                    <a:pt x="4159" y="2936"/>
                  </a:lnTo>
                  <a:cubicBezTo>
                    <a:pt x="4175" y="2919"/>
                    <a:pt x="4175" y="2911"/>
                    <a:pt x="4118" y="2871"/>
                  </a:cubicBezTo>
                  <a:cubicBezTo>
                    <a:pt x="4055" y="2841"/>
                    <a:pt x="4025" y="2827"/>
                    <a:pt x="4028" y="2827"/>
                  </a:cubicBezTo>
                  <a:lnTo>
                    <a:pt x="4028" y="2827"/>
                  </a:lnTo>
                  <a:cubicBezTo>
                    <a:pt x="4032" y="2827"/>
                    <a:pt x="4064" y="2839"/>
                    <a:pt x="4126" y="2863"/>
                  </a:cubicBezTo>
                  <a:cubicBezTo>
                    <a:pt x="4163" y="2876"/>
                    <a:pt x="4199" y="2887"/>
                    <a:pt x="4214" y="2887"/>
                  </a:cubicBezTo>
                  <a:cubicBezTo>
                    <a:pt x="4226" y="2887"/>
                    <a:pt x="4224" y="2880"/>
                    <a:pt x="4199" y="2863"/>
                  </a:cubicBezTo>
                  <a:cubicBezTo>
                    <a:pt x="4135" y="2837"/>
                    <a:pt x="4123" y="2827"/>
                    <a:pt x="4135" y="2827"/>
                  </a:cubicBezTo>
                  <a:cubicBezTo>
                    <a:pt x="4146" y="2827"/>
                    <a:pt x="4177" y="2835"/>
                    <a:pt x="4207" y="2846"/>
                  </a:cubicBezTo>
                  <a:cubicBezTo>
                    <a:pt x="4261" y="2872"/>
                    <a:pt x="4293" y="2886"/>
                    <a:pt x="4301" y="2886"/>
                  </a:cubicBezTo>
                  <a:cubicBezTo>
                    <a:pt x="4311" y="2886"/>
                    <a:pt x="4283" y="2864"/>
                    <a:pt x="4216" y="2814"/>
                  </a:cubicBezTo>
                  <a:cubicBezTo>
                    <a:pt x="4224" y="2790"/>
                    <a:pt x="4175" y="2725"/>
                    <a:pt x="4183" y="2692"/>
                  </a:cubicBezTo>
                  <a:cubicBezTo>
                    <a:pt x="4191" y="2652"/>
                    <a:pt x="4199" y="2636"/>
                    <a:pt x="4272" y="2636"/>
                  </a:cubicBezTo>
                  <a:cubicBezTo>
                    <a:pt x="4276" y="2636"/>
                    <a:pt x="4280" y="2637"/>
                    <a:pt x="4284" y="2638"/>
                  </a:cubicBezTo>
                  <a:lnTo>
                    <a:pt x="4284" y="2638"/>
                  </a:lnTo>
                  <a:cubicBezTo>
                    <a:pt x="4208" y="2616"/>
                    <a:pt x="4209" y="2606"/>
                    <a:pt x="4216" y="2579"/>
                  </a:cubicBezTo>
                  <a:cubicBezTo>
                    <a:pt x="4297" y="2555"/>
                    <a:pt x="4224" y="2522"/>
                    <a:pt x="4159" y="2506"/>
                  </a:cubicBezTo>
                  <a:cubicBezTo>
                    <a:pt x="4159" y="2514"/>
                    <a:pt x="4159" y="2522"/>
                    <a:pt x="4159" y="2522"/>
                  </a:cubicBezTo>
                  <a:cubicBezTo>
                    <a:pt x="4021" y="2506"/>
                    <a:pt x="4029" y="2498"/>
                    <a:pt x="4094" y="2482"/>
                  </a:cubicBezTo>
                  <a:cubicBezTo>
                    <a:pt x="4094" y="2479"/>
                    <a:pt x="4100" y="2478"/>
                    <a:pt x="4111" y="2478"/>
                  </a:cubicBezTo>
                  <a:cubicBezTo>
                    <a:pt x="4136" y="2478"/>
                    <a:pt x="4186" y="2484"/>
                    <a:pt x="4232" y="2490"/>
                  </a:cubicBezTo>
                  <a:cubicBezTo>
                    <a:pt x="4259" y="2493"/>
                    <a:pt x="4287" y="2495"/>
                    <a:pt x="4311" y="2495"/>
                  </a:cubicBezTo>
                  <a:cubicBezTo>
                    <a:pt x="4345" y="2495"/>
                    <a:pt x="4370" y="2491"/>
                    <a:pt x="4370" y="2482"/>
                  </a:cubicBezTo>
                  <a:cubicBezTo>
                    <a:pt x="4370" y="2475"/>
                    <a:pt x="4375" y="2463"/>
                    <a:pt x="4338" y="2463"/>
                  </a:cubicBezTo>
                  <a:cubicBezTo>
                    <a:pt x="4330" y="2463"/>
                    <a:pt x="4319" y="2464"/>
                    <a:pt x="4305" y="2465"/>
                  </a:cubicBezTo>
                  <a:cubicBezTo>
                    <a:pt x="4240" y="2457"/>
                    <a:pt x="4240" y="2457"/>
                    <a:pt x="4240" y="2449"/>
                  </a:cubicBezTo>
                  <a:cubicBezTo>
                    <a:pt x="4240" y="2433"/>
                    <a:pt x="4240" y="2425"/>
                    <a:pt x="4175" y="2409"/>
                  </a:cubicBezTo>
                  <a:cubicBezTo>
                    <a:pt x="4110" y="2400"/>
                    <a:pt x="4110" y="2392"/>
                    <a:pt x="4110" y="2384"/>
                  </a:cubicBezTo>
                  <a:cubicBezTo>
                    <a:pt x="4175" y="2376"/>
                    <a:pt x="4183" y="2352"/>
                    <a:pt x="4183" y="2352"/>
                  </a:cubicBezTo>
                  <a:lnTo>
                    <a:pt x="4248" y="2360"/>
                  </a:lnTo>
                  <a:cubicBezTo>
                    <a:pt x="4297" y="2360"/>
                    <a:pt x="4345" y="2360"/>
                    <a:pt x="4386" y="2352"/>
                  </a:cubicBezTo>
                  <a:cubicBezTo>
                    <a:pt x="4386" y="2336"/>
                    <a:pt x="4321" y="2336"/>
                    <a:pt x="4321" y="2336"/>
                  </a:cubicBezTo>
                  <a:cubicBezTo>
                    <a:pt x="4264" y="2336"/>
                    <a:pt x="4256" y="2068"/>
                    <a:pt x="4248" y="2028"/>
                  </a:cubicBezTo>
                  <a:cubicBezTo>
                    <a:pt x="4303" y="2003"/>
                    <a:pt x="4317" y="1979"/>
                    <a:pt x="4288" y="1979"/>
                  </a:cubicBezTo>
                  <a:cubicBezTo>
                    <a:pt x="4279" y="1979"/>
                    <a:pt x="4266" y="1981"/>
                    <a:pt x="4248" y="1987"/>
                  </a:cubicBezTo>
                  <a:cubicBezTo>
                    <a:pt x="4244" y="1988"/>
                    <a:pt x="4240" y="1988"/>
                    <a:pt x="4236" y="1988"/>
                  </a:cubicBezTo>
                  <a:cubicBezTo>
                    <a:pt x="4182" y="1988"/>
                    <a:pt x="4174" y="1935"/>
                    <a:pt x="4159" y="1882"/>
                  </a:cubicBezTo>
                  <a:cubicBezTo>
                    <a:pt x="4145" y="1811"/>
                    <a:pt x="4137" y="1765"/>
                    <a:pt x="4092" y="1765"/>
                  </a:cubicBezTo>
                  <a:cubicBezTo>
                    <a:pt x="4085" y="1765"/>
                    <a:pt x="4078" y="1766"/>
                    <a:pt x="4070" y="1768"/>
                  </a:cubicBezTo>
                  <a:lnTo>
                    <a:pt x="4062" y="1736"/>
                  </a:lnTo>
                  <a:cubicBezTo>
                    <a:pt x="4053" y="1719"/>
                    <a:pt x="3980" y="1728"/>
                    <a:pt x="3980" y="1719"/>
                  </a:cubicBezTo>
                  <a:cubicBezTo>
                    <a:pt x="3963" y="1722"/>
                    <a:pt x="3950" y="1723"/>
                    <a:pt x="3941" y="1723"/>
                  </a:cubicBezTo>
                  <a:cubicBezTo>
                    <a:pt x="3916" y="1723"/>
                    <a:pt x="3925" y="1715"/>
                    <a:pt x="3972" y="1703"/>
                  </a:cubicBezTo>
                  <a:cubicBezTo>
                    <a:pt x="4037" y="1679"/>
                    <a:pt x="4102" y="1655"/>
                    <a:pt x="4102" y="1646"/>
                  </a:cubicBezTo>
                  <a:cubicBezTo>
                    <a:pt x="4100" y="1640"/>
                    <a:pt x="4094" y="1638"/>
                    <a:pt x="4086" y="1638"/>
                  </a:cubicBezTo>
                  <a:cubicBezTo>
                    <a:pt x="4062" y="1638"/>
                    <a:pt x="4013" y="1661"/>
                    <a:pt x="3964" y="1679"/>
                  </a:cubicBezTo>
                  <a:cubicBezTo>
                    <a:pt x="3925" y="1694"/>
                    <a:pt x="3910" y="1696"/>
                    <a:pt x="3904" y="1696"/>
                  </a:cubicBezTo>
                  <a:cubicBezTo>
                    <a:pt x="3899" y="1696"/>
                    <a:pt x="3899" y="1695"/>
                    <a:pt x="3899" y="1695"/>
                  </a:cubicBezTo>
                  <a:cubicBezTo>
                    <a:pt x="3891" y="1687"/>
                    <a:pt x="3891" y="1687"/>
                    <a:pt x="3956" y="1663"/>
                  </a:cubicBezTo>
                  <a:lnTo>
                    <a:pt x="4086" y="1606"/>
                  </a:lnTo>
                  <a:lnTo>
                    <a:pt x="4078" y="1598"/>
                  </a:lnTo>
                  <a:cubicBezTo>
                    <a:pt x="4039" y="1612"/>
                    <a:pt x="4023" y="1615"/>
                    <a:pt x="4017" y="1615"/>
                  </a:cubicBezTo>
                  <a:cubicBezTo>
                    <a:pt x="4013" y="1615"/>
                    <a:pt x="4013" y="1614"/>
                    <a:pt x="4013" y="1614"/>
                  </a:cubicBezTo>
                  <a:cubicBezTo>
                    <a:pt x="4005" y="1606"/>
                    <a:pt x="4005" y="1606"/>
                    <a:pt x="4134" y="1549"/>
                  </a:cubicBezTo>
                  <a:cubicBezTo>
                    <a:pt x="4207" y="1515"/>
                    <a:pt x="4233" y="1496"/>
                    <a:pt x="4217" y="1496"/>
                  </a:cubicBezTo>
                  <a:cubicBezTo>
                    <a:pt x="4206" y="1496"/>
                    <a:pt x="4176" y="1505"/>
                    <a:pt x="4126" y="1525"/>
                  </a:cubicBezTo>
                  <a:lnTo>
                    <a:pt x="4053" y="1533"/>
                  </a:lnTo>
                  <a:cubicBezTo>
                    <a:pt x="4105" y="1502"/>
                    <a:pt x="4111" y="1491"/>
                    <a:pt x="4097" y="1491"/>
                  </a:cubicBezTo>
                  <a:cubicBezTo>
                    <a:pt x="4077" y="1491"/>
                    <a:pt x="4018" y="1511"/>
                    <a:pt x="3980" y="1525"/>
                  </a:cubicBezTo>
                  <a:cubicBezTo>
                    <a:pt x="4048" y="1482"/>
                    <a:pt x="4075" y="1458"/>
                    <a:pt x="4059" y="1458"/>
                  </a:cubicBezTo>
                  <a:cubicBezTo>
                    <a:pt x="4048" y="1458"/>
                    <a:pt x="4017" y="1469"/>
                    <a:pt x="3964" y="1492"/>
                  </a:cubicBezTo>
                  <a:cubicBezTo>
                    <a:pt x="3940" y="1510"/>
                    <a:pt x="3924" y="1518"/>
                    <a:pt x="3919" y="1518"/>
                  </a:cubicBezTo>
                  <a:cubicBezTo>
                    <a:pt x="3913" y="1518"/>
                    <a:pt x="3924" y="1504"/>
                    <a:pt x="3956" y="1476"/>
                  </a:cubicBezTo>
                  <a:cubicBezTo>
                    <a:pt x="4013" y="1436"/>
                    <a:pt x="4005" y="1428"/>
                    <a:pt x="3989" y="1411"/>
                  </a:cubicBezTo>
                  <a:lnTo>
                    <a:pt x="3989" y="1411"/>
                  </a:lnTo>
                  <a:cubicBezTo>
                    <a:pt x="3979" y="1415"/>
                    <a:pt x="3970" y="1417"/>
                    <a:pt x="3962" y="1417"/>
                  </a:cubicBezTo>
                  <a:cubicBezTo>
                    <a:pt x="3914" y="1417"/>
                    <a:pt x="3884" y="1361"/>
                    <a:pt x="3843" y="1306"/>
                  </a:cubicBezTo>
                  <a:cubicBezTo>
                    <a:pt x="3808" y="1249"/>
                    <a:pt x="3770" y="1216"/>
                    <a:pt x="3736" y="1216"/>
                  </a:cubicBezTo>
                  <a:cubicBezTo>
                    <a:pt x="3722" y="1216"/>
                    <a:pt x="3709" y="1221"/>
                    <a:pt x="3697" y="1233"/>
                  </a:cubicBezTo>
                  <a:cubicBezTo>
                    <a:pt x="3689" y="1233"/>
                    <a:pt x="3689" y="1233"/>
                    <a:pt x="3729" y="1176"/>
                  </a:cubicBezTo>
                  <a:cubicBezTo>
                    <a:pt x="3751" y="1150"/>
                    <a:pt x="3762" y="1134"/>
                    <a:pt x="3756" y="1134"/>
                  </a:cubicBezTo>
                  <a:lnTo>
                    <a:pt x="3756" y="1134"/>
                  </a:lnTo>
                  <a:cubicBezTo>
                    <a:pt x="3750" y="1134"/>
                    <a:pt x="3721" y="1156"/>
                    <a:pt x="3664" y="1209"/>
                  </a:cubicBezTo>
                  <a:cubicBezTo>
                    <a:pt x="3651" y="1219"/>
                    <a:pt x="3639" y="1231"/>
                    <a:pt x="3629" y="1241"/>
                  </a:cubicBezTo>
                  <a:lnTo>
                    <a:pt x="3629" y="1241"/>
                  </a:lnTo>
                  <a:cubicBezTo>
                    <a:pt x="3638" y="1232"/>
                    <a:pt x="3649" y="1218"/>
                    <a:pt x="3664" y="1201"/>
                  </a:cubicBezTo>
                  <a:cubicBezTo>
                    <a:pt x="3705" y="1152"/>
                    <a:pt x="3689" y="1136"/>
                    <a:pt x="3664" y="1103"/>
                  </a:cubicBezTo>
                  <a:cubicBezTo>
                    <a:pt x="3656" y="1091"/>
                    <a:pt x="3642" y="1081"/>
                    <a:pt x="3625" y="1081"/>
                  </a:cubicBezTo>
                  <a:cubicBezTo>
                    <a:pt x="3607" y="1081"/>
                    <a:pt x="3587" y="1091"/>
                    <a:pt x="3567" y="1119"/>
                  </a:cubicBezTo>
                  <a:cubicBezTo>
                    <a:pt x="3540" y="1139"/>
                    <a:pt x="3526" y="1149"/>
                    <a:pt x="3524" y="1149"/>
                  </a:cubicBezTo>
                  <a:cubicBezTo>
                    <a:pt x="3521" y="1149"/>
                    <a:pt x="3533" y="1137"/>
                    <a:pt x="3559" y="1111"/>
                  </a:cubicBezTo>
                  <a:cubicBezTo>
                    <a:pt x="3621" y="1038"/>
                    <a:pt x="3632" y="972"/>
                    <a:pt x="3600" y="972"/>
                  </a:cubicBezTo>
                  <a:cubicBezTo>
                    <a:pt x="3586" y="972"/>
                    <a:pt x="3564" y="985"/>
                    <a:pt x="3535" y="1014"/>
                  </a:cubicBezTo>
                  <a:cubicBezTo>
                    <a:pt x="3526" y="1006"/>
                    <a:pt x="3518" y="1006"/>
                    <a:pt x="3551" y="941"/>
                  </a:cubicBezTo>
                  <a:cubicBezTo>
                    <a:pt x="3548" y="941"/>
                    <a:pt x="3546" y="940"/>
                    <a:pt x="3543" y="940"/>
                  </a:cubicBezTo>
                  <a:cubicBezTo>
                    <a:pt x="3534" y="940"/>
                    <a:pt x="3518" y="945"/>
                    <a:pt x="3478" y="974"/>
                  </a:cubicBezTo>
                  <a:cubicBezTo>
                    <a:pt x="3470" y="965"/>
                    <a:pt x="3429" y="941"/>
                    <a:pt x="3413" y="933"/>
                  </a:cubicBezTo>
                  <a:cubicBezTo>
                    <a:pt x="3412" y="932"/>
                    <a:pt x="3411" y="932"/>
                    <a:pt x="3409" y="932"/>
                  </a:cubicBezTo>
                  <a:cubicBezTo>
                    <a:pt x="3390" y="932"/>
                    <a:pt x="3348" y="982"/>
                    <a:pt x="3348" y="982"/>
                  </a:cubicBezTo>
                  <a:lnTo>
                    <a:pt x="3340" y="982"/>
                  </a:lnTo>
                  <a:cubicBezTo>
                    <a:pt x="3364" y="917"/>
                    <a:pt x="3316" y="901"/>
                    <a:pt x="3243" y="868"/>
                  </a:cubicBezTo>
                  <a:cubicBezTo>
                    <a:pt x="3170" y="844"/>
                    <a:pt x="3113" y="819"/>
                    <a:pt x="3113" y="755"/>
                  </a:cubicBezTo>
                  <a:cubicBezTo>
                    <a:pt x="3113" y="755"/>
                    <a:pt x="3105" y="755"/>
                    <a:pt x="3080" y="819"/>
                  </a:cubicBezTo>
                  <a:cubicBezTo>
                    <a:pt x="3061" y="895"/>
                    <a:pt x="3051" y="927"/>
                    <a:pt x="3044" y="927"/>
                  </a:cubicBezTo>
                  <a:cubicBezTo>
                    <a:pt x="3039" y="927"/>
                    <a:pt x="3035" y="911"/>
                    <a:pt x="3032" y="884"/>
                  </a:cubicBezTo>
                  <a:cubicBezTo>
                    <a:pt x="3040" y="813"/>
                    <a:pt x="3031" y="777"/>
                    <a:pt x="3017" y="777"/>
                  </a:cubicBezTo>
                  <a:cubicBezTo>
                    <a:pt x="3004" y="777"/>
                    <a:pt x="2987" y="809"/>
                    <a:pt x="2975" y="876"/>
                  </a:cubicBezTo>
                  <a:cubicBezTo>
                    <a:pt x="2975" y="836"/>
                    <a:pt x="2975" y="844"/>
                    <a:pt x="2983" y="803"/>
                  </a:cubicBezTo>
                  <a:cubicBezTo>
                    <a:pt x="2983" y="750"/>
                    <a:pt x="2977" y="727"/>
                    <a:pt x="2968" y="727"/>
                  </a:cubicBezTo>
                  <a:cubicBezTo>
                    <a:pt x="2954" y="727"/>
                    <a:pt x="2933" y="784"/>
                    <a:pt x="2918" y="868"/>
                  </a:cubicBezTo>
                  <a:cubicBezTo>
                    <a:pt x="2918" y="816"/>
                    <a:pt x="2914" y="768"/>
                    <a:pt x="2906" y="768"/>
                  </a:cubicBezTo>
                  <a:cubicBezTo>
                    <a:pt x="2903" y="768"/>
                    <a:pt x="2899" y="776"/>
                    <a:pt x="2894" y="795"/>
                  </a:cubicBezTo>
                  <a:cubicBezTo>
                    <a:pt x="2886" y="795"/>
                    <a:pt x="2886" y="795"/>
                    <a:pt x="2894" y="657"/>
                  </a:cubicBezTo>
                  <a:cubicBezTo>
                    <a:pt x="2894" y="584"/>
                    <a:pt x="2894" y="520"/>
                    <a:pt x="2886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2"/>
            <p:cNvSpPr/>
            <p:nvPr/>
          </p:nvSpPr>
          <p:spPr>
            <a:xfrm>
              <a:off x="7793405" y="4249294"/>
              <a:ext cx="52592" cy="44025"/>
            </a:xfrm>
            <a:custGeom>
              <a:avLst/>
              <a:gdLst/>
              <a:ahLst/>
              <a:cxnLst/>
              <a:rect l="l" t="t" r="r" b="b"/>
              <a:pathLst>
                <a:path w="3051" h="2554" extrusionOk="0">
                  <a:moveTo>
                    <a:pt x="1936" y="1"/>
                  </a:moveTo>
                  <a:cubicBezTo>
                    <a:pt x="1928" y="1"/>
                    <a:pt x="1936" y="65"/>
                    <a:pt x="1944" y="138"/>
                  </a:cubicBezTo>
                  <a:lnTo>
                    <a:pt x="1952" y="138"/>
                  </a:lnTo>
                  <a:cubicBezTo>
                    <a:pt x="1952" y="90"/>
                    <a:pt x="1952" y="41"/>
                    <a:pt x="1952" y="1"/>
                  </a:cubicBezTo>
                  <a:close/>
                  <a:moveTo>
                    <a:pt x="1526" y="840"/>
                  </a:moveTo>
                  <a:cubicBezTo>
                    <a:pt x="1522" y="840"/>
                    <a:pt x="1519" y="841"/>
                    <a:pt x="1514" y="844"/>
                  </a:cubicBezTo>
                  <a:cubicBezTo>
                    <a:pt x="1514" y="852"/>
                    <a:pt x="1555" y="901"/>
                    <a:pt x="1555" y="901"/>
                  </a:cubicBezTo>
                  <a:cubicBezTo>
                    <a:pt x="1586" y="945"/>
                    <a:pt x="1598" y="950"/>
                    <a:pt x="1606" y="950"/>
                  </a:cubicBezTo>
                  <a:cubicBezTo>
                    <a:pt x="1608" y="950"/>
                    <a:pt x="1610" y="949"/>
                    <a:pt x="1612" y="949"/>
                  </a:cubicBezTo>
                  <a:cubicBezTo>
                    <a:pt x="1624" y="960"/>
                    <a:pt x="1631" y="964"/>
                    <a:pt x="1633" y="964"/>
                  </a:cubicBezTo>
                  <a:cubicBezTo>
                    <a:pt x="1639" y="964"/>
                    <a:pt x="1609" y="927"/>
                    <a:pt x="1579" y="884"/>
                  </a:cubicBezTo>
                  <a:cubicBezTo>
                    <a:pt x="1545" y="850"/>
                    <a:pt x="1535" y="840"/>
                    <a:pt x="1526" y="840"/>
                  </a:cubicBezTo>
                  <a:close/>
                  <a:moveTo>
                    <a:pt x="1652" y="917"/>
                  </a:moveTo>
                  <a:cubicBezTo>
                    <a:pt x="1676" y="949"/>
                    <a:pt x="1701" y="990"/>
                    <a:pt x="1717" y="1030"/>
                  </a:cubicBezTo>
                  <a:cubicBezTo>
                    <a:pt x="1685" y="998"/>
                    <a:pt x="1660" y="965"/>
                    <a:pt x="1636" y="925"/>
                  </a:cubicBezTo>
                  <a:lnTo>
                    <a:pt x="1652" y="917"/>
                  </a:lnTo>
                  <a:close/>
                  <a:moveTo>
                    <a:pt x="1952" y="884"/>
                  </a:moveTo>
                  <a:lnTo>
                    <a:pt x="1952" y="884"/>
                  </a:lnTo>
                  <a:cubicBezTo>
                    <a:pt x="1968" y="925"/>
                    <a:pt x="1985" y="965"/>
                    <a:pt x="1993" y="1014"/>
                  </a:cubicBezTo>
                  <a:cubicBezTo>
                    <a:pt x="2017" y="1152"/>
                    <a:pt x="2017" y="1152"/>
                    <a:pt x="2017" y="1152"/>
                  </a:cubicBezTo>
                  <a:cubicBezTo>
                    <a:pt x="2009" y="1152"/>
                    <a:pt x="2009" y="1152"/>
                    <a:pt x="1993" y="1079"/>
                  </a:cubicBezTo>
                  <a:lnTo>
                    <a:pt x="1993" y="1079"/>
                  </a:lnTo>
                  <a:cubicBezTo>
                    <a:pt x="1997" y="1101"/>
                    <a:pt x="2000" y="1109"/>
                    <a:pt x="2001" y="1109"/>
                  </a:cubicBezTo>
                  <a:cubicBezTo>
                    <a:pt x="2003" y="1109"/>
                    <a:pt x="1996" y="1060"/>
                    <a:pt x="1985" y="1014"/>
                  </a:cubicBezTo>
                  <a:lnTo>
                    <a:pt x="1952" y="884"/>
                  </a:lnTo>
                  <a:close/>
                  <a:moveTo>
                    <a:pt x="2041" y="1014"/>
                  </a:moveTo>
                  <a:lnTo>
                    <a:pt x="2049" y="1087"/>
                  </a:lnTo>
                  <a:cubicBezTo>
                    <a:pt x="2057" y="1152"/>
                    <a:pt x="2057" y="1152"/>
                    <a:pt x="2049" y="1152"/>
                  </a:cubicBezTo>
                  <a:cubicBezTo>
                    <a:pt x="2049" y="1152"/>
                    <a:pt x="2049" y="1152"/>
                    <a:pt x="2041" y="1087"/>
                  </a:cubicBezTo>
                  <a:cubicBezTo>
                    <a:pt x="2041" y="1063"/>
                    <a:pt x="2041" y="1038"/>
                    <a:pt x="2041" y="1014"/>
                  </a:cubicBezTo>
                  <a:close/>
                  <a:moveTo>
                    <a:pt x="1490" y="1168"/>
                  </a:moveTo>
                  <a:lnTo>
                    <a:pt x="1603" y="1241"/>
                  </a:lnTo>
                  <a:cubicBezTo>
                    <a:pt x="1705" y="1296"/>
                    <a:pt x="1748" y="1320"/>
                    <a:pt x="1745" y="1320"/>
                  </a:cubicBezTo>
                  <a:cubicBezTo>
                    <a:pt x="1743" y="1320"/>
                    <a:pt x="1713" y="1306"/>
                    <a:pt x="1660" y="1282"/>
                  </a:cubicBezTo>
                  <a:cubicBezTo>
                    <a:pt x="1603" y="1249"/>
                    <a:pt x="1539" y="1217"/>
                    <a:pt x="1482" y="1176"/>
                  </a:cubicBezTo>
                  <a:lnTo>
                    <a:pt x="1490" y="1168"/>
                  </a:lnTo>
                  <a:close/>
                  <a:moveTo>
                    <a:pt x="2682" y="1306"/>
                  </a:moveTo>
                  <a:lnTo>
                    <a:pt x="2682" y="1306"/>
                  </a:lnTo>
                  <a:cubicBezTo>
                    <a:pt x="2653" y="1317"/>
                    <a:pt x="2636" y="1321"/>
                    <a:pt x="2634" y="1321"/>
                  </a:cubicBezTo>
                  <a:cubicBezTo>
                    <a:pt x="2630" y="1321"/>
                    <a:pt x="2646" y="1315"/>
                    <a:pt x="2682" y="1306"/>
                  </a:cubicBezTo>
                  <a:close/>
                  <a:moveTo>
                    <a:pt x="1733" y="1290"/>
                  </a:moveTo>
                  <a:lnTo>
                    <a:pt x="1798" y="1322"/>
                  </a:lnTo>
                  <a:cubicBezTo>
                    <a:pt x="1855" y="1355"/>
                    <a:pt x="1855" y="1355"/>
                    <a:pt x="1847" y="1363"/>
                  </a:cubicBezTo>
                  <a:lnTo>
                    <a:pt x="1790" y="1330"/>
                  </a:lnTo>
                  <a:lnTo>
                    <a:pt x="1733" y="1290"/>
                  </a:lnTo>
                  <a:close/>
                  <a:moveTo>
                    <a:pt x="1855" y="1047"/>
                  </a:moveTo>
                  <a:lnTo>
                    <a:pt x="1920" y="1168"/>
                  </a:lnTo>
                  <a:lnTo>
                    <a:pt x="2009" y="1355"/>
                  </a:lnTo>
                  <a:cubicBezTo>
                    <a:pt x="2014" y="1364"/>
                    <a:pt x="2020" y="1374"/>
                    <a:pt x="2025" y="1383"/>
                  </a:cubicBezTo>
                  <a:lnTo>
                    <a:pt x="2025" y="1383"/>
                  </a:lnTo>
                  <a:cubicBezTo>
                    <a:pt x="1996" y="1335"/>
                    <a:pt x="1968" y="1290"/>
                    <a:pt x="1968" y="1290"/>
                  </a:cubicBezTo>
                  <a:lnTo>
                    <a:pt x="1968" y="1298"/>
                  </a:lnTo>
                  <a:lnTo>
                    <a:pt x="1936" y="1233"/>
                  </a:lnTo>
                  <a:cubicBezTo>
                    <a:pt x="1936" y="1233"/>
                    <a:pt x="1912" y="1168"/>
                    <a:pt x="1879" y="1111"/>
                  </a:cubicBezTo>
                  <a:cubicBezTo>
                    <a:pt x="1871" y="1087"/>
                    <a:pt x="1863" y="1071"/>
                    <a:pt x="1855" y="1047"/>
                  </a:cubicBezTo>
                  <a:close/>
                  <a:moveTo>
                    <a:pt x="1474" y="1347"/>
                  </a:moveTo>
                  <a:lnTo>
                    <a:pt x="1603" y="1387"/>
                  </a:lnTo>
                  <a:lnTo>
                    <a:pt x="1603" y="1395"/>
                  </a:lnTo>
                  <a:cubicBezTo>
                    <a:pt x="1555" y="1387"/>
                    <a:pt x="1514" y="1371"/>
                    <a:pt x="1474" y="1355"/>
                  </a:cubicBezTo>
                  <a:lnTo>
                    <a:pt x="1474" y="1347"/>
                  </a:lnTo>
                  <a:close/>
                  <a:moveTo>
                    <a:pt x="2147" y="1209"/>
                  </a:moveTo>
                  <a:lnTo>
                    <a:pt x="2147" y="1209"/>
                  </a:lnTo>
                  <a:cubicBezTo>
                    <a:pt x="2147" y="1274"/>
                    <a:pt x="2139" y="1338"/>
                    <a:pt x="2139" y="1338"/>
                  </a:cubicBezTo>
                  <a:cubicBezTo>
                    <a:pt x="2136" y="1379"/>
                    <a:pt x="2134" y="1396"/>
                    <a:pt x="2134" y="1396"/>
                  </a:cubicBezTo>
                  <a:cubicBezTo>
                    <a:pt x="2132" y="1396"/>
                    <a:pt x="2135" y="1300"/>
                    <a:pt x="2147" y="1209"/>
                  </a:cubicBezTo>
                  <a:close/>
                  <a:moveTo>
                    <a:pt x="1855" y="1274"/>
                  </a:moveTo>
                  <a:lnTo>
                    <a:pt x="1855" y="1274"/>
                  </a:lnTo>
                  <a:cubicBezTo>
                    <a:pt x="1911" y="1313"/>
                    <a:pt x="1958" y="1361"/>
                    <a:pt x="2006" y="1409"/>
                  </a:cubicBezTo>
                  <a:lnTo>
                    <a:pt x="2006" y="1409"/>
                  </a:lnTo>
                  <a:lnTo>
                    <a:pt x="1903" y="1322"/>
                  </a:lnTo>
                  <a:cubicBezTo>
                    <a:pt x="1847" y="1274"/>
                    <a:pt x="1855" y="1274"/>
                    <a:pt x="1855" y="1274"/>
                  </a:cubicBezTo>
                  <a:close/>
                  <a:moveTo>
                    <a:pt x="2479" y="1355"/>
                  </a:moveTo>
                  <a:cubicBezTo>
                    <a:pt x="2479" y="1355"/>
                    <a:pt x="2367" y="1407"/>
                    <a:pt x="2301" y="1433"/>
                  </a:cubicBezTo>
                  <a:lnTo>
                    <a:pt x="2301" y="1433"/>
                  </a:lnTo>
                  <a:cubicBezTo>
                    <a:pt x="2321" y="1424"/>
                    <a:pt x="2336" y="1410"/>
                    <a:pt x="2357" y="1403"/>
                  </a:cubicBezTo>
                  <a:cubicBezTo>
                    <a:pt x="2398" y="1387"/>
                    <a:pt x="2439" y="1371"/>
                    <a:pt x="2479" y="1355"/>
                  </a:cubicBezTo>
                  <a:close/>
                  <a:moveTo>
                    <a:pt x="1685" y="1371"/>
                  </a:moveTo>
                  <a:lnTo>
                    <a:pt x="1871" y="1444"/>
                  </a:lnTo>
                  <a:cubicBezTo>
                    <a:pt x="1855" y="1438"/>
                    <a:pt x="1833" y="1430"/>
                    <a:pt x="1806" y="1419"/>
                  </a:cubicBezTo>
                  <a:lnTo>
                    <a:pt x="1685" y="1371"/>
                  </a:lnTo>
                  <a:close/>
                  <a:moveTo>
                    <a:pt x="1279" y="1425"/>
                  </a:moveTo>
                  <a:cubicBezTo>
                    <a:pt x="1283" y="1425"/>
                    <a:pt x="1291" y="1426"/>
                    <a:pt x="1303" y="1428"/>
                  </a:cubicBezTo>
                  <a:cubicBezTo>
                    <a:pt x="1328" y="1436"/>
                    <a:pt x="1352" y="1444"/>
                    <a:pt x="1368" y="1452"/>
                  </a:cubicBezTo>
                  <a:lnTo>
                    <a:pt x="1303" y="1444"/>
                  </a:lnTo>
                  <a:cubicBezTo>
                    <a:pt x="1303" y="1437"/>
                    <a:pt x="1261" y="1425"/>
                    <a:pt x="1279" y="1425"/>
                  </a:cubicBezTo>
                  <a:close/>
                  <a:moveTo>
                    <a:pt x="1966" y="1381"/>
                  </a:moveTo>
                  <a:cubicBezTo>
                    <a:pt x="1968" y="1381"/>
                    <a:pt x="1981" y="1392"/>
                    <a:pt x="2001" y="1411"/>
                  </a:cubicBezTo>
                  <a:cubicBezTo>
                    <a:pt x="2017" y="1428"/>
                    <a:pt x="2033" y="1436"/>
                    <a:pt x="2049" y="1452"/>
                  </a:cubicBezTo>
                  <a:cubicBezTo>
                    <a:pt x="1987" y="1404"/>
                    <a:pt x="1964" y="1381"/>
                    <a:pt x="1966" y="1381"/>
                  </a:cubicBezTo>
                  <a:close/>
                  <a:moveTo>
                    <a:pt x="2049" y="1452"/>
                  </a:moveTo>
                  <a:lnTo>
                    <a:pt x="2049" y="1452"/>
                  </a:lnTo>
                  <a:lnTo>
                    <a:pt x="2049" y="1452"/>
                  </a:lnTo>
                  <a:close/>
                  <a:moveTo>
                    <a:pt x="2698" y="1428"/>
                  </a:moveTo>
                  <a:lnTo>
                    <a:pt x="2633" y="1444"/>
                  </a:lnTo>
                  <a:cubicBezTo>
                    <a:pt x="2596" y="1448"/>
                    <a:pt x="2556" y="1453"/>
                    <a:pt x="2542" y="1453"/>
                  </a:cubicBezTo>
                  <a:cubicBezTo>
                    <a:pt x="2533" y="1453"/>
                    <a:pt x="2537" y="1451"/>
                    <a:pt x="2568" y="1444"/>
                  </a:cubicBezTo>
                  <a:lnTo>
                    <a:pt x="2698" y="1428"/>
                  </a:lnTo>
                  <a:close/>
                  <a:moveTo>
                    <a:pt x="2074" y="1355"/>
                  </a:moveTo>
                  <a:cubicBezTo>
                    <a:pt x="2086" y="1422"/>
                    <a:pt x="2092" y="1455"/>
                    <a:pt x="2092" y="1455"/>
                  </a:cubicBezTo>
                  <a:cubicBezTo>
                    <a:pt x="2092" y="1455"/>
                    <a:pt x="2086" y="1420"/>
                    <a:pt x="2074" y="1355"/>
                  </a:cubicBezTo>
                  <a:close/>
                  <a:moveTo>
                    <a:pt x="1839" y="1209"/>
                  </a:moveTo>
                  <a:cubicBezTo>
                    <a:pt x="1839" y="1209"/>
                    <a:pt x="1887" y="1249"/>
                    <a:pt x="1936" y="1306"/>
                  </a:cubicBezTo>
                  <a:lnTo>
                    <a:pt x="2061" y="1454"/>
                  </a:lnTo>
                  <a:lnTo>
                    <a:pt x="2061" y="1454"/>
                  </a:lnTo>
                  <a:cubicBezTo>
                    <a:pt x="2058" y="1448"/>
                    <a:pt x="2056" y="1442"/>
                    <a:pt x="2053" y="1436"/>
                  </a:cubicBezTo>
                  <a:lnTo>
                    <a:pt x="2053" y="1436"/>
                  </a:lnTo>
                  <a:cubicBezTo>
                    <a:pt x="2057" y="1444"/>
                    <a:pt x="2060" y="1451"/>
                    <a:pt x="2063" y="1457"/>
                  </a:cubicBezTo>
                  <a:lnTo>
                    <a:pt x="2063" y="1457"/>
                  </a:lnTo>
                  <a:lnTo>
                    <a:pt x="2061" y="1454"/>
                  </a:lnTo>
                  <a:lnTo>
                    <a:pt x="2061" y="1454"/>
                  </a:lnTo>
                  <a:cubicBezTo>
                    <a:pt x="2061" y="1455"/>
                    <a:pt x="2061" y="1455"/>
                    <a:pt x="2061" y="1456"/>
                  </a:cubicBezTo>
                  <a:lnTo>
                    <a:pt x="2061" y="1456"/>
                  </a:lnTo>
                  <a:lnTo>
                    <a:pt x="2017" y="1411"/>
                  </a:lnTo>
                  <a:cubicBezTo>
                    <a:pt x="1976" y="1363"/>
                    <a:pt x="1928" y="1306"/>
                    <a:pt x="1928" y="1306"/>
                  </a:cubicBezTo>
                  <a:cubicBezTo>
                    <a:pt x="1928" y="1306"/>
                    <a:pt x="1879" y="1257"/>
                    <a:pt x="1839" y="1209"/>
                  </a:cubicBezTo>
                  <a:close/>
                  <a:moveTo>
                    <a:pt x="2066" y="1462"/>
                  </a:moveTo>
                  <a:lnTo>
                    <a:pt x="2066" y="1465"/>
                  </a:lnTo>
                  <a:lnTo>
                    <a:pt x="2066" y="1465"/>
                  </a:lnTo>
                  <a:lnTo>
                    <a:pt x="2068" y="1467"/>
                  </a:lnTo>
                  <a:lnTo>
                    <a:pt x="2068" y="1467"/>
                  </a:lnTo>
                  <a:cubicBezTo>
                    <a:pt x="2067" y="1465"/>
                    <a:pt x="2066" y="1464"/>
                    <a:pt x="2066" y="1462"/>
                  </a:cubicBezTo>
                  <a:close/>
                  <a:moveTo>
                    <a:pt x="2215" y="1426"/>
                  </a:moveTo>
                  <a:lnTo>
                    <a:pt x="2179" y="1468"/>
                  </a:lnTo>
                  <a:cubicBezTo>
                    <a:pt x="2179" y="1468"/>
                    <a:pt x="2179" y="1468"/>
                    <a:pt x="2179" y="1468"/>
                  </a:cubicBezTo>
                  <a:lnTo>
                    <a:pt x="2179" y="1468"/>
                  </a:lnTo>
                  <a:cubicBezTo>
                    <a:pt x="2178" y="1470"/>
                    <a:pt x="2177" y="1470"/>
                    <a:pt x="2177" y="1470"/>
                  </a:cubicBezTo>
                  <a:cubicBezTo>
                    <a:pt x="2176" y="1470"/>
                    <a:pt x="2200" y="1444"/>
                    <a:pt x="2215" y="1426"/>
                  </a:cubicBezTo>
                  <a:close/>
                  <a:moveTo>
                    <a:pt x="2027" y="1439"/>
                  </a:moveTo>
                  <a:lnTo>
                    <a:pt x="2027" y="1439"/>
                  </a:lnTo>
                  <a:cubicBezTo>
                    <a:pt x="2029" y="1439"/>
                    <a:pt x="2046" y="1452"/>
                    <a:pt x="2066" y="1467"/>
                  </a:cubicBezTo>
                  <a:lnTo>
                    <a:pt x="2066" y="1467"/>
                  </a:lnTo>
                  <a:lnTo>
                    <a:pt x="2066" y="1468"/>
                  </a:lnTo>
                  <a:lnTo>
                    <a:pt x="2066" y="1468"/>
                  </a:lnTo>
                  <a:cubicBezTo>
                    <a:pt x="2066" y="1468"/>
                    <a:pt x="2066" y="1468"/>
                    <a:pt x="2066" y="1467"/>
                  </a:cubicBezTo>
                  <a:lnTo>
                    <a:pt x="2066" y="1467"/>
                  </a:lnTo>
                  <a:cubicBezTo>
                    <a:pt x="2066" y="1468"/>
                    <a:pt x="2067" y="1468"/>
                    <a:pt x="2067" y="1468"/>
                  </a:cubicBezTo>
                  <a:lnTo>
                    <a:pt x="2068" y="1468"/>
                  </a:lnTo>
                  <a:cubicBezTo>
                    <a:pt x="2068" y="1468"/>
                    <a:pt x="2068" y="1468"/>
                    <a:pt x="2068" y="1468"/>
                  </a:cubicBezTo>
                  <a:lnTo>
                    <a:pt x="2068" y="1468"/>
                  </a:lnTo>
                  <a:lnTo>
                    <a:pt x="2069" y="1468"/>
                  </a:lnTo>
                  <a:lnTo>
                    <a:pt x="2069" y="1468"/>
                  </a:lnTo>
                  <a:cubicBezTo>
                    <a:pt x="2069" y="1468"/>
                    <a:pt x="2069" y="1468"/>
                    <a:pt x="2069" y="1468"/>
                  </a:cubicBezTo>
                  <a:lnTo>
                    <a:pt x="2068" y="1468"/>
                  </a:lnTo>
                  <a:cubicBezTo>
                    <a:pt x="2069" y="1468"/>
                    <a:pt x="2069" y="1469"/>
                    <a:pt x="2069" y="1469"/>
                  </a:cubicBezTo>
                  <a:lnTo>
                    <a:pt x="2069" y="1469"/>
                  </a:lnTo>
                  <a:cubicBezTo>
                    <a:pt x="2069" y="1469"/>
                    <a:pt x="2069" y="1470"/>
                    <a:pt x="2069" y="1470"/>
                  </a:cubicBezTo>
                  <a:lnTo>
                    <a:pt x="2069" y="1470"/>
                  </a:lnTo>
                  <a:cubicBezTo>
                    <a:pt x="2068" y="1469"/>
                    <a:pt x="2068" y="1469"/>
                    <a:pt x="2067" y="1468"/>
                  </a:cubicBezTo>
                  <a:lnTo>
                    <a:pt x="2066" y="1468"/>
                  </a:lnTo>
                  <a:cubicBezTo>
                    <a:pt x="2067" y="1470"/>
                    <a:pt x="2068" y="1472"/>
                    <a:pt x="2069" y="1474"/>
                  </a:cubicBezTo>
                  <a:lnTo>
                    <a:pt x="2069" y="1474"/>
                  </a:lnTo>
                  <a:cubicBezTo>
                    <a:pt x="2063" y="1470"/>
                    <a:pt x="2057" y="1465"/>
                    <a:pt x="2049" y="1460"/>
                  </a:cubicBezTo>
                  <a:cubicBezTo>
                    <a:pt x="2032" y="1445"/>
                    <a:pt x="2026" y="1439"/>
                    <a:pt x="2027" y="1439"/>
                  </a:cubicBezTo>
                  <a:close/>
                  <a:moveTo>
                    <a:pt x="2219" y="1446"/>
                  </a:moveTo>
                  <a:cubicBezTo>
                    <a:pt x="2220" y="1446"/>
                    <a:pt x="2207" y="1456"/>
                    <a:pt x="2179" y="1476"/>
                  </a:cubicBezTo>
                  <a:cubicBezTo>
                    <a:pt x="2203" y="1456"/>
                    <a:pt x="2218" y="1446"/>
                    <a:pt x="2219" y="144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80" y="1476"/>
                  </a:moveTo>
                  <a:lnTo>
                    <a:pt x="2080" y="1476"/>
                  </a:lnTo>
                  <a:cubicBezTo>
                    <a:pt x="2080" y="1476"/>
                    <a:pt x="2080" y="1476"/>
                    <a:pt x="2080" y="1476"/>
                  </a:cubicBezTo>
                  <a:close/>
                  <a:moveTo>
                    <a:pt x="2069" y="1474"/>
                  </a:moveTo>
                  <a:cubicBezTo>
                    <a:pt x="2070" y="1474"/>
                    <a:pt x="2070" y="1475"/>
                    <a:pt x="2071" y="1475"/>
                  </a:cubicBezTo>
                  <a:lnTo>
                    <a:pt x="2071" y="1475"/>
                  </a:lnTo>
                  <a:cubicBezTo>
                    <a:pt x="2071" y="1476"/>
                    <a:pt x="2071" y="1476"/>
                    <a:pt x="2071" y="1477"/>
                  </a:cubicBezTo>
                  <a:lnTo>
                    <a:pt x="2071" y="1477"/>
                  </a:lnTo>
                  <a:cubicBezTo>
                    <a:pt x="2071" y="1476"/>
                    <a:pt x="2070" y="1476"/>
                    <a:pt x="2070" y="1476"/>
                  </a:cubicBezTo>
                  <a:lnTo>
                    <a:pt x="2070" y="1476"/>
                  </a:lnTo>
                  <a:cubicBezTo>
                    <a:pt x="2069" y="1475"/>
                    <a:pt x="2069" y="1475"/>
                    <a:pt x="2069" y="1474"/>
                  </a:cubicBezTo>
                  <a:close/>
                  <a:moveTo>
                    <a:pt x="2081" y="1475"/>
                  </a:moveTo>
                  <a:lnTo>
                    <a:pt x="2081" y="1475"/>
                  </a:lnTo>
                  <a:cubicBezTo>
                    <a:pt x="2081" y="1476"/>
                    <a:pt x="2081" y="1477"/>
                    <a:pt x="2081" y="1477"/>
                  </a:cubicBezTo>
                  <a:lnTo>
                    <a:pt x="2081" y="1477"/>
                  </a:lnTo>
                  <a:lnTo>
                    <a:pt x="2080" y="1476"/>
                  </a:lnTo>
                  <a:lnTo>
                    <a:pt x="2080" y="1476"/>
                  </a:lnTo>
                  <a:lnTo>
                    <a:pt x="2080" y="1478"/>
                  </a:lnTo>
                  <a:lnTo>
                    <a:pt x="2080" y="1478"/>
                  </a:lnTo>
                  <a:cubicBezTo>
                    <a:pt x="2080" y="1478"/>
                    <a:pt x="2080" y="1478"/>
                    <a:pt x="2080" y="1478"/>
                  </a:cubicBezTo>
                  <a:lnTo>
                    <a:pt x="2080" y="1478"/>
                  </a:lnTo>
                  <a:lnTo>
                    <a:pt x="2082" y="1479"/>
                  </a:lnTo>
                  <a:lnTo>
                    <a:pt x="2082" y="1479"/>
                  </a:lnTo>
                  <a:cubicBezTo>
                    <a:pt x="2082" y="1478"/>
                    <a:pt x="2081" y="1478"/>
                    <a:pt x="2081" y="1477"/>
                  </a:cubicBezTo>
                  <a:lnTo>
                    <a:pt x="2081" y="1477"/>
                  </a:lnTo>
                  <a:lnTo>
                    <a:pt x="2090" y="1484"/>
                  </a:lnTo>
                  <a:lnTo>
                    <a:pt x="2081" y="1475"/>
                  </a:lnTo>
                  <a:close/>
                  <a:moveTo>
                    <a:pt x="2072" y="1479"/>
                  </a:moveTo>
                  <a:cubicBezTo>
                    <a:pt x="2073" y="1481"/>
                    <a:pt x="2073" y="1483"/>
                    <a:pt x="2074" y="1484"/>
                  </a:cubicBezTo>
                  <a:lnTo>
                    <a:pt x="2074" y="1480"/>
                  </a:lnTo>
                  <a:lnTo>
                    <a:pt x="2074" y="1480"/>
                  </a:lnTo>
                  <a:lnTo>
                    <a:pt x="2072" y="1479"/>
                  </a:lnTo>
                  <a:close/>
                  <a:moveTo>
                    <a:pt x="2179" y="1484"/>
                  </a:moveTo>
                  <a:cubicBezTo>
                    <a:pt x="2177" y="1485"/>
                    <a:pt x="2175" y="1486"/>
                    <a:pt x="2174" y="1487"/>
                  </a:cubicBezTo>
                  <a:lnTo>
                    <a:pt x="2174" y="1487"/>
                  </a:lnTo>
                  <a:cubicBezTo>
                    <a:pt x="2174" y="1487"/>
                    <a:pt x="2174" y="1487"/>
                    <a:pt x="2174" y="1487"/>
                  </a:cubicBezTo>
                  <a:lnTo>
                    <a:pt x="2174" y="1487"/>
                  </a:lnTo>
                  <a:lnTo>
                    <a:pt x="2179" y="1484"/>
                  </a:lnTo>
                  <a:close/>
                  <a:moveTo>
                    <a:pt x="2090" y="1423"/>
                  </a:moveTo>
                  <a:lnTo>
                    <a:pt x="2098" y="1492"/>
                  </a:lnTo>
                  <a:cubicBezTo>
                    <a:pt x="2098" y="1487"/>
                    <a:pt x="2095" y="1459"/>
                    <a:pt x="2090" y="1423"/>
                  </a:cubicBezTo>
                  <a:close/>
                  <a:moveTo>
                    <a:pt x="2098" y="1492"/>
                  </a:moveTo>
                  <a:lnTo>
                    <a:pt x="2098" y="1492"/>
                  </a:lnTo>
                  <a:cubicBezTo>
                    <a:pt x="2098" y="1492"/>
                    <a:pt x="2098" y="1492"/>
                    <a:pt x="2098" y="1492"/>
                  </a:cubicBezTo>
                  <a:lnTo>
                    <a:pt x="2098" y="1492"/>
                  </a:lnTo>
                  <a:close/>
                  <a:moveTo>
                    <a:pt x="2236" y="1468"/>
                  </a:moveTo>
                  <a:lnTo>
                    <a:pt x="2171" y="1501"/>
                  </a:lnTo>
                  <a:cubicBezTo>
                    <a:pt x="2170" y="1501"/>
                    <a:pt x="2168" y="1502"/>
                    <a:pt x="2167" y="1502"/>
                  </a:cubicBezTo>
                  <a:lnTo>
                    <a:pt x="2167" y="1502"/>
                  </a:lnTo>
                  <a:cubicBezTo>
                    <a:pt x="2168" y="1499"/>
                    <a:pt x="2169" y="1497"/>
                    <a:pt x="2170" y="1494"/>
                  </a:cubicBezTo>
                  <a:lnTo>
                    <a:pt x="2170" y="1494"/>
                  </a:lnTo>
                  <a:cubicBezTo>
                    <a:pt x="2189" y="1486"/>
                    <a:pt x="2211" y="1478"/>
                    <a:pt x="2236" y="1468"/>
                  </a:cubicBezTo>
                  <a:close/>
                  <a:moveTo>
                    <a:pt x="2180" y="1500"/>
                  </a:moveTo>
                  <a:cubicBezTo>
                    <a:pt x="2183" y="1500"/>
                    <a:pt x="2176" y="1504"/>
                    <a:pt x="2164" y="1509"/>
                  </a:cubicBezTo>
                  <a:lnTo>
                    <a:pt x="2164" y="1509"/>
                  </a:lnTo>
                  <a:cubicBezTo>
                    <a:pt x="2164" y="1507"/>
                    <a:pt x="2165" y="1505"/>
                    <a:pt x="2166" y="1503"/>
                  </a:cubicBezTo>
                  <a:lnTo>
                    <a:pt x="2166" y="1503"/>
                  </a:lnTo>
                  <a:cubicBezTo>
                    <a:pt x="2174" y="1501"/>
                    <a:pt x="2179" y="1500"/>
                    <a:pt x="2180" y="1500"/>
                  </a:cubicBezTo>
                  <a:close/>
                  <a:moveTo>
                    <a:pt x="2122" y="1087"/>
                  </a:moveTo>
                  <a:lnTo>
                    <a:pt x="2122" y="1128"/>
                  </a:lnTo>
                  <a:cubicBezTo>
                    <a:pt x="2122" y="1265"/>
                    <a:pt x="2130" y="1338"/>
                    <a:pt x="2130" y="1403"/>
                  </a:cubicBezTo>
                  <a:cubicBezTo>
                    <a:pt x="2130" y="1446"/>
                    <a:pt x="2130" y="1489"/>
                    <a:pt x="2132" y="1489"/>
                  </a:cubicBezTo>
                  <a:cubicBezTo>
                    <a:pt x="2133" y="1489"/>
                    <a:pt x="2135" y="1468"/>
                    <a:pt x="2139" y="1411"/>
                  </a:cubicBezTo>
                  <a:cubicBezTo>
                    <a:pt x="2139" y="1395"/>
                    <a:pt x="2147" y="1371"/>
                    <a:pt x="2147" y="1347"/>
                  </a:cubicBezTo>
                  <a:cubicBezTo>
                    <a:pt x="2147" y="1371"/>
                    <a:pt x="2147" y="1395"/>
                    <a:pt x="2147" y="1419"/>
                  </a:cubicBezTo>
                  <a:cubicBezTo>
                    <a:pt x="2139" y="1481"/>
                    <a:pt x="2146" y="1484"/>
                    <a:pt x="2153" y="1491"/>
                  </a:cubicBezTo>
                  <a:lnTo>
                    <a:pt x="2153" y="1491"/>
                  </a:lnTo>
                  <a:cubicBezTo>
                    <a:pt x="2148" y="1495"/>
                    <a:pt x="2141" y="1500"/>
                    <a:pt x="2142" y="1500"/>
                  </a:cubicBezTo>
                  <a:cubicBezTo>
                    <a:pt x="2142" y="1500"/>
                    <a:pt x="2146" y="1498"/>
                    <a:pt x="2155" y="1492"/>
                  </a:cubicBezTo>
                  <a:lnTo>
                    <a:pt x="2155" y="1492"/>
                  </a:lnTo>
                  <a:cubicBezTo>
                    <a:pt x="2155" y="1492"/>
                    <a:pt x="2155" y="1492"/>
                    <a:pt x="2155" y="1492"/>
                  </a:cubicBezTo>
                  <a:cubicBezTo>
                    <a:pt x="2155" y="1492"/>
                    <a:pt x="2156" y="1492"/>
                    <a:pt x="2156" y="1492"/>
                  </a:cubicBezTo>
                  <a:lnTo>
                    <a:pt x="2156" y="1492"/>
                  </a:lnTo>
                  <a:lnTo>
                    <a:pt x="2141" y="1503"/>
                  </a:lnTo>
                  <a:lnTo>
                    <a:pt x="2141" y="1503"/>
                  </a:lnTo>
                  <a:lnTo>
                    <a:pt x="2160" y="1494"/>
                  </a:lnTo>
                  <a:lnTo>
                    <a:pt x="2160" y="1494"/>
                  </a:lnTo>
                  <a:cubicBezTo>
                    <a:pt x="2160" y="1494"/>
                    <a:pt x="2160" y="1494"/>
                    <a:pt x="2160" y="1495"/>
                  </a:cubicBezTo>
                  <a:lnTo>
                    <a:pt x="2160" y="1495"/>
                  </a:lnTo>
                  <a:cubicBezTo>
                    <a:pt x="2151" y="1499"/>
                    <a:pt x="2143" y="1504"/>
                    <a:pt x="2136" y="1507"/>
                  </a:cubicBezTo>
                  <a:lnTo>
                    <a:pt x="2136" y="1507"/>
                  </a:lnTo>
                  <a:lnTo>
                    <a:pt x="2141" y="1503"/>
                  </a:lnTo>
                  <a:lnTo>
                    <a:pt x="2141" y="1503"/>
                  </a:lnTo>
                  <a:lnTo>
                    <a:pt x="2126" y="1511"/>
                  </a:lnTo>
                  <a:lnTo>
                    <a:pt x="2126" y="1511"/>
                  </a:lnTo>
                  <a:cubicBezTo>
                    <a:pt x="2118" y="1507"/>
                    <a:pt x="2106" y="1501"/>
                    <a:pt x="2090" y="1492"/>
                  </a:cubicBezTo>
                  <a:lnTo>
                    <a:pt x="2093" y="1492"/>
                  </a:lnTo>
                  <a:lnTo>
                    <a:pt x="2106" y="1501"/>
                  </a:lnTo>
                  <a:cubicBezTo>
                    <a:pt x="2106" y="1501"/>
                    <a:pt x="2106" y="1501"/>
                    <a:pt x="2095" y="1492"/>
                  </a:cubicBezTo>
                  <a:lnTo>
                    <a:pt x="2098" y="1492"/>
                  </a:lnTo>
                  <a:cubicBezTo>
                    <a:pt x="2093" y="1489"/>
                    <a:pt x="2087" y="1486"/>
                    <a:pt x="2082" y="1483"/>
                  </a:cubicBezTo>
                  <a:lnTo>
                    <a:pt x="2082" y="1483"/>
                  </a:lnTo>
                  <a:cubicBezTo>
                    <a:pt x="2082" y="1483"/>
                    <a:pt x="2082" y="1483"/>
                    <a:pt x="2082" y="1483"/>
                  </a:cubicBezTo>
                  <a:lnTo>
                    <a:pt x="2082" y="1483"/>
                  </a:lnTo>
                  <a:cubicBezTo>
                    <a:pt x="2082" y="1483"/>
                    <a:pt x="2082" y="1483"/>
                    <a:pt x="2081" y="1483"/>
                  </a:cubicBezTo>
                  <a:lnTo>
                    <a:pt x="2081" y="1483"/>
                  </a:lnTo>
                  <a:cubicBezTo>
                    <a:pt x="2081" y="1483"/>
                    <a:pt x="2081" y="1483"/>
                    <a:pt x="2081" y="1483"/>
                  </a:cubicBezTo>
                  <a:lnTo>
                    <a:pt x="2081" y="1483"/>
                  </a:lnTo>
                  <a:cubicBezTo>
                    <a:pt x="2081" y="1483"/>
                    <a:pt x="2081" y="1483"/>
                    <a:pt x="2081" y="1483"/>
                  </a:cubicBezTo>
                  <a:lnTo>
                    <a:pt x="2081" y="1483"/>
                  </a:lnTo>
                  <a:cubicBezTo>
                    <a:pt x="2082" y="1483"/>
                    <a:pt x="2082" y="1483"/>
                    <a:pt x="2082" y="1483"/>
                  </a:cubicBezTo>
                  <a:lnTo>
                    <a:pt x="2082" y="1483"/>
                  </a:lnTo>
                  <a:cubicBezTo>
                    <a:pt x="2082" y="1482"/>
                    <a:pt x="2082" y="1481"/>
                    <a:pt x="2082" y="1479"/>
                  </a:cubicBezTo>
                  <a:lnTo>
                    <a:pt x="2082" y="1479"/>
                  </a:lnTo>
                  <a:cubicBezTo>
                    <a:pt x="2087" y="1484"/>
                    <a:pt x="2093" y="1488"/>
                    <a:pt x="2098" y="1492"/>
                  </a:cubicBezTo>
                  <a:lnTo>
                    <a:pt x="2098" y="1492"/>
                  </a:lnTo>
                  <a:lnTo>
                    <a:pt x="2082" y="1479"/>
                  </a:lnTo>
                  <a:lnTo>
                    <a:pt x="2082" y="1479"/>
                  </a:lnTo>
                  <a:cubicBezTo>
                    <a:pt x="2082" y="1479"/>
                    <a:pt x="2082" y="1479"/>
                    <a:pt x="2082" y="1479"/>
                  </a:cubicBezTo>
                  <a:lnTo>
                    <a:pt x="2082" y="1479"/>
                  </a:lnTo>
                  <a:cubicBezTo>
                    <a:pt x="2081" y="1479"/>
                    <a:pt x="2081" y="1479"/>
                    <a:pt x="2080" y="1478"/>
                  </a:cubicBezTo>
                  <a:lnTo>
                    <a:pt x="2080" y="1478"/>
                  </a:lnTo>
                  <a:cubicBezTo>
                    <a:pt x="2080" y="1478"/>
                    <a:pt x="2080" y="1478"/>
                    <a:pt x="2080" y="1478"/>
                  </a:cubicBezTo>
                  <a:lnTo>
                    <a:pt x="2081" y="1483"/>
                  </a:lnTo>
                  <a:lnTo>
                    <a:pt x="2081" y="1483"/>
                  </a:lnTo>
                  <a:cubicBezTo>
                    <a:pt x="2081" y="1482"/>
                    <a:pt x="2081" y="1482"/>
                    <a:pt x="2080" y="1482"/>
                  </a:cubicBezTo>
                  <a:lnTo>
                    <a:pt x="2080" y="1482"/>
                  </a:lnTo>
                  <a:cubicBezTo>
                    <a:pt x="2080" y="1482"/>
                    <a:pt x="2079" y="1481"/>
                    <a:pt x="2078" y="1481"/>
                  </a:cubicBezTo>
                  <a:lnTo>
                    <a:pt x="2078" y="1481"/>
                  </a:lnTo>
                  <a:lnTo>
                    <a:pt x="2078" y="1481"/>
                  </a:lnTo>
                  <a:lnTo>
                    <a:pt x="2078" y="1481"/>
                  </a:lnTo>
                  <a:cubicBezTo>
                    <a:pt x="2077" y="1480"/>
                    <a:pt x="2075" y="1479"/>
                    <a:pt x="2074" y="1478"/>
                  </a:cubicBezTo>
                  <a:lnTo>
                    <a:pt x="2074" y="1478"/>
                  </a:lnTo>
                  <a:lnTo>
                    <a:pt x="2074" y="1480"/>
                  </a:lnTo>
                  <a:lnTo>
                    <a:pt x="2074" y="1480"/>
                  </a:lnTo>
                  <a:lnTo>
                    <a:pt x="2080" y="1484"/>
                  </a:lnTo>
                  <a:lnTo>
                    <a:pt x="2090" y="1509"/>
                  </a:lnTo>
                  <a:cubicBezTo>
                    <a:pt x="2090" y="1509"/>
                    <a:pt x="2090" y="1510"/>
                    <a:pt x="2090" y="1511"/>
                  </a:cubicBezTo>
                  <a:lnTo>
                    <a:pt x="2090" y="1511"/>
                  </a:lnTo>
                  <a:cubicBezTo>
                    <a:pt x="2088" y="1510"/>
                    <a:pt x="2087" y="1510"/>
                    <a:pt x="2085" y="1509"/>
                  </a:cubicBezTo>
                  <a:lnTo>
                    <a:pt x="2085" y="1509"/>
                  </a:lnTo>
                  <a:cubicBezTo>
                    <a:pt x="2086" y="1511"/>
                    <a:pt x="2087" y="1512"/>
                    <a:pt x="2087" y="1513"/>
                  </a:cubicBezTo>
                  <a:lnTo>
                    <a:pt x="2087" y="1513"/>
                  </a:lnTo>
                  <a:cubicBezTo>
                    <a:pt x="2083" y="1512"/>
                    <a:pt x="2079" y="1510"/>
                    <a:pt x="2074" y="1509"/>
                  </a:cubicBezTo>
                  <a:cubicBezTo>
                    <a:pt x="1994" y="1484"/>
                    <a:pt x="1963" y="1474"/>
                    <a:pt x="1966" y="1474"/>
                  </a:cubicBezTo>
                  <a:lnTo>
                    <a:pt x="1966" y="1474"/>
                  </a:lnTo>
                  <a:cubicBezTo>
                    <a:pt x="1968" y="1474"/>
                    <a:pt x="1984" y="1478"/>
                    <a:pt x="2009" y="1484"/>
                  </a:cubicBezTo>
                  <a:cubicBezTo>
                    <a:pt x="2038" y="1493"/>
                    <a:pt x="2064" y="1502"/>
                    <a:pt x="2085" y="1509"/>
                  </a:cubicBezTo>
                  <a:lnTo>
                    <a:pt x="2085" y="1509"/>
                  </a:lnTo>
                  <a:cubicBezTo>
                    <a:pt x="2083" y="1504"/>
                    <a:pt x="2079" y="1496"/>
                    <a:pt x="2074" y="1484"/>
                  </a:cubicBezTo>
                  <a:cubicBezTo>
                    <a:pt x="2073" y="1483"/>
                    <a:pt x="2072" y="1481"/>
                    <a:pt x="2071" y="1479"/>
                  </a:cubicBezTo>
                  <a:lnTo>
                    <a:pt x="2071" y="1479"/>
                  </a:lnTo>
                  <a:lnTo>
                    <a:pt x="2072" y="1479"/>
                  </a:lnTo>
                  <a:lnTo>
                    <a:pt x="2072" y="1479"/>
                  </a:lnTo>
                  <a:cubicBezTo>
                    <a:pt x="2072" y="1478"/>
                    <a:pt x="2072" y="1478"/>
                    <a:pt x="2071" y="1477"/>
                  </a:cubicBezTo>
                  <a:lnTo>
                    <a:pt x="2071" y="1477"/>
                  </a:lnTo>
                  <a:cubicBezTo>
                    <a:pt x="2072" y="1477"/>
                    <a:pt x="2073" y="1478"/>
                    <a:pt x="2074" y="1478"/>
                  </a:cubicBezTo>
                  <a:lnTo>
                    <a:pt x="2074" y="1478"/>
                  </a:lnTo>
                  <a:lnTo>
                    <a:pt x="2074" y="1477"/>
                  </a:lnTo>
                  <a:lnTo>
                    <a:pt x="2074" y="1477"/>
                  </a:lnTo>
                  <a:cubicBezTo>
                    <a:pt x="2075" y="1479"/>
                    <a:pt x="2077" y="1480"/>
                    <a:pt x="2078" y="1481"/>
                  </a:cubicBezTo>
                  <a:lnTo>
                    <a:pt x="2078" y="1481"/>
                  </a:lnTo>
                  <a:lnTo>
                    <a:pt x="2076" y="1475"/>
                  </a:lnTo>
                  <a:lnTo>
                    <a:pt x="2076" y="1475"/>
                  </a:lnTo>
                  <a:cubicBezTo>
                    <a:pt x="2077" y="1476"/>
                    <a:pt x="2079" y="1477"/>
                    <a:pt x="2080" y="1478"/>
                  </a:cubicBezTo>
                  <a:lnTo>
                    <a:pt x="2080" y="1478"/>
                  </a:lnTo>
                  <a:lnTo>
                    <a:pt x="2080" y="1478"/>
                  </a:lnTo>
                  <a:lnTo>
                    <a:pt x="2075" y="1473"/>
                  </a:lnTo>
                  <a:lnTo>
                    <a:pt x="2075" y="1473"/>
                  </a:lnTo>
                  <a:lnTo>
                    <a:pt x="2076" y="1475"/>
                  </a:lnTo>
                  <a:lnTo>
                    <a:pt x="2076" y="1475"/>
                  </a:lnTo>
                  <a:cubicBezTo>
                    <a:pt x="2074" y="1474"/>
                    <a:pt x="2073" y="1473"/>
                    <a:pt x="2071" y="1471"/>
                  </a:cubicBezTo>
                  <a:lnTo>
                    <a:pt x="2071" y="1471"/>
                  </a:lnTo>
                  <a:cubicBezTo>
                    <a:pt x="2071" y="1471"/>
                    <a:pt x="2071" y="1470"/>
                    <a:pt x="2070" y="1469"/>
                  </a:cubicBezTo>
                  <a:lnTo>
                    <a:pt x="2070" y="1469"/>
                  </a:lnTo>
                  <a:lnTo>
                    <a:pt x="2075" y="1473"/>
                  </a:lnTo>
                  <a:lnTo>
                    <a:pt x="2075" y="1473"/>
                  </a:lnTo>
                  <a:lnTo>
                    <a:pt x="2075" y="1472"/>
                  </a:lnTo>
                  <a:lnTo>
                    <a:pt x="2075" y="1472"/>
                  </a:lnTo>
                  <a:lnTo>
                    <a:pt x="2070" y="1468"/>
                  </a:lnTo>
                  <a:lnTo>
                    <a:pt x="2070" y="1468"/>
                  </a:lnTo>
                  <a:cubicBezTo>
                    <a:pt x="2070" y="1468"/>
                    <a:pt x="2070" y="1468"/>
                    <a:pt x="2070" y="1468"/>
                  </a:cubicBezTo>
                  <a:lnTo>
                    <a:pt x="2070" y="1468"/>
                  </a:lnTo>
                  <a:lnTo>
                    <a:pt x="2069" y="1468"/>
                  </a:lnTo>
                  <a:lnTo>
                    <a:pt x="2069" y="1468"/>
                  </a:lnTo>
                  <a:cubicBezTo>
                    <a:pt x="2069" y="1467"/>
                    <a:pt x="2068" y="1466"/>
                    <a:pt x="2068" y="1465"/>
                  </a:cubicBezTo>
                  <a:lnTo>
                    <a:pt x="2068" y="1465"/>
                  </a:lnTo>
                  <a:cubicBezTo>
                    <a:pt x="2068" y="1465"/>
                    <a:pt x="2068" y="1466"/>
                    <a:pt x="2068" y="1467"/>
                  </a:cubicBezTo>
                  <a:lnTo>
                    <a:pt x="2068" y="1467"/>
                  </a:lnTo>
                  <a:lnTo>
                    <a:pt x="2068" y="1467"/>
                  </a:lnTo>
                  <a:lnTo>
                    <a:pt x="2068" y="1467"/>
                  </a:lnTo>
                  <a:cubicBezTo>
                    <a:pt x="2068" y="1467"/>
                    <a:pt x="2068" y="1467"/>
                    <a:pt x="2068" y="1468"/>
                  </a:cubicBezTo>
                  <a:lnTo>
                    <a:pt x="2068" y="1468"/>
                  </a:lnTo>
                  <a:lnTo>
                    <a:pt x="2066" y="1465"/>
                  </a:lnTo>
                  <a:lnTo>
                    <a:pt x="2066" y="1466"/>
                  </a:lnTo>
                  <a:lnTo>
                    <a:pt x="2066" y="1466"/>
                  </a:lnTo>
                  <a:cubicBezTo>
                    <a:pt x="2065" y="1466"/>
                    <a:pt x="2065" y="1465"/>
                    <a:pt x="2065" y="1465"/>
                  </a:cubicBezTo>
                  <a:lnTo>
                    <a:pt x="2065" y="1465"/>
                  </a:lnTo>
                  <a:lnTo>
                    <a:pt x="2066" y="1465"/>
                  </a:lnTo>
                  <a:lnTo>
                    <a:pt x="2066" y="1465"/>
                  </a:lnTo>
                  <a:lnTo>
                    <a:pt x="2066" y="1465"/>
                  </a:lnTo>
                  <a:lnTo>
                    <a:pt x="2065" y="1464"/>
                  </a:lnTo>
                  <a:lnTo>
                    <a:pt x="2065" y="1464"/>
                  </a:lnTo>
                  <a:cubicBezTo>
                    <a:pt x="2065" y="1465"/>
                    <a:pt x="2065" y="1465"/>
                    <a:pt x="2065" y="1465"/>
                  </a:cubicBezTo>
                  <a:lnTo>
                    <a:pt x="2065" y="1465"/>
                  </a:lnTo>
                  <a:lnTo>
                    <a:pt x="2049" y="1452"/>
                  </a:lnTo>
                  <a:lnTo>
                    <a:pt x="2049" y="1452"/>
                  </a:lnTo>
                  <a:lnTo>
                    <a:pt x="2065" y="1464"/>
                  </a:lnTo>
                  <a:lnTo>
                    <a:pt x="2065" y="1464"/>
                  </a:lnTo>
                  <a:cubicBezTo>
                    <a:pt x="2064" y="1462"/>
                    <a:pt x="2063" y="1459"/>
                    <a:pt x="2062" y="1457"/>
                  </a:cubicBezTo>
                  <a:lnTo>
                    <a:pt x="2062" y="1457"/>
                  </a:lnTo>
                  <a:lnTo>
                    <a:pt x="2064" y="1458"/>
                  </a:lnTo>
                  <a:lnTo>
                    <a:pt x="2064" y="1458"/>
                  </a:lnTo>
                  <a:cubicBezTo>
                    <a:pt x="2063" y="1458"/>
                    <a:pt x="2063" y="1458"/>
                    <a:pt x="2063" y="1458"/>
                  </a:cubicBezTo>
                  <a:lnTo>
                    <a:pt x="2063" y="1458"/>
                  </a:lnTo>
                  <a:lnTo>
                    <a:pt x="2065" y="1459"/>
                  </a:lnTo>
                  <a:lnTo>
                    <a:pt x="2065" y="1459"/>
                  </a:lnTo>
                  <a:cubicBezTo>
                    <a:pt x="2065" y="1459"/>
                    <a:pt x="2065" y="1460"/>
                    <a:pt x="2065" y="1460"/>
                  </a:cubicBezTo>
                  <a:lnTo>
                    <a:pt x="2065" y="1460"/>
                  </a:lnTo>
                  <a:lnTo>
                    <a:pt x="2064" y="1458"/>
                  </a:lnTo>
                  <a:lnTo>
                    <a:pt x="2064" y="1458"/>
                  </a:lnTo>
                  <a:cubicBezTo>
                    <a:pt x="2064" y="1460"/>
                    <a:pt x="2065" y="1461"/>
                    <a:pt x="2066" y="1462"/>
                  </a:cubicBezTo>
                  <a:lnTo>
                    <a:pt x="2066" y="1462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6" y="1462"/>
                    <a:pt x="2067" y="1463"/>
                    <a:pt x="2068" y="1465"/>
                  </a:cubicBezTo>
                  <a:lnTo>
                    <a:pt x="2068" y="1465"/>
                  </a:lnTo>
                  <a:cubicBezTo>
                    <a:pt x="2067" y="1464"/>
                    <a:pt x="2067" y="1463"/>
                    <a:pt x="2067" y="1462"/>
                  </a:cubicBezTo>
                  <a:lnTo>
                    <a:pt x="2067" y="1462"/>
                  </a:lnTo>
                  <a:cubicBezTo>
                    <a:pt x="2068" y="1464"/>
                    <a:pt x="2069" y="1466"/>
                    <a:pt x="2070" y="1468"/>
                  </a:cubicBezTo>
                  <a:lnTo>
                    <a:pt x="2073" y="1468"/>
                  </a:lnTo>
                  <a:lnTo>
                    <a:pt x="2075" y="1472"/>
                  </a:lnTo>
                  <a:lnTo>
                    <a:pt x="2075" y="1472"/>
                  </a:lnTo>
                  <a:lnTo>
                    <a:pt x="2080" y="1476"/>
                  </a:lnTo>
                  <a:lnTo>
                    <a:pt x="2080" y="1476"/>
                  </a:lnTo>
                  <a:lnTo>
                    <a:pt x="2079" y="1474"/>
                  </a:lnTo>
                  <a:lnTo>
                    <a:pt x="2074" y="1468"/>
                  </a:lnTo>
                  <a:cubicBezTo>
                    <a:pt x="2073" y="1467"/>
                    <a:pt x="2072" y="1465"/>
                    <a:pt x="2071" y="1464"/>
                  </a:cubicBezTo>
                  <a:lnTo>
                    <a:pt x="2071" y="1464"/>
                  </a:lnTo>
                  <a:lnTo>
                    <a:pt x="2073" y="1467"/>
                  </a:lnTo>
                  <a:lnTo>
                    <a:pt x="2073" y="1467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5" y="1457"/>
                    <a:pt x="2064" y="1453"/>
                    <a:pt x="2063" y="1450"/>
                  </a:cubicBezTo>
                  <a:lnTo>
                    <a:pt x="2063" y="1450"/>
                  </a:lnTo>
                  <a:cubicBezTo>
                    <a:pt x="2065" y="1453"/>
                    <a:pt x="2067" y="1457"/>
                    <a:pt x="2071" y="1464"/>
                  </a:cubicBezTo>
                  <a:lnTo>
                    <a:pt x="2071" y="1464"/>
                  </a:lnTo>
                  <a:lnTo>
                    <a:pt x="2056" y="1426"/>
                  </a:lnTo>
                  <a:lnTo>
                    <a:pt x="2056" y="1426"/>
                  </a:lnTo>
                  <a:cubicBezTo>
                    <a:pt x="2058" y="1433"/>
                    <a:pt x="2060" y="1441"/>
                    <a:pt x="2063" y="1450"/>
                  </a:cubicBezTo>
                  <a:lnTo>
                    <a:pt x="2063" y="1450"/>
                  </a:lnTo>
                  <a:cubicBezTo>
                    <a:pt x="2061" y="1446"/>
                    <a:pt x="2060" y="1445"/>
                    <a:pt x="2059" y="1445"/>
                  </a:cubicBezTo>
                  <a:lnTo>
                    <a:pt x="2059" y="1445"/>
                  </a:lnTo>
                  <a:cubicBezTo>
                    <a:pt x="2059" y="1445"/>
                    <a:pt x="2062" y="1453"/>
                    <a:pt x="2066" y="1460"/>
                  </a:cubicBezTo>
                  <a:lnTo>
                    <a:pt x="2066" y="1460"/>
                  </a:lnTo>
                  <a:lnTo>
                    <a:pt x="2066" y="1460"/>
                  </a:lnTo>
                  <a:lnTo>
                    <a:pt x="2066" y="1460"/>
                  </a:lnTo>
                  <a:lnTo>
                    <a:pt x="2066" y="1461"/>
                  </a:lnTo>
                  <a:lnTo>
                    <a:pt x="2066" y="1461"/>
                  </a:lnTo>
                  <a:cubicBezTo>
                    <a:pt x="2065" y="1460"/>
                    <a:pt x="2065" y="1460"/>
                    <a:pt x="2065" y="1460"/>
                  </a:cubicBezTo>
                  <a:lnTo>
                    <a:pt x="2065" y="1460"/>
                  </a:lnTo>
                  <a:lnTo>
                    <a:pt x="2066" y="1460"/>
                  </a:lnTo>
                  <a:lnTo>
                    <a:pt x="2065" y="1459"/>
                  </a:lnTo>
                  <a:lnTo>
                    <a:pt x="2065" y="1459"/>
                  </a:lnTo>
                  <a:cubicBezTo>
                    <a:pt x="2061" y="1452"/>
                    <a:pt x="2057" y="1443"/>
                    <a:pt x="2051" y="1432"/>
                  </a:cubicBezTo>
                  <a:lnTo>
                    <a:pt x="2051" y="1432"/>
                  </a:lnTo>
                  <a:cubicBezTo>
                    <a:pt x="2052" y="1433"/>
                    <a:pt x="2052" y="1434"/>
                    <a:pt x="2053" y="1436"/>
                  </a:cubicBezTo>
                  <a:lnTo>
                    <a:pt x="2053" y="1436"/>
                  </a:lnTo>
                  <a:cubicBezTo>
                    <a:pt x="2052" y="1434"/>
                    <a:pt x="2051" y="1432"/>
                    <a:pt x="2050" y="1429"/>
                  </a:cubicBezTo>
                  <a:lnTo>
                    <a:pt x="2050" y="1429"/>
                  </a:lnTo>
                  <a:cubicBezTo>
                    <a:pt x="2050" y="1430"/>
                    <a:pt x="2051" y="1431"/>
                    <a:pt x="2051" y="1432"/>
                  </a:cubicBezTo>
                  <a:lnTo>
                    <a:pt x="2051" y="1432"/>
                  </a:lnTo>
                  <a:cubicBezTo>
                    <a:pt x="2048" y="1425"/>
                    <a:pt x="2045" y="1419"/>
                    <a:pt x="2041" y="1411"/>
                  </a:cubicBezTo>
                  <a:cubicBezTo>
                    <a:pt x="2017" y="1351"/>
                    <a:pt x="2005" y="1320"/>
                    <a:pt x="2006" y="1320"/>
                  </a:cubicBezTo>
                  <a:lnTo>
                    <a:pt x="2006" y="1320"/>
                  </a:lnTo>
                  <a:cubicBezTo>
                    <a:pt x="2007" y="1320"/>
                    <a:pt x="2021" y="1351"/>
                    <a:pt x="2049" y="1411"/>
                  </a:cubicBezTo>
                  <a:lnTo>
                    <a:pt x="2056" y="1426"/>
                  </a:lnTo>
                  <a:lnTo>
                    <a:pt x="2056" y="1426"/>
                  </a:lnTo>
                  <a:cubicBezTo>
                    <a:pt x="2045" y="1392"/>
                    <a:pt x="2040" y="1377"/>
                    <a:pt x="2041" y="1377"/>
                  </a:cubicBezTo>
                  <a:lnTo>
                    <a:pt x="2041" y="1377"/>
                  </a:lnTo>
                  <a:cubicBezTo>
                    <a:pt x="2042" y="1377"/>
                    <a:pt x="2047" y="1393"/>
                    <a:pt x="2057" y="1419"/>
                  </a:cubicBezTo>
                  <a:cubicBezTo>
                    <a:pt x="2070" y="1452"/>
                    <a:pt x="2076" y="1468"/>
                    <a:pt x="2077" y="1468"/>
                  </a:cubicBezTo>
                  <a:lnTo>
                    <a:pt x="2077" y="1468"/>
                  </a:lnTo>
                  <a:cubicBezTo>
                    <a:pt x="2078" y="1468"/>
                    <a:pt x="2074" y="1453"/>
                    <a:pt x="2066" y="1422"/>
                  </a:cubicBezTo>
                  <a:lnTo>
                    <a:pt x="2066" y="1422"/>
                  </a:lnTo>
                  <a:cubicBezTo>
                    <a:pt x="2071" y="1440"/>
                    <a:pt x="2075" y="1458"/>
                    <a:pt x="2079" y="1474"/>
                  </a:cubicBezTo>
                  <a:lnTo>
                    <a:pt x="2079" y="1474"/>
                  </a:lnTo>
                  <a:lnTo>
                    <a:pt x="2081" y="1475"/>
                  </a:lnTo>
                  <a:lnTo>
                    <a:pt x="2081" y="1475"/>
                  </a:lnTo>
                  <a:cubicBezTo>
                    <a:pt x="2080" y="1468"/>
                    <a:pt x="2076" y="1455"/>
                    <a:pt x="2066" y="1419"/>
                  </a:cubicBezTo>
                  <a:lnTo>
                    <a:pt x="2066" y="1419"/>
                  </a:lnTo>
                  <a:cubicBezTo>
                    <a:pt x="2066" y="1419"/>
                    <a:pt x="2066" y="1419"/>
                    <a:pt x="2066" y="1419"/>
                  </a:cubicBezTo>
                  <a:lnTo>
                    <a:pt x="2033" y="1282"/>
                  </a:lnTo>
                  <a:cubicBezTo>
                    <a:pt x="2033" y="1282"/>
                    <a:pt x="2009" y="1217"/>
                    <a:pt x="1993" y="1152"/>
                  </a:cubicBezTo>
                  <a:cubicBezTo>
                    <a:pt x="1989" y="1136"/>
                    <a:pt x="1988" y="1128"/>
                    <a:pt x="1989" y="1128"/>
                  </a:cubicBezTo>
                  <a:lnTo>
                    <a:pt x="1989" y="1128"/>
                  </a:lnTo>
                  <a:cubicBezTo>
                    <a:pt x="1994" y="1128"/>
                    <a:pt x="2021" y="1201"/>
                    <a:pt x="2057" y="1347"/>
                  </a:cubicBezTo>
                  <a:lnTo>
                    <a:pt x="2057" y="1347"/>
                  </a:lnTo>
                  <a:lnTo>
                    <a:pt x="2057" y="1347"/>
                  </a:lnTo>
                  <a:cubicBezTo>
                    <a:pt x="2058" y="1347"/>
                    <a:pt x="2066" y="1347"/>
                    <a:pt x="2074" y="1419"/>
                  </a:cubicBezTo>
                  <a:cubicBezTo>
                    <a:pt x="2082" y="1444"/>
                    <a:pt x="2082" y="1460"/>
                    <a:pt x="2090" y="1484"/>
                  </a:cubicBezTo>
                  <a:lnTo>
                    <a:pt x="2082" y="1419"/>
                  </a:lnTo>
                  <a:cubicBezTo>
                    <a:pt x="2068" y="1340"/>
                    <a:pt x="2062" y="1306"/>
                    <a:pt x="2062" y="1306"/>
                  </a:cubicBezTo>
                  <a:lnTo>
                    <a:pt x="2062" y="1306"/>
                  </a:lnTo>
                  <a:cubicBezTo>
                    <a:pt x="2063" y="1306"/>
                    <a:pt x="2067" y="1324"/>
                    <a:pt x="2074" y="1355"/>
                  </a:cubicBezTo>
                  <a:cubicBezTo>
                    <a:pt x="2066" y="1286"/>
                    <a:pt x="2062" y="1251"/>
                    <a:pt x="2063" y="1251"/>
                  </a:cubicBezTo>
                  <a:lnTo>
                    <a:pt x="2063" y="1251"/>
                  </a:lnTo>
                  <a:cubicBezTo>
                    <a:pt x="2064" y="1251"/>
                    <a:pt x="2070" y="1286"/>
                    <a:pt x="2082" y="1355"/>
                  </a:cubicBezTo>
                  <a:cubicBezTo>
                    <a:pt x="2085" y="1378"/>
                    <a:pt x="2088" y="1402"/>
                    <a:pt x="2090" y="1423"/>
                  </a:cubicBezTo>
                  <a:lnTo>
                    <a:pt x="2090" y="1423"/>
                  </a:lnTo>
                  <a:lnTo>
                    <a:pt x="2090" y="1419"/>
                  </a:lnTo>
                  <a:cubicBezTo>
                    <a:pt x="2080" y="1343"/>
                    <a:pt x="2079" y="1312"/>
                    <a:pt x="2082" y="1312"/>
                  </a:cubicBezTo>
                  <a:lnTo>
                    <a:pt x="2082" y="1312"/>
                  </a:lnTo>
                  <a:cubicBezTo>
                    <a:pt x="2083" y="1312"/>
                    <a:pt x="2087" y="1328"/>
                    <a:pt x="2090" y="1355"/>
                  </a:cubicBezTo>
                  <a:cubicBezTo>
                    <a:pt x="2094" y="1391"/>
                    <a:pt x="2096" y="1409"/>
                    <a:pt x="2097" y="1409"/>
                  </a:cubicBezTo>
                  <a:cubicBezTo>
                    <a:pt x="2098" y="1409"/>
                    <a:pt x="2098" y="1391"/>
                    <a:pt x="2098" y="1355"/>
                  </a:cubicBezTo>
                  <a:cubicBezTo>
                    <a:pt x="2098" y="1355"/>
                    <a:pt x="2098" y="1355"/>
                    <a:pt x="2106" y="1428"/>
                  </a:cubicBezTo>
                  <a:cubicBezTo>
                    <a:pt x="2106" y="1391"/>
                    <a:pt x="2106" y="1373"/>
                    <a:pt x="2107" y="1373"/>
                  </a:cubicBezTo>
                  <a:cubicBezTo>
                    <a:pt x="2108" y="1373"/>
                    <a:pt x="2110" y="1391"/>
                    <a:pt x="2114" y="1428"/>
                  </a:cubicBezTo>
                  <a:cubicBezTo>
                    <a:pt x="2114" y="1290"/>
                    <a:pt x="2106" y="1225"/>
                    <a:pt x="2106" y="1225"/>
                  </a:cubicBezTo>
                  <a:cubicBezTo>
                    <a:pt x="2106" y="1225"/>
                    <a:pt x="2106" y="1225"/>
                    <a:pt x="2098" y="1152"/>
                  </a:cubicBezTo>
                  <a:lnTo>
                    <a:pt x="2106" y="1152"/>
                  </a:lnTo>
                  <a:cubicBezTo>
                    <a:pt x="2114" y="1152"/>
                    <a:pt x="2114" y="1152"/>
                    <a:pt x="2122" y="1087"/>
                  </a:cubicBezTo>
                  <a:close/>
                  <a:moveTo>
                    <a:pt x="2160" y="1498"/>
                  </a:moveTo>
                  <a:cubicBezTo>
                    <a:pt x="2160" y="1500"/>
                    <a:pt x="2160" y="1502"/>
                    <a:pt x="2159" y="1505"/>
                  </a:cubicBezTo>
                  <a:lnTo>
                    <a:pt x="2159" y="1505"/>
                  </a:lnTo>
                  <a:cubicBezTo>
                    <a:pt x="2150" y="1508"/>
                    <a:pt x="2142" y="1511"/>
                    <a:pt x="2134" y="1515"/>
                  </a:cubicBezTo>
                  <a:lnTo>
                    <a:pt x="2134" y="1515"/>
                  </a:lnTo>
                  <a:cubicBezTo>
                    <a:pt x="2132" y="1514"/>
                    <a:pt x="2131" y="1513"/>
                    <a:pt x="2129" y="1512"/>
                  </a:cubicBezTo>
                  <a:lnTo>
                    <a:pt x="2129" y="1512"/>
                  </a:lnTo>
                  <a:lnTo>
                    <a:pt x="2126" y="1514"/>
                  </a:lnTo>
                  <a:lnTo>
                    <a:pt x="2126" y="1514"/>
                  </a:lnTo>
                  <a:cubicBezTo>
                    <a:pt x="2126" y="1514"/>
                    <a:pt x="2125" y="1514"/>
                    <a:pt x="2125" y="1514"/>
                  </a:cubicBezTo>
                  <a:lnTo>
                    <a:pt x="2125" y="1514"/>
                  </a:lnTo>
                  <a:cubicBezTo>
                    <a:pt x="2124" y="1514"/>
                    <a:pt x="2122" y="1515"/>
                    <a:pt x="2121" y="1515"/>
                  </a:cubicBezTo>
                  <a:lnTo>
                    <a:pt x="2121" y="1515"/>
                  </a:lnTo>
                  <a:cubicBezTo>
                    <a:pt x="2122" y="1516"/>
                    <a:pt x="2123" y="1516"/>
                    <a:pt x="2123" y="1516"/>
                  </a:cubicBezTo>
                  <a:lnTo>
                    <a:pt x="2123" y="1516"/>
                  </a:lnTo>
                  <a:lnTo>
                    <a:pt x="2126" y="1514"/>
                  </a:lnTo>
                  <a:lnTo>
                    <a:pt x="2126" y="1514"/>
                  </a:lnTo>
                  <a:cubicBezTo>
                    <a:pt x="2128" y="1515"/>
                    <a:pt x="2130" y="1515"/>
                    <a:pt x="2131" y="1516"/>
                  </a:cubicBezTo>
                  <a:lnTo>
                    <a:pt x="2131" y="1516"/>
                  </a:lnTo>
                  <a:cubicBezTo>
                    <a:pt x="2132" y="1515"/>
                    <a:pt x="2132" y="1515"/>
                    <a:pt x="2133" y="1515"/>
                  </a:cubicBezTo>
                  <a:lnTo>
                    <a:pt x="2133" y="1515"/>
                  </a:lnTo>
                  <a:cubicBezTo>
                    <a:pt x="2132" y="1515"/>
                    <a:pt x="2132" y="1515"/>
                    <a:pt x="2131" y="1516"/>
                  </a:cubicBezTo>
                  <a:lnTo>
                    <a:pt x="2131" y="1516"/>
                  </a:lnTo>
                  <a:cubicBezTo>
                    <a:pt x="2131" y="1516"/>
                    <a:pt x="2131" y="1516"/>
                    <a:pt x="2131" y="1516"/>
                  </a:cubicBezTo>
                  <a:lnTo>
                    <a:pt x="2131" y="1516"/>
                  </a:lnTo>
                  <a:cubicBezTo>
                    <a:pt x="2129" y="1516"/>
                    <a:pt x="2128" y="1517"/>
                    <a:pt x="2126" y="1517"/>
                  </a:cubicBezTo>
                  <a:lnTo>
                    <a:pt x="2126" y="1517"/>
                  </a:lnTo>
                  <a:cubicBezTo>
                    <a:pt x="2125" y="1517"/>
                    <a:pt x="2124" y="1517"/>
                    <a:pt x="2123" y="1516"/>
                  </a:cubicBezTo>
                  <a:lnTo>
                    <a:pt x="2123" y="1516"/>
                  </a:lnTo>
                  <a:lnTo>
                    <a:pt x="2122" y="1517"/>
                  </a:lnTo>
                  <a:lnTo>
                    <a:pt x="2118" y="1517"/>
                  </a:lnTo>
                  <a:cubicBezTo>
                    <a:pt x="2119" y="1516"/>
                    <a:pt x="2120" y="1516"/>
                    <a:pt x="2121" y="1515"/>
                  </a:cubicBezTo>
                  <a:lnTo>
                    <a:pt x="2121" y="1515"/>
                  </a:lnTo>
                  <a:cubicBezTo>
                    <a:pt x="2121" y="1515"/>
                    <a:pt x="2121" y="1515"/>
                    <a:pt x="2121" y="1515"/>
                  </a:cubicBezTo>
                  <a:lnTo>
                    <a:pt x="2121" y="1515"/>
                  </a:lnTo>
                  <a:cubicBezTo>
                    <a:pt x="2119" y="1516"/>
                    <a:pt x="2118" y="1516"/>
                    <a:pt x="2117" y="1517"/>
                  </a:cubicBezTo>
                  <a:lnTo>
                    <a:pt x="2114" y="1517"/>
                  </a:lnTo>
                  <a:lnTo>
                    <a:pt x="2119" y="1514"/>
                  </a:lnTo>
                  <a:lnTo>
                    <a:pt x="2119" y="1514"/>
                  </a:lnTo>
                  <a:cubicBezTo>
                    <a:pt x="2120" y="1514"/>
                    <a:pt x="2120" y="1515"/>
                    <a:pt x="2121" y="1515"/>
                  </a:cubicBezTo>
                  <a:lnTo>
                    <a:pt x="2121" y="1515"/>
                  </a:lnTo>
                  <a:cubicBezTo>
                    <a:pt x="2122" y="1514"/>
                    <a:pt x="2123" y="1514"/>
                    <a:pt x="2124" y="1513"/>
                  </a:cubicBezTo>
                  <a:lnTo>
                    <a:pt x="2124" y="1513"/>
                  </a:lnTo>
                  <a:cubicBezTo>
                    <a:pt x="2124" y="1513"/>
                    <a:pt x="2125" y="1513"/>
                    <a:pt x="2125" y="1514"/>
                  </a:cubicBezTo>
                  <a:lnTo>
                    <a:pt x="2125" y="1514"/>
                  </a:lnTo>
                  <a:cubicBezTo>
                    <a:pt x="2126" y="1513"/>
                    <a:pt x="2127" y="1512"/>
                    <a:pt x="2128" y="1512"/>
                  </a:cubicBezTo>
                  <a:lnTo>
                    <a:pt x="2128" y="1512"/>
                  </a:lnTo>
                  <a:cubicBezTo>
                    <a:pt x="2129" y="1512"/>
                    <a:pt x="2129" y="1512"/>
                    <a:pt x="2129" y="1512"/>
                  </a:cubicBezTo>
                  <a:lnTo>
                    <a:pt x="2129" y="1512"/>
                  </a:lnTo>
                  <a:lnTo>
                    <a:pt x="2130" y="1511"/>
                  </a:lnTo>
                  <a:lnTo>
                    <a:pt x="2130" y="1511"/>
                  </a:lnTo>
                  <a:cubicBezTo>
                    <a:pt x="2130" y="1511"/>
                    <a:pt x="2129" y="1512"/>
                    <a:pt x="2128" y="1512"/>
                  </a:cubicBezTo>
                  <a:lnTo>
                    <a:pt x="2128" y="1512"/>
                  </a:lnTo>
                  <a:cubicBezTo>
                    <a:pt x="2128" y="1512"/>
                    <a:pt x="2128" y="1512"/>
                    <a:pt x="2128" y="1511"/>
                  </a:cubicBezTo>
                  <a:lnTo>
                    <a:pt x="2128" y="1511"/>
                  </a:lnTo>
                  <a:cubicBezTo>
                    <a:pt x="2126" y="1512"/>
                    <a:pt x="2125" y="1513"/>
                    <a:pt x="2124" y="1513"/>
                  </a:cubicBezTo>
                  <a:lnTo>
                    <a:pt x="2124" y="1513"/>
                  </a:lnTo>
                  <a:cubicBezTo>
                    <a:pt x="2123" y="1513"/>
                    <a:pt x="2123" y="1513"/>
                    <a:pt x="2122" y="1513"/>
                  </a:cubicBezTo>
                  <a:lnTo>
                    <a:pt x="2122" y="1513"/>
                  </a:lnTo>
                  <a:lnTo>
                    <a:pt x="2119" y="1514"/>
                  </a:lnTo>
                  <a:lnTo>
                    <a:pt x="2119" y="1514"/>
                  </a:lnTo>
                  <a:cubicBezTo>
                    <a:pt x="2111" y="1510"/>
                    <a:pt x="2101" y="1506"/>
                    <a:pt x="2090" y="1501"/>
                  </a:cubicBezTo>
                  <a:lnTo>
                    <a:pt x="2090" y="1501"/>
                  </a:lnTo>
                  <a:cubicBezTo>
                    <a:pt x="2104" y="1506"/>
                    <a:pt x="2115" y="1510"/>
                    <a:pt x="2122" y="1513"/>
                  </a:cubicBezTo>
                  <a:lnTo>
                    <a:pt x="2122" y="1513"/>
                  </a:lnTo>
                  <a:lnTo>
                    <a:pt x="2126" y="1511"/>
                  </a:lnTo>
                  <a:lnTo>
                    <a:pt x="2126" y="1511"/>
                  </a:lnTo>
                  <a:cubicBezTo>
                    <a:pt x="2127" y="1511"/>
                    <a:pt x="2127" y="1511"/>
                    <a:pt x="2128" y="1511"/>
                  </a:cubicBezTo>
                  <a:lnTo>
                    <a:pt x="2128" y="1511"/>
                  </a:lnTo>
                  <a:cubicBezTo>
                    <a:pt x="2130" y="1510"/>
                    <a:pt x="2133" y="1509"/>
                    <a:pt x="2136" y="1507"/>
                  </a:cubicBezTo>
                  <a:lnTo>
                    <a:pt x="2136" y="1507"/>
                  </a:lnTo>
                  <a:lnTo>
                    <a:pt x="2130" y="1511"/>
                  </a:lnTo>
                  <a:lnTo>
                    <a:pt x="2130" y="1511"/>
                  </a:lnTo>
                  <a:cubicBezTo>
                    <a:pt x="2138" y="1508"/>
                    <a:pt x="2148" y="1503"/>
                    <a:pt x="2160" y="1498"/>
                  </a:cubicBezTo>
                  <a:close/>
                  <a:moveTo>
                    <a:pt x="2159" y="1506"/>
                  </a:moveTo>
                  <a:cubicBezTo>
                    <a:pt x="2159" y="1508"/>
                    <a:pt x="2158" y="1510"/>
                    <a:pt x="2158" y="1512"/>
                  </a:cubicBezTo>
                  <a:lnTo>
                    <a:pt x="2158" y="1512"/>
                  </a:lnTo>
                  <a:cubicBezTo>
                    <a:pt x="2151" y="1515"/>
                    <a:pt x="2143" y="1518"/>
                    <a:pt x="2135" y="1522"/>
                  </a:cubicBezTo>
                  <a:lnTo>
                    <a:pt x="2135" y="1522"/>
                  </a:lnTo>
                  <a:cubicBezTo>
                    <a:pt x="2132" y="1520"/>
                    <a:pt x="2129" y="1519"/>
                    <a:pt x="2126" y="1518"/>
                  </a:cubicBezTo>
                  <a:lnTo>
                    <a:pt x="2126" y="1518"/>
                  </a:lnTo>
                  <a:cubicBezTo>
                    <a:pt x="2124" y="1519"/>
                    <a:pt x="2121" y="1520"/>
                    <a:pt x="2119" y="1521"/>
                  </a:cubicBezTo>
                  <a:lnTo>
                    <a:pt x="2119" y="1521"/>
                  </a:lnTo>
                  <a:cubicBezTo>
                    <a:pt x="2118" y="1520"/>
                    <a:pt x="2118" y="1520"/>
                    <a:pt x="2118" y="1520"/>
                  </a:cubicBezTo>
                  <a:lnTo>
                    <a:pt x="2118" y="1520"/>
                  </a:lnTo>
                  <a:cubicBezTo>
                    <a:pt x="2116" y="1521"/>
                    <a:pt x="2114" y="1522"/>
                    <a:pt x="2111" y="1523"/>
                  </a:cubicBezTo>
                  <a:lnTo>
                    <a:pt x="2111" y="1523"/>
                  </a:lnTo>
                  <a:cubicBezTo>
                    <a:pt x="2104" y="1520"/>
                    <a:pt x="2097" y="1517"/>
                    <a:pt x="2090" y="1514"/>
                  </a:cubicBezTo>
                  <a:lnTo>
                    <a:pt x="2090" y="1514"/>
                  </a:lnTo>
                  <a:cubicBezTo>
                    <a:pt x="2090" y="1516"/>
                    <a:pt x="2090" y="1517"/>
                    <a:pt x="2089" y="1517"/>
                  </a:cubicBezTo>
                  <a:cubicBezTo>
                    <a:pt x="2089" y="1517"/>
                    <a:pt x="2088" y="1516"/>
                    <a:pt x="2087" y="1513"/>
                  </a:cubicBezTo>
                  <a:lnTo>
                    <a:pt x="2087" y="1513"/>
                  </a:lnTo>
                  <a:cubicBezTo>
                    <a:pt x="2088" y="1514"/>
                    <a:pt x="2089" y="1514"/>
                    <a:pt x="2090" y="1514"/>
                  </a:cubicBezTo>
                  <a:lnTo>
                    <a:pt x="2090" y="1514"/>
                  </a:lnTo>
                  <a:cubicBezTo>
                    <a:pt x="2090" y="1513"/>
                    <a:pt x="2090" y="1512"/>
                    <a:pt x="2090" y="1511"/>
                  </a:cubicBezTo>
                  <a:lnTo>
                    <a:pt x="2090" y="1511"/>
                  </a:lnTo>
                  <a:cubicBezTo>
                    <a:pt x="2098" y="1514"/>
                    <a:pt x="2106" y="1516"/>
                    <a:pt x="2113" y="1519"/>
                  </a:cubicBezTo>
                  <a:lnTo>
                    <a:pt x="2113" y="1519"/>
                  </a:lnTo>
                  <a:cubicBezTo>
                    <a:pt x="2110" y="1520"/>
                    <a:pt x="2109" y="1521"/>
                    <a:pt x="2109" y="1521"/>
                  </a:cubicBezTo>
                  <a:cubicBezTo>
                    <a:pt x="2109" y="1521"/>
                    <a:pt x="2111" y="1520"/>
                    <a:pt x="2113" y="1519"/>
                  </a:cubicBezTo>
                  <a:lnTo>
                    <a:pt x="2113" y="1519"/>
                  </a:lnTo>
                  <a:cubicBezTo>
                    <a:pt x="2115" y="1519"/>
                    <a:pt x="2117" y="1520"/>
                    <a:pt x="2118" y="1520"/>
                  </a:cubicBezTo>
                  <a:lnTo>
                    <a:pt x="2118" y="1520"/>
                  </a:lnTo>
                  <a:cubicBezTo>
                    <a:pt x="2121" y="1519"/>
                    <a:pt x="2123" y="1518"/>
                    <a:pt x="2126" y="1517"/>
                  </a:cubicBezTo>
                  <a:lnTo>
                    <a:pt x="2126" y="1517"/>
                  </a:lnTo>
                  <a:cubicBezTo>
                    <a:pt x="2126" y="1518"/>
                    <a:pt x="2126" y="1518"/>
                    <a:pt x="2126" y="1518"/>
                  </a:cubicBezTo>
                  <a:lnTo>
                    <a:pt x="2126" y="1518"/>
                  </a:lnTo>
                  <a:cubicBezTo>
                    <a:pt x="2128" y="1517"/>
                    <a:pt x="2129" y="1516"/>
                    <a:pt x="2131" y="1516"/>
                  </a:cubicBezTo>
                  <a:lnTo>
                    <a:pt x="2131" y="1516"/>
                  </a:lnTo>
                  <a:cubicBezTo>
                    <a:pt x="2135" y="1517"/>
                    <a:pt x="2138" y="1518"/>
                    <a:pt x="2138" y="1518"/>
                  </a:cubicBezTo>
                  <a:cubicBezTo>
                    <a:pt x="2139" y="1518"/>
                    <a:pt x="2138" y="1517"/>
                    <a:pt x="2134" y="1515"/>
                  </a:cubicBezTo>
                  <a:lnTo>
                    <a:pt x="2134" y="1515"/>
                  </a:lnTo>
                  <a:cubicBezTo>
                    <a:pt x="2144" y="1511"/>
                    <a:pt x="2152" y="1508"/>
                    <a:pt x="2159" y="1506"/>
                  </a:cubicBezTo>
                  <a:close/>
                  <a:moveTo>
                    <a:pt x="2119" y="1521"/>
                  </a:moveTo>
                  <a:cubicBezTo>
                    <a:pt x="2122" y="1522"/>
                    <a:pt x="2126" y="1523"/>
                    <a:pt x="2129" y="1524"/>
                  </a:cubicBezTo>
                  <a:lnTo>
                    <a:pt x="2129" y="1524"/>
                  </a:lnTo>
                  <a:cubicBezTo>
                    <a:pt x="2127" y="1525"/>
                    <a:pt x="2124" y="1526"/>
                    <a:pt x="2122" y="1527"/>
                  </a:cubicBezTo>
                  <a:lnTo>
                    <a:pt x="2122" y="1527"/>
                  </a:lnTo>
                  <a:cubicBezTo>
                    <a:pt x="2118" y="1526"/>
                    <a:pt x="2115" y="1524"/>
                    <a:pt x="2112" y="1523"/>
                  </a:cubicBezTo>
                  <a:lnTo>
                    <a:pt x="2112" y="1523"/>
                  </a:lnTo>
                  <a:cubicBezTo>
                    <a:pt x="2110" y="1524"/>
                    <a:pt x="2108" y="1524"/>
                    <a:pt x="2106" y="1525"/>
                  </a:cubicBezTo>
                  <a:cubicBezTo>
                    <a:pt x="2108" y="1524"/>
                    <a:pt x="2110" y="1524"/>
                    <a:pt x="2111" y="1523"/>
                  </a:cubicBezTo>
                  <a:lnTo>
                    <a:pt x="2111" y="1523"/>
                  </a:lnTo>
                  <a:cubicBezTo>
                    <a:pt x="2111" y="1523"/>
                    <a:pt x="2112" y="1523"/>
                    <a:pt x="2112" y="1523"/>
                  </a:cubicBezTo>
                  <a:lnTo>
                    <a:pt x="2112" y="1523"/>
                  </a:lnTo>
                  <a:cubicBezTo>
                    <a:pt x="2114" y="1522"/>
                    <a:pt x="2116" y="1521"/>
                    <a:pt x="2119" y="1521"/>
                  </a:cubicBezTo>
                  <a:close/>
                  <a:moveTo>
                    <a:pt x="1636" y="1517"/>
                  </a:moveTo>
                  <a:cubicBezTo>
                    <a:pt x="1685" y="1517"/>
                    <a:pt x="1725" y="1525"/>
                    <a:pt x="1774" y="1533"/>
                  </a:cubicBezTo>
                  <a:cubicBezTo>
                    <a:pt x="1801" y="1536"/>
                    <a:pt x="1805" y="1538"/>
                    <a:pt x="1792" y="1538"/>
                  </a:cubicBezTo>
                  <a:cubicBezTo>
                    <a:pt x="1772" y="1538"/>
                    <a:pt x="1717" y="1534"/>
                    <a:pt x="1636" y="1525"/>
                  </a:cubicBezTo>
                  <a:lnTo>
                    <a:pt x="1636" y="1517"/>
                  </a:lnTo>
                  <a:close/>
                  <a:moveTo>
                    <a:pt x="1612" y="1447"/>
                  </a:moveTo>
                  <a:cubicBezTo>
                    <a:pt x="1617" y="1447"/>
                    <a:pt x="1634" y="1449"/>
                    <a:pt x="1660" y="1452"/>
                  </a:cubicBezTo>
                  <a:cubicBezTo>
                    <a:pt x="1701" y="1452"/>
                    <a:pt x="1749" y="1460"/>
                    <a:pt x="1790" y="1468"/>
                  </a:cubicBezTo>
                  <a:cubicBezTo>
                    <a:pt x="1814" y="1476"/>
                    <a:pt x="1839" y="1476"/>
                    <a:pt x="1855" y="1492"/>
                  </a:cubicBezTo>
                  <a:cubicBezTo>
                    <a:pt x="1903" y="1501"/>
                    <a:pt x="1944" y="1509"/>
                    <a:pt x="1993" y="1517"/>
                  </a:cubicBezTo>
                  <a:cubicBezTo>
                    <a:pt x="2020" y="1520"/>
                    <a:pt x="2037" y="1522"/>
                    <a:pt x="2042" y="1522"/>
                  </a:cubicBezTo>
                  <a:cubicBezTo>
                    <a:pt x="2050" y="1522"/>
                    <a:pt x="2035" y="1518"/>
                    <a:pt x="1993" y="1509"/>
                  </a:cubicBezTo>
                  <a:lnTo>
                    <a:pt x="1993" y="1509"/>
                  </a:lnTo>
                  <a:cubicBezTo>
                    <a:pt x="2035" y="1518"/>
                    <a:pt x="2053" y="1522"/>
                    <a:pt x="2060" y="1522"/>
                  </a:cubicBezTo>
                  <a:cubicBezTo>
                    <a:pt x="2066" y="1522"/>
                    <a:pt x="2066" y="1520"/>
                    <a:pt x="2066" y="1517"/>
                  </a:cubicBezTo>
                  <a:cubicBezTo>
                    <a:pt x="2066" y="1517"/>
                    <a:pt x="2072" y="1517"/>
                    <a:pt x="2119" y="1528"/>
                  </a:cubicBezTo>
                  <a:lnTo>
                    <a:pt x="2119" y="1528"/>
                  </a:lnTo>
                  <a:cubicBezTo>
                    <a:pt x="2115" y="1530"/>
                    <a:pt x="2110" y="1531"/>
                    <a:pt x="2106" y="1533"/>
                  </a:cubicBezTo>
                  <a:cubicBezTo>
                    <a:pt x="2102" y="1534"/>
                    <a:pt x="2098" y="1535"/>
                    <a:pt x="2094" y="1536"/>
                  </a:cubicBezTo>
                  <a:lnTo>
                    <a:pt x="2094" y="1536"/>
                  </a:lnTo>
                  <a:lnTo>
                    <a:pt x="1985" y="1517"/>
                  </a:lnTo>
                  <a:lnTo>
                    <a:pt x="2049" y="1533"/>
                  </a:lnTo>
                  <a:lnTo>
                    <a:pt x="2089" y="1537"/>
                  </a:lnTo>
                  <a:lnTo>
                    <a:pt x="2089" y="1537"/>
                  </a:lnTo>
                  <a:cubicBezTo>
                    <a:pt x="2091" y="1537"/>
                    <a:pt x="2092" y="1537"/>
                    <a:pt x="2094" y="1536"/>
                  </a:cubicBezTo>
                  <a:lnTo>
                    <a:pt x="2094" y="1536"/>
                  </a:lnTo>
                  <a:lnTo>
                    <a:pt x="2105" y="1538"/>
                  </a:lnTo>
                  <a:lnTo>
                    <a:pt x="2105" y="1538"/>
                  </a:lnTo>
                  <a:cubicBezTo>
                    <a:pt x="2112" y="1536"/>
                    <a:pt x="2115" y="1535"/>
                    <a:pt x="2116" y="1535"/>
                  </a:cubicBezTo>
                  <a:lnTo>
                    <a:pt x="2116" y="1535"/>
                  </a:lnTo>
                  <a:cubicBezTo>
                    <a:pt x="2116" y="1535"/>
                    <a:pt x="2113" y="1536"/>
                    <a:pt x="2106" y="1538"/>
                  </a:cubicBezTo>
                  <a:lnTo>
                    <a:pt x="2106" y="1538"/>
                  </a:lnTo>
                  <a:lnTo>
                    <a:pt x="2105" y="1538"/>
                  </a:lnTo>
                  <a:lnTo>
                    <a:pt x="2105" y="1538"/>
                  </a:lnTo>
                  <a:cubicBezTo>
                    <a:pt x="2104" y="1538"/>
                    <a:pt x="2103" y="1539"/>
                    <a:pt x="2102" y="1539"/>
                  </a:cubicBezTo>
                  <a:lnTo>
                    <a:pt x="2102" y="1539"/>
                  </a:lnTo>
                  <a:lnTo>
                    <a:pt x="2089" y="1537"/>
                  </a:lnTo>
                  <a:lnTo>
                    <a:pt x="2089" y="1537"/>
                  </a:lnTo>
                  <a:cubicBezTo>
                    <a:pt x="2082" y="1539"/>
                    <a:pt x="2077" y="1541"/>
                    <a:pt x="2072" y="1543"/>
                  </a:cubicBezTo>
                  <a:lnTo>
                    <a:pt x="2072" y="1543"/>
                  </a:lnTo>
                  <a:cubicBezTo>
                    <a:pt x="2056" y="1540"/>
                    <a:pt x="2019" y="1533"/>
                    <a:pt x="1985" y="1525"/>
                  </a:cubicBezTo>
                  <a:lnTo>
                    <a:pt x="1717" y="1468"/>
                  </a:lnTo>
                  <a:cubicBezTo>
                    <a:pt x="1635" y="1453"/>
                    <a:pt x="1605" y="1447"/>
                    <a:pt x="1612" y="1447"/>
                  </a:cubicBezTo>
                  <a:close/>
                  <a:moveTo>
                    <a:pt x="2049" y="1541"/>
                  </a:moveTo>
                  <a:cubicBezTo>
                    <a:pt x="2058" y="1542"/>
                    <a:pt x="2065" y="1543"/>
                    <a:pt x="2070" y="1543"/>
                  </a:cubicBezTo>
                  <a:lnTo>
                    <a:pt x="2070" y="1543"/>
                  </a:lnTo>
                  <a:cubicBezTo>
                    <a:pt x="2069" y="1544"/>
                    <a:pt x="2068" y="1544"/>
                    <a:pt x="2067" y="1544"/>
                  </a:cubicBezTo>
                  <a:lnTo>
                    <a:pt x="2067" y="1544"/>
                  </a:lnTo>
                  <a:cubicBezTo>
                    <a:pt x="2061" y="1543"/>
                    <a:pt x="2056" y="1542"/>
                    <a:pt x="2049" y="1541"/>
                  </a:cubicBezTo>
                  <a:close/>
                  <a:moveTo>
                    <a:pt x="2106" y="1538"/>
                  </a:moveTo>
                  <a:lnTo>
                    <a:pt x="2122" y="1541"/>
                  </a:lnTo>
                  <a:lnTo>
                    <a:pt x="2104" y="1539"/>
                  </a:lnTo>
                  <a:lnTo>
                    <a:pt x="2104" y="1539"/>
                  </a:lnTo>
                  <a:cubicBezTo>
                    <a:pt x="2097" y="1541"/>
                    <a:pt x="2089" y="1543"/>
                    <a:pt x="2079" y="1546"/>
                  </a:cubicBezTo>
                  <a:lnTo>
                    <a:pt x="2079" y="1546"/>
                  </a:lnTo>
                  <a:cubicBezTo>
                    <a:pt x="2078" y="1546"/>
                    <a:pt x="2078" y="1546"/>
                    <a:pt x="2078" y="1546"/>
                  </a:cubicBezTo>
                  <a:lnTo>
                    <a:pt x="2078" y="1546"/>
                  </a:lnTo>
                  <a:cubicBezTo>
                    <a:pt x="2088" y="1543"/>
                    <a:pt x="2096" y="1541"/>
                    <a:pt x="2102" y="1539"/>
                  </a:cubicBezTo>
                  <a:lnTo>
                    <a:pt x="2102" y="1539"/>
                  </a:lnTo>
                  <a:lnTo>
                    <a:pt x="2104" y="1539"/>
                  </a:lnTo>
                  <a:lnTo>
                    <a:pt x="2104" y="1539"/>
                  </a:lnTo>
                  <a:cubicBezTo>
                    <a:pt x="2105" y="1539"/>
                    <a:pt x="2105" y="1538"/>
                    <a:pt x="2106" y="1538"/>
                  </a:cubicBezTo>
                  <a:close/>
                  <a:moveTo>
                    <a:pt x="2049" y="1549"/>
                  </a:moveTo>
                  <a:cubicBezTo>
                    <a:pt x="2051" y="1549"/>
                    <a:pt x="2052" y="1549"/>
                    <a:pt x="2053" y="1549"/>
                  </a:cubicBezTo>
                  <a:lnTo>
                    <a:pt x="2053" y="1549"/>
                  </a:lnTo>
                  <a:cubicBezTo>
                    <a:pt x="2048" y="1552"/>
                    <a:pt x="2045" y="1554"/>
                    <a:pt x="2043" y="1555"/>
                  </a:cubicBezTo>
                  <a:lnTo>
                    <a:pt x="2043" y="1555"/>
                  </a:lnTo>
                  <a:cubicBezTo>
                    <a:pt x="2047" y="1554"/>
                    <a:pt x="2051" y="1553"/>
                    <a:pt x="2054" y="1552"/>
                  </a:cubicBezTo>
                  <a:lnTo>
                    <a:pt x="2054" y="1552"/>
                  </a:lnTo>
                  <a:cubicBezTo>
                    <a:pt x="2050" y="1553"/>
                    <a:pt x="2047" y="1554"/>
                    <a:pt x="2043" y="1555"/>
                  </a:cubicBezTo>
                  <a:lnTo>
                    <a:pt x="2043" y="1555"/>
                  </a:lnTo>
                  <a:cubicBezTo>
                    <a:pt x="2043" y="1555"/>
                    <a:pt x="2043" y="1555"/>
                    <a:pt x="2043" y="1555"/>
                  </a:cubicBezTo>
                  <a:lnTo>
                    <a:pt x="2043" y="1555"/>
                  </a:lnTo>
                  <a:cubicBezTo>
                    <a:pt x="2042" y="1555"/>
                    <a:pt x="2040" y="1556"/>
                    <a:pt x="2038" y="1556"/>
                  </a:cubicBezTo>
                  <a:lnTo>
                    <a:pt x="2038" y="1556"/>
                  </a:lnTo>
                  <a:cubicBezTo>
                    <a:pt x="1977" y="1549"/>
                    <a:pt x="1980" y="1549"/>
                    <a:pt x="2049" y="1549"/>
                  </a:cubicBezTo>
                  <a:close/>
                  <a:moveTo>
                    <a:pt x="2301" y="1509"/>
                  </a:moveTo>
                  <a:lnTo>
                    <a:pt x="2236" y="1525"/>
                  </a:lnTo>
                  <a:cubicBezTo>
                    <a:pt x="2163" y="1541"/>
                    <a:pt x="2171" y="1541"/>
                    <a:pt x="2163" y="1549"/>
                  </a:cubicBezTo>
                  <a:cubicBezTo>
                    <a:pt x="2163" y="1549"/>
                    <a:pt x="2163" y="1552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7" y="1556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7" y="1556"/>
                    <a:pt x="2147" y="1556"/>
                  </a:cubicBezTo>
                  <a:lnTo>
                    <a:pt x="2147" y="1556"/>
                  </a:lnTo>
                  <a:cubicBezTo>
                    <a:pt x="2147" y="1556"/>
                    <a:pt x="2146" y="1556"/>
                    <a:pt x="2146" y="1556"/>
                  </a:cubicBezTo>
                  <a:lnTo>
                    <a:pt x="2146" y="1556"/>
                  </a:lnTo>
                  <a:cubicBezTo>
                    <a:pt x="2145" y="1556"/>
                    <a:pt x="2143" y="1556"/>
                    <a:pt x="2142" y="1556"/>
                  </a:cubicBezTo>
                  <a:lnTo>
                    <a:pt x="2142" y="1556"/>
                  </a:lnTo>
                  <a:lnTo>
                    <a:pt x="2139" y="1549"/>
                  </a:lnTo>
                  <a:lnTo>
                    <a:pt x="2139" y="1549"/>
                  </a:lnTo>
                  <a:cubicBezTo>
                    <a:pt x="2139" y="1551"/>
                    <a:pt x="2140" y="1554"/>
                    <a:pt x="2140" y="1556"/>
                  </a:cubicBezTo>
                  <a:lnTo>
                    <a:pt x="2140" y="1556"/>
                  </a:lnTo>
                  <a:cubicBezTo>
                    <a:pt x="2129" y="1554"/>
                    <a:pt x="2111" y="1551"/>
                    <a:pt x="2086" y="1547"/>
                  </a:cubicBezTo>
                  <a:lnTo>
                    <a:pt x="2086" y="1547"/>
                  </a:lnTo>
                  <a:cubicBezTo>
                    <a:pt x="2087" y="1547"/>
                    <a:pt x="2089" y="1547"/>
                    <a:pt x="2090" y="1547"/>
                  </a:cubicBezTo>
                  <a:cubicBezTo>
                    <a:pt x="2098" y="1547"/>
                    <a:pt x="2098" y="1549"/>
                    <a:pt x="2098" y="1549"/>
                  </a:cubicBezTo>
                  <a:cubicBezTo>
                    <a:pt x="2098" y="1549"/>
                    <a:pt x="2098" y="1549"/>
                    <a:pt x="2152" y="1537"/>
                  </a:cubicBezTo>
                  <a:lnTo>
                    <a:pt x="2152" y="1537"/>
                  </a:lnTo>
                  <a:cubicBezTo>
                    <a:pt x="2149" y="1542"/>
                    <a:pt x="2148" y="1549"/>
                    <a:pt x="2147" y="1556"/>
                  </a:cubicBezTo>
                  <a:lnTo>
                    <a:pt x="2147" y="1556"/>
                  </a:lnTo>
                  <a:cubicBezTo>
                    <a:pt x="2149" y="1549"/>
                    <a:pt x="2150" y="1543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2" y="1537"/>
                    <a:pt x="2152" y="1537"/>
                    <a:pt x="2152" y="1537"/>
                  </a:cubicBezTo>
                  <a:lnTo>
                    <a:pt x="2152" y="1537"/>
                  </a:lnTo>
                  <a:cubicBezTo>
                    <a:pt x="2157" y="1536"/>
                    <a:pt x="2164" y="1535"/>
                    <a:pt x="2171" y="1533"/>
                  </a:cubicBezTo>
                  <a:cubicBezTo>
                    <a:pt x="2235" y="1525"/>
                    <a:pt x="2300" y="1509"/>
                    <a:pt x="2301" y="1509"/>
                  </a:cubicBezTo>
                  <a:close/>
                  <a:moveTo>
                    <a:pt x="2142" y="1556"/>
                  </a:moveTo>
                  <a:cubicBezTo>
                    <a:pt x="2143" y="1556"/>
                    <a:pt x="2145" y="1556"/>
                    <a:pt x="2146" y="1557"/>
                  </a:cubicBezTo>
                  <a:lnTo>
                    <a:pt x="2146" y="1557"/>
                  </a:lnTo>
                  <a:cubicBezTo>
                    <a:pt x="2145" y="1557"/>
                    <a:pt x="2144" y="1557"/>
                    <a:pt x="2143" y="1557"/>
                  </a:cubicBezTo>
                  <a:lnTo>
                    <a:pt x="2143" y="1557"/>
                  </a:lnTo>
                  <a:lnTo>
                    <a:pt x="2142" y="1556"/>
                  </a:lnTo>
                  <a:close/>
                  <a:moveTo>
                    <a:pt x="2043" y="1555"/>
                  </a:moveTo>
                  <a:cubicBezTo>
                    <a:pt x="2042" y="1556"/>
                    <a:pt x="2042" y="1556"/>
                    <a:pt x="2042" y="1556"/>
                  </a:cubicBezTo>
                  <a:lnTo>
                    <a:pt x="2042" y="1556"/>
                  </a:lnTo>
                  <a:cubicBezTo>
                    <a:pt x="2041" y="1556"/>
                    <a:pt x="2040" y="1556"/>
                    <a:pt x="2039" y="1556"/>
                  </a:cubicBezTo>
                  <a:lnTo>
                    <a:pt x="2039" y="1556"/>
                  </a:lnTo>
                  <a:cubicBezTo>
                    <a:pt x="2037" y="1557"/>
                    <a:pt x="2035" y="1557"/>
                    <a:pt x="2033" y="1557"/>
                  </a:cubicBezTo>
                  <a:cubicBezTo>
                    <a:pt x="2035" y="1557"/>
                    <a:pt x="2037" y="1556"/>
                    <a:pt x="2038" y="1556"/>
                  </a:cubicBezTo>
                  <a:lnTo>
                    <a:pt x="2038" y="1556"/>
                  </a:lnTo>
                  <a:cubicBezTo>
                    <a:pt x="2038" y="1556"/>
                    <a:pt x="2038" y="1556"/>
                    <a:pt x="2039" y="1556"/>
                  </a:cubicBezTo>
                  <a:lnTo>
                    <a:pt x="2039" y="1556"/>
                  </a:lnTo>
                  <a:cubicBezTo>
                    <a:pt x="2040" y="1556"/>
                    <a:pt x="2042" y="1555"/>
                    <a:pt x="2043" y="1555"/>
                  </a:cubicBezTo>
                  <a:close/>
                  <a:moveTo>
                    <a:pt x="2146" y="1559"/>
                  </a:moveTo>
                  <a:cubicBezTo>
                    <a:pt x="2146" y="1561"/>
                    <a:pt x="2146" y="1562"/>
                    <a:pt x="2146" y="1563"/>
                  </a:cubicBezTo>
                  <a:lnTo>
                    <a:pt x="2146" y="1563"/>
                  </a:lnTo>
                  <a:lnTo>
                    <a:pt x="2144" y="1559"/>
                  </a:lnTo>
                  <a:lnTo>
                    <a:pt x="2144" y="1559"/>
                  </a:lnTo>
                  <a:lnTo>
                    <a:pt x="2146" y="1559"/>
                  </a:lnTo>
                  <a:close/>
                  <a:moveTo>
                    <a:pt x="1766" y="1557"/>
                  </a:moveTo>
                  <a:cubicBezTo>
                    <a:pt x="1766" y="1565"/>
                    <a:pt x="1766" y="1565"/>
                    <a:pt x="1693" y="1565"/>
                  </a:cubicBezTo>
                  <a:lnTo>
                    <a:pt x="1693" y="1557"/>
                  </a:lnTo>
                  <a:close/>
                  <a:moveTo>
                    <a:pt x="2163" y="1557"/>
                  </a:moveTo>
                  <a:cubicBezTo>
                    <a:pt x="2228" y="1557"/>
                    <a:pt x="2228" y="1557"/>
                    <a:pt x="2163" y="1565"/>
                  </a:cubicBezTo>
                  <a:cubicBezTo>
                    <a:pt x="2157" y="1565"/>
                    <a:pt x="2152" y="1565"/>
                    <a:pt x="2147" y="1566"/>
                  </a:cubicBezTo>
                  <a:lnTo>
                    <a:pt x="2147" y="1566"/>
                  </a:lnTo>
                  <a:cubicBezTo>
                    <a:pt x="2147" y="1563"/>
                    <a:pt x="2147" y="1561"/>
                    <a:pt x="2147" y="1559"/>
                  </a:cubicBezTo>
                  <a:lnTo>
                    <a:pt x="2147" y="1559"/>
                  </a:lnTo>
                  <a:lnTo>
                    <a:pt x="2163" y="1557"/>
                  </a:lnTo>
                  <a:close/>
                  <a:moveTo>
                    <a:pt x="2148" y="1573"/>
                  </a:moveTo>
                  <a:lnTo>
                    <a:pt x="2148" y="1573"/>
                  </a:lnTo>
                  <a:cubicBezTo>
                    <a:pt x="2150" y="1574"/>
                    <a:pt x="2152" y="1574"/>
                    <a:pt x="2155" y="1574"/>
                  </a:cubicBezTo>
                  <a:cubicBezTo>
                    <a:pt x="2153" y="1574"/>
                    <a:pt x="2150" y="1574"/>
                    <a:pt x="2148" y="1574"/>
                  </a:cubicBezTo>
                  <a:lnTo>
                    <a:pt x="2148" y="1574"/>
                  </a:lnTo>
                  <a:lnTo>
                    <a:pt x="2148" y="1573"/>
                  </a:lnTo>
                  <a:close/>
                  <a:moveTo>
                    <a:pt x="2144" y="1581"/>
                  </a:moveTo>
                  <a:lnTo>
                    <a:pt x="2144" y="1581"/>
                  </a:lnTo>
                  <a:cubicBezTo>
                    <a:pt x="2145" y="1581"/>
                    <a:pt x="2145" y="1581"/>
                    <a:pt x="2146" y="1581"/>
                  </a:cubicBezTo>
                  <a:lnTo>
                    <a:pt x="2146" y="1581"/>
                  </a:lnTo>
                  <a:cubicBezTo>
                    <a:pt x="2147" y="1581"/>
                    <a:pt x="2147" y="1581"/>
                    <a:pt x="2147" y="1582"/>
                  </a:cubicBezTo>
                  <a:lnTo>
                    <a:pt x="2143" y="1582"/>
                  </a:lnTo>
                  <a:cubicBezTo>
                    <a:pt x="2143" y="1582"/>
                    <a:pt x="2143" y="1581"/>
                    <a:pt x="2144" y="1581"/>
                  </a:cubicBezTo>
                  <a:close/>
                  <a:moveTo>
                    <a:pt x="2149" y="1581"/>
                  </a:moveTo>
                  <a:cubicBezTo>
                    <a:pt x="2151" y="1581"/>
                    <a:pt x="2153" y="1582"/>
                    <a:pt x="2155" y="1582"/>
                  </a:cubicBezTo>
                  <a:lnTo>
                    <a:pt x="2149" y="1582"/>
                  </a:lnTo>
                  <a:lnTo>
                    <a:pt x="2149" y="1581"/>
                  </a:lnTo>
                  <a:close/>
                  <a:moveTo>
                    <a:pt x="1960" y="1590"/>
                  </a:moveTo>
                  <a:lnTo>
                    <a:pt x="1830" y="1598"/>
                  </a:lnTo>
                  <a:lnTo>
                    <a:pt x="1895" y="1598"/>
                  </a:lnTo>
                  <a:lnTo>
                    <a:pt x="1960" y="1590"/>
                  </a:lnTo>
                  <a:close/>
                  <a:moveTo>
                    <a:pt x="2145" y="1596"/>
                  </a:moveTo>
                  <a:cubicBezTo>
                    <a:pt x="2147" y="1597"/>
                    <a:pt x="2147" y="1598"/>
                    <a:pt x="2147" y="1598"/>
                  </a:cubicBezTo>
                  <a:cubicBezTo>
                    <a:pt x="2144" y="1598"/>
                    <a:pt x="2142" y="1597"/>
                    <a:pt x="2139" y="1597"/>
                  </a:cubicBezTo>
                  <a:lnTo>
                    <a:pt x="2139" y="1597"/>
                  </a:lnTo>
                  <a:cubicBezTo>
                    <a:pt x="2141" y="1597"/>
                    <a:pt x="2143" y="1596"/>
                    <a:pt x="2145" y="1596"/>
                  </a:cubicBezTo>
                  <a:close/>
                  <a:moveTo>
                    <a:pt x="2065" y="1550"/>
                  </a:moveTo>
                  <a:cubicBezTo>
                    <a:pt x="2102" y="1552"/>
                    <a:pt x="2127" y="1555"/>
                    <a:pt x="2140" y="1556"/>
                  </a:cubicBezTo>
                  <a:lnTo>
                    <a:pt x="2140" y="1556"/>
                  </a:lnTo>
                  <a:cubicBezTo>
                    <a:pt x="2140" y="1557"/>
                    <a:pt x="2141" y="1557"/>
                    <a:pt x="2141" y="1558"/>
                  </a:cubicBezTo>
                  <a:lnTo>
                    <a:pt x="2141" y="1558"/>
                  </a:lnTo>
                  <a:cubicBezTo>
                    <a:pt x="2130" y="1560"/>
                    <a:pt x="2114" y="1563"/>
                    <a:pt x="2090" y="1565"/>
                  </a:cubicBezTo>
                  <a:lnTo>
                    <a:pt x="2141" y="1560"/>
                  </a:lnTo>
                  <a:lnTo>
                    <a:pt x="2141" y="1560"/>
                  </a:lnTo>
                  <a:cubicBezTo>
                    <a:pt x="2142" y="1562"/>
                    <a:pt x="2142" y="1564"/>
                    <a:pt x="2143" y="1566"/>
                  </a:cubicBezTo>
                  <a:lnTo>
                    <a:pt x="2143" y="1566"/>
                  </a:lnTo>
                  <a:cubicBezTo>
                    <a:pt x="2094" y="1567"/>
                    <a:pt x="2096" y="1573"/>
                    <a:pt x="2144" y="1573"/>
                  </a:cubicBezTo>
                  <a:lnTo>
                    <a:pt x="2144" y="1573"/>
                  </a:lnTo>
                  <a:cubicBezTo>
                    <a:pt x="2144" y="1574"/>
                    <a:pt x="2144" y="1574"/>
                    <a:pt x="2144" y="1574"/>
                  </a:cubicBezTo>
                  <a:lnTo>
                    <a:pt x="2144" y="1574"/>
                  </a:lnTo>
                  <a:cubicBezTo>
                    <a:pt x="2086" y="1578"/>
                    <a:pt x="2057" y="1578"/>
                    <a:pt x="2057" y="1578"/>
                  </a:cubicBezTo>
                  <a:cubicBezTo>
                    <a:pt x="2057" y="1578"/>
                    <a:pt x="2086" y="1578"/>
                    <a:pt x="2143" y="1581"/>
                  </a:cubicBezTo>
                  <a:lnTo>
                    <a:pt x="2143" y="1581"/>
                  </a:lnTo>
                  <a:cubicBezTo>
                    <a:pt x="2143" y="1581"/>
                    <a:pt x="2143" y="1582"/>
                    <a:pt x="2143" y="1582"/>
                  </a:cubicBezTo>
                  <a:lnTo>
                    <a:pt x="2082" y="1582"/>
                  </a:lnTo>
                  <a:cubicBezTo>
                    <a:pt x="2155" y="1582"/>
                    <a:pt x="2147" y="1590"/>
                    <a:pt x="2082" y="1590"/>
                  </a:cubicBezTo>
                  <a:cubicBezTo>
                    <a:pt x="2113" y="1590"/>
                    <a:pt x="2129" y="1592"/>
                    <a:pt x="2137" y="1593"/>
                  </a:cubicBezTo>
                  <a:lnTo>
                    <a:pt x="2137" y="1593"/>
                  </a:lnTo>
                  <a:cubicBezTo>
                    <a:pt x="2133" y="1594"/>
                    <a:pt x="2128" y="1595"/>
                    <a:pt x="2122" y="1595"/>
                  </a:cubicBezTo>
                  <a:lnTo>
                    <a:pt x="2122" y="1595"/>
                  </a:lnTo>
                  <a:cubicBezTo>
                    <a:pt x="2110" y="1594"/>
                    <a:pt x="2102" y="1593"/>
                    <a:pt x="2099" y="1593"/>
                  </a:cubicBezTo>
                  <a:cubicBezTo>
                    <a:pt x="2096" y="1593"/>
                    <a:pt x="2100" y="1594"/>
                    <a:pt x="2112" y="1596"/>
                  </a:cubicBezTo>
                  <a:lnTo>
                    <a:pt x="2112" y="1596"/>
                  </a:lnTo>
                  <a:cubicBezTo>
                    <a:pt x="2108" y="1597"/>
                    <a:pt x="2103" y="1597"/>
                    <a:pt x="2098" y="1598"/>
                  </a:cubicBezTo>
                  <a:cubicBezTo>
                    <a:pt x="2076" y="1601"/>
                    <a:pt x="2062" y="1601"/>
                    <a:pt x="2052" y="1601"/>
                  </a:cubicBezTo>
                  <a:cubicBezTo>
                    <a:pt x="2033" y="1601"/>
                    <a:pt x="2033" y="1598"/>
                    <a:pt x="2033" y="1598"/>
                  </a:cubicBezTo>
                  <a:lnTo>
                    <a:pt x="1968" y="1598"/>
                  </a:lnTo>
                  <a:cubicBezTo>
                    <a:pt x="1944" y="1602"/>
                    <a:pt x="1922" y="1604"/>
                    <a:pt x="1899" y="1604"/>
                  </a:cubicBezTo>
                  <a:cubicBezTo>
                    <a:pt x="1877" y="1604"/>
                    <a:pt x="1855" y="1602"/>
                    <a:pt x="1830" y="1598"/>
                  </a:cubicBezTo>
                  <a:cubicBezTo>
                    <a:pt x="1766" y="1598"/>
                    <a:pt x="1766" y="1598"/>
                    <a:pt x="1903" y="1590"/>
                  </a:cubicBezTo>
                  <a:cubicBezTo>
                    <a:pt x="1968" y="1590"/>
                    <a:pt x="1968" y="1582"/>
                    <a:pt x="1968" y="1582"/>
                  </a:cubicBezTo>
                  <a:lnTo>
                    <a:pt x="2033" y="1582"/>
                  </a:lnTo>
                  <a:cubicBezTo>
                    <a:pt x="2106" y="1582"/>
                    <a:pt x="2033" y="1574"/>
                    <a:pt x="1968" y="1574"/>
                  </a:cubicBezTo>
                  <a:lnTo>
                    <a:pt x="2041" y="1574"/>
                  </a:lnTo>
                  <a:cubicBezTo>
                    <a:pt x="1968" y="1574"/>
                    <a:pt x="1903" y="1565"/>
                    <a:pt x="1976" y="1565"/>
                  </a:cubicBezTo>
                  <a:cubicBezTo>
                    <a:pt x="1976" y="1557"/>
                    <a:pt x="1976" y="1557"/>
                    <a:pt x="2041" y="1557"/>
                  </a:cubicBezTo>
                  <a:cubicBezTo>
                    <a:pt x="2066" y="1560"/>
                    <a:pt x="2075" y="1561"/>
                    <a:pt x="2076" y="1561"/>
                  </a:cubicBezTo>
                  <a:cubicBezTo>
                    <a:pt x="2078" y="1561"/>
                    <a:pt x="2049" y="1557"/>
                    <a:pt x="2049" y="1557"/>
                  </a:cubicBezTo>
                  <a:cubicBezTo>
                    <a:pt x="2047" y="1557"/>
                    <a:pt x="2045" y="1557"/>
                    <a:pt x="2043" y="1557"/>
                  </a:cubicBezTo>
                  <a:lnTo>
                    <a:pt x="2043" y="1557"/>
                  </a:lnTo>
                  <a:cubicBezTo>
                    <a:pt x="2050" y="1554"/>
                    <a:pt x="2057" y="1552"/>
                    <a:pt x="2063" y="1551"/>
                  </a:cubicBezTo>
                  <a:lnTo>
                    <a:pt x="2063" y="1551"/>
                  </a:lnTo>
                  <a:cubicBezTo>
                    <a:pt x="2064" y="1550"/>
                    <a:pt x="2064" y="1550"/>
                    <a:pt x="2065" y="1550"/>
                  </a:cubicBezTo>
                  <a:close/>
                  <a:moveTo>
                    <a:pt x="2175" y="1604"/>
                  </a:moveTo>
                  <a:lnTo>
                    <a:pt x="2175" y="1604"/>
                  </a:lnTo>
                  <a:cubicBezTo>
                    <a:pt x="2181" y="1605"/>
                    <a:pt x="2186" y="1606"/>
                    <a:pt x="2191" y="1606"/>
                  </a:cubicBezTo>
                  <a:lnTo>
                    <a:pt x="2191" y="1606"/>
                  </a:lnTo>
                  <a:cubicBezTo>
                    <a:pt x="2190" y="1606"/>
                    <a:pt x="2189" y="1607"/>
                    <a:pt x="2187" y="1607"/>
                  </a:cubicBezTo>
                  <a:lnTo>
                    <a:pt x="2187" y="1607"/>
                  </a:lnTo>
                  <a:cubicBezTo>
                    <a:pt x="2183" y="1606"/>
                    <a:pt x="2179" y="1605"/>
                    <a:pt x="2175" y="1604"/>
                  </a:cubicBezTo>
                  <a:close/>
                  <a:moveTo>
                    <a:pt x="2153" y="1604"/>
                  </a:moveTo>
                  <a:lnTo>
                    <a:pt x="2153" y="1604"/>
                  </a:lnTo>
                  <a:cubicBezTo>
                    <a:pt x="2161" y="1605"/>
                    <a:pt x="2171" y="1607"/>
                    <a:pt x="2181" y="1609"/>
                  </a:cubicBezTo>
                  <a:lnTo>
                    <a:pt x="2181" y="1609"/>
                  </a:lnTo>
                  <a:cubicBezTo>
                    <a:pt x="2180" y="1609"/>
                    <a:pt x="2179" y="1609"/>
                    <a:pt x="2177" y="1610"/>
                  </a:cubicBezTo>
                  <a:lnTo>
                    <a:pt x="2177" y="1610"/>
                  </a:lnTo>
                  <a:cubicBezTo>
                    <a:pt x="2171" y="1609"/>
                    <a:pt x="2164" y="1608"/>
                    <a:pt x="2158" y="1608"/>
                  </a:cubicBezTo>
                  <a:lnTo>
                    <a:pt x="2158" y="1608"/>
                  </a:lnTo>
                  <a:cubicBezTo>
                    <a:pt x="2160" y="1607"/>
                    <a:pt x="2161" y="1606"/>
                    <a:pt x="2163" y="1606"/>
                  </a:cubicBezTo>
                  <a:lnTo>
                    <a:pt x="2163" y="1606"/>
                  </a:lnTo>
                  <a:lnTo>
                    <a:pt x="2155" y="1607"/>
                  </a:lnTo>
                  <a:lnTo>
                    <a:pt x="2155" y="1607"/>
                  </a:lnTo>
                  <a:cubicBezTo>
                    <a:pt x="2155" y="1607"/>
                    <a:pt x="2154" y="1607"/>
                    <a:pt x="2154" y="1607"/>
                  </a:cubicBezTo>
                  <a:lnTo>
                    <a:pt x="2154" y="1607"/>
                  </a:lnTo>
                  <a:lnTo>
                    <a:pt x="2153" y="1604"/>
                  </a:lnTo>
                  <a:close/>
                  <a:moveTo>
                    <a:pt x="2183" y="1609"/>
                  </a:moveTo>
                  <a:cubicBezTo>
                    <a:pt x="2192" y="1611"/>
                    <a:pt x="2201" y="1612"/>
                    <a:pt x="2212" y="1614"/>
                  </a:cubicBezTo>
                  <a:cubicBezTo>
                    <a:pt x="2201" y="1613"/>
                    <a:pt x="2190" y="1611"/>
                    <a:pt x="2179" y="1610"/>
                  </a:cubicBezTo>
                  <a:lnTo>
                    <a:pt x="2179" y="1610"/>
                  </a:lnTo>
                  <a:cubicBezTo>
                    <a:pt x="2180" y="1610"/>
                    <a:pt x="2182" y="1609"/>
                    <a:pt x="2183" y="1609"/>
                  </a:cubicBezTo>
                  <a:close/>
                  <a:moveTo>
                    <a:pt x="2625" y="1606"/>
                  </a:moveTo>
                  <a:cubicBezTo>
                    <a:pt x="2649" y="1606"/>
                    <a:pt x="2674" y="1614"/>
                    <a:pt x="2690" y="1614"/>
                  </a:cubicBezTo>
                  <a:lnTo>
                    <a:pt x="2552" y="1614"/>
                  </a:lnTo>
                  <a:lnTo>
                    <a:pt x="2560" y="1606"/>
                  </a:lnTo>
                  <a:close/>
                  <a:moveTo>
                    <a:pt x="2152" y="1610"/>
                  </a:moveTo>
                  <a:cubicBezTo>
                    <a:pt x="2152" y="1614"/>
                    <a:pt x="2150" y="1614"/>
                    <a:pt x="2147" y="1614"/>
                  </a:cubicBezTo>
                  <a:cubicBezTo>
                    <a:pt x="2147" y="1614"/>
                    <a:pt x="2147" y="1614"/>
                    <a:pt x="2147" y="1614"/>
                  </a:cubicBezTo>
                  <a:lnTo>
                    <a:pt x="2147" y="1614"/>
                  </a:lnTo>
                  <a:cubicBezTo>
                    <a:pt x="2144" y="1614"/>
                    <a:pt x="2141" y="1614"/>
                    <a:pt x="2139" y="1614"/>
                  </a:cubicBezTo>
                  <a:lnTo>
                    <a:pt x="2139" y="1614"/>
                  </a:lnTo>
                  <a:cubicBezTo>
                    <a:pt x="2139" y="1614"/>
                    <a:pt x="2139" y="1614"/>
                    <a:pt x="2139" y="1614"/>
                  </a:cubicBezTo>
                  <a:lnTo>
                    <a:pt x="2139" y="1614"/>
                  </a:lnTo>
                  <a:cubicBezTo>
                    <a:pt x="2143" y="1612"/>
                    <a:pt x="2147" y="1611"/>
                    <a:pt x="2152" y="1610"/>
                  </a:cubicBezTo>
                  <a:close/>
                  <a:moveTo>
                    <a:pt x="2136" y="1615"/>
                  </a:moveTo>
                  <a:cubicBezTo>
                    <a:pt x="2136" y="1615"/>
                    <a:pt x="2136" y="1615"/>
                    <a:pt x="2136" y="1615"/>
                  </a:cubicBezTo>
                  <a:lnTo>
                    <a:pt x="2136" y="1615"/>
                  </a:lnTo>
                  <a:cubicBezTo>
                    <a:pt x="2135" y="1615"/>
                    <a:pt x="2135" y="1615"/>
                    <a:pt x="2135" y="1615"/>
                  </a:cubicBezTo>
                  <a:lnTo>
                    <a:pt x="2135" y="1615"/>
                  </a:lnTo>
                  <a:cubicBezTo>
                    <a:pt x="2135" y="1615"/>
                    <a:pt x="2136" y="1615"/>
                    <a:pt x="2136" y="1615"/>
                  </a:cubicBezTo>
                  <a:close/>
                  <a:moveTo>
                    <a:pt x="2154" y="1609"/>
                  </a:moveTo>
                  <a:cubicBezTo>
                    <a:pt x="2157" y="1611"/>
                    <a:pt x="2161" y="1612"/>
                    <a:pt x="2165" y="1614"/>
                  </a:cubicBezTo>
                  <a:lnTo>
                    <a:pt x="2165" y="1614"/>
                  </a:lnTo>
                  <a:cubicBezTo>
                    <a:pt x="2164" y="1614"/>
                    <a:pt x="2163" y="1614"/>
                    <a:pt x="2163" y="1614"/>
                  </a:cubicBezTo>
                  <a:cubicBezTo>
                    <a:pt x="2161" y="1615"/>
                    <a:pt x="2159" y="1615"/>
                    <a:pt x="2157" y="1615"/>
                  </a:cubicBezTo>
                  <a:lnTo>
                    <a:pt x="2157" y="1615"/>
                  </a:lnTo>
                  <a:cubicBezTo>
                    <a:pt x="2156" y="1615"/>
                    <a:pt x="2156" y="1615"/>
                    <a:pt x="2155" y="1615"/>
                  </a:cubicBezTo>
                  <a:lnTo>
                    <a:pt x="2155" y="1615"/>
                  </a:lnTo>
                  <a:cubicBezTo>
                    <a:pt x="2155" y="1615"/>
                    <a:pt x="2155" y="1614"/>
                    <a:pt x="2155" y="1614"/>
                  </a:cubicBezTo>
                  <a:lnTo>
                    <a:pt x="2154" y="1609"/>
                  </a:lnTo>
                  <a:close/>
                  <a:moveTo>
                    <a:pt x="2139" y="1614"/>
                  </a:moveTo>
                  <a:cubicBezTo>
                    <a:pt x="2141" y="1615"/>
                    <a:pt x="2144" y="1615"/>
                    <a:pt x="2147" y="1616"/>
                  </a:cubicBezTo>
                  <a:lnTo>
                    <a:pt x="2147" y="1616"/>
                  </a:lnTo>
                  <a:cubicBezTo>
                    <a:pt x="2147" y="1617"/>
                    <a:pt x="2147" y="1617"/>
                    <a:pt x="2147" y="1618"/>
                  </a:cubicBezTo>
                  <a:lnTo>
                    <a:pt x="2147" y="1618"/>
                  </a:lnTo>
                  <a:cubicBezTo>
                    <a:pt x="2144" y="1617"/>
                    <a:pt x="2141" y="1616"/>
                    <a:pt x="2139" y="1616"/>
                  </a:cubicBezTo>
                  <a:lnTo>
                    <a:pt x="2139" y="1616"/>
                  </a:lnTo>
                  <a:cubicBezTo>
                    <a:pt x="2139" y="1615"/>
                    <a:pt x="2139" y="1615"/>
                    <a:pt x="2139" y="1614"/>
                  </a:cubicBezTo>
                  <a:close/>
                  <a:moveTo>
                    <a:pt x="2139" y="1619"/>
                  </a:moveTo>
                  <a:cubicBezTo>
                    <a:pt x="2139" y="1619"/>
                    <a:pt x="2140" y="1619"/>
                    <a:pt x="2141" y="1619"/>
                  </a:cubicBezTo>
                  <a:lnTo>
                    <a:pt x="2141" y="1619"/>
                  </a:lnTo>
                  <a:cubicBezTo>
                    <a:pt x="2140" y="1619"/>
                    <a:pt x="2139" y="1620"/>
                    <a:pt x="2139" y="1620"/>
                  </a:cubicBezTo>
                  <a:lnTo>
                    <a:pt x="2139" y="1620"/>
                  </a:lnTo>
                  <a:cubicBezTo>
                    <a:pt x="2139" y="1619"/>
                    <a:pt x="2139" y="1619"/>
                    <a:pt x="2139" y="1619"/>
                  </a:cubicBezTo>
                  <a:close/>
                  <a:moveTo>
                    <a:pt x="2156" y="1618"/>
                  </a:moveTo>
                  <a:cubicBezTo>
                    <a:pt x="2158" y="1619"/>
                    <a:pt x="2160" y="1619"/>
                    <a:pt x="2162" y="1620"/>
                  </a:cubicBezTo>
                  <a:lnTo>
                    <a:pt x="2162" y="1620"/>
                  </a:lnTo>
                  <a:cubicBezTo>
                    <a:pt x="2161" y="1620"/>
                    <a:pt x="2160" y="1620"/>
                    <a:pt x="2160" y="1621"/>
                  </a:cubicBezTo>
                  <a:lnTo>
                    <a:pt x="2160" y="1621"/>
                  </a:lnTo>
                  <a:cubicBezTo>
                    <a:pt x="2158" y="1620"/>
                    <a:pt x="2157" y="1620"/>
                    <a:pt x="2156" y="1620"/>
                  </a:cubicBezTo>
                  <a:lnTo>
                    <a:pt x="2156" y="1620"/>
                  </a:lnTo>
                  <a:cubicBezTo>
                    <a:pt x="2156" y="1619"/>
                    <a:pt x="2156" y="1619"/>
                    <a:pt x="2156" y="1618"/>
                  </a:cubicBezTo>
                  <a:close/>
                  <a:moveTo>
                    <a:pt x="2166" y="1614"/>
                  </a:moveTo>
                  <a:cubicBezTo>
                    <a:pt x="2179" y="1619"/>
                    <a:pt x="2195" y="1622"/>
                    <a:pt x="2212" y="1622"/>
                  </a:cubicBezTo>
                  <a:lnTo>
                    <a:pt x="2203" y="1622"/>
                  </a:lnTo>
                  <a:cubicBezTo>
                    <a:pt x="2192" y="1622"/>
                    <a:pt x="2176" y="1618"/>
                    <a:pt x="2159" y="1616"/>
                  </a:cubicBezTo>
                  <a:lnTo>
                    <a:pt x="2159" y="1616"/>
                  </a:lnTo>
                  <a:cubicBezTo>
                    <a:pt x="2161" y="1615"/>
                    <a:pt x="2163" y="1614"/>
                    <a:pt x="2166" y="1614"/>
                  </a:cubicBezTo>
                  <a:close/>
                  <a:moveTo>
                    <a:pt x="2195" y="1606"/>
                  </a:moveTo>
                  <a:lnTo>
                    <a:pt x="2195" y="1606"/>
                  </a:lnTo>
                  <a:cubicBezTo>
                    <a:pt x="2200" y="1606"/>
                    <a:pt x="2206" y="1606"/>
                    <a:pt x="2212" y="1606"/>
                  </a:cubicBezTo>
                  <a:cubicBezTo>
                    <a:pt x="2236" y="1606"/>
                    <a:pt x="2260" y="1614"/>
                    <a:pt x="2276" y="1622"/>
                  </a:cubicBezTo>
                  <a:cubicBezTo>
                    <a:pt x="2276" y="1622"/>
                    <a:pt x="2237" y="1617"/>
                    <a:pt x="2189" y="1607"/>
                  </a:cubicBezTo>
                  <a:lnTo>
                    <a:pt x="2189" y="1607"/>
                  </a:lnTo>
                  <a:cubicBezTo>
                    <a:pt x="2191" y="1607"/>
                    <a:pt x="2193" y="1606"/>
                    <a:pt x="2195" y="1606"/>
                  </a:cubicBezTo>
                  <a:close/>
                  <a:moveTo>
                    <a:pt x="2130" y="1622"/>
                  </a:moveTo>
                  <a:cubicBezTo>
                    <a:pt x="2132" y="1622"/>
                    <a:pt x="2133" y="1622"/>
                    <a:pt x="2134" y="1622"/>
                  </a:cubicBezTo>
                  <a:lnTo>
                    <a:pt x="2134" y="1622"/>
                  </a:lnTo>
                  <a:cubicBezTo>
                    <a:pt x="2134" y="1622"/>
                    <a:pt x="2134" y="1623"/>
                    <a:pt x="2134" y="1623"/>
                  </a:cubicBezTo>
                  <a:lnTo>
                    <a:pt x="2134" y="1623"/>
                  </a:lnTo>
                  <a:cubicBezTo>
                    <a:pt x="2133" y="1623"/>
                    <a:pt x="2132" y="1622"/>
                    <a:pt x="2130" y="1622"/>
                  </a:cubicBezTo>
                  <a:close/>
                  <a:moveTo>
                    <a:pt x="2145" y="1620"/>
                  </a:moveTo>
                  <a:lnTo>
                    <a:pt x="2145" y="1620"/>
                  </a:lnTo>
                  <a:cubicBezTo>
                    <a:pt x="2146" y="1620"/>
                    <a:pt x="2146" y="1620"/>
                    <a:pt x="2147" y="1620"/>
                  </a:cubicBezTo>
                  <a:lnTo>
                    <a:pt x="2147" y="1620"/>
                  </a:lnTo>
                  <a:cubicBezTo>
                    <a:pt x="2147" y="1621"/>
                    <a:pt x="2147" y="1622"/>
                    <a:pt x="2147" y="1623"/>
                  </a:cubicBezTo>
                  <a:lnTo>
                    <a:pt x="2147" y="1623"/>
                  </a:lnTo>
                  <a:cubicBezTo>
                    <a:pt x="2144" y="1623"/>
                    <a:pt x="2141" y="1623"/>
                    <a:pt x="2139" y="1622"/>
                  </a:cubicBezTo>
                  <a:lnTo>
                    <a:pt x="2139" y="1622"/>
                  </a:lnTo>
                  <a:cubicBezTo>
                    <a:pt x="2139" y="1623"/>
                    <a:pt x="2139" y="1624"/>
                    <a:pt x="2139" y="1624"/>
                  </a:cubicBezTo>
                  <a:lnTo>
                    <a:pt x="2139" y="1624"/>
                  </a:lnTo>
                  <a:cubicBezTo>
                    <a:pt x="2137" y="1624"/>
                    <a:pt x="2136" y="1624"/>
                    <a:pt x="2135" y="1623"/>
                  </a:cubicBezTo>
                  <a:lnTo>
                    <a:pt x="2135" y="1623"/>
                  </a:lnTo>
                  <a:cubicBezTo>
                    <a:pt x="2135" y="1623"/>
                    <a:pt x="2136" y="1623"/>
                    <a:pt x="2137" y="1622"/>
                  </a:cubicBezTo>
                  <a:lnTo>
                    <a:pt x="2137" y="1622"/>
                  </a:lnTo>
                  <a:cubicBezTo>
                    <a:pt x="2138" y="1622"/>
                    <a:pt x="2138" y="1622"/>
                    <a:pt x="2139" y="1622"/>
                  </a:cubicBezTo>
                  <a:lnTo>
                    <a:pt x="2139" y="1622"/>
                  </a:lnTo>
                  <a:cubicBezTo>
                    <a:pt x="2139" y="1622"/>
                    <a:pt x="2139" y="1622"/>
                    <a:pt x="2139" y="1622"/>
                  </a:cubicBezTo>
                  <a:lnTo>
                    <a:pt x="2139" y="1622"/>
                  </a:lnTo>
                  <a:cubicBezTo>
                    <a:pt x="2141" y="1621"/>
                    <a:pt x="2143" y="1621"/>
                    <a:pt x="2145" y="1620"/>
                  </a:cubicBezTo>
                  <a:close/>
                  <a:moveTo>
                    <a:pt x="2147" y="1623"/>
                  </a:moveTo>
                  <a:cubicBezTo>
                    <a:pt x="2148" y="1624"/>
                    <a:pt x="2148" y="1624"/>
                    <a:pt x="2149" y="1624"/>
                  </a:cubicBezTo>
                  <a:lnTo>
                    <a:pt x="2149" y="1624"/>
                  </a:lnTo>
                  <a:cubicBezTo>
                    <a:pt x="2149" y="1624"/>
                    <a:pt x="2148" y="1624"/>
                    <a:pt x="2147" y="1625"/>
                  </a:cubicBezTo>
                  <a:lnTo>
                    <a:pt x="2147" y="1625"/>
                  </a:lnTo>
                  <a:cubicBezTo>
                    <a:pt x="2147" y="1624"/>
                    <a:pt x="2147" y="1624"/>
                    <a:pt x="2147" y="1623"/>
                  </a:cubicBezTo>
                  <a:close/>
                  <a:moveTo>
                    <a:pt x="2104" y="1613"/>
                  </a:moveTo>
                  <a:cubicBezTo>
                    <a:pt x="2107" y="1613"/>
                    <a:pt x="2110" y="1614"/>
                    <a:pt x="2113" y="1614"/>
                  </a:cubicBezTo>
                  <a:lnTo>
                    <a:pt x="2113" y="1614"/>
                  </a:lnTo>
                  <a:lnTo>
                    <a:pt x="2046" y="1625"/>
                  </a:lnTo>
                  <a:lnTo>
                    <a:pt x="2046" y="1625"/>
                  </a:lnTo>
                  <a:cubicBezTo>
                    <a:pt x="2071" y="1620"/>
                    <a:pt x="2091" y="1615"/>
                    <a:pt x="2104" y="1613"/>
                  </a:cubicBezTo>
                  <a:close/>
                  <a:moveTo>
                    <a:pt x="2163" y="1620"/>
                  </a:moveTo>
                  <a:cubicBezTo>
                    <a:pt x="2179" y="1624"/>
                    <a:pt x="2187" y="1626"/>
                    <a:pt x="2186" y="1626"/>
                  </a:cubicBezTo>
                  <a:lnTo>
                    <a:pt x="2186" y="1626"/>
                  </a:lnTo>
                  <a:cubicBezTo>
                    <a:pt x="2186" y="1626"/>
                    <a:pt x="2177" y="1624"/>
                    <a:pt x="2161" y="1621"/>
                  </a:cubicBezTo>
                  <a:lnTo>
                    <a:pt x="2161" y="1621"/>
                  </a:lnTo>
                  <a:cubicBezTo>
                    <a:pt x="2162" y="1621"/>
                    <a:pt x="2162" y="1620"/>
                    <a:pt x="2163" y="1620"/>
                  </a:cubicBezTo>
                  <a:close/>
                  <a:moveTo>
                    <a:pt x="2150" y="1624"/>
                  </a:move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49" y="1624"/>
                    <a:pt x="2148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6" y="1625"/>
                    <a:pt x="2146" y="1626"/>
                    <a:pt x="2145" y="1626"/>
                  </a:cubicBezTo>
                  <a:lnTo>
                    <a:pt x="2145" y="1626"/>
                  </a:lnTo>
                  <a:cubicBezTo>
                    <a:pt x="2145" y="1626"/>
                    <a:pt x="2144" y="1626"/>
                    <a:pt x="2144" y="1626"/>
                  </a:cubicBezTo>
                  <a:lnTo>
                    <a:pt x="2144" y="1626"/>
                  </a:lnTo>
                  <a:cubicBezTo>
                    <a:pt x="2143" y="1626"/>
                    <a:pt x="2141" y="1627"/>
                    <a:pt x="2139" y="1627"/>
                  </a:cubicBezTo>
                  <a:lnTo>
                    <a:pt x="2139" y="1627"/>
                  </a:lnTo>
                  <a:cubicBezTo>
                    <a:pt x="2139" y="1626"/>
                    <a:pt x="2139" y="1625"/>
                    <a:pt x="2139" y="1624"/>
                  </a:cubicBezTo>
                  <a:lnTo>
                    <a:pt x="2139" y="1624"/>
                  </a:lnTo>
                  <a:cubicBezTo>
                    <a:pt x="2140" y="1625"/>
                    <a:pt x="2142" y="1625"/>
                    <a:pt x="2144" y="1626"/>
                  </a:cubicBezTo>
                  <a:lnTo>
                    <a:pt x="2144" y="1626"/>
                  </a:lnTo>
                  <a:cubicBezTo>
                    <a:pt x="2145" y="1625"/>
                    <a:pt x="2146" y="1625"/>
                    <a:pt x="2147" y="1625"/>
                  </a:cubicBezTo>
                  <a:lnTo>
                    <a:pt x="2147" y="1625"/>
                  </a:lnTo>
                  <a:cubicBezTo>
                    <a:pt x="2147" y="1625"/>
                    <a:pt x="2147" y="1625"/>
                    <a:pt x="2147" y="1625"/>
                  </a:cubicBezTo>
                  <a:lnTo>
                    <a:pt x="2147" y="1625"/>
                  </a:lnTo>
                  <a:cubicBezTo>
                    <a:pt x="2148" y="1625"/>
                    <a:pt x="2149" y="1624"/>
                    <a:pt x="2150" y="1624"/>
                  </a:cubicBezTo>
                  <a:close/>
                  <a:moveTo>
                    <a:pt x="2127" y="1599"/>
                  </a:moveTo>
                  <a:lnTo>
                    <a:pt x="2127" y="1599"/>
                  </a:lnTo>
                  <a:cubicBezTo>
                    <a:pt x="2134" y="1600"/>
                    <a:pt x="2142" y="1602"/>
                    <a:pt x="2151" y="1603"/>
                  </a:cubicBezTo>
                  <a:lnTo>
                    <a:pt x="2151" y="1603"/>
                  </a:lnTo>
                  <a:cubicBezTo>
                    <a:pt x="2152" y="1605"/>
                    <a:pt x="2152" y="1606"/>
                    <a:pt x="2152" y="1607"/>
                  </a:cubicBezTo>
                  <a:lnTo>
                    <a:pt x="2152" y="1607"/>
                  </a:lnTo>
                  <a:cubicBezTo>
                    <a:pt x="2150" y="1607"/>
                    <a:pt x="2149" y="1606"/>
                    <a:pt x="2147" y="1606"/>
                  </a:cubicBezTo>
                  <a:lnTo>
                    <a:pt x="2147" y="1606"/>
                  </a:lnTo>
                  <a:cubicBezTo>
                    <a:pt x="2148" y="1607"/>
                    <a:pt x="2150" y="1607"/>
                    <a:pt x="2151" y="1608"/>
                  </a:cubicBezTo>
                  <a:lnTo>
                    <a:pt x="2151" y="1608"/>
                  </a:lnTo>
                  <a:lnTo>
                    <a:pt x="2139" y="1610"/>
                  </a:lnTo>
                  <a:lnTo>
                    <a:pt x="2139" y="1610"/>
                  </a:lnTo>
                  <a:cubicBezTo>
                    <a:pt x="2139" y="1609"/>
                    <a:pt x="2139" y="1607"/>
                    <a:pt x="2139" y="1606"/>
                  </a:cubicBezTo>
                  <a:cubicBezTo>
                    <a:pt x="2138" y="1607"/>
                    <a:pt x="2138" y="1609"/>
                    <a:pt x="2137" y="1610"/>
                  </a:cubicBezTo>
                  <a:lnTo>
                    <a:pt x="2137" y="1610"/>
                  </a:lnTo>
                  <a:lnTo>
                    <a:pt x="2121" y="1613"/>
                  </a:lnTo>
                  <a:lnTo>
                    <a:pt x="2121" y="1613"/>
                  </a:lnTo>
                  <a:cubicBezTo>
                    <a:pt x="2117" y="1612"/>
                    <a:pt x="2113" y="1612"/>
                    <a:pt x="2110" y="1612"/>
                  </a:cubicBezTo>
                  <a:lnTo>
                    <a:pt x="2110" y="1612"/>
                  </a:lnTo>
                  <a:cubicBezTo>
                    <a:pt x="2122" y="1609"/>
                    <a:pt x="2128" y="1608"/>
                    <a:pt x="2128" y="1608"/>
                  </a:cubicBezTo>
                  <a:lnTo>
                    <a:pt x="2128" y="1608"/>
                  </a:lnTo>
                  <a:cubicBezTo>
                    <a:pt x="2128" y="1608"/>
                    <a:pt x="2121" y="1609"/>
                    <a:pt x="2108" y="1611"/>
                  </a:cubicBezTo>
                  <a:lnTo>
                    <a:pt x="2108" y="1611"/>
                  </a:lnTo>
                  <a:cubicBezTo>
                    <a:pt x="2097" y="1610"/>
                    <a:pt x="2091" y="1609"/>
                    <a:pt x="2089" y="1609"/>
                  </a:cubicBezTo>
                  <a:cubicBezTo>
                    <a:pt x="2087" y="1609"/>
                    <a:pt x="2091" y="1610"/>
                    <a:pt x="2102" y="1612"/>
                  </a:cubicBezTo>
                  <a:lnTo>
                    <a:pt x="2102" y="1612"/>
                  </a:lnTo>
                  <a:cubicBezTo>
                    <a:pt x="2085" y="1615"/>
                    <a:pt x="2059" y="1618"/>
                    <a:pt x="2025" y="1622"/>
                  </a:cubicBezTo>
                  <a:cubicBezTo>
                    <a:pt x="1998" y="1626"/>
                    <a:pt x="1982" y="1627"/>
                    <a:pt x="1978" y="1627"/>
                  </a:cubicBezTo>
                  <a:cubicBezTo>
                    <a:pt x="1971" y="1627"/>
                    <a:pt x="1987" y="1624"/>
                    <a:pt x="2025" y="1614"/>
                  </a:cubicBezTo>
                  <a:cubicBezTo>
                    <a:pt x="2053" y="1611"/>
                    <a:pt x="2080" y="1608"/>
                    <a:pt x="2099" y="1606"/>
                  </a:cubicBezTo>
                  <a:lnTo>
                    <a:pt x="2099" y="1606"/>
                  </a:lnTo>
                  <a:cubicBezTo>
                    <a:pt x="2099" y="1606"/>
                    <a:pt x="2098" y="1606"/>
                    <a:pt x="2098" y="1606"/>
                  </a:cubicBezTo>
                  <a:cubicBezTo>
                    <a:pt x="2109" y="1605"/>
                    <a:pt x="2117" y="1604"/>
                    <a:pt x="2121" y="1603"/>
                  </a:cubicBezTo>
                  <a:lnTo>
                    <a:pt x="2121" y="1603"/>
                  </a:lnTo>
                  <a:cubicBezTo>
                    <a:pt x="2126" y="1604"/>
                    <a:pt x="2135" y="1605"/>
                    <a:pt x="2147" y="1606"/>
                  </a:cubicBezTo>
                  <a:lnTo>
                    <a:pt x="2147" y="1606"/>
                  </a:lnTo>
                  <a:cubicBezTo>
                    <a:pt x="2147" y="1606"/>
                    <a:pt x="2147" y="1606"/>
                    <a:pt x="2147" y="1606"/>
                  </a:cubicBezTo>
                  <a:cubicBezTo>
                    <a:pt x="2134" y="1605"/>
                    <a:pt x="2126" y="1604"/>
                    <a:pt x="2121" y="1603"/>
                  </a:cubicBezTo>
                  <a:lnTo>
                    <a:pt x="2121" y="1603"/>
                  </a:lnTo>
                  <a:cubicBezTo>
                    <a:pt x="2124" y="1603"/>
                    <a:pt x="2125" y="1603"/>
                    <a:pt x="2125" y="1603"/>
                  </a:cubicBezTo>
                  <a:lnTo>
                    <a:pt x="2125" y="1603"/>
                  </a:lnTo>
                  <a:cubicBezTo>
                    <a:pt x="2125" y="1603"/>
                    <a:pt x="2123" y="1603"/>
                    <a:pt x="2121" y="1603"/>
                  </a:cubicBezTo>
                  <a:lnTo>
                    <a:pt x="2121" y="1603"/>
                  </a:lnTo>
                  <a:cubicBezTo>
                    <a:pt x="2118" y="1603"/>
                    <a:pt x="2116" y="1603"/>
                    <a:pt x="2116" y="1603"/>
                  </a:cubicBezTo>
                  <a:lnTo>
                    <a:pt x="2116" y="1603"/>
                  </a:lnTo>
                  <a:cubicBezTo>
                    <a:pt x="2116" y="1603"/>
                    <a:pt x="2118" y="1603"/>
                    <a:pt x="2120" y="1603"/>
                  </a:cubicBezTo>
                  <a:lnTo>
                    <a:pt x="2120" y="1603"/>
                  </a:lnTo>
                  <a:cubicBezTo>
                    <a:pt x="2116" y="1604"/>
                    <a:pt x="2109" y="1604"/>
                    <a:pt x="2099" y="1606"/>
                  </a:cubicBezTo>
                  <a:lnTo>
                    <a:pt x="2099" y="1606"/>
                  </a:lnTo>
                  <a:cubicBezTo>
                    <a:pt x="2109" y="1603"/>
                    <a:pt x="2118" y="1601"/>
                    <a:pt x="2127" y="1599"/>
                  </a:cubicBezTo>
                  <a:close/>
                  <a:moveTo>
                    <a:pt x="2147" y="1625"/>
                  </a:moveTo>
                  <a:cubicBezTo>
                    <a:pt x="2147" y="1626"/>
                    <a:pt x="2147" y="1626"/>
                    <a:pt x="2147" y="1626"/>
                  </a:cubicBezTo>
                  <a:lnTo>
                    <a:pt x="2147" y="1626"/>
                  </a:lnTo>
                  <a:cubicBezTo>
                    <a:pt x="2146" y="1626"/>
                    <a:pt x="2146" y="1626"/>
                    <a:pt x="2145" y="1626"/>
                  </a:cubicBezTo>
                  <a:lnTo>
                    <a:pt x="2145" y="1626"/>
                  </a:lnTo>
                  <a:cubicBezTo>
                    <a:pt x="2143" y="1627"/>
                    <a:pt x="2141" y="1627"/>
                    <a:pt x="2139" y="1628"/>
                  </a:cubicBezTo>
                  <a:lnTo>
                    <a:pt x="2139" y="1628"/>
                  </a:lnTo>
                  <a:cubicBezTo>
                    <a:pt x="2139" y="1628"/>
                    <a:pt x="2139" y="1628"/>
                    <a:pt x="2139" y="1628"/>
                  </a:cubicBezTo>
                  <a:lnTo>
                    <a:pt x="2139" y="1628"/>
                  </a:lnTo>
                  <a:cubicBezTo>
                    <a:pt x="2141" y="1627"/>
                    <a:pt x="2143" y="1627"/>
                    <a:pt x="2145" y="1626"/>
                  </a:cubicBezTo>
                  <a:lnTo>
                    <a:pt x="2145" y="1626"/>
                  </a:lnTo>
                  <a:cubicBezTo>
                    <a:pt x="2145" y="1626"/>
                    <a:pt x="2145" y="1626"/>
                    <a:pt x="2145" y="1626"/>
                  </a:cubicBezTo>
                  <a:lnTo>
                    <a:pt x="2145" y="1626"/>
                  </a:lnTo>
                  <a:cubicBezTo>
                    <a:pt x="2146" y="1626"/>
                    <a:pt x="2146" y="1625"/>
                    <a:pt x="2147" y="1625"/>
                  </a:cubicBezTo>
                  <a:close/>
                  <a:moveTo>
                    <a:pt x="2128" y="1617"/>
                  </a:moveTo>
                  <a:lnTo>
                    <a:pt x="2128" y="1617"/>
                  </a:lnTo>
                  <a:cubicBezTo>
                    <a:pt x="2130" y="1617"/>
                    <a:pt x="2133" y="1618"/>
                    <a:pt x="2135" y="1618"/>
                  </a:cubicBezTo>
                  <a:lnTo>
                    <a:pt x="2135" y="1618"/>
                  </a:lnTo>
                  <a:cubicBezTo>
                    <a:pt x="2135" y="1619"/>
                    <a:pt x="2135" y="1620"/>
                    <a:pt x="2134" y="1621"/>
                  </a:cubicBezTo>
                  <a:lnTo>
                    <a:pt x="2134" y="1621"/>
                  </a:lnTo>
                  <a:cubicBezTo>
                    <a:pt x="2122" y="1624"/>
                    <a:pt x="2111" y="1626"/>
                    <a:pt x="2102" y="1628"/>
                  </a:cubicBezTo>
                  <a:lnTo>
                    <a:pt x="2102" y="1628"/>
                  </a:lnTo>
                  <a:cubicBezTo>
                    <a:pt x="2095" y="1626"/>
                    <a:pt x="2091" y="1624"/>
                    <a:pt x="2089" y="1624"/>
                  </a:cubicBezTo>
                  <a:lnTo>
                    <a:pt x="2089" y="1624"/>
                  </a:lnTo>
                  <a:cubicBezTo>
                    <a:pt x="2092" y="1623"/>
                    <a:pt x="2095" y="1623"/>
                    <a:pt x="2098" y="1622"/>
                  </a:cubicBezTo>
                  <a:cubicBezTo>
                    <a:pt x="2106" y="1622"/>
                    <a:pt x="2117" y="1620"/>
                    <a:pt x="2128" y="1617"/>
                  </a:cubicBezTo>
                  <a:close/>
                  <a:moveTo>
                    <a:pt x="2153" y="1625"/>
                  </a:moveTo>
                  <a:cubicBezTo>
                    <a:pt x="2154" y="1625"/>
                    <a:pt x="2155" y="1625"/>
                    <a:pt x="2156" y="1625"/>
                  </a:cubicBezTo>
                  <a:lnTo>
                    <a:pt x="2156" y="1625"/>
                  </a:lnTo>
                  <a:cubicBezTo>
                    <a:pt x="2156" y="1626"/>
                    <a:pt x="2156" y="1627"/>
                    <a:pt x="2156" y="1629"/>
                  </a:cubicBezTo>
                  <a:lnTo>
                    <a:pt x="2156" y="1629"/>
                  </a:lnTo>
                  <a:cubicBezTo>
                    <a:pt x="2154" y="1628"/>
                    <a:pt x="2151" y="1627"/>
                    <a:pt x="2149" y="1627"/>
                  </a:cubicBezTo>
                  <a:lnTo>
                    <a:pt x="2149" y="1627"/>
                  </a:lnTo>
                  <a:cubicBezTo>
                    <a:pt x="2150" y="1626"/>
                    <a:pt x="2152" y="1625"/>
                    <a:pt x="2153" y="1625"/>
                  </a:cubicBezTo>
                  <a:close/>
                  <a:moveTo>
                    <a:pt x="2147" y="1628"/>
                  </a:moveTo>
                  <a:cubicBezTo>
                    <a:pt x="2147" y="1629"/>
                    <a:pt x="2147" y="1630"/>
                    <a:pt x="2147" y="1631"/>
                  </a:cubicBezTo>
                  <a:lnTo>
                    <a:pt x="2147" y="1631"/>
                  </a:lnTo>
                  <a:cubicBezTo>
                    <a:pt x="2146" y="1631"/>
                    <a:pt x="2146" y="1631"/>
                    <a:pt x="2146" y="1631"/>
                  </a:cubicBezTo>
                  <a:lnTo>
                    <a:pt x="2146" y="1631"/>
                  </a:lnTo>
                  <a:cubicBezTo>
                    <a:pt x="2146" y="1631"/>
                    <a:pt x="2146" y="1630"/>
                    <a:pt x="2147" y="1630"/>
                  </a:cubicBezTo>
                  <a:lnTo>
                    <a:pt x="2147" y="1630"/>
                  </a:lnTo>
                  <a:cubicBezTo>
                    <a:pt x="2147" y="1630"/>
                    <a:pt x="2147" y="1630"/>
                    <a:pt x="2146" y="1631"/>
                  </a:cubicBezTo>
                  <a:lnTo>
                    <a:pt x="2146" y="1631"/>
                  </a:lnTo>
                  <a:cubicBezTo>
                    <a:pt x="2144" y="1631"/>
                    <a:pt x="2142" y="1631"/>
                    <a:pt x="2141" y="1630"/>
                  </a:cubicBezTo>
                  <a:lnTo>
                    <a:pt x="2141" y="1630"/>
                  </a:lnTo>
                  <a:cubicBezTo>
                    <a:pt x="2143" y="1629"/>
                    <a:pt x="2145" y="1629"/>
                    <a:pt x="2147" y="1628"/>
                  </a:cubicBezTo>
                  <a:close/>
                  <a:moveTo>
                    <a:pt x="2134" y="1623"/>
                  </a:moveTo>
                  <a:cubicBezTo>
                    <a:pt x="2133" y="1625"/>
                    <a:pt x="2133" y="1627"/>
                    <a:pt x="2133" y="1629"/>
                  </a:cubicBezTo>
                  <a:lnTo>
                    <a:pt x="2133" y="1629"/>
                  </a:lnTo>
                  <a:cubicBezTo>
                    <a:pt x="2131" y="1629"/>
                    <a:pt x="2130" y="1630"/>
                    <a:pt x="2129" y="1630"/>
                  </a:cubicBezTo>
                  <a:lnTo>
                    <a:pt x="2129" y="1630"/>
                  </a:lnTo>
                  <a:cubicBezTo>
                    <a:pt x="2124" y="1630"/>
                    <a:pt x="2119" y="1630"/>
                    <a:pt x="2114" y="1630"/>
                  </a:cubicBezTo>
                  <a:lnTo>
                    <a:pt x="2114" y="1630"/>
                  </a:lnTo>
                  <a:lnTo>
                    <a:pt x="2120" y="1633"/>
                  </a:lnTo>
                  <a:lnTo>
                    <a:pt x="2120" y="1633"/>
                  </a:lnTo>
                  <a:cubicBezTo>
                    <a:pt x="2119" y="1633"/>
                    <a:pt x="2117" y="1634"/>
                    <a:pt x="2115" y="1635"/>
                  </a:cubicBezTo>
                  <a:lnTo>
                    <a:pt x="2115" y="1635"/>
                  </a:lnTo>
                  <a:lnTo>
                    <a:pt x="2109" y="1632"/>
                  </a:lnTo>
                  <a:lnTo>
                    <a:pt x="2109" y="1632"/>
                  </a:lnTo>
                  <a:cubicBezTo>
                    <a:pt x="2116" y="1629"/>
                    <a:pt x="2124" y="1627"/>
                    <a:pt x="2134" y="1623"/>
                  </a:cubicBezTo>
                  <a:close/>
                  <a:moveTo>
                    <a:pt x="2123" y="1634"/>
                  </a:moveTo>
                  <a:lnTo>
                    <a:pt x="2123" y="1634"/>
                  </a:lnTo>
                  <a:lnTo>
                    <a:pt x="2123" y="1634"/>
                  </a:lnTo>
                  <a:cubicBezTo>
                    <a:pt x="2121" y="1635"/>
                    <a:pt x="2120" y="1635"/>
                    <a:pt x="2118" y="1636"/>
                  </a:cubicBezTo>
                  <a:lnTo>
                    <a:pt x="2118" y="1636"/>
                  </a:lnTo>
                  <a:lnTo>
                    <a:pt x="2118" y="1636"/>
                  </a:lnTo>
                  <a:lnTo>
                    <a:pt x="2118" y="1636"/>
                  </a:lnTo>
                  <a:cubicBezTo>
                    <a:pt x="2119" y="1635"/>
                    <a:pt x="2121" y="1635"/>
                    <a:pt x="2123" y="1634"/>
                  </a:cubicBezTo>
                  <a:close/>
                  <a:moveTo>
                    <a:pt x="2128" y="1636"/>
                  </a:moveTo>
                  <a:lnTo>
                    <a:pt x="2130" y="1637"/>
                  </a:lnTo>
                  <a:lnTo>
                    <a:pt x="2130" y="1637"/>
                  </a:lnTo>
                  <a:cubicBezTo>
                    <a:pt x="2129" y="1638"/>
                    <a:pt x="2127" y="1639"/>
                    <a:pt x="2125" y="1640"/>
                  </a:cubicBezTo>
                  <a:lnTo>
                    <a:pt x="2125" y="1640"/>
                  </a:lnTo>
                  <a:lnTo>
                    <a:pt x="2123" y="1639"/>
                  </a:lnTo>
                  <a:lnTo>
                    <a:pt x="2123" y="1639"/>
                  </a:lnTo>
                  <a:cubicBezTo>
                    <a:pt x="2125" y="1638"/>
                    <a:pt x="2126" y="1637"/>
                    <a:pt x="2128" y="1636"/>
                  </a:cubicBezTo>
                  <a:close/>
                  <a:moveTo>
                    <a:pt x="2130" y="1638"/>
                  </a:moveTo>
                  <a:lnTo>
                    <a:pt x="2127" y="1641"/>
                  </a:lnTo>
                  <a:lnTo>
                    <a:pt x="2127" y="1641"/>
                  </a:lnTo>
                  <a:lnTo>
                    <a:pt x="2126" y="1640"/>
                  </a:lnTo>
                  <a:lnTo>
                    <a:pt x="2126" y="1640"/>
                  </a:lnTo>
                  <a:lnTo>
                    <a:pt x="2130" y="1638"/>
                  </a:lnTo>
                  <a:close/>
                  <a:moveTo>
                    <a:pt x="2131" y="1639"/>
                  </a:moveTo>
                  <a:cubicBezTo>
                    <a:pt x="2131" y="1640"/>
                    <a:pt x="2131" y="1642"/>
                    <a:pt x="2131" y="1643"/>
                  </a:cubicBezTo>
                  <a:lnTo>
                    <a:pt x="2131" y="1643"/>
                  </a:lnTo>
                  <a:lnTo>
                    <a:pt x="2128" y="1641"/>
                  </a:lnTo>
                  <a:lnTo>
                    <a:pt x="2128" y="1641"/>
                  </a:lnTo>
                  <a:cubicBezTo>
                    <a:pt x="2129" y="1641"/>
                    <a:pt x="2130" y="1640"/>
                    <a:pt x="2131" y="1639"/>
                  </a:cubicBezTo>
                  <a:close/>
                  <a:moveTo>
                    <a:pt x="2112" y="1638"/>
                  </a:moveTo>
                  <a:cubicBezTo>
                    <a:pt x="2112" y="1638"/>
                    <a:pt x="2112" y="1638"/>
                    <a:pt x="2112" y="1638"/>
                  </a:cubicBezTo>
                  <a:lnTo>
                    <a:pt x="2112" y="1638"/>
                  </a:lnTo>
                  <a:cubicBezTo>
                    <a:pt x="2105" y="1641"/>
                    <a:pt x="2098" y="1643"/>
                    <a:pt x="2090" y="1646"/>
                  </a:cubicBezTo>
                  <a:lnTo>
                    <a:pt x="2090" y="1646"/>
                  </a:lnTo>
                  <a:cubicBezTo>
                    <a:pt x="2097" y="1644"/>
                    <a:pt x="2104" y="1641"/>
                    <a:pt x="2112" y="1638"/>
                  </a:cubicBezTo>
                  <a:close/>
                  <a:moveTo>
                    <a:pt x="2089" y="1624"/>
                  </a:moveTo>
                  <a:cubicBezTo>
                    <a:pt x="2089" y="1625"/>
                    <a:pt x="2092" y="1627"/>
                    <a:pt x="2097" y="1630"/>
                  </a:cubicBezTo>
                  <a:lnTo>
                    <a:pt x="2097" y="1630"/>
                  </a:lnTo>
                  <a:cubicBezTo>
                    <a:pt x="2025" y="1646"/>
                    <a:pt x="2025" y="1646"/>
                    <a:pt x="2025" y="1646"/>
                  </a:cubicBezTo>
                  <a:cubicBezTo>
                    <a:pt x="2025" y="1646"/>
                    <a:pt x="2025" y="1639"/>
                    <a:pt x="2089" y="1624"/>
                  </a:cubicBezTo>
                  <a:close/>
                  <a:moveTo>
                    <a:pt x="2158" y="1622"/>
                  </a:moveTo>
                  <a:cubicBezTo>
                    <a:pt x="2171" y="1625"/>
                    <a:pt x="2186" y="1627"/>
                    <a:pt x="2203" y="1630"/>
                  </a:cubicBezTo>
                  <a:cubicBezTo>
                    <a:pt x="2244" y="1640"/>
                    <a:pt x="2256" y="1647"/>
                    <a:pt x="2244" y="1647"/>
                  </a:cubicBezTo>
                  <a:cubicBezTo>
                    <a:pt x="2237" y="1647"/>
                    <a:pt x="2220" y="1645"/>
                    <a:pt x="2195" y="1638"/>
                  </a:cubicBezTo>
                  <a:cubicBezTo>
                    <a:pt x="2188" y="1637"/>
                    <a:pt x="2182" y="1635"/>
                    <a:pt x="2176" y="1633"/>
                  </a:cubicBezTo>
                  <a:lnTo>
                    <a:pt x="2176" y="1633"/>
                  </a:lnTo>
                  <a:cubicBezTo>
                    <a:pt x="2182" y="1635"/>
                    <a:pt x="2189" y="1636"/>
                    <a:pt x="2195" y="1638"/>
                  </a:cubicBezTo>
                  <a:cubicBezTo>
                    <a:pt x="2181" y="1634"/>
                    <a:pt x="2169" y="1629"/>
                    <a:pt x="2157" y="1626"/>
                  </a:cubicBezTo>
                  <a:lnTo>
                    <a:pt x="2157" y="1626"/>
                  </a:lnTo>
                  <a:cubicBezTo>
                    <a:pt x="2157" y="1627"/>
                    <a:pt x="2157" y="1628"/>
                    <a:pt x="2157" y="1629"/>
                  </a:cubicBezTo>
                  <a:lnTo>
                    <a:pt x="2157" y="1629"/>
                  </a:lnTo>
                  <a:cubicBezTo>
                    <a:pt x="2163" y="1630"/>
                    <a:pt x="2169" y="1632"/>
                    <a:pt x="2176" y="1633"/>
                  </a:cubicBezTo>
                  <a:lnTo>
                    <a:pt x="2176" y="1633"/>
                  </a:lnTo>
                  <a:cubicBezTo>
                    <a:pt x="2170" y="1632"/>
                    <a:pt x="2164" y="1632"/>
                    <a:pt x="2158" y="1631"/>
                  </a:cubicBezTo>
                  <a:lnTo>
                    <a:pt x="2158" y="1631"/>
                  </a:lnTo>
                  <a:cubicBezTo>
                    <a:pt x="2158" y="1631"/>
                    <a:pt x="2158" y="1630"/>
                    <a:pt x="2157" y="1629"/>
                  </a:cubicBezTo>
                  <a:lnTo>
                    <a:pt x="2157" y="1629"/>
                  </a:lnTo>
                  <a:cubicBezTo>
                    <a:pt x="2157" y="1629"/>
                    <a:pt x="2157" y="1629"/>
                    <a:pt x="2156" y="1629"/>
                  </a:cubicBezTo>
                  <a:lnTo>
                    <a:pt x="2156" y="1629"/>
                  </a:lnTo>
                  <a:cubicBezTo>
                    <a:pt x="2156" y="1628"/>
                    <a:pt x="2156" y="1626"/>
                    <a:pt x="2156" y="1625"/>
                  </a:cubicBezTo>
                  <a:lnTo>
                    <a:pt x="2156" y="1625"/>
                  </a:lnTo>
                  <a:cubicBezTo>
                    <a:pt x="2156" y="1625"/>
                    <a:pt x="2156" y="1625"/>
                    <a:pt x="2157" y="1626"/>
                  </a:cubicBezTo>
                  <a:lnTo>
                    <a:pt x="2157" y="1626"/>
                  </a:lnTo>
                  <a:cubicBezTo>
                    <a:pt x="2157" y="1625"/>
                    <a:pt x="2157" y="1624"/>
                    <a:pt x="2156" y="1623"/>
                  </a:cubicBezTo>
                  <a:lnTo>
                    <a:pt x="2156" y="1623"/>
                  </a:lnTo>
                  <a:cubicBezTo>
                    <a:pt x="2157" y="1623"/>
                    <a:pt x="2158" y="1623"/>
                    <a:pt x="2158" y="1622"/>
                  </a:cubicBezTo>
                  <a:close/>
                  <a:moveTo>
                    <a:pt x="1482" y="1630"/>
                  </a:moveTo>
                  <a:lnTo>
                    <a:pt x="1482" y="1638"/>
                  </a:lnTo>
                  <a:cubicBezTo>
                    <a:pt x="1506" y="1636"/>
                    <a:pt x="1522" y="1635"/>
                    <a:pt x="1533" y="1635"/>
                  </a:cubicBezTo>
                  <a:cubicBezTo>
                    <a:pt x="1555" y="1635"/>
                    <a:pt x="1555" y="1638"/>
                    <a:pt x="1555" y="1638"/>
                  </a:cubicBezTo>
                  <a:cubicBezTo>
                    <a:pt x="1555" y="1638"/>
                    <a:pt x="1555" y="1646"/>
                    <a:pt x="1482" y="1646"/>
                  </a:cubicBezTo>
                  <a:cubicBezTo>
                    <a:pt x="1482" y="1646"/>
                    <a:pt x="1453" y="1650"/>
                    <a:pt x="1434" y="1650"/>
                  </a:cubicBezTo>
                  <a:cubicBezTo>
                    <a:pt x="1424" y="1650"/>
                    <a:pt x="1417" y="1649"/>
                    <a:pt x="1417" y="1646"/>
                  </a:cubicBezTo>
                  <a:cubicBezTo>
                    <a:pt x="1441" y="1638"/>
                    <a:pt x="1466" y="1638"/>
                    <a:pt x="1482" y="1630"/>
                  </a:cubicBezTo>
                  <a:close/>
                  <a:moveTo>
                    <a:pt x="2140" y="1641"/>
                  </a:moveTo>
                  <a:lnTo>
                    <a:pt x="2147" y="1644"/>
                  </a:lnTo>
                  <a:lnTo>
                    <a:pt x="2147" y="1644"/>
                  </a:lnTo>
                  <a:cubicBezTo>
                    <a:pt x="2147" y="1646"/>
                    <a:pt x="2147" y="1648"/>
                    <a:pt x="2147" y="1651"/>
                  </a:cubicBezTo>
                  <a:lnTo>
                    <a:pt x="2147" y="1651"/>
                  </a:lnTo>
                  <a:lnTo>
                    <a:pt x="2140" y="1647"/>
                  </a:lnTo>
                  <a:lnTo>
                    <a:pt x="2140" y="1647"/>
                  </a:lnTo>
                  <a:cubicBezTo>
                    <a:pt x="2140" y="1645"/>
                    <a:pt x="2140" y="1643"/>
                    <a:pt x="2140" y="1641"/>
                  </a:cubicBezTo>
                  <a:close/>
                  <a:moveTo>
                    <a:pt x="2117" y="1641"/>
                  </a:moveTo>
                  <a:lnTo>
                    <a:pt x="2117" y="1641"/>
                  </a:lnTo>
                  <a:cubicBezTo>
                    <a:pt x="2118" y="1642"/>
                    <a:pt x="2118" y="1642"/>
                    <a:pt x="2119" y="1642"/>
                  </a:cubicBezTo>
                  <a:lnTo>
                    <a:pt x="2119" y="1642"/>
                  </a:lnTo>
                  <a:cubicBezTo>
                    <a:pt x="2112" y="1645"/>
                    <a:pt x="2102" y="1649"/>
                    <a:pt x="2090" y="1655"/>
                  </a:cubicBezTo>
                  <a:cubicBezTo>
                    <a:pt x="2099" y="1650"/>
                    <a:pt x="2109" y="1645"/>
                    <a:pt x="2117" y="1641"/>
                  </a:cubicBezTo>
                  <a:close/>
                  <a:moveTo>
                    <a:pt x="2162" y="1651"/>
                  </a:moveTo>
                  <a:lnTo>
                    <a:pt x="2162" y="1651"/>
                  </a:lnTo>
                  <a:lnTo>
                    <a:pt x="2162" y="1651"/>
                  </a:lnTo>
                  <a:cubicBezTo>
                    <a:pt x="2163" y="1653"/>
                    <a:pt x="2163" y="1655"/>
                    <a:pt x="2164" y="1658"/>
                  </a:cubicBezTo>
                  <a:lnTo>
                    <a:pt x="2164" y="1658"/>
                  </a:lnTo>
                  <a:cubicBezTo>
                    <a:pt x="2163" y="1658"/>
                    <a:pt x="2163" y="1657"/>
                    <a:pt x="2163" y="1657"/>
                  </a:cubicBezTo>
                  <a:lnTo>
                    <a:pt x="2163" y="1657"/>
                  </a:lnTo>
                  <a:cubicBezTo>
                    <a:pt x="2162" y="1655"/>
                    <a:pt x="2162" y="1653"/>
                    <a:pt x="2162" y="1651"/>
                  </a:cubicBezTo>
                  <a:close/>
                  <a:moveTo>
                    <a:pt x="2138" y="1653"/>
                  </a:moveTo>
                  <a:lnTo>
                    <a:pt x="2141" y="1655"/>
                  </a:lnTo>
                  <a:lnTo>
                    <a:pt x="2141" y="1655"/>
                  </a:lnTo>
                  <a:cubicBezTo>
                    <a:pt x="2141" y="1655"/>
                    <a:pt x="2141" y="1654"/>
                    <a:pt x="2141" y="1654"/>
                  </a:cubicBezTo>
                  <a:lnTo>
                    <a:pt x="2141" y="1654"/>
                  </a:lnTo>
                  <a:cubicBezTo>
                    <a:pt x="2143" y="1655"/>
                    <a:pt x="2145" y="1656"/>
                    <a:pt x="2147" y="1657"/>
                  </a:cubicBezTo>
                  <a:lnTo>
                    <a:pt x="2147" y="1657"/>
                  </a:lnTo>
                  <a:cubicBezTo>
                    <a:pt x="2147" y="1658"/>
                    <a:pt x="2147" y="1658"/>
                    <a:pt x="2147" y="1658"/>
                  </a:cubicBezTo>
                  <a:lnTo>
                    <a:pt x="2147" y="1658"/>
                  </a:lnTo>
                  <a:lnTo>
                    <a:pt x="2141" y="1655"/>
                  </a:lnTo>
                  <a:lnTo>
                    <a:pt x="2141" y="1655"/>
                  </a:lnTo>
                  <a:cubicBezTo>
                    <a:pt x="2141" y="1655"/>
                    <a:pt x="2141" y="1655"/>
                    <a:pt x="2141" y="1655"/>
                  </a:cubicBezTo>
                  <a:lnTo>
                    <a:pt x="2141" y="1655"/>
                  </a:lnTo>
                  <a:lnTo>
                    <a:pt x="2138" y="1653"/>
                  </a:lnTo>
                  <a:close/>
                  <a:moveTo>
                    <a:pt x="2163" y="1658"/>
                  </a:moveTo>
                  <a:cubicBezTo>
                    <a:pt x="2163" y="1658"/>
                    <a:pt x="2164" y="1658"/>
                    <a:pt x="2164" y="1659"/>
                  </a:cubicBezTo>
                  <a:lnTo>
                    <a:pt x="2164" y="1659"/>
                  </a:lnTo>
                  <a:cubicBezTo>
                    <a:pt x="2164" y="1659"/>
                    <a:pt x="2164" y="1659"/>
                    <a:pt x="2164" y="1659"/>
                  </a:cubicBezTo>
                  <a:lnTo>
                    <a:pt x="2164" y="1659"/>
                  </a:lnTo>
                  <a:lnTo>
                    <a:pt x="2163" y="1659"/>
                  </a:lnTo>
                  <a:lnTo>
                    <a:pt x="2163" y="1659"/>
                  </a:lnTo>
                  <a:cubicBezTo>
                    <a:pt x="2163" y="1658"/>
                    <a:pt x="2163" y="1658"/>
                    <a:pt x="2163" y="1658"/>
                  </a:cubicBezTo>
                  <a:close/>
                  <a:moveTo>
                    <a:pt x="2165" y="1660"/>
                  </a:moveTo>
                  <a:lnTo>
                    <a:pt x="2165" y="1660"/>
                  </a:lnTo>
                  <a:cubicBezTo>
                    <a:pt x="2166" y="1660"/>
                    <a:pt x="2167" y="1660"/>
                    <a:pt x="2167" y="1661"/>
                  </a:cubicBezTo>
                  <a:lnTo>
                    <a:pt x="2167" y="1661"/>
                  </a:lnTo>
                  <a:cubicBezTo>
                    <a:pt x="2167" y="1661"/>
                    <a:pt x="2167" y="1661"/>
                    <a:pt x="2167" y="1661"/>
                  </a:cubicBezTo>
                  <a:lnTo>
                    <a:pt x="2167" y="1661"/>
                  </a:lnTo>
                  <a:lnTo>
                    <a:pt x="2166" y="1660"/>
                  </a:lnTo>
                  <a:lnTo>
                    <a:pt x="2166" y="1660"/>
                  </a:lnTo>
                  <a:cubicBezTo>
                    <a:pt x="2166" y="1660"/>
                    <a:pt x="2165" y="1660"/>
                    <a:pt x="2165" y="1660"/>
                  </a:cubicBezTo>
                  <a:close/>
                  <a:moveTo>
                    <a:pt x="2163" y="1638"/>
                  </a:moveTo>
                  <a:cubicBezTo>
                    <a:pt x="2165" y="1643"/>
                    <a:pt x="2166" y="1648"/>
                    <a:pt x="2167" y="1652"/>
                  </a:cubicBezTo>
                  <a:lnTo>
                    <a:pt x="2167" y="1652"/>
                  </a:lnTo>
                  <a:cubicBezTo>
                    <a:pt x="2167" y="1652"/>
                    <a:pt x="2167" y="1652"/>
                    <a:pt x="2167" y="1652"/>
                  </a:cubicBezTo>
                  <a:lnTo>
                    <a:pt x="2167" y="1652"/>
                  </a:lnTo>
                  <a:cubicBezTo>
                    <a:pt x="2166" y="1652"/>
                    <a:pt x="2166" y="1652"/>
                    <a:pt x="2166" y="1653"/>
                  </a:cubicBezTo>
                  <a:lnTo>
                    <a:pt x="2166" y="1653"/>
                  </a:lnTo>
                  <a:lnTo>
                    <a:pt x="2165" y="1653"/>
                  </a:lnTo>
                  <a:lnTo>
                    <a:pt x="2165" y="1653"/>
                  </a:lnTo>
                  <a:lnTo>
                    <a:pt x="2166" y="1653"/>
                  </a:lnTo>
                  <a:cubicBezTo>
                    <a:pt x="2166" y="1653"/>
                    <a:pt x="2166" y="1653"/>
                    <a:pt x="2166" y="1653"/>
                  </a:cubicBezTo>
                  <a:lnTo>
                    <a:pt x="2166" y="1653"/>
                  </a:lnTo>
                  <a:lnTo>
                    <a:pt x="2168" y="1654"/>
                  </a:lnTo>
                  <a:lnTo>
                    <a:pt x="2168" y="1654"/>
                  </a:lnTo>
                  <a:cubicBezTo>
                    <a:pt x="2169" y="1656"/>
                    <a:pt x="2170" y="1659"/>
                    <a:pt x="2170" y="1661"/>
                  </a:cubicBezTo>
                  <a:lnTo>
                    <a:pt x="2170" y="1661"/>
                  </a:lnTo>
                  <a:cubicBezTo>
                    <a:pt x="2170" y="1661"/>
                    <a:pt x="2169" y="1661"/>
                    <a:pt x="2168" y="1660"/>
                  </a:cubicBezTo>
                  <a:lnTo>
                    <a:pt x="2168" y="1660"/>
                  </a:lnTo>
                  <a:lnTo>
                    <a:pt x="2166" y="1653"/>
                  </a:lnTo>
                  <a:lnTo>
                    <a:pt x="2166" y="1653"/>
                  </a:lnTo>
                  <a:cubicBezTo>
                    <a:pt x="2166" y="1655"/>
                    <a:pt x="2166" y="1657"/>
                    <a:pt x="2167" y="1659"/>
                  </a:cubicBezTo>
                  <a:lnTo>
                    <a:pt x="2167" y="1659"/>
                  </a:lnTo>
                  <a:cubicBezTo>
                    <a:pt x="2166" y="1659"/>
                    <a:pt x="2166" y="1659"/>
                    <a:pt x="2165" y="1658"/>
                  </a:cubicBezTo>
                  <a:lnTo>
                    <a:pt x="2165" y="1658"/>
                  </a:lnTo>
                  <a:cubicBezTo>
                    <a:pt x="2164" y="1656"/>
                    <a:pt x="2164" y="1654"/>
                    <a:pt x="2163" y="1652"/>
                  </a:cubicBezTo>
                  <a:lnTo>
                    <a:pt x="2163" y="1652"/>
                  </a:lnTo>
                  <a:lnTo>
                    <a:pt x="2165" y="1653"/>
                  </a:lnTo>
                  <a:lnTo>
                    <a:pt x="2165" y="1653"/>
                  </a:lnTo>
                  <a:lnTo>
                    <a:pt x="2163" y="1646"/>
                  </a:lnTo>
                  <a:lnTo>
                    <a:pt x="2163" y="1638"/>
                  </a:lnTo>
                  <a:close/>
                  <a:moveTo>
                    <a:pt x="2169" y="1662"/>
                  </a:moveTo>
                  <a:lnTo>
                    <a:pt x="2169" y="1662"/>
                  </a:lnTo>
                  <a:cubicBezTo>
                    <a:pt x="2170" y="1662"/>
                    <a:pt x="2170" y="1662"/>
                    <a:pt x="2171" y="1663"/>
                  </a:cubicBezTo>
                  <a:lnTo>
                    <a:pt x="2171" y="1663"/>
                  </a:lnTo>
                  <a:cubicBezTo>
                    <a:pt x="2171" y="1663"/>
                    <a:pt x="2171" y="1663"/>
                    <a:pt x="2171" y="1663"/>
                  </a:cubicBezTo>
                  <a:lnTo>
                    <a:pt x="2171" y="1663"/>
                  </a:lnTo>
                  <a:lnTo>
                    <a:pt x="2169" y="1662"/>
                  </a:lnTo>
                  <a:lnTo>
                    <a:pt x="2169" y="1662"/>
                  </a:lnTo>
                  <a:lnTo>
                    <a:pt x="2169" y="1662"/>
                  </a:lnTo>
                  <a:close/>
                  <a:moveTo>
                    <a:pt x="1993" y="1634"/>
                  </a:moveTo>
                  <a:lnTo>
                    <a:pt x="1822" y="1663"/>
                  </a:lnTo>
                  <a:cubicBezTo>
                    <a:pt x="1895" y="1647"/>
                    <a:pt x="1895" y="1646"/>
                    <a:pt x="1895" y="1646"/>
                  </a:cubicBezTo>
                  <a:lnTo>
                    <a:pt x="1895" y="1646"/>
                  </a:lnTo>
                  <a:cubicBezTo>
                    <a:pt x="1880" y="1648"/>
                    <a:pt x="1871" y="1649"/>
                    <a:pt x="1867" y="1649"/>
                  </a:cubicBezTo>
                  <a:cubicBezTo>
                    <a:pt x="1854" y="1649"/>
                    <a:pt x="1875" y="1644"/>
                    <a:pt x="1888" y="1644"/>
                  </a:cubicBezTo>
                  <a:cubicBezTo>
                    <a:pt x="1892" y="1644"/>
                    <a:pt x="1895" y="1645"/>
                    <a:pt x="1895" y="1646"/>
                  </a:cubicBezTo>
                  <a:cubicBezTo>
                    <a:pt x="1928" y="1638"/>
                    <a:pt x="1944" y="1636"/>
                    <a:pt x="1952" y="1636"/>
                  </a:cubicBezTo>
                  <a:cubicBezTo>
                    <a:pt x="1960" y="1636"/>
                    <a:pt x="1960" y="1638"/>
                    <a:pt x="1960" y="1638"/>
                  </a:cubicBezTo>
                  <a:lnTo>
                    <a:pt x="1993" y="1634"/>
                  </a:lnTo>
                  <a:close/>
                  <a:moveTo>
                    <a:pt x="2164" y="1664"/>
                  </a:moveTo>
                  <a:lnTo>
                    <a:pt x="2165" y="1665"/>
                  </a:lnTo>
                  <a:lnTo>
                    <a:pt x="2165" y="1665"/>
                  </a:lnTo>
                  <a:cubicBezTo>
                    <a:pt x="2166" y="1665"/>
                    <a:pt x="2166" y="1665"/>
                    <a:pt x="2166" y="1665"/>
                  </a:cubicBezTo>
                  <a:lnTo>
                    <a:pt x="2166" y="1665"/>
                  </a:lnTo>
                  <a:cubicBezTo>
                    <a:pt x="2165" y="1665"/>
                    <a:pt x="2165" y="1664"/>
                    <a:pt x="2164" y="1664"/>
                  </a:cubicBezTo>
                  <a:lnTo>
                    <a:pt x="2164" y="1664"/>
                  </a:lnTo>
                  <a:cubicBezTo>
                    <a:pt x="2164" y="1664"/>
                    <a:pt x="2164" y="1664"/>
                    <a:pt x="2164" y="1664"/>
                  </a:cubicBezTo>
                  <a:close/>
                  <a:moveTo>
                    <a:pt x="2173" y="1671"/>
                  </a:moveTo>
                  <a:lnTo>
                    <a:pt x="2173" y="1671"/>
                  </a:lnTo>
                  <a:lnTo>
                    <a:pt x="2173" y="1671"/>
                  </a:lnTo>
                  <a:close/>
                  <a:moveTo>
                    <a:pt x="2682" y="1663"/>
                  </a:moveTo>
                  <a:cubicBezTo>
                    <a:pt x="2682" y="1663"/>
                    <a:pt x="2682" y="1663"/>
                    <a:pt x="2755" y="1671"/>
                  </a:cubicBezTo>
                  <a:lnTo>
                    <a:pt x="2682" y="1671"/>
                  </a:lnTo>
                  <a:lnTo>
                    <a:pt x="2682" y="1663"/>
                  </a:ln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22" y="1671"/>
                  </a:moveTo>
                  <a:cubicBezTo>
                    <a:pt x="2122" y="1671"/>
                    <a:pt x="2122" y="1671"/>
                    <a:pt x="2122" y="1671"/>
                  </a:cubicBezTo>
                  <a:cubicBezTo>
                    <a:pt x="2122" y="1671"/>
                    <a:pt x="2122" y="1671"/>
                    <a:pt x="2122" y="1671"/>
                  </a:cubicBezTo>
                  <a:close/>
                  <a:moveTo>
                    <a:pt x="2158" y="1665"/>
                  </a:moveTo>
                  <a:lnTo>
                    <a:pt x="2165" y="1670"/>
                  </a:lnTo>
                  <a:lnTo>
                    <a:pt x="2165" y="1670"/>
                  </a:lnTo>
                  <a:cubicBezTo>
                    <a:pt x="2165" y="1669"/>
                    <a:pt x="2165" y="1668"/>
                    <a:pt x="2165" y="1667"/>
                  </a:cubicBezTo>
                  <a:lnTo>
                    <a:pt x="2165" y="1667"/>
                  </a:lnTo>
                  <a:cubicBezTo>
                    <a:pt x="2165" y="1668"/>
                    <a:pt x="2166" y="1668"/>
                    <a:pt x="2166" y="1668"/>
                  </a:cubicBezTo>
                  <a:lnTo>
                    <a:pt x="2166" y="1668"/>
                  </a:lnTo>
                  <a:cubicBezTo>
                    <a:pt x="2167" y="1669"/>
                    <a:pt x="2167" y="1670"/>
                    <a:pt x="2167" y="1671"/>
                  </a:cubicBezTo>
                  <a:lnTo>
                    <a:pt x="2165" y="1670"/>
                  </a:lnTo>
                  <a:lnTo>
                    <a:pt x="2165" y="1670"/>
                  </a:lnTo>
                  <a:cubicBezTo>
                    <a:pt x="2165" y="1670"/>
                    <a:pt x="2165" y="1671"/>
                    <a:pt x="2166" y="1672"/>
                  </a:cubicBezTo>
                  <a:lnTo>
                    <a:pt x="2166" y="1672"/>
                  </a:lnTo>
                  <a:cubicBezTo>
                    <a:pt x="2163" y="1670"/>
                    <a:pt x="2160" y="1667"/>
                    <a:pt x="2158" y="1665"/>
                  </a:cubicBezTo>
                  <a:close/>
                  <a:moveTo>
                    <a:pt x="2168" y="1667"/>
                  </a:moveTo>
                  <a:lnTo>
                    <a:pt x="2171" y="1669"/>
                  </a:lnTo>
                  <a:lnTo>
                    <a:pt x="2171" y="1669"/>
                  </a:lnTo>
                  <a:cubicBezTo>
                    <a:pt x="2171" y="1669"/>
                    <a:pt x="2171" y="1670"/>
                    <a:pt x="2171" y="1670"/>
                  </a:cubicBezTo>
                  <a:lnTo>
                    <a:pt x="2171" y="1670"/>
                  </a:lnTo>
                  <a:cubicBezTo>
                    <a:pt x="2171" y="1670"/>
                    <a:pt x="2171" y="1670"/>
                    <a:pt x="2171" y="1670"/>
                  </a:cubicBezTo>
                  <a:lnTo>
                    <a:pt x="2171" y="1670"/>
                  </a:lnTo>
                  <a:lnTo>
                    <a:pt x="2173" y="1671"/>
                  </a:lnTo>
                  <a:lnTo>
                    <a:pt x="2173" y="1671"/>
                  </a:lnTo>
                  <a:lnTo>
                    <a:pt x="2172" y="1668"/>
                  </a:lnTo>
                  <a:lnTo>
                    <a:pt x="2172" y="1668"/>
                  </a:lnTo>
                  <a:cubicBezTo>
                    <a:pt x="2172" y="1668"/>
                    <a:pt x="2172" y="1668"/>
                    <a:pt x="2172" y="1668"/>
                  </a:cubicBezTo>
                  <a:lnTo>
                    <a:pt x="2172" y="1668"/>
                  </a:lnTo>
                  <a:cubicBezTo>
                    <a:pt x="2173" y="1669"/>
                    <a:pt x="2173" y="1670"/>
                    <a:pt x="2174" y="1672"/>
                  </a:cubicBezTo>
                  <a:lnTo>
                    <a:pt x="2174" y="1672"/>
                  </a:lnTo>
                  <a:lnTo>
                    <a:pt x="2173" y="1671"/>
                  </a:lnTo>
                  <a:lnTo>
                    <a:pt x="2173" y="1672"/>
                  </a:lnTo>
                  <a:lnTo>
                    <a:pt x="2173" y="1672"/>
                  </a:lnTo>
                  <a:cubicBezTo>
                    <a:pt x="2173" y="1672"/>
                    <a:pt x="2172" y="1671"/>
                    <a:pt x="2172" y="1671"/>
                  </a:cubicBezTo>
                  <a:lnTo>
                    <a:pt x="2172" y="1671"/>
                  </a:lnTo>
                  <a:cubicBezTo>
                    <a:pt x="2171" y="1671"/>
                    <a:pt x="2171" y="1670"/>
                    <a:pt x="2171" y="1670"/>
                  </a:cubicBezTo>
                  <a:lnTo>
                    <a:pt x="2171" y="1670"/>
                  </a:lnTo>
                  <a:cubicBezTo>
                    <a:pt x="2171" y="1670"/>
                    <a:pt x="2171" y="1670"/>
                    <a:pt x="2171" y="1671"/>
                  </a:cubicBezTo>
                  <a:lnTo>
                    <a:pt x="2171" y="1671"/>
                  </a:lnTo>
                  <a:cubicBezTo>
                    <a:pt x="2170" y="1670"/>
                    <a:pt x="2169" y="1669"/>
                    <a:pt x="2168" y="1668"/>
                  </a:cubicBezTo>
                  <a:lnTo>
                    <a:pt x="2168" y="1668"/>
                  </a:lnTo>
                  <a:cubicBezTo>
                    <a:pt x="2168" y="1668"/>
                    <a:pt x="2168" y="1667"/>
                    <a:pt x="2168" y="1667"/>
                  </a:cubicBezTo>
                  <a:close/>
                  <a:moveTo>
                    <a:pt x="2173" y="1672"/>
                  </a:moveTo>
                  <a:lnTo>
                    <a:pt x="2173" y="1672"/>
                  </a:lnTo>
                  <a:cubicBezTo>
                    <a:pt x="2173" y="1673"/>
                    <a:pt x="2173" y="1673"/>
                    <a:pt x="2174" y="1673"/>
                  </a:cubicBezTo>
                  <a:lnTo>
                    <a:pt x="2174" y="1673"/>
                  </a:lnTo>
                  <a:lnTo>
                    <a:pt x="2174" y="1673"/>
                  </a:lnTo>
                  <a:lnTo>
                    <a:pt x="2174" y="1673"/>
                  </a:lnTo>
                  <a:cubicBezTo>
                    <a:pt x="2173" y="1673"/>
                    <a:pt x="2173" y="1673"/>
                    <a:pt x="2173" y="1672"/>
                  </a:cubicBezTo>
                  <a:close/>
                  <a:moveTo>
                    <a:pt x="2174" y="1668"/>
                  </a:moveTo>
                  <a:lnTo>
                    <a:pt x="2174" y="1668"/>
                  </a:lnTo>
                  <a:cubicBezTo>
                    <a:pt x="2175" y="1669"/>
                    <a:pt x="2176" y="1671"/>
                    <a:pt x="2177" y="1674"/>
                  </a:cubicBezTo>
                  <a:lnTo>
                    <a:pt x="2177" y="1674"/>
                  </a:lnTo>
                  <a:cubicBezTo>
                    <a:pt x="2177" y="1674"/>
                    <a:pt x="2177" y="1674"/>
                    <a:pt x="2176" y="1674"/>
                  </a:cubicBezTo>
                  <a:lnTo>
                    <a:pt x="2176" y="1674"/>
                  </a:lnTo>
                  <a:lnTo>
                    <a:pt x="2175" y="1672"/>
                  </a:lnTo>
                  <a:lnTo>
                    <a:pt x="2175" y="1672"/>
                  </a:lnTo>
                  <a:lnTo>
                    <a:pt x="2175" y="1673"/>
                  </a:lnTo>
                  <a:lnTo>
                    <a:pt x="2175" y="1673"/>
                  </a:lnTo>
                  <a:cubicBezTo>
                    <a:pt x="2174" y="1673"/>
                    <a:pt x="2174" y="1673"/>
                    <a:pt x="2174" y="1672"/>
                  </a:cubicBezTo>
                  <a:lnTo>
                    <a:pt x="2174" y="1672"/>
                  </a:lnTo>
                  <a:cubicBezTo>
                    <a:pt x="2174" y="1672"/>
                    <a:pt x="2174" y="1672"/>
                    <a:pt x="2174" y="1672"/>
                  </a:cubicBezTo>
                  <a:lnTo>
                    <a:pt x="2174" y="1672"/>
                  </a:lnTo>
                  <a:lnTo>
                    <a:pt x="2175" y="1672"/>
                  </a:lnTo>
                  <a:lnTo>
                    <a:pt x="2175" y="1672"/>
                  </a:lnTo>
                  <a:lnTo>
                    <a:pt x="2174" y="1668"/>
                  </a:lnTo>
                  <a:close/>
                  <a:moveTo>
                    <a:pt x="2169" y="1670"/>
                  </a:moveTo>
                  <a:cubicBezTo>
                    <a:pt x="2169" y="1670"/>
                    <a:pt x="2170" y="1670"/>
                    <a:pt x="2171" y="1671"/>
                  </a:cubicBez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1" y="1671"/>
                    <a:pt x="2171" y="1671"/>
                  </a:cubicBezTo>
                  <a:lnTo>
                    <a:pt x="2171" y="1671"/>
                  </a:lnTo>
                  <a:cubicBezTo>
                    <a:pt x="2171" y="1671"/>
                    <a:pt x="2172" y="1671"/>
                    <a:pt x="2172" y="1672"/>
                  </a:cubicBezTo>
                  <a:lnTo>
                    <a:pt x="2172" y="1672"/>
                  </a:lnTo>
                  <a:cubicBezTo>
                    <a:pt x="2172" y="1671"/>
                    <a:pt x="2172" y="1671"/>
                    <a:pt x="2172" y="1671"/>
                  </a:cubicBezTo>
                  <a:lnTo>
                    <a:pt x="2172" y="1671"/>
                  </a:lnTo>
                  <a:cubicBezTo>
                    <a:pt x="2172" y="1672"/>
                    <a:pt x="2172" y="1672"/>
                    <a:pt x="2173" y="1672"/>
                  </a:cubicBezTo>
                  <a:lnTo>
                    <a:pt x="2173" y="1672"/>
                  </a:lnTo>
                  <a:cubicBezTo>
                    <a:pt x="2172" y="1672"/>
                    <a:pt x="2172" y="1672"/>
                    <a:pt x="2172" y="1672"/>
                  </a:cubicBezTo>
                  <a:lnTo>
                    <a:pt x="2172" y="1672"/>
                  </a:lnTo>
                  <a:cubicBezTo>
                    <a:pt x="2172" y="1673"/>
                    <a:pt x="2173" y="1674"/>
                    <a:pt x="2173" y="1675"/>
                  </a:cubicBezTo>
                  <a:lnTo>
                    <a:pt x="2173" y="1675"/>
                  </a:lnTo>
                  <a:lnTo>
                    <a:pt x="2170" y="1673"/>
                  </a:lnTo>
                  <a:lnTo>
                    <a:pt x="2170" y="1673"/>
                  </a:lnTo>
                  <a:cubicBezTo>
                    <a:pt x="2170" y="1673"/>
                    <a:pt x="2170" y="1674"/>
                    <a:pt x="2171" y="1675"/>
                  </a:cubicBezTo>
                  <a:lnTo>
                    <a:pt x="2171" y="1675"/>
                  </a:lnTo>
                  <a:cubicBezTo>
                    <a:pt x="2170" y="1674"/>
                    <a:pt x="2169" y="1674"/>
                    <a:pt x="2168" y="1673"/>
                  </a:cubicBezTo>
                  <a:lnTo>
                    <a:pt x="2168" y="1673"/>
                  </a:lnTo>
                  <a:cubicBezTo>
                    <a:pt x="2168" y="1673"/>
                    <a:pt x="2168" y="1673"/>
                    <a:pt x="2168" y="1673"/>
                  </a:cubicBezTo>
                  <a:lnTo>
                    <a:pt x="2168" y="1673"/>
                  </a:lnTo>
                  <a:cubicBezTo>
                    <a:pt x="2167" y="1673"/>
                    <a:pt x="2167" y="1673"/>
                    <a:pt x="2167" y="1673"/>
                  </a:cubicBezTo>
                  <a:lnTo>
                    <a:pt x="2167" y="1673"/>
                  </a:lnTo>
                  <a:cubicBezTo>
                    <a:pt x="2167" y="1673"/>
                    <a:pt x="2167" y="1673"/>
                    <a:pt x="2168" y="1673"/>
                  </a:cubicBezTo>
                  <a:lnTo>
                    <a:pt x="2168" y="1673"/>
                  </a:lnTo>
                  <a:cubicBezTo>
                    <a:pt x="2167" y="1672"/>
                    <a:pt x="2167" y="1672"/>
                    <a:pt x="2167" y="1671"/>
                  </a:cubicBezTo>
                  <a:lnTo>
                    <a:pt x="2167" y="1671"/>
                  </a:lnTo>
                  <a:lnTo>
                    <a:pt x="2170" y="1673"/>
                  </a:lnTo>
                  <a:lnTo>
                    <a:pt x="2170" y="1673"/>
                  </a:lnTo>
                  <a:cubicBezTo>
                    <a:pt x="2169" y="1672"/>
                    <a:pt x="2169" y="1671"/>
                    <a:pt x="2169" y="1670"/>
                  </a:cubicBezTo>
                  <a:close/>
                  <a:moveTo>
                    <a:pt x="2076" y="1675"/>
                  </a:moveTo>
                  <a:cubicBezTo>
                    <a:pt x="2076" y="1676"/>
                    <a:pt x="2076" y="1677"/>
                    <a:pt x="2075" y="1678"/>
                  </a:cubicBezTo>
                  <a:lnTo>
                    <a:pt x="2075" y="1678"/>
                  </a:lnTo>
                  <a:cubicBezTo>
                    <a:pt x="2075" y="1678"/>
                    <a:pt x="2075" y="1678"/>
                    <a:pt x="2075" y="1679"/>
                  </a:cubicBezTo>
                  <a:lnTo>
                    <a:pt x="2075" y="1679"/>
                  </a:lnTo>
                  <a:cubicBezTo>
                    <a:pt x="2075" y="1677"/>
                    <a:pt x="2075" y="1677"/>
                    <a:pt x="2076" y="1676"/>
                  </a:cubicBezTo>
                  <a:lnTo>
                    <a:pt x="2076" y="1676"/>
                  </a:lnTo>
                  <a:cubicBezTo>
                    <a:pt x="2076" y="1676"/>
                    <a:pt x="2076" y="1676"/>
                    <a:pt x="2076" y="1675"/>
                  </a:cubicBezTo>
                  <a:close/>
                  <a:moveTo>
                    <a:pt x="2103" y="1634"/>
                  </a:moveTo>
                  <a:lnTo>
                    <a:pt x="2103" y="1634"/>
                  </a:lnTo>
                  <a:cubicBezTo>
                    <a:pt x="2105" y="1634"/>
                    <a:pt x="2107" y="1635"/>
                    <a:pt x="2109" y="1637"/>
                  </a:cubicBezTo>
                  <a:lnTo>
                    <a:pt x="2109" y="1637"/>
                  </a:lnTo>
                  <a:cubicBezTo>
                    <a:pt x="2103" y="1638"/>
                    <a:pt x="2097" y="1640"/>
                    <a:pt x="2089" y="1643"/>
                  </a:cubicBezTo>
                  <a:lnTo>
                    <a:pt x="2089" y="1643"/>
                  </a:lnTo>
                  <a:cubicBezTo>
                    <a:pt x="2090" y="1641"/>
                    <a:pt x="2090" y="1639"/>
                    <a:pt x="2090" y="1638"/>
                  </a:cubicBezTo>
                  <a:lnTo>
                    <a:pt x="2090" y="1638"/>
                  </a:lnTo>
                  <a:cubicBezTo>
                    <a:pt x="2089" y="1640"/>
                    <a:pt x="2089" y="1641"/>
                    <a:pt x="2088" y="1643"/>
                  </a:cubicBezTo>
                  <a:lnTo>
                    <a:pt x="2088" y="1643"/>
                  </a:lnTo>
                  <a:cubicBezTo>
                    <a:pt x="2089" y="1643"/>
                    <a:pt x="2089" y="1643"/>
                    <a:pt x="2089" y="1643"/>
                  </a:cubicBezTo>
                  <a:lnTo>
                    <a:pt x="2089" y="1643"/>
                  </a:lnTo>
                  <a:cubicBezTo>
                    <a:pt x="2088" y="1647"/>
                    <a:pt x="2085" y="1654"/>
                    <a:pt x="2082" y="1662"/>
                  </a:cubicBezTo>
                  <a:lnTo>
                    <a:pt x="2082" y="1662"/>
                  </a:lnTo>
                  <a:cubicBezTo>
                    <a:pt x="2084" y="1656"/>
                    <a:pt x="2086" y="1649"/>
                    <a:pt x="2088" y="1643"/>
                  </a:cubicBezTo>
                  <a:lnTo>
                    <a:pt x="2088" y="1643"/>
                  </a:lnTo>
                  <a:cubicBezTo>
                    <a:pt x="2072" y="1648"/>
                    <a:pt x="2051" y="1655"/>
                    <a:pt x="2025" y="1663"/>
                  </a:cubicBezTo>
                  <a:cubicBezTo>
                    <a:pt x="1960" y="1679"/>
                    <a:pt x="1960" y="1679"/>
                    <a:pt x="1960" y="1679"/>
                  </a:cubicBezTo>
                  <a:lnTo>
                    <a:pt x="2090" y="1638"/>
                  </a:lnTo>
                  <a:lnTo>
                    <a:pt x="2090" y="1638"/>
                  </a:lnTo>
                  <a:cubicBezTo>
                    <a:pt x="2090" y="1638"/>
                    <a:pt x="2090" y="1638"/>
                    <a:pt x="2090" y="1638"/>
                  </a:cubicBezTo>
                  <a:cubicBezTo>
                    <a:pt x="2090" y="1638"/>
                    <a:pt x="2095" y="1637"/>
                    <a:pt x="2103" y="1634"/>
                  </a:cubicBezTo>
                  <a:close/>
                  <a:moveTo>
                    <a:pt x="2141" y="1655"/>
                  </a:moveTo>
                  <a:lnTo>
                    <a:pt x="2147" y="1659"/>
                  </a:lnTo>
                  <a:lnTo>
                    <a:pt x="2147" y="1659"/>
                  </a:lnTo>
                  <a:cubicBezTo>
                    <a:pt x="2147" y="1659"/>
                    <a:pt x="2147" y="1659"/>
                    <a:pt x="2147" y="1658"/>
                  </a:cubicBezTo>
                  <a:lnTo>
                    <a:pt x="2147" y="1658"/>
                  </a:lnTo>
                  <a:lnTo>
                    <a:pt x="2157" y="1665"/>
                  </a:lnTo>
                  <a:lnTo>
                    <a:pt x="2166" y="1672"/>
                  </a:lnTo>
                  <a:lnTo>
                    <a:pt x="2166" y="1672"/>
                  </a:lnTo>
                  <a:cubicBezTo>
                    <a:pt x="2166" y="1672"/>
                    <a:pt x="2166" y="1672"/>
                    <a:pt x="2166" y="1672"/>
                  </a:cubicBezTo>
                  <a:lnTo>
                    <a:pt x="2166" y="1672"/>
                  </a:lnTo>
                  <a:cubicBezTo>
                    <a:pt x="2166" y="1672"/>
                    <a:pt x="2167" y="1673"/>
                    <a:pt x="2167" y="1673"/>
                  </a:cubicBezTo>
                  <a:lnTo>
                    <a:pt x="2167" y="1673"/>
                  </a:lnTo>
                  <a:cubicBezTo>
                    <a:pt x="2167" y="1673"/>
                    <a:pt x="2167" y="1673"/>
                    <a:pt x="2166" y="1673"/>
                  </a:cubicBezTo>
                  <a:lnTo>
                    <a:pt x="2166" y="1673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5"/>
                    <a:pt x="2168" y="1675"/>
                    <a:pt x="2168" y="1676"/>
                  </a:cubicBezTo>
                  <a:lnTo>
                    <a:pt x="2168" y="1676"/>
                  </a:lnTo>
                  <a:cubicBezTo>
                    <a:pt x="2168" y="1675"/>
                    <a:pt x="2167" y="1675"/>
                    <a:pt x="2166" y="1674"/>
                  </a:cubicBezTo>
                  <a:lnTo>
                    <a:pt x="2166" y="1674"/>
                  </a:lnTo>
                  <a:cubicBezTo>
                    <a:pt x="2166" y="1673"/>
                    <a:pt x="2166" y="1673"/>
                    <a:pt x="2166" y="1672"/>
                  </a:cubicBezTo>
                  <a:lnTo>
                    <a:pt x="2166" y="1672"/>
                  </a:lnTo>
                  <a:cubicBezTo>
                    <a:pt x="2166" y="1672"/>
                    <a:pt x="2166" y="1673"/>
                    <a:pt x="2166" y="1673"/>
                  </a:cubicBezTo>
                  <a:lnTo>
                    <a:pt x="2166" y="1673"/>
                  </a:lnTo>
                  <a:lnTo>
                    <a:pt x="2166" y="1672"/>
                  </a:lnTo>
                  <a:lnTo>
                    <a:pt x="2166" y="1672"/>
                  </a:lnTo>
                  <a:cubicBezTo>
                    <a:pt x="2166" y="1672"/>
                    <a:pt x="2166" y="1672"/>
                    <a:pt x="2166" y="1672"/>
                  </a:cubicBezTo>
                  <a:lnTo>
                    <a:pt x="2166" y="1672"/>
                  </a:lnTo>
                  <a:cubicBezTo>
                    <a:pt x="2165" y="1672"/>
                    <a:pt x="2164" y="1671"/>
                    <a:pt x="2163" y="1671"/>
                  </a:cubicBezTo>
                  <a:lnTo>
                    <a:pt x="2163" y="1671"/>
                  </a:lnTo>
                  <a:cubicBezTo>
                    <a:pt x="2163" y="1671"/>
                    <a:pt x="2163" y="1671"/>
                    <a:pt x="2163" y="1671"/>
                  </a:cubicBezTo>
                  <a:lnTo>
                    <a:pt x="2147" y="1659"/>
                  </a:lnTo>
                  <a:lnTo>
                    <a:pt x="2147" y="1659"/>
                  </a:lnTo>
                  <a:cubicBezTo>
                    <a:pt x="2147" y="1666"/>
                    <a:pt x="2147" y="1672"/>
                    <a:pt x="2147" y="1679"/>
                  </a:cubicBezTo>
                  <a:cubicBezTo>
                    <a:pt x="2147" y="1674"/>
                    <a:pt x="2143" y="1672"/>
                    <a:pt x="2141" y="1655"/>
                  </a:cubicBezTo>
                  <a:close/>
                  <a:moveTo>
                    <a:pt x="2187" y="1638"/>
                  </a:moveTo>
                  <a:lnTo>
                    <a:pt x="2187" y="1638"/>
                  </a:lnTo>
                  <a:cubicBezTo>
                    <a:pt x="2260" y="1663"/>
                    <a:pt x="2317" y="1679"/>
                    <a:pt x="2317" y="1679"/>
                  </a:cubicBezTo>
                  <a:lnTo>
                    <a:pt x="2252" y="1663"/>
                  </a:lnTo>
                  <a:lnTo>
                    <a:pt x="2187" y="1638"/>
                  </a:lnTo>
                  <a:close/>
                  <a:moveTo>
                    <a:pt x="2082" y="1679"/>
                  </a:moveTo>
                  <a:cubicBezTo>
                    <a:pt x="2082" y="1679"/>
                    <a:pt x="2082" y="1679"/>
                    <a:pt x="2082" y="1679"/>
                  </a:cubicBezTo>
                  <a:lnTo>
                    <a:pt x="2082" y="1679"/>
                  </a:lnTo>
                  <a:cubicBezTo>
                    <a:pt x="2082" y="1679"/>
                    <a:pt x="2082" y="1679"/>
                    <a:pt x="2082" y="1679"/>
                  </a:cubicBezTo>
                  <a:cubicBezTo>
                    <a:pt x="2082" y="1679"/>
                    <a:pt x="2082" y="1679"/>
                    <a:pt x="2082" y="1679"/>
                  </a:cubicBezTo>
                  <a:close/>
                  <a:moveTo>
                    <a:pt x="2075" y="1677"/>
                  </a:moveTo>
                  <a:lnTo>
                    <a:pt x="2075" y="1677"/>
                  </a:lnTo>
                  <a:cubicBezTo>
                    <a:pt x="2075" y="1677"/>
                    <a:pt x="2074" y="1678"/>
                    <a:pt x="2074" y="1679"/>
                  </a:cubicBezTo>
                  <a:cubicBezTo>
                    <a:pt x="2074" y="1679"/>
                    <a:pt x="2074" y="1680"/>
                    <a:pt x="2074" y="1680"/>
                  </a:cubicBezTo>
                  <a:lnTo>
                    <a:pt x="2074" y="1680"/>
                  </a:lnTo>
                  <a:cubicBezTo>
                    <a:pt x="2074" y="1680"/>
                    <a:pt x="2074" y="1680"/>
                    <a:pt x="2074" y="1680"/>
                  </a:cubicBezTo>
                  <a:lnTo>
                    <a:pt x="2074" y="1680"/>
                  </a:lnTo>
                  <a:cubicBezTo>
                    <a:pt x="2074" y="1680"/>
                    <a:pt x="2074" y="1679"/>
                    <a:pt x="2074" y="1679"/>
                  </a:cubicBezTo>
                  <a:lnTo>
                    <a:pt x="2074" y="1679"/>
                  </a:lnTo>
                  <a:cubicBezTo>
                    <a:pt x="2073" y="1679"/>
                    <a:pt x="2073" y="1680"/>
                    <a:pt x="2073" y="1680"/>
                  </a:cubicBezTo>
                  <a:lnTo>
                    <a:pt x="2073" y="1680"/>
                  </a:lnTo>
                  <a:cubicBezTo>
                    <a:pt x="2073" y="1679"/>
                    <a:pt x="2073" y="1679"/>
                    <a:pt x="2073" y="1678"/>
                  </a:cubicBezTo>
                  <a:lnTo>
                    <a:pt x="2073" y="1678"/>
                  </a:lnTo>
                  <a:cubicBezTo>
                    <a:pt x="2074" y="1678"/>
                    <a:pt x="2074" y="1677"/>
                    <a:pt x="2075" y="1677"/>
                  </a:cubicBezTo>
                  <a:close/>
                  <a:moveTo>
                    <a:pt x="2174" y="1673"/>
                  </a:moveTo>
                  <a:cubicBezTo>
                    <a:pt x="2174" y="1673"/>
                    <a:pt x="2174" y="1674"/>
                    <a:pt x="2174" y="1674"/>
                  </a:cubicBezTo>
                  <a:lnTo>
                    <a:pt x="2174" y="1674"/>
                  </a:lnTo>
                  <a:cubicBezTo>
                    <a:pt x="2174" y="1674"/>
                    <a:pt x="2174" y="1674"/>
                    <a:pt x="2174" y="1673"/>
                  </a:cubicBezTo>
                  <a:lnTo>
                    <a:pt x="2174" y="1673"/>
                  </a:lnTo>
                  <a:cubicBezTo>
                    <a:pt x="2174" y="1674"/>
                    <a:pt x="2175" y="1674"/>
                    <a:pt x="2175" y="1674"/>
                  </a:cubicBezTo>
                  <a:lnTo>
                    <a:pt x="2175" y="1674"/>
                  </a:lnTo>
                  <a:lnTo>
                    <a:pt x="2175" y="1675"/>
                  </a:lnTo>
                  <a:lnTo>
                    <a:pt x="2175" y="1675"/>
                  </a:lnTo>
                  <a:cubicBezTo>
                    <a:pt x="2175" y="1674"/>
                    <a:pt x="2174" y="1674"/>
                    <a:pt x="2174" y="1674"/>
                  </a:cubicBezTo>
                  <a:lnTo>
                    <a:pt x="2174" y="1674"/>
                  </a:lnTo>
                  <a:cubicBezTo>
                    <a:pt x="2174" y="1674"/>
                    <a:pt x="2175" y="1675"/>
                    <a:pt x="2175" y="1676"/>
                  </a:cubicBezTo>
                  <a:lnTo>
                    <a:pt x="2175" y="1676"/>
                  </a:lnTo>
                  <a:lnTo>
                    <a:pt x="2174" y="1675"/>
                  </a:lnTo>
                  <a:lnTo>
                    <a:pt x="2174" y="1675"/>
                  </a:lnTo>
                  <a:lnTo>
                    <a:pt x="2175" y="1677"/>
                  </a:lnTo>
                  <a:lnTo>
                    <a:pt x="2175" y="1677"/>
                  </a:lnTo>
                  <a:cubicBezTo>
                    <a:pt x="2175" y="1677"/>
                    <a:pt x="2175" y="1676"/>
                    <a:pt x="2175" y="1676"/>
                  </a:cubicBezTo>
                  <a:lnTo>
                    <a:pt x="2175" y="1676"/>
                  </a:lnTo>
                  <a:lnTo>
                    <a:pt x="2175" y="1676"/>
                  </a:lnTo>
                  <a:lnTo>
                    <a:pt x="2175" y="1675"/>
                  </a:lnTo>
                  <a:lnTo>
                    <a:pt x="2175" y="1675"/>
                  </a:lnTo>
                  <a:cubicBezTo>
                    <a:pt x="2176" y="1676"/>
                    <a:pt x="2177" y="1676"/>
                    <a:pt x="2178" y="1677"/>
                  </a:cubicBezTo>
                  <a:lnTo>
                    <a:pt x="2178" y="1677"/>
                  </a:lnTo>
                  <a:cubicBezTo>
                    <a:pt x="2178" y="1677"/>
                    <a:pt x="2178" y="1676"/>
                    <a:pt x="2178" y="1676"/>
                  </a:cubicBezTo>
                  <a:lnTo>
                    <a:pt x="2178" y="1676"/>
                  </a:lnTo>
                  <a:cubicBezTo>
                    <a:pt x="2179" y="1676"/>
                    <a:pt x="2180" y="1677"/>
                    <a:pt x="2181" y="1679"/>
                  </a:cubicBezTo>
                  <a:lnTo>
                    <a:pt x="2181" y="1679"/>
                  </a:lnTo>
                  <a:lnTo>
                    <a:pt x="2179" y="1678"/>
                  </a:lnTo>
                  <a:lnTo>
                    <a:pt x="2179" y="1678"/>
                  </a:lnTo>
                  <a:cubicBezTo>
                    <a:pt x="2180" y="1679"/>
                    <a:pt x="2181" y="1680"/>
                    <a:pt x="2182" y="1681"/>
                  </a:cubicBezTo>
                  <a:lnTo>
                    <a:pt x="2182" y="1681"/>
                  </a:lnTo>
                  <a:cubicBezTo>
                    <a:pt x="2182" y="1681"/>
                    <a:pt x="2182" y="1681"/>
                    <a:pt x="2182" y="1681"/>
                  </a:cubicBezTo>
                  <a:lnTo>
                    <a:pt x="2182" y="1681"/>
                  </a:lnTo>
                  <a:cubicBezTo>
                    <a:pt x="2181" y="1680"/>
                    <a:pt x="2180" y="1680"/>
                    <a:pt x="2179" y="1680"/>
                  </a:cubicBezTo>
                  <a:lnTo>
                    <a:pt x="2179" y="1680"/>
                  </a:lnTo>
                  <a:cubicBezTo>
                    <a:pt x="2179" y="1679"/>
                    <a:pt x="2179" y="1679"/>
                    <a:pt x="2179" y="1679"/>
                  </a:cubicBezTo>
                  <a:cubicBezTo>
                    <a:pt x="2179" y="1679"/>
                    <a:pt x="2179" y="1679"/>
                    <a:pt x="2179" y="1679"/>
                  </a:cubicBezTo>
                  <a:lnTo>
                    <a:pt x="2179" y="1679"/>
                  </a:lnTo>
                  <a:cubicBezTo>
                    <a:pt x="2179" y="1679"/>
                    <a:pt x="2179" y="1679"/>
                    <a:pt x="2179" y="1679"/>
                  </a:cubicBezTo>
                  <a:lnTo>
                    <a:pt x="2179" y="1679"/>
                  </a:lnTo>
                  <a:cubicBezTo>
                    <a:pt x="2179" y="1679"/>
                    <a:pt x="2179" y="1680"/>
                    <a:pt x="2179" y="1680"/>
                  </a:cubicBezTo>
                  <a:lnTo>
                    <a:pt x="2179" y="1680"/>
                  </a:lnTo>
                  <a:cubicBezTo>
                    <a:pt x="2179" y="1680"/>
                    <a:pt x="2179" y="1681"/>
                    <a:pt x="2179" y="1681"/>
                  </a:cubicBezTo>
                  <a:lnTo>
                    <a:pt x="2179" y="1681"/>
                  </a:lnTo>
                  <a:cubicBezTo>
                    <a:pt x="2179" y="1680"/>
                    <a:pt x="2179" y="1680"/>
                    <a:pt x="2178" y="1679"/>
                  </a:cubicBezTo>
                  <a:lnTo>
                    <a:pt x="2178" y="1679"/>
                  </a:lnTo>
                  <a:cubicBezTo>
                    <a:pt x="2178" y="1679"/>
                    <a:pt x="2178" y="1679"/>
                    <a:pt x="2179" y="1679"/>
                  </a:cubicBezTo>
                  <a:lnTo>
                    <a:pt x="2179" y="1679"/>
                  </a:lnTo>
                  <a:cubicBezTo>
                    <a:pt x="2178" y="1679"/>
                    <a:pt x="2178" y="1679"/>
                    <a:pt x="2178" y="1679"/>
                  </a:cubicBezTo>
                  <a:lnTo>
                    <a:pt x="2178" y="1679"/>
                  </a:lnTo>
                  <a:cubicBezTo>
                    <a:pt x="2178" y="1679"/>
                    <a:pt x="2178" y="1678"/>
                    <a:pt x="2178" y="1678"/>
                  </a:cubicBezTo>
                  <a:lnTo>
                    <a:pt x="2178" y="1678"/>
                  </a:lnTo>
                  <a:lnTo>
                    <a:pt x="2179" y="1678"/>
                  </a:lnTo>
                  <a:lnTo>
                    <a:pt x="2179" y="1678"/>
                  </a:lnTo>
                  <a:cubicBezTo>
                    <a:pt x="2179" y="1678"/>
                    <a:pt x="2178" y="1678"/>
                    <a:pt x="2178" y="1677"/>
                  </a:cubicBezTo>
                  <a:lnTo>
                    <a:pt x="2178" y="1677"/>
                  </a:lnTo>
                  <a:cubicBezTo>
                    <a:pt x="2178" y="1677"/>
                    <a:pt x="2178" y="1678"/>
                    <a:pt x="2178" y="1678"/>
                  </a:cubicBezTo>
                  <a:lnTo>
                    <a:pt x="2178" y="1678"/>
                  </a:lnTo>
                  <a:lnTo>
                    <a:pt x="2175" y="1676"/>
                  </a:lnTo>
                  <a:lnTo>
                    <a:pt x="2176" y="1678"/>
                  </a:lnTo>
                  <a:lnTo>
                    <a:pt x="2176" y="1678"/>
                  </a:lnTo>
                  <a:cubicBezTo>
                    <a:pt x="2175" y="1678"/>
                    <a:pt x="2175" y="1677"/>
                    <a:pt x="2175" y="1677"/>
                  </a:cubicBezTo>
                  <a:lnTo>
                    <a:pt x="2175" y="1677"/>
                  </a:lnTo>
                  <a:lnTo>
                    <a:pt x="2175" y="1677"/>
                  </a:lnTo>
                  <a:lnTo>
                    <a:pt x="2175" y="1677"/>
                  </a:lnTo>
                  <a:cubicBezTo>
                    <a:pt x="2175" y="1677"/>
                    <a:pt x="2175" y="1677"/>
                    <a:pt x="2175" y="1677"/>
                  </a:cubicBezTo>
                  <a:lnTo>
                    <a:pt x="2175" y="1677"/>
                  </a:lnTo>
                  <a:cubicBezTo>
                    <a:pt x="2175" y="1677"/>
                    <a:pt x="2175" y="1677"/>
                    <a:pt x="2174" y="1677"/>
                  </a:cubicBezTo>
                  <a:lnTo>
                    <a:pt x="2174" y="1677"/>
                  </a:lnTo>
                  <a:cubicBezTo>
                    <a:pt x="2175" y="1678"/>
                    <a:pt x="2175" y="1679"/>
                    <a:pt x="2176" y="1680"/>
                  </a:cubicBezTo>
                  <a:lnTo>
                    <a:pt x="2176" y="1680"/>
                  </a:lnTo>
                  <a:cubicBezTo>
                    <a:pt x="2174" y="1679"/>
                    <a:pt x="2173" y="1678"/>
                    <a:pt x="2171" y="1676"/>
                  </a:cubicBezTo>
                  <a:lnTo>
                    <a:pt x="2171" y="1676"/>
                  </a:lnTo>
                  <a:cubicBezTo>
                    <a:pt x="2171" y="1676"/>
                    <a:pt x="2171" y="1675"/>
                    <a:pt x="2171" y="1675"/>
                  </a:cubicBezTo>
                  <a:lnTo>
                    <a:pt x="2171" y="1675"/>
                  </a:lnTo>
                  <a:cubicBezTo>
                    <a:pt x="2172" y="1676"/>
                    <a:pt x="2173" y="1676"/>
                    <a:pt x="2174" y="1677"/>
                  </a:cubicBezTo>
                  <a:lnTo>
                    <a:pt x="2174" y="1677"/>
                  </a:lnTo>
                  <a:cubicBezTo>
                    <a:pt x="2174" y="1676"/>
                    <a:pt x="2173" y="1675"/>
                    <a:pt x="2173" y="1675"/>
                  </a:cubicBezTo>
                  <a:lnTo>
                    <a:pt x="2173" y="1675"/>
                  </a:lnTo>
                  <a:lnTo>
                    <a:pt x="2174" y="1675"/>
                  </a:lnTo>
                  <a:lnTo>
                    <a:pt x="2174" y="1675"/>
                  </a:lnTo>
                  <a:lnTo>
                    <a:pt x="2174" y="1673"/>
                  </a:lnTo>
                  <a:close/>
                  <a:moveTo>
                    <a:pt x="2171" y="1677"/>
                  </a:moveTo>
                  <a:lnTo>
                    <a:pt x="2176" y="1681"/>
                  </a:lnTo>
                  <a:lnTo>
                    <a:pt x="2176" y="1681"/>
                  </a:lnTo>
                  <a:cubicBezTo>
                    <a:pt x="2176" y="1681"/>
                    <a:pt x="2176" y="1681"/>
                    <a:pt x="2176" y="1681"/>
                  </a:cubicBezTo>
                  <a:lnTo>
                    <a:pt x="2176" y="1681"/>
                  </a:lnTo>
                  <a:lnTo>
                    <a:pt x="2176" y="1681"/>
                  </a:lnTo>
                  <a:lnTo>
                    <a:pt x="2176" y="1681"/>
                  </a:lnTo>
                  <a:cubicBezTo>
                    <a:pt x="2176" y="1681"/>
                    <a:pt x="2176" y="1681"/>
                    <a:pt x="2176" y="1682"/>
                  </a:cubicBezTo>
                  <a:lnTo>
                    <a:pt x="2176" y="1682"/>
                  </a:lnTo>
                  <a:cubicBezTo>
                    <a:pt x="2176" y="1682"/>
                    <a:pt x="2176" y="1682"/>
                    <a:pt x="2176" y="1681"/>
                  </a:cubicBezTo>
                  <a:lnTo>
                    <a:pt x="2176" y="1681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4" y="1681"/>
                    <a:pt x="2173" y="1680"/>
                    <a:pt x="2172" y="1679"/>
                  </a:cubicBezTo>
                  <a:lnTo>
                    <a:pt x="2172" y="1679"/>
                  </a:lnTo>
                  <a:cubicBezTo>
                    <a:pt x="2172" y="1678"/>
                    <a:pt x="2172" y="1678"/>
                    <a:pt x="2171" y="1677"/>
                  </a:cubicBezTo>
                  <a:close/>
                  <a:moveTo>
                    <a:pt x="2176" y="1678"/>
                  </a:moveTo>
                  <a:cubicBezTo>
                    <a:pt x="2176" y="1678"/>
                    <a:pt x="2177" y="1678"/>
                    <a:pt x="2177" y="1678"/>
                  </a:cubicBezTo>
                  <a:lnTo>
                    <a:pt x="2177" y="1678"/>
                  </a:lnTo>
                  <a:cubicBezTo>
                    <a:pt x="2177" y="1679"/>
                    <a:pt x="2178" y="1681"/>
                    <a:pt x="2179" y="1681"/>
                  </a:cubicBezTo>
                  <a:cubicBezTo>
                    <a:pt x="2179" y="1681"/>
                    <a:pt x="2179" y="1681"/>
                    <a:pt x="2179" y="1681"/>
                  </a:cubicBezTo>
                  <a:lnTo>
                    <a:pt x="2179" y="1681"/>
                  </a:lnTo>
                  <a:cubicBezTo>
                    <a:pt x="2179" y="1681"/>
                    <a:pt x="2179" y="1682"/>
                    <a:pt x="2179" y="1683"/>
                  </a:cubicBezTo>
                  <a:lnTo>
                    <a:pt x="2179" y="1683"/>
                  </a:lnTo>
                  <a:cubicBezTo>
                    <a:pt x="2178" y="1682"/>
                    <a:pt x="2177" y="1682"/>
                    <a:pt x="2177" y="1681"/>
                  </a:cubicBezTo>
                  <a:lnTo>
                    <a:pt x="2177" y="1681"/>
                  </a:lnTo>
                  <a:lnTo>
                    <a:pt x="2176" y="1679"/>
                  </a:lnTo>
                  <a:lnTo>
                    <a:pt x="2176" y="1678"/>
                  </a:lnTo>
                  <a:close/>
                  <a:moveTo>
                    <a:pt x="2177" y="1682"/>
                  </a:moveTo>
                  <a:lnTo>
                    <a:pt x="2177" y="1683"/>
                  </a:lnTo>
                  <a:lnTo>
                    <a:pt x="2177" y="1683"/>
                  </a:lnTo>
                  <a:cubicBezTo>
                    <a:pt x="2177" y="1683"/>
                    <a:pt x="2177" y="1683"/>
                    <a:pt x="2177" y="1683"/>
                  </a:cubicBezTo>
                  <a:lnTo>
                    <a:pt x="2177" y="1683"/>
                  </a:lnTo>
                  <a:cubicBezTo>
                    <a:pt x="2177" y="1682"/>
                    <a:pt x="2177" y="1682"/>
                    <a:pt x="2177" y="1682"/>
                  </a:cubicBezTo>
                  <a:close/>
                  <a:moveTo>
                    <a:pt x="2177" y="1682"/>
                  </a:moveTo>
                  <a:cubicBezTo>
                    <a:pt x="2177" y="1682"/>
                    <a:pt x="2178" y="1682"/>
                    <a:pt x="2179" y="1683"/>
                  </a:cubicBezTo>
                  <a:lnTo>
                    <a:pt x="2179" y="1683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lnTo>
                    <a:pt x="2177" y="1682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close/>
                  <a:moveTo>
                    <a:pt x="2179" y="1683"/>
                  </a:moveTo>
                  <a:lnTo>
                    <a:pt x="2179" y="1683"/>
                  </a:lnTo>
                  <a:lnTo>
                    <a:pt x="2179" y="1683"/>
                  </a:lnTo>
                  <a:cubicBezTo>
                    <a:pt x="2179" y="1683"/>
                    <a:pt x="2179" y="1683"/>
                    <a:pt x="2179" y="1683"/>
                  </a:cubicBezTo>
                  <a:lnTo>
                    <a:pt x="2179" y="1683"/>
                  </a:lnTo>
                  <a:cubicBezTo>
                    <a:pt x="2179" y="1683"/>
                    <a:pt x="2179" y="1683"/>
                    <a:pt x="2179" y="1683"/>
                  </a:cubicBezTo>
                  <a:close/>
                  <a:moveTo>
                    <a:pt x="2173" y="1680"/>
                  </a:moveTo>
                  <a:lnTo>
                    <a:pt x="2177" y="1684"/>
                  </a:lnTo>
                  <a:lnTo>
                    <a:pt x="2177" y="1684"/>
                  </a:lnTo>
                  <a:lnTo>
                    <a:pt x="2177" y="1682"/>
                  </a:ln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2"/>
                    <a:pt x="2176" y="1682"/>
                    <a:pt x="2176" y="1682"/>
                  </a:cubicBezTo>
                  <a:lnTo>
                    <a:pt x="2176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2"/>
                    <a:pt x="2177" y="1682"/>
                    <a:pt x="2177" y="1682"/>
                  </a:cubicBezTo>
                  <a:lnTo>
                    <a:pt x="2177" y="1682"/>
                  </a:lnTo>
                  <a:cubicBezTo>
                    <a:pt x="2177" y="1683"/>
                    <a:pt x="2177" y="1684"/>
                    <a:pt x="2177" y="1684"/>
                  </a:cubicBezTo>
                  <a:lnTo>
                    <a:pt x="2177" y="1684"/>
                  </a:lnTo>
                  <a:lnTo>
                    <a:pt x="2177" y="1684"/>
                  </a:lnTo>
                  <a:lnTo>
                    <a:pt x="2177" y="1684"/>
                  </a:lnTo>
                  <a:lnTo>
                    <a:pt x="2177" y="1685"/>
                  </a:lnTo>
                  <a:lnTo>
                    <a:pt x="2177" y="1685"/>
                  </a:lnTo>
                  <a:cubicBezTo>
                    <a:pt x="2176" y="1683"/>
                    <a:pt x="2174" y="1682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close/>
                  <a:moveTo>
                    <a:pt x="2177" y="1683"/>
                  </a:moveTo>
                  <a:cubicBezTo>
                    <a:pt x="2178" y="1683"/>
                    <a:pt x="2178" y="1684"/>
                    <a:pt x="2179" y="1684"/>
                  </a:cubicBezTo>
                  <a:lnTo>
                    <a:pt x="2179" y="1684"/>
                  </a:lnTo>
                  <a:cubicBezTo>
                    <a:pt x="2179" y="1684"/>
                    <a:pt x="2179" y="1684"/>
                    <a:pt x="2179" y="1683"/>
                  </a:cubicBezTo>
                  <a:lnTo>
                    <a:pt x="2179" y="1683"/>
                  </a:lnTo>
                  <a:cubicBezTo>
                    <a:pt x="2179" y="1684"/>
                    <a:pt x="2180" y="1684"/>
                    <a:pt x="2180" y="1685"/>
                  </a:cubicBezTo>
                  <a:lnTo>
                    <a:pt x="2180" y="1685"/>
                  </a:lnTo>
                  <a:cubicBezTo>
                    <a:pt x="2180" y="1685"/>
                    <a:pt x="2179" y="1684"/>
                    <a:pt x="2179" y="1684"/>
                  </a:cubicBezTo>
                  <a:lnTo>
                    <a:pt x="2179" y="1684"/>
                  </a:lnTo>
                  <a:cubicBezTo>
                    <a:pt x="2179" y="1685"/>
                    <a:pt x="2179" y="1685"/>
                    <a:pt x="2179" y="1686"/>
                  </a:cubicBezTo>
                  <a:lnTo>
                    <a:pt x="2179" y="1686"/>
                  </a:lnTo>
                  <a:lnTo>
                    <a:pt x="2179" y="1686"/>
                  </a:lnTo>
                  <a:lnTo>
                    <a:pt x="2179" y="1686"/>
                  </a:lnTo>
                  <a:lnTo>
                    <a:pt x="2179" y="1687"/>
                  </a:ln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cubicBezTo>
                    <a:pt x="2179" y="1686"/>
                    <a:pt x="2179" y="1686"/>
                    <a:pt x="2178" y="1686"/>
                  </a:cubicBezTo>
                  <a:lnTo>
                    <a:pt x="2178" y="1686"/>
                  </a:lnTo>
                  <a:lnTo>
                    <a:pt x="2179" y="1686"/>
                  </a:lnTo>
                  <a:lnTo>
                    <a:pt x="2179" y="1686"/>
                  </a:lnTo>
                  <a:lnTo>
                    <a:pt x="2177" y="1683"/>
                  </a:lnTo>
                  <a:close/>
                  <a:moveTo>
                    <a:pt x="2074" y="1681"/>
                  </a:moveTo>
                  <a:lnTo>
                    <a:pt x="2074" y="1681"/>
                  </a:lnTo>
                  <a:cubicBezTo>
                    <a:pt x="2074" y="1681"/>
                    <a:pt x="2074" y="1681"/>
                    <a:pt x="2074" y="1681"/>
                  </a:cubicBezTo>
                  <a:lnTo>
                    <a:pt x="2074" y="1681"/>
                  </a:lnTo>
                  <a:cubicBezTo>
                    <a:pt x="2073" y="1683"/>
                    <a:pt x="2073" y="1685"/>
                    <a:pt x="2072" y="1687"/>
                  </a:cubicBezTo>
                  <a:lnTo>
                    <a:pt x="2072" y="1687"/>
                  </a:lnTo>
                  <a:cubicBezTo>
                    <a:pt x="2072" y="1687"/>
                    <a:pt x="2071" y="1687"/>
                    <a:pt x="2071" y="1687"/>
                  </a:cubicBezTo>
                  <a:lnTo>
                    <a:pt x="2071" y="1687"/>
                  </a:lnTo>
                  <a:cubicBezTo>
                    <a:pt x="2072" y="1684"/>
                    <a:pt x="2073" y="1682"/>
                    <a:pt x="2074" y="1681"/>
                  </a:cubicBezTo>
                  <a:close/>
                  <a:moveTo>
                    <a:pt x="2185" y="1689"/>
                  </a:moveTo>
                  <a:lnTo>
                    <a:pt x="2186" y="1689"/>
                  </a:lnTo>
                  <a:lnTo>
                    <a:pt x="2186" y="1689"/>
                  </a:lnTo>
                  <a:cubicBezTo>
                    <a:pt x="2185" y="1689"/>
                    <a:pt x="2185" y="1689"/>
                    <a:pt x="2185" y="1689"/>
                  </a:cubicBezTo>
                  <a:lnTo>
                    <a:pt x="2185" y="1689"/>
                  </a:lnTo>
                  <a:cubicBezTo>
                    <a:pt x="2185" y="1689"/>
                    <a:pt x="2185" y="1689"/>
                    <a:pt x="2185" y="1689"/>
                  </a:cubicBezTo>
                  <a:close/>
                  <a:moveTo>
                    <a:pt x="2244" y="1679"/>
                  </a:moveTo>
                  <a:lnTo>
                    <a:pt x="2244" y="1679"/>
                  </a:lnTo>
                  <a:cubicBezTo>
                    <a:pt x="2256" y="1683"/>
                    <a:pt x="2266" y="1687"/>
                    <a:pt x="2276" y="1691"/>
                  </a:cubicBezTo>
                  <a:lnTo>
                    <a:pt x="2276" y="1691"/>
                  </a:lnTo>
                  <a:lnTo>
                    <a:pt x="2244" y="1679"/>
                  </a:lnTo>
                  <a:close/>
                  <a:moveTo>
                    <a:pt x="2179" y="1686"/>
                  </a:moveTo>
                  <a:lnTo>
                    <a:pt x="2184" y="1691"/>
                  </a:lnTo>
                  <a:lnTo>
                    <a:pt x="2184" y="1691"/>
                  </a:lnTo>
                  <a:cubicBezTo>
                    <a:pt x="2185" y="1692"/>
                    <a:pt x="2186" y="1693"/>
                    <a:pt x="2186" y="1694"/>
                  </a:cubicBezTo>
                  <a:lnTo>
                    <a:pt x="2186" y="1694"/>
                  </a:lnTo>
                  <a:cubicBezTo>
                    <a:pt x="2184" y="1691"/>
                    <a:pt x="2181" y="1689"/>
                    <a:pt x="2179" y="1687"/>
                  </a:cubicBez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lnTo>
                    <a:pt x="2179" y="1687"/>
                  </a:lnTo>
                  <a:lnTo>
                    <a:pt x="2179" y="1687"/>
                  </a:lnTo>
                  <a:cubicBezTo>
                    <a:pt x="2179" y="1687"/>
                    <a:pt x="2179" y="1687"/>
                    <a:pt x="2179" y="1687"/>
                  </a:cubicBezTo>
                  <a:lnTo>
                    <a:pt x="2179" y="1687"/>
                  </a:lnTo>
                  <a:cubicBezTo>
                    <a:pt x="2179" y="1687"/>
                    <a:pt x="2179" y="1686"/>
                    <a:pt x="2179" y="1686"/>
                  </a:cubicBezTo>
                  <a:close/>
                  <a:moveTo>
                    <a:pt x="2173" y="1681"/>
                  </a:move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cubicBezTo>
                    <a:pt x="2177" y="1685"/>
                    <a:pt x="2177" y="1685"/>
                    <a:pt x="2177" y="1685"/>
                  </a:cubicBezTo>
                  <a:lnTo>
                    <a:pt x="2177" y="1685"/>
                  </a:lnTo>
                  <a:cubicBezTo>
                    <a:pt x="2177" y="1685"/>
                    <a:pt x="2177" y="1685"/>
                    <a:pt x="2177" y="1684"/>
                  </a:cubicBezTo>
                  <a:lnTo>
                    <a:pt x="2177" y="1684"/>
                  </a:lnTo>
                  <a:lnTo>
                    <a:pt x="2178" y="1686"/>
                  </a:lnTo>
                  <a:lnTo>
                    <a:pt x="2178" y="1686"/>
                  </a:lnTo>
                  <a:cubicBezTo>
                    <a:pt x="2179" y="1686"/>
                    <a:pt x="2179" y="1686"/>
                    <a:pt x="2179" y="1687"/>
                  </a:cubicBezTo>
                  <a:lnTo>
                    <a:pt x="2179" y="1687"/>
                  </a:lnTo>
                  <a:cubicBezTo>
                    <a:pt x="2178" y="1686"/>
                    <a:pt x="2178" y="1686"/>
                    <a:pt x="2177" y="1685"/>
                  </a:cubicBezTo>
                  <a:lnTo>
                    <a:pt x="2177" y="1685"/>
                  </a:lnTo>
                  <a:cubicBezTo>
                    <a:pt x="2177" y="1685"/>
                    <a:pt x="2177" y="1685"/>
                    <a:pt x="2177" y="1685"/>
                  </a:cubicBezTo>
                  <a:lnTo>
                    <a:pt x="2177" y="1685"/>
                  </a:lnTo>
                  <a:lnTo>
                    <a:pt x="2177" y="1685"/>
                  </a:lnTo>
                  <a:lnTo>
                    <a:pt x="2177" y="1685"/>
                  </a:lnTo>
                  <a:lnTo>
                    <a:pt x="2179" y="1693"/>
                  </a:lnTo>
                  <a:lnTo>
                    <a:pt x="2179" y="1693"/>
                  </a:lnTo>
                  <a:cubicBezTo>
                    <a:pt x="2179" y="1693"/>
                    <a:pt x="2179" y="1691"/>
                    <a:pt x="2177" y="1685"/>
                  </a:cubicBezTo>
                  <a:lnTo>
                    <a:pt x="2177" y="1685"/>
                  </a:lnTo>
                  <a:lnTo>
                    <a:pt x="2179" y="1687"/>
                  </a:lnTo>
                  <a:lnTo>
                    <a:pt x="2182" y="1694"/>
                  </a:lnTo>
                  <a:lnTo>
                    <a:pt x="2182" y="1694"/>
                  </a:lnTo>
                  <a:cubicBezTo>
                    <a:pt x="2183" y="1693"/>
                    <a:pt x="2183" y="1691"/>
                    <a:pt x="2179" y="1687"/>
                  </a:cubicBezTo>
                  <a:lnTo>
                    <a:pt x="2179" y="1687"/>
                  </a:lnTo>
                  <a:lnTo>
                    <a:pt x="2187" y="1695"/>
                  </a:lnTo>
                  <a:cubicBezTo>
                    <a:pt x="2186" y="1694"/>
                    <a:pt x="2185" y="1693"/>
                    <a:pt x="2184" y="1693"/>
                  </a:cubicBezTo>
                  <a:lnTo>
                    <a:pt x="2184" y="1693"/>
                  </a:lnTo>
                  <a:cubicBezTo>
                    <a:pt x="2182" y="1693"/>
                    <a:pt x="2187" y="1703"/>
                    <a:pt x="2187" y="1703"/>
                  </a:cubicBezTo>
                  <a:lnTo>
                    <a:pt x="2182" y="1694"/>
                  </a:lnTo>
                  <a:lnTo>
                    <a:pt x="2182" y="1694"/>
                  </a:lnTo>
                  <a:cubicBezTo>
                    <a:pt x="2182" y="1695"/>
                    <a:pt x="2179" y="1695"/>
                    <a:pt x="2179" y="1695"/>
                  </a:cubicBezTo>
                  <a:lnTo>
                    <a:pt x="2179" y="1693"/>
                  </a:lnTo>
                  <a:lnTo>
                    <a:pt x="2179" y="1693"/>
                  </a:lnTo>
                  <a:cubicBezTo>
                    <a:pt x="2179" y="1693"/>
                    <a:pt x="2179" y="1693"/>
                    <a:pt x="2179" y="1693"/>
                  </a:cubicBezTo>
                  <a:cubicBezTo>
                    <a:pt x="2178" y="1693"/>
                    <a:pt x="2176" y="1689"/>
                    <a:pt x="2173" y="1681"/>
                  </a:cubicBezTo>
                  <a:close/>
                  <a:moveTo>
                    <a:pt x="2171" y="1655"/>
                  </a:moveTo>
                  <a:lnTo>
                    <a:pt x="2244" y="1687"/>
                  </a:lnTo>
                  <a:cubicBezTo>
                    <a:pt x="2295" y="1708"/>
                    <a:pt x="2313" y="1715"/>
                    <a:pt x="2312" y="1715"/>
                  </a:cubicBezTo>
                  <a:cubicBezTo>
                    <a:pt x="2311" y="1715"/>
                    <a:pt x="2273" y="1701"/>
                    <a:pt x="2236" y="1687"/>
                  </a:cubicBezTo>
                  <a:lnTo>
                    <a:pt x="2236" y="1687"/>
                  </a:lnTo>
                  <a:cubicBezTo>
                    <a:pt x="2236" y="1687"/>
                    <a:pt x="2236" y="1687"/>
                    <a:pt x="2236" y="1687"/>
                  </a:cubicBezTo>
                  <a:cubicBezTo>
                    <a:pt x="2206" y="1676"/>
                    <a:pt x="2190" y="1670"/>
                    <a:pt x="2187" y="1670"/>
                  </a:cubicBezTo>
                  <a:lnTo>
                    <a:pt x="2187" y="1670"/>
                  </a:lnTo>
                  <a:cubicBezTo>
                    <a:pt x="2187" y="1670"/>
                    <a:pt x="2187" y="1670"/>
                    <a:pt x="2188" y="1671"/>
                  </a:cubicBezTo>
                  <a:lnTo>
                    <a:pt x="2188" y="1671"/>
                  </a:lnTo>
                  <a:cubicBezTo>
                    <a:pt x="2183" y="1668"/>
                    <a:pt x="2177" y="1665"/>
                    <a:pt x="2173" y="1662"/>
                  </a:cubicBezTo>
                  <a:lnTo>
                    <a:pt x="2173" y="1662"/>
                  </a:lnTo>
                  <a:lnTo>
                    <a:pt x="2171" y="1655"/>
                  </a:lnTo>
                  <a:close/>
                  <a:moveTo>
                    <a:pt x="2309" y="1703"/>
                  </a:moveTo>
                  <a:lnTo>
                    <a:pt x="2309" y="1703"/>
                  </a:lnTo>
                  <a:cubicBezTo>
                    <a:pt x="2321" y="1707"/>
                    <a:pt x="2331" y="1711"/>
                    <a:pt x="2341" y="1715"/>
                  </a:cubicBezTo>
                  <a:lnTo>
                    <a:pt x="2341" y="1715"/>
                  </a:lnTo>
                  <a:lnTo>
                    <a:pt x="2309" y="1703"/>
                  </a:lnTo>
                  <a:close/>
                  <a:moveTo>
                    <a:pt x="2678" y="1706"/>
                  </a:moveTo>
                  <a:cubicBezTo>
                    <a:pt x="2685" y="1706"/>
                    <a:pt x="2701" y="1710"/>
                    <a:pt x="2739" y="1719"/>
                  </a:cubicBezTo>
                  <a:lnTo>
                    <a:pt x="2674" y="1711"/>
                  </a:lnTo>
                  <a:cubicBezTo>
                    <a:pt x="2674" y="1708"/>
                    <a:pt x="2674" y="1706"/>
                    <a:pt x="2678" y="1706"/>
                  </a:cubicBezTo>
                  <a:close/>
                  <a:moveTo>
                    <a:pt x="2066" y="1703"/>
                  </a:moveTo>
                  <a:cubicBezTo>
                    <a:pt x="2063" y="1711"/>
                    <a:pt x="2061" y="1718"/>
                    <a:pt x="2058" y="1724"/>
                  </a:cubicBezTo>
                  <a:lnTo>
                    <a:pt x="2058" y="1724"/>
                  </a:lnTo>
                  <a:cubicBezTo>
                    <a:pt x="2060" y="1717"/>
                    <a:pt x="2063" y="1710"/>
                    <a:pt x="2066" y="1703"/>
                  </a:cubicBezTo>
                  <a:close/>
                  <a:moveTo>
                    <a:pt x="2130" y="1671"/>
                  </a:moveTo>
                  <a:cubicBezTo>
                    <a:pt x="2135" y="1707"/>
                    <a:pt x="2135" y="1726"/>
                    <a:pt x="2134" y="1726"/>
                  </a:cubicBezTo>
                  <a:cubicBezTo>
                    <a:pt x="2132" y="1726"/>
                    <a:pt x="2130" y="1707"/>
                    <a:pt x="2130" y="1671"/>
                  </a:cubicBezTo>
                  <a:close/>
                  <a:moveTo>
                    <a:pt x="2166" y="1674"/>
                  </a:moveTo>
                  <a:lnTo>
                    <a:pt x="2168" y="1676"/>
                  </a:lnTo>
                  <a:lnTo>
                    <a:pt x="2168" y="1676"/>
                  </a:lnTo>
                  <a:cubicBezTo>
                    <a:pt x="2169" y="1680"/>
                    <a:pt x="2170" y="1683"/>
                    <a:pt x="2171" y="1687"/>
                  </a:cubicBezTo>
                  <a:cubicBezTo>
                    <a:pt x="2171" y="1687"/>
                    <a:pt x="2171" y="1687"/>
                    <a:pt x="2171" y="1687"/>
                  </a:cubicBezTo>
                  <a:lnTo>
                    <a:pt x="2171" y="1687"/>
                  </a:lnTo>
                  <a:cubicBezTo>
                    <a:pt x="2178" y="1713"/>
                    <a:pt x="2180" y="1729"/>
                    <a:pt x="2179" y="1729"/>
                  </a:cubicBezTo>
                  <a:cubicBezTo>
                    <a:pt x="2178" y="1729"/>
                    <a:pt x="2174" y="1712"/>
                    <a:pt x="2166" y="1674"/>
                  </a:cubicBezTo>
                  <a:close/>
                  <a:moveTo>
                    <a:pt x="2072" y="1679"/>
                  </a:moveTo>
                  <a:cubicBezTo>
                    <a:pt x="2071" y="1680"/>
                    <a:pt x="2071" y="1681"/>
                    <a:pt x="2071" y="1681"/>
                  </a:cubicBezTo>
                  <a:cubicBezTo>
                    <a:pt x="2072" y="1681"/>
                    <a:pt x="2072" y="1680"/>
                    <a:pt x="2073" y="1680"/>
                  </a:cubicBezTo>
                  <a:lnTo>
                    <a:pt x="2073" y="1680"/>
                  </a:lnTo>
                  <a:cubicBezTo>
                    <a:pt x="2072" y="1681"/>
                    <a:pt x="2071" y="1684"/>
                    <a:pt x="2070" y="1687"/>
                  </a:cubicBezTo>
                  <a:lnTo>
                    <a:pt x="2070" y="1687"/>
                  </a:lnTo>
                  <a:cubicBezTo>
                    <a:pt x="2071" y="1684"/>
                    <a:pt x="2073" y="1682"/>
                    <a:pt x="2074" y="1680"/>
                  </a:cubicBezTo>
                  <a:lnTo>
                    <a:pt x="2074" y="1680"/>
                  </a:lnTo>
                  <a:cubicBezTo>
                    <a:pt x="2073" y="1682"/>
                    <a:pt x="2072" y="1684"/>
                    <a:pt x="2071" y="1687"/>
                  </a:cubicBezTo>
                  <a:lnTo>
                    <a:pt x="2070" y="1687"/>
                  </a:lnTo>
                  <a:cubicBezTo>
                    <a:pt x="2069" y="1688"/>
                    <a:pt x="2069" y="1688"/>
                    <a:pt x="2069" y="1689"/>
                  </a:cubicBezTo>
                  <a:lnTo>
                    <a:pt x="2069" y="1689"/>
                  </a:lnTo>
                  <a:cubicBezTo>
                    <a:pt x="2069" y="1689"/>
                    <a:pt x="2069" y="1689"/>
                    <a:pt x="2069" y="1689"/>
                  </a:cubicBezTo>
                  <a:lnTo>
                    <a:pt x="2069" y="1689"/>
                  </a:lnTo>
                  <a:cubicBezTo>
                    <a:pt x="2069" y="1688"/>
                    <a:pt x="2069" y="1688"/>
                    <a:pt x="2070" y="1687"/>
                  </a:cubicBezTo>
                  <a:lnTo>
                    <a:pt x="2066" y="1687"/>
                  </a:lnTo>
                  <a:cubicBezTo>
                    <a:pt x="2064" y="1690"/>
                    <a:pt x="2063" y="1692"/>
                    <a:pt x="2062" y="1694"/>
                  </a:cubicBezTo>
                  <a:lnTo>
                    <a:pt x="2062" y="1694"/>
                  </a:lnTo>
                  <a:cubicBezTo>
                    <a:pt x="2061" y="1695"/>
                    <a:pt x="2061" y="1695"/>
                    <a:pt x="2060" y="1696"/>
                  </a:cubicBezTo>
                  <a:lnTo>
                    <a:pt x="2060" y="1696"/>
                  </a:lnTo>
                  <a:cubicBezTo>
                    <a:pt x="2062" y="1693"/>
                    <a:pt x="2064" y="1690"/>
                    <a:pt x="2065" y="1687"/>
                  </a:cubicBezTo>
                  <a:lnTo>
                    <a:pt x="2065" y="1687"/>
                  </a:lnTo>
                  <a:cubicBezTo>
                    <a:pt x="2064" y="1690"/>
                    <a:pt x="2062" y="1693"/>
                    <a:pt x="2060" y="1696"/>
                  </a:cubicBezTo>
                  <a:lnTo>
                    <a:pt x="2060" y="1696"/>
                  </a:lnTo>
                  <a:cubicBezTo>
                    <a:pt x="2023" y="1724"/>
                    <a:pt x="2004" y="1739"/>
                    <a:pt x="2003" y="1739"/>
                  </a:cubicBezTo>
                  <a:cubicBezTo>
                    <a:pt x="2002" y="1739"/>
                    <a:pt x="2025" y="1719"/>
                    <a:pt x="2072" y="1679"/>
                  </a:cubicBezTo>
                  <a:close/>
                  <a:moveTo>
                    <a:pt x="2121" y="1643"/>
                  </a:moveTo>
                  <a:cubicBezTo>
                    <a:pt x="2121" y="1643"/>
                    <a:pt x="2122" y="1644"/>
                    <a:pt x="2122" y="1644"/>
                  </a:cubicBezTo>
                  <a:lnTo>
                    <a:pt x="2122" y="1644"/>
                  </a:lnTo>
                  <a:lnTo>
                    <a:pt x="2106" y="1655"/>
                  </a:lnTo>
                  <a:cubicBezTo>
                    <a:pt x="2113" y="1651"/>
                    <a:pt x="2118" y="1648"/>
                    <a:pt x="2123" y="1644"/>
                  </a:cubicBezTo>
                  <a:lnTo>
                    <a:pt x="2123" y="1644"/>
                  </a:lnTo>
                  <a:cubicBezTo>
                    <a:pt x="2126" y="1646"/>
                    <a:pt x="2128" y="1647"/>
                    <a:pt x="2131" y="1649"/>
                  </a:cubicBezTo>
                  <a:lnTo>
                    <a:pt x="2131" y="1649"/>
                  </a:lnTo>
                  <a:cubicBezTo>
                    <a:pt x="2130" y="1656"/>
                    <a:pt x="2130" y="1663"/>
                    <a:pt x="2130" y="1671"/>
                  </a:cubicBezTo>
                  <a:cubicBezTo>
                    <a:pt x="2130" y="1695"/>
                    <a:pt x="2130" y="1719"/>
                    <a:pt x="2122" y="1744"/>
                  </a:cubicBezTo>
                  <a:cubicBezTo>
                    <a:pt x="2122" y="1716"/>
                    <a:pt x="2122" y="1690"/>
                    <a:pt x="2122" y="1671"/>
                  </a:cubicBezTo>
                  <a:cubicBezTo>
                    <a:pt x="2122" y="1736"/>
                    <a:pt x="2122" y="1736"/>
                    <a:pt x="2114" y="1736"/>
                  </a:cubicBezTo>
                  <a:cubicBezTo>
                    <a:pt x="2110" y="1694"/>
                    <a:pt x="2100" y="1671"/>
                    <a:pt x="2090" y="1671"/>
                  </a:cubicBezTo>
                  <a:cubicBezTo>
                    <a:pt x="2090" y="1671"/>
                    <a:pt x="2090" y="1671"/>
                    <a:pt x="2090" y="1671"/>
                  </a:cubicBezTo>
                  <a:lnTo>
                    <a:pt x="2090" y="1671"/>
                  </a:lnTo>
                  <a:cubicBezTo>
                    <a:pt x="2097" y="1664"/>
                    <a:pt x="2099" y="1661"/>
                    <a:pt x="2098" y="1661"/>
                  </a:cubicBezTo>
                  <a:lnTo>
                    <a:pt x="2098" y="1661"/>
                  </a:lnTo>
                  <a:cubicBezTo>
                    <a:pt x="2096" y="1661"/>
                    <a:pt x="2077" y="1678"/>
                    <a:pt x="2082" y="1679"/>
                  </a:cubicBezTo>
                  <a:lnTo>
                    <a:pt x="2082" y="1679"/>
                  </a:lnTo>
                  <a:cubicBezTo>
                    <a:pt x="2084" y="1674"/>
                    <a:pt x="2087" y="1671"/>
                    <a:pt x="2090" y="1671"/>
                  </a:cubicBezTo>
                  <a:lnTo>
                    <a:pt x="2090" y="1671"/>
                  </a:lnTo>
                  <a:cubicBezTo>
                    <a:pt x="2088" y="1673"/>
                    <a:pt x="2085" y="1676"/>
                    <a:pt x="2082" y="1679"/>
                  </a:cubicBezTo>
                  <a:cubicBezTo>
                    <a:pt x="2082" y="1679"/>
                    <a:pt x="2082" y="1679"/>
                    <a:pt x="2081" y="1679"/>
                  </a:cubicBezTo>
                  <a:lnTo>
                    <a:pt x="2081" y="1679"/>
                  </a:lnTo>
                  <a:cubicBezTo>
                    <a:pt x="2082" y="1679"/>
                    <a:pt x="2082" y="1679"/>
                    <a:pt x="2082" y="1679"/>
                  </a:cubicBezTo>
                  <a:lnTo>
                    <a:pt x="2082" y="1679"/>
                  </a:lnTo>
                  <a:cubicBezTo>
                    <a:pt x="2078" y="1679"/>
                    <a:pt x="2076" y="1681"/>
                    <a:pt x="2074" y="1683"/>
                  </a:cubicBezTo>
                  <a:lnTo>
                    <a:pt x="2074" y="1683"/>
                  </a:lnTo>
                  <a:cubicBezTo>
                    <a:pt x="2075" y="1680"/>
                    <a:pt x="2076" y="1677"/>
                    <a:pt x="2078" y="1674"/>
                  </a:cubicBezTo>
                  <a:lnTo>
                    <a:pt x="2078" y="1674"/>
                  </a:lnTo>
                  <a:cubicBezTo>
                    <a:pt x="2079" y="1673"/>
                    <a:pt x="2080" y="1672"/>
                    <a:pt x="2082" y="1671"/>
                  </a:cubicBezTo>
                  <a:lnTo>
                    <a:pt x="2114" y="1646"/>
                  </a:lnTo>
                  <a:lnTo>
                    <a:pt x="2121" y="1643"/>
                  </a:lnTo>
                  <a:close/>
                  <a:moveTo>
                    <a:pt x="1550" y="1722"/>
                  </a:moveTo>
                  <a:cubicBezTo>
                    <a:pt x="1555" y="1722"/>
                    <a:pt x="1555" y="1724"/>
                    <a:pt x="1555" y="1728"/>
                  </a:cubicBezTo>
                  <a:cubicBezTo>
                    <a:pt x="1530" y="1736"/>
                    <a:pt x="1514" y="1744"/>
                    <a:pt x="1490" y="1744"/>
                  </a:cubicBezTo>
                  <a:cubicBezTo>
                    <a:pt x="1474" y="1748"/>
                    <a:pt x="1466" y="1749"/>
                    <a:pt x="1463" y="1749"/>
                  </a:cubicBezTo>
                  <a:cubicBezTo>
                    <a:pt x="1453" y="1749"/>
                    <a:pt x="1490" y="1736"/>
                    <a:pt x="1490" y="1736"/>
                  </a:cubicBezTo>
                  <a:cubicBezTo>
                    <a:pt x="1528" y="1726"/>
                    <a:pt x="1544" y="1722"/>
                    <a:pt x="1550" y="1722"/>
                  </a:cubicBezTo>
                  <a:close/>
                  <a:moveTo>
                    <a:pt x="2177" y="1674"/>
                  </a:moveTo>
                  <a:cubicBezTo>
                    <a:pt x="2230" y="1704"/>
                    <a:pt x="2256" y="1719"/>
                    <a:pt x="2255" y="1719"/>
                  </a:cubicBezTo>
                  <a:lnTo>
                    <a:pt x="2255" y="1719"/>
                  </a:lnTo>
                  <a:cubicBezTo>
                    <a:pt x="2254" y="1719"/>
                    <a:pt x="2234" y="1709"/>
                    <a:pt x="2193" y="1687"/>
                  </a:cubicBezTo>
                  <a:lnTo>
                    <a:pt x="2193" y="1687"/>
                  </a:lnTo>
                  <a:lnTo>
                    <a:pt x="2220" y="1703"/>
                  </a:lnTo>
                  <a:cubicBezTo>
                    <a:pt x="2213" y="1701"/>
                    <a:pt x="2207" y="1698"/>
                    <a:pt x="2202" y="1695"/>
                  </a:cubicBezTo>
                  <a:lnTo>
                    <a:pt x="2202" y="1695"/>
                  </a:lnTo>
                  <a:lnTo>
                    <a:pt x="2212" y="1703"/>
                  </a:lnTo>
                  <a:cubicBezTo>
                    <a:pt x="2257" y="1735"/>
                    <a:pt x="2274" y="1750"/>
                    <a:pt x="2271" y="1750"/>
                  </a:cubicBezTo>
                  <a:cubicBezTo>
                    <a:pt x="2268" y="1750"/>
                    <a:pt x="2233" y="1726"/>
                    <a:pt x="2184" y="1687"/>
                  </a:cubicBezTo>
                  <a:lnTo>
                    <a:pt x="2184" y="1687"/>
                  </a:lnTo>
                  <a:cubicBezTo>
                    <a:pt x="2183" y="1684"/>
                    <a:pt x="2183" y="1682"/>
                    <a:pt x="2182" y="1681"/>
                  </a:cubicBezTo>
                  <a:lnTo>
                    <a:pt x="2182" y="1681"/>
                  </a:lnTo>
                  <a:cubicBezTo>
                    <a:pt x="2182" y="1681"/>
                    <a:pt x="2182" y="1681"/>
                    <a:pt x="2182" y="1681"/>
                  </a:cubicBezTo>
                  <a:lnTo>
                    <a:pt x="2182" y="1681"/>
                  </a:lnTo>
                  <a:cubicBezTo>
                    <a:pt x="2188" y="1686"/>
                    <a:pt x="2195" y="1691"/>
                    <a:pt x="2202" y="1695"/>
                  </a:cubicBezTo>
                  <a:lnTo>
                    <a:pt x="2202" y="1695"/>
                  </a:lnTo>
                  <a:lnTo>
                    <a:pt x="2190" y="1685"/>
                  </a:lnTo>
                  <a:lnTo>
                    <a:pt x="2190" y="1685"/>
                  </a:lnTo>
                  <a:cubicBezTo>
                    <a:pt x="2191" y="1686"/>
                    <a:pt x="2192" y="1686"/>
                    <a:pt x="2193" y="1687"/>
                  </a:cubicBezTo>
                  <a:lnTo>
                    <a:pt x="2193" y="1687"/>
                  </a:lnTo>
                  <a:lnTo>
                    <a:pt x="2189" y="1684"/>
                  </a:lnTo>
                  <a:lnTo>
                    <a:pt x="2177" y="1675"/>
                  </a:lnTo>
                  <a:lnTo>
                    <a:pt x="2177" y="1675"/>
                  </a:lnTo>
                  <a:cubicBezTo>
                    <a:pt x="2177" y="1675"/>
                    <a:pt x="2177" y="1674"/>
                    <a:pt x="2177" y="1674"/>
                  </a:cubicBezTo>
                  <a:close/>
                  <a:moveTo>
                    <a:pt x="2225" y="1730"/>
                  </a:moveTo>
                  <a:lnTo>
                    <a:pt x="2225" y="1730"/>
                  </a:lnTo>
                  <a:cubicBezTo>
                    <a:pt x="2250" y="1752"/>
                    <a:pt x="2260" y="1761"/>
                    <a:pt x="2260" y="1761"/>
                  </a:cubicBezTo>
                  <a:cubicBezTo>
                    <a:pt x="2260" y="1761"/>
                    <a:pt x="2246" y="1749"/>
                    <a:pt x="2225" y="1730"/>
                  </a:cubicBezTo>
                  <a:close/>
                  <a:moveTo>
                    <a:pt x="2220" y="1703"/>
                  </a:moveTo>
                  <a:cubicBezTo>
                    <a:pt x="2288" y="1747"/>
                    <a:pt x="2315" y="1765"/>
                    <a:pt x="2314" y="1765"/>
                  </a:cubicBezTo>
                  <a:cubicBezTo>
                    <a:pt x="2313" y="1765"/>
                    <a:pt x="2299" y="1757"/>
                    <a:pt x="2276" y="1744"/>
                  </a:cubicBezTo>
                  <a:lnTo>
                    <a:pt x="2220" y="1703"/>
                  </a:lnTo>
                  <a:close/>
                  <a:moveTo>
                    <a:pt x="2613" y="1727"/>
                  </a:moveTo>
                  <a:cubicBezTo>
                    <a:pt x="2620" y="1727"/>
                    <a:pt x="2638" y="1729"/>
                    <a:pt x="2666" y="1736"/>
                  </a:cubicBezTo>
                  <a:cubicBezTo>
                    <a:pt x="2730" y="1752"/>
                    <a:pt x="2730" y="1752"/>
                    <a:pt x="2730" y="1760"/>
                  </a:cubicBezTo>
                  <a:cubicBezTo>
                    <a:pt x="2727" y="1763"/>
                    <a:pt x="2726" y="1765"/>
                    <a:pt x="2721" y="1765"/>
                  </a:cubicBezTo>
                  <a:cubicBezTo>
                    <a:pt x="2714" y="1765"/>
                    <a:pt x="2699" y="1759"/>
                    <a:pt x="2657" y="1744"/>
                  </a:cubicBezTo>
                  <a:cubicBezTo>
                    <a:pt x="2617" y="1734"/>
                    <a:pt x="2602" y="1727"/>
                    <a:pt x="2613" y="1727"/>
                  </a:cubicBezTo>
                  <a:close/>
                  <a:moveTo>
                    <a:pt x="2049" y="1717"/>
                  </a:moveTo>
                  <a:cubicBezTo>
                    <a:pt x="2028" y="1756"/>
                    <a:pt x="2015" y="1775"/>
                    <a:pt x="2014" y="1775"/>
                  </a:cubicBezTo>
                  <a:cubicBezTo>
                    <a:pt x="2013" y="1775"/>
                    <a:pt x="2019" y="1762"/>
                    <a:pt x="2034" y="1738"/>
                  </a:cubicBezTo>
                  <a:lnTo>
                    <a:pt x="2034" y="1738"/>
                  </a:lnTo>
                  <a:cubicBezTo>
                    <a:pt x="2038" y="1732"/>
                    <a:pt x="2044" y="1725"/>
                    <a:pt x="2049" y="1717"/>
                  </a:cubicBezTo>
                  <a:close/>
                  <a:moveTo>
                    <a:pt x="2917" y="1774"/>
                  </a:moveTo>
                  <a:cubicBezTo>
                    <a:pt x="2937" y="1779"/>
                    <a:pt x="2965" y="1785"/>
                    <a:pt x="3006" y="1792"/>
                  </a:cubicBezTo>
                  <a:cubicBezTo>
                    <a:pt x="3010" y="1793"/>
                    <a:pt x="3013" y="1793"/>
                    <a:pt x="3016" y="1794"/>
                  </a:cubicBezTo>
                  <a:lnTo>
                    <a:pt x="3016" y="1794"/>
                  </a:lnTo>
                  <a:cubicBezTo>
                    <a:pt x="2999" y="1790"/>
                    <a:pt x="2974" y="1784"/>
                    <a:pt x="2941" y="1776"/>
                  </a:cubicBezTo>
                  <a:cubicBezTo>
                    <a:pt x="2932" y="1775"/>
                    <a:pt x="2925" y="1775"/>
                    <a:pt x="2917" y="1774"/>
                  </a:cubicBezTo>
                  <a:close/>
                  <a:moveTo>
                    <a:pt x="2186" y="1693"/>
                  </a:moveTo>
                  <a:lnTo>
                    <a:pt x="2216" y="1719"/>
                  </a:lnTo>
                  <a:lnTo>
                    <a:pt x="2216" y="1719"/>
                  </a:lnTo>
                  <a:cubicBezTo>
                    <a:pt x="2211" y="1715"/>
                    <a:pt x="2207" y="1710"/>
                    <a:pt x="2205" y="1705"/>
                  </a:cubicBezTo>
                  <a:lnTo>
                    <a:pt x="2205" y="1705"/>
                  </a:lnTo>
                  <a:lnTo>
                    <a:pt x="2212" y="1711"/>
                  </a:lnTo>
                  <a:cubicBezTo>
                    <a:pt x="2277" y="1762"/>
                    <a:pt x="2321" y="1800"/>
                    <a:pt x="2319" y="1800"/>
                  </a:cubicBezTo>
                  <a:cubicBezTo>
                    <a:pt x="2318" y="1800"/>
                    <a:pt x="2300" y="1786"/>
                    <a:pt x="2260" y="1752"/>
                  </a:cubicBezTo>
                  <a:lnTo>
                    <a:pt x="2221" y="1724"/>
                  </a:lnTo>
                  <a:lnTo>
                    <a:pt x="2221" y="1724"/>
                  </a:lnTo>
                  <a:lnTo>
                    <a:pt x="2234" y="1736"/>
                  </a:lnTo>
                  <a:lnTo>
                    <a:pt x="2234" y="1736"/>
                  </a:lnTo>
                  <a:cubicBezTo>
                    <a:pt x="2229" y="1731"/>
                    <a:pt x="2224" y="1727"/>
                    <a:pt x="2220" y="1723"/>
                  </a:cubicBezTo>
                  <a:lnTo>
                    <a:pt x="2220" y="1723"/>
                  </a:lnTo>
                  <a:lnTo>
                    <a:pt x="2221" y="1724"/>
                  </a:lnTo>
                  <a:lnTo>
                    <a:pt x="2221" y="1724"/>
                  </a:lnTo>
                  <a:lnTo>
                    <a:pt x="2216" y="1719"/>
                  </a:lnTo>
                  <a:lnTo>
                    <a:pt x="2216" y="1719"/>
                  </a:lnTo>
                  <a:cubicBezTo>
                    <a:pt x="2217" y="1721"/>
                    <a:pt x="2218" y="1722"/>
                    <a:pt x="2220" y="1723"/>
                  </a:cubicBezTo>
                  <a:lnTo>
                    <a:pt x="2220" y="1723"/>
                  </a:lnTo>
                  <a:lnTo>
                    <a:pt x="2210" y="1716"/>
                  </a:lnTo>
                  <a:lnTo>
                    <a:pt x="2210" y="1716"/>
                  </a:lnTo>
                  <a:cubicBezTo>
                    <a:pt x="2203" y="1709"/>
                    <a:pt x="2195" y="1702"/>
                    <a:pt x="2187" y="1694"/>
                  </a:cubicBezTo>
                  <a:lnTo>
                    <a:pt x="2187" y="1694"/>
                  </a:lnTo>
                  <a:cubicBezTo>
                    <a:pt x="2187" y="1694"/>
                    <a:pt x="2187" y="1693"/>
                    <a:pt x="2186" y="1693"/>
                  </a:cubicBezTo>
                  <a:close/>
                  <a:moveTo>
                    <a:pt x="3016" y="1794"/>
                  </a:moveTo>
                  <a:cubicBezTo>
                    <a:pt x="3036" y="1798"/>
                    <a:pt x="3047" y="1800"/>
                    <a:pt x="3048" y="1800"/>
                  </a:cubicBezTo>
                  <a:cubicBezTo>
                    <a:pt x="3051" y="1800"/>
                    <a:pt x="3039" y="1797"/>
                    <a:pt x="3016" y="1794"/>
                  </a:cubicBezTo>
                  <a:close/>
                  <a:moveTo>
                    <a:pt x="1735" y="1750"/>
                  </a:moveTo>
                  <a:cubicBezTo>
                    <a:pt x="1740" y="1750"/>
                    <a:pt x="1710" y="1762"/>
                    <a:pt x="1628" y="1792"/>
                  </a:cubicBezTo>
                  <a:cubicBezTo>
                    <a:pt x="1563" y="1809"/>
                    <a:pt x="1563" y="1809"/>
                    <a:pt x="1563" y="1809"/>
                  </a:cubicBezTo>
                  <a:lnTo>
                    <a:pt x="1693" y="1760"/>
                  </a:lnTo>
                  <a:cubicBezTo>
                    <a:pt x="1716" y="1754"/>
                    <a:pt x="1731" y="1750"/>
                    <a:pt x="1735" y="1750"/>
                  </a:cubicBezTo>
                  <a:close/>
                  <a:moveTo>
                    <a:pt x="2081" y="1679"/>
                  </a:moveTo>
                  <a:cubicBezTo>
                    <a:pt x="2078" y="1686"/>
                    <a:pt x="2076" y="1696"/>
                    <a:pt x="2074" y="1711"/>
                  </a:cubicBezTo>
                  <a:lnTo>
                    <a:pt x="2074" y="1703"/>
                  </a:lnTo>
                  <a:lnTo>
                    <a:pt x="2066" y="1703"/>
                  </a:lnTo>
                  <a:cubicBezTo>
                    <a:pt x="2066" y="1703"/>
                    <a:pt x="2066" y="1703"/>
                    <a:pt x="2066" y="1703"/>
                  </a:cubicBezTo>
                  <a:lnTo>
                    <a:pt x="2066" y="1703"/>
                  </a:lnTo>
                  <a:cubicBezTo>
                    <a:pt x="2066" y="1703"/>
                    <a:pt x="2053" y="1729"/>
                    <a:pt x="2037" y="1762"/>
                  </a:cubicBezTo>
                  <a:lnTo>
                    <a:pt x="2037" y="1762"/>
                  </a:lnTo>
                  <a:cubicBezTo>
                    <a:pt x="2046" y="1748"/>
                    <a:pt x="2052" y="1737"/>
                    <a:pt x="2058" y="1724"/>
                  </a:cubicBezTo>
                  <a:lnTo>
                    <a:pt x="2058" y="1724"/>
                  </a:lnTo>
                  <a:cubicBezTo>
                    <a:pt x="2036" y="1781"/>
                    <a:pt x="2017" y="1833"/>
                    <a:pt x="2017" y="1833"/>
                  </a:cubicBezTo>
                  <a:lnTo>
                    <a:pt x="2009" y="1825"/>
                  </a:lnTo>
                  <a:cubicBezTo>
                    <a:pt x="2018" y="1804"/>
                    <a:pt x="2028" y="1781"/>
                    <a:pt x="2037" y="1762"/>
                  </a:cubicBezTo>
                  <a:lnTo>
                    <a:pt x="2037" y="1762"/>
                  </a:lnTo>
                  <a:cubicBezTo>
                    <a:pt x="2036" y="1764"/>
                    <a:pt x="2035" y="1766"/>
                    <a:pt x="2033" y="1768"/>
                  </a:cubicBezTo>
                  <a:cubicBezTo>
                    <a:pt x="2047" y="1741"/>
                    <a:pt x="2058" y="1717"/>
                    <a:pt x="2065" y="1701"/>
                  </a:cubicBezTo>
                  <a:lnTo>
                    <a:pt x="2065" y="1701"/>
                  </a:lnTo>
                  <a:cubicBezTo>
                    <a:pt x="2066" y="1700"/>
                    <a:pt x="2067" y="1699"/>
                    <a:pt x="2068" y="1697"/>
                  </a:cubicBezTo>
                  <a:lnTo>
                    <a:pt x="2068" y="1697"/>
                  </a:lnTo>
                  <a:cubicBezTo>
                    <a:pt x="2067" y="1699"/>
                    <a:pt x="2066" y="1701"/>
                    <a:pt x="2066" y="1703"/>
                  </a:cubicBezTo>
                  <a:cubicBezTo>
                    <a:pt x="2067" y="1700"/>
                    <a:pt x="2069" y="1697"/>
                    <a:pt x="2070" y="1693"/>
                  </a:cubicBezTo>
                  <a:lnTo>
                    <a:pt x="2070" y="1693"/>
                  </a:lnTo>
                  <a:cubicBezTo>
                    <a:pt x="2071" y="1691"/>
                    <a:pt x="2073" y="1689"/>
                    <a:pt x="2074" y="1687"/>
                  </a:cubicBezTo>
                  <a:lnTo>
                    <a:pt x="2073" y="1687"/>
                  </a:lnTo>
                  <a:cubicBezTo>
                    <a:pt x="2073" y="1686"/>
                    <a:pt x="2073" y="1686"/>
                    <a:pt x="2073" y="1685"/>
                  </a:cubicBezTo>
                  <a:lnTo>
                    <a:pt x="2073" y="1685"/>
                  </a:lnTo>
                  <a:cubicBezTo>
                    <a:pt x="2073" y="1686"/>
                    <a:pt x="2073" y="1686"/>
                    <a:pt x="2072" y="1686"/>
                  </a:cubicBezTo>
                  <a:lnTo>
                    <a:pt x="2072" y="1686"/>
                  </a:lnTo>
                  <a:cubicBezTo>
                    <a:pt x="2073" y="1685"/>
                    <a:pt x="2074" y="1684"/>
                    <a:pt x="2074" y="1683"/>
                  </a:cubicBezTo>
                  <a:lnTo>
                    <a:pt x="2074" y="1683"/>
                  </a:lnTo>
                  <a:cubicBezTo>
                    <a:pt x="2074" y="1684"/>
                    <a:pt x="2074" y="1685"/>
                    <a:pt x="2073" y="1685"/>
                  </a:cubicBezTo>
                  <a:lnTo>
                    <a:pt x="2073" y="1685"/>
                  </a:lnTo>
                  <a:cubicBezTo>
                    <a:pt x="2076" y="1683"/>
                    <a:pt x="2079" y="1681"/>
                    <a:pt x="2081" y="1679"/>
                  </a:cubicBezTo>
                  <a:close/>
                  <a:moveTo>
                    <a:pt x="1701" y="1792"/>
                  </a:moveTo>
                  <a:cubicBezTo>
                    <a:pt x="1660" y="1809"/>
                    <a:pt x="1620" y="1825"/>
                    <a:pt x="1571" y="1841"/>
                  </a:cubicBezTo>
                  <a:lnTo>
                    <a:pt x="1636" y="1809"/>
                  </a:lnTo>
                  <a:lnTo>
                    <a:pt x="1701" y="1792"/>
                  </a:lnTo>
                  <a:close/>
                  <a:moveTo>
                    <a:pt x="1609" y="1848"/>
                  </a:moveTo>
                  <a:cubicBezTo>
                    <a:pt x="1615" y="1848"/>
                    <a:pt x="1594" y="1859"/>
                    <a:pt x="1584" y="1859"/>
                  </a:cubicBezTo>
                  <a:cubicBezTo>
                    <a:pt x="1582" y="1859"/>
                    <a:pt x="1580" y="1858"/>
                    <a:pt x="1579" y="1857"/>
                  </a:cubicBezTo>
                  <a:cubicBezTo>
                    <a:pt x="1597" y="1850"/>
                    <a:pt x="1606" y="1848"/>
                    <a:pt x="1609" y="1848"/>
                  </a:cubicBezTo>
                  <a:close/>
                  <a:moveTo>
                    <a:pt x="164" y="1911"/>
                  </a:moveTo>
                  <a:cubicBezTo>
                    <a:pt x="132" y="1911"/>
                    <a:pt x="100" y="1916"/>
                    <a:pt x="71" y="1922"/>
                  </a:cubicBezTo>
                  <a:cubicBezTo>
                    <a:pt x="12" y="1929"/>
                    <a:pt x="1" y="1941"/>
                    <a:pt x="72" y="1941"/>
                  </a:cubicBezTo>
                  <a:cubicBezTo>
                    <a:pt x="88" y="1941"/>
                    <a:pt x="110" y="1940"/>
                    <a:pt x="136" y="1938"/>
                  </a:cubicBezTo>
                  <a:cubicBezTo>
                    <a:pt x="209" y="1922"/>
                    <a:pt x="209" y="1922"/>
                    <a:pt x="201" y="1914"/>
                  </a:cubicBezTo>
                  <a:cubicBezTo>
                    <a:pt x="189" y="1912"/>
                    <a:pt x="176" y="1911"/>
                    <a:pt x="164" y="1911"/>
                  </a:cubicBezTo>
                  <a:close/>
                  <a:moveTo>
                    <a:pt x="1385" y="1914"/>
                  </a:moveTo>
                  <a:lnTo>
                    <a:pt x="1320" y="1930"/>
                  </a:lnTo>
                  <a:cubicBezTo>
                    <a:pt x="1297" y="1941"/>
                    <a:pt x="1290" y="1946"/>
                    <a:pt x="1294" y="1946"/>
                  </a:cubicBezTo>
                  <a:cubicBezTo>
                    <a:pt x="1300" y="1946"/>
                    <a:pt x="1342" y="1930"/>
                    <a:pt x="1385" y="1914"/>
                  </a:cubicBezTo>
                  <a:close/>
                  <a:moveTo>
                    <a:pt x="2398" y="2044"/>
                  </a:moveTo>
                  <a:cubicBezTo>
                    <a:pt x="2422" y="2084"/>
                    <a:pt x="2447" y="2117"/>
                    <a:pt x="2463" y="2165"/>
                  </a:cubicBezTo>
                  <a:lnTo>
                    <a:pt x="2390" y="2044"/>
                  </a:lnTo>
                  <a:close/>
                  <a:moveTo>
                    <a:pt x="2010" y="2161"/>
                  </a:moveTo>
                  <a:lnTo>
                    <a:pt x="2010" y="2161"/>
                  </a:lnTo>
                  <a:cubicBezTo>
                    <a:pt x="2012" y="2161"/>
                    <a:pt x="2006" y="2190"/>
                    <a:pt x="2001" y="2190"/>
                  </a:cubicBezTo>
                  <a:cubicBezTo>
                    <a:pt x="2006" y="2168"/>
                    <a:pt x="2009" y="2161"/>
                    <a:pt x="2010" y="2161"/>
                  </a:cubicBezTo>
                  <a:close/>
                  <a:moveTo>
                    <a:pt x="1717" y="2101"/>
                  </a:moveTo>
                  <a:lnTo>
                    <a:pt x="1717" y="2101"/>
                  </a:lnTo>
                  <a:cubicBezTo>
                    <a:pt x="1693" y="2141"/>
                    <a:pt x="1660" y="2173"/>
                    <a:pt x="1628" y="2206"/>
                  </a:cubicBezTo>
                  <a:lnTo>
                    <a:pt x="1668" y="2149"/>
                  </a:lnTo>
                  <a:lnTo>
                    <a:pt x="1717" y="2101"/>
                  </a:lnTo>
                  <a:close/>
                  <a:moveTo>
                    <a:pt x="1968" y="2109"/>
                  </a:moveTo>
                  <a:cubicBezTo>
                    <a:pt x="1960" y="2149"/>
                    <a:pt x="1944" y="2198"/>
                    <a:pt x="1928" y="2238"/>
                  </a:cubicBezTo>
                  <a:lnTo>
                    <a:pt x="1944" y="2173"/>
                  </a:lnTo>
                  <a:lnTo>
                    <a:pt x="1960" y="2109"/>
                  </a:lnTo>
                  <a:close/>
                  <a:moveTo>
                    <a:pt x="1830" y="2109"/>
                  </a:moveTo>
                  <a:cubicBezTo>
                    <a:pt x="1839" y="2117"/>
                    <a:pt x="1839" y="2117"/>
                    <a:pt x="1806" y="2173"/>
                  </a:cubicBezTo>
                  <a:cubicBezTo>
                    <a:pt x="1774" y="2230"/>
                    <a:pt x="1733" y="2287"/>
                    <a:pt x="1733" y="2287"/>
                  </a:cubicBezTo>
                  <a:cubicBezTo>
                    <a:pt x="1725" y="2287"/>
                    <a:pt x="1798" y="2173"/>
                    <a:pt x="1830" y="2109"/>
                  </a:cubicBezTo>
                  <a:close/>
                  <a:moveTo>
                    <a:pt x="2268" y="2149"/>
                  </a:moveTo>
                  <a:cubicBezTo>
                    <a:pt x="2276" y="2149"/>
                    <a:pt x="2276" y="2149"/>
                    <a:pt x="2293" y="2214"/>
                  </a:cubicBezTo>
                  <a:cubicBezTo>
                    <a:pt x="2301" y="2279"/>
                    <a:pt x="2293" y="2287"/>
                    <a:pt x="2293" y="2287"/>
                  </a:cubicBezTo>
                  <a:cubicBezTo>
                    <a:pt x="2276" y="2238"/>
                    <a:pt x="2268" y="2198"/>
                    <a:pt x="2268" y="2149"/>
                  </a:cubicBezTo>
                  <a:close/>
                  <a:moveTo>
                    <a:pt x="2179" y="528"/>
                  </a:moveTo>
                  <a:cubicBezTo>
                    <a:pt x="2163" y="568"/>
                    <a:pt x="2163" y="617"/>
                    <a:pt x="2163" y="657"/>
                  </a:cubicBezTo>
                  <a:lnTo>
                    <a:pt x="2155" y="657"/>
                  </a:lnTo>
                  <a:cubicBezTo>
                    <a:pt x="2155" y="657"/>
                    <a:pt x="2147" y="657"/>
                    <a:pt x="2147" y="722"/>
                  </a:cubicBezTo>
                  <a:cubicBezTo>
                    <a:pt x="2139" y="795"/>
                    <a:pt x="2139" y="795"/>
                    <a:pt x="2130" y="795"/>
                  </a:cubicBezTo>
                  <a:cubicBezTo>
                    <a:pt x="2130" y="773"/>
                    <a:pt x="2130" y="763"/>
                    <a:pt x="2129" y="763"/>
                  </a:cubicBezTo>
                  <a:lnTo>
                    <a:pt x="2129" y="763"/>
                  </a:lnTo>
                  <a:cubicBezTo>
                    <a:pt x="2127" y="763"/>
                    <a:pt x="2125" y="810"/>
                    <a:pt x="2130" y="860"/>
                  </a:cubicBezTo>
                  <a:cubicBezTo>
                    <a:pt x="2130" y="903"/>
                    <a:pt x="2130" y="939"/>
                    <a:pt x="2125" y="980"/>
                  </a:cubicBezTo>
                  <a:lnTo>
                    <a:pt x="2125" y="980"/>
                  </a:lnTo>
                  <a:cubicBezTo>
                    <a:pt x="2124" y="952"/>
                    <a:pt x="2122" y="932"/>
                    <a:pt x="2119" y="932"/>
                  </a:cubicBezTo>
                  <a:cubicBezTo>
                    <a:pt x="2117" y="932"/>
                    <a:pt x="2116" y="937"/>
                    <a:pt x="2114" y="949"/>
                  </a:cubicBezTo>
                  <a:lnTo>
                    <a:pt x="2106" y="884"/>
                  </a:lnTo>
                  <a:cubicBezTo>
                    <a:pt x="2106" y="779"/>
                    <a:pt x="2102" y="726"/>
                    <a:pt x="2099" y="726"/>
                  </a:cubicBezTo>
                  <a:cubicBezTo>
                    <a:pt x="2096" y="726"/>
                    <a:pt x="2094" y="779"/>
                    <a:pt x="2098" y="884"/>
                  </a:cubicBezTo>
                  <a:cubicBezTo>
                    <a:pt x="2102" y="995"/>
                    <a:pt x="2104" y="1046"/>
                    <a:pt x="2104" y="1046"/>
                  </a:cubicBezTo>
                  <a:cubicBezTo>
                    <a:pt x="2104" y="1046"/>
                    <a:pt x="2102" y="1012"/>
                    <a:pt x="2098" y="949"/>
                  </a:cubicBezTo>
                  <a:cubicBezTo>
                    <a:pt x="2090" y="811"/>
                    <a:pt x="2082" y="811"/>
                    <a:pt x="2082" y="811"/>
                  </a:cubicBezTo>
                  <a:cubicBezTo>
                    <a:pt x="2074" y="811"/>
                    <a:pt x="2074" y="811"/>
                    <a:pt x="2074" y="747"/>
                  </a:cubicBezTo>
                  <a:cubicBezTo>
                    <a:pt x="2074" y="698"/>
                    <a:pt x="2066" y="649"/>
                    <a:pt x="2049" y="609"/>
                  </a:cubicBezTo>
                  <a:cubicBezTo>
                    <a:pt x="2041" y="609"/>
                    <a:pt x="2041" y="609"/>
                    <a:pt x="2049" y="674"/>
                  </a:cubicBezTo>
                  <a:cubicBezTo>
                    <a:pt x="2053" y="704"/>
                    <a:pt x="2053" y="722"/>
                    <a:pt x="2051" y="722"/>
                  </a:cubicBezTo>
                  <a:cubicBezTo>
                    <a:pt x="2048" y="722"/>
                    <a:pt x="2039" y="688"/>
                    <a:pt x="2025" y="609"/>
                  </a:cubicBezTo>
                  <a:cubicBezTo>
                    <a:pt x="2022" y="582"/>
                    <a:pt x="2020" y="567"/>
                    <a:pt x="2019" y="567"/>
                  </a:cubicBezTo>
                  <a:lnTo>
                    <a:pt x="2019" y="567"/>
                  </a:lnTo>
                  <a:cubicBezTo>
                    <a:pt x="2018" y="567"/>
                    <a:pt x="2020" y="600"/>
                    <a:pt x="2025" y="682"/>
                  </a:cubicBezTo>
                  <a:cubicBezTo>
                    <a:pt x="2033" y="747"/>
                    <a:pt x="2033" y="779"/>
                    <a:pt x="2029" y="779"/>
                  </a:cubicBezTo>
                  <a:cubicBezTo>
                    <a:pt x="2025" y="779"/>
                    <a:pt x="2017" y="747"/>
                    <a:pt x="2009" y="682"/>
                  </a:cubicBezTo>
                  <a:lnTo>
                    <a:pt x="1993" y="682"/>
                  </a:lnTo>
                  <a:cubicBezTo>
                    <a:pt x="1993" y="722"/>
                    <a:pt x="1993" y="771"/>
                    <a:pt x="2001" y="811"/>
                  </a:cubicBezTo>
                  <a:cubicBezTo>
                    <a:pt x="2015" y="893"/>
                    <a:pt x="2021" y="926"/>
                    <a:pt x="2020" y="926"/>
                  </a:cubicBezTo>
                  <a:cubicBezTo>
                    <a:pt x="2019" y="926"/>
                    <a:pt x="2015" y="911"/>
                    <a:pt x="2009" y="884"/>
                  </a:cubicBezTo>
                  <a:cubicBezTo>
                    <a:pt x="1993" y="811"/>
                    <a:pt x="1985" y="747"/>
                    <a:pt x="1985" y="747"/>
                  </a:cubicBezTo>
                  <a:cubicBezTo>
                    <a:pt x="1968" y="682"/>
                    <a:pt x="1968" y="682"/>
                    <a:pt x="1960" y="682"/>
                  </a:cubicBezTo>
                  <a:cubicBezTo>
                    <a:pt x="1953" y="682"/>
                    <a:pt x="1940" y="682"/>
                    <a:pt x="1947" y="723"/>
                  </a:cubicBezTo>
                  <a:lnTo>
                    <a:pt x="1947" y="723"/>
                  </a:lnTo>
                  <a:cubicBezTo>
                    <a:pt x="1943" y="707"/>
                    <a:pt x="1942" y="706"/>
                    <a:pt x="1936" y="682"/>
                  </a:cubicBezTo>
                  <a:cubicBezTo>
                    <a:pt x="1930" y="682"/>
                    <a:pt x="1925" y="653"/>
                    <a:pt x="1924" y="653"/>
                  </a:cubicBezTo>
                  <a:lnTo>
                    <a:pt x="1924" y="653"/>
                  </a:lnTo>
                  <a:cubicBezTo>
                    <a:pt x="1924" y="653"/>
                    <a:pt x="1925" y="660"/>
                    <a:pt x="1928" y="682"/>
                  </a:cubicBezTo>
                  <a:cubicBezTo>
                    <a:pt x="1928" y="682"/>
                    <a:pt x="1928" y="682"/>
                    <a:pt x="1895" y="617"/>
                  </a:cubicBezTo>
                  <a:cubicBezTo>
                    <a:pt x="1890" y="605"/>
                    <a:pt x="1885" y="600"/>
                    <a:pt x="1883" y="600"/>
                  </a:cubicBezTo>
                  <a:cubicBezTo>
                    <a:pt x="1870" y="600"/>
                    <a:pt x="1888" y="713"/>
                    <a:pt x="1928" y="819"/>
                  </a:cubicBezTo>
                  <a:lnTo>
                    <a:pt x="1920" y="819"/>
                  </a:lnTo>
                  <a:cubicBezTo>
                    <a:pt x="1920" y="819"/>
                    <a:pt x="1936" y="884"/>
                    <a:pt x="1936" y="884"/>
                  </a:cubicBezTo>
                  <a:cubicBezTo>
                    <a:pt x="1952" y="949"/>
                    <a:pt x="1944" y="949"/>
                    <a:pt x="1944" y="957"/>
                  </a:cubicBezTo>
                  <a:lnTo>
                    <a:pt x="1903" y="819"/>
                  </a:lnTo>
                  <a:cubicBezTo>
                    <a:pt x="1880" y="708"/>
                    <a:pt x="1860" y="639"/>
                    <a:pt x="1855" y="639"/>
                  </a:cubicBezTo>
                  <a:lnTo>
                    <a:pt x="1855" y="639"/>
                  </a:lnTo>
                  <a:cubicBezTo>
                    <a:pt x="1854" y="639"/>
                    <a:pt x="1855" y="654"/>
                    <a:pt x="1862" y="688"/>
                  </a:cubicBezTo>
                  <a:lnTo>
                    <a:pt x="1862" y="688"/>
                  </a:lnTo>
                  <a:cubicBezTo>
                    <a:pt x="1851" y="659"/>
                    <a:pt x="1844" y="645"/>
                    <a:pt x="1839" y="645"/>
                  </a:cubicBezTo>
                  <a:cubicBezTo>
                    <a:pt x="1835" y="645"/>
                    <a:pt x="1834" y="663"/>
                    <a:pt x="1839" y="698"/>
                  </a:cubicBezTo>
                  <a:cubicBezTo>
                    <a:pt x="1847" y="763"/>
                    <a:pt x="1863" y="836"/>
                    <a:pt x="1887" y="892"/>
                  </a:cubicBezTo>
                  <a:cubicBezTo>
                    <a:pt x="1912" y="957"/>
                    <a:pt x="1903" y="965"/>
                    <a:pt x="1903" y="965"/>
                  </a:cubicBezTo>
                  <a:cubicBezTo>
                    <a:pt x="1903" y="965"/>
                    <a:pt x="1903" y="965"/>
                    <a:pt x="1879" y="901"/>
                  </a:cubicBezTo>
                  <a:cubicBezTo>
                    <a:pt x="1859" y="836"/>
                    <a:pt x="1845" y="803"/>
                    <a:pt x="1841" y="803"/>
                  </a:cubicBezTo>
                  <a:lnTo>
                    <a:pt x="1841" y="803"/>
                  </a:lnTo>
                  <a:cubicBezTo>
                    <a:pt x="1837" y="803"/>
                    <a:pt x="1843" y="836"/>
                    <a:pt x="1863" y="901"/>
                  </a:cubicBezTo>
                  <a:lnTo>
                    <a:pt x="1839" y="836"/>
                  </a:lnTo>
                  <a:cubicBezTo>
                    <a:pt x="1822" y="791"/>
                    <a:pt x="1801" y="750"/>
                    <a:pt x="1790" y="750"/>
                  </a:cubicBezTo>
                  <a:cubicBezTo>
                    <a:pt x="1785" y="750"/>
                    <a:pt x="1782" y="759"/>
                    <a:pt x="1782" y="779"/>
                  </a:cubicBezTo>
                  <a:cubicBezTo>
                    <a:pt x="1773" y="782"/>
                    <a:pt x="1766" y="785"/>
                    <a:pt x="1758" y="785"/>
                  </a:cubicBezTo>
                  <a:cubicBezTo>
                    <a:pt x="1744" y="785"/>
                    <a:pt x="1730" y="775"/>
                    <a:pt x="1709" y="738"/>
                  </a:cubicBezTo>
                  <a:cubicBezTo>
                    <a:pt x="1703" y="727"/>
                    <a:pt x="1699" y="722"/>
                    <a:pt x="1698" y="722"/>
                  </a:cubicBezTo>
                  <a:lnTo>
                    <a:pt x="1698" y="722"/>
                  </a:lnTo>
                  <a:cubicBezTo>
                    <a:pt x="1689" y="722"/>
                    <a:pt x="1720" y="833"/>
                    <a:pt x="1774" y="933"/>
                  </a:cubicBezTo>
                  <a:cubicBezTo>
                    <a:pt x="1750" y="892"/>
                    <a:pt x="1739" y="881"/>
                    <a:pt x="1732" y="881"/>
                  </a:cubicBezTo>
                  <a:cubicBezTo>
                    <a:pt x="1730" y="881"/>
                    <a:pt x="1727" y="882"/>
                    <a:pt x="1725" y="884"/>
                  </a:cubicBezTo>
                  <a:cubicBezTo>
                    <a:pt x="1709" y="884"/>
                    <a:pt x="1709" y="884"/>
                    <a:pt x="1668" y="828"/>
                  </a:cubicBezTo>
                  <a:cubicBezTo>
                    <a:pt x="1636" y="772"/>
                    <a:pt x="1620" y="743"/>
                    <a:pt x="1620" y="743"/>
                  </a:cubicBezTo>
                  <a:lnTo>
                    <a:pt x="1620" y="743"/>
                  </a:lnTo>
                  <a:cubicBezTo>
                    <a:pt x="1619" y="743"/>
                    <a:pt x="1635" y="774"/>
                    <a:pt x="1668" y="836"/>
                  </a:cubicBezTo>
                  <a:cubicBezTo>
                    <a:pt x="1694" y="881"/>
                    <a:pt x="1702" y="900"/>
                    <a:pt x="1697" y="900"/>
                  </a:cubicBezTo>
                  <a:cubicBezTo>
                    <a:pt x="1689" y="900"/>
                    <a:pt x="1652" y="855"/>
                    <a:pt x="1603" y="787"/>
                  </a:cubicBezTo>
                  <a:cubicBezTo>
                    <a:pt x="1574" y="746"/>
                    <a:pt x="1566" y="735"/>
                    <a:pt x="1558" y="735"/>
                  </a:cubicBezTo>
                  <a:cubicBezTo>
                    <a:pt x="1554" y="735"/>
                    <a:pt x="1551" y="736"/>
                    <a:pt x="1547" y="738"/>
                  </a:cubicBezTo>
                  <a:cubicBezTo>
                    <a:pt x="1579" y="803"/>
                    <a:pt x="1563" y="803"/>
                    <a:pt x="1555" y="811"/>
                  </a:cubicBezTo>
                  <a:cubicBezTo>
                    <a:pt x="1539" y="828"/>
                    <a:pt x="1539" y="828"/>
                    <a:pt x="1628" y="933"/>
                  </a:cubicBezTo>
                  <a:cubicBezTo>
                    <a:pt x="1717" y="1038"/>
                    <a:pt x="1709" y="1038"/>
                    <a:pt x="1701" y="1047"/>
                  </a:cubicBezTo>
                  <a:cubicBezTo>
                    <a:pt x="1701" y="1047"/>
                    <a:pt x="1700" y="1047"/>
                    <a:pt x="1699" y="1047"/>
                  </a:cubicBezTo>
                  <a:cubicBezTo>
                    <a:pt x="1696" y="1047"/>
                    <a:pt x="1684" y="1042"/>
                    <a:pt x="1652" y="998"/>
                  </a:cubicBezTo>
                  <a:cubicBezTo>
                    <a:pt x="1652" y="998"/>
                    <a:pt x="1603" y="957"/>
                    <a:pt x="1595" y="957"/>
                  </a:cubicBezTo>
                  <a:cubicBezTo>
                    <a:pt x="1593" y="960"/>
                    <a:pt x="1591" y="961"/>
                    <a:pt x="1589" y="961"/>
                  </a:cubicBezTo>
                  <a:cubicBezTo>
                    <a:pt x="1583" y="961"/>
                    <a:pt x="1573" y="951"/>
                    <a:pt x="1539" y="917"/>
                  </a:cubicBezTo>
                  <a:cubicBezTo>
                    <a:pt x="1539" y="917"/>
                    <a:pt x="1503" y="881"/>
                    <a:pt x="1482" y="881"/>
                  </a:cubicBezTo>
                  <a:cubicBezTo>
                    <a:pt x="1479" y="881"/>
                    <a:pt x="1476" y="882"/>
                    <a:pt x="1474" y="884"/>
                  </a:cubicBezTo>
                  <a:cubicBezTo>
                    <a:pt x="1471" y="887"/>
                    <a:pt x="1468" y="890"/>
                    <a:pt x="1462" y="890"/>
                  </a:cubicBezTo>
                  <a:cubicBezTo>
                    <a:pt x="1453" y="890"/>
                    <a:pt x="1436" y="882"/>
                    <a:pt x="1401" y="852"/>
                  </a:cubicBezTo>
                  <a:lnTo>
                    <a:pt x="1401" y="852"/>
                  </a:lnTo>
                  <a:cubicBezTo>
                    <a:pt x="1401" y="860"/>
                    <a:pt x="1401" y="860"/>
                    <a:pt x="1449" y="901"/>
                  </a:cubicBezTo>
                  <a:cubicBezTo>
                    <a:pt x="1489" y="940"/>
                    <a:pt x="1529" y="980"/>
                    <a:pt x="1502" y="980"/>
                  </a:cubicBezTo>
                  <a:cubicBezTo>
                    <a:pt x="1496" y="980"/>
                    <a:pt x="1487" y="978"/>
                    <a:pt x="1474" y="974"/>
                  </a:cubicBezTo>
                  <a:lnTo>
                    <a:pt x="1474" y="974"/>
                  </a:lnTo>
                  <a:cubicBezTo>
                    <a:pt x="1466" y="982"/>
                    <a:pt x="1458" y="998"/>
                    <a:pt x="1506" y="1038"/>
                  </a:cubicBezTo>
                  <a:cubicBezTo>
                    <a:pt x="1506" y="1038"/>
                    <a:pt x="1506" y="1038"/>
                    <a:pt x="1449" y="998"/>
                  </a:cubicBezTo>
                  <a:cubicBezTo>
                    <a:pt x="1403" y="962"/>
                    <a:pt x="1374" y="945"/>
                    <a:pt x="1365" y="945"/>
                  </a:cubicBezTo>
                  <a:cubicBezTo>
                    <a:pt x="1353" y="945"/>
                    <a:pt x="1374" y="972"/>
                    <a:pt x="1433" y="1022"/>
                  </a:cubicBezTo>
                  <a:cubicBezTo>
                    <a:pt x="1463" y="1044"/>
                    <a:pt x="1475" y="1054"/>
                    <a:pt x="1471" y="1054"/>
                  </a:cubicBezTo>
                  <a:cubicBezTo>
                    <a:pt x="1468" y="1054"/>
                    <a:pt x="1452" y="1046"/>
                    <a:pt x="1425" y="1030"/>
                  </a:cubicBezTo>
                  <a:lnTo>
                    <a:pt x="1425" y="1030"/>
                  </a:lnTo>
                  <a:cubicBezTo>
                    <a:pt x="1425" y="1030"/>
                    <a:pt x="1417" y="1038"/>
                    <a:pt x="1474" y="1079"/>
                  </a:cubicBezTo>
                  <a:cubicBezTo>
                    <a:pt x="1501" y="1102"/>
                    <a:pt x="1516" y="1112"/>
                    <a:pt x="1512" y="1112"/>
                  </a:cubicBezTo>
                  <a:cubicBezTo>
                    <a:pt x="1508" y="1112"/>
                    <a:pt x="1494" y="1106"/>
                    <a:pt x="1466" y="1095"/>
                  </a:cubicBezTo>
                  <a:cubicBezTo>
                    <a:pt x="1419" y="1066"/>
                    <a:pt x="1406" y="1062"/>
                    <a:pt x="1399" y="1062"/>
                  </a:cubicBezTo>
                  <a:cubicBezTo>
                    <a:pt x="1397" y="1062"/>
                    <a:pt x="1395" y="1063"/>
                    <a:pt x="1393" y="1063"/>
                  </a:cubicBezTo>
                  <a:cubicBezTo>
                    <a:pt x="1433" y="1103"/>
                    <a:pt x="1417" y="1150"/>
                    <a:pt x="1373" y="1150"/>
                  </a:cubicBezTo>
                  <a:cubicBezTo>
                    <a:pt x="1365" y="1150"/>
                    <a:pt x="1355" y="1148"/>
                    <a:pt x="1344" y="1144"/>
                  </a:cubicBezTo>
                  <a:lnTo>
                    <a:pt x="1344" y="1144"/>
                  </a:lnTo>
                  <a:cubicBezTo>
                    <a:pt x="1409" y="1176"/>
                    <a:pt x="1409" y="1176"/>
                    <a:pt x="1401" y="1184"/>
                  </a:cubicBezTo>
                  <a:cubicBezTo>
                    <a:pt x="1359" y="1168"/>
                    <a:pt x="1339" y="1161"/>
                    <a:pt x="1334" y="1161"/>
                  </a:cubicBezTo>
                  <a:cubicBezTo>
                    <a:pt x="1325" y="1161"/>
                    <a:pt x="1377" y="1187"/>
                    <a:pt x="1458" y="1225"/>
                  </a:cubicBezTo>
                  <a:lnTo>
                    <a:pt x="1458" y="1217"/>
                  </a:lnTo>
                  <a:lnTo>
                    <a:pt x="1466" y="1217"/>
                  </a:lnTo>
                  <a:cubicBezTo>
                    <a:pt x="1525" y="1244"/>
                    <a:pt x="1553" y="1260"/>
                    <a:pt x="1545" y="1260"/>
                  </a:cubicBezTo>
                  <a:cubicBezTo>
                    <a:pt x="1537" y="1260"/>
                    <a:pt x="1489" y="1242"/>
                    <a:pt x="1393" y="1201"/>
                  </a:cubicBezTo>
                  <a:cubicBezTo>
                    <a:pt x="1330" y="1177"/>
                    <a:pt x="1298" y="1165"/>
                    <a:pt x="1295" y="1165"/>
                  </a:cubicBezTo>
                  <a:lnTo>
                    <a:pt x="1295" y="1165"/>
                  </a:lnTo>
                  <a:cubicBezTo>
                    <a:pt x="1291" y="1165"/>
                    <a:pt x="1321" y="1179"/>
                    <a:pt x="1385" y="1209"/>
                  </a:cubicBezTo>
                  <a:cubicBezTo>
                    <a:pt x="1452" y="1245"/>
                    <a:pt x="1482" y="1261"/>
                    <a:pt x="1473" y="1261"/>
                  </a:cubicBezTo>
                  <a:cubicBezTo>
                    <a:pt x="1466" y="1261"/>
                    <a:pt x="1434" y="1251"/>
                    <a:pt x="1376" y="1233"/>
                  </a:cubicBezTo>
                  <a:lnTo>
                    <a:pt x="1376" y="1233"/>
                  </a:lnTo>
                  <a:cubicBezTo>
                    <a:pt x="1524" y="1300"/>
                    <a:pt x="1605" y="1336"/>
                    <a:pt x="1593" y="1336"/>
                  </a:cubicBezTo>
                  <a:cubicBezTo>
                    <a:pt x="1585" y="1336"/>
                    <a:pt x="1532" y="1318"/>
                    <a:pt x="1425" y="1282"/>
                  </a:cubicBezTo>
                  <a:cubicBezTo>
                    <a:pt x="1360" y="1257"/>
                    <a:pt x="1295" y="1241"/>
                    <a:pt x="1222" y="1233"/>
                  </a:cubicBezTo>
                  <a:lnTo>
                    <a:pt x="1222" y="1233"/>
                  </a:lnTo>
                  <a:cubicBezTo>
                    <a:pt x="1263" y="1249"/>
                    <a:pt x="1312" y="1265"/>
                    <a:pt x="1352" y="1282"/>
                  </a:cubicBezTo>
                  <a:cubicBezTo>
                    <a:pt x="1425" y="1300"/>
                    <a:pt x="1457" y="1310"/>
                    <a:pt x="1448" y="1310"/>
                  </a:cubicBezTo>
                  <a:cubicBezTo>
                    <a:pt x="1441" y="1310"/>
                    <a:pt x="1409" y="1304"/>
                    <a:pt x="1352" y="1290"/>
                  </a:cubicBezTo>
                  <a:cubicBezTo>
                    <a:pt x="1281" y="1276"/>
                    <a:pt x="1234" y="1269"/>
                    <a:pt x="1208" y="1269"/>
                  </a:cubicBezTo>
                  <a:cubicBezTo>
                    <a:pt x="1161" y="1269"/>
                    <a:pt x="1187" y="1291"/>
                    <a:pt x="1271" y="1322"/>
                  </a:cubicBezTo>
                  <a:cubicBezTo>
                    <a:pt x="1343" y="1356"/>
                    <a:pt x="1370" y="1375"/>
                    <a:pt x="1354" y="1375"/>
                  </a:cubicBezTo>
                  <a:cubicBezTo>
                    <a:pt x="1343" y="1375"/>
                    <a:pt x="1312" y="1366"/>
                    <a:pt x="1263" y="1347"/>
                  </a:cubicBezTo>
                  <a:cubicBezTo>
                    <a:pt x="1190" y="1324"/>
                    <a:pt x="1158" y="1314"/>
                    <a:pt x="1154" y="1314"/>
                  </a:cubicBezTo>
                  <a:cubicBezTo>
                    <a:pt x="1151" y="1314"/>
                    <a:pt x="1165" y="1320"/>
                    <a:pt x="1190" y="1330"/>
                  </a:cubicBezTo>
                  <a:cubicBezTo>
                    <a:pt x="1190" y="1347"/>
                    <a:pt x="1182" y="1363"/>
                    <a:pt x="1182" y="1371"/>
                  </a:cubicBezTo>
                  <a:cubicBezTo>
                    <a:pt x="1209" y="1382"/>
                    <a:pt x="1236" y="1393"/>
                    <a:pt x="1266" y="1399"/>
                  </a:cubicBezTo>
                  <a:lnTo>
                    <a:pt x="1266" y="1399"/>
                  </a:lnTo>
                  <a:cubicBezTo>
                    <a:pt x="1240" y="1396"/>
                    <a:pt x="1218" y="1395"/>
                    <a:pt x="1201" y="1395"/>
                  </a:cubicBezTo>
                  <a:cubicBezTo>
                    <a:pt x="1149" y="1395"/>
                    <a:pt x="1147" y="1406"/>
                    <a:pt x="1239" y="1428"/>
                  </a:cubicBezTo>
                  <a:cubicBezTo>
                    <a:pt x="1239" y="1436"/>
                    <a:pt x="1239" y="1444"/>
                    <a:pt x="1239" y="1444"/>
                  </a:cubicBezTo>
                  <a:cubicBezTo>
                    <a:pt x="1231" y="1444"/>
                    <a:pt x="1231" y="1452"/>
                    <a:pt x="1303" y="1460"/>
                  </a:cubicBezTo>
                  <a:cubicBezTo>
                    <a:pt x="1368" y="1476"/>
                    <a:pt x="1295" y="1476"/>
                    <a:pt x="1231" y="1476"/>
                  </a:cubicBezTo>
                  <a:cubicBezTo>
                    <a:pt x="1158" y="1476"/>
                    <a:pt x="1093" y="1476"/>
                    <a:pt x="1158" y="1484"/>
                  </a:cubicBezTo>
                  <a:cubicBezTo>
                    <a:pt x="1231" y="1484"/>
                    <a:pt x="1295" y="1509"/>
                    <a:pt x="1360" y="1517"/>
                  </a:cubicBezTo>
                  <a:cubicBezTo>
                    <a:pt x="1398" y="1521"/>
                    <a:pt x="1392" y="1526"/>
                    <a:pt x="1368" y="1526"/>
                  </a:cubicBezTo>
                  <a:cubicBezTo>
                    <a:pt x="1350" y="1526"/>
                    <a:pt x="1323" y="1524"/>
                    <a:pt x="1295" y="1517"/>
                  </a:cubicBezTo>
                  <a:cubicBezTo>
                    <a:pt x="1247" y="1517"/>
                    <a:pt x="1198" y="1517"/>
                    <a:pt x="1149" y="1525"/>
                  </a:cubicBezTo>
                  <a:cubicBezTo>
                    <a:pt x="1149" y="1533"/>
                    <a:pt x="1149" y="1549"/>
                    <a:pt x="1214" y="1549"/>
                  </a:cubicBezTo>
                  <a:cubicBezTo>
                    <a:pt x="1287" y="1549"/>
                    <a:pt x="1279" y="1590"/>
                    <a:pt x="1214" y="1598"/>
                  </a:cubicBezTo>
                  <a:lnTo>
                    <a:pt x="1214" y="1614"/>
                  </a:lnTo>
                  <a:cubicBezTo>
                    <a:pt x="1214" y="1622"/>
                    <a:pt x="1279" y="1622"/>
                    <a:pt x="1279" y="1630"/>
                  </a:cubicBezTo>
                  <a:cubicBezTo>
                    <a:pt x="1279" y="1630"/>
                    <a:pt x="1279" y="1638"/>
                    <a:pt x="1352" y="1638"/>
                  </a:cubicBezTo>
                  <a:cubicBezTo>
                    <a:pt x="1352" y="1646"/>
                    <a:pt x="1352" y="1646"/>
                    <a:pt x="1279" y="1655"/>
                  </a:cubicBezTo>
                  <a:cubicBezTo>
                    <a:pt x="1334" y="1655"/>
                    <a:pt x="1367" y="1653"/>
                    <a:pt x="1378" y="1653"/>
                  </a:cubicBezTo>
                  <a:cubicBezTo>
                    <a:pt x="1395" y="1653"/>
                    <a:pt x="1362" y="1656"/>
                    <a:pt x="1279" y="1671"/>
                  </a:cubicBezTo>
                  <a:cubicBezTo>
                    <a:pt x="1352" y="1671"/>
                    <a:pt x="1352" y="1671"/>
                    <a:pt x="1279" y="1687"/>
                  </a:cubicBezTo>
                  <a:cubicBezTo>
                    <a:pt x="1233" y="1693"/>
                    <a:pt x="1220" y="1698"/>
                    <a:pt x="1239" y="1698"/>
                  </a:cubicBezTo>
                  <a:cubicBezTo>
                    <a:pt x="1247" y="1698"/>
                    <a:pt x="1260" y="1698"/>
                    <a:pt x="1279" y="1695"/>
                  </a:cubicBezTo>
                  <a:cubicBezTo>
                    <a:pt x="1316" y="1693"/>
                    <a:pt x="1348" y="1692"/>
                    <a:pt x="1372" y="1692"/>
                  </a:cubicBezTo>
                  <a:cubicBezTo>
                    <a:pt x="1438" y="1692"/>
                    <a:pt x="1447" y="1699"/>
                    <a:pt x="1352" y="1711"/>
                  </a:cubicBezTo>
                  <a:cubicBezTo>
                    <a:pt x="1352" y="1711"/>
                    <a:pt x="1352" y="1715"/>
                    <a:pt x="1371" y="1715"/>
                  </a:cubicBezTo>
                  <a:cubicBezTo>
                    <a:pt x="1381" y="1715"/>
                    <a:pt x="1395" y="1714"/>
                    <a:pt x="1417" y="1711"/>
                  </a:cubicBezTo>
                  <a:cubicBezTo>
                    <a:pt x="1479" y="1704"/>
                    <a:pt x="1513" y="1700"/>
                    <a:pt x="1519" y="1700"/>
                  </a:cubicBezTo>
                  <a:cubicBezTo>
                    <a:pt x="1527" y="1700"/>
                    <a:pt x="1493" y="1706"/>
                    <a:pt x="1417" y="1719"/>
                  </a:cubicBezTo>
                  <a:cubicBezTo>
                    <a:pt x="1328" y="1735"/>
                    <a:pt x="1300" y="1744"/>
                    <a:pt x="1326" y="1744"/>
                  </a:cubicBezTo>
                  <a:cubicBezTo>
                    <a:pt x="1340" y="1744"/>
                    <a:pt x="1371" y="1741"/>
                    <a:pt x="1417" y="1736"/>
                  </a:cubicBezTo>
                  <a:cubicBezTo>
                    <a:pt x="1417" y="1736"/>
                    <a:pt x="1435" y="1734"/>
                    <a:pt x="1445" y="1734"/>
                  </a:cubicBezTo>
                  <a:cubicBezTo>
                    <a:pt x="1455" y="1734"/>
                    <a:pt x="1458" y="1736"/>
                    <a:pt x="1425" y="1744"/>
                  </a:cubicBezTo>
                  <a:cubicBezTo>
                    <a:pt x="1376" y="1762"/>
                    <a:pt x="1328" y="1799"/>
                    <a:pt x="1361" y="1799"/>
                  </a:cubicBezTo>
                  <a:cubicBezTo>
                    <a:pt x="1372" y="1799"/>
                    <a:pt x="1393" y="1794"/>
                    <a:pt x="1425" y="1784"/>
                  </a:cubicBezTo>
                  <a:lnTo>
                    <a:pt x="1433" y="1801"/>
                  </a:lnTo>
                  <a:cubicBezTo>
                    <a:pt x="1391" y="1816"/>
                    <a:pt x="1376" y="1825"/>
                    <a:pt x="1389" y="1825"/>
                  </a:cubicBezTo>
                  <a:cubicBezTo>
                    <a:pt x="1395" y="1825"/>
                    <a:pt x="1410" y="1822"/>
                    <a:pt x="1433" y="1817"/>
                  </a:cubicBezTo>
                  <a:lnTo>
                    <a:pt x="1498" y="1809"/>
                  </a:lnTo>
                  <a:lnTo>
                    <a:pt x="1498" y="1809"/>
                  </a:lnTo>
                  <a:cubicBezTo>
                    <a:pt x="1458" y="1817"/>
                    <a:pt x="1409" y="1833"/>
                    <a:pt x="1368" y="1857"/>
                  </a:cubicBezTo>
                  <a:cubicBezTo>
                    <a:pt x="1368" y="1860"/>
                    <a:pt x="1368" y="1862"/>
                    <a:pt x="1372" y="1862"/>
                  </a:cubicBezTo>
                  <a:cubicBezTo>
                    <a:pt x="1377" y="1862"/>
                    <a:pt x="1392" y="1856"/>
                    <a:pt x="1433" y="1841"/>
                  </a:cubicBezTo>
                  <a:cubicBezTo>
                    <a:pt x="1472" y="1826"/>
                    <a:pt x="1488" y="1824"/>
                    <a:pt x="1496" y="1824"/>
                  </a:cubicBezTo>
                  <a:cubicBezTo>
                    <a:pt x="1501" y="1824"/>
                    <a:pt x="1503" y="1825"/>
                    <a:pt x="1506" y="1825"/>
                  </a:cubicBezTo>
                  <a:cubicBezTo>
                    <a:pt x="1466" y="1849"/>
                    <a:pt x="1417" y="1865"/>
                    <a:pt x="1376" y="1882"/>
                  </a:cubicBezTo>
                  <a:lnTo>
                    <a:pt x="1376" y="1890"/>
                  </a:lnTo>
                  <a:cubicBezTo>
                    <a:pt x="1445" y="1864"/>
                    <a:pt x="1477" y="1854"/>
                    <a:pt x="1483" y="1854"/>
                  </a:cubicBezTo>
                  <a:cubicBezTo>
                    <a:pt x="1488" y="1854"/>
                    <a:pt x="1472" y="1862"/>
                    <a:pt x="1441" y="1874"/>
                  </a:cubicBezTo>
                  <a:cubicBezTo>
                    <a:pt x="1376" y="1898"/>
                    <a:pt x="1385" y="1906"/>
                    <a:pt x="1385" y="1914"/>
                  </a:cubicBezTo>
                  <a:lnTo>
                    <a:pt x="1393" y="1930"/>
                  </a:lnTo>
                  <a:cubicBezTo>
                    <a:pt x="1393" y="1930"/>
                    <a:pt x="1393" y="1931"/>
                    <a:pt x="1395" y="1931"/>
                  </a:cubicBezTo>
                  <a:cubicBezTo>
                    <a:pt x="1400" y="1931"/>
                    <a:pt x="1414" y="1928"/>
                    <a:pt x="1458" y="1906"/>
                  </a:cubicBezTo>
                  <a:cubicBezTo>
                    <a:pt x="1498" y="1890"/>
                    <a:pt x="1539" y="1874"/>
                    <a:pt x="1579" y="1857"/>
                  </a:cubicBezTo>
                  <a:lnTo>
                    <a:pt x="1579" y="1857"/>
                  </a:lnTo>
                  <a:cubicBezTo>
                    <a:pt x="1539" y="1874"/>
                    <a:pt x="1498" y="1898"/>
                    <a:pt x="1458" y="1914"/>
                  </a:cubicBezTo>
                  <a:cubicBezTo>
                    <a:pt x="1458" y="1922"/>
                    <a:pt x="1401" y="1946"/>
                    <a:pt x="1401" y="1946"/>
                  </a:cubicBezTo>
                  <a:cubicBezTo>
                    <a:pt x="1325" y="1975"/>
                    <a:pt x="1318" y="1987"/>
                    <a:pt x="1339" y="1987"/>
                  </a:cubicBezTo>
                  <a:cubicBezTo>
                    <a:pt x="1354" y="1987"/>
                    <a:pt x="1382" y="1981"/>
                    <a:pt x="1409" y="1971"/>
                  </a:cubicBezTo>
                  <a:cubicBezTo>
                    <a:pt x="1463" y="1953"/>
                    <a:pt x="1493" y="1943"/>
                    <a:pt x="1499" y="1943"/>
                  </a:cubicBezTo>
                  <a:cubicBezTo>
                    <a:pt x="1507" y="1943"/>
                    <a:pt x="1477" y="1959"/>
                    <a:pt x="1409" y="1995"/>
                  </a:cubicBezTo>
                  <a:cubicBezTo>
                    <a:pt x="1373" y="2012"/>
                    <a:pt x="1359" y="2019"/>
                    <a:pt x="1362" y="2019"/>
                  </a:cubicBezTo>
                  <a:cubicBezTo>
                    <a:pt x="1369" y="2019"/>
                    <a:pt x="1472" y="1977"/>
                    <a:pt x="1603" y="1914"/>
                  </a:cubicBezTo>
                  <a:lnTo>
                    <a:pt x="1782" y="1825"/>
                  </a:lnTo>
                  <a:lnTo>
                    <a:pt x="1603" y="1922"/>
                  </a:lnTo>
                  <a:cubicBezTo>
                    <a:pt x="1452" y="2003"/>
                    <a:pt x="1395" y="2037"/>
                    <a:pt x="1405" y="2037"/>
                  </a:cubicBezTo>
                  <a:cubicBezTo>
                    <a:pt x="1411" y="2037"/>
                    <a:pt x="1441" y="2025"/>
                    <a:pt x="1490" y="2003"/>
                  </a:cubicBezTo>
                  <a:cubicBezTo>
                    <a:pt x="1520" y="1992"/>
                    <a:pt x="1536" y="1986"/>
                    <a:pt x="1539" y="1986"/>
                  </a:cubicBezTo>
                  <a:cubicBezTo>
                    <a:pt x="1543" y="1986"/>
                    <a:pt x="1528" y="1994"/>
                    <a:pt x="1498" y="2011"/>
                  </a:cubicBezTo>
                  <a:cubicBezTo>
                    <a:pt x="1433" y="2052"/>
                    <a:pt x="1441" y="2052"/>
                    <a:pt x="1449" y="2068"/>
                  </a:cubicBezTo>
                  <a:cubicBezTo>
                    <a:pt x="1453" y="2076"/>
                    <a:pt x="1455" y="2081"/>
                    <a:pt x="1462" y="2081"/>
                  </a:cubicBezTo>
                  <a:cubicBezTo>
                    <a:pt x="1470" y="2081"/>
                    <a:pt x="1484" y="2074"/>
                    <a:pt x="1514" y="2052"/>
                  </a:cubicBezTo>
                  <a:lnTo>
                    <a:pt x="1522" y="2060"/>
                  </a:lnTo>
                  <a:cubicBezTo>
                    <a:pt x="1478" y="2097"/>
                    <a:pt x="1462" y="2113"/>
                    <a:pt x="1468" y="2113"/>
                  </a:cubicBezTo>
                  <a:cubicBezTo>
                    <a:pt x="1475" y="2113"/>
                    <a:pt x="1521" y="2083"/>
                    <a:pt x="1587" y="2036"/>
                  </a:cubicBezTo>
                  <a:lnTo>
                    <a:pt x="1587" y="2044"/>
                  </a:lnTo>
                  <a:lnTo>
                    <a:pt x="1530" y="2084"/>
                  </a:lnTo>
                  <a:cubicBezTo>
                    <a:pt x="1482" y="2125"/>
                    <a:pt x="1482" y="2133"/>
                    <a:pt x="1514" y="2173"/>
                  </a:cubicBezTo>
                  <a:cubicBezTo>
                    <a:pt x="1528" y="2191"/>
                    <a:pt x="1537" y="2202"/>
                    <a:pt x="1551" y="2202"/>
                  </a:cubicBezTo>
                  <a:cubicBezTo>
                    <a:pt x="1570" y="2202"/>
                    <a:pt x="1596" y="2181"/>
                    <a:pt x="1652" y="2125"/>
                  </a:cubicBezTo>
                  <a:cubicBezTo>
                    <a:pt x="1700" y="2077"/>
                    <a:pt x="1724" y="2053"/>
                    <a:pt x="1725" y="2053"/>
                  </a:cubicBezTo>
                  <a:lnTo>
                    <a:pt x="1725" y="2053"/>
                  </a:lnTo>
                  <a:cubicBezTo>
                    <a:pt x="1726" y="2053"/>
                    <a:pt x="1702" y="2079"/>
                    <a:pt x="1652" y="2133"/>
                  </a:cubicBezTo>
                  <a:cubicBezTo>
                    <a:pt x="1623" y="2168"/>
                    <a:pt x="1589" y="2208"/>
                    <a:pt x="1591" y="2208"/>
                  </a:cubicBezTo>
                  <a:cubicBezTo>
                    <a:pt x="1592" y="2208"/>
                    <a:pt x="1598" y="2203"/>
                    <a:pt x="1612" y="2190"/>
                  </a:cubicBezTo>
                  <a:lnTo>
                    <a:pt x="1612" y="2190"/>
                  </a:lnTo>
                  <a:cubicBezTo>
                    <a:pt x="1612" y="2190"/>
                    <a:pt x="1620" y="2198"/>
                    <a:pt x="1579" y="2246"/>
                  </a:cubicBezTo>
                  <a:cubicBezTo>
                    <a:pt x="1545" y="2303"/>
                    <a:pt x="1538" y="2323"/>
                    <a:pt x="1543" y="2323"/>
                  </a:cubicBezTo>
                  <a:cubicBezTo>
                    <a:pt x="1550" y="2323"/>
                    <a:pt x="1574" y="2297"/>
                    <a:pt x="1595" y="2271"/>
                  </a:cubicBezTo>
                  <a:cubicBezTo>
                    <a:pt x="1630" y="2223"/>
                    <a:pt x="1642" y="2205"/>
                    <a:pt x="1643" y="2205"/>
                  </a:cubicBezTo>
                  <a:lnTo>
                    <a:pt x="1643" y="2205"/>
                  </a:lnTo>
                  <a:cubicBezTo>
                    <a:pt x="1644" y="2205"/>
                    <a:pt x="1622" y="2238"/>
                    <a:pt x="1603" y="2271"/>
                  </a:cubicBezTo>
                  <a:cubicBezTo>
                    <a:pt x="1575" y="2317"/>
                    <a:pt x="1546" y="2359"/>
                    <a:pt x="1549" y="2359"/>
                  </a:cubicBezTo>
                  <a:cubicBezTo>
                    <a:pt x="1550" y="2359"/>
                    <a:pt x="1557" y="2352"/>
                    <a:pt x="1571" y="2336"/>
                  </a:cubicBezTo>
                  <a:cubicBezTo>
                    <a:pt x="1591" y="2311"/>
                    <a:pt x="1620" y="2291"/>
                    <a:pt x="1633" y="2291"/>
                  </a:cubicBezTo>
                  <a:cubicBezTo>
                    <a:pt x="1646" y="2291"/>
                    <a:pt x="1644" y="2311"/>
                    <a:pt x="1603" y="2368"/>
                  </a:cubicBezTo>
                  <a:lnTo>
                    <a:pt x="1620" y="2376"/>
                  </a:lnTo>
                  <a:cubicBezTo>
                    <a:pt x="1645" y="2332"/>
                    <a:pt x="1660" y="2327"/>
                    <a:pt x="1670" y="2327"/>
                  </a:cubicBezTo>
                  <a:cubicBezTo>
                    <a:pt x="1672" y="2327"/>
                    <a:pt x="1675" y="2328"/>
                    <a:pt x="1676" y="2328"/>
                  </a:cubicBezTo>
                  <a:cubicBezTo>
                    <a:pt x="1685" y="2336"/>
                    <a:pt x="1693" y="2344"/>
                    <a:pt x="1660" y="2401"/>
                  </a:cubicBezTo>
                  <a:cubicBezTo>
                    <a:pt x="1639" y="2430"/>
                    <a:pt x="1631" y="2444"/>
                    <a:pt x="1634" y="2444"/>
                  </a:cubicBezTo>
                  <a:cubicBezTo>
                    <a:pt x="1637" y="2444"/>
                    <a:pt x="1649" y="2432"/>
                    <a:pt x="1668" y="2409"/>
                  </a:cubicBezTo>
                  <a:cubicBezTo>
                    <a:pt x="1669" y="2409"/>
                    <a:pt x="1669" y="2409"/>
                    <a:pt x="1669" y="2409"/>
                  </a:cubicBezTo>
                  <a:cubicBezTo>
                    <a:pt x="1680" y="2409"/>
                    <a:pt x="1738" y="2303"/>
                    <a:pt x="1748" y="2303"/>
                  </a:cubicBezTo>
                  <a:cubicBezTo>
                    <a:pt x="1749" y="2303"/>
                    <a:pt x="1749" y="2303"/>
                    <a:pt x="1749" y="2303"/>
                  </a:cubicBezTo>
                  <a:cubicBezTo>
                    <a:pt x="1766" y="2263"/>
                    <a:pt x="1790" y="2222"/>
                    <a:pt x="1822" y="2182"/>
                  </a:cubicBezTo>
                  <a:lnTo>
                    <a:pt x="1822" y="2182"/>
                  </a:lnTo>
                  <a:lnTo>
                    <a:pt x="1790" y="2246"/>
                  </a:lnTo>
                  <a:cubicBezTo>
                    <a:pt x="1758" y="2303"/>
                    <a:pt x="1725" y="2368"/>
                    <a:pt x="1725" y="2368"/>
                  </a:cubicBezTo>
                  <a:cubicBezTo>
                    <a:pt x="1727" y="2368"/>
                    <a:pt x="1728" y="2368"/>
                    <a:pt x="1730" y="2368"/>
                  </a:cubicBezTo>
                  <a:cubicBezTo>
                    <a:pt x="1737" y="2368"/>
                    <a:pt x="1746" y="2363"/>
                    <a:pt x="1766" y="2311"/>
                  </a:cubicBezTo>
                  <a:lnTo>
                    <a:pt x="1766" y="2311"/>
                  </a:lnTo>
                  <a:cubicBezTo>
                    <a:pt x="1741" y="2376"/>
                    <a:pt x="1749" y="2384"/>
                    <a:pt x="1758" y="2384"/>
                  </a:cubicBezTo>
                  <a:cubicBezTo>
                    <a:pt x="1763" y="2387"/>
                    <a:pt x="1767" y="2390"/>
                    <a:pt x="1772" y="2390"/>
                  </a:cubicBezTo>
                  <a:cubicBezTo>
                    <a:pt x="1782" y="2390"/>
                    <a:pt x="1793" y="2379"/>
                    <a:pt x="1814" y="2336"/>
                  </a:cubicBezTo>
                  <a:lnTo>
                    <a:pt x="1814" y="2336"/>
                  </a:lnTo>
                  <a:cubicBezTo>
                    <a:pt x="1788" y="2405"/>
                    <a:pt x="1790" y="2441"/>
                    <a:pt x="1803" y="2441"/>
                  </a:cubicBezTo>
                  <a:cubicBezTo>
                    <a:pt x="1815" y="2441"/>
                    <a:pt x="1836" y="2413"/>
                    <a:pt x="1855" y="2352"/>
                  </a:cubicBezTo>
                  <a:cubicBezTo>
                    <a:pt x="1866" y="2321"/>
                    <a:pt x="1874" y="2307"/>
                    <a:pt x="1877" y="2307"/>
                  </a:cubicBezTo>
                  <a:lnTo>
                    <a:pt x="1877" y="2307"/>
                  </a:lnTo>
                  <a:cubicBezTo>
                    <a:pt x="1881" y="2307"/>
                    <a:pt x="1880" y="2326"/>
                    <a:pt x="1871" y="2360"/>
                  </a:cubicBezTo>
                  <a:cubicBezTo>
                    <a:pt x="1863" y="2393"/>
                    <a:pt x="1859" y="2410"/>
                    <a:pt x="1860" y="2410"/>
                  </a:cubicBezTo>
                  <a:cubicBezTo>
                    <a:pt x="1861" y="2410"/>
                    <a:pt x="1867" y="2396"/>
                    <a:pt x="1879" y="2368"/>
                  </a:cubicBezTo>
                  <a:cubicBezTo>
                    <a:pt x="1886" y="2349"/>
                    <a:pt x="1890" y="2341"/>
                    <a:pt x="1891" y="2341"/>
                  </a:cubicBezTo>
                  <a:lnTo>
                    <a:pt x="1891" y="2341"/>
                  </a:lnTo>
                  <a:cubicBezTo>
                    <a:pt x="1895" y="2341"/>
                    <a:pt x="1885" y="2389"/>
                    <a:pt x="1879" y="2441"/>
                  </a:cubicBezTo>
                  <a:cubicBezTo>
                    <a:pt x="1864" y="2520"/>
                    <a:pt x="1862" y="2554"/>
                    <a:pt x="1867" y="2554"/>
                  </a:cubicBezTo>
                  <a:cubicBezTo>
                    <a:pt x="1871" y="2554"/>
                    <a:pt x="1878" y="2540"/>
                    <a:pt x="1887" y="2514"/>
                  </a:cubicBezTo>
                  <a:cubicBezTo>
                    <a:pt x="1907" y="2462"/>
                    <a:pt x="1916" y="2457"/>
                    <a:pt x="1923" y="2457"/>
                  </a:cubicBezTo>
                  <a:cubicBezTo>
                    <a:pt x="1925" y="2457"/>
                    <a:pt x="1926" y="2457"/>
                    <a:pt x="1928" y="2457"/>
                  </a:cubicBezTo>
                  <a:cubicBezTo>
                    <a:pt x="1952" y="2417"/>
                    <a:pt x="1968" y="2368"/>
                    <a:pt x="1968" y="2319"/>
                  </a:cubicBezTo>
                  <a:cubicBezTo>
                    <a:pt x="1972" y="2304"/>
                    <a:pt x="1976" y="2288"/>
                    <a:pt x="1980" y="2273"/>
                  </a:cubicBezTo>
                  <a:lnTo>
                    <a:pt x="1980" y="2273"/>
                  </a:lnTo>
                  <a:cubicBezTo>
                    <a:pt x="1978" y="2291"/>
                    <a:pt x="1976" y="2309"/>
                    <a:pt x="1976" y="2328"/>
                  </a:cubicBezTo>
                  <a:cubicBezTo>
                    <a:pt x="1976" y="2392"/>
                    <a:pt x="1985" y="2392"/>
                    <a:pt x="1993" y="2401"/>
                  </a:cubicBezTo>
                  <a:lnTo>
                    <a:pt x="2017" y="2401"/>
                  </a:lnTo>
                  <a:cubicBezTo>
                    <a:pt x="2021" y="2438"/>
                    <a:pt x="2025" y="2456"/>
                    <a:pt x="2029" y="2456"/>
                  </a:cubicBezTo>
                  <a:cubicBezTo>
                    <a:pt x="2033" y="2456"/>
                    <a:pt x="2037" y="2440"/>
                    <a:pt x="2041" y="2409"/>
                  </a:cubicBezTo>
                  <a:cubicBezTo>
                    <a:pt x="2049" y="2344"/>
                    <a:pt x="2041" y="2368"/>
                    <a:pt x="2049" y="2336"/>
                  </a:cubicBezTo>
                  <a:lnTo>
                    <a:pt x="2049" y="2336"/>
                  </a:lnTo>
                  <a:cubicBezTo>
                    <a:pt x="2045" y="2409"/>
                    <a:pt x="2064" y="2447"/>
                    <a:pt x="2083" y="2447"/>
                  </a:cubicBezTo>
                  <a:cubicBezTo>
                    <a:pt x="2100" y="2447"/>
                    <a:pt x="2119" y="2417"/>
                    <a:pt x="2122" y="2352"/>
                  </a:cubicBezTo>
                  <a:lnTo>
                    <a:pt x="2122" y="2417"/>
                  </a:lnTo>
                  <a:cubicBezTo>
                    <a:pt x="2122" y="2490"/>
                    <a:pt x="2130" y="2490"/>
                    <a:pt x="2139" y="2490"/>
                  </a:cubicBezTo>
                  <a:cubicBezTo>
                    <a:pt x="2147" y="2490"/>
                    <a:pt x="2171" y="2417"/>
                    <a:pt x="2187" y="2417"/>
                  </a:cubicBezTo>
                  <a:cubicBezTo>
                    <a:pt x="2220" y="2417"/>
                    <a:pt x="2236" y="2417"/>
                    <a:pt x="2228" y="2352"/>
                  </a:cubicBezTo>
                  <a:cubicBezTo>
                    <a:pt x="2236" y="2352"/>
                    <a:pt x="2236" y="2352"/>
                    <a:pt x="2244" y="2417"/>
                  </a:cubicBezTo>
                  <a:cubicBezTo>
                    <a:pt x="2244" y="2490"/>
                    <a:pt x="2252" y="2490"/>
                    <a:pt x="2260" y="2490"/>
                  </a:cubicBezTo>
                  <a:cubicBezTo>
                    <a:pt x="2260" y="2441"/>
                    <a:pt x="2252" y="2392"/>
                    <a:pt x="2244" y="2352"/>
                  </a:cubicBezTo>
                  <a:cubicBezTo>
                    <a:pt x="2240" y="2319"/>
                    <a:pt x="2240" y="2303"/>
                    <a:pt x="2243" y="2303"/>
                  </a:cubicBezTo>
                  <a:lnTo>
                    <a:pt x="2243" y="2303"/>
                  </a:lnTo>
                  <a:cubicBezTo>
                    <a:pt x="2246" y="2303"/>
                    <a:pt x="2252" y="2319"/>
                    <a:pt x="2260" y="2352"/>
                  </a:cubicBezTo>
                  <a:cubicBezTo>
                    <a:pt x="2272" y="2384"/>
                    <a:pt x="2287" y="2401"/>
                    <a:pt x="2297" y="2401"/>
                  </a:cubicBezTo>
                  <a:cubicBezTo>
                    <a:pt x="2307" y="2401"/>
                    <a:pt x="2313" y="2384"/>
                    <a:pt x="2309" y="2352"/>
                  </a:cubicBezTo>
                  <a:cubicBezTo>
                    <a:pt x="2310" y="2352"/>
                    <a:pt x="2312" y="2352"/>
                    <a:pt x="2313" y="2352"/>
                  </a:cubicBezTo>
                  <a:cubicBezTo>
                    <a:pt x="2317" y="2352"/>
                    <a:pt x="2320" y="2357"/>
                    <a:pt x="2333" y="2417"/>
                  </a:cubicBezTo>
                  <a:cubicBezTo>
                    <a:pt x="2347" y="2453"/>
                    <a:pt x="2363" y="2487"/>
                    <a:pt x="2370" y="2487"/>
                  </a:cubicBezTo>
                  <a:cubicBezTo>
                    <a:pt x="2376" y="2487"/>
                    <a:pt x="2376" y="2466"/>
                    <a:pt x="2366" y="2409"/>
                  </a:cubicBezTo>
                  <a:cubicBezTo>
                    <a:pt x="2368" y="2407"/>
                    <a:pt x="2369" y="2405"/>
                    <a:pt x="2371" y="2405"/>
                  </a:cubicBezTo>
                  <a:cubicBezTo>
                    <a:pt x="2375" y="2405"/>
                    <a:pt x="2378" y="2419"/>
                    <a:pt x="2390" y="2473"/>
                  </a:cubicBezTo>
                  <a:cubicBezTo>
                    <a:pt x="2404" y="2510"/>
                    <a:pt x="2417" y="2547"/>
                    <a:pt x="2421" y="2547"/>
                  </a:cubicBezTo>
                  <a:cubicBezTo>
                    <a:pt x="2424" y="2547"/>
                    <a:pt x="2420" y="2525"/>
                    <a:pt x="2406" y="2465"/>
                  </a:cubicBezTo>
                  <a:cubicBezTo>
                    <a:pt x="2402" y="2431"/>
                    <a:pt x="2404" y="2412"/>
                    <a:pt x="2414" y="2412"/>
                  </a:cubicBezTo>
                  <a:cubicBezTo>
                    <a:pt x="2422" y="2412"/>
                    <a:pt x="2436" y="2427"/>
                    <a:pt x="2455" y="2457"/>
                  </a:cubicBezTo>
                  <a:cubicBezTo>
                    <a:pt x="2455" y="2457"/>
                    <a:pt x="2463" y="2449"/>
                    <a:pt x="2439" y="2392"/>
                  </a:cubicBezTo>
                  <a:lnTo>
                    <a:pt x="2414" y="2328"/>
                  </a:lnTo>
                  <a:lnTo>
                    <a:pt x="2414" y="2328"/>
                  </a:lnTo>
                  <a:cubicBezTo>
                    <a:pt x="2442" y="2387"/>
                    <a:pt x="2456" y="2418"/>
                    <a:pt x="2459" y="2418"/>
                  </a:cubicBezTo>
                  <a:cubicBezTo>
                    <a:pt x="2461" y="2418"/>
                    <a:pt x="2451" y="2385"/>
                    <a:pt x="2430" y="2319"/>
                  </a:cubicBezTo>
                  <a:lnTo>
                    <a:pt x="2430" y="2319"/>
                  </a:lnTo>
                  <a:cubicBezTo>
                    <a:pt x="2463" y="2384"/>
                    <a:pt x="2471" y="2384"/>
                    <a:pt x="2471" y="2384"/>
                  </a:cubicBezTo>
                  <a:cubicBezTo>
                    <a:pt x="2479" y="2384"/>
                    <a:pt x="2479" y="2311"/>
                    <a:pt x="2503" y="2295"/>
                  </a:cubicBezTo>
                  <a:cubicBezTo>
                    <a:pt x="2544" y="2279"/>
                    <a:pt x="2560" y="2271"/>
                    <a:pt x="2528" y="2214"/>
                  </a:cubicBezTo>
                  <a:cubicBezTo>
                    <a:pt x="2511" y="2181"/>
                    <a:pt x="2503" y="2164"/>
                    <a:pt x="2505" y="2164"/>
                  </a:cubicBezTo>
                  <a:lnTo>
                    <a:pt x="2505" y="2164"/>
                  </a:lnTo>
                  <a:cubicBezTo>
                    <a:pt x="2506" y="2164"/>
                    <a:pt x="2516" y="2178"/>
                    <a:pt x="2536" y="2206"/>
                  </a:cubicBezTo>
                  <a:cubicBezTo>
                    <a:pt x="2567" y="2250"/>
                    <a:pt x="2579" y="2255"/>
                    <a:pt x="2587" y="2255"/>
                  </a:cubicBezTo>
                  <a:cubicBezTo>
                    <a:pt x="2589" y="2255"/>
                    <a:pt x="2591" y="2255"/>
                    <a:pt x="2593" y="2255"/>
                  </a:cubicBezTo>
                  <a:cubicBezTo>
                    <a:pt x="2593" y="2255"/>
                    <a:pt x="2593" y="2254"/>
                    <a:pt x="2594" y="2254"/>
                  </a:cubicBezTo>
                  <a:cubicBezTo>
                    <a:pt x="2598" y="2254"/>
                    <a:pt x="2610" y="2259"/>
                    <a:pt x="2641" y="2303"/>
                  </a:cubicBezTo>
                  <a:cubicBezTo>
                    <a:pt x="2609" y="2247"/>
                    <a:pt x="2609" y="2246"/>
                    <a:pt x="2609" y="2246"/>
                  </a:cubicBezTo>
                  <a:lnTo>
                    <a:pt x="2609" y="2246"/>
                  </a:lnTo>
                  <a:cubicBezTo>
                    <a:pt x="2628" y="2270"/>
                    <a:pt x="2640" y="2282"/>
                    <a:pt x="2643" y="2282"/>
                  </a:cubicBezTo>
                  <a:cubicBezTo>
                    <a:pt x="2646" y="2282"/>
                    <a:pt x="2638" y="2268"/>
                    <a:pt x="2617" y="2238"/>
                  </a:cubicBezTo>
                  <a:cubicBezTo>
                    <a:pt x="2576" y="2181"/>
                    <a:pt x="2555" y="2152"/>
                    <a:pt x="2557" y="2152"/>
                  </a:cubicBezTo>
                  <a:lnTo>
                    <a:pt x="2557" y="2152"/>
                  </a:lnTo>
                  <a:cubicBezTo>
                    <a:pt x="2559" y="2152"/>
                    <a:pt x="2581" y="2179"/>
                    <a:pt x="2625" y="2230"/>
                  </a:cubicBezTo>
                  <a:cubicBezTo>
                    <a:pt x="2653" y="2269"/>
                    <a:pt x="2688" y="2301"/>
                    <a:pt x="2692" y="2301"/>
                  </a:cubicBezTo>
                  <a:cubicBezTo>
                    <a:pt x="2694" y="2301"/>
                    <a:pt x="2689" y="2294"/>
                    <a:pt x="2674" y="2279"/>
                  </a:cubicBezTo>
                  <a:cubicBezTo>
                    <a:pt x="2633" y="2222"/>
                    <a:pt x="2641" y="2214"/>
                    <a:pt x="2601" y="2165"/>
                  </a:cubicBezTo>
                  <a:cubicBezTo>
                    <a:pt x="2603" y="2163"/>
                    <a:pt x="2605" y="2161"/>
                    <a:pt x="2607" y="2161"/>
                  </a:cubicBezTo>
                  <a:cubicBezTo>
                    <a:pt x="2613" y="2161"/>
                    <a:pt x="2623" y="2171"/>
                    <a:pt x="2657" y="2206"/>
                  </a:cubicBezTo>
                  <a:cubicBezTo>
                    <a:pt x="2669" y="2217"/>
                    <a:pt x="2676" y="2222"/>
                    <a:pt x="2680" y="2222"/>
                  </a:cubicBezTo>
                  <a:cubicBezTo>
                    <a:pt x="2694" y="2222"/>
                    <a:pt x="2672" y="2170"/>
                    <a:pt x="2641" y="2133"/>
                  </a:cubicBezTo>
                  <a:lnTo>
                    <a:pt x="2641" y="2133"/>
                  </a:lnTo>
                  <a:cubicBezTo>
                    <a:pt x="2690" y="2173"/>
                    <a:pt x="2698" y="2173"/>
                    <a:pt x="2706" y="2173"/>
                  </a:cubicBezTo>
                  <a:cubicBezTo>
                    <a:pt x="2691" y="2155"/>
                    <a:pt x="2685" y="2148"/>
                    <a:pt x="2686" y="2148"/>
                  </a:cubicBezTo>
                  <a:lnTo>
                    <a:pt x="2686" y="2148"/>
                  </a:lnTo>
                  <a:cubicBezTo>
                    <a:pt x="2689" y="2148"/>
                    <a:pt x="2722" y="2181"/>
                    <a:pt x="2755" y="2214"/>
                  </a:cubicBezTo>
                  <a:cubicBezTo>
                    <a:pt x="2785" y="2244"/>
                    <a:pt x="2800" y="2253"/>
                    <a:pt x="2808" y="2253"/>
                  </a:cubicBezTo>
                  <a:cubicBezTo>
                    <a:pt x="2813" y="2253"/>
                    <a:pt x="2817" y="2250"/>
                    <a:pt x="2820" y="2246"/>
                  </a:cubicBezTo>
                  <a:cubicBezTo>
                    <a:pt x="2779" y="2198"/>
                    <a:pt x="2787" y="2182"/>
                    <a:pt x="2803" y="2165"/>
                  </a:cubicBezTo>
                  <a:cubicBezTo>
                    <a:pt x="2828" y="2141"/>
                    <a:pt x="2771" y="2092"/>
                    <a:pt x="2666" y="2011"/>
                  </a:cubicBezTo>
                  <a:lnTo>
                    <a:pt x="2560" y="1930"/>
                  </a:lnTo>
                  <a:lnTo>
                    <a:pt x="2560" y="1930"/>
                  </a:lnTo>
                  <a:lnTo>
                    <a:pt x="2674" y="2003"/>
                  </a:lnTo>
                  <a:lnTo>
                    <a:pt x="2844" y="2109"/>
                  </a:lnTo>
                  <a:cubicBezTo>
                    <a:pt x="2812" y="2084"/>
                    <a:pt x="2771" y="2052"/>
                    <a:pt x="2730" y="2036"/>
                  </a:cubicBezTo>
                  <a:cubicBezTo>
                    <a:pt x="2698" y="2013"/>
                    <a:pt x="2687" y="2003"/>
                    <a:pt x="2695" y="2003"/>
                  </a:cubicBezTo>
                  <a:cubicBezTo>
                    <a:pt x="2701" y="2003"/>
                    <a:pt x="2718" y="2009"/>
                    <a:pt x="2747" y="2019"/>
                  </a:cubicBezTo>
                  <a:cubicBezTo>
                    <a:pt x="2774" y="2033"/>
                    <a:pt x="2791" y="2039"/>
                    <a:pt x="2798" y="2039"/>
                  </a:cubicBezTo>
                  <a:cubicBezTo>
                    <a:pt x="2807" y="2039"/>
                    <a:pt x="2796" y="2027"/>
                    <a:pt x="2763" y="2003"/>
                  </a:cubicBezTo>
                  <a:cubicBezTo>
                    <a:pt x="2763" y="2003"/>
                    <a:pt x="2763" y="2002"/>
                    <a:pt x="2767" y="2002"/>
                  </a:cubicBezTo>
                  <a:cubicBezTo>
                    <a:pt x="2773" y="2002"/>
                    <a:pt x="2789" y="2005"/>
                    <a:pt x="2828" y="2019"/>
                  </a:cubicBezTo>
                  <a:cubicBezTo>
                    <a:pt x="2836" y="2019"/>
                    <a:pt x="2836" y="2019"/>
                    <a:pt x="2771" y="1987"/>
                  </a:cubicBezTo>
                  <a:cubicBezTo>
                    <a:pt x="2737" y="1967"/>
                    <a:pt x="2723" y="1957"/>
                    <a:pt x="2732" y="1957"/>
                  </a:cubicBezTo>
                  <a:cubicBezTo>
                    <a:pt x="2738" y="1957"/>
                    <a:pt x="2754" y="1961"/>
                    <a:pt x="2779" y="1971"/>
                  </a:cubicBezTo>
                  <a:cubicBezTo>
                    <a:pt x="2837" y="1998"/>
                    <a:pt x="2869" y="2008"/>
                    <a:pt x="2881" y="2008"/>
                  </a:cubicBezTo>
                  <a:cubicBezTo>
                    <a:pt x="2894" y="2008"/>
                    <a:pt x="2882" y="1996"/>
                    <a:pt x="2852" y="1979"/>
                  </a:cubicBezTo>
                  <a:cubicBezTo>
                    <a:pt x="2787" y="1955"/>
                    <a:pt x="2787" y="1946"/>
                    <a:pt x="2795" y="1946"/>
                  </a:cubicBezTo>
                  <a:cubicBezTo>
                    <a:pt x="2795" y="1938"/>
                    <a:pt x="2803" y="1930"/>
                    <a:pt x="2739" y="1898"/>
                  </a:cubicBezTo>
                  <a:lnTo>
                    <a:pt x="2747" y="1890"/>
                  </a:lnTo>
                  <a:cubicBezTo>
                    <a:pt x="2747" y="1890"/>
                    <a:pt x="2812" y="1914"/>
                    <a:pt x="2803" y="1922"/>
                  </a:cubicBezTo>
                  <a:lnTo>
                    <a:pt x="2868" y="1946"/>
                  </a:lnTo>
                  <a:cubicBezTo>
                    <a:pt x="2876" y="1930"/>
                    <a:pt x="2876" y="1930"/>
                    <a:pt x="2820" y="1898"/>
                  </a:cubicBezTo>
                  <a:cubicBezTo>
                    <a:pt x="2759" y="1870"/>
                    <a:pt x="2729" y="1858"/>
                    <a:pt x="2728" y="1857"/>
                  </a:cubicBezTo>
                  <a:lnTo>
                    <a:pt x="2728" y="1857"/>
                  </a:lnTo>
                  <a:cubicBezTo>
                    <a:pt x="2729" y="1858"/>
                    <a:pt x="2759" y="1870"/>
                    <a:pt x="2820" y="1890"/>
                  </a:cubicBezTo>
                  <a:cubicBezTo>
                    <a:pt x="2862" y="1906"/>
                    <a:pt x="2905" y="1922"/>
                    <a:pt x="2913" y="1922"/>
                  </a:cubicBezTo>
                  <a:cubicBezTo>
                    <a:pt x="2917" y="1922"/>
                    <a:pt x="2912" y="1917"/>
                    <a:pt x="2893" y="1906"/>
                  </a:cubicBezTo>
                  <a:cubicBezTo>
                    <a:pt x="2831" y="1883"/>
                    <a:pt x="2815" y="1874"/>
                    <a:pt x="2822" y="1874"/>
                  </a:cubicBezTo>
                  <a:cubicBezTo>
                    <a:pt x="2830" y="1874"/>
                    <a:pt x="2867" y="1885"/>
                    <a:pt x="2901" y="1898"/>
                  </a:cubicBezTo>
                  <a:cubicBezTo>
                    <a:pt x="2955" y="1920"/>
                    <a:pt x="2985" y="1932"/>
                    <a:pt x="2991" y="1932"/>
                  </a:cubicBezTo>
                  <a:cubicBezTo>
                    <a:pt x="2998" y="1932"/>
                    <a:pt x="2968" y="1914"/>
                    <a:pt x="2901" y="1874"/>
                  </a:cubicBezTo>
                  <a:cubicBezTo>
                    <a:pt x="2909" y="1865"/>
                    <a:pt x="2852" y="1825"/>
                    <a:pt x="2860" y="1809"/>
                  </a:cubicBezTo>
                  <a:cubicBezTo>
                    <a:pt x="2860" y="1789"/>
                    <a:pt x="2866" y="1774"/>
                    <a:pt x="2908" y="1774"/>
                  </a:cubicBezTo>
                  <a:cubicBezTo>
                    <a:pt x="2911" y="1774"/>
                    <a:pt x="2914" y="1774"/>
                    <a:pt x="2917" y="1774"/>
                  </a:cubicBezTo>
                  <a:lnTo>
                    <a:pt x="2917" y="1774"/>
                  </a:lnTo>
                  <a:cubicBezTo>
                    <a:pt x="2872" y="1763"/>
                    <a:pt x="2876" y="1755"/>
                    <a:pt x="2876" y="1744"/>
                  </a:cubicBezTo>
                  <a:cubicBezTo>
                    <a:pt x="2949" y="1736"/>
                    <a:pt x="2884" y="1711"/>
                    <a:pt x="2820" y="1695"/>
                  </a:cubicBezTo>
                  <a:cubicBezTo>
                    <a:pt x="2820" y="1703"/>
                    <a:pt x="2820" y="1711"/>
                    <a:pt x="2820" y="1711"/>
                  </a:cubicBezTo>
                  <a:cubicBezTo>
                    <a:pt x="2682" y="1687"/>
                    <a:pt x="2682" y="1687"/>
                    <a:pt x="2755" y="1687"/>
                  </a:cubicBezTo>
                  <a:cubicBezTo>
                    <a:pt x="2795" y="1687"/>
                    <a:pt x="2844" y="1687"/>
                    <a:pt x="2884" y="1695"/>
                  </a:cubicBezTo>
                  <a:cubicBezTo>
                    <a:pt x="2933" y="1703"/>
                    <a:pt x="2982" y="1703"/>
                    <a:pt x="3022" y="1703"/>
                  </a:cubicBezTo>
                  <a:cubicBezTo>
                    <a:pt x="3030" y="1695"/>
                    <a:pt x="3030" y="1687"/>
                    <a:pt x="2957" y="1687"/>
                  </a:cubicBezTo>
                  <a:cubicBezTo>
                    <a:pt x="2893" y="1679"/>
                    <a:pt x="2893" y="1679"/>
                    <a:pt x="2893" y="1671"/>
                  </a:cubicBezTo>
                  <a:cubicBezTo>
                    <a:pt x="2893" y="1663"/>
                    <a:pt x="2893" y="1663"/>
                    <a:pt x="2828" y="1646"/>
                  </a:cubicBezTo>
                  <a:cubicBezTo>
                    <a:pt x="2763" y="1646"/>
                    <a:pt x="2763" y="1638"/>
                    <a:pt x="2763" y="1630"/>
                  </a:cubicBezTo>
                  <a:cubicBezTo>
                    <a:pt x="2828" y="1630"/>
                    <a:pt x="2836" y="1622"/>
                    <a:pt x="2836" y="1622"/>
                  </a:cubicBezTo>
                  <a:lnTo>
                    <a:pt x="2901" y="1622"/>
                  </a:lnTo>
                  <a:cubicBezTo>
                    <a:pt x="2922" y="1625"/>
                    <a:pt x="2945" y="1626"/>
                    <a:pt x="2965" y="1626"/>
                  </a:cubicBezTo>
                  <a:cubicBezTo>
                    <a:pt x="3006" y="1626"/>
                    <a:pt x="3039" y="1622"/>
                    <a:pt x="3039" y="1622"/>
                  </a:cubicBezTo>
                  <a:cubicBezTo>
                    <a:pt x="3039" y="1614"/>
                    <a:pt x="2974" y="1614"/>
                    <a:pt x="2974" y="1614"/>
                  </a:cubicBezTo>
                  <a:cubicBezTo>
                    <a:pt x="2909" y="1614"/>
                    <a:pt x="2909" y="1468"/>
                    <a:pt x="2909" y="1444"/>
                  </a:cubicBezTo>
                  <a:cubicBezTo>
                    <a:pt x="2959" y="1431"/>
                    <a:pt x="2970" y="1414"/>
                    <a:pt x="2944" y="1414"/>
                  </a:cubicBezTo>
                  <a:cubicBezTo>
                    <a:pt x="2935" y="1414"/>
                    <a:pt x="2924" y="1416"/>
                    <a:pt x="2909" y="1419"/>
                  </a:cubicBezTo>
                  <a:cubicBezTo>
                    <a:pt x="2900" y="1421"/>
                    <a:pt x="2893" y="1421"/>
                    <a:pt x="2886" y="1421"/>
                  </a:cubicBezTo>
                  <a:cubicBezTo>
                    <a:pt x="2842" y="1421"/>
                    <a:pt x="2835" y="1399"/>
                    <a:pt x="2828" y="1371"/>
                  </a:cubicBezTo>
                  <a:cubicBezTo>
                    <a:pt x="2828" y="1340"/>
                    <a:pt x="2823" y="1314"/>
                    <a:pt x="2792" y="1314"/>
                  </a:cubicBezTo>
                  <a:cubicBezTo>
                    <a:pt x="2782" y="1314"/>
                    <a:pt x="2770" y="1316"/>
                    <a:pt x="2755" y="1322"/>
                  </a:cubicBezTo>
                  <a:cubicBezTo>
                    <a:pt x="2755" y="1322"/>
                    <a:pt x="2755" y="1314"/>
                    <a:pt x="2755" y="1306"/>
                  </a:cubicBezTo>
                  <a:cubicBezTo>
                    <a:pt x="2753" y="1304"/>
                    <a:pt x="2749" y="1304"/>
                    <a:pt x="2743" y="1304"/>
                  </a:cubicBezTo>
                  <a:cubicBezTo>
                    <a:pt x="2728" y="1304"/>
                    <a:pt x="2702" y="1308"/>
                    <a:pt x="2689" y="1308"/>
                  </a:cubicBezTo>
                  <a:cubicBezTo>
                    <a:pt x="2685" y="1308"/>
                    <a:pt x="2682" y="1308"/>
                    <a:pt x="2682" y="1306"/>
                  </a:cubicBezTo>
                  <a:cubicBezTo>
                    <a:pt x="2722" y="1290"/>
                    <a:pt x="2763" y="1265"/>
                    <a:pt x="2803" y="1249"/>
                  </a:cubicBezTo>
                  <a:cubicBezTo>
                    <a:pt x="2803" y="1246"/>
                    <a:pt x="2801" y="1245"/>
                    <a:pt x="2797" y="1245"/>
                  </a:cubicBezTo>
                  <a:cubicBezTo>
                    <a:pt x="2779" y="1245"/>
                    <a:pt x="2726" y="1270"/>
                    <a:pt x="2674" y="1290"/>
                  </a:cubicBezTo>
                  <a:cubicBezTo>
                    <a:pt x="2609" y="1314"/>
                    <a:pt x="2609" y="1314"/>
                    <a:pt x="2609" y="1314"/>
                  </a:cubicBezTo>
                  <a:cubicBezTo>
                    <a:pt x="2609" y="1306"/>
                    <a:pt x="2609" y="1306"/>
                    <a:pt x="2674" y="1282"/>
                  </a:cubicBezTo>
                  <a:lnTo>
                    <a:pt x="2795" y="1225"/>
                  </a:lnTo>
                  <a:lnTo>
                    <a:pt x="2795" y="1217"/>
                  </a:lnTo>
                  <a:cubicBezTo>
                    <a:pt x="2752" y="1238"/>
                    <a:pt x="2738" y="1242"/>
                    <a:pt x="2733" y="1242"/>
                  </a:cubicBezTo>
                  <a:cubicBezTo>
                    <a:pt x="2730" y="1242"/>
                    <a:pt x="2730" y="1241"/>
                    <a:pt x="2730" y="1241"/>
                  </a:cubicBezTo>
                  <a:cubicBezTo>
                    <a:pt x="2730" y="1233"/>
                    <a:pt x="2730" y="1233"/>
                    <a:pt x="2852" y="1176"/>
                  </a:cubicBezTo>
                  <a:cubicBezTo>
                    <a:pt x="2917" y="1146"/>
                    <a:pt x="2947" y="1129"/>
                    <a:pt x="2942" y="1129"/>
                  </a:cubicBezTo>
                  <a:cubicBezTo>
                    <a:pt x="2936" y="1129"/>
                    <a:pt x="2904" y="1142"/>
                    <a:pt x="2844" y="1168"/>
                  </a:cubicBezTo>
                  <a:lnTo>
                    <a:pt x="2779" y="1184"/>
                  </a:lnTo>
                  <a:cubicBezTo>
                    <a:pt x="2823" y="1161"/>
                    <a:pt x="2835" y="1152"/>
                    <a:pt x="2830" y="1152"/>
                  </a:cubicBezTo>
                  <a:cubicBezTo>
                    <a:pt x="2821" y="1152"/>
                    <a:pt x="2756" y="1180"/>
                    <a:pt x="2714" y="1201"/>
                  </a:cubicBezTo>
                  <a:cubicBezTo>
                    <a:pt x="2780" y="1161"/>
                    <a:pt x="2808" y="1140"/>
                    <a:pt x="2800" y="1140"/>
                  </a:cubicBezTo>
                  <a:cubicBezTo>
                    <a:pt x="2793" y="1140"/>
                    <a:pt x="2762" y="1155"/>
                    <a:pt x="2706" y="1184"/>
                  </a:cubicBezTo>
                  <a:cubicBezTo>
                    <a:pt x="2681" y="1199"/>
                    <a:pt x="2667" y="1205"/>
                    <a:pt x="2664" y="1205"/>
                  </a:cubicBezTo>
                  <a:cubicBezTo>
                    <a:pt x="2660" y="1205"/>
                    <a:pt x="2674" y="1194"/>
                    <a:pt x="2706" y="1176"/>
                  </a:cubicBezTo>
                  <a:cubicBezTo>
                    <a:pt x="2763" y="1136"/>
                    <a:pt x="2755" y="1128"/>
                    <a:pt x="2755" y="1119"/>
                  </a:cubicBezTo>
                  <a:lnTo>
                    <a:pt x="2755" y="1119"/>
                  </a:lnTo>
                  <a:cubicBezTo>
                    <a:pt x="2736" y="1129"/>
                    <a:pt x="2722" y="1133"/>
                    <a:pt x="2710" y="1133"/>
                  </a:cubicBezTo>
                  <a:cubicBezTo>
                    <a:pt x="2681" y="1133"/>
                    <a:pt x="2669" y="1108"/>
                    <a:pt x="2657" y="1079"/>
                  </a:cubicBezTo>
                  <a:cubicBezTo>
                    <a:pt x="2639" y="1056"/>
                    <a:pt x="2623" y="1041"/>
                    <a:pt x="2606" y="1041"/>
                  </a:cubicBezTo>
                  <a:cubicBezTo>
                    <a:pt x="2592" y="1041"/>
                    <a:pt x="2578" y="1050"/>
                    <a:pt x="2560" y="1071"/>
                  </a:cubicBezTo>
                  <a:cubicBezTo>
                    <a:pt x="2552" y="1071"/>
                    <a:pt x="2552" y="1071"/>
                    <a:pt x="2601" y="1014"/>
                  </a:cubicBezTo>
                  <a:cubicBezTo>
                    <a:pt x="2619" y="993"/>
                    <a:pt x="2629" y="979"/>
                    <a:pt x="2626" y="979"/>
                  </a:cubicBezTo>
                  <a:lnTo>
                    <a:pt x="2626" y="979"/>
                  </a:lnTo>
                  <a:cubicBezTo>
                    <a:pt x="2622" y="979"/>
                    <a:pt x="2598" y="1000"/>
                    <a:pt x="2544" y="1055"/>
                  </a:cubicBezTo>
                  <a:cubicBezTo>
                    <a:pt x="2585" y="1006"/>
                    <a:pt x="2585" y="990"/>
                    <a:pt x="2568" y="974"/>
                  </a:cubicBezTo>
                  <a:cubicBezTo>
                    <a:pt x="2565" y="970"/>
                    <a:pt x="2560" y="967"/>
                    <a:pt x="2553" y="967"/>
                  </a:cubicBezTo>
                  <a:cubicBezTo>
                    <a:pt x="2541" y="967"/>
                    <a:pt x="2524" y="976"/>
                    <a:pt x="2503" y="1006"/>
                  </a:cubicBezTo>
                  <a:cubicBezTo>
                    <a:pt x="2479" y="1034"/>
                    <a:pt x="2467" y="1049"/>
                    <a:pt x="2466" y="1049"/>
                  </a:cubicBezTo>
                  <a:cubicBezTo>
                    <a:pt x="2465" y="1049"/>
                    <a:pt x="2475" y="1034"/>
                    <a:pt x="2495" y="1006"/>
                  </a:cubicBezTo>
                  <a:cubicBezTo>
                    <a:pt x="2549" y="937"/>
                    <a:pt x="2574" y="878"/>
                    <a:pt x="2560" y="878"/>
                  </a:cubicBezTo>
                  <a:cubicBezTo>
                    <a:pt x="2552" y="878"/>
                    <a:pt x="2534" y="894"/>
                    <a:pt x="2503" y="933"/>
                  </a:cubicBezTo>
                  <a:cubicBezTo>
                    <a:pt x="2503" y="925"/>
                    <a:pt x="2495" y="925"/>
                    <a:pt x="2528" y="860"/>
                  </a:cubicBezTo>
                  <a:lnTo>
                    <a:pt x="2528" y="860"/>
                  </a:lnTo>
                  <a:cubicBezTo>
                    <a:pt x="2528" y="860"/>
                    <a:pt x="2520" y="860"/>
                    <a:pt x="2479" y="909"/>
                  </a:cubicBezTo>
                  <a:lnTo>
                    <a:pt x="2447" y="884"/>
                  </a:lnTo>
                  <a:cubicBezTo>
                    <a:pt x="2446" y="884"/>
                    <a:pt x="2445" y="884"/>
                    <a:pt x="2444" y="884"/>
                  </a:cubicBezTo>
                  <a:cubicBezTo>
                    <a:pt x="2427" y="884"/>
                    <a:pt x="2398" y="941"/>
                    <a:pt x="2398" y="941"/>
                  </a:cubicBezTo>
                  <a:lnTo>
                    <a:pt x="2390" y="941"/>
                  </a:lnTo>
                  <a:cubicBezTo>
                    <a:pt x="2422" y="876"/>
                    <a:pt x="2390" y="860"/>
                    <a:pt x="2357" y="852"/>
                  </a:cubicBezTo>
                  <a:cubicBezTo>
                    <a:pt x="2317" y="836"/>
                    <a:pt x="2293" y="795"/>
                    <a:pt x="2301" y="755"/>
                  </a:cubicBezTo>
                  <a:lnTo>
                    <a:pt x="2301" y="755"/>
                  </a:lnTo>
                  <a:cubicBezTo>
                    <a:pt x="2301" y="755"/>
                    <a:pt x="2293" y="755"/>
                    <a:pt x="2276" y="819"/>
                  </a:cubicBezTo>
                  <a:cubicBezTo>
                    <a:pt x="2257" y="895"/>
                    <a:pt x="2250" y="927"/>
                    <a:pt x="2246" y="927"/>
                  </a:cubicBezTo>
                  <a:cubicBezTo>
                    <a:pt x="2244" y="927"/>
                    <a:pt x="2244" y="911"/>
                    <a:pt x="2244" y="884"/>
                  </a:cubicBezTo>
                  <a:cubicBezTo>
                    <a:pt x="2252" y="813"/>
                    <a:pt x="2250" y="777"/>
                    <a:pt x="2242" y="777"/>
                  </a:cubicBezTo>
                  <a:cubicBezTo>
                    <a:pt x="2237" y="777"/>
                    <a:pt x="2228" y="797"/>
                    <a:pt x="2219" y="839"/>
                  </a:cubicBezTo>
                  <a:lnTo>
                    <a:pt x="2219" y="839"/>
                  </a:lnTo>
                  <a:cubicBezTo>
                    <a:pt x="2220" y="832"/>
                    <a:pt x="2220" y="826"/>
                    <a:pt x="2220" y="811"/>
                  </a:cubicBezTo>
                  <a:cubicBezTo>
                    <a:pt x="2223" y="757"/>
                    <a:pt x="2221" y="734"/>
                    <a:pt x="2217" y="734"/>
                  </a:cubicBezTo>
                  <a:cubicBezTo>
                    <a:pt x="2210" y="734"/>
                    <a:pt x="2197" y="789"/>
                    <a:pt x="2187" y="868"/>
                  </a:cubicBezTo>
                  <a:cubicBezTo>
                    <a:pt x="2187" y="823"/>
                    <a:pt x="2187" y="773"/>
                    <a:pt x="2184" y="773"/>
                  </a:cubicBezTo>
                  <a:cubicBezTo>
                    <a:pt x="2183" y="773"/>
                    <a:pt x="2182" y="782"/>
                    <a:pt x="2179" y="803"/>
                  </a:cubicBezTo>
                  <a:cubicBezTo>
                    <a:pt x="2171" y="803"/>
                    <a:pt x="2171" y="803"/>
                    <a:pt x="2179" y="665"/>
                  </a:cubicBezTo>
                  <a:cubicBezTo>
                    <a:pt x="2187" y="617"/>
                    <a:pt x="2187" y="568"/>
                    <a:pt x="2179" y="5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2"/>
            <p:cNvSpPr/>
            <p:nvPr/>
          </p:nvSpPr>
          <p:spPr>
            <a:xfrm>
              <a:off x="7803868" y="1822840"/>
              <a:ext cx="67899" cy="59849"/>
            </a:xfrm>
            <a:custGeom>
              <a:avLst/>
              <a:gdLst/>
              <a:ahLst/>
              <a:cxnLst/>
              <a:rect l="l" t="t" r="r" b="b"/>
              <a:pathLst>
                <a:path w="3939" h="3472" extrusionOk="0">
                  <a:moveTo>
                    <a:pt x="2326" y="0"/>
                  </a:moveTo>
                  <a:cubicBezTo>
                    <a:pt x="2310" y="0"/>
                    <a:pt x="2318" y="65"/>
                    <a:pt x="2326" y="138"/>
                  </a:cubicBezTo>
                  <a:lnTo>
                    <a:pt x="2342" y="138"/>
                  </a:lnTo>
                  <a:cubicBezTo>
                    <a:pt x="2342" y="89"/>
                    <a:pt x="2342" y="41"/>
                    <a:pt x="2342" y="0"/>
                  </a:cubicBezTo>
                  <a:close/>
                  <a:moveTo>
                    <a:pt x="1680" y="937"/>
                  </a:moveTo>
                  <a:cubicBezTo>
                    <a:pt x="1673" y="937"/>
                    <a:pt x="1668" y="942"/>
                    <a:pt x="1661" y="949"/>
                  </a:cubicBezTo>
                  <a:cubicBezTo>
                    <a:pt x="1653" y="957"/>
                    <a:pt x="1694" y="1014"/>
                    <a:pt x="1694" y="1014"/>
                  </a:cubicBezTo>
                  <a:cubicBezTo>
                    <a:pt x="1730" y="1050"/>
                    <a:pt x="1739" y="1055"/>
                    <a:pt x="1745" y="1055"/>
                  </a:cubicBezTo>
                  <a:cubicBezTo>
                    <a:pt x="1747" y="1055"/>
                    <a:pt x="1748" y="1054"/>
                    <a:pt x="1750" y="1054"/>
                  </a:cubicBezTo>
                  <a:cubicBezTo>
                    <a:pt x="1762" y="1061"/>
                    <a:pt x="1770" y="1064"/>
                    <a:pt x="1775" y="1064"/>
                  </a:cubicBezTo>
                  <a:cubicBezTo>
                    <a:pt x="1793" y="1064"/>
                    <a:pt x="1765" y="1020"/>
                    <a:pt x="1726" y="981"/>
                  </a:cubicBezTo>
                  <a:cubicBezTo>
                    <a:pt x="1702" y="948"/>
                    <a:pt x="1690" y="937"/>
                    <a:pt x="1680" y="937"/>
                  </a:cubicBezTo>
                  <a:close/>
                  <a:moveTo>
                    <a:pt x="2332" y="1087"/>
                  </a:moveTo>
                  <a:cubicBezTo>
                    <a:pt x="2335" y="1103"/>
                    <a:pt x="2337" y="1114"/>
                    <a:pt x="2337" y="1114"/>
                  </a:cubicBezTo>
                  <a:cubicBezTo>
                    <a:pt x="2338" y="1114"/>
                    <a:pt x="2337" y="1106"/>
                    <a:pt x="2334" y="1087"/>
                  </a:cubicBezTo>
                  <a:close/>
                  <a:moveTo>
                    <a:pt x="1815" y="998"/>
                  </a:moveTo>
                  <a:cubicBezTo>
                    <a:pt x="1848" y="1030"/>
                    <a:pt x="1864" y="1079"/>
                    <a:pt x="1880" y="1119"/>
                  </a:cubicBezTo>
                  <a:cubicBezTo>
                    <a:pt x="1880" y="1120"/>
                    <a:pt x="1879" y="1120"/>
                    <a:pt x="1878" y="1120"/>
                  </a:cubicBezTo>
                  <a:cubicBezTo>
                    <a:pt x="1867" y="1120"/>
                    <a:pt x="1829" y="1066"/>
                    <a:pt x="1799" y="1006"/>
                  </a:cubicBezTo>
                  <a:lnTo>
                    <a:pt x="1815" y="998"/>
                  </a:lnTo>
                  <a:close/>
                  <a:moveTo>
                    <a:pt x="2423" y="1014"/>
                  </a:moveTo>
                  <a:lnTo>
                    <a:pt x="2440" y="1087"/>
                  </a:lnTo>
                  <a:cubicBezTo>
                    <a:pt x="2448" y="1152"/>
                    <a:pt x="2440" y="1152"/>
                    <a:pt x="2432" y="1152"/>
                  </a:cubicBezTo>
                  <a:cubicBezTo>
                    <a:pt x="2423" y="1152"/>
                    <a:pt x="2423" y="1152"/>
                    <a:pt x="2415" y="1087"/>
                  </a:cubicBezTo>
                  <a:cubicBezTo>
                    <a:pt x="2415" y="1087"/>
                    <a:pt x="2415" y="1022"/>
                    <a:pt x="2423" y="1014"/>
                  </a:cubicBezTo>
                  <a:close/>
                  <a:moveTo>
                    <a:pt x="2286" y="884"/>
                  </a:moveTo>
                  <a:cubicBezTo>
                    <a:pt x="2310" y="925"/>
                    <a:pt x="2326" y="973"/>
                    <a:pt x="2334" y="1022"/>
                  </a:cubicBezTo>
                  <a:cubicBezTo>
                    <a:pt x="2367" y="1152"/>
                    <a:pt x="2367" y="1152"/>
                    <a:pt x="2350" y="1152"/>
                  </a:cubicBezTo>
                  <a:cubicBezTo>
                    <a:pt x="2349" y="1152"/>
                    <a:pt x="2348" y="1152"/>
                    <a:pt x="2347" y="1152"/>
                  </a:cubicBezTo>
                  <a:cubicBezTo>
                    <a:pt x="2342" y="1152"/>
                    <a:pt x="2339" y="1146"/>
                    <a:pt x="2326" y="1087"/>
                  </a:cubicBezTo>
                  <a:lnTo>
                    <a:pt x="2332" y="1087"/>
                  </a:lnTo>
                  <a:cubicBezTo>
                    <a:pt x="2329" y="1069"/>
                    <a:pt x="2324" y="1046"/>
                    <a:pt x="2318" y="1022"/>
                  </a:cubicBezTo>
                  <a:lnTo>
                    <a:pt x="2286" y="884"/>
                  </a:lnTo>
                  <a:close/>
                  <a:moveTo>
                    <a:pt x="2083" y="1087"/>
                  </a:moveTo>
                  <a:lnTo>
                    <a:pt x="2083" y="1087"/>
                  </a:lnTo>
                  <a:cubicBezTo>
                    <a:pt x="2083" y="1087"/>
                    <a:pt x="2107" y="1152"/>
                    <a:pt x="2140" y="1208"/>
                  </a:cubicBezTo>
                  <a:cubicBezTo>
                    <a:pt x="2163" y="1271"/>
                    <a:pt x="2194" y="1334"/>
                    <a:pt x="2226" y="1390"/>
                  </a:cubicBezTo>
                  <a:lnTo>
                    <a:pt x="2226" y="1390"/>
                  </a:lnTo>
                  <a:cubicBezTo>
                    <a:pt x="2215" y="1374"/>
                    <a:pt x="2202" y="1360"/>
                    <a:pt x="2188" y="1346"/>
                  </a:cubicBezTo>
                  <a:lnTo>
                    <a:pt x="2172" y="1346"/>
                  </a:lnTo>
                  <a:lnTo>
                    <a:pt x="2156" y="1281"/>
                  </a:lnTo>
                  <a:cubicBezTo>
                    <a:pt x="2148" y="1241"/>
                    <a:pt x="2132" y="1192"/>
                    <a:pt x="2107" y="1152"/>
                  </a:cubicBezTo>
                  <a:cubicBezTo>
                    <a:pt x="2107" y="1152"/>
                    <a:pt x="2075" y="1095"/>
                    <a:pt x="2083" y="1087"/>
                  </a:cubicBezTo>
                  <a:close/>
                  <a:moveTo>
                    <a:pt x="2623" y="1103"/>
                  </a:moveTo>
                  <a:cubicBezTo>
                    <a:pt x="2624" y="1103"/>
                    <a:pt x="2622" y="1135"/>
                    <a:pt x="2618" y="1200"/>
                  </a:cubicBezTo>
                  <a:cubicBezTo>
                    <a:pt x="2618" y="1249"/>
                    <a:pt x="2618" y="1298"/>
                    <a:pt x="2610" y="1338"/>
                  </a:cubicBezTo>
                  <a:cubicBezTo>
                    <a:pt x="2605" y="1378"/>
                    <a:pt x="2602" y="1395"/>
                    <a:pt x="2600" y="1395"/>
                  </a:cubicBezTo>
                  <a:cubicBezTo>
                    <a:pt x="2595" y="1395"/>
                    <a:pt x="2598" y="1298"/>
                    <a:pt x="2610" y="1200"/>
                  </a:cubicBezTo>
                  <a:cubicBezTo>
                    <a:pt x="2618" y="1135"/>
                    <a:pt x="2622" y="1103"/>
                    <a:pt x="2623" y="1103"/>
                  </a:cubicBezTo>
                  <a:close/>
                  <a:moveTo>
                    <a:pt x="2391" y="1427"/>
                  </a:moveTo>
                  <a:lnTo>
                    <a:pt x="2391" y="1427"/>
                  </a:lnTo>
                  <a:cubicBezTo>
                    <a:pt x="2407" y="1492"/>
                    <a:pt x="2407" y="1492"/>
                    <a:pt x="2407" y="1492"/>
                  </a:cubicBezTo>
                  <a:lnTo>
                    <a:pt x="2415" y="1492"/>
                  </a:lnTo>
                  <a:lnTo>
                    <a:pt x="2391" y="1427"/>
                  </a:lnTo>
                  <a:close/>
                  <a:moveTo>
                    <a:pt x="1540" y="1379"/>
                  </a:moveTo>
                  <a:lnTo>
                    <a:pt x="1653" y="1460"/>
                  </a:lnTo>
                  <a:cubicBezTo>
                    <a:pt x="1755" y="1524"/>
                    <a:pt x="1799" y="1552"/>
                    <a:pt x="1795" y="1552"/>
                  </a:cubicBezTo>
                  <a:cubicBezTo>
                    <a:pt x="1792" y="1552"/>
                    <a:pt x="1762" y="1536"/>
                    <a:pt x="1710" y="1508"/>
                  </a:cubicBezTo>
                  <a:cubicBezTo>
                    <a:pt x="1645" y="1476"/>
                    <a:pt x="1588" y="1443"/>
                    <a:pt x="1532" y="1395"/>
                  </a:cubicBezTo>
                  <a:cubicBezTo>
                    <a:pt x="1540" y="1387"/>
                    <a:pt x="1540" y="1379"/>
                    <a:pt x="1540" y="1379"/>
                  </a:cubicBezTo>
                  <a:close/>
                  <a:moveTo>
                    <a:pt x="1791" y="1500"/>
                  </a:moveTo>
                  <a:lnTo>
                    <a:pt x="1848" y="1533"/>
                  </a:lnTo>
                  <a:cubicBezTo>
                    <a:pt x="1913" y="1565"/>
                    <a:pt x="1905" y="1565"/>
                    <a:pt x="1905" y="1573"/>
                  </a:cubicBezTo>
                  <a:lnTo>
                    <a:pt x="1840" y="1541"/>
                  </a:lnTo>
                  <a:lnTo>
                    <a:pt x="1791" y="1500"/>
                  </a:lnTo>
                  <a:close/>
                  <a:moveTo>
                    <a:pt x="2294" y="1516"/>
                  </a:moveTo>
                  <a:cubicBezTo>
                    <a:pt x="2293" y="1517"/>
                    <a:pt x="2293" y="1517"/>
                    <a:pt x="2293" y="1517"/>
                  </a:cubicBezTo>
                  <a:lnTo>
                    <a:pt x="2293" y="1517"/>
                  </a:lnTo>
                  <a:cubicBezTo>
                    <a:pt x="2324" y="1575"/>
                    <a:pt x="2339" y="1602"/>
                    <a:pt x="2339" y="1602"/>
                  </a:cubicBezTo>
                  <a:cubicBezTo>
                    <a:pt x="2339" y="1602"/>
                    <a:pt x="2323" y="1571"/>
                    <a:pt x="2294" y="1516"/>
                  </a:cubicBezTo>
                  <a:close/>
                  <a:moveTo>
                    <a:pt x="3331" y="1606"/>
                  </a:moveTo>
                  <a:lnTo>
                    <a:pt x="3331" y="1606"/>
                  </a:lnTo>
                  <a:cubicBezTo>
                    <a:pt x="3275" y="1638"/>
                    <a:pt x="3210" y="1662"/>
                    <a:pt x="3145" y="1687"/>
                  </a:cubicBezTo>
                  <a:cubicBezTo>
                    <a:pt x="3145" y="1679"/>
                    <a:pt x="3145" y="1679"/>
                    <a:pt x="3202" y="1646"/>
                  </a:cubicBezTo>
                  <a:cubicBezTo>
                    <a:pt x="3242" y="1630"/>
                    <a:pt x="3291" y="1614"/>
                    <a:pt x="3331" y="1606"/>
                  </a:cubicBezTo>
                  <a:close/>
                  <a:moveTo>
                    <a:pt x="1483" y="1670"/>
                  </a:moveTo>
                  <a:cubicBezTo>
                    <a:pt x="1548" y="1687"/>
                    <a:pt x="1613" y="1711"/>
                    <a:pt x="1613" y="1711"/>
                  </a:cubicBezTo>
                  <a:lnTo>
                    <a:pt x="1613" y="1719"/>
                  </a:lnTo>
                  <a:cubicBezTo>
                    <a:pt x="1564" y="1711"/>
                    <a:pt x="1523" y="1695"/>
                    <a:pt x="1483" y="1679"/>
                  </a:cubicBezTo>
                  <a:lnTo>
                    <a:pt x="1483" y="1670"/>
                  </a:lnTo>
                  <a:close/>
                  <a:moveTo>
                    <a:pt x="1702" y="1662"/>
                  </a:moveTo>
                  <a:lnTo>
                    <a:pt x="1702" y="1662"/>
                  </a:lnTo>
                  <a:cubicBezTo>
                    <a:pt x="1767" y="1687"/>
                    <a:pt x="1832" y="1711"/>
                    <a:pt x="1888" y="1735"/>
                  </a:cubicBezTo>
                  <a:cubicBezTo>
                    <a:pt x="1917" y="1750"/>
                    <a:pt x="1934" y="1758"/>
                    <a:pt x="1931" y="1758"/>
                  </a:cubicBezTo>
                  <a:cubicBezTo>
                    <a:pt x="1927" y="1758"/>
                    <a:pt x="1895" y="1746"/>
                    <a:pt x="1823" y="1719"/>
                  </a:cubicBezTo>
                  <a:lnTo>
                    <a:pt x="1702" y="1662"/>
                  </a:lnTo>
                  <a:close/>
                  <a:moveTo>
                    <a:pt x="3615" y="1782"/>
                  </a:moveTo>
                  <a:cubicBezTo>
                    <a:pt x="3623" y="1782"/>
                    <a:pt x="3623" y="1784"/>
                    <a:pt x="3591" y="1792"/>
                  </a:cubicBezTo>
                  <a:lnTo>
                    <a:pt x="3518" y="1800"/>
                  </a:lnTo>
                  <a:cubicBezTo>
                    <a:pt x="3481" y="1805"/>
                    <a:pt x="3443" y="1810"/>
                    <a:pt x="3431" y="1810"/>
                  </a:cubicBezTo>
                  <a:cubicBezTo>
                    <a:pt x="3421" y="1810"/>
                    <a:pt x="3426" y="1807"/>
                    <a:pt x="3453" y="1800"/>
                  </a:cubicBezTo>
                  <a:cubicBezTo>
                    <a:pt x="3494" y="1792"/>
                    <a:pt x="3542" y="1784"/>
                    <a:pt x="3591" y="1784"/>
                  </a:cubicBezTo>
                  <a:cubicBezTo>
                    <a:pt x="3591" y="1784"/>
                    <a:pt x="3607" y="1782"/>
                    <a:pt x="3615" y="1782"/>
                  </a:cubicBezTo>
                  <a:close/>
                  <a:moveTo>
                    <a:pt x="1277" y="1814"/>
                  </a:moveTo>
                  <a:cubicBezTo>
                    <a:pt x="1282" y="1814"/>
                    <a:pt x="1291" y="1815"/>
                    <a:pt x="1305" y="1816"/>
                  </a:cubicBezTo>
                  <a:cubicBezTo>
                    <a:pt x="1305" y="1816"/>
                    <a:pt x="1305" y="1815"/>
                    <a:pt x="1307" y="1815"/>
                  </a:cubicBezTo>
                  <a:cubicBezTo>
                    <a:pt x="1318" y="1815"/>
                    <a:pt x="1369" y="1842"/>
                    <a:pt x="1369" y="1849"/>
                  </a:cubicBezTo>
                  <a:lnTo>
                    <a:pt x="1296" y="1841"/>
                  </a:lnTo>
                  <a:cubicBezTo>
                    <a:pt x="1296" y="1828"/>
                    <a:pt x="1253" y="1814"/>
                    <a:pt x="1277" y="1814"/>
                  </a:cubicBezTo>
                  <a:close/>
                  <a:moveTo>
                    <a:pt x="1629" y="1930"/>
                  </a:moveTo>
                  <a:cubicBezTo>
                    <a:pt x="1678" y="1930"/>
                    <a:pt x="1718" y="1938"/>
                    <a:pt x="1767" y="1946"/>
                  </a:cubicBezTo>
                  <a:cubicBezTo>
                    <a:pt x="1799" y="1954"/>
                    <a:pt x="1797" y="1958"/>
                    <a:pt x="1771" y="1958"/>
                  </a:cubicBezTo>
                  <a:cubicBezTo>
                    <a:pt x="1744" y="1958"/>
                    <a:pt x="1694" y="1954"/>
                    <a:pt x="1629" y="1946"/>
                  </a:cubicBezTo>
                  <a:lnTo>
                    <a:pt x="1629" y="1930"/>
                  </a:lnTo>
                  <a:close/>
                  <a:moveTo>
                    <a:pt x="1759" y="2003"/>
                  </a:moveTo>
                  <a:lnTo>
                    <a:pt x="1750" y="2011"/>
                  </a:lnTo>
                  <a:cubicBezTo>
                    <a:pt x="1750" y="2015"/>
                    <a:pt x="1750" y="2017"/>
                    <a:pt x="1742" y="2017"/>
                  </a:cubicBezTo>
                  <a:cubicBezTo>
                    <a:pt x="1734" y="2017"/>
                    <a:pt x="1718" y="2015"/>
                    <a:pt x="1686" y="2011"/>
                  </a:cubicBezTo>
                  <a:lnTo>
                    <a:pt x="1759" y="2003"/>
                  </a:lnTo>
                  <a:close/>
                  <a:moveTo>
                    <a:pt x="1953" y="2068"/>
                  </a:moveTo>
                  <a:cubicBezTo>
                    <a:pt x="1888" y="2076"/>
                    <a:pt x="1815" y="2084"/>
                    <a:pt x="1815" y="2084"/>
                  </a:cubicBezTo>
                  <a:cubicBezTo>
                    <a:pt x="1815" y="2087"/>
                    <a:pt x="1823" y="2088"/>
                    <a:pt x="1834" y="2088"/>
                  </a:cubicBezTo>
                  <a:cubicBezTo>
                    <a:pt x="1856" y="2088"/>
                    <a:pt x="1888" y="2084"/>
                    <a:pt x="1888" y="2084"/>
                  </a:cubicBezTo>
                  <a:cubicBezTo>
                    <a:pt x="1913" y="2084"/>
                    <a:pt x="1929" y="2084"/>
                    <a:pt x="1953" y="2076"/>
                  </a:cubicBezTo>
                  <a:lnTo>
                    <a:pt x="1953" y="2068"/>
                  </a:lnTo>
                  <a:close/>
                  <a:moveTo>
                    <a:pt x="3526" y="2100"/>
                  </a:moveTo>
                  <a:cubicBezTo>
                    <a:pt x="3526" y="2100"/>
                    <a:pt x="3591" y="2100"/>
                    <a:pt x="3591" y="2108"/>
                  </a:cubicBezTo>
                  <a:cubicBezTo>
                    <a:pt x="3567" y="2112"/>
                    <a:pt x="3542" y="2114"/>
                    <a:pt x="3519" y="2114"/>
                  </a:cubicBezTo>
                  <a:cubicBezTo>
                    <a:pt x="3496" y="2114"/>
                    <a:pt x="3473" y="2112"/>
                    <a:pt x="3453" y="2108"/>
                  </a:cubicBezTo>
                  <a:cubicBezTo>
                    <a:pt x="3453" y="2100"/>
                    <a:pt x="3526" y="2100"/>
                    <a:pt x="3526" y="2100"/>
                  </a:cubicBezTo>
                  <a:close/>
                  <a:moveTo>
                    <a:pt x="2419" y="2103"/>
                  </a:moveTo>
                  <a:cubicBezTo>
                    <a:pt x="2412" y="2103"/>
                    <a:pt x="2397" y="2107"/>
                    <a:pt x="2359" y="2116"/>
                  </a:cubicBezTo>
                  <a:cubicBezTo>
                    <a:pt x="2423" y="2108"/>
                    <a:pt x="2423" y="2108"/>
                    <a:pt x="2423" y="2108"/>
                  </a:cubicBezTo>
                  <a:cubicBezTo>
                    <a:pt x="2423" y="2105"/>
                    <a:pt x="2423" y="2103"/>
                    <a:pt x="2419" y="2103"/>
                  </a:cubicBezTo>
                  <a:close/>
                  <a:moveTo>
                    <a:pt x="1526" y="2137"/>
                  </a:moveTo>
                  <a:cubicBezTo>
                    <a:pt x="1548" y="2137"/>
                    <a:pt x="1548" y="2141"/>
                    <a:pt x="1548" y="2141"/>
                  </a:cubicBezTo>
                  <a:cubicBezTo>
                    <a:pt x="1548" y="2149"/>
                    <a:pt x="1548" y="2157"/>
                    <a:pt x="1475" y="2165"/>
                  </a:cubicBezTo>
                  <a:cubicBezTo>
                    <a:pt x="1475" y="2165"/>
                    <a:pt x="1446" y="2169"/>
                    <a:pt x="1427" y="2169"/>
                  </a:cubicBezTo>
                  <a:cubicBezTo>
                    <a:pt x="1417" y="2169"/>
                    <a:pt x="1410" y="2168"/>
                    <a:pt x="1410" y="2165"/>
                  </a:cubicBezTo>
                  <a:cubicBezTo>
                    <a:pt x="1410" y="2149"/>
                    <a:pt x="1475" y="2141"/>
                    <a:pt x="1475" y="2141"/>
                  </a:cubicBezTo>
                  <a:cubicBezTo>
                    <a:pt x="1499" y="2138"/>
                    <a:pt x="1515" y="2137"/>
                    <a:pt x="1526" y="2137"/>
                  </a:cubicBezTo>
                  <a:close/>
                  <a:moveTo>
                    <a:pt x="3590" y="2191"/>
                  </a:moveTo>
                  <a:cubicBezTo>
                    <a:pt x="3599" y="2191"/>
                    <a:pt x="3615" y="2193"/>
                    <a:pt x="3648" y="2197"/>
                  </a:cubicBezTo>
                  <a:lnTo>
                    <a:pt x="3648" y="2206"/>
                  </a:lnTo>
                  <a:lnTo>
                    <a:pt x="3575" y="2206"/>
                  </a:lnTo>
                  <a:lnTo>
                    <a:pt x="3575" y="2197"/>
                  </a:lnTo>
                  <a:cubicBezTo>
                    <a:pt x="3579" y="2193"/>
                    <a:pt x="3581" y="2191"/>
                    <a:pt x="3590" y="2191"/>
                  </a:cubicBezTo>
                  <a:close/>
                  <a:moveTo>
                    <a:pt x="3685" y="2229"/>
                  </a:moveTo>
                  <a:cubicBezTo>
                    <a:pt x="3681" y="2229"/>
                    <a:pt x="3685" y="2231"/>
                    <a:pt x="3713" y="2238"/>
                  </a:cubicBezTo>
                  <a:cubicBezTo>
                    <a:pt x="3713" y="2233"/>
                    <a:pt x="3691" y="2229"/>
                    <a:pt x="3685" y="2229"/>
                  </a:cubicBezTo>
                  <a:close/>
                  <a:moveTo>
                    <a:pt x="2276" y="2230"/>
                  </a:moveTo>
                  <a:cubicBezTo>
                    <a:pt x="2276" y="2230"/>
                    <a:pt x="2264" y="2235"/>
                    <a:pt x="2246" y="2242"/>
                  </a:cubicBezTo>
                  <a:lnTo>
                    <a:pt x="2246" y="2242"/>
                  </a:lnTo>
                  <a:cubicBezTo>
                    <a:pt x="2267" y="2234"/>
                    <a:pt x="2276" y="2230"/>
                    <a:pt x="2276" y="2230"/>
                  </a:cubicBezTo>
                  <a:close/>
                  <a:moveTo>
                    <a:pt x="2246" y="2242"/>
                  </a:moveTo>
                  <a:cubicBezTo>
                    <a:pt x="2242" y="2244"/>
                    <a:pt x="2239" y="2245"/>
                    <a:pt x="2235" y="2247"/>
                  </a:cubicBezTo>
                  <a:lnTo>
                    <a:pt x="2235" y="2247"/>
                  </a:lnTo>
                  <a:cubicBezTo>
                    <a:pt x="2235" y="2247"/>
                    <a:pt x="2236" y="2246"/>
                    <a:pt x="2237" y="2246"/>
                  </a:cubicBezTo>
                  <a:cubicBezTo>
                    <a:pt x="2240" y="2245"/>
                    <a:pt x="2243" y="2244"/>
                    <a:pt x="2246" y="2242"/>
                  </a:cubicBezTo>
                  <a:close/>
                  <a:moveTo>
                    <a:pt x="3571" y="2265"/>
                  </a:moveTo>
                  <a:cubicBezTo>
                    <a:pt x="3578" y="2265"/>
                    <a:pt x="3593" y="2269"/>
                    <a:pt x="3631" y="2279"/>
                  </a:cubicBezTo>
                  <a:lnTo>
                    <a:pt x="3631" y="2287"/>
                  </a:lnTo>
                  <a:lnTo>
                    <a:pt x="3559" y="2279"/>
                  </a:lnTo>
                  <a:lnTo>
                    <a:pt x="3567" y="2270"/>
                  </a:lnTo>
                  <a:cubicBezTo>
                    <a:pt x="3567" y="2267"/>
                    <a:pt x="3567" y="2265"/>
                    <a:pt x="3571" y="2265"/>
                  </a:cubicBezTo>
                  <a:close/>
                  <a:moveTo>
                    <a:pt x="3072" y="2254"/>
                  </a:moveTo>
                  <a:cubicBezTo>
                    <a:pt x="3113" y="2262"/>
                    <a:pt x="3153" y="2270"/>
                    <a:pt x="3202" y="2295"/>
                  </a:cubicBezTo>
                  <a:lnTo>
                    <a:pt x="3129" y="2279"/>
                  </a:lnTo>
                  <a:lnTo>
                    <a:pt x="3064" y="2254"/>
                  </a:lnTo>
                  <a:close/>
                  <a:moveTo>
                    <a:pt x="1550" y="2283"/>
                  </a:moveTo>
                  <a:cubicBezTo>
                    <a:pt x="1556" y="2283"/>
                    <a:pt x="1556" y="2287"/>
                    <a:pt x="1556" y="2295"/>
                  </a:cubicBezTo>
                  <a:cubicBezTo>
                    <a:pt x="1556" y="2303"/>
                    <a:pt x="1491" y="2319"/>
                    <a:pt x="1491" y="2319"/>
                  </a:cubicBezTo>
                  <a:cubicBezTo>
                    <a:pt x="1475" y="2323"/>
                    <a:pt x="1467" y="2325"/>
                    <a:pt x="1464" y="2325"/>
                  </a:cubicBezTo>
                  <a:cubicBezTo>
                    <a:pt x="1454" y="2325"/>
                    <a:pt x="1491" y="2309"/>
                    <a:pt x="1491" y="2303"/>
                  </a:cubicBezTo>
                  <a:cubicBezTo>
                    <a:pt x="1527" y="2289"/>
                    <a:pt x="1543" y="2283"/>
                    <a:pt x="1550" y="2283"/>
                  </a:cubicBezTo>
                  <a:close/>
                  <a:moveTo>
                    <a:pt x="3500" y="2311"/>
                  </a:moveTo>
                  <a:cubicBezTo>
                    <a:pt x="3508" y="2311"/>
                    <a:pt x="3525" y="2313"/>
                    <a:pt x="3550" y="2319"/>
                  </a:cubicBezTo>
                  <a:cubicBezTo>
                    <a:pt x="3615" y="2335"/>
                    <a:pt x="3615" y="2335"/>
                    <a:pt x="3615" y="2343"/>
                  </a:cubicBezTo>
                  <a:cubicBezTo>
                    <a:pt x="3612" y="2351"/>
                    <a:pt x="3610" y="2355"/>
                    <a:pt x="3603" y="2355"/>
                  </a:cubicBezTo>
                  <a:cubicBezTo>
                    <a:pt x="3594" y="2355"/>
                    <a:pt x="3578" y="2349"/>
                    <a:pt x="3542" y="2335"/>
                  </a:cubicBezTo>
                  <a:cubicBezTo>
                    <a:pt x="3500" y="2320"/>
                    <a:pt x="3486" y="2311"/>
                    <a:pt x="3500" y="2311"/>
                  </a:cubicBezTo>
                  <a:close/>
                  <a:moveTo>
                    <a:pt x="3873" y="2363"/>
                  </a:moveTo>
                  <a:lnTo>
                    <a:pt x="3873" y="2363"/>
                  </a:lnTo>
                  <a:cubicBezTo>
                    <a:pt x="3879" y="2365"/>
                    <a:pt x="3885" y="2366"/>
                    <a:pt x="3891" y="2368"/>
                  </a:cubicBezTo>
                  <a:cubicBezTo>
                    <a:pt x="3893" y="2368"/>
                    <a:pt x="3895" y="2368"/>
                    <a:pt x="3897" y="2368"/>
                  </a:cubicBezTo>
                  <a:lnTo>
                    <a:pt x="3897" y="2368"/>
                  </a:lnTo>
                  <a:cubicBezTo>
                    <a:pt x="3890" y="2367"/>
                    <a:pt x="3882" y="2365"/>
                    <a:pt x="3873" y="2363"/>
                  </a:cubicBezTo>
                  <a:close/>
                  <a:moveTo>
                    <a:pt x="3897" y="2368"/>
                  </a:moveTo>
                  <a:cubicBezTo>
                    <a:pt x="3915" y="2371"/>
                    <a:pt x="3926" y="2372"/>
                    <a:pt x="3930" y="2372"/>
                  </a:cubicBezTo>
                  <a:cubicBezTo>
                    <a:pt x="3939" y="2372"/>
                    <a:pt x="3925" y="2368"/>
                    <a:pt x="3897" y="2368"/>
                  </a:cubicBezTo>
                  <a:close/>
                  <a:moveTo>
                    <a:pt x="3104" y="2327"/>
                  </a:moveTo>
                  <a:cubicBezTo>
                    <a:pt x="3113" y="2327"/>
                    <a:pt x="3113" y="2327"/>
                    <a:pt x="3177" y="2352"/>
                  </a:cubicBezTo>
                  <a:cubicBezTo>
                    <a:pt x="3177" y="2352"/>
                    <a:pt x="3242" y="2376"/>
                    <a:pt x="3234" y="2376"/>
                  </a:cubicBezTo>
                  <a:lnTo>
                    <a:pt x="3169" y="2360"/>
                  </a:lnTo>
                  <a:cubicBezTo>
                    <a:pt x="3104" y="2335"/>
                    <a:pt x="3104" y="2327"/>
                    <a:pt x="3104" y="2327"/>
                  </a:cubicBezTo>
                  <a:close/>
                  <a:moveTo>
                    <a:pt x="1749" y="2376"/>
                  </a:moveTo>
                  <a:cubicBezTo>
                    <a:pt x="1763" y="2376"/>
                    <a:pt x="1736" y="2391"/>
                    <a:pt x="1645" y="2425"/>
                  </a:cubicBezTo>
                  <a:cubicBezTo>
                    <a:pt x="1607" y="2434"/>
                    <a:pt x="1591" y="2438"/>
                    <a:pt x="1585" y="2438"/>
                  </a:cubicBezTo>
                  <a:cubicBezTo>
                    <a:pt x="1580" y="2438"/>
                    <a:pt x="1580" y="2436"/>
                    <a:pt x="1580" y="2433"/>
                  </a:cubicBezTo>
                  <a:cubicBezTo>
                    <a:pt x="1621" y="2416"/>
                    <a:pt x="1669" y="2400"/>
                    <a:pt x="1710" y="2384"/>
                  </a:cubicBezTo>
                  <a:cubicBezTo>
                    <a:pt x="1730" y="2379"/>
                    <a:pt x="1743" y="2376"/>
                    <a:pt x="1749" y="2376"/>
                  </a:cubicBezTo>
                  <a:close/>
                  <a:moveTo>
                    <a:pt x="1726" y="2441"/>
                  </a:moveTo>
                  <a:lnTo>
                    <a:pt x="1726" y="2449"/>
                  </a:lnTo>
                  <a:cubicBezTo>
                    <a:pt x="1686" y="2465"/>
                    <a:pt x="1645" y="2481"/>
                    <a:pt x="1596" y="2489"/>
                  </a:cubicBezTo>
                  <a:lnTo>
                    <a:pt x="1661" y="2457"/>
                  </a:lnTo>
                  <a:lnTo>
                    <a:pt x="1726" y="2441"/>
                  </a:lnTo>
                  <a:close/>
                  <a:moveTo>
                    <a:pt x="133" y="2459"/>
                  </a:moveTo>
                  <a:cubicBezTo>
                    <a:pt x="111" y="2459"/>
                    <a:pt x="88" y="2461"/>
                    <a:pt x="64" y="2465"/>
                  </a:cubicBezTo>
                  <a:cubicBezTo>
                    <a:pt x="8" y="2472"/>
                    <a:pt x="0" y="2491"/>
                    <a:pt x="87" y="2491"/>
                  </a:cubicBezTo>
                  <a:cubicBezTo>
                    <a:pt x="101" y="2491"/>
                    <a:pt x="118" y="2490"/>
                    <a:pt x="137" y="2489"/>
                  </a:cubicBezTo>
                  <a:cubicBezTo>
                    <a:pt x="202" y="2481"/>
                    <a:pt x="202" y="2481"/>
                    <a:pt x="202" y="2465"/>
                  </a:cubicBezTo>
                  <a:cubicBezTo>
                    <a:pt x="178" y="2461"/>
                    <a:pt x="155" y="2459"/>
                    <a:pt x="133" y="2459"/>
                  </a:cubicBezTo>
                  <a:close/>
                  <a:moveTo>
                    <a:pt x="1641" y="2521"/>
                  </a:moveTo>
                  <a:cubicBezTo>
                    <a:pt x="1645" y="2521"/>
                    <a:pt x="1622" y="2531"/>
                    <a:pt x="1615" y="2531"/>
                  </a:cubicBezTo>
                  <a:cubicBezTo>
                    <a:pt x="1614" y="2531"/>
                    <a:pt x="1613" y="2531"/>
                    <a:pt x="1613" y="2530"/>
                  </a:cubicBezTo>
                  <a:cubicBezTo>
                    <a:pt x="1631" y="2523"/>
                    <a:pt x="1639" y="2521"/>
                    <a:pt x="1641" y="2521"/>
                  </a:cubicBezTo>
                  <a:close/>
                  <a:moveTo>
                    <a:pt x="2829" y="2587"/>
                  </a:moveTo>
                  <a:lnTo>
                    <a:pt x="2829" y="2587"/>
                  </a:lnTo>
                  <a:cubicBezTo>
                    <a:pt x="2861" y="2647"/>
                    <a:pt x="2875" y="2678"/>
                    <a:pt x="2874" y="2678"/>
                  </a:cubicBezTo>
                  <a:cubicBezTo>
                    <a:pt x="2873" y="2678"/>
                    <a:pt x="2857" y="2647"/>
                    <a:pt x="2829" y="2587"/>
                  </a:cubicBezTo>
                  <a:close/>
                  <a:moveTo>
                    <a:pt x="2334" y="2603"/>
                  </a:moveTo>
                  <a:lnTo>
                    <a:pt x="2334" y="2611"/>
                  </a:lnTo>
                  <a:cubicBezTo>
                    <a:pt x="2326" y="2652"/>
                    <a:pt x="2310" y="2692"/>
                    <a:pt x="2286" y="2733"/>
                  </a:cubicBezTo>
                  <a:lnTo>
                    <a:pt x="2277" y="2733"/>
                  </a:lnTo>
                  <a:cubicBezTo>
                    <a:pt x="2310" y="2668"/>
                    <a:pt x="2334" y="2603"/>
                    <a:pt x="2334" y="2603"/>
                  </a:cubicBezTo>
                  <a:close/>
                  <a:moveTo>
                    <a:pt x="1872" y="2935"/>
                  </a:moveTo>
                  <a:cubicBezTo>
                    <a:pt x="1835" y="2988"/>
                    <a:pt x="1790" y="3033"/>
                    <a:pt x="1777" y="3033"/>
                  </a:cubicBezTo>
                  <a:cubicBezTo>
                    <a:pt x="1776" y="3033"/>
                    <a:pt x="1775" y="3033"/>
                    <a:pt x="1775" y="3033"/>
                  </a:cubicBezTo>
                  <a:lnTo>
                    <a:pt x="1815" y="2976"/>
                  </a:lnTo>
                  <a:lnTo>
                    <a:pt x="1864" y="2935"/>
                  </a:lnTo>
                  <a:close/>
                  <a:moveTo>
                    <a:pt x="3080" y="2911"/>
                  </a:moveTo>
                  <a:cubicBezTo>
                    <a:pt x="3113" y="2952"/>
                    <a:pt x="3129" y="2992"/>
                    <a:pt x="3145" y="3033"/>
                  </a:cubicBezTo>
                  <a:lnTo>
                    <a:pt x="3137" y="3041"/>
                  </a:lnTo>
                  <a:cubicBezTo>
                    <a:pt x="3104" y="2976"/>
                    <a:pt x="3080" y="2919"/>
                    <a:pt x="3080" y="2919"/>
                  </a:cubicBezTo>
                  <a:lnTo>
                    <a:pt x="3080" y="2911"/>
                  </a:lnTo>
                  <a:close/>
                  <a:moveTo>
                    <a:pt x="2286" y="3024"/>
                  </a:moveTo>
                  <a:cubicBezTo>
                    <a:pt x="2277" y="3073"/>
                    <a:pt x="2261" y="3114"/>
                    <a:pt x="2245" y="3154"/>
                  </a:cubicBezTo>
                  <a:lnTo>
                    <a:pt x="2253" y="3089"/>
                  </a:lnTo>
                  <a:lnTo>
                    <a:pt x="2277" y="3024"/>
                  </a:lnTo>
                  <a:close/>
                  <a:moveTo>
                    <a:pt x="2050" y="2992"/>
                  </a:moveTo>
                  <a:cubicBezTo>
                    <a:pt x="2059" y="2992"/>
                    <a:pt x="2059" y="2992"/>
                    <a:pt x="2026" y="3057"/>
                  </a:cubicBezTo>
                  <a:cubicBezTo>
                    <a:pt x="2002" y="3097"/>
                    <a:pt x="1978" y="3130"/>
                    <a:pt x="1953" y="3170"/>
                  </a:cubicBezTo>
                  <a:cubicBezTo>
                    <a:pt x="1978" y="3106"/>
                    <a:pt x="2010" y="3049"/>
                    <a:pt x="2050" y="2992"/>
                  </a:cubicBezTo>
                  <a:close/>
                  <a:moveTo>
                    <a:pt x="2821" y="3073"/>
                  </a:moveTo>
                  <a:cubicBezTo>
                    <a:pt x="2837" y="3073"/>
                    <a:pt x="2837" y="3073"/>
                    <a:pt x="2845" y="3138"/>
                  </a:cubicBezTo>
                  <a:cubicBezTo>
                    <a:pt x="2861" y="3203"/>
                    <a:pt x="2845" y="3211"/>
                    <a:pt x="2837" y="3211"/>
                  </a:cubicBezTo>
                  <a:cubicBezTo>
                    <a:pt x="2821" y="3170"/>
                    <a:pt x="2813" y="3122"/>
                    <a:pt x="2821" y="3073"/>
                  </a:cubicBezTo>
                  <a:close/>
                  <a:moveTo>
                    <a:pt x="2642" y="519"/>
                  </a:moveTo>
                  <a:cubicBezTo>
                    <a:pt x="2634" y="519"/>
                    <a:pt x="2634" y="592"/>
                    <a:pt x="2626" y="657"/>
                  </a:cubicBezTo>
                  <a:lnTo>
                    <a:pt x="2610" y="657"/>
                  </a:lnTo>
                  <a:cubicBezTo>
                    <a:pt x="2610" y="657"/>
                    <a:pt x="2610" y="657"/>
                    <a:pt x="2609" y="657"/>
                  </a:cubicBezTo>
                  <a:cubicBezTo>
                    <a:pt x="2607" y="657"/>
                    <a:pt x="2602" y="662"/>
                    <a:pt x="2602" y="722"/>
                  </a:cubicBezTo>
                  <a:cubicBezTo>
                    <a:pt x="2594" y="787"/>
                    <a:pt x="2586" y="787"/>
                    <a:pt x="2577" y="787"/>
                  </a:cubicBezTo>
                  <a:cubicBezTo>
                    <a:pt x="2577" y="765"/>
                    <a:pt x="2577" y="756"/>
                    <a:pt x="2576" y="756"/>
                  </a:cubicBezTo>
                  <a:lnTo>
                    <a:pt x="2576" y="756"/>
                  </a:lnTo>
                  <a:cubicBezTo>
                    <a:pt x="2574" y="756"/>
                    <a:pt x="2572" y="806"/>
                    <a:pt x="2577" y="852"/>
                  </a:cubicBezTo>
                  <a:cubicBezTo>
                    <a:pt x="2577" y="900"/>
                    <a:pt x="2577" y="941"/>
                    <a:pt x="2569" y="989"/>
                  </a:cubicBezTo>
                  <a:lnTo>
                    <a:pt x="2569" y="1127"/>
                  </a:lnTo>
                  <a:cubicBezTo>
                    <a:pt x="2561" y="1216"/>
                    <a:pt x="2569" y="1306"/>
                    <a:pt x="2577" y="1403"/>
                  </a:cubicBezTo>
                  <a:cubicBezTo>
                    <a:pt x="2592" y="1446"/>
                    <a:pt x="2600" y="1489"/>
                    <a:pt x="2607" y="1489"/>
                  </a:cubicBezTo>
                  <a:cubicBezTo>
                    <a:pt x="2611" y="1489"/>
                    <a:pt x="2615" y="1468"/>
                    <a:pt x="2618" y="1411"/>
                  </a:cubicBezTo>
                  <a:cubicBezTo>
                    <a:pt x="2618" y="1411"/>
                    <a:pt x="2626" y="1346"/>
                    <a:pt x="2626" y="1346"/>
                  </a:cubicBezTo>
                  <a:cubicBezTo>
                    <a:pt x="2634" y="1371"/>
                    <a:pt x="2634" y="1395"/>
                    <a:pt x="2634" y="1411"/>
                  </a:cubicBezTo>
                  <a:cubicBezTo>
                    <a:pt x="2626" y="1484"/>
                    <a:pt x="2650" y="1484"/>
                    <a:pt x="2675" y="1492"/>
                  </a:cubicBezTo>
                  <a:cubicBezTo>
                    <a:pt x="2699" y="1492"/>
                    <a:pt x="2715" y="1492"/>
                    <a:pt x="2699" y="1565"/>
                  </a:cubicBezTo>
                  <a:cubicBezTo>
                    <a:pt x="2699" y="1589"/>
                    <a:pt x="2691" y="1614"/>
                    <a:pt x="2691" y="1638"/>
                  </a:cubicBezTo>
                  <a:cubicBezTo>
                    <a:pt x="2701" y="1593"/>
                    <a:pt x="2711" y="1582"/>
                    <a:pt x="2721" y="1582"/>
                  </a:cubicBezTo>
                  <a:cubicBezTo>
                    <a:pt x="2727" y="1582"/>
                    <a:pt x="2733" y="1586"/>
                    <a:pt x="2740" y="1589"/>
                  </a:cubicBezTo>
                  <a:cubicBezTo>
                    <a:pt x="2748" y="1592"/>
                    <a:pt x="2756" y="1595"/>
                    <a:pt x="2763" y="1595"/>
                  </a:cubicBezTo>
                  <a:cubicBezTo>
                    <a:pt x="2777" y="1595"/>
                    <a:pt x="2792" y="1586"/>
                    <a:pt x="2813" y="1549"/>
                  </a:cubicBezTo>
                  <a:lnTo>
                    <a:pt x="2813" y="1549"/>
                  </a:lnTo>
                  <a:cubicBezTo>
                    <a:pt x="2788" y="1614"/>
                    <a:pt x="2788" y="1614"/>
                    <a:pt x="2788" y="1622"/>
                  </a:cubicBezTo>
                  <a:cubicBezTo>
                    <a:pt x="2828" y="1566"/>
                    <a:pt x="2829" y="1565"/>
                    <a:pt x="2829" y="1565"/>
                  </a:cubicBezTo>
                  <a:lnTo>
                    <a:pt x="2829" y="1565"/>
                  </a:lnTo>
                  <a:cubicBezTo>
                    <a:pt x="2796" y="1630"/>
                    <a:pt x="2796" y="1630"/>
                    <a:pt x="2804" y="1630"/>
                  </a:cubicBezTo>
                  <a:cubicBezTo>
                    <a:pt x="2804" y="1632"/>
                    <a:pt x="2804" y="1634"/>
                    <a:pt x="2805" y="1634"/>
                  </a:cubicBezTo>
                  <a:cubicBezTo>
                    <a:pt x="2808" y="1634"/>
                    <a:pt x="2816" y="1622"/>
                    <a:pt x="2845" y="1581"/>
                  </a:cubicBezTo>
                  <a:lnTo>
                    <a:pt x="2845" y="1581"/>
                  </a:lnTo>
                  <a:cubicBezTo>
                    <a:pt x="2845" y="1581"/>
                    <a:pt x="2869" y="1589"/>
                    <a:pt x="2829" y="1654"/>
                  </a:cubicBezTo>
                  <a:cubicBezTo>
                    <a:pt x="2817" y="1671"/>
                    <a:pt x="2812" y="1678"/>
                    <a:pt x="2812" y="1678"/>
                  </a:cubicBezTo>
                  <a:cubicBezTo>
                    <a:pt x="2813" y="1678"/>
                    <a:pt x="2843" y="1640"/>
                    <a:pt x="2877" y="1606"/>
                  </a:cubicBezTo>
                  <a:cubicBezTo>
                    <a:pt x="2902" y="1573"/>
                    <a:pt x="2934" y="1541"/>
                    <a:pt x="2967" y="1508"/>
                  </a:cubicBezTo>
                  <a:lnTo>
                    <a:pt x="2967" y="1508"/>
                  </a:lnTo>
                  <a:cubicBezTo>
                    <a:pt x="2967" y="1508"/>
                    <a:pt x="2926" y="1565"/>
                    <a:pt x="2877" y="1614"/>
                  </a:cubicBezTo>
                  <a:cubicBezTo>
                    <a:pt x="2829" y="1662"/>
                    <a:pt x="2837" y="1662"/>
                    <a:pt x="2837" y="1670"/>
                  </a:cubicBezTo>
                  <a:cubicBezTo>
                    <a:pt x="2863" y="1644"/>
                    <a:pt x="2878" y="1637"/>
                    <a:pt x="2888" y="1637"/>
                  </a:cubicBezTo>
                  <a:cubicBezTo>
                    <a:pt x="2897" y="1637"/>
                    <a:pt x="2902" y="1642"/>
                    <a:pt x="2910" y="1646"/>
                  </a:cubicBezTo>
                  <a:cubicBezTo>
                    <a:pt x="2919" y="1660"/>
                    <a:pt x="2920" y="1671"/>
                    <a:pt x="2930" y="1671"/>
                  </a:cubicBezTo>
                  <a:cubicBezTo>
                    <a:pt x="2937" y="1671"/>
                    <a:pt x="2950" y="1664"/>
                    <a:pt x="2975" y="1646"/>
                  </a:cubicBezTo>
                  <a:cubicBezTo>
                    <a:pt x="3001" y="1624"/>
                    <a:pt x="3015" y="1613"/>
                    <a:pt x="3018" y="1613"/>
                  </a:cubicBezTo>
                  <a:lnTo>
                    <a:pt x="3018" y="1613"/>
                  </a:lnTo>
                  <a:cubicBezTo>
                    <a:pt x="3021" y="1613"/>
                    <a:pt x="3009" y="1628"/>
                    <a:pt x="2983" y="1654"/>
                  </a:cubicBezTo>
                  <a:cubicBezTo>
                    <a:pt x="2883" y="1743"/>
                    <a:pt x="2845" y="1771"/>
                    <a:pt x="2847" y="1771"/>
                  </a:cubicBezTo>
                  <a:cubicBezTo>
                    <a:pt x="2849" y="1771"/>
                    <a:pt x="2863" y="1763"/>
                    <a:pt x="2886" y="1752"/>
                  </a:cubicBezTo>
                  <a:cubicBezTo>
                    <a:pt x="2886" y="1752"/>
                    <a:pt x="2942" y="1711"/>
                    <a:pt x="2999" y="1679"/>
                  </a:cubicBezTo>
                  <a:lnTo>
                    <a:pt x="2999" y="1679"/>
                  </a:lnTo>
                  <a:cubicBezTo>
                    <a:pt x="2929" y="1724"/>
                    <a:pt x="2930" y="1747"/>
                    <a:pt x="2969" y="1747"/>
                  </a:cubicBezTo>
                  <a:cubicBezTo>
                    <a:pt x="2994" y="1747"/>
                    <a:pt x="3033" y="1738"/>
                    <a:pt x="3080" y="1719"/>
                  </a:cubicBezTo>
                  <a:lnTo>
                    <a:pt x="3080" y="1719"/>
                  </a:lnTo>
                  <a:lnTo>
                    <a:pt x="3023" y="1743"/>
                  </a:lnTo>
                  <a:cubicBezTo>
                    <a:pt x="2959" y="1776"/>
                    <a:pt x="2959" y="1776"/>
                    <a:pt x="2967" y="1792"/>
                  </a:cubicBezTo>
                  <a:lnTo>
                    <a:pt x="2967" y="1800"/>
                  </a:lnTo>
                  <a:cubicBezTo>
                    <a:pt x="3007" y="1785"/>
                    <a:pt x="3030" y="1779"/>
                    <a:pt x="3040" y="1779"/>
                  </a:cubicBezTo>
                  <a:cubicBezTo>
                    <a:pt x="3064" y="1779"/>
                    <a:pt x="3025" y="1808"/>
                    <a:pt x="2975" y="1825"/>
                  </a:cubicBezTo>
                  <a:cubicBezTo>
                    <a:pt x="2910" y="1849"/>
                    <a:pt x="2910" y="1849"/>
                    <a:pt x="2910" y="1857"/>
                  </a:cubicBezTo>
                  <a:cubicBezTo>
                    <a:pt x="2939" y="1852"/>
                    <a:pt x="2958" y="1849"/>
                    <a:pt x="2971" y="1849"/>
                  </a:cubicBezTo>
                  <a:cubicBezTo>
                    <a:pt x="3014" y="1849"/>
                    <a:pt x="2969" y="1877"/>
                    <a:pt x="2918" y="1889"/>
                  </a:cubicBezTo>
                  <a:lnTo>
                    <a:pt x="2918" y="1898"/>
                  </a:lnTo>
                  <a:cubicBezTo>
                    <a:pt x="2945" y="1891"/>
                    <a:pt x="2961" y="1888"/>
                    <a:pt x="2970" y="1888"/>
                  </a:cubicBezTo>
                  <a:cubicBezTo>
                    <a:pt x="2983" y="1888"/>
                    <a:pt x="2983" y="1893"/>
                    <a:pt x="2983" y="1898"/>
                  </a:cubicBezTo>
                  <a:cubicBezTo>
                    <a:pt x="2983" y="1902"/>
                    <a:pt x="2986" y="1907"/>
                    <a:pt x="3000" y="1907"/>
                  </a:cubicBezTo>
                  <a:cubicBezTo>
                    <a:pt x="3011" y="1907"/>
                    <a:pt x="3028" y="1904"/>
                    <a:pt x="3056" y="1898"/>
                  </a:cubicBezTo>
                  <a:cubicBezTo>
                    <a:pt x="3096" y="1881"/>
                    <a:pt x="3145" y="1873"/>
                    <a:pt x="3186" y="1873"/>
                  </a:cubicBezTo>
                  <a:lnTo>
                    <a:pt x="3121" y="1889"/>
                  </a:lnTo>
                  <a:cubicBezTo>
                    <a:pt x="3056" y="1898"/>
                    <a:pt x="3064" y="1914"/>
                    <a:pt x="3056" y="1930"/>
                  </a:cubicBezTo>
                  <a:cubicBezTo>
                    <a:pt x="3056" y="1954"/>
                    <a:pt x="3056" y="1970"/>
                    <a:pt x="2983" y="1979"/>
                  </a:cubicBezTo>
                  <a:lnTo>
                    <a:pt x="3056" y="1979"/>
                  </a:lnTo>
                  <a:cubicBezTo>
                    <a:pt x="3121" y="1979"/>
                    <a:pt x="3121" y="1979"/>
                    <a:pt x="3056" y="1987"/>
                  </a:cubicBezTo>
                  <a:cubicBezTo>
                    <a:pt x="2983" y="1995"/>
                    <a:pt x="2983" y="2011"/>
                    <a:pt x="3056" y="2019"/>
                  </a:cubicBezTo>
                  <a:lnTo>
                    <a:pt x="3056" y="2027"/>
                  </a:lnTo>
                  <a:cubicBezTo>
                    <a:pt x="2918" y="2035"/>
                    <a:pt x="2918" y="2043"/>
                    <a:pt x="3048" y="2052"/>
                  </a:cubicBezTo>
                  <a:cubicBezTo>
                    <a:pt x="2983" y="2052"/>
                    <a:pt x="2983" y="2060"/>
                    <a:pt x="2983" y="2060"/>
                  </a:cubicBezTo>
                  <a:cubicBezTo>
                    <a:pt x="3036" y="2073"/>
                    <a:pt x="3040" y="2086"/>
                    <a:pt x="3005" y="2086"/>
                  </a:cubicBezTo>
                  <a:cubicBezTo>
                    <a:pt x="2997" y="2086"/>
                    <a:pt x="2987" y="2085"/>
                    <a:pt x="2975" y="2084"/>
                  </a:cubicBezTo>
                  <a:lnTo>
                    <a:pt x="2975" y="2092"/>
                  </a:lnTo>
                  <a:cubicBezTo>
                    <a:pt x="3040" y="2100"/>
                    <a:pt x="3040" y="2108"/>
                    <a:pt x="3040" y="2108"/>
                  </a:cubicBezTo>
                  <a:cubicBezTo>
                    <a:pt x="3040" y="2116"/>
                    <a:pt x="3040" y="2116"/>
                    <a:pt x="3104" y="2133"/>
                  </a:cubicBezTo>
                  <a:cubicBezTo>
                    <a:pt x="3169" y="2141"/>
                    <a:pt x="3169" y="2149"/>
                    <a:pt x="3169" y="2149"/>
                  </a:cubicBezTo>
                  <a:cubicBezTo>
                    <a:pt x="3121" y="2149"/>
                    <a:pt x="3080" y="2141"/>
                    <a:pt x="3032" y="2133"/>
                  </a:cubicBezTo>
                  <a:cubicBezTo>
                    <a:pt x="3010" y="2127"/>
                    <a:pt x="2995" y="2125"/>
                    <a:pt x="2991" y="2125"/>
                  </a:cubicBezTo>
                  <a:cubicBezTo>
                    <a:pt x="2982" y="2125"/>
                    <a:pt x="3013" y="2135"/>
                    <a:pt x="3104" y="2157"/>
                  </a:cubicBezTo>
                  <a:cubicBezTo>
                    <a:pt x="3173" y="2178"/>
                    <a:pt x="3205" y="2188"/>
                    <a:pt x="3200" y="2188"/>
                  </a:cubicBezTo>
                  <a:cubicBezTo>
                    <a:pt x="3196" y="2188"/>
                    <a:pt x="3161" y="2180"/>
                    <a:pt x="3096" y="2165"/>
                  </a:cubicBezTo>
                  <a:cubicBezTo>
                    <a:pt x="3073" y="2159"/>
                    <a:pt x="3049" y="2153"/>
                    <a:pt x="3032" y="2149"/>
                  </a:cubicBezTo>
                  <a:lnTo>
                    <a:pt x="3032" y="2149"/>
                  </a:lnTo>
                  <a:cubicBezTo>
                    <a:pt x="3032" y="2149"/>
                    <a:pt x="3032" y="2165"/>
                    <a:pt x="3096" y="2173"/>
                  </a:cubicBezTo>
                  <a:lnTo>
                    <a:pt x="3096" y="2189"/>
                  </a:lnTo>
                  <a:cubicBezTo>
                    <a:pt x="3072" y="2187"/>
                    <a:pt x="3056" y="2186"/>
                    <a:pt x="3045" y="2186"/>
                  </a:cubicBezTo>
                  <a:cubicBezTo>
                    <a:pt x="3023" y="2186"/>
                    <a:pt x="3021" y="2189"/>
                    <a:pt x="3015" y="2189"/>
                  </a:cubicBezTo>
                  <a:cubicBezTo>
                    <a:pt x="3053" y="2199"/>
                    <a:pt x="3069" y="2203"/>
                    <a:pt x="3063" y="2203"/>
                  </a:cubicBezTo>
                  <a:cubicBezTo>
                    <a:pt x="3058" y="2203"/>
                    <a:pt x="3042" y="2201"/>
                    <a:pt x="3015" y="2197"/>
                  </a:cubicBezTo>
                  <a:cubicBezTo>
                    <a:pt x="2994" y="2192"/>
                    <a:pt x="2979" y="2189"/>
                    <a:pt x="2974" y="2189"/>
                  </a:cubicBezTo>
                  <a:cubicBezTo>
                    <a:pt x="2965" y="2189"/>
                    <a:pt x="2994" y="2200"/>
                    <a:pt x="3080" y="2222"/>
                  </a:cubicBezTo>
                  <a:cubicBezTo>
                    <a:pt x="3120" y="2232"/>
                    <a:pt x="3136" y="2239"/>
                    <a:pt x="3124" y="2239"/>
                  </a:cubicBezTo>
                  <a:cubicBezTo>
                    <a:pt x="3117" y="2239"/>
                    <a:pt x="3100" y="2236"/>
                    <a:pt x="3072" y="2230"/>
                  </a:cubicBezTo>
                  <a:cubicBezTo>
                    <a:pt x="3007" y="2214"/>
                    <a:pt x="2975" y="2208"/>
                    <a:pt x="2967" y="2208"/>
                  </a:cubicBezTo>
                  <a:cubicBezTo>
                    <a:pt x="2959" y="2208"/>
                    <a:pt x="2975" y="2214"/>
                    <a:pt x="3007" y="2222"/>
                  </a:cubicBezTo>
                  <a:cubicBezTo>
                    <a:pt x="3072" y="2238"/>
                    <a:pt x="3072" y="2246"/>
                    <a:pt x="3072" y="2246"/>
                  </a:cubicBezTo>
                  <a:cubicBezTo>
                    <a:pt x="3060" y="2244"/>
                    <a:pt x="3051" y="2242"/>
                    <a:pt x="3042" y="2242"/>
                  </a:cubicBezTo>
                  <a:cubicBezTo>
                    <a:pt x="2998" y="2242"/>
                    <a:pt x="2995" y="2274"/>
                    <a:pt x="2975" y="2295"/>
                  </a:cubicBezTo>
                  <a:cubicBezTo>
                    <a:pt x="3007" y="2319"/>
                    <a:pt x="3048" y="2335"/>
                    <a:pt x="3088" y="2360"/>
                  </a:cubicBezTo>
                  <a:cubicBezTo>
                    <a:pt x="3000" y="2321"/>
                    <a:pt x="2951" y="2303"/>
                    <a:pt x="2946" y="2303"/>
                  </a:cubicBezTo>
                  <a:lnTo>
                    <a:pt x="2946" y="2303"/>
                  </a:lnTo>
                  <a:cubicBezTo>
                    <a:pt x="2940" y="2303"/>
                    <a:pt x="2986" y="2325"/>
                    <a:pt x="3088" y="2368"/>
                  </a:cubicBezTo>
                  <a:cubicBezTo>
                    <a:pt x="3154" y="2394"/>
                    <a:pt x="3184" y="2409"/>
                    <a:pt x="3178" y="2409"/>
                  </a:cubicBezTo>
                  <a:cubicBezTo>
                    <a:pt x="3172" y="2409"/>
                    <a:pt x="3140" y="2398"/>
                    <a:pt x="3080" y="2376"/>
                  </a:cubicBezTo>
                  <a:cubicBezTo>
                    <a:pt x="3048" y="2364"/>
                    <a:pt x="3032" y="2356"/>
                    <a:pt x="3032" y="2356"/>
                  </a:cubicBezTo>
                  <a:lnTo>
                    <a:pt x="3032" y="2356"/>
                  </a:lnTo>
                  <a:cubicBezTo>
                    <a:pt x="3032" y="2356"/>
                    <a:pt x="3048" y="2364"/>
                    <a:pt x="3080" y="2384"/>
                  </a:cubicBezTo>
                  <a:cubicBezTo>
                    <a:pt x="3111" y="2397"/>
                    <a:pt x="3125" y="2405"/>
                    <a:pt x="3121" y="2405"/>
                  </a:cubicBezTo>
                  <a:cubicBezTo>
                    <a:pt x="3118" y="2405"/>
                    <a:pt x="3102" y="2399"/>
                    <a:pt x="3072" y="2384"/>
                  </a:cubicBezTo>
                  <a:cubicBezTo>
                    <a:pt x="3032" y="2367"/>
                    <a:pt x="2988" y="2350"/>
                    <a:pt x="2985" y="2350"/>
                  </a:cubicBezTo>
                  <a:lnTo>
                    <a:pt x="2985" y="2350"/>
                  </a:lnTo>
                  <a:cubicBezTo>
                    <a:pt x="2984" y="2350"/>
                    <a:pt x="2991" y="2353"/>
                    <a:pt x="3007" y="2360"/>
                  </a:cubicBezTo>
                  <a:cubicBezTo>
                    <a:pt x="3007" y="2360"/>
                    <a:pt x="3007" y="2361"/>
                    <a:pt x="3005" y="2361"/>
                  </a:cubicBezTo>
                  <a:cubicBezTo>
                    <a:pt x="3001" y="2361"/>
                    <a:pt x="2988" y="2357"/>
                    <a:pt x="2950" y="2335"/>
                  </a:cubicBezTo>
                  <a:cubicBezTo>
                    <a:pt x="2935" y="2330"/>
                    <a:pt x="2926" y="2327"/>
                    <a:pt x="2923" y="2327"/>
                  </a:cubicBezTo>
                  <a:lnTo>
                    <a:pt x="2923" y="2327"/>
                  </a:lnTo>
                  <a:cubicBezTo>
                    <a:pt x="2913" y="2327"/>
                    <a:pt x="2956" y="2353"/>
                    <a:pt x="2999" y="2384"/>
                  </a:cubicBezTo>
                  <a:cubicBezTo>
                    <a:pt x="3059" y="2422"/>
                    <a:pt x="3085" y="2443"/>
                    <a:pt x="3080" y="2443"/>
                  </a:cubicBezTo>
                  <a:cubicBezTo>
                    <a:pt x="3075" y="2443"/>
                    <a:pt x="3045" y="2427"/>
                    <a:pt x="2991" y="2392"/>
                  </a:cubicBezTo>
                  <a:cubicBezTo>
                    <a:pt x="2950" y="2366"/>
                    <a:pt x="2930" y="2354"/>
                    <a:pt x="2927" y="2354"/>
                  </a:cubicBezTo>
                  <a:lnTo>
                    <a:pt x="2927" y="2354"/>
                  </a:lnTo>
                  <a:cubicBezTo>
                    <a:pt x="2921" y="2354"/>
                    <a:pt x="2967" y="2389"/>
                    <a:pt x="3040" y="2441"/>
                  </a:cubicBezTo>
                  <a:cubicBezTo>
                    <a:pt x="3103" y="2485"/>
                    <a:pt x="3128" y="2502"/>
                    <a:pt x="3126" y="2502"/>
                  </a:cubicBezTo>
                  <a:cubicBezTo>
                    <a:pt x="3125" y="2502"/>
                    <a:pt x="3111" y="2494"/>
                    <a:pt x="3088" y="2481"/>
                  </a:cubicBezTo>
                  <a:cubicBezTo>
                    <a:pt x="3048" y="2452"/>
                    <a:pt x="3036" y="2448"/>
                    <a:pt x="3033" y="2448"/>
                  </a:cubicBezTo>
                  <a:cubicBezTo>
                    <a:pt x="3032" y="2448"/>
                    <a:pt x="3032" y="2449"/>
                    <a:pt x="3032" y="2449"/>
                  </a:cubicBezTo>
                  <a:cubicBezTo>
                    <a:pt x="3023" y="2449"/>
                    <a:pt x="3023" y="2449"/>
                    <a:pt x="2967" y="2416"/>
                  </a:cubicBezTo>
                  <a:lnTo>
                    <a:pt x="2967" y="2416"/>
                  </a:lnTo>
                  <a:cubicBezTo>
                    <a:pt x="2967" y="2416"/>
                    <a:pt x="2967" y="2417"/>
                    <a:pt x="3015" y="2465"/>
                  </a:cubicBezTo>
                  <a:cubicBezTo>
                    <a:pt x="3060" y="2500"/>
                    <a:pt x="3074" y="2515"/>
                    <a:pt x="3067" y="2515"/>
                  </a:cubicBezTo>
                  <a:cubicBezTo>
                    <a:pt x="3058" y="2515"/>
                    <a:pt x="3011" y="2487"/>
                    <a:pt x="2950" y="2441"/>
                  </a:cubicBezTo>
                  <a:lnTo>
                    <a:pt x="2950" y="2441"/>
                  </a:lnTo>
                  <a:lnTo>
                    <a:pt x="2999" y="2489"/>
                  </a:lnTo>
                  <a:cubicBezTo>
                    <a:pt x="3060" y="2545"/>
                    <a:pt x="3102" y="2585"/>
                    <a:pt x="3099" y="2585"/>
                  </a:cubicBezTo>
                  <a:cubicBezTo>
                    <a:pt x="3097" y="2585"/>
                    <a:pt x="3079" y="2571"/>
                    <a:pt x="3040" y="2538"/>
                  </a:cubicBezTo>
                  <a:lnTo>
                    <a:pt x="2991" y="2497"/>
                  </a:lnTo>
                  <a:lnTo>
                    <a:pt x="2991" y="2497"/>
                  </a:lnTo>
                  <a:cubicBezTo>
                    <a:pt x="3034" y="2534"/>
                    <a:pt x="3047" y="2550"/>
                    <a:pt x="3041" y="2550"/>
                  </a:cubicBezTo>
                  <a:cubicBezTo>
                    <a:pt x="3033" y="2550"/>
                    <a:pt x="2984" y="2515"/>
                    <a:pt x="2926" y="2457"/>
                  </a:cubicBezTo>
                  <a:cubicBezTo>
                    <a:pt x="2870" y="2417"/>
                    <a:pt x="2869" y="2416"/>
                    <a:pt x="2869" y="2416"/>
                  </a:cubicBezTo>
                  <a:lnTo>
                    <a:pt x="2869" y="2416"/>
                  </a:lnTo>
                  <a:lnTo>
                    <a:pt x="2918" y="2457"/>
                  </a:lnTo>
                  <a:cubicBezTo>
                    <a:pt x="2959" y="2489"/>
                    <a:pt x="2991" y="2522"/>
                    <a:pt x="3015" y="2554"/>
                  </a:cubicBezTo>
                  <a:cubicBezTo>
                    <a:pt x="3015" y="2557"/>
                    <a:pt x="3015" y="2558"/>
                    <a:pt x="3012" y="2558"/>
                  </a:cubicBezTo>
                  <a:cubicBezTo>
                    <a:pt x="3007" y="2558"/>
                    <a:pt x="2993" y="2548"/>
                    <a:pt x="2959" y="2514"/>
                  </a:cubicBezTo>
                  <a:cubicBezTo>
                    <a:pt x="2941" y="2496"/>
                    <a:pt x="2923" y="2478"/>
                    <a:pt x="2910" y="2465"/>
                  </a:cubicBezTo>
                  <a:lnTo>
                    <a:pt x="2910" y="2465"/>
                  </a:lnTo>
                  <a:cubicBezTo>
                    <a:pt x="2910" y="2465"/>
                    <a:pt x="2909" y="2466"/>
                    <a:pt x="2908" y="2466"/>
                  </a:cubicBezTo>
                  <a:cubicBezTo>
                    <a:pt x="2903" y="2466"/>
                    <a:pt x="2890" y="2461"/>
                    <a:pt x="2853" y="2425"/>
                  </a:cubicBezTo>
                  <a:lnTo>
                    <a:pt x="2845" y="2425"/>
                  </a:lnTo>
                  <a:cubicBezTo>
                    <a:pt x="2866" y="2454"/>
                    <a:pt x="2876" y="2468"/>
                    <a:pt x="2874" y="2468"/>
                  </a:cubicBezTo>
                  <a:cubicBezTo>
                    <a:pt x="2872" y="2468"/>
                    <a:pt x="2860" y="2456"/>
                    <a:pt x="2837" y="2433"/>
                  </a:cubicBezTo>
                  <a:lnTo>
                    <a:pt x="2837" y="2433"/>
                  </a:lnTo>
                  <a:cubicBezTo>
                    <a:pt x="2837" y="2433"/>
                    <a:pt x="2837" y="2433"/>
                    <a:pt x="2877" y="2489"/>
                  </a:cubicBezTo>
                  <a:cubicBezTo>
                    <a:pt x="2875" y="2492"/>
                    <a:pt x="2874" y="2493"/>
                    <a:pt x="2872" y="2493"/>
                  </a:cubicBezTo>
                  <a:cubicBezTo>
                    <a:pt x="2866" y="2493"/>
                    <a:pt x="2858" y="2482"/>
                    <a:pt x="2829" y="2441"/>
                  </a:cubicBezTo>
                  <a:lnTo>
                    <a:pt x="2829" y="2441"/>
                  </a:lnTo>
                  <a:cubicBezTo>
                    <a:pt x="2869" y="2497"/>
                    <a:pt x="2861" y="2497"/>
                    <a:pt x="2861" y="2497"/>
                  </a:cubicBezTo>
                  <a:lnTo>
                    <a:pt x="2853" y="2497"/>
                  </a:lnTo>
                  <a:cubicBezTo>
                    <a:pt x="2894" y="2554"/>
                    <a:pt x="2894" y="2554"/>
                    <a:pt x="2894" y="2554"/>
                  </a:cubicBezTo>
                  <a:cubicBezTo>
                    <a:pt x="2893" y="2555"/>
                    <a:pt x="2892" y="2555"/>
                    <a:pt x="2892" y="2555"/>
                  </a:cubicBezTo>
                  <a:cubicBezTo>
                    <a:pt x="2879" y="2555"/>
                    <a:pt x="2837" y="2506"/>
                    <a:pt x="2837" y="2506"/>
                  </a:cubicBezTo>
                  <a:cubicBezTo>
                    <a:pt x="2829" y="2506"/>
                    <a:pt x="2829" y="2506"/>
                    <a:pt x="2869" y="2562"/>
                  </a:cubicBezTo>
                  <a:cubicBezTo>
                    <a:pt x="2869" y="2562"/>
                    <a:pt x="2885" y="2594"/>
                    <a:pt x="2881" y="2594"/>
                  </a:cubicBezTo>
                  <a:cubicBezTo>
                    <a:pt x="2879" y="2594"/>
                    <a:pt x="2874" y="2588"/>
                    <a:pt x="2861" y="2570"/>
                  </a:cubicBezTo>
                  <a:cubicBezTo>
                    <a:pt x="2861" y="2570"/>
                    <a:pt x="2821" y="2514"/>
                    <a:pt x="2813" y="2514"/>
                  </a:cubicBezTo>
                  <a:lnTo>
                    <a:pt x="2813" y="2514"/>
                  </a:lnTo>
                  <a:cubicBezTo>
                    <a:pt x="2796" y="2522"/>
                    <a:pt x="2804" y="2522"/>
                    <a:pt x="2829" y="2587"/>
                  </a:cubicBezTo>
                  <a:cubicBezTo>
                    <a:pt x="2791" y="2516"/>
                    <a:pt x="2776" y="2487"/>
                    <a:pt x="2774" y="2487"/>
                  </a:cubicBezTo>
                  <a:lnTo>
                    <a:pt x="2774" y="2487"/>
                  </a:lnTo>
                  <a:cubicBezTo>
                    <a:pt x="2772" y="2487"/>
                    <a:pt x="2778" y="2503"/>
                    <a:pt x="2788" y="2530"/>
                  </a:cubicBezTo>
                  <a:cubicBezTo>
                    <a:pt x="2813" y="2587"/>
                    <a:pt x="2813" y="2587"/>
                    <a:pt x="2804" y="2587"/>
                  </a:cubicBezTo>
                  <a:cubicBezTo>
                    <a:pt x="2793" y="2559"/>
                    <a:pt x="2787" y="2545"/>
                    <a:pt x="2785" y="2545"/>
                  </a:cubicBezTo>
                  <a:lnTo>
                    <a:pt x="2785" y="2545"/>
                  </a:lnTo>
                  <a:cubicBezTo>
                    <a:pt x="2784" y="2545"/>
                    <a:pt x="2788" y="2561"/>
                    <a:pt x="2796" y="2595"/>
                  </a:cubicBezTo>
                  <a:cubicBezTo>
                    <a:pt x="2788" y="2595"/>
                    <a:pt x="2788" y="2595"/>
                    <a:pt x="2764" y="2530"/>
                  </a:cubicBezTo>
                  <a:lnTo>
                    <a:pt x="2756" y="2530"/>
                  </a:lnTo>
                  <a:cubicBezTo>
                    <a:pt x="2773" y="2585"/>
                    <a:pt x="2774" y="2605"/>
                    <a:pt x="2769" y="2605"/>
                  </a:cubicBezTo>
                  <a:cubicBezTo>
                    <a:pt x="2761" y="2605"/>
                    <a:pt x="2741" y="2567"/>
                    <a:pt x="2732" y="2530"/>
                  </a:cubicBezTo>
                  <a:lnTo>
                    <a:pt x="2732" y="2530"/>
                  </a:lnTo>
                  <a:cubicBezTo>
                    <a:pt x="2732" y="2554"/>
                    <a:pt x="2732" y="2579"/>
                    <a:pt x="2740" y="2603"/>
                  </a:cubicBezTo>
                  <a:cubicBezTo>
                    <a:pt x="2756" y="2668"/>
                    <a:pt x="2762" y="2700"/>
                    <a:pt x="2760" y="2700"/>
                  </a:cubicBezTo>
                  <a:cubicBezTo>
                    <a:pt x="2758" y="2700"/>
                    <a:pt x="2748" y="2668"/>
                    <a:pt x="2732" y="2603"/>
                  </a:cubicBezTo>
                  <a:lnTo>
                    <a:pt x="2732" y="2603"/>
                  </a:lnTo>
                  <a:cubicBezTo>
                    <a:pt x="2735" y="2634"/>
                    <a:pt x="2733" y="2651"/>
                    <a:pt x="2728" y="2651"/>
                  </a:cubicBezTo>
                  <a:cubicBezTo>
                    <a:pt x="2721" y="2651"/>
                    <a:pt x="2708" y="2618"/>
                    <a:pt x="2699" y="2538"/>
                  </a:cubicBezTo>
                  <a:lnTo>
                    <a:pt x="2667" y="2408"/>
                  </a:lnTo>
                  <a:lnTo>
                    <a:pt x="2667" y="2408"/>
                  </a:lnTo>
                  <a:cubicBezTo>
                    <a:pt x="2683" y="2473"/>
                    <a:pt x="2675" y="2473"/>
                    <a:pt x="2675" y="2473"/>
                  </a:cubicBezTo>
                  <a:cubicBezTo>
                    <a:pt x="2691" y="2538"/>
                    <a:pt x="2683" y="2538"/>
                    <a:pt x="2667" y="2538"/>
                  </a:cubicBezTo>
                  <a:cubicBezTo>
                    <a:pt x="2659" y="2538"/>
                    <a:pt x="2650" y="2603"/>
                    <a:pt x="2642" y="2603"/>
                  </a:cubicBezTo>
                  <a:cubicBezTo>
                    <a:pt x="2634" y="2603"/>
                    <a:pt x="2618" y="2603"/>
                    <a:pt x="2610" y="2538"/>
                  </a:cubicBezTo>
                  <a:cubicBezTo>
                    <a:pt x="2602" y="2538"/>
                    <a:pt x="2602" y="2538"/>
                    <a:pt x="2594" y="2603"/>
                  </a:cubicBezTo>
                  <a:cubicBezTo>
                    <a:pt x="2594" y="2639"/>
                    <a:pt x="2590" y="2658"/>
                    <a:pt x="2586" y="2658"/>
                  </a:cubicBezTo>
                  <a:cubicBezTo>
                    <a:pt x="2582" y="2658"/>
                    <a:pt x="2577" y="2639"/>
                    <a:pt x="2577" y="2603"/>
                  </a:cubicBezTo>
                  <a:cubicBezTo>
                    <a:pt x="2569" y="2676"/>
                    <a:pt x="2561" y="2676"/>
                    <a:pt x="2561" y="2676"/>
                  </a:cubicBezTo>
                  <a:cubicBezTo>
                    <a:pt x="2561" y="2624"/>
                    <a:pt x="2557" y="2576"/>
                    <a:pt x="2555" y="2576"/>
                  </a:cubicBezTo>
                  <a:cubicBezTo>
                    <a:pt x="2554" y="2576"/>
                    <a:pt x="2553" y="2584"/>
                    <a:pt x="2553" y="2603"/>
                  </a:cubicBezTo>
                  <a:cubicBezTo>
                    <a:pt x="2553" y="2668"/>
                    <a:pt x="2545" y="2668"/>
                    <a:pt x="2537" y="2668"/>
                  </a:cubicBezTo>
                  <a:cubicBezTo>
                    <a:pt x="2526" y="2621"/>
                    <a:pt x="2465" y="2594"/>
                    <a:pt x="2419" y="2594"/>
                  </a:cubicBezTo>
                  <a:cubicBezTo>
                    <a:pt x="2393" y="2594"/>
                    <a:pt x="2372" y="2602"/>
                    <a:pt x="2367" y="2619"/>
                  </a:cubicBezTo>
                  <a:lnTo>
                    <a:pt x="2359" y="2619"/>
                  </a:lnTo>
                  <a:lnTo>
                    <a:pt x="2350" y="2611"/>
                  </a:lnTo>
                  <a:cubicBezTo>
                    <a:pt x="2368" y="2554"/>
                    <a:pt x="2372" y="2533"/>
                    <a:pt x="2367" y="2533"/>
                  </a:cubicBezTo>
                  <a:lnTo>
                    <a:pt x="2367" y="2533"/>
                  </a:lnTo>
                  <a:cubicBezTo>
                    <a:pt x="2361" y="2533"/>
                    <a:pt x="2341" y="2567"/>
                    <a:pt x="2318" y="2603"/>
                  </a:cubicBezTo>
                  <a:cubicBezTo>
                    <a:pt x="2286" y="2660"/>
                    <a:pt x="2286" y="2660"/>
                    <a:pt x="2277" y="2660"/>
                  </a:cubicBezTo>
                  <a:cubicBezTo>
                    <a:pt x="2313" y="2585"/>
                    <a:pt x="2323" y="2553"/>
                    <a:pt x="2318" y="2553"/>
                  </a:cubicBezTo>
                  <a:lnTo>
                    <a:pt x="2318" y="2553"/>
                  </a:lnTo>
                  <a:cubicBezTo>
                    <a:pt x="2315" y="2553"/>
                    <a:pt x="2306" y="2565"/>
                    <a:pt x="2294" y="2587"/>
                  </a:cubicBezTo>
                  <a:cubicBezTo>
                    <a:pt x="2262" y="2642"/>
                    <a:pt x="2244" y="2671"/>
                    <a:pt x="2241" y="2671"/>
                  </a:cubicBezTo>
                  <a:cubicBezTo>
                    <a:pt x="2238" y="2671"/>
                    <a:pt x="2253" y="2640"/>
                    <a:pt x="2286" y="2579"/>
                  </a:cubicBezTo>
                  <a:cubicBezTo>
                    <a:pt x="2315" y="2523"/>
                    <a:pt x="2331" y="2493"/>
                    <a:pt x="2330" y="2493"/>
                  </a:cubicBezTo>
                  <a:lnTo>
                    <a:pt x="2330" y="2493"/>
                  </a:lnTo>
                  <a:cubicBezTo>
                    <a:pt x="2328" y="2493"/>
                    <a:pt x="2302" y="2535"/>
                    <a:pt x="2245" y="2627"/>
                  </a:cubicBezTo>
                  <a:cubicBezTo>
                    <a:pt x="2225" y="2656"/>
                    <a:pt x="2215" y="2670"/>
                    <a:pt x="2214" y="2670"/>
                  </a:cubicBezTo>
                  <a:cubicBezTo>
                    <a:pt x="2213" y="2670"/>
                    <a:pt x="2221" y="2656"/>
                    <a:pt x="2237" y="2627"/>
                  </a:cubicBezTo>
                  <a:cubicBezTo>
                    <a:pt x="2275" y="2555"/>
                    <a:pt x="2291" y="2526"/>
                    <a:pt x="2291" y="2526"/>
                  </a:cubicBezTo>
                  <a:lnTo>
                    <a:pt x="2291" y="2526"/>
                  </a:lnTo>
                  <a:cubicBezTo>
                    <a:pt x="2290" y="2526"/>
                    <a:pt x="2283" y="2539"/>
                    <a:pt x="2269" y="2562"/>
                  </a:cubicBezTo>
                  <a:cubicBezTo>
                    <a:pt x="2234" y="2617"/>
                    <a:pt x="2214" y="2644"/>
                    <a:pt x="2211" y="2644"/>
                  </a:cubicBezTo>
                  <a:cubicBezTo>
                    <a:pt x="2207" y="2644"/>
                    <a:pt x="2223" y="2613"/>
                    <a:pt x="2261" y="2554"/>
                  </a:cubicBezTo>
                  <a:cubicBezTo>
                    <a:pt x="2294" y="2493"/>
                    <a:pt x="2310" y="2465"/>
                    <a:pt x="2309" y="2465"/>
                  </a:cubicBezTo>
                  <a:lnTo>
                    <a:pt x="2309" y="2465"/>
                  </a:lnTo>
                  <a:cubicBezTo>
                    <a:pt x="2308" y="2465"/>
                    <a:pt x="2290" y="2493"/>
                    <a:pt x="2253" y="2546"/>
                  </a:cubicBezTo>
                  <a:cubicBezTo>
                    <a:pt x="2214" y="2601"/>
                    <a:pt x="2190" y="2627"/>
                    <a:pt x="2184" y="2627"/>
                  </a:cubicBezTo>
                  <a:cubicBezTo>
                    <a:pt x="2177" y="2627"/>
                    <a:pt x="2191" y="2597"/>
                    <a:pt x="2229" y="2538"/>
                  </a:cubicBezTo>
                  <a:cubicBezTo>
                    <a:pt x="2229" y="2538"/>
                    <a:pt x="2249" y="2510"/>
                    <a:pt x="2247" y="2510"/>
                  </a:cubicBezTo>
                  <a:lnTo>
                    <a:pt x="2247" y="2510"/>
                  </a:lnTo>
                  <a:cubicBezTo>
                    <a:pt x="2246" y="2510"/>
                    <a:pt x="2241" y="2515"/>
                    <a:pt x="2229" y="2530"/>
                  </a:cubicBezTo>
                  <a:lnTo>
                    <a:pt x="2269" y="2473"/>
                  </a:lnTo>
                  <a:lnTo>
                    <a:pt x="2221" y="2522"/>
                  </a:lnTo>
                  <a:cubicBezTo>
                    <a:pt x="2221" y="2522"/>
                    <a:pt x="2253" y="2449"/>
                    <a:pt x="2245" y="2441"/>
                  </a:cubicBezTo>
                  <a:cubicBezTo>
                    <a:pt x="2232" y="2428"/>
                    <a:pt x="2226" y="2417"/>
                    <a:pt x="2216" y="2417"/>
                  </a:cubicBezTo>
                  <a:cubicBezTo>
                    <a:pt x="2207" y="2417"/>
                    <a:pt x="2195" y="2426"/>
                    <a:pt x="2172" y="2449"/>
                  </a:cubicBezTo>
                  <a:cubicBezTo>
                    <a:pt x="2122" y="2491"/>
                    <a:pt x="2094" y="2512"/>
                    <a:pt x="2089" y="2512"/>
                  </a:cubicBezTo>
                  <a:cubicBezTo>
                    <a:pt x="2085" y="2512"/>
                    <a:pt x="2109" y="2487"/>
                    <a:pt x="2164" y="2441"/>
                  </a:cubicBezTo>
                  <a:cubicBezTo>
                    <a:pt x="2164" y="2441"/>
                    <a:pt x="2221" y="2392"/>
                    <a:pt x="2213" y="2384"/>
                  </a:cubicBezTo>
                  <a:cubicBezTo>
                    <a:pt x="2213" y="2376"/>
                    <a:pt x="2205" y="2376"/>
                    <a:pt x="2261" y="2335"/>
                  </a:cubicBezTo>
                  <a:lnTo>
                    <a:pt x="2261" y="2335"/>
                  </a:lnTo>
                  <a:cubicBezTo>
                    <a:pt x="2209" y="2365"/>
                    <a:pt x="2177" y="2378"/>
                    <a:pt x="2164" y="2378"/>
                  </a:cubicBezTo>
                  <a:cubicBezTo>
                    <a:pt x="2148" y="2378"/>
                    <a:pt x="2158" y="2361"/>
                    <a:pt x="2188" y="2335"/>
                  </a:cubicBezTo>
                  <a:cubicBezTo>
                    <a:pt x="2188" y="2332"/>
                    <a:pt x="2188" y="2330"/>
                    <a:pt x="2185" y="2330"/>
                  </a:cubicBezTo>
                  <a:cubicBezTo>
                    <a:pt x="2180" y="2330"/>
                    <a:pt x="2165" y="2336"/>
                    <a:pt x="2123" y="2352"/>
                  </a:cubicBezTo>
                  <a:cubicBezTo>
                    <a:pt x="2097" y="2358"/>
                    <a:pt x="2081" y="2362"/>
                    <a:pt x="2076" y="2362"/>
                  </a:cubicBezTo>
                  <a:cubicBezTo>
                    <a:pt x="2070" y="2362"/>
                    <a:pt x="2085" y="2354"/>
                    <a:pt x="2123" y="2335"/>
                  </a:cubicBezTo>
                  <a:cubicBezTo>
                    <a:pt x="2161" y="2314"/>
                    <a:pt x="2199" y="2288"/>
                    <a:pt x="2184" y="2288"/>
                  </a:cubicBezTo>
                  <a:cubicBezTo>
                    <a:pt x="2180" y="2288"/>
                    <a:pt x="2171" y="2290"/>
                    <a:pt x="2158" y="2295"/>
                  </a:cubicBezTo>
                  <a:lnTo>
                    <a:pt x="2158" y="2295"/>
                  </a:lnTo>
                  <a:lnTo>
                    <a:pt x="2180" y="2287"/>
                  </a:lnTo>
                  <a:cubicBezTo>
                    <a:pt x="2200" y="2275"/>
                    <a:pt x="2205" y="2271"/>
                    <a:pt x="2200" y="2271"/>
                  </a:cubicBezTo>
                  <a:lnTo>
                    <a:pt x="2200" y="2271"/>
                  </a:lnTo>
                  <a:cubicBezTo>
                    <a:pt x="2192" y="2271"/>
                    <a:pt x="2150" y="2287"/>
                    <a:pt x="2107" y="2303"/>
                  </a:cubicBezTo>
                  <a:cubicBezTo>
                    <a:pt x="2057" y="2323"/>
                    <a:pt x="2026" y="2334"/>
                    <a:pt x="2021" y="2334"/>
                  </a:cubicBezTo>
                  <a:cubicBezTo>
                    <a:pt x="2014" y="2334"/>
                    <a:pt x="2058" y="2313"/>
                    <a:pt x="2172" y="2270"/>
                  </a:cubicBezTo>
                  <a:cubicBezTo>
                    <a:pt x="2198" y="2261"/>
                    <a:pt x="2219" y="2253"/>
                    <a:pt x="2235" y="2247"/>
                  </a:cubicBezTo>
                  <a:lnTo>
                    <a:pt x="2235" y="2247"/>
                  </a:lnTo>
                  <a:cubicBezTo>
                    <a:pt x="2194" y="2257"/>
                    <a:pt x="2150" y="2270"/>
                    <a:pt x="2141" y="2270"/>
                  </a:cubicBezTo>
                  <a:cubicBezTo>
                    <a:pt x="2135" y="2270"/>
                    <a:pt x="2141" y="2266"/>
                    <a:pt x="2164" y="2254"/>
                  </a:cubicBezTo>
                  <a:cubicBezTo>
                    <a:pt x="2164" y="2254"/>
                    <a:pt x="2164" y="2254"/>
                    <a:pt x="2161" y="2254"/>
                  </a:cubicBezTo>
                  <a:cubicBezTo>
                    <a:pt x="2153" y="2254"/>
                    <a:pt x="2127" y="2258"/>
                    <a:pt x="2034" y="2287"/>
                  </a:cubicBezTo>
                  <a:cubicBezTo>
                    <a:pt x="1995" y="2301"/>
                    <a:pt x="1980" y="2304"/>
                    <a:pt x="1974" y="2304"/>
                  </a:cubicBezTo>
                  <a:cubicBezTo>
                    <a:pt x="1969" y="2304"/>
                    <a:pt x="1969" y="2303"/>
                    <a:pt x="1969" y="2303"/>
                  </a:cubicBezTo>
                  <a:cubicBezTo>
                    <a:pt x="2034" y="2279"/>
                    <a:pt x="2034" y="2279"/>
                    <a:pt x="2099" y="2262"/>
                  </a:cubicBezTo>
                  <a:cubicBezTo>
                    <a:pt x="2099" y="2260"/>
                    <a:pt x="2099" y="2257"/>
                    <a:pt x="2099" y="2254"/>
                  </a:cubicBezTo>
                  <a:cubicBezTo>
                    <a:pt x="2140" y="2230"/>
                    <a:pt x="2180" y="2214"/>
                    <a:pt x="2229" y="2206"/>
                  </a:cubicBezTo>
                  <a:cubicBezTo>
                    <a:pt x="2257" y="2195"/>
                    <a:pt x="2273" y="2189"/>
                    <a:pt x="2271" y="2189"/>
                  </a:cubicBezTo>
                  <a:lnTo>
                    <a:pt x="2271" y="2189"/>
                  </a:lnTo>
                  <a:cubicBezTo>
                    <a:pt x="2269" y="2189"/>
                    <a:pt x="2237" y="2199"/>
                    <a:pt x="2164" y="2222"/>
                  </a:cubicBezTo>
                  <a:cubicBezTo>
                    <a:pt x="2077" y="2243"/>
                    <a:pt x="2049" y="2251"/>
                    <a:pt x="2039" y="2251"/>
                  </a:cubicBezTo>
                  <a:cubicBezTo>
                    <a:pt x="2034" y="2251"/>
                    <a:pt x="2034" y="2249"/>
                    <a:pt x="2034" y="2246"/>
                  </a:cubicBezTo>
                  <a:cubicBezTo>
                    <a:pt x="2026" y="2238"/>
                    <a:pt x="2026" y="2230"/>
                    <a:pt x="2099" y="2214"/>
                  </a:cubicBezTo>
                  <a:cubicBezTo>
                    <a:pt x="2164" y="2197"/>
                    <a:pt x="2164" y="2197"/>
                    <a:pt x="2164" y="2189"/>
                  </a:cubicBezTo>
                  <a:lnTo>
                    <a:pt x="2164" y="2189"/>
                  </a:lnTo>
                  <a:cubicBezTo>
                    <a:pt x="2050" y="2197"/>
                    <a:pt x="1929" y="2206"/>
                    <a:pt x="1823" y="2222"/>
                  </a:cubicBezTo>
                  <a:cubicBezTo>
                    <a:pt x="1755" y="2234"/>
                    <a:pt x="1720" y="2240"/>
                    <a:pt x="1719" y="2240"/>
                  </a:cubicBezTo>
                  <a:cubicBezTo>
                    <a:pt x="1718" y="2240"/>
                    <a:pt x="1750" y="2234"/>
                    <a:pt x="1815" y="2222"/>
                  </a:cubicBezTo>
                  <a:cubicBezTo>
                    <a:pt x="1888" y="2206"/>
                    <a:pt x="1880" y="2206"/>
                    <a:pt x="1880" y="2197"/>
                  </a:cubicBezTo>
                  <a:lnTo>
                    <a:pt x="1880" y="2197"/>
                  </a:lnTo>
                  <a:cubicBezTo>
                    <a:pt x="1867" y="2199"/>
                    <a:pt x="1859" y="2200"/>
                    <a:pt x="1855" y="2200"/>
                  </a:cubicBezTo>
                  <a:cubicBezTo>
                    <a:pt x="1844" y="2200"/>
                    <a:pt x="1863" y="2195"/>
                    <a:pt x="1873" y="2195"/>
                  </a:cubicBezTo>
                  <a:cubicBezTo>
                    <a:pt x="1877" y="2195"/>
                    <a:pt x="1880" y="2196"/>
                    <a:pt x="1880" y="2197"/>
                  </a:cubicBezTo>
                  <a:cubicBezTo>
                    <a:pt x="1917" y="2193"/>
                    <a:pt x="1935" y="2191"/>
                    <a:pt x="1944" y="2191"/>
                  </a:cubicBezTo>
                  <a:cubicBezTo>
                    <a:pt x="1953" y="2191"/>
                    <a:pt x="1953" y="2193"/>
                    <a:pt x="1953" y="2197"/>
                  </a:cubicBezTo>
                  <a:lnTo>
                    <a:pt x="2018" y="2181"/>
                  </a:lnTo>
                  <a:cubicBezTo>
                    <a:pt x="2105" y="2166"/>
                    <a:pt x="2137" y="2160"/>
                    <a:pt x="2114" y="2160"/>
                  </a:cubicBezTo>
                  <a:cubicBezTo>
                    <a:pt x="2100" y="2160"/>
                    <a:pt x="2068" y="2162"/>
                    <a:pt x="2018" y="2165"/>
                  </a:cubicBezTo>
                  <a:cubicBezTo>
                    <a:pt x="1991" y="2168"/>
                    <a:pt x="1975" y="2170"/>
                    <a:pt x="1971" y="2170"/>
                  </a:cubicBezTo>
                  <a:cubicBezTo>
                    <a:pt x="1964" y="2170"/>
                    <a:pt x="1980" y="2166"/>
                    <a:pt x="2018" y="2157"/>
                  </a:cubicBezTo>
                  <a:cubicBezTo>
                    <a:pt x="2071" y="2145"/>
                    <a:pt x="2121" y="2138"/>
                    <a:pt x="2118" y="2138"/>
                  </a:cubicBezTo>
                  <a:lnTo>
                    <a:pt x="2118" y="2138"/>
                  </a:lnTo>
                  <a:cubicBezTo>
                    <a:pt x="2116" y="2138"/>
                    <a:pt x="2108" y="2139"/>
                    <a:pt x="2091" y="2141"/>
                  </a:cubicBezTo>
                  <a:cubicBezTo>
                    <a:pt x="2091" y="2141"/>
                    <a:pt x="2091" y="2133"/>
                    <a:pt x="2156" y="2116"/>
                  </a:cubicBezTo>
                  <a:cubicBezTo>
                    <a:pt x="2156" y="2111"/>
                    <a:pt x="2156" y="2105"/>
                    <a:pt x="2133" y="2105"/>
                  </a:cubicBezTo>
                  <a:cubicBezTo>
                    <a:pt x="2123" y="2105"/>
                    <a:pt x="2110" y="2106"/>
                    <a:pt x="2091" y="2108"/>
                  </a:cubicBezTo>
                  <a:cubicBezTo>
                    <a:pt x="2067" y="2111"/>
                    <a:pt x="2051" y="2112"/>
                    <a:pt x="2042" y="2112"/>
                  </a:cubicBezTo>
                  <a:cubicBezTo>
                    <a:pt x="2023" y="2112"/>
                    <a:pt x="2026" y="2108"/>
                    <a:pt x="2026" y="2108"/>
                  </a:cubicBezTo>
                  <a:cubicBezTo>
                    <a:pt x="2026" y="2103"/>
                    <a:pt x="2026" y="2097"/>
                    <a:pt x="2000" y="2097"/>
                  </a:cubicBezTo>
                  <a:cubicBezTo>
                    <a:pt x="1990" y="2097"/>
                    <a:pt x="1975" y="2098"/>
                    <a:pt x="1953" y="2100"/>
                  </a:cubicBezTo>
                  <a:cubicBezTo>
                    <a:pt x="1888" y="2100"/>
                    <a:pt x="1815" y="2100"/>
                    <a:pt x="1815" y="2092"/>
                  </a:cubicBezTo>
                  <a:cubicBezTo>
                    <a:pt x="1750" y="2076"/>
                    <a:pt x="1750" y="2076"/>
                    <a:pt x="1888" y="2068"/>
                  </a:cubicBezTo>
                  <a:cubicBezTo>
                    <a:pt x="1953" y="2068"/>
                    <a:pt x="1953" y="2060"/>
                    <a:pt x="1953" y="2052"/>
                  </a:cubicBezTo>
                  <a:cubicBezTo>
                    <a:pt x="1953" y="2052"/>
                    <a:pt x="1953" y="2052"/>
                    <a:pt x="2018" y="2043"/>
                  </a:cubicBezTo>
                  <a:cubicBezTo>
                    <a:pt x="2091" y="2035"/>
                    <a:pt x="2018" y="2035"/>
                    <a:pt x="1953" y="2035"/>
                  </a:cubicBezTo>
                  <a:lnTo>
                    <a:pt x="1815" y="2035"/>
                  </a:lnTo>
                  <a:cubicBezTo>
                    <a:pt x="1888" y="2027"/>
                    <a:pt x="1953" y="2027"/>
                    <a:pt x="2026" y="2027"/>
                  </a:cubicBezTo>
                  <a:cubicBezTo>
                    <a:pt x="1961" y="2019"/>
                    <a:pt x="1888" y="2011"/>
                    <a:pt x="1961" y="2003"/>
                  </a:cubicBezTo>
                  <a:cubicBezTo>
                    <a:pt x="1961" y="1995"/>
                    <a:pt x="1961" y="1987"/>
                    <a:pt x="2034" y="1987"/>
                  </a:cubicBezTo>
                  <a:cubicBezTo>
                    <a:pt x="2099" y="1987"/>
                    <a:pt x="2034" y="1979"/>
                    <a:pt x="2034" y="1979"/>
                  </a:cubicBezTo>
                  <a:cubicBezTo>
                    <a:pt x="1969" y="1970"/>
                    <a:pt x="1969" y="1962"/>
                    <a:pt x="2042" y="1954"/>
                  </a:cubicBezTo>
                  <a:cubicBezTo>
                    <a:pt x="2180" y="1946"/>
                    <a:pt x="2180" y="1946"/>
                    <a:pt x="2042" y="1930"/>
                  </a:cubicBezTo>
                  <a:cubicBezTo>
                    <a:pt x="2002" y="1920"/>
                    <a:pt x="1959" y="1913"/>
                    <a:pt x="1964" y="1913"/>
                  </a:cubicBezTo>
                  <a:lnTo>
                    <a:pt x="1964" y="1913"/>
                  </a:lnTo>
                  <a:cubicBezTo>
                    <a:pt x="1968" y="1913"/>
                    <a:pt x="1990" y="1916"/>
                    <a:pt x="2042" y="1922"/>
                  </a:cubicBezTo>
                  <a:cubicBezTo>
                    <a:pt x="2054" y="1923"/>
                    <a:pt x="2061" y="1924"/>
                    <a:pt x="2065" y="1924"/>
                  </a:cubicBezTo>
                  <a:cubicBezTo>
                    <a:pt x="2085" y="1924"/>
                    <a:pt x="2032" y="1909"/>
                    <a:pt x="1986" y="1889"/>
                  </a:cubicBezTo>
                  <a:lnTo>
                    <a:pt x="1986" y="1889"/>
                  </a:lnTo>
                  <a:lnTo>
                    <a:pt x="2115" y="1914"/>
                  </a:lnTo>
                  <a:lnTo>
                    <a:pt x="2050" y="1898"/>
                  </a:lnTo>
                  <a:lnTo>
                    <a:pt x="1986" y="1889"/>
                  </a:lnTo>
                  <a:lnTo>
                    <a:pt x="1986" y="1889"/>
                  </a:lnTo>
                  <a:cubicBezTo>
                    <a:pt x="1986" y="1889"/>
                    <a:pt x="1986" y="1889"/>
                    <a:pt x="1986" y="1889"/>
                  </a:cubicBezTo>
                  <a:cubicBezTo>
                    <a:pt x="1921" y="1873"/>
                    <a:pt x="1783" y="1849"/>
                    <a:pt x="1718" y="1833"/>
                  </a:cubicBezTo>
                  <a:cubicBezTo>
                    <a:pt x="1580" y="1808"/>
                    <a:pt x="1580" y="1808"/>
                    <a:pt x="1653" y="1808"/>
                  </a:cubicBezTo>
                  <a:cubicBezTo>
                    <a:pt x="1702" y="1808"/>
                    <a:pt x="1750" y="1808"/>
                    <a:pt x="1791" y="1825"/>
                  </a:cubicBezTo>
                  <a:cubicBezTo>
                    <a:pt x="1856" y="1841"/>
                    <a:pt x="1856" y="1841"/>
                    <a:pt x="1856" y="1841"/>
                  </a:cubicBezTo>
                  <a:lnTo>
                    <a:pt x="1856" y="1849"/>
                  </a:lnTo>
                  <a:cubicBezTo>
                    <a:pt x="1903" y="1861"/>
                    <a:pt x="1951" y="1868"/>
                    <a:pt x="1976" y="1868"/>
                  </a:cubicBezTo>
                  <a:cubicBezTo>
                    <a:pt x="1985" y="1868"/>
                    <a:pt x="1992" y="1867"/>
                    <a:pt x="1994" y="1865"/>
                  </a:cubicBezTo>
                  <a:cubicBezTo>
                    <a:pt x="2021" y="1868"/>
                    <a:pt x="2036" y="1870"/>
                    <a:pt x="2041" y="1870"/>
                  </a:cubicBezTo>
                  <a:cubicBezTo>
                    <a:pt x="2047" y="1870"/>
                    <a:pt x="2032" y="1866"/>
                    <a:pt x="1994" y="1857"/>
                  </a:cubicBezTo>
                  <a:lnTo>
                    <a:pt x="1994" y="1857"/>
                  </a:lnTo>
                  <a:cubicBezTo>
                    <a:pt x="2015" y="1859"/>
                    <a:pt x="2030" y="1860"/>
                    <a:pt x="2041" y="1860"/>
                  </a:cubicBezTo>
                  <a:cubicBezTo>
                    <a:pt x="2067" y="1860"/>
                    <a:pt x="2067" y="1855"/>
                    <a:pt x="2067" y="1849"/>
                  </a:cubicBezTo>
                  <a:cubicBezTo>
                    <a:pt x="2072" y="1843"/>
                    <a:pt x="2074" y="1834"/>
                    <a:pt x="2099" y="1834"/>
                  </a:cubicBezTo>
                  <a:cubicBezTo>
                    <a:pt x="2110" y="1834"/>
                    <a:pt x="2125" y="1836"/>
                    <a:pt x="2148" y="1841"/>
                  </a:cubicBezTo>
                  <a:cubicBezTo>
                    <a:pt x="2148" y="1833"/>
                    <a:pt x="2148" y="1833"/>
                    <a:pt x="2083" y="1808"/>
                  </a:cubicBezTo>
                  <a:cubicBezTo>
                    <a:pt x="2002" y="1783"/>
                    <a:pt x="1971" y="1770"/>
                    <a:pt x="1976" y="1770"/>
                  </a:cubicBezTo>
                  <a:lnTo>
                    <a:pt x="1976" y="1770"/>
                  </a:lnTo>
                  <a:cubicBezTo>
                    <a:pt x="1979" y="1770"/>
                    <a:pt x="1994" y="1775"/>
                    <a:pt x="2018" y="1784"/>
                  </a:cubicBezTo>
                  <a:cubicBezTo>
                    <a:pt x="2071" y="1796"/>
                    <a:pt x="2117" y="1803"/>
                    <a:pt x="2146" y="1803"/>
                  </a:cubicBezTo>
                  <a:cubicBezTo>
                    <a:pt x="2193" y="1803"/>
                    <a:pt x="2198" y="1786"/>
                    <a:pt x="2123" y="1752"/>
                  </a:cubicBezTo>
                  <a:lnTo>
                    <a:pt x="2123" y="1743"/>
                  </a:lnTo>
                  <a:cubicBezTo>
                    <a:pt x="2141" y="1748"/>
                    <a:pt x="2154" y="1750"/>
                    <a:pt x="2163" y="1750"/>
                  </a:cubicBezTo>
                  <a:cubicBezTo>
                    <a:pt x="2188" y="1750"/>
                    <a:pt x="2181" y="1735"/>
                    <a:pt x="2140" y="1711"/>
                  </a:cubicBezTo>
                  <a:cubicBezTo>
                    <a:pt x="2140" y="1703"/>
                    <a:pt x="2148" y="1703"/>
                    <a:pt x="2148" y="1703"/>
                  </a:cubicBezTo>
                  <a:cubicBezTo>
                    <a:pt x="2176" y="1714"/>
                    <a:pt x="2192" y="1720"/>
                    <a:pt x="2197" y="1720"/>
                  </a:cubicBezTo>
                  <a:cubicBezTo>
                    <a:pt x="2203" y="1720"/>
                    <a:pt x="2191" y="1710"/>
                    <a:pt x="2164" y="1687"/>
                  </a:cubicBezTo>
                  <a:cubicBezTo>
                    <a:pt x="2123" y="1658"/>
                    <a:pt x="2083" y="1633"/>
                    <a:pt x="2084" y="1633"/>
                  </a:cubicBezTo>
                  <a:lnTo>
                    <a:pt x="2084" y="1633"/>
                  </a:lnTo>
                  <a:cubicBezTo>
                    <a:pt x="2084" y="1633"/>
                    <a:pt x="2091" y="1637"/>
                    <a:pt x="2107" y="1646"/>
                  </a:cubicBezTo>
                  <a:cubicBezTo>
                    <a:pt x="2141" y="1670"/>
                    <a:pt x="2157" y="1677"/>
                    <a:pt x="2167" y="1677"/>
                  </a:cubicBezTo>
                  <a:cubicBezTo>
                    <a:pt x="2174" y="1677"/>
                    <a:pt x="2177" y="1674"/>
                    <a:pt x="2180" y="1670"/>
                  </a:cubicBezTo>
                  <a:cubicBezTo>
                    <a:pt x="2188" y="1662"/>
                    <a:pt x="2188" y="1662"/>
                    <a:pt x="2132" y="1622"/>
                  </a:cubicBezTo>
                  <a:cubicBezTo>
                    <a:pt x="2117" y="1602"/>
                    <a:pt x="2114" y="1594"/>
                    <a:pt x="2118" y="1594"/>
                  </a:cubicBezTo>
                  <a:lnTo>
                    <a:pt x="2118" y="1594"/>
                  </a:lnTo>
                  <a:cubicBezTo>
                    <a:pt x="2126" y="1594"/>
                    <a:pt x="2159" y="1622"/>
                    <a:pt x="2196" y="1654"/>
                  </a:cubicBezTo>
                  <a:cubicBezTo>
                    <a:pt x="2243" y="1690"/>
                    <a:pt x="2269" y="1710"/>
                    <a:pt x="2270" y="1710"/>
                  </a:cubicBezTo>
                  <a:cubicBezTo>
                    <a:pt x="2272" y="1710"/>
                    <a:pt x="2234" y="1678"/>
                    <a:pt x="2148" y="1606"/>
                  </a:cubicBezTo>
                  <a:cubicBezTo>
                    <a:pt x="2081" y="1549"/>
                    <a:pt x="2060" y="1522"/>
                    <a:pt x="2066" y="1522"/>
                  </a:cubicBezTo>
                  <a:lnTo>
                    <a:pt x="2066" y="1522"/>
                  </a:lnTo>
                  <a:cubicBezTo>
                    <a:pt x="2069" y="1522"/>
                    <a:pt x="2081" y="1531"/>
                    <a:pt x="2099" y="1549"/>
                  </a:cubicBezTo>
                  <a:cubicBezTo>
                    <a:pt x="2156" y="1589"/>
                    <a:pt x="2148" y="1598"/>
                    <a:pt x="2148" y="1598"/>
                  </a:cubicBezTo>
                  <a:lnTo>
                    <a:pt x="2253" y="1687"/>
                  </a:lnTo>
                  <a:cubicBezTo>
                    <a:pt x="2253" y="1687"/>
                    <a:pt x="2253" y="1687"/>
                    <a:pt x="2205" y="1638"/>
                  </a:cubicBezTo>
                  <a:cubicBezTo>
                    <a:pt x="2205" y="1638"/>
                    <a:pt x="2205" y="1638"/>
                    <a:pt x="2164" y="1589"/>
                  </a:cubicBezTo>
                  <a:cubicBezTo>
                    <a:pt x="2115" y="1541"/>
                    <a:pt x="2059" y="1492"/>
                    <a:pt x="2010" y="1452"/>
                  </a:cubicBezTo>
                  <a:cubicBezTo>
                    <a:pt x="1953" y="1411"/>
                    <a:pt x="1961" y="1411"/>
                    <a:pt x="1961" y="1403"/>
                  </a:cubicBezTo>
                  <a:lnTo>
                    <a:pt x="1961" y="1403"/>
                  </a:lnTo>
                  <a:cubicBezTo>
                    <a:pt x="2018" y="1443"/>
                    <a:pt x="2075" y="1492"/>
                    <a:pt x="2115" y="1541"/>
                  </a:cubicBezTo>
                  <a:cubicBezTo>
                    <a:pt x="2148" y="1573"/>
                    <a:pt x="2180" y="1606"/>
                    <a:pt x="2213" y="1630"/>
                  </a:cubicBezTo>
                  <a:cubicBezTo>
                    <a:pt x="2222" y="1639"/>
                    <a:pt x="2226" y="1643"/>
                    <a:pt x="2227" y="1643"/>
                  </a:cubicBezTo>
                  <a:cubicBezTo>
                    <a:pt x="2231" y="1643"/>
                    <a:pt x="2164" y="1563"/>
                    <a:pt x="2091" y="1484"/>
                  </a:cubicBezTo>
                  <a:lnTo>
                    <a:pt x="2091" y="1484"/>
                  </a:lnTo>
                  <a:lnTo>
                    <a:pt x="2132" y="1525"/>
                  </a:lnTo>
                  <a:cubicBezTo>
                    <a:pt x="2166" y="1559"/>
                    <a:pt x="2180" y="1569"/>
                    <a:pt x="2188" y="1569"/>
                  </a:cubicBezTo>
                  <a:cubicBezTo>
                    <a:pt x="2192" y="1569"/>
                    <a:pt x="2194" y="1567"/>
                    <a:pt x="2196" y="1565"/>
                  </a:cubicBezTo>
                  <a:cubicBezTo>
                    <a:pt x="2205" y="1565"/>
                    <a:pt x="2205" y="1565"/>
                    <a:pt x="2156" y="1508"/>
                  </a:cubicBezTo>
                  <a:cubicBezTo>
                    <a:pt x="2123" y="1476"/>
                    <a:pt x="2099" y="1443"/>
                    <a:pt x="2075" y="1403"/>
                  </a:cubicBezTo>
                  <a:cubicBezTo>
                    <a:pt x="2034" y="1379"/>
                    <a:pt x="2010" y="1346"/>
                    <a:pt x="1978" y="1306"/>
                  </a:cubicBezTo>
                  <a:lnTo>
                    <a:pt x="1978" y="1306"/>
                  </a:lnTo>
                  <a:cubicBezTo>
                    <a:pt x="2018" y="1338"/>
                    <a:pt x="2050" y="1362"/>
                    <a:pt x="2083" y="1403"/>
                  </a:cubicBezTo>
                  <a:cubicBezTo>
                    <a:pt x="2180" y="1500"/>
                    <a:pt x="2221" y="1541"/>
                    <a:pt x="2237" y="1541"/>
                  </a:cubicBezTo>
                  <a:cubicBezTo>
                    <a:pt x="2239" y="1541"/>
                    <a:pt x="2241" y="1540"/>
                    <a:pt x="2243" y="1540"/>
                  </a:cubicBezTo>
                  <a:cubicBezTo>
                    <a:pt x="2250" y="1540"/>
                    <a:pt x="2262" y="1545"/>
                    <a:pt x="2294" y="1589"/>
                  </a:cubicBezTo>
                  <a:cubicBezTo>
                    <a:pt x="2302" y="1589"/>
                    <a:pt x="2302" y="1589"/>
                    <a:pt x="2269" y="1533"/>
                  </a:cubicBezTo>
                  <a:lnTo>
                    <a:pt x="2269" y="1525"/>
                  </a:lnTo>
                  <a:cubicBezTo>
                    <a:pt x="2290" y="1553"/>
                    <a:pt x="2302" y="1567"/>
                    <a:pt x="2304" y="1567"/>
                  </a:cubicBezTo>
                  <a:cubicBezTo>
                    <a:pt x="2306" y="1567"/>
                    <a:pt x="2298" y="1553"/>
                    <a:pt x="2277" y="1525"/>
                  </a:cubicBezTo>
                  <a:cubicBezTo>
                    <a:pt x="2269" y="1502"/>
                    <a:pt x="2268" y="1495"/>
                    <a:pt x="2269" y="1495"/>
                  </a:cubicBezTo>
                  <a:lnTo>
                    <a:pt x="2269" y="1495"/>
                  </a:lnTo>
                  <a:cubicBezTo>
                    <a:pt x="2272" y="1495"/>
                    <a:pt x="2286" y="1517"/>
                    <a:pt x="2292" y="1517"/>
                  </a:cubicBezTo>
                  <a:cubicBezTo>
                    <a:pt x="2292" y="1517"/>
                    <a:pt x="2292" y="1517"/>
                    <a:pt x="2293" y="1517"/>
                  </a:cubicBezTo>
                  <a:lnTo>
                    <a:pt x="2293" y="1517"/>
                  </a:lnTo>
                  <a:cubicBezTo>
                    <a:pt x="2284" y="1501"/>
                    <a:pt x="2273" y="1481"/>
                    <a:pt x="2261" y="1460"/>
                  </a:cubicBezTo>
                  <a:cubicBezTo>
                    <a:pt x="2257" y="1448"/>
                    <a:pt x="2253" y="1437"/>
                    <a:pt x="2248" y="1427"/>
                  </a:cubicBezTo>
                  <a:lnTo>
                    <a:pt x="2248" y="1427"/>
                  </a:lnTo>
                  <a:cubicBezTo>
                    <a:pt x="2282" y="1483"/>
                    <a:pt x="2303" y="1519"/>
                    <a:pt x="2306" y="1519"/>
                  </a:cubicBezTo>
                  <a:cubicBezTo>
                    <a:pt x="2308" y="1519"/>
                    <a:pt x="2300" y="1499"/>
                    <a:pt x="2277" y="1452"/>
                  </a:cubicBezTo>
                  <a:cubicBezTo>
                    <a:pt x="2277" y="1449"/>
                    <a:pt x="2277" y="1448"/>
                    <a:pt x="2278" y="1448"/>
                  </a:cubicBezTo>
                  <a:cubicBezTo>
                    <a:pt x="2280" y="1448"/>
                    <a:pt x="2286" y="1460"/>
                    <a:pt x="2310" y="1508"/>
                  </a:cubicBezTo>
                  <a:cubicBezTo>
                    <a:pt x="2323" y="1531"/>
                    <a:pt x="2331" y="1545"/>
                    <a:pt x="2332" y="1545"/>
                  </a:cubicBezTo>
                  <a:cubicBezTo>
                    <a:pt x="2334" y="1545"/>
                    <a:pt x="2323" y="1516"/>
                    <a:pt x="2294" y="1443"/>
                  </a:cubicBezTo>
                  <a:cubicBezTo>
                    <a:pt x="2265" y="1382"/>
                    <a:pt x="2253" y="1349"/>
                    <a:pt x="2255" y="1349"/>
                  </a:cubicBezTo>
                  <a:lnTo>
                    <a:pt x="2255" y="1349"/>
                  </a:lnTo>
                  <a:cubicBezTo>
                    <a:pt x="2258" y="1349"/>
                    <a:pt x="2274" y="1380"/>
                    <a:pt x="2302" y="1443"/>
                  </a:cubicBezTo>
                  <a:cubicBezTo>
                    <a:pt x="2339" y="1514"/>
                    <a:pt x="2358" y="1543"/>
                    <a:pt x="2362" y="1543"/>
                  </a:cubicBezTo>
                  <a:cubicBezTo>
                    <a:pt x="2365" y="1543"/>
                    <a:pt x="2361" y="1528"/>
                    <a:pt x="2350" y="1500"/>
                  </a:cubicBezTo>
                  <a:cubicBezTo>
                    <a:pt x="2326" y="1427"/>
                    <a:pt x="2322" y="1395"/>
                    <a:pt x="2328" y="1395"/>
                  </a:cubicBezTo>
                  <a:lnTo>
                    <a:pt x="2328" y="1395"/>
                  </a:lnTo>
                  <a:cubicBezTo>
                    <a:pt x="2332" y="1395"/>
                    <a:pt x="2341" y="1409"/>
                    <a:pt x="2350" y="1435"/>
                  </a:cubicBezTo>
                  <a:cubicBezTo>
                    <a:pt x="2363" y="1468"/>
                    <a:pt x="2369" y="1484"/>
                    <a:pt x="2370" y="1484"/>
                  </a:cubicBezTo>
                  <a:cubicBezTo>
                    <a:pt x="2371" y="1484"/>
                    <a:pt x="2367" y="1468"/>
                    <a:pt x="2359" y="1435"/>
                  </a:cubicBezTo>
                  <a:lnTo>
                    <a:pt x="2359" y="1435"/>
                  </a:lnTo>
                  <a:cubicBezTo>
                    <a:pt x="2376" y="1481"/>
                    <a:pt x="2389" y="1527"/>
                    <a:pt x="2392" y="1527"/>
                  </a:cubicBezTo>
                  <a:cubicBezTo>
                    <a:pt x="2394" y="1527"/>
                    <a:pt x="2393" y="1519"/>
                    <a:pt x="2391" y="1500"/>
                  </a:cubicBezTo>
                  <a:cubicBezTo>
                    <a:pt x="2391" y="1500"/>
                    <a:pt x="2391" y="1492"/>
                    <a:pt x="2367" y="1427"/>
                  </a:cubicBezTo>
                  <a:cubicBezTo>
                    <a:pt x="2367" y="1427"/>
                    <a:pt x="2359" y="1362"/>
                    <a:pt x="2342" y="1298"/>
                  </a:cubicBezTo>
                  <a:cubicBezTo>
                    <a:pt x="2326" y="1257"/>
                    <a:pt x="2310" y="1208"/>
                    <a:pt x="2302" y="1168"/>
                  </a:cubicBezTo>
                  <a:cubicBezTo>
                    <a:pt x="2298" y="1151"/>
                    <a:pt x="2298" y="1142"/>
                    <a:pt x="2301" y="1142"/>
                  </a:cubicBezTo>
                  <a:lnTo>
                    <a:pt x="2301" y="1142"/>
                  </a:lnTo>
                  <a:cubicBezTo>
                    <a:pt x="2311" y="1142"/>
                    <a:pt x="2347" y="1211"/>
                    <a:pt x="2383" y="1354"/>
                  </a:cubicBezTo>
                  <a:lnTo>
                    <a:pt x="2423" y="1484"/>
                  </a:lnTo>
                  <a:lnTo>
                    <a:pt x="2391" y="1354"/>
                  </a:lnTo>
                  <a:cubicBezTo>
                    <a:pt x="2399" y="1354"/>
                    <a:pt x="2407" y="1354"/>
                    <a:pt x="2415" y="1419"/>
                  </a:cubicBezTo>
                  <a:cubicBezTo>
                    <a:pt x="2432" y="1492"/>
                    <a:pt x="2432" y="1492"/>
                    <a:pt x="2440" y="1492"/>
                  </a:cubicBezTo>
                  <a:cubicBezTo>
                    <a:pt x="2440" y="1492"/>
                    <a:pt x="2440" y="1492"/>
                    <a:pt x="2432" y="1419"/>
                  </a:cubicBezTo>
                  <a:cubicBezTo>
                    <a:pt x="2417" y="1343"/>
                    <a:pt x="2411" y="1312"/>
                    <a:pt x="2412" y="1312"/>
                  </a:cubicBezTo>
                  <a:lnTo>
                    <a:pt x="2412" y="1312"/>
                  </a:lnTo>
                  <a:cubicBezTo>
                    <a:pt x="2413" y="1312"/>
                    <a:pt x="2417" y="1327"/>
                    <a:pt x="2423" y="1354"/>
                  </a:cubicBezTo>
                  <a:cubicBezTo>
                    <a:pt x="2436" y="1423"/>
                    <a:pt x="2444" y="1458"/>
                    <a:pt x="2447" y="1458"/>
                  </a:cubicBezTo>
                  <a:cubicBezTo>
                    <a:pt x="2450" y="1458"/>
                    <a:pt x="2448" y="1423"/>
                    <a:pt x="2440" y="1354"/>
                  </a:cubicBezTo>
                  <a:cubicBezTo>
                    <a:pt x="2432" y="1289"/>
                    <a:pt x="2427" y="1257"/>
                    <a:pt x="2428" y="1257"/>
                  </a:cubicBezTo>
                  <a:lnTo>
                    <a:pt x="2428" y="1257"/>
                  </a:lnTo>
                  <a:cubicBezTo>
                    <a:pt x="2430" y="1257"/>
                    <a:pt x="2436" y="1289"/>
                    <a:pt x="2448" y="1354"/>
                  </a:cubicBezTo>
                  <a:cubicBezTo>
                    <a:pt x="2448" y="1403"/>
                    <a:pt x="2456" y="1452"/>
                    <a:pt x="2472" y="1492"/>
                  </a:cubicBezTo>
                  <a:lnTo>
                    <a:pt x="2464" y="1427"/>
                  </a:lnTo>
                  <a:cubicBezTo>
                    <a:pt x="2454" y="1346"/>
                    <a:pt x="2453" y="1312"/>
                    <a:pt x="2457" y="1312"/>
                  </a:cubicBezTo>
                  <a:lnTo>
                    <a:pt x="2457" y="1312"/>
                  </a:lnTo>
                  <a:cubicBezTo>
                    <a:pt x="2460" y="1312"/>
                    <a:pt x="2465" y="1328"/>
                    <a:pt x="2472" y="1354"/>
                  </a:cubicBezTo>
                  <a:cubicBezTo>
                    <a:pt x="2476" y="1391"/>
                    <a:pt x="2478" y="1409"/>
                    <a:pt x="2480" y="1409"/>
                  </a:cubicBezTo>
                  <a:cubicBezTo>
                    <a:pt x="2482" y="1409"/>
                    <a:pt x="2484" y="1391"/>
                    <a:pt x="2488" y="1354"/>
                  </a:cubicBezTo>
                  <a:cubicBezTo>
                    <a:pt x="2496" y="1354"/>
                    <a:pt x="2505" y="1354"/>
                    <a:pt x="2505" y="1427"/>
                  </a:cubicBezTo>
                  <a:cubicBezTo>
                    <a:pt x="2513" y="1492"/>
                    <a:pt x="2517" y="1525"/>
                    <a:pt x="2518" y="1525"/>
                  </a:cubicBezTo>
                  <a:cubicBezTo>
                    <a:pt x="2519" y="1525"/>
                    <a:pt x="2517" y="1492"/>
                    <a:pt x="2513" y="1427"/>
                  </a:cubicBezTo>
                  <a:cubicBezTo>
                    <a:pt x="2513" y="1391"/>
                    <a:pt x="2513" y="1373"/>
                    <a:pt x="2515" y="1373"/>
                  </a:cubicBezTo>
                  <a:cubicBezTo>
                    <a:pt x="2517" y="1373"/>
                    <a:pt x="2521" y="1391"/>
                    <a:pt x="2529" y="1427"/>
                  </a:cubicBezTo>
                  <a:cubicBezTo>
                    <a:pt x="2533" y="1459"/>
                    <a:pt x="2535" y="1475"/>
                    <a:pt x="2536" y="1475"/>
                  </a:cubicBezTo>
                  <a:cubicBezTo>
                    <a:pt x="2537" y="1475"/>
                    <a:pt x="2537" y="1457"/>
                    <a:pt x="2537" y="1419"/>
                  </a:cubicBezTo>
                  <a:cubicBezTo>
                    <a:pt x="2537" y="1354"/>
                    <a:pt x="2537" y="1289"/>
                    <a:pt x="2521" y="1216"/>
                  </a:cubicBezTo>
                  <a:cubicBezTo>
                    <a:pt x="2521" y="1216"/>
                    <a:pt x="2521" y="1216"/>
                    <a:pt x="2513" y="1152"/>
                  </a:cubicBezTo>
                  <a:lnTo>
                    <a:pt x="2529" y="1152"/>
                  </a:lnTo>
                  <a:cubicBezTo>
                    <a:pt x="2537" y="1152"/>
                    <a:pt x="2545" y="1152"/>
                    <a:pt x="2553" y="1079"/>
                  </a:cubicBezTo>
                  <a:cubicBezTo>
                    <a:pt x="2566" y="1026"/>
                    <a:pt x="2569" y="924"/>
                    <a:pt x="2560" y="924"/>
                  </a:cubicBezTo>
                  <a:lnTo>
                    <a:pt x="2560" y="924"/>
                  </a:lnTo>
                  <a:cubicBezTo>
                    <a:pt x="2559" y="924"/>
                    <a:pt x="2556" y="929"/>
                    <a:pt x="2553" y="941"/>
                  </a:cubicBezTo>
                  <a:lnTo>
                    <a:pt x="2545" y="876"/>
                  </a:lnTo>
                  <a:cubicBezTo>
                    <a:pt x="2545" y="775"/>
                    <a:pt x="2539" y="724"/>
                    <a:pt x="2534" y="724"/>
                  </a:cubicBezTo>
                  <a:cubicBezTo>
                    <a:pt x="2529" y="724"/>
                    <a:pt x="2525" y="775"/>
                    <a:pt x="2529" y="876"/>
                  </a:cubicBezTo>
                  <a:cubicBezTo>
                    <a:pt x="2529" y="989"/>
                    <a:pt x="2529" y="1039"/>
                    <a:pt x="2527" y="1039"/>
                  </a:cubicBezTo>
                  <a:cubicBezTo>
                    <a:pt x="2526" y="1039"/>
                    <a:pt x="2524" y="1007"/>
                    <a:pt x="2521" y="949"/>
                  </a:cubicBezTo>
                  <a:cubicBezTo>
                    <a:pt x="2513" y="811"/>
                    <a:pt x="2505" y="811"/>
                    <a:pt x="2496" y="811"/>
                  </a:cubicBezTo>
                  <a:cubicBezTo>
                    <a:pt x="2488" y="811"/>
                    <a:pt x="2488" y="811"/>
                    <a:pt x="2480" y="746"/>
                  </a:cubicBezTo>
                  <a:cubicBezTo>
                    <a:pt x="2480" y="673"/>
                    <a:pt x="2464" y="608"/>
                    <a:pt x="2456" y="608"/>
                  </a:cubicBezTo>
                  <a:cubicBezTo>
                    <a:pt x="2448" y="608"/>
                    <a:pt x="2448" y="608"/>
                    <a:pt x="2448" y="673"/>
                  </a:cubicBezTo>
                  <a:cubicBezTo>
                    <a:pt x="2455" y="704"/>
                    <a:pt x="2456" y="722"/>
                    <a:pt x="2453" y="722"/>
                  </a:cubicBezTo>
                  <a:cubicBezTo>
                    <a:pt x="2449" y="722"/>
                    <a:pt x="2438" y="688"/>
                    <a:pt x="2423" y="608"/>
                  </a:cubicBezTo>
                  <a:cubicBezTo>
                    <a:pt x="2417" y="582"/>
                    <a:pt x="2413" y="566"/>
                    <a:pt x="2412" y="566"/>
                  </a:cubicBezTo>
                  <a:lnTo>
                    <a:pt x="2412" y="566"/>
                  </a:lnTo>
                  <a:cubicBezTo>
                    <a:pt x="2410" y="566"/>
                    <a:pt x="2414" y="597"/>
                    <a:pt x="2423" y="673"/>
                  </a:cubicBezTo>
                  <a:cubicBezTo>
                    <a:pt x="2428" y="743"/>
                    <a:pt x="2425" y="778"/>
                    <a:pt x="2419" y="778"/>
                  </a:cubicBezTo>
                  <a:cubicBezTo>
                    <a:pt x="2413" y="778"/>
                    <a:pt x="2403" y="745"/>
                    <a:pt x="2391" y="681"/>
                  </a:cubicBezTo>
                  <a:lnTo>
                    <a:pt x="2367" y="681"/>
                  </a:lnTo>
                  <a:cubicBezTo>
                    <a:pt x="2359" y="681"/>
                    <a:pt x="2367" y="746"/>
                    <a:pt x="2375" y="819"/>
                  </a:cubicBezTo>
                  <a:cubicBezTo>
                    <a:pt x="2389" y="895"/>
                    <a:pt x="2395" y="927"/>
                    <a:pt x="2392" y="927"/>
                  </a:cubicBezTo>
                  <a:cubicBezTo>
                    <a:pt x="2391" y="927"/>
                    <a:pt x="2385" y="911"/>
                    <a:pt x="2375" y="884"/>
                  </a:cubicBezTo>
                  <a:cubicBezTo>
                    <a:pt x="2367" y="835"/>
                    <a:pt x="2359" y="795"/>
                    <a:pt x="2350" y="746"/>
                  </a:cubicBezTo>
                  <a:cubicBezTo>
                    <a:pt x="2334" y="681"/>
                    <a:pt x="2326" y="681"/>
                    <a:pt x="2318" y="681"/>
                  </a:cubicBezTo>
                  <a:cubicBezTo>
                    <a:pt x="2310" y="681"/>
                    <a:pt x="2288" y="681"/>
                    <a:pt x="2300" y="743"/>
                  </a:cubicBezTo>
                  <a:lnTo>
                    <a:pt x="2300" y="743"/>
                  </a:lnTo>
                  <a:cubicBezTo>
                    <a:pt x="2294" y="715"/>
                    <a:pt x="2293" y="718"/>
                    <a:pt x="2286" y="681"/>
                  </a:cubicBezTo>
                  <a:cubicBezTo>
                    <a:pt x="2280" y="681"/>
                    <a:pt x="2271" y="653"/>
                    <a:pt x="2271" y="653"/>
                  </a:cubicBezTo>
                  <a:lnTo>
                    <a:pt x="2271" y="653"/>
                  </a:lnTo>
                  <a:cubicBezTo>
                    <a:pt x="2270" y="653"/>
                    <a:pt x="2272" y="660"/>
                    <a:pt x="2277" y="681"/>
                  </a:cubicBezTo>
                  <a:cubicBezTo>
                    <a:pt x="2277" y="681"/>
                    <a:pt x="2269" y="681"/>
                    <a:pt x="2229" y="616"/>
                  </a:cubicBezTo>
                  <a:cubicBezTo>
                    <a:pt x="2224" y="607"/>
                    <a:pt x="2219" y="603"/>
                    <a:pt x="2216" y="603"/>
                  </a:cubicBezTo>
                  <a:lnTo>
                    <a:pt x="2216" y="603"/>
                  </a:lnTo>
                  <a:cubicBezTo>
                    <a:pt x="2198" y="603"/>
                    <a:pt x="2206" y="715"/>
                    <a:pt x="2259" y="823"/>
                  </a:cubicBezTo>
                  <a:lnTo>
                    <a:pt x="2259" y="823"/>
                  </a:lnTo>
                  <a:cubicBezTo>
                    <a:pt x="2256" y="824"/>
                    <a:pt x="2251" y="825"/>
                    <a:pt x="2245" y="827"/>
                  </a:cubicBezTo>
                  <a:cubicBezTo>
                    <a:pt x="2237" y="827"/>
                    <a:pt x="2253" y="892"/>
                    <a:pt x="2253" y="892"/>
                  </a:cubicBezTo>
                  <a:cubicBezTo>
                    <a:pt x="2269" y="965"/>
                    <a:pt x="2261" y="965"/>
                    <a:pt x="2253" y="965"/>
                  </a:cubicBezTo>
                  <a:cubicBezTo>
                    <a:pt x="2253" y="965"/>
                    <a:pt x="2237" y="900"/>
                    <a:pt x="2221" y="835"/>
                  </a:cubicBezTo>
                  <a:cubicBezTo>
                    <a:pt x="2197" y="719"/>
                    <a:pt x="2174" y="651"/>
                    <a:pt x="2168" y="651"/>
                  </a:cubicBezTo>
                  <a:lnTo>
                    <a:pt x="2168" y="651"/>
                  </a:lnTo>
                  <a:cubicBezTo>
                    <a:pt x="2163" y="651"/>
                    <a:pt x="2168" y="688"/>
                    <a:pt x="2188" y="771"/>
                  </a:cubicBezTo>
                  <a:cubicBezTo>
                    <a:pt x="2180" y="738"/>
                    <a:pt x="2180" y="746"/>
                    <a:pt x="2172" y="706"/>
                  </a:cubicBezTo>
                  <a:cubicBezTo>
                    <a:pt x="2161" y="675"/>
                    <a:pt x="2153" y="661"/>
                    <a:pt x="2148" y="661"/>
                  </a:cubicBezTo>
                  <a:cubicBezTo>
                    <a:pt x="2142" y="661"/>
                    <a:pt x="2140" y="679"/>
                    <a:pt x="2140" y="714"/>
                  </a:cubicBezTo>
                  <a:cubicBezTo>
                    <a:pt x="2140" y="787"/>
                    <a:pt x="2156" y="852"/>
                    <a:pt x="2180" y="916"/>
                  </a:cubicBezTo>
                  <a:cubicBezTo>
                    <a:pt x="2205" y="981"/>
                    <a:pt x="2196" y="981"/>
                    <a:pt x="2196" y="981"/>
                  </a:cubicBezTo>
                  <a:cubicBezTo>
                    <a:pt x="2188" y="981"/>
                    <a:pt x="2188" y="981"/>
                    <a:pt x="2164" y="916"/>
                  </a:cubicBezTo>
                  <a:cubicBezTo>
                    <a:pt x="2144" y="857"/>
                    <a:pt x="2128" y="826"/>
                    <a:pt x="2122" y="826"/>
                  </a:cubicBezTo>
                  <a:lnTo>
                    <a:pt x="2122" y="826"/>
                  </a:lnTo>
                  <a:cubicBezTo>
                    <a:pt x="2115" y="826"/>
                    <a:pt x="2119" y="859"/>
                    <a:pt x="2140" y="925"/>
                  </a:cubicBezTo>
                  <a:lnTo>
                    <a:pt x="2115" y="860"/>
                  </a:lnTo>
                  <a:cubicBezTo>
                    <a:pt x="2099" y="816"/>
                    <a:pt x="2079" y="777"/>
                    <a:pt x="2061" y="777"/>
                  </a:cubicBezTo>
                  <a:cubicBezTo>
                    <a:pt x="2051" y="777"/>
                    <a:pt x="2042" y="787"/>
                    <a:pt x="2034" y="811"/>
                  </a:cubicBezTo>
                  <a:cubicBezTo>
                    <a:pt x="2017" y="815"/>
                    <a:pt x="2004" y="820"/>
                    <a:pt x="1992" y="820"/>
                  </a:cubicBezTo>
                  <a:cubicBezTo>
                    <a:pt x="1977" y="820"/>
                    <a:pt x="1964" y="811"/>
                    <a:pt x="1945" y="779"/>
                  </a:cubicBezTo>
                  <a:cubicBezTo>
                    <a:pt x="1940" y="768"/>
                    <a:pt x="1936" y="763"/>
                    <a:pt x="1933" y="763"/>
                  </a:cubicBezTo>
                  <a:lnTo>
                    <a:pt x="1933" y="763"/>
                  </a:lnTo>
                  <a:cubicBezTo>
                    <a:pt x="1922" y="763"/>
                    <a:pt x="1945" y="880"/>
                    <a:pt x="1986" y="981"/>
                  </a:cubicBezTo>
                  <a:cubicBezTo>
                    <a:pt x="1965" y="945"/>
                    <a:pt x="1954" y="935"/>
                    <a:pt x="1944" y="935"/>
                  </a:cubicBezTo>
                  <a:cubicBezTo>
                    <a:pt x="1939" y="935"/>
                    <a:pt x="1935" y="938"/>
                    <a:pt x="1929" y="941"/>
                  </a:cubicBezTo>
                  <a:cubicBezTo>
                    <a:pt x="1922" y="943"/>
                    <a:pt x="1917" y="945"/>
                    <a:pt x="1913" y="945"/>
                  </a:cubicBezTo>
                  <a:cubicBezTo>
                    <a:pt x="1902" y="945"/>
                    <a:pt x="1896" y="933"/>
                    <a:pt x="1872" y="892"/>
                  </a:cubicBezTo>
                  <a:cubicBezTo>
                    <a:pt x="1840" y="832"/>
                    <a:pt x="1824" y="802"/>
                    <a:pt x="1823" y="802"/>
                  </a:cubicBezTo>
                  <a:lnTo>
                    <a:pt x="1823" y="802"/>
                  </a:lnTo>
                  <a:cubicBezTo>
                    <a:pt x="1821" y="802"/>
                    <a:pt x="1835" y="834"/>
                    <a:pt x="1864" y="900"/>
                  </a:cubicBezTo>
                  <a:cubicBezTo>
                    <a:pt x="1891" y="947"/>
                    <a:pt x="1895" y="968"/>
                    <a:pt x="1887" y="968"/>
                  </a:cubicBezTo>
                  <a:cubicBezTo>
                    <a:pt x="1874" y="968"/>
                    <a:pt x="1834" y="926"/>
                    <a:pt x="1791" y="860"/>
                  </a:cubicBezTo>
                  <a:cubicBezTo>
                    <a:pt x="1765" y="823"/>
                    <a:pt x="1752" y="813"/>
                    <a:pt x="1740" y="813"/>
                  </a:cubicBezTo>
                  <a:cubicBezTo>
                    <a:pt x="1733" y="813"/>
                    <a:pt x="1727" y="816"/>
                    <a:pt x="1718" y="819"/>
                  </a:cubicBezTo>
                  <a:cubicBezTo>
                    <a:pt x="1750" y="876"/>
                    <a:pt x="1734" y="884"/>
                    <a:pt x="1718" y="900"/>
                  </a:cubicBezTo>
                  <a:cubicBezTo>
                    <a:pt x="1694" y="925"/>
                    <a:pt x="1694" y="925"/>
                    <a:pt x="1783" y="1030"/>
                  </a:cubicBezTo>
                  <a:cubicBezTo>
                    <a:pt x="1864" y="1135"/>
                    <a:pt x="1864" y="1135"/>
                    <a:pt x="1848" y="1152"/>
                  </a:cubicBezTo>
                  <a:cubicBezTo>
                    <a:pt x="1846" y="1152"/>
                    <a:pt x="1844" y="1152"/>
                    <a:pt x="1842" y="1152"/>
                  </a:cubicBezTo>
                  <a:cubicBezTo>
                    <a:pt x="1837" y="1152"/>
                    <a:pt x="1828" y="1148"/>
                    <a:pt x="1791" y="1111"/>
                  </a:cubicBezTo>
                  <a:cubicBezTo>
                    <a:pt x="1791" y="1111"/>
                    <a:pt x="1743" y="1070"/>
                    <a:pt x="1735" y="1070"/>
                  </a:cubicBezTo>
                  <a:cubicBezTo>
                    <a:pt x="1735" y="1070"/>
                    <a:pt x="1734" y="1070"/>
                    <a:pt x="1734" y="1071"/>
                  </a:cubicBezTo>
                  <a:cubicBezTo>
                    <a:pt x="1732" y="1073"/>
                    <a:pt x="1730" y="1075"/>
                    <a:pt x="1726" y="1075"/>
                  </a:cubicBezTo>
                  <a:cubicBezTo>
                    <a:pt x="1718" y="1075"/>
                    <a:pt x="1704" y="1065"/>
                    <a:pt x="1669" y="1030"/>
                  </a:cubicBezTo>
                  <a:cubicBezTo>
                    <a:pt x="1669" y="1030"/>
                    <a:pt x="1630" y="1002"/>
                    <a:pt x="1607" y="1002"/>
                  </a:cubicBezTo>
                  <a:cubicBezTo>
                    <a:pt x="1603" y="1002"/>
                    <a:pt x="1599" y="1003"/>
                    <a:pt x="1596" y="1006"/>
                  </a:cubicBezTo>
                  <a:cubicBezTo>
                    <a:pt x="1589" y="1009"/>
                    <a:pt x="1581" y="1015"/>
                    <a:pt x="1571" y="1015"/>
                  </a:cubicBezTo>
                  <a:cubicBezTo>
                    <a:pt x="1558" y="1015"/>
                    <a:pt x="1542" y="1007"/>
                    <a:pt x="1515" y="981"/>
                  </a:cubicBezTo>
                  <a:lnTo>
                    <a:pt x="1515" y="981"/>
                  </a:lnTo>
                  <a:cubicBezTo>
                    <a:pt x="1507" y="989"/>
                    <a:pt x="1507" y="989"/>
                    <a:pt x="1556" y="1038"/>
                  </a:cubicBezTo>
                  <a:cubicBezTo>
                    <a:pt x="1605" y="1080"/>
                    <a:pt x="1642" y="1122"/>
                    <a:pt x="1598" y="1122"/>
                  </a:cubicBezTo>
                  <a:cubicBezTo>
                    <a:pt x="1592" y="1122"/>
                    <a:pt x="1583" y="1121"/>
                    <a:pt x="1572" y="1119"/>
                  </a:cubicBezTo>
                  <a:lnTo>
                    <a:pt x="1572" y="1119"/>
                  </a:lnTo>
                  <a:cubicBezTo>
                    <a:pt x="1564" y="1135"/>
                    <a:pt x="1540" y="1160"/>
                    <a:pt x="1596" y="1200"/>
                  </a:cubicBezTo>
                  <a:cubicBezTo>
                    <a:pt x="1594" y="1203"/>
                    <a:pt x="1592" y="1204"/>
                    <a:pt x="1590" y="1204"/>
                  </a:cubicBezTo>
                  <a:cubicBezTo>
                    <a:pt x="1584" y="1204"/>
                    <a:pt x="1573" y="1196"/>
                    <a:pt x="1540" y="1168"/>
                  </a:cubicBezTo>
                  <a:cubicBezTo>
                    <a:pt x="1491" y="1129"/>
                    <a:pt x="1460" y="1112"/>
                    <a:pt x="1449" y="1112"/>
                  </a:cubicBezTo>
                  <a:cubicBezTo>
                    <a:pt x="1435" y="1112"/>
                    <a:pt x="1456" y="1142"/>
                    <a:pt x="1515" y="1192"/>
                  </a:cubicBezTo>
                  <a:cubicBezTo>
                    <a:pt x="1544" y="1216"/>
                    <a:pt x="1556" y="1228"/>
                    <a:pt x="1548" y="1228"/>
                  </a:cubicBezTo>
                  <a:cubicBezTo>
                    <a:pt x="1542" y="1228"/>
                    <a:pt x="1526" y="1222"/>
                    <a:pt x="1499" y="1208"/>
                  </a:cubicBezTo>
                  <a:lnTo>
                    <a:pt x="1499" y="1208"/>
                  </a:lnTo>
                  <a:cubicBezTo>
                    <a:pt x="1499" y="1208"/>
                    <a:pt x="1491" y="1216"/>
                    <a:pt x="1548" y="1265"/>
                  </a:cubicBezTo>
                  <a:cubicBezTo>
                    <a:pt x="1575" y="1293"/>
                    <a:pt x="1587" y="1302"/>
                    <a:pt x="1579" y="1302"/>
                  </a:cubicBezTo>
                  <a:cubicBezTo>
                    <a:pt x="1573" y="1302"/>
                    <a:pt x="1555" y="1296"/>
                    <a:pt x="1523" y="1289"/>
                  </a:cubicBezTo>
                  <a:cubicBezTo>
                    <a:pt x="1490" y="1265"/>
                    <a:pt x="1476" y="1258"/>
                    <a:pt x="1469" y="1258"/>
                  </a:cubicBezTo>
                  <a:cubicBezTo>
                    <a:pt x="1464" y="1258"/>
                    <a:pt x="1462" y="1262"/>
                    <a:pt x="1459" y="1265"/>
                  </a:cubicBezTo>
                  <a:cubicBezTo>
                    <a:pt x="1495" y="1308"/>
                    <a:pt x="1460" y="1391"/>
                    <a:pt x="1406" y="1391"/>
                  </a:cubicBezTo>
                  <a:cubicBezTo>
                    <a:pt x="1399" y="1391"/>
                    <a:pt x="1393" y="1389"/>
                    <a:pt x="1386" y="1387"/>
                  </a:cubicBezTo>
                  <a:lnTo>
                    <a:pt x="1386" y="1387"/>
                  </a:lnTo>
                  <a:cubicBezTo>
                    <a:pt x="1442" y="1427"/>
                    <a:pt x="1442" y="1427"/>
                    <a:pt x="1442" y="1435"/>
                  </a:cubicBezTo>
                  <a:cubicBezTo>
                    <a:pt x="1401" y="1420"/>
                    <a:pt x="1379" y="1413"/>
                    <a:pt x="1371" y="1413"/>
                  </a:cubicBezTo>
                  <a:cubicBezTo>
                    <a:pt x="1355" y="1413"/>
                    <a:pt x="1408" y="1443"/>
                    <a:pt x="1491" y="1476"/>
                  </a:cubicBezTo>
                  <a:lnTo>
                    <a:pt x="1499" y="1468"/>
                  </a:lnTo>
                  <a:lnTo>
                    <a:pt x="1499" y="1460"/>
                  </a:lnTo>
                  <a:cubicBezTo>
                    <a:pt x="1563" y="1494"/>
                    <a:pt x="1591" y="1515"/>
                    <a:pt x="1576" y="1515"/>
                  </a:cubicBezTo>
                  <a:cubicBezTo>
                    <a:pt x="1563" y="1515"/>
                    <a:pt x="1514" y="1498"/>
                    <a:pt x="1426" y="1460"/>
                  </a:cubicBezTo>
                  <a:cubicBezTo>
                    <a:pt x="1369" y="1438"/>
                    <a:pt x="1337" y="1428"/>
                    <a:pt x="1329" y="1428"/>
                  </a:cubicBezTo>
                  <a:lnTo>
                    <a:pt x="1329" y="1428"/>
                  </a:lnTo>
                  <a:cubicBezTo>
                    <a:pt x="1320" y="1428"/>
                    <a:pt x="1350" y="1444"/>
                    <a:pt x="1418" y="1476"/>
                  </a:cubicBezTo>
                  <a:cubicBezTo>
                    <a:pt x="1486" y="1512"/>
                    <a:pt x="1513" y="1528"/>
                    <a:pt x="1502" y="1528"/>
                  </a:cubicBezTo>
                  <a:cubicBezTo>
                    <a:pt x="1493" y="1528"/>
                    <a:pt x="1459" y="1518"/>
                    <a:pt x="1402" y="1500"/>
                  </a:cubicBezTo>
                  <a:cubicBezTo>
                    <a:pt x="1343" y="1477"/>
                    <a:pt x="1313" y="1465"/>
                    <a:pt x="1311" y="1465"/>
                  </a:cubicBezTo>
                  <a:lnTo>
                    <a:pt x="1311" y="1465"/>
                  </a:lnTo>
                  <a:cubicBezTo>
                    <a:pt x="1308" y="1465"/>
                    <a:pt x="1339" y="1479"/>
                    <a:pt x="1402" y="1508"/>
                  </a:cubicBezTo>
                  <a:cubicBezTo>
                    <a:pt x="1555" y="1585"/>
                    <a:pt x="1634" y="1626"/>
                    <a:pt x="1607" y="1626"/>
                  </a:cubicBezTo>
                  <a:cubicBezTo>
                    <a:pt x="1592" y="1626"/>
                    <a:pt x="1539" y="1611"/>
                    <a:pt x="1442" y="1581"/>
                  </a:cubicBezTo>
                  <a:cubicBezTo>
                    <a:pt x="1341" y="1543"/>
                    <a:pt x="1279" y="1530"/>
                    <a:pt x="1253" y="1530"/>
                  </a:cubicBezTo>
                  <a:cubicBezTo>
                    <a:pt x="1246" y="1530"/>
                    <a:pt x="1241" y="1531"/>
                    <a:pt x="1240" y="1533"/>
                  </a:cubicBezTo>
                  <a:cubicBezTo>
                    <a:pt x="1240" y="1541"/>
                    <a:pt x="1305" y="1565"/>
                    <a:pt x="1369" y="1581"/>
                  </a:cubicBezTo>
                  <a:cubicBezTo>
                    <a:pt x="1456" y="1603"/>
                    <a:pt x="1485" y="1614"/>
                    <a:pt x="1453" y="1614"/>
                  </a:cubicBezTo>
                  <a:cubicBezTo>
                    <a:pt x="1438" y="1614"/>
                    <a:pt x="1407" y="1611"/>
                    <a:pt x="1361" y="1606"/>
                  </a:cubicBezTo>
                  <a:cubicBezTo>
                    <a:pt x="1301" y="1596"/>
                    <a:pt x="1258" y="1591"/>
                    <a:pt x="1230" y="1591"/>
                  </a:cubicBezTo>
                  <a:cubicBezTo>
                    <a:pt x="1165" y="1591"/>
                    <a:pt x="1187" y="1617"/>
                    <a:pt x="1272" y="1662"/>
                  </a:cubicBezTo>
                  <a:cubicBezTo>
                    <a:pt x="1347" y="1702"/>
                    <a:pt x="1372" y="1727"/>
                    <a:pt x="1353" y="1727"/>
                  </a:cubicBezTo>
                  <a:cubicBezTo>
                    <a:pt x="1341" y="1727"/>
                    <a:pt x="1311" y="1717"/>
                    <a:pt x="1264" y="1695"/>
                  </a:cubicBezTo>
                  <a:cubicBezTo>
                    <a:pt x="1196" y="1669"/>
                    <a:pt x="1164" y="1657"/>
                    <a:pt x="1158" y="1657"/>
                  </a:cubicBezTo>
                  <a:lnTo>
                    <a:pt x="1158" y="1657"/>
                  </a:lnTo>
                  <a:cubicBezTo>
                    <a:pt x="1152" y="1657"/>
                    <a:pt x="1168" y="1667"/>
                    <a:pt x="1199" y="1687"/>
                  </a:cubicBezTo>
                  <a:cubicBezTo>
                    <a:pt x="1191" y="1703"/>
                    <a:pt x="1183" y="1727"/>
                    <a:pt x="1183" y="1735"/>
                  </a:cubicBezTo>
                  <a:cubicBezTo>
                    <a:pt x="1175" y="1743"/>
                    <a:pt x="1240" y="1768"/>
                    <a:pt x="1305" y="1776"/>
                  </a:cubicBezTo>
                  <a:cubicBezTo>
                    <a:pt x="1274" y="1774"/>
                    <a:pt x="1246" y="1773"/>
                    <a:pt x="1224" y="1773"/>
                  </a:cubicBezTo>
                  <a:cubicBezTo>
                    <a:pt x="1147" y="1773"/>
                    <a:pt x="1131" y="1785"/>
                    <a:pt x="1232" y="1816"/>
                  </a:cubicBezTo>
                  <a:lnTo>
                    <a:pt x="1232" y="1841"/>
                  </a:lnTo>
                  <a:cubicBezTo>
                    <a:pt x="1232" y="1849"/>
                    <a:pt x="1232" y="1849"/>
                    <a:pt x="1296" y="1865"/>
                  </a:cubicBezTo>
                  <a:cubicBezTo>
                    <a:pt x="1361" y="1881"/>
                    <a:pt x="1288" y="1889"/>
                    <a:pt x="1223" y="1889"/>
                  </a:cubicBezTo>
                  <a:cubicBezTo>
                    <a:pt x="1151" y="1889"/>
                    <a:pt x="1086" y="1898"/>
                    <a:pt x="1151" y="1906"/>
                  </a:cubicBezTo>
                  <a:cubicBezTo>
                    <a:pt x="1215" y="1914"/>
                    <a:pt x="1288" y="1930"/>
                    <a:pt x="1353" y="1946"/>
                  </a:cubicBezTo>
                  <a:cubicBezTo>
                    <a:pt x="1393" y="1956"/>
                    <a:pt x="1381" y="1963"/>
                    <a:pt x="1350" y="1963"/>
                  </a:cubicBezTo>
                  <a:cubicBezTo>
                    <a:pt x="1331" y="1963"/>
                    <a:pt x="1305" y="1960"/>
                    <a:pt x="1280" y="1954"/>
                  </a:cubicBezTo>
                  <a:cubicBezTo>
                    <a:pt x="1267" y="1952"/>
                    <a:pt x="1255" y="1951"/>
                    <a:pt x="1243" y="1951"/>
                  </a:cubicBezTo>
                  <a:cubicBezTo>
                    <a:pt x="1209" y="1951"/>
                    <a:pt x="1178" y="1959"/>
                    <a:pt x="1142" y="1970"/>
                  </a:cubicBezTo>
                  <a:cubicBezTo>
                    <a:pt x="1142" y="1979"/>
                    <a:pt x="1142" y="2003"/>
                    <a:pt x="1207" y="2003"/>
                  </a:cubicBezTo>
                  <a:cubicBezTo>
                    <a:pt x="1272" y="2003"/>
                    <a:pt x="1272" y="2060"/>
                    <a:pt x="1199" y="2076"/>
                  </a:cubicBezTo>
                  <a:lnTo>
                    <a:pt x="1207" y="2092"/>
                  </a:lnTo>
                  <a:cubicBezTo>
                    <a:pt x="1207" y="2108"/>
                    <a:pt x="1272" y="2116"/>
                    <a:pt x="1272" y="2125"/>
                  </a:cubicBezTo>
                  <a:cubicBezTo>
                    <a:pt x="1272" y="2125"/>
                    <a:pt x="1272" y="2133"/>
                    <a:pt x="1345" y="2141"/>
                  </a:cubicBezTo>
                  <a:cubicBezTo>
                    <a:pt x="1345" y="2149"/>
                    <a:pt x="1345" y="2157"/>
                    <a:pt x="1272" y="2165"/>
                  </a:cubicBezTo>
                  <a:cubicBezTo>
                    <a:pt x="1327" y="2165"/>
                    <a:pt x="1360" y="2164"/>
                    <a:pt x="1371" y="2164"/>
                  </a:cubicBezTo>
                  <a:cubicBezTo>
                    <a:pt x="1388" y="2164"/>
                    <a:pt x="1355" y="2167"/>
                    <a:pt x="1272" y="2181"/>
                  </a:cubicBezTo>
                  <a:cubicBezTo>
                    <a:pt x="1196" y="2191"/>
                    <a:pt x="1165" y="2195"/>
                    <a:pt x="1178" y="2195"/>
                  </a:cubicBezTo>
                  <a:cubicBezTo>
                    <a:pt x="1187" y="2195"/>
                    <a:pt x="1218" y="2193"/>
                    <a:pt x="1272" y="2189"/>
                  </a:cubicBezTo>
                  <a:cubicBezTo>
                    <a:pt x="1345" y="2197"/>
                    <a:pt x="1345" y="2197"/>
                    <a:pt x="1272" y="2214"/>
                  </a:cubicBezTo>
                  <a:cubicBezTo>
                    <a:pt x="1226" y="2219"/>
                    <a:pt x="1213" y="2225"/>
                    <a:pt x="1232" y="2225"/>
                  </a:cubicBezTo>
                  <a:cubicBezTo>
                    <a:pt x="1240" y="2225"/>
                    <a:pt x="1253" y="2224"/>
                    <a:pt x="1272" y="2222"/>
                  </a:cubicBezTo>
                  <a:cubicBezTo>
                    <a:pt x="1410" y="2222"/>
                    <a:pt x="1483" y="2238"/>
                    <a:pt x="1345" y="2254"/>
                  </a:cubicBezTo>
                  <a:cubicBezTo>
                    <a:pt x="1345" y="2254"/>
                    <a:pt x="1345" y="2262"/>
                    <a:pt x="1410" y="2262"/>
                  </a:cubicBezTo>
                  <a:cubicBezTo>
                    <a:pt x="1478" y="2258"/>
                    <a:pt x="1513" y="2254"/>
                    <a:pt x="1513" y="2254"/>
                  </a:cubicBezTo>
                  <a:lnTo>
                    <a:pt x="1513" y="2254"/>
                  </a:lnTo>
                  <a:cubicBezTo>
                    <a:pt x="1513" y="2254"/>
                    <a:pt x="1478" y="2258"/>
                    <a:pt x="1410" y="2270"/>
                  </a:cubicBezTo>
                  <a:cubicBezTo>
                    <a:pt x="1323" y="2292"/>
                    <a:pt x="1295" y="2303"/>
                    <a:pt x="1326" y="2303"/>
                  </a:cubicBezTo>
                  <a:cubicBezTo>
                    <a:pt x="1341" y="2303"/>
                    <a:pt x="1372" y="2300"/>
                    <a:pt x="1418" y="2295"/>
                  </a:cubicBezTo>
                  <a:cubicBezTo>
                    <a:pt x="1418" y="2295"/>
                    <a:pt x="1483" y="2295"/>
                    <a:pt x="1418" y="2319"/>
                  </a:cubicBezTo>
                  <a:cubicBezTo>
                    <a:pt x="1367" y="2338"/>
                    <a:pt x="1326" y="2388"/>
                    <a:pt x="1375" y="2388"/>
                  </a:cubicBezTo>
                  <a:cubicBezTo>
                    <a:pt x="1388" y="2388"/>
                    <a:pt x="1407" y="2384"/>
                    <a:pt x="1434" y="2376"/>
                  </a:cubicBezTo>
                  <a:lnTo>
                    <a:pt x="1434" y="2400"/>
                  </a:lnTo>
                  <a:cubicBezTo>
                    <a:pt x="1385" y="2425"/>
                    <a:pt x="1378" y="2436"/>
                    <a:pt x="1406" y="2436"/>
                  </a:cubicBezTo>
                  <a:cubicBezTo>
                    <a:pt x="1415" y="2436"/>
                    <a:pt x="1427" y="2435"/>
                    <a:pt x="1442" y="2433"/>
                  </a:cubicBezTo>
                  <a:lnTo>
                    <a:pt x="1507" y="2425"/>
                  </a:lnTo>
                  <a:lnTo>
                    <a:pt x="1507" y="2425"/>
                  </a:lnTo>
                  <a:cubicBezTo>
                    <a:pt x="1442" y="2441"/>
                    <a:pt x="1378" y="2473"/>
                    <a:pt x="1386" y="2481"/>
                  </a:cubicBezTo>
                  <a:cubicBezTo>
                    <a:pt x="1386" y="2484"/>
                    <a:pt x="1386" y="2486"/>
                    <a:pt x="1389" y="2486"/>
                  </a:cubicBezTo>
                  <a:cubicBezTo>
                    <a:pt x="1394" y="2486"/>
                    <a:pt x="1409" y="2480"/>
                    <a:pt x="1450" y="2465"/>
                  </a:cubicBezTo>
                  <a:cubicBezTo>
                    <a:pt x="1483" y="2453"/>
                    <a:pt x="1499" y="2449"/>
                    <a:pt x="1507" y="2449"/>
                  </a:cubicBezTo>
                  <a:cubicBezTo>
                    <a:pt x="1515" y="2449"/>
                    <a:pt x="1515" y="2453"/>
                    <a:pt x="1515" y="2457"/>
                  </a:cubicBezTo>
                  <a:cubicBezTo>
                    <a:pt x="1475" y="2481"/>
                    <a:pt x="1434" y="2506"/>
                    <a:pt x="1386" y="2514"/>
                  </a:cubicBezTo>
                  <a:lnTo>
                    <a:pt x="1394" y="2530"/>
                  </a:lnTo>
                  <a:cubicBezTo>
                    <a:pt x="1462" y="2504"/>
                    <a:pt x="1495" y="2494"/>
                    <a:pt x="1500" y="2494"/>
                  </a:cubicBezTo>
                  <a:lnTo>
                    <a:pt x="1500" y="2494"/>
                  </a:lnTo>
                  <a:cubicBezTo>
                    <a:pt x="1505" y="2494"/>
                    <a:pt x="1489" y="2502"/>
                    <a:pt x="1459" y="2514"/>
                  </a:cubicBezTo>
                  <a:cubicBezTo>
                    <a:pt x="1402" y="2546"/>
                    <a:pt x="1402" y="2554"/>
                    <a:pt x="1402" y="2562"/>
                  </a:cubicBezTo>
                  <a:cubicBezTo>
                    <a:pt x="1420" y="2555"/>
                    <a:pt x="1429" y="2553"/>
                    <a:pt x="1432" y="2553"/>
                  </a:cubicBezTo>
                  <a:lnTo>
                    <a:pt x="1432" y="2553"/>
                  </a:lnTo>
                  <a:cubicBezTo>
                    <a:pt x="1437" y="2553"/>
                    <a:pt x="1417" y="2564"/>
                    <a:pt x="1406" y="2564"/>
                  </a:cubicBezTo>
                  <a:cubicBezTo>
                    <a:pt x="1404" y="2564"/>
                    <a:pt x="1403" y="2563"/>
                    <a:pt x="1402" y="2562"/>
                  </a:cubicBezTo>
                  <a:lnTo>
                    <a:pt x="1345" y="2587"/>
                  </a:lnTo>
                  <a:cubicBezTo>
                    <a:pt x="1323" y="2598"/>
                    <a:pt x="1316" y="2602"/>
                    <a:pt x="1319" y="2602"/>
                  </a:cubicBezTo>
                  <a:cubicBezTo>
                    <a:pt x="1325" y="2602"/>
                    <a:pt x="1367" y="2586"/>
                    <a:pt x="1410" y="2570"/>
                  </a:cubicBezTo>
                  <a:cubicBezTo>
                    <a:pt x="1410" y="2570"/>
                    <a:pt x="1410" y="2579"/>
                    <a:pt x="1418" y="2587"/>
                  </a:cubicBezTo>
                  <a:cubicBezTo>
                    <a:pt x="1418" y="2590"/>
                    <a:pt x="1420" y="2594"/>
                    <a:pt x="1427" y="2594"/>
                  </a:cubicBezTo>
                  <a:cubicBezTo>
                    <a:pt x="1435" y="2594"/>
                    <a:pt x="1452" y="2588"/>
                    <a:pt x="1483" y="2570"/>
                  </a:cubicBezTo>
                  <a:cubicBezTo>
                    <a:pt x="1523" y="2554"/>
                    <a:pt x="1564" y="2538"/>
                    <a:pt x="1613" y="2530"/>
                  </a:cubicBezTo>
                  <a:lnTo>
                    <a:pt x="1613" y="2530"/>
                  </a:lnTo>
                  <a:cubicBezTo>
                    <a:pt x="1548" y="2554"/>
                    <a:pt x="1483" y="2579"/>
                    <a:pt x="1491" y="2587"/>
                  </a:cubicBezTo>
                  <a:cubicBezTo>
                    <a:pt x="1491" y="2595"/>
                    <a:pt x="1426" y="2627"/>
                    <a:pt x="1426" y="2627"/>
                  </a:cubicBezTo>
                  <a:cubicBezTo>
                    <a:pt x="1344" y="2655"/>
                    <a:pt x="1351" y="2671"/>
                    <a:pt x="1384" y="2671"/>
                  </a:cubicBezTo>
                  <a:cubicBezTo>
                    <a:pt x="1400" y="2671"/>
                    <a:pt x="1422" y="2667"/>
                    <a:pt x="1442" y="2660"/>
                  </a:cubicBezTo>
                  <a:cubicBezTo>
                    <a:pt x="1496" y="2643"/>
                    <a:pt x="1528" y="2634"/>
                    <a:pt x="1538" y="2634"/>
                  </a:cubicBezTo>
                  <a:cubicBezTo>
                    <a:pt x="1551" y="2634"/>
                    <a:pt x="1521" y="2651"/>
                    <a:pt x="1450" y="2684"/>
                  </a:cubicBezTo>
                  <a:cubicBezTo>
                    <a:pt x="1409" y="2706"/>
                    <a:pt x="1397" y="2716"/>
                    <a:pt x="1406" y="2716"/>
                  </a:cubicBezTo>
                  <a:cubicBezTo>
                    <a:pt x="1423" y="2716"/>
                    <a:pt x="1522" y="2678"/>
                    <a:pt x="1645" y="2619"/>
                  </a:cubicBezTo>
                  <a:lnTo>
                    <a:pt x="1832" y="2530"/>
                  </a:lnTo>
                  <a:lnTo>
                    <a:pt x="1645" y="2627"/>
                  </a:lnTo>
                  <a:cubicBezTo>
                    <a:pt x="1493" y="2717"/>
                    <a:pt x="1439" y="2748"/>
                    <a:pt x="1456" y="2748"/>
                  </a:cubicBezTo>
                  <a:cubicBezTo>
                    <a:pt x="1464" y="2748"/>
                    <a:pt x="1494" y="2739"/>
                    <a:pt x="1540" y="2724"/>
                  </a:cubicBezTo>
                  <a:cubicBezTo>
                    <a:pt x="1570" y="2718"/>
                    <a:pt x="1588" y="2714"/>
                    <a:pt x="1593" y="2714"/>
                  </a:cubicBezTo>
                  <a:cubicBezTo>
                    <a:pt x="1602" y="2714"/>
                    <a:pt x="1586" y="2722"/>
                    <a:pt x="1548" y="2741"/>
                  </a:cubicBezTo>
                  <a:cubicBezTo>
                    <a:pt x="1491" y="2773"/>
                    <a:pt x="1499" y="2781"/>
                    <a:pt x="1515" y="2806"/>
                  </a:cubicBezTo>
                  <a:cubicBezTo>
                    <a:pt x="1524" y="2819"/>
                    <a:pt x="1528" y="2827"/>
                    <a:pt x="1539" y="2827"/>
                  </a:cubicBezTo>
                  <a:cubicBezTo>
                    <a:pt x="1548" y="2827"/>
                    <a:pt x="1562" y="2821"/>
                    <a:pt x="1588" y="2806"/>
                  </a:cubicBezTo>
                  <a:lnTo>
                    <a:pt x="1596" y="2814"/>
                  </a:lnTo>
                  <a:cubicBezTo>
                    <a:pt x="1551" y="2852"/>
                    <a:pt x="1537" y="2870"/>
                    <a:pt x="1545" y="2870"/>
                  </a:cubicBezTo>
                  <a:cubicBezTo>
                    <a:pt x="1555" y="2870"/>
                    <a:pt x="1602" y="2840"/>
                    <a:pt x="1661" y="2789"/>
                  </a:cubicBezTo>
                  <a:cubicBezTo>
                    <a:pt x="1661" y="2789"/>
                    <a:pt x="1669" y="2797"/>
                    <a:pt x="1678" y="2806"/>
                  </a:cubicBezTo>
                  <a:lnTo>
                    <a:pt x="1621" y="2846"/>
                  </a:lnTo>
                  <a:cubicBezTo>
                    <a:pt x="1564" y="2887"/>
                    <a:pt x="1572" y="2911"/>
                    <a:pt x="1621" y="2968"/>
                  </a:cubicBezTo>
                  <a:cubicBezTo>
                    <a:pt x="1648" y="2999"/>
                    <a:pt x="1664" y="3017"/>
                    <a:pt x="1683" y="3017"/>
                  </a:cubicBezTo>
                  <a:cubicBezTo>
                    <a:pt x="1705" y="3017"/>
                    <a:pt x="1732" y="2994"/>
                    <a:pt x="1783" y="2943"/>
                  </a:cubicBezTo>
                  <a:cubicBezTo>
                    <a:pt x="1830" y="2897"/>
                    <a:pt x="1854" y="2874"/>
                    <a:pt x="1857" y="2874"/>
                  </a:cubicBezTo>
                  <a:lnTo>
                    <a:pt x="1857" y="2874"/>
                  </a:lnTo>
                  <a:cubicBezTo>
                    <a:pt x="1860" y="2874"/>
                    <a:pt x="1837" y="2901"/>
                    <a:pt x="1791" y="2952"/>
                  </a:cubicBezTo>
                  <a:cubicBezTo>
                    <a:pt x="1756" y="2987"/>
                    <a:pt x="1724" y="3027"/>
                    <a:pt x="1729" y="3027"/>
                  </a:cubicBezTo>
                  <a:cubicBezTo>
                    <a:pt x="1731" y="3027"/>
                    <a:pt x="1737" y="3021"/>
                    <a:pt x="1750" y="3008"/>
                  </a:cubicBezTo>
                  <a:lnTo>
                    <a:pt x="1750" y="3008"/>
                  </a:lnTo>
                  <a:cubicBezTo>
                    <a:pt x="1750" y="3008"/>
                    <a:pt x="1767" y="3025"/>
                    <a:pt x="1726" y="3081"/>
                  </a:cubicBezTo>
                  <a:cubicBezTo>
                    <a:pt x="1694" y="3141"/>
                    <a:pt x="1690" y="3161"/>
                    <a:pt x="1698" y="3161"/>
                  </a:cubicBezTo>
                  <a:cubicBezTo>
                    <a:pt x="1707" y="3161"/>
                    <a:pt x="1730" y="3139"/>
                    <a:pt x="1750" y="3114"/>
                  </a:cubicBezTo>
                  <a:cubicBezTo>
                    <a:pt x="1785" y="3066"/>
                    <a:pt x="1797" y="3048"/>
                    <a:pt x="1798" y="3048"/>
                  </a:cubicBezTo>
                  <a:lnTo>
                    <a:pt x="1798" y="3048"/>
                  </a:lnTo>
                  <a:cubicBezTo>
                    <a:pt x="1799" y="3048"/>
                    <a:pt x="1777" y="3081"/>
                    <a:pt x="1759" y="3114"/>
                  </a:cubicBezTo>
                  <a:cubicBezTo>
                    <a:pt x="1735" y="3161"/>
                    <a:pt x="1707" y="3208"/>
                    <a:pt x="1712" y="3208"/>
                  </a:cubicBezTo>
                  <a:cubicBezTo>
                    <a:pt x="1715" y="3208"/>
                    <a:pt x="1721" y="3202"/>
                    <a:pt x="1734" y="3187"/>
                  </a:cubicBezTo>
                  <a:cubicBezTo>
                    <a:pt x="1757" y="3164"/>
                    <a:pt x="1788" y="3146"/>
                    <a:pt x="1806" y="3146"/>
                  </a:cubicBezTo>
                  <a:cubicBezTo>
                    <a:pt x="1825" y="3146"/>
                    <a:pt x="1829" y="3168"/>
                    <a:pt x="1791" y="3227"/>
                  </a:cubicBezTo>
                  <a:lnTo>
                    <a:pt x="1807" y="3235"/>
                  </a:lnTo>
                  <a:cubicBezTo>
                    <a:pt x="1830" y="3203"/>
                    <a:pt x="1845" y="3194"/>
                    <a:pt x="1857" y="3194"/>
                  </a:cubicBezTo>
                  <a:cubicBezTo>
                    <a:pt x="1866" y="3194"/>
                    <a:pt x="1873" y="3199"/>
                    <a:pt x="1880" y="3203"/>
                  </a:cubicBezTo>
                  <a:cubicBezTo>
                    <a:pt x="1896" y="3211"/>
                    <a:pt x="1905" y="3219"/>
                    <a:pt x="1864" y="3276"/>
                  </a:cubicBezTo>
                  <a:cubicBezTo>
                    <a:pt x="1841" y="3307"/>
                    <a:pt x="1834" y="3324"/>
                    <a:pt x="1842" y="3324"/>
                  </a:cubicBezTo>
                  <a:cubicBezTo>
                    <a:pt x="1848" y="3324"/>
                    <a:pt x="1863" y="3314"/>
                    <a:pt x="1888" y="3292"/>
                  </a:cubicBezTo>
                  <a:cubicBezTo>
                    <a:pt x="1896" y="3292"/>
                    <a:pt x="1964" y="3186"/>
                    <a:pt x="1976" y="3186"/>
                  </a:cubicBezTo>
                  <a:cubicBezTo>
                    <a:pt x="1977" y="3186"/>
                    <a:pt x="1977" y="3186"/>
                    <a:pt x="1978" y="3187"/>
                  </a:cubicBezTo>
                  <a:cubicBezTo>
                    <a:pt x="2000" y="3126"/>
                    <a:pt x="2037" y="3072"/>
                    <a:pt x="2049" y="3072"/>
                  </a:cubicBezTo>
                  <a:cubicBezTo>
                    <a:pt x="2049" y="3072"/>
                    <a:pt x="2050" y="3073"/>
                    <a:pt x="2050" y="3073"/>
                  </a:cubicBezTo>
                  <a:lnTo>
                    <a:pt x="2018" y="3138"/>
                  </a:lnTo>
                  <a:lnTo>
                    <a:pt x="1961" y="3260"/>
                  </a:lnTo>
                  <a:cubicBezTo>
                    <a:pt x="1963" y="3260"/>
                    <a:pt x="1965" y="3260"/>
                    <a:pt x="1966" y="3260"/>
                  </a:cubicBezTo>
                  <a:cubicBezTo>
                    <a:pt x="1973" y="3260"/>
                    <a:pt x="1982" y="3255"/>
                    <a:pt x="2002" y="3203"/>
                  </a:cubicBezTo>
                  <a:lnTo>
                    <a:pt x="2002" y="3203"/>
                  </a:lnTo>
                  <a:cubicBezTo>
                    <a:pt x="1986" y="3276"/>
                    <a:pt x="1994" y="3284"/>
                    <a:pt x="2010" y="3284"/>
                  </a:cubicBezTo>
                  <a:cubicBezTo>
                    <a:pt x="2016" y="3287"/>
                    <a:pt x="2022" y="3290"/>
                    <a:pt x="2030" y="3290"/>
                  </a:cubicBezTo>
                  <a:cubicBezTo>
                    <a:pt x="2044" y="3290"/>
                    <a:pt x="2062" y="3280"/>
                    <a:pt x="2083" y="3243"/>
                  </a:cubicBezTo>
                  <a:lnTo>
                    <a:pt x="2083" y="3243"/>
                  </a:lnTo>
                  <a:cubicBezTo>
                    <a:pt x="2061" y="3314"/>
                    <a:pt x="2068" y="3354"/>
                    <a:pt x="2086" y="3354"/>
                  </a:cubicBezTo>
                  <a:cubicBezTo>
                    <a:pt x="2102" y="3354"/>
                    <a:pt x="2126" y="3327"/>
                    <a:pt x="2148" y="3268"/>
                  </a:cubicBezTo>
                  <a:cubicBezTo>
                    <a:pt x="2160" y="3236"/>
                    <a:pt x="2168" y="3220"/>
                    <a:pt x="2172" y="3220"/>
                  </a:cubicBezTo>
                  <a:cubicBezTo>
                    <a:pt x="2176" y="3220"/>
                    <a:pt x="2176" y="3238"/>
                    <a:pt x="2172" y="3276"/>
                  </a:cubicBezTo>
                  <a:cubicBezTo>
                    <a:pt x="2164" y="3309"/>
                    <a:pt x="2160" y="3326"/>
                    <a:pt x="2162" y="3326"/>
                  </a:cubicBezTo>
                  <a:cubicBezTo>
                    <a:pt x="2165" y="3326"/>
                    <a:pt x="2173" y="3311"/>
                    <a:pt x="2188" y="3284"/>
                  </a:cubicBezTo>
                  <a:cubicBezTo>
                    <a:pt x="2195" y="3265"/>
                    <a:pt x="2200" y="3257"/>
                    <a:pt x="2202" y="3257"/>
                  </a:cubicBezTo>
                  <a:lnTo>
                    <a:pt x="2202" y="3257"/>
                  </a:lnTo>
                  <a:cubicBezTo>
                    <a:pt x="2208" y="3257"/>
                    <a:pt x="2202" y="3305"/>
                    <a:pt x="2196" y="3357"/>
                  </a:cubicBezTo>
                  <a:cubicBezTo>
                    <a:pt x="2182" y="3439"/>
                    <a:pt x="2179" y="3472"/>
                    <a:pt x="2184" y="3472"/>
                  </a:cubicBezTo>
                  <a:cubicBezTo>
                    <a:pt x="2187" y="3472"/>
                    <a:pt x="2195" y="3456"/>
                    <a:pt x="2205" y="3430"/>
                  </a:cubicBezTo>
                  <a:cubicBezTo>
                    <a:pt x="2236" y="3386"/>
                    <a:pt x="2253" y="3381"/>
                    <a:pt x="2263" y="3381"/>
                  </a:cubicBezTo>
                  <a:cubicBezTo>
                    <a:pt x="2265" y="3381"/>
                    <a:pt x="2268" y="3381"/>
                    <a:pt x="2269" y="3381"/>
                  </a:cubicBezTo>
                  <a:cubicBezTo>
                    <a:pt x="2302" y="3341"/>
                    <a:pt x="2318" y="3300"/>
                    <a:pt x="2318" y="3251"/>
                  </a:cubicBezTo>
                  <a:cubicBezTo>
                    <a:pt x="2326" y="3187"/>
                    <a:pt x="2350" y="3114"/>
                    <a:pt x="2350" y="3114"/>
                  </a:cubicBezTo>
                  <a:cubicBezTo>
                    <a:pt x="2358" y="3094"/>
                    <a:pt x="2362" y="3087"/>
                    <a:pt x="2365" y="3087"/>
                  </a:cubicBezTo>
                  <a:lnTo>
                    <a:pt x="2365" y="3087"/>
                  </a:lnTo>
                  <a:cubicBezTo>
                    <a:pt x="2370" y="3087"/>
                    <a:pt x="2364" y="3122"/>
                    <a:pt x="2359" y="3122"/>
                  </a:cubicBezTo>
                  <a:cubicBezTo>
                    <a:pt x="2334" y="3162"/>
                    <a:pt x="2326" y="3203"/>
                    <a:pt x="2334" y="3251"/>
                  </a:cubicBezTo>
                  <a:cubicBezTo>
                    <a:pt x="2334" y="3324"/>
                    <a:pt x="2350" y="3324"/>
                    <a:pt x="2359" y="3324"/>
                  </a:cubicBezTo>
                  <a:lnTo>
                    <a:pt x="2399" y="3333"/>
                  </a:lnTo>
                  <a:cubicBezTo>
                    <a:pt x="2412" y="3370"/>
                    <a:pt x="2420" y="3388"/>
                    <a:pt x="2426" y="3388"/>
                  </a:cubicBezTo>
                  <a:cubicBezTo>
                    <a:pt x="2432" y="3388"/>
                    <a:pt x="2436" y="3372"/>
                    <a:pt x="2440" y="3341"/>
                  </a:cubicBezTo>
                  <a:cubicBezTo>
                    <a:pt x="2440" y="3276"/>
                    <a:pt x="2440" y="3300"/>
                    <a:pt x="2440" y="3268"/>
                  </a:cubicBezTo>
                  <a:cubicBezTo>
                    <a:pt x="2440" y="3342"/>
                    <a:pt x="2472" y="3381"/>
                    <a:pt x="2504" y="3381"/>
                  </a:cubicBezTo>
                  <a:cubicBezTo>
                    <a:pt x="2531" y="3381"/>
                    <a:pt x="2558" y="3352"/>
                    <a:pt x="2561" y="3292"/>
                  </a:cubicBezTo>
                  <a:lnTo>
                    <a:pt x="2561" y="3357"/>
                  </a:lnTo>
                  <a:cubicBezTo>
                    <a:pt x="2561" y="3422"/>
                    <a:pt x="2569" y="3422"/>
                    <a:pt x="2594" y="3422"/>
                  </a:cubicBezTo>
                  <a:cubicBezTo>
                    <a:pt x="2602" y="3422"/>
                    <a:pt x="2642" y="3349"/>
                    <a:pt x="2667" y="3349"/>
                  </a:cubicBezTo>
                  <a:cubicBezTo>
                    <a:pt x="2707" y="3349"/>
                    <a:pt x="2740" y="3349"/>
                    <a:pt x="2732" y="3284"/>
                  </a:cubicBezTo>
                  <a:cubicBezTo>
                    <a:pt x="2740" y="3284"/>
                    <a:pt x="2740" y="3284"/>
                    <a:pt x="2748" y="3349"/>
                  </a:cubicBezTo>
                  <a:cubicBezTo>
                    <a:pt x="2748" y="3414"/>
                    <a:pt x="2756" y="3414"/>
                    <a:pt x="2764" y="3414"/>
                  </a:cubicBezTo>
                  <a:cubicBezTo>
                    <a:pt x="2780" y="3414"/>
                    <a:pt x="2764" y="3349"/>
                    <a:pt x="2756" y="3276"/>
                  </a:cubicBezTo>
                  <a:cubicBezTo>
                    <a:pt x="2752" y="3243"/>
                    <a:pt x="2752" y="3227"/>
                    <a:pt x="2757" y="3227"/>
                  </a:cubicBezTo>
                  <a:cubicBezTo>
                    <a:pt x="2762" y="3227"/>
                    <a:pt x="2772" y="3243"/>
                    <a:pt x="2788" y="3276"/>
                  </a:cubicBezTo>
                  <a:cubicBezTo>
                    <a:pt x="2800" y="3311"/>
                    <a:pt x="2816" y="3328"/>
                    <a:pt x="2830" y="3328"/>
                  </a:cubicBezTo>
                  <a:cubicBezTo>
                    <a:pt x="2844" y="3328"/>
                    <a:pt x="2857" y="3309"/>
                    <a:pt x="2861" y="3276"/>
                  </a:cubicBezTo>
                  <a:cubicBezTo>
                    <a:pt x="2863" y="3276"/>
                    <a:pt x="2864" y="3275"/>
                    <a:pt x="2866" y="3275"/>
                  </a:cubicBezTo>
                  <a:cubicBezTo>
                    <a:pt x="2873" y="3275"/>
                    <a:pt x="2881" y="3281"/>
                    <a:pt x="2894" y="3333"/>
                  </a:cubicBezTo>
                  <a:cubicBezTo>
                    <a:pt x="2907" y="3369"/>
                    <a:pt x="2926" y="3406"/>
                    <a:pt x="2937" y="3406"/>
                  </a:cubicBezTo>
                  <a:cubicBezTo>
                    <a:pt x="2946" y="3406"/>
                    <a:pt x="2949" y="3384"/>
                    <a:pt x="2942" y="3324"/>
                  </a:cubicBezTo>
                  <a:cubicBezTo>
                    <a:pt x="2950" y="3324"/>
                    <a:pt x="2950" y="3324"/>
                    <a:pt x="2967" y="3389"/>
                  </a:cubicBezTo>
                  <a:cubicBezTo>
                    <a:pt x="2985" y="3422"/>
                    <a:pt x="2998" y="3457"/>
                    <a:pt x="3002" y="3457"/>
                  </a:cubicBezTo>
                  <a:cubicBezTo>
                    <a:pt x="3004" y="3457"/>
                    <a:pt x="3001" y="3437"/>
                    <a:pt x="2991" y="3381"/>
                  </a:cubicBezTo>
                  <a:cubicBezTo>
                    <a:pt x="2991" y="3342"/>
                    <a:pt x="2998" y="3321"/>
                    <a:pt x="3011" y="3321"/>
                  </a:cubicBezTo>
                  <a:cubicBezTo>
                    <a:pt x="3022" y="3321"/>
                    <a:pt x="3037" y="3335"/>
                    <a:pt x="3056" y="3365"/>
                  </a:cubicBezTo>
                  <a:cubicBezTo>
                    <a:pt x="3072" y="3357"/>
                    <a:pt x="3080" y="3357"/>
                    <a:pt x="3056" y="3292"/>
                  </a:cubicBezTo>
                  <a:cubicBezTo>
                    <a:pt x="3040" y="3260"/>
                    <a:pt x="3048" y="3268"/>
                    <a:pt x="3032" y="3227"/>
                  </a:cubicBezTo>
                  <a:lnTo>
                    <a:pt x="3032" y="3227"/>
                  </a:lnTo>
                  <a:cubicBezTo>
                    <a:pt x="3060" y="3292"/>
                    <a:pt x="3074" y="3324"/>
                    <a:pt x="3076" y="3324"/>
                  </a:cubicBezTo>
                  <a:cubicBezTo>
                    <a:pt x="3078" y="3324"/>
                    <a:pt x="3068" y="3292"/>
                    <a:pt x="3048" y="3227"/>
                  </a:cubicBezTo>
                  <a:cubicBezTo>
                    <a:pt x="3035" y="3194"/>
                    <a:pt x="3031" y="3177"/>
                    <a:pt x="3034" y="3177"/>
                  </a:cubicBezTo>
                  <a:lnTo>
                    <a:pt x="3034" y="3177"/>
                  </a:lnTo>
                  <a:cubicBezTo>
                    <a:pt x="3036" y="3177"/>
                    <a:pt x="3044" y="3192"/>
                    <a:pt x="3056" y="3219"/>
                  </a:cubicBezTo>
                  <a:cubicBezTo>
                    <a:pt x="3096" y="3284"/>
                    <a:pt x="3104" y="3284"/>
                    <a:pt x="3104" y="3284"/>
                  </a:cubicBezTo>
                  <a:cubicBezTo>
                    <a:pt x="3113" y="3284"/>
                    <a:pt x="3129" y="3203"/>
                    <a:pt x="3169" y="3179"/>
                  </a:cubicBezTo>
                  <a:cubicBezTo>
                    <a:pt x="3234" y="3146"/>
                    <a:pt x="3259" y="3130"/>
                    <a:pt x="3218" y="3073"/>
                  </a:cubicBezTo>
                  <a:cubicBezTo>
                    <a:pt x="3205" y="3040"/>
                    <a:pt x="3199" y="3023"/>
                    <a:pt x="3202" y="3023"/>
                  </a:cubicBezTo>
                  <a:lnTo>
                    <a:pt x="3202" y="3023"/>
                  </a:lnTo>
                  <a:cubicBezTo>
                    <a:pt x="3204" y="3023"/>
                    <a:pt x="3215" y="3038"/>
                    <a:pt x="3234" y="3065"/>
                  </a:cubicBezTo>
                  <a:cubicBezTo>
                    <a:pt x="3269" y="3100"/>
                    <a:pt x="3283" y="3110"/>
                    <a:pt x="3291" y="3110"/>
                  </a:cubicBezTo>
                  <a:cubicBezTo>
                    <a:pt x="3294" y="3110"/>
                    <a:pt x="3297" y="3108"/>
                    <a:pt x="3299" y="3106"/>
                  </a:cubicBezTo>
                  <a:cubicBezTo>
                    <a:pt x="3301" y="3106"/>
                    <a:pt x="3303" y="3105"/>
                    <a:pt x="3305" y="3105"/>
                  </a:cubicBezTo>
                  <a:cubicBezTo>
                    <a:pt x="3312" y="3105"/>
                    <a:pt x="3324" y="3110"/>
                    <a:pt x="3356" y="3154"/>
                  </a:cubicBezTo>
                  <a:cubicBezTo>
                    <a:pt x="3323" y="3097"/>
                    <a:pt x="3323" y="3097"/>
                    <a:pt x="3331" y="3089"/>
                  </a:cubicBezTo>
                  <a:lnTo>
                    <a:pt x="3331" y="3089"/>
                  </a:lnTo>
                  <a:cubicBezTo>
                    <a:pt x="3350" y="3115"/>
                    <a:pt x="3361" y="3127"/>
                    <a:pt x="3366" y="3127"/>
                  </a:cubicBezTo>
                  <a:cubicBezTo>
                    <a:pt x="3371" y="3127"/>
                    <a:pt x="3366" y="3109"/>
                    <a:pt x="3348" y="3073"/>
                  </a:cubicBezTo>
                  <a:cubicBezTo>
                    <a:pt x="3307" y="3020"/>
                    <a:pt x="3287" y="2994"/>
                    <a:pt x="3288" y="2994"/>
                  </a:cubicBezTo>
                  <a:lnTo>
                    <a:pt x="3288" y="2994"/>
                  </a:lnTo>
                  <a:cubicBezTo>
                    <a:pt x="3289" y="2994"/>
                    <a:pt x="3311" y="3020"/>
                    <a:pt x="3356" y="3073"/>
                  </a:cubicBezTo>
                  <a:cubicBezTo>
                    <a:pt x="3384" y="3106"/>
                    <a:pt x="3423" y="3132"/>
                    <a:pt x="3429" y="3132"/>
                  </a:cubicBezTo>
                  <a:cubicBezTo>
                    <a:pt x="3432" y="3132"/>
                    <a:pt x="3428" y="3127"/>
                    <a:pt x="3413" y="3114"/>
                  </a:cubicBezTo>
                  <a:cubicBezTo>
                    <a:pt x="3364" y="3057"/>
                    <a:pt x="3380" y="3049"/>
                    <a:pt x="3348" y="2992"/>
                  </a:cubicBezTo>
                  <a:cubicBezTo>
                    <a:pt x="3348" y="2989"/>
                    <a:pt x="3349" y="2986"/>
                    <a:pt x="3352" y="2986"/>
                  </a:cubicBezTo>
                  <a:cubicBezTo>
                    <a:pt x="3359" y="2986"/>
                    <a:pt x="3373" y="2996"/>
                    <a:pt x="3404" y="3033"/>
                  </a:cubicBezTo>
                  <a:cubicBezTo>
                    <a:pt x="3414" y="3040"/>
                    <a:pt x="3421" y="3044"/>
                    <a:pt x="3426" y="3044"/>
                  </a:cubicBezTo>
                  <a:cubicBezTo>
                    <a:pt x="3449" y="3044"/>
                    <a:pt x="3437" y="2981"/>
                    <a:pt x="3404" y="2935"/>
                  </a:cubicBezTo>
                  <a:cubicBezTo>
                    <a:pt x="3379" y="2914"/>
                    <a:pt x="3369" y="2902"/>
                    <a:pt x="3372" y="2902"/>
                  </a:cubicBezTo>
                  <a:lnTo>
                    <a:pt x="3372" y="2902"/>
                  </a:lnTo>
                  <a:cubicBezTo>
                    <a:pt x="3375" y="2902"/>
                    <a:pt x="3389" y="2912"/>
                    <a:pt x="3413" y="2935"/>
                  </a:cubicBezTo>
                  <a:cubicBezTo>
                    <a:pt x="3443" y="2966"/>
                    <a:pt x="3457" y="2974"/>
                    <a:pt x="3466" y="2974"/>
                  </a:cubicBezTo>
                  <a:cubicBezTo>
                    <a:pt x="3471" y="2974"/>
                    <a:pt x="3474" y="2971"/>
                    <a:pt x="3477" y="2968"/>
                  </a:cubicBezTo>
                  <a:cubicBezTo>
                    <a:pt x="3462" y="2952"/>
                    <a:pt x="3457" y="2946"/>
                    <a:pt x="3459" y="2946"/>
                  </a:cubicBezTo>
                  <a:lnTo>
                    <a:pt x="3459" y="2946"/>
                  </a:lnTo>
                  <a:cubicBezTo>
                    <a:pt x="3464" y="2946"/>
                    <a:pt x="3501" y="2975"/>
                    <a:pt x="3534" y="3008"/>
                  </a:cubicBezTo>
                  <a:cubicBezTo>
                    <a:pt x="3560" y="3039"/>
                    <a:pt x="3573" y="3050"/>
                    <a:pt x="3583" y="3050"/>
                  </a:cubicBezTo>
                  <a:cubicBezTo>
                    <a:pt x="3588" y="3050"/>
                    <a:pt x="3593" y="3047"/>
                    <a:pt x="3599" y="3041"/>
                  </a:cubicBezTo>
                  <a:cubicBezTo>
                    <a:pt x="3567" y="3008"/>
                    <a:pt x="3567" y="2960"/>
                    <a:pt x="3599" y="2935"/>
                  </a:cubicBezTo>
                  <a:cubicBezTo>
                    <a:pt x="3631" y="2895"/>
                    <a:pt x="3583" y="2846"/>
                    <a:pt x="3477" y="2757"/>
                  </a:cubicBezTo>
                  <a:lnTo>
                    <a:pt x="3372" y="2676"/>
                  </a:lnTo>
                  <a:lnTo>
                    <a:pt x="3486" y="2749"/>
                  </a:lnTo>
                  <a:cubicBezTo>
                    <a:pt x="3542" y="2789"/>
                    <a:pt x="3664" y="2854"/>
                    <a:pt x="3664" y="2854"/>
                  </a:cubicBezTo>
                  <a:cubicBezTo>
                    <a:pt x="3672" y="2846"/>
                    <a:pt x="3607" y="2806"/>
                    <a:pt x="3550" y="2773"/>
                  </a:cubicBezTo>
                  <a:cubicBezTo>
                    <a:pt x="3516" y="2748"/>
                    <a:pt x="3505" y="2739"/>
                    <a:pt x="3517" y="2739"/>
                  </a:cubicBezTo>
                  <a:cubicBezTo>
                    <a:pt x="3525" y="2739"/>
                    <a:pt x="3541" y="2743"/>
                    <a:pt x="3567" y="2749"/>
                  </a:cubicBezTo>
                  <a:cubicBezTo>
                    <a:pt x="3594" y="2758"/>
                    <a:pt x="3612" y="2762"/>
                    <a:pt x="3621" y="2762"/>
                  </a:cubicBezTo>
                  <a:cubicBezTo>
                    <a:pt x="3637" y="2762"/>
                    <a:pt x="3626" y="2750"/>
                    <a:pt x="3591" y="2724"/>
                  </a:cubicBezTo>
                  <a:cubicBezTo>
                    <a:pt x="3595" y="2720"/>
                    <a:pt x="3597" y="2716"/>
                    <a:pt x="3606" y="2716"/>
                  </a:cubicBezTo>
                  <a:cubicBezTo>
                    <a:pt x="3615" y="2716"/>
                    <a:pt x="3631" y="2720"/>
                    <a:pt x="3664" y="2733"/>
                  </a:cubicBezTo>
                  <a:cubicBezTo>
                    <a:pt x="3672" y="2724"/>
                    <a:pt x="3672" y="2724"/>
                    <a:pt x="3607" y="2692"/>
                  </a:cubicBezTo>
                  <a:cubicBezTo>
                    <a:pt x="3573" y="2672"/>
                    <a:pt x="3559" y="2662"/>
                    <a:pt x="3568" y="2662"/>
                  </a:cubicBezTo>
                  <a:cubicBezTo>
                    <a:pt x="3574" y="2662"/>
                    <a:pt x="3590" y="2666"/>
                    <a:pt x="3615" y="2676"/>
                  </a:cubicBezTo>
                  <a:cubicBezTo>
                    <a:pt x="3668" y="2696"/>
                    <a:pt x="3702" y="2703"/>
                    <a:pt x="3719" y="2703"/>
                  </a:cubicBezTo>
                  <a:cubicBezTo>
                    <a:pt x="3745" y="2703"/>
                    <a:pt x="3735" y="2687"/>
                    <a:pt x="3696" y="2668"/>
                  </a:cubicBezTo>
                  <a:cubicBezTo>
                    <a:pt x="3631" y="2643"/>
                    <a:pt x="3640" y="2635"/>
                    <a:pt x="3640" y="2627"/>
                  </a:cubicBezTo>
                  <a:cubicBezTo>
                    <a:pt x="3648" y="2619"/>
                    <a:pt x="3656" y="2611"/>
                    <a:pt x="3591" y="2570"/>
                  </a:cubicBezTo>
                  <a:lnTo>
                    <a:pt x="3599" y="2554"/>
                  </a:lnTo>
                  <a:cubicBezTo>
                    <a:pt x="3600" y="2553"/>
                    <a:pt x="3601" y="2553"/>
                    <a:pt x="3602" y="2553"/>
                  </a:cubicBezTo>
                  <a:cubicBezTo>
                    <a:pt x="3617" y="2553"/>
                    <a:pt x="3664" y="2587"/>
                    <a:pt x="3664" y="2595"/>
                  </a:cubicBezTo>
                  <a:lnTo>
                    <a:pt x="3729" y="2611"/>
                  </a:lnTo>
                  <a:cubicBezTo>
                    <a:pt x="3737" y="2595"/>
                    <a:pt x="3745" y="2587"/>
                    <a:pt x="3680" y="2546"/>
                  </a:cubicBezTo>
                  <a:cubicBezTo>
                    <a:pt x="3617" y="2521"/>
                    <a:pt x="3586" y="2509"/>
                    <a:pt x="3590" y="2509"/>
                  </a:cubicBezTo>
                  <a:lnTo>
                    <a:pt x="3590" y="2509"/>
                  </a:lnTo>
                  <a:cubicBezTo>
                    <a:pt x="3594" y="2509"/>
                    <a:pt x="3626" y="2519"/>
                    <a:pt x="3688" y="2538"/>
                  </a:cubicBezTo>
                  <a:cubicBezTo>
                    <a:pt x="3727" y="2553"/>
                    <a:pt x="3766" y="2564"/>
                    <a:pt x="3779" y="2564"/>
                  </a:cubicBezTo>
                  <a:cubicBezTo>
                    <a:pt x="3787" y="2564"/>
                    <a:pt x="3784" y="2559"/>
                    <a:pt x="3761" y="2546"/>
                  </a:cubicBezTo>
                  <a:cubicBezTo>
                    <a:pt x="3693" y="2520"/>
                    <a:pt x="3681" y="2511"/>
                    <a:pt x="3694" y="2511"/>
                  </a:cubicBezTo>
                  <a:cubicBezTo>
                    <a:pt x="3706" y="2511"/>
                    <a:pt x="3739" y="2518"/>
                    <a:pt x="3769" y="2530"/>
                  </a:cubicBezTo>
                  <a:cubicBezTo>
                    <a:pt x="3825" y="2556"/>
                    <a:pt x="3855" y="2570"/>
                    <a:pt x="3861" y="2570"/>
                  </a:cubicBezTo>
                  <a:cubicBezTo>
                    <a:pt x="3867" y="2570"/>
                    <a:pt x="3839" y="2550"/>
                    <a:pt x="3777" y="2506"/>
                  </a:cubicBezTo>
                  <a:cubicBezTo>
                    <a:pt x="3786" y="2481"/>
                    <a:pt x="3729" y="2425"/>
                    <a:pt x="3737" y="2400"/>
                  </a:cubicBezTo>
                  <a:cubicBezTo>
                    <a:pt x="3745" y="2368"/>
                    <a:pt x="3753" y="2352"/>
                    <a:pt x="3818" y="2352"/>
                  </a:cubicBezTo>
                  <a:cubicBezTo>
                    <a:pt x="3840" y="2357"/>
                    <a:pt x="3858" y="2361"/>
                    <a:pt x="3873" y="2363"/>
                  </a:cubicBezTo>
                  <a:lnTo>
                    <a:pt x="3873" y="2363"/>
                  </a:lnTo>
                  <a:cubicBezTo>
                    <a:pt x="3754" y="2335"/>
                    <a:pt x="3762" y="2326"/>
                    <a:pt x="3769" y="2303"/>
                  </a:cubicBezTo>
                  <a:cubicBezTo>
                    <a:pt x="3842" y="2287"/>
                    <a:pt x="3777" y="2254"/>
                    <a:pt x="3713" y="2238"/>
                  </a:cubicBezTo>
                  <a:lnTo>
                    <a:pt x="3704" y="2254"/>
                  </a:lnTo>
                  <a:cubicBezTo>
                    <a:pt x="3575" y="2238"/>
                    <a:pt x="3575" y="2230"/>
                    <a:pt x="3648" y="2222"/>
                  </a:cubicBezTo>
                  <a:cubicBezTo>
                    <a:pt x="3664" y="2218"/>
                    <a:pt x="3683" y="2216"/>
                    <a:pt x="3701" y="2216"/>
                  </a:cubicBezTo>
                  <a:cubicBezTo>
                    <a:pt x="3727" y="2216"/>
                    <a:pt x="3754" y="2220"/>
                    <a:pt x="3777" y="2230"/>
                  </a:cubicBezTo>
                  <a:cubicBezTo>
                    <a:pt x="3808" y="2233"/>
                    <a:pt x="3836" y="2235"/>
                    <a:pt x="3860" y="2235"/>
                  </a:cubicBezTo>
                  <a:cubicBezTo>
                    <a:pt x="3893" y="2235"/>
                    <a:pt x="3915" y="2231"/>
                    <a:pt x="3915" y="2222"/>
                  </a:cubicBezTo>
                  <a:cubicBezTo>
                    <a:pt x="3923" y="2214"/>
                    <a:pt x="3923" y="2206"/>
                    <a:pt x="3850" y="2206"/>
                  </a:cubicBezTo>
                  <a:cubicBezTo>
                    <a:pt x="3786" y="2197"/>
                    <a:pt x="3786" y="2197"/>
                    <a:pt x="3786" y="2189"/>
                  </a:cubicBezTo>
                  <a:cubicBezTo>
                    <a:pt x="3786" y="2181"/>
                    <a:pt x="3786" y="2173"/>
                    <a:pt x="3721" y="2157"/>
                  </a:cubicBezTo>
                  <a:cubicBezTo>
                    <a:pt x="3656" y="2149"/>
                    <a:pt x="3656" y="2141"/>
                    <a:pt x="3656" y="2133"/>
                  </a:cubicBezTo>
                  <a:cubicBezTo>
                    <a:pt x="3729" y="2133"/>
                    <a:pt x="3729" y="2108"/>
                    <a:pt x="3729" y="2108"/>
                  </a:cubicBezTo>
                  <a:lnTo>
                    <a:pt x="3794" y="2116"/>
                  </a:lnTo>
                  <a:cubicBezTo>
                    <a:pt x="3842" y="2116"/>
                    <a:pt x="3891" y="2116"/>
                    <a:pt x="3931" y="2108"/>
                  </a:cubicBezTo>
                  <a:cubicBezTo>
                    <a:pt x="3931" y="2100"/>
                    <a:pt x="3867" y="2100"/>
                    <a:pt x="3867" y="2100"/>
                  </a:cubicBezTo>
                  <a:cubicBezTo>
                    <a:pt x="3810" y="2092"/>
                    <a:pt x="3802" y="1865"/>
                    <a:pt x="3802" y="1841"/>
                  </a:cubicBezTo>
                  <a:cubicBezTo>
                    <a:pt x="3851" y="1816"/>
                    <a:pt x="3863" y="1792"/>
                    <a:pt x="3838" y="1792"/>
                  </a:cubicBezTo>
                  <a:cubicBezTo>
                    <a:pt x="3830" y="1792"/>
                    <a:pt x="3818" y="1794"/>
                    <a:pt x="3802" y="1800"/>
                  </a:cubicBezTo>
                  <a:cubicBezTo>
                    <a:pt x="3795" y="1801"/>
                    <a:pt x="3790" y="1801"/>
                    <a:pt x="3784" y="1801"/>
                  </a:cubicBezTo>
                  <a:cubicBezTo>
                    <a:pt x="3727" y="1801"/>
                    <a:pt x="3720" y="1763"/>
                    <a:pt x="3713" y="1711"/>
                  </a:cubicBezTo>
                  <a:cubicBezTo>
                    <a:pt x="3699" y="1658"/>
                    <a:pt x="3691" y="1615"/>
                    <a:pt x="3653" y="1615"/>
                  </a:cubicBezTo>
                  <a:cubicBezTo>
                    <a:pt x="3645" y="1615"/>
                    <a:pt x="3635" y="1617"/>
                    <a:pt x="3623" y="1622"/>
                  </a:cubicBezTo>
                  <a:cubicBezTo>
                    <a:pt x="3623" y="1622"/>
                    <a:pt x="3623" y="1614"/>
                    <a:pt x="3623" y="1598"/>
                  </a:cubicBezTo>
                  <a:cubicBezTo>
                    <a:pt x="3615" y="1581"/>
                    <a:pt x="3542" y="1589"/>
                    <a:pt x="3542" y="1581"/>
                  </a:cubicBezTo>
                  <a:cubicBezTo>
                    <a:pt x="3518" y="1587"/>
                    <a:pt x="3501" y="1590"/>
                    <a:pt x="3494" y="1590"/>
                  </a:cubicBezTo>
                  <a:cubicBezTo>
                    <a:pt x="3483" y="1590"/>
                    <a:pt x="3497" y="1583"/>
                    <a:pt x="3542" y="1573"/>
                  </a:cubicBezTo>
                  <a:cubicBezTo>
                    <a:pt x="3599" y="1549"/>
                    <a:pt x="3664" y="1525"/>
                    <a:pt x="3664" y="1516"/>
                  </a:cubicBezTo>
                  <a:cubicBezTo>
                    <a:pt x="3662" y="1513"/>
                    <a:pt x="3657" y="1511"/>
                    <a:pt x="3651" y="1511"/>
                  </a:cubicBezTo>
                  <a:cubicBezTo>
                    <a:pt x="3627" y="1511"/>
                    <a:pt x="3578" y="1530"/>
                    <a:pt x="3534" y="1549"/>
                  </a:cubicBezTo>
                  <a:cubicBezTo>
                    <a:pt x="3469" y="1573"/>
                    <a:pt x="3461" y="1573"/>
                    <a:pt x="3461" y="1573"/>
                  </a:cubicBezTo>
                  <a:cubicBezTo>
                    <a:pt x="3461" y="1565"/>
                    <a:pt x="3461" y="1565"/>
                    <a:pt x="3526" y="1533"/>
                  </a:cubicBezTo>
                  <a:lnTo>
                    <a:pt x="3648" y="1484"/>
                  </a:lnTo>
                  <a:lnTo>
                    <a:pt x="3648" y="1476"/>
                  </a:lnTo>
                  <a:cubicBezTo>
                    <a:pt x="3609" y="1490"/>
                    <a:pt x="3593" y="1493"/>
                    <a:pt x="3587" y="1493"/>
                  </a:cubicBezTo>
                  <a:cubicBezTo>
                    <a:pt x="3583" y="1493"/>
                    <a:pt x="3583" y="1492"/>
                    <a:pt x="3583" y="1492"/>
                  </a:cubicBezTo>
                  <a:cubicBezTo>
                    <a:pt x="3575" y="1484"/>
                    <a:pt x="3575" y="1484"/>
                    <a:pt x="3704" y="1427"/>
                  </a:cubicBezTo>
                  <a:cubicBezTo>
                    <a:pt x="3774" y="1395"/>
                    <a:pt x="3801" y="1376"/>
                    <a:pt x="3789" y="1376"/>
                  </a:cubicBezTo>
                  <a:cubicBezTo>
                    <a:pt x="3780" y="1376"/>
                    <a:pt x="3749" y="1387"/>
                    <a:pt x="3696" y="1411"/>
                  </a:cubicBezTo>
                  <a:lnTo>
                    <a:pt x="3623" y="1419"/>
                  </a:lnTo>
                  <a:cubicBezTo>
                    <a:pt x="3671" y="1391"/>
                    <a:pt x="3680" y="1381"/>
                    <a:pt x="3670" y="1381"/>
                  </a:cubicBezTo>
                  <a:cubicBezTo>
                    <a:pt x="3653" y="1381"/>
                    <a:pt x="3590" y="1404"/>
                    <a:pt x="3550" y="1419"/>
                  </a:cubicBezTo>
                  <a:cubicBezTo>
                    <a:pt x="3619" y="1378"/>
                    <a:pt x="3646" y="1358"/>
                    <a:pt x="3635" y="1358"/>
                  </a:cubicBezTo>
                  <a:cubicBezTo>
                    <a:pt x="3627" y="1358"/>
                    <a:pt x="3596" y="1370"/>
                    <a:pt x="3542" y="1395"/>
                  </a:cubicBezTo>
                  <a:cubicBezTo>
                    <a:pt x="3519" y="1408"/>
                    <a:pt x="3503" y="1415"/>
                    <a:pt x="3498" y="1415"/>
                  </a:cubicBezTo>
                  <a:cubicBezTo>
                    <a:pt x="3490" y="1415"/>
                    <a:pt x="3501" y="1402"/>
                    <a:pt x="3534" y="1379"/>
                  </a:cubicBezTo>
                  <a:cubicBezTo>
                    <a:pt x="3591" y="1338"/>
                    <a:pt x="3583" y="1330"/>
                    <a:pt x="3575" y="1314"/>
                  </a:cubicBezTo>
                  <a:lnTo>
                    <a:pt x="3575" y="1314"/>
                  </a:lnTo>
                  <a:cubicBezTo>
                    <a:pt x="3563" y="1318"/>
                    <a:pt x="3552" y="1320"/>
                    <a:pt x="3542" y="1320"/>
                  </a:cubicBezTo>
                  <a:cubicBezTo>
                    <a:pt x="3498" y="1320"/>
                    <a:pt x="3472" y="1279"/>
                    <a:pt x="3445" y="1233"/>
                  </a:cubicBezTo>
                  <a:cubicBezTo>
                    <a:pt x="3413" y="1189"/>
                    <a:pt x="3384" y="1161"/>
                    <a:pt x="3356" y="1161"/>
                  </a:cubicBezTo>
                  <a:cubicBezTo>
                    <a:pt x="3342" y="1161"/>
                    <a:pt x="3329" y="1168"/>
                    <a:pt x="3315" y="1184"/>
                  </a:cubicBezTo>
                  <a:cubicBezTo>
                    <a:pt x="3307" y="1176"/>
                    <a:pt x="3307" y="1176"/>
                    <a:pt x="3348" y="1119"/>
                  </a:cubicBezTo>
                  <a:cubicBezTo>
                    <a:pt x="3369" y="1098"/>
                    <a:pt x="3380" y="1084"/>
                    <a:pt x="3376" y="1084"/>
                  </a:cubicBezTo>
                  <a:lnTo>
                    <a:pt x="3376" y="1084"/>
                  </a:lnTo>
                  <a:cubicBezTo>
                    <a:pt x="3372" y="1084"/>
                    <a:pt x="3345" y="1106"/>
                    <a:pt x="3291" y="1160"/>
                  </a:cubicBezTo>
                  <a:cubicBezTo>
                    <a:pt x="3264" y="1187"/>
                    <a:pt x="3236" y="1214"/>
                    <a:pt x="3233" y="1214"/>
                  </a:cubicBezTo>
                  <a:cubicBezTo>
                    <a:pt x="3231" y="1214"/>
                    <a:pt x="3244" y="1198"/>
                    <a:pt x="3283" y="1152"/>
                  </a:cubicBezTo>
                  <a:cubicBezTo>
                    <a:pt x="3331" y="1103"/>
                    <a:pt x="3315" y="1087"/>
                    <a:pt x="3291" y="1062"/>
                  </a:cubicBezTo>
                  <a:cubicBezTo>
                    <a:pt x="3287" y="1051"/>
                    <a:pt x="3276" y="1043"/>
                    <a:pt x="3262" y="1043"/>
                  </a:cubicBezTo>
                  <a:cubicBezTo>
                    <a:pt x="3246" y="1043"/>
                    <a:pt x="3227" y="1053"/>
                    <a:pt x="3210" y="1079"/>
                  </a:cubicBezTo>
                  <a:cubicBezTo>
                    <a:pt x="3182" y="1103"/>
                    <a:pt x="3167" y="1115"/>
                    <a:pt x="3166" y="1115"/>
                  </a:cubicBezTo>
                  <a:cubicBezTo>
                    <a:pt x="3165" y="1115"/>
                    <a:pt x="3177" y="1103"/>
                    <a:pt x="3202" y="1079"/>
                  </a:cubicBezTo>
                  <a:cubicBezTo>
                    <a:pt x="3263" y="1007"/>
                    <a:pt x="3278" y="942"/>
                    <a:pt x="3251" y="942"/>
                  </a:cubicBezTo>
                  <a:cubicBezTo>
                    <a:pt x="3238" y="942"/>
                    <a:pt x="3216" y="956"/>
                    <a:pt x="3186" y="989"/>
                  </a:cubicBezTo>
                  <a:cubicBezTo>
                    <a:pt x="3186" y="981"/>
                    <a:pt x="3177" y="981"/>
                    <a:pt x="3210" y="916"/>
                  </a:cubicBezTo>
                  <a:cubicBezTo>
                    <a:pt x="3208" y="916"/>
                    <a:pt x="3206" y="916"/>
                    <a:pt x="3203" y="916"/>
                  </a:cubicBezTo>
                  <a:cubicBezTo>
                    <a:pt x="3195" y="916"/>
                    <a:pt x="3179" y="921"/>
                    <a:pt x="3137" y="957"/>
                  </a:cubicBezTo>
                  <a:lnTo>
                    <a:pt x="3088" y="916"/>
                  </a:lnTo>
                  <a:cubicBezTo>
                    <a:pt x="3087" y="916"/>
                    <a:pt x="3086" y="916"/>
                    <a:pt x="3085" y="916"/>
                  </a:cubicBezTo>
                  <a:cubicBezTo>
                    <a:pt x="3067" y="916"/>
                    <a:pt x="3032" y="965"/>
                    <a:pt x="3032" y="965"/>
                  </a:cubicBezTo>
                  <a:lnTo>
                    <a:pt x="3023" y="965"/>
                  </a:lnTo>
                  <a:cubicBezTo>
                    <a:pt x="3048" y="900"/>
                    <a:pt x="3007" y="884"/>
                    <a:pt x="2942" y="868"/>
                  </a:cubicBezTo>
                  <a:cubicBezTo>
                    <a:pt x="2886" y="843"/>
                    <a:pt x="2837" y="819"/>
                    <a:pt x="2837" y="754"/>
                  </a:cubicBezTo>
                  <a:cubicBezTo>
                    <a:pt x="2837" y="754"/>
                    <a:pt x="2829" y="754"/>
                    <a:pt x="2804" y="819"/>
                  </a:cubicBezTo>
                  <a:cubicBezTo>
                    <a:pt x="2786" y="899"/>
                    <a:pt x="2778" y="933"/>
                    <a:pt x="2774" y="933"/>
                  </a:cubicBezTo>
                  <a:cubicBezTo>
                    <a:pt x="2772" y="933"/>
                    <a:pt x="2772" y="915"/>
                    <a:pt x="2772" y="884"/>
                  </a:cubicBezTo>
                  <a:cubicBezTo>
                    <a:pt x="2776" y="814"/>
                    <a:pt x="2768" y="780"/>
                    <a:pt x="2755" y="780"/>
                  </a:cubicBezTo>
                  <a:cubicBezTo>
                    <a:pt x="2745" y="780"/>
                    <a:pt x="2731" y="805"/>
                    <a:pt x="2720" y="854"/>
                  </a:cubicBezTo>
                  <a:lnTo>
                    <a:pt x="2720" y="854"/>
                  </a:lnTo>
                  <a:cubicBezTo>
                    <a:pt x="2723" y="837"/>
                    <a:pt x="2723" y="836"/>
                    <a:pt x="2723" y="811"/>
                  </a:cubicBezTo>
                  <a:cubicBezTo>
                    <a:pt x="2727" y="757"/>
                    <a:pt x="2722" y="734"/>
                    <a:pt x="2715" y="734"/>
                  </a:cubicBezTo>
                  <a:cubicBezTo>
                    <a:pt x="2703" y="734"/>
                    <a:pt x="2685" y="789"/>
                    <a:pt x="2675" y="868"/>
                  </a:cubicBezTo>
                  <a:cubicBezTo>
                    <a:pt x="2675" y="821"/>
                    <a:pt x="2671" y="770"/>
                    <a:pt x="2662" y="770"/>
                  </a:cubicBezTo>
                  <a:cubicBezTo>
                    <a:pt x="2659" y="770"/>
                    <a:pt x="2655" y="777"/>
                    <a:pt x="2650" y="795"/>
                  </a:cubicBezTo>
                  <a:cubicBezTo>
                    <a:pt x="2642" y="795"/>
                    <a:pt x="2642" y="795"/>
                    <a:pt x="2650" y="657"/>
                  </a:cubicBezTo>
                  <a:cubicBezTo>
                    <a:pt x="2650" y="592"/>
                    <a:pt x="2659" y="527"/>
                    <a:pt x="2642" y="5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2"/>
            <p:cNvSpPr/>
            <p:nvPr/>
          </p:nvSpPr>
          <p:spPr>
            <a:xfrm>
              <a:off x="7906707" y="1708521"/>
              <a:ext cx="52488" cy="44059"/>
            </a:xfrm>
            <a:custGeom>
              <a:avLst/>
              <a:gdLst/>
              <a:ahLst/>
              <a:cxnLst/>
              <a:rect l="l" t="t" r="r" b="b"/>
              <a:pathLst>
                <a:path w="3045" h="2556" extrusionOk="0">
                  <a:moveTo>
                    <a:pt x="1938" y="0"/>
                  </a:moveTo>
                  <a:cubicBezTo>
                    <a:pt x="1922" y="0"/>
                    <a:pt x="1930" y="73"/>
                    <a:pt x="1938" y="138"/>
                  </a:cubicBezTo>
                  <a:lnTo>
                    <a:pt x="1946" y="138"/>
                  </a:lnTo>
                  <a:cubicBezTo>
                    <a:pt x="1954" y="97"/>
                    <a:pt x="1946" y="49"/>
                    <a:pt x="1946" y="0"/>
                  </a:cubicBezTo>
                  <a:close/>
                  <a:moveTo>
                    <a:pt x="1528" y="845"/>
                  </a:moveTo>
                  <a:cubicBezTo>
                    <a:pt x="1523" y="845"/>
                    <a:pt x="1520" y="848"/>
                    <a:pt x="1517" y="851"/>
                  </a:cubicBezTo>
                  <a:cubicBezTo>
                    <a:pt x="1509" y="851"/>
                    <a:pt x="1549" y="908"/>
                    <a:pt x="1549" y="908"/>
                  </a:cubicBezTo>
                  <a:cubicBezTo>
                    <a:pt x="1584" y="943"/>
                    <a:pt x="1594" y="953"/>
                    <a:pt x="1599" y="953"/>
                  </a:cubicBezTo>
                  <a:cubicBezTo>
                    <a:pt x="1602" y="953"/>
                    <a:pt x="1604" y="951"/>
                    <a:pt x="1606" y="949"/>
                  </a:cubicBezTo>
                  <a:cubicBezTo>
                    <a:pt x="1619" y="962"/>
                    <a:pt x="1625" y="967"/>
                    <a:pt x="1627" y="967"/>
                  </a:cubicBezTo>
                  <a:cubicBezTo>
                    <a:pt x="1633" y="967"/>
                    <a:pt x="1603" y="926"/>
                    <a:pt x="1573" y="884"/>
                  </a:cubicBezTo>
                  <a:cubicBezTo>
                    <a:pt x="1548" y="854"/>
                    <a:pt x="1536" y="845"/>
                    <a:pt x="1528" y="845"/>
                  </a:cubicBezTo>
                  <a:close/>
                  <a:moveTo>
                    <a:pt x="1646" y="916"/>
                  </a:moveTo>
                  <a:cubicBezTo>
                    <a:pt x="1671" y="957"/>
                    <a:pt x="1695" y="997"/>
                    <a:pt x="1719" y="1038"/>
                  </a:cubicBezTo>
                  <a:cubicBezTo>
                    <a:pt x="1679" y="1006"/>
                    <a:pt x="1655" y="965"/>
                    <a:pt x="1638" y="924"/>
                  </a:cubicBezTo>
                  <a:lnTo>
                    <a:pt x="1646" y="916"/>
                  </a:lnTo>
                  <a:close/>
                  <a:moveTo>
                    <a:pt x="1993" y="1087"/>
                  </a:moveTo>
                  <a:cubicBezTo>
                    <a:pt x="1996" y="1103"/>
                    <a:pt x="1998" y="1113"/>
                    <a:pt x="1998" y="1113"/>
                  </a:cubicBezTo>
                  <a:cubicBezTo>
                    <a:pt x="1998" y="1113"/>
                    <a:pt x="1997" y="1106"/>
                    <a:pt x="1995" y="1087"/>
                  </a:cubicBezTo>
                  <a:close/>
                  <a:moveTo>
                    <a:pt x="1946" y="884"/>
                  </a:moveTo>
                  <a:cubicBezTo>
                    <a:pt x="1971" y="924"/>
                    <a:pt x="1979" y="973"/>
                    <a:pt x="1987" y="1022"/>
                  </a:cubicBezTo>
                  <a:cubicBezTo>
                    <a:pt x="2019" y="1151"/>
                    <a:pt x="2019" y="1151"/>
                    <a:pt x="2011" y="1151"/>
                  </a:cubicBezTo>
                  <a:cubicBezTo>
                    <a:pt x="2003" y="1151"/>
                    <a:pt x="2003" y="1151"/>
                    <a:pt x="1987" y="1087"/>
                  </a:cubicBezTo>
                  <a:lnTo>
                    <a:pt x="1993" y="1087"/>
                  </a:lnTo>
                  <a:cubicBezTo>
                    <a:pt x="1990" y="1069"/>
                    <a:pt x="1985" y="1045"/>
                    <a:pt x="1979" y="1022"/>
                  </a:cubicBezTo>
                  <a:lnTo>
                    <a:pt x="1946" y="884"/>
                  </a:lnTo>
                  <a:close/>
                  <a:moveTo>
                    <a:pt x="2036" y="1022"/>
                  </a:moveTo>
                  <a:lnTo>
                    <a:pt x="2052" y="1087"/>
                  </a:lnTo>
                  <a:cubicBezTo>
                    <a:pt x="2060" y="1160"/>
                    <a:pt x="2052" y="1160"/>
                    <a:pt x="2052" y="1160"/>
                  </a:cubicBezTo>
                  <a:cubicBezTo>
                    <a:pt x="2044" y="1160"/>
                    <a:pt x="2044" y="1160"/>
                    <a:pt x="2036" y="1087"/>
                  </a:cubicBezTo>
                  <a:cubicBezTo>
                    <a:pt x="2036" y="1062"/>
                    <a:pt x="2036" y="1046"/>
                    <a:pt x="2036" y="1022"/>
                  </a:cubicBezTo>
                  <a:close/>
                  <a:moveTo>
                    <a:pt x="1484" y="1168"/>
                  </a:moveTo>
                  <a:lnTo>
                    <a:pt x="1598" y="1241"/>
                  </a:lnTo>
                  <a:cubicBezTo>
                    <a:pt x="1698" y="1300"/>
                    <a:pt x="1742" y="1326"/>
                    <a:pt x="1740" y="1326"/>
                  </a:cubicBezTo>
                  <a:cubicBezTo>
                    <a:pt x="1738" y="1326"/>
                    <a:pt x="1708" y="1310"/>
                    <a:pt x="1655" y="1281"/>
                  </a:cubicBezTo>
                  <a:cubicBezTo>
                    <a:pt x="1598" y="1249"/>
                    <a:pt x="1533" y="1216"/>
                    <a:pt x="1484" y="1176"/>
                  </a:cubicBezTo>
                  <a:lnTo>
                    <a:pt x="1484" y="1168"/>
                  </a:lnTo>
                  <a:close/>
                  <a:moveTo>
                    <a:pt x="1727" y="1297"/>
                  </a:moveTo>
                  <a:lnTo>
                    <a:pt x="1792" y="1330"/>
                  </a:lnTo>
                  <a:cubicBezTo>
                    <a:pt x="1849" y="1362"/>
                    <a:pt x="1849" y="1362"/>
                    <a:pt x="1849" y="1362"/>
                  </a:cubicBezTo>
                  <a:lnTo>
                    <a:pt x="1784" y="1330"/>
                  </a:lnTo>
                  <a:lnTo>
                    <a:pt x="1727" y="1297"/>
                  </a:lnTo>
                  <a:close/>
                  <a:moveTo>
                    <a:pt x="1849" y="1046"/>
                  </a:moveTo>
                  <a:lnTo>
                    <a:pt x="1914" y="1168"/>
                  </a:lnTo>
                  <a:lnTo>
                    <a:pt x="2003" y="1354"/>
                  </a:lnTo>
                  <a:cubicBezTo>
                    <a:pt x="2007" y="1362"/>
                    <a:pt x="2011" y="1369"/>
                    <a:pt x="2014" y="1376"/>
                  </a:cubicBezTo>
                  <a:lnTo>
                    <a:pt x="2014" y="1376"/>
                  </a:lnTo>
                  <a:cubicBezTo>
                    <a:pt x="1988" y="1333"/>
                    <a:pt x="1963" y="1297"/>
                    <a:pt x="1963" y="1297"/>
                  </a:cubicBezTo>
                  <a:lnTo>
                    <a:pt x="1930" y="1233"/>
                  </a:lnTo>
                  <a:cubicBezTo>
                    <a:pt x="1930" y="1233"/>
                    <a:pt x="1906" y="1176"/>
                    <a:pt x="1873" y="1111"/>
                  </a:cubicBezTo>
                  <a:cubicBezTo>
                    <a:pt x="1865" y="1095"/>
                    <a:pt x="1857" y="1070"/>
                    <a:pt x="1849" y="1046"/>
                  </a:cubicBezTo>
                  <a:close/>
                  <a:moveTo>
                    <a:pt x="1468" y="1354"/>
                  </a:moveTo>
                  <a:lnTo>
                    <a:pt x="1598" y="1395"/>
                  </a:lnTo>
                  <a:cubicBezTo>
                    <a:pt x="1557" y="1387"/>
                    <a:pt x="1509" y="1370"/>
                    <a:pt x="1468" y="1354"/>
                  </a:cubicBezTo>
                  <a:close/>
                  <a:moveTo>
                    <a:pt x="2141" y="1208"/>
                  </a:moveTo>
                  <a:lnTo>
                    <a:pt x="2141" y="1208"/>
                  </a:lnTo>
                  <a:cubicBezTo>
                    <a:pt x="2141" y="1281"/>
                    <a:pt x="2133" y="1346"/>
                    <a:pt x="2133" y="1346"/>
                  </a:cubicBezTo>
                  <a:cubicBezTo>
                    <a:pt x="2131" y="1384"/>
                    <a:pt x="2129" y="1400"/>
                    <a:pt x="2128" y="1400"/>
                  </a:cubicBezTo>
                  <a:cubicBezTo>
                    <a:pt x="2126" y="1400"/>
                    <a:pt x="2129" y="1306"/>
                    <a:pt x="2141" y="1208"/>
                  </a:cubicBezTo>
                  <a:close/>
                  <a:moveTo>
                    <a:pt x="2039" y="1376"/>
                  </a:moveTo>
                  <a:cubicBezTo>
                    <a:pt x="2040" y="1376"/>
                    <a:pt x="2044" y="1388"/>
                    <a:pt x="2049" y="1409"/>
                  </a:cubicBezTo>
                  <a:lnTo>
                    <a:pt x="2049" y="1409"/>
                  </a:lnTo>
                  <a:cubicBezTo>
                    <a:pt x="2042" y="1387"/>
                    <a:pt x="2039" y="1376"/>
                    <a:pt x="2039" y="1376"/>
                  </a:cubicBezTo>
                  <a:close/>
                  <a:moveTo>
                    <a:pt x="1849" y="1273"/>
                  </a:moveTo>
                  <a:lnTo>
                    <a:pt x="1849" y="1273"/>
                  </a:lnTo>
                  <a:cubicBezTo>
                    <a:pt x="1906" y="1322"/>
                    <a:pt x="1954" y="1362"/>
                    <a:pt x="2003" y="1411"/>
                  </a:cubicBezTo>
                  <a:cubicBezTo>
                    <a:pt x="2003" y="1414"/>
                    <a:pt x="2009" y="1421"/>
                    <a:pt x="2018" y="1429"/>
                  </a:cubicBezTo>
                  <a:lnTo>
                    <a:pt x="2018" y="1429"/>
                  </a:lnTo>
                  <a:lnTo>
                    <a:pt x="1898" y="1322"/>
                  </a:lnTo>
                  <a:cubicBezTo>
                    <a:pt x="1841" y="1273"/>
                    <a:pt x="1849" y="1273"/>
                    <a:pt x="1849" y="1273"/>
                  </a:cubicBezTo>
                  <a:close/>
                  <a:moveTo>
                    <a:pt x="2473" y="1354"/>
                  </a:moveTo>
                  <a:cubicBezTo>
                    <a:pt x="2473" y="1354"/>
                    <a:pt x="2352" y="1411"/>
                    <a:pt x="2287" y="1443"/>
                  </a:cubicBezTo>
                  <a:cubicBezTo>
                    <a:pt x="2311" y="1427"/>
                    <a:pt x="2327" y="1419"/>
                    <a:pt x="2352" y="1411"/>
                  </a:cubicBezTo>
                  <a:cubicBezTo>
                    <a:pt x="2392" y="1387"/>
                    <a:pt x="2433" y="1370"/>
                    <a:pt x="2473" y="1354"/>
                  </a:cubicBezTo>
                  <a:close/>
                  <a:moveTo>
                    <a:pt x="1833" y="1208"/>
                  </a:moveTo>
                  <a:lnTo>
                    <a:pt x="1833" y="1208"/>
                  </a:lnTo>
                  <a:cubicBezTo>
                    <a:pt x="1833" y="1208"/>
                    <a:pt x="1882" y="1257"/>
                    <a:pt x="1930" y="1306"/>
                  </a:cubicBezTo>
                  <a:lnTo>
                    <a:pt x="2053" y="1451"/>
                  </a:lnTo>
                  <a:lnTo>
                    <a:pt x="2053" y="1451"/>
                  </a:lnTo>
                  <a:cubicBezTo>
                    <a:pt x="2053" y="1452"/>
                    <a:pt x="2053" y="1453"/>
                    <a:pt x="2054" y="1454"/>
                  </a:cubicBezTo>
                  <a:lnTo>
                    <a:pt x="2054" y="1454"/>
                  </a:lnTo>
                  <a:lnTo>
                    <a:pt x="2011" y="1411"/>
                  </a:lnTo>
                  <a:cubicBezTo>
                    <a:pt x="1971" y="1362"/>
                    <a:pt x="1922" y="1306"/>
                    <a:pt x="1922" y="1306"/>
                  </a:cubicBezTo>
                  <a:cubicBezTo>
                    <a:pt x="1922" y="1306"/>
                    <a:pt x="1873" y="1257"/>
                    <a:pt x="1833" y="1208"/>
                  </a:cubicBezTo>
                  <a:close/>
                  <a:moveTo>
                    <a:pt x="2720" y="1425"/>
                  </a:moveTo>
                  <a:cubicBezTo>
                    <a:pt x="2729" y="1425"/>
                    <a:pt x="2729" y="1427"/>
                    <a:pt x="2692" y="1435"/>
                  </a:cubicBezTo>
                  <a:lnTo>
                    <a:pt x="2627" y="1443"/>
                  </a:lnTo>
                  <a:cubicBezTo>
                    <a:pt x="2583" y="1449"/>
                    <a:pt x="2538" y="1458"/>
                    <a:pt x="2536" y="1458"/>
                  </a:cubicBezTo>
                  <a:cubicBezTo>
                    <a:pt x="2535" y="1458"/>
                    <a:pt x="2542" y="1456"/>
                    <a:pt x="2563" y="1451"/>
                  </a:cubicBezTo>
                  <a:lnTo>
                    <a:pt x="2692" y="1427"/>
                  </a:lnTo>
                  <a:cubicBezTo>
                    <a:pt x="2692" y="1427"/>
                    <a:pt x="2711" y="1425"/>
                    <a:pt x="2720" y="1425"/>
                  </a:cubicBezTo>
                  <a:close/>
                  <a:moveTo>
                    <a:pt x="2054" y="1453"/>
                  </a:moveTo>
                  <a:lnTo>
                    <a:pt x="2055" y="1455"/>
                  </a:lnTo>
                  <a:lnTo>
                    <a:pt x="2060" y="1460"/>
                  </a:lnTo>
                  <a:lnTo>
                    <a:pt x="2054" y="1453"/>
                  </a:lnTo>
                  <a:close/>
                  <a:moveTo>
                    <a:pt x="1273" y="1433"/>
                  </a:moveTo>
                  <a:cubicBezTo>
                    <a:pt x="1277" y="1433"/>
                    <a:pt x="1285" y="1434"/>
                    <a:pt x="1298" y="1435"/>
                  </a:cubicBezTo>
                  <a:cubicBezTo>
                    <a:pt x="1298" y="1434"/>
                    <a:pt x="1299" y="1434"/>
                    <a:pt x="1302" y="1434"/>
                  </a:cubicBezTo>
                  <a:cubicBezTo>
                    <a:pt x="1317" y="1434"/>
                    <a:pt x="1370" y="1453"/>
                    <a:pt x="1363" y="1460"/>
                  </a:cubicBezTo>
                  <a:lnTo>
                    <a:pt x="1298" y="1443"/>
                  </a:lnTo>
                  <a:cubicBezTo>
                    <a:pt x="1298" y="1443"/>
                    <a:pt x="1256" y="1433"/>
                    <a:pt x="1273" y="1433"/>
                  </a:cubicBezTo>
                  <a:close/>
                  <a:moveTo>
                    <a:pt x="2027" y="1432"/>
                  </a:moveTo>
                  <a:lnTo>
                    <a:pt x="2055" y="1455"/>
                  </a:lnTo>
                  <a:lnTo>
                    <a:pt x="2055" y="1455"/>
                  </a:lnTo>
                  <a:cubicBezTo>
                    <a:pt x="2056" y="1459"/>
                    <a:pt x="2058" y="1462"/>
                    <a:pt x="2060" y="1465"/>
                  </a:cubicBezTo>
                  <a:lnTo>
                    <a:pt x="2060" y="1465"/>
                  </a:lnTo>
                  <a:lnTo>
                    <a:pt x="2057" y="1464"/>
                  </a:lnTo>
                  <a:lnTo>
                    <a:pt x="2027" y="1432"/>
                  </a:lnTo>
                  <a:close/>
                  <a:moveTo>
                    <a:pt x="2056" y="1456"/>
                  </a:moveTo>
                  <a:lnTo>
                    <a:pt x="2060" y="1466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60" y="1460"/>
                  </a:lnTo>
                  <a:lnTo>
                    <a:pt x="2056" y="1456"/>
                  </a:lnTo>
                  <a:close/>
                  <a:moveTo>
                    <a:pt x="2060" y="1466"/>
                  </a:moveTo>
                  <a:lnTo>
                    <a:pt x="2060" y="1466"/>
                  </a:lnTo>
                  <a:lnTo>
                    <a:pt x="2060" y="1466"/>
                  </a:lnTo>
                  <a:close/>
                  <a:moveTo>
                    <a:pt x="1679" y="1378"/>
                  </a:moveTo>
                  <a:lnTo>
                    <a:pt x="1873" y="1443"/>
                  </a:lnTo>
                  <a:cubicBezTo>
                    <a:pt x="1899" y="1458"/>
                    <a:pt x="1913" y="1466"/>
                    <a:pt x="1909" y="1466"/>
                  </a:cubicBezTo>
                  <a:cubicBezTo>
                    <a:pt x="1904" y="1466"/>
                    <a:pt x="1872" y="1454"/>
                    <a:pt x="1800" y="1427"/>
                  </a:cubicBezTo>
                  <a:lnTo>
                    <a:pt x="1679" y="1378"/>
                  </a:lnTo>
                  <a:close/>
                  <a:moveTo>
                    <a:pt x="2063" y="1468"/>
                  </a:moveTo>
                  <a:lnTo>
                    <a:pt x="2065" y="1469"/>
                  </a:lnTo>
                  <a:lnTo>
                    <a:pt x="2064" y="1468"/>
                  </a:lnTo>
                  <a:close/>
                  <a:moveTo>
                    <a:pt x="2000" y="1321"/>
                  </a:moveTo>
                  <a:cubicBezTo>
                    <a:pt x="2001" y="1321"/>
                    <a:pt x="2015" y="1353"/>
                    <a:pt x="2044" y="1419"/>
                  </a:cubicBezTo>
                  <a:lnTo>
                    <a:pt x="2064" y="1468"/>
                  </a:lnTo>
                  <a:lnTo>
                    <a:pt x="2068" y="1468"/>
                  </a:lnTo>
                  <a:lnTo>
                    <a:pt x="2068" y="1472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5" y="1469"/>
                  </a:lnTo>
                  <a:lnTo>
                    <a:pt x="2066" y="1473"/>
                  </a:lnTo>
                  <a:lnTo>
                    <a:pt x="2061" y="1468"/>
                  </a:lnTo>
                  <a:lnTo>
                    <a:pt x="2063" y="1468"/>
                  </a:lnTo>
                  <a:lnTo>
                    <a:pt x="2060" y="1466"/>
                  </a:lnTo>
                  <a:lnTo>
                    <a:pt x="2060" y="1466"/>
                  </a:lnTo>
                  <a:lnTo>
                    <a:pt x="2060" y="1466"/>
                  </a:lnTo>
                  <a:lnTo>
                    <a:pt x="2060" y="1466"/>
                  </a:lnTo>
                  <a:cubicBezTo>
                    <a:pt x="2058" y="1463"/>
                    <a:pt x="2057" y="1459"/>
                    <a:pt x="2055" y="1456"/>
                  </a:cubicBezTo>
                  <a:lnTo>
                    <a:pt x="2055" y="1456"/>
                  </a:lnTo>
                  <a:lnTo>
                    <a:pt x="2056" y="1456"/>
                  </a:lnTo>
                  <a:lnTo>
                    <a:pt x="2055" y="1455"/>
                  </a:lnTo>
                  <a:lnTo>
                    <a:pt x="2055" y="1454"/>
                  </a:lnTo>
                  <a:lnTo>
                    <a:pt x="2055" y="1454"/>
                  </a:lnTo>
                  <a:cubicBezTo>
                    <a:pt x="2055" y="1454"/>
                    <a:pt x="2054" y="1453"/>
                    <a:pt x="2054" y="1452"/>
                  </a:cubicBezTo>
                  <a:lnTo>
                    <a:pt x="2054" y="1452"/>
                  </a:lnTo>
                  <a:lnTo>
                    <a:pt x="2054" y="1453"/>
                  </a:lnTo>
                  <a:lnTo>
                    <a:pt x="2036" y="1411"/>
                  </a:lnTo>
                  <a:cubicBezTo>
                    <a:pt x="2012" y="1351"/>
                    <a:pt x="1999" y="1321"/>
                    <a:pt x="2000" y="1321"/>
                  </a:cubicBezTo>
                  <a:close/>
                  <a:moveTo>
                    <a:pt x="2062" y="1470"/>
                  </a:moveTo>
                  <a:lnTo>
                    <a:pt x="2062" y="1470"/>
                  </a:lnTo>
                  <a:cubicBezTo>
                    <a:pt x="2064" y="1472"/>
                    <a:pt x="2065" y="1473"/>
                    <a:pt x="2067" y="1475"/>
                  </a:cubicBezTo>
                  <a:lnTo>
                    <a:pt x="2067" y="1475"/>
                  </a:lnTo>
                  <a:lnTo>
                    <a:pt x="2068" y="1477"/>
                  </a:lnTo>
                  <a:lnTo>
                    <a:pt x="2068" y="1477"/>
                  </a:lnTo>
                  <a:cubicBezTo>
                    <a:pt x="2067" y="1476"/>
                    <a:pt x="2067" y="1476"/>
                    <a:pt x="2066" y="1476"/>
                  </a:cubicBezTo>
                  <a:lnTo>
                    <a:pt x="2066" y="1476"/>
                  </a:lnTo>
                  <a:cubicBezTo>
                    <a:pt x="2067" y="1476"/>
                    <a:pt x="2067" y="1477"/>
                    <a:pt x="2068" y="1477"/>
                  </a:cubicBezTo>
                  <a:lnTo>
                    <a:pt x="2068" y="1477"/>
                  </a:lnTo>
                  <a:lnTo>
                    <a:pt x="2068" y="1477"/>
                  </a:lnTo>
                  <a:lnTo>
                    <a:pt x="2068" y="1477"/>
                  </a:lnTo>
                  <a:cubicBezTo>
                    <a:pt x="2068" y="1478"/>
                    <a:pt x="2068" y="1479"/>
                    <a:pt x="2068" y="1479"/>
                  </a:cubicBezTo>
                  <a:lnTo>
                    <a:pt x="2068" y="1479"/>
                  </a:lnTo>
                  <a:lnTo>
                    <a:pt x="2065" y="1476"/>
                  </a:lnTo>
                  <a:lnTo>
                    <a:pt x="2065" y="1476"/>
                  </a:lnTo>
                  <a:cubicBezTo>
                    <a:pt x="2064" y="1476"/>
                    <a:pt x="2064" y="1475"/>
                    <a:pt x="2064" y="1474"/>
                  </a:cubicBezTo>
                  <a:lnTo>
                    <a:pt x="2064" y="1474"/>
                  </a:lnTo>
                  <a:cubicBezTo>
                    <a:pt x="2065" y="1474"/>
                    <a:pt x="2066" y="1475"/>
                    <a:pt x="2066" y="1476"/>
                  </a:cubicBezTo>
                  <a:lnTo>
                    <a:pt x="2066" y="1476"/>
                  </a:lnTo>
                  <a:cubicBezTo>
                    <a:pt x="2065" y="1475"/>
                    <a:pt x="2064" y="1474"/>
                    <a:pt x="2063" y="1473"/>
                  </a:cubicBezTo>
                  <a:lnTo>
                    <a:pt x="2063" y="1473"/>
                  </a:lnTo>
                  <a:cubicBezTo>
                    <a:pt x="2063" y="1473"/>
                    <a:pt x="2063" y="1473"/>
                    <a:pt x="2063" y="1472"/>
                  </a:cubicBezTo>
                  <a:lnTo>
                    <a:pt x="2063" y="1472"/>
                  </a:lnTo>
                  <a:lnTo>
                    <a:pt x="2063" y="1473"/>
                  </a:lnTo>
                  <a:lnTo>
                    <a:pt x="2063" y="1473"/>
                  </a:lnTo>
                  <a:cubicBezTo>
                    <a:pt x="2063" y="1472"/>
                    <a:pt x="2063" y="1472"/>
                    <a:pt x="2063" y="1472"/>
                  </a:cubicBezTo>
                  <a:lnTo>
                    <a:pt x="2063" y="1472"/>
                  </a:lnTo>
                  <a:cubicBezTo>
                    <a:pt x="2063" y="1472"/>
                    <a:pt x="2063" y="1472"/>
                    <a:pt x="2063" y="1472"/>
                  </a:cubicBezTo>
                  <a:lnTo>
                    <a:pt x="2063" y="1472"/>
                  </a:lnTo>
                  <a:lnTo>
                    <a:pt x="2062" y="1470"/>
                  </a:lnTo>
                  <a:close/>
                  <a:moveTo>
                    <a:pt x="1961" y="1381"/>
                  </a:moveTo>
                  <a:cubicBezTo>
                    <a:pt x="1963" y="1381"/>
                    <a:pt x="1976" y="1392"/>
                    <a:pt x="1995" y="1411"/>
                  </a:cubicBezTo>
                  <a:cubicBezTo>
                    <a:pt x="2006" y="1422"/>
                    <a:pt x="2016" y="1432"/>
                    <a:pt x="2027" y="1443"/>
                  </a:cubicBezTo>
                  <a:lnTo>
                    <a:pt x="2027" y="1443"/>
                  </a:lnTo>
                  <a:cubicBezTo>
                    <a:pt x="2024" y="1441"/>
                    <a:pt x="2022" y="1439"/>
                    <a:pt x="2021" y="1439"/>
                  </a:cubicBezTo>
                  <a:lnTo>
                    <a:pt x="2021" y="1439"/>
                  </a:lnTo>
                  <a:cubicBezTo>
                    <a:pt x="2021" y="1439"/>
                    <a:pt x="2027" y="1445"/>
                    <a:pt x="2044" y="1460"/>
                  </a:cubicBezTo>
                  <a:cubicBezTo>
                    <a:pt x="2038" y="1454"/>
                    <a:pt x="2033" y="1449"/>
                    <a:pt x="2027" y="1443"/>
                  </a:cubicBezTo>
                  <a:lnTo>
                    <a:pt x="2027" y="1443"/>
                  </a:lnTo>
                  <a:cubicBezTo>
                    <a:pt x="2035" y="1449"/>
                    <a:pt x="2048" y="1460"/>
                    <a:pt x="2063" y="1473"/>
                  </a:cubicBezTo>
                  <a:lnTo>
                    <a:pt x="2063" y="1473"/>
                  </a:lnTo>
                  <a:lnTo>
                    <a:pt x="2063" y="1473"/>
                  </a:lnTo>
                  <a:lnTo>
                    <a:pt x="2063" y="1473"/>
                  </a:lnTo>
                  <a:cubicBezTo>
                    <a:pt x="2063" y="1473"/>
                    <a:pt x="2063" y="1473"/>
                    <a:pt x="2063" y="1473"/>
                  </a:cubicBezTo>
                  <a:lnTo>
                    <a:pt x="2063" y="1473"/>
                  </a:lnTo>
                  <a:cubicBezTo>
                    <a:pt x="2063" y="1473"/>
                    <a:pt x="2063" y="1473"/>
                    <a:pt x="2063" y="1473"/>
                  </a:cubicBezTo>
                  <a:lnTo>
                    <a:pt x="2063" y="1473"/>
                  </a:lnTo>
                  <a:lnTo>
                    <a:pt x="2063" y="1474"/>
                  </a:lnTo>
                  <a:lnTo>
                    <a:pt x="2063" y="1474"/>
                  </a:lnTo>
                  <a:cubicBezTo>
                    <a:pt x="2058" y="1470"/>
                    <a:pt x="2051" y="1465"/>
                    <a:pt x="2044" y="1460"/>
                  </a:cubicBezTo>
                  <a:lnTo>
                    <a:pt x="2044" y="1460"/>
                  </a:lnTo>
                  <a:lnTo>
                    <a:pt x="2065" y="1476"/>
                  </a:lnTo>
                  <a:lnTo>
                    <a:pt x="2063" y="1474"/>
                  </a:lnTo>
                  <a:lnTo>
                    <a:pt x="2063" y="1474"/>
                  </a:lnTo>
                  <a:cubicBezTo>
                    <a:pt x="2063" y="1474"/>
                    <a:pt x="2063" y="1474"/>
                    <a:pt x="2063" y="1474"/>
                  </a:cubicBezTo>
                  <a:lnTo>
                    <a:pt x="2063" y="1474"/>
                  </a:lnTo>
                  <a:cubicBezTo>
                    <a:pt x="2064" y="1475"/>
                    <a:pt x="2064" y="1476"/>
                    <a:pt x="2065" y="1476"/>
                  </a:cubicBezTo>
                  <a:lnTo>
                    <a:pt x="2065" y="1476"/>
                  </a:lnTo>
                  <a:lnTo>
                    <a:pt x="2065" y="1476"/>
                  </a:lnTo>
                  <a:lnTo>
                    <a:pt x="2065" y="1477"/>
                  </a:lnTo>
                  <a:lnTo>
                    <a:pt x="2065" y="1478"/>
                  </a:lnTo>
                  <a:lnTo>
                    <a:pt x="2065" y="1478"/>
                  </a:lnTo>
                  <a:cubicBezTo>
                    <a:pt x="2065" y="1478"/>
                    <a:pt x="2065" y="1478"/>
                    <a:pt x="2066" y="1478"/>
                  </a:cubicBezTo>
                  <a:lnTo>
                    <a:pt x="2066" y="1478"/>
                  </a:lnTo>
                  <a:lnTo>
                    <a:pt x="2066" y="1478"/>
                  </a:lnTo>
                  <a:lnTo>
                    <a:pt x="2068" y="1483"/>
                  </a:lnTo>
                  <a:lnTo>
                    <a:pt x="2068" y="1483"/>
                  </a:lnTo>
                  <a:cubicBezTo>
                    <a:pt x="2037" y="1462"/>
                    <a:pt x="2011" y="1446"/>
                    <a:pt x="2012" y="1446"/>
                  </a:cubicBezTo>
                  <a:lnTo>
                    <a:pt x="2012" y="1446"/>
                  </a:lnTo>
                  <a:cubicBezTo>
                    <a:pt x="2012" y="1446"/>
                    <a:pt x="2019" y="1450"/>
                    <a:pt x="2036" y="1460"/>
                  </a:cubicBezTo>
                  <a:lnTo>
                    <a:pt x="2066" y="1478"/>
                  </a:lnTo>
                  <a:lnTo>
                    <a:pt x="2065" y="1477"/>
                  </a:lnTo>
                  <a:lnTo>
                    <a:pt x="2044" y="1460"/>
                  </a:lnTo>
                  <a:lnTo>
                    <a:pt x="2044" y="1460"/>
                  </a:lnTo>
                  <a:lnTo>
                    <a:pt x="2044" y="1460"/>
                  </a:lnTo>
                  <a:lnTo>
                    <a:pt x="2044" y="1460"/>
                  </a:lnTo>
                  <a:cubicBezTo>
                    <a:pt x="2044" y="1460"/>
                    <a:pt x="2044" y="1460"/>
                    <a:pt x="2044" y="1460"/>
                  </a:cubicBezTo>
                  <a:cubicBezTo>
                    <a:pt x="1980" y="1406"/>
                    <a:pt x="1958" y="1381"/>
                    <a:pt x="1961" y="1381"/>
                  </a:cubicBezTo>
                  <a:close/>
                  <a:moveTo>
                    <a:pt x="2210" y="1446"/>
                  </a:moveTo>
                  <a:cubicBezTo>
                    <a:pt x="2211" y="1446"/>
                    <a:pt x="2199" y="1458"/>
                    <a:pt x="2173" y="1484"/>
                  </a:cubicBezTo>
                  <a:lnTo>
                    <a:pt x="2173" y="1476"/>
                  </a:lnTo>
                  <a:cubicBezTo>
                    <a:pt x="2197" y="1456"/>
                    <a:pt x="2209" y="1446"/>
                    <a:pt x="2210" y="1446"/>
                  </a:cubicBezTo>
                  <a:close/>
                  <a:moveTo>
                    <a:pt x="2065" y="1478"/>
                  </a:moveTo>
                  <a:lnTo>
                    <a:pt x="2068" y="1480"/>
                  </a:lnTo>
                  <a:cubicBezTo>
                    <a:pt x="2068" y="1480"/>
                    <a:pt x="2068" y="1479"/>
                    <a:pt x="2068" y="1479"/>
                  </a:cubicBezTo>
                  <a:lnTo>
                    <a:pt x="2068" y="1479"/>
                  </a:lnTo>
                  <a:lnTo>
                    <a:pt x="2069" y="1480"/>
                  </a:lnTo>
                  <a:lnTo>
                    <a:pt x="2069" y="1481"/>
                  </a:lnTo>
                  <a:lnTo>
                    <a:pt x="2073" y="1483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7" y="1486"/>
                    <a:pt x="2076" y="1485"/>
                    <a:pt x="2076" y="1485"/>
                  </a:cubicBezTo>
                  <a:lnTo>
                    <a:pt x="2076" y="1485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9" y="1487"/>
                    <a:pt x="2081" y="1489"/>
                    <a:pt x="2083" y="1491"/>
                  </a:cubicBezTo>
                  <a:lnTo>
                    <a:pt x="2083" y="1491"/>
                  </a:lnTo>
                  <a:lnTo>
                    <a:pt x="2077" y="1486"/>
                  </a:lnTo>
                  <a:lnTo>
                    <a:pt x="2077" y="1486"/>
                  </a:lnTo>
                  <a:cubicBezTo>
                    <a:pt x="2077" y="1486"/>
                    <a:pt x="2077" y="1487"/>
                    <a:pt x="2077" y="1487"/>
                  </a:cubicBezTo>
                  <a:lnTo>
                    <a:pt x="2077" y="1487"/>
                  </a:lnTo>
                  <a:lnTo>
                    <a:pt x="2070" y="1481"/>
                  </a:lnTo>
                  <a:lnTo>
                    <a:pt x="2071" y="1485"/>
                  </a:lnTo>
                  <a:lnTo>
                    <a:pt x="2071" y="1485"/>
                  </a:lnTo>
                  <a:cubicBezTo>
                    <a:pt x="2070" y="1485"/>
                    <a:pt x="2069" y="1484"/>
                    <a:pt x="2068" y="1483"/>
                  </a:cubicBezTo>
                  <a:lnTo>
                    <a:pt x="2068" y="1483"/>
                  </a:lnTo>
                  <a:cubicBezTo>
                    <a:pt x="2068" y="1484"/>
                    <a:pt x="2068" y="1484"/>
                    <a:pt x="2068" y="1484"/>
                  </a:cubicBezTo>
                  <a:lnTo>
                    <a:pt x="2068" y="1483"/>
                  </a:lnTo>
                  <a:lnTo>
                    <a:pt x="2068" y="1483"/>
                  </a:lnTo>
                  <a:cubicBezTo>
                    <a:pt x="2068" y="1483"/>
                    <a:pt x="2068" y="1483"/>
                    <a:pt x="2068" y="1483"/>
                  </a:cubicBezTo>
                  <a:lnTo>
                    <a:pt x="2068" y="1483"/>
                  </a:lnTo>
                  <a:cubicBezTo>
                    <a:pt x="2068" y="1483"/>
                    <a:pt x="2068" y="1482"/>
                    <a:pt x="2068" y="1480"/>
                  </a:cubicBezTo>
                  <a:lnTo>
                    <a:pt x="2068" y="1480"/>
                  </a:lnTo>
                  <a:lnTo>
                    <a:pt x="2070" y="1481"/>
                  </a:lnTo>
                  <a:lnTo>
                    <a:pt x="2069" y="1481"/>
                  </a:lnTo>
                  <a:lnTo>
                    <a:pt x="2066" y="1478"/>
                  </a:lnTo>
                  <a:lnTo>
                    <a:pt x="2066" y="1478"/>
                  </a:lnTo>
                  <a:cubicBezTo>
                    <a:pt x="2066" y="1478"/>
                    <a:pt x="2065" y="1478"/>
                    <a:pt x="2065" y="1478"/>
                  </a:cubicBezTo>
                  <a:close/>
                  <a:moveTo>
                    <a:pt x="2075" y="1349"/>
                  </a:moveTo>
                  <a:cubicBezTo>
                    <a:pt x="2077" y="1368"/>
                    <a:pt x="2080" y="1393"/>
                    <a:pt x="2084" y="1427"/>
                  </a:cubicBezTo>
                  <a:lnTo>
                    <a:pt x="2092" y="1492"/>
                  </a:lnTo>
                  <a:cubicBezTo>
                    <a:pt x="2092" y="1484"/>
                    <a:pt x="2084" y="1427"/>
                    <a:pt x="2076" y="1354"/>
                  </a:cubicBezTo>
                  <a:cubicBezTo>
                    <a:pt x="2076" y="1352"/>
                    <a:pt x="2075" y="1351"/>
                    <a:pt x="2075" y="1349"/>
                  </a:cubicBezTo>
                  <a:close/>
                  <a:moveTo>
                    <a:pt x="2077" y="1487"/>
                  </a:moveTo>
                  <a:lnTo>
                    <a:pt x="2092" y="1500"/>
                  </a:lnTo>
                  <a:cubicBezTo>
                    <a:pt x="2087" y="1497"/>
                    <a:pt x="2082" y="1493"/>
                    <a:pt x="2078" y="1490"/>
                  </a:cubicBezTo>
                  <a:lnTo>
                    <a:pt x="2078" y="1490"/>
                  </a:lnTo>
                  <a:cubicBezTo>
                    <a:pt x="2077" y="1489"/>
                    <a:pt x="2077" y="1488"/>
                    <a:pt x="2077" y="1487"/>
                  </a:cubicBezTo>
                  <a:close/>
                  <a:moveTo>
                    <a:pt x="2230" y="1468"/>
                  </a:moveTo>
                  <a:lnTo>
                    <a:pt x="2165" y="1500"/>
                  </a:lnTo>
                  <a:lnTo>
                    <a:pt x="2165" y="1500"/>
                  </a:lnTo>
                  <a:cubicBezTo>
                    <a:pt x="2166" y="1498"/>
                    <a:pt x="2167" y="1497"/>
                    <a:pt x="2168" y="1495"/>
                  </a:cubicBezTo>
                  <a:lnTo>
                    <a:pt x="2168" y="1495"/>
                  </a:lnTo>
                  <a:cubicBezTo>
                    <a:pt x="2186" y="1487"/>
                    <a:pt x="2207" y="1478"/>
                    <a:pt x="2230" y="1468"/>
                  </a:cubicBezTo>
                  <a:close/>
                  <a:moveTo>
                    <a:pt x="2153" y="1493"/>
                  </a:moveTo>
                  <a:cubicBezTo>
                    <a:pt x="2154" y="1493"/>
                    <a:pt x="2154" y="1494"/>
                    <a:pt x="2154" y="1495"/>
                  </a:cubicBezTo>
                  <a:lnTo>
                    <a:pt x="2154" y="1495"/>
                  </a:lnTo>
                  <a:lnTo>
                    <a:pt x="2133" y="1507"/>
                  </a:lnTo>
                  <a:lnTo>
                    <a:pt x="2153" y="1493"/>
                  </a:lnTo>
                  <a:close/>
                  <a:moveTo>
                    <a:pt x="2117" y="1087"/>
                  </a:moveTo>
                  <a:lnTo>
                    <a:pt x="2117" y="1135"/>
                  </a:lnTo>
                  <a:cubicBezTo>
                    <a:pt x="2117" y="1273"/>
                    <a:pt x="2125" y="1338"/>
                    <a:pt x="2125" y="1411"/>
                  </a:cubicBezTo>
                  <a:cubicBezTo>
                    <a:pt x="2129" y="1454"/>
                    <a:pt x="2129" y="1493"/>
                    <a:pt x="2129" y="1493"/>
                  </a:cubicBezTo>
                  <a:cubicBezTo>
                    <a:pt x="2129" y="1493"/>
                    <a:pt x="2129" y="1473"/>
                    <a:pt x="2133" y="1419"/>
                  </a:cubicBezTo>
                  <a:cubicBezTo>
                    <a:pt x="2133" y="1395"/>
                    <a:pt x="2141" y="1370"/>
                    <a:pt x="2141" y="1346"/>
                  </a:cubicBezTo>
                  <a:cubicBezTo>
                    <a:pt x="2141" y="1370"/>
                    <a:pt x="2141" y="1395"/>
                    <a:pt x="2141" y="1419"/>
                  </a:cubicBezTo>
                  <a:cubicBezTo>
                    <a:pt x="2133" y="1481"/>
                    <a:pt x="2140" y="1491"/>
                    <a:pt x="2148" y="1492"/>
                  </a:cubicBezTo>
                  <a:lnTo>
                    <a:pt x="2148" y="1492"/>
                  </a:lnTo>
                  <a:cubicBezTo>
                    <a:pt x="2146" y="1494"/>
                    <a:pt x="2144" y="1496"/>
                    <a:pt x="2142" y="1497"/>
                  </a:cubicBezTo>
                  <a:lnTo>
                    <a:pt x="2142" y="1497"/>
                  </a:lnTo>
                  <a:cubicBezTo>
                    <a:pt x="2131" y="1503"/>
                    <a:pt x="2123" y="1508"/>
                    <a:pt x="2117" y="1512"/>
                  </a:cubicBezTo>
                  <a:lnTo>
                    <a:pt x="2117" y="1512"/>
                  </a:lnTo>
                  <a:cubicBezTo>
                    <a:pt x="2109" y="1507"/>
                    <a:pt x="2098" y="1501"/>
                    <a:pt x="2084" y="1492"/>
                  </a:cubicBezTo>
                  <a:lnTo>
                    <a:pt x="2084" y="1492"/>
                  </a:lnTo>
                  <a:lnTo>
                    <a:pt x="2092" y="1500"/>
                  </a:lnTo>
                  <a:cubicBezTo>
                    <a:pt x="2089" y="1497"/>
                    <a:pt x="2086" y="1494"/>
                    <a:pt x="2083" y="1491"/>
                  </a:cubicBezTo>
                  <a:lnTo>
                    <a:pt x="2083" y="1491"/>
                  </a:lnTo>
                  <a:lnTo>
                    <a:pt x="2084" y="1492"/>
                  </a:lnTo>
                  <a:lnTo>
                    <a:pt x="2084" y="1490"/>
                  </a:lnTo>
                  <a:lnTo>
                    <a:pt x="2100" y="1500"/>
                  </a:lnTo>
                  <a:cubicBezTo>
                    <a:pt x="2100" y="1500"/>
                    <a:pt x="2100" y="1500"/>
                    <a:pt x="2084" y="1489"/>
                  </a:cubicBezTo>
                  <a:lnTo>
                    <a:pt x="2084" y="1489"/>
                  </a:lnTo>
                  <a:lnTo>
                    <a:pt x="2084" y="1484"/>
                  </a:lnTo>
                  <a:lnTo>
                    <a:pt x="2074" y="1476"/>
                  </a:lnTo>
                  <a:lnTo>
                    <a:pt x="2074" y="1476"/>
                  </a:lnTo>
                  <a:lnTo>
                    <a:pt x="2074" y="1476"/>
                  </a:lnTo>
                  <a:lnTo>
                    <a:pt x="2073" y="1475"/>
                  </a:lnTo>
                  <a:lnTo>
                    <a:pt x="2073" y="1475"/>
                  </a:lnTo>
                  <a:cubicBezTo>
                    <a:pt x="2070" y="1469"/>
                    <a:pt x="2068" y="1462"/>
                    <a:pt x="2066" y="1456"/>
                  </a:cubicBezTo>
                  <a:lnTo>
                    <a:pt x="2066" y="1456"/>
                  </a:lnTo>
                  <a:cubicBezTo>
                    <a:pt x="2069" y="1464"/>
                    <a:pt x="2071" y="1468"/>
                    <a:pt x="2071" y="1468"/>
                  </a:cubicBezTo>
                  <a:cubicBezTo>
                    <a:pt x="2072" y="1468"/>
                    <a:pt x="2068" y="1452"/>
                    <a:pt x="2061" y="1422"/>
                  </a:cubicBezTo>
                  <a:lnTo>
                    <a:pt x="2061" y="1422"/>
                  </a:lnTo>
                  <a:cubicBezTo>
                    <a:pt x="2060" y="1421"/>
                    <a:pt x="2060" y="1420"/>
                    <a:pt x="2060" y="1419"/>
                  </a:cubicBezTo>
                  <a:lnTo>
                    <a:pt x="2027" y="1289"/>
                  </a:lnTo>
                  <a:cubicBezTo>
                    <a:pt x="2027" y="1289"/>
                    <a:pt x="2003" y="1224"/>
                    <a:pt x="1987" y="1160"/>
                  </a:cubicBezTo>
                  <a:cubicBezTo>
                    <a:pt x="1983" y="1140"/>
                    <a:pt x="1982" y="1131"/>
                    <a:pt x="1984" y="1131"/>
                  </a:cubicBezTo>
                  <a:lnTo>
                    <a:pt x="1984" y="1131"/>
                  </a:lnTo>
                  <a:cubicBezTo>
                    <a:pt x="1989" y="1131"/>
                    <a:pt x="2016" y="1205"/>
                    <a:pt x="2052" y="1354"/>
                  </a:cubicBezTo>
                  <a:lnTo>
                    <a:pt x="2052" y="1354"/>
                  </a:lnTo>
                  <a:lnTo>
                    <a:pt x="2052" y="1354"/>
                  </a:lnTo>
                  <a:cubicBezTo>
                    <a:pt x="2052" y="1354"/>
                    <a:pt x="2060" y="1354"/>
                    <a:pt x="2068" y="1419"/>
                  </a:cubicBezTo>
                  <a:cubicBezTo>
                    <a:pt x="2076" y="1443"/>
                    <a:pt x="2076" y="1468"/>
                    <a:pt x="2084" y="1484"/>
                  </a:cubicBezTo>
                  <a:lnTo>
                    <a:pt x="2077" y="1427"/>
                  </a:lnTo>
                  <a:lnTo>
                    <a:pt x="2077" y="1427"/>
                  </a:lnTo>
                  <a:cubicBezTo>
                    <a:pt x="2082" y="1447"/>
                    <a:pt x="2085" y="1458"/>
                    <a:pt x="2085" y="1458"/>
                  </a:cubicBezTo>
                  <a:cubicBezTo>
                    <a:pt x="2086" y="1458"/>
                    <a:pt x="2080" y="1423"/>
                    <a:pt x="2068" y="1354"/>
                  </a:cubicBezTo>
                  <a:cubicBezTo>
                    <a:pt x="2060" y="1289"/>
                    <a:pt x="2056" y="1257"/>
                    <a:pt x="2057" y="1257"/>
                  </a:cubicBezTo>
                  <a:lnTo>
                    <a:pt x="2057" y="1257"/>
                  </a:lnTo>
                  <a:cubicBezTo>
                    <a:pt x="2058" y="1257"/>
                    <a:pt x="2064" y="1288"/>
                    <a:pt x="2075" y="1349"/>
                  </a:cubicBezTo>
                  <a:lnTo>
                    <a:pt x="2075" y="1349"/>
                  </a:lnTo>
                  <a:cubicBezTo>
                    <a:pt x="2072" y="1323"/>
                    <a:pt x="2071" y="1312"/>
                    <a:pt x="2072" y="1312"/>
                  </a:cubicBezTo>
                  <a:lnTo>
                    <a:pt x="2072" y="1312"/>
                  </a:lnTo>
                  <a:cubicBezTo>
                    <a:pt x="2074" y="1312"/>
                    <a:pt x="2078" y="1328"/>
                    <a:pt x="2084" y="1354"/>
                  </a:cubicBezTo>
                  <a:cubicBezTo>
                    <a:pt x="2088" y="1392"/>
                    <a:pt x="2090" y="1410"/>
                    <a:pt x="2091" y="1410"/>
                  </a:cubicBezTo>
                  <a:cubicBezTo>
                    <a:pt x="2092" y="1410"/>
                    <a:pt x="2092" y="1394"/>
                    <a:pt x="2092" y="1362"/>
                  </a:cubicBezTo>
                  <a:cubicBezTo>
                    <a:pt x="2092" y="1362"/>
                    <a:pt x="2092" y="1362"/>
                    <a:pt x="2100" y="1427"/>
                  </a:cubicBezTo>
                  <a:cubicBezTo>
                    <a:pt x="2100" y="1395"/>
                    <a:pt x="2100" y="1378"/>
                    <a:pt x="2101" y="1378"/>
                  </a:cubicBezTo>
                  <a:cubicBezTo>
                    <a:pt x="2102" y="1378"/>
                    <a:pt x="2104" y="1395"/>
                    <a:pt x="2109" y="1427"/>
                  </a:cubicBezTo>
                  <a:cubicBezTo>
                    <a:pt x="2109" y="1289"/>
                    <a:pt x="2100" y="1224"/>
                    <a:pt x="2100" y="1224"/>
                  </a:cubicBezTo>
                  <a:cubicBezTo>
                    <a:pt x="2100" y="1224"/>
                    <a:pt x="2100" y="1224"/>
                    <a:pt x="2092" y="1151"/>
                  </a:cubicBezTo>
                  <a:lnTo>
                    <a:pt x="2100" y="1151"/>
                  </a:lnTo>
                  <a:cubicBezTo>
                    <a:pt x="2109" y="1151"/>
                    <a:pt x="2109" y="1151"/>
                    <a:pt x="2117" y="1087"/>
                  </a:cubicBezTo>
                  <a:close/>
                  <a:moveTo>
                    <a:pt x="2152" y="1513"/>
                  </a:moveTo>
                  <a:cubicBezTo>
                    <a:pt x="2152" y="1513"/>
                    <a:pt x="2152" y="1513"/>
                    <a:pt x="2152" y="1513"/>
                  </a:cubicBezTo>
                  <a:lnTo>
                    <a:pt x="2152" y="1513"/>
                  </a:lnTo>
                  <a:cubicBezTo>
                    <a:pt x="2152" y="1513"/>
                    <a:pt x="2152" y="1513"/>
                    <a:pt x="2152" y="1513"/>
                  </a:cubicBezTo>
                  <a:close/>
                  <a:moveTo>
                    <a:pt x="2083" y="1513"/>
                  </a:moveTo>
                  <a:lnTo>
                    <a:pt x="2084" y="1515"/>
                  </a:lnTo>
                  <a:lnTo>
                    <a:pt x="2084" y="1515"/>
                  </a:lnTo>
                  <a:cubicBezTo>
                    <a:pt x="2083" y="1515"/>
                    <a:pt x="2083" y="1515"/>
                    <a:pt x="2083" y="1515"/>
                  </a:cubicBezTo>
                  <a:lnTo>
                    <a:pt x="2083" y="1515"/>
                  </a:lnTo>
                  <a:cubicBezTo>
                    <a:pt x="2083" y="1515"/>
                    <a:pt x="2083" y="1515"/>
                    <a:pt x="2083" y="1515"/>
                  </a:cubicBezTo>
                  <a:lnTo>
                    <a:pt x="2083" y="1515"/>
                  </a:lnTo>
                  <a:cubicBezTo>
                    <a:pt x="2082" y="1515"/>
                    <a:pt x="2081" y="1514"/>
                    <a:pt x="2080" y="1514"/>
                  </a:cubicBezTo>
                  <a:lnTo>
                    <a:pt x="2080" y="1514"/>
                  </a:lnTo>
                  <a:cubicBezTo>
                    <a:pt x="2081" y="1514"/>
                    <a:pt x="2082" y="1514"/>
                    <a:pt x="2083" y="1515"/>
                  </a:cubicBezTo>
                  <a:lnTo>
                    <a:pt x="2083" y="1515"/>
                  </a:lnTo>
                  <a:cubicBezTo>
                    <a:pt x="2083" y="1514"/>
                    <a:pt x="2083" y="1513"/>
                    <a:pt x="2083" y="1513"/>
                  </a:cubicBezTo>
                  <a:close/>
                  <a:moveTo>
                    <a:pt x="2084" y="1500"/>
                  </a:moveTo>
                  <a:cubicBezTo>
                    <a:pt x="2096" y="1506"/>
                    <a:pt x="2105" y="1511"/>
                    <a:pt x="2113" y="1514"/>
                  </a:cubicBezTo>
                  <a:lnTo>
                    <a:pt x="2113" y="1514"/>
                  </a:lnTo>
                  <a:cubicBezTo>
                    <a:pt x="2113" y="1515"/>
                    <a:pt x="2112" y="1515"/>
                    <a:pt x="2112" y="1515"/>
                  </a:cubicBezTo>
                  <a:lnTo>
                    <a:pt x="2112" y="1515"/>
                  </a:lnTo>
                  <a:cubicBezTo>
                    <a:pt x="2104" y="1511"/>
                    <a:pt x="2095" y="1506"/>
                    <a:pt x="2084" y="1500"/>
                  </a:cubicBezTo>
                  <a:close/>
                  <a:moveTo>
                    <a:pt x="2154" y="1501"/>
                  </a:moveTo>
                  <a:lnTo>
                    <a:pt x="2154" y="1501"/>
                  </a:lnTo>
                  <a:cubicBezTo>
                    <a:pt x="2154" y="1502"/>
                    <a:pt x="2154" y="1503"/>
                    <a:pt x="2154" y="1504"/>
                  </a:cubicBezTo>
                  <a:lnTo>
                    <a:pt x="2154" y="1504"/>
                  </a:lnTo>
                  <a:cubicBezTo>
                    <a:pt x="2143" y="1508"/>
                    <a:pt x="2134" y="1512"/>
                    <a:pt x="2125" y="1518"/>
                  </a:cubicBezTo>
                  <a:lnTo>
                    <a:pt x="2125" y="1518"/>
                  </a:lnTo>
                  <a:cubicBezTo>
                    <a:pt x="2124" y="1517"/>
                    <a:pt x="2123" y="1516"/>
                    <a:pt x="2121" y="1515"/>
                  </a:cubicBezTo>
                  <a:lnTo>
                    <a:pt x="2121" y="1515"/>
                  </a:lnTo>
                  <a:cubicBezTo>
                    <a:pt x="2130" y="1512"/>
                    <a:pt x="2141" y="1507"/>
                    <a:pt x="2154" y="1501"/>
                  </a:cubicBezTo>
                  <a:close/>
                  <a:moveTo>
                    <a:pt x="2119" y="1517"/>
                  </a:moveTo>
                  <a:lnTo>
                    <a:pt x="2119" y="1517"/>
                  </a:lnTo>
                  <a:cubicBezTo>
                    <a:pt x="2120" y="1518"/>
                    <a:pt x="2121" y="1518"/>
                    <a:pt x="2122" y="1519"/>
                  </a:cubicBezTo>
                  <a:lnTo>
                    <a:pt x="2122" y="1519"/>
                  </a:lnTo>
                  <a:cubicBezTo>
                    <a:pt x="2122" y="1519"/>
                    <a:pt x="2121" y="1519"/>
                    <a:pt x="2121" y="1520"/>
                  </a:cubicBezTo>
                  <a:lnTo>
                    <a:pt x="2121" y="1520"/>
                  </a:lnTo>
                  <a:cubicBezTo>
                    <a:pt x="2120" y="1519"/>
                    <a:pt x="2119" y="1519"/>
                    <a:pt x="2118" y="1518"/>
                  </a:cubicBezTo>
                  <a:lnTo>
                    <a:pt x="2118" y="1518"/>
                  </a:lnTo>
                  <a:lnTo>
                    <a:pt x="2119" y="1517"/>
                  </a:lnTo>
                  <a:close/>
                  <a:moveTo>
                    <a:pt x="2084" y="1515"/>
                  </a:moveTo>
                  <a:cubicBezTo>
                    <a:pt x="2091" y="1517"/>
                    <a:pt x="2097" y="1519"/>
                    <a:pt x="2103" y="1521"/>
                  </a:cubicBezTo>
                  <a:lnTo>
                    <a:pt x="2103" y="1521"/>
                  </a:lnTo>
                  <a:cubicBezTo>
                    <a:pt x="2102" y="1521"/>
                    <a:pt x="2102" y="1522"/>
                    <a:pt x="2102" y="1522"/>
                  </a:cubicBezTo>
                  <a:lnTo>
                    <a:pt x="2102" y="1522"/>
                  </a:lnTo>
                  <a:cubicBezTo>
                    <a:pt x="2096" y="1520"/>
                    <a:pt x="2089" y="1517"/>
                    <a:pt x="2084" y="1515"/>
                  </a:cubicBezTo>
                  <a:lnTo>
                    <a:pt x="2084" y="1515"/>
                  </a:lnTo>
                  <a:lnTo>
                    <a:pt x="2084" y="1516"/>
                  </a:lnTo>
                  <a:cubicBezTo>
                    <a:pt x="2084" y="1518"/>
                    <a:pt x="2084" y="1519"/>
                    <a:pt x="2084" y="1519"/>
                  </a:cubicBezTo>
                  <a:cubicBezTo>
                    <a:pt x="2084" y="1519"/>
                    <a:pt x="2084" y="1518"/>
                    <a:pt x="2083" y="1515"/>
                  </a:cubicBezTo>
                  <a:lnTo>
                    <a:pt x="2083" y="1515"/>
                  </a:lnTo>
                  <a:cubicBezTo>
                    <a:pt x="2083" y="1515"/>
                    <a:pt x="2084" y="1515"/>
                    <a:pt x="2084" y="1515"/>
                  </a:cubicBezTo>
                  <a:lnTo>
                    <a:pt x="2084" y="1515"/>
                  </a:lnTo>
                  <a:lnTo>
                    <a:pt x="2084" y="1515"/>
                  </a:lnTo>
                  <a:close/>
                  <a:moveTo>
                    <a:pt x="2105" y="1522"/>
                  </a:moveTo>
                  <a:cubicBezTo>
                    <a:pt x="2107" y="1522"/>
                    <a:pt x="2108" y="1523"/>
                    <a:pt x="2110" y="1523"/>
                  </a:cubicBezTo>
                  <a:lnTo>
                    <a:pt x="2110" y="1523"/>
                  </a:lnTo>
                  <a:lnTo>
                    <a:pt x="2109" y="1524"/>
                  </a:lnTo>
                  <a:lnTo>
                    <a:pt x="2109" y="1524"/>
                  </a:lnTo>
                  <a:cubicBezTo>
                    <a:pt x="2107" y="1524"/>
                    <a:pt x="2105" y="1523"/>
                    <a:pt x="2103" y="1522"/>
                  </a:cubicBezTo>
                  <a:lnTo>
                    <a:pt x="2103" y="1522"/>
                  </a:lnTo>
                  <a:cubicBezTo>
                    <a:pt x="2104" y="1522"/>
                    <a:pt x="2104" y="1522"/>
                    <a:pt x="2105" y="1522"/>
                  </a:cubicBezTo>
                  <a:close/>
                  <a:moveTo>
                    <a:pt x="2110" y="1523"/>
                  </a:moveTo>
                  <a:lnTo>
                    <a:pt x="2110" y="1523"/>
                  </a:lnTo>
                  <a:cubicBezTo>
                    <a:pt x="2111" y="1524"/>
                    <a:pt x="2112" y="1524"/>
                    <a:pt x="2113" y="1524"/>
                  </a:cubicBezTo>
                  <a:lnTo>
                    <a:pt x="2113" y="1524"/>
                  </a:lnTo>
                  <a:cubicBezTo>
                    <a:pt x="2113" y="1525"/>
                    <a:pt x="2112" y="1525"/>
                    <a:pt x="2112" y="1525"/>
                  </a:cubicBezTo>
                  <a:lnTo>
                    <a:pt x="2112" y="1525"/>
                  </a:lnTo>
                  <a:cubicBezTo>
                    <a:pt x="2111" y="1525"/>
                    <a:pt x="2110" y="1525"/>
                    <a:pt x="2109" y="1524"/>
                  </a:cubicBezTo>
                  <a:lnTo>
                    <a:pt x="2109" y="1524"/>
                  </a:lnTo>
                  <a:lnTo>
                    <a:pt x="2110" y="1523"/>
                  </a:lnTo>
                  <a:close/>
                  <a:moveTo>
                    <a:pt x="2106" y="1530"/>
                  </a:moveTo>
                  <a:cubicBezTo>
                    <a:pt x="2106" y="1530"/>
                    <a:pt x="2106" y="1530"/>
                    <a:pt x="2106" y="1530"/>
                  </a:cubicBezTo>
                  <a:lnTo>
                    <a:pt x="2106" y="1530"/>
                  </a:lnTo>
                  <a:cubicBezTo>
                    <a:pt x="2106" y="1530"/>
                    <a:pt x="2106" y="1530"/>
                    <a:pt x="2106" y="1530"/>
                  </a:cubicBezTo>
                  <a:close/>
                  <a:moveTo>
                    <a:pt x="1630" y="1516"/>
                  </a:moveTo>
                  <a:cubicBezTo>
                    <a:pt x="1679" y="1516"/>
                    <a:pt x="1719" y="1524"/>
                    <a:pt x="1768" y="1533"/>
                  </a:cubicBezTo>
                  <a:cubicBezTo>
                    <a:pt x="1795" y="1536"/>
                    <a:pt x="1799" y="1538"/>
                    <a:pt x="1786" y="1538"/>
                  </a:cubicBezTo>
                  <a:cubicBezTo>
                    <a:pt x="1767" y="1538"/>
                    <a:pt x="1711" y="1534"/>
                    <a:pt x="1630" y="1524"/>
                  </a:cubicBezTo>
                  <a:lnTo>
                    <a:pt x="1630" y="1516"/>
                  </a:lnTo>
                  <a:close/>
                  <a:moveTo>
                    <a:pt x="1614" y="1448"/>
                  </a:moveTo>
                  <a:cubicBezTo>
                    <a:pt x="1623" y="1448"/>
                    <a:pt x="1636" y="1449"/>
                    <a:pt x="1655" y="1451"/>
                  </a:cubicBezTo>
                  <a:cubicBezTo>
                    <a:pt x="1695" y="1451"/>
                    <a:pt x="1744" y="1460"/>
                    <a:pt x="1784" y="1476"/>
                  </a:cubicBezTo>
                  <a:cubicBezTo>
                    <a:pt x="1857" y="1484"/>
                    <a:pt x="1849" y="1492"/>
                    <a:pt x="1849" y="1492"/>
                  </a:cubicBezTo>
                  <a:cubicBezTo>
                    <a:pt x="1898" y="1500"/>
                    <a:pt x="1938" y="1508"/>
                    <a:pt x="1987" y="1516"/>
                  </a:cubicBezTo>
                  <a:cubicBezTo>
                    <a:pt x="2014" y="1523"/>
                    <a:pt x="2032" y="1526"/>
                    <a:pt x="2037" y="1526"/>
                  </a:cubicBezTo>
                  <a:cubicBezTo>
                    <a:pt x="2044" y="1526"/>
                    <a:pt x="2029" y="1521"/>
                    <a:pt x="1987" y="1516"/>
                  </a:cubicBezTo>
                  <a:lnTo>
                    <a:pt x="1987" y="1516"/>
                  </a:lnTo>
                  <a:cubicBezTo>
                    <a:pt x="2060" y="1524"/>
                    <a:pt x="2060" y="1524"/>
                    <a:pt x="2060" y="1524"/>
                  </a:cubicBezTo>
                  <a:cubicBezTo>
                    <a:pt x="2060" y="1521"/>
                    <a:pt x="2060" y="1519"/>
                    <a:pt x="2065" y="1519"/>
                  </a:cubicBezTo>
                  <a:cubicBezTo>
                    <a:pt x="2071" y="1519"/>
                    <a:pt x="2083" y="1522"/>
                    <a:pt x="2109" y="1527"/>
                  </a:cubicBezTo>
                  <a:lnTo>
                    <a:pt x="2109" y="1527"/>
                  </a:lnTo>
                  <a:cubicBezTo>
                    <a:pt x="2106" y="1529"/>
                    <a:pt x="2103" y="1531"/>
                    <a:pt x="2100" y="1533"/>
                  </a:cubicBezTo>
                  <a:cubicBezTo>
                    <a:pt x="2092" y="1536"/>
                    <a:pt x="2085" y="1538"/>
                    <a:pt x="2079" y="1540"/>
                  </a:cubicBezTo>
                  <a:lnTo>
                    <a:pt x="2079" y="1540"/>
                  </a:lnTo>
                  <a:lnTo>
                    <a:pt x="2044" y="1533"/>
                  </a:lnTo>
                  <a:lnTo>
                    <a:pt x="1979" y="1524"/>
                  </a:lnTo>
                  <a:lnTo>
                    <a:pt x="1979" y="1524"/>
                  </a:lnTo>
                  <a:cubicBezTo>
                    <a:pt x="1979" y="1524"/>
                    <a:pt x="1979" y="1524"/>
                    <a:pt x="1979" y="1524"/>
                  </a:cubicBezTo>
                  <a:lnTo>
                    <a:pt x="1979" y="1524"/>
                  </a:lnTo>
                  <a:cubicBezTo>
                    <a:pt x="1914" y="1508"/>
                    <a:pt x="1784" y="1484"/>
                    <a:pt x="1711" y="1476"/>
                  </a:cubicBezTo>
                  <a:cubicBezTo>
                    <a:pt x="1614" y="1458"/>
                    <a:pt x="1590" y="1448"/>
                    <a:pt x="1614" y="1448"/>
                  </a:cubicBezTo>
                  <a:close/>
                  <a:moveTo>
                    <a:pt x="1979" y="1524"/>
                  </a:moveTo>
                  <a:lnTo>
                    <a:pt x="2076" y="1542"/>
                  </a:lnTo>
                  <a:lnTo>
                    <a:pt x="2076" y="1542"/>
                  </a:lnTo>
                  <a:cubicBezTo>
                    <a:pt x="2075" y="1542"/>
                    <a:pt x="2073" y="1543"/>
                    <a:pt x="2072" y="1543"/>
                  </a:cubicBezTo>
                  <a:lnTo>
                    <a:pt x="2072" y="1543"/>
                  </a:lnTo>
                  <a:cubicBezTo>
                    <a:pt x="2062" y="1541"/>
                    <a:pt x="2019" y="1534"/>
                    <a:pt x="1979" y="1524"/>
                  </a:cubicBezTo>
                  <a:close/>
                  <a:moveTo>
                    <a:pt x="2109" y="1537"/>
                  </a:moveTo>
                  <a:cubicBezTo>
                    <a:pt x="2112" y="1537"/>
                    <a:pt x="2106" y="1540"/>
                    <a:pt x="2093" y="1544"/>
                  </a:cubicBezTo>
                  <a:lnTo>
                    <a:pt x="2093" y="1544"/>
                  </a:lnTo>
                  <a:lnTo>
                    <a:pt x="2086" y="1542"/>
                  </a:lnTo>
                  <a:lnTo>
                    <a:pt x="2086" y="1542"/>
                  </a:lnTo>
                  <a:cubicBezTo>
                    <a:pt x="2100" y="1538"/>
                    <a:pt x="2107" y="1537"/>
                    <a:pt x="2109" y="1537"/>
                  </a:cubicBezTo>
                  <a:close/>
                  <a:moveTo>
                    <a:pt x="2044" y="1541"/>
                  </a:moveTo>
                  <a:cubicBezTo>
                    <a:pt x="2058" y="1542"/>
                    <a:pt x="2067" y="1543"/>
                    <a:pt x="2071" y="1544"/>
                  </a:cubicBezTo>
                  <a:lnTo>
                    <a:pt x="2071" y="1544"/>
                  </a:lnTo>
                  <a:cubicBezTo>
                    <a:pt x="2070" y="1544"/>
                    <a:pt x="2069" y="1544"/>
                    <a:pt x="2068" y="1545"/>
                  </a:cubicBezTo>
                  <a:lnTo>
                    <a:pt x="2068" y="1545"/>
                  </a:lnTo>
                  <a:cubicBezTo>
                    <a:pt x="2060" y="1544"/>
                    <a:pt x="2052" y="1542"/>
                    <a:pt x="2044" y="1541"/>
                  </a:cubicBezTo>
                  <a:close/>
                  <a:moveTo>
                    <a:pt x="2083" y="1543"/>
                  </a:moveTo>
                  <a:lnTo>
                    <a:pt x="2091" y="1544"/>
                  </a:lnTo>
                  <a:lnTo>
                    <a:pt x="2091" y="1544"/>
                  </a:lnTo>
                  <a:cubicBezTo>
                    <a:pt x="2088" y="1545"/>
                    <a:pt x="2084" y="1546"/>
                    <a:pt x="2081" y="1547"/>
                  </a:cubicBezTo>
                  <a:lnTo>
                    <a:pt x="2081" y="1547"/>
                  </a:lnTo>
                  <a:cubicBezTo>
                    <a:pt x="2078" y="1547"/>
                    <a:pt x="2076" y="1546"/>
                    <a:pt x="2073" y="1546"/>
                  </a:cubicBezTo>
                  <a:lnTo>
                    <a:pt x="2073" y="1546"/>
                  </a:lnTo>
                  <a:cubicBezTo>
                    <a:pt x="2076" y="1545"/>
                    <a:pt x="2080" y="1544"/>
                    <a:pt x="2083" y="1543"/>
                  </a:cubicBezTo>
                  <a:close/>
                  <a:moveTo>
                    <a:pt x="2059" y="1550"/>
                  </a:moveTo>
                  <a:cubicBezTo>
                    <a:pt x="2062" y="1550"/>
                    <a:pt x="2065" y="1550"/>
                    <a:pt x="2067" y="1550"/>
                  </a:cubicBezTo>
                  <a:lnTo>
                    <a:pt x="2067" y="1550"/>
                  </a:lnTo>
                  <a:cubicBezTo>
                    <a:pt x="2059" y="1552"/>
                    <a:pt x="2051" y="1554"/>
                    <a:pt x="2042" y="1555"/>
                  </a:cubicBezTo>
                  <a:lnTo>
                    <a:pt x="2042" y="1555"/>
                  </a:lnTo>
                  <a:cubicBezTo>
                    <a:pt x="2048" y="1553"/>
                    <a:pt x="2054" y="1551"/>
                    <a:pt x="2059" y="1550"/>
                  </a:cubicBezTo>
                  <a:close/>
                  <a:moveTo>
                    <a:pt x="2044" y="1549"/>
                  </a:moveTo>
                  <a:cubicBezTo>
                    <a:pt x="2048" y="1549"/>
                    <a:pt x="2052" y="1549"/>
                    <a:pt x="2055" y="1549"/>
                  </a:cubicBezTo>
                  <a:lnTo>
                    <a:pt x="2055" y="1549"/>
                  </a:lnTo>
                  <a:cubicBezTo>
                    <a:pt x="2047" y="1552"/>
                    <a:pt x="2043" y="1554"/>
                    <a:pt x="2040" y="1555"/>
                  </a:cubicBezTo>
                  <a:lnTo>
                    <a:pt x="2040" y="1555"/>
                  </a:lnTo>
                  <a:cubicBezTo>
                    <a:pt x="2038" y="1555"/>
                    <a:pt x="2037" y="1556"/>
                    <a:pt x="2035" y="1556"/>
                  </a:cubicBezTo>
                  <a:lnTo>
                    <a:pt x="2035" y="1556"/>
                  </a:lnTo>
                  <a:cubicBezTo>
                    <a:pt x="1971" y="1549"/>
                    <a:pt x="1974" y="1549"/>
                    <a:pt x="2044" y="1549"/>
                  </a:cubicBezTo>
                  <a:close/>
                  <a:moveTo>
                    <a:pt x="2145" y="1543"/>
                  </a:moveTo>
                  <a:cubicBezTo>
                    <a:pt x="2144" y="1547"/>
                    <a:pt x="2143" y="1552"/>
                    <a:pt x="2142" y="1556"/>
                  </a:cubicBezTo>
                  <a:lnTo>
                    <a:pt x="2142" y="1556"/>
                  </a:lnTo>
                  <a:cubicBezTo>
                    <a:pt x="2140" y="1556"/>
                    <a:pt x="2139" y="1556"/>
                    <a:pt x="2136" y="1555"/>
                  </a:cubicBezTo>
                  <a:lnTo>
                    <a:pt x="2136" y="1555"/>
                  </a:lnTo>
                  <a:lnTo>
                    <a:pt x="2133" y="1549"/>
                  </a:lnTo>
                  <a:lnTo>
                    <a:pt x="2133" y="1549"/>
                  </a:lnTo>
                  <a:cubicBezTo>
                    <a:pt x="2133" y="1551"/>
                    <a:pt x="2134" y="1553"/>
                    <a:pt x="2134" y="1555"/>
                  </a:cubicBezTo>
                  <a:lnTo>
                    <a:pt x="2134" y="1555"/>
                  </a:lnTo>
                  <a:cubicBezTo>
                    <a:pt x="2125" y="1554"/>
                    <a:pt x="2111" y="1552"/>
                    <a:pt x="2092" y="1549"/>
                  </a:cubicBezTo>
                  <a:lnTo>
                    <a:pt x="2092" y="1549"/>
                  </a:lnTo>
                  <a:cubicBezTo>
                    <a:pt x="2092" y="1549"/>
                    <a:pt x="2092" y="1549"/>
                    <a:pt x="2092" y="1549"/>
                  </a:cubicBezTo>
                  <a:cubicBezTo>
                    <a:pt x="2092" y="1549"/>
                    <a:pt x="2092" y="1549"/>
                    <a:pt x="2107" y="1547"/>
                  </a:cubicBezTo>
                  <a:lnTo>
                    <a:pt x="2107" y="1547"/>
                  </a:lnTo>
                  <a:lnTo>
                    <a:pt x="2117" y="1549"/>
                  </a:lnTo>
                  <a:lnTo>
                    <a:pt x="2109" y="1547"/>
                  </a:lnTo>
                  <a:lnTo>
                    <a:pt x="2109" y="1547"/>
                  </a:lnTo>
                  <a:cubicBezTo>
                    <a:pt x="2116" y="1546"/>
                    <a:pt x="2128" y="1545"/>
                    <a:pt x="2145" y="1543"/>
                  </a:cubicBezTo>
                  <a:close/>
                  <a:moveTo>
                    <a:pt x="2147" y="1536"/>
                  </a:moveTo>
                  <a:lnTo>
                    <a:pt x="2147" y="1536"/>
                  </a:lnTo>
                  <a:cubicBezTo>
                    <a:pt x="2147" y="1538"/>
                    <a:pt x="2146" y="1541"/>
                    <a:pt x="2146" y="1543"/>
                  </a:cubicBezTo>
                  <a:lnTo>
                    <a:pt x="2146" y="1543"/>
                  </a:lnTo>
                  <a:cubicBezTo>
                    <a:pt x="2152" y="1542"/>
                    <a:pt x="2158" y="1541"/>
                    <a:pt x="2165" y="1541"/>
                  </a:cubicBezTo>
                  <a:cubicBezTo>
                    <a:pt x="2167" y="1540"/>
                    <a:pt x="2168" y="1540"/>
                    <a:pt x="2169" y="1540"/>
                  </a:cubicBezTo>
                  <a:lnTo>
                    <a:pt x="2169" y="1540"/>
                  </a:lnTo>
                  <a:cubicBezTo>
                    <a:pt x="2161" y="1543"/>
                    <a:pt x="2161" y="1545"/>
                    <a:pt x="2157" y="1549"/>
                  </a:cubicBezTo>
                  <a:cubicBezTo>
                    <a:pt x="2157" y="1553"/>
                    <a:pt x="2157" y="1555"/>
                    <a:pt x="2143" y="1558"/>
                  </a:cubicBezTo>
                  <a:lnTo>
                    <a:pt x="2143" y="1558"/>
                  </a:lnTo>
                  <a:cubicBezTo>
                    <a:pt x="2143" y="1557"/>
                    <a:pt x="2143" y="1557"/>
                    <a:pt x="2143" y="1556"/>
                  </a:cubicBezTo>
                  <a:lnTo>
                    <a:pt x="2143" y="1556"/>
                  </a:lnTo>
                  <a:cubicBezTo>
                    <a:pt x="2146" y="1557"/>
                    <a:pt x="2147" y="1557"/>
                    <a:pt x="2147" y="1557"/>
                  </a:cubicBezTo>
                  <a:cubicBezTo>
                    <a:pt x="2147" y="1557"/>
                    <a:pt x="2146" y="1557"/>
                    <a:pt x="2143" y="1556"/>
                  </a:cubicBezTo>
                  <a:lnTo>
                    <a:pt x="2143" y="1556"/>
                  </a:lnTo>
                  <a:cubicBezTo>
                    <a:pt x="2143" y="1556"/>
                    <a:pt x="2143" y="1556"/>
                    <a:pt x="2143" y="1556"/>
                  </a:cubicBezTo>
                  <a:lnTo>
                    <a:pt x="2143" y="1556"/>
                  </a:lnTo>
                  <a:cubicBezTo>
                    <a:pt x="2143" y="1556"/>
                    <a:pt x="2142" y="1556"/>
                    <a:pt x="2142" y="1556"/>
                  </a:cubicBezTo>
                  <a:lnTo>
                    <a:pt x="2142" y="1556"/>
                  </a:lnTo>
                  <a:cubicBezTo>
                    <a:pt x="2142" y="1557"/>
                    <a:pt x="2142" y="1557"/>
                    <a:pt x="2142" y="1558"/>
                  </a:cubicBezTo>
                  <a:lnTo>
                    <a:pt x="2142" y="1558"/>
                  </a:lnTo>
                  <a:cubicBezTo>
                    <a:pt x="2142" y="1558"/>
                    <a:pt x="2142" y="1558"/>
                    <a:pt x="2143" y="1558"/>
                  </a:cubicBezTo>
                  <a:lnTo>
                    <a:pt x="2143" y="1558"/>
                  </a:lnTo>
                  <a:cubicBezTo>
                    <a:pt x="2142" y="1560"/>
                    <a:pt x="2142" y="1561"/>
                    <a:pt x="2141" y="1563"/>
                  </a:cubicBezTo>
                  <a:lnTo>
                    <a:pt x="2141" y="1563"/>
                  </a:lnTo>
                  <a:cubicBezTo>
                    <a:pt x="2142" y="1561"/>
                    <a:pt x="2142" y="1560"/>
                    <a:pt x="2142" y="1558"/>
                  </a:cubicBezTo>
                  <a:lnTo>
                    <a:pt x="2142" y="1558"/>
                  </a:lnTo>
                  <a:cubicBezTo>
                    <a:pt x="2141" y="1558"/>
                    <a:pt x="2139" y="1558"/>
                    <a:pt x="2138" y="1559"/>
                  </a:cubicBezTo>
                  <a:lnTo>
                    <a:pt x="2138" y="1559"/>
                  </a:lnTo>
                  <a:lnTo>
                    <a:pt x="2136" y="1556"/>
                  </a:lnTo>
                  <a:lnTo>
                    <a:pt x="2136" y="1556"/>
                  </a:lnTo>
                  <a:cubicBezTo>
                    <a:pt x="2139" y="1556"/>
                    <a:pt x="2141" y="1556"/>
                    <a:pt x="2142" y="1556"/>
                  </a:cubicBezTo>
                  <a:lnTo>
                    <a:pt x="2142" y="1556"/>
                  </a:lnTo>
                  <a:cubicBezTo>
                    <a:pt x="2142" y="1556"/>
                    <a:pt x="2142" y="1556"/>
                    <a:pt x="2142" y="1556"/>
                  </a:cubicBezTo>
                  <a:lnTo>
                    <a:pt x="2142" y="1556"/>
                  </a:lnTo>
                  <a:cubicBezTo>
                    <a:pt x="2142" y="1556"/>
                    <a:pt x="2143" y="1556"/>
                    <a:pt x="2143" y="1556"/>
                  </a:cubicBezTo>
                  <a:lnTo>
                    <a:pt x="2143" y="1556"/>
                  </a:lnTo>
                  <a:cubicBezTo>
                    <a:pt x="2144" y="1551"/>
                    <a:pt x="2145" y="1547"/>
                    <a:pt x="2146" y="1543"/>
                  </a:cubicBezTo>
                  <a:lnTo>
                    <a:pt x="2146" y="1543"/>
                  </a:lnTo>
                  <a:cubicBezTo>
                    <a:pt x="2146" y="1543"/>
                    <a:pt x="2145" y="1543"/>
                    <a:pt x="2145" y="1543"/>
                  </a:cubicBezTo>
                  <a:lnTo>
                    <a:pt x="2145" y="1543"/>
                  </a:lnTo>
                  <a:cubicBezTo>
                    <a:pt x="2146" y="1541"/>
                    <a:pt x="2146" y="1539"/>
                    <a:pt x="2147" y="1536"/>
                  </a:cubicBezTo>
                  <a:close/>
                  <a:moveTo>
                    <a:pt x="2157" y="1565"/>
                  </a:moveTo>
                  <a:cubicBezTo>
                    <a:pt x="2151" y="1566"/>
                    <a:pt x="2146" y="1566"/>
                    <a:pt x="2141" y="1567"/>
                  </a:cubicBezTo>
                  <a:lnTo>
                    <a:pt x="2141" y="1567"/>
                  </a:lnTo>
                  <a:lnTo>
                    <a:pt x="2141" y="1567"/>
                  </a:lnTo>
                  <a:lnTo>
                    <a:pt x="2141" y="1567"/>
                  </a:lnTo>
                  <a:cubicBezTo>
                    <a:pt x="2141" y="1566"/>
                    <a:pt x="2141" y="1565"/>
                    <a:pt x="2141" y="1565"/>
                  </a:cubicBezTo>
                  <a:close/>
                  <a:moveTo>
                    <a:pt x="2142" y="1573"/>
                  </a:moveTo>
                  <a:cubicBezTo>
                    <a:pt x="2144" y="1573"/>
                    <a:pt x="2147" y="1573"/>
                    <a:pt x="2149" y="1573"/>
                  </a:cubicBezTo>
                  <a:cubicBezTo>
                    <a:pt x="2147" y="1573"/>
                    <a:pt x="2144" y="1573"/>
                    <a:pt x="2142" y="1574"/>
                  </a:cubicBezTo>
                  <a:lnTo>
                    <a:pt x="2142" y="1574"/>
                  </a:lnTo>
                  <a:lnTo>
                    <a:pt x="2142" y="1573"/>
                  </a:lnTo>
                  <a:close/>
                  <a:moveTo>
                    <a:pt x="2036" y="1573"/>
                  </a:moveTo>
                  <a:cubicBezTo>
                    <a:pt x="2062" y="1575"/>
                    <a:pt x="2084" y="1576"/>
                    <a:pt x="2100" y="1576"/>
                  </a:cubicBezTo>
                  <a:lnTo>
                    <a:pt x="2100" y="1576"/>
                  </a:lnTo>
                  <a:cubicBezTo>
                    <a:pt x="2107" y="1576"/>
                    <a:pt x="2115" y="1575"/>
                    <a:pt x="2124" y="1575"/>
                  </a:cubicBezTo>
                  <a:lnTo>
                    <a:pt x="2124" y="1575"/>
                  </a:lnTo>
                  <a:cubicBezTo>
                    <a:pt x="2107" y="1574"/>
                    <a:pt x="2078" y="1573"/>
                    <a:pt x="2036" y="1573"/>
                  </a:cubicBezTo>
                  <a:close/>
                  <a:moveTo>
                    <a:pt x="2138" y="1581"/>
                  </a:moveTo>
                  <a:lnTo>
                    <a:pt x="2138" y="1581"/>
                  </a:lnTo>
                  <a:cubicBezTo>
                    <a:pt x="2139" y="1581"/>
                    <a:pt x="2140" y="1581"/>
                    <a:pt x="2141" y="1581"/>
                  </a:cubicBezTo>
                  <a:lnTo>
                    <a:pt x="2141" y="1581"/>
                  </a:lnTo>
                  <a:cubicBezTo>
                    <a:pt x="2141" y="1581"/>
                    <a:pt x="2141" y="1581"/>
                    <a:pt x="2141" y="1581"/>
                  </a:cubicBezTo>
                  <a:lnTo>
                    <a:pt x="2138" y="1581"/>
                  </a:lnTo>
                  <a:cubicBezTo>
                    <a:pt x="2138" y="1581"/>
                    <a:pt x="2138" y="1581"/>
                    <a:pt x="2138" y="1581"/>
                  </a:cubicBezTo>
                  <a:close/>
                  <a:moveTo>
                    <a:pt x="2143" y="1581"/>
                  </a:moveTo>
                  <a:cubicBezTo>
                    <a:pt x="2145" y="1581"/>
                    <a:pt x="2147" y="1581"/>
                    <a:pt x="2149" y="1581"/>
                  </a:cubicBezTo>
                  <a:lnTo>
                    <a:pt x="2143" y="1581"/>
                  </a:lnTo>
                  <a:lnTo>
                    <a:pt x="2143" y="1581"/>
                  </a:lnTo>
                  <a:close/>
                  <a:moveTo>
                    <a:pt x="2246" y="1589"/>
                  </a:moveTo>
                  <a:cubicBezTo>
                    <a:pt x="2254" y="1589"/>
                    <a:pt x="2246" y="1591"/>
                    <a:pt x="2228" y="1595"/>
                  </a:cubicBezTo>
                  <a:lnTo>
                    <a:pt x="2228" y="1595"/>
                  </a:lnTo>
                  <a:lnTo>
                    <a:pt x="2246" y="1589"/>
                  </a:lnTo>
                  <a:close/>
                  <a:moveTo>
                    <a:pt x="1963" y="1589"/>
                  </a:moveTo>
                  <a:lnTo>
                    <a:pt x="1825" y="1597"/>
                  </a:lnTo>
                  <a:lnTo>
                    <a:pt x="1890" y="1597"/>
                  </a:lnTo>
                  <a:lnTo>
                    <a:pt x="1963" y="1589"/>
                  </a:lnTo>
                  <a:close/>
                  <a:moveTo>
                    <a:pt x="2082" y="1551"/>
                  </a:moveTo>
                  <a:lnTo>
                    <a:pt x="2082" y="1551"/>
                  </a:lnTo>
                  <a:cubicBezTo>
                    <a:pt x="2107" y="1553"/>
                    <a:pt x="2124" y="1555"/>
                    <a:pt x="2135" y="1556"/>
                  </a:cubicBezTo>
                  <a:lnTo>
                    <a:pt x="2135" y="1556"/>
                  </a:lnTo>
                  <a:cubicBezTo>
                    <a:pt x="2135" y="1557"/>
                    <a:pt x="2135" y="1558"/>
                    <a:pt x="2135" y="1559"/>
                  </a:cubicBezTo>
                  <a:lnTo>
                    <a:pt x="2135" y="1559"/>
                  </a:lnTo>
                  <a:cubicBezTo>
                    <a:pt x="2125" y="1560"/>
                    <a:pt x="2108" y="1562"/>
                    <a:pt x="2084" y="1565"/>
                  </a:cubicBezTo>
                  <a:lnTo>
                    <a:pt x="2137" y="1565"/>
                  </a:lnTo>
                  <a:cubicBezTo>
                    <a:pt x="2137" y="1566"/>
                    <a:pt x="2137" y="1566"/>
                    <a:pt x="2137" y="1567"/>
                  </a:cubicBezTo>
                  <a:lnTo>
                    <a:pt x="2137" y="1567"/>
                  </a:lnTo>
                  <a:cubicBezTo>
                    <a:pt x="2088" y="1573"/>
                    <a:pt x="2090" y="1573"/>
                    <a:pt x="2139" y="1573"/>
                  </a:cubicBezTo>
                  <a:lnTo>
                    <a:pt x="2139" y="1573"/>
                  </a:lnTo>
                  <a:cubicBezTo>
                    <a:pt x="2139" y="1573"/>
                    <a:pt x="2139" y="1573"/>
                    <a:pt x="2139" y="1574"/>
                  </a:cubicBezTo>
                  <a:lnTo>
                    <a:pt x="2139" y="1574"/>
                  </a:lnTo>
                  <a:cubicBezTo>
                    <a:pt x="2134" y="1574"/>
                    <a:pt x="2129" y="1574"/>
                    <a:pt x="2124" y="1575"/>
                  </a:cubicBezTo>
                  <a:lnTo>
                    <a:pt x="2124" y="1575"/>
                  </a:lnTo>
                  <a:cubicBezTo>
                    <a:pt x="2133" y="1575"/>
                    <a:pt x="2138" y="1576"/>
                    <a:pt x="2139" y="1576"/>
                  </a:cubicBezTo>
                  <a:lnTo>
                    <a:pt x="2139" y="1576"/>
                  </a:lnTo>
                  <a:cubicBezTo>
                    <a:pt x="2139" y="1576"/>
                    <a:pt x="2139" y="1576"/>
                    <a:pt x="2139" y="1576"/>
                  </a:cubicBezTo>
                  <a:lnTo>
                    <a:pt x="2139" y="1576"/>
                  </a:lnTo>
                  <a:cubicBezTo>
                    <a:pt x="2138" y="1577"/>
                    <a:pt x="2134" y="1577"/>
                    <a:pt x="2127" y="1577"/>
                  </a:cubicBezTo>
                  <a:cubicBezTo>
                    <a:pt x="2121" y="1577"/>
                    <a:pt x="2112" y="1577"/>
                    <a:pt x="2100" y="1576"/>
                  </a:cubicBezTo>
                  <a:lnTo>
                    <a:pt x="2100" y="1576"/>
                  </a:lnTo>
                  <a:cubicBezTo>
                    <a:pt x="2023" y="1581"/>
                    <a:pt x="2031" y="1581"/>
                    <a:pt x="2138" y="1581"/>
                  </a:cubicBezTo>
                  <a:lnTo>
                    <a:pt x="2138" y="1581"/>
                  </a:lnTo>
                  <a:cubicBezTo>
                    <a:pt x="2138" y="1581"/>
                    <a:pt x="2138" y="1581"/>
                    <a:pt x="2138" y="1581"/>
                  </a:cubicBezTo>
                  <a:lnTo>
                    <a:pt x="2076" y="1581"/>
                  </a:lnTo>
                  <a:cubicBezTo>
                    <a:pt x="2128" y="1587"/>
                    <a:pt x="2139" y="1593"/>
                    <a:pt x="2118" y="1593"/>
                  </a:cubicBezTo>
                  <a:cubicBezTo>
                    <a:pt x="2109" y="1593"/>
                    <a:pt x="2095" y="1592"/>
                    <a:pt x="2076" y="1589"/>
                  </a:cubicBezTo>
                  <a:lnTo>
                    <a:pt x="2076" y="1589"/>
                  </a:lnTo>
                  <a:cubicBezTo>
                    <a:pt x="2097" y="1592"/>
                    <a:pt x="2111" y="1594"/>
                    <a:pt x="2120" y="1595"/>
                  </a:cubicBezTo>
                  <a:lnTo>
                    <a:pt x="2120" y="1595"/>
                  </a:lnTo>
                  <a:cubicBezTo>
                    <a:pt x="2112" y="1595"/>
                    <a:pt x="2103" y="1596"/>
                    <a:pt x="2092" y="1597"/>
                  </a:cubicBezTo>
                  <a:cubicBezTo>
                    <a:pt x="2071" y="1600"/>
                    <a:pt x="2056" y="1601"/>
                    <a:pt x="2047" y="1601"/>
                  </a:cubicBezTo>
                  <a:cubicBezTo>
                    <a:pt x="2027" y="1601"/>
                    <a:pt x="2027" y="1597"/>
                    <a:pt x="2027" y="1597"/>
                  </a:cubicBezTo>
                  <a:cubicBezTo>
                    <a:pt x="2027" y="1597"/>
                    <a:pt x="2027" y="1597"/>
                    <a:pt x="1963" y="1606"/>
                  </a:cubicBezTo>
                  <a:lnTo>
                    <a:pt x="1825" y="1606"/>
                  </a:lnTo>
                  <a:cubicBezTo>
                    <a:pt x="1760" y="1597"/>
                    <a:pt x="1760" y="1597"/>
                    <a:pt x="1890" y="1589"/>
                  </a:cubicBezTo>
                  <a:cubicBezTo>
                    <a:pt x="1963" y="1589"/>
                    <a:pt x="1963" y="1581"/>
                    <a:pt x="1963" y="1581"/>
                  </a:cubicBezTo>
                  <a:lnTo>
                    <a:pt x="1825" y="1581"/>
                  </a:lnTo>
                  <a:cubicBezTo>
                    <a:pt x="1825" y="1581"/>
                    <a:pt x="1963" y="1573"/>
                    <a:pt x="2036" y="1573"/>
                  </a:cubicBezTo>
                  <a:cubicBezTo>
                    <a:pt x="1963" y="1573"/>
                    <a:pt x="1898" y="1565"/>
                    <a:pt x="1971" y="1565"/>
                  </a:cubicBezTo>
                  <a:cubicBezTo>
                    <a:pt x="1971" y="1565"/>
                    <a:pt x="1971" y="1561"/>
                    <a:pt x="1990" y="1561"/>
                  </a:cubicBezTo>
                  <a:cubicBezTo>
                    <a:pt x="1998" y="1561"/>
                    <a:pt x="2010" y="1562"/>
                    <a:pt x="2027" y="1564"/>
                  </a:cubicBezTo>
                  <a:lnTo>
                    <a:pt x="2027" y="1564"/>
                  </a:lnTo>
                  <a:lnTo>
                    <a:pt x="2027" y="1565"/>
                  </a:lnTo>
                  <a:cubicBezTo>
                    <a:pt x="2028" y="1565"/>
                    <a:pt x="2029" y="1565"/>
                    <a:pt x="2030" y="1564"/>
                  </a:cubicBezTo>
                  <a:lnTo>
                    <a:pt x="2030" y="1564"/>
                  </a:lnTo>
                  <a:cubicBezTo>
                    <a:pt x="2032" y="1565"/>
                    <a:pt x="2034" y="1565"/>
                    <a:pt x="2036" y="1565"/>
                  </a:cubicBezTo>
                  <a:cubicBezTo>
                    <a:pt x="2089" y="1565"/>
                    <a:pt x="2069" y="1561"/>
                    <a:pt x="2054" y="1558"/>
                  </a:cubicBezTo>
                  <a:lnTo>
                    <a:pt x="2054" y="1558"/>
                  </a:lnTo>
                  <a:cubicBezTo>
                    <a:pt x="2068" y="1555"/>
                    <a:pt x="2077" y="1553"/>
                    <a:pt x="2082" y="1551"/>
                  </a:cubicBezTo>
                  <a:close/>
                  <a:moveTo>
                    <a:pt x="2142" y="1598"/>
                  </a:moveTo>
                  <a:cubicBezTo>
                    <a:pt x="2143" y="1598"/>
                    <a:pt x="2144" y="1598"/>
                    <a:pt x="2145" y="1599"/>
                  </a:cubicBezTo>
                  <a:lnTo>
                    <a:pt x="2145" y="1599"/>
                  </a:lnTo>
                  <a:cubicBezTo>
                    <a:pt x="2145" y="1602"/>
                    <a:pt x="2146" y="1604"/>
                    <a:pt x="2146" y="1606"/>
                  </a:cubicBezTo>
                  <a:lnTo>
                    <a:pt x="2146" y="1606"/>
                  </a:lnTo>
                  <a:lnTo>
                    <a:pt x="2141" y="1606"/>
                  </a:lnTo>
                  <a:lnTo>
                    <a:pt x="2141" y="1606"/>
                  </a:lnTo>
                  <a:cubicBezTo>
                    <a:pt x="2141" y="1606"/>
                    <a:pt x="2142" y="1606"/>
                    <a:pt x="2142" y="1606"/>
                  </a:cubicBezTo>
                  <a:lnTo>
                    <a:pt x="2142" y="1606"/>
                  </a:lnTo>
                  <a:cubicBezTo>
                    <a:pt x="2132" y="1605"/>
                    <a:pt x="2123" y="1604"/>
                    <a:pt x="2116" y="1603"/>
                  </a:cubicBezTo>
                  <a:lnTo>
                    <a:pt x="2116" y="1603"/>
                  </a:lnTo>
                  <a:cubicBezTo>
                    <a:pt x="2115" y="1603"/>
                    <a:pt x="2115" y="1603"/>
                    <a:pt x="2115" y="1603"/>
                  </a:cubicBezTo>
                  <a:lnTo>
                    <a:pt x="2115" y="1603"/>
                  </a:lnTo>
                  <a:cubicBezTo>
                    <a:pt x="2114" y="1603"/>
                    <a:pt x="2114" y="1603"/>
                    <a:pt x="2113" y="1603"/>
                  </a:cubicBezTo>
                  <a:lnTo>
                    <a:pt x="2113" y="1603"/>
                  </a:lnTo>
                  <a:cubicBezTo>
                    <a:pt x="2109" y="1603"/>
                    <a:pt x="2102" y="1604"/>
                    <a:pt x="2092" y="1606"/>
                  </a:cubicBezTo>
                  <a:cubicBezTo>
                    <a:pt x="2097" y="1604"/>
                    <a:pt x="2101" y="1603"/>
                    <a:pt x="2106" y="1602"/>
                  </a:cubicBezTo>
                  <a:lnTo>
                    <a:pt x="2106" y="1602"/>
                  </a:lnTo>
                  <a:cubicBezTo>
                    <a:pt x="2107" y="1602"/>
                    <a:pt x="2109" y="1602"/>
                    <a:pt x="2111" y="1602"/>
                  </a:cubicBezTo>
                  <a:lnTo>
                    <a:pt x="2111" y="1602"/>
                  </a:lnTo>
                  <a:cubicBezTo>
                    <a:pt x="2110" y="1602"/>
                    <a:pt x="2111" y="1602"/>
                    <a:pt x="2111" y="1602"/>
                  </a:cubicBezTo>
                  <a:lnTo>
                    <a:pt x="2111" y="1602"/>
                  </a:lnTo>
                  <a:cubicBezTo>
                    <a:pt x="2111" y="1602"/>
                    <a:pt x="2113" y="1602"/>
                    <a:pt x="2115" y="1603"/>
                  </a:cubicBezTo>
                  <a:lnTo>
                    <a:pt x="2115" y="1603"/>
                  </a:lnTo>
                  <a:cubicBezTo>
                    <a:pt x="2115" y="1603"/>
                    <a:pt x="2114" y="1603"/>
                    <a:pt x="2114" y="1603"/>
                  </a:cubicBezTo>
                  <a:lnTo>
                    <a:pt x="2114" y="1603"/>
                  </a:lnTo>
                  <a:cubicBezTo>
                    <a:pt x="2113" y="1603"/>
                    <a:pt x="2112" y="1603"/>
                    <a:pt x="2111" y="1602"/>
                  </a:cubicBezTo>
                  <a:lnTo>
                    <a:pt x="2111" y="1602"/>
                  </a:lnTo>
                  <a:cubicBezTo>
                    <a:pt x="2111" y="1602"/>
                    <a:pt x="2112" y="1603"/>
                    <a:pt x="2113" y="1603"/>
                  </a:cubicBezTo>
                  <a:lnTo>
                    <a:pt x="2113" y="1603"/>
                  </a:lnTo>
                  <a:cubicBezTo>
                    <a:pt x="2113" y="1603"/>
                    <a:pt x="2114" y="1603"/>
                    <a:pt x="2114" y="1603"/>
                  </a:cubicBezTo>
                  <a:lnTo>
                    <a:pt x="2114" y="1603"/>
                  </a:lnTo>
                  <a:cubicBezTo>
                    <a:pt x="2115" y="1603"/>
                    <a:pt x="2115" y="1603"/>
                    <a:pt x="2116" y="1603"/>
                  </a:cubicBezTo>
                  <a:lnTo>
                    <a:pt x="2116" y="1603"/>
                  </a:lnTo>
                  <a:cubicBezTo>
                    <a:pt x="2116" y="1603"/>
                    <a:pt x="2116" y="1603"/>
                    <a:pt x="2117" y="1603"/>
                  </a:cubicBezTo>
                  <a:lnTo>
                    <a:pt x="2117" y="1603"/>
                  </a:lnTo>
                  <a:cubicBezTo>
                    <a:pt x="2122" y="1603"/>
                    <a:pt x="2129" y="1604"/>
                    <a:pt x="2141" y="1606"/>
                  </a:cubicBezTo>
                  <a:cubicBezTo>
                    <a:pt x="2132" y="1604"/>
                    <a:pt x="2124" y="1604"/>
                    <a:pt x="2117" y="1603"/>
                  </a:cubicBezTo>
                  <a:lnTo>
                    <a:pt x="2117" y="1603"/>
                  </a:lnTo>
                  <a:cubicBezTo>
                    <a:pt x="2119" y="1602"/>
                    <a:pt x="2119" y="1602"/>
                    <a:pt x="2119" y="1602"/>
                  </a:cubicBezTo>
                  <a:lnTo>
                    <a:pt x="2119" y="1602"/>
                  </a:lnTo>
                  <a:cubicBezTo>
                    <a:pt x="2118" y="1602"/>
                    <a:pt x="2117" y="1602"/>
                    <a:pt x="2115" y="1603"/>
                  </a:cubicBezTo>
                  <a:lnTo>
                    <a:pt x="2115" y="1603"/>
                  </a:lnTo>
                  <a:cubicBezTo>
                    <a:pt x="2112" y="1602"/>
                    <a:pt x="2109" y="1602"/>
                    <a:pt x="2106" y="1602"/>
                  </a:cubicBezTo>
                  <a:lnTo>
                    <a:pt x="2106" y="1602"/>
                  </a:lnTo>
                  <a:cubicBezTo>
                    <a:pt x="2118" y="1599"/>
                    <a:pt x="2130" y="1598"/>
                    <a:pt x="2142" y="1598"/>
                  </a:cubicBezTo>
                  <a:close/>
                  <a:moveTo>
                    <a:pt x="2142" y="1606"/>
                  </a:moveTo>
                  <a:lnTo>
                    <a:pt x="2142" y="1606"/>
                  </a:lnTo>
                  <a:cubicBezTo>
                    <a:pt x="2144" y="1606"/>
                    <a:pt x="2145" y="1606"/>
                    <a:pt x="2146" y="1607"/>
                  </a:cubicBezTo>
                  <a:lnTo>
                    <a:pt x="2146" y="1607"/>
                  </a:lnTo>
                  <a:cubicBezTo>
                    <a:pt x="2146" y="1607"/>
                    <a:pt x="2146" y="1608"/>
                    <a:pt x="2146" y="1608"/>
                  </a:cubicBezTo>
                  <a:lnTo>
                    <a:pt x="2146" y="1608"/>
                  </a:lnTo>
                  <a:cubicBezTo>
                    <a:pt x="2145" y="1607"/>
                    <a:pt x="2144" y="1607"/>
                    <a:pt x="2142" y="1606"/>
                  </a:cubicBezTo>
                  <a:close/>
                  <a:moveTo>
                    <a:pt x="2146" y="1599"/>
                  </a:moveTo>
                  <a:cubicBezTo>
                    <a:pt x="2160" y="1603"/>
                    <a:pt x="2171" y="1605"/>
                    <a:pt x="2184" y="1605"/>
                  </a:cubicBezTo>
                  <a:lnTo>
                    <a:pt x="2184" y="1605"/>
                  </a:lnTo>
                  <a:cubicBezTo>
                    <a:pt x="2179" y="1606"/>
                    <a:pt x="2174" y="1608"/>
                    <a:pt x="2168" y="1609"/>
                  </a:cubicBezTo>
                  <a:lnTo>
                    <a:pt x="2168" y="1609"/>
                  </a:lnTo>
                  <a:lnTo>
                    <a:pt x="2147" y="1606"/>
                  </a:lnTo>
                  <a:lnTo>
                    <a:pt x="2146" y="1599"/>
                  </a:lnTo>
                  <a:close/>
                  <a:moveTo>
                    <a:pt x="2157" y="1614"/>
                  </a:moveTo>
                  <a:lnTo>
                    <a:pt x="2148" y="1615"/>
                  </a:lnTo>
                  <a:lnTo>
                    <a:pt x="2148" y="1614"/>
                  </a:lnTo>
                  <a:lnTo>
                    <a:pt x="2148" y="1614"/>
                  </a:lnTo>
                  <a:cubicBezTo>
                    <a:pt x="2151" y="1614"/>
                    <a:pt x="2154" y="1614"/>
                    <a:pt x="2157" y="1614"/>
                  </a:cubicBezTo>
                  <a:close/>
                  <a:moveTo>
                    <a:pt x="2619" y="1614"/>
                  </a:moveTo>
                  <a:cubicBezTo>
                    <a:pt x="2644" y="1614"/>
                    <a:pt x="2668" y="1614"/>
                    <a:pt x="2684" y="1622"/>
                  </a:cubicBezTo>
                  <a:lnTo>
                    <a:pt x="2554" y="1614"/>
                  </a:lnTo>
                  <a:close/>
                  <a:moveTo>
                    <a:pt x="2141" y="1619"/>
                  </a:moveTo>
                  <a:cubicBezTo>
                    <a:pt x="2141" y="1621"/>
                    <a:pt x="2141" y="1622"/>
                    <a:pt x="2141" y="1624"/>
                  </a:cubicBezTo>
                  <a:lnTo>
                    <a:pt x="2141" y="1624"/>
                  </a:lnTo>
                  <a:cubicBezTo>
                    <a:pt x="2138" y="1623"/>
                    <a:pt x="2136" y="1623"/>
                    <a:pt x="2133" y="1623"/>
                  </a:cubicBezTo>
                  <a:lnTo>
                    <a:pt x="2133" y="1623"/>
                  </a:lnTo>
                  <a:cubicBezTo>
                    <a:pt x="2133" y="1622"/>
                    <a:pt x="2133" y="1622"/>
                    <a:pt x="2133" y="1621"/>
                  </a:cubicBezTo>
                  <a:lnTo>
                    <a:pt x="2133" y="1621"/>
                  </a:lnTo>
                  <a:cubicBezTo>
                    <a:pt x="2136" y="1621"/>
                    <a:pt x="2138" y="1620"/>
                    <a:pt x="2141" y="1619"/>
                  </a:cubicBezTo>
                  <a:close/>
                  <a:moveTo>
                    <a:pt x="2133" y="1625"/>
                  </a:moveTo>
                  <a:cubicBezTo>
                    <a:pt x="2134" y="1625"/>
                    <a:pt x="2135" y="1625"/>
                    <a:pt x="2136" y="1626"/>
                  </a:cubicBezTo>
                  <a:lnTo>
                    <a:pt x="2136" y="1626"/>
                  </a:lnTo>
                  <a:cubicBezTo>
                    <a:pt x="2135" y="1626"/>
                    <a:pt x="2134" y="1626"/>
                    <a:pt x="2133" y="1627"/>
                  </a:cubicBezTo>
                  <a:lnTo>
                    <a:pt x="2133" y="1627"/>
                  </a:lnTo>
                  <a:cubicBezTo>
                    <a:pt x="2133" y="1626"/>
                    <a:pt x="2133" y="1625"/>
                    <a:pt x="2133" y="1625"/>
                  </a:cubicBezTo>
                  <a:close/>
                  <a:moveTo>
                    <a:pt x="2139" y="1627"/>
                  </a:moveTo>
                  <a:cubicBezTo>
                    <a:pt x="2140" y="1627"/>
                    <a:pt x="2140" y="1627"/>
                    <a:pt x="2141" y="1628"/>
                  </a:cubicBezTo>
                  <a:lnTo>
                    <a:pt x="2141" y="1628"/>
                  </a:lnTo>
                  <a:cubicBezTo>
                    <a:pt x="2141" y="1628"/>
                    <a:pt x="2141" y="1629"/>
                    <a:pt x="2141" y="1629"/>
                  </a:cubicBezTo>
                  <a:lnTo>
                    <a:pt x="2141" y="1629"/>
                  </a:lnTo>
                  <a:cubicBezTo>
                    <a:pt x="2140" y="1630"/>
                    <a:pt x="2139" y="1630"/>
                    <a:pt x="2138" y="1631"/>
                  </a:cubicBezTo>
                  <a:lnTo>
                    <a:pt x="2138" y="1631"/>
                  </a:lnTo>
                  <a:cubicBezTo>
                    <a:pt x="2136" y="1631"/>
                    <a:pt x="2135" y="1630"/>
                    <a:pt x="2133" y="1630"/>
                  </a:cubicBezTo>
                  <a:lnTo>
                    <a:pt x="2133" y="1630"/>
                  </a:lnTo>
                  <a:cubicBezTo>
                    <a:pt x="2133" y="1630"/>
                    <a:pt x="2133" y="1630"/>
                    <a:pt x="2133" y="1630"/>
                  </a:cubicBezTo>
                  <a:lnTo>
                    <a:pt x="2133" y="1630"/>
                  </a:lnTo>
                  <a:lnTo>
                    <a:pt x="2139" y="1627"/>
                  </a:lnTo>
                  <a:close/>
                  <a:moveTo>
                    <a:pt x="2150" y="1626"/>
                  </a:moveTo>
                  <a:cubicBezTo>
                    <a:pt x="2151" y="1628"/>
                    <a:pt x="2151" y="1630"/>
                    <a:pt x="2152" y="1632"/>
                  </a:cubicBezTo>
                  <a:lnTo>
                    <a:pt x="2152" y="1632"/>
                  </a:lnTo>
                  <a:cubicBezTo>
                    <a:pt x="2151" y="1632"/>
                    <a:pt x="2151" y="1632"/>
                    <a:pt x="2151" y="1632"/>
                  </a:cubicBezTo>
                  <a:lnTo>
                    <a:pt x="2151" y="1632"/>
                  </a:lnTo>
                  <a:cubicBezTo>
                    <a:pt x="2151" y="1632"/>
                    <a:pt x="2151" y="1632"/>
                    <a:pt x="2152" y="1632"/>
                  </a:cubicBezTo>
                  <a:lnTo>
                    <a:pt x="2152" y="1632"/>
                  </a:lnTo>
                  <a:cubicBezTo>
                    <a:pt x="2151" y="1632"/>
                    <a:pt x="2151" y="1632"/>
                    <a:pt x="2151" y="1632"/>
                  </a:cubicBezTo>
                  <a:lnTo>
                    <a:pt x="2151" y="1632"/>
                  </a:lnTo>
                  <a:cubicBezTo>
                    <a:pt x="2151" y="1632"/>
                    <a:pt x="2151" y="1632"/>
                    <a:pt x="2151" y="1631"/>
                  </a:cubicBezTo>
                  <a:lnTo>
                    <a:pt x="2151" y="1631"/>
                  </a:lnTo>
                  <a:cubicBezTo>
                    <a:pt x="2151" y="1631"/>
                    <a:pt x="2151" y="1631"/>
                    <a:pt x="2151" y="1632"/>
                  </a:cubicBezTo>
                  <a:lnTo>
                    <a:pt x="2151" y="1632"/>
                  </a:lnTo>
                  <a:cubicBezTo>
                    <a:pt x="2151" y="1630"/>
                    <a:pt x="2150" y="1628"/>
                    <a:pt x="2150" y="1626"/>
                  </a:cubicBezTo>
                  <a:lnTo>
                    <a:pt x="2150" y="1626"/>
                  </a:lnTo>
                  <a:cubicBezTo>
                    <a:pt x="2150" y="1626"/>
                    <a:pt x="2150" y="1626"/>
                    <a:pt x="2150" y="1626"/>
                  </a:cubicBezTo>
                  <a:close/>
                  <a:moveTo>
                    <a:pt x="2141" y="1630"/>
                  </a:moveTo>
                  <a:cubicBezTo>
                    <a:pt x="2141" y="1630"/>
                    <a:pt x="2141" y="1630"/>
                    <a:pt x="2141" y="1631"/>
                  </a:cubicBezTo>
                  <a:lnTo>
                    <a:pt x="2141" y="1631"/>
                  </a:lnTo>
                  <a:cubicBezTo>
                    <a:pt x="2140" y="1631"/>
                    <a:pt x="2140" y="1631"/>
                    <a:pt x="2139" y="1631"/>
                  </a:cubicBezTo>
                  <a:lnTo>
                    <a:pt x="2139" y="1631"/>
                  </a:lnTo>
                  <a:cubicBezTo>
                    <a:pt x="2138" y="1631"/>
                    <a:pt x="2136" y="1632"/>
                    <a:pt x="2133" y="1634"/>
                  </a:cubicBezTo>
                  <a:lnTo>
                    <a:pt x="2133" y="1634"/>
                  </a:lnTo>
                  <a:cubicBezTo>
                    <a:pt x="2133" y="1634"/>
                    <a:pt x="2133" y="1634"/>
                    <a:pt x="2133" y="1634"/>
                  </a:cubicBezTo>
                  <a:lnTo>
                    <a:pt x="2133" y="1634"/>
                  </a:lnTo>
                  <a:cubicBezTo>
                    <a:pt x="2135" y="1633"/>
                    <a:pt x="2137" y="1632"/>
                    <a:pt x="2139" y="1631"/>
                  </a:cubicBezTo>
                  <a:lnTo>
                    <a:pt x="2139" y="1631"/>
                  </a:lnTo>
                  <a:cubicBezTo>
                    <a:pt x="2139" y="1631"/>
                    <a:pt x="2139" y="1631"/>
                    <a:pt x="2139" y="1631"/>
                  </a:cubicBezTo>
                  <a:lnTo>
                    <a:pt x="2139" y="1631"/>
                  </a:lnTo>
                  <a:cubicBezTo>
                    <a:pt x="2141" y="1630"/>
                    <a:pt x="2141" y="1630"/>
                    <a:pt x="2141" y="1630"/>
                  </a:cubicBezTo>
                  <a:lnTo>
                    <a:pt x="2141" y="1630"/>
                  </a:lnTo>
                  <a:cubicBezTo>
                    <a:pt x="2140" y="1630"/>
                    <a:pt x="2140" y="1630"/>
                    <a:pt x="2139" y="1631"/>
                  </a:cubicBezTo>
                  <a:lnTo>
                    <a:pt x="2139" y="1631"/>
                  </a:lnTo>
                  <a:cubicBezTo>
                    <a:pt x="2139" y="1631"/>
                    <a:pt x="2139" y="1631"/>
                    <a:pt x="2138" y="1631"/>
                  </a:cubicBezTo>
                  <a:lnTo>
                    <a:pt x="2138" y="1631"/>
                  </a:lnTo>
                  <a:cubicBezTo>
                    <a:pt x="2139" y="1630"/>
                    <a:pt x="2140" y="1630"/>
                    <a:pt x="2141" y="1630"/>
                  </a:cubicBezTo>
                  <a:close/>
                  <a:moveTo>
                    <a:pt x="2100" y="1638"/>
                  </a:moveTo>
                  <a:lnTo>
                    <a:pt x="2103" y="1639"/>
                  </a:lnTo>
                  <a:lnTo>
                    <a:pt x="2103" y="1639"/>
                  </a:lnTo>
                  <a:cubicBezTo>
                    <a:pt x="2104" y="1639"/>
                    <a:pt x="2105" y="1638"/>
                    <a:pt x="2106" y="1638"/>
                  </a:cubicBezTo>
                  <a:close/>
                  <a:moveTo>
                    <a:pt x="2189" y="1605"/>
                  </a:moveTo>
                  <a:lnTo>
                    <a:pt x="2189" y="1605"/>
                  </a:lnTo>
                  <a:cubicBezTo>
                    <a:pt x="2194" y="1606"/>
                    <a:pt x="2200" y="1606"/>
                    <a:pt x="2206" y="1606"/>
                  </a:cubicBezTo>
                  <a:cubicBezTo>
                    <a:pt x="2230" y="1614"/>
                    <a:pt x="2254" y="1614"/>
                    <a:pt x="2271" y="1622"/>
                  </a:cubicBezTo>
                  <a:lnTo>
                    <a:pt x="2206" y="1614"/>
                  </a:lnTo>
                  <a:lnTo>
                    <a:pt x="2206" y="1614"/>
                  </a:lnTo>
                  <a:cubicBezTo>
                    <a:pt x="2275" y="1631"/>
                    <a:pt x="2308" y="1639"/>
                    <a:pt x="2303" y="1639"/>
                  </a:cubicBezTo>
                  <a:cubicBezTo>
                    <a:pt x="2298" y="1639"/>
                    <a:pt x="2266" y="1633"/>
                    <a:pt x="2206" y="1622"/>
                  </a:cubicBezTo>
                  <a:lnTo>
                    <a:pt x="2198" y="1630"/>
                  </a:lnTo>
                  <a:cubicBezTo>
                    <a:pt x="2185" y="1626"/>
                    <a:pt x="2174" y="1624"/>
                    <a:pt x="2164" y="1621"/>
                  </a:cubicBezTo>
                  <a:lnTo>
                    <a:pt x="2164" y="1621"/>
                  </a:lnTo>
                  <a:cubicBezTo>
                    <a:pt x="2179" y="1625"/>
                    <a:pt x="2184" y="1627"/>
                    <a:pt x="2178" y="1627"/>
                  </a:cubicBezTo>
                  <a:cubicBezTo>
                    <a:pt x="2175" y="1627"/>
                    <a:pt x="2166" y="1626"/>
                    <a:pt x="2152" y="1625"/>
                  </a:cubicBezTo>
                  <a:lnTo>
                    <a:pt x="2152" y="1625"/>
                  </a:lnTo>
                  <a:cubicBezTo>
                    <a:pt x="2155" y="1623"/>
                    <a:pt x="2157" y="1623"/>
                    <a:pt x="2157" y="1623"/>
                  </a:cubicBezTo>
                  <a:lnTo>
                    <a:pt x="2157" y="1623"/>
                  </a:lnTo>
                  <a:cubicBezTo>
                    <a:pt x="2157" y="1623"/>
                    <a:pt x="2155" y="1623"/>
                    <a:pt x="2152" y="1625"/>
                  </a:cubicBezTo>
                  <a:lnTo>
                    <a:pt x="2152" y="1625"/>
                  </a:lnTo>
                  <a:cubicBezTo>
                    <a:pt x="2151" y="1625"/>
                    <a:pt x="2150" y="1625"/>
                    <a:pt x="2150" y="1624"/>
                  </a:cubicBezTo>
                  <a:lnTo>
                    <a:pt x="2150" y="1624"/>
                  </a:lnTo>
                  <a:cubicBezTo>
                    <a:pt x="2150" y="1625"/>
                    <a:pt x="2150" y="1625"/>
                    <a:pt x="2150" y="1625"/>
                  </a:cubicBezTo>
                  <a:lnTo>
                    <a:pt x="2150" y="1625"/>
                  </a:lnTo>
                  <a:cubicBezTo>
                    <a:pt x="2150" y="1625"/>
                    <a:pt x="2150" y="1625"/>
                    <a:pt x="2150" y="1625"/>
                  </a:cubicBezTo>
                  <a:lnTo>
                    <a:pt x="2150" y="1625"/>
                  </a:lnTo>
                  <a:cubicBezTo>
                    <a:pt x="2150" y="1625"/>
                    <a:pt x="2150" y="1625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49" y="1623"/>
                    <a:pt x="2149" y="1622"/>
                  </a:cubicBezTo>
                  <a:lnTo>
                    <a:pt x="2149" y="1622"/>
                  </a:lnTo>
                  <a:cubicBezTo>
                    <a:pt x="2149" y="1623"/>
                    <a:pt x="2149" y="1624"/>
                    <a:pt x="2150" y="1624"/>
                  </a:cubicBezTo>
                  <a:lnTo>
                    <a:pt x="2150" y="1624"/>
                  </a:lnTo>
                  <a:cubicBezTo>
                    <a:pt x="2150" y="1624"/>
                    <a:pt x="2150" y="1624"/>
                    <a:pt x="2150" y="1624"/>
                  </a:cubicBezTo>
                  <a:lnTo>
                    <a:pt x="2150" y="1624"/>
                  </a:lnTo>
                  <a:cubicBezTo>
                    <a:pt x="2149" y="1624"/>
                    <a:pt x="2149" y="1623"/>
                    <a:pt x="2149" y="1622"/>
                  </a:cubicBezTo>
                  <a:lnTo>
                    <a:pt x="2149" y="1618"/>
                  </a:lnTo>
                  <a:lnTo>
                    <a:pt x="2149" y="1618"/>
                  </a:lnTo>
                  <a:cubicBezTo>
                    <a:pt x="2154" y="1619"/>
                    <a:pt x="2159" y="1620"/>
                    <a:pt x="2164" y="1621"/>
                  </a:cubicBezTo>
                  <a:lnTo>
                    <a:pt x="2164" y="1621"/>
                  </a:lnTo>
                  <a:cubicBezTo>
                    <a:pt x="2159" y="1620"/>
                    <a:pt x="2154" y="1619"/>
                    <a:pt x="2148" y="1618"/>
                  </a:cubicBezTo>
                  <a:lnTo>
                    <a:pt x="2148" y="1618"/>
                  </a:lnTo>
                  <a:lnTo>
                    <a:pt x="2149" y="1618"/>
                  </a:lnTo>
                  <a:lnTo>
                    <a:pt x="2149" y="1618"/>
                  </a:lnTo>
                  <a:cubicBezTo>
                    <a:pt x="2148" y="1618"/>
                    <a:pt x="2147" y="1618"/>
                    <a:pt x="2146" y="1617"/>
                  </a:cubicBezTo>
                  <a:lnTo>
                    <a:pt x="2146" y="1617"/>
                  </a:lnTo>
                  <a:cubicBezTo>
                    <a:pt x="2146" y="1617"/>
                    <a:pt x="2147" y="1617"/>
                    <a:pt x="2147" y="1617"/>
                  </a:cubicBezTo>
                  <a:lnTo>
                    <a:pt x="2147" y="1617"/>
                  </a:lnTo>
                  <a:cubicBezTo>
                    <a:pt x="2148" y="1617"/>
                    <a:pt x="2148" y="1617"/>
                    <a:pt x="2148" y="1618"/>
                  </a:cubicBezTo>
                  <a:lnTo>
                    <a:pt x="2148" y="1618"/>
                  </a:lnTo>
                  <a:lnTo>
                    <a:pt x="2148" y="1617"/>
                  </a:lnTo>
                  <a:lnTo>
                    <a:pt x="2148" y="1617"/>
                  </a:lnTo>
                  <a:cubicBezTo>
                    <a:pt x="2152" y="1616"/>
                    <a:pt x="2156" y="1615"/>
                    <a:pt x="2160" y="1613"/>
                  </a:cubicBezTo>
                  <a:lnTo>
                    <a:pt x="2160" y="1613"/>
                  </a:lnTo>
                  <a:cubicBezTo>
                    <a:pt x="2174" y="1618"/>
                    <a:pt x="2190" y="1622"/>
                    <a:pt x="2206" y="1622"/>
                  </a:cubicBezTo>
                  <a:cubicBezTo>
                    <a:pt x="2192" y="1618"/>
                    <a:pt x="2177" y="1615"/>
                    <a:pt x="2164" y="1612"/>
                  </a:cubicBezTo>
                  <a:lnTo>
                    <a:pt x="2164" y="1612"/>
                  </a:lnTo>
                  <a:cubicBezTo>
                    <a:pt x="2167" y="1611"/>
                    <a:pt x="2170" y="1611"/>
                    <a:pt x="2173" y="1610"/>
                  </a:cubicBezTo>
                  <a:lnTo>
                    <a:pt x="2173" y="1610"/>
                  </a:lnTo>
                  <a:cubicBezTo>
                    <a:pt x="2183" y="1611"/>
                    <a:pt x="2194" y="1612"/>
                    <a:pt x="2206" y="1614"/>
                  </a:cubicBezTo>
                  <a:lnTo>
                    <a:pt x="2206" y="1614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9" y="1610"/>
                  </a:lnTo>
                  <a:lnTo>
                    <a:pt x="2173" y="1610"/>
                  </a:lnTo>
                  <a:lnTo>
                    <a:pt x="2173" y="1610"/>
                  </a:lnTo>
                  <a:cubicBezTo>
                    <a:pt x="2178" y="1608"/>
                    <a:pt x="2184" y="1607"/>
                    <a:pt x="2189" y="1605"/>
                  </a:cubicBezTo>
                  <a:close/>
                  <a:moveTo>
                    <a:pt x="2124" y="1637"/>
                  </a:moveTo>
                  <a:lnTo>
                    <a:pt x="2126" y="1638"/>
                  </a:lnTo>
                  <a:lnTo>
                    <a:pt x="2126" y="1638"/>
                  </a:lnTo>
                  <a:cubicBezTo>
                    <a:pt x="2126" y="1638"/>
                    <a:pt x="2126" y="1638"/>
                    <a:pt x="2126" y="1638"/>
                  </a:cubicBezTo>
                  <a:lnTo>
                    <a:pt x="2126" y="1638"/>
                  </a:lnTo>
                  <a:cubicBezTo>
                    <a:pt x="2126" y="1639"/>
                    <a:pt x="2125" y="1639"/>
                    <a:pt x="2125" y="1639"/>
                  </a:cubicBezTo>
                  <a:lnTo>
                    <a:pt x="2125" y="1639"/>
                  </a:lnTo>
                  <a:lnTo>
                    <a:pt x="2125" y="1638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7" y="1643"/>
                  </a:lnTo>
                  <a:cubicBezTo>
                    <a:pt x="2117" y="1643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6" y="1644"/>
                    <a:pt x="2116" y="1644"/>
                  </a:cubicBezTo>
                  <a:lnTo>
                    <a:pt x="2116" y="1644"/>
                  </a:lnTo>
                  <a:lnTo>
                    <a:pt x="2117" y="1643"/>
                  </a:lnTo>
                  <a:lnTo>
                    <a:pt x="2117" y="1643"/>
                  </a:lnTo>
                  <a:lnTo>
                    <a:pt x="2114" y="1641"/>
                  </a:lnTo>
                  <a:lnTo>
                    <a:pt x="2114" y="1641"/>
                  </a:lnTo>
                  <a:cubicBezTo>
                    <a:pt x="2114" y="1641"/>
                    <a:pt x="2113" y="1642"/>
                    <a:pt x="2113" y="1642"/>
                  </a:cubicBezTo>
                  <a:lnTo>
                    <a:pt x="2113" y="1642"/>
                  </a:lnTo>
                  <a:cubicBezTo>
                    <a:pt x="2113" y="1642"/>
                    <a:pt x="2113" y="1642"/>
                    <a:pt x="2113" y="1642"/>
                  </a:cubicBezTo>
                  <a:lnTo>
                    <a:pt x="2113" y="1642"/>
                  </a:lnTo>
                  <a:cubicBezTo>
                    <a:pt x="2113" y="1641"/>
                    <a:pt x="2114" y="1641"/>
                    <a:pt x="2114" y="1641"/>
                  </a:cubicBezTo>
                  <a:lnTo>
                    <a:pt x="2114" y="1641"/>
                  </a:lnTo>
                  <a:lnTo>
                    <a:pt x="2114" y="1641"/>
                  </a:lnTo>
                  <a:lnTo>
                    <a:pt x="2114" y="1641"/>
                  </a:lnTo>
                  <a:cubicBezTo>
                    <a:pt x="2117" y="1640"/>
                    <a:pt x="2121" y="1638"/>
                    <a:pt x="2124" y="1637"/>
                  </a:cubicBezTo>
                  <a:close/>
                  <a:moveTo>
                    <a:pt x="2126" y="1638"/>
                  </a:moveTo>
                  <a:lnTo>
                    <a:pt x="2126" y="1638"/>
                  </a:lnTo>
                  <a:cubicBezTo>
                    <a:pt x="2126" y="1641"/>
                    <a:pt x="2125" y="1644"/>
                    <a:pt x="2125" y="1647"/>
                  </a:cubicBezTo>
                  <a:lnTo>
                    <a:pt x="2125" y="1647"/>
                  </a:lnTo>
                  <a:lnTo>
                    <a:pt x="2122" y="1646"/>
                  </a:lnTo>
                  <a:lnTo>
                    <a:pt x="2125" y="1646"/>
                  </a:lnTo>
                  <a:lnTo>
                    <a:pt x="2125" y="1639"/>
                  </a:lnTo>
                  <a:lnTo>
                    <a:pt x="2125" y="1639"/>
                  </a:lnTo>
                  <a:cubicBezTo>
                    <a:pt x="2125" y="1639"/>
                    <a:pt x="2126" y="1639"/>
                    <a:pt x="2126" y="1638"/>
                  </a:cubicBezTo>
                  <a:close/>
                  <a:moveTo>
                    <a:pt x="2190" y="1638"/>
                  </a:moveTo>
                  <a:cubicBezTo>
                    <a:pt x="2226" y="1646"/>
                    <a:pt x="2242" y="1650"/>
                    <a:pt x="2241" y="1650"/>
                  </a:cubicBezTo>
                  <a:cubicBezTo>
                    <a:pt x="2240" y="1650"/>
                    <a:pt x="2222" y="1646"/>
                    <a:pt x="2190" y="1638"/>
                  </a:cubicBezTo>
                  <a:close/>
                  <a:moveTo>
                    <a:pt x="2128" y="1623"/>
                  </a:moveTo>
                  <a:lnTo>
                    <a:pt x="2128" y="1623"/>
                  </a:lnTo>
                  <a:cubicBezTo>
                    <a:pt x="2128" y="1625"/>
                    <a:pt x="2128" y="1627"/>
                    <a:pt x="2127" y="1629"/>
                  </a:cubicBezTo>
                  <a:lnTo>
                    <a:pt x="2127" y="1629"/>
                  </a:lnTo>
                  <a:cubicBezTo>
                    <a:pt x="2126" y="1629"/>
                    <a:pt x="2124" y="1629"/>
                    <a:pt x="2123" y="1630"/>
                  </a:cubicBezTo>
                  <a:lnTo>
                    <a:pt x="2123" y="1630"/>
                  </a:lnTo>
                  <a:cubicBezTo>
                    <a:pt x="2118" y="1630"/>
                    <a:pt x="2113" y="1630"/>
                    <a:pt x="2109" y="1630"/>
                  </a:cubicBezTo>
                  <a:lnTo>
                    <a:pt x="2114" y="1633"/>
                  </a:lnTo>
                  <a:lnTo>
                    <a:pt x="2114" y="1633"/>
                  </a:lnTo>
                  <a:cubicBezTo>
                    <a:pt x="2111" y="1634"/>
                    <a:pt x="2107" y="1635"/>
                    <a:pt x="2103" y="1636"/>
                  </a:cubicBezTo>
                  <a:lnTo>
                    <a:pt x="2103" y="1636"/>
                  </a:lnTo>
                  <a:cubicBezTo>
                    <a:pt x="2101" y="1635"/>
                    <a:pt x="2099" y="1634"/>
                    <a:pt x="2097" y="1633"/>
                  </a:cubicBezTo>
                  <a:lnTo>
                    <a:pt x="2097" y="1633"/>
                  </a:lnTo>
                  <a:cubicBezTo>
                    <a:pt x="2096" y="1634"/>
                    <a:pt x="2095" y="1634"/>
                    <a:pt x="2094" y="1634"/>
                  </a:cubicBezTo>
                  <a:lnTo>
                    <a:pt x="2094" y="1634"/>
                  </a:lnTo>
                  <a:cubicBezTo>
                    <a:pt x="2093" y="1633"/>
                    <a:pt x="2092" y="1633"/>
                    <a:pt x="2090" y="1632"/>
                  </a:cubicBezTo>
                  <a:lnTo>
                    <a:pt x="2090" y="1632"/>
                  </a:lnTo>
                  <a:cubicBezTo>
                    <a:pt x="2046" y="1646"/>
                    <a:pt x="2029" y="1650"/>
                    <a:pt x="2023" y="1650"/>
                  </a:cubicBezTo>
                  <a:cubicBezTo>
                    <a:pt x="2019" y="1650"/>
                    <a:pt x="2019" y="1649"/>
                    <a:pt x="2019" y="1646"/>
                  </a:cubicBezTo>
                  <a:cubicBezTo>
                    <a:pt x="2019" y="1646"/>
                    <a:pt x="2019" y="1646"/>
                    <a:pt x="2084" y="1630"/>
                  </a:cubicBezTo>
                  <a:cubicBezTo>
                    <a:pt x="2085" y="1630"/>
                    <a:pt x="2086" y="1629"/>
                    <a:pt x="2086" y="1629"/>
                  </a:cubicBezTo>
                  <a:lnTo>
                    <a:pt x="2086" y="1629"/>
                  </a:lnTo>
                  <a:cubicBezTo>
                    <a:pt x="2087" y="1630"/>
                    <a:pt x="2089" y="1631"/>
                    <a:pt x="2090" y="1632"/>
                  </a:cubicBezTo>
                  <a:lnTo>
                    <a:pt x="2090" y="1632"/>
                  </a:lnTo>
                  <a:cubicBezTo>
                    <a:pt x="2091" y="1632"/>
                    <a:pt x="2092" y="1631"/>
                    <a:pt x="2093" y="1631"/>
                  </a:cubicBezTo>
                  <a:lnTo>
                    <a:pt x="2093" y="1631"/>
                  </a:lnTo>
                  <a:cubicBezTo>
                    <a:pt x="2094" y="1632"/>
                    <a:pt x="2096" y="1633"/>
                    <a:pt x="2097" y="1633"/>
                  </a:cubicBezTo>
                  <a:lnTo>
                    <a:pt x="2097" y="1633"/>
                  </a:lnTo>
                  <a:cubicBezTo>
                    <a:pt x="2105" y="1631"/>
                    <a:pt x="2115" y="1627"/>
                    <a:pt x="2128" y="1623"/>
                  </a:cubicBezTo>
                  <a:close/>
                  <a:moveTo>
                    <a:pt x="2152" y="1632"/>
                  </a:moveTo>
                  <a:lnTo>
                    <a:pt x="2152" y="1632"/>
                  </a:lnTo>
                  <a:cubicBezTo>
                    <a:pt x="2152" y="1632"/>
                    <a:pt x="2153" y="1632"/>
                    <a:pt x="2154" y="1633"/>
                  </a:cubicBezTo>
                  <a:lnTo>
                    <a:pt x="2154" y="1633"/>
                  </a:lnTo>
                  <a:cubicBezTo>
                    <a:pt x="2153" y="1633"/>
                    <a:pt x="2153" y="1632"/>
                    <a:pt x="2152" y="1632"/>
                  </a:cubicBezTo>
                  <a:lnTo>
                    <a:pt x="2152" y="1632"/>
                  </a:lnTo>
                  <a:cubicBezTo>
                    <a:pt x="2153" y="1638"/>
                    <a:pt x="2155" y="1644"/>
                    <a:pt x="2156" y="1650"/>
                  </a:cubicBezTo>
                  <a:lnTo>
                    <a:pt x="2156" y="1650"/>
                  </a:lnTo>
                  <a:cubicBezTo>
                    <a:pt x="2155" y="1645"/>
                    <a:pt x="2153" y="1639"/>
                    <a:pt x="2152" y="1632"/>
                  </a:cubicBezTo>
                  <a:lnTo>
                    <a:pt x="2152" y="1632"/>
                  </a:lnTo>
                  <a:cubicBezTo>
                    <a:pt x="2152" y="1632"/>
                    <a:pt x="2152" y="1632"/>
                    <a:pt x="2152" y="1632"/>
                  </a:cubicBezTo>
                  <a:lnTo>
                    <a:pt x="2152" y="1632"/>
                  </a:lnTo>
                  <a:cubicBezTo>
                    <a:pt x="2152" y="1632"/>
                    <a:pt x="2152" y="1632"/>
                    <a:pt x="2152" y="1632"/>
                  </a:cubicBezTo>
                  <a:close/>
                  <a:moveTo>
                    <a:pt x="2134" y="1642"/>
                  </a:moveTo>
                  <a:lnTo>
                    <a:pt x="2141" y="1645"/>
                  </a:lnTo>
                  <a:lnTo>
                    <a:pt x="2141" y="1645"/>
                  </a:lnTo>
                  <a:cubicBezTo>
                    <a:pt x="2141" y="1648"/>
                    <a:pt x="2141" y="1650"/>
                    <a:pt x="2141" y="1653"/>
                  </a:cubicBezTo>
                  <a:lnTo>
                    <a:pt x="2141" y="1653"/>
                  </a:lnTo>
                  <a:lnTo>
                    <a:pt x="2134" y="1651"/>
                  </a:lnTo>
                  <a:lnTo>
                    <a:pt x="2134" y="1651"/>
                  </a:lnTo>
                  <a:cubicBezTo>
                    <a:pt x="2134" y="1648"/>
                    <a:pt x="2134" y="1645"/>
                    <a:pt x="2134" y="1642"/>
                  </a:cubicBezTo>
                  <a:close/>
                  <a:moveTo>
                    <a:pt x="2138" y="1652"/>
                  </a:moveTo>
                  <a:lnTo>
                    <a:pt x="2138" y="1652"/>
                  </a:lnTo>
                  <a:cubicBezTo>
                    <a:pt x="2139" y="1652"/>
                    <a:pt x="2139" y="1653"/>
                    <a:pt x="2141" y="1653"/>
                  </a:cubicBezTo>
                  <a:lnTo>
                    <a:pt x="2141" y="1653"/>
                  </a:lnTo>
                  <a:cubicBezTo>
                    <a:pt x="2141" y="1653"/>
                    <a:pt x="2141" y="1653"/>
                    <a:pt x="2141" y="1654"/>
                  </a:cubicBezTo>
                  <a:lnTo>
                    <a:pt x="2141" y="1654"/>
                  </a:lnTo>
                  <a:cubicBezTo>
                    <a:pt x="2139" y="1653"/>
                    <a:pt x="2138" y="1652"/>
                    <a:pt x="2138" y="1652"/>
                  </a:cubicBezTo>
                  <a:close/>
                  <a:moveTo>
                    <a:pt x="2116" y="1644"/>
                  </a:moveTo>
                  <a:cubicBezTo>
                    <a:pt x="2115" y="1644"/>
                    <a:pt x="2115" y="1645"/>
                    <a:pt x="2114" y="1645"/>
                  </a:cubicBezTo>
                  <a:lnTo>
                    <a:pt x="2114" y="1645"/>
                  </a:lnTo>
                  <a:lnTo>
                    <a:pt x="2114" y="1645"/>
                  </a:lnTo>
                  <a:lnTo>
                    <a:pt x="2114" y="1645"/>
                  </a:lnTo>
                  <a:lnTo>
                    <a:pt x="2113" y="1646"/>
                  </a:lnTo>
                  <a:lnTo>
                    <a:pt x="2109" y="1646"/>
                  </a:lnTo>
                  <a:lnTo>
                    <a:pt x="2103" y="1651"/>
                  </a:lnTo>
                  <a:lnTo>
                    <a:pt x="2103" y="1651"/>
                  </a:lnTo>
                  <a:cubicBezTo>
                    <a:pt x="2107" y="1649"/>
                    <a:pt x="2110" y="1648"/>
                    <a:pt x="2113" y="1646"/>
                  </a:cubicBezTo>
                  <a:lnTo>
                    <a:pt x="2113" y="1646"/>
                  </a:lnTo>
                  <a:lnTo>
                    <a:pt x="2100" y="1654"/>
                  </a:lnTo>
                  <a:cubicBezTo>
                    <a:pt x="2106" y="1651"/>
                    <a:pt x="2110" y="1649"/>
                    <a:pt x="2115" y="1646"/>
                  </a:cubicBezTo>
                  <a:lnTo>
                    <a:pt x="2115" y="1646"/>
                  </a:lnTo>
                  <a:lnTo>
                    <a:pt x="2115" y="1646"/>
                  </a:lnTo>
                  <a:lnTo>
                    <a:pt x="2115" y="1646"/>
                  </a:lnTo>
                  <a:cubicBezTo>
                    <a:pt x="2115" y="1645"/>
                    <a:pt x="2116" y="1645"/>
                    <a:pt x="2117" y="1644"/>
                  </a:cubicBezTo>
                  <a:lnTo>
                    <a:pt x="2117" y="1644"/>
                  </a:lnTo>
                  <a:lnTo>
                    <a:pt x="2119" y="1645"/>
                  </a:lnTo>
                  <a:lnTo>
                    <a:pt x="2119" y="1645"/>
                  </a:lnTo>
                  <a:cubicBezTo>
                    <a:pt x="2118" y="1645"/>
                    <a:pt x="2118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7" y="1644"/>
                    <a:pt x="2117" y="1644"/>
                  </a:cubicBezTo>
                  <a:lnTo>
                    <a:pt x="2117" y="1644"/>
                  </a:lnTo>
                  <a:lnTo>
                    <a:pt x="2116" y="1644"/>
                  </a:lnTo>
                  <a:close/>
                  <a:moveTo>
                    <a:pt x="2084" y="1654"/>
                  </a:moveTo>
                  <a:lnTo>
                    <a:pt x="2084" y="1654"/>
                  </a:lnTo>
                  <a:cubicBezTo>
                    <a:pt x="2084" y="1654"/>
                    <a:pt x="2084" y="1654"/>
                    <a:pt x="2084" y="1654"/>
                  </a:cubicBezTo>
                  <a:cubicBezTo>
                    <a:pt x="2084" y="1654"/>
                    <a:pt x="2084" y="1654"/>
                    <a:pt x="2084" y="1654"/>
                  </a:cubicBezTo>
                  <a:close/>
                  <a:moveTo>
                    <a:pt x="2115" y="1603"/>
                  </a:moveTo>
                  <a:cubicBezTo>
                    <a:pt x="2118" y="1604"/>
                    <a:pt x="2125" y="1605"/>
                    <a:pt x="2133" y="1606"/>
                  </a:cubicBezTo>
                  <a:lnTo>
                    <a:pt x="2133" y="1606"/>
                  </a:lnTo>
                  <a:cubicBezTo>
                    <a:pt x="2133" y="1606"/>
                    <a:pt x="2133" y="1606"/>
                    <a:pt x="2133" y="1606"/>
                  </a:cubicBezTo>
                  <a:cubicBezTo>
                    <a:pt x="2133" y="1606"/>
                    <a:pt x="2133" y="1606"/>
                    <a:pt x="2133" y="1606"/>
                  </a:cubicBezTo>
                  <a:lnTo>
                    <a:pt x="2133" y="1606"/>
                  </a:lnTo>
                  <a:cubicBezTo>
                    <a:pt x="2137" y="1607"/>
                    <a:pt x="2141" y="1608"/>
                    <a:pt x="2146" y="1609"/>
                  </a:cubicBezTo>
                  <a:lnTo>
                    <a:pt x="2146" y="1609"/>
                  </a:lnTo>
                  <a:cubicBezTo>
                    <a:pt x="2146" y="1609"/>
                    <a:pt x="2146" y="1608"/>
                    <a:pt x="2146" y="1608"/>
                  </a:cubicBezTo>
                  <a:lnTo>
                    <a:pt x="2146" y="1608"/>
                  </a:lnTo>
                  <a:cubicBezTo>
                    <a:pt x="2147" y="1608"/>
                    <a:pt x="2147" y="1608"/>
                    <a:pt x="2147" y="1608"/>
                  </a:cubicBezTo>
                  <a:lnTo>
                    <a:pt x="2147" y="1608"/>
                  </a:lnTo>
                  <a:lnTo>
                    <a:pt x="2147" y="1607"/>
                  </a:lnTo>
                  <a:lnTo>
                    <a:pt x="2147" y="1607"/>
                  </a:lnTo>
                  <a:cubicBezTo>
                    <a:pt x="2153" y="1607"/>
                    <a:pt x="2160" y="1608"/>
                    <a:pt x="2168" y="1609"/>
                  </a:cubicBezTo>
                  <a:lnTo>
                    <a:pt x="2168" y="1609"/>
                  </a:lnTo>
                  <a:cubicBezTo>
                    <a:pt x="2165" y="1610"/>
                    <a:pt x="2162" y="1611"/>
                    <a:pt x="2158" y="1611"/>
                  </a:cubicBezTo>
                  <a:lnTo>
                    <a:pt x="2158" y="1611"/>
                  </a:lnTo>
                  <a:cubicBezTo>
                    <a:pt x="2156" y="1611"/>
                    <a:pt x="2153" y="1610"/>
                    <a:pt x="2150" y="1610"/>
                  </a:cubicBezTo>
                  <a:lnTo>
                    <a:pt x="2150" y="1610"/>
                  </a:lnTo>
                  <a:cubicBezTo>
                    <a:pt x="2152" y="1610"/>
                    <a:pt x="2154" y="1611"/>
                    <a:pt x="2156" y="1612"/>
                  </a:cubicBezTo>
                  <a:lnTo>
                    <a:pt x="2156" y="1612"/>
                  </a:lnTo>
                  <a:cubicBezTo>
                    <a:pt x="2154" y="1612"/>
                    <a:pt x="2151" y="1613"/>
                    <a:pt x="2149" y="1614"/>
                  </a:cubicBezTo>
                  <a:cubicBezTo>
                    <a:pt x="2149" y="1614"/>
                    <a:pt x="2148" y="1614"/>
                    <a:pt x="2148" y="1614"/>
                  </a:cubicBezTo>
                  <a:lnTo>
                    <a:pt x="2148" y="1614"/>
                  </a:lnTo>
                  <a:lnTo>
                    <a:pt x="2147" y="1609"/>
                  </a:lnTo>
                  <a:lnTo>
                    <a:pt x="2147" y="1609"/>
                  </a:lnTo>
                  <a:cubicBezTo>
                    <a:pt x="2148" y="1609"/>
                    <a:pt x="2149" y="1609"/>
                    <a:pt x="2150" y="1610"/>
                  </a:cubicBezTo>
                  <a:lnTo>
                    <a:pt x="2150" y="1610"/>
                  </a:lnTo>
                  <a:cubicBezTo>
                    <a:pt x="2149" y="1609"/>
                    <a:pt x="2148" y="1609"/>
                    <a:pt x="2147" y="1608"/>
                  </a:cubicBezTo>
                  <a:lnTo>
                    <a:pt x="2147" y="1608"/>
                  </a:lnTo>
                  <a:lnTo>
                    <a:pt x="2147" y="1609"/>
                  </a:lnTo>
                  <a:lnTo>
                    <a:pt x="2147" y="1609"/>
                  </a:lnTo>
                  <a:cubicBezTo>
                    <a:pt x="2147" y="1609"/>
                    <a:pt x="2147" y="1609"/>
                    <a:pt x="2146" y="1609"/>
                  </a:cubicBezTo>
                  <a:lnTo>
                    <a:pt x="2146" y="1609"/>
                  </a:lnTo>
                  <a:cubicBezTo>
                    <a:pt x="2146" y="1614"/>
                    <a:pt x="2144" y="1614"/>
                    <a:pt x="2141" y="1614"/>
                  </a:cubicBezTo>
                  <a:cubicBezTo>
                    <a:pt x="2141" y="1614"/>
                    <a:pt x="2141" y="1614"/>
                    <a:pt x="2141" y="1615"/>
                  </a:cubicBezTo>
                  <a:lnTo>
                    <a:pt x="2141" y="1615"/>
                  </a:lnTo>
                  <a:cubicBezTo>
                    <a:pt x="2143" y="1614"/>
                    <a:pt x="2146" y="1614"/>
                    <a:pt x="2148" y="1614"/>
                  </a:cubicBezTo>
                  <a:lnTo>
                    <a:pt x="2148" y="1614"/>
                  </a:lnTo>
                  <a:cubicBezTo>
                    <a:pt x="2146" y="1615"/>
                    <a:pt x="2144" y="1615"/>
                    <a:pt x="2142" y="1616"/>
                  </a:cubicBezTo>
                  <a:lnTo>
                    <a:pt x="2142" y="1616"/>
                  </a:lnTo>
                  <a:lnTo>
                    <a:pt x="2142" y="1616"/>
                  </a:lnTo>
                  <a:lnTo>
                    <a:pt x="2142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5"/>
                    <a:pt x="2141" y="1615"/>
                    <a:pt x="2141" y="1615"/>
                  </a:cubicBezTo>
                  <a:lnTo>
                    <a:pt x="2141" y="1615"/>
                  </a:lnTo>
                  <a:cubicBezTo>
                    <a:pt x="2140" y="1615"/>
                    <a:pt x="2139" y="1615"/>
                    <a:pt x="2139" y="1615"/>
                  </a:cubicBezTo>
                  <a:lnTo>
                    <a:pt x="2139" y="1615"/>
                  </a:lnTo>
                  <a:cubicBezTo>
                    <a:pt x="2137" y="1615"/>
                    <a:pt x="2135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4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3" y="1611"/>
                    <a:pt x="2133" y="1609"/>
                    <a:pt x="2133" y="1606"/>
                  </a:cubicBezTo>
                  <a:lnTo>
                    <a:pt x="2133" y="1606"/>
                  </a:lnTo>
                  <a:cubicBezTo>
                    <a:pt x="2133" y="1606"/>
                    <a:pt x="2133" y="1606"/>
                    <a:pt x="2133" y="1606"/>
                  </a:cubicBezTo>
                  <a:lnTo>
                    <a:pt x="2133" y="1606"/>
                  </a:lnTo>
                  <a:cubicBezTo>
                    <a:pt x="2131" y="1610"/>
                    <a:pt x="2130" y="1613"/>
                    <a:pt x="2130" y="1617"/>
                  </a:cubicBezTo>
                  <a:lnTo>
                    <a:pt x="2130" y="1617"/>
                  </a:lnTo>
                  <a:cubicBezTo>
                    <a:pt x="2131" y="1616"/>
                    <a:pt x="2132" y="1616"/>
                    <a:pt x="2133" y="1616"/>
                  </a:cubicBezTo>
                  <a:lnTo>
                    <a:pt x="2133" y="1616"/>
                  </a:lnTo>
                  <a:cubicBezTo>
                    <a:pt x="2133" y="1615"/>
                    <a:pt x="2133" y="1614"/>
                    <a:pt x="2133" y="1614"/>
                  </a:cubicBezTo>
                  <a:lnTo>
                    <a:pt x="2133" y="1614"/>
                  </a:lnTo>
                  <a:cubicBezTo>
                    <a:pt x="2135" y="1614"/>
                    <a:pt x="2136" y="1615"/>
                    <a:pt x="2138" y="1615"/>
                  </a:cubicBezTo>
                  <a:lnTo>
                    <a:pt x="2138" y="1615"/>
                  </a:lnTo>
                  <a:cubicBezTo>
                    <a:pt x="2136" y="1615"/>
                    <a:pt x="2135" y="1616"/>
                    <a:pt x="2133" y="1616"/>
                  </a:cubicBezTo>
                  <a:lnTo>
                    <a:pt x="2133" y="1616"/>
                  </a:lnTo>
                  <a:cubicBezTo>
                    <a:pt x="2133" y="1616"/>
                    <a:pt x="2133" y="1617"/>
                    <a:pt x="2133" y="1617"/>
                  </a:cubicBezTo>
                  <a:lnTo>
                    <a:pt x="2133" y="1617"/>
                  </a:lnTo>
                  <a:lnTo>
                    <a:pt x="2141" y="1616"/>
                  </a:ln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lnTo>
                    <a:pt x="2142" y="1616"/>
                  </a:lnTo>
                  <a:lnTo>
                    <a:pt x="2142" y="1616"/>
                  </a:lnTo>
                  <a:cubicBezTo>
                    <a:pt x="2142" y="1616"/>
                    <a:pt x="2142" y="1616"/>
                    <a:pt x="2142" y="1616"/>
                  </a:cubicBezTo>
                  <a:lnTo>
                    <a:pt x="2142" y="1616"/>
                  </a:lnTo>
                  <a:cubicBezTo>
                    <a:pt x="2142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41" y="1616"/>
                    <a:pt x="2141" y="1616"/>
                    <a:pt x="2141" y="1616"/>
                  </a:cubicBezTo>
                  <a:lnTo>
                    <a:pt x="2141" y="1616"/>
                  </a:lnTo>
                  <a:cubicBezTo>
                    <a:pt x="2138" y="1617"/>
                    <a:pt x="2136" y="1618"/>
                    <a:pt x="2133" y="1619"/>
                  </a:cubicBezTo>
                  <a:lnTo>
                    <a:pt x="2133" y="1619"/>
                  </a:lnTo>
                  <a:cubicBezTo>
                    <a:pt x="2133" y="1618"/>
                    <a:pt x="2133" y="1618"/>
                    <a:pt x="2133" y="1617"/>
                  </a:cubicBezTo>
                  <a:lnTo>
                    <a:pt x="2133" y="1617"/>
                  </a:lnTo>
                  <a:lnTo>
                    <a:pt x="2129" y="1618"/>
                  </a:lnTo>
                  <a:lnTo>
                    <a:pt x="2129" y="1618"/>
                  </a:lnTo>
                  <a:cubicBezTo>
                    <a:pt x="2130" y="1617"/>
                    <a:pt x="2130" y="1617"/>
                    <a:pt x="2130" y="1617"/>
                  </a:cubicBezTo>
                  <a:lnTo>
                    <a:pt x="2130" y="1617"/>
                  </a:lnTo>
                  <a:cubicBezTo>
                    <a:pt x="2126" y="1617"/>
                    <a:pt x="2123" y="1618"/>
                    <a:pt x="2119" y="1619"/>
                  </a:cubicBezTo>
                  <a:lnTo>
                    <a:pt x="2119" y="1619"/>
                  </a:lnTo>
                  <a:lnTo>
                    <a:pt x="2129" y="1618"/>
                  </a:lnTo>
                  <a:lnTo>
                    <a:pt x="2129" y="1618"/>
                  </a:lnTo>
                  <a:cubicBezTo>
                    <a:pt x="2129" y="1618"/>
                    <a:pt x="2129" y="1619"/>
                    <a:pt x="2129" y="1620"/>
                  </a:cubicBezTo>
                  <a:lnTo>
                    <a:pt x="2129" y="1620"/>
                  </a:lnTo>
                  <a:cubicBezTo>
                    <a:pt x="2115" y="1624"/>
                    <a:pt x="2103" y="1628"/>
                    <a:pt x="2093" y="1631"/>
                  </a:cubicBezTo>
                  <a:lnTo>
                    <a:pt x="2093" y="1631"/>
                  </a:lnTo>
                  <a:cubicBezTo>
                    <a:pt x="2091" y="1630"/>
                    <a:pt x="2089" y="1629"/>
                    <a:pt x="2088" y="1629"/>
                  </a:cubicBezTo>
                  <a:lnTo>
                    <a:pt x="2088" y="1629"/>
                  </a:lnTo>
                  <a:cubicBezTo>
                    <a:pt x="2087" y="1629"/>
                    <a:pt x="2087" y="1629"/>
                    <a:pt x="2086" y="1629"/>
                  </a:cubicBezTo>
                  <a:lnTo>
                    <a:pt x="2086" y="1629"/>
                  </a:lnTo>
                  <a:cubicBezTo>
                    <a:pt x="2083" y="1627"/>
                    <a:pt x="2082" y="1627"/>
                    <a:pt x="2083" y="1627"/>
                  </a:cubicBezTo>
                  <a:lnTo>
                    <a:pt x="2083" y="1627"/>
                  </a:lnTo>
                  <a:cubicBezTo>
                    <a:pt x="2083" y="1627"/>
                    <a:pt x="2085" y="1627"/>
                    <a:pt x="2088" y="1629"/>
                  </a:cubicBezTo>
                  <a:lnTo>
                    <a:pt x="2088" y="1629"/>
                  </a:lnTo>
                  <a:cubicBezTo>
                    <a:pt x="2098" y="1625"/>
                    <a:pt x="2109" y="1622"/>
                    <a:pt x="2119" y="1619"/>
                  </a:cubicBezTo>
                  <a:lnTo>
                    <a:pt x="2119" y="1619"/>
                  </a:lnTo>
                  <a:lnTo>
                    <a:pt x="1860" y="1656"/>
                  </a:lnTo>
                  <a:lnTo>
                    <a:pt x="1860" y="1656"/>
                  </a:lnTo>
                  <a:cubicBezTo>
                    <a:pt x="1890" y="1650"/>
                    <a:pt x="1890" y="1646"/>
                    <a:pt x="1890" y="1646"/>
                  </a:cubicBezTo>
                  <a:cubicBezTo>
                    <a:pt x="1954" y="1638"/>
                    <a:pt x="1954" y="1638"/>
                    <a:pt x="1954" y="1638"/>
                  </a:cubicBezTo>
                  <a:lnTo>
                    <a:pt x="2019" y="1630"/>
                  </a:lnTo>
                  <a:cubicBezTo>
                    <a:pt x="2095" y="1616"/>
                    <a:pt x="2129" y="1610"/>
                    <a:pt x="2122" y="1610"/>
                  </a:cubicBezTo>
                  <a:cubicBezTo>
                    <a:pt x="2115" y="1610"/>
                    <a:pt x="2081" y="1614"/>
                    <a:pt x="2019" y="1622"/>
                  </a:cubicBezTo>
                  <a:cubicBezTo>
                    <a:pt x="2062" y="1612"/>
                    <a:pt x="2102" y="1606"/>
                    <a:pt x="2115" y="1603"/>
                  </a:cubicBezTo>
                  <a:close/>
                  <a:moveTo>
                    <a:pt x="1530" y="1634"/>
                  </a:moveTo>
                  <a:cubicBezTo>
                    <a:pt x="1549" y="1634"/>
                    <a:pt x="1549" y="1638"/>
                    <a:pt x="1549" y="1638"/>
                  </a:cubicBezTo>
                  <a:cubicBezTo>
                    <a:pt x="1549" y="1646"/>
                    <a:pt x="1549" y="1646"/>
                    <a:pt x="1484" y="1654"/>
                  </a:cubicBezTo>
                  <a:cubicBezTo>
                    <a:pt x="1484" y="1654"/>
                    <a:pt x="1452" y="1658"/>
                    <a:pt x="1430" y="1658"/>
                  </a:cubicBezTo>
                  <a:cubicBezTo>
                    <a:pt x="1419" y="1658"/>
                    <a:pt x="1411" y="1657"/>
                    <a:pt x="1411" y="1654"/>
                  </a:cubicBezTo>
                  <a:cubicBezTo>
                    <a:pt x="1436" y="1646"/>
                    <a:pt x="1460" y="1638"/>
                    <a:pt x="1484" y="1638"/>
                  </a:cubicBezTo>
                  <a:cubicBezTo>
                    <a:pt x="1506" y="1635"/>
                    <a:pt x="1520" y="1634"/>
                    <a:pt x="1530" y="1634"/>
                  </a:cubicBezTo>
                  <a:close/>
                  <a:moveTo>
                    <a:pt x="2155" y="1651"/>
                  </a:moveTo>
                  <a:lnTo>
                    <a:pt x="2157" y="1652"/>
                  </a:lnTo>
                  <a:lnTo>
                    <a:pt x="2157" y="1652"/>
                  </a:lnTo>
                  <a:cubicBezTo>
                    <a:pt x="2157" y="1653"/>
                    <a:pt x="2157" y="1654"/>
                    <a:pt x="2157" y="1655"/>
                  </a:cubicBezTo>
                  <a:lnTo>
                    <a:pt x="2157" y="1655"/>
                  </a:lnTo>
                  <a:cubicBezTo>
                    <a:pt x="2157" y="1655"/>
                    <a:pt x="2157" y="1655"/>
                    <a:pt x="2157" y="1655"/>
                  </a:cubicBezTo>
                  <a:lnTo>
                    <a:pt x="2157" y="1655"/>
                  </a:lnTo>
                  <a:cubicBezTo>
                    <a:pt x="2158" y="1657"/>
                    <a:pt x="2158" y="1658"/>
                    <a:pt x="2159" y="1660"/>
                  </a:cubicBezTo>
                  <a:lnTo>
                    <a:pt x="2159" y="1660"/>
                  </a:lnTo>
                  <a:lnTo>
                    <a:pt x="2156" y="1659"/>
                  </a:lnTo>
                  <a:lnTo>
                    <a:pt x="2156" y="1659"/>
                  </a:lnTo>
                  <a:cubicBezTo>
                    <a:pt x="2156" y="1656"/>
                    <a:pt x="2155" y="1654"/>
                    <a:pt x="2155" y="1651"/>
                  </a:cubicBezTo>
                  <a:close/>
                  <a:moveTo>
                    <a:pt x="2157" y="1638"/>
                  </a:moveTo>
                  <a:cubicBezTo>
                    <a:pt x="2159" y="1644"/>
                    <a:pt x="2161" y="1650"/>
                    <a:pt x="2163" y="1655"/>
                  </a:cubicBezTo>
                  <a:lnTo>
                    <a:pt x="2163" y="1655"/>
                  </a:lnTo>
                  <a:lnTo>
                    <a:pt x="2160" y="1654"/>
                  </a:lnTo>
                  <a:lnTo>
                    <a:pt x="2160" y="1654"/>
                  </a:lnTo>
                  <a:cubicBezTo>
                    <a:pt x="2161" y="1656"/>
                    <a:pt x="2162" y="1658"/>
                    <a:pt x="2163" y="1660"/>
                  </a:cubicBezTo>
                  <a:lnTo>
                    <a:pt x="2163" y="1660"/>
                  </a:lnTo>
                  <a:cubicBezTo>
                    <a:pt x="2162" y="1659"/>
                    <a:pt x="2161" y="1658"/>
                    <a:pt x="2160" y="1658"/>
                  </a:cubicBezTo>
                  <a:lnTo>
                    <a:pt x="2160" y="1658"/>
                  </a:lnTo>
                  <a:cubicBezTo>
                    <a:pt x="2160" y="1658"/>
                    <a:pt x="2160" y="1659"/>
                    <a:pt x="2160" y="1660"/>
                  </a:cubicBezTo>
                  <a:lnTo>
                    <a:pt x="2160" y="1660"/>
                  </a:lnTo>
                  <a:lnTo>
                    <a:pt x="2159" y="1660"/>
                  </a:lnTo>
                  <a:lnTo>
                    <a:pt x="2159" y="1660"/>
                  </a:lnTo>
                  <a:cubicBezTo>
                    <a:pt x="2158" y="1657"/>
                    <a:pt x="2158" y="1655"/>
                    <a:pt x="2157" y="1652"/>
                  </a:cubicBezTo>
                  <a:lnTo>
                    <a:pt x="2157" y="1652"/>
                  </a:lnTo>
                  <a:lnTo>
                    <a:pt x="2160" y="1654"/>
                  </a:lnTo>
                  <a:lnTo>
                    <a:pt x="2160" y="1654"/>
                  </a:lnTo>
                  <a:cubicBezTo>
                    <a:pt x="2159" y="1652"/>
                    <a:pt x="2158" y="1649"/>
                    <a:pt x="2157" y="1646"/>
                  </a:cubicBezTo>
                  <a:lnTo>
                    <a:pt x="2157" y="1638"/>
                  </a:lnTo>
                  <a:close/>
                  <a:moveTo>
                    <a:pt x="2156" y="1659"/>
                  </a:moveTo>
                  <a:cubicBezTo>
                    <a:pt x="2157" y="1659"/>
                    <a:pt x="2158" y="1659"/>
                    <a:pt x="2159" y="1660"/>
                  </a:cubicBezTo>
                  <a:lnTo>
                    <a:pt x="2159" y="1660"/>
                  </a:lnTo>
                  <a:cubicBezTo>
                    <a:pt x="2159" y="1660"/>
                    <a:pt x="2159" y="1661"/>
                    <a:pt x="2159" y="1662"/>
                  </a:cubicBezTo>
                  <a:lnTo>
                    <a:pt x="2159" y="1662"/>
                  </a:lnTo>
                  <a:cubicBezTo>
                    <a:pt x="2158" y="1661"/>
                    <a:pt x="2157" y="1661"/>
                    <a:pt x="2157" y="1661"/>
                  </a:cubicBezTo>
                  <a:lnTo>
                    <a:pt x="2157" y="1661"/>
                  </a:lnTo>
                  <a:cubicBezTo>
                    <a:pt x="2157" y="1660"/>
                    <a:pt x="2156" y="1659"/>
                    <a:pt x="2156" y="1659"/>
                  </a:cubicBezTo>
                  <a:close/>
                  <a:moveTo>
                    <a:pt x="2159" y="1660"/>
                  </a:moveTo>
                  <a:cubicBezTo>
                    <a:pt x="2159" y="1660"/>
                    <a:pt x="2160" y="1660"/>
                    <a:pt x="2160" y="1660"/>
                  </a:cubicBezTo>
                  <a:lnTo>
                    <a:pt x="2160" y="1660"/>
                  </a:lnTo>
                  <a:cubicBezTo>
                    <a:pt x="2160" y="1661"/>
                    <a:pt x="2161" y="1662"/>
                    <a:pt x="2161" y="1662"/>
                  </a:cubicBezTo>
                  <a:lnTo>
                    <a:pt x="2161" y="1662"/>
                  </a:lnTo>
                  <a:cubicBezTo>
                    <a:pt x="2160" y="1662"/>
                    <a:pt x="2160" y="1662"/>
                    <a:pt x="2160" y="1662"/>
                  </a:cubicBezTo>
                  <a:lnTo>
                    <a:pt x="2160" y="1662"/>
                  </a:lnTo>
                  <a:cubicBezTo>
                    <a:pt x="2159" y="1661"/>
                    <a:pt x="2159" y="1661"/>
                    <a:pt x="2159" y="166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17" y="1670"/>
                  </a:moveTo>
                  <a:cubicBezTo>
                    <a:pt x="2117" y="1670"/>
                    <a:pt x="2117" y="1670"/>
                    <a:pt x="2117" y="1670"/>
                  </a:cubicBezTo>
                  <a:cubicBezTo>
                    <a:pt x="2117" y="1670"/>
                    <a:pt x="2117" y="1670"/>
                    <a:pt x="2117" y="1670"/>
                  </a:cubicBezTo>
                  <a:close/>
                  <a:moveTo>
                    <a:pt x="2159" y="1671"/>
                  </a:moveTo>
                  <a:cubicBezTo>
                    <a:pt x="2159" y="1672"/>
                    <a:pt x="2160" y="1672"/>
                    <a:pt x="2161" y="1672"/>
                  </a:cubicBezTo>
                  <a:lnTo>
                    <a:pt x="2161" y="1672"/>
                  </a:lnTo>
                  <a:cubicBezTo>
                    <a:pt x="2160" y="1672"/>
                    <a:pt x="2159" y="1672"/>
                    <a:pt x="2159" y="1671"/>
                  </a:cubicBezTo>
                  <a:lnTo>
                    <a:pt x="2159" y="1671"/>
                  </a:lnTo>
                  <a:cubicBezTo>
                    <a:pt x="2159" y="1671"/>
                    <a:pt x="2159" y="1671"/>
                    <a:pt x="2159" y="1671"/>
                  </a:cubicBezTo>
                  <a:close/>
                  <a:moveTo>
                    <a:pt x="2162" y="1668"/>
                  </a:moveTo>
                  <a:lnTo>
                    <a:pt x="2162" y="1668"/>
                  </a:lnTo>
                  <a:cubicBezTo>
                    <a:pt x="2162" y="1669"/>
                    <a:pt x="2163" y="1669"/>
                    <a:pt x="2163" y="1669"/>
                  </a:cubicBezTo>
                  <a:lnTo>
                    <a:pt x="2163" y="1669"/>
                  </a:lnTo>
                  <a:cubicBezTo>
                    <a:pt x="2164" y="1670"/>
                    <a:pt x="2164" y="1671"/>
                    <a:pt x="2165" y="1672"/>
                  </a:cubicBezTo>
                  <a:lnTo>
                    <a:pt x="2165" y="1672"/>
                  </a:lnTo>
                  <a:lnTo>
                    <a:pt x="2163" y="1671"/>
                  </a:lnTo>
                  <a:lnTo>
                    <a:pt x="2163" y="1671"/>
                  </a:lnTo>
                  <a:cubicBezTo>
                    <a:pt x="2163" y="1672"/>
                    <a:pt x="2163" y="1673"/>
                    <a:pt x="2163" y="1674"/>
                  </a:cubicBezTo>
                  <a:lnTo>
                    <a:pt x="2163" y="1674"/>
                  </a:lnTo>
                  <a:cubicBezTo>
                    <a:pt x="2163" y="1673"/>
                    <a:pt x="2162" y="1673"/>
                    <a:pt x="2162" y="1673"/>
                  </a:cubicBezTo>
                  <a:lnTo>
                    <a:pt x="2162" y="1673"/>
                  </a:lnTo>
                  <a:cubicBezTo>
                    <a:pt x="2162" y="1673"/>
                    <a:pt x="2162" y="1673"/>
                    <a:pt x="2162" y="1673"/>
                  </a:cubicBezTo>
                  <a:lnTo>
                    <a:pt x="2162" y="1673"/>
                  </a:lnTo>
                  <a:cubicBezTo>
                    <a:pt x="2161" y="1673"/>
                    <a:pt x="2161" y="1672"/>
                    <a:pt x="2161" y="1672"/>
                  </a:cubicBezTo>
                  <a:lnTo>
                    <a:pt x="2161" y="1672"/>
                  </a:lnTo>
                  <a:cubicBezTo>
                    <a:pt x="2161" y="1672"/>
                    <a:pt x="2161" y="1673"/>
                    <a:pt x="2162" y="1673"/>
                  </a:cubicBezTo>
                  <a:lnTo>
                    <a:pt x="2162" y="1673"/>
                  </a:lnTo>
                  <a:cubicBezTo>
                    <a:pt x="2162" y="1672"/>
                    <a:pt x="2161" y="1671"/>
                    <a:pt x="2161" y="1670"/>
                  </a:cubicBezTo>
                  <a:lnTo>
                    <a:pt x="2161" y="1670"/>
                  </a:lnTo>
                  <a:lnTo>
                    <a:pt x="2163" y="1671"/>
                  </a:lnTo>
                  <a:lnTo>
                    <a:pt x="2163" y="1671"/>
                  </a:lnTo>
                  <a:cubicBezTo>
                    <a:pt x="2162" y="1670"/>
                    <a:pt x="2162" y="1669"/>
                    <a:pt x="2162" y="1668"/>
                  </a:cubicBezTo>
                  <a:close/>
                  <a:moveTo>
                    <a:pt x="2167" y="1667"/>
                  </a:moveTo>
                  <a:lnTo>
                    <a:pt x="2167" y="1667"/>
                  </a:lnTo>
                  <a:cubicBezTo>
                    <a:pt x="2167" y="1669"/>
                    <a:pt x="2167" y="1670"/>
                    <a:pt x="2168" y="1672"/>
                  </a:cubicBezTo>
                  <a:lnTo>
                    <a:pt x="2168" y="1672"/>
                  </a:lnTo>
                  <a:cubicBezTo>
                    <a:pt x="2168" y="1672"/>
                    <a:pt x="2168" y="1672"/>
                    <a:pt x="2168" y="1672"/>
                  </a:cubicBezTo>
                  <a:lnTo>
                    <a:pt x="2168" y="1672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3"/>
                    <a:pt x="2168" y="1672"/>
                    <a:pt x="2167" y="1672"/>
                  </a:cubicBezTo>
                  <a:lnTo>
                    <a:pt x="2167" y="1672"/>
                  </a:lnTo>
                  <a:cubicBezTo>
                    <a:pt x="2167" y="1672"/>
                    <a:pt x="2168" y="1672"/>
                    <a:pt x="2168" y="1672"/>
                  </a:cubicBezTo>
                  <a:lnTo>
                    <a:pt x="2168" y="1672"/>
                  </a:lnTo>
                  <a:lnTo>
                    <a:pt x="2167" y="1667"/>
                  </a:lnTo>
                  <a:close/>
                  <a:moveTo>
                    <a:pt x="2168" y="1675"/>
                  </a:moveTo>
                  <a:cubicBezTo>
                    <a:pt x="2168" y="1675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69" y="1675"/>
                  </a:lnTo>
                  <a:lnTo>
                    <a:pt x="2168" y="1675"/>
                  </a:lnTo>
                  <a:close/>
                  <a:moveTo>
                    <a:pt x="2165" y="1670"/>
                  </a:moveTo>
                  <a:lnTo>
                    <a:pt x="2165" y="1670"/>
                  </a:lnTo>
                  <a:cubicBezTo>
                    <a:pt x="2166" y="1671"/>
                    <a:pt x="2166" y="1671"/>
                    <a:pt x="2167" y="1671"/>
                  </a:cubicBezTo>
                  <a:lnTo>
                    <a:pt x="2167" y="1671"/>
                  </a:lnTo>
                  <a:cubicBezTo>
                    <a:pt x="2167" y="1672"/>
                    <a:pt x="2168" y="1673"/>
                    <a:pt x="2168" y="1675"/>
                  </a:cubicBez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cubicBezTo>
                    <a:pt x="2168" y="1675"/>
                    <a:pt x="2168" y="1675"/>
                    <a:pt x="2168" y="1675"/>
                  </a:cubicBezTo>
                  <a:lnTo>
                    <a:pt x="2168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8" y="1674"/>
                  </a:lnTo>
                  <a:lnTo>
                    <a:pt x="2168" y="1674"/>
                  </a:lnTo>
                  <a:cubicBezTo>
                    <a:pt x="2168" y="1674"/>
                    <a:pt x="2168" y="1675"/>
                    <a:pt x="2169" y="1675"/>
                  </a:cubicBezTo>
                  <a:lnTo>
                    <a:pt x="2169" y="1675"/>
                  </a:lnTo>
                  <a:lnTo>
                    <a:pt x="2168" y="1675"/>
                  </a:lnTo>
                  <a:lnTo>
                    <a:pt x="2168" y="1675"/>
                  </a:lnTo>
                  <a:lnTo>
                    <a:pt x="2169" y="1675"/>
                  </a:lnTo>
                  <a:lnTo>
                    <a:pt x="2169" y="1676"/>
                  </a:lnTo>
                  <a:lnTo>
                    <a:pt x="2169" y="1676"/>
                  </a:lnTo>
                  <a:cubicBezTo>
                    <a:pt x="2169" y="1676"/>
                    <a:pt x="2169" y="1676"/>
                    <a:pt x="2169" y="1677"/>
                  </a:cubicBezTo>
                  <a:lnTo>
                    <a:pt x="2169" y="1677"/>
                  </a:lnTo>
                  <a:cubicBezTo>
                    <a:pt x="2169" y="1676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70" y="1677"/>
                  </a:lnTo>
                  <a:lnTo>
                    <a:pt x="2170" y="1677"/>
                  </a:lnTo>
                  <a:cubicBezTo>
                    <a:pt x="2170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7"/>
                    <a:pt x="2169" y="1678"/>
                  </a:cubicBezTo>
                  <a:lnTo>
                    <a:pt x="2169" y="1678"/>
                  </a:lnTo>
                  <a:cubicBezTo>
                    <a:pt x="2169" y="1678"/>
                    <a:pt x="2169" y="1678"/>
                    <a:pt x="2169" y="1677"/>
                  </a:cubicBezTo>
                  <a:lnTo>
                    <a:pt x="2169" y="1677"/>
                  </a:lnTo>
                  <a:lnTo>
                    <a:pt x="2169" y="1677"/>
                  </a:lnTo>
                  <a:lnTo>
                    <a:pt x="2169" y="1677"/>
                  </a:lnTo>
                  <a:cubicBezTo>
                    <a:pt x="2169" y="1677"/>
                    <a:pt x="2169" y="1677"/>
                    <a:pt x="2169" y="1677"/>
                  </a:cubicBezTo>
                  <a:lnTo>
                    <a:pt x="2169" y="1677"/>
                  </a:lnTo>
                  <a:cubicBezTo>
                    <a:pt x="2169" y="1677"/>
                    <a:pt x="2169" y="1676"/>
                    <a:pt x="2169" y="1676"/>
                  </a:cubicBezTo>
                  <a:lnTo>
                    <a:pt x="2169" y="1676"/>
                  </a:lnTo>
                  <a:lnTo>
                    <a:pt x="2169" y="1677"/>
                  </a:lnTo>
                  <a:lnTo>
                    <a:pt x="2169" y="1677"/>
                  </a:lnTo>
                  <a:cubicBezTo>
                    <a:pt x="2168" y="1676"/>
                    <a:pt x="2167" y="1675"/>
                    <a:pt x="2165" y="1675"/>
                  </a:cubicBezTo>
                  <a:lnTo>
                    <a:pt x="2165" y="1675"/>
                  </a:lnTo>
                  <a:cubicBezTo>
                    <a:pt x="2166" y="1675"/>
                    <a:pt x="2166" y="1675"/>
                    <a:pt x="2166" y="1675"/>
                  </a:cubicBezTo>
                  <a:lnTo>
                    <a:pt x="2166" y="1675"/>
                  </a:lnTo>
                  <a:cubicBezTo>
                    <a:pt x="2165" y="1675"/>
                    <a:pt x="2164" y="1674"/>
                    <a:pt x="2163" y="1674"/>
                  </a:cubicBezTo>
                  <a:lnTo>
                    <a:pt x="2163" y="1674"/>
                  </a:lnTo>
                  <a:cubicBezTo>
                    <a:pt x="2163" y="1674"/>
                    <a:pt x="2163" y="1674"/>
                    <a:pt x="2163" y="1674"/>
                  </a:cubicBezTo>
                  <a:lnTo>
                    <a:pt x="2163" y="1674"/>
                  </a:lnTo>
                  <a:cubicBezTo>
                    <a:pt x="2164" y="1674"/>
                    <a:pt x="2165" y="1674"/>
                    <a:pt x="2165" y="1675"/>
                  </a:cubicBezTo>
                  <a:lnTo>
                    <a:pt x="2165" y="1675"/>
                  </a:lnTo>
                  <a:cubicBezTo>
                    <a:pt x="2165" y="1674"/>
                    <a:pt x="2165" y="1673"/>
                    <a:pt x="2165" y="1672"/>
                  </a:cubicBezTo>
                  <a:lnTo>
                    <a:pt x="2165" y="1672"/>
                  </a:lnTo>
                  <a:lnTo>
                    <a:pt x="2168" y="1675"/>
                  </a:lnTo>
                  <a:lnTo>
                    <a:pt x="2165" y="1670"/>
                  </a:lnTo>
                  <a:close/>
                  <a:moveTo>
                    <a:pt x="2691" y="1664"/>
                  </a:moveTo>
                  <a:cubicBezTo>
                    <a:pt x="2700" y="1664"/>
                    <a:pt x="2717" y="1666"/>
                    <a:pt x="2749" y="1670"/>
                  </a:cubicBezTo>
                  <a:lnTo>
                    <a:pt x="2749" y="1678"/>
                  </a:lnTo>
                  <a:lnTo>
                    <a:pt x="2676" y="1670"/>
                  </a:lnTo>
                  <a:cubicBezTo>
                    <a:pt x="2680" y="1666"/>
                    <a:pt x="2682" y="1664"/>
                    <a:pt x="2691" y="1664"/>
                  </a:cubicBezTo>
                  <a:close/>
                  <a:moveTo>
                    <a:pt x="2170" y="1677"/>
                  </a:moveTo>
                  <a:lnTo>
                    <a:pt x="2170" y="1677"/>
                  </a:lnTo>
                  <a:cubicBezTo>
                    <a:pt x="2170" y="1677"/>
                    <a:pt x="2171" y="1678"/>
                    <a:pt x="2171" y="1678"/>
                  </a:cubicBezTo>
                  <a:lnTo>
                    <a:pt x="2171" y="1678"/>
                  </a:lnTo>
                  <a:cubicBezTo>
                    <a:pt x="2172" y="1678"/>
                    <a:pt x="2172" y="1679"/>
                    <a:pt x="2172" y="1680"/>
                  </a:cubicBezTo>
                  <a:lnTo>
                    <a:pt x="2172" y="1680"/>
                  </a:lnTo>
                  <a:cubicBezTo>
                    <a:pt x="2172" y="1679"/>
                    <a:pt x="2171" y="1679"/>
                    <a:pt x="2171" y="1679"/>
                  </a:cubicBezTo>
                  <a:lnTo>
                    <a:pt x="2171" y="1679"/>
                  </a:lnTo>
                  <a:lnTo>
                    <a:pt x="2170" y="1677"/>
                  </a:lnTo>
                  <a:close/>
                  <a:moveTo>
                    <a:pt x="2067" y="1679"/>
                  </a:move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8" y="1679"/>
                    <a:pt x="2068" y="1679"/>
                  </a:cubicBezTo>
                  <a:lnTo>
                    <a:pt x="2068" y="1679"/>
                  </a:lnTo>
                  <a:cubicBezTo>
                    <a:pt x="2068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7" y="1679"/>
                    <a:pt x="2067" y="1679"/>
                    <a:pt x="2067" y="1680"/>
                  </a:cubicBezTo>
                  <a:lnTo>
                    <a:pt x="2067" y="1680"/>
                  </a:lnTo>
                  <a:cubicBezTo>
                    <a:pt x="2067" y="1679"/>
                    <a:pt x="2067" y="1679"/>
                    <a:pt x="2067" y="1679"/>
                  </a:cubicBezTo>
                  <a:close/>
                  <a:moveTo>
                    <a:pt x="2173" y="1678"/>
                  </a:move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80"/>
                  </a:cubicBezTo>
                  <a:lnTo>
                    <a:pt x="2173" y="1680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3" y="1679"/>
                    <a:pt x="2173" y="1679"/>
                    <a:pt x="2173" y="1678"/>
                  </a:cubicBezTo>
                  <a:close/>
                  <a:moveTo>
                    <a:pt x="2077" y="1658"/>
                  </a:moveTo>
                  <a:lnTo>
                    <a:pt x="2074" y="1666"/>
                  </a:lnTo>
                  <a:lnTo>
                    <a:pt x="2074" y="1666"/>
                  </a:lnTo>
                  <a:cubicBezTo>
                    <a:pt x="2050" y="1675"/>
                    <a:pt x="2038" y="1680"/>
                    <a:pt x="2036" y="1680"/>
                  </a:cubicBezTo>
                  <a:cubicBezTo>
                    <a:pt x="2034" y="1680"/>
                    <a:pt x="2047" y="1673"/>
                    <a:pt x="2077" y="1658"/>
                  </a:cubicBezTo>
                  <a:close/>
                  <a:moveTo>
                    <a:pt x="2094" y="1634"/>
                  </a:moveTo>
                  <a:lnTo>
                    <a:pt x="2094" y="1634"/>
                  </a:lnTo>
                  <a:cubicBezTo>
                    <a:pt x="2096" y="1635"/>
                    <a:pt x="2098" y="1636"/>
                    <a:pt x="2099" y="1637"/>
                  </a:cubicBezTo>
                  <a:lnTo>
                    <a:pt x="2099" y="1637"/>
                  </a:lnTo>
                  <a:cubicBezTo>
                    <a:pt x="2100" y="1637"/>
                    <a:pt x="2102" y="1637"/>
                    <a:pt x="2103" y="1636"/>
                  </a:cubicBezTo>
                  <a:lnTo>
                    <a:pt x="2103" y="1636"/>
                  </a:lnTo>
                  <a:cubicBezTo>
                    <a:pt x="2104" y="1637"/>
                    <a:pt x="2105" y="1637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6" y="1638"/>
                  </a:lnTo>
                  <a:cubicBezTo>
                    <a:pt x="2106" y="1638"/>
                    <a:pt x="2106" y="1638"/>
                    <a:pt x="2106" y="1638"/>
                  </a:cubicBezTo>
                  <a:lnTo>
                    <a:pt x="2109" y="1638"/>
                  </a:lnTo>
                  <a:lnTo>
                    <a:pt x="2112" y="1640"/>
                  </a:lnTo>
                  <a:lnTo>
                    <a:pt x="2112" y="1640"/>
                  </a:lnTo>
                  <a:lnTo>
                    <a:pt x="2121" y="1636"/>
                  </a:lnTo>
                  <a:lnTo>
                    <a:pt x="2121" y="1636"/>
                  </a:lnTo>
                  <a:lnTo>
                    <a:pt x="2124" y="1637"/>
                  </a:lnTo>
                  <a:lnTo>
                    <a:pt x="2124" y="1637"/>
                  </a:lnTo>
                  <a:cubicBezTo>
                    <a:pt x="2121" y="1638"/>
                    <a:pt x="2117" y="1640"/>
                    <a:pt x="2114" y="1641"/>
                  </a:cubicBezTo>
                  <a:lnTo>
                    <a:pt x="2114" y="1641"/>
                  </a:lnTo>
                  <a:lnTo>
                    <a:pt x="2112" y="1640"/>
                  </a:lnTo>
                  <a:lnTo>
                    <a:pt x="2112" y="1640"/>
                  </a:lnTo>
                  <a:lnTo>
                    <a:pt x="2111" y="1641"/>
                  </a:lnTo>
                  <a:lnTo>
                    <a:pt x="2111" y="1641"/>
                  </a:lnTo>
                  <a:cubicBezTo>
                    <a:pt x="2109" y="1640"/>
                    <a:pt x="2108" y="1639"/>
                    <a:pt x="2106" y="1638"/>
                  </a:cubicBezTo>
                  <a:lnTo>
                    <a:pt x="2106" y="1638"/>
                  </a:lnTo>
                  <a:cubicBezTo>
                    <a:pt x="2105" y="1638"/>
                    <a:pt x="2104" y="1639"/>
                    <a:pt x="2103" y="1639"/>
                  </a:cubicBezTo>
                  <a:lnTo>
                    <a:pt x="2103" y="1639"/>
                  </a:lnTo>
                  <a:lnTo>
                    <a:pt x="2103" y="1639"/>
                  </a:lnTo>
                  <a:lnTo>
                    <a:pt x="2103" y="1639"/>
                  </a:lnTo>
                  <a:cubicBezTo>
                    <a:pt x="2103" y="1639"/>
                    <a:pt x="2103" y="1639"/>
                    <a:pt x="2103" y="1639"/>
                  </a:cubicBezTo>
                  <a:lnTo>
                    <a:pt x="2103" y="1639"/>
                  </a:lnTo>
                  <a:lnTo>
                    <a:pt x="2100" y="1638"/>
                  </a:lnTo>
                  <a:cubicBezTo>
                    <a:pt x="2100" y="1638"/>
                    <a:pt x="2100" y="1637"/>
                    <a:pt x="2099" y="1637"/>
                  </a:cubicBezTo>
                  <a:lnTo>
                    <a:pt x="2099" y="1637"/>
                  </a:lnTo>
                  <a:cubicBezTo>
                    <a:pt x="2094" y="1639"/>
                    <a:pt x="2089" y="1641"/>
                    <a:pt x="2083" y="1642"/>
                  </a:cubicBezTo>
                  <a:lnTo>
                    <a:pt x="2083" y="1642"/>
                  </a:lnTo>
                  <a:cubicBezTo>
                    <a:pt x="2083" y="1641"/>
                    <a:pt x="2084" y="1639"/>
                    <a:pt x="2084" y="1638"/>
                  </a:cubicBezTo>
                  <a:lnTo>
                    <a:pt x="2084" y="1638"/>
                  </a:lnTo>
                  <a:lnTo>
                    <a:pt x="2082" y="1643"/>
                  </a:lnTo>
                  <a:lnTo>
                    <a:pt x="2082" y="1643"/>
                  </a:lnTo>
                  <a:cubicBezTo>
                    <a:pt x="2066" y="1648"/>
                    <a:pt x="2045" y="1654"/>
                    <a:pt x="2019" y="1662"/>
                  </a:cubicBezTo>
                  <a:cubicBezTo>
                    <a:pt x="1980" y="1677"/>
                    <a:pt x="1965" y="1680"/>
                    <a:pt x="1959" y="1680"/>
                  </a:cubicBezTo>
                  <a:cubicBezTo>
                    <a:pt x="1954" y="1680"/>
                    <a:pt x="1954" y="1678"/>
                    <a:pt x="1954" y="1678"/>
                  </a:cubicBezTo>
                  <a:cubicBezTo>
                    <a:pt x="2019" y="1662"/>
                    <a:pt x="2019" y="1662"/>
                    <a:pt x="2084" y="1638"/>
                  </a:cubicBezTo>
                  <a:lnTo>
                    <a:pt x="2084" y="1638"/>
                  </a:lnTo>
                  <a:cubicBezTo>
                    <a:pt x="2084" y="1638"/>
                    <a:pt x="2084" y="1638"/>
                    <a:pt x="2084" y="1638"/>
                  </a:cubicBezTo>
                  <a:cubicBezTo>
                    <a:pt x="2084" y="1638"/>
                    <a:pt x="2088" y="1637"/>
                    <a:pt x="2094" y="1634"/>
                  </a:cubicBezTo>
                  <a:close/>
                  <a:moveTo>
                    <a:pt x="2149" y="1670"/>
                  </a:moveTo>
                  <a:lnTo>
                    <a:pt x="2160" y="1678"/>
                  </a:lnTo>
                  <a:lnTo>
                    <a:pt x="2160" y="1678"/>
                  </a:lnTo>
                  <a:cubicBezTo>
                    <a:pt x="2160" y="1676"/>
                    <a:pt x="2159" y="1674"/>
                    <a:pt x="2159" y="1672"/>
                  </a:cubicBezTo>
                  <a:lnTo>
                    <a:pt x="2159" y="1672"/>
                  </a:lnTo>
                  <a:lnTo>
                    <a:pt x="2162" y="1674"/>
                  </a:lnTo>
                  <a:lnTo>
                    <a:pt x="2162" y="1674"/>
                  </a:lnTo>
                  <a:cubicBezTo>
                    <a:pt x="2162" y="1675"/>
                    <a:pt x="2163" y="1677"/>
                    <a:pt x="2163" y="1678"/>
                  </a:cubicBezTo>
                  <a:lnTo>
                    <a:pt x="2165" y="1678"/>
                  </a:lnTo>
                  <a:cubicBezTo>
                    <a:pt x="2165" y="1677"/>
                    <a:pt x="2164" y="1676"/>
                    <a:pt x="2164" y="1675"/>
                  </a:cubicBezTo>
                  <a:lnTo>
                    <a:pt x="2164" y="1675"/>
                  </a:lnTo>
                  <a:lnTo>
                    <a:pt x="2166" y="1676"/>
                  </a:lnTo>
                  <a:lnTo>
                    <a:pt x="2166" y="1676"/>
                  </a:lnTo>
                  <a:cubicBezTo>
                    <a:pt x="2167" y="1678"/>
                    <a:pt x="2167" y="1679"/>
                    <a:pt x="2168" y="1681"/>
                  </a:cubicBezTo>
                  <a:lnTo>
                    <a:pt x="2168" y="1681"/>
                  </a:lnTo>
                  <a:lnTo>
                    <a:pt x="2165" y="1678"/>
                  </a:lnTo>
                  <a:lnTo>
                    <a:pt x="2165" y="1678"/>
                  </a:lnTo>
                  <a:cubicBezTo>
                    <a:pt x="2166" y="1680"/>
                    <a:pt x="2166" y="1682"/>
                    <a:pt x="2167" y="1683"/>
                  </a:cubicBezTo>
                  <a:lnTo>
                    <a:pt x="2167" y="1683"/>
                  </a:lnTo>
                  <a:lnTo>
                    <a:pt x="2164" y="1681"/>
                  </a:lnTo>
                  <a:lnTo>
                    <a:pt x="2164" y="1681"/>
                  </a:lnTo>
                  <a:cubicBezTo>
                    <a:pt x="2164" y="1680"/>
                    <a:pt x="2163" y="1679"/>
                    <a:pt x="2163" y="1678"/>
                  </a:cubicBezTo>
                  <a:lnTo>
                    <a:pt x="2160" y="1678"/>
                  </a:lnTo>
                  <a:lnTo>
                    <a:pt x="2160" y="1678"/>
                  </a:lnTo>
                  <a:lnTo>
                    <a:pt x="2160" y="1678"/>
                  </a:lnTo>
                  <a:cubicBezTo>
                    <a:pt x="2160" y="1678"/>
                    <a:pt x="2160" y="1678"/>
                    <a:pt x="2160" y="1678"/>
                  </a:cubicBezTo>
                  <a:lnTo>
                    <a:pt x="2160" y="1678"/>
                  </a:lnTo>
                  <a:cubicBezTo>
                    <a:pt x="2160" y="1679"/>
                    <a:pt x="2160" y="1679"/>
                    <a:pt x="2160" y="1679"/>
                  </a:cubicBezTo>
                  <a:lnTo>
                    <a:pt x="2160" y="1679"/>
                  </a:lnTo>
                  <a:cubicBezTo>
                    <a:pt x="2161" y="1680"/>
                    <a:pt x="2161" y="1681"/>
                    <a:pt x="2161" y="1682"/>
                  </a:cubicBezTo>
                  <a:lnTo>
                    <a:pt x="2161" y="1682"/>
                  </a:lnTo>
                  <a:cubicBezTo>
                    <a:pt x="2160" y="1681"/>
                    <a:pt x="2158" y="1680"/>
                    <a:pt x="2157" y="1678"/>
                  </a:cubicBezTo>
                  <a:lnTo>
                    <a:pt x="2160" y="1678"/>
                  </a:lnTo>
                  <a:cubicBezTo>
                    <a:pt x="2156" y="1676"/>
                    <a:pt x="2153" y="1673"/>
                    <a:pt x="2149" y="1670"/>
                  </a:cubicBezTo>
                  <a:close/>
                  <a:moveTo>
                    <a:pt x="2077" y="1649"/>
                  </a:moveTo>
                  <a:cubicBezTo>
                    <a:pt x="2025" y="1672"/>
                    <a:pt x="1995" y="1683"/>
                    <a:pt x="1994" y="1683"/>
                  </a:cubicBezTo>
                  <a:cubicBezTo>
                    <a:pt x="1992" y="1683"/>
                    <a:pt x="2018" y="1672"/>
                    <a:pt x="2077" y="1649"/>
                  </a:cubicBezTo>
                  <a:close/>
                  <a:moveTo>
                    <a:pt x="2076" y="1678"/>
                  </a:moveTo>
                  <a:cubicBezTo>
                    <a:pt x="2073" y="1681"/>
                    <a:pt x="2070" y="1683"/>
                    <a:pt x="2067" y="1686"/>
                  </a:cubicBezTo>
                  <a:lnTo>
                    <a:pt x="2067" y="1686"/>
                  </a:lnTo>
                  <a:cubicBezTo>
                    <a:pt x="2067" y="1686"/>
                    <a:pt x="2068" y="1685"/>
                    <a:pt x="2068" y="1685"/>
                  </a:cubicBezTo>
                  <a:lnTo>
                    <a:pt x="2068" y="1685"/>
                  </a:lnTo>
                  <a:cubicBezTo>
                    <a:pt x="2070" y="1683"/>
                    <a:pt x="2073" y="1681"/>
                    <a:pt x="2076" y="1678"/>
                  </a:cubicBezTo>
                  <a:close/>
                  <a:moveTo>
                    <a:pt x="2169" y="1678"/>
                  </a:moveTo>
                  <a:lnTo>
                    <a:pt x="2170" y="1679"/>
                  </a:lnTo>
                  <a:lnTo>
                    <a:pt x="2170" y="1679"/>
                  </a:lnTo>
                  <a:cubicBezTo>
                    <a:pt x="2170" y="1679"/>
                    <a:pt x="2170" y="1679"/>
                    <a:pt x="2170" y="1679"/>
                  </a:cubicBezTo>
                  <a:lnTo>
                    <a:pt x="2170" y="1679"/>
                  </a:lnTo>
                  <a:cubicBezTo>
                    <a:pt x="2170" y="1681"/>
                    <a:pt x="2171" y="1683"/>
                    <a:pt x="2171" y="1685"/>
                  </a:cubicBezTo>
                  <a:lnTo>
                    <a:pt x="2171" y="1685"/>
                  </a:lnTo>
                  <a:lnTo>
                    <a:pt x="2171" y="1684"/>
                  </a:lnTo>
                  <a:lnTo>
                    <a:pt x="2171" y="1684"/>
                  </a:lnTo>
                  <a:lnTo>
                    <a:pt x="2171" y="1686"/>
                  </a:lnTo>
                  <a:lnTo>
                    <a:pt x="2170" y="1685"/>
                  </a:lnTo>
                  <a:lnTo>
                    <a:pt x="2170" y="1685"/>
                  </a:lnTo>
                  <a:cubicBezTo>
                    <a:pt x="2169" y="1684"/>
                    <a:pt x="2168" y="1682"/>
                    <a:pt x="2168" y="1681"/>
                  </a:cubicBezTo>
                  <a:lnTo>
                    <a:pt x="2168" y="1681"/>
                  </a:lnTo>
                  <a:lnTo>
                    <a:pt x="2171" y="1684"/>
                  </a:lnTo>
                  <a:lnTo>
                    <a:pt x="2169" y="1678"/>
                  </a:lnTo>
                  <a:close/>
                  <a:moveTo>
                    <a:pt x="2066" y="1684"/>
                  </a:moveTo>
                  <a:lnTo>
                    <a:pt x="2066" y="1684"/>
                  </a:lnTo>
                  <a:cubicBezTo>
                    <a:pt x="2066" y="1685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5"/>
                    <a:pt x="2066" y="1684"/>
                  </a:cubicBezTo>
                  <a:close/>
                  <a:moveTo>
                    <a:pt x="2190" y="1646"/>
                  </a:moveTo>
                  <a:cubicBezTo>
                    <a:pt x="2254" y="1662"/>
                    <a:pt x="2319" y="1687"/>
                    <a:pt x="2319" y="1687"/>
                  </a:cubicBezTo>
                  <a:lnTo>
                    <a:pt x="2246" y="1662"/>
                  </a:lnTo>
                  <a:lnTo>
                    <a:pt x="2182" y="1646"/>
                  </a:lnTo>
                  <a:close/>
                  <a:moveTo>
                    <a:pt x="2173" y="1687"/>
                  </a:moveTo>
                  <a:cubicBezTo>
                    <a:pt x="2173" y="1687"/>
                    <a:pt x="2173" y="1687"/>
                    <a:pt x="2173" y="1687"/>
                  </a:cubicBezTo>
                  <a:lnTo>
                    <a:pt x="2173" y="1687"/>
                  </a:lnTo>
                  <a:close/>
                  <a:moveTo>
                    <a:pt x="2172" y="1681"/>
                  </a:moveTo>
                  <a:cubicBezTo>
                    <a:pt x="2172" y="1681"/>
                    <a:pt x="2174" y="1684"/>
                    <a:pt x="2180" y="1692"/>
                  </a:cubicBezTo>
                  <a:lnTo>
                    <a:pt x="2180" y="1692"/>
                  </a:lnTo>
                  <a:lnTo>
                    <a:pt x="2177" y="1691"/>
                  </a:lnTo>
                  <a:lnTo>
                    <a:pt x="2177" y="1691"/>
                  </a:lnTo>
                  <a:lnTo>
                    <a:pt x="2173" y="1687"/>
                  </a:lnTo>
                  <a:lnTo>
                    <a:pt x="2173" y="1687"/>
                  </a:lnTo>
                  <a:lnTo>
                    <a:pt x="2174" y="1688"/>
                  </a:lnTo>
                  <a:lnTo>
                    <a:pt x="2173" y="1688"/>
                  </a:lnTo>
                  <a:lnTo>
                    <a:pt x="2173" y="1688"/>
                  </a:lnTo>
                  <a:cubicBezTo>
                    <a:pt x="2173" y="1687"/>
                    <a:pt x="2173" y="1687"/>
                    <a:pt x="2173" y="1687"/>
                  </a:cubicBezTo>
                  <a:lnTo>
                    <a:pt x="2173" y="1687"/>
                  </a:lnTo>
                  <a:lnTo>
                    <a:pt x="2173" y="1687"/>
                  </a:lnTo>
                  <a:lnTo>
                    <a:pt x="2172" y="1685"/>
                  </a:lnTo>
                  <a:lnTo>
                    <a:pt x="2172" y="1685"/>
                  </a:lnTo>
                  <a:cubicBezTo>
                    <a:pt x="2172" y="1686"/>
                    <a:pt x="2173" y="1687"/>
                    <a:pt x="2173" y="1687"/>
                  </a:cubicBezTo>
                  <a:lnTo>
                    <a:pt x="2173" y="1687"/>
                  </a:lnTo>
                  <a:lnTo>
                    <a:pt x="2172" y="1687"/>
                  </a:lnTo>
                  <a:lnTo>
                    <a:pt x="2172" y="1687"/>
                  </a:lnTo>
                  <a:cubicBezTo>
                    <a:pt x="2172" y="1686"/>
                    <a:pt x="2172" y="1685"/>
                    <a:pt x="2171" y="1685"/>
                  </a:cubicBezTo>
                  <a:lnTo>
                    <a:pt x="2171" y="1685"/>
                  </a:lnTo>
                  <a:lnTo>
                    <a:pt x="2172" y="1685"/>
                  </a:lnTo>
                  <a:lnTo>
                    <a:pt x="2172" y="1685"/>
                  </a:lnTo>
                  <a:cubicBezTo>
                    <a:pt x="2172" y="1684"/>
                    <a:pt x="2172" y="1683"/>
                    <a:pt x="2171" y="1682"/>
                  </a:cubicBezTo>
                  <a:lnTo>
                    <a:pt x="2171" y="1682"/>
                  </a:lnTo>
                  <a:cubicBezTo>
                    <a:pt x="2172" y="1683"/>
                    <a:pt x="2173" y="1685"/>
                    <a:pt x="2173" y="1687"/>
                  </a:cubicBezTo>
                  <a:lnTo>
                    <a:pt x="2173" y="1687"/>
                  </a:lnTo>
                  <a:cubicBezTo>
                    <a:pt x="2173" y="1687"/>
                    <a:pt x="2171" y="1681"/>
                    <a:pt x="2172" y="1681"/>
                  </a:cubicBezTo>
                  <a:close/>
                  <a:moveTo>
                    <a:pt x="2172" y="1688"/>
                  </a:moveTo>
                  <a:lnTo>
                    <a:pt x="2172" y="1688"/>
                  </a:lnTo>
                  <a:cubicBezTo>
                    <a:pt x="2172" y="1688"/>
                    <a:pt x="2173" y="1688"/>
                    <a:pt x="2173" y="1688"/>
                  </a:cubicBezTo>
                  <a:lnTo>
                    <a:pt x="2173" y="1688"/>
                  </a:lnTo>
                  <a:cubicBezTo>
                    <a:pt x="2173" y="1690"/>
                    <a:pt x="2173" y="1691"/>
                    <a:pt x="2173" y="1693"/>
                  </a:cubicBezTo>
                  <a:lnTo>
                    <a:pt x="2173" y="1693"/>
                  </a:lnTo>
                  <a:cubicBezTo>
                    <a:pt x="2173" y="1693"/>
                    <a:pt x="2173" y="1693"/>
                    <a:pt x="2173" y="1692"/>
                  </a:cubicBezTo>
                  <a:lnTo>
                    <a:pt x="2173" y="1692"/>
                  </a:lnTo>
                  <a:cubicBezTo>
                    <a:pt x="2173" y="1693"/>
                    <a:pt x="2173" y="1693"/>
                    <a:pt x="2173" y="1694"/>
                  </a:cubicBezTo>
                  <a:lnTo>
                    <a:pt x="2173" y="1694"/>
                  </a:lnTo>
                  <a:lnTo>
                    <a:pt x="2173" y="1692"/>
                  </a:lnTo>
                  <a:lnTo>
                    <a:pt x="2173" y="1692"/>
                  </a:lnTo>
                  <a:cubicBezTo>
                    <a:pt x="2173" y="1692"/>
                    <a:pt x="2173" y="1692"/>
                    <a:pt x="2173" y="1692"/>
                  </a:cubicBezTo>
                  <a:lnTo>
                    <a:pt x="2173" y="1692"/>
                  </a:lnTo>
                  <a:cubicBezTo>
                    <a:pt x="2173" y="1691"/>
                    <a:pt x="2173" y="1690"/>
                    <a:pt x="2172" y="1688"/>
                  </a:cubicBezTo>
                  <a:close/>
                  <a:moveTo>
                    <a:pt x="2063" y="1695"/>
                  </a:moveTo>
                  <a:lnTo>
                    <a:pt x="2063" y="1695"/>
                  </a:lnTo>
                  <a:lnTo>
                    <a:pt x="2063" y="1695"/>
                  </a:lnTo>
                  <a:close/>
                  <a:moveTo>
                    <a:pt x="2170" y="1686"/>
                  </a:moveTo>
                  <a:cubicBezTo>
                    <a:pt x="2171" y="1687"/>
                    <a:pt x="2171" y="1687"/>
                    <a:pt x="2172" y="1687"/>
                  </a:cubicBezTo>
                  <a:lnTo>
                    <a:pt x="2172" y="1687"/>
                  </a:lnTo>
                  <a:lnTo>
                    <a:pt x="2173" y="1692"/>
                  </a:lnTo>
                  <a:lnTo>
                    <a:pt x="2173" y="1692"/>
                  </a:lnTo>
                  <a:cubicBezTo>
                    <a:pt x="2173" y="1692"/>
                    <a:pt x="2172" y="1692"/>
                    <a:pt x="2172" y="1692"/>
                  </a:cubicBezTo>
                  <a:lnTo>
                    <a:pt x="2172" y="1692"/>
                  </a:lnTo>
                  <a:cubicBezTo>
                    <a:pt x="2173" y="1693"/>
                    <a:pt x="2173" y="1693"/>
                    <a:pt x="2173" y="1694"/>
                  </a:cubicBezTo>
                  <a:lnTo>
                    <a:pt x="2173" y="1694"/>
                  </a:lnTo>
                  <a:cubicBezTo>
                    <a:pt x="2173" y="1695"/>
                    <a:pt x="2173" y="1695"/>
                    <a:pt x="2173" y="1695"/>
                  </a:cubicBezTo>
                  <a:cubicBezTo>
                    <a:pt x="2172" y="1695"/>
                    <a:pt x="2171" y="1693"/>
                    <a:pt x="2169" y="1689"/>
                  </a:cubicBezTo>
                  <a:lnTo>
                    <a:pt x="2169" y="1689"/>
                  </a:lnTo>
                  <a:cubicBezTo>
                    <a:pt x="2170" y="1690"/>
                    <a:pt x="2171" y="1691"/>
                    <a:pt x="2172" y="1692"/>
                  </a:cubicBezTo>
                  <a:lnTo>
                    <a:pt x="2172" y="1692"/>
                  </a:lnTo>
                  <a:cubicBezTo>
                    <a:pt x="2171" y="1690"/>
                    <a:pt x="2171" y="1688"/>
                    <a:pt x="2170" y="1686"/>
                  </a:cubicBezTo>
                  <a:close/>
                  <a:moveTo>
                    <a:pt x="2173" y="1689"/>
                  </a:moveTo>
                  <a:lnTo>
                    <a:pt x="2173" y="1689"/>
                  </a:lnTo>
                  <a:cubicBezTo>
                    <a:pt x="2174" y="1689"/>
                    <a:pt x="2175" y="1690"/>
                    <a:pt x="2175" y="1690"/>
                  </a:cubicBezTo>
                  <a:lnTo>
                    <a:pt x="2175" y="1690"/>
                  </a:lnTo>
                  <a:lnTo>
                    <a:pt x="2179" y="1698"/>
                  </a:lnTo>
                  <a:lnTo>
                    <a:pt x="2179" y="1698"/>
                  </a:lnTo>
                  <a:cubicBezTo>
                    <a:pt x="2177" y="1696"/>
                    <a:pt x="2175" y="1694"/>
                    <a:pt x="2173" y="1693"/>
                  </a:cubicBezTo>
                  <a:lnTo>
                    <a:pt x="2173" y="1693"/>
                  </a:lnTo>
                  <a:cubicBezTo>
                    <a:pt x="2173" y="1695"/>
                    <a:pt x="2173" y="1695"/>
                    <a:pt x="2173" y="1695"/>
                  </a:cubicBezTo>
                  <a:cubicBezTo>
                    <a:pt x="2173" y="1694"/>
                    <a:pt x="2173" y="1693"/>
                    <a:pt x="2173" y="1693"/>
                  </a:cubicBezTo>
                  <a:lnTo>
                    <a:pt x="2173" y="1693"/>
                  </a:lnTo>
                  <a:cubicBezTo>
                    <a:pt x="2173" y="1693"/>
                    <a:pt x="2173" y="1693"/>
                    <a:pt x="2173" y="1693"/>
                  </a:cubicBezTo>
                  <a:lnTo>
                    <a:pt x="2173" y="1693"/>
                  </a:lnTo>
                  <a:cubicBezTo>
                    <a:pt x="2173" y="1692"/>
                    <a:pt x="2173" y="1691"/>
                    <a:pt x="2173" y="1689"/>
                  </a:cubicBezTo>
                  <a:close/>
                  <a:moveTo>
                    <a:pt x="2787" y="1693"/>
                  </a:moveTo>
                  <a:cubicBezTo>
                    <a:pt x="2782" y="1693"/>
                    <a:pt x="2787" y="1696"/>
                    <a:pt x="2814" y="1703"/>
                  </a:cubicBezTo>
                  <a:cubicBezTo>
                    <a:pt x="2814" y="1698"/>
                    <a:pt x="2792" y="1693"/>
                    <a:pt x="2787" y="1693"/>
                  </a:cubicBezTo>
                  <a:close/>
                  <a:moveTo>
                    <a:pt x="2178" y="1692"/>
                  </a:moveTo>
                  <a:lnTo>
                    <a:pt x="2178" y="1692"/>
                  </a:lnTo>
                  <a:cubicBezTo>
                    <a:pt x="2179" y="1693"/>
                    <a:pt x="2180" y="1694"/>
                    <a:pt x="2182" y="1695"/>
                  </a:cubicBezTo>
                  <a:lnTo>
                    <a:pt x="2182" y="1695"/>
                  </a:lnTo>
                  <a:cubicBezTo>
                    <a:pt x="2183" y="1698"/>
                    <a:pt x="2184" y="1700"/>
                    <a:pt x="2185" y="1703"/>
                  </a:cubicBezTo>
                  <a:lnTo>
                    <a:pt x="2185" y="1703"/>
                  </a:lnTo>
                  <a:cubicBezTo>
                    <a:pt x="2183" y="1701"/>
                    <a:pt x="2181" y="1700"/>
                    <a:pt x="2179" y="1698"/>
                  </a:cubicBezTo>
                  <a:lnTo>
                    <a:pt x="2179" y="1698"/>
                  </a:lnTo>
                  <a:cubicBezTo>
                    <a:pt x="2180" y="1700"/>
                    <a:pt x="2182" y="1703"/>
                    <a:pt x="2182" y="1703"/>
                  </a:cubicBezTo>
                  <a:lnTo>
                    <a:pt x="2179" y="1698"/>
                  </a:lnTo>
                  <a:lnTo>
                    <a:pt x="2179" y="1698"/>
                  </a:lnTo>
                  <a:cubicBezTo>
                    <a:pt x="2179" y="1698"/>
                    <a:pt x="2179" y="1698"/>
                    <a:pt x="2179" y="1698"/>
                  </a:cubicBezTo>
                  <a:lnTo>
                    <a:pt x="2179" y="1698"/>
                  </a:lnTo>
                  <a:cubicBezTo>
                    <a:pt x="2178" y="1695"/>
                    <a:pt x="2177" y="1693"/>
                    <a:pt x="2178" y="1692"/>
                  </a:cubicBezTo>
                  <a:close/>
                  <a:moveTo>
                    <a:pt x="2198" y="1711"/>
                  </a:moveTo>
                  <a:lnTo>
                    <a:pt x="2198" y="1711"/>
                  </a:lnTo>
                  <a:lnTo>
                    <a:pt x="2198" y="1711"/>
                  </a:lnTo>
                  <a:cubicBezTo>
                    <a:pt x="2198" y="1711"/>
                    <a:pt x="2198" y="1711"/>
                    <a:pt x="2198" y="1711"/>
                  </a:cubicBezTo>
                  <a:close/>
                  <a:moveTo>
                    <a:pt x="2168" y="1672"/>
                  </a:moveTo>
                  <a:cubicBezTo>
                    <a:pt x="2223" y="1703"/>
                    <a:pt x="2250" y="1719"/>
                    <a:pt x="2249" y="1719"/>
                  </a:cubicBezTo>
                  <a:lnTo>
                    <a:pt x="2249" y="1719"/>
                  </a:lnTo>
                  <a:cubicBezTo>
                    <a:pt x="2249" y="1719"/>
                    <a:pt x="2228" y="1708"/>
                    <a:pt x="2188" y="1687"/>
                  </a:cubicBezTo>
                  <a:lnTo>
                    <a:pt x="2188" y="1687"/>
                  </a:lnTo>
                  <a:lnTo>
                    <a:pt x="2214" y="1703"/>
                  </a:lnTo>
                  <a:cubicBezTo>
                    <a:pt x="2198" y="1697"/>
                    <a:pt x="2185" y="1689"/>
                    <a:pt x="2174" y="1681"/>
                  </a:cubicBezTo>
                  <a:lnTo>
                    <a:pt x="2174" y="1681"/>
                  </a:lnTo>
                  <a:cubicBezTo>
                    <a:pt x="2174" y="1681"/>
                    <a:pt x="2175" y="1682"/>
                    <a:pt x="2175" y="1682"/>
                  </a:cubicBezTo>
                  <a:lnTo>
                    <a:pt x="2175" y="1682"/>
                  </a:lnTo>
                  <a:lnTo>
                    <a:pt x="2173" y="1681"/>
                  </a:lnTo>
                  <a:lnTo>
                    <a:pt x="2173" y="1681"/>
                  </a:lnTo>
                  <a:cubicBezTo>
                    <a:pt x="2174" y="1685"/>
                    <a:pt x="2175" y="1681"/>
                    <a:pt x="2181" y="1693"/>
                  </a:cubicBezTo>
                  <a:lnTo>
                    <a:pt x="2181" y="1693"/>
                  </a:lnTo>
                  <a:lnTo>
                    <a:pt x="2180" y="1692"/>
                  </a:lnTo>
                  <a:lnTo>
                    <a:pt x="2182" y="1695"/>
                  </a:lnTo>
                  <a:cubicBezTo>
                    <a:pt x="2181" y="1694"/>
                    <a:pt x="2180" y="1693"/>
                    <a:pt x="2180" y="1692"/>
                  </a:cubicBezTo>
                  <a:lnTo>
                    <a:pt x="2180" y="1692"/>
                  </a:lnTo>
                  <a:lnTo>
                    <a:pt x="2180" y="1692"/>
                  </a:lnTo>
                  <a:lnTo>
                    <a:pt x="2172" y="1680"/>
                  </a:lnTo>
                  <a:lnTo>
                    <a:pt x="2173" y="1681"/>
                  </a:lnTo>
                  <a:lnTo>
                    <a:pt x="2173" y="1681"/>
                  </a:lnTo>
                  <a:cubicBezTo>
                    <a:pt x="2173" y="1681"/>
                    <a:pt x="2173" y="1681"/>
                    <a:pt x="2173" y="1680"/>
                  </a:cubicBezTo>
                  <a:lnTo>
                    <a:pt x="2173" y="1680"/>
                  </a:lnTo>
                  <a:cubicBezTo>
                    <a:pt x="2174" y="1681"/>
                    <a:pt x="2174" y="1681"/>
                    <a:pt x="2174" y="1681"/>
                  </a:cubicBezTo>
                  <a:lnTo>
                    <a:pt x="2174" y="1681"/>
                  </a:lnTo>
                  <a:cubicBezTo>
                    <a:pt x="2174" y="1680"/>
                    <a:pt x="2174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cubicBezTo>
                    <a:pt x="2173" y="1680"/>
                    <a:pt x="2172" y="1680"/>
                    <a:pt x="2172" y="1680"/>
                  </a:cubicBezTo>
                  <a:lnTo>
                    <a:pt x="2172" y="1680"/>
                  </a:lnTo>
                  <a:cubicBezTo>
                    <a:pt x="2172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80"/>
                    <a:pt x="2173" y="1680"/>
                    <a:pt x="2173" y="1680"/>
                  </a:cubicBezTo>
                  <a:lnTo>
                    <a:pt x="2173" y="1680"/>
                  </a:lnTo>
                  <a:cubicBezTo>
                    <a:pt x="2173" y="1679"/>
                    <a:pt x="2173" y="1679"/>
                    <a:pt x="2173" y="1679"/>
                  </a:cubicBezTo>
                  <a:lnTo>
                    <a:pt x="2173" y="1679"/>
                  </a:lnTo>
                  <a:cubicBezTo>
                    <a:pt x="2178" y="1682"/>
                    <a:pt x="2183" y="1684"/>
                    <a:pt x="2188" y="1687"/>
                  </a:cubicBezTo>
                  <a:lnTo>
                    <a:pt x="2188" y="1687"/>
                  </a:lnTo>
                  <a:lnTo>
                    <a:pt x="2169" y="1675"/>
                  </a:lnTo>
                  <a:lnTo>
                    <a:pt x="2169" y="1675"/>
                  </a:lnTo>
                  <a:cubicBezTo>
                    <a:pt x="2169" y="1674"/>
                    <a:pt x="2168" y="1673"/>
                    <a:pt x="2168" y="1672"/>
                  </a:cubicBezTo>
                  <a:close/>
                  <a:moveTo>
                    <a:pt x="2125" y="1670"/>
                  </a:moveTo>
                  <a:lnTo>
                    <a:pt x="2125" y="1670"/>
                  </a:lnTo>
                  <a:cubicBezTo>
                    <a:pt x="2129" y="1707"/>
                    <a:pt x="2129" y="1725"/>
                    <a:pt x="2128" y="1725"/>
                  </a:cubicBezTo>
                  <a:cubicBezTo>
                    <a:pt x="2127" y="1725"/>
                    <a:pt x="2125" y="1707"/>
                    <a:pt x="2125" y="1670"/>
                  </a:cubicBezTo>
                  <a:close/>
                  <a:moveTo>
                    <a:pt x="2238" y="1678"/>
                  </a:moveTo>
                  <a:lnTo>
                    <a:pt x="2238" y="1678"/>
                  </a:lnTo>
                  <a:cubicBezTo>
                    <a:pt x="2263" y="1687"/>
                    <a:pt x="2287" y="1695"/>
                    <a:pt x="2303" y="1703"/>
                  </a:cubicBezTo>
                  <a:cubicBezTo>
                    <a:pt x="2327" y="1711"/>
                    <a:pt x="2344" y="1719"/>
                    <a:pt x="2368" y="1727"/>
                  </a:cubicBezTo>
                  <a:lnTo>
                    <a:pt x="2303" y="1711"/>
                  </a:lnTo>
                  <a:lnTo>
                    <a:pt x="2238" y="1678"/>
                  </a:lnTo>
                  <a:close/>
                  <a:moveTo>
                    <a:pt x="2668" y="1711"/>
                  </a:moveTo>
                  <a:cubicBezTo>
                    <a:pt x="2668" y="1711"/>
                    <a:pt x="2668" y="1711"/>
                    <a:pt x="2741" y="1719"/>
                  </a:cubicBezTo>
                  <a:lnTo>
                    <a:pt x="2733" y="1727"/>
                  </a:lnTo>
                  <a:lnTo>
                    <a:pt x="2668" y="1719"/>
                  </a:lnTo>
                  <a:lnTo>
                    <a:pt x="2668" y="1711"/>
                  </a:lnTo>
                  <a:close/>
                  <a:moveTo>
                    <a:pt x="2164" y="1682"/>
                  </a:moveTo>
                  <a:lnTo>
                    <a:pt x="2164" y="1682"/>
                  </a:lnTo>
                  <a:cubicBezTo>
                    <a:pt x="2165" y="1683"/>
                    <a:pt x="2166" y="1683"/>
                    <a:pt x="2167" y="1684"/>
                  </a:cubicBezTo>
                  <a:lnTo>
                    <a:pt x="2167" y="1684"/>
                  </a:lnTo>
                  <a:cubicBezTo>
                    <a:pt x="2168" y="1686"/>
                    <a:pt x="2169" y="1688"/>
                    <a:pt x="2169" y="1689"/>
                  </a:cubicBezTo>
                  <a:lnTo>
                    <a:pt x="2169" y="1689"/>
                  </a:lnTo>
                  <a:cubicBezTo>
                    <a:pt x="2168" y="1688"/>
                    <a:pt x="2166" y="1687"/>
                    <a:pt x="2165" y="1685"/>
                  </a:cubicBezTo>
                  <a:lnTo>
                    <a:pt x="2165" y="1685"/>
                  </a:lnTo>
                  <a:cubicBezTo>
                    <a:pt x="2165" y="1686"/>
                    <a:pt x="2165" y="1686"/>
                    <a:pt x="2165" y="1687"/>
                  </a:cubicBezTo>
                  <a:cubicBezTo>
                    <a:pt x="2165" y="1687"/>
                    <a:pt x="2165" y="1687"/>
                    <a:pt x="2165" y="1687"/>
                  </a:cubicBezTo>
                  <a:lnTo>
                    <a:pt x="2165" y="1687"/>
                  </a:lnTo>
                  <a:cubicBezTo>
                    <a:pt x="2172" y="1714"/>
                    <a:pt x="2175" y="1729"/>
                    <a:pt x="2173" y="1729"/>
                  </a:cubicBezTo>
                  <a:cubicBezTo>
                    <a:pt x="2172" y="1729"/>
                    <a:pt x="2168" y="1715"/>
                    <a:pt x="2161" y="1682"/>
                  </a:cubicBezTo>
                  <a:lnTo>
                    <a:pt x="2161" y="1682"/>
                  </a:lnTo>
                  <a:cubicBezTo>
                    <a:pt x="2162" y="1683"/>
                    <a:pt x="2164" y="1684"/>
                    <a:pt x="2165" y="1685"/>
                  </a:cubicBezTo>
                  <a:lnTo>
                    <a:pt x="2165" y="1685"/>
                  </a:lnTo>
                  <a:cubicBezTo>
                    <a:pt x="2165" y="1684"/>
                    <a:pt x="2164" y="1683"/>
                    <a:pt x="2164" y="1682"/>
                  </a:cubicBezTo>
                  <a:close/>
                  <a:moveTo>
                    <a:pt x="2163" y="1655"/>
                  </a:moveTo>
                  <a:lnTo>
                    <a:pt x="2230" y="1687"/>
                  </a:lnTo>
                  <a:cubicBezTo>
                    <a:pt x="2298" y="1716"/>
                    <a:pt x="2330" y="1730"/>
                    <a:pt x="2327" y="1730"/>
                  </a:cubicBezTo>
                  <a:cubicBezTo>
                    <a:pt x="2325" y="1730"/>
                    <a:pt x="2293" y="1718"/>
                    <a:pt x="2230" y="1695"/>
                  </a:cubicBezTo>
                  <a:cubicBezTo>
                    <a:pt x="2207" y="1683"/>
                    <a:pt x="2183" y="1672"/>
                    <a:pt x="2166" y="1665"/>
                  </a:cubicBezTo>
                  <a:lnTo>
                    <a:pt x="2166" y="1665"/>
                  </a:lnTo>
                  <a:lnTo>
                    <a:pt x="2165" y="1662"/>
                  </a:lnTo>
                  <a:cubicBezTo>
                    <a:pt x="2165" y="1662"/>
                    <a:pt x="2165" y="1662"/>
                    <a:pt x="2165" y="1662"/>
                  </a:cubicBezTo>
                  <a:lnTo>
                    <a:pt x="2165" y="1662"/>
                  </a:lnTo>
                  <a:cubicBezTo>
                    <a:pt x="2165" y="1663"/>
                    <a:pt x="2165" y="1664"/>
                    <a:pt x="2166" y="1665"/>
                  </a:cubicBezTo>
                  <a:lnTo>
                    <a:pt x="2166" y="1665"/>
                  </a:lnTo>
                  <a:cubicBezTo>
                    <a:pt x="2165" y="1664"/>
                    <a:pt x="2165" y="1664"/>
                    <a:pt x="2164" y="1664"/>
                  </a:cubicBezTo>
                  <a:lnTo>
                    <a:pt x="2164" y="1664"/>
                  </a:lnTo>
                  <a:cubicBezTo>
                    <a:pt x="2164" y="1663"/>
                    <a:pt x="2164" y="1662"/>
                    <a:pt x="2163" y="1662"/>
                  </a:cubicBezTo>
                  <a:lnTo>
                    <a:pt x="2163" y="1662"/>
                  </a:lnTo>
                  <a:cubicBezTo>
                    <a:pt x="2163" y="1662"/>
                    <a:pt x="2163" y="1662"/>
                    <a:pt x="2163" y="1662"/>
                  </a:cubicBezTo>
                  <a:lnTo>
                    <a:pt x="2163" y="1662"/>
                  </a:lnTo>
                  <a:lnTo>
                    <a:pt x="2163" y="1662"/>
                  </a:lnTo>
                  <a:lnTo>
                    <a:pt x="2163" y="1662"/>
                  </a:lnTo>
                  <a:cubicBezTo>
                    <a:pt x="2163" y="1661"/>
                    <a:pt x="2163" y="1660"/>
                    <a:pt x="2163" y="1660"/>
                  </a:cubicBezTo>
                  <a:lnTo>
                    <a:pt x="2163" y="1660"/>
                  </a:lnTo>
                  <a:cubicBezTo>
                    <a:pt x="2163" y="1660"/>
                    <a:pt x="2164" y="1661"/>
                    <a:pt x="2165" y="1662"/>
                  </a:cubicBezTo>
                  <a:lnTo>
                    <a:pt x="2165" y="1662"/>
                  </a:lnTo>
                  <a:cubicBezTo>
                    <a:pt x="2164" y="1660"/>
                    <a:pt x="2164" y="1658"/>
                    <a:pt x="2163" y="1655"/>
                  </a:cubicBezTo>
                  <a:close/>
                  <a:moveTo>
                    <a:pt x="2065" y="1688"/>
                  </a:moveTo>
                  <a:cubicBezTo>
                    <a:pt x="2061" y="1695"/>
                    <a:pt x="2055" y="1706"/>
                    <a:pt x="2046" y="1721"/>
                  </a:cubicBezTo>
                  <a:lnTo>
                    <a:pt x="2046" y="1721"/>
                  </a:lnTo>
                  <a:cubicBezTo>
                    <a:pt x="2049" y="1715"/>
                    <a:pt x="2053" y="1709"/>
                    <a:pt x="2056" y="1702"/>
                  </a:cubicBezTo>
                  <a:lnTo>
                    <a:pt x="2056" y="1702"/>
                  </a:lnTo>
                  <a:cubicBezTo>
                    <a:pt x="2060" y="1700"/>
                    <a:pt x="2060" y="1695"/>
                    <a:pt x="2060" y="1695"/>
                  </a:cubicBezTo>
                  <a:lnTo>
                    <a:pt x="2060" y="1695"/>
                  </a:lnTo>
                  <a:cubicBezTo>
                    <a:pt x="2060" y="1695"/>
                    <a:pt x="2060" y="1695"/>
                    <a:pt x="2060" y="1695"/>
                  </a:cubicBezTo>
                  <a:cubicBezTo>
                    <a:pt x="2061" y="1693"/>
                    <a:pt x="2061" y="1692"/>
                    <a:pt x="2062" y="1690"/>
                  </a:cubicBezTo>
                  <a:lnTo>
                    <a:pt x="2062" y="1690"/>
                  </a:lnTo>
                  <a:cubicBezTo>
                    <a:pt x="2020" y="1726"/>
                    <a:pt x="1998" y="1742"/>
                    <a:pt x="1997" y="1742"/>
                  </a:cubicBezTo>
                  <a:cubicBezTo>
                    <a:pt x="1996" y="1742"/>
                    <a:pt x="2018" y="1724"/>
                    <a:pt x="2063" y="1689"/>
                  </a:cubicBezTo>
                  <a:lnTo>
                    <a:pt x="2063" y="1689"/>
                  </a:lnTo>
                  <a:cubicBezTo>
                    <a:pt x="2063" y="1689"/>
                    <a:pt x="2062" y="1690"/>
                    <a:pt x="2062" y="1690"/>
                  </a:cubicBezTo>
                  <a:lnTo>
                    <a:pt x="2062" y="1690"/>
                  </a:lnTo>
                  <a:cubicBezTo>
                    <a:pt x="2063" y="1690"/>
                    <a:pt x="2064" y="1689"/>
                    <a:pt x="2065" y="1688"/>
                  </a:cubicBezTo>
                  <a:close/>
                  <a:moveTo>
                    <a:pt x="2103" y="1639"/>
                  </a:moveTo>
                  <a:lnTo>
                    <a:pt x="2110" y="1641"/>
                  </a:lnTo>
                  <a:lnTo>
                    <a:pt x="2110" y="1641"/>
                  </a:lnTo>
                  <a:lnTo>
                    <a:pt x="2108" y="1642"/>
                  </a:lnTo>
                  <a:lnTo>
                    <a:pt x="2108" y="1642"/>
                  </a:lnTo>
                  <a:lnTo>
                    <a:pt x="2109" y="1643"/>
                  </a:lnTo>
                  <a:lnTo>
                    <a:pt x="2109" y="1643"/>
                  </a:lnTo>
                  <a:cubicBezTo>
                    <a:pt x="2110" y="1643"/>
                    <a:pt x="2111" y="1642"/>
                    <a:pt x="2112" y="1642"/>
                  </a:cubicBezTo>
                  <a:lnTo>
                    <a:pt x="2112" y="1642"/>
                  </a:lnTo>
                  <a:lnTo>
                    <a:pt x="2112" y="1642"/>
                  </a:lnTo>
                  <a:lnTo>
                    <a:pt x="2112" y="1642"/>
                  </a:lnTo>
                  <a:cubicBezTo>
                    <a:pt x="2111" y="1643"/>
                    <a:pt x="2110" y="1643"/>
                    <a:pt x="2110" y="1643"/>
                  </a:cubicBezTo>
                  <a:lnTo>
                    <a:pt x="2110" y="1643"/>
                  </a:lnTo>
                  <a:lnTo>
                    <a:pt x="2109" y="1643"/>
                  </a:lnTo>
                  <a:lnTo>
                    <a:pt x="2109" y="1643"/>
                  </a:lnTo>
                  <a:cubicBezTo>
                    <a:pt x="2102" y="1646"/>
                    <a:pt x="2094" y="1650"/>
                    <a:pt x="2084" y="1654"/>
                  </a:cubicBezTo>
                  <a:cubicBezTo>
                    <a:pt x="2093" y="1651"/>
                    <a:pt x="2101" y="1647"/>
                    <a:pt x="2110" y="1643"/>
                  </a:cubicBezTo>
                  <a:lnTo>
                    <a:pt x="2110" y="1643"/>
                  </a:lnTo>
                  <a:lnTo>
                    <a:pt x="2114" y="1645"/>
                  </a:lnTo>
                  <a:lnTo>
                    <a:pt x="2114" y="1645"/>
                  </a:lnTo>
                  <a:lnTo>
                    <a:pt x="2116" y="1644"/>
                  </a:lnTo>
                  <a:lnTo>
                    <a:pt x="2116" y="1644"/>
                  </a:lnTo>
                  <a:lnTo>
                    <a:pt x="2116" y="1644"/>
                  </a:lnTo>
                  <a:cubicBezTo>
                    <a:pt x="2116" y="1644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7" y="1644"/>
                    <a:pt x="2117" y="1644"/>
                    <a:pt x="2117" y="1644"/>
                  </a:cubicBezTo>
                  <a:lnTo>
                    <a:pt x="2117" y="1644"/>
                  </a:lnTo>
                  <a:cubicBezTo>
                    <a:pt x="2118" y="1644"/>
                    <a:pt x="2118" y="1644"/>
                    <a:pt x="2118" y="1644"/>
                  </a:cubicBezTo>
                  <a:lnTo>
                    <a:pt x="2118" y="1644"/>
                  </a:lnTo>
                  <a:lnTo>
                    <a:pt x="2121" y="1646"/>
                  </a:lnTo>
                  <a:lnTo>
                    <a:pt x="2121" y="1646"/>
                  </a:lnTo>
                  <a:lnTo>
                    <a:pt x="2119" y="1645"/>
                  </a:lnTo>
                  <a:lnTo>
                    <a:pt x="2119" y="1645"/>
                  </a:lnTo>
                  <a:cubicBezTo>
                    <a:pt x="2119" y="1645"/>
                    <a:pt x="2120" y="1646"/>
                    <a:pt x="2121" y="1646"/>
                  </a:cubicBezTo>
                  <a:lnTo>
                    <a:pt x="2122" y="1646"/>
                  </a:lnTo>
                  <a:lnTo>
                    <a:pt x="2125" y="1648"/>
                  </a:lnTo>
                  <a:lnTo>
                    <a:pt x="2125" y="1648"/>
                  </a:lnTo>
                  <a:cubicBezTo>
                    <a:pt x="2125" y="1648"/>
                    <a:pt x="2125" y="1648"/>
                    <a:pt x="2125" y="1648"/>
                  </a:cubicBezTo>
                  <a:lnTo>
                    <a:pt x="2125" y="1648"/>
                  </a:lnTo>
                  <a:cubicBezTo>
                    <a:pt x="2124" y="1648"/>
                    <a:pt x="2122" y="1647"/>
                    <a:pt x="2121" y="1646"/>
                  </a:cubicBezTo>
                  <a:lnTo>
                    <a:pt x="2115" y="1646"/>
                  </a:lnTo>
                  <a:lnTo>
                    <a:pt x="2125" y="1652"/>
                  </a:lnTo>
                  <a:lnTo>
                    <a:pt x="2125" y="1652"/>
                  </a:lnTo>
                  <a:cubicBezTo>
                    <a:pt x="2125" y="1651"/>
                    <a:pt x="2125" y="1650"/>
                    <a:pt x="2125" y="1648"/>
                  </a:cubicBezTo>
                  <a:lnTo>
                    <a:pt x="2125" y="1648"/>
                  </a:lnTo>
                  <a:cubicBezTo>
                    <a:pt x="2126" y="1649"/>
                    <a:pt x="2126" y="1649"/>
                    <a:pt x="2127" y="1649"/>
                  </a:cubicBezTo>
                  <a:lnTo>
                    <a:pt x="2127" y="1649"/>
                  </a:lnTo>
                  <a:lnTo>
                    <a:pt x="2135" y="1654"/>
                  </a:lnTo>
                  <a:lnTo>
                    <a:pt x="2135" y="1654"/>
                  </a:lnTo>
                  <a:cubicBezTo>
                    <a:pt x="2135" y="1654"/>
                    <a:pt x="2135" y="1654"/>
                    <a:pt x="2135" y="1653"/>
                  </a:cubicBezTo>
                  <a:lnTo>
                    <a:pt x="2135" y="1653"/>
                  </a:lnTo>
                  <a:cubicBezTo>
                    <a:pt x="2137" y="1655"/>
                    <a:pt x="2139" y="1656"/>
                    <a:pt x="2141" y="1657"/>
                  </a:cubicBezTo>
                  <a:lnTo>
                    <a:pt x="2141" y="1657"/>
                  </a:lnTo>
                  <a:cubicBezTo>
                    <a:pt x="2141" y="1657"/>
                    <a:pt x="2141" y="1658"/>
                    <a:pt x="2141" y="1658"/>
                  </a:cubicBezTo>
                  <a:lnTo>
                    <a:pt x="2141" y="1658"/>
                  </a:lnTo>
                  <a:lnTo>
                    <a:pt x="2135" y="1654"/>
                  </a:lnTo>
                  <a:lnTo>
                    <a:pt x="2135" y="1654"/>
                  </a:lnTo>
                  <a:cubicBezTo>
                    <a:pt x="2135" y="1655"/>
                    <a:pt x="2135" y="1657"/>
                    <a:pt x="2135" y="1658"/>
                  </a:cubicBezTo>
                  <a:lnTo>
                    <a:pt x="2135" y="1658"/>
                  </a:lnTo>
                  <a:lnTo>
                    <a:pt x="2141" y="1661"/>
                  </a:lnTo>
                  <a:lnTo>
                    <a:pt x="2141" y="1661"/>
                  </a:lnTo>
                  <a:cubicBezTo>
                    <a:pt x="2141" y="1660"/>
                    <a:pt x="2141" y="1659"/>
                    <a:pt x="2141" y="1658"/>
                  </a:cubicBezTo>
                  <a:lnTo>
                    <a:pt x="2141" y="1658"/>
                  </a:lnTo>
                  <a:lnTo>
                    <a:pt x="2158" y="1669"/>
                  </a:lnTo>
                  <a:lnTo>
                    <a:pt x="2158" y="1669"/>
                  </a:lnTo>
                  <a:cubicBezTo>
                    <a:pt x="2158" y="1668"/>
                    <a:pt x="2158" y="1667"/>
                    <a:pt x="2158" y="1666"/>
                  </a:cubicBezTo>
                  <a:lnTo>
                    <a:pt x="2158" y="1666"/>
                  </a:lnTo>
                  <a:cubicBezTo>
                    <a:pt x="2159" y="1667"/>
                    <a:pt x="2160" y="1667"/>
                    <a:pt x="2161" y="1668"/>
                  </a:cubicBezTo>
                  <a:lnTo>
                    <a:pt x="2161" y="1668"/>
                  </a:lnTo>
                  <a:cubicBezTo>
                    <a:pt x="2161" y="1669"/>
                    <a:pt x="2161" y="1669"/>
                    <a:pt x="2161" y="1670"/>
                  </a:cubicBezTo>
                  <a:lnTo>
                    <a:pt x="2161" y="1670"/>
                  </a:lnTo>
                  <a:lnTo>
                    <a:pt x="2158" y="1669"/>
                  </a:lnTo>
                  <a:lnTo>
                    <a:pt x="2158" y="1669"/>
                  </a:lnTo>
                  <a:cubicBezTo>
                    <a:pt x="2158" y="1669"/>
                    <a:pt x="2159" y="1670"/>
                    <a:pt x="2159" y="1671"/>
                  </a:cubicBezTo>
                  <a:lnTo>
                    <a:pt x="2159" y="1671"/>
                  </a:lnTo>
                  <a:cubicBezTo>
                    <a:pt x="2158" y="1671"/>
                    <a:pt x="2158" y="1671"/>
                    <a:pt x="2157" y="1670"/>
                  </a:cubicBezTo>
                  <a:lnTo>
                    <a:pt x="2157" y="1670"/>
                  </a:lnTo>
                  <a:cubicBezTo>
                    <a:pt x="2157" y="1670"/>
                    <a:pt x="2157" y="1670"/>
                    <a:pt x="2157" y="1670"/>
                  </a:cubicBezTo>
                  <a:lnTo>
                    <a:pt x="2141" y="1661"/>
                  </a:lnTo>
                  <a:lnTo>
                    <a:pt x="2141" y="1661"/>
                  </a:lnTo>
                  <a:cubicBezTo>
                    <a:pt x="2141" y="1667"/>
                    <a:pt x="2141" y="1672"/>
                    <a:pt x="2141" y="1678"/>
                  </a:cubicBezTo>
                  <a:cubicBezTo>
                    <a:pt x="2141" y="1678"/>
                    <a:pt x="2137" y="1678"/>
                    <a:pt x="2135" y="1658"/>
                  </a:cubicBezTo>
                  <a:lnTo>
                    <a:pt x="2135" y="1658"/>
                  </a:lnTo>
                  <a:lnTo>
                    <a:pt x="2125" y="1652"/>
                  </a:lnTo>
                  <a:lnTo>
                    <a:pt x="2125" y="1652"/>
                  </a:lnTo>
                  <a:cubicBezTo>
                    <a:pt x="2125" y="1659"/>
                    <a:pt x="2125" y="1665"/>
                    <a:pt x="2125" y="1670"/>
                  </a:cubicBezTo>
                  <a:cubicBezTo>
                    <a:pt x="2125" y="1695"/>
                    <a:pt x="2125" y="1719"/>
                    <a:pt x="2117" y="1743"/>
                  </a:cubicBezTo>
                  <a:cubicBezTo>
                    <a:pt x="2117" y="1716"/>
                    <a:pt x="2117" y="1689"/>
                    <a:pt x="2117" y="1670"/>
                  </a:cubicBezTo>
                  <a:cubicBezTo>
                    <a:pt x="2117" y="1735"/>
                    <a:pt x="2117" y="1735"/>
                    <a:pt x="2109" y="1735"/>
                  </a:cubicBezTo>
                  <a:cubicBezTo>
                    <a:pt x="2104" y="1694"/>
                    <a:pt x="2094" y="1674"/>
                    <a:pt x="2085" y="1674"/>
                  </a:cubicBezTo>
                  <a:cubicBezTo>
                    <a:pt x="2078" y="1674"/>
                    <a:pt x="2072" y="1686"/>
                    <a:pt x="2068" y="1711"/>
                  </a:cubicBezTo>
                  <a:lnTo>
                    <a:pt x="2060" y="1703"/>
                  </a:lnTo>
                  <a:lnTo>
                    <a:pt x="2063" y="1695"/>
                  </a:lnTo>
                  <a:lnTo>
                    <a:pt x="2060" y="1700"/>
                  </a:lnTo>
                  <a:lnTo>
                    <a:pt x="2060" y="1700"/>
                  </a:lnTo>
                  <a:cubicBezTo>
                    <a:pt x="2062" y="1695"/>
                    <a:pt x="2064" y="1691"/>
                    <a:pt x="2065" y="1688"/>
                  </a:cubicBezTo>
                  <a:lnTo>
                    <a:pt x="2065" y="1688"/>
                  </a:lnTo>
                  <a:cubicBezTo>
                    <a:pt x="2065" y="1688"/>
                    <a:pt x="2065" y="1688"/>
                    <a:pt x="2065" y="1688"/>
                  </a:cubicBezTo>
                  <a:lnTo>
                    <a:pt x="2065" y="1688"/>
                  </a:lnTo>
                  <a:cubicBezTo>
                    <a:pt x="2065" y="1687"/>
                    <a:pt x="2065" y="1687"/>
                    <a:pt x="2066" y="1687"/>
                  </a:cubicBezTo>
                  <a:lnTo>
                    <a:pt x="2066" y="1687"/>
                  </a:lnTo>
                  <a:cubicBezTo>
                    <a:pt x="2065" y="1687"/>
                    <a:pt x="2064" y="1688"/>
                    <a:pt x="2063" y="1689"/>
                  </a:cubicBezTo>
                  <a:lnTo>
                    <a:pt x="2063" y="1689"/>
                  </a:lnTo>
                  <a:cubicBezTo>
                    <a:pt x="2065" y="1684"/>
                    <a:pt x="2066" y="1681"/>
                    <a:pt x="2067" y="1680"/>
                  </a:cubicBezTo>
                  <a:lnTo>
                    <a:pt x="2067" y="1680"/>
                  </a:lnTo>
                  <a:cubicBezTo>
                    <a:pt x="2066" y="1680"/>
                    <a:pt x="2066" y="1680"/>
                    <a:pt x="2066" y="1680"/>
                  </a:cubicBezTo>
                  <a:cubicBezTo>
                    <a:pt x="2066" y="1680"/>
                    <a:pt x="2066" y="1680"/>
                    <a:pt x="2066" y="1680"/>
                  </a:cubicBezTo>
                  <a:lnTo>
                    <a:pt x="2066" y="1680"/>
                  </a:lnTo>
                  <a:cubicBezTo>
                    <a:pt x="2066" y="1680"/>
                    <a:pt x="2066" y="1680"/>
                    <a:pt x="2066" y="1680"/>
                  </a:cubicBezTo>
                  <a:cubicBezTo>
                    <a:pt x="2066" y="1680"/>
                    <a:pt x="2066" y="1680"/>
                    <a:pt x="2067" y="1680"/>
                  </a:cubicBezTo>
                  <a:lnTo>
                    <a:pt x="2067" y="1680"/>
                  </a:lnTo>
                  <a:cubicBezTo>
                    <a:pt x="2067" y="1680"/>
                    <a:pt x="2067" y="1680"/>
                    <a:pt x="2067" y="1680"/>
                  </a:cubicBezTo>
                  <a:lnTo>
                    <a:pt x="2067" y="1680"/>
                  </a:lnTo>
                  <a:cubicBezTo>
                    <a:pt x="2067" y="1679"/>
                    <a:pt x="2067" y="1679"/>
                    <a:pt x="2067" y="1679"/>
                  </a:cubicBezTo>
                  <a:lnTo>
                    <a:pt x="2067" y="1679"/>
                  </a:lnTo>
                  <a:cubicBezTo>
                    <a:pt x="2068" y="1680"/>
                    <a:pt x="2067" y="1681"/>
                    <a:pt x="2067" y="1684"/>
                  </a:cubicBezTo>
                  <a:lnTo>
                    <a:pt x="2067" y="1684"/>
                  </a:lnTo>
                  <a:cubicBezTo>
                    <a:pt x="2067" y="1684"/>
                    <a:pt x="2067" y="1684"/>
                    <a:pt x="2066" y="1684"/>
                  </a:cubicBezTo>
                  <a:lnTo>
                    <a:pt x="2066" y="1684"/>
                  </a:lnTo>
                  <a:cubicBezTo>
                    <a:pt x="2067" y="1684"/>
                    <a:pt x="2067" y="1684"/>
                    <a:pt x="2067" y="1684"/>
                  </a:cubicBezTo>
                  <a:lnTo>
                    <a:pt x="2067" y="1684"/>
                  </a:lnTo>
                  <a:cubicBezTo>
                    <a:pt x="2066" y="1685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6"/>
                    <a:pt x="2066" y="1686"/>
                  </a:cubicBezTo>
                  <a:lnTo>
                    <a:pt x="2066" y="1686"/>
                  </a:lnTo>
                  <a:lnTo>
                    <a:pt x="2066" y="1687"/>
                  </a:lnTo>
                  <a:lnTo>
                    <a:pt x="2066" y="1687"/>
                  </a:lnTo>
                  <a:cubicBezTo>
                    <a:pt x="2066" y="1687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7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6"/>
                    <a:pt x="2066" y="1686"/>
                  </a:cubicBezTo>
                  <a:lnTo>
                    <a:pt x="2066" y="1686"/>
                  </a:lnTo>
                  <a:cubicBezTo>
                    <a:pt x="2066" y="1686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6" y="1687"/>
                    <a:pt x="2066" y="1687"/>
                    <a:pt x="2066" y="1687"/>
                  </a:cubicBezTo>
                  <a:lnTo>
                    <a:pt x="2066" y="1687"/>
                  </a:lnTo>
                  <a:cubicBezTo>
                    <a:pt x="2065" y="1687"/>
                    <a:pt x="2065" y="1687"/>
                    <a:pt x="2065" y="1688"/>
                  </a:cubicBezTo>
                  <a:lnTo>
                    <a:pt x="2065" y="1688"/>
                  </a:lnTo>
                  <a:cubicBezTo>
                    <a:pt x="2065" y="1688"/>
                    <a:pt x="2065" y="1687"/>
                    <a:pt x="2066" y="1687"/>
                  </a:cubicBezTo>
                  <a:lnTo>
                    <a:pt x="2066" y="1687"/>
                  </a:lnTo>
                  <a:cubicBezTo>
                    <a:pt x="2065" y="1688"/>
                    <a:pt x="2065" y="1689"/>
                    <a:pt x="2065" y="1689"/>
                  </a:cubicBezTo>
                  <a:lnTo>
                    <a:pt x="2065" y="1689"/>
                  </a:lnTo>
                  <a:lnTo>
                    <a:pt x="2063" y="1695"/>
                  </a:lnTo>
                  <a:lnTo>
                    <a:pt x="2063" y="1694"/>
                  </a:lnTo>
                  <a:lnTo>
                    <a:pt x="2063" y="1694"/>
                  </a:lnTo>
                  <a:cubicBezTo>
                    <a:pt x="2062" y="1697"/>
                    <a:pt x="2061" y="1700"/>
                    <a:pt x="2060" y="1703"/>
                  </a:cubicBezTo>
                  <a:cubicBezTo>
                    <a:pt x="2062" y="1699"/>
                    <a:pt x="2063" y="1695"/>
                    <a:pt x="2065" y="1691"/>
                  </a:cubicBezTo>
                  <a:lnTo>
                    <a:pt x="2065" y="1691"/>
                  </a:lnTo>
                  <a:lnTo>
                    <a:pt x="2068" y="1687"/>
                  </a:lnTo>
                  <a:lnTo>
                    <a:pt x="2068" y="1687"/>
                  </a:lnTo>
                  <a:cubicBezTo>
                    <a:pt x="2070" y="1685"/>
                    <a:pt x="2072" y="1683"/>
                    <a:pt x="2076" y="1678"/>
                  </a:cubicBezTo>
                  <a:lnTo>
                    <a:pt x="2076" y="1678"/>
                  </a:lnTo>
                  <a:cubicBezTo>
                    <a:pt x="2076" y="1678"/>
                    <a:pt x="2076" y="1678"/>
                    <a:pt x="2076" y="1678"/>
                  </a:cubicBezTo>
                  <a:lnTo>
                    <a:pt x="2103" y="1651"/>
                  </a:lnTo>
                  <a:lnTo>
                    <a:pt x="2103" y="1651"/>
                  </a:lnTo>
                  <a:cubicBezTo>
                    <a:pt x="2098" y="1655"/>
                    <a:pt x="2091" y="1658"/>
                    <a:pt x="2084" y="1662"/>
                  </a:cubicBezTo>
                  <a:cubicBezTo>
                    <a:pt x="2081" y="1664"/>
                    <a:pt x="2078" y="1665"/>
                    <a:pt x="2075" y="1666"/>
                  </a:cubicBezTo>
                  <a:lnTo>
                    <a:pt x="2075" y="1666"/>
                  </a:lnTo>
                  <a:cubicBezTo>
                    <a:pt x="2076" y="1663"/>
                    <a:pt x="2077" y="1660"/>
                    <a:pt x="2078" y="1657"/>
                  </a:cubicBezTo>
                  <a:lnTo>
                    <a:pt x="2078" y="1657"/>
                  </a:lnTo>
                  <a:cubicBezTo>
                    <a:pt x="2080" y="1656"/>
                    <a:pt x="2082" y="1655"/>
                    <a:pt x="2084" y="1654"/>
                  </a:cubicBezTo>
                  <a:lnTo>
                    <a:pt x="2108" y="1642"/>
                  </a:lnTo>
                  <a:lnTo>
                    <a:pt x="2108" y="1642"/>
                  </a:lnTo>
                  <a:lnTo>
                    <a:pt x="2103" y="1639"/>
                  </a:lnTo>
                  <a:lnTo>
                    <a:pt x="2103" y="1639"/>
                  </a:lnTo>
                  <a:cubicBezTo>
                    <a:pt x="2103" y="1639"/>
                    <a:pt x="2103" y="1639"/>
                    <a:pt x="2103" y="1639"/>
                  </a:cubicBezTo>
                  <a:close/>
                  <a:moveTo>
                    <a:pt x="1544" y="1722"/>
                  </a:moveTo>
                  <a:cubicBezTo>
                    <a:pt x="1549" y="1722"/>
                    <a:pt x="1549" y="1724"/>
                    <a:pt x="1549" y="1727"/>
                  </a:cubicBezTo>
                  <a:cubicBezTo>
                    <a:pt x="1533" y="1735"/>
                    <a:pt x="1509" y="1743"/>
                    <a:pt x="1484" y="1751"/>
                  </a:cubicBezTo>
                  <a:cubicBezTo>
                    <a:pt x="1472" y="1753"/>
                    <a:pt x="1464" y="1754"/>
                    <a:pt x="1460" y="1754"/>
                  </a:cubicBezTo>
                  <a:cubicBezTo>
                    <a:pt x="1442" y="1754"/>
                    <a:pt x="1484" y="1742"/>
                    <a:pt x="1484" y="1735"/>
                  </a:cubicBezTo>
                  <a:cubicBezTo>
                    <a:pt x="1522" y="1726"/>
                    <a:pt x="1538" y="1722"/>
                    <a:pt x="1544" y="1722"/>
                  </a:cubicBezTo>
                  <a:close/>
                  <a:moveTo>
                    <a:pt x="2214" y="1703"/>
                  </a:moveTo>
                  <a:cubicBezTo>
                    <a:pt x="2282" y="1747"/>
                    <a:pt x="2309" y="1764"/>
                    <a:pt x="2308" y="1764"/>
                  </a:cubicBezTo>
                  <a:cubicBezTo>
                    <a:pt x="2307" y="1764"/>
                    <a:pt x="2293" y="1756"/>
                    <a:pt x="2271" y="1743"/>
                  </a:cubicBezTo>
                  <a:lnTo>
                    <a:pt x="2214" y="1703"/>
                  </a:lnTo>
                  <a:close/>
                  <a:moveTo>
                    <a:pt x="2608" y="1732"/>
                  </a:moveTo>
                  <a:cubicBezTo>
                    <a:pt x="2613" y="1732"/>
                    <a:pt x="2631" y="1736"/>
                    <a:pt x="2660" y="1743"/>
                  </a:cubicBezTo>
                  <a:cubicBezTo>
                    <a:pt x="2725" y="1751"/>
                    <a:pt x="2725" y="1751"/>
                    <a:pt x="2725" y="1760"/>
                  </a:cubicBezTo>
                  <a:cubicBezTo>
                    <a:pt x="2721" y="1763"/>
                    <a:pt x="2719" y="1765"/>
                    <a:pt x="2714" y="1765"/>
                  </a:cubicBezTo>
                  <a:cubicBezTo>
                    <a:pt x="2705" y="1765"/>
                    <a:pt x="2690" y="1761"/>
                    <a:pt x="2652" y="1751"/>
                  </a:cubicBezTo>
                  <a:cubicBezTo>
                    <a:pt x="2616" y="1738"/>
                    <a:pt x="2602" y="1732"/>
                    <a:pt x="2608" y="1732"/>
                  </a:cubicBezTo>
                  <a:close/>
                  <a:moveTo>
                    <a:pt x="2055" y="1702"/>
                  </a:moveTo>
                  <a:cubicBezTo>
                    <a:pt x="2022" y="1753"/>
                    <a:pt x="2006" y="1775"/>
                    <a:pt x="2004" y="1775"/>
                  </a:cubicBezTo>
                  <a:cubicBezTo>
                    <a:pt x="2002" y="1775"/>
                    <a:pt x="2019" y="1748"/>
                    <a:pt x="2052" y="1703"/>
                  </a:cubicBezTo>
                  <a:cubicBezTo>
                    <a:pt x="2053" y="1703"/>
                    <a:pt x="2054" y="1703"/>
                    <a:pt x="2055" y="1702"/>
                  </a:cubicBezTo>
                  <a:close/>
                  <a:moveTo>
                    <a:pt x="2056" y="1702"/>
                  </a:moveTo>
                  <a:cubicBezTo>
                    <a:pt x="2026" y="1754"/>
                    <a:pt x="2009" y="1780"/>
                    <a:pt x="2008" y="1780"/>
                  </a:cubicBezTo>
                  <a:cubicBezTo>
                    <a:pt x="2007" y="1780"/>
                    <a:pt x="2022" y="1754"/>
                    <a:pt x="2055" y="1702"/>
                  </a:cubicBezTo>
                  <a:lnTo>
                    <a:pt x="2055" y="1702"/>
                  </a:lnTo>
                  <a:cubicBezTo>
                    <a:pt x="2055" y="1702"/>
                    <a:pt x="2056" y="1702"/>
                    <a:pt x="2056" y="1702"/>
                  </a:cubicBezTo>
                  <a:close/>
                  <a:moveTo>
                    <a:pt x="2060" y="1700"/>
                  </a:moveTo>
                  <a:lnTo>
                    <a:pt x="2060" y="1700"/>
                  </a:lnTo>
                  <a:cubicBezTo>
                    <a:pt x="2057" y="1706"/>
                    <a:pt x="2053" y="1714"/>
                    <a:pt x="2049" y="1722"/>
                  </a:cubicBezTo>
                  <a:lnTo>
                    <a:pt x="2049" y="1722"/>
                  </a:lnTo>
                  <a:cubicBezTo>
                    <a:pt x="2053" y="1716"/>
                    <a:pt x="2056" y="1710"/>
                    <a:pt x="2060" y="1703"/>
                  </a:cubicBezTo>
                  <a:lnTo>
                    <a:pt x="2060" y="1703"/>
                  </a:lnTo>
                  <a:lnTo>
                    <a:pt x="2060" y="1703"/>
                  </a:lnTo>
                  <a:lnTo>
                    <a:pt x="2060" y="1703"/>
                  </a:lnTo>
                  <a:cubicBezTo>
                    <a:pt x="2052" y="1727"/>
                    <a:pt x="2044" y="1743"/>
                    <a:pt x="2027" y="1768"/>
                  </a:cubicBezTo>
                  <a:cubicBezTo>
                    <a:pt x="2036" y="1751"/>
                    <a:pt x="2043" y="1735"/>
                    <a:pt x="2049" y="1722"/>
                  </a:cubicBezTo>
                  <a:lnTo>
                    <a:pt x="2049" y="1722"/>
                  </a:lnTo>
                  <a:cubicBezTo>
                    <a:pt x="2025" y="1768"/>
                    <a:pt x="2012" y="1790"/>
                    <a:pt x="2011" y="1790"/>
                  </a:cubicBezTo>
                  <a:cubicBezTo>
                    <a:pt x="2010" y="1790"/>
                    <a:pt x="2021" y="1769"/>
                    <a:pt x="2043" y="1727"/>
                  </a:cubicBezTo>
                  <a:lnTo>
                    <a:pt x="2043" y="1727"/>
                  </a:lnTo>
                  <a:lnTo>
                    <a:pt x="2060" y="1700"/>
                  </a:lnTo>
                  <a:close/>
                  <a:moveTo>
                    <a:pt x="2027" y="1751"/>
                  </a:moveTo>
                  <a:lnTo>
                    <a:pt x="2027" y="1751"/>
                  </a:lnTo>
                  <a:cubicBezTo>
                    <a:pt x="2012" y="1783"/>
                    <a:pt x="2004" y="1797"/>
                    <a:pt x="2003" y="1797"/>
                  </a:cubicBezTo>
                  <a:cubicBezTo>
                    <a:pt x="2003" y="1797"/>
                    <a:pt x="2011" y="1781"/>
                    <a:pt x="2027" y="1751"/>
                  </a:cubicBezTo>
                  <a:close/>
                  <a:moveTo>
                    <a:pt x="2937" y="1784"/>
                  </a:moveTo>
                  <a:lnTo>
                    <a:pt x="2937" y="1784"/>
                  </a:lnTo>
                  <a:cubicBezTo>
                    <a:pt x="2954" y="1789"/>
                    <a:pt x="2975" y="1794"/>
                    <a:pt x="3000" y="1800"/>
                  </a:cubicBezTo>
                  <a:cubicBezTo>
                    <a:pt x="3026" y="1800"/>
                    <a:pt x="3042" y="1801"/>
                    <a:pt x="3043" y="1801"/>
                  </a:cubicBezTo>
                  <a:cubicBezTo>
                    <a:pt x="3044" y="1801"/>
                    <a:pt x="3014" y="1799"/>
                    <a:pt x="2937" y="1784"/>
                  </a:cubicBezTo>
                  <a:close/>
                  <a:moveTo>
                    <a:pt x="2175" y="1682"/>
                  </a:moveTo>
                  <a:lnTo>
                    <a:pt x="2206" y="1703"/>
                  </a:lnTo>
                  <a:cubicBezTo>
                    <a:pt x="2252" y="1736"/>
                    <a:pt x="2268" y="1750"/>
                    <a:pt x="2265" y="1750"/>
                  </a:cubicBezTo>
                  <a:cubicBezTo>
                    <a:pt x="2262" y="1750"/>
                    <a:pt x="2244" y="1738"/>
                    <a:pt x="2215" y="1719"/>
                  </a:cubicBezTo>
                  <a:lnTo>
                    <a:pt x="2215" y="1719"/>
                  </a:lnTo>
                  <a:cubicBezTo>
                    <a:pt x="2276" y="1770"/>
                    <a:pt x="2315" y="1803"/>
                    <a:pt x="2313" y="1803"/>
                  </a:cubicBezTo>
                  <a:cubicBezTo>
                    <a:pt x="2312" y="1803"/>
                    <a:pt x="2294" y="1790"/>
                    <a:pt x="2254" y="1760"/>
                  </a:cubicBezTo>
                  <a:lnTo>
                    <a:pt x="2198" y="1711"/>
                  </a:lnTo>
                  <a:lnTo>
                    <a:pt x="2198" y="1711"/>
                  </a:lnTo>
                  <a:cubicBezTo>
                    <a:pt x="2240" y="1747"/>
                    <a:pt x="2255" y="1761"/>
                    <a:pt x="2254" y="1761"/>
                  </a:cubicBezTo>
                  <a:cubicBezTo>
                    <a:pt x="2253" y="1761"/>
                    <a:pt x="2239" y="1748"/>
                    <a:pt x="2218" y="1731"/>
                  </a:cubicBezTo>
                  <a:lnTo>
                    <a:pt x="2218" y="1731"/>
                  </a:lnTo>
                  <a:lnTo>
                    <a:pt x="2246" y="1760"/>
                  </a:lnTo>
                  <a:cubicBezTo>
                    <a:pt x="2232" y="1745"/>
                    <a:pt x="2212" y="1731"/>
                    <a:pt x="2202" y="1717"/>
                  </a:cubicBezTo>
                  <a:lnTo>
                    <a:pt x="2202" y="1717"/>
                  </a:lnTo>
                  <a:cubicBezTo>
                    <a:pt x="2207" y="1722"/>
                    <a:pt x="2213" y="1727"/>
                    <a:pt x="2218" y="1731"/>
                  </a:cubicBezTo>
                  <a:lnTo>
                    <a:pt x="2218" y="1731"/>
                  </a:lnTo>
                  <a:lnTo>
                    <a:pt x="2198" y="1711"/>
                  </a:lnTo>
                  <a:lnTo>
                    <a:pt x="2198" y="1711"/>
                  </a:lnTo>
                  <a:cubicBezTo>
                    <a:pt x="2199" y="1713"/>
                    <a:pt x="2200" y="1715"/>
                    <a:pt x="2202" y="1717"/>
                  </a:cubicBezTo>
                  <a:lnTo>
                    <a:pt x="2202" y="1717"/>
                  </a:lnTo>
                  <a:cubicBezTo>
                    <a:pt x="2196" y="1713"/>
                    <a:pt x="2191" y="1708"/>
                    <a:pt x="2186" y="1703"/>
                  </a:cubicBezTo>
                  <a:lnTo>
                    <a:pt x="2186" y="1703"/>
                  </a:lnTo>
                  <a:cubicBezTo>
                    <a:pt x="2212" y="1760"/>
                    <a:pt x="2225" y="1789"/>
                    <a:pt x="2224" y="1789"/>
                  </a:cubicBezTo>
                  <a:cubicBezTo>
                    <a:pt x="2224" y="1789"/>
                    <a:pt x="2211" y="1761"/>
                    <a:pt x="2185" y="1703"/>
                  </a:cubicBezTo>
                  <a:lnTo>
                    <a:pt x="2185" y="1703"/>
                  </a:lnTo>
                  <a:cubicBezTo>
                    <a:pt x="2185" y="1703"/>
                    <a:pt x="2185" y="1703"/>
                    <a:pt x="2186" y="1703"/>
                  </a:cubicBezTo>
                  <a:lnTo>
                    <a:pt x="2186" y="1703"/>
                  </a:lnTo>
                  <a:cubicBezTo>
                    <a:pt x="2184" y="1701"/>
                    <a:pt x="2183" y="1698"/>
                    <a:pt x="2182" y="1695"/>
                  </a:cubicBezTo>
                  <a:lnTo>
                    <a:pt x="2182" y="1695"/>
                  </a:lnTo>
                  <a:cubicBezTo>
                    <a:pt x="2194" y="1704"/>
                    <a:pt x="2205" y="1712"/>
                    <a:pt x="2215" y="1719"/>
                  </a:cubicBezTo>
                  <a:lnTo>
                    <a:pt x="2215" y="1719"/>
                  </a:lnTo>
                  <a:cubicBezTo>
                    <a:pt x="2212" y="1716"/>
                    <a:pt x="2209" y="1714"/>
                    <a:pt x="2206" y="1711"/>
                  </a:cubicBezTo>
                  <a:lnTo>
                    <a:pt x="2181" y="1693"/>
                  </a:lnTo>
                  <a:lnTo>
                    <a:pt x="2181" y="1693"/>
                  </a:lnTo>
                  <a:cubicBezTo>
                    <a:pt x="2178" y="1688"/>
                    <a:pt x="2176" y="1685"/>
                    <a:pt x="2175" y="1682"/>
                  </a:cubicBezTo>
                  <a:close/>
                  <a:moveTo>
                    <a:pt x="1695" y="1768"/>
                  </a:moveTo>
                  <a:cubicBezTo>
                    <a:pt x="1679" y="1774"/>
                    <a:pt x="1657" y="1782"/>
                    <a:pt x="1630" y="1792"/>
                  </a:cubicBezTo>
                  <a:cubicBezTo>
                    <a:pt x="1589" y="1807"/>
                    <a:pt x="1574" y="1813"/>
                    <a:pt x="1568" y="1813"/>
                  </a:cubicBezTo>
                  <a:cubicBezTo>
                    <a:pt x="1565" y="1813"/>
                    <a:pt x="1565" y="1811"/>
                    <a:pt x="1565" y="1808"/>
                  </a:cubicBezTo>
                  <a:lnTo>
                    <a:pt x="1695" y="1768"/>
                  </a:lnTo>
                  <a:close/>
                  <a:moveTo>
                    <a:pt x="1695" y="1792"/>
                  </a:moveTo>
                  <a:lnTo>
                    <a:pt x="1695" y="1800"/>
                  </a:lnTo>
                  <a:cubicBezTo>
                    <a:pt x="1655" y="1816"/>
                    <a:pt x="1614" y="1833"/>
                    <a:pt x="1573" y="1841"/>
                  </a:cubicBezTo>
                  <a:lnTo>
                    <a:pt x="1630" y="1816"/>
                  </a:lnTo>
                  <a:lnTo>
                    <a:pt x="1695" y="1792"/>
                  </a:lnTo>
                  <a:close/>
                  <a:moveTo>
                    <a:pt x="203" y="1914"/>
                  </a:moveTo>
                  <a:cubicBezTo>
                    <a:pt x="155" y="1914"/>
                    <a:pt x="106" y="1914"/>
                    <a:pt x="65" y="1922"/>
                  </a:cubicBezTo>
                  <a:cubicBezTo>
                    <a:pt x="6" y="1928"/>
                    <a:pt x="0" y="1940"/>
                    <a:pt x="69" y="1940"/>
                  </a:cubicBezTo>
                  <a:cubicBezTo>
                    <a:pt x="85" y="1940"/>
                    <a:pt x="105" y="1939"/>
                    <a:pt x="130" y="1938"/>
                  </a:cubicBezTo>
                  <a:cubicBezTo>
                    <a:pt x="203" y="1930"/>
                    <a:pt x="203" y="1930"/>
                    <a:pt x="203" y="1914"/>
                  </a:cubicBezTo>
                  <a:close/>
                  <a:moveTo>
                    <a:pt x="2599" y="2099"/>
                  </a:moveTo>
                  <a:cubicBezTo>
                    <a:pt x="2600" y="2099"/>
                    <a:pt x="2612" y="2109"/>
                    <a:pt x="2636" y="2133"/>
                  </a:cubicBezTo>
                  <a:cubicBezTo>
                    <a:pt x="2610" y="2111"/>
                    <a:pt x="2598" y="2099"/>
                    <a:pt x="2599" y="2099"/>
                  </a:cubicBezTo>
                  <a:close/>
                  <a:moveTo>
                    <a:pt x="2392" y="2051"/>
                  </a:moveTo>
                  <a:lnTo>
                    <a:pt x="2392" y="2051"/>
                  </a:lnTo>
                  <a:cubicBezTo>
                    <a:pt x="2417" y="2084"/>
                    <a:pt x="2441" y="2124"/>
                    <a:pt x="2457" y="2165"/>
                  </a:cubicBezTo>
                  <a:lnTo>
                    <a:pt x="2392" y="2051"/>
                  </a:lnTo>
                  <a:close/>
                  <a:moveTo>
                    <a:pt x="1711" y="2100"/>
                  </a:moveTo>
                  <a:lnTo>
                    <a:pt x="1711" y="2108"/>
                  </a:lnTo>
                  <a:cubicBezTo>
                    <a:pt x="1687" y="2141"/>
                    <a:pt x="1655" y="2173"/>
                    <a:pt x="1622" y="2205"/>
                  </a:cubicBezTo>
                  <a:lnTo>
                    <a:pt x="1663" y="2149"/>
                  </a:lnTo>
                  <a:lnTo>
                    <a:pt x="1711" y="2100"/>
                  </a:lnTo>
                  <a:close/>
                  <a:moveTo>
                    <a:pt x="2004" y="2162"/>
                  </a:moveTo>
                  <a:cubicBezTo>
                    <a:pt x="2006" y="2162"/>
                    <a:pt x="2001" y="2197"/>
                    <a:pt x="1995" y="2197"/>
                  </a:cubicBezTo>
                  <a:cubicBezTo>
                    <a:pt x="1993" y="2201"/>
                    <a:pt x="1992" y="2205"/>
                    <a:pt x="1991" y="2209"/>
                  </a:cubicBezTo>
                  <a:lnTo>
                    <a:pt x="1991" y="2209"/>
                  </a:lnTo>
                  <a:cubicBezTo>
                    <a:pt x="1993" y="2197"/>
                    <a:pt x="1995" y="2189"/>
                    <a:pt x="1995" y="2189"/>
                  </a:cubicBezTo>
                  <a:cubicBezTo>
                    <a:pt x="2000" y="2169"/>
                    <a:pt x="2003" y="2162"/>
                    <a:pt x="2004" y="2162"/>
                  </a:cubicBezTo>
                  <a:close/>
                  <a:moveTo>
                    <a:pt x="1963" y="2108"/>
                  </a:moveTo>
                  <a:cubicBezTo>
                    <a:pt x="1954" y="2157"/>
                    <a:pt x="1938" y="2197"/>
                    <a:pt x="1922" y="2238"/>
                  </a:cubicBezTo>
                  <a:lnTo>
                    <a:pt x="1938" y="2173"/>
                  </a:lnTo>
                  <a:lnTo>
                    <a:pt x="1954" y="2108"/>
                  </a:lnTo>
                  <a:close/>
                  <a:moveTo>
                    <a:pt x="2268" y="2153"/>
                  </a:moveTo>
                  <a:cubicBezTo>
                    <a:pt x="2272" y="2153"/>
                    <a:pt x="2275" y="2166"/>
                    <a:pt x="2287" y="2214"/>
                  </a:cubicBezTo>
                  <a:cubicBezTo>
                    <a:pt x="2303" y="2287"/>
                    <a:pt x="2287" y="2287"/>
                    <a:pt x="2287" y="2287"/>
                  </a:cubicBezTo>
                  <a:cubicBezTo>
                    <a:pt x="2272" y="2248"/>
                    <a:pt x="2264" y="2203"/>
                    <a:pt x="2263" y="2157"/>
                  </a:cubicBezTo>
                  <a:lnTo>
                    <a:pt x="2263" y="2157"/>
                  </a:lnTo>
                  <a:cubicBezTo>
                    <a:pt x="2265" y="2155"/>
                    <a:pt x="2266" y="2153"/>
                    <a:pt x="2268" y="2153"/>
                  </a:cubicBezTo>
                  <a:close/>
                  <a:moveTo>
                    <a:pt x="1825" y="2116"/>
                  </a:moveTo>
                  <a:cubicBezTo>
                    <a:pt x="1833" y="2116"/>
                    <a:pt x="1833" y="2116"/>
                    <a:pt x="1800" y="2173"/>
                  </a:cubicBezTo>
                  <a:cubicBezTo>
                    <a:pt x="1768" y="2238"/>
                    <a:pt x="1727" y="2295"/>
                    <a:pt x="1727" y="2295"/>
                  </a:cubicBezTo>
                  <a:cubicBezTo>
                    <a:pt x="1727" y="2287"/>
                    <a:pt x="1792" y="2173"/>
                    <a:pt x="1825" y="2116"/>
                  </a:cubicBezTo>
                  <a:close/>
                  <a:moveTo>
                    <a:pt x="2173" y="527"/>
                  </a:moveTo>
                  <a:cubicBezTo>
                    <a:pt x="2165" y="576"/>
                    <a:pt x="2157" y="616"/>
                    <a:pt x="2157" y="665"/>
                  </a:cubicBezTo>
                  <a:lnTo>
                    <a:pt x="2149" y="665"/>
                  </a:lnTo>
                  <a:cubicBezTo>
                    <a:pt x="2149" y="665"/>
                    <a:pt x="2141" y="665"/>
                    <a:pt x="2141" y="730"/>
                  </a:cubicBezTo>
                  <a:cubicBezTo>
                    <a:pt x="2133" y="795"/>
                    <a:pt x="2133" y="795"/>
                    <a:pt x="2125" y="795"/>
                  </a:cubicBezTo>
                  <a:cubicBezTo>
                    <a:pt x="2125" y="776"/>
                    <a:pt x="2124" y="768"/>
                    <a:pt x="2123" y="768"/>
                  </a:cubicBezTo>
                  <a:lnTo>
                    <a:pt x="2123" y="768"/>
                  </a:lnTo>
                  <a:cubicBezTo>
                    <a:pt x="2121" y="768"/>
                    <a:pt x="2119" y="814"/>
                    <a:pt x="2125" y="860"/>
                  </a:cubicBezTo>
                  <a:cubicBezTo>
                    <a:pt x="2125" y="902"/>
                    <a:pt x="2125" y="945"/>
                    <a:pt x="2119" y="982"/>
                  </a:cubicBezTo>
                  <a:lnTo>
                    <a:pt x="2119" y="982"/>
                  </a:lnTo>
                  <a:cubicBezTo>
                    <a:pt x="2118" y="953"/>
                    <a:pt x="2116" y="932"/>
                    <a:pt x="2113" y="932"/>
                  </a:cubicBezTo>
                  <a:cubicBezTo>
                    <a:pt x="2112" y="932"/>
                    <a:pt x="2110" y="937"/>
                    <a:pt x="2109" y="949"/>
                  </a:cubicBezTo>
                  <a:lnTo>
                    <a:pt x="2100" y="884"/>
                  </a:lnTo>
                  <a:cubicBezTo>
                    <a:pt x="2100" y="783"/>
                    <a:pt x="2096" y="732"/>
                    <a:pt x="2093" y="732"/>
                  </a:cubicBezTo>
                  <a:cubicBezTo>
                    <a:pt x="2090" y="732"/>
                    <a:pt x="2088" y="783"/>
                    <a:pt x="2092" y="884"/>
                  </a:cubicBezTo>
                  <a:cubicBezTo>
                    <a:pt x="2097" y="995"/>
                    <a:pt x="2099" y="1045"/>
                    <a:pt x="2098" y="1045"/>
                  </a:cubicBezTo>
                  <a:cubicBezTo>
                    <a:pt x="2098" y="1045"/>
                    <a:pt x="2096" y="1011"/>
                    <a:pt x="2092" y="949"/>
                  </a:cubicBezTo>
                  <a:cubicBezTo>
                    <a:pt x="2084" y="819"/>
                    <a:pt x="2084" y="819"/>
                    <a:pt x="2076" y="819"/>
                  </a:cubicBezTo>
                  <a:cubicBezTo>
                    <a:pt x="2068" y="819"/>
                    <a:pt x="2068" y="819"/>
                    <a:pt x="2068" y="746"/>
                  </a:cubicBezTo>
                  <a:cubicBezTo>
                    <a:pt x="2068" y="706"/>
                    <a:pt x="2060" y="657"/>
                    <a:pt x="2044" y="616"/>
                  </a:cubicBezTo>
                  <a:cubicBezTo>
                    <a:pt x="2036" y="616"/>
                    <a:pt x="2036" y="616"/>
                    <a:pt x="2044" y="681"/>
                  </a:cubicBezTo>
                  <a:cubicBezTo>
                    <a:pt x="2047" y="708"/>
                    <a:pt x="2048" y="724"/>
                    <a:pt x="2045" y="724"/>
                  </a:cubicBezTo>
                  <a:cubicBezTo>
                    <a:pt x="2042" y="724"/>
                    <a:pt x="2034" y="692"/>
                    <a:pt x="2019" y="616"/>
                  </a:cubicBezTo>
                  <a:cubicBezTo>
                    <a:pt x="2016" y="586"/>
                    <a:pt x="2014" y="568"/>
                    <a:pt x="2013" y="568"/>
                  </a:cubicBezTo>
                  <a:lnTo>
                    <a:pt x="2013" y="568"/>
                  </a:lnTo>
                  <a:cubicBezTo>
                    <a:pt x="2013" y="568"/>
                    <a:pt x="2015" y="601"/>
                    <a:pt x="2019" y="681"/>
                  </a:cubicBezTo>
                  <a:cubicBezTo>
                    <a:pt x="2027" y="750"/>
                    <a:pt x="2029" y="785"/>
                    <a:pt x="2026" y="785"/>
                  </a:cubicBezTo>
                  <a:cubicBezTo>
                    <a:pt x="2023" y="785"/>
                    <a:pt x="2015" y="750"/>
                    <a:pt x="2003" y="681"/>
                  </a:cubicBezTo>
                  <a:lnTo>
                    <a:pt x="1987" y="681"/>
                  </a:lnTo>
                  <a:cubicBezTo>
                    <a:pt x="1987" y="730"/>
                    <a:pt x="1987" y="770"/>
                    <a:pt x="2003" y="819"/>
                  </a:cubicBezTo>
                  <a:cubicBezTo>
                    <a:pt x="2013" y="895"/>
                    <a:pt x="2017" y="927"/>
                    <a:pt x="2015" y="927"/>
                  </a:cubicBezTo>
                  <a:cubicBezTo>
                    <a:pt x="2014" y="927"/>
                    <a:pt x="2010" y="911"/>
                    <a:pt x="2003" y="884"/>
                  </a:cubicBezTo>
                  <a:lnTo>
                    <a:pt x="1979" y="746"/>
                  </a:lnTo>
                  <a:cubicBezTo>
                    <a:pt x="1971" y="681"/>
                    <a:pt x="1963" y="681"/>
                    <a:pt x="1954" y="681"/>
                  </a:cubicBezTo>
                  <a:cubicBezTo>
                    <a:pt x="1946" y="681"/>
                    <a:pt x="1930" y="681"/>
                    <a:pt x="1946" y="746"/>
                  </a:cubicBezTo>
                  <a:lnTo>
                    <a:pt x="1930" y="681"/>
                  </a:lnTo>
                  <a:cubicBezTo>
                    <a:pt x="1930" y="681"/>
                    <a:pt x="1922" y="681"/>
                    <a:pt x="1890" y="616"/>
                  </a:cubicBezTo>
                  <a:cubicBezTo>
                    <a:pt x="1885" y="605"/>
                    <a:pt x="1882" y="600"/>
                    <a:pt x="1880" y="600"/>
                  </a:cubicBezTo>
                  <a:lnTo>
                    <a:pt x="1880" y="600"/>
                  </a:lnTo>
                  <a:cubicBezTo>
                    <a:pt x="1869" y="600"/>
                    <a:pt x="1882" y="712"/>
                    <a:pt x="1922" y="819"/>
                  </a:cubicBezTo>
                  <a:cubicBezTo>
                    <a:pt x="1914" y="819"/>
                    <a:pt x="1930" y="892"/>
                    <a:pt x="1930" y="892"/>
                  </a:cubicBezTo>
                  <a:cubicBezTo>
                    <a:pt x="1946" y="957"/>
                    <a:pt x="1938" y="957"/>
                    <a:pt x="1938" y="957"/>
                  </a:cubicBezTo>
                  <a:lnTo>
                    <a:pt x="1906" y="827"/>
                  </a:lnTo>
                  <a:cubicBezTo>
                    <a:pt x="1878" y="710"/>
                    <a:pt x="1855" y="639"/>
                    <a:pt x="1850" y="639"/>
                  </a:cubicBezTo>
                  <a:lnTo>
                    <a:pt x="1850" y="639"/>
                  </a:lnTo>
                  <a:cubicBezTo>
                    <a:pt x="1847" y="639"/>
                    <a:pt x="1853" y="677"/>
                    <a:pt x="1873" y="762"/>
                  </a:cubicBezTo>
                  <a:cubicBezTo>
                    <a:pt x="1865" y="730"/>
                    <a:pt x="1865" y="730"/>
                    <a:pt x="1857" y="697"/>
                  </a:cubicBezTo>
                  <a:cubicBezTo>
                    <a:pt x="1845" y="666"/>
                    <a:pt x="1837" y="650"/>
                    <a:pt x="1833" y="650"/>
                  </a:cubicBezTo>
                  <a:cubicBezTo>
                    <a:pt x="1829" y="650"/>
                    <a:pt x="1829" y="668"/>
                    <a:pt x="1833" y="706"/>
                  </a:cubicBezTo>
                  <a:cubicBezTo>
                    <a:pt x="1849" y="770"/>
                    <a:pt x="1865" y="835"/>
                    <a:pt x="1882" y="900"/>
                  </a:cubicBezTo>
                  <a:cubicBezTo>
                    <a:pt x="1906" y="965"/>
                    <a:pt x="1898" y="965"/>
                    <a:pt x="1898" y="965"/>
                  </a:cubicBezTo>
                  <a:cubicBezTo>
                    <a:pt x="1898" y="965"/>
                    <a:pt x="1898" y="965"/>
                    <a:pt x="1873" y="900"/>
                  </a:cubicBezTo>
                  <a:cubicBezTo>
                    <a:pt x="1854" y="837"/>
                    <a:pt x="1840" y="807"/>
                    <a:pt x="1835" y="807"/>
                  </a:cubicBezTo>
                  <a:lnTo>
                    <a:pt x="1835" y="807"/>
                  </a:lnTo>
                  <a:cubicBezTo>
                    <a:pt x="1830" y="807"/>
                    <a:pt x="1836" y="841"/>
                    <a:pt x="1857" y="908"/>
                  </a:cubicBezTo>
                  <a:lnTo>
                    <a:pt x="1833" y="843"/>
                  </a:lnTo>
                  <a:cubicBezTo>
                    <a:pt x="1822" y="799"/>
                    <a:pt x="1803" y="754"/>
                    <a:pt x="1790" y="754"/>
                  </a:cubicBezTo>
                  <a:cubicBezTo>
                    <a:pt x="1784" y="754"/>
                    <a:pt x="1779" y="764"/>
                    <a:pt x="1776" y="787"/>
                  </a:cubicBezTo>
                  <a:cubicBezTo>
                    <a:pt x="1768" y="787"/>
                    <a:pt x="1761" y="788"/>
                    <a:pt x="1754" y="788"/>
                  </a:cubicBezTo>
                  <a:cubicBezTo>
                    <a:pt x="1739" y="788"/>
                    <a:pt x="1725" y="781"/>
                    <a:pt x="1703" y="738"/>
                  </a:cubicBezTo>
                  <a:cubicBezTo>
                    <a:pt x="1697" y="727"/>
                    <a:pt x="1694" y="721"/>
                    <a:pt x="1692" y="721"/>
                  </a:cubicBezTo>
                  <a:lnTo>
                    <a:pt x="1692" y="721"/>
                  </a:lnTo>
                  <a:cubicBezTo>
                    <a:pt x="1686" y="721"/>
                    <a:pt x="1721" y="832"/>
                    <a:pt x="1768" y="933"/>
                  </a:cubicBezTo>
                  <a:cubicBezTo>
                    <a:pt x="1744" y="891"/>
                    <a:pt x="1734" y="880"/>
                    <a:pt x="1727" y="880"/>
                  </a:cubicBezTo>
                  <a:cubicBezTo>
                    <a:pt x="1724" y="880"/>
                    <a:pt x="1722" y="882"/>
                    <a:pt x="1719" y="884"/>
                  </a:cubicBezTo>
                  <a:cubicBezTo>
                    <a:pt x="1715" y="886"/>
                    <a:pt x="1712" y="888"/>
                    <a:pt x="1709" y="888"/>
                  </a:cubicBezTo>
                  <a:cubicBezTo>
                    <a:pt x="1700" y="888"/>
                    <a:pt x="1692" y="876"/>
                    <a:pt x="1663" y="835"/>
                  </a:cubicBezTo>
                  <a:lnTo>
                    <a:pt x="1663" y="835"/>
                  </a:lnTo>
                  <a:cubicBezTo>
                    <a:pt x="1688" y="883"/>
                    <a:pt x="1696" y="903"/>
                    <a:pt x="1691" y="903"/>
                  </a:cubicBezTo>
                  <a:cubicBezTo>
                    <a:pt x="1684" y="903"/>
                    <a:pt x="1647" y="855"/>
                    <a:pt x="1598" y="787"/>
                  </a:cubicBezTo>
                  <a:cubicBezTo>
                    <a:pt x="1577" y="750"/>
                    <a:pt x="1566" y="740"/>
                    <a:pt x="1557" y="740"/>
                  </a:cubicBezTo>
                  <a:cubicBezTo>
                    <a:pt x="1551" y="740"/>
                    <a:pt x="1547" y="743"/>
                    <a:pt x="1541" y="746"/>
                  </a:cubicBezTo>
                  <a:cubicBezTo>
                    <a:pt x="1573" y="803"/>
                    <a:pt x="1565" y="811"/>
                    <a:pt x="1549" y="819"/>
                  </a:cubicBezTo>
                  <a:cubicBezTo>
                    <a:pt x="1533" y="827"/>
                    <a:pt x="1533" y="827"/>
                    <a:pt x="1622" y="933"/>
                  </a:cubicBezTo>
                  <a:cubicBezTo>
                    <a:pt x="1711" y="1038"/>
                    <a:pt x="1703" y="1046"/>
                    <a:pt x="1695" y="1054"/>
                  </a:cubicBezTo>
                  <a:cubicBezTo>
                    <a:pt x="1695" y="1054"/>
                    <a:pt x="1687" y="1054"/>
                    <a:pt x="1646" y="1006"/>
                  </a:cubicBezTo>
                  <a:cubicBezTo>
                    <a:pt x="1646" y="1006"/>
                    <a:pt x="1605" y="964"/>
                    <a:pt x="1592" y="964"/>
                  </a:cubicBezTo>
                  <a:cubicBezTo>
                    <a:pt x="1591" y="964"/>
                    <a:pt x="1590" y="964"/>
                    <a:pt x="1590" y="965"/>
                  </a:cubicBezTo>
                  <a:cubicBezTo>
                    <a:pt x="1590" y="965"/>
                    <a:pt x="1582" y="965"/>
                    <a:pt x="1533" y="916"/>
                  </a:cubicBezTo>
                  <a:cubicBezTo>
                    <a:pt x="1533" y="916"/>
                    <a:pt x="1493" y="883"/>
                    <a:pt x="1473" y="883"/>
                  </a:cubicBezTo>
                  <a:cubicBezTo>
                    <a:pt x="1471" y="883"/>
                    <a:pt x="1469" y="883"/>
                    <a:pt x="1468" y="884"/>
                  </a:cubicBezTo>
                  <a:cubicBezTo>
                    <a:pt x="1465" y="887"/>
                    <a:pt x="1462" y="890"/>
                    <a:pt x="1456" y="890"/>
                  </a:cubicBezTo>
                  <a:cubicBezTo>
                    <a:pt x="1447" y="890"/>
                    <a:pt x="1430" y="882"/>
                    <a:pt x="1395" y="851"/>
                  </a:cubicBezTo>
                  <a:lnTo>
                    <a:pt x="1395" y="851"/>
                  </a:lnTo>
                  <a:cubicBezTo>
                    <a:pt x="1395" y="860"/>
                    <a:pt x="1395" y="860"/>
                    <a:pt x="1444" y="908"/>
                  </a:cubicBezTo>
                  <a:cubicBezTo>
                    <a:pt x="1483" y="941"/>
                    <a:pt x="1523" y="980"/>
                    <a:pt x="1497" y="980"/>
                  </a:cubicBezTo>
                  <a:cubicBezTo>
                    <a:pt x="1491" y="980"/>
                    <a:pt x="1482" y="978"/>
                    <a:pt x="1468" y="973"/>
                  </a:cubicBezTo>
                  <a:lnTo>
                    <a:pt x="1468" y="973"/>
                  </a:lnTo>
                  <a:cubicBezTo>
                    <a:pt x="1460" y="981"/>
                    <a:pt x="1452" y="997"/>
                    <a:pt x="1500" y="1038"/>
                  </a:cubicBezTo>
                  <a:cubicBezTo>
                    <a:pt x="1500" y="1040"/>
                    <a:pt x="1500" y="1042"/>
                    <a:pt x="1499" y="1042"/>
                  </a:cubicBezTo>
                  <a:cubicBezTo>
                    <a:pt x="1495" y="1042"/>
                    <a:pt x="1483" y="1034"/>
                    <a:pt x="1444" y="1006"/>
                  </a:cubicBezTo>
                  <a:cubicBezTo>
                    <a:pt x="1396" y="965"/>
                    <a:pt x="1366" y="946"/>
                    <a:pt x="1358" y="946"/>
                  </a:cubicBezTo>
                  <a:lnTo>
                    <a:pt x="1358" y="946"/>
                  </a:lnTo>
                  <a:cubicBezTo>
                    <a:pt x="1349" y="946"/>
                    <a:pt x="1370" y="973"/>
                    <a:pt x="1427" y="1022"/>
                  </a:cubicBezTo>
                  <a:cubicBezTo>
                    <a:pt x="1461" y="1045"/>
                    <a:pt x="1474" y="1058"/>
                    <a:pt x="1467" y="1058"/>
                  </a:cubicBezTo>
                  <a:cubicBezTo>
                    <a:pt x="1462" y="1058"/>
                    <a:pt x="1446" y="1052"/>
                    <a:pt x="1419" y="1038"/>
                  </a:cubicBezTo>
                  <a:lnTo>
                    <a:pt x="1419" y="1038"/>
                  </a:lnTo>
                  <a:cubicBezTo>
                    <a:pt x="1419" y="1038"/>
                    <a:pt x="1420" y="1038"/>
                    <a:pt x="1468" y="1079"/>
                  </a:cubicBezTo>
                  <a:cubicBezTo>
                    <a:pt x="1499" y="1105"/>
                    <a:pt x="1513" y="1117"/>
                    <a:pt x="1509" y="1117"/>
                  </a:cubicBezTo>
                  <a:cubicBezTo>
                    <a:pt x="1505" y="1117"/>
                    <a:pt x="1489" y="1109"/>
                    <a:pt x="1460" y="1095"/>
                  </a:cubicBezTo>
                  <a:cubicBezTo>
                    <a:pt x="1422" y="1073"/>
                    <a:pt x="1406" y="1066"/>
                    <a:pt x="1397" y="1066"/>
                  </a:cubicBezTo>
                  <a:cubicBezTo>
                    <a:pt x="1392" y="1066"/>
                    <a:pt x="1390" y="1068"/>
                    <a:pt x="1387" y="1070"/>
                  </a:cubicBezTo>
                  <a:cubicBezTo>
                    <a:pt x="1430" y="1106"/>
                    <a:pt x="1410" y="1154"/>
                    <a:pt x="1360" y="1154"/>
                  </a:cubicBezTo>
                  <a:cubicBezTo>
                    <a:pt x="1353" y="1154"/>
                    <a:pt x="1346" y="1153"/>
                    <a:pt x="1338" y="1151"/>
                  </a:cubicBezTo>
                  <a:lnTo>
                    <a:pt x="1338" y="1151"/>
                  </a:lnTo>
                  <a:cubicBezTo>
                    <a:pt x="1403" y="1184"/>
                    <a:pt x="1403" y="1184"/>
                    <a:pt x="1395" y="1192"/>
                  </a:cubicBezTo>
                  <a:cubicBezTo>
                    <a:pt x="1353" y="1172"/>
                    <a:pt x="1332" y="1164"/>
                    <a:pt x="1328" y="1164"/>
                  </a:cubicBezTo>
                  <a:lnTo>
                    <a:pt x="1328" y="1164"/>
                  </a:lnTo>
                  <a:cubicBezTo>
                    <a:pt x="1321" y="1164"/>
                    <a:pt x="1372" y="1193"/>
                    <a:pt x="1452" y="1224"/>
                  </a:cubicBezTo>
                  <a:lnTo>
                    <a:pt x="1460" y="1224"/>
                  </a:lnTo>
                  <a:lnTo>
                    <a:pt x="1460" y="1216"/>
                  </a:lnTo>
                  <a:cubicBezTo>
                    <a:pt x="1523" y="1246"/>
                    <a:pt x="1551" y="1264"/>
                    <a:pt x="1538" y="1264"/>
                  </a:cubicBezTo>
                  <a:cubicBezTo>
                    <a:pt x="1526" y="1264"/>
                    <a:pt x="1477" y="1248"/>
                    <a:pt x="1387" y="1208"/>
                  </a:cubicBezTo>
                  <a:cubicBezTo>
                    <a:pt x="1325" y="1185"/>
                    <a:pt x="1292" y="1173"/>
                    <a:pt x="1289" y="1173"/>
                  </a:cubicBezTo>
                  <a:lnTo>
                    <a:pt x="1289" y="1173"/>
                  </a:lnTo>
                  <a:cubicBezTo>
                    <a:pt x="1285" y="1173"/>
                    <a:pt x="1316" y="1187"/>
                    <a:pt x="1379" y="1216"/>
                  </a:cubicBezTo>
                  <a:cubicBezTo>
                    <a:pt x="1449" y="1247"/>
                    <a:pt x="1479" y="1261"/>
                    <a:pt x="1471" y="1261"/>
                  </a:cubicBezTo>
                  <a:cubicBezTo>
                    <a:pt x="1464" y="1261"/>
                    <a:pt x="1430" y="1251"/>
                    <a:pt x="1371" y="1233"/>
                  </a:cubicBezTo>
                  <a:cubicBezTo>
                    <a:pt x="1312" y="1209"/>
                    <a:pt x="1282" y="1197"/>
                    <a:pt x="1280" y="1197"/>
                  </a:cubicBezTo>
                  <a:lnTo>
                    <a:pt x="1280" y="1197"/>
                  </a:lnTo>
                  <a:cubicBezTo>
                    <a:pt x="1277" y="1197"/>
                    <a:pt x="1308" y="1211"/>
                    <a:pt x="1371" y="1241"/>
                  </a:cubicBezTo>
                  <a:cubicBezTo>
                    <a:pt x="1521" y="1304"/>
                    <a:pt x="1601" y="1338"/>
                    <a:pt x="1587" y="1338"/>
                  </a:cubicBezTo>
                  <a:cubicBezTo>
                    <a:pt x="1577" y="1338"/>
                    <a:pt x="1524" y="1322"/>
                    <a:pt x="1419" y="1289"/>
                  </a:cubicBezTo>
                  <a:cubicBezTo>
                    <a:pt x="1355" y="1257"/>
                    <a:pt x="1290" y="1241"/>
                    <a:pt x="1225" y="1233"/>
                  </a:cubicBezTo>
                  <a:lnTo>
                    <a:pt x="1225" y="1233"/>
                  </a:lnTo>
                  <a:cubicBezTo>
                    <a:pt x="1265" y="1257"/>
                    <a:pt x="1306" y="1273"/>
                    <a:pt x="1346" y="1281"/>
                  </a:cubicBezTo>
                  <a:cubicBezTo>
                    <a:pt x="1424" y="1304"/>
                    <a:pt x="1455" y="1314"/>
                    <a:pt x="1445" y="1314"/>
                  </a:cubicBezTo>
                  <a:cubicBezTo>
                    <a:pt x="1436" y="1314"/>
                    <a:pt x="1403" y="1308"/>
                    <a:pt x="1346" y="1297"/>
                  </a:cubicBezTo>
                  <a:cubicBezTo>
                    <a:pt x="1270" y="1282"/>
                    <a:pt x="1221" y="1275"/>
                    <a:pt x="1197" y="1275"/>
                  </a:cubicBezTo>
                  <a:cubicBezTo>
                    <a:pt x="1157" y="1275"/>
                    <a:pt x="1185" y="1295"/>
                    <a:pt x="1265" y="1330"/>
                  </a:cubicBezTo>
                  <a:cubicBezTo>
                    <a:pt x="1336" y="1363"/>
                    <a:pt x="1363" y="1380"/>
                    <a:pt x="1349" y="1380"/>
                  </a:cubicBezTo>
                  <a:cubicBezTo>
                    <a:pt x="1339" y="1380"/>
                    <a:pt x="1308" y="1371"/>
                    <a:pt x="1257" y="1354"/>
                  </a:cubicBezTo>
                  <a:cubicBezTo>
                    <a:pt x="1186" y="1327"/>
                    <a:pt x="1154" y="1315"/>
                    <a:pt x="1149" y="1315"/>
                  </a:cubicBezTo>
                  <a:lnTo>
                    <a:pt x="1149" y="1315"/>
                  </a:lnTo>
                  <a:cubicBezTo>
                    <a:pt x="1145" y="1315"/>
                    <a:pt x="1159" y="1323"/>
                    <a:pt x="1184" y="1338"/>
                  </a:cubicBezTo>
                  <a:lnTo>
                    <a:pt x="1176" y="1370"/>
                  </a:lnTo>
                  <a:cubicBezTo>
                    <a:pt x="1217" y="1395"/>
                    <a:pt x="1257" y="1403"/>
                    <a:pt x="1306" y="1411"/>
                  </a:cubicBezTo>
                  <a:cubicBezTo>
                    <a:pt x="1249" y="1404"/>
                    <a:pt x="1204" y="1400"/>
                    <a:pt x="1181" y="1400"/>
                  </a:cubicBezTo>
                  <a:cubicBezTo>
                    <a:pt x="1148" y="1400"/>
                    <a:pt x="1157" y="1408"/>
                    <a:pt x="1233" y="1427"/>
                  </a:cubicBezTo>
                  <a:cubicBezTo>
                    <a:pt x="1233" y="1435"/>
                    <a:pt x="1233" y="1443"/>
                    <a:pt x="1233" y="1443"/>
                  </a:cubicBezTo>
                  <a:cubicBezTo>
                    <a:pt x="1233" y="1451"/>
                    <a:pt x="1233" y="1451"/>
                    <a:pt x="1298" y="1468"/>
                  </a:cubicBezTo>
                  <a:cubicBezTo>
                    <a:pt x="1363" y="1476"/>
                    <a:pt x="1298" y="1476"/>
                    <a:pt x="1225" y="1476"/>
                  </a:cubicBezTo>
                  <a:cubicBezTo>
                    <a:pt x="1160" y="1476"/>
                    <a:pt x="1087" y="1484"/>
                    <a:pt x="1152" y="1484"/>
                  </a:cubicBezTo>
                  <a:cubicBezTo>
                    <a:pt x="1225" y="1492"/>
                    <a:pt x="1290" y="1508"/>
                    <a:pt x="1355" y="1524"/>
                  </a:cubicBezTo>
                  <a:cubicBezTo>
                    <a:pt x="1387" y="1528"/>
                    <a:pt x="1387" y="1531"/>
                    <a:pt x="1371" y="1531"/>
                  </a:cubicBezTo>
                  <a:cubicBezTo>
                    <a:pt x="1355" y="1531"/>
                    <a:pt x="1322" y="1528"/>
                    <a:pt x="1290" y="1524"/>
                  </a:cubicBezTo>
                  <a:cubicBezTo>
                    <a:pt x="1270" y="1521"/>
                    <a:pt x="1249" y="1519"/>
                    <a:pt x="1230" y="1519"/>
                  </a:cubicBezTo>
                  <a:cubicBezTo>
                    <a:pt x="1202" y="1519"/>
                    <a:pt x="1176" y="1523"/>
                    <a:pt x="1152" y="1533"/>
                  </a:cubicBezTo>
                  <a:cubicBezTo>
                    <a:pt x="1144" y="1533"/>
                    <a:pt x="1144" y="1549"/>
                    <a:pt x="1217" y="1549"/>
                  </a:cubicBezTo>
                  <a:cubicBezTo>
                    <a:pt x="1282" y="1557"/>
                    <a:pt x="1273" y="1589"/>
                    <a:pt x="1209" y="1597"/>
                  </a:cubicBezTo>
                  <a:lnTo>
                    <a:pt x="1209" y="1614"/>
                  </a:lnTo>
                  <a:cubicBezTo>
                    <a:pt x="1209" y="1622"/>
                    <a:pt x="1273" y="1622"/>
                    <a:pt x="1273" y="1630"/>
                  </a:cubicBezTo>
                  <a:cubicBezTo>
                    <a:pt x="1273" y="1630"/>
                    <a:pt x="1273" y="1638"/>
                    <a:pt x="1346" y="1638"/>
                  </a:cubicBezTo>
                  <a:cubicBezTo>
                    <a:pt x="1346" y="1646"/>
                    <a:pt x="1346" y="1654"/>
                    <a:pt x="1273" y="1654"/>
                  </a:cubicBezTo>
                  <a:cubicBezTo>
                    <a:pt x="1411" y="1654"/>
                    <a:pt x="1411" y="1654"/>
                    <a:pt x="1273" y="1670"/>
                  </a:cubicBezTo>
                  <a:cubicBezTo>
                    <a:pt x="1197" y="1680"/>
                    <a:pt x="1166" y="1684"/>
                    <a:pt x="1179" y="1684"/>
                  </a:cubicBezTo>
                  <a:cubicBezTo>
                    <a:pt x="1188" y="1684"/>
                    <a:pt x="1220" y="1682"/>
                    <a:pt x="1273" y="1678"/>
                  </a:cubicBezTo>
                  <a:cubicBezTo>
                    <a:pt x="1346" y="1678"/>
                    <a:pt x="1346" y="1678"/>
                    <a:pt x="1273" y="1687"/>
                  </a:cubicBezTo>
                  <a:cubicBezTo>
                    <a:pt x="1228" y="1692"/>
                    <a:pt x="1214" y="1698"/>
                    <a:pt x="1233" y="1698"/>
                  </a:cubicBezTo>
                  <a:cubicBezTo>
                    <a:pt x="1241" y="1698"/>
                    <a:pt x="1254" y="1697"/>
                    <a:pt x="1273" y="1695"/>
                  </a:cubicBezTo>
                  <a:cubicBezTo>
                    <a:pt x="1310" y="1693"/>
                    <a:pt x="1342" y="1692"/>
                    <a:pt x="1366" y="1692"/>
                  </a:cubicBezTo>
                  <a:cubicBezTo>
                    <a:pt x="1432" y="1692"/>
                    <a:pt x="1441" y="1699"/>
                    <a:pt x="1346" y="1711"/>
                  </a:cubicBezTo>
                  <a:cubicBezTo>
                    <a:pt x="1346" y="1711"/>
                    <a:pt x="1346" y="1719"/>
                    <a:pt x="1411" y="1719"/>
                  </a:cubicBezTo>
                  <a:cubicBezTo>
                    <a:pt x="1333" y="1739"/>
                    <a:pt x="1302" y="1749"/>
                    <a:pt x="1318" y="1749"/>
                  </a:cubicBezTo>
                  <a:cubicBezTo>
                    <a:pt x="1329" y="1749"/>
                    <a:pt x="1360" y="1745"/>
                    <a:pt x="1411" y="1735"/>
                  </a:cubicBezTo>
                  <a:cubicBezTo>
                    <a:pt x="1411" y="1735"/>
                    <a:pt x="1484" y="1735"/>
                    <a:pt x="1419" y="1751"/>
                  </a:cubicBezTo>
                  <a:cubicBezTo>
                    <a:pt x="1370" y="1770"/>
                    <a:pt x="1320" y="1803"/>
                    <a:pt x="1357" y="1803"/>
                  </a:cubicBezTo>
                  <a:cubicBezTo>
                    <a:pt x="1369" y="1803"/>
                    <a:pt x="1389" y="1800"/>
                    <a:pt x="1419" y="1792"/>
                  </a:cubicBezTo>
                  <a:lnTo>
                    <a:pt x="1427" y="1800"/>
                  </a:lnTo>
                  <a:cubicBezTo>
                    <a:pt x="1379" y="1818"/>
                    <a:pt x="1367" y="1827"/>
                    <a:pt x="1391" y="1827"/>
                  </a:cubicBezTo>
                  <a:cubicBezTo>
                    <a:pt x="1399" y="1827"/>
                    <a:pt x="1411" y="1826"/>
                    <a:pt x="1427" y="1824"/>
                  </a:cubicBezTo>
                  <a:lnTo>
                    <a:pt x="1453" y="1818"/>
                  </a:lnTo>
                  <a:lnTo>
                    <a:pt x="1453" y="1818"/>
                  </a:lnTo>
                  <a:cubicBezTo>
                    <a:pt x="1422" y="1827"/>
                    <a:pt x="1391" y="1840"/>
                    <a:pt x="1363" y="1857"/>
                  </a:cubicBezTo>
                  <a:cubicBezTo>
                    <a:pt x="1363" y="1860"/>
                    <a:pt x="1363" y="1862"/>
                    <a:pt x="1368" y="1862"/>
                  </a:cubicBezTo>
                  <a:cubicBezTo>
                    <a:pt x="1375" y="1862"/>
                    <a:pt x="1393" y="1858"/>
                    <a:pt x="1436" y="1849"/>
                  </a:cubicBezTo>
                  <a:cubicBezTo>
                    <a:pt x="1467" y="1831"/>
                    <a:pt x="1483" y="1825"/>
                    <a:pt x="1492" y="1825"/>
                  </a:cubicBezTo>
                  <a:cubicBezTo>
                    <a:pt x="1499" y="1825"/>
                    <a:pt x="1500" y="1829"/>
                    <a:pt x="1500" y="1833"/>
                  </a:cubicBezTo>
                  <a:cubicBezTo>
                    <a:pt x="1460" y="1857"/>
                    <a:pt x="1411" y="1873"/>
                    <a:pt x="1371" y="1881"/>
                  </a:cubicBezTo>
                  <a:lnTo>
                    <a:pt x="1371" y="1889"/>
                  </a:lnTo>
                  <a:cubicBezTo>
                    <a:pt x="1444" y="1866"/>
                    <a:pt x="1476" y="1856"/>
                    <a:pt x="1478" y="1856"/>
                  </a:cubicBezTo>
                  <a:lnTo>
                    <a:pt x="1478" y="1856"/>
                  </a:lnTo>
                  <a:cubicBezTo>
                    <a:pt x="1480" y="1856"/>
                    <a:pt x="1464" y="1862"/>
                    <a:pt x="1436" y="1873"/>
                  </a:cubicBezTo>
                  <a:cubicBezTo>
                    <a:pt x="1371" y="1897"/>
                    <a:pt x="1379" y="1905"/>
                    <a:pt x="1379" y="1914"/>
                  </a:cubicBezTo>
                  <a:cubicBezTo>
                    <a:pt x="1397" y="1907"/>
                    <a:pt x="1405" y="1904"/>
                    <a:pt x="1407" y="1904"/>
                  </a:cubicBezTo>
                  <a:lnTo>
                    <a:pt x="1407" y="1904"/>
                  </a:lnTo>
                  <a:cubicBezTo>
                    <a:pt x="1411" y="1904"/>
                    <a:pt x="1389" y="1915"/>
                    <a:pt x="1381" y="1915"/>
                  </a:cubicBezTo>
                  <a:cubicBezTo>
                    <a:pt x="1380" y="1915"/>
                    <a:pt x="1379" y="1915"/>
                    <a:pt x="1379" y="1914"/>
                  </a:cubicBezTo>
                  <a:lnTo>
                    <a:pt x="1314" y="1938"/>
                  </a:lnTo>
                  <a:cubicBezTo>
                    <a:pt x="1294" y="1949"/>
                    <a:pt x="1288" y="1954"/>
                    <a:pt x="1291" y="1954"/>
                  </a:cubicBezTo>
                  <a:cubicBezTo>
                    <a:pt x="1297" y="1954"/>
                    <a:pt x="1336" y="1938"/>
                    <a:pt x="1379" y="1922"/>
                  </a:cubicBezTo>
                  <a:lnTo>
                    <a:pt x="1387" y="1930"/>
                  </a:lnTo>
                  <a:cubicBezTo>
                    <a:pt x="1387" y="1933"/>
                    <a:pt x="1387" y="1935"/>
                    <a:pt x="1390" y="1935"/>
                  </a:cubicBezTo>
                  <a:cubicBezTo>
                    <a:pt x="1396" y="1935"/>
                    <a:pt x="1411" y="1929"/>
                    <a:pt x="1452" y="1914"/>
                  </a:cubicBezTo>
                  <a:cubicBezTo>
                    <a:pt x="1492" y="1889"/>
                    <a:pt x="1533" y="1873"/>
                    <a:pt x="1582" y="1865"/>
                  </a:cubicBezTo>
                  <a:lnTo>
                    <a:pt x="1582" y="1865"/>
                  </a:lnTo>
                  <a:cubicBezTo>
                    <a:pt x="1533" y="1881"/>
                    <a:pt x="1492" y="1897"/>
                    <a:pt x="1452" y="1922"/>
                  </a:cubicBezTo>
                  <a:cubicBezTo>
                    <a:pt x="1452" y="1930"/>
                    <a:pt x="1395" y="1954"/>
                    <a:pt x="1395" y="1954"/>
                  </a:cubicBezTo>
                  <a:cubicBezTo>
                    <a:pt x="1319" y="1983"/>
                    <a:pt x="1313" y="1994"/>
                    <a:pt x="1333" y="1994"/>
                  </a:cubicBezTo>
                  <a:cubicBezTo>
                    <a:pt x="1348" y="1994"/>
                    <a:pt x="1376" y="1989"/>
                    <a:pt x="1403" y="1978"/>
                  </a:cubicBezTo>
                  <a:cubicBezTo>
                    <a:pt x="1460" y="1956"/>
                    <a:pt x="1492" y="1944"/>
                    <a:pt x="1498" y="1944"/>
                  </a:cubicBezTo>
                  <a:lnTo>
                    <a:pt x="1498" y="1944"/>
                  </a:lnTo>
                  <a:cubicBezTo>
                    <a:pt x="1504" y="1944"/>
                    <a:pt x="1476" y="1960"/>
                    <a:pt x="1411" y="1995"/>
                  </a:cubicBezTo>
                  <a:cubicBezTo>
                    <a:pt x="1371" y="2012"/>
                    <a:pt x="1356" y="2021"/>
                    <a:pt x="1359" y="2021"/>
                  </a:cubicBezTo>
                  <a:cubicBezTo>
                    <a:pt x="1368" y="2021"/>
                    <a:pt x="1469" y="1981"/>
                    <a:pt x="1598" y="1914"/>
                  </a:cubicBezTo>
                  <a:lnTo>
                    <a:pt x="1776" y="1824"/>
                  </a:lnTo>
                  <a:lnTo>
                    <a:pt x="1776" y="1824"/>
                  </a:lnTo>
                  <a:lnTo>
                    <a:pt x="1598" y="1922"/>
                  </a:lnTo>
                  <a:cubicBezTo>
                    <a:pt x="1441" y="2005"/>
                    <a:pt x="1385" y="2038"/>
                    <a:pt x="1400" y="2038"/>
                  </a:cubicBezTo>
                  <a:cubicBezTo>
                    <a:pt x="1408" y="2038"/>
                    <a:pt x="1438" y="2028"/>
                    <a:pt x="1484" y="2011"/>
                  </a:cubicBezTo>
                  <a:cubicBezTo>
                    <a:pt x="1517" y="1999"/>
                    <a:pt x="1533" y="1991"/>
                    <a:pt x="1534" y="1991"/>
                  </a:cubicBezTo>
                  <a:lnTo>
                    <a:pt x="1534" y="1991"/>
                  </a:lnTo>
                  <a:cubicBezTo>
                    <a:pt x="1535" y="1991"/>
                    <a:pt x="1521" y="1999"/>
                    <a:pt x="1492" y="2019"/>
                  </a:cubicBezTo>
                  <a:cubicBezTo>
                    <a:pt x="1427" y="2051"/>
                    <a:pt x="1436" y="2060"/>
                    <a:pt x="1444" y="2076"/>
                  </a:cubicBezTo>
                  <a:cubicBezTo>
                    <a:pt x="1447" y="2082"/>
                    <a:pt x="1450" y="2086"/>
                    <a:pt x="1457" y="2086"/>
                  </a:cubicBezTo>
                  <a:cubicBezTo>
                    <a:pt x="1467" y="2086"/>
                    <a:pt x="1483" y="2079"/>
                    <a:pt x="1517" y="2060"/>
                  </a:cubicBezTo>
                  <a:lnTo>
                    <a:pt x="1517" y="2068"/>
                  </a:lnTo>
                  <a:cubicBezTo>
                    <a:pt x="1473" y="2102"/>
                    <a:pt x="1457" y="2117"/>
                    <a:pt x="1462" y="2117"/>
                  </a:cubicBezTo>
                  <a:cubicBezTo>
                    <a:pt x="1469" y="2117"/>
                    <a:pt x="1516" y="2087"/>
                    <a:pt x="1582" y="2035"/>
                  </a:cubicBezTo>
                  <a:lnTo>
                    <a:pt x="1582" y="2043"/>
                  </a:lnTo>
                  <a:lnTo>
                    <a:pt x="1533" y="2084"/>
                  </a:lnTo>
                  <a:cubicBezTo>
                    <a:pt x="1476" y="2124"/>
                    <a:pt x="1476" y="2141"/>
                    <a:pt x="1509" y="2181"/>
                  </a:cubicBezTo>
                  <a:cubicBezTo>
                    <a:pt x="1524" y="2197"/>
                    <a:pt x="1534" y="2207"/>
                    <a:pt x="1546" y="2207"/>
                  </a:cubicBezTo>
                  <a:cubicBezTo>
                    <a:pt x="1564" y="2207"/>
                    <a:pt x="1587" y="2184"/>
                    <a:pt x="1646" y="2124"/>
                  </a:cubicBezTo>
                  <a:cubicBezTo>
                    <a:pt x="1694" y="2081"/>
                    <a:pt x="1718" y="2058"/>
                    <a:pt x="1720" y="2058"/>
                  </a:cubicBezTo>
                  <a:lnTo>
                    <a:pt x="1720" y="2058"/>
                  </a:lnTo>
                  <a:cubicBezTo>
                    <a:pt x="1722" y="2058"/>
                    <a:pt x="1700" y="2083"/>
                    <a:pt x="1655" y="2133"/>
                  </a:cubicBezTo>
                  <a:cubicBezTo>
                    <a:pt x="1619" y="2168"/>
                    <a:pt x="1588" y="2208"/>
                    <a:pt x="1589" y="2208"/>
                  </a:cubicBezTo>
                  <a:cubicBezTo>
                    <a:pt x="1590" y="2208"/>
                    <a:pt x="1595" y="2202"/>
                    <a:pt x="1606" y="2189"/>
                  </a:cubicBezTo>
                  <a:lnTo>
                    <a:pt x="1606" y="2189"/>
                  </a:lnTo>
                  <a:cubicBezTo>
                    <a:pt x="1606" y="2189"/>
                    <a:pt x="1614" y="2197"/>
                    <a:pt x="1573" y="2254"/>
                  </a:cubicBezTo>
                  <a:cubicBezTo>
                    <a:pt x="1539" y="2307"/>
                    <a:pt x="1532" y="2326"/>
                    <a:pt x="1537" y="2326"/>
                  </a:cubicBezTo>
                  <a:cubicBezTo>
                    <a:pt x="1544" y="2326"/>
                    <a:pt x="1568" y="2301"/>
                    <a:pt x="1590" y="2270"/>
                  </a:cubicBezTo>
                  <a:cubicBezTo>
                    <a:pt x="1623" y="2227"/>
                    <a:pt x="1636" y="2211"/>
                    <a:pt x="1637" y="2211"/>
                  </a:cubicBezTo>
                  <a:lnTo>
                    <a:pt x="1637" y="2211"/>
                  </a:lnTo>
                  <a:cubicBezTo>
                    <a:pt x="1639" y="2211"/>
                    <a:pt x="1617" y="2245"/>
                    <a:pt x="1598" y="2278"/>
                  </a:cubicBezTo>
                  <a:cubicBezTo>
                    <a:pt x="1568" y="2320"/>
                    <a:pt x="1543" y="2362"/>
                    <a:pt x="1547" y="2362"/>
                  </a:cubicBezTo>
                  <a:cubicBezTo>
                    <a:pt x="1549" y="2362"/>
                    <a:pt x="1555" y="2356"/>
                    <a:pt x="1565" y="2343"/>
                  </a:cubicBezTo>
                  <a:cubicBezTo>
                    <a:pt x="1587" y="2318"/>
                    <a:pt x="1617" y="2295"/>
                    <a:pt x="1629" y="2295"/>
                  </a:cubicBezTo>
                  <a:cubicBezTo>
                    <a:pt x="1640" y="2295"/>
                    <a:pt x="1636" y="2314"/>
                    <a:pt x="1598" y="2368"/>
                  </a:cubicBezTo>
                  <a:lnTo>
                    <a:pt x="1614" y="2376"/>
                  </a:lnTo>
                  <a:cubicBezTo>
                    <a:pt x="1635" y="2339"/>
                    <a:pt x="1649" y="2329"/>
                    <a:pt x="1659" y="2329"/>
                  </a:cubicBezTo>
                  <a:cubicBezTo>
                    <a:pt x="1664" y="2329"/>
                    <a:pt x="1668" y="2332"/>
                    <a:pt x="1671" y="2335"/>
                  </a:cubicBezTo>
                  <a:cubicBezTo>
                    <a:pt x="1679" y="2343"/>
                    <a:pt x="1687" y="2343"/>
                    <a:pt x="1655" y="2408"/>
                  </a:cubicBezTo>
                  <a:cubicBezTo>
                    <a:pt x="1633" y="2433"/>
                    <a:pt x="1626" y="2448"/>
                    <a:pt x="1628" y="2448"/>
                  </a:cubicBezTo>
                  <a:cubicBezTo>
                    <a:pt x="1631" y="2448"/>
                    <a:pt x="1643" y="2435"/>
                    <a:pt x="1663" y="2408"/>
                  </a:cubicBezTo>
                  <a:cubicBezTo>
                    <a:pt x="1663" y="2408"/>
                    <a:pt x="1663" y="2409"/>
                    <a:pt x="1664" y="2409"/>
                  </a:cubicBezTo>
                  <a:cubicBezTo>
                    <a:pt x="1675" y="2409"/>
                    <a:pt x="1736" y="2303"/>
                    <a:pt x="1744" y="2303"/>
                  </a:cubicBezTo>
                  <a:cubicBezTo>
                    <a:pt x="1760" y="2262"/>
                    <a:pt x="1784" y="2222"/>
                    <a:pt x="1817" y="2189"/>
                  </a:cubicBezTo>
                  <a:lnTo>
                    <a:pt x="1817" y="2189"/>
                  </a:lnTo>
                  <a:lnTo>
                    <a:pt x="1784" y="2246"/>
                  </a:lnTo>
                  <a:cubicBezTo>
                    <a:pt x="1752" y="2311"/>
                    <a:pt x="1719" y="2368"/>
                    <a:pt x="1719" y="2368"/>
                  </a:cubicBezTo>
                  <a:cubicBezTo>
                    <a:pt x="1722" y="2370"/>
                    <a:pt x="1724" y="2371"/>
                    <a:pt x="1726" y="2371"/>
                  </a:cubicBezTo>
                  <a:cubicBezTo>
                    <a:pt x="1733" y="2371"/>
                    <a:pt x="1742" y="2360"/>
                    <a:pt x="1760" y="2319"/>
                  </a:cubicBezTo>
                  <a:lnTo>
                    <a:pt x="1760" y="2319"/>
                  </a:lnTo>
                  <a:cubicBezTo>
                    <a:pt x="1736" y="2384"/>
                    <a:pt x="1744" y="2384"/>
                    <a:pt x="1752" y="2392"/>
                  </a:cubicBezTo>
                  <a:cubicBezTo>
                    <a:pt x="1755" y="2392"/>
                    <a:pt x="1758" y="2392"/>
                    <a:pt x="1761" y="2392"/>
                  </a:cubicBezTo>
                  <a:cubicBezTo>
                    <a:pt x="1772" y="2392"/>
                    <a:pt x="1783" y="2387"/>
                    <a:pt x="1809" y="2335"/>
                  </a:cubicBezTo>
                  <a:lnTo>
                    <a:pt x="1809" y="2335"/>
                  </a:lnTo>
                  <a:cubicBezTo>
                    <a:pt x="1786" y="2406"/>
                    <a:pt x="1788" y="2446"/>
                    <a:pt x="1803" y="2446"/>
                  </a:cubicBezTo>
                  <a:cubicBezTo>
                    <a:pt x="1815" y="2446"/>
                    <a:pt x="1835" y="2418"/>
                    <a:pt x="1857" y="2360"/>
                  </a:cubicBezTo>
                  <a:cubicBezTo>
                    <a:pt x="1865" y="2327"/>
                    <a:pt x="1871" y="2311"/>
                    <a:pt x="1873" y="2311"/>
                  </a:cubicBezTo>
                  <a:lnTo>
                    <a:pt x="1873" y="2311"/>
                  </a:lnTo>
                  <a:cubicBezTo>
                    <a:pt x="1875" y="2311"/>
                    <a:pt x="1873" y="2327"/>
                    <a:pt x="1865" y="2360"/>
                  </a:cubicBezTo>
                  <a:cubicBezTo>
                    <a:pt x="1857" y="2397"/>
                    <a:pt x="1853" y="2415"/>
                    <a:pt x="1854" y="2415"/>
                  </a:cubicBezTo>
                  <a:cubicBezTo>
                    <a:pt x="1856" y="2415"/>
                    <a:pt x="1862" y="2399"/>
                    <a:pt x="1873" y="2368"/>
                  </a:cubicBezTo>
                  <a:cubicBezTo>
                    <a:pt x="1880" y="2349"/>
                    <a:pt x="1885" y="2341"/>
                    <a:pt x="1887" y="2341"/>
                  </a:cubicBezTo>
                  <a:lnTo>
                    <a:pt x="1887" y="2341"/>
                  </a:lnTo>
                  <a:cubicBezTo>
                    <a:pt x="1892" y="2341"/>
                    <a:pt x="1885" y="2389"/>
                    <a:pt x="1873" y="2441"/>
                  </a:cubicBezTo>
                  <a:cubicBezTo>
                    <a:pt x="1859" y="2522"/>
                    <a:pt x="1856" y="2556"/>
                    <a:pt x="1861" y="2556"/>
                  </a:cubicBezTo>
                  <a:cubicBezTo>
                    <a:pt x="1864" y="2556"/>
                    <a:pt x="1872" y="2540"/>
                    <a:pt x="1882" y="2514"/>
                  </a:cubicBezTo>
                  <a:cubicBezTo>
                    <a:pt x="1906" y="2457"/>
                    <a:pt x="1922" y="2457"/>
                    <a:pt x="1922" y="2457"/>
                  </a:cubicBezTo>
                  <a:cubicBezTo>
                    <a:pt x="1946" y="2416"/>
                    <a:pt x="1963" y="2376"/>
                    <a:pt x="1963" y="2327"/>
                  </a:cubicBezTo>
                  <a:cubicBezTo>
                    <a:pt x="1966" y="2313"/>
                    <a:pt x="1970" y="2299"/>
                    <a:pt x="1973" y="2285"/>
                  </a:cubicBezTo>
                  <a:lnTo>
                    <a:pt x="1973" y="2285"/>
                  </a:lnTo>
                  <a:cubicBezTo>
                    <a:pt x="1971" y="2298"/>
                    <a:pt x="1971" y="2312"/>
                    <a:pt x="1971" y="2327"/>
                  </a:cubicBezTo>
                  <a:cubicBezTo>
                    <a:pt x="1971" y="2400"/>
                    <a:pt x="1979" y="2400"/>
                    <a:pt x="1987" y="2400"/>
                  </a:cubicBezTo>
                  <a:lnTo>
                    <a:pt x="2011" y="2400"/>
                  </a:lnTo>
                  <a:cubicBezTo>
                    <a:pt x="2015" y="2438"/>
                    <a:pt x="2020" y="2456"/>
                    <a:pt x="2024" y="2456"/>
                  </a:cubicBezTo>
                  <a:cubicBezTo>
                    <a:pt x="2028" y="2456"/>
                    <a:pt x="2032" y="2440"/>
                    <a:pt x="2036" y="2408"/>
                  </a:cubicBezTo>
                  <a:cubicBezTo>
                    <a:pt x="2044" y="2351"/>
                    <a:pt x="2036" y="2368"/>
                    <a:pt x="2044" y="2343"/>
                  </a:cubicBezTo>
                  <a:lnTo>
                    <a:pt x="2044" y="2343"/>
                  </a:lnTo>
                  <a:cubicBezTo>
                    <a:pt x="2040" y="2414"/>
                    <a:pt x="2057" y="2451"/>
                    <a:pt x="2076" y="2451"/>
                  </a:cubicBezTo>
                  <a:cubicBezTo>
                    <a:pt x="2094" y="2451"/>
                    <a:pt x="2113" y="2418"/>
                    <a:pt x="2117" y="2351"/>
                  </a:cubicBezTo>
                  <a:lnTo>
                    <a:pt x="2117" y="2424"/>
                  </a:lnTo>
                  <a:cubicBezTo>
                    <a:pt x="2117" y="2489"/>
                    <a:pt x="2125" y="2489"/>
                    <a:pt x="2133" y="2489"/>
                  </a:cubicBezTo>
                  <a:cubicBezTo>
                    <a:pt x="2141" y="2489"/>
                    <a:pt x="2165" y="2424"/>
                    <a:pt x="2182" y="2424"/>
                  </a:cubicBezTo>
                  <a:cubicBezTo>
                    <a:pt x="2214" y="2424"/>
                    <a:pt x="2230" y="2424"/>
                    <a:pt x="2222" y="2351"/>
                  </a:cubicBezTo>
                  <a:cubicBezTo>
                    <a:pt x="2230" y="2351"/>
                    <a:pt x="2230" y="2351"/>
                    <a:pt x="2238" y="2424"/>
                  </a:cubicBezTo>
                  <a:cubicBezTo>
                    <a:pt x="2238" y="2489"/>
                    <a:pt x="2246" y="2489"/>
                    <a:pt x="2254" y="2489"/>
                  </a:cubicBezTo>
                  <a:cubicBezTo>
                    <a:pt x="2254" y="2441"/>
                    <a:pt x="2246" y="2400"/>
                    <a:pt x="2238" y="2351"/>
                  </a:cubicBezTo>
                  <a:cubicBezTo>
                    <a:pt x="2234" y="2319"/>
                    <a:pt x="2234" y="2303"/>
                    <a:pt x="2237" y="2303"/>
                  </a:cubicBezTo>
                  <a:lnTo>
                    <a:pt x="2237" y="2303"/>
                  </a:lnTo>
                  <a:cubicBezTo>
                    <a:pt x="2240" y="2303"/>
                    <a:pt x="2246" y="2319"/>
                    <a:pt x="2254" y="2351"/>
                  </a:cubicBezTo>
                  <a:cubicBezTo>
                    <a:pt x="2267" y="2388"/>
                    <a:pt x="2281" y="2406"/>
                    <a:pt x="2291" y="2406"/>
                  </a:cubicBezTo>
                  <a:cubicBezTo>
                    <a:pt x="2301" y="2406"/>
                    <a:pt x="2307" y="2388"/>
                    <a:pt x="2303" y="2351"/>
                  </a:cubicBezTo>
                  <a:cubicBezTo>
                    <a:pt x="2311" y="2351"/>
                    <a:pt x="2319" y="2351"/>
                    <a:pt x="2327" y="2416"/>
                  </a:cubicBezTo>
                  <a:cubicBezTo>
                    <a:pt x="2341" y="2453"/>
                    <a:pt x="2358" y="2490"/>
                    <a:pt x="2365" y="2490"/>
                  </a:cubicBezTo>
                  <a:cubicBezTo>
                    <a:pt x="2370" y="2490"/>
                    <a:pt x="2370" y="2468"/>
                    <a:pt x="2360" y="2408"/>
                  </a:cubicBezTo>
                  <a:cubicBezTo>
                    <a:pt x="2368" y="2408"/>
                    <a:pt x="2368" y="2408"/>
                    <a:pt x="2384" y="2473"/>
                  </a:cubicBezTo>
                  <a:cubicBezTo>
                    <a:pt x="2398" y="2510"/>
                    <a:pt x="2412" y="2548"/>
                    <a:pt x="2415" y="2548"/>
                  </a:cubicBezTo>
                  <a:cubicBezTo>
                    <a:pt x="2418" y="2548"/>
                    <a:pt x="2414" y="2528"/>
                    <a:pt x="2400" y="2473"/>
                  </a:cubicBezTo>
                  <a:cubicBezTo>
                    <a:pt x="2396" y="2434"/>
                    <a:pt x="2399" y="2416"/>
                    <a:pt x="2408" y="2416"/>
                  </a:cubicBezTo>
                  <a:cubicBezTo>
                    <a:pt x="2416" y="2416"/>
                    <a:pt x="2430" y="2430"/>
                    <a:pt x="2449" y="2457"/>
                  </a:cubicBezTo>
                  <a:cubicBezTo>
                    <a:pt x="2449" y="2457"/>
                    <a:pt x="2457" y="2457"/>
                    <a:pt x="2433" y="2392"/>
                  </a:cubicBezTo>
                  <a:lnTo>
                    <a:pt x="2409" y="2327"/>
                  </a:lnTo>
                  <a:lnTo>
                    <a:pt x="2409" y="2327"/>
                  </a:lnTo>
                  <a:cubicBezTo>
                    <a:pt x="2437" y="2392"/>
                    <a:pt x="2451" y="2424"/>
                    <a:pt x="2453" y="2424"/>
                  </a:cubicBezTo>
                  <a:cubicBezTo>
                    <a:pt x="2455" y="2424"/>
                    <a:pt x="2445" y="2392"/>
                    <a:pt x="2425" y="2327"/>
                  </a:cubicBezTo>
                  <a:cubicBezTo>
                    <a:pt x="2413" y="2295"/>
                    <a:pt x="2406" y="2278"/>
                    <a:pt x="2408" y="2278"/>
                  </a:cubicBezTo>
                  <a:lnTo>
                    <a:pt x="2408" y="2278"/>
                  </a:lnTo>
                  <a:cubicBezTo>
                    <a:pt x="2409" y="2278"/>
                    <a:pt x="2417" y="2295"/>
                    <a:pt x="2433" y="2327"/>
                  </a:cubicBezTo>
                  <a:cubicBezTo>
                    <a:pt x="2457" y="2384"/>
                    <a:pt x="2465" y="2384"/>
                    <a:pt x="2465" y="2384"/>
                  </a:cubicBezTo>
                  <a:cubicBezTo>
                    <a:pt x="2473" y="2384"/>
                    <a:pt x="2473" y="2311"/>
                    <a:pt x="2498" y="2295"/>
                  </a:cubicBezTo>
                  <a:cubicBezTo>
                    <a:pt x="2538" y="2278"/>
                    <a:pt x="2554" y="2270"/>
                    <a:pt x="2522" y="2214"/>
                  </a:cubicBezTo>
                  <a:cubicBezTo>
                    <a:pt x="2505" y="2184"/>
                    <a:pt x="2497" y="2170"/>
                    <a:pt x="2499" y="2170"/>
                  </a:cubicBezTo>
                  <a:lnTo>
                    <a:pt x="2499" y="2170"/>
                  </a:lnTo>
                  <a:cubicBezTo>
                    <a:pt x="2501" y="2170"/>
                    <a:pt x="2511" y="2182"/>
                    <a:pt x="2530" y="2205"/>
                  </a:cubicBezTo>
                  <a:cubicBezTo>
                    <a:pt x="2560" y="2247"/>
                    <a:pt x="2572" y="2258"/>
                    <a:pt x="2580" y="2258"/>
                  </a:cubicBezTo>
                  <a:cubicBezTo>
                    <a:pt x="2582" y="2258"/>
                    <a:pt x="2585" y="2256"/>
                    <a:pt x="2587" y="2254"/>
                  </a:cubicBezTo>
                  <a:cubicBezTo>
                    <a:pt x="2587" y="2254"/>
                    <a:pt x="2595" y="2254"/>
                    <a:pt x="2636" y="2311"/>
                  </a:cubicBezTo>
                  <a:cubicBezTo>
                    <a:pt x="2603" y="2247"/>
                    <a:pt x="2603" y="2246"/>
                    <a:pt x="2603" y="2246"/>
                  </a:cubicBezTo>
                  <a:lnTo>
                    <a:pt x="2603" y="2246"/>
                  </a:lnTo>
                  <a:cubicBezTo>
                    <a:pt x="2622" y="2272"/>
                    <a:pt x="2634" y="2285"/>
                    <a:pt x="2637" y="2285"/>
                  </a:cubicBezTo>
                  <a:cubicBezTo>
                    <a:pt x="2641" y="2285"/>
                    <a:pt x="2633" y="2268"/>
                    <a:pt x="2611" y="2238"/>
                  </a:cubicBezTo>
                  <a:cubicBezTo>
                    <a:pt x="2571" y="2185"/>
                    <a:pt x="2550" y="2159"/>
                    <a:pt x="2551" y="2159"/>
                  </a:cubicBezTo>
                  <a:lnTo>
                    <a:pt x="2551" y="2159"/>
                  </a:lnTo>
                  <a:cubicBezTo>
                    <a:pt x="2552" y="2159"/>
                    <a:pt x="2575" y="2185"/>
                    <a:pt x="2619" y="2238"/>
                  </a:cubicBezTo>
                  <a:cubicBezTo>
                    <a:pt x="2647" y="2271"/>
                    <a:pt x="2686" y="2300"/>
                    <a:pt x="2690" y="2300"/>
                  </a:cubicBezTo>
                  <a:cubicBezTo>
                    <a:pt x="2692" y="2300"/>
                    <a:pt x="2686" y="2294"/>
                    <a:pt x="2668" y="2278"/>
                  </a:cubicBezTo>
                  <a:cubicBezTo>
                    <a:pt x="2627" y="2230"/>
                    <a:pt x="2636" y="2222"/>
                    <a:pt x="2595" y="2165"/>
                  </a:cubicBezTo>
                  <a:cubicBezTo>
                    <a:pt x="2597" y="2165"/>
                    <a:pt x="2599" y="2164"/>
                    <a:pt x="2600" y="2164"/>
                  </a:cubicBezTo>
                  <a:cubicBezTo>
                    <a:pt x="2606" y="2164"/>
                    <a:pt x="2615" y="2169"/>
                    <a:pt x="2652" y="2205"/>
                  </a:cubicBezTo>
                  <a:cubicBezTo>
                    <a:pt x="2664" y="2217"/>
                    <a:pt x="2672" y="2223"/>
                    <a:pt x="2676" y="2223"/>
                  </a:cubicBezTo>
                  <a:cubicBezTo>
                    <a:pt x="2690" y="2223"/>
                    <a:pt x="2672" y="2175"/>
                    <a:pt x="2636" y="2133"/>
                  </a:cubicBezTo>
                  <a:lnTo>
                    <a:pt x="2636" y="2133"/>
                  </a:lnTo>
                  <a:cubicBezTo>
                    <a:pt x="2678" y="2169"/>
                    <a:pt x="2689" y="2174"/>
                    <a:pt x="2695" y="2174"/>
                  </a:cubicBezTo>
                  <a:cubicBezTo>
                    <a:pt x="2697" y="2174"/>
                    <a:pt x="2698" y="2173"/>
                    <a:pt x="2700" y="2173"/>
                  </a:cubicBezTo>
                  <a:cubicBezTo>
                    <a:pt x="2685" y="2158"/>
                    <a:pt x="2679" y="2151"/>
                    <a:pt x="2681" y="2151"/>
                  </a:cubicBezTo>
                  <a:lnTo>
                    <a:pt x="2681" y="2151"/>
                  </a:lnTo>
                  <a:cubicBezTo>
                    <a:pt x="2684" y="2151"/>
                    <a:pt x="2719" y="2180"/>
                    <a:pt x="2757" y="2214"/>
                  </a:cubicBezTo>
                  <a:cubicBezTo>
                    <a:pt x="2786" y="2248"/>
                    <a:pt x="2798" y="2258"/>
                    <a:pt x="2806" y="2258"/>
                  </a:cubicBezTo>
                  <a:cubicBezTo>
                    <a:pt x="2809" y="2258"/>
                    <a:pt x="2812" y="2256"/>
                    <a:pt x="2814" y="2254"/>
                  </a:cubicBezTo>
                  <a:cubicBezTo>
                    <a:pt x="2773" y="2205"/>
                    <a:pt x="2781" y="2181"/>
                    <a:pt x="2798" y="2165"/>
                  </a:cubicBezTo>
                  <a:cubicBezTo>
                    <a:pt x="2822" y="2141"/>
                    <a:pt x="2765" y="2092"/>
                    <a:pt x="2660" y="2011"/>
                  </a:cubicBezTo>
                  <a:lnTo>
                    <a:pt x="2554" y="1930"/>
                  </a:lnTo>
                  <a:lnTo>
                    <a:pt x="2554" y="1930"/>
                  </a:lnTo>
                  <a:lnTo>
                    <a:pt x="2668" y="2011"/>
                  </a:lnTo>
                  <a:lnTo>
                    <a:pt x="2838" y="2116"/>
                  </a:lnTo>
                  <a:cubicBezTo>
                    <a:pt x="2806" y="2084"/>
                    <a:pt x="2773" y="2060"/>
                    <a:pt x="2733" y="2035"/>
                  </a:cubicBezTo>
                  <a:cubicBezTo>
                    <a:pt x="2701" y="2017"/>
                    <a:pt x="2687" y="2006"/>
                    <a:pt x="2692" y="2006"/>
                  </a:cubicBezTo>
                  <a:lnTo>
                    <a:pt x="2692" y="2006"/>
                  </a:lnTo>
                  <a:cubicBezTo>
                    <a:pt x="2697" y="2006"/>
                    <a:pt x="2713" y="2013"/>
                    <a:pt x="2741" y="2027"/>
                  </a:cubicBezTo>
                  <a:cubicBezTo>
                    <a:pt x="2765" y="2036"/>
                    <a:pt x="2782" y="2041"/>
                    <a:pt x="2790" y="2041"/>
                  </a:cubicBezTo>
                  <a:cubicBezTo>
                    <a:pt x="2803" y="2041"/>
                    <a:pt x="2793" y="2028"/>
                    <a:pt x="2757" y="2003"/>
                  </a:cubicBezTo>
                  <a:cubicBezTo>
                    <a:pt x="2757" y="2003"/>
                    <a:pt x="2758" y="2002"/>
                    <a:pt x="2761" y="2002"/>
                  </a:cubicBezTo>
                  <a:cubicBezTo>
                    <a:pt x="2768" y="2002"/>
                    <a:pt x="2784" y="2005"/>
                    <a:pt x="2822" y="2027"/>
                  </a:cubicBezTo>
                  <a:cubicBezTo>
                    <a:pt x="2830" y="2019"/>
                    <a:pt x="2830" y="2019"/>
                    <a:pt x="2765" y="1987"/>
                  </a:cubicBezTo>
                  <a:cubicBezTo>
                    <a:pt x="2735" y="1969"/>
                    <a:pt x="2721" y="1961"/>
                    <a:pt x="2724" y="1961"/>
                  </a:cubicBezTo>
                  <a:lnTo>
                    <a:pt x="2724" y="1961"/>
                  </a:lnTo>
                  <a:cubicBezTo>
                    <a:pt x="2727" y="1961"/>
                    <a:pt x="2743" y="1967"/>
                    <a:pt x="2773" y="1978"/>
                  </a:cubicBezTo>
                  <a:cubicBezTo>
                    <a:pt x="2828" y="2004"/>
                    <a:pt x="2860" y="2013"/>
                    <a:pt x="2873" y="2013"/>
                  </a:cubicBezTo>
                  <a:cubicBezTo>
                    <a:pt x="2889" y="2013"/>
                    <a:pt x="2877" y="2000"/>
                    <a:pt x="2846" y="1987"/>
                  </a:cubicBezTo>
                  <a:cubicBezTo>
                    <a:pt x="2781" y="1954"/>
                    <a:pt x="2790" y="1954"/>
                    <a:pt x="2790" y="1946"/>
                  </a:cubicBezTo>
                  <a:cubicBezTo>
                    <a:pt x="2790" y="1938"/>
                    <a:pt x="2798" y="1938"/>
                    <a:pt x="2733" y="1905"/>
                  </a:cubicBezTo>
                  <a:lnTo>
                    <a:pt x="2741" y="1897"/>
                  </a:lnTo>
                  <a:cubicBezTo>
                    <a:pt x="2741" y="1896"/>
                    <a:pt x="2742" y="1896"/>
                    <a:pt x="2743" y="1896"/>
                  </a:cubicBezTo>
                  <a:cubicBezTo>
                    <a:pt x="2754" y="1896"/>
                    <a:pt x="2805" y="1923"/>
                    <a:pt x="2798" y="1930"/>
                  </a:cubicBezTo>
                  <a:lnTo>
                    <a:pt x="2863" y="1946"/>
                  </a:lnTo>
                  <a:cubicBezTo>
                    <a:pt x="2871" y="1938"/>
                    <a:pt x="2879" y="1930"/>
                    <a:pt x="2814" y="1897"/>
                  </a:cubicBezTo>
                  <a:lnTo>
                    <a:pt x="2814" y="1897"/>
                  </a:lnTo>
                  <a:cubicBezTo>
                    <a:pt x="2853" y="1912"/>
                    <a:pt x="2895" y="1924"/>
                    <a:pt x="2908" y="1924"/>
                  </a:cubicBezTo>
                  <a:cubicBezTo>
                    <a:pt x="2917" y="1924"/>
                    <a:pt x="2913" y="1918"/>
                    <a:pt x="2887" y="1905"/>
                  </a:cubicBezTo>
                  <a:cubicBezTo>
                    <a:pt x="2829" y="1882"/>
                    <a:pt x="2814" y="1874"/>
                    <a:pt x="2820" y="1874"/>
                  </a:cubicBezTo>
                  <a:lnTo>
                    <a:pt x="2820" y="1874"/>
                  </a:lnTo>
                  <a:cubicBezTo>
                    <a:pt x="2827" y="1874"/>
                    <a:pt x="2861" y="1885"/>
                    <a:pt x="2895" y="1897"/>
                  </a:cubicBezTo>
                  <a:cubicBezTo>
                    <a:pt x="2951" y="1920"/>
                    <a:pt x="2983" y="1932"/>
                    <a:pt x="2989" y="1932"/>
                  </a:cubicBezTo>
                  <a:cubicBezTo>
                    <a:pt x="2996" y="1932"/>
                    <a:pt x="2968" y="1916"/>
                    <a:pt x="2903" y="1881"/>
                  </a:cubicBezTo>
                  <a:cubicBezTo>
                    <a:pt x="2903" y="1865"/>
                    <a:pt x="2846" y="1824"/>
                    <a:pt x="2854" y="1808"/>
                  </a:cubicBezTo>
                  <a:cubicBezTo>
                    <a:pt x="2861" y="1790"/>
                    <a:pt x="2862" y="1781"/>
                    <a:pt x="2893" y="1781"/>
                  </a:cubicBezTo>
                  <a:cubicBezTo>
                    <a:pt x="2904" y="1781"/>
                    <a:pt x="2917" y="1782"/>
                    <a:pt x="2936" y="1784"/>
                  </a:cubicBezTo>
                  <a:cubicBezTo>
                    <a:pt x="2936" y="1784"/>
                    <a:pt x="2937" y="1784"/>
                    <a:pt x="2937" y="1784"/>
                  </a:cubicBezTo>
                  <a:lnTo>
                    <a:pt x="2937" y="1784"/>
                  </a:lnTo>
                  <a:cubicBezTo>
                    <a:pt x="2865" y="1764"/>
                    <a:pt x="2871" y="1757"/>
                    <a:pt x="2871" y="1743"/>
                  </a:cubicBezTo>
                  <a:cubicBezTo>
                    <a:pt x="2952" y="1743"/>
                    <a:pt x="2879" y="1719"/>
                    <a:pt x="2814" y="1703"/>
                  </a:cubicBezTo>
                  <a:lnTo>
                    <a:pt x="2814" y="1711"/>
                  </a:lnTo>
                  <a:cubicBezTo>
                    <a:pt x="2676" y="1695"/>
                    <a:pt x="2676" y="1687"/>
                    <a:pt x="2749" y="1687"/>
                  </a:cubicBezTo>
                  <a:lnTo>
                    <a:pt x="2749" y="1687"/>
                  </a:lnTo>
                  <a:cubicBezTo>
                    <a:pt x="2790" y="1687"/>
                    <a:pt x="2838" y="1687"/>
                    <a:pt x="2887" y="1695"/>
                  </a:cubicBezTo>
                  <a:cubicBezTo>
                    <a:pt x="2911" y="1704"/>
                    <a:pt x="2937" y="1708"/>
                    <a:pt x="2965" y="1708"/>
                  </a:cubicBezTo>
                  <a:cubicBezTo>
                    <a:pt x="2984" y="1708"/>
                    <a:pt x="3005" y="1706"/>
                    <a:pt x="3025" y="1703"/>
                  </a:cubicBezTo>
                  <a:cubicBezTo>
                    <a:pt x="3025" y="1695"/>
                    <a:pt x="3025" y="1687"/>
                    <a:pt x="2952" y="1687"/>
                  </a:cubicBezTo>
                  <a:cubicBezTo>
                    <a:pt x="2887" y="1678"/>
                    <a:pt x="2887" y="1678"/>
                    <a:pt x="2887" y="1678"/>
                  </a:cubicBezTo>
                  <a:cubicBezTo>
                    <a:pt x="2887" y="1670"/>
                    <a:pt x="2887" y="1662"/>
                    <a:pt x="2822" y="1654"/>
                  </a:cubicBezTo>
                  <a:cubicBezTo>
                    <a:pt x="2757" y="1646"/>
                    <a:pt x="2757" y="1638"/>
                    <a:pt x="2757" y="1638"/>
                  </a:cubicBezTo>
                  <a:cubicBezTo>
                    <a:pt x="2822" y="1638"/>
                    <a:pt x="2830" y="1622"/>
                    <a:pt x="2830" y="1622"/>
                  </a:cubicBezTo>
                  <a:lnTo>
                    <a:pt x="2895" y="1630"/>
                  </a:lnTo>
                  <a:lnTo>
                    <a:pt x="3033" y="1630"/>
                  </a:lnTo>
                  <a:cubicBezTo>
                    <a:pt x="3033" y="1622"/>
                    <a:pt x="2968" y="1614"/>
                    <a:pt x="2968" y="1614"/>
                  </a:cubicBezTo>
                  <a:cubicBezTo>
                    <a:pt x="2903" y="1614"/>
                    <a:pt x="2903" y="1468"/>
                    <a:pt x="2903" y="1451"/>
                  </a:cubicBezTo>
                  <a:cubicBezTo>
                    <a:pt x="2949" y="1434"/>
                    <a:pt x="2962" y="1417"/>
                    <a:pt x="2943" y="1417"/>
                  </a:cubicBezTo>
                  <a:cubicBezTo>
                    <a:pt x="2936" y="1417"/>
                    <a:pt x="2922" y="1420"/>
                    <a:pt x="2903" y="1427"/>
                  </a:cubicBezTo>
                  <a:cubicBezTo>
                    <a:pt x="2896" y="1428"/>
                    <a:pt x="2890" y="1428"/>
                    <a:pt x="2884" y="1428"/>
                  </a:cubicBezTo>
                  <a:cubicBezTo>
                    <a:pt x="2837" y="1428"/>
                    <a:pt x="2829" y="1399"/>
                    <a:pt x="2822" y="1370"/>
                  </a:cubicBezTo>
                  <a:cubicBezTo>
                    <a:pt x="2822" y="1339"/>
                    <a:pt x="2817" y="1317"/>
                    <a:pt x="2783" y="1317"/>
                  </a:cubicBezTo>
                  <a:cubicBezTo>
                    <a:pt x="2774" y="1317"/>
                    <a:pt x="2763" y="1318"/>
                    <a:pt x="2749" y="1322"/>
                  </a:cubicBezTo>
                  <a:lnTo>
                    <a:pt x="2749" y="1306"/>
                  </a:lnTo>
                  <a:cubicBezTo>
                    <a:pt x="2747" y="1304"/>
                    <a:pt x="2743" y="1303"/>
                    <a:pt x="2737" y="1303"/>
                  </a:cubicBezTo>
                  <a:cubicBezTo>
                    <a:pt x="2722" y="1303"/>
                    <a:pt x="2696" y="1308"/>
                    <a:pt x="2684" y="1308"/>
                  </a:cubicBezTo>
                  <a:cubicBezTo>
                    <a:pt x="2679" y="1308"/>
                    <a:pt x="2676" y="1307"/>
                    <a:pt x="2676" y="1306"/>
                  </a:cubicBezTo>
                  <a:cubicBezTo>
                    <a:pt x="2717" y="1289"/>
                    <a:pt x="2757" y="1273"/>
                    <a:pt x="2798" y="1249"/>
                  </a:cubicBezTo>
                  <a:cubicBezTo>
                    <a:pt x="2798" y="1248"/>
                    <a:pt x="2797" y="1247"/>
                    <a:pt x="2794" y="1247"/>
                  </a:cubicBezTo>
                  <a:cubicBezTo>
                    <a:pt x="2780" y="1247"/>
                    <a:pt x="2724" y="1268"/>
                    <a:pt x="2668" y="1289"/>
                  </a:cubicBezTo>
                  <a:cubicBezTo>
                    <a:pt x="2625" y="1311"/>
                    <a:pt x="2610" y="1315"/>
                    <a:pt x="2606" y="1315"/>
                  </a:cubicBezTo>
                  <a:cubicBezTo>
                    <a:pt x="2603" y="1315"/>
                    <a:pt x="2603" y="1314"/>
                    <a:pt x="2603" y="1314"/>
                  </a:cubicBezTo>
                  <a:cubicBezTo>
                    <a:pt x="2603" y="1314"/>
                    <a:pt x="2603" y="1314"/>
                    <a:pt x="2668" y="1281"/>
                  </a:cubicBezTo>
                  <a:lnTo>
                    <a:pt x="2790" y="1224"/>
                  </a:lnTo>
                  <a:lnTo>
                    <a:pt x="2790" y="1224"/>
                  </a:lnTo>
                  <a:cubicBezTo>
                    <a:pt x="2725" y="1249"/>
                    <a:pt x="2725" y="1249"/>
                    <a:pt x="2725" y="1249"/>
                  </a:cubicBezTo>
                  <a:cubicBezTo>
                    <a:pt x="2725" y="1241"/>
                    <a:pt x="2725" y="1241"/>
                    <a:pt x="2846" y="1184"/>
                  </a:cubicBezTo>
                  <a:cubicBezTo>
                    <a:pt x="2914" y="1152"/>
                    <a:pt x="2944" y="1136"/>
                    <a:pt x="2936" y="1136"/>
                  </a:cubicBezTo>
                  <a:lnTo>
                    <a:pt x="2936" y="1136"/>
                  </a:lnTo>
                  <a:cubicBezTo>
                    <a:pt x="2930" y="1136"/>
                    <a:pt x="2900" y="1146"/>
                    <a:pt x="2846" y="1168"/>
                  </a:cubicBezTo>
                  <a:lnTo>
                    <a:pt x="2773" y="1192"/>
                  </a:lnTo>
                  <a:cubicBezTo>
                    <a:pt x="2820" y="1164"/>
                    <a:pt x="2831" y="1154"/>
                    <a:pt x="2823" y="1154"/>
                  </a:cubicBezTo>
                  <a:cubicBezTo>
                    <a:pt x="2810" y="1154"/>
                    <a:pt x="2749" y="1180"/>
                    <a:pt x="2709" y="1200"/>
                  </a:cubicBezTo>
                  <a:cubicBezTo>
                    <a:pt x="2775" y="1160"/>
                    <a:pt x="2802" y="1140"/>
                    <a:pt x="2796" y="1140"/>
                  </a:cubicBezTo>
                  <a:lnTo>
                    <a:pt x="2796" y="1140"/>
                  </a:lnTo>
                  <a:cubicBezTo>
                    <a:pt x="2790" y="1140"/>
                    <a:pt x="2760" y="1154"/>
                    <a:pt x="2709" y="1184"/>
                  </a:cubicBezTo>
                  <a:cubicBezTo>
                    <a:pt x="2678" y="1199"/>
                    <a:pt x="2662" y="1207"/>
                    <a:pt x="2659" y="1207"/>
                  </a:cubicBezTo>
                  <a:cubicBezTo>
                    <a:pt x="2656" y="1207"/>
                    <a:pt x="2670" y="1197"/>
                    <a:pt x="2700" y="1176"/>
                  </a:cubicBezTo>
                  <a:cubicBezTo>
                    <a:pt x="2757" y="1135"/>
                    <a:pt x="2749" y="1135"/>
                    <a:pt x="2749" y="1119"/>
                  </a:cubicBezTo>
                  <a:lnTo>
                    <a:pt x="2749" y="1119"/>
                  </a:lnTo>
                  <a:cubicBezTo>
                    <a:pt x="2730" y="1129"/>
                    <a:pt x="2715" y="1132"/>
                    <a:pt x="2703" y="1132"/>
                  </a:cubicBezTo>
                  <a:cubicBezTo>
                    <a:pt x="2675" y="1132"/>
                    <a:pt x="2663" y="1110"/>
                    <a:pt x="2652" y="1087"/>
                  </a:cubicBezTo>
                  <a:cubicBezTo>
                    <a:pt x="2632" y="1062"/>
                    <a:pt x="2615" y="1043"/>
                    <a:pt x="2596" y="1043"/>
                  </a:cubicBezTo>
                  <a:cubicBezTo>
                    <a:pt x="2584" y="1043"/>
                    <a:pt x="2570" y="1051"/>
                    <a:pt x="2554" y="1070"/>
                  </a:cubicBezTo>
                  <a:cubicBezTo>
                    <a:pt x="2546" y="1070"/>
                    <a:pt x="2546" y="1070"/>
                    <a:pt x="2595" y="1014"/>
                  </a:cubicBezTo>
                  <a:cubicBezTo>
                    <a:pt x="2612" y="993"/>
                    <a:pt x="2622" y="982"/>
                    <a:pt x="2620" y="982"/>
                  </a:cubicBezTo>
                  <a:lnTo>
                    <a:pt x="2620" y="982"/>
                  </a:lnTo>
                  <a:cubicBezTo>
                    <a:pt x="2619" y="982"/>
                    <a:pt x="2595" y="1005"/>
                    <a:pt x="2538" y="1062"/>
                  </a:cubicBezTo>
                  <a:cubicBezTo>
                    <a:pt x="2511" y="1090"/>
                    <a:pt x="2486" y="1117"/>
                    <a:pt x="2486" y="1117"/>
                  </a:cubicBezTo>
                  <a:cubicBezTo>
                    <a:pt x="2485" y="1117"/>
                    <a:pt x="2499" y="1100"/>
                    <a:pt x="2538" y="1054"/>
                  </a:cubicBezTo>
                  <a:cubicBezTo>
                    <a:pt x="2587" y="1006"/>
                    <a:pt x="2579" y="997"/>
                    <a:pt x="2563" y="981"/>
                  </a:cubicBezTo>
                  <a:cubicBezTo>
                    <a:pt x="2559" y="975"/>
                    <a:pt x="2553" y="969"/>
                    <a:pt x="2545" y="969"/>
                  </a:cubicBezTo>
                  <a:cubicBezTo>
                    <a:pt x="2533" y="969"/>
                    <a:pt x="2517" y="980"/>
                    <a:pt x="2498" y="1014"/>
                  </a:cubicBezTo>
                  <a:cubicBezTo>
                    <a:pt x="2473" y="1038"/>
                    <a:pt x="2461" y="1050"/>
                    <a:pt x="2460" y="1050"/>
                  </a:cubicBezTo>
                  <a:cubicBezTo>
                    <a:pt x="2459" y="1050"/>
                    <a:pt x="2469" y="1038"/>
                    <a:pt x="2490" y="1014"/>
                  </a:cubicBezTo>
                  <a:cubicBezTo>
                    <a:pt x="2548" y="939"/>
                    <a:pt x="2572" y="881"/>
                    <a:pt x="2556" y="881"/>
                  </a:cubicBezTo>
                  <a:lnTo>
                    <a:pt x="2556" y="881"/>
                  </a:lnTo>
                  <a:cubicBezTo>
                    <a:pt x="2547" y="881"/>
                    <a:pt x="2528" y="897"/>
                    <a:pt x="2498" y="933"/>
                  </a:cubicBezTo>
                  <a:cubicBezTo>
                    <a:pt x="2498" y="933"/>
                    <a:pt x="2490" y="924"/>
                    <a:pt x="2522" y="868"/>
                  </a:cubicBezTo>
                  <a:cubicBezTo>
                    <a:pt x="2522" y="868"/>
                    <a:pt x="2522" y="867"/>
                    <a:pt x="2520" y="867"/>
                  </a:cubicBezTo>
                  <a:cubicBezTo>
                    <a:pt x="2516" y="867"/>
                    <a:pt x="2504" y="872"/>
                    <a:pt x="2473" y="908"/>
                  </a:cubicBezTo>
                  <a:lnTo>
                    <a:pt x="2441" y="884"/>
                  </a:lnTo>
                  <a:cubicBezTo>
                    <a:pt x="2433" y="884"/>
                    <a:pt x="2392" y="941"/>
                    <a:pt x="2392" y="941"/>
                  </a:cubicBezTo>
                  <a:cubicBezTo>
                    <a:pt x="2417" y="876"/>
                    <a:pt x="2392" y="868"/>
                    <a:pt x="2352" y="851"/>
                  </a:cubicBezTo>
                  <a:cubicBezTo>
                    <a:pt x="2311" y="843"/>
                    <a:pt x="2287" y="803"/>
                    <a:pt x="2295" y="754"/>
                  </a:cubicBezTo>
                  <a:lnTo>
                    <a:pt x="2295" y="754"/>
                  </a:lnTo>
                  <a:cubicBezTo>
                    <a:pt x="2295" y="754"/>
                    <a:pt x="2287" y="754"/>
                    <a:pt x="2271" y="819"/>
                  </a:cubicBezTo>
                  <a:cubicBezTo>
                    <a:pt x="2252" y="899"/>
                    <a:pt x="2244" y="932"/>
                    <a:pt x="2241" y="932"/>
                  </a:cubicBezTo>
                  <a:cubicBezTo>
                    <a:pt x="2238" y="932"/>
                    <a:pt x="2238" y="915"/>
                    <a:pt x="2238" y="884"/>
                  </a:cubicBezTo>
                  <a:cubicBezTo>
                    <a:pt x="2246" y="818"/>
                    <a:pt x="2244" y="784"/>
                    <a:pt x="2237" y="784"/>
                  </a:cubicBezTo>
                  <a:cubicBezTo>
                    <a:pt x="2231" y="784"/>
                    <a:pt x="2222" y="805"/>
                    <a:pt x="2213" y="848"/>
                  </a:cubicBezTo>
                  <a:lnTo>
                    <a:pt x="2213" y="848"/>
                  </a:lnTo>
                  <a:cubicBezTo>
                    <a:pt x="2214" y="840"/>
                    <a:pt x="2214" y="832"/>
                    <a:pt x="2214" y="811"/>
                  </a:cubicBezTo>
                  <a:cubicBezTo>
                    <a:pt x="2220" y="757"/>
                    <a:pt x="2219" y="734"/>
                    <a:pt x="2215" y="734"/>
                  </a:cubicBezTo>
                  <a:lnTo>
                    <a:pt x="2215" y="734"/>
                  </a:lnTo>
                  <a:cubicBezTo>
                    <a:pt x="2207" y="734"/>
                    <a:pt x="2191" y="791"/>
                    <a:pt x="2182" y="876"/>
                  </a:cubicBezTo>
                  <a:cubicBezTo>
                    <a:pt x="2182" y="824"/>
                    <a:pt x="2182" y="776"/>
                    <a:pt x="2179" y="776"/>
                  </a:cubicBezTo>
                  <a:cubicBezTo>
                    <a:pt x="2177" y="776"/>
                    <a:pt x="2176" y="784"/>
                    <a:pt x="2173" y="803"/>
                  </a:cubicBezTo>
                  <a:cubicBezTo>
                    <a:pt x="2165" y="803"/>
                    <a:pt x="2165" y="803"/>
                    <a:pt x="2173" y="665"/>
                  </a:cubicBezTo>
                  <a:cubicBezTo>
                    <a:pt x="2182" y="624"/>
                    <a:pt x="2182" y="576"/>
                    <a:pt x="217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2"/>
            <p:cNvSpPr/>
            <p:nvPr/>
          </p:nvSpPr>
          <p:spPr>
            <a:xfrm>
              <a:off x="7317357" y="1220131"/>
              <a:ext cx="418716" cy="221192"/>
            </a:xfrm>
            <a:custGeom>
              <a:avLst/>
              <a:gdLst/>
              <a:ahLst/>
              <a:cxnLst/>
              <a:rect l="l" t="t" r="r" b="b"/>
              <a:pathLst>
                <a:path w="24291" h="12832" extrusionOk="0">
                  <a:moveTo>
                    <a:pt x="11106" y="0"/>
                  </a:moveTo>
                  <a:cubicBezTo>
                    <a:pt x="4220" y="0"/>
                    <a:pt x="0" y="6280"/>
                    <a:pt x="0" y="6280"/>
                  </a:cubicBezTo>
                  <a:lnTo>
                    <a:pt x="23504" y="12831"/>
                  </a:lnTo>
                  <a:cubicBezTo>
                    <a:pt x="23504" y="12831"/>
                    <a:pt x="24291" y="3840"/>
                    <a:pt x="15081" y="686"/>
                  </a:cubicBezTo>
                  <a:cubicBezTo>
                    <a:pt x="13675" y="204"/>
                    <a:pt x="12347" y="0"/>
                    <a:pt x="1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2"/>
            <p:cNvSpPr/>
            <p:nvPr/>
          </p:nvSpPr>
          <p:spPr>
            <a:xfrm>
              <a:off x="7137208" y="2968703"/>
              <a:ext cx="293" cy="17"/>
            </a:xfrm>
            <a:custGeom>
              <a:avLst/>
              <a:gdLst/>
              <a:ahLst/>
              <a:cxnLst/>
              <a:rect l="l" t="t" r="r" b="b"/>
              <a:pathLst>
                <a:path w="17" h="1" fill="none" extrusionOk="0">
                  <a:moveTo>
                    <a:pt x="16" y="1"/>
                  </a:move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2"/>
            <p:cNvSpPr/>
            <p:nvPr/>
          </p:nvSpPr>
          <p:spPr>
            <a:xfrm>
              <a:off x="7257112" y="3095295"/>
              <a:ext cx="552" cy="138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17" y="0"/>
                  </a:moveTo>
                  <a:cubicBezTo>
                    <a:pt x="13" y="0"/>
                    <a:pt x="8" y="1"/>
                    <a:pt x="1" y="2"/>
                  </a:cubicBezTo>
                  <a:cubicBezTo>
                    <a:pt x="3" y="6"/>
                    <a:pt x="7" y="8"/>
                    <a:pt x="11" y="8"/>
                  </a:cubicBezTo>
                  <a:cubicBezTo>
                    <a:pt x="21" y="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2"/>
            <p:cNvSpPr/>
            <p:nvPr/>
          </p:nvSpPr>
          <p:spPr>
            <a:xfrm>
              <a:off x="7252751" y="3094347"/>
              <a:ext cx="190" cy="32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0" y="0"/>
                  </a:moveTo>
                  <a:cubicBezTo>
                    <a:pt x="2" y="13"/>
                    <a:pt x="0" y="19"/>
                    <a:pt x="1" y="19"/>
                  </a:cubicBezTo>
                  <a:cubicBezTo>
                    <a:pt x="2" y="19"/>
                    <a:pt x="6" y="1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2"/>
            <p:cNvSpPr/>
            <p:nvPr/>
          </p:nvSpPr>
          <p:spPr>
            <a:xfrm>
              <a:off x="7183042" y="2992042"/>
              <a:ext cx="1413" cy="1810"/>
            </a:xfrm>
            <a:custGeom>
              <a:avLst/>
              <a:gdLst/>
              <a:ahLst/>
              <a:cxnLst/>
              <a:rect l="l" t="t" r="r" b="b"/>
              <a:pathLst>
                <a:path w="82" h="105" extrusionOk="0">
                  <a:moveTo>
                    <a:pt x="65" y="1"/>
                  </a:moveTo>
                  <a:cubicBezTo>
                    <a:pt x="49" y="17"/>
                    <a:pt x="25" y="41"/>
                    <a:pt x="9" y="73"/>
                  </a:cubicBezTo>
                  <a:cubicBezTo>
                    <a:pt x="1" y="92"/>
                    <a:pt x="1" y="104"/>
                    <a:pt x="8" y="104"/>
                  </a:cubicBezTo>
                  <a:cubicBezTo>
                    <a:pt x="16" y="104"/>
                    <a:pt x="35" y="88"/>
                    <a:pt x="65" y="49"/>
                  </a:cubicBezTo>
                  <a:cubicBezTo>
                    <a:pt x="82" y="9"/>
                    <a:pt x="82" y="9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2"/>
            <p:cNvSpPr/>
            <p:nvPr/>
          </p:nvSpPr>
          <p:spPr>
            <a:xfrm>
              <a:off x="7138070" y="2973840"/>
              <a:ext cx="1948" cy="1896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32" y="0"/>
                  </a:moveTo>
                  <a:cubicBezTo>
                    <a:pt x="4" y="0"/>
                    <a:pt x="1" y="38"/>
                    <a:pt x="7" y="75"/>
                  </a:cubicBezTo>
                  <a:cubicBezTo>
                    <a:pt x="17" y="100"/>
                    <a:pt x="27" y="110"/>
                    <a:pt x="42" y="110"/>
                  </a:cubicBezTo>
                  <a:cubicBezTo>
                    <a:pt x="52" y="110"/>
                    <a:pt x="64" y="106"/>
                    <a:pt x="80" y="100"/>
                  </a:cubicBezTo>
                  <a:cubicBezTo>
                    <a:pt x="104" y="100"/>
                    <a:pt x="112" y="43"/>
                    <a:pt x="112" y="43"/>
                  </a:cubicBezTo>
                  <a:cubicBezTo>
                    <a:pt x="107" y="15"/>
                    <a:pt x="93" y="6"/>
                    <a:pt x="80" y="6"/>
                  </a:cubicBezTo>
                  <a:cubicBezTo>
                    <a:pt x="74" y="6"/>
                    <a:pt x="69" y="8"/>
                    <a:pt x="64" y="11"/>
                  </a:cubicBezTo>
                  <a:cubicBezTo>
                    <a:pt x="51" y="3"/>
                    <a:pt x="41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2"/>
            <p:cNvSpPr/>
            <p:nvPr/>
          </p:nvSpPr>
          <p:spPr>
            <a:xfrm>
              <a:off x="7252923" y="3093933"/>
              <a:ext cx="431" cy="431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24"/>
                  </a:moveTo>
                  <a:cubicBezTo>
                    <a:pt x="9" y="16"/>
                    <a:pt x="17" y="8"/>
                    <a:pt x="25" y="0"/>
                  </a:cubicBezTo>
                  <a:cubicBezTo>
                    <a:pt x="17" y="8"/>
                    <a:pt x="17" y="8"/>
                    <a:pt x="9" y="16"/>
                  </a:cubicBezTo>
                  <a:cubicBezTo>
                    <a:pt x="9" y="16"/>
                    <a:pt x="9" y="16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2"/>
            <p:cNvSpPr/>
            <p:nvPr/>
          </p:nvSpPr>
          <p:spPr>
            <a:xfrm>
              <a:off x="7195057" y="2968013"/>
              <a:ext cx="1138" cy="1258"/>
            </a:xfrm>
            <a:custGeom>
              <a:avLst/>
              <a:gdLst/>
              <a:ahLst/>
              <a:cxnLst/>
              <a:rect l="l" t="t" r="r" b="b"/>
              <a:pathLst>
                <a:path w="66" h="73" extrusionOk="0">
                  <a:moveTo>
                    <a:pt x="10" y="1"/>
                  </a:moveTo>
                  <a:cubicBezTo>
                    <a:pt x="1" y="1"/>
                    <a:pt x="1" y="14"/>
                    <a:pt x="1" y="49"/>
                  </a:cubicBezTo>
                  <a:lnTo>
                    <a:pt x="41" y="73"/>
                  </a:lnTo>
                  <a:cubicBezTo>
                    <a:pt x="66" y="32"/>
                    <a:pt x="66" y="32"/>
                    <a:pt x="41" y="16"/>
                  </a:cubicBezTo>
                  <a:cubicBezTo>
                    <a:pt x="25" y="7"/>
                    <a:pt x="16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2"/>
            <p:cNvSpPr/>
            <p:nvPr/>
          </p:nvSpPr>
          <p:spPr>
            <a:xfrm>
              <a:off x="7185973" y="2970099"/>
              <a:ext cx="1000" cy="1707"/>
            </a:xfrm>
            <a:custGeom>
              <a:avLst/>
              <a:gdLst/>
              <a:ahLst/>
              <a:cxnLst/>
              <a:rect l="l" t="t" r="r" b="b"/>
              <a:pathLst>
                <a:path w="58" h="99" extrusionOk="0">
                  <a:moveTo>
                    <a:pt x="17" y="1"/>
                  </a:moveTo>
                  <a:cubicBezTo>
                    <a:pt x="9" y="33"/>
                    <a:pt x="1" y="65"/>
                    <a:pt x="1" y="98"/>
                  </a:cubicBezTo>
                  <a:cubicBezTo>
                    <a:pt x="3" y="99"/>
                    <a:pt x="5" y="99"/>
                    <a:pt x="7" y="99"/>
                  </a:cubicBezTo>
                  <a:cubicBezTo>
                    <a:pt x="28" y="99"/>
                    <a:pt x="41" y="65"/>
                    <a:pt x="41" y="65"/>
                  </a:cubicBezTo>
                  <a:cubicBezTo>
                    <a:pt x="41" y="65"/>
                    <a:pt x="58" y="17"/>
                    <a:pt x="41" y="9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2"/>
            <p:cNvSpPr/>
            <p:nvPr/>
          </p:nvSpPr>
          <p:spPr>
            <a:xfrm>
              <a:off x="7173062" y="2964652"/>
              <a:ext cx="362" cy="1844"/>
            </a:xfrm>
            <a:custGeom>
              <a:avLst/>
              <a:gdLst/>
              <a:ahLst/>
              <a:cxnLst/>
              <a:rect l="l" t="t" r="r" b="b"/>
              <a:pathLst>
                <a:path w="21" h="107" extrusionOk="0">
                  <a:moveTo>
                    <a:pt x="20" y="1"/>
                  </a:moveTo>
                  <a:lnTo>
                    <a:pt x="12" y="41"/>
                  </a:lnTo>
                  <a:cubicBezTo>
                    <a:pt x="6" y="76"/>
                    <a:pt x="0" y="106"/>
                    <a:pt x="1" y="106"/>
                  </a:cubicBezTo>
                  <a:cubicBezTo>
                    <a:pt x="1" y="106"/>
                    <a:pt x="2" y="101"/>
                    <a:pt x="4" y="90"/>
                  </a:cubicBezTo>
                  <a:cubicBezTo>
                    <a:pt x="4" y="90"/>
                    <a:pt x="12" y="41"/>
                    <a:pt x="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2"/>
            <p:cNvSpPr/>
            <p:nvPr/>
          </p:nvSpPr>
          <p:spPr>
            <a:xfrm>
              <a:off x="7249148" y="3069180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0" y="1"/>
                  </a:moveTo>
                  <a:lnTo>
                    <a:pt x="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2"/>
            <p:cNvSpPr/>
            <p:nvPr/>
          </p:nvSpPr>
          <p:spPr>
            <a:xfrm>
              <a:off x="7249286" y="3069180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2"/>
            <p:cNvSpPr/>
            <p:nvPr/>
          </p:nvSpPr>
          <p:spPr>
            <a:xfrm>
              <a:off x="7237134" y="2834405"/>
              <a:ext cx="17" cy="155"/>
            </a:xfrm>
            <a:custGeom>
              <a:avLst/>
              <a:gdLst/>
              <a:ahLst/>
              <a:cxnLst/>
              <a:rect l="l" t="t" r="r" b="b"/>
              <a:pathLst>
                <a:path w="1" h="9" fill="none" extrusionOk="0">
                  <a:moveTo>
                    <a:pt x="0" y="8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2"/>
            <p:cNvSpPr/>
            <p:nvPr/>
          </p:nvSpPr>
          <p:spPr>
            <a:xfrm>
              <a:off x="7238392" y="2851729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fill="none" extrusionOk="0">
                  <a:moveTo>
                    <a:pt x="8" y="8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2"/>
            <p:cNvSpPr/>
            <p:nvPr/>
          </p:nvSpPr>
          <p:spPr>
            <a:xfrm>
              <a:off x="7248872" y="2876603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2"/>
            <p:cNvSpPr/>
            <p:nvPr/>
          </p:nvSpPr>
          <p:spPr>
            <a:xfrm>
              <a:off x="7248872" y="2876465"/>
              <a:ext cx="293" cy="155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16" y="0"/>
                  </a:move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2"/>
            <p:cNvSpPr/>
            <p:nvPr/>
          </p:nvSpPr>
          <p:spPr>
            <a:xfrm>
              <a:off x="7238668" y="2832854"/>
              <a:ext cx="862" cy="724"/>
            </a:xfrm>
            <a:custGeom>
              <a:avLst/>
              <a:gdLst/>
              <a:ahLst/>
              <a:cxnLst/>
              <a:rect l="l" t="t" r="r" b="b"/>
              <a:pathLst>
                <a:path w="50" h="42" extrusionOk="0">
                  <a:moveTo>
                    <a:pt x="49" y="1"/>
                  </a:moveTo>
                  <a:lnTo>
                    <a:pt x="0" y="25"/>
                  </a:lnTo>
                  <a:lnTo>
                    <a:pt x="0" y="41"/>
                  </a:lnTo>
                  <a:cubicBezTo>
                    <a:pt x="49" y="41"/>
                    <a:pt x="49" y="41"/>
                    <a:pt x="49" y="25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2"/>
            <p:cNvSpPr/>
            <p:nvPr/>
          </p:nvSpPr>
          <p:spPr>
            <a:xfrm>
              <a:off x="7357469" y="2895478"/>
              <a:ext cx="155" cy="431"/>
            </a:xfrm>
            <a:custGeom>
              <a:avLst/>
              <a:gdLst/>
              <a:ahLst/>
              <a:cxnLst/>
              <a:rect l="l" t="t" r="r" b="b"/>
              <a:pathLst>
                <a:path w="9" h="25" extrusionOk="0">
                  <a:moveTo>
                    <a:pt x="0" y="0"/>
                  </a:moveTo>
                  <a:cubicBezTo>
                    <a:pt x="0" y="0"/>
                    <a:pt x="0" y="8"/>
                    <a:pt x="8" y="16"/>
                  </a:cubicBezTo>
                  <a:lnTo>
                    <a:pt x="8" y="16"/>
                  </a:lnTo>
                  <a:cubicBezTo>
                    <a:pt x="7" y="11"/>
                    <a:pt x="5" y="5"/>
                    <a:pt x="0" y="0"/>
                  </a:cubicBezTo>
                  <a:close/>
                  <a:moveTo>
                    <a:pt x="8" y="16"/>
                  </a:moveTo>
                  <a:cubicBezTo>
                    <a:pt x="8" y="19"/>
                    <a:pt x="8" y="22"/>
                    <a:pt x="8" y="24"/>
                  </a:cubicBezTo>
                  <a:cubicBezTo>
                    <a:pt x="8" y="24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2"/>
            <p:cNvSpPr/>
            <p:nvPr/>
          </p:nvSpPr>
          <p:spPr>
            <a:xfrm>
              <a:off x="7357606" y="2895892"/>
              <a:ext cx="224" cy="379"/>
            </a:xfrm>
            <a:custGeom>
              <a:avLst/>
              <a:gdLst/>
              <a:ahLst/>
              <a:cxnLst/>
              <a:rect l="l" t="t" r="r" b="b"/>
              <a:pathLst>
                <a:path w="13" h="22" extrusionOk="0">
                  <a:moveTo>
                    <a:pt x="0" y="0"/>
                  </a:moveTo>
                  <a:cubicBezTo>
                    <a:pt x="8" y="15"/>
                    <a:pt x="12" y="22"/>
                    <a:pt x="12" y="22"/>
                  </a:cubicBezTo>
                  <a:cubicBezTo>
                    <a:pt x="13" y="22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2"/>
            <p:cNvSpPr/>
            <p:nvPr/>
          </p:nvSpPr>
          <p:spPr>
            <a:xfrm>
              <a:off x="7360261" y="2892410"/>
              <a:ext cx="190" cy="431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8" y="1"/>
                  </a:moveTo>
                  <a:cubicBezTo>
                    <a:pt x="6" y="1"/>
                    <a:pt x="3" y="6"/>
                    <a:pt x="0" y="24"/>
                  </a:cubicBezTo>
                  <a:cubicBezTo>
                    <a:pt x="11" y="19"/>
                    <a:pt x="11" y="1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2"/>
            <p:cNvSpPr/>
            <p:nvPr/>
          </p:nvSpPr>
          <p:spPr>
            <a:xfrm>
              <a:off x="7249148" y="2876465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2"/>
            <p:cNvSpPr/>
            <p:nvPr/>
          </p:nvSpPr>
          <p:spPr>
            <a:xfrm>
              <a:off x="7258939" y="2886239"/>
              <a:ext cx="983" cy="100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27" y="1"/>
                  </a:moveTo>
                  <a:cubicBezTo>
                    <a:pt x="20" y="1"/>
                    <a:pt x="14" y="11"/>
                    <a:pt x="0" y="33"/>
                  </a:cubicBezTo>
                  <a:lnTo>
                    <a:pt x="16" y="58"/>
                  </a:lnTo>
                  <a:cubicBezTo>
                    <a:pt x="57" y="33"/>
                    <a:pt x="57" y="33"/>
                    <a:pt x="49" y="17"/>
                  </a:cubicBezTo>
                  <a:cubicBezTo>
                    <a:pt x="38" y="7"/>
                    <a:pt x="32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2"/>
            <p:cNvSpPr/>
            <p:nvPr/>
          </p:nvSpPr>
          <p:spPr>
            <a:xfrm>
              <a:off x="7260749" y="2893926"/>
              <a:ext cx="155" cy="1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9" y="1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2"/>
            <p:cNvSpPr/>
            <p:nvPr/>
          </p:nvSpPr>
          <p:spPr>
            <a:xfrm>
              <a:off x="7237496" y="2903442"/>
              <a:ext cx="2172" cy="1138"/>
            </a:xfrm>
            <a:custGeom>
              <a:avLst/>
              <a:gdLst/>
              <a:ahLst/>
              <a:cxnLst/>
              <a:rect l="l" t="t" r="r" b="b"/>
              <a:pathLst>
                <a:path w="126" h="66" extrusionOk="0">
                  <a:moveTo>
                    <a:pt x="117" y="0"/>
                  </a:moveTo>
                  <a:lnTo>
                    <a:pt x="117" y="0"/>
                  </a:lnTo>
                  <a:cubicBezTo>
                    <a:pt x="85" y="8"/>
                    <a:pt x="52" y="16"/>
                    <a:pt x="28" y="41"/>
                  </a:cubicBezTo>
                  <a:cubicBezTo>
                    <a:pt x="5" y="54"/>
                    <a:pt x="0" y="65"/>
                    <a:pt x="16" y="65"/>
                  </a:cubicBezTo>
                  <a:cubicBezTo>
                    <a:pt x="28" y="65"/>
                    <a:pt x="53" y="59"/>
                    <a:pt x="93" y="41"/>
                  </a:cubicBezTo>
                  <a:cubicBezTo>
                    <a:pt x="125" y="16"/>
                    <a:pt x="125" y="16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2"/>
            <p:cNvSpPr/>
            <p:nvPr/>
          </p:nvSpPr>
          <p:spPr>
            <a:xfrm>
              <a:off x="7231256" y="2852246"/>
              <a:ext cx="2241" cy="1586"/>
            </a:xfrm>
            <a:custGeom>
              <a:avLst/>
              <a:gdLst/>
              <a:ahLst/>
              <a:cxnLst/>
              <a:rect l="l" t="t" r="r" b="b"/>
              <a:pathLst>
                <a:path w="130" h="92" extrusionOk="0">
                  <a:moveTo>
                    <a:pt x="76" y="0"/>
                  </a:moveTo>
                  <a:cubicBezTo>
                    <a:pt x="67" y="0"/>
                    <a:pt x="58" y="1"/>
                    <a:pt x="49" y="3"/>
                  </a:cubicBezTo>
                  <a:cubicBezTo>
                    <a:pt x="1" y="3"/>
                    <a:pt x="1" y="27"/>
                    <a:pt x="9" y="60"/>
                  </a:cubicBezTo>
                  <a:cubicBezTo>
                    <a:pt x="9" y="84"/>
                    <a:pt x="57" y="92"/>
                    <a:pt x="57" y="92"/>
                  </a:cubicBezTo>
                  <a:cubicBezTo>
                    <a:pt x="106" y="84"/>
                    <a:pt x="106" y="68"/>
                    <a:pt x="98" y="51"/>
                  </a:cubicBezTo>
                  <a:cubicBezTo>
                    <a:pt x="130" y="13"/>
                    <a:pt x="107" y="0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2"/>
            <p:cNvSpPr/>
            <p:nvPr/>
          </p:nvSpPr>
          <p:spPr>
            <a:xfrm>
              <a:off x="7248166" y="2876603"/>
              <a:ext cx="724" cy="431"/>
            </a:xfrm>
            <a:custGeom>
              <a:avLst/>
              <a:gdLst/>
              <a:ahLst/>
              <a:cxnLst/>
              <a:rect l="l" t="t" r="r" b="b"/>
              <a:pathLst>
                <a:path w="42" h="25" extrusionOk="0">
                  <a:moveTo>
                    <a:pt x="41" y="1"/>
                  </a:moveTo>
                  <a:lnTo>
                    <a:pt x="17" y="9"/>
                  </a:lnTo>
                  <a:lnTo>
                    <a:pt x="1" y="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2"/>
            <p:cNvSpPr/>
            <p:nvPr/>
          </p:nvSpPr>
          <p:spPr>
            <a:xfrm>
              <a:off x="7247752" y="2877016"/>
              <a:ext cx="431" cy="155"/>
            </a:xfrm>
            <a:custGeom>
              <a:avLst/>
              <a:gdLst/>
              <a:ahLst/>
              <a:cxnLst/>
              <a:rect l="l" t="t" r="r" b="b"/>
              <a:pathLst>
                <a:path w="25" h="9" extrusionOk="0">
                  <a:moveTo>
                    <a:pt x="0" y="9"/>
                  </a:moveTo>
                  <a:lnTo>
                    <a:pt x="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2"/>
            <p:cNvSpPr/>
            <p:nvPr/>
          </p:nvSpPr>
          <p:spPr>
            <a:xfrm>
              <a:off x="7251113" y="2885687"/>
              <a:ext cx="1551" cy="1224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65" y="1"/>
                  </a:moveTo>
                  <a:cubicBezTo>
                    <a:pt x="41" y="17"/>
                    <a:pt x="16" y="41"/>
                    <a:pt x="0" y="65"/>
                  </a:cubicBezTo>
                  <a:cubicBezTo>
                    <a:pt x="2" y="69"/>
                    <a:pt x="6" y="71"/>
                    <a:pt x="11" y="71"/>
                  </a:cubicBezTo>
                  <a:cubicBezTo>
                    <a:pt x="26" y="71"/>
                    <a:pt x="49" y="57"/>
                    <a:pt x="49" y="57"/>
                  </a:cubicBezTo>
                  <a:cubicBezTo>
                    <a:pt x="49" y="57"/>
                    <a:pt x="89" y="25"/>
                    <a:pt x="73" y="17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2"/>
            <p:cNvSpPr/>
            <p:nvPr/>
          </p:nvSpPr>
          <p:spPr>
            <a:xfrm>
              <a:off x="7392254" y="2943260"/>
              <a:ext cx="155" cy="172"/>
            </a:xfrm>
            <a:custGeom>
              <a:avLst/>
              <a:gdLst/>
              <a:ahLst/>
              <a:cxnLst/>
              <a:rect l="l" t="t" r="r" b="b"/>
              <a:pathLst>
                <a:path w="9" h="10" fill="none" extrusionOk="0">
                  <a:moveTo>
                    <a:pt x="1" y="9"/>
                  </a:moveTo>
                  <a:lnTo>
                    <a:pt x="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2"/>
            <p:cNvSpPr/>
            <p:nvPr/>
          </p:nvSpPr>
          <p:spPr>
            <a:xfrm>
              <a:off x="7348091" y="3066388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2"/>
            <p:cNvSpPr/>
            <p:nvPr/>
          </p:nvSpPr>
          <p:spPr>
            <a:xfrm>
              <a:off x="7335887" y="2959153"/>
              <a:ext cx="1603" cy="1793"/>
            </a:xfrm>
            <a:custGeom>
              <a:avLst/>
              <a:gdLst/>
              <a:ahLst/>
              <a:cxnLst/>
              <a:rect l="l" t="t" r="r" b="b"/>
              <a:pathLst>
                <a:path w="93" h="104" extrusionOk="0">
                  <a:moveTo>
                    <a:pt x="14" y="1"/>
                  </a:moveTo>
                  <a:cubicBezTo>
                    <a:pt x="0" y="1"/>
                    <a:pt x="3" y="26"/>
                    <a:pt x="44" y="84"/>
                  </a:cubicBezTo>
                  <a:cubicBezTo>
                    <a:pt x="62" y="98"/>
                    <a:pt x="70" y="104"/>
                    <a:pt x="76" y="104"/>
                  </a:cubicBezTo>
                  <a:cubicBezTo>
                    <a:pt x="81" y="104"/>
                    <a:pt x="85" y="100"/>
                    <a:pt x="93" y="92"/>
                  </a:cubicBezTo>
                  <a:cubicBezTo>
                    <a:pt x="84" y="60"/>
                    <a:pt x="60" y="36"/>
                    <a:pt x="36" y="11"/>
                  </a:cubicBezTo>
                  <a:cubicBezTo>
                    <a:pt x="27" y="5"/>
                    <a:pt x="19" y="1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2"/>
            <p:cNvSpPr/>
            <p:nvPr/>
          </p:nvSpPr>
          <p:spPr>
            <a:xfrm>
              <a:off x="7350746" y="29803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9"/>
                    <a:pt x="1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2"/>
            <p:cNvSpPr/>
            <p:nvPr/>
          </p:nvSpPr>
          <p:spPr>
            <a:xfrm>
              <a:off x="7388910" y="2936607"/>
              <a:ext cx="1965" cy="1896"/>
            </a:xfrm>
            <a:custGeom>
              <a:avLst/>
              <a:gdLst/>
              <a:ahLst/>
              <a:cxnLst/>
              <a:rect l="l" t="t" r="r" b="b"/>
              <a:pathLst>
                <a:path w="114" h="110" extrusionOk="0">
                  <a:moveTo>
                    <a:pt x="71" y="1"/>
                  </a:moveTo>
                  <a:cubicBezTo>
                    <a:pt x="59" y="1"/>
                    <a:pt x="43" y="6"/>
                    <a:pt x="25" y="14"/>
                  </a:cubicBezTo>
                  <a:cubicBezTo>
                    <a:pt x="8" y="22"/>
                    <a:pt x="0" y="71"/>
                    <a:pt x="0" y="71"/>
                  </a:cubicBezTo>
                  <a:cubicBezTo>
                    <a:pt x="12" y="100"/>
                    <a:pt x="28" y="104"/>
                    <a:pt x="42" y="104"/>
                  </a:cubicBezTo>
                  <a:cubicBezTo>
                    <a:pt x="47" y="104"/>
                    <a:pt x="52" y="103"/>
                    <a:pt x="57" y="103"/>
                  </a:cubicBezTo>
                  <a:cubicBezTo>
                    <a:pt x="67" y="108"/>
                    <a:pt x="76" y="110"/>
                    <a:pt x="83" y="110"/>
                  </a:cubicBezTo>
                  <a:cubicBezTo>
                    <a:pt x="113" y="110"/>
                    <a:pt x="112" y="70"/>
                    <a:pt x="106" y="30"/>
                  </a:cubicBezTo>
                  <a:cubicBezTo>
                    <a:pt x="97" y="8"/>
                    <a:pt x="86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2"/>
            <p:cNvSpPr/>
            <p:nvPr/>
          </p:nvSpPr>
          <p:spPr>
            <a:xfrm>
              <a:off x="7360468" y="3088055"/>
              <a:ext cx="86" cy="32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"/>
                  </a:moveTo>
                  <a:cubicBezTo>
                    <a:pt x="0" y="13"/>
                    <a:pt x="0" y="19"/>
                    <a:pt x="1" y="19"/>
                  </a:cubicBezTo>
                  <a:cubicBezTo>
                    <a:pt x="2" y="19"/>
                    <a:pt x="4" y="13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2"/>
            <p:cNvSpPr/>
            <p:nvPr/>
          </p:nvSpPr>
          <p:spPr>
            <a:xfrm>
              <a:off x="7360537" y="3087504"/>
              <a:ext cx="293" cy="569"/>
            </a:xfrm>
            <a:custGeom>
              <a:avLst/>
              <a:gdLst/>
              <a:ahLst/>
              <a:cxnLst/>
              <a:rect l="l" t="t" r="r" b="b"/>
              <a:pathLst>
                <a:path w="17" h="33" extrusionOk="0">
                  <a:moveTo>
                    <a:pt x="16" y="0"/>
                  </a:moveTo>
                  <a:cubicBezTo>
                    <a:pt x="8" y="8"/>
                    <a:pt x="8" y="16"/>
                    <a:pt x="0" y="16"/>
                  </a:cubicBezTo>
                  <a:cubicBezTo>
                    <a:pt x="0" y="24"/>
                    <a:pt x="0" y="24"/>
                    <a:pt x="0" y="33"/>
                  </a:cubicBezTo>
                  <a:cubicBezTo>
                    <a:pt x="8" y="16"/>
                    <a:pt x="8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2"/>
            <p:cNvSpPr/>
            <p:nvPr/>
          </p:nvSpPr>
          <p:spPr>
            <a:xfrm>
              <a:off x="7364863" y="3087004"/>
              <a:ext cx="517" cy="241"/>
            </a:xfrm>
            <a:custGeom>
              <a:avLst/>
              <a:gdLst/>
              <a:ahLst/>
              <a:cxnLst/>
              <a:rect l="l" t="t" r="r" b="b"/>
              <a:pathLst>
                <a:path w="30" h="14" extrusionOk="0">
                  <a:moveTo>
                    <a:pt x="23" y="0"/>
                  </a:moveTo>
                  <a:cubicBezTo>
                    <a:pt x="20" y="0"/>
                    <a:pt x="13" y="3"/>
                    <a:pt x="1" y="13"/>
                  </a:cubicBezTo>
                  <a:cubicBezTo>
                    <a:pt x="3" y="14"/>
                    <a:pt x="5" y="14"/>
                    <a:pt x="7" y="14"/>
                  </a:cubicBezTo>
                  <a:cubicBezTo>
                    <a:pt x="21" y="14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2"/>
            <p:cNvSpPr/>
            <p:nvPr/>
          </p:nvSpPr>
          <p:spPr>
            <a:xfrm>
              <a:off x="7356624" y="2967444"/>
              <a:ext cx="1689" cy="1172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17" y="1"/>
                  </a:moveTo>
                  <a:lnTo>
                    <a:pt x="17" y="1"/>
                  </a:lnTo>
                  <a:cubicBezTo>
                    <a:pt x="0" y="17"/>
                    <a:pt x="41" y="49"/>
                    <a:pt x="41" y="49"/>
                  </a:cubicBezTo>
                  <a:cubicBezTo>
                    <a:pt x="41" y="49"/>
                    <a:pt x="65" y="67"/>
                    <a:pt x="82" y="67"/>
                  </a:cubicBezTo>
                  <a:cubicBezTo>
                    <a:pt x="85" y="67"/>
                    <a:pt x="87" y="67"/>
                    <a:pt x="90" y="65"/>
                  </a:cubicBezTo>
                  <a:lnTo>
                    <a:pt x="98" y="49"/>
                  </a:lnTo>
                  <a:cubicBezTo>
                    <a:pt x="73" y="25"/>
                    <a:pt x="49" y="9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2"/>
            <p:cNvSpPr/>
            <p:nvPr/>
          </p:nvSpPr>
          <p:spPr>
            <a:xfrm>
              <a:off x="7367656" y="296158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0"/>
                  </a:moveTo>
                  <a:lnTo>
                    <a:pt x="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2"/>
            <p:cNvSpPr/>
            <p:nvPr/>
          </p:nvSpPr>
          <p:spPr>
            <a:xfrm>
              <a:off x="7366553" y="2960170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2"/>
            <p:cNvSpPr/>
            <p:nvPr/>
          </p:nvSpPr>
          <p:spPr>
            <a:xfrm>
              <a:off x="7366553" y="2960170"/>
              <a:ext cx="17" cy="172"/>
            </a:xfrm>
            <a:custGeom>
              <a:avLst/>
              <a:gdLst/>
              <a:ahLst/>
              <a:cxnLst/>
              <a:rect l="l" t="t" r="r" b="b"/>
              <a:pathLst>
                <a:path w="1" h="10" extrusionOk="0">
                  <a:moveTo>
                    <a:pt x="0" y="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2"/>
            <p:cNvSpPr/>
            <p:nvPr/>
          </p:nvSpPr>
          <p:spPr>
            <a:xfrm>
              <a:off x="7357744" y="2975839"/>
              <a:ext cx="1276" cy="896"/>
            </a:xfrm>
            <a:custGeom>
              <a:avLst/>
              <a:gdLst/>
              <a:ahLst/>
              <a:cxnLst/>
              <a:rect l="l" t="t" r="r" b="b"/>
              <a:pathLst>
                <a:path w="74" h="52" extrusionOk="0">
                  <a:moveTo>
                    <a:pt x="25" y="0"/>
                  </a:moveTo>
                  <a:lnTo>
                    <a:pt x="0" y="32"/>
                  </a:lnTo>
                  <a:cubicBezTo>
                    <a:pt x="23" y="46"/>
                    <a:pt x="33" y="52"/>
                    <a:pt x="38" y="52"/>
                  </a:cubicBezTo>
                  <a:cubicBezTo>
                    <a:pt x="43" y="52"/>
                    <a:pt x="45" y="48"/>
                    <a:pt x="49" y="41"/>
                  </a:cubicBezTo>
                  <a:cubicBezTo>
                    <a:pt x="73" y="16"/>
                    <a:pt x="73" y="16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2"/>
            <p:cNvSpPr/>
            <p:nvPr/>
          </p:nvSpPr>
          <p:spPr>
            <a:xfrm>
              <a:off x="7366691" y="2960463"/>
              <a:ext cx="983" cy="1138"/>
            </a:xfrm>
            <a:custGeom>
              <a:avLst/>
              <a:gdLst/>
              <a:ahLst/>
              <a:cxnLst/>
              <a:rect l="l" t="t" r="r" b="b"/>
              <a:pathLst>
                <a:path w="57" h="66" extrusionOk="0">
                  <a:moveTo>
                    <a:pt x="0" y="0"/>
                  </a:moveTo>
                  <a:lnTo>
                    <a:pt x="52" y="60"/>
                  </a:lnTo>
                  <a:lnTo>
                    <a:pt x="52" y="60"/>
                  </a:lnTo>
                  <a:cubicBezTo>
                    <a:pt x="48" y="55"/>
                    <a:pt x="42" y="47"/>
                    <a:pt x="33" y="33"/>
                  </a:cubicBezTo>
                  <a:cubicBezTo>
                    <a:pt x="21" y="21"/>
                    <a:pt x="9" y="9"/>
                    <a:pt x="0" y="0"/>
                  </a:cubicBezTo>
                  <a:close/>
                  <a:moveTo>
                    <a:pt x="52" y="60"/>
                  </a:moveTo>
                  <a:cubicBezTo>
                    <a:pt x="55" y="64"/>
                    <a:pt x="57" y="65"/>
                    <a:pt x="57" y="65"/>
                  </a:cubicBezTo>
                  <a:lnTo>
                    <a:pt x="52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2"/>
            <p:cNvSpPr/>
            <p:nvPr/>
          </p:nvSpPr>
          <p:spPr>
            <a:xfrm>
              <a:off x="7191006" y="2852143"/>
              <a:ext cx="431" cy="155"/>
            </a:xfrm>
            <a:custGeom>
              <a:avLst/>
              <a:gdLst/>
              <a:ahLst/>
              <a:cxnLst/>
              <a:rect l="l" t="t" r="r" b="b"/>
              <a:pathLst>
                <a:path w="25" h="9" extrusionOk="0">
                  <a:moveTo>
                    <a:pt x="1" y="1"/>
                  </a:moveTo>
                  <a:cubicBezTo>
                    <a:pt x="1" y="9"/>
                    <a:pt x="9" y="9"/>
                    <a:pt x="17" y="9"/>
                  </a:cubicBezTo>
                  <a:lnTo>
                    <a:pt x="25" y="9"/>
                  </a:lnTo>
                  <a:cubicBezTo>
                    <a:pt x="17" y="9"/>
                    <a:pt x="9" y="9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2"/>
            <p:cNvSpPr/>
            <p:nvPr/>
          </p:nvSpPr>
          <p:spPr>
            <a:xfrm>
              <a:off x="7189162" y="2849505"/>
              <a:ext cx="396" cy="276"/>
            </a:xfrm>
            <a:custGeom>
              <a:avLst/>
              <a:gdLst/>
              <a:ahLst/>
              <a:cxnLst/>
              <a:rect l="l" t="t" r="r" b="b"/>
              <a:pathLst>
                <a:path w="23" h="16" extrusionOk="0">
                  <a:moveTo>
                    <a:pt x="5" y="1"/>
                  </a:moveTo>
                  <a:cubicBezTo>
                    <a:pt x="0" y="1"/>
                    <a:pt x="0" y="5"/>
                    <a:pt x="18" y="16"/>
                  </a:cubicBezTo>
                  <a:cubicBezTo>
                    <a:pt x="23" y="7"/>
                    <a:pt x="10" y="1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2"/>
            <p:cNvSpPr/>
            <p:nvPr/>
          </p:nvSpPr>
          <p:spPr>
            <a:xfrm>
              <a:off x="7191420" y="2852281"/>
              <a:ext cx="465" cy="86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1" y="1"/>
                  </a:moveTo>
                  <a:cubicBezTo>
                    <a:pt x="12" y="4"/>
                    <a:pt x="18" y="4"/>
                    <a:pt x="21" y="4"/>
                  </a:cubicBezTo>
                  <a:cubicBezTo>
                    <a:pt x="26" y="4"/>
                    <a:pt x="1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2"/>
            <p:cNvSpPr/>
            <p:nvPr/>
          </p:nvSpPr>
          <p:spPr>
            <a:xfrm>
              <a:off x="7154118" y="2922230"/>
              <a:ext cx="1258" cy="1896"/>
            </a:xfrm>
            <a:custGeom>
              <a:avLst/>
              <a:gdLst/>
              <a:ahLst/>
              <a:cxnLst/>
              <a:rect l="l" t="t" r="r" b="b"/>
              <a:pathLst>
                <a:path w="73" h="110" extrusionOk="0">
                  <a:moveTo>
                    <a:pt x="7" y="1"/>
                  </a:moveTo>
                  <a:cubicBezTo>
                    <a:pt x="4" y="1"/>
                    <a:pt x="3" y="2"/>
                    <a:pt x="0" y="5"/>
                  </a:cubicBezTo>
                  <a:cubicBezTo>
                    <a:pt x="8" y="29"/>
                    <a:pt x="25" y="62"/>
                    <a:pt x="41" y="86"/>
                  </a:cubicBezTo>
                  <a:cubicBezTo>
                    <a:pt x="53" y="101"/>
                    <a:pt x="62" y="110"/>
                    <a:pt x="66" y="110"/>
                  </a:cubicBezTo>
                  <a:cubicBezTo>
                    <a:pt x="72" y="110"/>
                    <a:pt x="66" y="87"/>
                    <a:pt x="41" y="37"/>
                  </a:cubicBezTo>
                  <a:cubicBezTo>
                    <a:pt x="18" y="9"/>
                    <a:pt x="11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2"/>
            <p:cNvSpPr/>
            <p:nvPr/>
          </p:nvSpPr>
          <p:spPr>
            <a:xfrm>
              <a:off x="7138604" y="2907613"/>
              <a:ext cx="1276" cy="1293"/>
            </a:xfrm>
            <a:custGeom>
              <a:avLst/>
              <a:gdLst/>
              <a:ahLst/>
              <a:cxnLst/>
              <a:rect l="l" t="t" r="r" b="b"/>
              <a:pathLst>
                <a:path w="74" h="75" extrusionOk="0">
                  <a:moveTo>
                    <a:pt x="11" y="0"/>
                  </a:moveTo>
                  <a:cubicBezTo>
                    <a:pt x="10" y="0"/>
                    <a:pt x="9" y="1"/>
                    <a:pt x="8" y="1"/>
                  </a:cubicBezTo>
                  <a:lnTo>
                    <a:pt x="0" y="10"/>
                  </a:lnTo>
                  <a:cubicBezTo>
                    <a:pt x="16" y="34"/>
                    <a:pt x="33" y="58"/>
                    <a:pt x="57" y="74"/>
                  </a:cubicBezTo>
                  <a:cubicBezTo>
                    <a:pt x="73" y="74"/>
                    <a:pt x="41" y="34"/>
                    <a:pt x="41" y="34"/>
                  </a:cubicBezTo>
                  <a:cubicBezTo>
                    <a:pt x="41" y="34"/>
                    <a:pt x="21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2"/>
            <p:cNvSpPr/>
            <p:nvPr/>
          </p:nvSpPr>
          <p:spPr>
            <a:xfrm>
              <a:off x="7138035" y="2901114"/>
              <a:ext cx="1000" cy="810"/>
            </a:xfrm>
            <a:custGeom>
              <a:avLst/>
              <a:gdLst/>
              <a:ahLst/>
              <a:cxnLst/>
              <a:rect l="l" t="t" r="r" b="b"/>
              <a:pathLst>
                <a:path w="58" h="47" extrusionOk="0">
                  <a:moveTo>
                    <a:pt x="24" y="1"/>
                  </a:moveTo>
                  <a:cubicBezTo>
                    <a:pt x="22" y="1"/>
                    <a:pt x="20" y="3"/>
                    <a:pt x="17" y="6"/>
                  </a:cubicBezTo>
                  <a:cubicBezTo>
                    <a:pt x="1" y="14"/>
                    <a:pt x="1" y="14"/>
                    <a:pt x="41" y="46"/>
                  </a:cubicBezTo>
                  <a:lnTo>
                    <a:pt x="58" y="30"/>
                  </a:lnTo>
                  <a:cubicBezTo>
                    <a:pt x="36" y="8"/>
                    <a:pt x="29" y="1"/>
                    <a:pt x="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2"/>
            <p:cNvSpPr/>
            <p:nvPr/>
          </p:nvSpPr>
          <p:spPr>
            <a:xfrm>
              <a:off x="7144327" y="2901752"/>
              <a:ext cx="17" cy="1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2"/>
            <p:cNvSpPr/>
            <p:nvPr/>
          </p:nvSpPr>
          <p:spPr>
            <a:xfrm>
              <a:off x="4371606" y="2257113"/>
              <a:ext cx="73845" cy="36612"/>
            </a:xfrm>
            <a:prstGeom prst="ellipse">
              <a:avLst/>
            </a:pr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2"/>
            <p:cNvSpPr/>
            <p:nvPr/>
          </p:nvSpPr>
          <p:spPr>
            <a:xfrm>
              <a:off x="6394702" y="4213698"/>
              <a:ext cx="60400" cy="72191"/>
            </a:xfrm>
            <a:prstGeom prst="ellipse">
              <a:avLst/>
            </a:prstGeom>
            <a:solidFill>
              <a:srgbClr val="F4F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4328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>
            <a:extLst>
              <a:ext uri="{FF2B5EF4-FFF2-40B4-BE49-F238E27FC236}">
                <a16:creationId xmlns:a16="http://schemas.microsoft.com/office/drawing/2014/main" id="{70F74F2F-02B5-902C-B974-2027B70D24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3250" y="389030"/>
            <a:ext cx="7717500" cy="612900"/>
          </a:xfrm>
        </p:spPr>
        <p:txBody>
          <a:bodyPr/>
          <a:lstStyle/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注意事項</a:t>
            </a:r>
          </a:p>
        </p:txBody>
      </p:sp>
      <p:sp>
        <p:nvSpPr>
          <p:cNvPr id="3" name="文字版面配置區 2">
            <a:extLst>
              <a:ext uri="{FF2B5EF4-FFF2-40B4-BE49-F238E27FC236}">
                <a16:creationId xmlns:a16="http://schemas.microsoft.com/office/drawing/2014/main" id="{A133C540-F6A8-C677-200A-5E982AD4A3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19100" y="1111578"/>
            <a:ext cx="8585200" cy="3642892"/>
          </a:xfrm>
        </p:spPr>
        <p:txBody>
          <a:bodyPr/>
          <a:lstStyle/>
          <a:p>
            <a:r>
              <a:rPr lang="zh-TW" altLang="en-US" sz="2000" kern="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各實習學校申請規定與流程皆可能隨時變動，因此公告資訊僅供參考。</a:t>
            </a:r>
            <a:r>
              <a:rPr lang="zh-TW" altLang="en-US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相關規定與應繳文件，</a:t>
            </a:r>
            <a:r>
              <a:rPr lang="zh-TW" altLang="zh-TW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請依據該校官網最新公告為主</a:t>
            </a:r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。</a:t>
            </a:r>
            <a:endParaRPr lang="en-US" altLang="zh-TW" sz="2000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endParaRPr lang="en-US" altLang="zh-TW" sz="2000" b="1" u="sng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r>
              <a:rPr lang="zh-TW" altLang="en-US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是否</a:t>
            </a:r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受理或錄取與否仍需視實際情況與該校決議而定</a:t>
            </a:r>
            <a:r>
              <a:rPr lang="zh-TW" altLang="en-US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，</a:t>
            </a:r>
            <a:r>
              <a:rPr lang="zh-TW" altLang="en-US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無法</a:t>
            </a:r>
            <a:r>
              <a:rPr lang="zh-TW" altLang="zh-TW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保證提出申請</a:t>
            </a:r>
            <a:r>
              <a:rPr lang="zh-TW" altLang="en-US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就一定</a:t>
            </a:r>
            <a:r>
              <a:rPr lang="zh-TW" altLang="zh-TW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會受理或錄取</a:t>
            </a:r>
            <a:r>
              <a:rPr lang="zh-TW" altLang="en-US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。</a:t>
            </a:r>
            <a:endParaRPr lang="en-US" altLang="zh-TW" sz="2000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endParaRPr lang="en-US" altLang="zh-TW" sz="2000" b="1" u="sng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r>
              <a:rPr lang="zh-TW" altLang="en-US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甄選錄取名單公告後，更換實習單位無法受理</a:t>
            </a:r>
            <a:r>
              <a:rPr lang="en-US" altLang="zh-TW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lang="zh-TW" altLang="en-US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因為根據學校申請</a:t>
            </a:r>
            <a:r>
              <a:rPr lang="en-US" altLang="zh-TW" sz="2000" b="1" u="sng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r>
              <a:rPr lang="zh-TW" altLang="en-US" sz="2000" kern="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。如遇同學放棄，名額不予遞補。</a:t>
            </a:r>
            <a:endParaRPr lang="en-US" altLang="zh-TW" sz="2000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endParaRPr lang="en-US" altLang="zh-TW" sz="2000" dirty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學生</a:t>
            </a:r>
            <a:r>
              <a:rPr lang="zh-TW" altLang="en-US" sz="2000" dirty="0">
                <a:solidFill>
                  <a:schemeClr val="accent6">
                    <a:lumMod val="90000"/>
                    <a:lumOff val="10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請前往</a:t>
            </a:r>
            <a:r>
              <a:rPr lang="zh-TW" altLang="en-US" sz="2000" kern="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實習</a:t>
            </a:r>
            <a:r>
              <a:rPr lang="zh-TW" altLang="en-US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學校官網瞭解相關細節，並</a:t>
            </a:r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依照官網公告之</a:t>
            </a:r>
            <a:r>
              <a:rPr lang="zh-TW" altLang="en-US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受理截止日前</a:t>
            </a:r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（</a:t>
            </a:r>
            <a:r>
              <a:rPr lang="zh-TW" altLang="en-US" sz="2000" b="1" u="sng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建議</a:t>
            </a:r>
            <a:r>
              <a:rPr lang="zh-TW" altLang="zh-TW" sz="2000" b="1" u="sng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至少預計前往訓練起始日前</a:t>
            </a:r>
            <a:r>
              <a:rPr lang="en-US" altLang="zh-TW" sz="2000" b="1" u="sng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3~6</a:t>
            </a:r>
            <a:r>
              <a:rPr lang="zh-TW" altLang="zh-TW" sz="2000" b="1" u="sng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個月</a:t>
            </a:r>
            <a:r>
              <a:rPr lang="zh-TW" altLang="zh-TW" sz="20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）完成規定之程序</a:t>
            </a:r>
            <a:r>
              <a:rPr lang="zh-TW" altLang="en-US" sz="1800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並</a:t>
            </a:r>
            <a:r>
              <a:rPr lang="zh-TW" altLang="en-US" sz="18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備齊申請所需文件。</a:t>
            </a:r>
            <a:endParaRPr kumimoji="1" lang="zh-TW" altLang="en-US" sz="18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92825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字版面配置區 2">
            <a:extLst>
              <a:ext uri="{FF2B5EF4-FFF2-40B4-BE49-F238E27FC236}">
                <a16:creationId xmlns:a16="http://schemas.microsoft.com/office/drawing/2014/main" id="{48DC04B9-42C9-F34C-B17F-258FBEE78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+mj-lt"/>
              <a:buAutoNum type="arabicPeriod" startAt="5"/>
            </a:pPr>
            <a:r>
              <a:rPr kumimoji="1" lang="zh-TW" altLang="en-US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學生需自行確認繳交資料是否正確且齊全，國際處與相關系所 單位不負責檢視。如果有缺漏件或需補件，導致影響錄取結果或前往訓練之時段，學生需自行負責。</a:t>
            </a:r>
            <a:endParaRPr kumimoji="1" lang="en-US" altLang="zh-TW" sz="2000" dirty="0">
              <a:latin typeface="微軟正黑體" panose="020B0604030504040204" pitchFamily="34" charset="-120"/>
              <a:ea typeface="微軟正黑體" panose="020B0604030504040204" pitchFamily="34" charset="-120"/>
              <a:sym typeface="Rajdhani"/>
            </a:endParaRPr>
          </a:p>
          <a:p>
            <a:pPr>
              <a:buAutoNum type="arabicPeriod" startAt="5"/>
            </a:pPr>
            <a:r>
              <a:rPr kumimoji="1" lang="zh-TW" altLang="en-US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請勿選擇各國國定假日期間或各校放假期間交換</a:t>
            </a:r>
            <a:r>
              <a:rPr kumimoji="1" lang="en-US" altLang="zh-TW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(</a:t>
            </a:r>
            <a:r>
              <a:rPr kumimoji="1" lang="zh-TW" altLang="en-US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時程請依各校公告為主</a:t>
            </a:r>
            <a:r>
              <a:rPr kumimoji="1" lang="en-US" altLang="zh-TW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)</a:t>
            </a:r>
            <a:r>
              <a:rPr kumimoji="1" lang="zh-TW" altLang="en-US" sz="2000" dirty="0">
                <a:latin typeface="微軟正黑體" panose="020B0604030504040204" pitchFamily="34" charset="-120"/>
                <a:ea typeface="微軟正黑體" panose="020B0604030504040204" pitchFamily="34" charset="-120"/>
                <a:sym typeface="Rajdhani"/>
              </a:rPr>
              <a:t>。</a:t>
            </a:r>
          </a:p>
        </p:txBody>
      </p:sp>
      <p:sp>
        <p:nvSpPr>
          <p:cNvPr id="4" name="標題 1">
            <a:extLst>
              <a:ext uri="{FF2B5EF4-FFF2-40B4-BE49-F238E27FC236}">
                <a16:creationId xmlns:a16="http://schemas.microsoft.com/office/drawing/2014/main" id="{86E0E499-AD8B-09E6-661C-23F760B829A9}"/>
              </a:ext>
            </a:extLst>
          </p:cNvPr>
          <p:cNvSpPr txBox="1">
            <a:spLocks/>
          </p:cNvSpPr>
          <p:nvPr/>
        </p:nvSpPr>
        <p:spPr>
          <a:xfrm>
            <a:off x="713225" y="480753"/>
            <a:ext cx="7717500" cy="6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36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Rajdhani"/>
              <a:buNone/>
              <a:defRPr sz="6000" b="1" i="0" u="none" strike="noStrike" cap="none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kumimoji="1" lang="zh-TW" altLang="en-US" sz="3200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注意事項</a:t>
            </a:r>
          </a:p>
        </p:txBody>
      </p:sp>
    </p:spTree>
    <p:extLst>
      <p:ext uri="{BB962C8B-B14F-4D97-AF65-F5344CB8AC3E}">
        <p14:creationId xmlns:p14="http://schemas.microsoft.com/office/powerpoint/2010/main" val="1590769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</p:sld>
</file>

<file path=ppt/theme/theme1.xml><?xml version="1.0" encoding="utf-8"?>
<a:theme xmlns:a="http://schemas.openxmlformats.org/drawingml/2006/main" name="Co-operative company business plan by Slidesgo">
  <a:themeElements>
    <a:clrScheme name="Simple Light">
      <a:dk1>
        <a:srgbClr val="000A39"/>
      </a:dk1>
      <a:lt1>
        <a:srgbClr val="FFFFFF"/>
      </a:lt1>
      <a:dk2>
        <a:srgbClr val="000A39"/>
      </a:dk2>
      <a:lt2>
        <a:srgbClr val="F4F2EA"/>
      </a:lt2>
      <a:accent1>
        <a:srgbClr val="D5815F"/>
      </a:accent1>
      <a:accent2>
        <a:srgbClr val="69B0B1"/>
      </a:accent2>
      <a:accent3>
        <a:srgbClr val="D78DB3"/>
      </a:accent3>
      <a:accent4>
        <a:srgbClr val="F4D562"/>
      </a:accent4>
      <a:accent5>
        <a:srgbClr val="F4F2EA"/>
      </a:accent5>
      <a:accent6>
        <a:srgbClr val="000A39"/>
      </a:accent6>
      <a:hlink>
        <a:srgbClr val="000A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503</TotalTime>
  <Words>1474</Words>
  <Application>Microsoft Office PowerPoint</Application>
  <PresentationFormat>如螢幕大小 (16:9)</PresentationFormat>
  <Paragraphs>269</Paragraphs>
  <Slides>30</Slides>
  <Notes>27</Notes>
  <HiddenSlides>0</HiddenSlides>
  <MMClips>0</MMClips>
  <ScaleCrop>false</ScaleCrop>
  <HeadingPairs>
    <vt:vector size="6" baseType="variant">
      <vt:variant>
        <vt:lpstr>使用字型</vt:lpstr>
      </vt:variant>
      <vt:variant>
        <vt:i4>8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30</vt:i4>
      </vt:variant>
    </vt:vector>
  </HeadingPairs>
  <TitlesOfParts>
    <vt:vector size="39" baseType="lpstr">
      <vt:lpstr>Rajdhani</vt:lpstr>
      <vt:lpstr>微軟正黑體</vt:lpstr>
      <vt:lpstr>Arial</vt:lpstr>
      <vt:lpstr>Calibri</vt:lpstr>
      <vt:lpstr>Cambria</vt:lpstr>
      <vt:lpstr>Livvic</vt:lpstr>
      <vt:lpstr>Nunito Sans</vt:lpstr>
      <vt:lpstr>Roboto Condensed Light</vt:lpstr>
      <vt:lpstr>Co-operative company business plan by Slidesgo</vt:lpstr>
      <vt:lpstr>2027醫學生國外姊妹校醫學院 訓練甄選說明會 </vt:lpstr>
      <vt:lpstr>校內補助- 學生國際研習服務獎勵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各姊妹校相關規定及注意事項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注意事項</vt:lpstr>
      <vt:lpstr>注意事項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2023年醫學生海外實習 申請說明會</dc:title>
  <dc:creator>Admin</dc:creator>
  <cp:lastModifiedBy>Admin</cp:lastModifiedBy>
  <cp:revision>94</cp:revision>
  <dcterms:modified xsi:type="dcterms:W3CDTF">2026-09-08T03:15:57Z</dcterms:modified>
</cp:coreProperties>
</file>